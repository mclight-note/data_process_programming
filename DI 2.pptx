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8799B23B-EC83-4686-B30A-512413B5E67A}" styleName="Light Style 3 –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–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688"/>
    <p:restoredTop sz="83562"/>
  </p:normalViewPr>
  <p:slideViewPr>
    <p:cSldViewPr snapToGrid="0">
      <p:cViewPr varScale="1">
        <p:scale>
          <a:sx n="102" d="100"/>
          <a:sy n="102" d="100"/>
        </p:scale>
        <p:origin x="224" y="2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presProps" Target="presProps.xml"/><Relationship Id="rId7" Type="http://schemas.openxmlformats.org/officeDocument/2006/relationships/slide" Target="slides/slide6.xml"/><Relationship Id="rId71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1.png"/><Relationship Id="rId7" Type="http://schemas.openxmlformats.org/officeDocument/2006/relationships/image" Target="../media/image9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10" Type="http://schemas.openxmlformats.org/officeDocument/2006/relationships/image" Target="../media/image12.svg"/><Relationship Id="rId4" Type="http://schemas.openxmlformats.org/officeDocument/2006/relationships/image" Target="../media/image6.svg"/><Relationship Id="rId9" Type="http://schemas.openxmlformats.org/officeDocument/2006/relationships/image" Target="../media/image11.png"/></Relationships>
</file>

<file path=ppt/diagrams/_rels/data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sv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image" Target="../media/image19.svg"/><Relationship Id="rId1" Type="http://schemas.openxmlformats.org/officeDocument/2006/relationships/image" Target="../media/image18.png"/><Relationship Id="rId6" Type="http://schemas.openxmlformats.org/officeDocument/2006/relationships/image" Target="../media/image23.svg"/><Relationship Id="rId5" Type="http://schemas.openxmlformats.org/officeDocument/2006/relationships/image" Target="../media/image22.png"/><Relationship Id="rId4" Type="http://schemas.openxmlformats.org/officeDocument/2006/relationships/image" Target="../media/image21.svg"/></Relationships>
</file>

<file path=ppt/diagrams/_rels/data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svg"/><Relationship Id="rId1" Type="http://schemas.openxmlformats.org/officeDocument/2006/relationships/image" Target="../media/image43.png"/><Relationship Id="rId4" Type="http://schemas.openxmlformats.org/officeDocument/2006/relationships/image" Target="../media/image46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1.png"/><Relationship Id="rId7" Type="http://schemas.openxmlformats.org/officeDocument/2006/relationships/image" Target="../media/image9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10" Type="http://schemas.openxmlformats.org/officeDocument/2006/relationships/image" Target="../media/image12.svg"/><Relationship Id="rId4" Type="http://schemas.openxmlformats.org/officeDocument/2006/relationships/image" Target="../media/image6.svg"/><Relationship Id="rId9" Type="http://schemas.openxmlformats.org/officeDocument/2006/relationships/image" Target="../media/image11.png"/></Relationships>
</file>

<file path=ppt/diagrams/_rels/drawing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sv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image" Target="../media/image19.svg"/><Relationship Id="rId1" Type="http://schemas.openxmlformats.org/officeDocument/2006/relationships/image" Target="../media/image18.png"/><Relationship Id="rId6" Type="http://schemas.openxmlformats.org/officeDocument/2006/relationships/image" Target="../media/image23.svg"/><Relationship Id="rId5" Type="http://schemas.openxmlformats.org/officeDocument/2006/relationships/image" Target="../media/image22.png"/><Relationship Id="rId4" Type="http://schemas.openxmlformats.org/officeDocument/2006/relationships/image" Target="../media/image21.svg"/></Relationships>
</file>

<file path=ppt/diagrams/_rels/drawing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svg"/><Relationship Id="rId1" Type="http://schemas.openxmlformats.org/officeDocument/2006/relationships/image" Target="../media/image43.png"/><Relationship Id="rId4" Type="http://schemas.openxmlformats.org/officeDocument/2006/relationships/image" Target="../media/image46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4389E52-50F5-4A85-ACDD-F6BAF24CDB63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65C86E22-0A93-464F-B9BB-966251FB5D5B}">
      <dgm:prSet/>
      <dgm:spPr/>
      <dgm:t>
        <a:bodyPr/>
        <a:lstStyle/>
        <a:p>
          <a:pPr>
            <a:lnSpc>
              <a:spcPct val="100000"/>
            </a:lnSpc>
          </a:pPr>
          <a:r>
            <a:rPr lang="en-GB"/>
            <a:t>Databases act as the backbone of any dynamic application in web development. Web application without a database, it will only show static content with no ability to store or fetch user data. Given below is how databases help:</a:t>
          </a:r>
          <a:endParaRPr lang="en-US"/>
        </a:p>
      </dgm:t>
    </dgm:pt>
    <dgm:pt modelId="{22D3C3CD-DE5E-41E7-B39A-89499F7821A2}" type="parTrans" cxnId="{281F602B-28EE-4834-8BF3-9F02BBAE3CDF}">
      <dgm:prSet/>
      <dgm:spPr/>
      <dgm:t>
        <a:bodyPr/>
        <a:lstStyle/>
        <a:p>
          <a:endParaRPr lang="en-US"/>
        </a:p>
      </dgm:t>
    </dgm:pt>
    <dgm:pt modelId="{7DD083C3-EED3-4B0A-93C2-FEE7819F714C}" type="sibTrans" cxnId="{281F602B-28EE-4834-8BF3-9F02BBAE3CDF}">
      <dgm:prSet/>
      <dgm:spPr/>
      <dgm:t>
        <a:bodyPr/>
        <a:lstStyle/>
        <a:p>
          <a:endParaRPr lang="en-US"/>
        </a:p>
      </dgm:t>
    </dgm:pt>
    <dgm:pt modelId="{4BE439B3-F930-4D49-9FDF-07D8C3D264D9}">
      <dgm:prSet/>
      <dgm:spPr/>
      <dgm:t>
        <a:bodyPr/>
        <a:lstStyle/>
        <a:p>
          <a:pPr>
            <a:lnSpc>
              <a:spcPct val="100000"/>
            </a:lnSpc>
          </a:pPr>
          <a:r>
            <a:rPr lang="en-GB" b="1"/>
            <a:t>Storing User Data</a:t>
          </a:r>
          <a:r>
            <a:rPr lang="en-GB"/>
            <a:t>: From personal profiles to preferences, a database stores user-related data.</a:t>
          </a:r>
          <a:endParaRPr lang="en-US"/>
        </a:p>
      </dgm:t>
    </dgm:pt>
    <dgm:pt modelId="{0C300F7A-6649-4E4F-916F-F754ED3C036F}" type="parTrans" cxnId="{3CD399F9-B45E-4AFE-9819-8095BF838D16}">
      <dgm:prSet/>
      <dgm:spPr/>
      <dgm:t>
        <a:bodyPr/>
        <a:lstStyle/>
        <a:p>
          <a:endParaRPr lang="en-US"/>
        </a:p>
      </dgm:t>
    </dgm:pt>
    <dgm:pt modelId="{541A6F33-9C55-49B8-9B59-79706E347367}" type="sibTrans" cxnId="{3CD399F9-B45E-4AFE-9819-8095BF838D16}">
      <dgm:prSet/>
      <dgm:spPr/>
      <dgm:t>
        <a:bodyPr/>
        <a:lstStyle/>
        <a:p>
          <a:endParaRPr lang="en-US"/>
        </a:p>
      </dgm:t>
    </dgm:pt>
    <dgm:pt modelId="{A1D442D4-70D3-4B2D-B76C-83F38813A96C}">
      <dgm:prSet/>
      <dgm:spPr/>
      <dgm:t>
        <a:bodyPr/>
        <a:lstStyle/>
        <a:p>
          <a:pPr>
            <a:lnSpc>
              <a:spcPct val="100000"/>
            </a:lnSpc>
          </a:pPr>
          <a:r>
            <a:rPr lang="en-GB" b="1"/>
            <a:t>Content Management</a:t>
          </a:r>
          <a:r>
            <a:rPr lang="en-GB"/>
            <a:t>: Blogs, products, or articles on websites are managed via databases.</a:t>
          </a:r>
          <a:endParaRPr lang="en-US"/>
        </a:p>
      </dgm:t>
    </dgm:pt>
    <dgm:pt modelId="{E3580C60-D637-401D-BEC2-F285333AB813}" type="parTrans" cxnId="{6BBA7A45-EEA1-4366-AFCF-09090F86B230}">
      <dgm:prSet/>
      <dgm:spPr/>
      <dgm:t>
        <a:bodyPr/>
        <a:lstStyle/>
        <a:p>
          <a:endParaRPr lang="en-US"/>
        </a:p>
      </dgm:t>
    </dgm:pt>
    <dgm:pt modelId="{B797E017-A348-41E6-BA59-BC97D6F7B9B7}" type="sibTrans" cxnId="{6BBA7A45-EEA1-4366-AFCF-09090F86B230}">
      <dgm:prSet/>
      <dgm:spPr/>
      <dgm:t>
        <a:bodyPr/>
        <a:lstStyle/>
        <a:p>
          <a:endParaRPr lang="en-US"/>
        </a:p>
      </dgm:t>
    </dgm:pt>
    <dgm:pt modelId="{E83CA4D4-1EA6-4CA1-BF40-B1487BC03D89}">
      <dgm:prSet/>
      <dgm:spPr/>
      <dgm:t>
        <a:bodyPr/>
        <a:lstStyle/>
        <a:p>
          <a:pPr>
            <a:lnSpc>
              <a:spcPct val="100000"/>
            </a:lnSpc>
          </a:pPr>
          <a:r>
            <a:rPr lang="en-GB" b="1"/>
            <a:t>Real-Time Updates</a:t>
          </a:r>
          <a:r>
            <a:rPr lang="en-GB"/>
            <a:t>: Web applications often require real-time data (like chats or feeds). Databases allow this by constantly updating and fetching data.</a:t>
          </a:r>
          <a:endParaRPr lang="en-US"/>
        </a:p>
      </dgm:t>
    </dgm:pt>
    <dgm:pt modelId="{BF48B36E-68A5-403F-ADF4-84CDE7287020}" type="parTrans" cxnId="{B11DEE4C-4C3F-456C-A331-3C94B042AC96}">
      <dgm:prSet/>
      <dgm:spPr/>
      <dgm:t>
        <a:bodyPr/>
        <a:lstStyle/>
        <a:p>
          <a:endParaRPr lang="en-US"/>
        </a:p>
      </dgm:t>
    </dgm:pt>
    <dgm:pt modelId="{5BDE6AF9-5EC5-40C9-A4C2-54C1AAD19C78}" type="sibTrans" cxnId="{B11DEE4C-4C3F-456C-A331-3C94B042AC96}">
      <dgm:prSet/>
      <dgm:spPr/>
      <dgm:t>
        <a:bodyPr/>
        <a:lstStyle/>
        <a:p>
          <a:endParaRPr lang="en-US"/>
        </a:p>
      </dgm:t>
    </dgm:pt>
    <dgm:pt modelId="{28273A84-88E0-4753-8244-054A8ABDE7E7}">
      <dgm:prSet/>
      <dgm:spPr/>
      <dgm:t>
        <a:bodyPr/>
        <a:lstStyle/>
        <a:p>
          <a:pPr>
            <a:lnSpc>
              <a:spcPct val="100000"/>
            </a:lnSpc>
          </a:pPr>
          <a:r>
            <a:rPr lang="en-GB" b="1"/>
            <a:t>User Authentication</a:t>
          </a:r>
          <a:r>
            <a:rPr lang="en-GB"/>
            <a:t>: Databases store and validate user credentials, such as usernames and passwords.</a:t>
          </a:r>
          <a:endParaRPr lang="en-US"/>
        </a:p>
      </dgm:t>
    </dgm:pt>
    <dgm:pt modelId="{E47EDDE7-DEBA-4BF3-8034-1A6E0F3FE2B3}" type="parTrans" cxnId="{CB0DD79B-27C1-4968-A835-9D84B22BB0FE}">
      <dgm:prSet/>
      <dgm:spPr/>
      <dgm:t>
        <a:bodyPr/>
        <a:lstStyle/>
        <a:p>
          <a:endParaRPr lang="en-US"/>
        </a:p>
      </dgm:t>
    </dgm:pt>
    <dgm:pt modelId="{FB1A909B-7DB4-4952-9C58-A1FFC1A43370}" type="sibTrans" cxnId="{CB0DD79B-27C1-4968-A835-9D84B22BB0FE}">
      <dgm:prSet/>
      <dgm:spPr/>
      <dgm:t>
        <a:bodyPr/>
        <a:lstStyle/>
        <a:p>
          <a:endParaRPr lang="en-US"/>
        </a:p>
      </dgm:t>
    </dgm:pt>
    <dgm:pt modelId="{FAFA3D28-30FB-4AA4-84B0-10A10DAABF0D}" type="pres">
      <dgm:prSet presAssocID="{64389E52-50F5-4A85-ACDD-F6BAF24CDB63}" presName="root" presStyleCnt="0">
        <dgm:presLayoutVars>
          <dgm:dir/>
          <dgm:resizeHandles val="exact"/>
        </dgm:presLayoutVars>
      </dgm:prSet>
      <dgm:spPr/>
    </dgm:pt>
    <dgm:pt modelId="{B83F4BFA-68A5-455B-AD78-F7607B985FEB}" type="pres">
      <dgm:prSet presAssocID="{65C86E22-0A93-464F-B9BB-966251FB5D5B}" presName="compNode" presStyleCnt="0"/>
      <dgm:spPr/>
    </dgm:pt>
    <dgm:pt modelId="{CA6AED90-25C6-4D73-80AF-03AC63111784}" type="pres">
      <dgm:prSet presAssocID="{65C86E22-0A93-464F-B9BB-966251FB5D5B}" presName="bgRect" presStyleLbl="bgShp" presStyleIdx="0" presStyleCnt="5"/>
      <dgm:spPr/>
    </dgm:pt>
    <dgm:pt modelId="{EF6E9FAC-4386-46D8-9FDE-A1D32D4E21F0}" type="pres">
      <dgm:prSet presAssocID="{65C86E22-0A93-464F-B9BB-966251FB5D5B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Web Design"/>
        </a:ext>
      </dgm:extLst>
    </dgm:pt>
    <dgm:pt modelId="{01FC3D30-A6EE-467A-AC3F-B619823DDF45}" type="pres">
      <dgm:prSet presAssocID="{65C86E22-0A93-464F-B9BB-966251FB5D5B}" presName="spaceRect" presStyleCnt="0"/>
      <dgm:spPr/>
    </dgm:pt>
    <dgm:pt modelId="{E896909F-0108-421F-8647-7C40D7669191}" type="pres">
      <dgm:prSet presAssocID="{65C86E22-0A93-464F-B9BB-966251FB5D5B}" presName="parTx" presStyleLbl="revTx" presStyleIdx="0" presStyleCnt="5">
        <dgm:presLayoutVars>
          <dgm:chMax val="0"/>
          <dgm:chPref val="0"/>
        </dgm:presLayoutVars>
      </dgm:prSet>
      <dgm:spPr/>
    </dgm:pt>
    <dgm:pt modelId="{F60F2A37-9E87-4521-B0A2-F7443F3D7E53}" type="pres">
      <dgm:prSet presAssocID="{7DD083C3-EED3-4B0A-93C2-FEE7819F714C}" presName="sibTrans" presStyleCnt="0"/>
      <dgm:spPr/>
    </dgm:pt>
    <dgm:pt modelId="{5EACC9A5-1C1A-46B1-B837-3DD5D830DDDB}" type="pres">
      <dgm:prSet presAssocID="{4BE439B3-F930-4D49-9FDF-07D8C3D264D9}" presName="compNode" presStyleCnt="0"/>
      <dgm:spPr/>
    </dgm:pt>
    <dgm:pt modelId="{A5A93915-95F5-4830-966E-69FCBD9E0B46}" type="pres">
      <dgm:prSet presAssocID="{4BE439B3-F930-4D49-9FDF-07D8C3D264D9}" presName="bgRect" presStyleLbl="bgShp" presStyleIdx="1" presStyleCnt="5"/>
      <dgm:spPr/>
    </dgm:pt>
    <dgm:pt modelId="{ECCE69E8-5002-4DC0-9CD7-7C46D4B0DD0E}" type="pres">
      <dgm:prSet presAssocID="{4BE439B3-F930-4D49-9FDF-07D8C3D264D9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803E02A8-F2B8-4596-916E-7B6CB546A85C}" type="pres">
      <dgm:prSet presAssocID="{4BE439B3-F930-4D49-9FDF-07D8C3D264D9}" presName="spaceRect" presStyleCnt="0"/>
      <dgm:spPr/>
    </dgm:pt>
    <dgm:pt modelId="{3B172C1B-4D04-45E4-8C32-90FC92CA409C}" type="pres">
      <dgm:prSet presAssocID="{4BE439B3-F930-4D49-9FDF-07D8C3D264D9}" presName="parTx" presStyleLbl="revTx" presStyleIdx="1" presStyleCnt="5">
        <dgm:presLayoutVars>
          <dgm:chMax val="0"/>
          <dgm:chPref val="0"/>
        </dgm:presLayoutVars>
      </dgm:prSet>
      <dgm:spPr/>
    </dgm:pt>
    <dgm:pt modelId="{CAB1B8D8-50F8-4D6D-A3F3-71E2D5FEC180}" type="pres">
      <dgm:prSet presAssocID="{541A6F33-9C55-49B8-9B59-79706E347367}" presName="sibTrans" presStyleCnt="0"/>
      <dgm:spPr/>
    </dgm:pt>
    <dgm:pt modelId="{41C60FDC-CBA3-451D-A0E8-E158AD5AF9CE}" type="pres">
      <dgm:prSet presAssocID="{A1D442D4-70D3-4B2D-B76C-83F38813A96C}" presName="compNode" presStyleCnt="0"/>
      <dgm:spPr/>
    </dgm:pt>
    <dgm:pt modelId="{4C282A40-6646-4342-BA82-79A734E686F5}" type="pres">
      <dgm:prSet presAssocID="{A1D442D4-70D3-4B2D-B76C-83F38813A96C}" presName="bgRect" presStyleLbl="bgShp" presStyleIdx="2" presStyleCnt="5"/>
      <dgm:spPr/>
    </dgm:pt>
    <dgm:pt modelId="{7F5F24E5-9AB0-4DF7-A533-250CC5DE3DA0}" type="pres">
      <dgm:prSet presAssocID="{A1D442D4-70D3-4B2D-B76C-83F38813A96C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rogrammer"/>
        </a:ext>
      </dgm:extLst>
    </dgm:pt>
    <dgm:pt modelId="{A70ED1C8-404A-41A3-8AEE-F09ADB5D68EA}" type="pres">
      <dgm:prSet presAssocID="{A1D442D4-70D3-4B2D-B76C-83F38813A96C}" presName="spaceRect" presStyleCnt="0"/>
      <dgm:spPr/>
    </dgm:pt>
    <dgm:pt modelId="{B1ADF963-2E66-41D1-BFA5-81C71877CB02}" type="pres">
      <dgm:prSet presAssocID="{A1D442D4-70D3-4B2D-B76C-83F38813A96C}" presName="parTx" presStyleLbl="revTx" presStyleIdx="2" presStyleCnt="5">
        <dgm:presLayoutVars>
          <dgm:chMax val="0"/>
          <dgm:chPref val="0"/>
        </dgm:presLayoutVars>
      </dgm:prSet>
      <dgm:spPr/>
    </dgm:pt>
    <dgm:pt modelId="{8DFE5DA6-9702-4C3F-AA62-B8C4C7B4B210}" type="pres">
      <dgm:prSet presAssocID="{B797E017-A348-41E6-BA59-BC97D6F7B9B7}" presName="sibTrans" presStyleCnt="0"/>
      <dgm:spPr/>
    </dgm:pt>
    <dgm:pt modelId="{68501E79-CCC7-452F-966C-7E1188A69131}" type="pres">
      <dgm:prSet presAssocID="{E83CA4D4-1EA6-4CA1-BF40-B1487BC03D89}" presName="compNode" presStyleCnt="0"/>
      <dgm:spPr/>
    </dgm:pt>
    <dgm:pt modelId="{43C1D7F5-6056-43ED-B604-9D7D6D027E78}" type="pres">
      <dgm:prSet presAssocID="{E83CA4D4-1EA6-4CA1-BF40-B1487BC03D89}" presName="bgRect" presStyleLbl="bgShp" presStyleIdx="3" presStyleCnt="5"/>
      <dgm:spPr/>
    </dgm:pt>
    <dgm:pt modelId="{5D3915F7-DA51-4974-9A0B-0BF20A1CD3EE}" type="pres">
      <dgm:prSet presAssocID="{E83CA4D4-1EA6-4CA1-BF40-B1487BC03D89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2C73E6A4-811C-49F8-AED5-811C048D9F0A}" type="pres">
      <dgm:prSet presAssocID="{E83CA4D4-1EA6-4CA1-BF40-B1487BC03D89}" presName="spaceRect" presStyleCnt="0"/>
      <dgm:spPr/>
    </dgm:pt>
    <dgm:pt modelId="{ECC010F9-B2AD-412B-8D1C-90D5EC88F811}" type="pres">
      <dgm:prSet presAssocID="{E83CA4D4-1EA6-4CA1-BF40-B1487BC03D89}" presName="parTx" presStyleLbl="revTx" presStyleIdx="3" presStyleCnt="5">
        <dgm:presLayoutVars>
          <dgm:chMax val="0"/>
          <dgm:chPref val="0"/>
        </dgm:presLayoutVars>
      </dgm:prSet>
      <dgm:spPr/>
    </dgm:pt>
    <dgm:pt modelId="{8B2A7833-7FDA-4CC4-9248-8C2B0A4B5A1E}" type="pres">
      <dgm:prSet presAssocID="{5BDE6AF9-5EC5-40C9-A4C2-54C1AAD19C78}" presName="sibTrans" presStyleCnt="0"/>
      <dgm:spPr/>
    </dgm:pt>
    <dgm:pt modelId="{71D724AB-80BA-496F-A917-A66613D9DDE0}" type="pres">
      <dgm:prSet presAssocID="{28273A84-88E0-4753-8244-054A8ABDE7E7}" presName="compNode" presStyleCnt="0"/>
      <dgm:spPr/>
    </dgm:pt>
    <dgm:pt modelId="{835C9A4C-CE9D-4A0A-BC96-A4A77F67B1B3}" type="pres">
      <dgm:prSet presAssocID="{28273A84-88E0-4753-8244-054A8ABDE7E7}" presName="bgRect" presStyleLbl="bgShp" presStyleIdx="4" presStyleCnt="5"/>
      <dgm:spPr/>
    </dgm:pt>
    <dgm:pt modelId="{3639A349-45DA-4702-B3B2-AC713F03EE7D}" type="pres">
      <dgm:prSet presAssocID="{28273A84-88E0-4753-8244-054A8ABDE7E7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Employee Badge"/>
        </a:ext>
      </dgm:extLst>
    </dgm:pt>
    <dgm:pt modelId="{33C8DC0C-DEC9-43C9-A4CA-490B4C3370D4}" type="pres">
      <dgm:prSet presAssocID="{28273A84-88E0-4753-8244-054A8ABDE7E7}" presName="spaceRect" presStyleCnt="0"/>
      <dgm:spPr/>
    </dgm:pt>
    <dgm:pt modelId="{DF823077-E2FE-4E42-96B2-BB0F1B44BBED}" type="pres">
      <dgm:prSet presAssocID="{28273A84-88E0-4753-8244-054A8ABDE7E7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41465B05-D97C-4A21-9FCC-82553D4A63BF}" type="presOf" srcId="{64389E52-50F5-4A85-ACDD-F6BAF24CDB63}" destId="{FAFA3D28-30FB-4AA4-84B0-10A10DAABF0D}" srcOrd="0" destOrd="0" presId="urn:microsoft.com/office/officeart/2018/2/layout/IconVerticalSolidList"/>
    <dgm:cxn modelId="{8CFEA511-2AE9-44F2-89FE-229B21ADD031}" type="presOf" srcId="{4BE439B3-F930-4D49-9FDF-07D8C3D264D9}" destId="{3B172C1B-4D04-45E4-8C32-90FC92CA409C}" srcOrd="0" destOrd="0" presId="urn:microsoft.com/office/officeart/2018/2/layout/IconVerticalSolidList"/>
    <dgm:cxn modelId="{DF500A13-B21A-4B6F-A375-331275B4D054}" type="presOf" srcId="{E83CA4D4-1EA6-4CA1-BF40-B1487BC03D89}" destId="{ECC010F9-B2AD-412B-8D1C-90D5EC88F811}" srcOrd="0" destOrd="0" presId="urn:microsoft.com/office/officeart/2018/2/layout/IconVerticalSolidList"/>
    <dgm:cxn modelId="{E7265B1F-5279-4C7D-9CCD-C79E57782DC7}" type="presOf" srcId="{65C86E22-0A93-464F-B9BB-966251FB5D5B}" destId="{E896909F-0108-421F-8647-7C40D7669191}" srcOrd="0" destOrd="0" presId="urn:microsoft.com/office/officeart/2018/2/layout/IconVerticalSolidList"/>
    <dgm:cxn modelId="{281F602B-28EE-4834-8BF3-9F02BBAE3CDF}" srcId="{64389E52-50F5-4A85-ACDD-F6BAF24CDB63}" destId="{65C86E22-0A93-464F-B9BB-966251FB5D5B}" srcOrd="0" destOrd="0" parTransId="{22D3C3CD-DE5E-41E7-B39A-89499F7821A2}" sibTransId="{7DD083C3-EED3-4B0A-93C2-FEE7819F714C}"/>
    <dgm:cxn modelId="{6BBA7A45-EEA1-4366-AFCF-09090F86B230}" srcId="{64389E52-50F5-4A85-ACDD-F6BAF24CDB63}" destId="{A1D442D4-70D3-4B2D-B76C-83F38813A96C}" srcOrd="2" destOrd="0" parTransId="{E3580C60-D637-401D-BEC2-F285333AB813}" sibTransId="{B797E017-A348-41E6-BA59-BC97D6F7B9B7}"/>
    <dgm:cxn modelId="{B11DEE4C-4C3F-456C-A331-3C94B042AC96}" srcId="{64389E52-50F5-4A85-ACDD-F6BAF24CDB63}" destId="{E83CA4D4-1EA6-4CA1-BF40-B1487BC03D89}" srcOrd="3" destOrd="0" parTransId="{BF48B36E-68A5-403F-ADF4-84CDE7287020}" sibTransId="{5BDE6AF9-5EC5-40C9-A4C2-54C1AAD19C78}"/>
    <dgm:cxn modelId="{611CDD96-FCC7-444A-BBFC-7511FF524E35}" type="presOf" srcId="{28273A84-88E0-4753-8244-054A8ABDE7E7}" destId="{DF823077-E2FE-4E42-96B2-BB0F1B44BBED}" srcOrd="0" destOrd="0" presId="urn:microsoft.com/office/officeart/2018/2/layout/IconVerticalSolidList"/>
    <dgm:cxn modelId="{CB0DD79B-27C1-4968-A835-9D84B22BB0FE}" srcId="{64389E52-50F5-4A85-ACDD-F6BAF24CDB63}" destId="{28273A84-88E0-4753-8244-054A8ABDE7E7}" srcOrd="4" destOrd="0" parTransId="{E47EDDE7-DEBA-4BF3-8034-1A6E0F3FE2B3}" sibTransId="{FB1A909B-7DB4-4952-9C58-A1FFC1A43370}"/>
    <dgm:cxn modelId="{B991909D-8387-4A00-AB9D-5740237602AC}" type="presOf" srcId="{A1D442D4-70D3-4B2D-B76C-83F38813A96C}" destId="{B1ADF963-2E66-41D1-BFA5-81C71877CB02}" srcOrd="0" destOrd="0" presId="urn:microsoft.com/office/officeart/2018/2/layout/IconVerticalSolidList"/>
    <dgm:cxn modelId="{3CD399F9-B45E-4AFE-9819-8095BF838D16}" srcId="{64389E52-50F5-4A85-ACDD-F6BAF24CDB63}" destId="{4BE439B3-F930-4D49-9FDF-07D8C3D264D9}" srcOrd="1" destOrd="0" parTransId="{0C300F7A-6649-4E4F-916F-F754ED3C036F}" sibTransId="{541A6F33-9C55-49B8-9B59-79706E347367}"/>
    <dgm:cxn modelId="{CC5CC197-EFFE-4021-ADD4-43ABB3537726}" type="presParOf" srcId="{FAFA3D28-30FB-4AA4-84B0-10A10DAABF0D}" destId="{B83F4BFA-68A5-455B-AD78-F7607B985FEB}" srcOrd="0" destOrd="0" presId="urn:microsoft.com/office/officeart/2018/2/layout/IconVerticalSolidList"/>
    <dgm:cxn modelId="{48A22DDD-09DF-4934-86BD-06FDA8E2A2CF}" type="presParOf" srcId="{B83F4BFA-68A5-455B-AD78-F7607B985FEB}" destId="{CA6AED90-25C6-4D73-80AF-03AC63111784}" srcOrd="0" destOrd="0" presId="urn:microsoft.com/office/officeart/2018/2/layout/IconVerticalSolidList"/>
    <dgm:cxn modelId="{BE863BE1-6CFC-41D8-9BC4-51036CB515F3}" type="presParOf" srcId="{B83F4BFA-68A5-455B-AD78-F7607B985FEB}" destId="{EF6E9FAC-4386-46D8-9FDE-A1D32D4E21F0}" srcOrd="1" destOrd="0" presId="urn:microsoft.com/office/officeart/2018/2/layout/IconVerticalSolidList"/>
    <dgm:cxn modelId="{E3A14932-B05C-4F05-98FC-7B9DE7382293}" type="presParOf" srcId="{B83F4BFA-68A5-455B-AD78-F7607B985FEB}" destId="{01FC3D30-A6EE-467A-AC3F-B619823DDF45}" srcOrd="2" destOrd="0" presId="urn:microsoft.com/office/officeart/2018/2/layout/IconVerticalSolidList"/>
    <dgm:cxn modelId="{086CC5E7-761B-4AB3-A26B-0CA8F9C3A78D}" type="presParOf" srcId="{B83F4BFA-68A5-455B-AD78-F7607B985FEB}" destId="{E896909F-0108-421F-8647-7C40D7669191}" srcOrd="3" destOrd="0" presId="urn:microsoft.com/office/officeart/2018/2/layout/IconVerticalSolidList"/>
    <dgm:cxn modelId="{663879DB-C30B-4A45-B6CD-4B72ECB7667F}" type="presParOf" srcId="{FAFA3D28-30FB-4AA4-84B0-10A10DAABF0D}" destId="{F60F2A37-9E87-4521-B0A2-F7443F3D7E53}" srcOrd="1" destOrd="0" presId="urn:microsoft.com/office/officeart/2018/2/layout/IconVerticalSolidList"/>
    <dgm:cxn modelId="{0CD759E3-2B6A-45FF-95AD-2DD86D45FAA8}" type="presParOf" srcId="{FAFA3D28-30FB-4AA4-84B0-10A10DAABF0D}" destId="{5EACC9A5-1C1A-46B1-B837-3DD5D830DDDB}" srcOrd="2" destOrd="0" presId="urn:microsoft.com/office/officeart/2018/2/layout/IconVerticalSolidList"/>
    <dgm:cxn modelId="{5C70D530-AB0B-4390-896B-8EB1E106A788}" type="presParOf" srcId="{5EACC9A5-1C1A-46B1-B837-3DD5D830DDDB}" destId="{A5A93915-95F5-4830-966E-69FCBD9E0B46}" srcOrd="0" destOrd="0" presId="urn:microsoft.com/office/officeart/2018/2/layout/IconVerticalSolidList"/>
    <dgm:cxn modelId="{9076751C-1F70-41C5-850E-19312966667C}" type="presParOf" srcId="{5EACC9A5-1C1A-46B1-B837-3DD5D830DDDB}" destId="{ECCE69E8-5002-4DC0-9CD7-7C46D4B0DD0E}" srcOrd="1" destOrd="0" presId="urn:microsoft.com/office/officeart/2018/2/layout/IconVerticalSolidList"/>
    <dgm:cxn modelId="{4D9D54E3-45F3-4C42-99A1-167F4B6A3EDE}" type="presParOf" srcId="{5EACC9A5-1C1A-46B1-B837-3DD5D830DDDB}" destId="{803E02A8-F2B8-4596-916E-7B6CB546A85C}" srcOrd="2" destOrd="0" presId="urn:microsoft.com/office/officeart/2018/2/layout/IconVerticalSolidList"/>
    <dgm:cxn modelId="{E9200236-DEE8-4850-8958-3A197FB9A573}" type="presParOf" srcId="{5EACC9A5-1C1A-46B1-B837-3DD5D830DDDB}" destId="{3B172C1B-4D04-45E4-8C32-90FC92CA409C}" srcOrd="3" destOrd="0" presId="urn:microsoft.com/office/officeart/2018/2/layout/IconVerticalSolidList"/>
    <dgm:cxn modelId="{9A0A9197-2668-425C-9577-A6298C3715D7}" type="presParOf" srcId="{FAFA3D28-30FB-4AA4-84B0-10A10DAABF0D}" destId="{CAB1B8D8-50F8-4D6D-A3F3-71E2D5FEC180}" srcOrd="3" destOrd="0" presId="urn:microsoft.com/office/officeart/2018/2/layout/IconVerticalSolidList"/>
    <dgm:cxn modelId="{675F4632-1ABE-48A0-90F8-A27E87FF08A7}" type="presParOf" srcId="{FAFA3D28-30FB-4AA4-84B0-10A10DAABF0D}" destId="{41C60FDC-CBA3-451D-A0E8-E158AD5AF9CE}" srcOrd="4" destOrd="0" presId="urn:microsoft.com/office/officeart/2018/2/layout/IconVerticalSolidList"/>
    <dgm:cxn modelId="{2216625D-E101-4A80-9F87-34FC444871B9}" type="presParOf" srcId="{41C60FDC-CBA3-451D-A0E8-E158AD5AF9CE}" destId="{4C282A40-6646-4342-BA82-79A734E686F5}" srcOrd="0" destOrd="0" presId="urn:microsoft.com/office/officeart/2018/2/layout/IconVerticalSolidList"/>
    <dgm:cxn modelId="{DDF11EEA-8222-49CC-A0CF-D544617CD57D}" type="presParOf" srcId="{41C60FDC-CBA3-451D-A0E8-E158AD5AF9CE}" destId="{7F5F24E5-9AB0-4DF7-A533-250CC5DE3DA0}" srcOrd="1" destOrd="0" presId="urn:microsoft.com/office/officeart/2018/2/layout/IconVerticalSolidList"/>
    <dgm:cxn modelId="{F36D925D-1BAB-4A13-AAE7-55C95777394D}" type="presParOf" srcId="{41C60FDC-CBA3-451D-A0E8-E158AD5AF9CE}" destId="{A70ED1C8-404A-41A3-8AEE-F09ADB5D68EA}" srcOrd="2" destOrd="0" presId="urn:microsoft.com/office/officeart/2018/2/layout/IconVerticalSolidList"/>
    <dgm:cxn modelId="{9C118971-46E5-4A12-92ED-C1D812EEA35F}" type="presParOf" srcId="{41C60FDC-CBA3-451D-A0E8-E158AD5AF9CE}" destId="{B1ADF963-2E66-41D1-BFA5-81C71877CB02}" srcOrd="3" destOrd="0" presId="urn:microsoft.com/office/officeart/2018/2/layout/IconVerticalSolidList"/>
    <dgm:cxn modelId="{AD92E731-3D89-4553-8C9A-1F85C9DB846D}" type="presParOf" srcId="{FAFA3D28-30FB-4AA4-84B0-10A10DAABF0D}" destId="{8DFE5DA6-9702-4C3F-AA62-B8C4C7B4B210}" srcOrd="5" destOrd="0" presId="urn:microsoft.com/office/officeart/2018/2/layout/IconVerticalSolidList"/>
    <dgm:cxn modelId="{828F5672-3B30-428B-904D-799CF16C1501}" type="presParOf" srcId="{FAFA3D28-30FB-4AA4-84B0-10A10DAABF0D}" destId="{68501E79-CCC7-452F-966C-7E1188A69131}" srcOrd="6" destOrd="0" presId="urn:microsoft.com/office/officeart/2018/2/layout/IconVerticalSolidList"/>
    <dgm:cxn modelId="{CE44E9B9-8EF3-4361-ABE4-742BDD353113}" type="presParOf" srcId="{68501E79-CCC7-452F-966C-7E1188A69131}" destId="{43C1D7F5-6056-43ED-B604-9D7D6D027E78}" srcOrd="0" destOrd="0" presId="urn:microsoft.com/office/officeart/2018/2/layout/IconVerticalSolidList"/>
    <dgm:cxn modelId="{E2BDA208-972F-45BF-9B6C-329B5119CBD4}" type="presParOf" srcId="{68501E79-CCC7-452F-966C-7E1188A69131}" destId="{5D3915F7-DA51-4974-9A0B-0BF20A1CD3EE}" srcOrd="1" destOrd="0" presId="urn:microsoft.com/office/officeart/2018/2/layout/IconVerticalSolidList"/>
    <dgm:cxn modelId="{10ADF3D0-7C71-4C8C-BC3C-76F3FE72AEBB}" type="presParOf" srcId="{68501E79-CCC7-452F-966C-7E1188A69131}" destId="{2C73E6A4-811C-49F8-AED5-811C048D9F0A}" srcOrd="2" destOrd="0" presId="urn:microsoft.com/office/officeart/2018/2/layout/IconVerticalSolidList"/>
    <dgm:cxn modelId="{0450955A-E4F8-409B-841A-89D17ADF5F49}" type="presParOf" srcId="{68501E79-CCC7-452F-966C-7E1188A69131}" destId="{ECC010F9-B2AD-412B-8D1C-90D5EC88F811}" srcOrd="3" destOrd="0" presId="urn:microsoft.com/office/officeart/2018/2/layout/IconVerticalSolidList"/>
    <dgm:cxn modelId="{95F7930A-C563-4533-8FAF-E456EF4ED8FD}" type="presParOf" srcId="{FAFA3D28-30FB-4AA4-84B0-10A10DAABF0D}" destId="{8B2A7833-7FDA-4CC4-9248-8C2B0A4B5A1E}" srcOrd="7" destOrd="0" presId="urn:microsoft.com/office/officeart/2018/2/layout/IconVerticalSolidList"/>
    <dgm:cxn modelId="{706DE95C-4E99-477D-9667-38E6AC918BA4}" type="presParOf" srcId="{FAFA3D28-30FB-4AA4-84B0-10A10DAABF0D}" destId="{71D724AB-80BA-496F-A917-A66613D9DDE0}" srcOrd="8" destOrd="0" presId="urn:microsoft.com/office/officeart/2018/2/layout/IconVerticalSolidList"/>
    <dgm:cxn modelId="{EBD8BD48-BB21-40D5-AFA7-849E5A645E4C}" type="presParOf" srcId="{71D724AB-80BA-496F-A917-A66613D9DDE0}" destId="{835C9A4C-CE9D-4A0A-BC96-A4A77F67B1B3}" srcOrd="0" destOrd="0" presId="urn:microsoft.com/office/officeart/2018/2/layout/IconVerticalSolidList"/>
    <dgm:cxn modelId="{1EBC7CE7-C38F-432A-B2F1-22383A944883}" type="presParOf" srcId="{71D724AB-80BA-496F-A917-A66613D9DDE0}" destId="{3639A349-45DA-4702-B3B2-AC713F03EE7D}" srcOrd="1" destOrd="0" presId="urn:microsoft.com/office/officeart/2018/2/layout/IconVerticalSolidList"/>
    <dgm:cxn modelId="{EB47CF61-1CAD-4943-9C69-AA33A52C9462}" type="presParOf" srcId="{71D724AB-80BA-496F-A917-A66613D9DDE0}" destId="{33C8DC0C-DEC9-43C9-A4CA-490B4C3370D4}" srcOrd="2" destOrd="0" presId="urn:microsoft.com/office/officeart/2018/2/layout/IconVerticalSolidList"/>
    <dgm:cxn modelId="{8F75260B-9BD4-4C81-85C9-9F7121367C7E}" type="presParOf" srcId="{71D724AB-80BA-496F-A917-A66613D9DDE0}" destId="{DF823077-E2FE-4E42-96B2-BB0F1B44BBED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DE47AA5D-D30F-4D03-8680-03BC2642E5C7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0D3A11C1-5EAD-4105-9247-118B826E1212}">
      <dgm:prSet/>
      <dgm:spPr/>
      <dgm:t>
        <a:bodyPr/>
        <a:lstStyle/>
        <a:p>
          <a:r>
            <a:rPr lang="en-GB" b="1" dirty="0"/>
            <a:t>Efficiency: </a:t>
          </a:r>
          <a:r>
            <a:rPr lang="en-GB" dirty="0"/>
            <a:t>SQL is designed to handle complex queries and large datasets with optimal performance, making data retrieval and manipulation seamless.</a:t>
          </a:r>
          <a:endParaRPr lang="en-US" dirty="0"/>
        </a:p>
      </dgm:t>
    </dgm:pt>
    <dgm:pt modelId="{0B841910-C9BD-43AA-AED6-1D12937A3AAA}" type="parTrans" cxnId="{62FC88D8-4124-421A-B4D8-F5506420652B}">
      <dgm:prSet/>
      <dgm:spPr/>
      <dgm:t>
        <a:bodyPr/>
        <a:lstStyle/>
        <a:p>
          <a:endParaRPr lang="en-US"/>
        </a:p>
      </dgm:t>
    </dgm:pt>
    <dgm:pt modelId="{1B2EB6BE-7861-4B7B-AB93-AEA617919959}" type="sibTrans" cxnId="{62FC88D8-4124-421A-B4D8-F5506420652B}">
      <dgm:prSet/>
      <dgm:spPr/>
      <dgm:t>
        <a:bodyPr/>
        <a:lstStyle/>
        <a:p>
          <a:endParaRPr lang="en-US"/>
        </a:p>
      </dgm:t>
    </dgm:pt>
    <dgm:pt modelId="{01E5A9B2-2F91-4632-858D-484960D870D7}">
      <dgm:prSet/>
      <dgm:spPr/>
      <dgm:t>
        <a:bodyPr/>
        <a:lstStyle/>
        <a:p>
          <a:r>
            <a:rPr lang="en-GB" b="1"/>
            <a:t>Standardization:</a:t>
          </a:r>
          <a:r>
            <a:rPr lang="en-GB"/>
            <a:t> As an ANSI and ISO standard language, SQL provides a universal method to interact with relational databases across platforms.</a:t>
          </a:r>
          <a:endParaRPr lang="en-US"/>
        </a:p>
      </dgm:t>
    </dgm:pt>
    <dgm:pt modelId="{F5AA7743-88E0-43FF-BE1C-20B35ABB8073}" type="parTrans" cxnId="{B745E14E-AFFA-4F5D-B9F6-8E0AE9663D64}">
      <dgm:prSet/>
      <dgm:spPr/>
      <dgm:t>
        <a:bodyPr/>
        <a:lstStyle/>
        <a:p>
          <a:endParaRPr lang="en-US"/>
        </a:p>
      </dgm:t>
    </dgm:pt>
    <dgm:pt modelId="{5ACB212D-F2D1-4A8D-B0A1-C849F3C5ACB1}" type="sibTrans" cxnId="{B745E14E-AFFA-4F5D-B9F6-8E0AE9663D64}">
      <dgm:prSet/>
      <dgm:spPr/>
      <dgm:t>
        <a:bodyPr/>
        <a:lstStyle/>
        <a:p>
          <a:endParaRPr lang="en-US"/>
        </a:p>
      </dgm:t>
    </dgm:pt>
    <dgm:pt modelId="{EF4856E6-69A8-400A-8556-318B14082CF0}">
      <dgm:prSet/>
      <dgm:spPr/>
      <dgm:t>
        <a:bodyPr/>
        <a:lstStyle/>
        <a:p>
          <a:r>
            <a:rPr lang="en-GB" b="1"/>
            <a:t>Scalability:</a:t>
          </a:r>
          <a:r>
            <a:rPr lang="en-GB"/>
            <a:t> SQL supports databases ranging from small-scale applications to enterprise-level systems, ensuring smooth operations regardless of size.</a:t>
          </a:r>
          <a:endParaRPr lang="en-US"/>
        </a:p>
      </dgm:t>
    </dgm:pt>
    <dgm:pt modelId="{B18A008D-7441-43B8-A808-A5864C1944C0}" type="parTrans" cxnId="{3A86BD2B-B134-43EF-A093-FB4F731D46AA}">
      <dgm:prSet/>
      <dgm:spPr/>
      <dgm:t>
        <a:bodyPr/>
        <a:lstStyle/>
        <a:p>
          <a:endParaRPr lang="en-US"/>
        </a:p>
      </dgm:t>
    </dgm:pt>
    <dgm:pt modelId="{9831A604-EC33-4E65-B4AA-DED1A97A9973}" type="sibTrans" cxnId="{3A86BD2B-B134-43EF-A093-FB4F731D46AA}">
      <dgm:prSet/>
      <dgm:spPr/>
      <dgm:t>
        <a:bodyPr/>
        <a:lstStyle/>
        <a:p>
          <a:endParaRPr lang="en-US"/>
        </a:p>
      </dgm:t>
    </dgm:pt>
    <dgm:pt modelId="{B9B77B80-5451-46AC-88A6-5C93333E8BA3}">
      <dgm:prSet/>
      <dgm:spPr/>
      <dgm:t>
        <a:bodyPr/>
        <a:lstStyle/>
        <a:p>
          <a:r>
            <a:rPr lang="en-GB" b="1"/>
            <a:t>Flexibility:</a:t>
          </a:r>
          <a:r>
            <a:rPr lang="en-GB"/>
            <a:t> SQL can be extended with procedural programming (PL/SQL, T-SQL) to build complex business logic and custom functions.</a:t>
          </a:r>
          <a:endParaRPr lang="en-US"/>
        </a:p>
      </dgm:t>
    </dgm:pt>
    <dgm:pt modelId="{1DBC47E6-8520-4D0A-B6A8-C8C72684A663}" type="parTrans" cxnId="{3304E278-4D68-4781-B8EB-5ABF6839183F}">
      <dgm:prSet/>
      <dgm:spPr/>
      <dgm:t>
        <a:bodyPr/>
        <a:lstStyle/>
        <a:p>
          <a:endParaRPr lang="en-US"/>
        </a:p>
      </dgm:t>
    </dgm:pt>
    <dgm:pt modelId="{3F92FDA4-2427-46A3-B008-237853823DE4}" type="sibTrans" cxnId="{3304E278-4D68-4781-B8EB-5ABF6839183F}">
      <dgm:prSet/>
      <dgm:spPr/>
      <dgm:t>
        <a:bodyPr/>
        <a:lstStyle/>
        <a:p>
          <a:endParaRPr lang="en-US"/>
        </a:p>
      </dgm:t>
    </dgm:pt>
    <dgm:pt modelId="{3FFD5652-0B94-E44C-98E9-4A3DB03A4176}" type="pres">
      <dgm:prSet presAssocID="{DE47AA5D-D30F-4D03-8680-03BC2642E5C7}" presName="vert0" presStyleCnt="0">
        <dgm:presLayoutVars>
          <dgm:dir/>
          <dgm:animOne val="branch"/>
          <dgm:animLvl val="lvl"/>
        </dgm:presLayoutVars>
      </dgm:prSet>
      <dgm:spPr/>
    </dgm:pt>
    <dgm:pt modelId="{08B85475-F57F-E646-BB38-95532C2168E3}" type="pres">
      <dgm:prSet presAssocID="{0D3A11C1-5EAD-4105-9247-118B826E1212}" presName="thickLine" presStyleLbl="alignNode1" presStyleIdx="0" presStyleCnt="4"/>
      <dgm:spPr/>
    </dgm:pt>
    <dgm:pt modelId="{45FF74FA-90BE-5443-858E-4D1D7FB497A2}" type="pres">
      <dgm:prSet presAssocID="{0D3A11C1-5EAD-4105-9247-118B826E1212}" presName="horz1" presStyleCnt="0"/>
      <dgm:spPr/>
    </dgm:pt>
    <dgm:pt modelId="{2CDC5B17-EB91-C344-B851-2894237ABCF8}" type="pres">
      <dgm:prSet presAssocID="{0D3A11C1-5EAD-4105-9247-118B826E1212}" presName="tx1" presStyleLbl="revTx" presStyleIdx="0" presStyleCnt="4"/>
      <dgm:spPr/>
    </dgm:pt>
    <dgm:pt modelId="{0037EC0F-A292-5841-893C-56CBC2676B42}" type="pres">
      <dgm:prSet presAssocID="{0D3A11C1-5EAD-4105-9247-118B826E1212}" presName="vert1" presStyleCnt="0"/>
      <dgm:spPr/>
    </dgm:pt>
    <dgm:pt modelId="{7D77A086-D187-1248-B5D1-655498E49CAE}" type="pres">
      <dgm:prSet presAssocID="{01E5A9B2-2F91-4632-858D-484960D870D7}" presName="thickLine" presStyleLbl="alignNode1" presStyleIdx="1" presStyleCnt="4"/>
      <dgm:spPr/>
    </dgm:pt>
    <dgm:pt modelId="{9DDE2259-44DE-954C-A4F7-7EE7B90B77D5}" type="pres">
      <dgm:prSet presAssocID="{01E5A9B2-2F91-4632-858D-484960D870D7}" presName="horz1" presStyleCnt="0"/>
      <dgm:spPr/>
    </dgm:pt>
    <dgm:pt modelId="{7B9B85F5-1538-2549-8610-14D329881F3F}" type="pres">
      <dgm:prSet presAssocID="{01E5A9B2-2F91-4632-858D-484960D870D7}" presName="tx1" presStyleLbl="revTx" presStyleIdx="1" presStyleCnt="4"/>
      <dgm:spPr/>
    </dgm:pt>
    <dgm:pt modelId="{956EEFC2-3985-F547-81A0-3D00B3C7CC5D}" type="pres">
      <dgm:prSet presAssocID="{01E5A9B2-2F91-4632-858D-484960D870D7}" presName="vert1" presStyleCnt="0"/>
      <dgm:spPr/>
    </dgm:pt>
    <dgm:pt modelId="{892B2937-47BD-3742-A4F6-7088622E57A0}" type="pres">
      <dgm:prSet presAssocID="{EF4856E6-69A8-400A-8556-318B14082CF0}" presName="thickLine" presStyleLbl="alignNode1" presStyleIdx="2" presStyleCnt="4"/>
      <dgm:spPr/>
    </dgm:pt>
    <dgm:pt modelId="{04CF1B9F-CDE8-FC48-BB0C-0A36CD8E09AE}" type="pres">
      <dgm:prSet presAssocID="{EF4856E6-69A8-400A-8556-318B14082CF0}" presName="horz1" presStyleCnt="0"/>
      <dgm:spPr/>
    </dgm:pt>
    <dgm:pt modelId="{5DB49181-9CCC-2340-B985-BAAD65103608}" type="pres">
      <dgm:prSet presAssocID="{EF4856E6-69A8-400A-8556-318B14082CF0}" presName="tx1" presStyleLbl="revTx" presStyleIdx="2" presStyleCnt="4"/>
      <dgm:spPr/>
    </dgm:pt>
    <dgm:pt modelId="{D3463243-E63D-4C4C-9696-F38333A59EAC}" type="pres">
      <dgm:prSet presAssocID="{EF4856E6-69A8-400A-8556-318B14082CF0}" presName="vert1" presStyleCnt="0"/>
      <dgm:spPr/>
    </dgm:pt>
    <dgm:pt modelId="{3257E54D-6C67-3A49-9570-FF408BB61EE2}" type="pres">
      <dgm:prSet presAssocID="{B9B77B80-5451-46AC-88A6-5C93333E8BA3}" presName="thickLine" presStyleLbl="alignNode1" presStyleIdx="3" presStyleCnt="4"/>
      <dgm:spPr/>
    </dgm:pt>
    <dgm:pt modelId="{7C0FE4DB-59F0-9347-AF57-11205938B699}" type="pres">
      <dgm:prSet presAssocID="{B9B77B80-5451-46AC-88A6-5C93333E8BA3}" presName="horz1" presStyleCnt="0"/>
      <dgm:spPr/>
    </dgm:pt>
    <dgm:pt modelId="{2B2A663A-4793-684B-831B-442006FD1D68}" type="pres">
      <dgm:prSet presAssocID="{B9B77B80-5451-46AC-88A6-5C93333E8BA3}" presName="tx1" presStyleLbl="revTx" presStyleIdx="3" presStyleCnt="4"/>
      <dgm:spPr/>
    </dgm:pt>
    <dgm:pt modelId="{22AD1020-CB4E-2B4C-BCB8-E109D5259C75}" type="pres">
      <dgm:prSet presAssocID="{B9B77B80-5451-46AC-88A6-5C93333E8BA3}" presName="vert1" presStyleCnt="0"/>
      <dgm:spPr/>
    </dgm:pt>
  </dgm:ptLst>
  <dgm:cxnLst>
    <dgm:cxn modelId="{B1F13C05-DA94-224D-A72E-254735F13BA0}" type="presOf" srcId="{B9B77B80-5451-46AC-88A6-5C93333E8BA3}" destId="{2B2A663A-4793-684B-831B-442006FD1D68}" srcOrd="0" destOrd="0" presId="urn:microsoft.com/office/officeart/2008/layout/LinedList"/>
    <dgm:cxn modelId="{3A86BD2B-B134-43EF-A093-FB4F731D46AA}" srcId="{DE47AA5D-D30F-4D03-8680-03BC2642E5C7}" destId="{EF4856E6-69A8-400A-8556-318B14082CF0}" srcOrd="2" destOrd="0" parTransId="{B18A008D-7441-43B8-A808-A5864C1944C0}" sibTransId="{9831A604-EC33-4E65-B4AA-DED1A97A9973}"/>
    <dgm:cxn modelId="{35EA8648-D8F3-9F4C-BC75-97DFE31D9928}" type="presOf" srcId="{01E5A9B2-2F91-4632-858D-484960D870D7}" destId="{7B9B85F5-1538-2549-8610-14D329881F3F}" srcOrd="0" destOrd="0" presId="urn:microsoft.com/office/officeart/2008/layout/LinedList"/>
    <dgm:cxn modelId="{B745E14E-AFFA-4F5D-B9F6-8E0AE9663D64}" srcId="{DE47AA5D-D30F-4D03-8680-03BC2642E5C7}" destId="{01E5A9B2-2F91-4632-858D-484960D870D7}" srcOrd="1" destOrd="0" parTransId="{F5AA7743-88E0-43FF-BE1C-20B35ABB8073}" sibTransId="{5ACB212D-F2D1-4A8D-B0A1-C849F3C5ACB1}"/>
    <dgm:cxn modelId="{A4BD8368-D3E6-464B-B799-D54B8D6085AE}" type="presOf" srcId="{0D3A11C1-5EAD-4105-9247-118B826E1212}" destId="{2CDC5B17-EB91-C344-B851-2894237ABCF8}" srcOrd="0" destOrd="0" presId="urn:microsoft.com/office/officeart/2008/layout/LinedList"/>
    <dgm:cxn modelId="{3304E278-4D68-4781-B8EB-5ABF6839183F}" srcId="{DE47AA5D-D30F-4D03-8680-03BC2642E5C7}" destId="{B9B77B80-5451-46AC-88A6-5C93333E8BA3}" srcOrd="3" destOrd="0" parTransId="{1DBC47E6-8520-4D0A-B6A8-C8C72684A663}" sibTransId="{3F92FDA4-2427-46A3-B008-237853823DE4}"/>
    <dgm:cxn modelId="{412167AE-85AB-414E-A6DE-6E869A9F3E49}" type="presOf" srcId="{EF4856E6-69A8-400A-8556-318B14082CF0}" destId="{5DB49181-9CCC-2340-B985-BAAD65103608}" srcOrd="0" destOrd="0" presId="urn:microsoft.com/office/officeart/2008/layout/LinedList"/>
    <dgm:cxn modelId="{0BC451B2-354D-084D-B11D-CE681357F187}" type="presOf" srcId="{DE47AA5D-D30F-4D03-8680-03BC2642E5C7}" destId="{3FFD5652-0B94-E44C-98E9-4A3DB03A4176}" srcOrd="0" destOrd="0" presId="urn:microsoft.com/office/officeart/2008/layout/LinedList"/>
    <dgm:cxn modelId="{62FC88D8-4124-421A-B4D8-F5506420652B}" srcId="{DE47AA5D-D30F-4D03-8680-03BC2642E5C7}" destId="{0D3A11C1-5EAD-4105-9247-118B826E1212}" srcOrd="0" destOrd="0" parTransId="{0B841910-C9BD-43AA-AED6-1D12937A3AAA}" sibTransId="{1B2EB6BE-7861-4B7B-AB93-AEA617919959}"/>
    <dgm:cxn modelId="{7468C4F1-63F6-FC4E-A813-6AAAB87AB480}" type="presParOf" srcId="{3FFD5652-0B94-E44C-98E9-4A3DB03A4176}" destId="{08B85475-F57F-E646-BB38-95532C2168E3}" srcOrd="0" destOrd="0" presId="urn:microsoft.com/office/officeart/2008/layout/LinedList"/>
    <dgm:cxn modelId="{C1996F73-A016-3940-94A1-DD393CA3FE64}" type="presParOf" srcId="{3FFD5652-0B94-E44C-98E9-4A3DB03A4176}" destId="{45FF74FA-90BE-5443-858E-4D1D7FB497A2}" srcOrd="1" destOrd="0" presId="urn:microsoft.com/office/officeart/2008/layout/LinedList"/>
    <dgm:cxn modelId="{8963C648-2082-5547-A6B0-DF01D885EECC}" type="presParOf" srcId="{45FF74FA-90BE-5443-858E-4D1D7FB497A2}" destId="{2CDC5B17-EB91-C344-B851-2894237ABCF8}" srcOrd="0" destOrd="0" presId="urn:microsoft.com/office/officeart/2008/layout/LinedList"/>
    <dgm:cxn modelId="{A78B7089-2869-FF48-97E3-35011E79427F}" type="presParOf" srcId="{45FF74FA-90BE-5443-858E-4D1D7FB497A2}" destId="{0037EC0F-A292-5841-893C-56CBC2676B42}" srcOrd="1" destOrd="0" presId="urn:microsoft.com/office/officeart/2008/layout/LinedList"/>
    <dgm:cxn modelId="{AACB81F9-984E-D443-96FE-76403E01075E}" type="presParOf" srcId="{3FFD5652-0B94-E44C-98E9-4A3DB03A4176}" destId="{7D77A086-D187-1248-B5D1-655498E49CAE}" srcOrd="2" destOrd="0" presId="urn:microsoft.com/office/officeart/2008/layout/LinedList"/>
    <dgm:cxn modelId="{63FBE600-DAE1-AD47-BDC3-B148035447B3}" type="presParOf" srcId="{3FFD5652-0B94-E44C-98E9-4A3DB03A4176}" destId="{9DDE2259-44DE-954C-A4F7-7EE7B90B77D5}" srcOrd="3" destOrd="0" presId="urn:microsoft.com/office/officeart/2008/layout/LinedList"/>
    <dgm:cxn modelId="{869D8503-CD90-564D-9C4B-AEBEA6714931}" type="presParOf" srcId="{9DDE2259-44DE-954C-A4F7-7EE7B90B77D5}" destId="{7B9B85F5-1538-2549-8610-14D329881F3F}" srcOrd="0" destOrd="0" presId="urn:microsoft.com/office/officeart/2008/layout/LinedList"/>
    <dgm:cxn modelId="{892BEF79-4E72-164A-9462-ACDC46A771C7}" type="presParOf" srcId="{9DDE2259-44DE-954C-A4F7-7EE7B90B77D5}" destId="{956EEFC2-3985-F547-81A0-3D00B3C7CC5D}" srcOrd="1" destOrd="0" presId="urn:microsoft.com/office/officeart/2008/layout/LinedList"/>
    <dgm:cxn modelId="{94DFC585-062A-3942-9EE9-F8BBD9CCBCC2}" type="presParOf" srcId="{3FFD5652-0B94-E44C-98E9-4A3DB03A4176}" destId="{892B2937-47BD-3742-A4F6-7088622E57A0}" srcOrd="4" destOrd="0" presId="urn:microsoft.com/office/officeart/2008/layout/LinedList"/>
    <dgm:cxn modelId="{819F76BF-6A30-534E-9362-12688D246E91}" type="presParOf" srcId="{3FFD5652-0B94-E44C-98E9-4A3DB03A4176}" destId="{04CF1B9F-CDE8-FC48-BB0C-0A36CD8E09AE}" srcOrd="5" destOrd="0" presId="urn:microsoft.com/office/officeart/2008/layout/LinedList"/>
    <dgm:cxn modelId="{1268B261-5E54-904A-82D5-1743EB6865F7}" type="presParOf" srcId="{04CF1B9F-CDE8-FC48-BB0C-0A36CD8E09AE}" destId="{5DB49181-9CCC-2340-B985-BAAD65103608}" srcOrd="0" destOrd="0" presId="urn:microsoft.com/office/officeart/2008/layout/LinedList"/>
    <dgm:cxn modelId="{08605EF9-3F74-7F43-915B-7C3A6FF1C4C2}" type="presParOf" srcId="{04CF1B9F-CDE8-FC48-BB0C-0A36CD8E09AE}" destId="{D3463243-E63D-4C4C-9696-F38333A59EAC}" srcOrd="1" destOrd="0" presId="urn:microsoft.com/office/officeart/2008/layout/LinedList"/>
    <dgm:cxn modelId="{B6050E6B-C282-294C-8C7B-471CBE667791}" type="presParOf" srcId="{3FFD5652-0B94-E44C-98E9-4A3DB03A4176}" destId="{3257E54D-6C67-3A49-9570-FF408BB61EE2}" srcOrd="6" destOrd="0" presId="urn:microsoft.com/office/officeart/2008/layout/LinedList"/>
    <dgm:cxn modelId="{CEE01DFB-1EBC-C34A-BE38-CF294313DC12}" type="presParOf" srcId="{3FFD5652-0B94-E44C-98E9-4A3DB03A4176}" destId="{7C0FE4DB-59F0-9347-AF57-11205938B699}" srcOrd="7" destOrd="0" presId="urn:microsoft.com/office/officeart/2008/layout/LinedList"/>
    <dgm:cxn modelId="{11D8E154-5052-FB49-9698-0183934494A6}" type="presParOf" srcId="{7C0FE4DB-59F0-9347-AF57-11205938B699}" destId="{2B2A663A-4793-684B-831B-442006FD1D68}" srcOrd="0" destOrd="0" presId="urn:microsoft.com/office/officeart/2008/layout/LinedList"/>
    <dgm:cxn modelId="{4A7FC3D2-B4C2-0044-B593-1F0AC0FE7E5B}" type="presParOf" srcId="{7C0FE4DB-59F0-9347-AF57-11205938B699}" destId="{22AD1020-CB4E-2B4C-BCB8-E109D5259C75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F4AB8FE5-A021-42BC-B9B7-B908C2517671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05A6760C-90F8-4D07-8B0F-57D1522B4689}">
      <dgm:prSet/>
      <dgm:spPr/>
      <dgm:t>
        <a:bodyPr/>
        <a:lstStyle/>
        <a:p>
          <a:r>
            <a:rPr lang="en-GB" b="1"/>
            <a:t>Complexity in Advanced Operations:</a:t>
          </a:r>
          <a:r>
            <a:rPr lang="en-GB"/>
            <a:t> Advanced functionalities such as indexing, query optimization and performance tuning require in-depth technical knowledge.</a:t>
          </a:r>
          <a:endParaRPr lang="en-US"/>
        </a:p>
      </dgm:t>
    </dgm:pt>
    <dgm:pt modelId="{598B251B-3477-4E5B-A54D-30BF8154AAA5}" type="parTrans" cxnId="{14CA890B-EDA6-40F9-83BB-5DEB2A9C7AF9}">
      <dgm:prSet/>
      <dgm:spPr/>
      <dgm:t>
        <a:bodyPr/>
        <a:lstStyle/>
        <a:p>
          <a:endParaRPr lang="en-US"/>
        </a:p>
      </dgm:t>
    </dgm:pt>
    <dgm:pt modelId="{EFBC2DBE-6786-437B-A520-A5D7004BB0FA}" type="sibTrans" cxnId="{14CA890B-EDA6-40F9-83BB-5DEB2A9C7AF9}">
      <dgm:prSet/>
      <dgm:spPr/>
      <dgm:t>
        <a:bodyPr/>
        <a:lstStyle/>
        <a:p>
          <a:endParaRPr lang="en-US"/>
        </a:p>
      </dgm:t>
    </dgm:pt>
    <dgm:pt modelId="{26649DFE-F838-40F4-838F-EA5042B70B2F}">
      <dgm:prSet/>
      <dgm:spPr/>
      <dgm:t>
        <a:bodyPr/>
        <a:lstStyle/>
        <a:p>
          <a:r>
            <a:rPr lang="en-GB" b="1"/>
            <a:t>Scalability Concerns:</a:t>
          </a:r>
          <a:r>
            <a:rPr lang="en-GB"/>
            <a:t> SQL performs best with structured data but handling unstructured data or massive distributed systems can pose challenges.</a:t>
          </a:r>
          <a:endParaRPr lang="en-US"/>
        </a:p>
      </dgm:t>
    </dgm:pt>
    <dgm:pt modelId="{42A9207D-6678-4BE1-95DE-66E86D758F31}" type="parTrans" cxnId="{DB81B5FB-1C13-4E50-90B1-7A25A13E8EB6}">
      <dgm:prSet/>
      <dgm:spPr/>
      <dgm:t>
        <a:bodyPr/>
        <a:lstStyle/>
        <a:p>
          <a:endParaRPr lang="en-US"/>
        </a:p>
      </dgm:t>
    </dgm:pt>
    <dgm:pt modelId="{BCAB6544-A8C9-49B0-84F6-F91E699B40C7}" type="sibTrans" cxnId="{DB81B5FB-1C13-4E50-90B1-7A25A13E8EB6}">
      <dgm:prSet/>
      <dgm:spPr/>
      <dgm:t>
        <a:bodyPr/>
        <a:lstStyle/>
        <a:p>
          <a:endParaRPr lang="en-US"/>
        </a:p>
      </dgm:t>
    </dgm:pt>
    <dgm:pt modelId="{118FF18C-DF77-412A-8C68-5E6672FEA3F4}">
      <dgm:prSet/>
      <dgm:spPr/>
      <dgm:t>
        <a:bodyPr/>
        <a:lstStyle/>
        <a:p>
          <a:r>
            <a:rPr lang="en-GB" b="1"/>
            <a:t>Platform-Specific Variations:</a:t>
          </a:r>
          <a:r>
            <a:rPr lang="en-GB"/>
            <a:t> While SQL is standardized, many databases implement unique extensions, leading to portability and compatibility issues.</a:t>
          </a:r>
          <a:endParaRPr lang="en-US"/>
        </a:p>
      </dgm:t>
    </dgm:pt>
    <dgm:pt modelId="{2F157A55-379C-432B-9B59-5E45E09C39B6}" type="parTrans" cxnId="{ED78BA4B-00FF-428E-960C-1124EA11F2E1}">
      <dgm:prSet/>
      <dgm:spPr/>
      <dgm:t>
        <a:bodyPr/>
        <a:lstStyle/>
        <a:p>
          <a:endParaRPr lang="en-US"/>
        </a:p>
      </dgm:t>
    </dgm:pt>
    <dgm:pt modelId="{F13A7664-BEFE-4370-9CC7-2F6354F28B5D}" type="sibTrans" cxnId="{ED78BA4B-00FF-428E-960C-1124EA11F2E1}">
      <dgm:prSet/>
      <dgm:spPr/>
      <dgm:t>
        <a:bodyPr/>
        <a:lstStyle/>
        <a:p>
          <a:endParaRPr lang="en-US"/>
        </a:p>
      </dgm:t>
    </dgm:pt>
    <dgm:pt modelId="{CB0A92C7-FD56-4E5E-AF87-4F733EC02EF8}">
      <dgm:prSet/>
      <dgm:spPr/>
      <dgm:t>
        <a:bodyPr/>
        <a:lstStyle/>
        <a:p>
          <a:r>
            <a:rPr lang="en-GB" b="1"/>
            <a:t>Lack of Real Time Analytics:</a:t>
          </a:r>
          <a:r>
            <a:rPr lang="en-GB"/>
            <a:t> Traditional SQL databases are not optimized for real-time data ingestion and analysis.</a:t>
          </a:r>
          <a:endParaRPr lang="en-US"/>
        </a:p>
      </dgm:t>
    </dgm:pt>
    <dgm:pt modelId="{F5015AED-C00D-49C4-8255-61DD335AB94C}" type="parTrans" cxnId="{F79C8A53-A9EB-4EAD-AD96-D48B3F51D1E4}">
      <dgm:prSet/>
      <dgm:spPr/>
      <dgm:t>
        <a:bodyPr/>
        <a:lstStyle/>
        <a:p>
          <a:endParaRPr lang="en-US"/>
        </a:p>
      </dgm:t>
    </dgm:pt>
    <dgm:pt modelId="{7B9CCD22-5F8B-4B12-B652-BD096AB7B8E7}" type="sibTrans" cxnId="{F79C8A53-A9EB-4EAD-AD96-D48B3F51D1E4}">
      <dgm:prSet/>
      <dgm:spPr/>
      <dgm:t>
        <a:bodyPr/>
        <a:lstStyle/>
        <a:p>
          <a:endParaRPr lang="en-US"/>
        </a:p>
      </dgm:t>
    </dgm:pt>
    <dgm:pt modelId="{846AA097-ABF7-4E83-9634-FE4522D66EC9}" type="pres">
      <dgm:prSet presAssocID="{F4AB8FE5-A021-42BC-B9B7-B908C2517671}" presName="root" presStyleCnt="0">
        <dgm:presLayoutVars>
          <dgm:dir/>
          <dgm:resizeHandles val="exact"/>
        </dgm:presLayoutVars>
      </dgm:prSet>
      <dgm:spPr/>
    </dgm:pt>
    <dgm:pt modelId="{9FA36BB5-54BB-4887-A299-B8AE82A2594D}" type="pres">
      <dgm:prSet presAssocID="{05A6760C-90F8-4D07-8B0F-57D1522B4689}" presName="compNode" presStyleCnt="0"/>
      <dgm:spPr/>
    </dgm:pt>
    <dgm:pt modelId="{B20801A3-569A-46E2-9103-FB1C8786C62B}" type="pres">
      <dgm:prSet presAssocID="{05A6760C-90F8-4D07-8B0F-57D1522B4689}" presName="bgRect" presStyleLbl="bgShp" presStyleIdx="0" presStyleCnt="4"/>
      <dgm:spPr/>
    </dgm:pt>
    <dgm:pt modelId="{937AD22B-B1E8-4729-8E63-5997E76550FF}" type="pres">
      <dgm:prSet presAssocID="{05A6760C-90F8-4D07-8B0F-57D1522B4689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aptop Secure"/>
        </a:ext>
      </dgm:extLst>
    </dgm:pt>
    <dgm:pt modelId="{1E5F21EB-8DEF-4405-900C-42C30E3E8D5B}" type="pres">
      <dgm:prSet presAssocID="{05A6760C-90F8-4D07-8B0F-57D1522B4689}" presName="spaceRect" presStyleCnt="0"/>
      <dgm:spPr/>
    </dgm:pt>
    <dgm:pt modelId="{7E9030A0-33BC-4E85-A08D-261C72909FA0}" type="pres">
      <dgm:prSet presAssocID="{05A6760C-90F8-4D07-8B0F-57D1522B4689}" presName="parTx" presStyleLbl="revTx" presStyleIdx="0" presStyleCnt="4">
        <dgm:presLayoutVars>
          <dgm:chMax val="0"/>
          <dgm:chPref val="0"/>
        </dgm:presLayoutVars>
      </dgm:prSet>
      <dgm:spPr/>
    </dgm:pt>
    <dgm:pt modelId="{D30DDDD1-7B64-48C2-9BD5-4FD903050104}" type="pres">
      <dgm:prSet presAssocID="{EFBC2DBE-6786-437B-A520-A5D7004BB0FA}" presName="sibTrans" presStyleCnt="0"/>
      <dgm:spPr/>
    </dgm:pt>
    <dgm:pt modelId="{1572F843-9934-46F4-9336-FD13185ED9F8}" type="pres">
      <dgm:prSet presAssocID="{26649DFE-F838-40F4-838F-EA5042B70B2F}" presName="compNode" presStyleCnt="0"/>
      <dgm:spPr/>
    </dgm:pt>
    <dgm:pt modelId="{100DED77-D788-404C-B102-CC63C5F6652A}" type="pres">
      <dgm:prSet presAssocID="{26649DFE-F838-40F4-838F-EA5042B70B2F}" presName="bgRect" presStyleLbl="bgShp" presStyleIdx="1" presStyleCnt="4"/>
      <dgm:spPr/>
    </dgm:pt>
    <dgm:pt modelId="{17D8C37D-044C-4409-97DD-7CB6C73F4937}" type="pres">
      <dgm:prSet presAssocID="{26649DFE-F838-40F4-838F-EA5042B70B2F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 Outline"/>
        </a:ext>
      </dgm:extLst>
    </dgm:pt>
    <dgm:pt modelId="{422036A7-5D42-40AF-9802-FF4FC4709B47}" type="pres">
      <dgm:prSet presAssocID="{26649DFE-F838-40F4-838F-EA5042B70B2F}" presName="spaceRect" presStyleCnt="0"/>
      <dgm:spPr/>
    </dgm:pt>
    <dgm:pt modelId="{E16250CF-05C0-4F39-8FA0-310C133F56BF}" type="pres">
      <dgm:prSet presAssocID="{26649DFE-F838-40F4-838F-EA5042B70B2F}" presName="parTx" presStyleLbl="revTx" presStyleIdx="1" presStyleCnt="4">
        <dgm:presLayoutVars>
          <dgm:chMax val="0"/>
          <dgm:chPref val="0"/>
        </dgm:presLayoutVars>
      </dgm:prSet>
      <dgm:spPr/>
    </dgm:pt>
    <dgm:pt modelId="{90A61329-DF2B-47DF-A0FC-94E41A6389BE}" type="pres">
      <dgm:prSet presAssocID="{BCAB6544-A8C9-49B0-84F6-F91E699B40C7}" presName="sibTrans" presStyleCnt="0"/>
      <dgm:spPr/>
    </dgm:pt>
    <dgm:pt modelId="{DD0E3ADE-F444-4BF4-ACDB-A55BD46BF723}" type="pres">
      <dgm:prSet presAssocID="{118FF18C-DF77-412A-8C68-5E6672FEA3F4}" presName="compNode" presStyleCnt="0"/>
      <dgm:spPr/>
    </dgm:pt>
    <dgm:pt modelId="{2060170A-B78A-42F3-8250-8E9AA3751C55}" type="pres">
      <dgm:prSet presAssocID="{118FF18C-DF77-412A-8C68-5E6672FEA3F4}" presName="bgRect" presStyleLbl="bgShp" presStyleIdx="2" presStyleCnt="4"/>
      <dgm:spPr/>
    </dgm:pt>
    <dgm:pt modelId="{B77B0CBF-28B7-438D-9293-96AA94AD4ED6}" type="pres">
      <dgm:prSet presAssocID="{118FF18C-DF77-412A-8C68-5E6672FEA3F4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QR Code"/>
        </a:ext>
      </dgm:extLst>
    </dgm:pt>
    <dgm:pt modelId="{E711A81F-DBA9-4BA5-8A07-6B9417778DE0}" type="pres">
      <dgm:prSet presAssocID="{118FF18C-DF77-412A-8C68-5E6672FEA3F4}" presName="spaceRect" presStyleCnt="0"/>
      <dgm:spPr/>
    </dgm:pt>
    <dgm:pt modelId="{367335E6-AD1E-4575-89D3-DDFCFB4014E5}" type="pres">
      <dgm:prSet presAssocID="{118FF18C-DF77-412A-8C68-5E6672FEA3F4}" presName="parTx" presStyleLbl="revTx" presStyleIdx="2" presStyleCnt="4">
        <dgm:presLayoutVars>
          <dgm:chMax val="0"/>
          <dgm:chPref val="0"/>
        </dgm:presLayoutVars>
      </dgm:prSet>
      <dgm:spPr/>
    </dgm:pt>
    <dgm:pt modelId="{63C2CD6D-3AFC-46C5-B60D-A55127E7D9CA}" type="pres">
      <dgm:prSet presAssocID="{F13A7664-BEFE-4370-9CC7-2F6354F28B5D}" presName="sibTrans" presStyleCnt="0"/>
      <dgm:spPr/>
    </dgm:pt>
    <dgm:pt modelId="{9C2FF81F-DDD7-42F8-9060-A5702A13790F}" type="pres">
      <dgm:prSet presAssocID="{CB0A92C7-FD56-4E5E-AF87-4F733EC02EF8}" presName="compNode" presStyleCnt="0"/>
      <dgm:spPr/>
    </dgm:pt>
    <dgm:pt modelId="{8843FA97-79E1-4978-A259-481BAE293751}" type="pres">
      <dgm:prSet presAssocID="{CB0A92C7-FD56-4E5E-AF87-4F733EC02EF8}" presName="bgRect" presStyleLbl="bgShp" presStyleIdx="3" presStyleCnt="4"/>
      <dgm:spPr/>
    </dgm:pt>
    <dgm:pt modelId="{4FA90CDB-8386-4702-A7A9-149D2D73D808}" type="pres">
      <dgm:prSet presAssocID="{CB0A92C7-FD56-4E5E-AF87-4F733EC02EF8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ync"/>
        </a:ext>
      </dgm:extLst>
    </dgm:pt>
    <dgm:pt modelId="{029FF775-9C95-43AC-8485-D53AD2EE35C5}" type="pres">
      <dgm:prSet presAssocID="{CB0A92C7-FD56-4E5E-AF87-4F733EC02EF8}" presName="spaceRect" presStyleCnt="0"/>
      <dgm:spPr/>
    </dgm:pt>
    <dgm:pt modelId="{AB85A044-8A24-428F-8F18-AD6480E4E043}" type="pres">
      <dgm:prSet presAssocID="{CB0A92C7-FD56-4E5E-AF87-4F733EC02EF8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14CA890B-EDA6-40F9-83BB-5DEB2A9C7AF9}" srcId="{F4AB8FE5-A021-42BC-B9B7-B908C2517671}" destId="{05A6760C-90F8-4D07-8B0F-57D1522B4689}" srcOrd="0" destOrd="0" parTransId="{598B251B-3477-4E5B-A54D-30BF8154AAA5}" sibTransId="{EFBC2DBE-6786-437B-A520-A5D7004BB0FA}"/>
    <dgm:cxn modelId="{04EA2318-9462-4117-AC00-140A54888E7E}" type="presOf" srcId="{118FF18C-DF77-412A-8C68-5E6672FEA3F4}" destId="{367335E6-AD1E-4575-89D3-DDFCFB4014E5}" srcOrd="0" destOrd="0" presId="urn:microsoft.com/office/officeart/2018/2/layout/IconVerticalSolidList"/>
    <dgm:cxn modelId="{66FC471D-1B12-4429-9568-F46C32838503}" type="presOf" srcId="{05A6760C-90F8-4D07-8B0F-57D1522B4689}" destId="{7E9030A0-33BC-4E85-A08D-261C72909FA0}" srcOrd="0" destOrd="0" presId="urn:microsoft.com/office/officeart/2018/2/layout/IconVerticalSolidList"/>
    <dgm:cxn modelId="{ED78BA4B-00FF-428E-960C-1124EA11F2E1}" srcId="{F4AB8FE5-A021-42BC-B9B7-B908C2517671}" destId="{118FF18C-DF77-412A-8C68-5E6672FEA3F4}" srcOrd="2" destOrd="0" parTransId="{2F157A55-379C-432B-9B59-5E45E09C39B6}" sibTransId="{F13A7664-BEFE-4370-9CC7-2F6354F28B5D}"/>
    <dgm:cxn modelId="{F79C8A53-A9EB-4EAD-AD96-D48B3F51D1E4}" srcId="{F4AB8FE5-A021-42BC-B9B7-B908C2517671}" destId="{CB0A92C7-FD56-4E5E-AF87-4F733EC02EF8}" srcOrd="3" destOrd="0" parTransId="{F5015AED-C00D-49C4-8255-61DD335AB94C}" sibTransId="{7B9CCD22-5F8B-4B12-B652-BD096AB7B8E7}"/>
    <dgm:cxn modelId="{7032686C-7274-4B91-A9D5-1B856FBF6C57}" type="presOf" srcId="{F4AB8FE5-A021-42BC-B9B7-B908C2517671}" destId="{846AA097-ABF7-4E83-9634-FE4522D66EC9}" srcOrd="0" destOrd="0" presId="urn:microsoft.com/office/officeart/2018/2/layout/IconVerticalSolidList"/>
    <dgm:cxn modelId="{10F82988-DC6D-438E-B73E-1B6D157EAD09}" type="presOf" srcId="{CB0A92C7-FD56-4E5E-AF87-4F733EC02EF8}" destId="{AB85A044-8A24-428F-8F18-AD6480E4E043}" srcOrd="0" destOrd="0" presId="urn:microsoft.com/office/officeart/2018/2/layout/IconVerticalSolidList"/>
    <dgm:cxn modelId="{18B0A6C2-56DE-422C-97E0-1E9E45DB11ED}" type="presOf" srcId="{26649DFE-F838-40F4-838F-EA5042B70B2F}" destId="{E16250CF-05C0-4F39-8FA0-310C133F56BF}" srcOrd="0" destOrd="0" presId="urn:microsoft.com/office/officeart/2018/2/layout/IconVerticalSolidList"/>
    <dgm:cxn modelId="{DB81B5FB-1C13-4E50-90B1-7A25A13E8EB6}" srcId="{F4AB8FE5-A021-42BC-B9B7-B908C2517671}" destId="{26649DFE-F838-40F4-838F-EA5042B70B2F}" srcOrd="1" destOrd="0" parTransId="{42A9207D-6678-4BE1-95DE-66E86D758F31}" sibTransId="{BCAB6544-A8C9-49B0-84F6-F91E699B40C7}"/>
    <dgm:cxn modelId="{70C2E597-3E66-4474-8914-A57DBFBB7709}" type="presParOf" srcId="{846AA097-ABF7-4E83-9634-FE4522D66EC9}" destId="{9FA36BB5-54BB-4887-A299-B8AE82A2594D}" srcOrd="0" destOrd="0" presId="urn:microsoft.com/office/officeart/2018/2/layout/IconVerticalSolidList"/>
    <dgm:cxn modelId="{88266D05-32E5-4B55-AE2F-F778A28C397D}" type="presParOf" srcId="{9FA36BB5-54BB-4887-A299-B8AE82A2594D}" destId="{B20801A3-569A-46E2-9103-FB1C8786C62B}" srcOrd="0" destOrd="0" presId="urn:microsoft.com/office/officeart/2018/2/layout/IconVerticalSolidList"/>
    <dgm:cxn modelId="{4803C8E4-A3B0-409F-9C35-853870A06484}" type="presParOf" srcId="{9FA36BB5-54BB-4887-A299-B8AE82A2594D}" destId="{937AD22B-B1E8-4729-8E63-5997E76550FF}" srcOrd="1" destOrd="0" presId="urn:microsoft.com/office/officeart/2018/2/layout/IconVerticalSolidList"/>
    <dgm:cxn modelId="{E6BF8AAF-55DD-4570-AEC1-91FD464041D4}" type="presParOf" srcId="{9FA36BB5-54BB-4887-A299-B8AE82A2594D}" destId="{1E5F21EB-8DEF-4405-900C-42C30E3E8D5B}" srcOrd="2" destOrd="0" presId="urn:microsoft.com/office/officeart/2018/2/layout/IconVerticalSolidList"/>
    <dgm:cxn modelId="{8E98B6EB-7EA0-44A2-8D61-8F978CC29201}" type="presParOf" srcId="{9FA36BB5-54BB-4887-A299-B8AE82A2594D}" destId="{7E9030A0-33BC-4E85-A08D-261C72909FA0}" srcOrd="3" destOrd="0" presId="urn:microsoft.com/office/officeart/2018/2/layout/IconVerticalSolidList"/>
    <dgm:cxn modelId="{8DEFFC35-385A-448D-BEF0-0E95A15898EE}" type="presParOf" srcId="{846AA097-ABF7-4E83-9634-FE4522D66EC9}" destId="{D30DDDD1-7B64-48C2-9BD5-4FD903050104}" srcOrd="1" destOrd="0" presId="urn:microsoft.com/office/officeart/2018/2/layout/IconVerticalSolidList"/>
    <dgm:cxn modelId="{FEBC6B11-65D9-4C3D-A46B-8DF57EADE89C}" type="presParOf" srcId="{846AA097-ABF7-4E83-9634-FE4522D66EC9}" destId="{1572F843-9934-46F4-9336-FD13185ED9F8}" srcOrd="2" destOrd="0" presId="urn:microsoft.com/office/officeart/2018/2/layout/IconVerticalSolidList"/>
    <dgm:cxn modelId="{65793CDD-95E6-4A93-B42D-BB35C55E8420}" type="presParOf" srcId="{1572F843-9934-46F4-9336-FD13185ED9F8}" destId="{100DED77-D788-404C-B102-CC63C5F6652A}" srcOrd="0" destOrd="0" presId="urn:microsoft.com/office/officeart/2018/2/layout/IconVerticalSolidList"/>
    <dgm:cxn modelId="{04B62AEE-2572-4825-9F71-B919D6B7EA9F}" type="presParOf" srcId="{1572F843-9934-46F4-9336-FD13185ED9F8}" destId="{17D8C37D-044C-4409-97DD-7CB6C73F4937}" srcOrd="1" destOrd="0" presId="urn:microsoft.com/office/officeart/2018/2/layout/IconVerticalSolidList"/>
    <dgm:cxn modelId="{A527D543-680A-482D-AFB0-83C2B67D2AE4}" type="presParOf" srcId="{1572F843-9934-46F4-9336-FD13185ED9F8}" destId="{422036A7-5D42-40AF-9802-FF4FC4709B47}" srcOrd="2" destOrd="0" presId="urn:microsoft.com/office/officeart/2018/2/layout/IconVerticalSolidList"/>
    <dgm:cxn modelId="{3328EB8C-C5B7-4878-83C2-A577664D020B}" type="presParOf" srcId="{1572F843-9934-46F4-9336-FD13185ED9F8}" destId="{E16250CF-05C0-4F39-8FA0-310C133F56BF}" srcOrd="3" destOrd="0" presId="urn:microsoft.com/office/officeart/2018/2/layout/IconVerticalSolidList"/>
    <dgm:cxn modelId="{4232B8F0-D14F-4AFF-8658-24C966D3EB06}" type="presParOf" srcId="{846AA097-ABF7-4E83-9634-FE4522D66EC9}" destId="{90A61329-DF2B-47DF-A0FC-94E41A6389BE}" srcOrd="3" destOrd="0" presId="urn:microsoft.com/office/officeart/2018/2/layout/IconVerticalSolidList"/>
    <dgm:cxn modelId="{A5757150-4ECD-44E6-B22E-0EB89C330E6E}" type="presParOf" srcId="{846AA097-ABF7-4E83-9634-FE4522D66EC9}" destId="{DD0E3ADE-F444-4BF4-ACDB-A55BD46BF723}" srcOrd="4" destOrd="0" presId="urn:microsoft.com/office/officeart/2018/2/layout/IconVerticalSolidList"/>
    <dgm:cxn modelId="{BB0F7D4F-F8DE-450B-A4DA-7E8A51452AAE}" type="presParOf" srcId="{DD0E3ADE-F444-4BF4-ACDB-A55BD46BF723}" destId="{2060170A-B78A-42F3-8250-8E9AA3751C55}" srcOrd="0" destOrd="0" presId="urn:microsoft.com/office/officeart/2018/2/layout/IconVerticalSolidList"/>
    <dgm:cxn modelId="{6EF6B219-45BA-407C-89D0-156D88C04524}" type="presParOf" srcId="{DD0E3ADE-F444-4BF4-ACDB-A55BD46BF723}" destId="{B77B0CBF-28B7-438D-9293-96AA94AD4ED6}" srcOrd="1" destOrd="0" presId="urn:microsoft.com/office/officeart/2018/2/layout/IconVerticalSolidList"/>
    <dgm:cxn modelId="{D604E5E9-D758-42F7-8252-F53FD1D7E3E7}" type="presParOf" srcId="{DD0E3ADE-F444-4BF4-ACDB-A55BD46BF723}" destId="{E711A81F-DBA9-4BA5-8A07-6B9417778DE0}" srcOrd="2" destOrd="0" presId="urn:microsoft.com/office/officeart/2018/2/layout/IconVerticalSolidList"/>
    <dgm:cxn modelId="{4487B59D-014E-4129-B06B-C68E06273993}" type="presParOf" srcId="{DD0E3ADE-F444-4BF4-ACDB-A55BD46BF723}" destId="{367335E6-AD1E-4575-89D3-DDFCFB4014E5}" srcOrd="3" destOrd="0" presId="urn:microsoft.com/office/officeart/2018/2/layout/IconVerticalSolidList"/>
    <dgm:cxn modelId="{FA24AE47-0359-4C32-A99F-787FEADA3D32}" type="presParOf" srcId="{846AA097-ABF7-4E83-9634-FE4522D66EC9}" destId="{63C2CD6D-3AFC-46C5-B60D-A55127E7D9CA}" srcOrd="5" destOrd="0" presId="urn:microsoft.com/office/officeart/2018/2/layout/IconVerticalSolidList"/>
    <dgm:cxn modelId="{B4ACAC30-F3AA-4F4F-BE28-2E8718FD8C40}" type="presParOf" srcId="{846AA097-ABF7-4E83-9634-FE4522D66EC9}" destId="{9C2FF81F-DDD7-42F8-9060-A5702A13790F}" srcOrd="6" destOrd="0" presId="urn:microsoft.com/office/officeart/2018/2/layout/IconVerticalSolidList"/>
    <dgm:cxn modelId="{25E7F552-D3C6-44B0-9777-3AF7F4C879E2}" type="presParOf" srcId="{9C2FF81F-DDD7-42F8-9060-A5702A13790F}" destId="{8843FA97-79E1-4978-A259-481BAE293751}" srcOrd="0" destOrd="0" presId="urn:microsoft.com/office/officeart/2018/2/layout/IconVerticalSolidList"/>
    <dgm:cxn modelId="{03A53D1E-A559-45AD-AB0D-155116952BEF}" type="presParOf" srcId="{9C2FF81F-DDD7-42F8-9060-A5702A13790F}" destId="{4FA90CDB-8386-4702-A7A9-149D2D73D808}" srcOrd="1" destOrd="0" presId="urn:microsoft.com/office/officeart/2018/2/layout/IconVerticalSolidList"/>
    <dgm:cxn modelId="{82D79ACA-EFDC-4CDC-A5BA-7A955D06CE6C}" type="presParOf" srcId="{9C2FF81F-DDD7-42F8-9060-A5702A13790F}" destId="{029FF775-9C95-43AC-8485-D53AD2EE35C5}" srcOrd="2" destOrd="0" presId="urn:microsoft.com/office/officeart/2018/2/layout/IconVerticalSolidList"/>
    <dgm:cxn modelId="{9C18523E-FB3A-4E95-8566-B9F342448EAA}" type="presParOf" srcId="{9C2FF81F-DDD7-42F8-9060-A5702A13790F}" destId="{AB85A044-8A24-428F-8F18-AD6480E4E043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7B38553C-AE61-4A57-826B-98DFB4D1B085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A5424E21-C976-406F-BCBF-CC0A990D2D6A}">
      <dgm:prSet/>
      <dgm:spPr/>
      <dgm:t>
        <a:bodyPr/>
        <a:lstStyle/>
        <a:p>
          <a:r>
            <a:rPr lang="en-GB" b="1"/>
            <a:t>Step 1:</a:t>
          </a:r>
          <a:r>
            <a:rPr lang="en-GB"/>
            <a:t> Open the Command Prompt.</a:t>
          </a:r>
          <a:br>
            <a:rPr lang="en-GB"/>
          </a:br>
          <a:endParaRPr lang="en-US"/>
        </a:p>
      </dgm:t>
    </dgm:pt>
    <dgm:pt modelId="{E278FBA0-31CD-4EBE-A059-1C38AE91A490}" type="parTrans" cxnId="{EE3783B2-D1D7-48F5-8EF4-4E6EDD429BAE}">
      <dgm:prSet/>
      <dgm:spPr/>
      <dgm:t>
        <a:bodyPr/>
        <a:lstStyle/>
        <a:p>
          <a:endParaRPr lang="en-US"/>
        </a:p>
      </dgm:t>
    </dgm:pt>
    <dgm:pt modelId="{126D9D17-0125-4F2B-85DF-571063F263AE}" type="sibTrans" cxnId="{EE3783B2-D1D7-48F5-8EF4-4E6EDD429BAE}">
      <dgm:prSet/>
      <dgm:spPr/>
      <dgm:t>
        <a:bodyPr/>
        <a:lstStyle/>
        <a:p>
          <a:endParaRPr lang="en-US"/>
        </a:p>
      </dgm:t>
    </dgm:pt>
    <dgm:pt modelId="{9306CED8-73CB-41CF-B00A-D131D36EA979}">
      <dgm:prSet/>
      <dgm:spPr/>
      <dgm:t>
        <a:bodyPr/>
        <a:lstStyle/>
        <a:p>
          <a:r>
            <a:rPr lang="en-GB" b="1"/>
            <a:t>Step 2:</a:t>
          </a:r>
          <a:r>
            <a:rPr lang="en-GB"/>
            <a:t> Type the command </a:t>
          </a:r>
          <a:r>
            <a:rPr lang="en-GB" b="1"/>
            <a:t>mysqld </a:t>
          </a:r>
          <a:r>
            <a:rPr lang="en-GB"/>
            <a:t>and hit Enter.</a:t>
          </a:r>
          <a:endParaRPr lang="en-US"/>
        </a:p>
      </dgm:t>
    </dgm:pt>
    <dgm:pt modelId="{B9692E90-E104-4964-B09F-0ECACD396A67}" type="parTrans" cxnId="{8D68A15E-AB4B-40BB-8796-BCF48079FCD3}">
      <dgm:prSet/>
      <dgm:spPr/>
      <dgm:t>
        <a:bodyPr/>
        <a:lstStyle/>
        <a:p>
          <a:endParaRPr lang="en-US"/>
        </a:p>
      </dgm:t>
    </dgm:pt>
    <dgm:pt modelId="{0EA497F6-F92E-4C00-853F-53225B1A99B3}" type="sibTrans" cxnId="{8D68A15E-AB4B-40BB-8796-BCF48079FCD3}">
      <dgm:prSet/>
      <dgm:spPr/>
      <dgm:t>
        <a:bodyPr/>
        <a:lstStyle/>
        <a:p>
          <a:endParaRPr lang="en-US"/>
        </a:p>
      </dgm:t>
    </dgm:pt>
    <dgm:pt modelId="{D8889505-EE93-484A-8430-2F89874066DB}" type="pres">
      <dgm:prSet presAssocID="{7B38553C-AE61-4A57-826B-98DFB4D1B085}" presName="root" presStyleCnt="0">
        <dgm:presLayoutVars>
          <dgm:dir/>
          <dgm:resizeHandles val="exact"/>
        </dgm:presLayoutVars>
      </dgm:prSet>
      <dgm:spPr/>
    </dgm:pt>
    <dgm:pt modelId="{30AD2104-2146-4712-95B7-4C546AF3FAF2}" type="pres">
      <dgm:prSet presAssocID="{A5424E21-C976-406F-BCBF-CC0A990D2D6A}" presName="compNode" presStyleCnt="0"/>
      <dgm:spPr/>
    </dgm:pt>
    <dgm:pt modelId="{2A480FF6-DF03-4185-87A0-C390B30848CE}" type="pres">
      <dgm:prSet presAssocID="{A5424E21-C976-406F-BCBF-CC0A990D2D6A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ubtitles"/>
        </a:ext>
      </dgm:extLst>
    </dgm:pt>
    <dgm:pt modelId="{6A4D7683-9F65-4151-BE3E-A6EFF246FE06}" type="pres">
      <dgm:prSet presAssocID="{A5424E21-C976-406F-BCBF-CC0A990D2D6A}" presName="spaceRect" presStyleCnt="0"/>
      <dgm:spPr/>
    </dgm:pt>
    <dgm:pt modelId="{959256C5-3CEC-40CE-99B7-BD3EBDB9FD9A}" type="pres">
      <dgm:prSet presAssocID="{A5424E21-C976-406F-BCBF-CC0A990D2D6A}" presName="textRect" presStyleLbl="revTx" presStyleIdx="0" presStyleCnt="2">
        <dgm:presLayoutVars>
          <dgm:chMax val="1"/>
          <dgm:chPref val="1"/>
        </dgm:presLayoutVars>
      </dgm:prSet>
      <dgm:spPr/>
    </dgm:pt>
    <dgm:pt modelId="{5B9C8735-0BBE-4B47-9317-2CC8250D0B4A}" type="pres">
      <dgm:prSet presAssocID="{126D9D17-0125-4F2B-85DF-571063F263AE}" presName="sibTrans" presStyleCnt="0"/>
      <dgm:spPr/>
    </dgm:pt>
    <dgm:pt modelId="{5B9EDC81-7852-4F97-9AB9-E14F4162C378}" type="pres">
      <dgm:prSet presAssocID="{9306CED8-73CB-41CF-B00A-D131D36EA979}" presName="compNode" presStyleCnt="0"/>
      <dgm:spPr/>
    </dgm:pt>
    <dgm:pt modelId="{5437E406-A769-4D77-BE7D-FC2E7282E195}" type="pres">
      <dgm:prSet presAssocID="{9306CED8-73CB-41CF-B00A-D131D36EA979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ransfer"/>
        </a:ext>
      </dgm:extLst>
    </dgm:pt>
    <dgm:pt modelId="{2881B3C2-E2B5-4261-BF94-9FD7EBA3E35A}" type="pres">
      <dgm:prSet presAssocID="{9306CED8-73CB-41CF-B00A-D131D36EA979}" presName="spaceRect" presStyleCnt="0"/>
      <dgm:spPr/>
    </dgm:pt>
    <dgm:pt modelId="{D69E2109-E6DC-4BB8-B2DB-B8D5043C7130}" type="pres">
      <dgm:prSet presAssocID="{9306CED8-73CB-41CF-B00A-D131D36EA979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1B314B20-5653-475A-964B-12A87784CBB5}" type="presOf" srcId="{7B38553C-AE61-4A57-826B-98DFB4D1B085}" destId="{D8889505-EE93-484A-8430-2F89874066DB}" srcOrd="0" destOrd="0" presId="urn:microsoft.com/office/officeart/2018/2/layout/IconLabelList"/>
    <dgm:cxn modelId="{CD82B535-B85D-41B1-B18B-42F7E8457237}" type="presOf" srcId="{9306CED8-73CB-41CF-B00A-D131D36EA979}" destId="{D69E2109-E6DC-4BB8-B2DB-B8D5043C7130}" srcOrd="0" destOrd="0" presId="urn:microsoft.com/office/officeart/2018/2/layout/IconLabelList"/>
    <dgm:cxn modelId="{8D68A15E-AB4B-40BB-8796-BCF48079FCD3}" srcId="{7B38553C-AE61-4A57-826B-98DFB4D1B085}" destId="{9306CED8-73CB-41CF-B00A-D131D36EA979}" srcOrd="1" destOrd="0" parTransId="{B9692E90-E104-4964-B09F-0ECACD396A67}" sibTransId="{0EA497F6-F92E-4C00-853F-53225B1A99B3}"/>
    <dgm:cxn modelId="{B83B9C9E-A2F1-43AB-9E95-AA5E79FD0D67}" type="presOf" srcId="{A5424E21-C976-406F-BCBF-CC0A990D2D6A}" destId="{959256C5-3CEC-40CE-99B7-BD3EBDB9FD9A}" srcOrd="0" destOrd="0" presId="urn:microsoft.com/office/officeart/2018/2/layout/IconLabelList"/>
    <dgm:cxn modelId="{EE3783B2-D1D7-48F5-8EF4-4E6EDD429BAE}" srcId="{7B38553C-AE61-4A57-826B-98DFB4D1B085}" destId="{A5424E21-C976-406F-BCBF-CC0A990D2D6A}" srcOrd="0" destOrd="0" parTransId="{E278FBA0-31CD-4EBE-A059-1C38AE91A490}" sibTransId="{126D9D17-0125-4F2B-85DF-571063F263AE}"/>
    <dgm:cxn modelId="{69776C35-EB15-4E12-BA3F-9B3E2C139F6B}" type="presParOf" srcId="{D8889505-EE93-484A-8430-2F89874066DB}" destId="{30AD2104-2146-4712-95B7-4C546AF3FAF2}" srcOrd="0" destOrd="0" presId="urn:microsoft.com/office/officeart/2018/2/layout/IconLabelList"/>
    <dgm:cxn modelId="{DCE9F2F9-672E-46BF-BA11-9714DBDD2334}" type="presParOf" srcId="{30AD2104-2146-4712-95B7-4C546AF3FAF2}" destId="{2A480FF6-DF03-4185-87A0-C390B30848CE}" srcOrd="0" destOrd="0" presId="urn:microsoft.com/office/officeart/2018/2/layout/IconLabelList"/>
    <dgm:cxn modelId="{6F7BA2EC-B220-4C5F-A39E-2069367A0C75}" type="presParOf" srcId="{30AD2104-2146-4712-95B7-4C546AF3FAF2}" destId="{6A4D7683-9F65-4151-BE3E-A6EFF246FE06}" srcOrd="1" destOrd="0" presId="urn:microsoft.com/office/officeart/2018/2/layout/IconLabelList"/>
    <dgm:cxn modelId="{7D0B52E1-B4A7-40DC-B7D6-99986840DABD}" type="presParOf" srcId="{30AD2104-2146-4712-95B7-4C546AF3FAF2}" destId="{959256C5-3CEC-40CE-99B7-BD3EBDB9FD9A}" srcOrd="2" destOrd="0" presId="urn:microsoft.com/office/officeart/2018/2/layout/IconLabelList"/>
    <dgm:cxn modelId="{FBA2519F-4A70-4B71-B414-1088230D32B3}" type="presParOf" srcId="{D8889505-EE93-484A-8430-2F89874066DB}" destId="{5B9C8735-0BBE-4B47-9317-2CC8250D0B4A}" srcOrd="1" destOrd="0" presId="urn:microsoft.com/office/officeart/2018/2/layout/IconLabelList"/>
    <dgm:cxn modelId="{58760747-6F70-42EA-AD93-B559F17FCF95}" type="presParOf" srcId="{D8889505-EE93-484A-8430-2F89874066DB}" destId="{5B9EDC81-7852-4F97-9AB9-E14F4162C378}" srcOrd="2" destOrd="0" presId="urn:microsoft.com/office/officeart/2018/2/layout/IconLabelList"/>
    <dgm:cxn modelId="{F67F7912-D1DF-4005-9CAF-0067E6FC672A}" type="presParOf" srcId="{5B9EDC81-7852-4F97-9AB9-E14F4162C378}" destId="{5437E406-A769-4D77-BE7D-FC2E7282E195}" srcOrd="0" destOrd="0" presId="urn:microsoft.com/office/officeart/2018/2/layout/IconLabelList"/>
    <dgm:cxn modelId="{A2980DA6-7821-4064-B26D-1A0A1DC951EA}" type="presParOf" srcId="{5B9EDC81-7852-4F97-9AB9-E14F4162C378}" destId="{2881B3C2-E2B5-4261-BF94-9FD7EBA3E35A}" srcOrd="1" destOrd="0" presId="urn:microsoft.com/office/officeart/2018/2/layout/IconLabelList"/>
    <dgm:cxn modelId="{04459314-C997-4542-AB27-97D32B2FDF7A}" type="presParOf" srcId="{5B9EDC81-7852-4F97-9AB9-E14F4162C378}" destId="{D69E2109-E6DC-4BB8-B2DB-B8D5043C7130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A6AED90-25C6-4D73-80AF-03AC63111784}">
      <dsp:nvSpPr>
        <dsp:cNvPr id="0" name=""/>
        <dsp:cNvSpPr/>
      </dsp:nvSpPr>
      <dsp:spPr>
        <a:xfrm>
          <a:off x="0" y="3399"/>
          <a:ext cx="10515600" cy="724089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F6E9FAC-4386-46D8-9FDE-A1D32D4E21F0}">
      <dsp:nvSpPr>
        <dsp:cNvPr id="0" name=""/>
        <dsp:cNvSpPr/>
      </dsp:nvSpPr>
      <dsp:spPr>
        <a:xfrm>
          <a:off x="219037" y="166319"/>
          <a:ext cx="398249" cy="39824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896909F-0108-421F-8647-7C40D7669191}">
      <dsp:nvSpPr>
        <dsp:cNvPr id="0" name=""/>
        <dsp:cNvSpPr/>
      </dsp:nvSpPr>
      <dsp:spPr>
        <a:xfrm>
          <a:off x="836323" y="3399"/>
          <a:ext cx="9679276" cy="7240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633" tIns="76633" rIns="76633" bIns="76633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kern="1200"/>
            <a:t>Databases act as the backbone of any dynamic application in web development. Web application without a database, it will only show static content with no ability to store or fetch user data. Given below is how databases help:</a:t>
          </a:r>
          <a:endParaRPr lang="en-US" sz="1400" kern="1200"/>
        </a:p>
      </dsp:txBody>
      <dsp:txXfrm>
        <a:off x="836323" y="3399"/>
        <a:ext cx="9679276" cy="724089"/>
      </dsp:txXfrm>
    </dsp:sp>
    <dsp:sp modelId="{A5A93915-95F5-4830-966E-69FCBD9E0B46}">
      <dsp:nvSpPr>
        <dsp:cNvPr id="0" name=""/>
        <dsp:cNvSpPr/>
      </dsp:nvSpPr>
      <dsp:spPr>
        <a:xfrm>
          <a:off x="0" y="908511"/>
          <a:ext cx="10515600" cy="724089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CCE69E8-5002-4DC0-9CD7-7C46D4B0DD0E}">
      <dsp:nvSpPr>
        <dsp:cNvPr id="0" name=""/>
        <dsp:cNvSpPr/>
      </dsp:nvSpPr>
      <dsp:spPr>
        <a:xfrm>
          <a:off x="219037" y="1071431"/>
          <a:ext cx="398249" cy="39824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B172C1B-4D04-45E4-8C32-90FC92CA409C}">
      <dsp:nvSpPr>
        <dsp:cNvPr id="0" name=""/>
        <dsp:cNvSpPr/>
      </dsp:nvSpPr>
      <dsp:spPr>
        <a:xfrm>
          <a:off x="836323" y="908511"/>
          <a:ext cx="9679276" cy="7240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633" tIns="76633" rIns="76633" bIns="76633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b="1" kern="1200"/>
            <a:t>Storing User Data</a:t>
          </a:r>
          <a:r>
            <a:rPr lang="en-GB" sz="1400" kern="1200"/>
            <a:t>: From personal profiles to preferences, a database stores user-related data.</a:t>
          </a:r>
          <a:endParaRPr lang="en-US" sz="1400" kern="1200"/>
        </a:p>
      </dsp:txBody>
      <dsp:txXfrm>
        <a:off x="836323" y="908511"/>
        <a:ext cx="9679276" cy="724089"/>
      </dsp:txXfrm>
    </dsp:sp>
    <dsp:sp modelId="{4C282A40-6646-4342-BA82-79A734E686F5}">
      <dsp:nvSpPr>
        <dsp:cNvPr id="0" name=""/>
        <dsp:cNvSpPr/>
      </dsp:nvSpPr>
      <dsp:spPr>
        <a:xfrm>
          <a:off x="0" y="1813624"/>
          <a:ext cx="10515600" cy="724089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F5F24E5-9AB0-4DF7-A533-250CC5DE3DA0}">
      <dsp:nvSpPr>
        <dsp:cNvPr id="0" name=""/>
        <dsp:cNvSpPr/>
      </dsp:nvSpPr>
      <dsp:spPr>
        <a:xfrm>
          <a:off x="219037" y="1976544"/>
          <a:ext cx="398249" cy="398249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1ADF963-2E66-41D1-BFA5-81C71877CB02}">
      <dsp:nvSpPr>
        <dsp:cNvPr id="0" name=""/>
        <dsp:cNvSpPr/>
      </dsp:nvSpPr>
      <dsp:spPr>
        <a:xfrm>
          <a:off x="836323" y="1813624"/>
          <a:ext cx="9679276" cy="7240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633" tIns="76633" rIns="76633" bIns="76633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b="1" kern="1200"/>
            <a:t>Content Management</a:t>
          </a:r>
          <a:r>
            <a:rPr lang="en-GB" sz="1400" kern="1200"/>
            <a:t>: Blogs, products, or articles on websites are managed via databases.</a:t>
          </a:r>
          <a:endParaRPr lang="en-US" sz="1400" kern="1200"/>
        </a:p>
      </dsp:txBody>
      <dsp:txXfrm>
        <a:off x="836323" y="1813624"/>
        <a:ext cx="9679276" cy="724089"/>
      </dsp:txXfrm>
    </dsp:sp>
    <dsp:sp modelId="{43C1D7F5-6056-43ED-B604-9D7D6D027E78}">
      <dsp:nvSpPr>
        <dsp:cNvPr id="0" name=""/>
        <dsp:cNvSpPr/>
      </dsp:nvSpPr>
      <dsp:spPr>
        <a:xfrm>
          <a:off x="0" y="2718736"/>
          <a:ext cx="10515600" cy="724089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D3915F7-DA51-4974-9A0B-0BF20A1CD3EE}">
      <dsp:nvSpPr>
        <dsp:cNvPr id="0" name=""/>
        <dsp:cNvSpPr/>
      </dsp:nvSpPr>
      <dsp:spPr>
        <a:xfrm>
          <a:off x="219037" y="2881656"/>
          <a:ext cx="398249" cy="398249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CC010F9-B2AD-412B-8D1C-90D5EC88F811}">
      <dsp:nvSpPr>
        <dsp:cNvPr id="0" name=""/>
        <dsp:cNvSpPr/>
      </dsp:nvSpPr>
      <dsp:spPr>
        <a:xfrm>
          <a:off x="836323" y="2718736"/>
          <a:ext cx="9679276" cy="7240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633" tIns="76633" rIns="76633" bIns="76633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b="1" kern="1200"/>
            <a:t>Real-Time Updates</a:t>
          </a:r>
          <a:r>
            <a:rPr lang="en-GB" sz="1400" kern="1200"/>
            <a:t>: Web applications often require real-time data (like chats or feeds). Databases allow this by constantly updating and fetching data.</a:t>
          </a:r>
          <a:endParaRPr lang="en-US" sz="1400" kern="1200"/>
        </a:p>
      </dsp:txBody>
      <dsp:txXfrm>
        <a:off x="836323" y="2718736"/>
        <a:ext cx="9679276" cy="724089"/>
      </dsp:txXfrm>
    </dsp:sp>
    <dsp:sp modelId="{835C9A4C-CE9D-4A0A-BC96-A4A77F67B1B3}">
      <dsp:nvSpPr>
        <dsp:cNvPr id="0" name=""/>
        <dsp:cNvSpPr/>
      </dsp:nvSpPr>
      <dsp:spPr>
        <a:xfrm>
          <a:off x="0" y="3623848"/>
          <a:ext cx="10515600" cy="724089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639A349-45DA-4702-B3B2-AC713F03EE7D}">
      <dsp:nvSpPr>
        <dsp:cNvPr id="0" name=""/>
        <dsp:cNvSpPr/>
      </dsp:nvSpPr>
      <dsp:spPr>
        <a:xfrm>
          <a:off x="219037" y="3786768"/>
          <a:ext cx="398249" cy="398249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F823077-E2FE-4E42-96B2-BB0F1B44BBED}">
      <dsp:nvSpPr>
        <dsp:cNvPr id="0" name=""/>
        <dsp:cNvSpPr/>
      </dsp:nvSpPr>
      <dsp:spPr>
        <a:xfrm>
          <a:off x="836323" y="3623848"/>
          <a:ext cx="9679276" cy="7240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633" tIns="76633" rIns="76633" bIns="76633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b="1" kern="1200"/>
            <a:t>User Authentication</a:t>
          </a:r>
          <a:r>
            <a:rPr lang="en-GB" sz="1400" kern="1200"/>
            <a:t>: Databases store and validate user credentials, such as usernames and passwords.</a:t>
          </a:r>
          <a:endParaRPr lang="en-US" sz="1400" kern="1200"/>
        </a:p>
      </dsp:txBody>
      <dsp:txXfrm>
        <a:off x="836323" y="3623848"/>
        <a:ext cx="9679276" cy="72408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8B85475-F57F-E646-BB38-95532C2168E3}">
      <dsp:nvSpPr>
        <dsp:cNvPr id="0" name=""/>
        <dsp:cNvSpPr/>
      </dsp:nvSpPr>
      <dsp:spPr>
        <a:xfrm>
          <a:off x="0" y="0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CDC5B17-EB91-C344-B851-2894237ABCF8}">
      <dsp:nvSpPr>
        <dsp:cNvPr id="0" name=""/>
        <dsp:cNvSpPr/>
      </dsp:nvSpPr>
      <dsp:spPr>
        <a:xfrm>
          <a:off x="0" y="0"/>
          <a:ext cx="10515600" cy="10878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b="1" kern="1200" dirty="0"/>
            <a:t>Efficiency: </a:t>
          </a:r>
          <a:r>
            <a:rPr lang="en-GB" sz="2400" kern="1200" dirty="0"/>
            <a:t>SQL is designed to handle complex queries and large datasets with optimal performance, making data retrieval and manipulation seamless.</a:t>
          </a:r>
          <a:endParaRPr lang="en-US" sz="2400" kern="1200" dirty="0"/>
        </a:p>
      </dsp:txBody>
      <dsp:txXfrm>
        <a:off x="0" y="0"/>
        <a:ext cx="10515600" cy="1087834"/>
      </dsp:txXfrm>
    </dsp:sp>
    <dsp:sp modelId="{7D77A086-D187-1248-B5D1-655498E49CAE}">
      <dsp:nvSpPr>
        <dsp:cNvPr id="0" name=""/>
        <dsp:cNvSpPr/>
      </dsp:nvSpPr>
      <dsp:spPr>
        <a:xfrm>
          <a:off x="0" y="1087834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B9B85F5-1538-2549-8610-14D329881F3F}">
      <dsp:nvSpPr>
        <dsp:cNvPr id="0" name=""/>
        <dsp:cNvSpPr/>
      </dsp:nvSpPr>
      <dsp:spPr>
        <a:xfrm>
          <a:off x="0" y="1087834"/>
          <a:ext cx="10515600" cy="10878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b="1" kern="1200"/>
            <a:t>Standardization:</a:t>
          </a:r>
          <a:r>
            <a:rPr lang="en-GB" sz="2400" kern="1200"/>
            <a:t> As an ANSI and ISO standard language, SQL provides a universal method to interact with relational databases across platforms.</a:t>
          </a:r>
          <a:endParaRPr lang="en-US" sz="2400" kern="1200"/>
        </a:p>
      </dsp:txBody>
      <dsp:txXfrm>
        <a:off x="0" y="1087834"/>
        <a:ext cx="10515600" cy="1087834"/>
      </dsp:txXfrm>
    </dsp:sp>
    <dsp:sp modelId="{892B2937-47BD-3742-A4F6-7088622E57A0}">
      <dsp:nvSpPr>
        <dsp:cNvPr id="0" name=""/>
        <dsp:cNvSpPr/>
      </dsp:nvSpPr>
      <dsp:spPr>
        <a:xfrm>
          <a:off x="0" y="2175669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DB49181-9CCC-2340-B985-BAAD65103608}">
      <dsp:nvSpPr>
        <dsp:cNvPr id="0" name=""/>
        <dsp:cNvSpPr/>
      </dsp:nvSpPr>
      <dsp:spPr>
        <a:xfrm>
          <a:off x="0" y="2175669"/>
          <a:ext cx="10515600" cy="10878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b="1" kern="1200"/>
            <a:t>Scalability:</a:t>
          </a:r>
          <a:r>
            <a:rPr lang="en-GB" sz="2400" kern="1200"/>
            <a:t> SQL supports databases ranging from small-scale applications to enterprise-level systems, ensuring smooth operations regardless of size.</a:t>
          </a:r>
          <a:endParaRPr lang="en-US" sz="2400" kern="1200"/>
        </a:p>
      </dsp:txBody>
      <dsp:txXfrm>
        <a:off x="0" y="2175669"/>
        <a:ext cx="10515600" cy="1087834"/>
      </dsp:txXfrm>
    </dsp:sp>
    <dsp:sp modelId="{3257E54D-6C67-3A49-9570-FF408BB61EE2}">
      <dsp:nvSpPr>
        <dsp:cNvPr id="0" name=""/>
        <dsp:cNvSpPr/>
      </dsp:nvSpPr>
      <dsp:spPr>
        <a:xfrm>
          <a:off x="0" y="3263503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B2A663A-4793-684B-831B-442006FD1D68}">
      <dsp:nvSpPr>
        <dsp:cNvPr id="0" name=""/>
        <dsp:cNvSpPr/>
      </dsp:nvSpPr>
      <dsp:spPr>
        <a:xfrm>
          <a:off x="0" y="3263503"/>
          <a:ext cx="10515600" cy="10878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b="1" kern="1200"/>
            <a:t>Flexibility:</a:t>
          </a:r>
          <a:r>
            <a:rPr lang="en-GB" sz="2400" kern="1200"/>
            <a:t> SQL can be extended with procedural programming (PL/SQL, T-SQL) to build complex business logic and custom functions.</a:t>
          </a:r>
          <a:endParaRPr lang="en-US" sz="2400" kern="1200"/>
        </a:p>
      </dsp:txBody>
      <dsp:txXfrm>
        <a:off x="0" y="3263503"/>
        <a:ext cx="10515600" cy="1087834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20801A3-569A-46E2-9103-FB1C8786C62B}">
      <dsp:nvSpPr>
        <dsp:cNvPr id="0" name=""/>
        <dsp:cNvSpPr/>
      </dsp:nvSpPr>
      <dsp:spPr>
        <a:xfrm>
          <a:off x="0" y="1808"/>
          <a:ext cx="10515600" cy="916611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37AD22B-B1E8-4729-8E63-5997E76550FF}">
      <dsp:nvSpPr>
        <dsp:cNvPr id="0" name=""/>
        <dsp:cNvSpPr/>
      </dsp:nvSpPr>
      <dsp:spPr>
        <a:xfrm>
          <a:off x="277275" y="208046"/>
          <a:ext cx="504136" cy="50413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E9030A0-33BC-4E85-A08D-261C72909FA0}">
      <dsp:nvSpPr>
        <dsp:cNvPr id="0" name=""/>
        <dsp:cNvSpPr/>
      </dsp:nvSpPr>
      <dsp:spPr>
        <a:xfrm>
          <a:off x="1058686" y="1808"/>
          <a:ext cx="9456913" cy="9166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008" tIns="97008" rIns="97008" bIns="97008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b="1" kern="1200"/>
            <a:t>Complexity in Advanced Operations:</a:t>
          </a:r>
          <a:r>
            <a:rPr lang="en-GB" sz="2000" kern="1200"/>
            <a:t> Advanced functionalities such as indexing, query optimization and performance tuning require in-depth technical knowledge.</a:t>
          </a:r>
          <a:endParaRPr lang="en-US" sz="2000" kern="1200"/>
        </a:p>
      </dsp:txBody>
      <dsp:txXfrm>
        <a:off x="1058686" y="1808"/>
        <a:ext cx="9456913" cy="916611"/>
      </dsp:txXfrm>
    </dsp:sp>
    <dsp:sp modelId="{100DED77-D788-404C-B102-CC63C5F6652A}">
      <dsp:nvSpPr>
        <dsp:cNvPr id="0" name=""/>
        <dsp:cNvSpPr/>
      </dsp:nvSpPr>
      <dsp:spPr>
        <a:xfrm>
          <a:off x="0" y="1147573"/>
          <a:ext cx="10515600" cy="916611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7D8C37D-044C-4409-97DD-7CB6C73F4937}">
      <dsp:nvSpPr>
        <dsp:cNvPr id="0" name=""/>
        <dsp:cNvSpPr/>
      </dsp:nvSpPr>
      <dsp:spPr>
        <a:xfrm>
          <a:off x="277275" y="1353811"/>
          <a:ext cx="504136" cy="50413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16250CF-05C0-4F39-8FA0-310C133F56BF}">
      <dsp:nvSpPr>
        <dsp:cNvPr id="0" name=""/>
        <dsp:cNvSpPr/>
      </dsp:nvSpPr>
      <dsp:spPr>
        <a:xfrm>
          <a:off x="1058686" y="1147573"/>
          <a:ext cx="9456913" cy="9166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008" tIns="97008" rIns="97008" bIns="97008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b="1" kern="1200"/>
            <a:t>Scalability Concerns:</a:t>
          </a:r>
          <a:r>
            <a:rPr lang="en-GB" sz="2000" kern="1200"/>
            <a:t> SQL performs best with structured data but handling unstructured data or massive distributed systems can pose challenges.</a:t>
          </a:r>
          <a:endParaRPr lang="en-US" sz="2000" kern="1200"/>
        </a:p>
      </dsp:txBody>
      <dsp:txXfrm>
        <a:off x="1058686" y="1147573"/>
        <a:ext cx="9456913" cy="916611"/>
      </dsp:txXfrm>
    </dsp:sp>
    <dsp:sp modelId="{2060170A-B78A-42F3-8250-8E9AA3751C55}">
      <dsp:nvSpPr>
        <dsp:cNvPr id="0" name=""/>
        <dsp:cNvSpPr/>
      </dsp:nvSpPr>
      <dsp:spPr>
        <a:xfrm>
          <a:off x="0" y="2293338"/>
          <a:ext cx="10515600" cy="916611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77B0CBF-28B7-438D-9293-96AA94AD4ED6}">
      <dsp:nvSpPr>
        <dsp:cNvPr id="0" name=""/>
        <dsp:cNvSpPr/>
      </dsp:nvSpPr>
      <dsp:spPr>
        <a:xfrm>
          <a:off x="277275" y="2499576"/>
          <a:ext cx="504136" cy="50413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67335E6-AD1E-4575-89D3-DDFCFB4014E5}">
      <dsp:nvSpPr>
        <dsp:cNvPr id="0" name=""/>
        <dsp:cNvSpPr/>
      </dsp:nvSpPr>
      <dsp:spPr>
        <a:xfrm>
          <a:off x="1058686" y="2293338"/>
          <a:ext cx="9456913" cy="9166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008" tIns="97008" rIns="97008" bIns="97008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b="1" kern="1200"/>
            <a:t>Platform-Specific Variations:</a:t>
          </a:r>
          <a:r>
            <a:rPr lang="en-GB" sz="2000" kern="1200"/>
            <a:t> While SQL is standardized, many databases implement unique extensions, leading to portability and compatibility issues.</a:t>
          </a:r>
          <a:endParaRPr lang="en-US" sz="2000" kern="1200"/>
        </a:p>
      </dsp:txBody>
      <dsp:txXfrm>
        <a:off x="1058686" y="2293338"/>
        <a:ext cx="9456913" cy="916611"/>
      </dsp:txXfrm>
    </dsp:sp>
    <dsp:sp modelId="{8843FA97-79E1-4978-A259-481BAE293751}">
      <dsp:nvSpPr>
        <dsp:cNvPr id="0" name=""/>
        <dsp:cNvSpPr/>
      </dsp:nvSpPr>
      <dsp:spPr>
        <a:xfrm>
          <a:off x="0" y="3439103"/>
          <a:ext cx="10515600" cy="916611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FA90CDB-8386-4702-A7A9-149D2D73D808}">
      <dsp:nvSpPr>
        <dsp:cNvPr id="0" name=""/>
        <dsp:cNvSpPr/>
      </dsp:nvSpPr>
      <dsp:spPr>
        <a:xfrm>
          <a:off x="277275" y="3645341"/>
          <a:ext cx="504136" cy="504136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B85A044-8A24-428F-8F18-AD6480E4E043}">
      <dsp:nvSpPr>
        <dsp:cNvPr id="0" name=""/>
        <dsp:cNvSpPr/>
      </dsp:nvSpPr>
      <dsp:spPr>
        <a:xfrm>
          <a:off x="1058686" y="3439103"/>
          <a:ext cx="9456913" cy="9166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008" tIns="97008" rIns="97008" bIns="97008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b="1" kern="1200"/>
            <a:t>Lack of Real Time Analytics:</a:t>
          </a:r>
          <a:r>
            <a:rPr lang="en-GB" sz="2000" kern="1200"/>
            <a:t> Traditional SQL databases are not optimized for real-time data ingestion and analysis.</a:t>
          </a:r>
          <a:endParaRPr lang="en-US" sz="2000" kern="1200"/>
        </a:p>
      </dsp:txBody>
      <dsp:txXfrm>
        <a:off x="1058686" y="3439103"/>
        <a:ext cx="9456913" cy="916611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A480FF6-DF03-4185-87A0-C390B30848CE}">
      <dsp:nvSpPr>
        <dsp:cNvPr id="0" name=""/>
        <dsp:cNvSpPr/>
      </dsp:nvSpPr>
      <dsp:spPr>
        <a:xfrm>
          <a:off x="1953914" y="529294"/>
          <a:ext cx="1944000" cy="1944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59256C5-3CEC-40CE-99B7-BD3EBDB9FD9A}">
      <dsp:nvSpPr>
        <dsp:cNvPr id="0" name=""/>
        <dsp:cNvSpPr/>
      </dsp:nvSpPr>
      <dsp:spPr>
        <a:xfrm>
          <a:off x="765914" y="2943510"/>
          <a:ext cx="432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100" b="1" kern="1200"/>
            <a:t>Step 1:</a:t>
          </a:r>
          <a:r>
            <a:rPr lang="en-GB" sz="2100" kern="1200"/>
            <a:t> Open the Command Prompt.</a:t>
          </a:r>
          <a:br>
            <a:rPr lang="en-GB" sz="2100" kern="1200"/>
          </a:br>
          <a:endParaRPr lang="en-US" sz="2100" kern="1200"/>
        </a:p>
      </dsp:txBody>
      <dsp:txXfrm>
        <a:off x="765914" y="2943510"/>
        <a:ext cx="4320000" cy="720000"/>
      </dsp:txXfrm>
    </dsp:sp>
    <dsp:sp modelId="{5437E406-A769-4D77-BE7D-FC2E7282E195}">
      <dsp:nvSpPr>
        <dsp:cNvPr id="0" name=""/>
        <dsp:cNvSpPr/>
      </dsp:nvSpPr>
      <dsp:spPr>
        <a:xfrm>
          <a:off x="7029914" y="529294"/>
          <a:ext cx="1944000" cy="1944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69E2109-E6DC-4BB8-B2DB-B8D5043C7130}">
      <dsp:nvSpPr>
        <dsp:cNvPr id="0" name=""/>
        <dsp:cNvSpPr/>
      </dsp:nvSpPr>
      <dsp:spPr>
        <a:xfrm>
          <a:off x="5841914" y="2943510"/>
          <a:ext cx="432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100" b="1" kern="1200"/>
            <a:t>Step 2:</a:t>
          </a:r>
          <a:r>
            <a:rPr lang="en-GB" sz="2100" kern="1200"/>
            <a:t> Type the command </a:t>
          </a:r>
          <a:r>
            <a:rPr lang="en-GB" sz="2100" b="1" kern="1200"/>
            <a:t>mysqld </a:t>
          </a:r>
          <a:r>
            <a:rPr lang="en-GB" sz="2100" kern="1200"/>
            <a:t>and hit Enter.</a:t>
          </a:r>
          <a:endParaRPr lang="en-US" sz="2100" kern="1200"/>
        </a:p>
      </dsp:txBody>
      <dsp:txXfrm>
        <a:off x="5841914" y="2943510"/>
        <a:ext cx="4320000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5C5CD6C-AB34-2549-A9B4-048035CD0B91}" type="datetimeFigureOut">
              <a:rPr lang="en-US" smtClean="0"/>
              <a:t>10/31/25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628ECD0-8BA4-474C-9841-B70FDDFE88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17853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28ECD0-8BA4-474C-9841-B70FDDFE8843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917136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28ECD0-8BA4-474C-9841-B70FDDFE8843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721983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28ECD0-8BA4-474C-9841-B70FDDFE8843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46615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 fontAlgn="base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28ECD0-8BA4-474C-9841-B70FDDFE8843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089257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28ECD0-8BA4-474C-9841-B70FDDFE8843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447733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28ECD0-8BA4-474C-9841-B70FDDFE8843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955424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 fontAlgn="base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28ECD0-8BA4-474C-9841-B70FDDFE8843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657227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28ECD0-8BA4-474C-9841-B70FDDFE8843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700542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 fontAlgn="base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28ECD0-8BA4-474C-9841-B70FDDFE8843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565375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28ECD0-8BA4-474C-9841-B70FDDFE8843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401113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28ECD0-8BA4-474C-9841-B70FDDFE8843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359159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28ECD0-8BA4-474C-9841-B70FDDFE8843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472199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28ECD0-8BA4-474C-9841-B70FDDFE8843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374798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 fontAlgn="base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28ECD0-8BA4-474C-9841-B70FDDFE8843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552164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28ECD0-8BA4-474C-9841-B70FDDFE8843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707727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28ECD0-8BA4-474C-9841-B70FDDFE8843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712844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28ECD0-8BA4-474C-9841-B70FDDFE8843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295875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28ECD0-8BA4-474C-9841-B70FDDFE8843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915581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28ECD0-8BA4-474C-9841-B70FDDFE8843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031692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28ECD0-8BA4-474C-9841-B70FDDFE8843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310196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28ECD0-8BA4-474C-9841-B70FDDFE8843}" type="slidenum">
              <a:rPr lang="en-US" smtClean="0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6220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28ECD0-8BA4-474C-9841-B70FDDFE8843}" type="slidenum">
              <a:rPr lang="en-US" smtClean="0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264689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28ECD0-8BA4-474C-9841-B70FDDFE8843}" type="slidenum">
              <a:rPr lang="en-US" smtClean="0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520817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28ECD0-8BA4-474C-9841-B70FDDFE8843}" type="slidenum">
              <a:rPr lang="en-US" smtClean="0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627192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28ECD0-8BA4-474C-9841-B70FDDFE8843}" type="slidenum">
              <a:rPr lang="en-US" smtClean="0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2572005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28ECD0-8BA4-474C-9841-B70FDDFE8843}" type="slidenum">
              <a:rPr lang="en-US" smtClean="0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858244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Click the</a:t>
            </a:r>
            <a:r>
              <a:rPr lang="en-GB" sz="1200" b="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GB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Install button</a:t>
            </a:r>
            <a:r>
              <a:rPr lang="en-GB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GB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 start the MongoDB installation process: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28ECD0-8BA4-474C-9841-B70FDDFE8843}" type="slidenum">
              <a:rPr lang="en-US" smtClean="0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3424664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After clicking on the install button installation of MongoDB begins:</a:t>
            </a:r>
          </a:p>
          <a:p>
            <a:pPr fontAlgn="base"/>
            <a:r>
              <a:rPr lang="en-GB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Step 4: Complete Installation</a:t>
            </a:r>
          </a:p>
          <a:p>
            <a:pPr fontAlgn="base"/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Now click</a:t>
            </a:r>
            <a:r>
              <a:rPr lang="en-GB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Finish button</a:t>
            </a:r>
            <a:r>
              <a:rPr lang="en-GB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 complete the MongoDB installation process:</a:t>
            </a:r>
          </a:p>
          <a:p>
            <a:br>
              <a:rPr lang="en-GB" dirty="0"/>
            </a:br>
            <a:endParaRPr lang="en-GB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28ECD0-8BA4-474C-9841-B70FDDFE8843}" type="slidenum">
              <a:rPr lang="en-US" smtClean="0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2077243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Now we go to the location where MongoDB installed in step 5 in your system and copy the bin path: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28ECD0-8BA4-474C-9841-B70FDDFE8843}" type="slidenum">
              <a:rPr lang="en-US" smtClean="0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414376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28ECD0-8BA4-474C-9841-B70FDDFE8843}" type="slidenum">
              <a:rPr lang="en-US" smtClean="0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0761459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 fontAlgn="base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28ECD0-8BA4-474C-9841-B70FDDFE8843}" type="slidenum">
              <a:rPr lang="en-US" smtClean="0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70204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E96E55-7DC2-4E98-45E5-2C024A05659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74180EA-6697-A601-CA81-DCFE0C9DF12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5217F5-57BD-44F7-D5ED-D7D0911D4E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3CCB5-FBA5-C947-9930-ED77687AE744}" type="datetimeFigureOut">
              <a:rPr lang="en-US" smtClean="0"/>
              <a:t>10/31/25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5500B2-74F6-B26B-FD21-51F3C2C052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D24C08-FBA2-8D6F-DEBE-F33E49C5C7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70E067-D622-F148-A64D-BFC4A0C3B8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68855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2E4F7E-7BAB-44EB-5DCD-CDB2D9BEE5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58A24B-C6DB-2FC9-EF05-3860027599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EE6014-9F2A-B202-DCA2-1DE066D7BE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3CCB5-FBA5-C947-9930-ED77687AE744}" type="datetimeFigureOut">
              <a:rPr lang="en-US" smtClean="0"/>
              <a:t>10/31/25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512103-BA79-B903-BDB0-108ABA5A75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467783-1350-26B9-0FEE-11A992849B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70E067-D622-F148-A64D-BFC4A0C3B8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01261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E31284-2519-9936-326D-3BF23249AD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E78726-604C-2D49-40D9-13D4B9DCCB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C01479-A7DA-841B-DC7F-3052A57969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3CCB5-FBA5-C947-9930-ED77687AE744}" type="datetimeFigureOut">
              <a:rPr lang="en-US" smtClean="0"/>
              <a:t>10/31/25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A22AF9-B9CA-9E13-DA35-44EF26B0DB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8425C5-701A-F93F-98DA-666D9A9838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70E067-D622-F148-A64D-BFC4A0C3B8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42547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B3FFF3-DE7A-7E39-A256-CC0FCA7F28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CF7657-60F0-4FAB-4F4A-2D606EF0DCB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2E7ECC-EC45-3539-18B2-6605771A55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E9D2726-262D-19CE-F10E-A40712A023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3CCB5-FBA5-C947-9930-ED77687AE744}" type="datetimeFigureOut">
              <a:rPr lang="en-US" smtClean="0"/>
              <a:t>10/31/25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E30317-B0E3-D7FE-55FF-EC78299D52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522C95-0D21-CED3-7F73-28A639E2D2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70E067-D622-F148-A64D-BFC4A0C3B8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71147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1A480C-0498-9F7D-1A6A-6ED096E665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DE6B97-4FE8-B686-021A-980CB006E8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6BF6A82-7D4A-96D3-339B-8F6B5AC024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59645A4-45E6-3342-9C83-0700AAA90E7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5A7A4B3-60E7-3760-A08A-6C14ACCB1C9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C6E5065-CA1C-5F6E-8FE2-BB8FBB428C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3CCB5-FBA5-C947-9930-ED77687AE744}" type="datetimeFigureOut">
              <a:rPr lang="en-US" smtClean="0"/>
              <a:t>10/31/25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1FAFA94-0DC4-AE9E-4643-036ED00565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CF9CF75-7A45-C2F7-8BD6-2450257559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70E067-D622-F148-A64D-BFC4A0C3B8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90622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BE0C6F-4E8A-033A-13AE-342572EAEA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3E56BB5-547D-899A-F2F9-93AC9512A6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3CCB5-FBA5-C947-9930-ED77687AE744}" type="datetimeFigureOut">
              <a:rPr lang="en-US" smtClean="0"/>
              <a:t>10/31/25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03E9B70-A012-19B8-8EE8-72B658527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804B7DB-A86B-C738-8570-3C76D377FE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70E067-D622-F148-A64D-BFC4A0C3B8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44270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87F59AD-305E-25F7-B929-4592F21672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3CCB5-FBA5-C947-9930-ED77687AE744}" type="datetimeFigureOut">
              <a:rPr lang="en-US" smtClean="0"/>
              <a:t>10/31/25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5F5020D-4549-47A1-846F-AA55CC4720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08FBB4-A7DD-9F5D-96CA-0EC406987D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70E067-D622-F148-A64D-BFC4A0C3B8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14244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541A93-6455-4503-74EA-4B3EC5698A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F40D2D-66F4-19F1-A1FD-2358EF9D2B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BB5BEAF-2CB6-3B16-B468-0DE6397B77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F594A10-0B2D-39C6-0ADD-AD02F2406E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3CCB5-FBA5-C947-9930-ED77687AE744}" type="datetimeFigureOut">
              <a:rPr lang="en-US" smtClean="0"/>
              <a:t>10/31/25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5DD527-346C-D14C-3331-C29BB73E85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09F6FE-9398-1B2C-F039-903908F0AE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70E067-D622-F148-A64D-BFC4A0C3B8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10006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75CE2E-53C6-BDD1-9FBF-B630C267B2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14A904D-EE4E-0E16-F3D6-B66424EE123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3A24EC4-F4C0-D39D-B51D-1A2E0CBE1E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273EB41-65D6-ACF8-73E9-86DDCA53CB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3CCB5-FBA5-C947-9930-ED77687AE744}" type="datetimeFigureOut">
              <a:rPr lang="en-US" smtClean="0"/>
              <a:t>10/31/25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DC9890-4DEE-5D7D-6C7D-53D0653513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DDF9A3-ACF6-80AC-0B4E-0A3DABFBA3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70E067-D622-F148-A64D-BFC4A0C3B8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05636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7B1CDA-C157-EECA-E85F-346CDE2891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F18FDB1-6D88-0E73-9497-C2664D29B59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A04A48-2E62-7CF2-3ED5-40E5546BA1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3CCB5-FBA5-C947-9930-ED77687AE744}" type="datetimeFigureOut">
              <a:rPr lang="en-US" smtClean="0"/>
              <a:t>10/31/25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B30BD9-104B-E779-F87E-822105CA10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003CDB-5517-B2FD-67D4-9CE17A4575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70E067-D622-F148-A64D-BFC4A0C3B8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21539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F70A438-1205-95E8-AFD9-51655DA1022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459510E-DF3A-1E85-3656-20FB64F466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6CCA0E-E9B5-4EC6-E06F-FE15150271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3CCB5-FBA5-C947-9930-ED77687AE744}" type="datetimeFigureOut">
              <a:rPr lang="en-US" smtClean="0"/>
              <a:t>10/31/25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17001B-AA43-346B-D08E-F74205EDB4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99AE69-5043-BC3E-DFFD-80374568D9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70E067-D622-F148-A64D-BFC4A0C3B8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37532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E30175A-61DF-C417-FA50-5F6F5BD2DD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096B42-48F7-8425-28E8-8E05F3D47E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E1DFB7-EAAB-C233-D225-1C102F256ED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BE3CCB5-FBA5-C947-9930-ED77687AE744}" type="datetimeFigureOut">
              <a:rPr lang="en-US" smtClean="0"/>
              <a:t>10/31/25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E24827-0C55-A4DA-C9DF-9C06935F25E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BEC701-7A8D-E9E3-8D85-93408B74F3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D70E067-D622-F148-A64D-BFC4A0C3B8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43988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sv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eeksforgeeks.org/sql/sql-create-table/" TargetMode="External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geeksforgeeks.org/dbms/dml-full-form/" TargetMode="Externa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eeksforgeeks.org/sql/sql-select-query/" TargetMode="External"/><Relationship Id="rId2" Type="http://schemas.openxmlformats.org/officeDocument/2006/relationships/hyperlink" Target="https://www.geeksforgeeks.org/sql/dql-full-form/" TargetMode="Externa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geeksforgeeks.org/sql/dcl-full-form/" TargetMode="Externa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hyperlink" Target="https://www.geeksforgeeks.org/sql/what-is-mysql/" TargetMode="Externa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03C6F4E6-30A1-4F63-C8CC-028750B5AA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6668" cy="4570886"/>
            <a:chOff x="0" y="0"/>
            <a:chExt cx="12196668" cy="4570886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49EA7CA8-3AE6-4F5F-9932-63303CF2D4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0" y="0"/>
              <a:ext cx="12196668" cy="4570632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4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26E3E019-A259-1130-CC5C-3165020BC55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791"/>
              <a:ext cx="10565988" cy="4568095"/>
            </a:xfrm>
            <a:prstGeom prst="rect">
              <a:avLst/>
            </a:prstGeom>
            <a:gradFill flip="none" rotWithShape="1">
              <a:gsLst>
                <a:gs pos="3000">
                  <a:schemeClr val="accent2"/>
                </a:gs>
                <a:gs pos="40000">
                  <a:schemeClr val="accent2">
                    <a:alpha val="0"/>
                  </a:schemeClr>
                </a:gs>
              </a:gsLst>
              <a:lin ang="174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C0769F99-CCA6-5CDC-D1E1-C59A4762F1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"/>
              <a:ext cx="12192000" cy="4549891"/>
            </a:xfrm>
            <a:prstGeom prst="rect">
              <a:avLst/>
            </a:prstGeom>
            <a:gradFill>
              <a:gsLst>
                <a:gs pos="0">
                  <a:schemeClr val="accent5">
                    <a:alpha val="76000"/>
                  </a:schemeClr>
                </a:gs>
                <a:gs pos="67000">
                  <a:schemeClr val="accent2">
                    <a:alpha val="0"/>
                  </a:schemeClr>
                </a:gs>
              </a:gsLst>
              <a:lin ang="4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C13E73D3-029B-3D4E-1956-8EE7068A60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4110544" y="18215"/>
              <a:ext cx="8086124" cy="4549887"/>
            </a:xfrm>
            <a:prstGeom prst="rect">
              <a:avLst/>
            </a:prstGeom>
            <a:gradFill flip="none" rotWithShape="1">
              <a:gsLst>
                <a:gs pos="0">
                  <a:schemeClr val="accent5">
                    <a:lumMod val="50000"/>
                    <a:alpha val="36000"/>
                  </a:schemeClr>
                </a:gs>
                <a:gs pos="45000">
                  <a:schemeClr val="accent5">
                    <a:alpha val="0"/>
                  </a:schemeClr>
                </a:gs>
              </a:gsLst>
              <a:lin ang="4200000" scaled="0"/>
              <a:tileRect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ABF74C5-F19F-D19C-6946-BB8ED32D438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26348" y="1124262"/>
            <a:ext cx="8017652" cy="2690413"/>
          </a:xfrm>
        </p:spPr>
        <p:txBody>
          <a:bodyPr anchor="t">
            <a:normAutofit/>
          </a:bodyPr>
          <a:lstStyle/>
          <a:p>
            <a:pPr algn="l"/>
            <a:r>
              <a:rPr lang="en-US" sz="4600" dirty="0">
                <a:solidFill>
                  <a:srgbClr val="FFFFFF"/>
                </a:solidFill>
              </a:rPr>
              <a:t>Web Server Programming</a:t>
            </a:r>
            <a:br>
              <a:rPr lang="en-US" sz="4600" dirty="0">
                <a:solidFill>
                  <a:srgbClr val="FFFFFF"/>
                </a:solidFill>
              </a:rPr>
            </a:br>
            <a:br>
              <a:rPr lang="en-US" sz="4600" dirty="0">
                <a:solidFill>
                  <a:srgbClr val="FFFFFF"/>
                </a:solidFill>
              </a:rPr>
            </a:br>
            <a:r>
              <a:rPr lang="en-US" sz="4600" dirty="0">
                <a:solidFill>
                  <a:srgbClr val="FFFFFF"/>
                </a:solidFill>
              </a:rPr>
              <a:t>Data Integration</a:t>
            </a:r>
            <a:br>
              <a:rPr lang="en-US" sz="4600" dirty="0">
                <a:solidFill>
                  <a:srgbClr val="FFFFFF"/>
                </a:solidFill>
              </a:rPr>
            </a:br>
            <a:endParaRPr lang="en-US" sz="4600" dirty="0">
              <a:solidFill>
                <a:srgbClr val="FFFFFF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11A8D53-AA0F-9A99-4067-1012F413E5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26348" y="5099566"/>
            <a:ext cx="6481746" cy="1199733"/>
          </a:xfrm>
        </p:spPr>
        <p:txBody>
          <a:bodyPr anchor="ctr">
            <a:normAutofit/>
          </a:bodyPr>
          <a:lstStyle/>
          <a:p>
            <a:pPr algn="l"/>
            <a:r>
              <a:rPr lang="en-US" sz="2000"/>
              <a:t>Lecturer: Shakhnoza Muksimova</a:t>
            </a:r>
          </a:p>
        </p:txBody>
      </p:sp>
      <p:pic>
        <p:nvPicPr>
          <p:cNvPr id="7" name="Graphic 6" descr="Database">
            <a:extLst>
              <a:ext uri="{FF2B5EF4-FFF2-40B4-BE49-F238E27FC236}">
                <a16:creationId xmlns:a16="http://schemas.microsoft.com/office/drawing/2014/main" id="{FEDD64F2-20A3-FB40-7C11-1407650FA7F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215646" y="5061057"/>
            <a:ext cx="1199733" cy="11997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02594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1" name="Rectangle 1030">
            <a:extLst>
              <a:ext uri="{FF2B5EF4-FFF2-40B4-BE49-F238E27FC236}">
                <a16:creationId xmlns:a16="http://schemas.microsoft.com/office/drawing/2014/main" id="{058A14AF-9FB5-4CC7-BA35-E8E85D3E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D16A573-5BB5-B9B7-CB66-C35AD554FC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anchor="b">
            <a:normAutofit/>
          </a:bodyPr>
          <a:lstStyle/>
          <a:p>
            <a:r>
              <a:rPr lang="en-GB" sz="4800" b="1"/>
              <a:t>What is a Database? </a:t>
            </a:r>
            <a:endParaRPr lang="en-US" sz="4800"/>
          </a:p>
        </p:txBody>
      </p:sp>
      <p:sp>
        <p:nvSpPr>
          <p:cNvPr id="1033" name="Rectangle 1032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5" name="Rectangle 1034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D36565-AC5D-A514-44EB-1D113A7FA2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1" y="2599509"/>
            <a:ext cx="4530898" cy="3639450"/>
          </a:xfrm>
        </p:spPr>
        <p:txBody>
          <a:bodyPr anchor="ctr">
            <a:normAutofit/>
          </a:bodyPr>
          <a:lstStyle/>
          <a:p>
            <a:pPr algn="just" fontAlgn="base"/>
            <a:r>
              <a:rPr lang="en-GB" sz="2000" dirty="0"/>
              <a:t>A Database is a software system which is used to maintain, manage and access an organized collection of data. Just like a traditional library stores books in an organized </a:t>
            </a:r>
            <a:r>
              <a:rPr lang="en-GB" sz="2000" dirty="0" err="1"/>
              <a:t>catalog</a:t>
            </a:r>
            <a:r>
              <a:rPr lang="en-GB" sz="2000" dirty="0"/>
              <a:t> system, a database stores data in tables or documents, makes it easy to go and find a book and read through it. Rather than manually combing through papers, a database can help find what you need in a matter of seconds.</a:t>
            </a:r>
            <a:endParaRPr lang="en-US" sz="2000" dirty="0"/>
          </a:p>
        </p:txBody>
      </p:sp>
      <p:pic>
        <p:nvPicPr>
          <p:cNvPr id="1026" name="Picture 2" descr="Lightbox">
            <a:extLst>
              <a:ext uri="{FF2B5EF4-FFF2-40B4-BE49-F238E27FC236}">
                <a16:creationId xmlns:a16="http://schemas.microsoft.com/office/drawing/2014/main" id="{7C88C1D6-EA10-40DE-D933-374B4355E5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911532" y="3053808"/>
            <a:ext cx="5150277" cy="25751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37" name="Rectangle 1036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26699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1FE8B2-E786-0DE9-DB84-055EDB81E9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Role of Database in Web Applications</a:t>
            </a:r>
            <a:endParaRPr lang="en-US" dirty="0"/>
          </a:p>
        </p:txBody>
      </p:sp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B19FEAD0-61F3-A409-1BD2-C25055BBF3DA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3471542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D730F5E-B2EB-1F99-FDBA-DA0B1C469E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GB" sz="4200" b="1"/>
              <a:t>Why Do Web Developers Need a Database?</a:t>
            </a:r>
            <a:endParaRPr lang="en-US" sz="4200"/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F19D04-22EB-D538-3036-088CA5C8BB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/>
          <a:p>
            <a:pPr fontAlgn="base"/>
            <a:r>
              <a:rPr lang="en-GB" sz="2000" dirty="0"/>
              <a:t>Web developers use databases for many reasons:</a:t>
            </a:r>
          </a:p>
          <a:p>
            <a:pPr marL="0" indent="0" fontAlgn="base">
              <a:buNone/>
            </a:pPr>
            <a:r>
              <a:rPr lang="en-GB" sz="2000" dirty="0"/>
              <a:t>1. </a:t>
            </a:r>
            <a:r>
              <a:rPr lang="en-GB" sz="2000" b="1" dirty="0"/>
              <a:t>Data Structuring</a:t>
            </a:r>
            <a:r>
              <a:rPr lang="en-GB" sz="2000" dirty="0"/>
              <a:t>: A database structuring the data in an organized way. With the help of tables, rows and columns, you as a developer can manage complex datasets.</a:t>
            </a:r>
          </a:p>
          <a:p>
            <a:pPr marL="0" indent="0" fontAlgn="base">
              <a:buNone/>
            </a:pPr>
            <a:r>
              <a:rPr lang="en-GB" sz="2000" dirty="0"/>
              <a:t>2. </a:t>
            </a:r>
            <a:r>
              <a:rPr lang="en-GB" sz="2000" b="1" dirty="0"/>
              <a:t>Dynamic Content</a:t>
            </a:r>
            <a:r>
              <a:rPr lang="en-GB" sz="2000" dirty="0"/>
              <a:t>: By storing and returning real-time data, a database turns plain static websites into interactive and dynamic ones.</a:t>
            </a:r>
          </a:p>
          <a:p>
            <a:pPr marL="0" indent="0" fontAlgn="base">
              <a:buNone/>
            </a:pPr>
            <a:r>
              <a:rPr lang="en-GB" sz="2000" dirty="0"/>
              <a:t>3. </a:t>
            </a:r>
            <a:r>
              <a:rPr lang="en-GB" sz="2000" b="1" dirty="0"/>
              <a:t>Scalability:</a:t>
            </a:r>
            <a:r>
              <a:rPr lang="en-GB" sz="2000" dirty="0"/>
              <a:t> Databases make web apps scale by effectively dealing with increased data.</a:t>
            </a:r>
          </a:p>
          <a:p>
            <a:pPr marL="0" indent="0" fontAlgn="base">
              <a:buNone/>
            </a:pPr>
            <a:r>
              <a:rPr lang="en-GB" sz="2000" dirty="0"/>
              <a:t>4. </a:t>
            </a:r>
            <a:r>
              <a:rPr lang="en-GB" sz="2000" b="1" dirty="0"/>
              <a:t>Security: </a:t>
            </a:r>
            <a:r>
              <a:rPr lang="en-GB" sz="2000" dirty="0"/>
              <a:t>Databases provide encryption and access control to safeguard sensitive data like passwords, payment details, and personal information.</a:t>
            </a:r>
          </a:p>
          <a:p>
            <a:pPr marL="0" indent="0" fontAlgn="base">
              <a:buNone/>
            </a:pPr>
            <a:r>
              <a:rPr lang="en-GB" sz="2000" dirty="0"/>
              <a:t>5. </a:t>
            </a:r>
            <a:r>
              <a:rPr lang="en-GB" sz="2000" b="1" dirty="0"/>
              <a:t>Data Integrity:</a:t>
            </a:r>
            <a:r>
              <a:rPr lang="en-GB" sz="2000" dirty="0"/>
              <a:t> Developers just need the right queries and database constraints to keep data accurate and consistent.</a:t>
            </a:r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42212098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9080413-5F3C-87A7-5E8C-8DB07E2C2F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GB" sz="5400" b="1"/>
              <a:t>Features of Databases</a:t>
            </a:r>
            <a:endParaRPr lang="en-US" sz="5400"/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E11481-683E-40EB-0C62-55C819BE51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/>
          <a:p>
            <a:pPr marL="0" indent="0" fontAlgn="base">
              <a:buNone/>
            </a:pPr>
            <a:r>
              <a:rPr lang="en-GB" sz="1900" dirty="0"/>
              <a:t>Here are few key benefits that databases are so powerful and essential in terms of web development:</a:t>
            </a:r>
          </a:p>
          <a:p>
            <a:pPr fontAlgn="base"/>
            <a:r>
              <a:rPr lang="en-GB" sz="1900" b="1" dirty="0"/>
              <a:t>Structured Storage:</a:t>
            </a:r>
            <a:r>
              <a:rPr lang="en-GB" sz="1900" dirty="0"/>
              <a:t> Data is saved with structure in tables that have rows and columns and predefined data types.</a:t>
            </a:r>
          </a:p>
          <a:p>
            <a:pPr fontAlgn="base"/>
            <a:r>
              <a:rPr lang="en-GB" sz="1900" b="1" dirty="0"/>
              <a:t>SQL Queries:</a:t>
            </a:r>
            <a:r>
              <a:rPr lang="en-GB" sz="1900" dirty="0"/>
              <a:t> The Structured Query Language allows you to interact with the database to insert new data, update old data and to get answers to specific questions.</a:t>
            </a:r>
          </a:p>
          <a:p>
            <a:pPr fontAlgn="base"/>
            <a:r>
              <a:rPr lang="en-GB" sz="1900" b="1" dirty="0"/>
              <a:t>ACID Compliance:</a:t>
            </a:r>
            <a:r>
              <a:rPr lang="en-GB" sz="1900" dirty="0"/>
              <a:t> Atomicity, Consistency, Isolation and Durability- these are some of the important properties in order to guarantee a reliable transaction in a database.</a:t>
            </a:r>
          </a:p>
          <a:p>
            <a:pPr fontAlgn="base"/>
            <a:r>
              <a:rPr lang="en-GB" sz="1900" b="1" dirty="0"/>
              <a:t>Data Relationships: </a:t>
            </a:r>
            <a:r>
              <a:rPr lang="en-GB" sz="1900" dirty="0"/>
              <a:t>In relational databases, you can establish relationships between tables. For instance, you might have users who are associated with orders or comments to posts.</a:t>
            </a:r>
          </a:p>
          <a:p>
            <a:pPr fontAlgn="base"/>
            <a:r>
              <a:rPr lang="en-GB" sz="1900" b="1" dirty="0"/>
              <a:t>Concurrency Control:</a:t>
            </a:r>
            <a:r>
              <a:rPr lang="en-GB" sz="1900" dirty="0"/>
              <a:t> Databases help handle multiple users sharing and modifying the data without conflict and at the same time ensuring data integrity.</a:t>
            </a:r>
          </a:p>
          <a:p>
            <a:endParaRPr lang="en-US" sz="1900" dirty="0"/>
          </a:p>
        </p:txBody>
      </p:sp>
    </p:spTree>
    <p:extLst>
      <p:ext uri="{BB962C8B-B14F-4D97-AF65-F5344CB8AC3E}">
        <p14:creationId xmlns:p14="http://schemas.microsoft.com/office/powerpoint/2010/main" val="36535952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60" name="Rectangle 2059">
            <a:extLst>
              <a:ext uri="{FF2B5EF4-FFF2-40B4-BE49-F238E27FC236}">
                <a16:creationId xmlns:a16="http://schemas.microsoft.com/office/drawing/2014/main" id="{058A14AF-9FB5-4CC7-BA35-E8E85D3E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4F01B20-42E1-6FA6-3B90-24A27D54D2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anchor="b">
            <a:normAutofit/>
          </a:bodyPr>
          <a:lstStyle/>
          <a:p>
            <a:r>
              <a:rPr lang="en-GB" sz="4100" b="1"/>
              <a:t>List of Popular Web App Databases</a:t>
            </a:r>
            <a:br>
              <a:rPr lang="en-GB" sz="4100" b="1"/>
            </a:br>
            <a:endParaRPr lang="en-US" sz="4100"/>
          </a:p>
        </p:txBody>
      </p:sp>
      <p:sp>
        <p:nvSpPr>
          <p:cNvPr id="2059" name="Rectangle 2058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61" name="Rectangle 2060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54" name="Content Placeholder 2053">
            <a:extLst>
              <a:ext uri="{FF2B5EF4-FFF2-40B4-BE49-F238E27FC236}">
                <a16:creationId xmlns:a16="http://schemas.microsoft.com/office/drawing/2014/main" id="{FD6ED9F6-501D-F250-8E91-477F53F510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1" y="2599509"/>
            <a:ext cx="4530898" cy="3639450"/>
          </a:xfrm>
        </p:spPr>
        <p:txBody>
          <a:bodyPr anchor="ctr">
            <a:normAutofit fontScale="55000" lnSpcReduction="20000"/>
          </a:bodyPr>
          <a:lstStyle/>
          <a:p>
            <a:pPr fontAlgn="base"/>
            <a:r>
              <a:rPr lang="en-GB" b="1" dirty="0"/>
              <a:t>MySQL: </a:t>
            </a:r>
            <a:r>
              <a:rPr lang="en-GB" dirty="0"/>
              <a:t>It is one of the most widely used relational databases. Great for handling data structures.</a:t>
            </a:r>
          </a:p>
          <a:p>
            <a:pPr fontAlgn="base"/>
            <a:r>
              <a:rPr lang="en-GB" b="1" dirty="0"/>
              <a:t>PostgreSQL</a:t>
            </a:r>
            <a:r>
              <a:rPr lang="en-GB" dirty="0"/>
              <a:t>: An advanced, open-source relational database known for its durability and support for complex queries.</a:t>
            </a:r>
          </a:p>
          <a:p>
            <a:pPr fontAlgn="base"/>
            <a:r>
              <a:rPr lang="en-GB" b="1" dirty="0"/>
              <a:t>MongoDB</a:t>
            </a:r>
            <a:r>
              <a:rPr lang="en-GB" dirty="0"/>
              <a:t>: It is a NoSQL database that is flexible and perfect for large scale applications with unstructured data</a:t>
            </a:r>
          </a:p>
          <a:p>
            <a:pPr fontAlgn="base"/>
            <a:r>
              <a:rPr lang="en-GB" b="1" dirty="0"/>
              <a:t>SQLite</a:t>
            </a:r>
            <a:r>
              <a:rPr lang="en-GB" dirty="0"/>
              <a:t>: A lightweight, serverless relational database that is perfect for small to medium web applications.</a:t>
            </a:r>
          </a:p>
          <a:p>
            <a:pPr fontAlgn="base"/>
            <a:r>
              <a:rPr lang="en-GB" b="1" dirty="0"/>
              <a:t>Firebase</a:t>
            </a:r>
            <a:r>
              <a:rPr lang="en-GB" dirty="0"/>
              <a:t>: A cloud-based NoSQL database that allows developers to build real-time applications. It is often used for mobile and web apps with heavy interactivity.</a:t>
            </a:r>
          </a:p>
          <a:p>
            <a:pPr fontAlgn="base"/>
            <a:r>
              <a:rPr lang="en-GB" b="1" dirty="0"/>
              <a:t>Redis</a:t>
            </a:r>
            <a:r>
              <a:rPr lang="en-GB" dirty="0"/>
              <a:t>: A key-value store commonly used for caching and session management, helping to speed up web application performance.</a:t>
            </a:r>
          </a:p>
          <a:p>
            <a:endParaRPr lang="en-US" sz="2000" dirty="0"/>
          </a:p>
        </p:txBody>
      </p:sp>
      <p:pic>
        <p:nvPicPr>
          <p:cNvPr id="2050" name="Picture 2" descr="TypesDB">
            <a:extLst>
              <a:ext uri="{FF2B5EF4-FFF2-40B4-BE49-F238E27FC236}">
                <a16:creationId xmlns:a16="http://schemas.microsoft.com/office/drawing/2014/main" id="{9E696EB6-80B1-8701-DFE1-F823FBC7F1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911532" y="3053808"/>
            <a:ext cx="5150277" cy="25751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63" name="Rectangle 2062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70960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BF77E7-0331-394C-B5D8-E56D263B5D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b="1" dirty="0"/>
              <a:t>How to </a:t>
            </a:r>
            <a:r>
              <a:rPr lang="en-GB" b="1" dirty="0" err="1"/>
              <a:t>Connnect</a:t>
            </a:r>
            <a:r>
              <a:rPr lang="en-GB" b="1" dirty="0"/>
              <a:t> your Database to a Web Applications</a:t>
            </a:r>
            <a:br>
              <a:rPr lang="en-GB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A720A6-1C77-F4FD-A6CB-922EB0B6DA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fontAlgn="base"/>
            <a:r>
              <a:rPr lang="en-GB" dirty="0"/>
              <a:t>Here are the steps to connect databases with your Web Applications:</a:t>
            </a:r>
          </a:p>
          <a:p>
            <a:pPr fontAlgn="base"/>
            <a:r>
              <a:rPr lang="en-GB" b="1" dirty="0"/>
              <a:t>Choose Your Database</a:t>
            </a:r>
            <a:r>
              <a:rPr lang="en-GB" dirty="0"/>
              <a:t>: First, you need to select a database (relational  MySQL or NoSQL , MongoDB database) based on the nature of the app you are building</a:t>
            </a:r>
          </a:p>
          <a:p>
            <a:pPr fontAlgn="base"/>
            <a:r>
              <a:rPr lang="en-GB" b="1" dirty="0"/>
              <a:t>Set Up the Database</a:t>
            </a:r>
            <a:r>
              <a:rPr lang="en-GB" dirty="0"/>
              <a:t>: You can install the service on your server or use a cloud service such as Amazon RDS or Google Cloud SQL.</a:t>
            </a:r>
          </a:p>
          <a:p>
            <a:pPr fontAlgn="base"/>
            <a:r>
              <a:rPr lang="en-GB" b="1" dirty="0"/>
              <a:t>Establishing the Connection:</a:t>
            </a:r>
            <a:r>
              <a:rPr lang="en-GB" dirty="0"/>
              <a:t> You can establish a connection using a server-side script (PHP, Node. </a:t>
            </a:r>
            <a:r>
              <a:rPr lang="en-GB" dirty="0" err="1"/>
              <a:t>js</a:t>
            </a:r>
            <a:r>
              <a:rPr lang="en-GB" dirty="0"/>
              <a:t>, or Python) so that your web app can communicate with the database. You will typically be asked to enter the database host, username, password and database name</a:t>
            </a:r>
          </a:p>
          <a:p>
            <a:pPr fontAlgn="base"/>
            <a:r>
              <a:rPr lang="en-GB" b="1" dirty="0"/>
              <a:t>Perform CRUD Operations</a:t>
            </a:r>
            <a:r>
              <a:rPr lang="en-GB" dirty="0"/>
              <a:t>: CRUD stands for </a:t>
            </a:r>
            <a:r>
              <a:rPr lang="en-GB" b="1" dirty="0"/>
              <a:t>Create</a:t>
            </a:r>
            <a:r>
              <a:rPr lang="en-GB" dirty="0"/>
              <a:t>, </a:t>
            </a:r>
            <a:r>
              <a:rPr lang="en-GB" b="1" dirty="0"/>
              <a:t>Read</a:t>
            </a:r>
            <a:r>
              <a:rPr lang="en-GB" dirty="0"/>
              <a:t>, </a:t>
            </a:r>
            <a:r>
              <a:rPr lang="en-GB" b="1" dirty="0"/>
              <a:t>Update</a:t>
            </a:r>
            <a:r>
              <a:rPr lang="en-GB" dirty="0"/>
              <a:t>, and </a:t>
            </a:r>
            <a:r>
              <a:rPr lang="en-GB" b="1" dirty="0"/>
              <a:t>Delete</a:t>
            </a:r>
            <a:r>
              <a:rPr lang="en-GB" dirty="0"/>
              <a:t>. These are the fundamental things you can do to the database: add, view, change, or delete data</a:t>
            </a:r>
          </a:p>
          <a:p>
            <a:pPr fontAlgn="base"/>
            <a:r>
              <a:rPr lang="en-GB" b="1" dirty="0"/>
              <a:t>Check Your Connection: </a:t>
            </a:r>
            <a:r>
              <a:rPr lang="en-GB" dirty="0"/>
              <a:t>Test another connection to make sure you can get into the app fast!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34295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8D214B-866D-9A83-AA8E-D7A87C12B9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1013" y="3752849"/>
            <a:ext cx="3290887" cy="2452687"/>
          </a:xfrm>
        </p:spPr>
        <p:txBody>
          <a:bodyPr anchor="ctr">
            <a:normAutofit/>
          </a:bodyPr>
          <a:lstStyle/>
          <a:p>
            <a:r>
              <a:rPr lang="en-GB" sz="3600" b="1"/>
              <a:t>What is SQL?</a:t>
            </a:r>
            <a:endParaRPr lang="en-US" sz="3600"/>
          </a:p>
        </p:txBody>
      </p:sp>
      <p:pic>
        <p:nvPicPr>
          <p:cNvPr id="3074" name="Picture 2" descr="before_and_after_sql">
            <a:extLst>
              <a:ext uri="{FF2B5EF4-FFF2-40B4-BE49-F238E27FC236}">
                <a16:creationId xmlns:a16="http://schemas.microsoft.com/office/drawing/2014/main" id="{E1510680-95EA-3F20-F3ED-5862760484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9131"/>
          <a:stretch>
            <a:fillRect/>
          </a:stretch>
        </p:blipFill>
        <p:spPr bwMode="auto">
          <a:xfrm>
            <a:off x="20" y="10"/>
            <a:ext cx="12191980" cy="3710603"/>
          </a:xfrm>
          <a:custGeom>
            <a:avLst/>
            <a:gdLst/>
            <a:ahLst/>
            <a:cxnLst/>
            <a:rect l="l" t="t" r="r" b="b"/>
            <a:pathLst>
              <a:path w="12192000" h="3692092">
                <a:moveTo>
                  <a:pt x="0" y="0"/>
                </a:moveTo>
                <a:lnTo>
                  <a:pt x="12192000" y="0"/>
                </a:lnTo>
                <a:lnTo>
                  <a:pt x="12192000" y="3504824"/>
                </a:lnTo>
                <a:lnTo>
                  <a:pt x="12024691" y="3517794"/>
                </a:lnTo>
                <a:cubicBezTo>
                  <a:pt x="8077523" y="3783195"/>
                  <a:pt x="4094678" y="3026959"/>
                  <a:pt x="160485" y="3663863"/>
                </a:cubicBezTo>
                <a:lnTo>
                  <a:pt x="0" y="3692092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D92037-1C49-11EB-E26A-F164AEDB6F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23982" y="3752850"/>
            <a:ext cx="7485413" cy="2452687"/>
          </a:xfrm>
        </p:spPr>
        <p:txBody>
          <a:bodyPr anchor="ctr">
            <a:normAutofit/>
          </a:bodyPr>
          <a:lstStyle/>
          <a:p>
            <a:pPr fontAlgn="base"/>
            <a:r>
              <a:rPr lang="en-GB" sz="1800"/>
              <a:t>Structured Query Language (SQL) is the standard language used to interact with relational databases.</a:t>
            </a:r>
          </a:p>
          <a:p>
            <a:pPr fontAlgn="base"/>
            <a:r>
              <a:rPr lang="en-GB" sz="1800"/>
              <a:t>It allows users to store, retrieve, update and manage data efficiently through simple commands.</a:t>
            </a:r>
          </a:p>
          <a:p>
            <a:pPr fontAlgn="base"/>
            <a:r>
              <a:rPr lang="en-GB" sz="1800"/>
              <a:t>It is known for its user-friendly syntax and powerful capabilities, SQL is widely used across industries.</a:t>
            </a:r>
          </a:p>
          <a:p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22086192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113" name="Rectangle 4112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EFEC6A5-A32C-74AF-1B83-0C866F33CB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anchor="b">
            <a:normAutofit/>
          </a:bodyPr>
          <a:lstStyle/>
          <a:p>
            <a:r>
              <a:rPr lang="en-GB" sz="5400" b="1"/>
              <a:t>How Does SQL Work?</a:t>
            </a:r>
            <a:endParaRPr lang="en-US" sz="5400"/>
          </a:p>
        </p:txBody>
      </p:sp>
      <p:sp>
        <p:nvSpPr>
          <p:cNvPr id="4114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871493-EC7B-4C33-B20A-A1E1B2D83B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807208"/>
            <a:ext cx="3429000" cy="3410712"/>
          </a:xfrm>
        </p:spPr>
        <p:txBody>
          <a:bodyPr anchor="t">
            <a:normAutofit fontScale="47500" lnSpcReduction="20000"/>
          </a:bodyPr>
          <a:lstStyle/>
          <a:p>
            <a:pPr marL="0" indent="0" fontAlgn="base">
              <a:buNone/>
            </a:pPr>
            <a:r>
              <a:rPr lang="en-GB" dirty="0"/>
              <a:t>Below are the detailed steps involved in the SQL query execution.</a:t>
            </a:r>
          </a:p>
          <a:p>
            <a:pPr fontAlgn="base"/>
            <a:r>
              <a:rPr lang="en-GB" b="1" dirty="0"/>
              <a:t>Input:</a:t>
            </a:r>
            <a:r>
              <a:rPr lang="en-GB" dirty="0"/>
              <a:t> The user submits a query (e.g., SELECT, INSERT, UPDATE, DELETE) via an application or interface.</a:t>
            </a:r>
          </a:p>
          <a:p>
            <a:pPr fontAlgn="base"/>
            <a:r>
              <a:rPr lang="en-GB" b="1" dirty="0"/>
              <a:t>Parsing: </a:t>
            </a:r>
            <a:r>
              <a:rPr lang="en-GB" dirty="0"/>
              <a:t>The query processor breaks the query into parts (tokens) and checks for syntax and schema correctness.</a:t>
            </a:r>
          </a:p>
          <a:p>
            <a:pPr fontAlgn="base"/>
            <a:r>
              <a:rPr lang="en-GB" b="1" dirty="0"/>
              <a:t>Optimization:</a:t>
            </a:r>
            <a:r>
              <a:rPr lang="en-GB" dirty="0"/>
              <a:t> The optimizer finds the most efficient way to run the query using indexes, statistics and available resources.</a:t>
            </a:r>
          </a:p>
          <a:p>
            <a:pPr fontAlgn="base"/>
            <a:r>
              <a:rPr lang="en-GB" b="1" dirty="0"/>
              <a:t>Execution:</a:t>
            </a:r>
            <a:r>
              <a:rPr lang="en-GB" dirty="0"/>
              <a:t> The execution engine runs the query using the chosen plan, accessing or modifying the database as needed.</a:t>
            </a:r>
          </a:p>
          <a:p>
            <a:pPr fontAlgn="base"/>
            <a:r>
              <a:rPr lang="en-GB" b="1" dirty="0"/>
              <a:t>Output:</a:t>
            </a:r>
            <a:r>
              <a:rPr lang="en-GB" dirty="0"/>
              <a:t> Results are returned to the user, either data (for SELECT) or a success message (for other operations).</a:t>
            </a:r>
          </a:p>
        </p:txBody>
      </p:sp>
      <p:pic>
        <p:nvPicPr>
          <p:cNvPr id="4098" name="Picture 2" descr="how_sql_works">
            <a:extLst>
              <a:ext uri="{FF2B5EF4-FFF2-40B4-BE49-F238E27FC236}">
                <a16:creationId xmlns:a16="http://schemas.microsoft.com/office/drawing/2014/main" id="{6F1FABF2-8973-30BB-C235-DC5782F99A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654296" y="1703071"/>
            <a:ext cx="6903720" cy="34518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141216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AD318CC-E2A8-4E27-9548-A047A78999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4E687F4-DC3E-AF39-A7FB-256FDCF2C4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5065" y="1463040"/>
            <a:ext cx="3796306" cy="2690949"/>
          </a:xfrm>
        </p:spPr>
        <p:txBody>
          <a:bodyPr anchor="t">
            <a:normAutofit/>
          </a:bodyPr>
          <a:lstStyle/>
          <a:p>
            <a:r>
              <a:rPr lang="en-GB" b="1" dirty="0"/>
              <a:t>Key Components of a SQL System</a:t>
            </a:r>
            <a:endParaRPr lang="en-US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B14B560F-9DD7-4302-A60B-EBD3EF59B0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09667" y="4415246"/>
            <a:ext cx="11982332" cy="2087795"/>
            <a:chOff x="143163" y="5763486"/>
            <a:chExt cx="11982332" cy="739555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3A9A4357-BD1D-4622-A4FE-766E6AB8DE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357444" y="5763486"/>
              <a:ext cx="11768051" cy="73955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C21D6966-343E-49AC-A026-D2497E0C3C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43163" y="5763486"/>
              <a:ext cx="1" cy="739555"/>
            </a:xfrm>
            <a:prstGeom prst="line">
              <a:avLst/>
            </a:prstGeom>
            <a:ln w="1778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2C1BBA94-3F40-40AA-8BB9-E69E25E537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33706" y="587829"/>
            <a:ext cx="6505300" cy="568234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03A331-BEA9-7D92-FFA0-D197411AC9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15162" y="587829"/>
            <a:ext cx="5542387" cy="4300447"/>
          </a:xfrm>
        </p:spPr>
        <p:txBody>
          <a:bodyPr anchor="t">
            <a:normAutofit/>
          </a:bodyPr>
          <a:lstStyle/>
          <a:p>
            <a:pPr fontAlgn="base"/>
            <a:r>
              <a:rPr lang="en-GB" sz="1200" b="1" dirty="0"/>
              <a:t>Databases </a:t>
            </a:r>
            <a:r>
              <a:rPr lang="en-GB" sz="1200" dirty="0"/>
              <a:t>: A database is a structured collection of data. It organizes data into </a:t>
            </a:r>
            <a:r>
              <a:rPr lang="en-GB" sz="1200" b="1" dirty="0"/>
              <a:t>tables</a:t>
            </a:r>
            <a:r>
              <a:rPr lang="en-GB" sz="1200" dirty="0"/>
              <a:t>, which are like spreadsheets with rows (records) and columns (fields) .</a:t>
            </a:r>
          </a:p>
          <a:p>
            <a:pPr fontAlgn="base"/>
            <a:r>
              <a:rPr lang="en-GB" sz="1200" b="1" dirty="0"/>
              <a:t>Tables</a:t>
            </a:r>
            <a:r>
              <a:rPr lang="en-GB" sz="1200" dirty="0"/>
              <a:t>: Each table enforces rules and relationships among its columns for data integrity.</a:t>
            </a:r>
          </a:p>
          <a:p>
            <a:pPr fontAlgn="base"/>
            <a:r>
              <a:rPr lang="en-GB" sz="1200" b="1" dirty="0"/>
              <a:t>Indexes</a:t>
            </a:r>
            <a:r>
              <a:rPr lang="en-GB" sz="1200" dirty="0"/>
              <a:t>: Indexes speed up queries by allowing the database to quickly locate data without scanning the entire table.</a:t>
            </a:r>
          </a:p>
          <a:p>
            <a:pPr fontAlgn="base"/>
            <a:r>
              <a:rPr lang="en-GB" sz="1200" b="1" dirty="0"/>
              <a:t>Views</a:t>
            </a:r>
            <a:r>
              <a:rPr lang="en-GB" sz="1200" dirty="0"/>
              <a:t>: A view is a virtual table basically a saved SELECT statement you can query like a table.</a:t>
            </a:r>
          </a:p>
          <a:p>
            <a:pPr fontAlgn="base"/>
            <a:r>
              <a:rPr lang="en-GB" sz="1200" b="1" dirty="0"/>
              <a:t>Stored Procedures</a:t>
            </a:r>
            <a:r>
              <a:rPr lang="en-GB" sz="1200" dirty="0"/>
              <a:t>: These are pre-written</a:t>
            </a:r>
            <a:r>
              <a:rPr lang="en-GB" sz="1200" b="1" dirty="0"/>
              <a:t> </a:t>
            </a:r>
            <a:r>
              <a:rPr lang="en-GB" sz="1200" dirty="0"/>
              <a:t>SQL</a:t>
            </a:r>
            <a:r>
              <a:rPr lang="en-GB" sz="1200" b="1" dirty="0"/>
              <a:t> </a:t>
            </a:r>
            <a:r>
              <a:rPr lang="en-GB" sz="1200" dirty="0"/>
              <a:t>scripts stored inside the database. They can receive inputs, run complex logic and return results boosting performance, reusability and security.</a:t>
            </a:r>
          </a:p>
          <a:p>
            <a:pPr fontAlgn="base"/>
            <a:r>
              <a:rPr lang="en-GB" sz="1200" b="1" dirty="0"/>
              <a:t>Transactions</a:t>
            </a:r>
            <a:r>
              <a:rPr lang="en-GB" sz="1200" dirty="0"/>
              <a:t>: A transaction groups multiple SQL operations into a single unit. It ensures </a:t>
            </a:r>
            <a:r>
              <a:rPr lang="en-GB" sz="1200" b="1" dirty="0"/>
              <a:t>all</a:t>
            </a:r>
            <a:r>
              <a:rPr lang="en-GB" sz="1200" dirty="0"/>
              <a:t> changes are applied successfully or none are, preserving data integrity (ACID properties)</a:t>
            </a:r>
          </a:p>
          <a:p>
            <a:pPr fontAlgn="base"/>
            <a:r>
              <a:rPr lang="en-GB" sz="1200" b="1" dirty="0"/>
              <a:t>Security and Permissions</a:t>
            </a:r>
            <a:r>
              <a:rPr lang="en-GB" sz="1200" dirty="0"/>
              <a:t>: SQL includes tools to </a:t>
            </a:r>
            <a:r>
              <a:rPr lang="en-GB" sz="1200" b="1" dirty="0"/>
              <a:t>restrict access</a:t>
            </a:r>
            <a:r>
              <a:rPr lang="en-GB" sz="1200" dirty="0"/>
              <a:t>, letting DBAs assign who can do what whether it's accessing tables, executing procedures, or changing structures.</a:t>
            </a:r>
          </a:p>
          <a:p>
            <a:pPr fontAlgn="base"/>
            <a:r>
              <a:rPr lang="en-GB" sz="1200" b="1" dirty="0"/>
              <a:t>Joins: </a:t>
            </a:r>
            <a:r>
              <a:rPr lang="en-GB" sz="1200" dirty="0"/>
              <a:t>Joins combine data from multiple tables based on relationships essential for querying across related datasets.</a:t>
            </a:r>
          </a:p>
        </p:txBody>
      </p:sp>
    </p:spTree>
    <p:extLst>
      <p:ext uri="{BB962C8B-B14F-4D97-AF65-F5344CB8AC3E}">
        <p14:creationId xmlns:p14="http://schemas.microsoft.com/office/powerpoint/2010/main" val="25306768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BBE08F7-CC2F-5521-17B6-B396F5BB1E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GB" sz="5400" b="1"/>
              <a:t>Rules for Writing SQL Queries</a:t>
            </a:r>
            <a:endParaRPr lang="en-US" sz="5400"/>
          </a:p>
        </p:txBody>
      </p:sp>
      <p:sp>
        <p:nvSpPr>
          <p:cNvPr id="24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C28B40-7EDC-E2A9-E2D5-F755EDEB1A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008120"/>
          </a:xfrm>
        </p:spPr>
        <p:txBody>
          <a:bodyPr>
            <a:normAutofit/>
          </a:bodyPr>
          <a:lstStyle/>
          <a:p>
            <a:pPr fontAlgn="base"/>
            <a:r>
              <a:rPr lang="en-GB" sz="2200" dirty="0"/>
              <a:t>There are certain rules for SQL which would ensure consistency and functionality across databases. By following these rules, queries will be well formed and well executed in any database.</a:t>
            </a:r>
          </a:p>
          <a:p>
            <a:pPr fontAlgn="base"/>
            <a:r>
              <a:rPr lang="en-GB" sz="2200" b="1" dirty="0"/>
              <a:t>End with Semicolon (;)</a:t>
            </a:r>
            <a:r>
              <a:rPr lang="en-GB" sz="2200" dirty="0"/>
              <a:t>: Each SQL statement must end with a semicolon to execute properly.</a:t>
            </a:r>
          </a:p>
          <a:p>
            <a:pPr fontAlgn="base"/>
            <a:r>
              <a:rPr lang="en-GB" sz="2200" b="1" dirty="0"/>
              <a:t>Case Insensitivity</a:t>
            </a:r>
            <a:r>
              <a:rPr lang="en-GB" sz="2200" dirty="0"/>
              <a:t>: SQL keywords (e.g., SELECT, INSERT) are not case-sensitive. However, table or column names may be case-sensitive depending on the DBMS.</a:t>
            </a:r>
          </a:p>
          <a:p>
            <a:pPr fontAlgn="base"/>
            <a:r>
              <a:rPr lang="en-GB" sz="2200" b="1" dirty="0"/>
              <a:t>Whitespace Allowed</a:t>
            </a:r>
            <a:r>
              <a:rPr lang="en-GB" sz="2200" dirty="0"/>
              <a:t>: Queries can span multiple lines, but use spaces between keywords and names.</a:t>
            </a:r>
          </a:p>
          <a:p>
            <a:pPr fontAlgn="base"/>
            <a:r>
              <a:rPr lang="en-GB" sz="2200" b="1" dirty="0"/>
              <a:t>Reserved Words</a:t>
            </a:r>
            <a:r>
              <a:rPr lang="en-GB" sz="2200" dirty="0"/>
              <a:t>: Avoid using SQL keywords as names. If needed, wrap them in quotes (" ") or backticks (`).</a:t>
            </a:r>
          </a:p>
          <a:p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38001734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69BBA8A4-39EC-AB9B-D9FD-C64A41CDB7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5"/>
            <a:ext cx="6906491" cy="5230336"/>
          </a:xfrm>
        </p:spPr>
        <p:txBody>
          <a:bodyPr anchor="ctr">
            <a:normAutofit lnSpcReduction="10000"/>
          </a:bodyPr>
          <a:lstStyle/>
          <a:p>
            <a:pPr marL="0" indent="0" fontAlgn="base">
              <a:buNone/>
            </a:pPr>
            <a:r>
              <a:rPr lang="en-GB" sz="2600" b="1" dirty="0"/>
              <a:t>Comments</a:t>
            </a:r>
            <a:endParaRPr lang="en-GB" sz="2600" dirty="0"/>
          </a:p>
          <a:p>
            <a:pPr fontAlgn="base"/>
            <a:r>
              <a:rPr lang="en-GB" sz="2600" dirty="0"/>
              <a:t>Single-line: -- comment</a:t>
            </a:r>
          </a:p>
          <a:p>
            <a:pPr fontAlgn="base"/>
            <a:r>
              <a:rPr lang="en-GB" sz="2600" dirty="0"/>
              <a:t>Multi-line: /* comment */</a:t>
            </a:r>
          </a:p>
          <a:p>
            <a:pPr marL="0" indent="0" fontAlgn="base">
              <a:buNone/>
            </a:pPr>
            <a:r>
              <a:rPr lang="en-GB" sz="2600" b="1" dirty="0"/>
              <a:t>Data Constraints</a:t>
            </a:r>
            <a:r>
              <a:rPr lang="en-GB" sz="2600" dirty="0"/>
              <a:t>: Use NOT NULL, UNIQUE, PRIMARY KEY, etc., to ensure data accuracy.</a:t>
            </a:r>
          </a:p>
          <a:p>
            <a:pPr marL="0" indent="0" fontAlgn="base">
              <a:buNone/>
            </a:pPr>
            <a:r>
              <a:rPr lang="en-GB" sz="2600" b="1" dirty="0"/>
              <a:t>String Values</a:t>
            </a:r>
            <a:r>
              <a:rPr lang="en-GB" sz="2600" dirty="0"/>
              <a:t>: Enclose strings in single quotes ('text').</a:t>
            </a:r>
          </a:p>
          <a:p>
            <a:pPr marL="0" indent="0" fontAlgn="base">
              <a:buNone/>
            </a:pPr>
            <a:r>
              <a:rPr lang="en-GB" sz="2600" b="1" dirty="0"/>
              <a:t>Naming Rules:</a:t>
            </a:r>
            <a:endParaRPr lang="en-GB" sz="2600" dirty="0"/>
          </a:p>
          <a:p>
            <a:pPr fontAlgn="base"/>
            <a:r>
              <a:rPr lang="en-GB" sz="2600" dirty="0"/>
              <a:t>We Start with a letter</a:t>
            </a:r>
          </a:p>
          <a:p>
            <a:pPr fontAlgn="base"/>
            <a:r>
              <a:rPr lang="en-GB" sz="2600" dirty="0"/>
              <a:t>We can only use Max 30 characters</a:t>
            </a:r>
          </a:p>
          <a:p>
            <a:pPr fontAlgn="base"/>
            <a:r>
              <a:rPr lang="en-GB" sz="2600" dirty="0"/>
              <a:t>We only use letters, numbers and underscores (_)</a:t>
            </a:r>
          </a:p>
          <a:p>
            <a:endParaRPr lang="en-US" sz="2600" dirty="0"/>
          </a:p>
        </p:txBody>
      </p:sp>
    </p:spTree>
    <p:extLst>
      <p:ext uri="{BB962C8B-B14F-4D97-AF65-F5344CB8AC3E}">
        <p14:creationId xmlns:p14="http://schemas.microsoft.com/office/powerpoint/2010/main" val="25863165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145" name="Rectangle 5144">
            <a:extLst>
              <a:ext uri="{FF2B5EF4-FFF2-40B4-BE49-F238E27FC236}">
                <a16:creationId xmlns:a16="http://schemas.microsoft.com/office/drawing/2014/main" id="{A8908DB7-C3A6-4FCB-9820-CEE02B398C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1759FB1-635C-CE9E-5279-3E96310F0D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40823"/>
            <a:ext cx="3419856" cy="5583148"/>
          </a:xfrm>
        </p:spPr>
        <p:txBody>
          <a:bodyPr anchor="ctr">
            <a:normAutofit/>
          </a:bodyPr>
          <a:lstStyle/>
          <a:p>
            <a:r>
              <a:rPr lang="en-GB" sz="5000" b="1" dirty="0"/>
              <a:t>What are Different SQL Commands or Queries?</a:t>
            </a:r>
            <a:endParaRPr lang="en-US" sz="5000" dirty="0"/>
          </a:p>
        </p:txBody>
      </p:sp>
      <p:sp>
        <p:nvSpPr>
          <p:cNvPr id="5147" name="sketch line">
            <a:extLst>
              <a:ext uri="{FF2B5EF4-FFF2-40B4-BE49-F238E27FC236}">
                <a16:creationId xmlns:a16="http://schemas.microsoft.com/office/drawing/2014/main" id="{535742DD-1B16-4E9D-B715-0D74B4574A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267200" y="630936"/>
            <a:ext cx="18288" cy="5590381"/>
          </a:xfrm>
          <a:custGeom>
            <a:avLst/>
            <a:gdLst>
              <a:gd name="connsiteX0" fmla="*/ 0 w 18288"/>
              <a:gd name="connsiteY0" fmla="*/ 0 h 5590381"/>
              <a:gd name="connsiteX1" fmla="*/ 18288 w 18288"/>
              <a:gd name="connsiteY1" fmla="*/ 0 h 5590381"/>
              <a:gd name="connsiteX2" fmla="*/ 18288 w 18288"/>
              <a:gd name="connsiteY2" fmla="*/ 754701 h 5590381"/>
              <a:gd name="connsiteX3" fmla="*/ 18288 w 18288"/>
              <a:gd name="connsiteY3" fmla="*/ 1565307 h 5590381"/>
              <a:gd name="connsiteX4" fmla="*/ 18288 w 18288"/>
              <a:gd name="connsiteY4" fmla="*/ 2152297 h 5590381"/>
              <a:gd name="connsiteX5" fmla="*/ 18288 w 18288"/>
              <a:gd name="connsiteY5" fmla="*/ 2906998 h 5590381"/>
              <a:gd name="connsiteX6" fmla="*/ 18288 w 18288"/>
              <a:gd name="connsiteY6" fmla="*/ 3549892 h 5590381"/>
              <a:gd name="connsiteX7" fmla="*/ 18288 w 18288"/>
              <a:gd name="connsiteY7" fmla="*/ 4080978 h 5590381"/>
              <a:gd name="connsiteX8" fmla="*/ 18288 w 18288"/>
              <a:gd name="connsiteY8" fmla="*/ 4835680 h 5590381"/>
              <a:gd name="connsiteX9" fmla="*/ 18288 w 18288"/>
              <a:gd name="connsiteY9" fmla="*/ 5590381 h 5590381"/>
              <a:gd name="connsiteX10" fmla="*/ 0 w 18288"/>
              <a:gd name="connsiteY10" fmla="*/ 5590381 h 5590381"/>
              <a:gd name="connsiteX11" fmla="*/ 0 w 18288"/>
              <a:gd name="connsiteY11" fmla="*/ 4835680 h 5590381"/>
              <a:gd name="connsiteX12" fmla="*/ 0 w 18288"/>
              <a:gd name="connsiteY12" fmla="*/ 4304593 h 5590381"/>
              <a:gd name="connsiteX13" fmla="*/ 0 w 18288"/>
              <a:gd name="connsiteY13" fmla="*/ 3773507 h 5590381"/>
              <a:gd name="connsiteX14" fmla="*/ 0 w 18288"/>
              <a:gd name="connsiteY14" fmla="*/ 3186517 h 5590381"/>
              <a:gd name="connsiteX15" fmla="*/ 0 w 18288"/>
              <a:gd name="connsiteY15" fmla="*/ 2487720 h 5590381"/>
              <a:gd name="connsiteX16" fmla="*/ 0 w 18288"/>
              <a:gd name="connsiteY16" fmla="*/ 1956633 h 5590381"/>
              <a:gd name="connsiteX17" fmla="*/ 0 w 18288"/>
              <a:gd name="connsiteY17" fmla="*/ 1425547 h 5590381"/>
              <a:gd name="connsiteX18" fmla="*/ 0 w 18288"/>
              <a:gd name="connsiteY18" fmla="*/ 614942 h 5590381"/>
              <a:gd name="connsiteX19" fmla="*/ 0 w 18288"/>
              <a:gd name="connsiteY19" fmla="*/ 0 h 55903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18288" h="5590381" fill="none" extrusionOk="0">
                <a:moveTo>
                  <a:pt x="0" y="0"/>
                </a:moveTo>
                <a:cubicBezTo>
                  <a:pt x="7726" y="-435"/>
                  <a:pt x="14198" y="437"/>
                  <a:pt x="18288" y="0"/>
                </a:cubicBezTo>
                <a:cubicBezTo>
                  <a:pt x="-5226" y="225076"/>
                  <a:pt x="46275" y="562283"/>
                  <a:pt x="18288" y="754701"/>
                </a:cubicBezTo>
                <a:cubicBezTo>
                  <a:pt x="-9699" y="947119"/>
                  <a:pt x="30081" y="1239251"/>
                  <a:pt x="18288" y="1565307"/>
                </a:cubicBezTo>
                <a:cubicBezTo>
                  <a:pt x="6495" y="1891363"/>
                  <a:pt x="7160" y="1999140"/>
                  <a:pt x="18288" y="2152297"/>
                </a:cubicBezTo>
                <a:cubicBezTo>
                  <a:pt x="29417" y="2305454"/>
                  <a:pt x="28705" y="2598333"/>
                  <a:pt x="18288" y="2906998"/>
                </a:cubicBezTo>
                <a:cubicBezTo>
                  <a:pt x="7871" y="3215663"/>
                  <a:pt x="35263" y="3327412"/>
                  <a:pt x="18288" y="3549892"/>
                </a:cubicBezTo>
                <a:cubicBezTo>
                  <a:pt x="1313" y="3772372"/>
                  <a:pt x="38561" y="3843836"/>
                  <a:pt x="18288" y="4080978"/>
                </a:cubicBezTo>
                <a:cubicBezTo>
                  <a:pt x="-1985" y="4318120"/>
                  <a:pt x="-3806" y="4511166"/>
                  <a:pt x="18288" y="4835680"/>
                </a:cubicBezTo>
                <a:cubicBezTo>
                  <a:pt x="40382" y="5160194"/>
                  <a:pt x="-13070" y="5401748"/>
                  <a:pt x="18288" y="5590381"/>
                </a:cubicBezTo>
                <a:cubicBezTo>
                  <a:pt x="12010" y="5589863"/>
                  <a:pt x="6799" y="5589982"/>
                  <a:pt x="0" y="5590381"/>
                </a:cubicBezTo>
                <a:cubicBezTo>
                  <a:pt x="-6480" y="5250523"/>
                  <a:pt x="-32148" y="5052531"/>
                  <a:pt x="0" y="4835680"/>
                </a:cubicBezTo>
                <a:cubicBezTo>
                  <a:pt x="32148" y="4618829"/>
                  <a:pt x="5352" y="4496374"/>
                  <a:pt x="0" y="4304593"/>
                </a:cubicBezTo>
                <a:cubicBezTo>
                  <a:pt x="-5352" y="4112812"/>
                  <a:pt x="9645" y="3919423"/>
                  <a:pt x="0" y="3773507"/>
                </a:cubicBezTo>
                <a:cubicBezTo>
                  <a:pt x="-9645" y="3627591"/>
                  <a:pt x="-10654" y="3330687"/>
                  <a:pt x="0" y="3186517"/>
                </a:cubicBezTo>
                <a:cubicBezTo>
                  <a:pt x="10654" y="3042347"/>
                  <a:pt x="18181" y="2635923"/>
                  <a:pt x="0" y="2487720"/>
                </a:cubicBezTo>
                <a:cubicBezTo>
                  <a:pt x="-18181" y="2339517"/>
                  <a:pt x="-7947" y="2113537"/>
                  <a:pt x="0" y="1956633"/>
                </a:cubicBezTo>
                <a:cubicBezTo>
                  <a:pt x="7947" y="1799729"/>
                  <a:pt x="-15145" y="1657735"/>
                  <a:pt x="0" y="1425547"/>
                </a:cubicBezTo>
                <a:cubicBezTo>
                  <a:pt x="15145" y="1193359"/>
                  <a:pt x="-23832" y="948054"/>
                  <a:pt x="0" y="614942"/>
                </a:cubicBezTo>
                <a:cubicBezTo>
                  <a:pt x="23832" y="281831"/>
                  <a:pt x="2816" y="129878"/>
                  <a:pt x="0" y="0"/>
                </a:cubicBezTo>
                <a:close/>
              </a:path>
              <a:path w="18288" h="5590381" stroke="0" extrusionOk="0">
                <a:moveTo>
                  <a:pt x="0" y="0"/>
                </a:moveTo>
                <a:cubicBezTo>
                  <a:pt x="5871" y="848"/>
                  <a:pt x="11713" y="-200"/>
                  <a:pt x="18288" y="0"/>
                </a:cubicBezTo>
                <a:cubicBezTo>
                  <a:pt x="41141" y="165299"/>
                  <a:pt x="3613" y="427555"/>
                  <a:pt x="18288" y="698798"/>
                </a:cubicBezTo>
                <a:cubicBezTo>
                  <a:pt x="32963" y="970041"/>
                  <a:pt x="19680" y="1226199"/>
                  <a:pt x="18288" y="1397595"/>
                </a:cubicBezTo>
                <a:cubicBezTo>
                  <a:pt x="16896" y="1568991"/>
                  <a:pt x="38798" y="1794517"/>
                  <a:pt x="18288" y="2152297"/>
                </a:cubicBezTo>
                <a:cubicBezTo>
                  <a:pt x="-2222" y="2510077"/>
                  <a:pt x="40846" y="2594424"/>
                  <a:pt x="18288" y="2739287"/>
                </a:cubicBezTo>
                <a:cubicBezTo>
                  <a:pt x="-4270" y="2884150"/>
                  <a:pt x="27117" y="3129706"/>
                  <a:pt x="18288" y="3493988"/>
                </a:cubicBezTo>
                <a:cubicBezTo>
                  <a:pt x="9459" y="3858270"/>
                  <a:pt x="54201" y="4041447"/>
                  <a:pt x="18288" y="4304593"/>
                </a:cubicBezTo>
                <a:cubicBezTo>
                  <a:pt x="-17625" y="4567740"/>
                  <a:pt x="49627" y="5149125"/>
                  <a:pt x="18288" y="5590381"/>
                </a:cubicBezTo>
                <a:cubicBezTo>
                  <a:pt x="10860" y="5590744"/>
                  <a:pt x="7568" y="5590157"/>
                  <a:pt x="0" y="5590381"/>
                </a:cubicBezTo>
                <a:cubicBezTo>
                  <a:pt x="36767" y="5266821"/>
                  <a:pt x="-16223" y="5116146"/>
                  <a:pt x="0" y="4835680"/>
                </a:cubicBezTo>
                <a:cubicBezTo>
                  <a:pt x="16223" y="4555214"/>
                  <a:pt x="-16316" y="4356490"/>
                  <a:pt x="0" y="4136882"/>
                </a:cubicBezTo>
                <a:cubicBezTo>
                  <a:pt x="16316" y="3917274"/>
                  <a:pt x="8005" y="3773465"/>
                  <a:pt x="0" y="3549892"/>
                </a:cubicBezTo>
                <a:cubicBezTo>
                  <a:pt x="-8005" y="3326319"/>
                  <a:pt x="27623" y="3052456"/>
                  <a:pt x="0" y="2851094"/>
                </a:cubicBezTo>
                <a:cubicBezTo>
                  <a:pt x="-27623" y="2649732"/>
                  <a:pt x="5614" y="2455815"/>
                  <a:pt x="0" y="2264104"/>
                </a:cubicBezTo>
                <a:cubicBezTo>
                  <a:pt x="-5614" y="2072393"/>
                  <a:pt x="22598" y="1990723"/>
                  <a:pt x="0" y="1733018"/>
                </a:cubicBezTo>
                <a:cubicBezTo>
                  <a:pt x="-22598" y="1475313"/>
                  <a:pt x="-6965" y="1369123"/>
                  <a:pt x="0" y="1090124"/>
                </a:cubicBezTo>
                <a:cubicBezTo>
                  <a:pt x="6965" y="811125"/>
                  <a:pt x="-19273" y="507044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3114097614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124" name="Picture 4" descr="sql_commands">
            <a:extLst>
              <a:ext uri="{FF2B5EF4-FFF2-40B4-BE49-F238E27FC236}">
                <a16:creationId xmlns:a16="http://schemas.microsoft.com/office/drawing/2014/main" id="{0D2CBE6C-057F-61A0-EDA5-123F053529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654296" y="864109"/>
            <a:ext cx="6894576" cy="34472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758666-BF22-0A57-024C-EECD1D016F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54296" y="4311395"/>
            <a:ext cx="6894576" cy="1428487"/>
          </a:xfrm>
        </p:spPr>
        <p:txBody>
          <a:bodyPr anchor="t">
            <a:normAutofit/>
          </a:bodyPr>
          <a:lstStyle/>
          <a:p>
            <a:r>
              <a:rPr lang="en-GB" sz="1500" dirty="0"/>
              <a:t>Structured Query Language (SQL) commands are standardized instructions used by developers to interact with data stored in </a:t>
            </a:r>
            <a:r>
              <a:rPr lang="en-GB" sz="1500" b="1" dirty="0"/>
              <a:t>relational databases</a:t>
            </a:r>
            <a:r>
              <a:rPr lang="en-GB" sz="1500" dirty="0"/>
              <a:t>. These commands allow for the creation, manipulation, retrieval and control of data, as well as database structures. SQL commands are categorized based on their specific functionalities:</a:t>
            </a:r>
            <a:endParaRPr lang="en-US" sz="1500" dirty="0"/>
          </a:p>
        </p:txBody>
      </p:sp>
    </p:spTree>
    <p:extLst>
      <p:ext uri="{BB962C8B-B14F-4D97-AF65-F5344CB8AC3E}">
        <p14:creationId xmlns:p14="http://schemas.microsoft.com/office/powerpoint/2010/main" val="289431210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FFB60E8C-7224-44A4-87A0-46A1711DD2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279B3EA-BF66-AFD1-8FAF-BDA723C442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5528" y="386930"/>
            <a:ext cx="10141799" cy="1300554"/>
          </a:xfrm>
        </p:spPr>
        <p:txBody>
          <a:bodyPr anchor="b">
            <a:normAutofit/>
          </a:bodyPr>
          <a:lstStyle/>
          <a:p>
            <a:pPr fontAlgn="base"/>
            <a:r>
              <a:rPr lang="en-GB" sz="4800" b="1"/>
              <a:t>1. Data Definition Language</a:t>
            </a:r>
            <a:endParaRPr lang="en-US" sz="480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DA32751-37A2-45C0-BE94-63D375E270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E7FA566-571B-220A-06C6-86C4DBA742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072" y="2389218"/>
            <a:ext cx="5150277" cy="2884154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5DAD32-6BD6-E4F7-468E-01F4CB42FE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14883" y="2360359"/>
            <a:ext cx="4530898" cy="3333198"/>
          </a:xfrm>
        </p:spPr>
        <p:txBody>
          <a:bodyPr anchor="ctr">
            <a:normAutofit/>
          </a:bodyPr>
          <a:lstStyle/>
          <a:p>
            <a:r>
              <a:rPr lang="en-GB" sz="2000" dirty="0"/>
              <a:t>These commands are used to define the structure of database objects by </a:t>
            </a:r>
            <a:r>
              <a:rPr lang="en-GB" sz="2000" b="1" dirty="0"/>
              <a:t>creating</a:t>
            </a:r>
            <a:r>
              <a:rPr lang="en-GB" sz="2000" dirty="0"/>
              <a:t>, </a:t>
            </a:r>
            <a:r>
              <a:rPr lang="en-GB" sz="2000" b="1" dirty="0"/>
              <a:t>altering</a:t>
            </a:r>
            <a:r>
              <a:rPr lang="en-GB" sz="2000" dirty="0"/>
              <a:t> and </a:t>
            </a:r>
            <a:r>
              <a:rPr lang="en-GB" sz="2000" b="1" dirty="0"/>
              <a:t>dropping</a:t>
            </a:r>
            <a:r>
              <a:rPr lang="en-GB" sz="2000" dirty="0"/>
              <a:t> the database objects. Based on the needs of the business, database engineers create and modify database objects using DDL. The </a:t>
            </a:r>
            <a:r>
              <a:rPr lang="en-GB" sz="2000" u="sng" dirty="0">
                <a:hlinkClick r:id="rId3"/>
              </a:rPr>
              <a:t>CREATE </a:t>
            </a:r>
            <a:r>
              <a:rPr lang="en-GB" sz="2000" dirty="0"/>
              <a:t>command, for instance, is used by the database engineer to create database objects like tables, views and indexes.</a:t>
            </a:r>
            <a:endParaRPr lang="en-US" sz="200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A55FBCD-CD42-40F5-8A1B-3203F9CAEE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158103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058A14AF-9FB5-4CC7-BA35-E8E85D3E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95B8AAC-F43B-F74D-8252-1F9839AF84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2. Data Manipulation Language</a:t>
            </a:r>
            <a:endParaRPr lang="en-US" sz="4800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0409F014-645C-9131-681D-9E1E6F5A97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3661" y="2599509"/>
            <a:ext cx="4530898" cy="2764971"/>
          </a:xfrm>
          <a:prstGeom prst="rect">
            <a:avLst/>
          </a:prstGeom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="ctr" anchorCtr="0" compatLnSpc="1">
            <a:prstTxWarp prst="textNoShape">
              <a:avLst/>
            </a:prstTxWarp>
            <a:normAutofit/>
          </a:bodyPr>
          <a:lstStyle/>
          <a:p>
            <a:pPr marL="0" marR="0" lvl="0" indent="-2286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</a:rPr>
              <a:t>A relational database can be updated with new data using data manipulation language (</a:t>
            </a:r>
            <a:r>
              <a:rPr kumimoji="0" lang="en-US" altLang="en-US" sz="2000" b="0" i="0" u="sng" strike="noStrike" cap="none" normalizeH="0" baseline="0" dirty="0">
                <a:ln>
                  <a:noFill/>
                </a:ln>
                <a:effectLst/>
                <a:hlinkClick r:id="rId2"/>
              </a:rPr>
              <a:t>DML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</a:rPr>
              <a:t>) statements. The INSERT command, for instance, is used by an application to add a new record to the database.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F1597C02-CE05-69B9-5C8A-C80C2AF7FA4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69660661"/>
              </p:ext>
            </p:extLst>
          </p:nvPr>
        </p:nvGraphicFramePr>
        <p:xfrm>
          <a:off x="5895503" y="2599509"/>
          <a:ext cx="5150278" cy="2915834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2283595">
                  <a:extLst>
                    <a:ext uri="{9D8B030D-6E8A-4147-A177-3AD203B41FA5}">
                      <a16:colId xmlns:a16="http://schemas.microsoft.com/office/drawing/2014/main" val="2113123158"/>
                    </a:ext>
                  </a:extLst>
                </a:gridCol>
                <a:gridCol w="2866683">
                  <a:extLst>
                    <a:ext uri="{9D8B030D-6E8A-4147-A177-3AD203B41FA5}">
                      <a16:colId xmlns:a16="http://schemas.microsoft.com/office/drawing/2014/main" val="318349557"/>
                    </a:ext>
                  </a:extLst>
                </a:gridCol>
              </a:tblGrid>
              <a:tr h="809603">
                <a:tc>
                  <a:txBody>
                    <a:bodyPr/>
                    <a:lstStyle/>
                    <a:p>
                      <a:pPr algn="just" rtl="0" fontAlgn="base">
                        <a:spcAft>
                          <a:spcPts val="750"/>
                        </a:spcAft>
                        <a:buNone/>
                      </a:pPr>
                      <a:r>
                        <a:rPr lang="en-GB" sz="3300" b="0" cap="none" spc="0">
                          <a:solidFill>
                            <a:schemeClr val="tx1"/>
                          </a:solidFill>
                          <a:effectLst/>
                        </a:rPr>
                        <a:t>Command</a:t>
                      </a:r>
                    </a:p>
                  </a:txBody>
                  <a:tcPr marL="0" marR="79063" marT="37950" marB="189750" anchor="b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rtl="0" fontAlgn="base">
                        <a:spcAft>
                          <a:spcPts val="750"/>
                        </a:spcAft>
                        <a:buNone/>
                      </a:pPr>
                      <a:r>
                        <a:rPr lang="en-GB" sz="3300" b="0" cap="none" spc="0">
                          <a:solidFill>
                            <a:schemeClr val="tx1"/>
                          </a:solidFill>
                          <a:effectLst/>
                        </a:rPr>
                        <a:t>Description</a:t>
                      </a:r>
                    </a:p>
                  </a:txBody>
                  <a:tcPr marL="0" marR="197657" marT="37950" marB="189750" anchor="b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99663371"/>
                  </a:ext>
                </a:extLst>
              </a:tr>
              <a:tr h="702077">
                <a:tc>
                  <a:txBody>
                    <a:bodyPr/>
                    <a:lstStyle/>
                    <a:p>
                      <a:pPr algn="just" rtl="0" fontAlgn="base">
                        <a:spcAft>
                          <a:spcPts val="750"/>
                        </a:spcAft>
                        <a:buNone/>
                      </a:pPr>
                      <a:r>
                        <a:rPr lang="en-GB" sz="2500" b="1" cap="none" spc="0" dirty="0">
                          <a:solidFill>
                            <a:schemeClr val="tx1"/>
                          </a:solidFill>
                          <a:effectLst/>
                        </a:rPr>
                        <a:t>INSERT</a:t>
                      </a:r>
                    </a:p>
                  </a:txBody>
                  <a:tcPr marL="0" marR="79063" marT="56925" marB="18975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rtl="0" fontAlgn="base">
                        <a:spcAft>
                          <a:spcPts val="750"/>
                        </a:spcAft>
                        <a:buNone/>
                      </a:pPr>
                      <a:r>
                        <a:rPr lang="en-GB" sz="2500" b="0" cap="none" spc="0">
                          <a:solidFill>
                            <a:schemeClr val="tx1"/>
                          </a:solidFill>
                          <a:effectLst/>
                        </a:rPr>
                        <a:t>Creates a record.</a:t>
                      </a:r>
                    </a:p>
                  </a:txBody>
                  <a:tcPr marL="0" marR="197657" marT="56925" marB="18975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56065519"/>
                  </a:ext>
                </a:extLst>
              </a:tr>
              <a:tr h="702077">
                <a:tc>
                  <a:txBody>
                    <a:bodyPr/>
                    <a:lstStyle/>
                    <a:p>
                      <a:pPr algn="just" rtl="0" fontAlgn="base">
                        <a:spcAft>
                          <a:spcPts val="750"/>
                        </a:spcAft>
                        <a:buNone/>
                      </a:pPr>
                      <a:r>
                        <a:rPr lang="en-GB" sz="2500" b="1" cap="none" spc="0">
                          <a:solidFill>
                            <a:schemeClr val="tx1"/>
                          </a:solidFill>
                          <a:effectLst/>
                        </a:rPr>
                        <a:t>UPDATE</a:t>
                      </a:r>
                    </a:p>
                  </a:txBody>
                  <a:tcPr marL="0" marR="79063" marT="56925" marB="18975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 rtl="0" fontAlgn="base">
                        <a:spcAft>
                          <a:spcPts val="750"/>
                        </a:spcAft>
                        <a:buNone/>
                      </a:pPr>
                      <a:r>
                        <a:rPr lang="en-GB" sz="2500" b="0" cap="none" spc="0">
                          <a:solidFill>
                            <a:schemeClr val="tx1"/>
                          </a:solidFill>
                          <a:effectLst/>
                        </a:rPr>
                        <a:t>Modifies records.</a:t>
                      </a:r>
                    </a:p>
                  </a:txBody>
                  <a:tcPr marL="0" marR="197657" marT="56925" marB="18975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5212747"/>
                  </a:ext>
                </a:extLst>
              </a:tr>
              <a:tr h="702077">
                <a:tc>
                  <a:txBody>
                    <a:bodyPr/>
                    <a:lstStyle/>
                    <a:p>
                      <a:pPr algn="just" rtl="0" fontAlgn="base">
                        <a:spcAft>
                          <a:spcPts val="750"/>
                        </a:spcAft>
                        <a:buNone/>
                      </a:pPr>
                      <a:r>
                        <a:rPr lang="en-GB" sz="2500" b="1" cap="none" spc="0">
                          <a:solidFill>
                            <a:schemeClr val="tx1"/>
                          </a:solidFill>
                          <a:effectLst/>
                        </a:rPr>
                        <a:t>DELETE</a:t>
                      </a:r>
                    </a:p>
                  </a:txBody>
                  <a:tcPr marL="0" marR="79063" marT="56925" marB="18975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rtl="0" fontAlgn="base">
                        <a:spcAft>
                          <a:spcPts val="750"/>
                        </a:spcAft>
                        <a:buNone/>
                      </a:pPr>
                      <a:r>
                        <a:rPr lang="en-GB" sz="2500" b="0" cap="none" spc="0" dirty="0">
                          <a:solidFill>
                            <a:schemeClr val="tx1"/>
                          </a:solidFill>
                          <a:effectLst/>
                        </a:rPr>
                        <a:t>Deletes records.</a:t>
                      </a:r>
                    </a:p>
                  </a:txBody>
                  <a:tcPr marL="0" marR="197657" marT="56925" marB="18975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150487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6736814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10F47E1-3EB6-0C3B-197F-9D3BF769A7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GB" b="1">
                <a:solidFill>
                  <a:srgbClr val="FFFFFF"/>
                </a:solidFill>
              </a:rPr>
              <a:t>3. Data Query Language</a:t>
            </a:r>
            <a:endParaRPr lang="en-US">
              <a:solidFill>
                <a:srgbClr val="FFFFFF"/>
              </a:solidFill>
            </a:endParaRP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3A208A-69DE-4B69-2020-6451DC75B2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r>
              <a:rPr lang="en-GB"/>
              <a:t>Data retrieval instructions are written in the data query language (</a:t>
            </a:r>
            <a:r>
              <a:rPr lang="en-GB" u="sng">
                <a:hlinkClick r:id="rId2"/>
              </a:rPr>
              <a:t>DQL</a:t>
            </a:r>
            <a:r>
              <a:rPr lang="en-GB"/>
              <a:t>), which is used to access relational databases. The </a:t>
            </a:r>
            <a:r>
              <a:rPr lang="en-GB" u="sng">
                <a:hlinkClick r:id="rId3"/>
              </a:rPr>
              <a:t>SELECT </a:t>
            </a:r>
            <a:r>
              <a:rPr lang="en-GB"/>
              <a:t>command is used by software programs to filter and return particular results from a SQL table. 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184679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5C8908E2-EE49-44D2-9428-A28D2312A8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514E1141-65DC-4F54-8399-7221AE6F83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6096000" cy="6858000"/>
            <a:chOff x="7467600" y="0"/>
            <a:chExt cx="4724400" cy="6858000"/>
          </a:xfrm>
        </p:grpSpPr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DD75B897-7127-4AAC-A078-70739204B5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467600" y="0"/>
              <a:ext cx="4724400" cy="6858000"/>
            </a:xfrm>
            <a:prstGeom prst="rect">
              <a:avLst/>
            </a:prstGeom>
            <a:solidFill>
              <a:schemeClr val="accent5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BDCFF188-DB07-46AA-A2B3-71E936EABE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467600" y="0"/>
              <a:ext cx="4724400" cy="6858000"/>
            </a:xfrm>
            <a:prstGeom prst="rect">
              <a:avLst/>
            </a:prstGeom>
            <a:solidFill>
              <a:schemeClr val="accent6">
                <a:lumMod val="20000"/>
                <a:lumOff val="80000"/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215A9370-15D3-4C30-8BA1-2059A74C99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7369701" cy="6858000"/>
          </a:xfrm>
          <a:custGeom>
            <a:avLst/>
            <a:gdLst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7090188 w 7467600"/>
              <a:gd name="connsiteY3" fmla="*/ 6584365 h 6858000"/>
              <a:gd name="connsiteX4" fmla="*/ 7440138 w 7467600"/>
              <a:gd name="connsiteY4" fmla="*/ 6622648 h 6858000"/>
              <a:gd name="connsiteX5" fmla="*/ 7467600 w 7467600"/>
              <a:gd name="connsiteY5" fmla="*/ 6628217 h 6858000"/>
              <a:gd name="connsiteX6" fmla="*/ 7467600 w 7467600"/>
              <a:gd name="connsiteY6" fmla="*/ 6668575 h 6858000"/>
              <a:gd name="connsiteX7" fmla="*/ 7392322 w 7467600"/>
              <a:gd name="connsiteY7" fmla="*/ 6658238 h 6858000"/>
              <a:gd name="connsiteX8" fmla="*/ 7467600 w 7467600"/>
              <a:gd name="connsiteY8" fmla="*/ 6683873 h 6858000"/>
              <a:gd name="connsiteX9" fmla="*/ 7467600 w 7467600"/>
              <a:gd name="connsiteY9" fmla="*/ 6714215 h 6858000"/>
              <a:gd name="connsiteX10" fmla="*/ 7447383 w 7467600"/>
              <a:gd name="connsiteY10" fmla="*/ 6707202 h 6858000"/>
              <a:gd name="connsiteX11" fmla="*/ 7289862 w 7467600"/>
              <a:gd name="connsiteY11" fmla="*/ 6659827 h 6858000"/>
              <a:gd name="connsiteX12" fmla="*/ 7434024 w 7467600"/>
              <a:gd name="connsiteY12" fmla="*/ 6722130 h 6858000"/>
              <a:gd name="connsiteX13" fmla="*/ 7467600 w 7467600"/>
              <a:gd name="connsiteY13" fmla="*/ 6736157 h 6858000"/>
              <a:gd name="connsiteX14" fmla="*/ 7467600 w 7467600"/>
              <a:gd name="connsiteY14" fmla="*/ 6767913 h 6858000"/>
              <a:gd name="connsiteX15" fmla="*/ 7271814 w 7467600"/>
              <a:gd name="connsiteY15" fmla="*/ 6684601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7090188 w 7467600"/>
              <a:gd name="connsiteY21" fmla="*/ 6584365 h 6858000"/>
              <a:gd name="connsiteX22" fmla="*/ 1019354 w 7467600"/>
              <a:gd name="connsiteY22" fmla="*/ 6315006 h 6858000"/>
              <a:gd name="connsiteX23" fmla="*/ 441046 w 7467600"/>
              <a:gd name="connsiteY23" fmla="*/ 6691153 h 6858000"/>
              <a:gd name="connsiteX24" fmla="*/ 1019354 w 7467600"/>
              <a:gd name="connsiteY24" fmla="*/ 6315006 h 6858000"/>
              <a:gd name="connsiteX25" fmla="*/ 991680 w 7467600"/>
              <a:gd name="connsiteY25" fmla="*/ 6298413 h 6858000"/>
              <a:gd name="connsiteX26" fmla="*/ 409060 w 7467600"/>
              <a:gd name="connsiteY26" fmla="*/ 6671470 h 6858000"/>
              <a:gd name="connsiteX27" fmla="*/ 991680 w 7467600"/>
              <a:gd name="connsiteY27" fmla="*/ 6298413 h 6858000"/>
              <a:gd name="connsiteX28" fmla="*/ 103333 w 7467600"/>
              <a:gd name="connsiteY28" fmla="*/ 5699602 h 6858000"/>
              <a:gd name="connsiteX29" fmla="*/ 233938 w 7467600"/>
              <a:gd name="connsiteY29" fmla="*/ 5809416 h 6858000"/>
              <a:gd name="connsiteX30" fmla="*/ 883580 w 7467600"/>
              <a:gd name="connsiteY30" fmla="*/ 6180710 h 6858000"/>
              <a:gd name="connsiteX31" fmla="*/ 487337 w 7467600"/>
              <a:gd name="connsiteY31" fmla="*/ 5950182 h 6858000"/>
              <a:gd name="connsiteX32" fmla="*/ 354051 w 7467600"/>
              <a:gd name="connsiteY32" fmla="*/ 5854912 h 6858000"/>
              <a:gd name="connsiteX33" fmla="*/ 195436 w 7467600"/>
              <a:gd name="connsiteY33" fmla="*/ 5755068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6861797 w 7467600"/>
              <a:gd name="connsiteY74" fmla="*/ 5419899 h 6858000"/>
              <a:gd name="connsiteX75" fmla="*/ 6879594 w 7467600"/>
              <a:gd name="connsiteY75" fmla="*/ 5424547 h 6858000"/>
              <a:gd name="connsiteX76" fmla="*/ 7379510 w 7467600"/>
              <a:gd name="connsiteY76" fmla="*/ 5755454 h 6858000"/>
              <a:gd name="connsiteX77" fmla="*/ 7467600 w 7467600"/>
              <a:gd name="connsiteY77" fmla="*/ 5845526 h 6858000"/>
              <a:gd name="connsiteX78" fmla="*/ 7467600 w 7467600"/>
              <a:gd name="connsiteY78" fmla="*/ 5925131 h 6858000"/>
              <a:gd name="connsiteX79" fmla="*/ 7271900 w 7467600"/>
              <a:gd name="connsiteY79" fmla="*/ 5734551 h 6858000"/>
              <a:gd name="connsiteX80" fmla="*/ 7015907 w 7467600"/>
              <a:gd name="connsiteY80" fmla="*/ 5541548 h 6858000"/>
              <a:gd name="connsiteX81" fmla="*/ 7259646 w 7467600"/>
              <a:gd name="connsiteY81" fmla="*/ 5765985 h 6858000"/>
              <a:gd name="connsiteX82" fmla="*/ 7467600 w 7467600"/>
              <a:gd name="connsiteY82" fmla="*/ 5971257 h 6858000"/>
              <a:gd name="connsiteX83" fmla="*/ 7467600 w 7467600"/>
              <a:gd name="connsiteY83" fmla="*/ 6012219 h 6858000"/>
              <a:gd name="connsiteX84" fmla="*/ 7240170 w 7467600"/>
              <a:gd name="connsiteY84" fmla="*/ 5787985 h 6858000"/>
              <a:gd name="connsiteX85" fmla="*/ 6946849 w 7467600"/>
              <a:gd name="connsiteY85" fmla="*/ 5523271 h 6858000"/>
              <a:gd name="connsiteX86" fmla="*/ 6946972 w 7467600"/>
              <a:gd name="connsiteY86" fmla="*/ 5526491 h 6858000"/>
              <a:gd name="connsiteX87" fmla="*/ 7105827 w 7467600"/>
              <a:gd name="connsiteY87" fmla="*/ 5718700 h 6858000"/>
              <a:gd name="connsiteX88" fmla="*/ 7126431 w 7467600"/>
              <a:gd name="connsiteY88" fmla="*/ 5737872 h 6858000"/>
              <a:gd name="connsiteX89" fmla="*/ 7356878 w 7467600"/>
              <a:gd name="connsiteY89" fmla="*/ 5981332 h 6858000"/>
              <a:gd name="connsiteX90" fmla="*/ 7467600 w 7467600"/>
              <a:gd name="connsiteY90" fmla="*/ 6117703 h 6858000"/>
              <a:gd name="connsiteX91" fmla="*/ 7467600 w 7467600"/>
              <a:gd name="connsiteY91" fmla="*/ 6163634 h 6858000"/>
              <a:gd name="connsiteX92" fmla="*/ 7403637 w 7467600"/>
              <a:gd name="connsiteY92" fmla="*/ 6083957 h 6858000"/>
              <a:gd name="connsiteX93" fmla="*/ 7254615 w 7467600"/>
              <a:gd name="connsiteY93" fmla="*/ 5911918 h 6858000"/>
              <a:gd name="connsiteX94" fmla="*/ 7312589 w 7467600"/>
              <a:gd name="connsiteY94" fmla="*/ 5982309 h 6858000"/>
              <a:gd name="connsiteX95" fmla="*/ 7448321 w 7467600"/>
              <a:gd name="connsiteY95" fmla="*/ 6190991 h 6858000"/>
              <a:gd name="connsiteX96" fmla="*/ 7467600 w 7467600"/>
              <a:gd name="connsiteY96" fmla="*/ 6221686 h 6858000"/>
              <a:gd name="connsiteX97" fmla="*/ 7467600 w 7467600"/>
              <a:gd name="connsiteY97" fmla="*/ 6334256 h 6858000"/>
              <a:gd name="connsiteX98" fmla="*/ 7454976 w 7467600"/>
              <a:gd name="connsiteY98" fmla="*/ 6318297 h 6858000"/>
              <a:gd name="connsiteX99" fmla="*/ 7042773 w 7467600"/>
              <a:gd name="connsiteY99" fmla="*/ 5734011 h 6858000"/>
              <a:gd name="connsiteX100" fmla="*/ 6844835 w 7467600"/>
              <a:gd name="connsiteY100" fmla="*/ 5424988 h 6858000"/>
              <a:gd name="connsiteX101" fmla="*/ 6861797 w 7467600"/>
              <a:gd name="connsiteY101" fmla="*/ 5419899 h 6858000"/>
              <a:gd name="connsiteX102" fmla="*/ 1456157 w 7467600"/>
              <a:gd name="connsiteY102" fmla="*/ 5371404 h 6858000"/>
              <a:gd name="connsiteX103" fmla="*/ 1244432 w 7467600"/>
              <a:gd name="connsiteY103" fmla="*/ 5385601 h 6858000"/>
              <a:gd name="connsiteX104" fmla="*/ 973990 w 7467600"/>
              <a:gd name="connsiteY104" fmla="*/ 5424940 h 6858000"/>
              <a:gd name="connsiteX105" fmla="*/ 1103809 w 7467600"/>
              <a:gd name="connsiteY105" fmla="*/ 5433720 h 6858000"/>
              <a:gd name="connsiteX106" fmla="*/ 1123454 w 7467600"/>
              <a:gd name="connsiteY106" fmla="*/ 5435727 h 6858000"/>
              <a:gd name="connsiteX107" fmla="*/ 1737017 w 7467600"/>
              <a:gd name="connsiteY107" fmla="*/ 5452183 h 6858000"/>
              <a:gd name="connsiteX108" fmla="*/ 1824397 w 7467600"/>
              <a:gd name="connsiteY108" fmla="*/ 5447757 h 6858000"/>
              <a:gd name="connsiteX109" fmla="*/ 2070059 w 7467600"/>
              <a:gd name="connsiteY109" fmla="*/ 5441660 h 6858000"/>
              <a:gd name="connsiteX110" fmla="*/ 1456157 w 7467600"/>
              <a:gd name="connsiteY110" fmla="*/ 5371404 h 6858000"/>
              <a:gd name="connsiteX111" fmla="*/ 4988186 w 7467600"/>
              <a:gd name="connsiteY111" fmla="*/ 5216467 h 6858000"/>
              <a:gd name="connsiteX112" fmla="*/ 4777334 w 7467600"/>
              <a:gd name="connsiteY112" fmla="*/ 5406072 h 6858000"/>
              <a:gd name="connsiteX113" fmla="*/ 4718341 w 7467600"/>
              <a:gd name="connsiteY113" fmla="*/ 5468043 h 6858000"/>
              <a:gd name="connsiteX114" fmla="*/ 4604655 w 7467600"/>
              <a:gd name="connsiteY114" fmla="*/ 5583434 h 6858000"/>
              <a:gd name="connsiteX115" fmla="*/ 4565074 w 7467600"/>
              <a:gd name="connsiteY115" fmla="*/ 5618550 h 6858000"/>
              <a:gd name="connsiteX116" fmla="*/ 4988186 w 7467600"/>
              <a:gd name="connsiteY116" fmla="*/ 5216467 h 6858000"/>
              <a:gd name="connsiteX117" fmla="*/ 4978032 w 7467600"/>
              <a:gd name="connsiteY117" fmla="*/ 5183809 h 6858000"/>
              <a:gd name="connsiteX118" fmla="*/ 4463413 w 7467600"/>
              <a:gd name="connsiteY118" fmla="*/ 5615162 h 6858000"/>
              <a:gd name="connsiteX119" fmla="*/ 4358134 w 7467600"/>
              <a:gd name="connsiteY119" fmla="*/ 5742791 h 6858000"/>
              <a:gd name="connsiteX120" fmla="*/ 4376219 w 7467600"/>
              <a:gd name="connsiteY120" fmla="*/ 5729027 h 6858000"/>
              <a:gd name="connsiteX121" fmla="*/ 4582340 w 7467600"/>
              <a:gd name="connsiteY121" fmla="*/ 5561037 h 6858000"/>
              <a:gd name="connsiteX122" fmla="*/ 4694684 w 7467600"/>
              <a:gd name="connsiteY122" fmla="*/ 5447098 h 6858000"/>
              <a:gd name="connsiteX123" fmla="*/ 4754123 w 7467600"/>
              <a:gd name="connsiteY123" fmla="*/ 5384643 h 6858000"/>
              <a:gd name="connsiteX124" fmla="*/ 4978032 w 7467600"/>
              <a:gd name="connsiteY124" fmla="*/ 5183809 h 6858000"/>
              <a:gd name="connsiteX125" fmla="*/ 7133363 w 7467600"/>
              <a:gd name="connsiteY125" fmla="*/ 5050246 h 6858000"/>
              <a:gd name="connsiteX126" fmla="*/ 7450656 w 7467600"/>
              <a:gd name="connsiteY126" fmla="*/ 5134750 h 6858000"/>
              <a:gd name="connsiteX127" fmla="*/ 7467600 w 7467600"/>
              <a:gd name="connsiteY127" fmla="*/ 5142496 h 6858000"/>
              <a:gd name="connsiteX128" fmla="*/ 7467600 w 7467600"/>
              <a:gd name="connsiteY128" fmla="*/ 5158623 h 6858000"/>
              <a:gd name="connsiteX129" fmla="*/ 7427076 w 7467600"/>
              <a:gd name="connsiteY129" fmla="*/ 5142684 h 6858000"/>
              <a:gd name="connsiteX130" fmla="*/ 7467600 w 7467600"/>
              <a:gd name="connsiteY130" fmla="*/ 5164774 h 6858000"/>
              <a:gd name="connsiteX131" fmla="*/ 7467600 w 7467600"/>
              <a:gd name="connsiteY131" fmla="*/ 5199146 h 6858000"/>
              <a:gd name="connsiteX132" fmla="*/ 7391022 w 7467600"/>
              <a:gd name="connsiteY132" fmla="*/ 5158141 h 6858000"/>
              <a:gd name="connsiteX133" fmla="*/ 7312201 w 7467600"/>
              <a:gd name="connsiteY133" fmla="*/ 5128278 h 6858000"/>
              <a:gd name="connsiteX134" fmla="*/ 7343603 w 7467600"/>
              <a:gd name="connsiteY134" fmla="*/ 5149746 h 6858000"/>
              <a:gd name="connsiteX135" fmla="*/ 7467600 w 7467600"/>
              <a:gd name="connsiteY135" fmla="*/ 5241225 h 6858000"/>
              <a:gd name="connsiteX136" fmla="*/ 7467600 w 7467600"/>
              <a:gd name="connsiteY136" fmla="*/ 5277736 h 6858000"/>
              <a:gd name="connsiteX137" fmla="*/ 7327465 w 7467600"/>
              <a:gd name="connsiteY137" fmla="*/ 5174181 h 6858000"/>
              <a:gd name="connsiteX138" fmla="*/ 7244057 w 7467600"/>
              <a:gd name="connsiteY138" fmla="*/ 5124233 h 6858000"/>
              <a:gd name="connsiteX139" fmla="*/ 7353035 w 7467600"/>
              <a:gd name="connsiteY139" fmla="*/ 5197318 h 6858000"/>
              <a:gd name="connsiteX140" fmla="*/ 7467600 w 7467600"/>
              <a:gd name="connsiteY140" fmla="*/ 5297634 h 6858000"/>
              <a:gd name="connsiteX141" fmla="*/ 7467600 w 7467600"/>
              <a:gd name="connsiteY141" fmla="*/ 5361850 h 6858000"/>
              <a:gd name="connsiteX142" fmla="*/ 7368569 w 7467600"/>
              <a:gd name="connsiteY142" fmla="*/ 5270182 h 6858000"/>
              <a:gd name="connsiteX143" fmla="*/ 7131946 w 7467600"/>
              <a:gd name="connsiteY143" fmla="*/ 5075653 h 6858000"/>
              <a:gd name="connsiteX144" fmla="*/ 7133363 w 7467600"/>
              <a:gd name="connsiteY144" fmla="*/ 5050246 h 6858000"/>
              <a:gd name="connsiteX145" fmla="*/ 1903353 w 7467600"/>
              <a:gd name="connsiteY145" fmla="*/ 5044827 h 6858000"/>
              <a:gd name="connsiteX146" fmla="*/ 1936931 w 7467600"/>
              <a:gd name="connsiteY146" fmla="*/ 5093954 h 6858000"/>
              <a:gd name="connsiteX147" fmla="*/ 2195868 w 7467600"/>
              <a:gd name="connsiteY147" fmla="*/ 5396574 h 6858000"/>
              <a:gd name="connsiteX148" fmla="*/ 2088852 w 7467600"/>
              <a:gd name="connsiteY148" fmla="*/ 5166123 h 6858000"/>
              <a:gd name="connsiteX149" fmla="*/ 1958241 w 7467600"/>
              <a:gd name="connsiteY149" fmla="*/ 5067955 h 6858000"/>
              <a:gd name="connsiteX150" fmla="*/ 1903353 w 7467600"/>
              <a:gd name="connsiteY150" fmla="*/ 5044827 h 6858000"/>
              <a:gd name="connsiteX151" fmla="*/ 1979378 w 7467600"/>
              <a:gd name="connsiteY151" fmla="*/ 4769504 h 6858000"/>
              <a:gd name="connsiteX152" fmla="*/ 2882120 w 7467600"/>
              <a:gd name="connsiteY152" fmla="*/ 5064547 h 6858000"/>
              <a:gd name="connsiteX153" fmla="*/ 2793103 w 7467600"/>
              <a:gd name="connsiteY153" fmla="*/ 5039699 h 6858000"/>
              <a:gd name="connsiteX154" fmla="*/ 2770041 w 7467600"/>
              <a:gd name="connsiteY154" fmla="*/ 5033634 h 6858000"/>
              <a:gd name="connsiteX155" fmla="*/ 1979378 w 7467600"/>
              <a:gd name="connsiteY155" fmla="*/ 4769504 h 6858000"/>
              <a:gd name="connsiteX156" fmla="*/ 1927410 w 7467600"/>
              <a:gd name="connsiteY156" fmla="*/ 4716164 h 6858000"/>
              <a:gd name="connsiteX157" fmla="*/ 1959587 w 7467600"/>
              <a:gd name="connsiteY157" fmla="*/ 4728849 h 6858000"/>
              <a:gd name="connsiteX158" fmla="*/ 2777707 w 7467600"/>
              <a:gd name="connsiteY158" fmla="*/ 5003991 h 6858000"/>
              <a:gd name="connsiteX159" fmla="*/ 2800768 w 7467600"/>
              <a:gd name="connsiteY159" fmla="*/ 5010056 h 6858000"/>
              <a:gd name="connsiteX160" fmla="*/ 2879408 w 7467600"/>
              <a:gd name="connsiteY160" fmla="*/ 5031590 h 6858000"/>
              <a:gd name="connsiteX161" fmla="*/ 2862295 w 7467600"/>
              <a:gd name="connsiteY161" fmla="*/ 5022958 h 6858000"/>
              <a:gd name="connsiteX162" fmla="*/ 2813343 w 7467600"/>
              <a:gd name="connsiteY162" fmla="*/ 4998369 h 6858000"/>
              <a:gd name="connsiteX163" fmla="*/ 2646245 w 7467600"/>
              <a:gd name="connsiteY163" fmla="*/ 4930999 h 6858000"/>
              <a:gd name="connsiteX164" fmla="*/ 1999243 w 7467600"/>
              <a:gd name="connsiteY164" fmla="*/ 4730524 h 6858000"/>
              <a:gd name="connsiteX165" fmla="*/ 1979527 w 7467600"/>
              <a:gd name="connsiteY165" fmla="*/ 4726651 h 6858000"/>
              <a:gd name="connsiteX166" fmla="*/ 1997014 w 7467600"/>
              <a:gd name="connsiteY166" fmla="*/ 4698007 h 6858000"/>
              <a:gd name="connsiteX167" fmla="*/ 2005458 w 7467600"/>
              <a:gd name="connsiteY167" fmla="*/ 4699540 h 6858000"/>
              <a:gd name="connsiteX168" fmla="*/ 2657186 w 7467600"/>
              <a:gd name="connsiteY168" fmla="*/ 4901687 h 6858000"/>
              <a:gd name="connsiteX169" fmla="*/ 2826662 w 7467600"/>
              <a:gd name="connsiteY169" fmla="*/ 4970362 h 6858000"/>
              <a:gd name="connsiteX170" fmla="*/ 2876100 w 7467600"/>
              <a:gd name="connsiteY170" fmla="*/ 4995397 h 6858000"/>
              <a:gd name="connsiteX171" fmla="*/ 3042600 w 7467600"/>
              <a:gd name="connsiteY171" fmla="*/ 5059532 h 6858000"/>
              <a:gd name="connsiteX172" fmla="*/ 1997014 w 7467600"/>
              <a:gd name="connsiteY172" fmla="*/ 4698007 h 6858000"/>
              <a:gd name="connsiteX173" fmla="*/ 2305292 w 7467600"/>
              <a:gd name="connsiteY173" fmla="*/ 4219492 h 6858000"/>
              <a:gd name="connsiteX174" fmla="*/ 3360922 w 7467600"/>
              <a:gd name="connsiteY174" fmla="*/ 4529373 h 6858000"/>
              <a:gd name="connsiteX175" fmla="*/ 3492420 w 7467600"/>
              <a:gd name="connsiteY175" fmla="*/ 4510145 h 6858000"/>
              <a:gd name="connsiteX176" fmla="*/ 3364086 w 7467600"/>
              <a:gd name="connsiteY176" fmla="*/ 4480340 h 6858000"/>
              <a:gd name="connsiteX177" fmla="*/ 3225818 w 7467600"/>
              <a:gd name="connsiteY177" fmla="*/ 4411822 h 6858000"/>
              <a:gd name="connsiteX178" fmla="*/ 3129696 w 7467600"/>
              <a:gd name="connsiteY178" fmla="*/ 4360704 h 6858000"/>
              <a:gd name="connsiteX179" fmla="*/ 2814545 w 7467600"/>
              <a:gd name="connsiteY179" fmla="*/ 4282955 h 6858000"/>
              <a:gd name="connsiteX180" fmla="*/ 2305292 w 7467600"/>
              <a:gd name="connsiteY180" fmla="*/ 4219492 h 6858000"/>
              <a:gd name="connsiteX181" fmla="*/ 2626982 w 7467600"/>
              <a:gd name="connsiteY181" fmla="*/ 4206450 h 6858000"/>
              <a:gd name="connsiteX182" fmla="*/ 2490617 w 7467600"/>
              <a:gd name="connsiteY182" fmla="*/ 4206951 h 6858000"/>
              <a:gd name="connsiteX183" fmla="*/ 2819869 w 7467600"/>
              <a:gd name="connsiteY183" fmla="*/ 4252936 h 6858000"/>
              <a:gd name="connsiteX184" fmla="*/ 3143018 w 7467600"/>
              <a:gd name="connsiteY184" fmla="*/ 4332698 h 6858000"/>
              <a:gd name="connsiteX185" fmla="*/ 3241520 w 7467600"/>
              <a:gd name="connsiteY185" fmla="*/ 4385112 h 6858000"/>
              <a:gd name="connsiteX186" fmla="*/ 3374575 w 7467600"/>
              <a:gd name="connsiteY186" fmla="*/ 4451517 h 6858000"/>
              <a:gd name="connsiteX187" fmla="*/ 3505221 w 7467600"/>
              <a:gd name="connsiteY187" fmla="*/ 4480757 h 6858000"/>
              <a:gd name="connsiteX188" fmla="*/ 2626982 w 7467600"/>
              <a:gd name="connsiteY188" fmla="*/ 4206450 h 6858000"/>
              <a:gd name="connsiteX189" fmla="*/ 1310106 w 7467600"/>
              <a:gd name="connsiteY189" fmla="*/ 3943217 h 6858000"/>
              <a:gd name="connsiteX190" fmla="*/ 854994 w 7467600"/>
              <a:gd name="connsiteY190" fmla="*/ 4399136 h 6858000"/>
              <a:gd name="connsiteX191" fmla="*/ 742462 w 7467600"/>
              <a:gd name="connsiteY191" fmla="*/ 4594648 h 6858000"/>
              <a:gd name="connsiteX192" fmla="*/ 820602 w 7467600"/>
              <a:gd name="connsiteY192" fmla="*/ 4485915 h 6858000"/>
              <a:gd name="connsiteX193" fmla="*/ 878295 w 7467600"/>
              <a:gd name="connsiteY193" fmla="*/ 4403594 h 6858000"/>
              <a:gd name="connsiteX194" fmla="*/ 1240607 w 7467600"/>
              <a:gd name="connsiteY194" fmla="*/ 4010401 h 6858000"/>
              <a:gd name="connsiteX195" fmla="*/ 1423113 w 7467600"/>
              <a:gd name="connsiteY195" fmla="*/ 3874565 h 6858000"/>
              <a:gd name="connsiteX196" fmla="*/ 1260565 w 7467600"/>
              <a:gd name="connsiteY196" fmla="*/ 4031982 h 6858000"/>
              <a:gd name="connsiteX197" fmla="*/ 901900 w 7467600"/>
              <a:gd name="connsiteY197" fmla="*/ 4421236 h 6858000"/>
              <a:gd name="connsiteX198" fmla="*/ 845044 w 7467600"/>
              <a:gd name="connsiteY198" fmla="*/ 4502436 h 6858000"/>
              <a:gd name="connsiteX199" fmla="*/ 685926 w 7467600"/>
              <a:gd name="connsiteY199" fmla="*/ 4703069 h 6858000"/>
              <a:gd name="connsiteX200" fmla="*/ 684248 w 7467600"/>
              <a:gd name="connsiteY200" fmla="*/ 4706721 h 6858000"/>
              <a:gd name="connsiteX201" fmla="*/ 1423113 w 7467600"/>
              <a:gd name="connsiteY201" fmla="*/ 3874565 h 6858000"/>
              <a:gd name="connsiteX202" fmla="*/ 3316479 w 7467600"/>
              <a:gd name="connsiteY202" fmla="*/ 3872136 h 6858000"/>
              <a:gd name="connsiteX203" fmla="*/ 3546806 w 7467600"/>
              <a:gd name="connsiteY203" fmla="*/ 4356139 h 6858000"/>
              <a:gd name="connsiteX204" fmla="*/ 3364433 w 7467600"/>
              <a:gd name="connsiteY204" fmla="*/ 3953121 h 6858000"/>
              <a:gd name="connsiteX205" fmla="*/ 3291335 w 7467600"/>
              <a:gd name="connsiteY205" fmla="*/ 3767420 h 6858000"/>
              <a:gd name="connsiteX206" fmla="*/ 3390805 w 7467600"/>
              <a:gd name="connsiteY206" fmla="*/ 3937163 h 6858000"/>
              <a:gd name="connsiteX207" fmla="*/ 3579062 w 7467600"/>
              <a:gd name="connsiteY207" fmla="*/ 4359040 h 6858000"/>
              <a:gd name="connsiteX208" fmla="*/ 3467355 w 7467600"/>
              <a:gd name="connsiteY208" fmla="*/ 3988130 h 6858000"/>
              <a:gd name="connsiteX209" fmla="*/ 3310753 w 7467600"/>
              <a:gd name="connsiteY209" fmla="*/ 3787140 h 6858000"/>
              <a:gd name="connsiteX210" fmla="*/ 3291335 w 7467600"/>
              <a:gd name="connsiteY210" fmla="*/ 3767420 h 6858000"/>
              <a:gd name="connsiteX211" fmla="*/ 1635889 w 7467600"/>
              <a:gd name="connsiteY211" fmla="*/ 3709494 h 6858000"/>
              <a:gd name="connsiteX212" fmla="*/ 1634800 w 7467600"/>
              <a:gd name="connsiteY212" fmla="*/ 3731111 h 6858000"/>
              <a:gd name="connsiteX213" fmla="*/ 1635889 w 7467600"/>
              <a:gd name="connsiteY213" fmla="*/ 3709494 h 6858000"/>
              <a:gd name="connsiteX214" fmla="*/ 1510397 w 7467600"/>
              <a:gd name="connsiteY214" fmla="*/ 3684705 h 6858000"/>
              <a:gd name="connsiteX215" fmla="*/ 1146550 w 7467600"/>
              <a:gd name="connsiteY215" fmla="*/ 3802012 h 6858000"/>
              <a:gd name="connsiteX216" fmla="*/ 698834 w 7467600"/>
              <a:gd name="connsiteY216" fmla="*/ 3952272 h 6858000"/>
              <a:gd name="connsiteX217" fmla="*/ 34256 w 7467600"/>
              <a:gd name="connsiteY217" fmla="*/ 4347603 h 6858000"/>
              <a:gd name="connsiteX218" fmla="*/ 527241 w 7467600"/>
              <a:gd name="connsiteY218" fmla="*/ 4065078 h 6858000"/>
              <a:gd name="connsiteX219" fmla="*/ 1510397 w 7467600"/>
              <a:gd name="connsiteY219" fmla="*/ 3684705 h 6858000"/>
              <a:gd name="connsiteX220" fmla="*/ 1313114 w 7467600"/>
              <a:gd name="connsiteY220" fmla="*/ 3655216 h 6858000"/>
              <a:gd name="connsiteX221" fmla="*/ 1109304 w 7467600"/>
              <a:gd name="connsiteY221" fmla="*/ 3669030 h 6858000"/>
              <a:gd name="connsiteX222" fmla="*/ 8129 w 7467600"/>
              <a:gd name="connsiteY222" fmla="*/ 4330519 h 6858000"/>
              <a:gd name="connsiteX223" fmla="*/ 687572 w 7467600"/>
              <a:gd name="connsiteY223" fmla="*/ 3925629 h 6858000"/>
              <a:gd name="connsiteX224" fmla="*/ 1138365 w 7467600"/>
              <a:gd name="connsiteY224" fmla="*/ 3774515 h 6858000"/>
              <a:gd name="connsiteX225" fmla="*/ 1505579 w 7467600"/>
              <a:gd name="connsiteY225" fmla="*/ 3655526 h 6858000"/>
              <a:gd name="connsiteX226" fmla="*/ 1313114 w 7467600"/>
              <a:gd name="connsiteY226" fmla="*/ 3655216 h 6858000"/>
              <a:gd name="connsiteX227" fmla="*/ 3655073 w 7467600"/>
              <a:gd name="connsiteY227" fmla="*/ 3650884 h 6858000"/>
              <a:gd name="connsiteX228" fmla="*/ 3989938 w 7467600"/>
              <a:gd name="connsiteY228" fmla="*/ 3991685 h 6858000"/>
              <a:gd name="connsiteX229" fmla="*/ 4393907 w 7467600"/>
              <a:gd name="connsiteY229" fmla="*/ 4261258 h 6858000"/>
              <a:gd name="connsiteX230" fmla="*/ 4648051 w 7467600"/>
              <a:gd name="connsiteY230" fmla="*/ 4374051 h 6858000"/>
              <a:gd name="connsiteX231" fmla="*/ 4383389 w 7467600"/>
              <a:gd name="connsiteY231" fmla="*/ 4184369 h 6858000"/>
              <a:gd name="connsiteX232" fmla="*/ 4165508 w 7467600"/>
              <a:gd name="connsiteY232" fmla="*/ 4035196 h 6858000"/>
              <a:gd name="connsiteX233" fmla="*/ 4068162 w 7467600"/>
              <a:gd name="connsiteY233" fmla="*/ 3953394 h 6858000"/>
              <a:gd name="connsiteX234" fmla="*/ 3981416 w 7467600"/>
              <a:gd name="connsiteY234" fmla="*/ 3880482 h 6858000"/>
              <a:gd name="connsiteX235" fmla="*/ 3800147 w 7467600"/>
              <a:gd name="connsiteY235" fmla="*/ 3749872 h 6858000"/>
              <a:gd name="connsiteX236" fmla="*/ 3670252 w 7467600"/>
              <a:gd name="connsiteY236" fmla="*/ 3622798 h 6858000"/>
              <a:gd name="connsiteX237" fmla="*/ 3817258 w 7467600"/>
              <a:gd name="connsiteY237" fmla="*/ 3723577 h 6858000"/>
              <a:gd name="connsiteX238" fmla="*/ 4000461 w 7467600"/>
              <a:gd name="connsiteY238" fmla="*/ 3855966 h 6858000"/>
              <a:gd name="connsiteX239" fmla="*/ 4088180 w 7467600"/>
              <a:gd name="connsiteY239" fmla="*/ 3929774 h 6858000"/>
              <a:gd name="connsiteX240" fmla="*/ 4184555 w 7467600"/>
              <a:gd name="connsiteY240" fmla="*/ 4010683 h 6858000"/>
              <a:gd name="connsiteX241" fmla="*/ 4399563 w 7467600"/>
              <a:gd name="connsiteY241" fmla="*/ 4158106 h 6858000"/>
              <a:gd name="connsiteX242" fmla="*/ 4684469 w 7467600"/>
              <a:gd name="connsiteY242" fmla="*/ 4364680 h 6858000"/>
              <a:gd name="connsiteX243" fmla="*/ 4690271 w 7467600"/>
              <a:gd name="connsiteY243" fmla="*/ 4370034 h 6858000"/>
              <a:gd name="connsiteX244" fmla="*/ 4136093 w 7467600"/>
              <a:gd name="connsiteY244" fmla="*/ 3858466 h 6858000"/>
              <a:gd name="connsiteX245" fmla="*/ 3670252 w 7467600"/>
              <a:gd name="connsiteY245" fmla="*/ 3622798 h 6858000"/>
              <a:gd name="connsiteX246" fmla="*/ 4440129 w 7467600"/>
              <a:gd name="connsiteY246" fmla="*/ 3448571 h 6858000"/>
              <a:gd name="connsiteX247" fmla="*/ 4856525 w 7467600"/>
              <a:gd name="connsiteY247" fmla="*/ 3915351 h 6858000"/>
              <a:gd name="connsiteX248" fmla="*/ 5059055 w 7467600"/>
              <a:gd name="connsiteY248" fmla="*/ 4108918 h 6858000"/>
              <a:gd name="connsiteX249" fmla="*/ 5290070 w 7467600"/>
              <a:gd name="connsiteY249" fmla="*/ 4263619 h 6858000"/>
              <a:gd name="connsiteX250" fmla="*/ 4834991 w 7467600"/>
              <a:gd name="connsiteY250" fmla="*/ 3830985 h 6858000"/>
              <a:gd name="connsiteX251" fmla="*/ 4440129 w 7467600"/>
              <a:gd name="connsiteY251" fmla="*/ 3448571 h 6858000"/>
              <a:gd name="connsiteX252" fmla="*/ 4441737 w 7467600"/>
              <a:gd name="connsiteY252" fmla="*/ 3399734 h 6858000"/>
              <a:gd name="connsiteX253" fmla="*/ 4431236 w 7467600"/>
              <a:gd name="connsiteY253" fmla="*/ 3400954 h 6858000"/>
              <a:gd name="connsiteX254" fmla="*/ 4557150 w 7467600"/>
              <a:gd name="connsiteY254" fmla="*/ 3510023 h 6858000"/>
              <a:gd name="connsiteX255" fmla="*/ 4856936 w 7467600"/>
              <a:gd name="connsiteY255" fmla="*/ 3809146 h 6858000"/>
              <a:gd name="connsiteX256" fmla="*/ 5111996 w 7467600"/>
              <a:gd name="connsiteY256" fmla="*/ 4065759 h 6858000"/>
              <a:gd name="connsiteX257" fmla="*/ 5388878 w 7467600"/>
              <a:gd name="connsiteY257" fmla="*/ 4300185 h 6858000"/>
              <a:gd name="connsiteX258" fmla="*/ 5425556 w 7467600"/>
              <a:gd name="connsiteY258" fmla="*/ 4308967 h 6858000"/>
              <a:gd name="connsiteX259" fmla="*/ 4943646 w 7467600"/>
              <a:gd name="connsiteY259" fmla="*/ 3822916 h 6858000"/>
              <a:gd name="connsiteX260" fmla="*/ 4594837 w 7467600"/>
              <a:gd name="connsiteY260" fmla="*/ 3532274 h 6858000"/>
              <a:gd name="connsiteX261" fmla="*/ 4441737 w 7467600"/>
              <a:gd name="connsiteY261" fmla="*/ 3399734 h 6858000"/>
              <a:gd name="connsiteX262" fmla="*/ 5425834 w 7467600"/>
              <a:gd name="connsiteY262" fmla="*/ 3162785 h 6858000"/>
              <a:gd name="connsiteX263" fmla="*/ 5401644 w 7467600"/>
              <a:gd name="connsiteY263" fmla="*/ 3617847 h 6858000"/>
              <a:gd name="connsiteX264" fmla="*/ 5467256 w 7467600"/>
              <a:gd name="connsiteY264" fmla="*/ 4175494 h 6858000"/>
              <a:gd name="connsiteX265" fmla="*/ 5448069 w 7467600"/>
              <a:gd name="connsiteY265" fmla="*/ 3567554 h 6858000"/>
              <a:gd name="connsiteX266" fmla="*/ 1318687 w 7467600"/>
              <a:gd name="connsiteY266" fmla="*/ 3113840 h 6858000"/>
              <a:gd name="connsiteX267" fmla="*/ 1066793 w 7467600"/>
              <a:gd name="connsiteY267" fmla="*/ 3212171 h 6858000"/>
              <a:gd name="connsiteX268" fmla="*/ 993319 w 7467600"/>
              <a:gd name="connsiteY268" fmla="*/ 3247648 h 6858000"/>
              <a:gd name="connsiteX269" fmla="*/ 853081 w 7467600"/>
              <a:gd name="connsiteY269" fmla="*/ 3312410 h 6858000"/>
              <a:gd name="connsiteX270" fmla="*/ 805957 w 7467600"/>
              <a:gd name="connsiteY270" fmla="*/ 3330443 h 6858000"/>
              <a:gd name="connsiteX271" fmla="*/ 1318687 w 7467600"/>
              <a:gd name="connsiteY271" fmla="*/ 3113840 h 6858000"/>
              <a:gd name="connsiteX272" fmla="*/ 5453702 w 7467600"/>
              <a:gd name="connsiteY272" fmla="*/ 3090882 h 6858000"/>
              <a:gd name="connsiteX273" fmla="*/ 5480135 w 7467600"/>
              <a:gd name="connsiteY273" fmla="*/ 3565802 h 6858000"/>
              <a:gd name="connsiteX274" fmla="*/ 5499023 w 7467600"/>
              <a:gd name="connsiteY274" fmla="*/ 4166310 h 6858000"/>
              <a:gd name="connsiteX275" fmla="*/ 5547022 w 7467600"/>
              <a:gd name="connsiteY275" fmla="*/ 3607838 h 6858000"/>
              <a:gd name="connsiteX276" fmla="*/ 5515964 w 7467600"/>
              <a:gd name="connsiteY276" fmla="*/ 3378541 h 6858000"/>
              <a:gd name="connsiteX277" fmla="*/ 5453702 w 7467600"/>
              <a:gd name="connsiteY277" fmla="*/ 3090882 h 6858000"/>
              <a:gd name="connsiteX278" fmla="*/ 1238695 w 7467600"/>
              <a:gd name="connsiteY278" fmla="*/ 3076820 h 6858000"/>
              <a:gd name="connsiteX279" fmla="*/ 716371 w 7467600"/>
              <a:gd name="connsiteY279" fmla="*/ 3293249 h 6858000"/>
              <a:gd name="connsiteX280" fmla="*/ 579522 w 7467600"/>
              <a:gd name="connsiteY280" fmla="*/ 3371759 h 6858000"/>
              <a:gd name="connsiteX281" fmla="*/ 600288 w 7467600"/>
              <a:gd name="connsiteY281" fmla="*/ 3365555 h 6858000"/>
              <a:gd name="connsiteX282" fmla="*/ 840692 w 7467600"/>
              <a:gd name="connsiteY282" fmla="*/ 3284921 h 6858000"/>
              <a:gd name="connsiteX283" fmla="*/ 979248 w 7467600"/>
              <a:gd name="connsiteY283" fmla="*/ 3221003 h 6858000"/>
              <a:gd name="connsiteX284" fmla="*/ 1053282 w 7467600"/>
              <a:gd name="connsiteY284" fmla="*/ 3185247 h 6858000"/>
              <a:gd name="connsiteX285" fmla="*/ 1320603 w 7467600"/>
              <a:gd name="connsiteY285" fmla="*/ 3081281 h 6858000"/>
              <a:gd name="connsiteX286" fmla="*/ 1238695 w 7467600"/>
              <a:gd name="connsiteY286" fmla="*/ 3076820 h 6858000"/>
              <a:gd name="connsiteX287" fmla="*/ 5425627 w 7467600"/>
              <a:gd name="connsiteY287" fmla="*/ 2954192 h 6858000"/>
              <a:gd name="connsiteX288" fmla="*/ 5470770 w 7467600"/>
              <a:gd name="connsiteY288" fmla="*/ 3005435 h 6858000"/>
              <a:gd name="connsiteX289" fmla="*/ 5519779 w 7467600"/>
              <a:gd name="connsiteY289" fmla="*/ 4359223 h 6858000"/>
              <a:gd name="connsiteX290" fmla="*/ 5520293 w 7467600"/>
              <a:gd name="connsiteY290" fmla="*/ 4360602 h 6858000"/>
              <a:gd name="connsiteX291" fmla="*/ 5767221 w 7467600"/>
              <a:gd name="connsiteY291" fmla="*/ 4665564 h 6858000"/>
              <a:gd name="connsiteX292" fmla="*/ 6937169 w 7467600"/>
              <a:gd name="connsiteY292" fmla="*/ 4815941 h 6858000"/>
              <a:gd name="connsiteX293" fmla="*/ 6953922 w 7467600"/>
              <a:gd name="connsiteY293" fmla="*/ 4890068 h 6858000"/>
              <a:gd name="connsiteX294" fmla="*/ 6071359 w 7467600"/>
              <a:gd name="connsiteY294" fmla="*/ 4770770 h 6858000"/>
              <a:gd name="connsiteX295" fmla="*/ 6038839 w 7467600"/>
              <a:gd name="connsiteY295" fmla="*/ 4764474 h 6858000"/>
              <a:gd name="connsiteX296" fmla="*/ 6038706 w 7467600"/>
              <a:gd name="connsiteY296" fmla="*/ 4763847 h 6858000"/>
              <a:gd name="connsiteX297" fmla="*/ 6037784 w 7467600"/>
              <a:gd name="connsiteY297" fmla="*/ 4764270 h 6858000"/>
              <a:gd name="connsiteX298" fmla="*/ 6038839 w 7467600"/>
              <a:gd name="connsiteY298" fmla="*/ 4764474 h 6858000"/>
              <a:gd name="connsiteX299" fmla="*/ 6040338 w 7467600"/>
              <a:gd name="connsiteY299" fmla="*/ 4771418 h 6858000"/>
              <a:gd name="connsiteX300" fmla="*/ 6024488 w 7467600"/>
              <a:gd name="connsiteY300" fmla="*/ 4809903 h 6858000"/>
              <a:gd name="connsiteX301" fmla="*/ 5599771 w 7467600"/>
              <a:gd name="connsiteY301" fmla="*/ 5509652 h 6858000"/>
              <a:gd name="connsiteX302" fmla="*/ 5548843 w 7467600"/>
              <a:gd name="connsiteY302" fmla="*/ 5563845 h 6858000"/>
              <a:gd name="connsiteX303" fmla="*/ 5940952 w 7467600"/>
              <a:gd name="connsiteY303" fmla="*/ 6250028 h 6858000"/>
              <a:gd name="connsiteX304" fmla="*/ 6043441 w 7467600"/>
              <a:gd name="connsiteY304" fmla="*/ 6665847 h 6858000"/>
              <a:gd name="connsiteX305" fmla="*/ 6093432 w 7467600"/>
              <a:gd name="connsiteY305" fmla="*/ 6858000 h 6858000"/>
              <a:gd name="connsiteX306" fmla="*/ 6034344 w 7467600"/>
              <a:gd name="connsiteY306" fmla="*/ 6858000 h 6858000"/>
              <a:gd name="connsiteX307" fmla="*/ 6026679 w 7467600"/>
              <a:gd name="connsiteY307" fmla="*/ 6836959 h 6858000"/>
              <a:gd name="connsiteX308" fmla="*/ 5800441 w 7467600"/>
              <a:gd name="connsiteY308" fmla="*/ 6335286 h 6858000"/>
              <a:gd name="connsiteX309" fmla="*/ 5526562 w 7467600"/>
              <a:gd name="connsiteY309" fmla="*/ 5705388 h 6858000"/>
              <a:gd name="connsiteX310" fmla="*/ 5519640 w 7467600"/>
              <a:gd name="connsiteY310" fmla="*/ 5683774 h 6858000"/>
              <a:gd name="connsiteX311" fmla="*/ 5844559 w 7467600"/>
              <a:gd name="connsiteY311" fmla="*/ 6553349 h 6858000"/>
              <a:gd name="connsiteX312" fmla="*/ 5975994 w 7467600"/>
              <a:gd name="connsiteY312" fmla="*/ 6858000 h 6858000"/>
              <a:gd name="connsiteX313" fmla="*/ 5898547 w 7467600"/>
              <a:gd name="connsiteY313" fmla="*/ 6858000 h 6858000"/>
              <a:gd name="connsiteX314" fmla="*/ 5682041 w 7467600"/>
              <a:gd name="connsiteY314" fmla="*/ 6355860 h 6858000"/>
              <a:gd name="connsiteX315" fmla="*/ 5461758 w 7467600"/>
              <a:gd name="connsiteY315" fmla="*/ 5820220 h 6858000"/>
              <a:gd name="connsiteX316" fmla="*/ 5237282 w 7467600"/>
              <a:gd name="connsiteY316" fmla="*/ 6579086 h 6858000"/>
              <a:gd name="connsiteX317" fmla="*/ 5115009 w 7467600"/>
              <a:gd name="connsiteY317" fmla="*/ 6858000 h 6858000"/>
              <a:gd name="connsiteX318" fmla="*/ 5028074 w 7467600"/>
              <a:gd name="connsiteY318" fmla="*/ 6858000 h 6858000"/>
              <a:gd name="connsiteX319" fmla="*/ 5079508 w 7467600"/>
              <a:gd name="connsiteY319" fmla="*/ 6749074 h 6858000"/>
              <a:gd name="connsiteX320" fmla="*/ 5371846 w 7467600"/>
              <a:gd name="connsiteY320" fmla="*/ 5924413 h 6858000"/>
              <a:gd name="connsiteX321" fmla="*/ 5270512 w 7467600"/>
              <a:gd name="connsiteY321" fmla="*/ 6138975 h 6858000"/>
              <a:gd name="connsiteX322" fmla="*/ 5062409 w 7467600"/>
              <a:gd name="connsiteY322" fmla="*/ 6653544 h 6858000"/>
              <a:gd name="connsiteX323" fmla="*/ 5036628 w 7467600"/>
              <a:gd name="connsiteY323" fmla="*/ 6754247 h 6858000"/>
              <a:gd name="connsiteX324" fmla="*/ 5009112 w 7467600"/>
              <a:gd name="connsiteY324" fmla="*/ 6858000 h 6858000"/>
              <a:gd name="connsiteX325" fmla="*/ 4976679 w 7467600"/>
              <a:gd name="connsiteY325" fmla="*/ 6858000 h 6858000"/>
              <a:gd name="connsiteX326" fmla="*/ 5006537 w 7467600"/>
              <a:gd name="connsiteY326" fmla="*/ 6747068 h 6858000"/>
              <a:gd name="connsiteX327" fmla="*/ 5032723 w 7467600"/>
              <a:gd name="connsiteY327" fmla="*/ 6644957 h 6858000"/>
              <a:gd name="connsiteX328" fmla="*/ 5242949 w 7467600"/>
              <a:gd name="connsiteY328" fmla="*/ 6125175 h 6858000"/>
              <a:gd name="connsiteX329" fmla="*/ 5286321 w 7467600"/>
              <a:gd name="connsiteY329" fmla="*/ 6033555 h 6858000"/>
              <a:gd name="connsiteX330" fmla="*/ 5008210 w 7467600"/>
              <a:gd name="connsiteY330" fmla="*/ 6649194 h 6858000"/>
              <a:gd name="connsiteX331" fmla="*/ 4986321 w 7467600"/>
              <a:gd name="connsiteY331" fmla="*/ 6765687 h 6858000"/>
              <a:gd name="connsiteX332" fmla="*/ 4973474 w 7467600"/>
              <a:gd name="connsiteY332" fmla="*/ 6858000 h 6858000"/>
              <a:gd name="connsiteX333" fmla="*/ 4907178 w 7467600"/>
              <a:gd name="connsiteY333" fmla="*/ 6858000 h 6858000"/>
              <a:gd name="connsiteX334" fmla="*/ 4910810 w 7467600"/>
              <a:gd name="connsiteY334" fmla="*/ 6829660 h 6858000"/>
              <a:gd name="connsiteX335" fmla="*/ 4987461 w 7467600"/>
              <a:gd name="connsiteY335" fmla="*/ 6432994 h 6858000"/>
              <a:gd name="connsiteX336" fmla="*/ 5179262 w 7467600"/>
              <a:gd name="connsiteY336" fmla="*/ 6035044 h 6858000"/>
              <a:gd name="connsiteX337" fmla="*/ 4689678 w 7467600"/>
              <a:gd name="connsiteY337" fmla="*/ 6440241 h 6858000"/>
              <a:gd name="connsiteX338" fmla="*/ 4477543 w 7467600"/>
              <a:gd name="connsiteY338" fmla="*/ 6674836 h 6858000"/>
              <a:gd name="connsiteX339" fmla="*/ 4329957 w 7467600"/>
              <a:gd name="connsiteY339" fmla="*/ 6858000 h 6858000"/>
              <a:gd name="connsiteX340" fmla="*/ 4218595 w 7467600"/>
              <a:gd name="connsiteY340" fmla="*/ 6858000 h 6858000"/>
              <a:gd name="connsiteX341" fmla="*/ 4368888 w 7467600"/>
              <a:gd name="connsiteY341" fmla="*/ 6668412 h 6858000"/>
              <a:gd name="connsiteX342" fmla="*/ 4563091 w 7467600"/>
              <a:gd name="connsiteY342" fmla="*/ 6442508 h 6858000"/>
              <a:gd name="connsiteX343" fmla="*/ 5387324 w 7467600"/>
              <a:gd name="connsiteY343" fmla="*/ 5705830 h 6858000"/>
              <a:gd name="connsiteX344" fmla="*/ 5073620 w 7467600"/>
              <a:gd name="connsiteY344" fmla="*/ 5955437 h 6858000"/>
              <a:gd name="connsiteX345" fmla="*/ 4689789 w 7467600"/>
              <a:gd name="connsiteY345" fmla="*/ 6268382 h 6858000"/>
              <a:gd name="connsiteX346" fmla="*/ 4418722 w 7467600"/>
              <a:gd name="connsiteY346" fmla="*/ 6570886 h 6858000"/>
              <a:gd name="connsiteX347" fmla="*/ 4214944 w 7467600"/>
              <a:gd name="connsiteY347" fmla="*/ 6858000 h 6858000"/>
              <a:gd name="connsiteX348" fmla="*/ 4177898 w 7467600"/>
              <a:gd name="connsiteY348" fmla="*/ 6858000 h 6858000"/>
              <a:gd name="connsiteX349" fmla="*/ 4391597 w 7467600"/>
              <a:gd name="connsiteY349" fmla="*/ 6556370 h 6858000"/>
              <a:gd name="connsiteX350" fmla="*/ 4668889 w 7467600"/>
              <a:gd name="connsiteY350" fmla="*/ 6246399 h 6858000"/>
              <a:gd name="connsiteX351" fmla="*/ 5055427 w 7467600"/>
              <a:gd name="connsiteY351" fmla="*/ 5931476 h 6858000"/>
              <a:gd name="connsiteX352" fmla="*/ 5371814 w 7467600"/>
              <a:gd name="connsiteY352" fmla="*/ 5678975 h 6858000"/>
              <a:gd name="connsiteX353" fmla="*/ 4987918 w 7467600"/>
              <a:gd name="connsiteY353" fmla="*/ 5838701 h 6858000"/>
              <a:gd name="connsiteX354" fmla="*/ 4317146 w 7467600"/>
              <a:gd name="connsiteY354" fmla="*/ 6587716 h 6858000"/>
              <a:gd name="connsiteX355" fmla="*/ 4171627 w 7467600"/>
              <a:gd name="connsiteY355" fmla="*/ 6858000 h 6858000"/>
              <a:gd name="connsiteX356" fmla="*/ 4081585 w 7467600"/>
              <a:gd name="connsiteY356" fmla="*/ 6858000 h 6858000"/>
              <a:gd name="connsiteX357" fmla="*/ 4238603 w 7467600"/>
              <a:gd name="connsiteY357" fmla="*/ 6559341 h 6858000"/>
              <a:gd name="connsiteX358" fmla="*/ 4778333 w 7467600"/>
              <a:gd name="connsiteY358" fmla="*/ 5873626 h 6858000"/>
              <a:gd name="connsiteX359" fmla="*/ 5414185 w 7467600"/>
              <a:gd name="connsiteY359" fmla="*/ 5573882 h 6858000"/>
              <a:gd name="connsiteX360" fmla="*/ 5959648 w 7467600"/>
              <a:gd name="connsiteY360" fmla="*/ 4760797 h 6858000"/>
              <a:gd name="connsiteX361" fmla="*/ 5355019 w 7467600"/>
              <a:gd name="connsiteY361" fmla="*/ 4734672 h 6858000"/>
              <a:gd name="connsiteX362" fmla="*/ 5083565 w 7467600"/>
              <a:gd name="connsiteY362" fmla="*/ 5179121 h 6858000"/>
              <a:gd name="connsiteX363" fmla="*/ 4713577 w 7467600"/>
              <a:gd name="connsiteY363" fmla="*/ 5616803 h 6858000"/>
              <a:gd name="connsiteX364" fmla="*/ 3989559 w 7467600"/>
              <a:gd name="connsiteY364" fmla="*/ 6145945 h 6858000"/>
              <a:gd name="connsiteX365" fmla="*/ 3939824 w 7467600"/>
              <a:gd name="connsiteY365" fmla="*/ 6066900 h 6858000"/>
              <a:gd name="connsiteX366" fmla="*/ 4584537 w 7467600"/>
              <a:gd name="connsiteY366" fmla="*/ 5324826 h 6858000"/>
              <a:gd name="connsiteX367" fmla="*/ 5037105 w 7467600"/>
              <a:gd name="connsiteY367" fmla="*/ 5088765 h 6858000"/>
              <a:gd name="connsiteX368" fmla="*/ 5039930 w 7467600"/>
              <a:gd name="connsiteY368" fmla="*/ 5089585 h 6858000"/>
              <a:gd name="connsiteX369" fmla="*/ 5263764 w 7467600"/>
              <a:gd name="connsiteY369" fmla="*/ 4735525 h 6858000"/>
              <a:gd name="connsiteX370" fmla="*/ 4086300 w 7467600"/>
              <a:gd name="connsiteY370" fmla="*/ 4884599 h 6858000"/>
              <a:gd name="connsiteX371" fmla="*/ 4085485 w 7467600"/>
              <a:gd name="connsiteY371" fmla="*/ 4899070 h 6858000"/>
              <a:gd name="connsiteX372" fmla="*/ 3871915 w 7467600"/>
              <a:gd name="connsiteY372" fmla="*/ 5253645 h 6858000"/>
              <a:gd name="connsiteX373" fmla="*/ 3799374 w 7467600"/>
              <a:gd name="connsiteY373" fmla="*/ 5466127 h 6858000"/>
              <a:gd name="connsiteX374" fmla="*/ 3498850 w 7467600"/>
              <a:gd name="connsiteY374" fmla="*/ 6661888 h 6858000"/>
              <a:gd name="connsiteX375" fmla="*/ 3399216 w 7467600"/>
              <a:gd name="connsiteY375" fmla="*/ 6858000 h 6858000"/>
              <a:gd name="connsiteX376" fmla="*/ 3303688 w 7467600"/>
              <a:gd name="connsiteY376" fmla="*/ 6858000 h 6858000"/>
              <a:gd name="connsiteX377" fmla="*/ 3391774 w 7467600"/>
              <a:gd name="connsiteY377" fmla="*/ 6697181 h 6858000"/>
              <a:gd name="connsiteX378" fmla="*/ 3735540 w 7467600"/>
              <a:gd name="connsiteY378" fmla="*/ 5546923 h 6858000"/>
              <a:gd name="connsiteX379" fmla="*/ 3729438 w 7467600"/>
              <a:gd name="connsiteY379" fmla="*/ 5569058 h 6858000"/>
              <a:gd name="connsiteX380" fmla="*/ 3707782 w 7467600"/>
              <a:gd name="connsiteY380" fmla="*/ 5644908 h 6858000"/>
              <a:gd name="connsiteX381" fmla="*/ 3583827 w 7467600"/>
              <a:gd name="connsiteY381" fmla="*/ 6039215 h 6858000"/>
              <a:gd name="connsiteX382" fmla="*/ 3547861 w 7467600"/>
              <a:gd name="connsiteY382" fmla="*/ 6129609 h 6858000"/>
              <a:gd name="connsiteX383" fmla="*/ 3490905 w 7467600"/>
              <a:gd name="connsiteY383" fmla="*/ 6277660 h 6858000"/>
              <a:gd name="connsiteX384" fmla="*/ 3455859 w 7467600"/>
              <a:gd name="connsiteY384" fmla="*/ 6391301 h 6858000"/>
              <a:gd name="connsiteX385" fmla="*/ 3429112 w 7467600"/>
              <a:gd name="connsiteY385" fmla="*/ 6479469 h 6858000"/>
              <a:gd name="connsiteX386" fmla="*/ 3304862 w 7467600"/>
              <a:gd name="connsiteY386" fmla="*/ 6796476 h 6858000"/>
              <a:gd name="connsiteX387" fmla="*/ 3276071 w 7467600"/>
              <a:gd name="connsiteY387" fmla="*/ 6858000 h 6858000"/>
              <a:gd name="connsiteX388" fmla="*/ 3240805 w 7467600"/>
              <a:gd name="connsiteY388" fmla="*/ 6858000 h 6858000"/>
              <a:gd name="connsiteX389" fmla="*/ 3275917 w 7467600"/>
              <a:gd name="connsiteY389" fmla="*/ 6783192 h 6858000"/>
              <a:gd name="connsiteX390" fmla="*/ 3399358 w 7467600"/>
              <a:gd name="connsiteY390" fmla="*/ 6469011 h 6858000"/>
              <a:gd name="connsiteX391" fmla="*/ 3425650 w 7467600"/>
              <a:gd name="connsiteY391" fmla="*/ 6381333 h 6858000"/>
              <a:gd name="connsiteX392" fmla="*/ 3460661 w 7467600"/>
              <a:gd name="connsiteY392" fmla="*/ 6266763 h 6858000"/>
              <a:gd name="connsiteX393" fmla="*/ 3518021 w 7467600"/>
              <a:gd name="connsiteY393" fmla="*/ 6117298 h 6858000"/>
              <a:gd name="connsiteX394" fmla="*/ 3554035 w 7467600"/>
              <a:gd name="connsiteY394" fmla="*/ 6027832 h 6858000"/>
              <a:gd name="connsiteX395" fmla="*/ 3677174 w 7467600"/>
              <a:gd name="connsiteY395" fmla="*/ 5636351 h 6858000"/>
              <a:gd name="connsiteX396" fmla="*/ 3698819 w 7467600"/>
              <a:gd name="connsiteY396" fmla="*/ 5560503 h 6858000"/>
              <a:gd name="connsiteX397" fmla="*/ 3702094 w 7467600"/>
              <a:gd name="connsiteY397" fmla="*/ 5549194 h 6858000"/>
              <a:gd name="connsiteX398" fmla="*/ 3398355 w 7467600"/>
              <a:gd name="connsiteY398" fmla="*/ 6094603 h 6858000"/>
              <a:gd name="connsiteX399" fmla="*/ 3193941 w 7467600"/>
              <a:gd name="connsiteY399" fmla="*/ 6798775 h 6858000"/>
              <a:gd name="connsiteX400" fmla="*/ 3184140 w 7467600"/>
              <a:gd name="connsiteY400" fmla="*/ 6858000 h 6858000"/>
              <a:gd name="connsiteX401" fmla="*/ 3099978 w 7467600"/>
              <a:gd name="connsiteY401" fmla="*/ 6858000 h 6858000"/>
              <a:gd name="connsiteX402" fmla="*/ 3101556 w 7467600"/>
              <a:gd name="connsiteY402" fmla="*/ 6843337 h 6858000"/>
              <a:gd name="connsiteX403" fmla="*/ 3370162 w 7467600"/>
              <a:gd name="connsiteY403" fmla="*/ 5785550 h 6858000"/>
              <a:gd name="connsiteX404" fmla="*/ 3746477 w 7467600"/>
              <a:gd name="connsiteY404" fmla="*/ 5377889 h 6858000"/>
              <a:gd name="connsiteX405" fmla="*/ 3863399 w 7467600"/>
              <a:gd name="connsiteY405" fmla="*/ 5087257 h 6858000"/>
              <a:gd name="connsiteX406" fmla="*/ 3968712 w 7467600"/>
              <a:gd name="connsiteY406" fmla="*/ 4913989 h 6858000"/>
              <a:gd name="connsiteX407" fmla="*/ 2792390 w 7467600"/>
              <a:gd name="connsiteY407" fmla="*/ 5382974 h 6858000"/>
              <a:gd name="connsiteX408" fmla="*/ 2714982 w 7467600"/>
              <a:gd name="connsiteY408" fmla="*/ 5427051 h 6858000"/>
              <a:gd name="connsiteX409" fmla="*/ 2813361 w 7467600"/>
              <a:gd name="connsiteY409" fmla="*/ 6023912 h 6858000"/>
              <a:gd name="connsiteX410" fmla="*/ 2688430 w 7467600"/>
              <a:gd name="connsiteY410" fmla="*/ 6801564 h 6858000"/>
              <a:gd name="connsiteX411" fmla="*/ 2629626 w 7467600"/>
              <a:gd name="connsiteY411" fmla="*/ 6763394 h 6858000"/>
              <a:gd name="connsiteX412" fmla="*/ 2565328 w 7467600"/>
              <a:gd name="connsiteY412" fmla="*/ 5516399 h 6858000"/>
              <a:gd name="connsiteX413" fmla="*/ 1922999 w 7467600"/>
              <a:gd name="connsiteY413" fmla="*/ 5980343 h 6858000"/>
              <a:gd name="connsiteX414" fmla="*/ 1950261 w 7467600"/>
              <a:gd name="connsiteY414" fmla="*/ 6405858 h 6858000"/>
              <a:gd name="connsiteX415" fmla="*/ 2365554 w 7467600"/>
              <a:gd name="connsiteY415" fmla="*/ 6759107 h 6858000"/>
              <a:gd name="connsiteX416" fmla="*/ 2424142 w 7467600"/>
              <a:gd name="connsiteY416" fmla="*/ 6858000 h 6858000"/>
              <a:gd name="connsiteX417" fmla="*/ 2395994 w 7467600"/>
              <a:gd name="connsiteY417" fmla="*/ 6858000 h 6858000"/>
              <a:gd name="connsiteX418" fmla="*/ 2392863 w 7467600"/>
              <a:gd name="connsiteY418" fmla="*/ 6852964 h 6858000"/>
              <a:gd name="connsiteX419" fmla="*/ 2017589 w 7467600"/>
              <a:gd name="connsiteY419" fmla="*/ 6493982 h 6858000"/>
              <a:gd name="connsiteX420" fmla="*/ 2147336 w 7467600"/>
              <a:gd name="connsiteY420" fmla="*/ 6594052 h 6858000"/>
              <a:gd name="connsiteX421" fmla="*/ 2207047 w 7467600"/>
              <a:gd name="connsiteY421" fmla="*/ 6654540 h 6858000"/>
              <a:gd name="connsiteX422" fmla="*/ 2299106 w 7467600"/>
              <a:gd name="connsiteY422" fmla="*/ 6778931 h 6858000"/>
              <a:gd name="connsiteX423" fmla="*/ 2314430 w 7467600"/>
              <a:gd name="connsiteY423" fmla="*/ 6801144 h 6858000"/>
              <a:gd name="connsiteX424" fmla="*/ 2352406 w 7467600"/>
              <a:gd name="connsiteY424" fmla="*/ 6858000 h 6858000"/>
              <a:gd name="connsiteX425" fmla="*/ 2314492 w 7467600"/>
              <a:gd name="connsiteY425" fmla="*/ 6858000 h 6858000"/>
              <a:gd name="connsiteX426" fmla="*/ 2288095 w 7467600"/>
              <a:gd name="connsiteY426" fmla="*/ 6818030 h 6858000"/>
              <a:gd name="connsiteX427" fmla="*/ 2272768 w 7467600"/>
              <a:gd name="connsiteY427" fmla="*/ 6795822 h 6858000"/>
              <a:gd name="connsiteX428" fmla="*/ 2182715 w 7467600"/>
              <a:gd name="connsiteY428" fmla="*/ 6675071 h 6858000"/>
              <a:gd name="connsiteX429" fmla="*/ 2032061 w 7467600"/>
              <a:gd name="connsiteY429" fmla="*/ 6541380 h 6858000"/>
              <a:gd name="connsiteX430" fmla="*/ 2257220 w 7467600"/>
              <a:gd name="connsiteY430" fmla="*/ 6826257 h 6858000"/>
              <a:gd name="connsiteX431" fmla="*/ 2281324 w 7467600"/>
              <a:gd name="connsiteY431" fmla="*/ 6858000 h 6858000"/>
              <a:gd name="connsiteX432" fmla="*/ 2242860 w 7467600"/>
              <a:gd name="connsiteY432" fmla="*/ 6858000 h 6858000"/>
              <a:gd name="connsiteX433" fmla="*/ 2232818 w 7467600"/>
              <a:gd name="connsiteY433" fmla="*/ 6844926 h 6858000"/>
              <a:gd name="connsiteX434" fmla="*/ 1990172 w 7467600"/>
              <a:gd name="connsiteY434" fmla="*/ 6542121 h 6858000"/>
              <a:gd name="connsiteX435" fmla="*/ 2124090 w 7467600"/>
              <a:gd name="connsiteY435" fmla="*/ 6761017 h 6858000"/>
              <a:gd name="connsiteX436" fmla="*/ 2200380 w 7467600"/>
              <a:gd name="connsiteY436" fmla="*/ 6858000 h 6858000"/>
              <a:gd name="connsiteX437" fmla="*/ 2147507 w 7467600"/>
              <a:gd name="connsiteY437" fmla="*/ 6858000 h 6858000"/>
              <a:gd name="connsiteX438" fmla="*/ 2070668 w 7467600"/>
              <a:gd name="connsiteY438" fmla="*/ 6761520 h 6858000"/>
              <a:gd name="connsiteX439" fmla="*/ 1975142 w 7467600"/>
              <a:gd name="connsiteY439" fmla="*/ 6585570 h 6858000"/>
              <a:gd name="connsiteX440" fmla="*/ 2050035 w 7467600"/>
              <a:gd name="connsiteY440" fmla="*/ 6813345 h 6858000"/>
              <a:gd name="connsiteX441" fmla="*/ 2063025 w 7467600"/>
              <a:gd name="connsiteY441" fmla="*/ 6858000 h 6858000"/>
              <a:gd name="connsiteX442" fmla="*/ 2021675 w 7467600"/>
              <a:gd name="connsiteY442" fmla="*/ 6858000 h 6858000"/>
              <a:gd name="connsiteX443" fmla="*/ 2019308 w 7467600"/>
              <a:gd name="connsiteY443" fmla="*/ 6847118 h 6858000"/>
              <a:gd name="connsiteX444" fmla="*/ 1938835 w 7467600"/>
              <a:gd name="connsiteY444" fmla="*/ 6551160 h 6858000"/>
              <a:gd name="connsiteX445" fmla="*/ 1953230 w 7467600"/>
              <a:gd name="connsiteY445" fmla="*/ 6759699 h 6858000"/>
              <a:gd name="connsiteX446" fmla="*/ 1956763 w 7467600"/>
              <a:gd name="connsiteY446" fmla="*/ 6778191 h 6858000"/>
              <a:gd name="connsiteX447" fmla="*/ 1967925 w 7467600"/>
              <a:gd name="connsiteY447" fmla="*/ 6858000 h 6858000"/>
              <a:gd name="connsiteX448" fmla="*/ 1936622 w 7467600"/>
              <a:gd name="connsiteY448" fmla="*/ 6858000 h 6858000"/>
              <a:gd name="connsiteX449" fmla="*/ 1926261 w 7467600"/>
              <a:gd name="connsiteY449" fmla="*/ 6784064 h 6858000"/>
              <a:gd name="connsiteX450" fmla="*/ 1922724 w 7467600"/>
              <a:gd name="connsiteY450" fmla="*/ 6765577 h 6858000"/>
              <a:gd name="connsiteX451" fmla="*/ 1904650 w 7467600"/>
              <a:gd name="connsiteY451" fmla="*/ 6639616 h 6858000"/>
              <a:gd name="connsiteX452" fmla="*/ 1885273 w 7467600"/>
              <a:gd name="connsiteY452" fmla="*/ 6858000 h 6858000"/>
              <a:gd name="connsiteX453" fmla="*/ 1854363 w 7467600"/>
              <a:gd name="connsiteY453" fmla="*/ 6858000 h 6858000"/>
              <a:gd name="connsiteX454" fmla="*/ 1880391 w 7467600"/>
              <a:gd name="connsiteY454" fmla="*/ 6603796 h 6858000"/>
              <a:gd name="connsiteX455" fmla="*/ 1818273 w 7467600"/>
              <a:gd name="connsiteY455" fmla="*/ 6715729 h 6858000"/>
              <a:gd name="connsiteX456" fmla="*/ 1794691 w 7467600"/>
              <a:gd name="connsiteY456" fmla="*/ 6843239 h 6858000"/>
              <a:gd name="connsiteX457" fmla="*/ 1794914 w 7467600"/>
              <a:gd name="connsiteY457" fmla="*/ 6858000 h 6858000"/>
              <a:gd name="connsiteX458" fmla="*/ 1746128 w 7467600"/>
              <a:gd name="connsiteY458" fmla="*/ 6858000 h 6858000"/>
              <a:gd name="connsiteX459" fmla="*/ 1753934 w 7467600"/>
              <a:gd name="connsiteY459" fmla="*/ 6724796 h 6858000"/>
              <a:gd name="connsiteX460" fmla="*/ 1792053 w 7467600"/>
              <a:gd name="connsiteY460" fmla="*/ 6572396 h 6858000"/>
              <a:gd name="connsiteX461" fmla="*/ 1862248 w 7467600"/>
              <a:gd name="connsiteY461" fmla="*/ 6266397 h 6858000"/>
              <a:gd name="connsiteX462" fmla="*/ 1862250 w 7467600"/>
              <a:gd name="connsiteY462" fmla="*/ 6033531 h 6858000"/>
              <a:gd name="connsiteX463" fmla="*/ 1211999 w 7467600"/>
              <a:gd name="connsiteY463" fmla="*/ 6683610 h 6858000"/>
              <a:gd name="connsiteX464" fmla="*/ 1213266 w 7467600"/>
              <a:gd name="connsiteY464" fmla="*/ 6691947 h 6858000"/>
              <a:gd name="connsiteX465" fmla="*/ 1203370 w 7467600"/>
              <a:gd name="connsiteY465" fmla="*/ 6850676 h 6858000"/>
              <a:gd name="connsiteX466" fmla="*/ 1203671 w 7467600"/>
              <a:gd name="connsiteY466" fmla="*/ 6858000 h 6858000"/>
              <a:gd name="connsiteX467" fmla="*/ 1143180 w 7467600"/>
              <a:gd name="connsiteY467" fmla="*/ 6858000 h 6858000"/>
              <a:gd name="connsiteX468" fmla="*/ 1142176 w 7467600"/>
              <a:gd name="connsiteY468" fmla="*/ 6766045 h 6858000"/>
              <a:gd name="connsiteX469" fmla="*/ 1067484 w 7467600"/>
              <a:gd name="connsiteY469" fmla="*/ 6858000 h 6858000"/>
              <a:gd name="connsiteX470" fmla="*/ 953928 w 7467600"/>
              <a:gd name="connsiteY470" fmla="*/ 6858000 h 6858000"/>
              <a:gd name="connsiteX471" fmla="*/ 959715 w 7467600"/>
              <a:gd name="connsiteY471" fmla="*/ 6850185 h 6858000"/>
              <a:gd name="connsiteX472" fmla="*/ 1483788 w 7467600"/>
              <a:gd name="connsiteY472" fmla="*/ 6259174 h 6858000"/>
              <a:gd name="connsiteX473" fmla="*/ 1100671 w 7467600"/>
              <a:gd name="connsiteY473" fmla="*/ 6252137 h 6858000"/>
              <a:gd name="connsiteX474" fmla="*/ 1090144 w 7467600"/>
              <a:gd name="connsiteY474" fmla="*/ 6256748 h 6858000"/>
              <a:gd name="connsiteX475" fmla="*/ 1095872 w 7467600"/>
              <a:gd name="connsiteY475" fmla="*/ 6271892 h 6858000"/>
              <a:gd name="connsiteX476" fmla="*/ 262785 w 7467600"/>
              <a:gd name="connsiteY476" fmla="*/ 6845450 h 6858000"/>
              <a:gd name="connsiteX477" fmla="*/ 209968 w 7467600"/>
              <a:gd name="connsiteY477" fmla="*/ 6770713 h 6858000"/>
              <a:gd name="connsiteX478" fmla="*/ 873460 w 7467600"/>
              <a:gd name="connsiteY478" fmla="*/ 6253768 h 6858000"/>
              <a:gd name="connsiteX479" fmla="*/ 192686 w 7467600"/>
              <a:gd name="connsiteY479" fmla="*/ 5849257 h 6858000"/>
              <a:gd name="connsiteX480" fmla="*/ 4696 w 7467600"/>
              <a:gd name="connsiteY480" fmla="*/ 5697668 h 6858000"/>
              <a:gd name="connsiteX481" fmla="*/ 0 w 7467600"/>
              <a:gd name="connsiteY481" fmla="*/ 5689984 h 6858000"/>
              <a:gd name="connsiteX482" fmla="*/ 0 w 7467600"/>
              <a:gd name="connsiteY482" fmla="*/ 5513472 h 6858000"/>
              <a:gd name="connsiteX483" fmla="*/ 174101 w 7467600"/>
              <a:gd name="connsiteY483" fmla="*/ 5620277 h 6858000"/>
              <a:gd name="connsiteX484" fmla="*/ 891800 w 7467600"/>
              <a:gd name="connsiteY484" fmla="*/ 6036935 h 6858000"/>
              <a:gd name="connsiteX485" fmla="*/ 1072219 w 7467600"/>
              <a:gd name="connsiteY485" fmla="*/ 6169443 h 6858000"/>
              <a:gd name="connsiteX486" fmla="*/ 1074117 w 7467600"/>
              <a:gd name="connsiteY486" fmla="*/ 6170301 h 6858000"/>
              <a:gd name="connsiteX487" fmla="*/ 1083114 w 7467600"/>
              <a:gd name="connsiteY487" fmla="*/ 6174131 h 6858000"/>
              <a:gd name="connsiteX488" fmla="*/ 1543010 w 7467600"/>
              <a:gd name="connsiteY488" fmla="*/ 6191140 h 6858000"/>
              <a:gd name="connsiteX489" fmla="*/ 1551080 w 7467600"/>
              <a:gd name="connsiteY489" fmla="*/ 6195006 h 6858000"/>
              <a:gd name="connsiteX490" fmla="*/ 2345443 w 7467600"/>
              <a:gd name="connsiteY490" fmla="*/ 5549882 h 6858000"/>
              <a:gd name="connsiteX491" fmla="*/ 1721499 w 7467600"/>
              <a:gd name="connsiteY491" fmla="*/ 5599969 h 6858000"/>
              <a:gd name="connsiteX492" fmla="*/ 767716 w 7467600"/>
              <a:gd name="connsiteY492" fmla="*/ 5472768 h 6858000"/>
              <a:gd name="connsiteX493" fmla="*/ 722147 w 7467600"/>
              <a:gd name="connsiteY493" fmla="*/ 5393091 h 6858000"/>
              <a:gd name="connsiteX494" fmla="*/ 1485552 w 7467600"/>
              <a:gd name="connsiteY494" fmla="*/ 5313202 h 6858000"/>
              <a:gd name="connsiteX495" fmla="*/ 2143004 w 7467600"/>
              <a:gd name="connsiteY495" fmla="*/ 5402420 h 6858000"/>
              <a:gd name="connsiteX496" fmla="*/ 1933391 w 7467600"/>
              <a:gd name="connsiteY496" fmla="*/ 5156971 h 6858000"/>
              <a:gd name="connsiteX497" fmla="*/ 1827118 w 7467600"/>
              <a:gd name="connsiteY497" fmla="*/ 4968410 h 6858000"/>
              <a:gd name="connsiteX498" fmla="*/ 1837349 w 7467600"/>
              <a:gd name="connsiteY498" fmla="*/ 4956357 h 6858000"/>
              <a:gd name="connsiteX499" fmla="*/ 2162835 w 7467600"/>
              <a:gd name="connsiteY499" fmla="*/ 5187853 h 6858000"/>
              <a:gd name="connsiteX500" fmla="*/ 2257167 w 7467600"/>
              <a:gd name="connsiteY500" fmla="*/ 5462123 h 6858000"/>
              <a:gd name="connsiteX501" fmla="*/ 2261598 w 7467600"/>
              <a:gd name="connsiteY501" fmla="*/ 5467998 h 6858000"/>
              <a:gd name="connsiteX502" fmla="*/ 2437177 w 7467600"/>
              <a:gd name="connsiteY502" fmla="*/ 5479608 h 6858000"/>
              <a:gd name="connsiteX503" fmla="*/ 2445247 w 7467600"/>
              <a:gd name="connsiteY503" fmla="*/ 5483476 h 6858000"/>
              <a:gd name="connsiteX504" fmla="*/ 2743626 w 7467600"/>
              <a:gd name="connsiteY504" fmla="*/ 5304819 h 6858000"/>
              <a:gd name="connsiteX505" fmla="*/ 3048102 w 7467600"/>
              <a:gd name="connsiteY505" fmla="*/ 5150595 h 6858000"/>
              <a:gd name="connsiteX506" fmla="*/ 1799414 w 7467600"/>
              <a:gd name="connsiteY506" fmla="*/ 4694732 h 6858000"/>
              <a:gd name="connsiteX507" fmla="*/ 1771735 w 7467600"/>
              <a:gd name="connsiteY507" fmla="*/ 4619929 h 6858000"/>
              <a:gd name="connsiteX508" fmla="*/ 3104273 w 7467600"/>
              <a:gd name="connsiteY508" fmla="*/ 5076159 h 6858000"/>
              <a:gd name="connsiteX509" fmla="*/ 3113245 w 7467600"/>
              <a:gd name="connsiteY509" fmla="*/ 5090705 h 6858000"/>
              <a:gd name="connsiteX510" fmla="*/ 3126294 w 7467600"/>
              <a:gd name="connsiteY510" fmla="*/ 5114400 h 6858000"/>
              <a:gd name="connsiteX511" fmla="*/ 3937433 w 7467600"/>
              <a:gd name="connsiteY511" fmla="*/ 4830473 h 6858000"/>
              <a:gd name="connsiteX512" fmla="*/ 3590475 w 7467600"/>
              <a:gd name="connsiteY512" fmla="*/ 4597974 h 6858000"/>
              <a:gd name="connsiteX513" fmla="*/ 3100264 w 7467600"/>
              <a:gd name="connsiteY513" fmla="*/ 4579845 h 6858000"/>
              <a:gd name="connsiteX514" fmla="*/ 2183576 w 7467600"/>
              <a:gd name="connsiteY514" fmla="*/ 4227150 h 6858000"/>
              <a:gd name="connsiteX515" fmla="*/ 2151029 w 7467600"/>
              <a:gd name="connsiteY515" fmla="*/ 4146947 h 6858000"/>
              <a:gd name="connsiteX516" fmla="*/ 3563434 w 7467600"/>
              <a:gd name="connsiteY516" fmla="*/ 4469115 h 6858000"/>
              <a:gd name="connsiteX517" fmla="*/ 3177952 w 7467600"/>
              <a:gd name="connsiteY517" fmla="*/ 3657386 h 6858000"/>
              <a:gd name="connsiteX518" fmla="*/ 3189263 w 7467600"/>
              <a:gd name="connsiteY518" fmla="*/ 3625726 h 6858000"/>
              <a:gd name="connsiteX519" fmla="*/ 3560912 w 7467600"/>
              <a:gd name="connsiteY519" fmla="*/ 4079863 h 6858000"/>
              <a:gd name="connsiteX520" fmla="*/ 3626636 w 7467600"/>
              <a:gd name="connsiteY520" fmla="*/ 4512230 h 6858000"/>
              <a:gd name="connsiteX521" fmla="*/ 3653088 w 7467600"/>
              <a:gd name="connsiteY521" fmla="*/ 4521417 h 6858000"/>
              <a:gd name="connsiteX522" fmla="*/ 3988128 w 7467600"/>
              <a:gd name="connsiteY522" fmla="*/ 4817267 h 6858000"/>
              <a:gd name="connsiteX523" fmla="*/ 4830582 w 7467600"/>
              <a:gd name="connsiteY523" fmla="*/ 4676000 h 6858000"/>
              <a:gd name="connsiteX524" fmla="*/ 4830100 w 7467600"/>
              <a:gd name="connsiteY524" fmla="*/ 4675554 h 6858000"/>
              <a:gd name="connsiteX525" fmla="*/ 4036318 w 7467600"/>
              <a:gd name="connsiteY525" fmla="*/ 4147013 h 6858000"/>
              <a:gd name="connsiteX526" fmla="*/ 3432098 w 7467600"/>
              <a:gd name="connsiteY526" fmla="*/ 3537312 h 6858000"/>
              <a:gd name="connsiteX527" fmla="*/ 3446761 w 7467600"/>
              <a:gd name="connsiteY527" fmla="*/ 3461278 h 6858000"/>
              <a:gd name="connsiteX528" fmla="*/ 4419733 w 7467600"/>
              <a:gd name="connsiteY528" fmla="*/ 3963555 h 6858000"/>
              <a:gd name="connsiteX529" fmla="*/ 4781371 w 7467600"/>
              <a:gd name="connsiteY529" fmla="*/ 4458604 h 6858000"/>
              <a:gd name="connsiteX530" fmla="*/ 4780440 w 7467600"/>
              <a:gd name="connsiteY530" fmla="*/ 4470290 h 6858000"/>
              <a:gd name="connsiteX531" fmla="*/ 4898954 w 7467600"/>
              <a:gd name="connsiteY531" fmla="*/ 4662092 h 6858000"/>
              <a:gd name="connsiteX532" fmla="*/ 4900699 w 7467600"/>
              <a:gd name="connsiteY532" fmla="*/ 4670867 h 6858000"/>
              <a:gd name="connsiteX533" fmla="*/ 5714511 w 7467600"/>
              <a:gd name="connsiteY533" fmla="*/ 4663483 h 6858000"/>
              <a:gd name="connsiteX534" fmla="*/ 5464793 w 7467600"/>
              <a:gd name="connsiteY534" fmla="*/ 4393556 h 6858000"/>
              <a:gd name="connsiteX535" fmla="*/ 5461897 w 7467600"/>
              <a:gd name="connsiteY535" fmla="*/ 4390879 h 6858000"/>
              <a:gd name="connsiteX536" fmla="*/ 4294126 w 7467600"/>
              <a:gd name="connsiteY536" fmla="*/ 3303048 h 6858000"/>
              <a:gd name="connsiteX537" fmla="*/ 4305321 w 7467600"/>
              <a:gd name="connsiteY537" fmla="*/ 3256953 h 6858000"/>
              <a:gd name="connsiteX538" fmla="*/ 4949299 w 7467600"/>
              <a:gd name="connsiteY538" fmla="*/ 3766336 h 6858000"/>
              <a:gd name="connsiteX539" fmla="*/ 5291452 w 7467600"/>
              <a:gd name="connsiteY539" fmla="*/ 4076801 h 6858000"/>
              <a:gd name="connsiteX540" fmla="*/ 5434998 w 7467600"/>
              <a:gd name="connsiteY540" fmla="*/ 4254100 h 6858000"/>
              <a:gd name="connsiteX541" fmla="*/ 5351015 w 7467600"/>
              <a:gd name="connsiteY541" fmla="*/ 3760989 h 6858000"/>
              <a:gd name="connsiteX542" fmla="*/ 5413780 w 7467600"/>
              <a:gd name="connsiteY542" fmla="*/ 2966265 h 6858000"/>
              <a:gd name="connsiteX543" fmla="*/ 5425627 w 7467600"/>
              <a:gd name="connsiteY543" fmla="*/ 2954192 h 6858000"/>
              <a:gd name="connsiteX544" fmla="*/ 6604735 w 7467600"/>
              <a:gd name="connsiteY544" fmla="*/ 2041381 h 6858000"/>
              <a:gd name="connsiteX545" fmla="*/ 7204487 w 7467600"/>
              <a:gd name="connsiteY545" fmla="*/ 2742112 h 6858000"/>
              <a:gd name="connsiteX546" fmla="*/ 7131592 w 7467600"/>
              <a:gd name="connsiteY546" fmla="*/ 2672096 h 6858000"/>
              <a:gd name="connsiteX547" fmla="*/ 6996344 w 7467600"/>
              <a:gd name="connsiteY547" fmla="*/ 2518310 h 6858000"/>
              <a:gd name="connsiteX548" fmla="*/ 6735495 w 7467600"/>
              <a:gd name="connsiteY548" fmla="*/ 2196890 h 6858000"/>
              <a:gd name="connsiteX549" fmla="*/ 6721901 w 7467600"/>
              <a:gd name="connsiteY549" fmla="*/ 2179274 h 6858000"/>
              <a:gd name="connsiteX550" fmla="*/ 6604735 w 7467600"/>
              <a:gd name="connsiteY550" fmla="*/ 2041381 h 6858000"/>
              <a:gd name="connsiteX551" fmla="*/ 6591670 w 7467600"/>
              <a:gd name="connsiteY551" fmla="*/ 1988277 h 6858000"/>
              <a:gd name="connsiteX552" fmla="*/ 6747349 w 7467600"/>
              <a:gd name="connsiteY552" fmla="*/ 2160069 h 6858000"/>
              <a:gd name="connsiteX553" fmla="*/ 6760943 w 7467600"/>
              <a:gd name="connsiteY553" fmla="*/ 2177686 h 6858000"/>
              <a:gd name="connsiteX554" fmla="*/ 7021065 w 7467600"/>
              <a:gd name="connsiteY554" fmla="*/ 2498102 h 6858000"/>
              <a:gd name="connsiteX555" fmla="*/ 7155223 w 7467600"/>
              <a:gd name="connsiteY555" fmla="*/ 2650386 h 6858000"/>
              <a:gd name="connsiteX556" fmla="*/ 7203167 w 7467600"/>
              <a:gd name="connsiteY556" fmla="*/ 2697288 h 6858000"/>
              <a:gd name="connsiteX557" fmla="*/ 6937703 w 7467600"/>
              <a:gd name="connsiteY557" fmla="*/ 2321981 h 6858000"/>
              <a:gd name="connsiteX558" fmla="*/ 6591670 w 7467600"/>
              <a:gd name="connsiteY558" fmla="*/ 1988277 h 6858000"/>
              <a:gd name="connsiteX559" fmla="*/ 5798671 w 7467600"/>
              <a:gd name="connsiteY559" fmla="*/ 1981601 h 6858000"/>
              <a:gd name="connsiteX560" fmla="*/ 5754709 w 7467600"/>
              <a:gd name="connsiteY560" fmla="*/ 2071454 h 6858000"/>
              <a:gd name="connsiteX561" fmla="*/ 5763044 w 7467600"/>
              <a:gd name="connsiteY561" fmla="*/ 2842206 h 6858000"/>
              <a:gd name="connsiteX562" fmla="*/ 5764974 w 7467600"/>
              <a:gd name="connsiteY562" fmla="*/ 2799609 h 6858000"/>
              <a:gd name="connsiteX563" fmla="*/ 5767665 w 7467600"/>
              <a:gd name="connsiteY563" fmla="*/ 2666409 h 6858000"/>
              <a:gd name="connsiteX564" fmla="*/ 5763055 w 7467600"/>
              <a:gd name="connsiteY564" fmla="*/ 2579705 h 6858000"/>
              <a:gd name="connsiteX565" fmla="*/ 5758079 w 7467600"/>
              <a:gd name="connsiteY565" fmla="*/ 2492508 h 6858000"/>
              <a:gd name="connsiteX566" fmla="*/ 5779325 w 7467600"/>
              <a:gd name="connsiteY566" fmla="*/ 2197069 h 6858000"/>
              <a:gd name="connsiteX567" fmla="*/ 5798671 w 7467600"/>
              <a:gd name="connsiteY567" fmla="*/ 1981601 h 6858000"/>
              <a:gd name="connsiteX568" fmla="*/ 5829202 w 7467600"/>
              <a:gd name="connsiteY568" fmla="*/ 1971679 h 6858000"/>
              <a:gd name="connsiteX569" fmla="*/ 5809558 w 7467600"/>
              <a:gd name="connsiteY569" fmla="*/ 2198043 h 6858000"/>
              <a:gd name="connsiteX570" fmla="*/ 5788653 w 7467600"/>
              <a:gd name="connsiteY570" fmla="*/ 2489430 h 6858000"/>
              <a:gd name="connsiteX571" fmla="*/ 5793439 w 7467600"/>
              <a:gd name="connsiteY571" fmla="*/ 2575235 h 6858000"/>
              <a:gd name="connsiteX572" fmla="*/ 5796837 w 7467600"/>
              <a:gd name="connsiteY572" fmla="*/ 2637633 h 6858000"/>
              <a:gd name="connsiteX573" fmla="*/ 5818614 w 7467600"/>
              <a:gd name="connsiteY573" fmla="*/ 2473055 h 6858000"/>
              <a:gd name="connsiteX574" fmla="*/ 5829202 w 7467600"/>
              <a:gd name="connsiteY574" fmla="*/ 1971679 h 6858000"/>
              <a:gd name="connsiteX575" fmla="*/ 5911389 w 7467600"/>
              <a:gd name="connsiteY575" fmla="*/ 1898371 h 6858000"/>
              <a:gd name="connsiteX576" fmla="*/ 6237627 w 7467600"/>
              <a:gd name="connsiteY576" fmla="*/ 2231921 h 6858000"/>
              <a:gd name="connsiteX577" fmla="*/ 5911389 w 7467600"/>
              <a:gd name="connsiteY577" fmla="*/ 1898371 h 6858000"/>
              <a:gd name="connsiteX578" fmla="*/ 6944437 w 7467600"/>
              <a:gd name="connsiteY578" fmla="*/ 1575402 h 6858000"/>
              <a:gd name="connsiteX579" fmla="*/ 6304730 w 7467600"/>
              <a:gd name="connsiteY579" fmla="*/ 1766654 h 6858000"/>
              <a:gd name="connsiteX580" fmla="*/ 6944437 w 7467600"/>
              <a:gd name="connsiteY580" fmla="*/ 1575402 h 6858000"/>
              <a:gd name="connsiteX581" fmla="*/ 7019523 w 7467600"/>
              <a:gd name="connsiteY581" fmla="*/ 1519450 h 6858000"/>
              <a:gd name="connsiteX582" fmla="*/ 6298091 w 7467600"/>
              <a:gd name="connsiteY582" fmla="*/ 1737122 h 6858000"/>
              <a:gd name="connsiteX583" fmla="*/ 7019523 w 7467600"/>
              <a:gd name="connsiteY583" fmla="*/ 1519450 h 6858000"/>
              <a:gd name="connsiteX584" fmla="*/ 2399523 w 7467600"/>
              <a:gd name="connsiteY584" fmla="*/ 1428234 h 6858000"/>
              <a:gd name="connsiteX585" fmla="*/ 2224982 w 7467600"/>
              <a:gd name="connsiteY585" fmla="*/ 1826201 h 6858000"/>
              <a:gd name="connsiteX586" fmla="*/ 2096099 w 7467600"/>
              <a:gd name="connsiteY586" fmla="*/ 2345900 h 6858000"/>
              <a:gd name="connsiteX587" fmla="*/ 2283317 w 7467600"/>
              <a:gd name="connsiteY587" fmla="*/ 1796925 h 6858000"/>
              <a:gd name="connsiteX588" fmla="*/ 2448558 w 7467600"/>
              <a:gd name="connsiteY588" fmla="*/ 1373435 h 6858000"/>
              <a:gd name="connsiteX589" fmla="*/ 2312521 w 7467600"/>
              <a:gd name="connsiteY589" fmla="*/ 1806140 h 6858000"/>
              <a:gd name="connsiteX590" fmla="*/ 2127533 w 7467600"/>
              <a:gd name="connsiteY590" fmla="*/ 2348380 h 6858000"/>
              <a:gd name="connsiteX591" fmla="*/ 2358080 w 7467600"/>
              <a:gd name="connsiteY591" fmla="*/ 1866134 h 6858000"/>
              <a:gd name="connsiteX592" fmla="*/ 2407436 w 7467600"/>
              <a:gd name="connsiteY592" fmla="*/ 1651070 h 6858000"/>
              <a:gd name="connsiteX593" fmla="*/ 2448558 w 7467600"/>
              <a:gd name="connsiteY593" fmla="*/ 1373435 h 6858000"/>
              <a:gd name="connsiteX594" fmla="*/ 278707 w 7467600"/>
              <a:gd name="connsiteY594" fmla="*/ 1352270 h 6858000"/>
              <a:gd name="connsiteX595" fmla="*/ 321570 w 7467600"/>
              <a:gd name="connsiteY595" fmla="*/ 1861610 h 6858000"/>
              <a:gd name="connsiteX596" fmla="*/ 294281 w 7467600"/>
              <a:gd name="connsiteY596" fmla="*/ 1440658 h 6858000"/>
              <a:gd name="connsiteX597" fmla="*/ 1423821 w 7467600"/>
              <a:gd name="connsiteY597" fmla="*/ 1351958 h 6858000"/>
              <a:gd name="connsiteX598" fmla="*/ 1638521 w 7467600"/>
              <a:gd name="connsiteY598" fmla="*/ 1908470 h 6858000"/>
              <a:gd name="connsiteX599" fmla="*/ 1754199 w 7467600"/>
              <a:gd name="connsiteY599" fmla="*/ 2149284 h 6858000"/>
              <a:gd name="connsiteX600" fmla="*/ 1908359 w 7467600"/>
              <a:gd name="connsiteY600" fmla="*/ 2364988 h 6858000"/>
              <a:gd name="connsiteX601" fmla="*/ 1647661 w 7467600"/>
              <a:gd name="connsiteY601" fmla="*/ 1825945 h 6858000"/>
              <a:gd name="connsiteX602" fmla="*/ 1423821 w 7467600"/>
              <a:gd name="connsiteY602" fmla="*/ 1351958 h 6858000"/>
              <a:gd name="connsiteX603" fmla="*/ 1431890 w 7467600"/>
              <a:gd name="connsiteY603" fmla="*/ 1306475 h 6858000"/>
              <a:gd name="connsiteX604" fmla="*/ 1507597 w 7467600"/>
              <a:gd name="connsiteY604" fmla="*/ 1446132 h 6858000"/>
              <a:gd name="connsiteX605" fmla="*/ 1674586 w 7467600"/>
              <a:gd name="connsiteY605" fmla="*/ 1813832 h 6858000"/>
              <a:gd name="connsiteX606" fmla="*/ 1815950 w 7467600"/>
              <a:gd name="connsiteY606" fmla="*/ 2128564 h 6858000"/>
              <a:gd name="connsiteX607" fmla="*/ 1984242 w 7467600"/>
              <a:gd name="connsiteY607" fmla="*/ 2430829 h 6858000"/>
              <a:gd name="connsiteX608" fmla="*/ 2014023 w 7467600"/>
              <a:gd name="connsiteY608" fmla="*/ 2450995 h 6858000"/>
              <a:gd name="connsiteX609" fmla="*/ 1747337 w 7467600"/>
              <a:gd name="connsiteY609" fmla="*/ 1855264 h 6858000"/>
              <a:gd name="connsiteX610" fmla="*/ 1533749 w 7467600"/>
              <a:gd name="connsiteY610" fmla="*/ 1478656 h 6858000"/>
              <a:gd name="connsiteX611" fmla="*/ 1431890 w 7467600"/>
              <a:gd name="connsiteY611" fmla="*/ 1306475 h 6858000"/>
              <a:gd name="connsiteX612" fmla="*/ 5052692 w 7467600"/>
              <a:gd name="connsiteY612" fmla="*/ 1292994 h 6858000"/>
              <a:gd name="connsiteX613" fmla="*/ 5200661 w 7467600"/>
              <a:gd name="connsiteY613" fmla="*/ 1635186 h 6858000"/>
              <a:gd name="connsiteX614" fmla="*/ 5297138 w 7467600"/>
              <a:gd name="connsiteY614" fmla="*/ 1906351 h 6858000"/>
              <a:gd name="connsiteX615" fmla="*/ 5052692 w 7467600"/>
              <a:gd name="connsiteY615" fmla="*/ 1292994 h 6858000"/>
              <a:gd name="connsiteX616" fmla="*/ 5009948 w 7467600"/>
              <a:gd name="connsiteY616" fmla="*/ 1273619 h 6858000"/>
              <a:gd name="connsiteX617" fmla="*/ 5121777 w 7467600"/>
              <a:gd name="connsiteY617" fmla="*/ 1654213 h 6858000"/>
              <a:gd name="connsiteX618" fmla="*/ 5293545 w 7467600"/>
              <a:gd name="connsiteY618" fmla="*/ 2072247 h 6858000"/>
              <a:gd name="connsiteX619" fmla="*/ 5294042 w 7467600"/>
              <a:gd name="connsiteY619" fmla="*/ 2065019 h 6858000"/>
              <a:gd name="connsiteX620" fmla="*/ 5171936 w 7467600"/>
              <a:gd name="connsiteY620" fmla="*/ 1647613 h 6858000"/>
              <a:gd name="connsiteX621" fmla="*/ 5009948 w 7467600"/>
              <a:gd name="connsiteY621" fmla="*/ 1273619 h 6858000"/>
              <a:gd name="connsiteX622" fmla="*/ 655236 w 7467600"/>
              <a:gd name="connsiteY622" fmla="*/ 1268632 h 6858000"/>
              <a:gd name="connsiteX623" fmla="*/ 839521 w 7467600"/>
              <a:gd name="connsiteY623" fmla="*/ 1685315 h 6858000"/>
              <a:gd name="connsiteX624" fmla="*/ 1109416 w 7467600"/>
              <a:gd name="connsiteY624" fmla="*/ 2061663 h 6858000"/>
              <a:gd name="connsiteX625" fmla="*/ 1298300 w 7467600"/>
              <a:gd name="connsiteY625" fmla="*/ 2247742 h 6858000"/>
              <a:gd name="connsiteX626" fmla="*/ 1125871 w 7467600"/>
              <a:gd name="connsiteY626" fmla="*/ 1989513 h 6858000"/>
              <a:gd name="connsiteX627" fmla="*/ 981574 w 7467600"/>
              <a:gd name="connsiteY627" fmla="*/ 1783157 h 6858000"/>
              <a:gd name="connsiteX628" fmla="*/ 922198 w 7467600"/>
              <a:gd name="connsiteY628" fmla="*/ 1677437 h 6858000"/>
              <a:gd name="connsiteX629" fmla="*/ 869293 w 7467600"/>
              <a:gd name="connsiteY629" fmla="*/ 1583214 h 6858000"/>
              <a:gd name="connsiteX630" fmla="*/ 751431 w 7467600"/>
              <a:gd name="connsiteY630" fmla="*/ 1405731 h 6858000"/>
              <a:gd name="connsiteX631" fmla="*/ 6516292 w 7467600"/>
              <a:gd name="connsiteY631" fmla="*/ 1263064 h 6858000"/>
              <a:gd name="connsiteX632" fmla="*/ 5736320 w 7467600"/>
              <a:gd name="connsiteY632" fmla="*/ 1501803 h 6858000"/>
              <a:gd name="connsiteX633" fmla="*/ 6516292 w 7467600"/>
              <a:gd name="connsiteY633" fmla="*/ 1263064 h 6858000"/>
              <a:gd name="connsiteX634" fmla="*/ 291466 w 7467600"/>
              <a:gd name="connsiteY634" fmla="*/ 1250369 h 6858000"/>
              <a:gd name="connsiteX635" fmla="*/ 323180 w 7467600"/>
              <a:gd name="connsiteY635" fmla="*/ 1435283 h 6858000"/>
              <a:gd name="connsiteX636" fmla="*/ 349381 w 7467600"/>
              <a:gd name="connsiteY636" fmla="*/ 1875041 h 6858000"/>
              <a:gd name="connsiteX637" fmla="*/ 374363 w 7467600"/>
              <a:gd name="connsiteY637" fmla="*/ 1506494 h 6858000"/>
              <a:gd name="connsiteX638" fmla="*/ 302168 w 7467600"/>
              <a:gd name="connsiteY638" fmla="*/ 1274495 h 6858000"/>
              <a:gd name="connsiteX639" fmla="*/ 291466 w 7467600"/>
              <a:gd name="connsiteY639" fmla="*/ 1250369 h 6858000"/>
              <a:gd name="connsiteX640" fmla="*/ 678222 w 7467600"/>
              <a:gd name="connsiteY640" fmla="*/ 1248670 h 6858000"/>
              <a:gd name="connsiteX641" fmla="*/ 775536 w 7467600"/>
              <a:gd name="connsiteY641" fmla="*/ 1388015 h 6858000"/>
              <a:gd name="connsiteX642" fmla="*/ 894529 w 7467600"/>
              <a:gd name="connsiteY642" fmla="*/ 1567739 h 6858000"/>
              <a:gd name="connsiteX643" fmla="*/ 948000 w 7467600"/>
              <a:gd name="connsiteY643" fmla="*/ 1663088 h 6858000"/>
              <a:gd name="connsiteX644" fmla="*/ 1006812 w 7467600"/>
              <a:gd name="connsiteY644" fmla="*/ 1767683 h 6858000"/>
              <a:gd name="connsiteX645" fmla="*/ 1149133 w 7467600"/>
              <a:gd name="connsiteY645" fmla="*/ 1971513 h 6858000"/>
              <a:gd name="connsiteX646" fmla="*/ 1333952 w 7467600"/>
              <a:gd name="connsiteY646" fmla="*/ 2251620 h 6858000"/>
              <a:gd name="connsiteX647" fmla="*/ 1337329 w 7467600"/>
              <a:gd name="connsiteY647" fmla="*/ 2258350 h 6858000"/>
              <a:gd name="connsiteX648" fmla="*/ 1014726 w 7467600"/>
              <a:gd name="connsiteY648" fmla="*/ 1615556 h 6858000"/>
              <a:gd name="connsiteX649" fmla="*/ 678222 w 7467600"/>
              <a:gd name="connsiteY649" fmla="*/ 1248670 h 6858000"/>
              <a:gd name="connsiteX650" fmla="*/ 6691602 w 7467600"/>
              <a:gd name="connsiteY650" fmla="*/ 1140573 h 6858000"/>
              <a:gd name="connsiteX651" fmla="*/ 6571100 w 7467600"/>
              <a:gd name="connsiteY651" fmla="*/ 1183662 h 6858000"/>
              <a:gd name="connsiteX652" fmla="*/ 6241687 w 7467600"/>
              <a:gd name="connsiteY652" fmla="*/ 1257600 h 6858000"/>
              <a:gd name="connsiteX653" fmla="*/ 5693009 w 7467600"/>
              <a:gd name="connsiteY653" fmla="*/ 1478256 h 6858000"/>
              <a:gd name="connsiteX654" fmla="*/ 6548420 w 7467600"/>
              <a:gd name="connsiteY654" fmla="*/ 1214599 h 6858000"/>
              <a:gd name="connsiteX655" fmla="*/ 6605473 w 7467600"/>
              <a:gd name="connsiteY655" fmla="*/ 1184686 h 6858000"/>
              <a:gd name="connsiteX656" fmla="*/ 6691602 w 7467600"/>
              <a:gd name="connsiteY656" fmla="*/ 1140573 h 6858000"/>
              <a:gd name="connsiteX657" fmla="*/ 4002475 w 7467600"/>
              <a:gd name="connsiteY657" fmla="*/ 1037802 h 6858000"/>
              <a:gd name="connsiteX658" fmla="*/ 4000324 w 7467600"/>
              <a:gd name="connsiteY658" fmla="*/ 1039362 h 6858000"/>
              <a:gd name="connsiteX659" fmla="*/ 4002862 w 7467600"/>
              <a:gd name="connsiteY659" fmla="*/ 1042866 h 6858000"/>
              <a:gd name="connsiteX660" fmla="*/ 4002475 w 7467600"/>
              <a:gd name="connsiteY660" fmla="*/ 1037802 h 6858000"/>
              <a:gd name="connsiteX661" fmla="*/ 506322 w 7467600"/>
              <a:gd name="connsiteY661" fmla="*/ 1020997 h 6858000"/>
              <a:gd name="connsiteX662" fmla="*/ 533068 w 7467600"/>
              <a:gd name="connsiteY662" fmla="*/ 1029409 h 6858000"/>
              <a:gd name="connsiteX663" fmla="*/ 1232525 w 7467600"/>
              <a:gd name="connsiteY663" fmla="*/ 1804675 h 6858000"/>
              <a:gd name="connsiteX664" fmla="*/ 1388858 w 7467600"/>
              <a:gd name="connsiteY664" fmla="*/ 2368011 h 6858000"/>
              <a:gd name="connsiteX665" fmla="*/ 1384098 w 7467600"/>
              <a:gd name="connsiteY665" fmla="*/ 2378125 h 6858000"/>
              <a:gd name="connsiteX666" fmla="*/ 1425393 w 7467600"/>
              <a:gd name="connsiteY666" fmla="*/ 2589124 h 6858000"/>
              <a:gd name="connsiteX667" fmla="*/ 1424001 w 7467600"/>
              <a:gd name="connsiteY667" fmla="*/ 2597541 h 6858000"/>
              <a:gd name="connsiteX668" fmla="*/ 2152729 w 7467600"/>
              <a:gd name="connsiteY668" fmla="*/ 2864487 h 6858000"/>
              <a:gd name="connsiteX669" fmla="*/ 2020609 w 7467600"/>
              <a:gd name="connsiteY669" fmla="*/ 2539671 h 6858000"/>
              <a:gd name="connsiteX670" fmla="*/ 2018920 w 7467600"/>
              <a:gd name="connsiteY670" fmla="*/ 2536309 h 6858000"/>
              <a:gd name="connsiteX671" fmla="*/ 1342441 w 7467600"/>
              <a:gd name="connsiteY671" fmla="*/ 1173017 h 6858000"/>
              <a:gd name="connsiteX672" fmla="*/ 1367925 w 7467600"/>
              <a:gd name="connsiteY672" fmla="*/ 1135648 h 6858000"/>
              <a:gd name="connsiteX673" fmla="*/ 1771401 w 7467600"/>
              <a:gd name="connsiteY673" fmla="*/ 1806673 h 6858000"/>
              <a:gd name="connsiteX674" fmla="*/ 1972385 w 7467600"/>
              <a:gd name="connsiteY674" fmla="*/ 2198735 h 6858000"/>
              <a:gd name="connsiteX675" fmla="*/ 2040892 w 7467600"/>
              <a:gd name="connsiteY675" fmla="*/ 2405205 h 6858000"/>
              <a:gd name="connsiteX676" fmla="*/ 2131689 w 7467600"/>
              <a:gd name="connsiteY676" fmla="*/ 1936926 h 6858000"/>
              <a:gd name="connsiteX677" fmla="*/ 2454820 w 7467600"/>
              <a:gd name="connsiteY677" fmla="*/ 1248808 h 6858000"/>
              <a:gd name="connsiteX678" fmla="*/ 2492512 w 7467600"/>
              <a:gd name="connsiteY678" fmla="*/ 1302920 h 6858000"/>
              <a:gd name="connsiteX679" fmla="*/ 2081216 w 7467600"/>
              <a:gd name="connsiteY679" fmla="*/ 2527513 h 6858000"/>
              <a:gd name="connsiteX680" fmla="*/ 2081211 w 7467600"/>
              <a:gd name="connsiteY680" fmla="*/ 2528916 h 6858000"/>
              <a:gd name="connsiteX681" fmla="*/ 2199067 w 7467600"/>
              <a:gd name="connsiteY681" fmla="*/ 2884061 h 6858000"/>
              <a:gd name="connsiteX682" fmla="*/ 3192586 w 7467600"/>
              <a:gd name="connsiteY682" fmla="*/ 3411496 h 6858000"/>
              <a:gd name="connsiteX683" fmla="*/ 3182620 w 7467600"/>
              <a:gd name="connsiteY683" fmla="*/ 3483279 h 6858000"/>
              <a:gd name="connsiteX684" fmla="*/ 2435119 w 7467600"/>
              <a:gd name="connsiteY684" fmla="*/ 3080173 h 6858000"/>
              <a:gd name="connsiteX685" fmla="*/ 2410152 w 7467600"/>
              <a:gd name="connsiteY685" fmla="*/ 3063751 h 6858000"/>
              <a:gd name="connsiteX686" fmla="*/ 2408099 w 7467600"/>
              <a:gd name="connsiteY686" fmla="*/ 3064403 h 6858000"/>
              <a:gd name="connsiteX687" fmla="*/ 2407218 w 7467600"/>
              <a:gd name="connsiteY687" fmla="*/ 3070324 h 6858000"/>
              <a:gd name="connsiteX688" fmla="*/ 2380138 w 7467600"/>
              <a:gd name="connsiteY688" fmla="*/ 3099341 h 6858000"/>
              <a:gd name="connsiteX689" fmla="*/ 1765923 w 7467600"/>
              <a:gd name="connsiteY689" fmla="*/ 3581043 h 6858000"/>
              <a:gd name="connsiteX690" fmla="*/ 1702258 w 7467600"/>
              <a:gd name="connsiteY690" fmla="*/ 3612286 h 6858000"/>
              <a:gd name="connsiteX691" fmla="*/ 1538370 w 7467600"/>
              <a:gd name="connsiteY691" fmla="*/ 3811804 h 6858000"/>
              <a:gd name="connsiteX692" fmla="*/ 542867 w 7467600"/>
              <a:gd name="connsiteY692" fmla="*/ 4944092 h 6858000"/>
              <a:gd name="connsiteX693" fmla="*/ 515800 w 7467600"/>
              <a:gd name="connsiteY693" fmla="*/ 4862180 h 6858000"/>
              <a:gd name="connsiteX694" fmla="*/ 909145 w 7467600"/>
              <a:gd name="connsiteY694" fmla="*/ 4199225 h 6858000"/>
              <a:gd name="connsiteX695" fmla="*/ 1214067 w 7467600"/>
              <a:gd name="connsiteY695" fmla="*/ 3908561 h 6858000"/>
              <a:gd name="connsiteX696" fmla="*/ 640967 w 7467600"/>
              <a:gd name="connsiteY696" fmla="*/ 4105601 h 6858000"/>
              <a:gd name="connsiteX697" fmla="*/ 112563 w 7467600"/>
              <a:gd name="connsiteY697" fmla="*/ 4396952 h 6858000"/>
              <a:gd name="connsiteX698" fmla="*/ 0 w 7467600"/>
              <a:gd name="connsiteY698" fmla="*/ 4466006 h 6858000"/>
              <a:gd name="connsiteX699" fmla="*/ 0 w 7467600"/>
              <a:gd name="connsiteY699" fmla="*/ 4233763 h 6858000"/>
              <a:gd name="connsiteX700" fmla="*/ 36881 w 7467600"/>
              <a:gd name="connsiteY700" fmla="*/ 4200118 h 6858000"/>
              <a:gd name="connsiteX701" fmla="*/ 910534 w 7467600"/>
              <a:gd name="connsiteY701" fmla="*/ 3629753 h 6858000"/>
              <a:gd name="connsiteX702" fmla="*/ 1578717 w 7467600"/>
              <a:gd name="connsiteY702" fmla="*/ 3575982 h 6858000"/>
              <a:gd name="connsiteX703" fmla="*/ 2338780 w 7467600"/>
              <a:gd name="connsiteY703" fmla="*/ 3033725 h 6858000"/>
              <a:gd name="connsiteX704" fmla="*/ 1807991 w 7467600"/>
              <a:gd name="connsiteY704" fmla="*/ 2807184 h 6858000"/>
              <a:gd name="connsiteX705" fmla="*/ 1416358 w 7467600"/>
              <a:gd name="connsiteY705" fmla="*/ 3112571 h 6858000"/>
              <a:gd name="connsiteX706" fmla="*/ 939066 w 7467600"/>
              <a:gd name="connsiteY706" fmla="*/ 3378798 h 6858000"/>
              <a:gd name="connsiteX707" fmla="*/ 115099 w 7467600"/>
              <a:gd name="connsiteY707" fmla="*/ 3607650 h 6858000"/>
              <a:gd name="connsiteX708" fmla="*/ 97284 w 7467600"/>
              <a:gd name="connsiteY708" fmla="*/ 3520393 h 6858000"/>
              <a:gd name="connsiteX709" fmla="*/ 922050 w 7467600"/>
              <a:gd name="connsiteY709" fmla="*/ 3074867 h 6858000"/>
              <a:gd name="connsiteX710" fmla="*/ 1405265 w 7467600"/>
              <a:gd name="connsiteY710" fmla="*/ 3016319 h 6858000"/>
              <a:gd name="connsiteX711" fmla="*/ 1407512 w 7467600"/>
              <a:gd name="connsiteY711" fmla="*/ 3018001 h 6858000"/>
              <a:gd name="connsiteX712" fmla="*/ 1726266 w 7467600"/>
              <a:gd name="connsiteY712" fmla="*/ 2777274 h 6858000"/>
              <a:gd name="connsiteX713" fmla="*/ 625390 w 7467600"/>
              <a:gd name="connsiteY713" fmla="*/ 2514541 h 6858000"/>
              <a:gd name="connsiteX714" fmla="*/ 619799 w 7467600"/>
              <a:gd name="connsiteY714" fmla="*/ 2527180 h 6858000"/>
              <a:gd name="connsiteX715" fmla="*/ 310030 w 7467600"/>
              <a:gd name="connsiteY715" fmla="*/ 2771818 h 6858000"/>
              <a:gd name="connsiteX716" fmla="*/ 173877 w 7467600"/>
              <a:gd name="connsiteY716" fmla="*/ 2937056 h 6858000"/>
              <a:gd name="connsiteX717" fmla="*/ 77889 w 7467600"/>
              <a:gd name="connsiteY717" fmla="*/ 3138440 h 6858000"/>
              <a:gd name="connsiteX718" fmla="*/ 0 w 7467600"/>
              <a:gd name="connsiteY718" fmla="*/ 3271395 h 6858000"/>
              <a:gd name="connsiteX719" fmla="*/ 0 w 7467600"/>
              <a:gd name="connsiteY719" fmla="*/ 3153002 h 6858000"/>
              <a:gd name="connsiteX720" fmla="*/ 2386 w 7467600"/>
              <a:gd name="connsiteY720" fmla="*/ 3149203 h 6858000"/>
              <a:gd name="connsiteX721" fmla="*/ 89753 w 7467600"/>
              <a:gd name="connsiteY721" fmla="*/ 2987702 h 6858000"/>
              <a:gd name="connsiteX722" fmla="*/ 76869 w 7467600"/>
              <a:gd name="connsiteY722" fmla="*/ 3005404 h 6858000"/>
              <a:gd name="connsiteX723" fmla="*/ 32049 w 7467600"/>
              <a:gd name="connsiteY723" fmla="*/ 3065814 h 6858000"/>
              <a:gd name="connsiteX724" fmla="*/ 0 w 7467600"/>
              <a:gd name="connsiteY724" fmla="*/ 3108744 h 6858000"/>
              <a:gd name="connsiteX725" fmla="*/ 0 w 7467600"/>
              <a:gd name="connsiteY725" fmla="*/ 3058059 h 6858000"/>
              <a:gd name="connsiteX726" fmla="*/ 7610 w 7467600"/>
              <a:gd name="connsiteY726" fmla="*/ 3047889 h 6858000"/>
              <a:gd name="connsiteX727" fmla="*/ 52419 w 7467600"/>
              <a:gd name="connsiteY727" fmla="*/ 2987479 h 6858000"/>
              <a:gd name="connsiteX728" fmla="*/ 59142 w 7467600"/>
              <a:gd name="connsiteY728" fmla="*/ 2978488 h 6858000"/>
              <a:gd name="connsiteX729" fmla="*/ 0 w 7467600"/>
              <a:gd name="connsiteY729" fmla="*/ 3015334 h 6858000"/>
              <a:gd name="connsiteX730" fmla="*/ 0 w 7467600"/>
              <a:gd name="connsiteY730" fmla="*/ 2914286 h 6858000"/>
              <a:gd name="connsiteX731" fmla="*/ 36383 w 7467600"/>
              <a:gd name="connsiteY731" fmla="*/ 2901128 h 6858000"/>
              <a:gd name="connsiteX732" fmla="*/ 156329 w 7467600"/>
              <a:gd name="connsiteY732" fmla="*/ 2840533 h 6858000"/>
              <a:gd name="connsiteX733" fmla="*/ 358355 w 7467600"/>
              <a:gd name="connsiteY733" fmla="*/ 2620471 h 6858000"/>
              <a:gd name="connsiteX734" fmla="*/ 510577 w 7467600"/>
              <a:gd name="connsiteY734" fmla="*/ 2501244 h 6858000"/>
              <a:gd name="connsiteX735" fmla="*/ 211967 w 7467600"/>
              <a:gd name="connsiteY735" fmla="*/ 2479171 h 6858000"/>
              <a:gd name="connsiteX736" fmla="*/ 0 w 7467600"/>
              <a:gd name="connsiteY736" fmla="*/ 2476398 h 6858000"/>
              <a:gd name="connsiteX737" fmla="*/ 0 w 7467600"/>
              <a:gd name="connsiteY737" fmla="*/ 2389189 h 6858000"/>
              <a:gd name="connsiteX738" fmla="*/ 103062 w 7467600"/>
              <a:gd name="connsiteY738" fmla="*/ 2389518 h 6858000"/>
              <a:gd name="connsiteX739" fmla="*/ 510734 w 7467600"/>
              <a:gd name="connsiteY739" fmla="*/ 2416201 h 6858000"/>
              <a:gd name="connsiteX740" fmla="*/ 279257 w 7467600"/>
              <a:gd name="connsiteY740" fmla="*/ 2092102 h 6858000"/>
              <a:gd name="connsiteX741" fmla="*/ 65265 w 7467600"/>
              <a:gd name="connsiteY741" fmla="*/ 2006049 h 6858000"/>
              <a:gd name="connsiteX742" fmla="*/ 0 w 7467600"/>
              <a:gd name="connsiteY742" fmla="*/ 1982532 h 6858000"/>
              <a:gd name="connsiteX743" fmla="*/ 0 w 7467600"/>
              <a:gd name="connsiteY743" fmla="*/ 1912789 h 6858000"/>
              <a:gd name="connsiteX744" fmla="*/ 97460 w 7467600"/>
              <a:gd name="connsiteY744" fmla="*/ 1953725 h 6858000"/>
              <a:gd name="connsiteX745" fmla="*/ 221272 w 7467600"/>
              <a:gd name="connsiteY745" fmla="*/ 1980766 h 6858000"/>
              <a:gd name="connsiteX746" fmla="*/ 116765 w 7467600"/>
              <a:gd name="connsiteY746" fmla="*/ 1911033 h 6858000"/>
              <a:gd name="connsiteX747" fmla="*/ 16405 w 7467600"/>
              <a:gd name="connsiteY747" fmla="*/ 1803412 h 6858000"/>
              <a:gd name="connsiteX748" fmla="*/ 0 w 7467600"/>
              <a:gd name="connsiteY748" fmla="*/ 1784777 h 6858000"/>
              <a:gd name="connsiteX749" fmla="*/ 0 w 7467600"/>
              <a:gd name="connsiteY749" fmla="*/ 1740082 h 6858000"/>
              <a:gd name="connsiteX750" fmla="*/ 39394 w 7467600"/>
              <a:gd name="connsiteY750" fmla="*/ 1784856 h 6858000"/>
              <a:gd name="connsiteX751" fmla="*/ 135813 w 7467600"/>
              <a:gd name="connsiteY751" fmla="*/ 1888838 h 6858000"/>
              <a:gd name="connsiteX752" fmla="*/ 242575 w 7467600"/>
              <a:gd name="connsiteY752" fmla="*/ 1958841 h 6858000"/>
              <a:gd name="connsiteX753" fmla="*/ 82197 w 7467600"/>
              <a:gd name="connsiteY753" fmla="*/ 1754826 h 6858000"/>
              <a:gd name="connsiteX754" fmla="*/ 0 w 7467600"/>
              <a:gd name="connsiteY754" fmla="*/ 1679650 h 6858000"/>
              <a:gd name="connsiteX755" fmla="*/ 0 w 7467600"/>
              <a:gd name="connsiteY755" fmla="*/ 1602463 h 6858000"/>
              <a:gd name="connsiteX756" fmla="*/ 84689 w 7467600"/>
              <a:gd name="connsiteY756" fmla="*/ 1677442 h 6858000"/>
              <a:gd name="connsiteX757" fmla="*/ 298437 w 7467600"/>
              <a:gd name="connsiteY757" fmla="*/ 1968019 h 6858000"/>
              <a:gd name="connsiteX758" fmla="*/ 227269 w 7467600"/>
              <a:gd name="connsiteY758" fmla="*/ 1114064 h 6858000"/>
              <a:gd name="connsiteX759" fmla="*/ 248003 w 7467600"/>
              <a:gd name="connsiteY759" fmla="*/ 1089613 h 6858000"/>
              <a:gd name="connsiteX760" fmla="*/ 427020 w 7467600"/>
              <a:gd name="connsiteY760" fmla="*/ 1619803 h 6858000"/>
              <a:gd name="connsiteX761" fmla="*/ 340345 w 7467600"/>
              <a:gd name="connsiteY761" fmla="*/ 2027739 h 6858000"/>
              <a:gd name="connsiteX762" fmla="*/ 360865 w 7467600"/>
              <a:gd name="connsiteY762" fmla="*/ 2044827 h 6858000"/>
              <a:gd name="connsiteX763" fmla="*/ 560414 w 7467600"/>
              <a:gd name="connsiteY763" fmla="*/ 2421457 h 6858000"/>
              <a:gd name="connsiteX764" fmla="*/ 1359703 w 7467600"/>
              <a:gd name="connsiteY764" fmla="*/ 2578554 h 6858000"/>
              <a:gd name="connsiteX765" fmla="*/ 1359422 w 7467600"/>
              <a:gd name="connsiteY765" fmla="*/ 2577994 h 6858000"/>
              <a:gd name="connsiteX766" fmla="*/ 828701 w 7467600"/>
              <a:gd name="connsiteY766" fmla="*/ 1839520 h 6858000"/>
              <a:gd name="connsiteX767" fmla="*/ 494427 w 7467600"/>
              <a:gd name="connsiteY767" fmla="*/ 1092333 h 6858000"/>
              <a:gd name="connsiteX768" fmla="*/ 506322 w 7467600"/>
              <a:gd name="connsiteY768" fmla="*/ 1020997 h 6858000"/>
              <a:gd name="connsiteX769" fmla="*/ 4570198 w 7467600"/>
              <a:gd name="connsiteY769" fmla="*/ 978081 h 6858000"/>
              <a:gd name="connsiteX770" fmla="*/ 4523691 w 7467600"/>
              <a:gd name="connsiteY770" fmla="*/ 1127776 h 6858000"/>
              <a:gd name="connsiteX771" fmla="*/ 4509875 w 7467600"/>
              <a:gd name="connsiteY771" fmla="*/ 1167552 h 6858000"/>
              <a:gd name="connsiteX772" fmla="*/ 4478168 w 7467600"/>
              <a:gd name="connsiteY772" fmla="*/ 1260735 h 6858000"/>
              <a:gd name="connsiteX773" fmla="*/ 4409309 w 7467600"/>
              <a:gd name="connsiteY773" fmla="*/ 1666996 h 6858000"/>
              <a:gd name="connsiteX774" fmla="*/ 4370031 w 7467600"/>
              <a:gd name="connsiteY774" fmla="*/ 1955666 h 6858000"/>
              <a:gd name="connsiteX775" fmla="*/ 4570198 w 7467600"/>
              <a:gd name="connsiteY775" fmla="*/ 978081 h 6858000"/>
              <a:gd name="connsiteX776" fmla="*/ 4557898 w 7467600"/>
              <a:gd name="connsiteY776" fmla="*/ 900011 h 6858000"/>
              <a:gd name="connsiteX777" fmla="*/ 4344840 w 7467600"/>
              <a:gd name="connsiteY777" fmla="*/ 1922038 h 6858000"/>
              <a:gd name="connsiteX778" fmla="*/ 4378710 w 7467600"/>
              <a:gd name="connsiteY778" fmla="*/ 1665516 h 6858000"/>
              <a:gd name="connsiteX779" fmla="*/ 4448798 w 7467600"/>
              <a:gd name="connsiteY779" fmla="*/ 1253024 h 6858000"/>
              <a:gd name="connsiteX780" fmla="*/ 4480315 w 7467600"/>
              <a:gd name="connsiteY780" fmla="*/ 1158454 h 6858000"/>
              <a:gd name="connsiteX781" fmla="*/ 4494133 w 7467600"/>
              <a:gd name="connsiteY781" fmla="*/ 1118676 h 6858000"/>
              <a:gd name="connsiteX782" fmla="*/ 4557898 w 7467600"/>
              <a:gd name="connsiteY782" fmla="*/ 900011 h 6858000"/>
              <a:gd name="connsiteX783" fmla="*/ 5870151 w 7467600"/>
              <a:gd name="connsiteY783" fmla="*/ 898890 h 6858000"/>
              <a:gd name="connsiteX784" fmla="*/ 5861335 w 7467600"/>
              <a:gd name="connsiteY784" fmla="*/ 899177 h 6858000"/>
              <a:gd name="connsiteX785" fmla="*/ 5843702 w 7467600"/>
              <a:gd name="connsiteY785" fmla="*/ 899748 h 6858000"/>
              <a:gd name="connsiteX786" fmla="*/ 5651107 w 7467600"/>
              <a:gd name="connsiteY786" fmla="*/ 920306 h 6858000"/>
              <a:gd name="connsiteX787" fmla="*/ 5459407 w 7467600"/>
              <a:gd name="connsiteY787" fmla="*/ 940975 h 6858000"/>
              <a:gd name="connsiteX788" fmla="*/ 5374846 w 7467600"/>
              <a:gd name="connsiteY788" fmla="*/ 941988 h 6858000"/>
              <a:gd name="connsiteX789" fmla="*/ 5256105 w 7467600"/>
              <a:gd name="connsiteY789" fmla="*/ 945632 h 6858000"/>
              <a:gd name="connsiteX790" fmla="*/ 5107071 w 7467600"/>
              <a:gd name="connsiteY790" fmla="*/ 969720 h 6858000"/>
              <a:gd name="connsiteX791" fmla="*/ 4998681 w 7467600"/>
              <a:gd name="connsiteY791" fmla="*/ 988771 h 6858000"/>
              <a:gd name="connsiteX792" fmla="*/ 5870151 w 7467600"/>
              <a:gd name="connsiteY792" fmla="*/ 898890 h 6858000"/>
              <a:gd name="connsiteX793" fmla="*/ 5504425 w 7467600"/>
              <a:gd name="connsiteY793" fmla="*/ 848067 h 6858000"/>
              <a:gd name="connsiteX794" fmla="*/ 4968849 w 7467600"/>
              <a:gd name="connsiteY794" fmla="*/ 962318 h 6858000"/>
              <a:gd name="connsiteX795" fmla="*/ 5104039 w 7467600"/>
              <a:gd name="connsiteY795" fmla="*/ 940634 h 6858000"/>
              <a:gd name="connsiteX796" fmla="*/ 5256311 w 7467600"/>
              <a:gd name="connsiteY796" fmla="*/ 916490 h 6858000"/>
              <a:gd name="connsiteX797" fmla="*/ 5377381 w 7467600"/>
              <a:gd name="connsiteY797" fmla="*/ 912671 h 6858000"/>
              <a:gd name="connsiteX798" fmla="*/ 5460148 w 7467600"/>
              <a:gd name="connsiteY798" fmla="*/ 911442 h 6858000"/>
              <a:gd name="connsiteX799" fmla="*/ 5648971 w 7467600"/>
              <a:gd name="connsiteY799" fmla="*/ 891331 h 6858000"/>
              <a:gd name="connsiteX800" fmla="*/ 5844807 w 7467600"/>
              <a:gd name="connsiteY800" fmla="*/ 870718 h 6858000"/>
              <a:gd name="connsiteX801" fmla="*/ 5862975 w 7467600"/>
              <a:gd name="connsiteY801" fmla="*/ 869756 h 6858000"/>
              <a:gd name="connsiteX802" fmla="*/ 5920887 w 7467600"/>
              <a:gd name="connsiteY802" fmla="*/ 865929 h 6858000"/>
              <a:gd name="connsiteX803" fmla="*/ 5504425 w 7467600"/>
              <a:gd name="connsiteY803" fmla="*/ 848067 h 6858000"/>
              <a:gd name="connsiteX804" fmla="*/ 3607114 w 7467600"/>
              <a:gd name="connsiteY804" fmla="*/ 467441 h 6858000"/>
              <a:gd name="connsiteX805" fmla="*/ 3296242 w 7467600"/>
              <a:gd name="connsiteY805" fmla="*/ 807991 h 6858000"/>
              <a:gd name="connsiteX806" fmla="*/ 3174674 w 7467600"/>
              <a:gd name="connsiteY806" fmla="*/ 919759 h 6858000"/>
              <a:gd name="connsiteX807" fmla="*/ 3042978 w 7467600"/>
              <a:gd name="connsiteY807" fmla="*/ 1054894 h 6858000"/>
              <a:gd name="connsiteX808" fmla="*/ 2968914 w 7467600"/>
              <a:gd name="connsiteY808" fmla="*/ 1133756 h 6858000"/>
              <a:gd name="connsiteX809" fmla="*/ 3103823 w 7467600"/>
              <a:gd name="connsiteY809" fmla="*/ 1026814 h 6858000"/>
              <a:gd name="connsiteX810" fmla="*/ 3607114 w 7467600"/>
              <a:gd name="connsiteY810" fmla="*/ 467441 h 6858000"/>
              <a:gd name="connsiteX811" fmla="*/ 3744487 w 7467600"/>
              <a:gd name="connsiteY811" fmla="*/ 383136 h 6858000"/>
              <a:gd name="connsiteX812" fmla="*/ 3970213 w 7467600"/>
              <a:gd name="connsiteY812" fmla="*/ 995559 h 6858000"/>
              <a:gd name="connsiteX813" fmla="*/ 3744487 w 7467600"/>
              <a:gd name="connsiteY813" fmla="*/ 383136 h 6858000"/>
              <a:gd name="connsiteX814" fmla="*/ 3624562 w 7467600"/>
              <a:gd name="connsiteY814" fmla="*/ 367041 h 6858000"/>
              <a:gd name="connsiteX815" fmla="*/ 3489712 w 7467600"/>
              <a:gd name="connsiteY815" fmla="*/ 485386 h 6858000"/>
              <a:gd name="connsiteX816" fmla="*/ 3182994 w 7467600"/>
              <a:gd name="connsiteY816" fmla="*/ 828265 h 6858000"/>
              <a:gd name="connsiteX817" fmla="*/ 2892114 w 7467600"/>
              <a:gd name="connsiteY817" fmla="*/ 1172635 h 6858000"/>
              <a:gd name="connsiteX818" fmla="*/ 3021459 w 7467600"/>
              <a:gd name="connsiteY818" fmla="*/ 1035385 h 6858000"/>
              <a:gd name="connsiteX819" fmla="*/ 3153873 w 7467600"/>
              <a:gd name="connsiteY819" fmla="*/ 898971 h 6858000"/>
              <a:gd name="connsiteX820" fmla="*/ 3276511 w 7467600"/>
              <a:gd name="connsiteY820" fmla="*/ 786423 h 6858000"/>
              <a:gd name="connsiteX821" fmla="*/ 3584154 w 7467600"/>
              <a:gd name="connsiteY821" fmla="*/ 448218 h 6858000"/>
              <a:gd name="connsiteX822" fmla="*/ 3624562 w 7467600"/>
              <a:gd name="connsiteY822" fmla="*/ 367041 h 6858000"/>
              <a:gd name="connsiteX823" fmla="*/ 3766672 w 7467600"/>
              <a:gd name="connsiteY823" fmla="*/ 359429 h 6858000"/>
              <a:gd name="connsiteX824" fmla="*/ 3996338 w 7467600"/>
              <a:gd name="connsiteY824" fmla="*/ 968237 h 6858000"/>
              <a:gd name="connsiteX825" fmla="*/ 3766672 w 7467600"/>
              <a:gd name="connsiteY825" fmla="*/ 359429 h 6858000"/>
              <a:gd name="connsiteX826" fmla="*/ 5805386 w 7467600"/>
              <a:gd name="connsiteY826" fmla="*/ 239240 h 6858000"/>
              <a:gd name="connsiteX827" fmla="*/ 5736947 w 7467600"/>
              <a:gd name="connsiteY827" fmla="*/ 261367 h 6858000"/>
              <a:gd name="connsiteX828" fmla="*/ 5427012 w 7467600"/>
              <a:gd name="connsiteY828" fmla="*/ 311272 h 6858000"/>
              <a:gd name="connsiteX829" fmla="*/ 5147818 w 7467600"/>
              <a:gd name="connsiteY829" fmla="*/ 322112 h 6858000"/>
              <a:gd name="connsiteX830" fmla="*/ 5060854 w 7467600"/>
              <a:gd name="connsiteY830" fmla="*/ 311882 h 6858000"/>
              <a:gd name="connsiteX831" fmla="*/ 4945989 w 7467600"/>
              <a:gd name="connsiteY831" fmla="*/ 300516 h 6858000"/>
              <a:gd name="connsiteX832" fmla="*/ 5410479 w 7467600"/>
              <a:gd name="connsiteY832" fmla="*/ 348434 h 6858000"/>
              <a:gd name="connsiteX833" fmla="*/ 5805386 w 7467600"/>
              <a:gd name="connsiteY833" fmla="*/ 239240 h 6858000"/>
              <a:gd name="connsiteX834" fmla="*/ 7467600 w 7467600"/>
              <a:gd name="connsiteY834" fmla="*/ 163142 h 6858000"/>
              <a:gd name="connsiteX835" fmla="*/ 7467600 w 7467600"/>
              <a:gd name="connsiteY835" fmla="*/ 789215 h 6858000"/>
              <a:gd name="connsiteX836" fmla="*/ 7451412 w 7467600"/>
              <a:gd name="connsiteY836" fmla="*/ 799572 h 6858000"/>
              <a:gd name="connsiteX837" fmla="*/ 7419999 w 7467600"/>
              <a:gd name="connsiteY837" fmla="*/ 774360 h 6858000"/>
              <a:gd name="connsiteX838" fmla="*/ 7429067 w 7467600"/>
              <a:gd name="connsiteY838" fmla="*/ 402737 h 6858000"/>
              <a:gd name="connsiteX839" fmla="*/ 5905192 w 7467600"/>
              <a:gd name="connsiteY839" fmla="*/ 163079 h 6858000"/>
              <a:gd name="connsiteX840" fmla="*/ 5865655 w 7467600"/>
              <a:gd name="connsiteY840" fmla="*/ 171901 h 6858000"/>
              <a:gd name="connsiteX841" fmla="*/ 5259740 w 7467600"/>
              <a:gd name="connsiteY841" fmla="*/ 257013 h 6858000"/>
              <a:gd name="connsiteX842" fmla="*/ 5208466 w 7467600"/>
              <a:gd name="connsiteY842" fmla="*/ 257550 h 6858000"/>
              <a:gd name="connsiteX843" fmla="*/ 4980204 w 7467600"/>
              <a:gd name="connsiteY843" fmla="*/ 271903 h 6858000"/>
              <a:gd name="connsiteX844" fmla="*/ 5068068 w 7467600"/>
              <a:gd name="connsiteY844" fmla="*/ 282244 h 6858000"/>
              <a:gd name="connsiteX845" fmla="*/ 5153231 w 7467600"/>
              <a:gd name="connsiteY845" fmla="*/ 292240 h 6858000"/>
              <a:gd name="connsiteX846" fmla="*/ 5426491 w 7467600"/>
              <a:gd name="connsiteY846" fmla="*/ 281128 h 6858000"/>
              <a:gd name="connsiteX847" fmla="*/ 5731212 w 7467600"/>
              <a:gd name="connsiteY847" fmla="*/ 231951 h 6858000"/>
              <a:gd name="connsiteX848" fmla="*/ 5905192 w 7467600"/>
              <a:gd name="connsiteY848" fmla="*/ 163079 h 6858000"/>
              <a:gd name="connsiteX849" fmla="*/ 5944437 w 7467600"/>
              <a:gd name="connsiteY849" fmla="*/ 113829 h 6858000"/>
              <a:gd name="connsiteX850" fmla="*/ 5825032 w 7467600"/>
              <a:gd name="connsiteY850" fmla="*/ 146405 h 6858000"/>
              <a:gd name="connsiteX851" fmla="*/ 4955599 w 7467600"/>
              <a:gd name="connsiteY851" fmla="*/ 247008 h 6858000"/>
              <a:gd name="connsiteX852" fmla="*/ 5210104 w 7467600"/>
              <a:gd name="connsiteY852" fmla="*/ 228123 h 6858000"/>
              <a:gd name="connsiteX853" fmla="*/ 5261015 w 7467600"/>
              <a:gd name="connsiteY853" fmla="*/ 227087 h 6858000"/>
              <a:gd name="connsiteX854" fmla="*/ 5861181 w 7467600"/>
              <a:gd name="connsiteY854" fmla="*/ 143093 h 6858000"/>
              <a:gd name="connsiteX855" fmla="*/ 5961252 w 7467600"/>
              <a:gd name="connsiteY855" fmla="*/ 114820 h 6858000"/>
              <a:gd name="connsiteX856" fmla="*/ 5944437 w 7467600"/>
              <a:gd name="connsiteY856" fmla="*/ 113829 h 6858000"/>
              <a:gd name="connsiteX857" fmla="*/ 3882765 w 7467600"/>
              <a:gd name="connsiteY857" fmla="*/ 0 h 6858000"/>
              <a:gd name="connsiteX858" fmla="*/ 3995099 w 7467600"/>
              <a:gd name="connsiteY858" fmla="*/ 0 h 6858000"/>
              <a:gd name="connsiteX859" fmla="*/ 4163818 w 7467600"/>
              <a:gd name="connsiteY859" fmla="*/ 234104 h 6858000"/>
              <a:gd name="connsiteX860" fmla="*/ 4172099 w 7467600"/>
              <a:gd name="connsiteY860" fmla="*/ 234207 h 6858000"/>
              <a:gd name="connsiteX861" fmla="*/ 4784282 w 7467600"/>
              <a:gd name="connsiteY861" fmla="*/ 276561 h 6858000"/>
              <a:gd name="connsiteX862" fmla="*/ 4801687 w 7467600"/>
              <a:gd name="connsiteY862" fmla="*/ 267764 h 6858000"/>
              <a:gd name="connsiteX863" fmla="*/ 6082788 w 7467600"/>
              <a:gd name="connsiteY863" fmla="*/ 64119 h 6858000"/>
              <a:gd name="connsiteX864" fmla="*/ 6099442 w 7467600"/>
              <a:gd name="connsiteY864" fmla="*/ 82568 h 6858000"/>
              <a:gd name="connsiteX865" fmla="*/ 4804137 w 7467600"/>
              <a:gd name="connsiteY865" fmla="*/ 320931 h 6858000"/>
              <a:gd name="connsiteX866" fmla="*/ 4227047 w 7467600"/>
              <a:gd name="connsiteY866" fmla="*/ 313415 h 6858000"/>
              <a:gd name="connsiteX867" fmla="*/ 4346041 w 7467600"/>
              <a:gd name="connsiteY867" fmla="*/ 456086 h 6858000"/>
              <a:gd name="connsiteX868" fmla="*/ 4870967 w 7467600"/>
              <a:gd name="connsiteY868" fmla="*/ 963061 h 6858000"/>
              <a:gd name="connsiteX869" fmla="*/ 4889647 w 7467600"/>
              <a:gd name="connsiteY869" fmla="*/ 957147 h 6858000"/>
              <a:gd name="connsiteX870" fmla="*/ 5422504 w 7467600"/>
              <a:gd name="connsiteY870" fmla="*/ 805191 h 6858000"/>
              <a:gd name="connsiteX871" fmla="*/ 6087656 w 7467600"/>
              <a:gd name="connsiteY871" fmla="*/ 826703 h 6858000"/>
              <a:gd name="connsiteX872" fmla="*/ 6058717 w 7467600"/>
              <a:gd name="connsiteY872" fmla="*/ 865992 h 6858000"/>
              <a:gd name="connsiteX873" fmla="*/ 4974153 w 7467600"/>
              <a:gd name="connsiteY873" fmla="*/ 1045456 h 6858000"/>
              <a:gd name="connsiteX874" fmla="*/ 5627835 w 7467600"/>
              <a:gd name="connsiteY874" fmla="*/ 1472077 h 6858000"/>
              <a:gd name="connsiteX875" fmla="*/ 5629817 w 7467600"/>
              <a:gd name="connsiteY875" fmla="*/ 1471412 h 6858000"/>
              <a:gd name="connsiteX876" fmla="*/ 5634124 w 7467600"/>
              <a:gd name="connsiteY876" fmla="*/ 1470572 h 6858000"/>
              <a:gd name="connsiteX877" fmla="*/ 5755832 w 7467600"/>
              <a:gd name="connsiteY877" fmla="*/ 1383886 h 6858000"/>
              <a:gd name="connsiteX878" fmla="*/ 6014186 w 7467600"/>
              <a:gd name="connsiteY878" fmla="*/ 1279799 h 6858000"/>
              <a:gd name="connsiteX879" fmla="*/ 6901619 w 7467600"/>
              <a:gd name="connsiteY879" fmla="*/ 1047874 h 6858000"/>
              <a:gd name="connsiteX880" fmla="*/ 6931566 w 7467600"/>
              <a:gd name="connsiteY880" fmla="*/ 1062034 h 6858000"/>
              <a:gd name="connsiteX881" fmla="*/ 5790982 w 7467600"/>
              <a:gd name="connsiteY881" fmla="*/ 1561380 h 6858000"/>
              <a:gd name="connsiteX882" fmla="*/ 6188971 w 7467600"/>
              <a:gd name="connsiteY882" fmla="*/ 1755168 h 6858000"/>
              <a:gd name="connsiteX883" fmla="*/ 6202446 w 7467600"/>
              <a:gd name="connsiteY883" fmla="*/ 1752268 h 6858000"/>
              <a:gd name="connsiteX884" fmla="*/ 7179560 w 7467600"/>
              <a:gd name="connsiteY884" fmla="*/ 1467551 h 6858000"/>
              <a:gd name="connsiteX885" fmla="*/ 7158730 w 7467600"/>
              <a:gd name="connsiteY885" fmla="*/ 1507835 h 6858000"/>
              <a:gd name="connsiteX886" fmla="*/ 6326959 w 7467600"/>
              <a:gd name="connsiteY886" fmla="*/ 1817686 h 6858000"/>
              <a:gd name="connsiteX887" fmla="*/ 6537433 w 7467600"/>
              <a:gd name="connsiteY887" fmla="*/ 1907790 h 6858000"/>
              <a:gd name="connsiteX888" fmla="*/ 6550221 w 7467600"/>
              <a:gd name="connsiteY888" fmla="*/ 1910729 h 6858000"/>
              <a:gd name="connsiteX889" fmla="*/ 6964438 w 7467600"/>
              <a:gd name="connsiteY889" fmla="*/ 2209505 h 6858000"/>
              <a:gd name="connsiteX890" fmla="*/ 7367862 w 7467600"/>
              <a:gd name="connsiteY890" fmla="*/ 2806833 h 6858000"/>
              <a:gd name="connsiteX891" fmla="*/ 7364329 w 7467600"/>
              <a:gd name="connsiteY891" fmla="*/ 2826907 h 6858000"/>
              <a:gd name="connsiteX892" fmla="*/ 7290545 w 7467600"/>
              <a:gd name="connsiteY892" fmla="*/ 2850663 h 6858000"/>
              <a:gd name="connsiteX893" fmla="*/ 6472036 w 7467600"/>
              <a:gd name="connsiteY893" fmla="*/ 1959003 h 6858000"/>
              <a:gd name="connsiteX894" fmla="*/ 5792897 w 7467600"/>
              <a:gd name="connsiteY894" fmla="*/ 1647747 h 6858000"/>
              <a:gd name="connsiteX895" fmla="*/ 5842751 w 7467600"/>
              <a:gd name="connsiteY895" fmla="*/ 1816112 h 6858000"/>
              <a:gd name="connsiteX896" fmla="*/ 5847424 w 7467600"/>
              <a:gd name="connsiteY896" fmla="*/ 1815776 h 6858000"/>
              <a:gd name="connsiteX897" fmla="*/ 6399821 w 7467600"/>
              <a:gd name="connsiteY897" fmla="*/ 2344799 h 6858000"/>
              <a:gd name="connsiteX898" fmla="*/ 6323232 w 7467600"/>
              <a:gd name="connsiteY898" fmla="*/ 2389634 h 6858000"/>
              <a:gd name="connsiteX899" fmla="*/ 5942958 w 7467600"/>
              <a:gd name="connsiteY899" fmla="*/ 2077708 h 6858000"/>
              <a:gd name="connsiteX900" fmla="*/ 5921559 w 7467600"/>
              <a:gd name="connsiteY900" fmla="*/ 2378596 h 6858000"/>
              <a:gd name="connsiteX901" fmla="*/ 5817651 w 7467600"/>
              <a:gd name="connsiteY901" fmla="*/ 3023919 h 6858000"/>
              <a:gd name="connsiteX902" fmla="*/ 5729634 w 7467600"/>
              <a:gd name="connsiteY902" fmla="*/ 3051849 h 6858000"/>
              <a:gd name="connsiteX903" fmla="*/ 5611018 w 7467600"/>
              <a:gd name="connsiteY903" fmla="*/ 2316769 h 6858000"/>
              <a:gd name="connsiteX904" fmla="*/ 5687608 w 7467600"/>
              <a:gd name="connsiteY904" fmla="*/ 2039972 h 6858000"/>
              <a:gd name="connsiteX905" fmla="*/ 5657554 w 7467600"/>
              <a:gd name="connsiteY905" fmla="*/ 1576445 h 6858000"/>
              <a:gd name="connsiteX906" fmla="*/ 5150475 w 7467600"/>
              <a:gd name="connsiteY906" fmla="*/ 1274012 h 6858000"/>
              <a:gd name="connsiteX907" fmla="*/ 5349142 w 7467600"/>
              <a:gd name="connsiteY907" fmla="*/ 2204405 h 6858000"/>
              <a:gd name="connsiteX908" fmla="*/ 5262214 w 7467600"/>
              <a:gd name="connsiteY908" fmla="*/ 2233836 h 6858000"/>
              <a:gd name="connsiteX909" fmla="*/ 4981539 w 7467600"/>
              <a:gd name="connsiteY909" fmla="*/ 1542201 h 6858000"/>
              <a:gd name="connsiteX910" fmla="*/ 4958461 w 7467600"/>
              <a:gd name="connsiteY910" fmla="*/ 1136957 h 6858000"/>
              <a:gd name="connsiteX911" fmla="*/ 4655015 w 7467600"/>
              <a:gd name="connsiteY911" fmla="*/ 891426 h 6858000"/>
              <a:gd name="connsiteX912" fmla="*/ 4348002 w 7467600"/>
              <a:gd name="connsiteY912" fmla="*/ 2205895 h 6858000"/>
              <a:gd name="connsiteX913" fmla="*/ 4262250 w 7467600"/>
              <a:gd name="connsiteY913" fmla="*/ 2219972 h 6858000"/>
              <a:gd name="connsiteX914" fmla="*/ 4550611 w 7467600"/>
              <a:gd name="connsiteY914" fmla="*/ 817540 h 6858000"/>
              <a:gd name="connsiteX915" fmla="*/ 4564418 w 7467600"/>
              <a:gd name="connsiteY915" fmla="*/ 808293 h 6858000"/>
              <a:gd name="connsiteX916" fmla="*/ 4266388 w 7467600"/>
              <a:gd name="connsiteY916" fmla="*/ 500083 h 6858000"/>
              <a:gd name="connsiteX917" fmla="*/ 4032842 w 7467600"/>
              <a:gd name="connsiteY917" fmla="*/ 211809 h 6858000"/>
              <a:gd name="connsiteX918" fmla="*/ 3721337 w 7467600"/>
              <a:gd name="connsiteY918" fmla="*/ 0 h 6858000"/>
              <a:gd name="connsiteX919" fmla="*/ 3797544 w 7467600"/>
              <a:gd name="connsiteY919" fmla="*/ 0 h 6858000"/>
              <a:gd name="connsiteX920" fmla="*/ 3775734 w 7467600"/>
              <a:gd name="connsiteY920" fmla="*/ 95131 h 6858000"/>
              <a:gd name="connsiteX921" fmla="*/ 3724807 w 7467600"/>
              <a:gd name="connsiteY921" fmla="*/ 272257 h 6858000"/>
              <a:gd name="connsiteX922" fmla="*/ 3726844 w 7467600"/>
              <a:gd name="connsiteY922" fmla="*/ 282988 h 6858000"/>
              <a:gd name="connsiteX923" fmla="*/ 3742664 w 7467600"/>
              <a:gd name="connsiteY923" fmla="*/ 279918 h 6858000"/>
              <a:gd name="connsiteX924" fmla="*/ 4103910 w 7467600"/>
              <a:gd name="connsiteY924" fmla="*/ 1161917 h 6858000"/>
              <a:gd name="connsiteX925" fmla="*/ 4020269 w 7467600"/>
              <a:gd name="connsiteY925" fmla="*/ 1200406 h 6858000"/>
              <a:gd name="connsiteX926" fmla="*/ 3674882 w 7467600"/>
              <a:gd name="connsiteY926" fmla="*/ 488524 h 6858000"/>
              <a:gd name="connsiteX927" fmla="*/ 3132682 w 7467600"/>
              <a:gd name="connsiteY927" fmla="*/ 1072284 h 6858000"/>
              <a:gd name="connsiteX928" fmla="*/ 2716346 w 7467600"/>
              <a:gd name="connsiteY928" fmla="*/ 1276376 h 6858000"/>
              <a:gd name="connsiteX929" fmla="*/ 2716772 w 7467600"/>
              <a:gd name="connsiteY929" fmla="*/ 1255462 h 6858000"/>
              <a:gd name="connsiteX930" fmla="*/ 3471096 w 7467600"/>
              <a:gd name="connsiteY930" fmla="*/ 437072 h 6858000"/>
              <a:gd name="connsiteX931" fmla="*/ 3639057 w 7467600"/>
              <a:gd name="connsiteY931" fmla="*/ 286334 h 6858000"/>
              <a:gd name="connsiteX932" fmla="*/ 3640309 w 7467600"/>
              <a:gd name="connsiteY932" fmla="*/ 284664 h 6858000"/>
              <a:gd name="connsiteX933" fmla="*/ 3646022 w 7467600"/>
              <a:gd name="connsiteY933" fmla="*/ 276711 h 6858000"/>
              <a:gd name="connsiteX934" fmla="*/ 3707943 w 7467600"/>
              <a:gd name="connsiteY934" fmla="*/ 65958 h 6858000"/>
              <a:gd name="connsiteX935" fmla="*/ 2867960 w 7467600"/>
              <a:gd name="connsiteY935" fmla="*/ 0 h 6858000"/>
              <a:gd name="connsiteX936" fmla="*/ 2926351 w 7467600"/>
              <a:gd name="connsiteY936" fmla="*/ 0 h 6858000"/>
              <a:gd name="connsiteX937" fmla="*/ 2902823 w 7467600"/>
              <a:gd name="connsiteY937" fmla="*/ 262929 h 6858000"/>
              <a:gd name="connsiteX938" fmla="*/ 2940663 w 7467600"/>
              <a:gd name="connsiteY938" fmla="*/ 140884 h 6858000"/>
              <a:gd name="connsiteX939" fmla="*/ 2947039 w 7467600"/>
              <a:gd name="connsiteY939" fmla="*/ 122524 h 6858000"/>
              <a:gd name="connsiteX940" fmla="*/ 2984316 w 7467600"/>
              <a:gd name="connsiteY940" fmla="*/ 0 h 6858000"/>
              <a:gd name="connsiteX941" fmla="*/ 3016114 w 7467600"/>
              <a:gd name="connsiteY941" fmla="*/ 0 h 6858000"/>
              <a:gd name="connsiteX942" fmla="*/ 2979949 w 7467600"/>
              <a:gd name="connsiteY942" fmla="*/ 119274 h 6858000"/>
              <a:gd name="connsiteX943" fmla="*/ 3023879 w 7467600"/>
              <a:gd name="connsiteY943" fmla="*/ 0 h 6858000"/>
              <a:gd name="connsiteX944" fmla="*/ 3105400 w 7467600"/>
              <a:gd name="connsiteY944" fmla="*/ 0 h 6858000"/>
              <a:gd name="connsiteX945" fmla="*/ 3094669 w 7467600"/>
              <a:gd name="connsiteY945" fmla="*/ 30308 h 6858000"/>
              <a:gd name="connsiteX946" fmla="*/ 2901945 w 7467600"/>
              <a:gd name="connsiteY946" fmla="*/ 466538 h 6858000"/>
              <a:gd name="connsiteX947" fmla="*/ 2815209 w 7467600"/>
              <a:gd name="connsiteY947" fmla="*/ 497361 h 6858000"/>
              <a:gd name="connsiteX948" fmla="*/ 2844845 w 7467600"/>
              <a:gd name="connsiteY948" fmla="*/ 127638 h 6858000"/>
              <a:gd name="connsiteX949" fmla="*/ 1057230 w 7467600"/>
              <a:gd name="connsiteY949" fmla="*/ 0 h 6858000"/>
              <a:gd name="connsiteX950" fmla="*/ 1111003 w 7467600"/>
              <a:gd name="connsiteY950" fmla="*/ 0 h 6858000"/>
              <a:gd name="connsiteX951" fmla="*/ 1125553 w 7467600"/>
              <a:gd name="connsiteY951" fmla="*/ 52588 h 6858000"/>
              <a:gd name="connsiteX952" fmla="*/ 1304276 w 7467600"/>
              <a:gd name="connsiteY952" fmla="*/ 476275 h 6858000"/>
              <a:gd name="connsiteX953" fmla="*/ 1492066 w 7467600"/>
              <a:gd name="connsiteY953" fmla="*/ 886333 h 6858000"/>
              <a:gd name="connsiteX954" fmla="*/ 1423698 w 7467600"/>
              <a:gd name="connsiteY954" fmla="*/ 710817 h 6858000"/>
              <a:gd name="connsiteX955" fmla="*/ 1357609 w 7467600"/>
              <a:gd name="connsiteY955" fmla="*/ 532892 h 6858000"/>
              <a:gd name="connsiteX956" fmla="*/ 1309550 w 7467600"/>
              <a:gd name="connsiteY956" fmla="*/ 374031 h 6858000"/>
              <a:gd name="connsiteX957" fmla="*/ 1193673 w 7467600"/>
              <a:gd name="connsiteY957" fmla="*/ 49533 h 6858000"/>
              <a:gd name="connsiteX958" fmla="*/ 1164391 w 7467600"/>
              <a:gd name="connsiteY958" fmla="*/ 0 h 6858000"/>
              <a:gd name="connsiteX959" fmla="*/ 1200666 w 7467600"/>
              <a:gd name="connsiteY959" fmla="*/ 0 h 6858000"/>
              <a:gd name="connsiteX960" fmla="*/ 1223408 w 7467600"/>
              <a:gd name="connsiteY960" fmla="*/ 38996 h 6858000"/>
              <a:gd name="connsiteX961" fmla="*/ 1339635 w 7467600"/>
              <a:gd name="connsiteY961" fmla="*/ 365517 h 6858000"/>
              <a:gd name="connsiteX962" fmla="*/ 1387469 w 7467600"/>
              <a:gd name="connsiteY962" fmla="*/ 523079 h 6858000"/>
              <a:gd name="connsiteX963" fmla="*/ 1452685 w 7467600"/>
              <a:gd name="connsiteY963" fmla="*/ 699806 h 6858000"/>
              <a:gd name="connsiteX964" fmla="*/ 1492092 w 7467600"/>
              <a:gd name="connsiteY964" fmla="*/ 800424 h 6858000"/>
              <a:gd name="connsiteX965" fmla="*/ 1455302 w 7467600"/>
              <a:gd name="connsiteY965" fmla="*/ 632913 h 6858000"/>
              <a:gd name="connsiteX966" fmla="*/ 1222336 w 7467600"/>
              <a:gd name="connsiteY966" fmla="*/ 9480 h 6858000"/>
              <a:gd name="connsiteX967" fmla="*/ 1214634 w 7467600"/>
              <a:gd name="connsiteY967" fmla="*/ 0 h 6858000"/>
              <a:gd name="connsiteX968" fmla="*/ 1289827 w 7467600"/>
              <a:gd name="connsiteY968" fmla="*/ 0 h 6858000"/>
              <a:gd name="connsiteX969" fmla="*/ 1321076 w 7467600"/>
              <a:gd name="connsiteY969" fmla="*/ 59722 h 6858000"/>
              <a:gd name="connsiteX970" fmla="*/ 1512579 w 7467600"/>
              <a:gd name="connsiteY970" fmla="*/ 626441 h 6858000"/>
              <a:gd name="connsiteX971" fmla="*/ 1506076 w 7467600"/>
              <a:gd name="connsiteY971" fmla="*/ 1089289 h 6858000"/>
              <a:gd name="connsiteX972" fmla="*/ 1486346 w 7467600"/>
              <a:gd name="connsiteY972" fmla="*/ 1079919 h 6858000"/>
              <a:gd name="connsiteX973" fmla="*/ 1070511 w 7467600"/>
              <a:gd name="connsiteY973" fmla="*/ 48609 h 6858000"/>
              <a:gd name="connsiteX974" fmla="*/ 43151 w 7467600"/>
              <a:gd name="connsiteY974" fmla="*/ 0 h 6858000"/>
              <a:gd name="connsiteX975" fmla="*/ 95283 w 7467600"/>
              <a:gd name="connsiteY975" fmla="*/ 0 h 6858000"/>
              <a:gd name="connsiteX976" fmla="*/ 300708 w 7467600"/>
              <a:gd name="connsiteY976" fmla="*/ 154571 h 6858000"/>
              <a:gd name="connsiteX977" fmla="*/ 530414 w 7467600"/>
              <a:gd name="connsiteY977" fmla="*/ 354673 h 6858000"/>
              <a:gd name="connsiteX978" fmla="*/ 333785 w 7467600"/>
              <a:gd name="connsiteY978" fmla="*/ 161564 h 6858000"/>
              <a:gd name="connsiteX979" fmla="*/ 147005 w 7467600"/>
              <a:gd name="connsiteY979" fmla="*/ 0 h 6858000"/>
              <a:gd name="connsiteX980" fmla="*/ 272509 w 7467600"/>
              <a:gd name="connsiteY980" fmla="*/ 0 h 6858000"/>
              <a:gd name="connsiteX981" fmla="*/ 326276 w 7467600"/>
              <a:gd name="connsiteY981" fmla="*/ 45847 h 6858000"/>
              <a:gd name="connsiteX982" fmla="*/ 823759 w 7467600"/>
              <a:gd name="connsiteY982" fmla="*/ 574145 h 6858000"/>
              <a:gd name="connsiteX983" fmla="*/ 811254 w 7467600"/>
              <a:gd name="connsiteY983" fmla="*/ 665546 h 6858000"/>
              <a:gd name="connsiteX984" fmla="*/ 154042 w 7467600"/>
              <a:gd name="connsiteY984" fmla="*/ 261522 h 6858000"/>
              <a:gd name="connsiteX985" fmla="*/ 13550 w 7467600"/>
              <a:gd name="connsiteY985" fmla="*/ 158423 h 6858000"/>
              <a:gd name="connsiteX986" fmla="*/ 0 w 7467600"/>
              <a:gd name="connsiteY986" fmla="*/ 146618 h 6858000"/>
              <a:gd name="connsiteX987" fmla="*/ 0 w 7467600"/>
              <a:gd name="connsiteY987" fmla="*/ 59161 h 6858000"/>
              <a:gd name="connsiteX988" fmla="*/ 45427 w 7467600"/>
              <a:gd name="connsiteY988" fmla="*/ 101078 h 6858000"/>
              <a:gd name="connsiteX989" fmla="*/ 630103 w 7467600"/>
              <a:gd name="connsiteY989" fmla="*/ 485885 h 6858000"/>
              <a:gd name="connsiteX990" fmla="*/ 532040 w 7467600"/>
              <a:gd name="connsiteY990" fmla="*/ 399359 h 6858000"/>
              <a:gd name="connsiteX991" fmla="*/ 517618 w 7467600"/>
              <a:gd name="connsiteY991" fmla="*/ 385726 h 6858000"/>
              <a:gd name="connsiteX992" fmla="*/ 285074 w 7467600"/>
              <a:gd name="connsiteY992" fmla="*/ 182755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133363 w 7467600"/>
              <a:gd name="connsiteY127" fmla="*/ 5050246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7467600 w 7467600"/>
              <a:gd name="connsiteY137" fmla="*/ 5241225 h 6858000"/>
              <a:gd name="connsiteX138" fmla="*/ 7467600 w 7467600"/>
              <a:gd name="connsiteY138" fmla="*/ 5277736 h 6858000"/>
              <a:gd name="connsiteX139" fmla="*/ 7327465 w 7467600"/>
              <a:gd name="connsiteY139" fmla="*/ 5174181 h 6858000"/>
              <a:gd name="connsiteX140" fmla="*/ 7244057 w 7467600"/>
              <a:gd name="connsiteY140" fmla="*/ 5124233 h 6858000"/>
              <a:gd name="connsiteX141" fmla="*/ 7353035 w 7467600"/>
              <a:gd name="connsiteY141" fmla="*/ 5197318 h 6858000"/>
              <a:gd name="connsiteX142" fmla="*/ 7467600 w 7467600"/>
              <a:gd name="connsiteY142" fmla="*/ 5297634 h 6858000"/>
              <a:gd name="connsiteX143" fmla="*/ 7467600 w 7467600"/>
              <a:gd name="connsiteY143" fmla="*/ 5361850 h 6858000"/>
              <a:gd name="connsiteX144" fmla="*/ 7368569 w 7467600"/>
              <a:gd name="connsiteY144" fmla="*/ 5270182 h 6858000"/>
              <a:gd name="connsiteX145" fmla="*/ 7131946 w 7467600"/>
              <a:gd name="connsiteY145" fmla="*/ 5075653 h 6858000"/>
              <a:gd name="connsiteX146" fmla="*/ 7133363 w 7467600"/>
              <a:gd name="connsiteY146" fmla="*/ 5050246 h 6858000"/>
              <a:gd name="connsiteX147" fmla="*/ 1903353 w 7467600"/>
              <a:gd name="connsiteY147" fmla="*/ 5044827 h 6858000"/>
              <a:gd name="connsiteX148" fmla="*/ 1936931 w 7467600"/>
              <a:gd name="connsiteY148" fmla="*/ 5093954 h 6858000"/>
              <a:gd name="connsiteX149" fmla="*/ 2195868 w 7467600"/>
              <a:gd name="connsiteY149" fmla="*/ 5396574 h 6858000"/>
              <a:gd name="connsiteX150" fmla="*/ 2088852 w 7467600"/>
              <a:gd name="connsiteY150" fmla="*/ 5166123 h 6858000"/>
              <a:gd name="connsiteX151" fmla="*/ 1958241 w 7467600"/>
              <a:gd name="connsiteY151" fmla="*/ 5067955 h 6858000"/>
              <a:gd name="connsiteX152" fmla="*/ 1903353 w 7467600"/>
              <a:gd name="connsiteY152" fmla="*/ 5044827 h 6858000"/>
              <a:gd name="connsiteX153" fmla="*/ 1979378 w 7467600"/>
              <a:gd name="connsiteY153" fmla="*/ 4769504 h 6858000"/>
              <a:gd name="connsiteX154" fmla="*/ 2882120 w 7467600"/>
              <a:gd name="connsiteY154" fmla="*/ 5064547 h 6858000"/>
              <a:gd name="connsiteX155" fmla="*/ 2793103 w 7467600"/>
              <a:gd name="connsiteY155" fmla="*/ 5039699 h 6858000"/>
              <a:gd name="connsiteX156" fmla="*/ 2770041 w 7467600"/>
              <a:gd name="connsiteY156" fmla="*/ 5033634 h 6858000"/>
              <a:gd name="connsiteX157" fmla="*/ 1979378 w 7467600"/>
              <a:gd name="connsiteY157" fmla="*/ 4769504 h 6858000"/>
              <a:gd name="connsiteX158" fmla="*/ 1927410 w 7467600"/>
              <a:gd name="connsiteY158" fmla="*/ 4716164 h 6858000"/>
              <a:gd name="connsiteX159" fmla="*/ 1959587 w 7467600"/>
              <a:gd name="connsiteY159" fmla="*/ 4728849 h 6858000"/>
              <a:gd name="connsiteX160" fmla="*/ 2777707 w 7467600"/>
              <a:gd name="connsiteY160" fmla="*/ 5003991 h 6858000"/>
              <a:gd name="connsiteX161" fmla="*/ 2800768 w 7467600"/>
              <a:gd name="connsiteY161" fmla="*/ 5010056 h 6858000"/>
              <a:gd name="connsiteX162" fmla="*/ 2879408 w 7467600"/>
              <a:gd name="connsiteY162" fmla="*/ 5031590 h 6858000"/>
              <a:gd name="connsiteX163" fmla="*/ 2862295 w 7467600"/>
              <a:gd name="connsiteY163" fmla="*/ 5022958 h 6858000"/>
              <a:gd name="connsiteX164" fmla="*/ 2813343 w 7467600"/>
              <a:gd name="connsiteY164" fmla="*/ 4998369 h 6858000"/>
              <a:gd name="connsiteX165" fmla="*/ 2646245 w 7467600"/>
              <a:gd name="connsiteY165" fmla="*/ 4930999 h 6858000"/>
              <a:gd name="connsiteX166" fmla="*/ 1999243 w 7467600"/>
              <a:gd name="connsiteY166" fmla="*/ 4730524 h 6858000"/>
              <a:gd name="connsiteX167" fmla="*/ 1979527 w 7467600"/>
              <a:gd name="connsiteY167" fmla="*/ 4726651 h 6858000"/>
              <a:gd name="connsiteX168" fmla="*/ 1927410 w 7467600"/>
              <a:gd name="connsiteY168" fmla="*/ 4716164 h 6858000"/>
              <a:gd name="connsiteX169" fmla="*/ 1997014 w 7467600"/>
              <a:gd name="connsiteY169" fmla="*/ 4698007 h 6858000"/>
              <a:gd name="connsiteX170" fmla="*/ 2005458 w 7467600"/>
              <a:gd name="connsiteY170" fmla="*/ 4699540 h 6858000"/>
              <a:gd name="connsiteX171" fmla="*/ 2657186 w 7467600"/>
              <a:gd name="connsiteY171" fmla="*/ 4901687 h 6858000"/>
              <a:gd name="connsiteX172" fmla="*/ 2826662 w 7467600"/>
              <a:gd name="connsiteY172" fmla="*/ 4970362 h 6858000"/>
              <a:gd name="connsiteX173" fmla="*/ 2876100 w 7467600"/>
              <a:gd name="connsiteY173" fmla="*/ 4995397 h 6858000"/>
              <a:gd name="connsiteX174" fmla="*/ 3042600 w 7467600"/>
              <a:gd name="connsiteY174" fmla="*/ 5059532 h 6858000"/>
              <a:gd name="connsiteX175" fmla="*/ 1997014 w 7467600"/>
              <a:gd name="connsiteY175" fmla="*/ 4698007 h 6858000"/>
              <a:gd name="connsiteX176" fmla="*/ 2305292 w 7467600"/>
              <a:gd name="connsiteY176" fmla="*/ 4219492 h 6858000"/>
              <a:gd name="connsiteX177" fmla="*/ 3360922 w 7467600"/>
              <a:gd name="connsiteY177" fmla="*/ 4529373 h 6858000"/>
              <a:gd name="connsiteX178" fmla="*/ 3492420 w 7467600"/>
              <a:gd name="connsiteY178" fmla="*/ 4510145 h 6858000"/>
              <a:gd name="connsiteX179" fmla="*/ 3364086 w 7467600"/>
              <a:gd name="connsiteY179" fmla="*/ 4480340 h 6858000"/>
              <a:gd name="connsiteX180" fmla="*/ 3225818 w 7467600"/>
              <a:gd name="connsiteY180" fmla="*/ 4411822 h 6858000"/>
              <a:gd name="connsiteX181" fmla="*/ 3129696 w 7467600"/>
              <a:gd name="connsiteY181" fmla="*/ 4360704 h 6858000"/>
              <a:gd name="connsiteX182" fmla="*/ 2814545 w 7467600"/>
              <a:gd name="connsiteY182" fmla="*/ 4282955 h 6858000"/>
              <a:gd name="connsiteX183" fmla="*/ 2305292 w 7467600"/>
              <a:gd name="connsiteY183" fmla="*/ 4219492 h 6858000"/>
              <a:gd name="connsiteX184" fmla="*/ 2626982 w 7467600"/>
              <a:gd name="connsiteY184" fmla="*/ 4206450 h 6858000"/>
              <a:gd name="connsiteX185" fmla="*/ 2490617 w 7467600"/>
              <a:gd name="connsiteY185" fmla="*/ 4206951 h 6858000"/>
              <a:gd name="connsiteX186" fmla="*/ 2819869 w 7467600"/>
              <a:gd name="connsiteY186" fmla="*/ 4252936 h 6858000"/>
              <a:gd name="connsiteX187" fmla="*/ 3143018 w 7467600"/>
              <a:gd name="connsiteY187" fmla="*/ 4332698 h 6858000"/>
              <a:gd name="connsiteX188" fmla="*/ 3241520 w 7467600"/>
              <a:gd name="connsiteY188" fmla="*/ 4385112 h 6858000"/>
              <a:gd name="connsiteX189" fmla="*/ 3374575 w 7467600"/>
              <a:gd name="connsiteY189" fmla="*/ 4451517 h 6858000"/>
              <a:gd name="connsiteX190" fmla="*/ 3505221 w 7467600"/>
              <a:gd name="connsiteY190" fmla="*/ 4480757 h 6858000"/>
              <a:gd name="connsiteX191" fmla="*/ 2626982 w 7467600"/>
              <a:gd name="connsiteY191" fmla="*/ 4206450 h 6858000"/>
              <a:gd name="connsiteX192" fmla="*/ 1310106 w 7467600"/>
              <a:gd name="connsiteY192" fmla="*/ 3943217 h 6858000"/>
              <a:gd name="connsiteX193" fmla="*/ 854994 w 7467600"/>
              <a:gd name="connsiteY193" fmla="*/ 4399136 h 6858000"/>
              <a:gd name="connsiteX194" fmla="*/ 742462 w 7467600"/>
              <a:gd name="connsiteY194" fmla="*/ 4594648 h 6858000"/>
              <a:gd name="connsiteX195" fmla="*/ 820602 w 7467600"/>
              <a:gd name="connsiteY195" fmla="*/ 4485915 h 6858000"/>
              <a:gd name="connsiteX196" fmla="*/ 878295 w 7467600"/>
              <a:gd name="connsiteY196" fmla="*/ 4403594 h 6858000"/>
              <a:gd name="connsiteX197" fmla="*/ 1240607 w 7467600"/>
              <a:gd name="connsiteY197" fmla="*/ 4010401 h 6858000"/>
              <a:gd name="connsiteX198" fmla="*/ 1310106 w 7467600"/>
              <a:gd name="connsiteY198" fmla="*/ 3943217 h 6858000"/>
              <a:gd name="connsiteX199" fmla="*/ 1423113 w 7467600"/>
              <a:gd name="connsiteY199" fmla="*/ 3874565 h 6858000"/>
              <a:gd name="connsiteX200" fmla="*/ 1260565 w 7467600"/>
              <a:gd name="connsiteY200" fmla="*/ 4031982 h 6858000"/>
              <a:gd name="connsiteX201" fmla="*/ 901900 w 7467600"/>
              <a:gd name="connsiteY201" fmla="*/ 4421236 h 6858000"/>
              <a:gd name="connsiteX202" fmla="*/ 845044 w 7467600"/>
              <a:gd name="connsiteY202" fmla="*/ 4502436 h 6858000"/>
              <a:gd name="connsiteX203" fmla="*/ 685926 w 7467600"/>
              <a:gd name="connsiteY203" fmla="*/ 4703069 h 6858000"/>
              <a:gd name="connsiteX204" fmla="*/ 684248 w 7467600"/>
              <a:gd name="connsiteY204" fmla="*/ 4706721 h 6858000"/>
              <a:gd name="connsiteX205" fmla="*/ 1423113 w 7467600"/>
              <a:gd name="connsiteY205" fmla="*/ 3874565 h 6858000"/>
              <a:gd name="connsiteX206" fmla="*/ 3316479 w 7467600"/>
              <a:gd name="connsiteY206" fmla="*/ 3872136 h 6858000"/>
              <a:gd name="connsiteX207" fmla="*/ 3546806 w 7467600"/>
              <a:gd name="connsiteY207" fmla="*/ 4356139 h 6858000"/>
              <a:gd name="connsiteX208" fmla="*/ 3364433 w 7467600"/>
              <a:gd name="connsiteY208" fmla="*/ 3953121 h 6858000"/>
              <a:gd name="connsiteX209" fmla="*/ 3316479 w 7467600"/>
              <a:gd name="connsiteY209" fmla="*/ 3872136 h 6858000"/>
              <a:gd name="connsiteX210" fmla="*/ 3291335 w 7467600"/>
              <a:gd name="connsiteY210" fmla="*/ 3767420 h 6858000"/>
              <a:gd name="connsiteX211" fmla="*/ 3390805 w 7467600"/>
              <a:gd name="connsiteY211" fmla="*/ 3937163 h 6858000"/>
              <a:gd name="connsiteX212" fmla="*/ 3579062 w 7467600"/>
              <a:gd name="connsiteY212" fmla="*/ 4359040 h 6858000"/>
              <a:gd name="connsiteX213" fmla="*/ 3467355 w 7467600"/>
              <a:gd name="connsiteY213" fmla="*/ 3988130 h 6858000"/>
              <a:gd name="connsiteX214" fmla="*/ 3310753 w 7467600"/>
              <a:gd name="connsiteY214" fmla="*/ 3787140 h 6858000"/>
              <a:gd name="connsiteX215" fmla="*/ 3291335 w 7467600"/>
              <a:gd name="connsiteY215" fmla="*/ 3767420 h 6858000"/>
              <a:gd name="connsiteX216" fmla="*/ 1635889 w 7467600"/>
              <a:gd name="connsiteY216" fmla="*/ 3709494 h 6858000"/>
              <a:gd name="connsiteX217" fmla="*/ 1634800 w 7467600"/>
              <a:gd name="connsiteY217" fmla="*/ 3731111 h 6858000"/>
              <a:gd name="connsiteX218" fmla="*/ 1635889 w 7467600"/>
              <a:gd name="connsiteY218" fmla="*/ 3709494 h 6858000"/>
              <a:gd name="connsiteX219" fmla="*/ 1510397 w 7467600"/>
              <a:gd name="connsiteY219" fmla="*/ 3684705 h 6858000"/>
              <a:gd name="connsiteX220" fmla="*/ 1146550 w 7467600"/>
              <a:gd name="connsiteY220" fmla="*/ 3802012 h 6858000"/>
              <a:gd name="connsiteX221" fmla="*/ 698834 w 7467600"/>
              <a:gd name="connsiteY221" fmla="*/ 3952272 h 6858000"/>
              <a:gd name="connsiteX222" fmla="*/ 34256 w 7467600"/>
              <a:gd name="connsiteY222" fmla="*/ 4347603 h 6858000"/>
              <a:gd name="connsiteX223" fmla="*/ 527241 w 7467600"/>
              <a:gd name="connsiteY223" fmla="*/ 4065078 h 6858000"/>
              <a:gd name="connsiteX224" fmla="*/ 1510397 w 7467600"/>
              <a:gd name="connsiteY224" fmla="*/ 3684705 h 6858000"/>
              <a:gd name="connsiteX225" fmla="*/ 1313114 w 7467600"/>
              <a:gd name="connsiteY225" fmla="*/ 3655216 h 6858000"/>
              <a:gd name="connsiteX226" fmla="*/ 1109304 w 7467600"/>
              <a:gd name="connsiteY226" fmla="*/ 3669030 h 6858000"/>
              <a:gd name="connsiteX227" fmla="*/ 8129 w 7467600"/>
              <a:gd name="connsiteY227" fmla="*/ 4330519 h 6858000"/>
              <a:gd name="connsiteX228" fmla="*/ 687572 w 7467600"/>
              <a:gd name="connsiteY228" fmla="*/ 3925629 h 6858000"/>
              <a:gd name="connsiteX229" fmla="*/ 1138365 w 7467600"/>
              <a:gd name="connsiteY229" fmla="*/ 3774515 h 6858000"/>
              <a:gd name="connsiteX230" fmla="*/ 1505579 w 7467600"/>
              <a:gd name="connsiteY230" fmla="*/ 3655526 h 6858000"/>
              <a:gd name="connsiteX231" fmla="*/ 1313114 w 7467600"/>
              <a:gd name="connsiteY231" fmla="*/ 3655216 h 6858000"/>
              <a:gd name="connsiteX232" fmla="*/ 3655073 w 7467600"/>
              <a:gd name="connsiteY232" fmla="*/ 3650884 h 6858000"/>
              <a:gd name="connsiteX233" fmla="*/ 3989938 w 7467600"/>
              <a:gd name="connsiteY233" fmla="*/ 3991685 h 6858000"/>
              <a:gd name="connsiteX234" fmla="*/ 4393907 w 7467600"/>
              <a:gd name="connsiteY234" fmla="*/ 4261258 h 6858000"/>
              <a:gd name="connsiteX235" fmla="*/ 4648051 w 7467600"/>
              <a:gd name="connsiteY235" fmla="*/ 4374051 h 6858000"/>
              <a:gd name="connsiteX236" fmla="*/ 4383389 w 7467600"/>
              <a:gd name="connsiteY236" fmla="*/ 4184369 h 6858000"/>
              <a:gd name="connsiteX237" fmla="*/ 4165508 w 7467600"/>
              <a:gd name="connsiteY237" fmla="*/ 4035196 h 6858000"/>
              <a:gd name="connsiteX238" fmla="*/ 4068162 w 7467600"/>
              <a:gd name="connsiteY238" fmla="*/ 3953394 h 6858000"/>
              <a:gd name="connsiteX239" fmla="*/ 3981416 w 7467600"/>
              <a:gd name="connsiteY239" fmla="*/ 3880482 h 6858000"/>
              <a:gd name="connsiteX240" fmla="*/ 3800147 w 7467600"/>
              <a:gd name="connsiteY240" fmla="*/ 3749872 h 6858000"/>
              <a:gd name="connsiteX241" fmla="*/ 3655073 w 7467600"/>
              <a:gd name="connsiteY241" fmla="*/ 3650884 h 6858000"/>
              <a:gd name="connsiteX242" fmla="*/ 3670252 w 7467600"/>
              <a:gd name="connsiteY242" fmla="*/ 3622798 h 6858000"/>
              <a:gd name="connsiteX243" fmla="*/ 3817258 w 7467600"/>
              <a:gd name="connsiteY243" fmla="*/ 3723577 h 6858000"/>
              <a:gd name="connsiteX244" fmla="*/ 4000461 w 7467600"/>
              <a:gd name="connsiteY244" fmla="*/ 3855966 h 6858000"/>
              <a:gd name="connsiteX245" fmla="*/ 4088180 w 7467600"/>
              <a:gd name="connsiteY245" fmla="*/ 3929774 h 6858000"/>
              <a:gd name="connsiteX246" fmla="*/ 4184555 w 7467600"/>
              <a:gd name="connsiteY246" fmla="*/ 4010683 h 6858000"/>
              <a:gd name="connsiteX247" fmla="*/ 4399563 w 7467600"/>
              <a:gd name="connsiteY247" fmla="*/ 4158106 h 6858000"/>
              <a:gd name="connsiteX248" fmla="*/ 4684469 w 7467600"/>
              <a:gd name="connsiteY248" fmla="*/ 4364680 h 6858000"/>
              <a:gd name="connsiteX249" fmla="*/ 4690271 w 7467600"/>
              <a:gd name="connsiteY249" fmla="*/ 4370034 h 6858000"/>
              <a:gd name="connsiteX250" fmla="*/ 4136093 w 7467600"/>
              <a:gd name="connsiteY250" fmla="*/ 3858466 h 6858000"/>
              <a:gd name="connsiteX251" fmla="*/ 3670252 w 7467600"/>
              <a:gd name="connsiteY251" fmla="*/ 3622798 h 6858000"/>
              <a:gd name="connsiteX252" fmla="*/ 4440129 w 7467600"/>
              <a:gd name="connsiteY252" fmla="*/ 3448571 h 6858000"/>
              <a:gd name="connsiteX253" fmla="*/ 4856525 w 7467600"/>
              <a:gd name="connsiteY253" fmla="*/ 3915351 h 6858000"/>
              <a:gd name="connsiteX254" fmla="*/ 5059055 w 7467600"/>
              <a:gd name="connsiteY254" fmla="*/ 4108918 h 6858000"/>
              <a:gd name="connsiteX255" fmla="*/ 5290070 w 7467600"/>
              <a:gd name="connsiteY255" fmla="*/ 4263619 h 6858000"/>
              <a:gd name="connsiteX256" fmla="*/ 4834991 w 7467600"/>
              <a:gd name="connsiteY256" fmla="*/ 3830985 h 6858000"/>
              <a:gd name="connsiteX257" fmla="*/ 4440129 w 7467600"/>
              <a:gd name="connsiteY257" fmla="*/ 3448571 h 6858000"/>
              <a:gd name="connsiteX258" fmla="*/ 4441737 w 7467600"/>
              <a:gd name="connsiteY258" fmla="*/ 3399734 h 6858000"/>
              <a:gd name="connsiteX259" fmla="*/ 4431236 w 7467600"/>
              <a:gd name="connsiteY259" fmla="*/ 3400954 h 6858000"/>
              <a:gd name="connsiteX260" fmla="*/ 4557150 w 7467600"/>
              <a:gd name="connsiteY260" fmla="*/ 3510023 h 6858000"/>
              <a:gd name="connsiteX261" fmla="*/ 4856936 w 7467600"/>
              <a:gd name="connsiteY261" fmla="*/ 3809146 h 6858000"/>
              <a:gd name="connsiteX262" fmla="*/ 5111996 w 7467600"/>
              <a:gd name="connsiteY262" fmla="*/ 4065759 h 6858000"/>
              <a:gd name="connsiteX263" fmla="*/ 5388878 w 7467600"/>
              <a:gd name="connsiteY263" fmla="*/ 4300185 h 6858000"/>
              <a:gd name="connsiteX264" fmla="*/ 5425556 w 7467600"/>
              <a:gd name="connsiteY264" fmla="*/ 4308967 h 6858000"/>
              <a:gd name="connsiteX265" fmla="*/ 4943646 w 7467600"/>
              <a:gd name="connsiteY265" fmla="*/ 3822916 h 6858000"/>
              <a:gd name="connsiteX266" fmla="*/ 4594837 w 7467600"/>
              <a:gd name="connsiteY266" fmla="*/ 3532274 h 6858000"/>
              <a:gd name="connsiteX267" fmla="*/ 4441737 w 7467600"/>
              <a:gd name="connsiteY267" fmla="*/ 3399734 h 6858000"/>
              <a:gd name="connsiteX268" fmla="*/ 5425834 w 7467600"/>
              <a:gd name="connsiteY268" fmla="*/ 3162785 h 6858000"/>
              <a:gd name="connsiteX269" fmla="*/ 5401644 w 7467600"/>
              <a:gd name="connsiteY269" fmla="*/ 3617847 h 6858000"/>
              <a:gd name="connsiteX270" fmla="*/ 5467256 w 7467600"/>
              <a:gd name="connsiteY270" fmla="*/ 4175494 h 6858000"/>
              <a:gd name="connsiteX271" fmla="*/ 5448069 w 7467600"/>
              <a:gd name="connsiteY271" fmla="*/ 3567554 h 6858000"/>
              <a:gd name="connsiteX272" fmla="*/ 5425834 w 7467600"/>
              <a:gd name="connsiteY272" fmla="*/ 3162785 h 6858000"/>
              <a:gd name="connsiteX273" fmla="*/ 1318687 w 7467600"/>
              <a:gd name="connsiteY273" fmla="*/ 3113840 h 6858000"/>
              <a:gd name="connsiteX274" fmla="*/ 1066793 w 7467600"/>
              <a:gd name="connsiteY274" fmla="*/ 3212171 h 6858000"/>
              <a:gd name="connsiteX275" fmla="*/ 993319 w 7467600"/>
              <a:gd name="connsiteY275" fmla="*/ 3247648 h 6858000"/>
              <a:gd name="connsiteX276" fmla="*/ 853081 w 7467600"/>
              <a:gd name="connsiteY276" fmla="*/ 3312410 h 6858000"/>
              <a:gd name="connsiteX277" fmla="*/ 805957 w 7467600"/>
              <a:gd name="connsiteY277" fmla="*/ 3330443 h 6858000"/>
              <a:gd name="connsiteX278" fmla="*/ 1318687 w 7467600"/>
              <a:gd name="connsiteY278" fmla="*/ 3113840 h 6858000"/>
              <a:gd name="connsiteX279" fmla="*/ 5453702 w 7467600"/>
              <a:gd name="connsiteY279" fmla="*/ 3090882 h 6858000"/>
              <a:gd name="connsiteX280" fmla="*/ 5480135 w 7467600"/>
              <a:gd name="connsiteY280" fmla="*/ 3565802 h 6858000"/>
              <a:gd name="connsiteX281" fmla="*/ 5499023 w 7467600"/>
              <a:gd name="connsiteY281" fmla="*/ 4166310 h 6858000"/>
              <a:gd name="connsiteX282" fmla="*/ 5547022 w 7467600"/>
              <a:gd name="connsiteY282" fmla="*/ 3607838 h 6858000"/>
              <a:gd name="connsiteX283" fmla="*/ 5515964 w 7467600"/>
              <a:gd name="connsiteY283" fmla="*/ 3378541 h 6858000"/>
              <a:gd name="connsiteX284" fmla="*/ 5453702 w 7467600"/>
              <a:gd name="connsiteY284" fmla="*/ 3090882 h 6858000"/>
              <a:gd name="connsiteX285" fmla="*/ 1238695 w 7467600"/>
              <a:gd name="connsiteY285" fmla="*/ 3076820 h 6858000"/>
              <a:gd name="connsiteX286" fmla="*/ 716371 w 7467600"/>
              <a:gd name="connsiteY286" fmla="*/ 3293249 h 6858000"/>
              <a:gd name="connsiteX287" fmla="*/ 579522 w 7467600"/>
              <a:gd name="connsiteY287" fmla="*/ 3371759 h 6858000"/>
              <a:gd name="connsiteX288" fmla="*/ 600288 w 7467600"/>
              <a:gd name="connsiteY288" fmla="*/ 3365555 h 6858000"/>
              <a:gd name="connsiteX289" fmla="*/ 840692 w 7467600"/>
              <a:gd name="connsiteY289" fmla="*/ 3284921 h 6858000"/>
              <a:gd name="connsiteX290" fmla="*/ 979248 w 7467600"/>
              <a:gd name="connsiteY290" fmla="*/ 3221003 h 6858000"/>
              <a:gd name="connsiteX291" fmla="*/ 1053282 w 7467600"/>
              <a:gd name="connsiteY291" fmla="*/ 3185247 h 6858000"/>
              <a:gd name="connsiteX292" fmla="*/ 1320603 w 7467600"/>
              <a:gd name="connsiteY292" fmla="*/ 3081281 h 6858000"/>
              <a:gd name="connsiteX293" fmla="*/ 1238695 w 7467600"/>
              <a:gd name="connsiteY293" fmla="*/ 3076820 h 6858000"/>
              <a:gd name="connsiteX294" fmla="*/ 5425627 w 7467600"/>
              <a:gd name="connsiteY294" fmla="*/ 2954192 h 6858000"/>
              <a:gd name="connsiteX295" fmla="*/ 5470770 w 7467600"/>
              <a:gd name="connsiteY295" fmla="*/ 3005435 h 6858000"/>
              <a:gd name="connsiteX296" fmla="*/ 5519779 w 7467600"/>
              <a:gd name="connsiteY296" fmla="*/ 4359223 h 6858000"/>
              <a:gd name="connsiteX297" fmla="*/ 5520293 w 7467600"/>
              <a:gd name="connsiteY297" fmla="*/ 4360602 h 6858000"/>
              <a:gd name="connsiteX298" fmla="*/ 5767221 w 7467600"/>
              <a:gd name="connsiteY298" fmla="*/ 4665564 h 6858000"/>
              <a:gd name="connsiteX299" fmla="*/ 6937169 w 7467600"/>
              <a:gd name="connsiteY299" fmla="*/ 4815941 h 6858000"/>
              <a:gd name="connsiteX300" fmla="*/ 6953922 w 7467600"/>
              <a:gd name="connsiteY300" fmla="*/ 4890068 h 6858000"/>
              <a:gd name="connsiteX301" fmla="*/ 6071359 w 7467600"/>
              <a:gd name="connsiteY301" fmla="*/ 4770770 h 6858000"/>
              <a:gd name="connsiteX302" fmla="*/ 6038839 w 7467600"/>
              <a:gd name="connsiteY302" fmla="*/ 4764474 h 6858000"/>
              <a:gd name="connsiteX303" fmla="*/ 6038706 w 7467600"/>
              <a:gd name="connsiteY303" fmla="*/ 4763847 h 6858000"/>
              <a:gd name="connsiteX304" fmla="*/ 6037784 w 7467600"/>
              <a:gd name="connsiteY304" fmla="*/ 4764270 h 6858000"/>
              <a:gd name="connsiteX305" fmla="*/ 6038839 w 7467600"/>
              <a:gd name="connsiteY305" fmla="*/ 4764474 h 6858000"/>
              <a:gd name="connsiteX306" fmla="*/ 6040338 w 7467600"/>
              <a:gd name="connsiteY306" fmla="*/ 4771418 h 6858000"/>
              <a:gd name="connsiteX307" fmla="*/ 6024488 w 7467600"/>
              <a:gd name="connsiteY307" fmla="*/ 4809903 h 6858000"/>
              <a:gd name="connsiteX308" fmla="*/ 5599771 w 7467600"/>
              <a:gd name="connsiteY308" fmla="*/ 5509652 h 6858000"/>
              <a:gd name="connsiteX309" fmla="*/ 5548843 w 7467600"/>
              <a:gd name="connsiteY309" fmla="*/ 5563845 h 6858000"/>
              <a:gd name="connsiteX310" fmla="*/ 5940952 w 7467600"/>
              <a:gd name="connsiteY310" fmla="*/ 6250028 h 6858000"/>
              <a:gd name="connsiteX311" fmla="*/ 6043441 w 7467600"/>
              <a:gd name="connsiteY311" fmla="*/ 6665847 h 6858000"/>
              <a:gd name="connsiteX312" fmla="*/ 6093432 w 7467600"/>
              <a:gd name="connsiteY312" fmla="*/ 6858000 h 6858000"/>
              <a:gd name="connsiteX313" fmla="*/ 6034344 w 7467600"/>
              <a:gd name="connsiteY313" fmla="*/ 6858000 h 6858000"/>
              <a:gd name="connsiteX314" fmla="*/ 6026679 w 7467600"/>
              <a:gd name="connsiteY314" fmla="*/ 6836959 h 6858000"/>
              <a:gd name="connsiteX315" fmla="*/ 5800441 w 7467600"/>
              <a:gd name="connsiteY315" fmla="*/ 6335286 h 6858000"/>
              <a:gd name="connsiteX316" fmla="*/ 5526562 w 7467600"/>
              <a:gd name="connsiteY316" fmla="*/ 5705388 h 6858000"/>
              <a:gd name="connsiteX317" fmla="*/ 5519640 w 7467600"/>
              <a:gd name="connsiteY317" fmla="*/ 5683774 h 6858000"/>
              <a:gd name="connsiteX318" fmla="*/ 5844559 w 7467600"/>
              <a:gd name="connsiteY318" fmla="*/ 6553349 h 6858000"/>
              <a:gd name="connsiteX319" fmla="*/ 5975994 w 7467600"/>
              <a:gd name="connsiteY319" fmla="*/ 6858000 h 6858000"/>
              <a:gd name="connsiteX320" fmla="*/ 5898547 w 7467600"/>
              <a:gd name="connsiteY320" fmla="*/ 6858000 h 6858000"/>
              <a:gd name="connsiteX321" fmla="*/ 5682041 w 7467600"/>
              <a:gd name="connsiteY321" fmla="*/ 6355860 h 6858000"/>
              <a:gd name="connsiteX322" fmla="*/ 5461758 w 7467600"/>
              <a:gd name="connsiteY322" fmla="*/ 5820220 h 6858000"/>
              <a:gd name="connsiteX323" fmla="*/ 5237282 w 7467600"/>
              <a:gd name="connsiteY323" fmla="*/ 6579086 h 6858000"/>
              <a:gd name="connsiteX324" fmla="*/ 5115009 w 7467600"/>
              <a:gd name="connsiteY324" fmla="*/ 6858000 h 6858000"/>
              <a:gd name="connsiteX325" fmla="*/ 5028074 w 7467600"/>
              <a:gd name="connsiteY325" fmla="*/ 6858000 h 6858000"/>
              <a:gd name="connsiteX326" fmla="*/ 5079508 w 7467600"/>
              <a:gd name="connsiteY326" fmla="*/ 6749074 h 6858000"/>
              <a:gd name="connsiteX327" fmla="*/ 5371846 w 7467600"/>
              <a:gd name="connsiteY327" fmla="*/ 5924413 h 6858000"/>
              <a:gd name="connsiteX328" fmla="*/ 5270512 w 7467600"/>
              <a:gd name="connsiteY328" fmla="*/ 6138975 h 6858000"/>
              <a:gd name="connsiteX329" fmla="*/ 5062409 w 7467600"/>
              <a:gd name="connsiteY329" fmla="*/ 6653544 h 6858000"/>
              <a:gd name="connsiteX330" fmla="*/ 5036628 w 7467600"/>
              <a:gd name="connsiteY330" fmla="*/ 6754247 h 6858000"/>
              <a:gd name="connsiteX331" fmla="*/ 5009112 w 7467600"/>
              <a:gd name="connsiteY331" fmla="*/ 6858000 h 6858000"/>
              <a:gd name="connsiteX332" fmla="*/ 4976679 w 7467600"/>
              <a:gd name="connsiteY332" fmla="*/ 6858000 h 6858000"/>
              <a:gd name="connsiteX333" fmla="*/ 5006537 w 7467600"/>
              <a:gd name="connsiteY333" fmla="*/ 6747068 h 6858000"/>
              <a:gd name="connsiteX334" fmla="*/ 5032723 w 7467600"/>
              <a:gd name="connsiteY334" fmla="*/ 6644957 h 6858000"/>
              <a:gd name="connsiteX335" fmla="*/ 5242949 w 7467600"/>
              <a:gd name="connsiteY335" fmla="*/ 6125175 h 6858000"/>
              <a:gd name="connsiteX336" fmla="*/ 5286321 w 7467600"/>
              <a:gd name="connsiteY336" fmla="*/ 6033555 h 6858000"/>
              <a:gd name="connsiteX337" fmla="*/ 5008210 w 7467600"/>
              <a:gd name="connsiteY337" fmla="*/ 6649194 h 6858000"/>
              <a:gd name="connsiteX338" fmla="*/ 4986321 w 7467600"/>
              <a:gd name="connsiteY338" fmla="*/ 6765687 h 6858000"/>
              <a:gd name="connsiteX339" fmla="*/ 4973474 w 7467600"/>
              <a:gd name="connsiteY339" fmla="*/ 6858000 h 6858000"/>
              <a:gd name="connsiteX340" fmla="*/ 4907178 w 7467600"/>
              <a:gd name="connsiteY340" fmla="*/ 6858000 h 6858000"/>
              <a:gd name="connsiteX341" fmla="*/ 4910810 w 7467600"/>
              <a:gd name="connsiteY341" fmla="*/ 6829660 h 6858000"/>
              <a:gd name="connsiteX342" fmla="*/ 4987461 w 7467600"/>
              <a:gd name="connsiteY342" fmla="*/ 6432994 h 6858000"/>
              <a:gd name="connsiteX343" fmla="*/ 5179262 w 7467600"/>
              <a:gd name="connsiteY343" fmla="*/ 6035044 h 6858000"/>
              <a:gd name="connsiteX344" fmla="*/ 4689678 w 7467600"/>
              <a:gd name="connsiteY344" fmla="*/ 6440241 h 6858000"/>
              <a:gd name="connsiteX345" fmla="*/ 4477543 w 7467600"/>
              <a:gd name="connsiteY345" fmla="*/ 6674836 h 6858000"/>
              <a:gd name="connsiteX346" fmla="*/ 4329957 w 7467600"/>
              <a:gd name="connsiteY346" fmla="*/ 6858000 h 6858000"/>
              <a:gd name="connsiteX347" fmla="*/ 4218595 w 7467600"/>
              <a:gd name="connsiteY347" fmla="*/ 6858000 h 6858000"/>
              <a:gd name="connsiteX348" fmla="*/ 4368888 w 7467600"/>
              <a:gd name="connsiteY348" fmla="*/ 6668412 h 6858000"/>
              <a:gd name="connsiteX349" fmla="*/ 4563091 w 7467600"/>
              <a:gd name="connsiteY349" fmla="*/ 6442508 h 6858000"/>
              <a:gd name="connsiteX350" fmla="*/ 5387324 w 7467600"/>
              <a:gd name="connsiteY350" fmla="*/ 5705830 h 6858000"/>
              <a:gd name="connsiteX351" fmla="*/ 5073620 w 7467600"/>
              <a:gd name="connsiteY351" fmla="*/ 5955437 h 6858000"/>
              <a:gd name="connsiteX352" fmla="*/ 4689789 w 7467600"/>
              <a:gd name="connsiteY352" fmla="*/ 6268382 h 6858000"/>
              <a:gd name="connsiteX353" fmla="*/ 4418722 w 7467600"/>
              <a:gd name="connsiteY353" fmla="*/ 6570886 h 6858000"/>
              <a:gd name="connsiteX354" fmla="*/ 4214944 w 7467600"/>
              <a:gd name="connsiteY354" fmla="*/ 6858000 h 6858000"/>
              <a:gd name="connsiteX355" fmla="*/ 4177898 w 7467600"/>
              <a:gd name="connsiteY355" fmla="*/ 6858000 h 6858000"/>
              <a:gd name="connsiteX356" fmla="*/ 4391597 w 7467600"/>
              <a:gd name="connsiteY356" fmla="*/ 6556370 h 6858000"/>
              <a:gd name="connsiteX357" fmla="*/ 4668889 w 7467600"/>
              <a:gd name="connsiteY357" fmla="*/ 6246399 h 6858000"/>
              <a:gd name="connsiteX358" fmla="*/ 5055427 w 7467600"/>
              <a:gd name="connsiteY358" fmla="*/ 5931476 h 6858000"/>
              <a:gd name="connsiteX359" fmla="*/ 5371814 w 7467600"/>
              <a:gd name="connsiteY359" fmla="*/ 5678975 h 6858000"/>
              <a:gd name="connsiteX360" fmla="*/ 4987918 w 7467600"/>
              <a:gd name="connsiteY360" fmla="*/ 5838701 h 6858000"/>
              <a:gd name="connsiteX361" fmla="*/ 4317146 w 7467600"/>
              <a:gd name="connsiteY361" fmla="*/ 6587716 h 6858000"/>
              <a:gd name="connsiteX362" fmla="*/ 4171627 w 7467600"/>
              <a:gd name="connsiteY362" fmla="*/ 6858000 h 6858000"/>
              <a:gd name="connsiteX363" fmla="*/ 4081585 w 7467600"/>
              <a:gd name="connsiteY363" fmla="*/ 6858000 h 6858000"/>
              <a:gd name="connsiteX364" fmla="*/ 4238603 w 7467600"/>
              <a:gd name="connsiteY364" fmla="*/ 6559341 h 6858000"/>
              <a:gd name="connsiteX365" fmla="*/ 4778333 w 7467600"/>
              <a:gd name="connsiteY365" fmla="*/ 5873626 h 6858000"/>
              <a:gd name="connsiteX366" fmla="*/ 5414185 w 7467600"/>
              <a:gd name="connsiteY366" fmla="*/ 5573882 h 6858000"/>
              <a:gd name="connsiteX367" fmla="*/ 5959648 w 7467600"/>
              <a:gd name="connsiteY367" fmla="*/ 4760797 h 6858000"/>
              <a:gd name="connsiteX368" fmla="*/ 5355019 w 7467600"/>
              <a:gd name="connsiteY368" fmla="*/ 4734672 h 6858000"/>
              <a:gd name="connsiteX369" fmla="*/ 5083565 w 7467600"/>
              <a:gd name="connsiteY369" fmla="*/ 5179121 h 6858000"/>
              <a:gd name="connsiteX370" fmla="*/ 4713577 w 7467600"/>
              <a:gd name="connsiteY370" fmla="*/ 5616803 h 6858000"/>
              <a:gd name="connsiteX371" fmla="*/ 3989559 w 7467600"/>
              <a:gd name="connsiteY371" fmla="*/ 6145945 h 6858000"/>
              <a:gd name="connsiteX372" fmla="*/ 3939824 w 7467600"/>
              <a:gd name="connsiteY372" fmla="*/ 6066900 h 6858000"/>
              <a:gd name="connsiteX373" fmla="*/ 4584537 w 7467600"/>
              <a:gd name="connsiteY373" fmla="*/ 5324826 h 6858000"/>
              <a:gd name="connsiteX374" fmla="*/ 5037105 w 7467600"/>
              <a:gd name="connsiteY374" fmla="*/ 5088765 h 6858000"/>
              <a:gd name="connsiteX375" fmla="*/ 5039930 w 7467600"/>
              <a:gd name="connsiteY375" fmla="*/ 5089585 h 6858000"/>
              <a:gd name="connsiteX376" fmla="*/ 5263764 w 7467600"/>
              <a:gd name="connsiteY376" fmla="*/ 4735525 h 6858000"/>
              <a:gd name="connsiteX377" fmla="*/ 4086300 w 7467600"/>
              <a:gd name="connsiteY377" fmla="*/ 4884599 h 6858000"/>
              <a:gd name="connsiteX378" fmla="*/ 4085485 w 7467600"/>
              <a:gd name="connsiteY378" fmla="*/ 4899070 h 6858000"/>
              <a:gd name="connsiteX379" fmla="*/ 3871915 w 7467600"/>
              <a:gd name="connsiteY379" fmla="*/ 5253645 h 6858000"/>
              <a:gd name="connsiteX380" fmla="*/ 3799374 w 7467600"/>
              <a:gd name="connsiteY380" fmla="*/ 5466127 h 6858000"/>
              <a:gd name="connsiteX381" fmla="*/ 3498850 w 7467600"/>
              <a:gd name="connsiteY381" fmla="*/ 6661888 h 6858000"/>
              <a:gd name="connsiteX382" fmla="*/ 3399216 w 7467600"/>
              <a:gd name="connsiteY382" fmla="*/ 6858000 h 6858000"/>
              <a:gd name="connsiteX383" fmla="*/ 3303688 w 7467600"/>
              <a:gd name="connsiteY383" fmla="*/ 6858000 h 6858000"/>
              <a:gd name="connsiteX384" fmla="*/ 3391774 w 7467600"/>
              <a:gd name="connsiteY384" fmla="*/ 6697181 h 6858000"/>
              <a:gd name="connsiteX385" fmla="*/ 3735540 w 7467600"/>
              <a:gd name="connsiteY385" fmla="*/ 5546923 h 6858000"/>
              <a:gd name="connsiteX386" fmla="*/ 3729438 w 7467600"/>
              <a:gd name="connsiteY386" fmla="*/ 5569058 h 6858000"/>
              <a:gd name="connsiteX387" fmla="*/ 3707782 w 7467600"/>
              <a:gd name="connsiteY387" fmla="*/ 5644908 h 6858000"/>
              <a:gd name="connsiteX388" fmla="*/ 3583827 w 7467600"/>
              <a:gd name="connsiteY388" fmla="*/ 6039215 h 6858000"/>
              <a:gd name="connsiteX389" fmla="*/ 3547861 w 7467600"/>
              <a:gd name="connsiteY389" fmla="*/ 6129609 h 6858000"/>
              <a:gd name="connsiteX390" fmla="*/ 3490905 w 7467600"/>
              <a:gd name="connsiteY390" fmla="*/ 6277660 h 6858000"/>
              <a:gd name="connsiteX391" fmla="*/ 3455859 w 7467600"/>
              <a:gd name="connsiteY391" fmla="*/ 6391301 h 6858000"/>
              <a:gd name="connsiteX392" fmla="*/ 3429112 w 7467600"/>
              <a:gd name="connsiteY392" fmla="*/ 6479469 h 6858000"/>
              <a:gd name="connsiteX393" fmla="*/ 3304862 w 7467600"/>
              <a:gd name="connsiteY393" fmla="*/ 6796476 h 6858000"/>
              <a:gd name="connsiteX394" fmla="*/ 3276071 w 7467600"/>
              <a:gd name="connsiteY394" fmla="*/ 6858000 h 6858000"/>
              <a:gd name="connsiteX395" fmla="*/ 3240805 w 7467600"/>
              <a:gd name="connsiteY395" fmla="*/ 6858000 h 6858000"/>
              <a:gd name="connsiteX396" fmla="*/ 3275917 w 7467600"/>
              <a:gd name="connsiteY396" fmla="*/ 6783192 h 6858000"/>
              <a:gd name="connsiteX397" fmla="*/ 3399358 w 7467600"/>
              <a:gd name="connsiteY397" fmla="*/ 6469011 h 6858000"/>
              <a:gd name="connsiteX398" fmla="*/ 3425650 w 7467600"/>
              <a:gd name="connsiteY398" fmla="*/ 6381333 h 6858000"/>
              <a:gd name="connsiteX399" fmla="*/ 3460661 w 7467600"/>
              <a:gd name="connsiteY399" fmla="*/ 6266763 h 6858000"/>
              <a:gd name="connsiteX400" fmla="*/ 3518021 w 7467600"/>
              <a:gd name="connsiteY400" fmla="*/ 6117298 h 6858000"/>
              <a:gd name="connsiteX401" fmla="*/ 3554035 w 7467600"/>
              <a:gd name="connsiteY401" fmla="*/ 6027832 h 6858000"/>
              <a:gd name="connsiteX402" fmla="*/ 3677174 w 7467600"/>
              <a:gd name="connsiteY402" fmla="*/ 5636351 h 6858000"/>
              <a:gd name="connsiteX403" fmla="*/ 3698819 w 7467600"/>
              <a:gd name="connsiteY403" fmla="*/ 5560503 h 6858000"/>
              <a:gd name="connsiteX404" fmla="*/ 3702094 w 7467600"/>
              <a:gd name="connsiteY404" fmla="*/ 5549194 h 6858000"/>
              <a:gd name="connsiteX405" fmla="*/ 3398355 w 7467600"/>
              <a:gd name="connsiteY405" fmla="*/ 6094603 h 6858000"/>
              <a:gd name="connsiteX406" fmla="*/ 3193941 w 7467600"/>
              <a:gd name="connsiteY406" fmla="*/ 6798775 h 6858000"/>
              <a:gd name="connsiteX407" fmla="*/ 3184140 w 7467600"/>
              <a:gd name="connsiteY407" fmla="*/ 6858000 h 6858000"/>
              <a:gd name="connsiteX408" fmla="*/ 3099978 w 7467600"/>
              <a:gd name="connsiteY408" fmla="*/ 6858000 h 6858000"/>
              <a:gd name="connsiteX409" fmla="*/ 3101556 w 7467600"/>
              <a:gd name="connsiteY409" fmla="*/ 6843337 h 6858000"/>
              <a:gd name="connsiteX410" fmla="*/ 3370162 w 7467600"/>
              <a:gd name="connsiteY410" fmla="*/ 5785550 h 6858000"/>
              <a:gd name="connsiteX411" fmla="*/ 3746477 w 7467600"/>
              <a:gd name="connsiteY411" fmla="*/ 5377889 h 6858000"/>
              <a:gd name="connsiteX412" fmla="*/ 3863399 w 7467600"/>
              <a:gd name="connsiteY412" fmla="*/ 5087257 h 6858000"/>
              <a:gd name="connsiteX413" fmla="*/ 3968712 w 7467600"/>
              <a:gd name="connsiteY413" fmla="*/ 4913989 h 6858000"/>
              <a:gd name="connsiteX414" fmla="*/ 2792390 w 7467600"/>
              <a:gd name="connsiteY414" fmla="*/ 5382974 h 6858000"/>
              <a:gd name="connsiteX415" fmla="*/ 2714982 w 7467600"/>
              <a:gd name="connsiteY415" fmla="*/ 5427051 h 6858000"/>
              <a:gd name="connsiteX416" fmla="*/ 2813361 w 7467600"/>
              <a:gd name="connsiteY416" fmla="*/ 6023912 h 6858000"/>
              <a:gd name="connsiteX417" fmla="*/ 2688430 w 7467600"/>
              <a:gd name="connsiteY417" fmla="*/ 6801564 h 6858000"/>
              <a:gd name="connsiteX418" fmla="*/ 2629626 w 7467600"/>
              <a:gd name="connsiteY418" fmla="*/ 6763394 h 6858000"/>
              <a:gd name="connsiteX419" fmla="*/ 2565328 w 7467600"/>
              <a:gd name="connsiteY419" fmla="*/ 5516399 h 6858000"/>
              <a:gd name="connsiteX420" fmla="*/ 1922999 w 7467600"/>
              <a:gd name="connsiteY420" fmla="*/ 5980343 h 6858000"/>
              <a:gd name="connsiteX421" fmla="*/ 1950261 w 7467600"/>
              <a:gd name="connsiteY421" fmla="*/ 6405858 h 6858000"/>
              <a:gd name="connsiteX422" fmla="*/ 2365554 w 7467600"/>
              <a:gd name="connsiteY422" fmla="*/ 6759107 h 6858000"/>
              <a:gd name="connsiteX423" fmla="*/ 2424142 w 7467600"/>
              <a:gd name="connsiteY423" fmla="*/ 6858000 h 6858000"/>
              <a:gd name="connsiteX424" fmla="*/ 2395994 w 7467600"/>
              <a:gd name="connsiteY424" fmla="*/ 6858000 h 6858000"/>
              <a:gd name="connsiteX425" fmla="*/ 2392863 w 7467600"/>
              <a:gd name="connsiteY425" fmla="*/ 6852964 h 6858000"/>
              <a:gd name="connsiteX426" fmla="*/ 2017589 w 7467600"/>
              <a:gd name="connsiteY426" fmla="*/ 6493982 h 6858000"/>
              <a:gd name="connsiteX427" fmla="*/ 2147336 w 7467600"/>
              <a:gd name="connsiteY427" fmla="*/ 6594052 h 6858000"/>
              <a:gd name="connsiteX428" fmla="*/ 2207047 w 7467600"/>
              <a:gd name="connsiteY428" fmla="*/ 6654540 h 6858000"/>
              <a:gd name="connsiteX429" fmla="*/ 2299106 w 7467600"/>
              <a:gd name="connsiteY429" fmla="*/ 6778931 h 6858000"/>
              <a:gd name="connsiteX430" fmla="*/ 2314430 w 7467600"/>
              <a:gd name="connsiteY430" fmla="*/ 6801144 h 6858000"/>
              <a:gd name="connsiteX431" fmla="*/ 2352406 w 7467600"/>
              <a:gd name="connsiteY431" fmla="*/ 6858000 h 6858000"/>
              <a:gd name="connsiteX432" fmla="*/ 2314492 w 7467600"/>
              <a:gd name="connsiteY432" fmla="*/ 6858000 h 6858000"/>
              <a:gd name="connsiteX433" fmla="*/ 2288095 w 7467600"/>
              <a:gd name="connsiteY433" fmla="*/ 6818030 h 6858000"/>
              <a:gd name="connsiteX434" fmla="*/ 2272768 w 7467600"/>
              <a:gd name="connsiteY434" fmla="*/ 6795822 h 6858000"/>
              <a:gd name="connsiteX435" fmla="*/ 2182715 w 7467600"/>
              <a:gd name="connsiteY435" fmla="*/ 6675071 h 6858000"/>
              <a:gd name="connsiteX436" fmla="*/ 2032061 w 7467600"/>
              <a:gd name="connsiteY436" fmla="*/ 6541380 h 6858000"/>
              <a:gd name="connsiteX437" fmla="*/ 2257220 w 7467600"/>
              <a:gd name="connsiteY437" fmla="*/ 6826257 h 6858000"/>
              <a:gd name="connsiteX438" fmla="*/ 2281324 w 7467600"/>
              <a:gd name="connsiteY438" fmla="*/ 6858000 h 6858000"/>
              <a:gd name="connsiteX439" fmla="*/ 2242860 w 7467600"/>
              <a:gd name="connsiteY439" fmla="*/ 6858000 h 6858000"/>
              <a:gd name="connsiteX440" fmla="*/ 2232818 w 7467600"/>
              <a:gd name="connsiteY440" fmla="*/ 6844926 h 6858000"/>
              <a:gd name="connsiteX441" fmla="*/ 1990172 w 7467600"/>
              <a:gd name="connsiteY441" fmla="*/ 6542121 h 6858000"/>
              <a:gd name="connsiteX442" fmla="*/ 2124090 w 7467600"/>
              <a:gd name="connsiteY442" fmla="*/ 6761017 h 6858000"/>
              <a:gd name="connsiteX443" fmla="*/ 2200380 w 7467600"/>
              <a:gd name="connsiteY443" fmla="*/ 6858000 h 6858000"/>
              <a:gd name="connsiteX444" fmla="*/ 2147507 w 7467600"/>
              <a:gd name="connsiteY444" fmla="*/ 6858000 h 6858000"/>
              <a:gd name="connsiteX445" fmla="*/ 2070668 w 7467600"/>
              <a:gd name="connsiteY445" fmla="*/ 6761520 h 6858000"/>
              <a:gd name="connsiteX446" fmla="*/ 1975142 w 7467600"/>
              <a:gd name="connsiteY446" fmla="*/ 6585570 h 6858000"/>
              <a:gd name="connsiteX447" fmla="*/ 2050035 w 7467600"/>
              <a:gd name="connsiteY447" fmla="*/ 6813345 h 6858000"/>
              <a:gd name="connsiteX448" fmla="*/ 2063025 w 7467600"/>
              <a:gd name="connsiteY448" fmla="*/ 6858000 h 6858000"/>
              <a:gd name="connsiteX449" fmla="*/ 2021675 w 7467600"/>
              <a:gd name="connsiteY449" fmla="*/ 6858000 h 6858000"/>
              <a:gd name="connsiteX450" fmla="*/ 2019308 w 7467600"/>
              <a:gd name="connsiteY450" fmla="*/ 6847118 h 6858000"/>
              <a:gd name="connsiteX451" fmla="*/ 1938835 w 7467600"/>
              <a:gd name="connsiteY451" fmla="*/ 6551160 h 6858000"/>
              <a:gd name="connsiteX452" fmla="*/ 1953230 w 7467600"/>
              <a:gd name="connsiteY452" fmla="*/ 6759699 h 6858000"/>
              <a:gd name="connsiteX453" fmla="*/ 1956763 w 7467600"/>
              <a:gd name="connsiteY453" fmla="*/ 6778191 h 6858000"/>
              <a:gd name="connsiteX454" fmla="*/ 1967925 w 7467600"/>
              <a:gd name="connsiteY454" fmla="*/ 6858000 h 6858000"/>
              <a:gd name="connsiteX455" fmla="*/ 1936622 w 7467600"/>
              <a:gd name="connsiteY455" fmla="*/ 6858000 h 6858000"/>
              <a:gd name="connsiteX456" fmla="*/ 1926261 w 7467600"/>
              <a:gd name="connsiteY456" fmla="*/ 6784064 h 6858000"/>
              <a:gd name="connsiteX457" fmla="*/ 1922724 w 7467600"/>
              <a:gd name="connsiteY457" fmla="*/ 6765577 h 6858000"/>
              <a:gd name="connsiteX458" fmla="*/ 1904650 w 7467600"/>
              <a:gd name="connsiteY458" fmla="*/ 6639616 h 6858000"/>
              <a:gd name="connsiteX459" fmla="*/ 1885273 w 7467600"/>
              <a:gd name="connsiteY459" fmla="*/ 6858000 h 6858000"/>
              <a:gd name="connsiteX460" fmla="*/ 1854363 w 7467600"/>
              <a:gd name="connsiteY460" fmla="*/ 6858000 h 6858000"/>
              <a:gd name="connsiteX461" fmla="*/ 1880391 w 7467600"/>
              <a:gd name="connsiteY461" fmla="*/ 6603796 h 6858000"/>
              <a:gd name="connsiteX462" fmla="*/ 1818273 w 7467600"/>
              <a:gd name="connsiteY462" fmla="*/ 6715729 h 6858000"/>
              <a:gd name="connsiteX463" fmla="*/ 1794691 w 7467600"/>
              <a:gd name="connsiteY463" fmla="*/ 6843239 h 6858000"/>
              <a:gd name="connsiteX464" fmla="*/ 1794914 w 7467600"/>
              <a:gd name="connsiteY464" fmla="*/ 6858000 h 6858000"/>
              <a:gd name="connsiteX465" fmla="*/ 1746128 w 7467600"/>
              <a:gd name="connsiteY465" fmla="*/ 6858000 h 6858000"/>
              <a:gd name="connsiteX466" fmla="*/ 1753934 w 7467600"/>
              <a:gd name="connsiteY466" fmla="*/ 6724796 h 6858000"/>
              <a:gd name="connsiteX467" fmla="*/ 1792053 w 7467600"/>
              <a:gd name="connsiteY467" fmla="*/ 6572396 h 6858000"/>
              <a:gd name="connsiteX468" fmla="*/ 1862248 w 7467600"/>
              <a:gd name="connsiteY468" fmla="*/ 6266397 h 6858000"/>
              <a:gd name="connsiteX469" fmla="*/ 1862250 w 7467600"/>
              <a:gd name="connsiteY469" fmla="*/ 6033531 h 6858000"/>
              <a:gd name="connsiteX470" fmla="*/ 1211999 w 7467600"/>
              <a:gd name="connsiteY470" fmla="*/ 6683610 h 6858000"/>
              <a:gd name="connsiteX471" fmla="*/ 1213266 w 7467600"/>
              <a:gd name="connsiteY471" fmla="*/ 6691947 h 6858000"/>
              <a:gd name="connsiteX472" fmla="*/ 1203370 w 7467600"/>
              <a:gd name="connsiteY472" fmla="*/ 6850676 h 6858000"/>
              <a:gd name="connsiteX473" fmla="*/ 1203671 w 7467600"/>
              <a:gd name="connsiteY473" fmla="*/ 6858000 h 6858000"/>
              <a:gd name="connsiteX474" fmla="*/ 1143180 w 7467600"/>
              <a:gd name="connsiteY474" fmla="*/ 6858000 h 6858000"/>
              <a:gd name="connsiteX475" fmla="*/ 1142176 w 7467600"/>
              <a:gd name="connsiteY475" fmla="*/ 6766045 h 6858000"/>
              <a:gd name="connsiteX476" fmla="*/ 1067484 w 7467600"/>
              <a:gd name="connsiteY476" fmla="*/ 6858000 h 6858000"/>
              <a:gd name="connsiteX477" fmla="*/ 953928 w 7467600"/>
              <a:gd name="connsiteY477" fmla="*/ 6858000 h 6858000"/>
              <a:gd name="connsiteX478" fmla="*/ 959715 w 7467600"/>
              <a:gd name="connsiteY478" fmla="*/ 6850185 h 6858000"/>
              <a:gd name="connsiteX479" fmla="*/ 1483788 w 7467600"/>
              <a:gd name="connsiteY479" fmla="*/ 6259174 h 6858000"/>
              <a:gd name="connsiteX480" fmla="*/ 1100671 w 7467600"/>
              <a:gd name="connsiteY480" fmla="*/ 6252137 h 6858000"/>
              <a:gd name="connsiteX481" fmla="*/ 1090144 w 7467600"/>
              <a:gd name="connsiteY481" fmla="*/ 6256748 h 6858000"/>
              <a:gd name="connsiteX482" fmla="*/ 1095872 w 7467600"/>
              <a:gd name="connsiteY482" fmla="*/ 6271892 h 6858000"/>
              <a:gd name="connsiteX483" fmla="*/ 262785 w 7467600"/>
              <a:gd name="connsiteY483" fmla="*/ 6845450 h 6858000"/>
              <a:gd name="connsiteX484" fmla="*/ 209968 w 7467600"/>
              <a:gd name="connsiteY484" fmla="*/ 6770713 h 6858000"/>
              <a:gd name="connsiteX485" fmla="*/ 873460 w 7467600"/>
              <a:gd name="connsiteY485" fmla="*/ 6253768 h 6858000"/>
              <a:gd name="connsiteX486" fmla="*/ 192686 w 7467600"/>
              <a:gd name="connsiteY486" fmla="*/ 5849257 h 6858000"/>
              <a:gd name="connsiteX487" fmla="*/ 4696 w 7467600"/>
              <a:gd name="connsiteY487" fmla="*/ 5697668 h 6858000"/>
              <a:gd name="connsiteX488" fmla="*/ 0 w 7467600"/>
              <a:gd name="connsiteY488" fmla="*/ 5689984 h 6858000"/>
              <a:gd name="connsiteX489" fmla="*/ 0 w 7467600"/>
              <a:gd name="connsiteY489" fmla="*/ 5513472 h 6858000"/>
              <a:gd name="connsiteX490" fmla="*/ 174101 w 7467600"/>
              <a:gd name="connsiteY490" fmla="*/ 5620277 h 6858000"/>
              <a:gd name="connsiteX491" fmla="*/ 891800 w 7467600"/>
              <a:gd name="connsiteY491" fmla="*/ 6036935 h 6858000"/>
              <a:gd name="connsiteX492" fmla="*/ 1072219 w 7467600"/>
              <a:gd name="connsiteY492" fmla="*/ 6169443 h 6858000"/>
              <a:gd name="connsiteX493" fmla="*/ 1074117 w 7467600"/>
              <a:gd name="connsiteY493" fmla="*/ 6170301 h 6858000"/>
              <a:gd name="connsiteX494" fmla="*/ 1083114 w 7467600"/>
              <a:gd name="connsiteY494" fmla="*/ 6174131 h 6858000"/>
              <a:gd name="connsiteX495" fmla="*/ 1543010 w 7467600"/>
              <a:gd name="connsiteY495" fmla="*/ 6191140 h 6858000"/>
              <a:gd name="connsiteX496" fmla="*/ 1551080 w 7467600"/>
              <a:gd name="connsiteY496" fmla="*/ 6195006 h 6858000"/>
              <a:gd name="connsiteX497" fmla="*/ 2345443 w 7467600"/>
              <a:gd name="connsiteY497" fmla="*/ 5549882 h 6858000"/>
              <a:gd name="connsiteX498" fmla="*/ 1721499 w 7467600"/>
              <a:gd name="connsiteY498" fmla="*/ 5599969 h 6858000"/>
              <a:gd name="connsiteX499" fmla="*/ 767716 w 7467600"/>
              <a:gd name="connsiteY499" fmla="*/ 5472768 h 6858000"/>
              <a:gd name="connsiteX500" fmla="*/ 722147 w 7467600"/>
              <a:gd name="connsiteY500" fmla="*/ 5393091 h 6858000"/>
              <a:gd name="connsiteX501" fmla="*/ 1485552 w 7467600"/>
              <a:gd name="connsiteY501" fmla="*/ 5313202 h 6858000"/>
              <a:gd name="connsiteX502" fmla="*/ 2143004 w 7467600"/>
              <a:gd name="connsiteY502" fmla="*/ 5402420 h 6858000"/>
              <a:gd name="connsiteX503" fmla="*/ 1933391 w 7467600"/>
              <a:gd name="connsiteY503" fmla="*/ 5156971 h 6858000"/>
              <a:gd name="connsiteX504" fmla="*/ 1827118 w 7467600"/>
              <a:gd name="connsiteY504" fmla="*/ 4968410 h 6858000"/>
              <a:gd name="connsiteX505" fmla="*/ 1837349 w 7467600"/>
              <a:gd name="connsiteY505" fmla="*/ 4956357 h 6858000"/>
              <a:gd name="connsiteX506" fmla="*/ 2162835 w 7467600"/>
              <a:gd name="connsiteY506" fmla="*/ 5187853 h 6858000"/>
              <a:gd name="connsiteX507" fmla="*/ 2257167 w 7467600"/>
              <a:gd name="connsiteY507" fmla="*/ 5462123 h 6858000"/>
              <a:gd name="connsiteX508" fmla="*/ 2261598 w 7467600"/>
              <a:gd name="connsiteY508" fmla="*/ 5467998 h 6858000"/>
              <a:gd name="connsiteX509" fmla="*/ 2437177 w 7467600"/>
              <a:gd name="connsiteY509" fmla="*/ 5479608 h 6858000"/>
              <a:gd name="connsiteX510" fmla="*/ 2445247 w 7467600"/>
              <a:gd name="connsiteY510" fmla="*/ 5483476 h 6858000"/>
              <a:gd name="connsiteX511" fmla="*/ 2743626 w 7467600"/>
              <a:gd name="connsiteY511" fmla="*/ 5304819 h 6858000"/>
              <a:gd name="connsiteX512" fmla="*/ 3048102 w 7467600"/>
              <a:gd name="connsiteY512" fmla="*/ 5150595 h 6858000"/>
              <a:gd name="connsiteX513" fmla="*/ 1799414 w 7467600"/>
              <a:gd name="connsiteY513" fmla="*/ 4694732 h 6858000"/>
              <a:gd name="connsiteX514" fmla="*/ 1771735 w 7467600"/>
              <a:gd name="connsiteY514" fmla="*/ 4619929 h 6858000"/>
              <a:gd name="connsiteX515" fmla="*/ 3104273 w 7467600"/>
              <a:gd name="connsiteY515" fmla="*/ 5076159 h 6858000"/>
              <a:gd name="connsiteX516" fmla="*/ 3113245 w 7467600"/>
              <a:gd name="connsiteY516" fmla="*/ 5090705 h 6858000"/>
              <a:gd name="connsiteX517" fmla="*/ 3126294 w 7467600"/>
              <a:gd name="connsiteY517" fmla="*/ 5114400 h 6858000"/>
              <a:gd name="connsiteX518" fmla="*/ 3937433 w 7467600"/>
              <a:gd name="connsiteY518" fmla="*/ 4830473 h 6858000"/>
              <a:gd name="connsiteX519" fmla="*/ 3590475 w 7467600"/>
              <a:gd name="connsiteY519" fmla="*/ 4597974 h 6858000"/>
              <a:gd name="connsiteX520" fmla="*/ 3100264 w 7467600"/>
              <a:gd name="connsiteY520" fmla="*/ 4579845 h 6858000"/>
              <a:gd name="connsiteX521" fmla="*/ 2183576 w 7467600"/>
              <a:gd name="connsiteY521" fmla="*/ 4227150 h 6858000"/>
              <a:gd name="connsiteX522" fmla="*/ 2151029 w 7467600"/>
              <a:gd name="connsiteY522" fmla="*/ 4146947 h 6858000"/>
              <a:gd name="connsiteX523" fmla="*/ 3563434 w 7467600"/>
              <a:gd name="connsiteY523" fmla="*/ 4469115 h 6858000"/>
              <a:gd name="connsiteX524" fmla="*/ 3177952 w 7467600"/>
              <a:gd name="connsiteY524" fmla="*/ 3657386 h 6858000"/>
              <a:gd name="connsiteX525" fmla="*/ 3189263 w 7467600"/>
              <a:gd name="connsiteY525" fmla="*/ 3625726 h 6858000"/>
              <a:gd name="connsiteX526" fmla="*/ 3560912 w 7467600"/>
              <a:gd name="connsiteY526" fmla="*/ 4079863 h 6858000"/>
              <a:gd name="connsiteX527" fmla="*/ 3626636 w 7467600"/>
              <a:gd name="connsiteY527" fmla="*/ 4512230 h 6858000"/>
              <a:gd name="connsiteX528" fmla="*/ 3653088 w 7467600"/>
              <a:gd name="connsiteY528" fmla="*/ 4521417 h 6858000"/>
              <a:gd name="connsiteX529" fmla="*/ 3988128 w 7467600"/>
              <a:gd name="connsiteY529" fmla="*/ 4817267 h 6858000"/>
              <a:gd name="connsiteX530" fmla="*/ 4830582 w 7467600"/>
              <a:gd name="connsiteY530" fmla="*/ 4676000 h 6858000"/>
              <a:gd name="connsiteX531" fmla="*/ 4830100 w 7467600"/>
              <a:gd name="connsiteY531" fmla="*/ 4675554 h 6858000"/>
              <a:gd name="connsiteX532" fmla="*/ 4036318 w 7467600"/>
              <a:gd name="connsiteY532" fmla="*/ 4147013 h 6858000"/>
              <a:gd name="connsiteX533" fmla="*/ 3432098 w 7467600"/>
              <a:gd name="connsiteY533" fmla="*/ 3537312 h 6858000"/>
              <a:gd name="connsiteX534" fmla="*/ 3446761 w 7467600"/>
              <a:gd name="connsiteY534" fmla="*/ 3461278 h 6858000"/>
              <a:gd name="connsiteX535" fmla="*/ 4419733 w 7467600"/>
              <a:gd name="connsiteY535" fmla="*/ 3963555 h 6858000"/>
              <a:gd name="connsiteX536" fmla="*/ 4781371 w 7467600"/>
              <a:gd name="connsiteY536" fmla="*/ 4458604 h 6858000"/>
              <a:gd name="connsiteX537" fmla="*/ 4780440 w 7467600"/>
              <a:gd name="connsiteY537" fmla="*/ 4470290 h 6858000"/>
              <a:gd name="connsiteX538" fmla="*/ 4898954 w 7467600"/>
              <a:gd name="connsiteY538" fmla="*/ 4662092 h 6858000"/>
              <a:gd name="connsiteX539" fmla="*/ 4900699 w 7467600"/>
              <a:gd name="connsiteY539" fmla="*/ 4670867 h 6858000"/>
              <a:gd name="connsiteX540" fmla="*/ 5714511 w 7467600"/>
              <a:gd name="connsiteY540" fmla="*/ 4663483 h 6858000"/>
              <a:gd name="connsiteX541" fmla="*/ 5464793 w 7467600"/>
              <a:gd name="connsiteY541" fmla="*/ 4393556 h 6858000"/>
              <a:gd name="connsiteX542" fmla="*/ 5461897 w 7467600"/>
              <a:gd name="connsiteY542" fmla="*/ 4390879 h 6858000"/>
              <a:gd name="connsiteX543" fmla="*/ 4294126 w 7467600"/>
              <a:gd name="connsiteY543" fmla="*/ 3303048 h 6858000"/>
              <a:gd name="connsiteX544" fmla="*/ 4305321 w 7467600"/>
              <a:gd name="connsiteY544" fmla="*/ 3256953 h 6858000"/>
              <a:gd name="connsiteX545" fmla="*/ 4949299 w 7467600"/>
              <a:gd name="connsiteY545" fmla="*/ 3766336 h 6858000"/>
              <a:gd name="connsiteX546" fmla="*/ 5291452 w 7467600"/>
              <a:gd name="connsiteY546" fmla="*/ 4076801 h 6858000"/>
              <a:gd name="connsiteX547" fmla="*/ 5434998 w 7467600"/>
              <a:gd name="connsiteY547" fmla="*/ 4254100 h 6858000"/>
              <a:gd name="connsiteX548" fmla="*/ 5351015 w 7467600"/>
              <a:gd name="connsiteY548" fmla="*/ 3760989 h 6858000"/>
              <a:gd name="connsiteX549" fmla="*/ 5413780 w 7467600"/>
              <a:gd name="connsiteY549" fmla="*/ 2966265 h 6858000"/>
              <a:gd name="connsiteX550" fmla="*/ 5425627 w 7467600"/>
              <a:gd name="connsiteY550" fmla="*/ 2954192 h 6858000"/>
              <a:gd name="connsiteX551" fmla="*/ 6604735 w 7467600"/>
              <a:gd name="connsiteY551" fmla="*/ 2041381 h 6858000"/>
              <a:gd name="connsiteX552" fmla="*/ 7204487 w 7467600"/>
              <a:gd name="connsiteY552" fmla="*/ 2742112 h 6858000"/>
              <a:gd name="connsiteX553" fmla="*/ 7131592 w 7467600"/>
              <a:gd name="connsiteY553" fmla="*/ 2672096 h 6858000"/>
              <a:gd name="connsiteX554" fmla="*/ 6996344 w 7467600"/>
              <a:gd name="connsiteY554" fmla="*/ 2518310 h 6858000"/>
              <a:gd name="connsiteX555" fmla="*/ 6735495 w 7467600"/>
              <a:gd name="connsiteY555" fmla="*/ 2196890 h 6858000"/>
              <a:gd name="connsiteX556" fmla="*/ 6721901 w 7467600"/>
              <a:gd name="connsiteY556" fmla="*/ 2179274 h 6858000"/>
              <a:gd name="connsiteX557" fmla="*/ 6604735 w 7467600"/>
              <a:gd name="connsiteY557" fmla="*/ 2041381 h 6858000"/>
              <a:gd name="connsiteX558" fmla="*/ 6591670 w 7467600"/>
              <a:gd name="connsiteY558" fmla="*/ 1988277 h 6858000"/>
              <a:gd name="connsiteX559" fmla="*/ 6747349 w 7467600"/>
              <a:gd name="connsiteY559" fmla="*/ 2160069 h 6858000"/>
              <a:gd name="connsiteX560" fmla="*/ 6760943 w 7467600"/>
              <a:gd name="connsiteY560" fmla="*/ 2177686 h 6858000"/>
              <a:gd name="connsiteX561" fmla="*/ 7021065 w 7467600"/>
              <a:gd name="connsiteY561" fmla="*/ 2498102 h 6858000"/>
              <a:gd name="connsiteX562" fmla="*/ 7155223 w 7467600"/>
              <a:gd name="connsiteY562" fmla="*/ 2650386 h 6858000"/>
              <a:gd name="connsiteX563" fmla="*/ 7203167 w 7467600"/>
              <a:gd name="connsiteY563" fmla="*/ 2697288 h 6858000"/>
              <a:gd name="connsiteX564" fmla="*/ 6937703 w 7467600"/>
              <a:gd name="connsiteY564" fmla="*/ 2321981 h 6858000"/>
              <a:gd name="connsiteX565" fmla="*/ 6591670 w 7467600"/>
              <a:gd name="connsiteY565" fmla="*/ 1988277 h 6858000"/>
              <a:gd name="connsiteX566" fmla="*/ 5798671 w 7467600"/>
              <a:gd name="connsiteY566" fmla="*/ 1981601 h 6858000"/>
              <a:gd name="connsiteX567" fmla="*/ 5754709 w 7467600"/>
              <a:gd name="connsiteY567" fmla="*/ 2071454 h 6858000"/>
              <a:gd name="connsiteX568" fmla="*/ 5763044 w 7467600"/>
              <a:gd name="connsiteY568" fmla="*/ 2842206 h 6858000"/>
              <a:gd name="connsiteX569" fmla="*/ 5764974 w 7467600"/>
              <a:gd name="connsiteY569" fmla="*/ 2799609 h 6858000"/>
              <a:gd name="connsiteX570" fmla="*/ 5767665 w 7467600"/>
              <a:gd name="connsiteY570" fmla="*/ 2666409 h 6858000"/>
              <a:gd name="connsiteX571" fmla="*/ 5763055 w 7467600"/>
              <a:gd name="connsiteY571" fmla="*/ 2579705 h 6858000"/>
              <a:gd name="connsiteX572" fmla="*/ 5758079 w 7467600"/>
              <a:gd name="connsiteY572" fmla="*/ 2492508 h 6858000"/>
              <a:gd name="connsiteX573" fmla="*/ 5779325 w 7467600"/>
              <a:gd name="connsiteY573" fmla="*/ 2197069 h 6858000"/>
              <a:gd name="connsiteX574" fmla="*/ 5798671 w 7467600"/>
              <a:gd name="connsiteY574" fmla="*/ 1981601 h 6858000"/>
              <a:gd name="connsiteX575" fmla="*/ 5829202 w 7467600"/>
              <a:gd name="connsiteY575" fmla="*/ 1971679 h 6858000"/>
              <a:gd name="connsiteX576" fmla="*/ 5809558 w 7467600"/>
              <a:gd name="connsiteY576" fmla="*/ 2198043 h 6858000"/>
              <a:gd name="connsiteX577" fmla="*/ 5788653 w 7467600"/>
              <a:gd name="connsiteY577" fmla="*/ 2489430 h 6858000"/>
              <a:gd name="connsiteX578" fmla="*/ 5793439 w 7467600"/>
              <a:gd name="connsiteY578" fmla="*/ 2575235 h 6858000"/>
              <a:gd name="connsiteX579" fmla="*/ 5796837 w 7467600"/>
              <a:gd name="connsiteY579" fmla="*/ 2637633 h 6858000"/>
              <a:gd name="connsiteX580" fmla="*/ 5818614 w 7467600"/>
              <a:gd name="connsiteY580" fmla="*/ 2473055 h 6858000"/>
              <a:gd name="connsiteX581" fmla="*/ 5829202 w 7467600"/>
              <a:gd name="connsiteY581" fmla="*/ 1971679 h 6858000"/>
              <a:gd name="connsiteX582" fmla="*/ 5911389 w 7467600"/>
              <a:gd name="connsiteY582" fmla="*/ 1898371 h 6858000"/>
              <a:gd name="connsiteX583" fmla="*/ 6237627 w 7467600"/>
              <a:gd name="connsiteY583" fmla="*/ 2231921 h 6858000"/>
              <a:gd name="connsiteX584" fmla="*/ 5911389 w 7467600"/>
              <a:gd name="connsiteY584" fmla="*/ 1898371 h 6858000"/>
              <a:gd name="connsiteX585" fmla="*/ 6944437 w 7467600"/>
              <a:gd name="connsiteY585" fmla="*/ 1575402 h 6858000"/>
              <a:gd name="connsiteX586" fmla="*/ 6304730 w 7467600"/>
              <a:gd name="connsiteY586" fmla="*/ 1766654 h 6858000"/>
              <a:gd name="connsiteX587" fmla="*/ 6944437 w 7467600"/>
              <a:gd name="connsiteY587" fmla="*/ 1575402 h 6858000"/>
              <a:gd name="connsiteX588" fmla="*/ 7019523 w 7467600"/>
              <a:gd name="connsiteY588" fmla="*/ 1519450 h 6858000"/>
              <a:gd name="connsiteX589" fmla="*/ 6298091 w 7467600"/>
              <a:gd name="connsiteY589" fmla="*/ 1737122 h 6858000"/>
              <a:gd name="connsiteX590" fmla="*/ 7019523 w 7467600"/>
              <a:gd name="connsiteY590" fmla="*/ 1519450 h 6858000"/>
              <a:gd name="connsiteX591" fmla="*/ 2399523 w 7467600"/>
              <a:gd name="connsiteY591" fmla="*/ 1428234 h 6858000"/>
              <a:gd name="connsiteX592" fmla="*/ 2224982 w 7467600"/>
              <a:gd name="connsiteY592" fmla="*/ 1826201 h 6858000"/>
              <a:gd name="connsiteX593" fmla="*/ 2096099 w 7467600"/>
              <a:gd name="connsiteY593" fmla="*/ 2345900 h 6858000"/>
              <a:gd name="connsiteX594" fmla="*/ 2283317 w 7467600"/>
              <a:gd name="connsiteY594" fmla="*/ 1796925 h 6858000"/>
              <a:gd name="connsiteX595" fmla="*/ 2399523 w 7467600"/>
              <a:gd name="connsiteY595" fmla="*/ 1428234 h 6858000"/>
              <a:gd name="connsiteX596" fmla="*/ 2448558 w 7467600"/>
              <a:gd name="connsiteY596" fmla="*/ 1373435 h 6858000"/>
              <a:gd name="connsiteX597" fmla="*/ 2312521 w 7467600"/>
              <a:gd name="connsiteY597" fmla="*/ 1806140 h 6858000"/>
              <a:gd name="connsiteX598" fmla="*/ 2127533 w 7467600"/>
              <a:gd name="connsiteY598" fmla="*/ 2348380 h 6858000"/>
              <a:gd name="connsiteX599" fmla="*/ 2358080 w 7467600"/>
              <a:gd name="connsiteY599" fmla="*/ 1866134 h 6858000"/>
              <a:gd name="connsiteX600" fmla="*/ 2407436 w 7467600"/>
              <a:gd name="connsiteY600" fmla="*/ 1651070 h 6858000"/>
              <a:gd name="connsiteX601" fmla="*/ 2448558 w 7467600"/>
              <a:gd name="connsiteY601" fmla="*/ 1373435 h 6858000"/>
              <a:gd name="connsiteX602" fmla="*/ 278707 w 7467600"/>
              <a:gd name="connsiteY602" fmla="*/ 1352270 h 6858000"/>
              <a:gd name="connsiteX603" fmla="*/ 321570 w 7467600"/>
              <a:gd name="connsiteY603" fmla="*/ 1861610 h 6858000"/>
              <a:gd name="connsiteX604" fmla="*/ 294281 w 7467600"/>
              <a:gd name="connsiteY604" fmla="*/ 1440658 h 6858000"/>
              <a:gd name="connsiteX605" fmla="*/ 278707 w 7467600"/>
              <a:gd name="connsiteY605" fmla="*/ 1352270 h 6858000"/>
              <a:gd name="connsiteX606" fmla="*/ 1423821 w 7467600"/>
              <a:gd name="connsiteY606" fmla="*/ 1351958 h 6858000"/>
              <a:gd name="connsiteX607" fmla="*/ 1638521 w 7467600"/>
              <a:gd name="connsiteY607" fmla="*/ 1908470 h 6858000"/>
              <a:gd name="connsiteX608" fmla="*/ 1754199 w 7467600"/>
              <a:gd name="connsiteY608" fmla="*/ 2149284 h 6858000"/>
              <a:gd name="connsiteX609" fmla="*/ 1908359 w 7467600"/>
              <a:gd name="connsiteY609" fmla="*/ 2364988 h 6858000"/>
              <a:gd name="connsiteX610" fmla="*/ 1647661 w 7467600"/>
              <a:gd name="connsiteY610" fmla="*/ 1825945 h 6858000"/>
              <a:gd name="connsiteX611" fmla="*/ 1423821 w 7467600"/>
              <a:gd name="connsiteY611" fmla="*/ 1351958 h 6858000"/>
              <a:gd name="connsiteX612" fmla="*/ 1431890 w 7467600"/>
              <a:gd name="connsiteY612" fmla="*/ 1306475 h 6858000"/>
              <a:gd name="connsiteX613" fmla="*/ 1507597 w 7467600"/>
              <a:gd name="connsiteY613" fmla="*/ 1446132 h 6858000"/>
              <a:gd name="connsiteX614" fmla="*/ 1674586 w 7467600"/>
              <a:gd name="connsiteY614" fmla="*/ 1813832 h 6858000"/>
              <a:gd name="connsiteX615" fmla="*/ 1815950 w 7467600"/>
              <a:gd name="connsiteY615" fmla="*/ 2128564 h 6858000"/>
              <a:gd name="connsiteX616" fmla="*/ 1984242 w 7467600"/>
              <a:gd name="connsiteY616" fmla="*/ 2430829 h 6858000"/>
              <a:gd name="connsiteX617" fmla="*/ 2014023 w 7467600"/>
              <a:gd name="connsiteY617" fmla="*/ 2450995 h 6858000"/>
              <a:gd name="connsiteX618" fmla="*/ 1747337 w 7467600"/>
              <a:gd name="connsiteY618" fmla="*/ 1855264 h 6858000"/>
              <a:gd name="connsiteX619" fmla="*/ 1533749 w 7467600"/>
              <a:gd name="connsiteY619" fmla="*/ 1478656 h 6858000"/>
              <a:gd name="connsiteX620" fmla="*/ 1431890 w 7467600"/>
              <a:gd name="connsiteY620" fmla="*/ 1306475 h 6858000"/>
              <a:gd name="connsiteX621" fmla="*/ 5052692 w 7467600"/>
              <a:gd name="connsiteY621" fmla="*/ 1292994 h 6858000"/>
              <a:gd name="connsiteX622" fmla="*/ 5200661 w 7467600"/>
              <a:gd name="connsiteY622" fmla="*/ 1635186 h 6858000"/>
              <a:gd name="connsiteX623" fmla="*/ 5297138 w 7467600"/>
              <a:gd name="connsiteY623" fmla="*/ 1906351 h 6858000"/>
              <a:gd name="connsiteX624" fmla="*/ 5052692 w 7467600"/>
              <a:gd name="connsiteY624" fmla="*/ 1292994 h 6858000"/>
              <a:gd name="connsiteX625" fmla="*/ 5009948 w 7467600"/>
              <a:gd name="connsiteY625" fmla="*/ 1273619 h 6858000"/>
              <a:gd name="connsiteX626" fmla="*/ 5121777 w 7467600"/>
              <a:gd name="connsiteY626" fmla="*/ 1654213 h 6858000"/>
              <a:gd name="connsiteX627" fmla="*/ 5293545 w 7467600"/>
              <a:gd name="connsiteY627" fmla="*/ 2072247 h 6858000"/>
              <a:gd name="connsiteX628" fmla="*/ 5294042 w 7467600"/>
              <a:gd name="connsiteY628" fmla="*/ 2065019 h 6858000"/>
              <a:gd name="connsiteX629" fmla="*/ 5171936 w 7467600"/>
              <a:gd name="connsiteY629" fmla="*/ 1647613 h 6858000"/>
              <a:gd name="connsiteX630" fmla="*/ 5009948 w 7467600"/>
              <a:gd name="connsiteY630" fmla="*/ 1273619 h 6858000"/>
              <a:gd name="connsiteX631" fmla="*/ 655236 w 7467600"/>
              <a:gd name="connsiteY631" fmla="*/ 1268632 h 6858000"/>
              <a:gd name="connsiteX632" fmla="*/ 839521 w 7467600"/>
              <a:gd name="connsiteY632" fmla="*/ 1685315 h 6858000"/>
              <a:gd name="connsiteX633" fmla="*/ 1109416 w 7467600"/>
              <a:gd name="connsiteY633" fmla="*/ 2061663 h 6858000"/>
              <a:gd name="connsiteX634" fmla="*/ 1298300 w 7467600"/>
              <a:gd name="connsiteY634" fmla="*/ 2247742 h 6858000"/>
              <a:gd name="connsiteX635" fmla="*/ 1125871 w 7467600"/>
              <a:gd name="connsiteY635" fmla="*/ 1989513 h 6858000"/>
              <a:gd name="connsiteX636" fmla="*/ 981574 w 7467600"/>
              <a:gd name="connsiteY636" fmla="*/ 1783157 h 6858000"/>
              <a:gd name="connsiteX637" fmla="*/ 922198 w 7467600"/>
              <a:gd name="connsiteY637" fmla="*/ 1677437 h 6858000"/>
              <a:gd name="connsiteX638" fmla="*/ 869293 w 7467600"/>
              <a:gd name="connsiteY638" fmla="*/ 1583214 h 6858000"/>
              <a:gd name="connsiteX639" fmla="*/ 751431 w 7467600"/>
              <a:gd name="connsiteY639" fmla="*/ 1405731 h 6858000"/>
              <a:gd name="connsiteX640" fmla="*/ 655236 w 7467600"/>
              <a:gd name="connsiteY640" fmla="*/ 1268632 h 6858000"/>
              <a:gd name="connsiteX641" fmla="*/ 6516292 w 7467600"/>
              <a:gd name="connsiteY641" fmla="*/ 1263064 h 6858000"/>
              <a:gd name="connsiteX642" fmla="*/ 5736320 w 7467600"/>
              <a:gd name="connsiteY642" fmla="*/ 1501803 h 6858000"/>
              <a:gd name="connsiteX643" fmla="*/ 6516292 w 7467600"/>
              <a:gd name="connsiteY643" fmla="*/ 1263064 h 6858000"/>
              <a:gd name="connsiteX644" fmla="*/ 291466 w 7467600"/>
              <a:gd name="connsiteY644" fmla="*/ 1250369 h 6858000"/>
              <a:gd name="connsiteX645" fmla="*/ 323180 w 7467600"/>
              <a:gd name="connsiteY645" fmla="*/ 1435283 h 6858000"/>
              <a:gd name="connsiteX646" fmla="*/ 349381 w 7467600"/>
              <a:gd name="connsiteY646" fmla="*/ 1875041 h 6858000"/>
              <a:gd name="connsiteX647" fmla="*/ 374363 w 7467600"/>
              <a:gd name="connsiteY647" fmla="*/ 1506494 h 6858000"/>
              <a:gd name="connsiteX648" fmla="*/ 302168 w 7467600"/>
              <a:gd name="connsiteY648" fmla="*/ 1274495 h 6858000"/>
              <a:gd name="connsiteX649" fmla="*/ 291466 w 7467600"/>
              <a:gd name="connsiteY649" fmla="*/ 1250369 h 6858000"/>
              <a:gd name="connsiteX650" fmla="*/ 678222 w 7467600"/>
              <a:gd name="connsiteY650" fmla="*/ 1248670 h 6858000"/>
              <a:gd name="connsiteX651" fmla="*/ 775536 w 7467600"/>
              <a:gd name="connsiteY651" fmla="*/ 1388015 h 6858000"/>
              <a:gd name="connsiteX652" fmla="*/ 894529 w 7467600"/>
              <a:gd name="connsiteY652" fmla="*/ 1567739 h 6858000"/>
              <a:gd name="connsiteX653" fmla="*/ 948000 w 7467600"/>
              <a:gd name="connsiteY653" fmla="*/ 1663088 h 6858000"/>
              <a:gd name="connsiteX654" fmla="*/ 1006812 w 7467600"/>
              <a:gd name="connsiteY654" fmla="*/ 1767683 h 6858000"/>
              <a:gd name="connsiteX655" fmla="*/ 1149133 w 7467600"/>
              <a:gd name="connsiteY655" fmla="*/ 1971513 h 6858000"/>
              <a:gd name="connsiteX656" fmla="*/ 1333952 w 7467600"/>
              <a:gd name="connsiteY656" fmla="*/ 2251620 h 6858000"/>
              <a:gd name="connsiteX657" fmla="*/ 1337329 w 7467600"/>
              <a:gd name="connsiteY657" fmla="*/ 2258350 h 6858000"/>
              <a:gd name="connsiteX658" fmla="*/ 1014726 w 7467600"/>
              <a:gd name="connsiteY658" fmla="*/ 1615556 h 6858000"/>
              <a:gd name="connsiteX659" fmla="*/ 678222 w 7467600"/>
              <a:gd name="connsiteY659" fmla="*/ 1248670 h 6858000"/>
              <a:gd name="connsiteX660" fmla="*/ 6691602 w 7467600"/>
              <a:gd name="connsiteY660" fmla="*/ 1140573 h 6858000"/>
              <a:gd name="connsiteX661" fmla="*/ 6571100 w 7467600"/>
              <a:gd name="connsiteY661" fmla="*/ 1183662 h 6858000"/>
              <a:gd name="connsiteX662" fmla="*/ 6241687 w 7467600"/>
              <a:gd name="connsiteY662" fmla="*/ 1257600 h 6858000"/>
              <a:gd name="connsiteX663" fmla="*/ 5693009 w 7467600"/>
              <a:gd name="connsiteY663" fmla="*/ 1478256 h 6858000"/>
              <a:gd name="connsiteX664" fmla="*/ 6548420 w 7467600"/>
              <a:gd name="connsiteY664" fmla="*/ 1214599 h 6858000"/>
              <a:gd name="connsiteX665" fmla="*/ 6605473 w 7467600"/>
              <a:gd name="connsiteY665" fmla="*/ 1184686 h 6858000"/>
              <a:gd name="connsiteX666" fmla="*/ 6691602 w 7467600"/>
              <a:gd name="connsiteY666" fmla="*/ 1140573 h 6858000"/>
              <a:gd name="connsiteX667" fmla="*/ 4002475 w 7467600"/>
              <a:gd name="connsiteY667" fmla="*/ 1037802 h 6858000"/>
              <a:gd name="connsiteX668" fmla="*/ 4000324 w 7467600"/>
              <a:gd name="connsiteY668" fmla="*/ 1039362 h 6858000"/>
              <a:gd name="connsiteX669" fmla="*/ 4002862 w 7467600"/>
              <a:gd name="connsiteY669" fmla="*/ 1042866 h 6858000"/>
              <a:gd name="connsiteX670" fmla="*/ 4002475 w 7467600"/>
              <a:gd name="connsiteY670" fmla="*/ 1037802 h 6858000"/>
              <a:gd name="connsiteX671" fmla="*/ 506322 w 7467600"/>
              <a:gd name="connsiteY671" fmla="*/ 1020997 h 6858000"/>
              <a:gd name="connsiteX672" fmla="*/ 533068 w 7467600"/>
              <a:gd name="connsiteY672" fmla="*/ 1029409 h 6858000"/>
              <a:gd name="connsiteX673" fmla="*/ 1232525 w 7467600"/>
              <a:gd name="connsiteY673" fmla="*/ 1804675 h 6858000"/>
              <a:gd name="connsiteX674" fmla="*/ 1388858 w 7467600"/>
              <a:gd name="connsiteY674" fmla="*/ 2368011 h 6858000"/>
              <a:gd name="connsiteX675" fmla="*/ 1384098 w 7467600"/>
              <a:gd name="connsiteY675" fmla="*/ 2378125 h 6858000"/>
              <a:gd name="connsiteX676" fmla="*/ 1425393 w 7467600"/>
              <a:gd name="connsiteY676" fmla="*/ 2589124 h 6858000"/>
              <a:gd name="connsiteX677" fmla="*/ 1424001 w 7467600"/>
              <a:gd name="connsiteY677" fmla="*/ 2597541 h 6858000"/>
              <a:gd name="connsiteX678" fmla="*/ 2152729 w 7467600"/>
              <a:gd name="connsiteY678" fmla="*/ 2864487 h 6858000"/>
              <a:gd name="connsiteX679" fmla="*/ 2020609 w 7467600"/>
              <a:gd name="connsiteY679" fmla="*/ 2539671 h 6858000"/>
              <a:gd name="connsiteX680" fmla="*/ 2018920 w 7467600"/>
              <a:gd name="connsiteY680" fmla="*/ 2536309 h 6858000"/>
              <a:gd name="connsiteX681" fmla="*/ 1342441 w 7467600"/>
              <a:gd name="connsiteY681" fmla="*/ 1173017 h 6858000"/>
              <a:gd name="connsiteX682" fmla="*/ 1367925 w 7467600"/>
              <a:gd name="connsiteY682" fmla="*/ 1135648 h 6858000"/>
              <a:gd name="connsiteX683" fmla="*/ 1771401 w 7467600"/>
              <a:gd name="connsiteY683" fmla="*/ 1806673 h 6858000"/>
              <a:gd name="connsiteX684" fmla="*/ 1972385 w 7467600"/>
              <a:gd name="connsiteY684" fmla="*/ 2198735 h 6858000"/>
              <a:gd name="connsiteX685" fmla="*/ 2040892 w 7467600"/>
              <a:gd name="connsiteY685" fmla="*/ 2405205 h 6858000"/>
              <a:gd name="connsiteX686" fmla="*/ 2131689 w 7467600"/>
              <a:gd name="connsiteY686" fmla="*/ 1936926 h 6858000"/>
              <a:gd name="connsiteX687" fmla="*/ 2454820 w 7467600"/>
              <a:gd name="connsiteY687" fmla="*/ 1248808 h 6858000"/>
              <a:gd name="connsiteX688" fmla="*/ 2492512 w 7467600"/>
              <a:gd name="connsiteY688" fmla="*/ 1302920 h 6858000"/>
              <a:gd name="connsiteX689" fmla="*/ 2081216 w 7467600"/>
              <a:gd name="connsiteY689" fmla="*/ 2527513 h 6858000"/>
              <a:gd name="connsiteX690" fmla="*/ 2081211 w 7467600"/>
              <a:gd name="connsiteY690" fmla="*/ 2528916 h 6858000"/>
              <a:gd name="connsiteX691" fmla="*/ 2199067 w 7467600"/>
              <a:gd name="connsiteY691" fmla="*/ 2884061 h 6858000"/>
              <a:gd name="connsiteX692" fmla="*/ 3192586 w 7467600"/>
              <a:gd name="connsiteY692" fmla="*/ 3411496 h 6858000"/>
              <a:gd name="connsiteX693" fmla="*/ 3182620 w 7467600"/>
              <a:gd name="connsiteY693" fmla="*/ 3483279 h 6858000"/>
              <a:gd name="connsiteX694" fmla="*/ 2435119 w 7467600"/>
              <a:gd name="connsiteY694" fmla="*/ 3080173 h 6858000"/>
              <a:gd name="connsiteX695" fmla="*/ 2410152 w 7467600"/>
              <a:gd name="connsiteY695" fmla="*/ 3063751 h 6858000"/>
              <a:gd name="connsiteX696" fmla="*/ 2408099 w 7467600"/>
              <a:gd name="connsiteY696" fmla="*/ 3064403 h 6858000"/>
              <a:gd name="connsiteX697" fmla="*/ 2407218 w 7467600"/>
              <a:gd name="connsiteY697" fmla="*/ 3070324 h 6858000"/>
              <a:gd name="connsiteX698" fmla="*/ 2380138 w 7467600"/>
              <a:gd name="connsiteY698" fmla="*/ 3099341 h 6858000"/>
              <a:gd name="connsiteX699" fmla="*/ 1765923 w 7467600"/>
              <a:gd name="connsiteY699" fmla="*/ 3581043 h 6858000"/>
              <a:gd name="connsiteX700" fmla="*/ 1702258 w 7467600"/>
              <a:gd name="connsiteY700" fmla="*/ 3612286 h 6858000"/>
              <a:gd name="connsiteX701" fmla="*/ 1538370 w 7467600"/>
              <a:gd name="connsiteY701" fmla="*/ 3811804 h 6858000"/>
              <a:gd name="connsiteX702" fmla="*/ 542867 w 7467600"/>
              <a:gd name="connsiteY702" fmla="*/ 4944092 h 6858000"/>
              <a:gd name="connsiteX703" fmla="*/ 515800 w 7467600"/>
              <a:gd name="connsiteY703" fmla="*/ 4862180 h 6858000"/>
              <a:gd name="connsiteX704" fmla="*/ 909145 w 7467600"/>
              <a:gd name="connsiteY704" fmla="*/ 4199225 h 6858000"/>
              <a:gd name="connsiteX705" fmla="*/ 1214067 w 7467600"/>
              <a:gd name="connsiteY705" fmla="*/ 3908561 h 6858000"/>
              <a:gd name="connsiteX706" fmla="*/ 640967 w 7467600"/>
              <a:gd name="connsiteY706" fmla="*/ 4105601 h 6858000"/>
              <a:gd name="connsiteX707" fmla="*/ 112563 w 7467600"/>
              <a:gd name="connsiteY707" fmla="*/ 4396952 h 6858000"/>
              <a:gd name="connsiteX708" fmla="*/ 0 w 7467600"/>
              <a:gd name="connsiteY708" fmla="*/ 4466006 h 6858000"/>
              <a:gd name="connsiteX709" fmla="*/ 0 w 7467600"/>
              <a:gd name="connsiteY709" fmla="*/ 4233763 h 6858000"/>
              <a:gd name="connsiteX710" fmla="*/ 36881 w 7467600"/>
              <a:gd name="connsiteY710" fmla="*/ 4200118 h 6858000"/>
              <a:gd name="connsiteX711" fmla="*/ 910534 w 7467600"/>
              <a:gd name="connsiteY711" fmla="*/ 3629753 h 6858000"/>
              <a:gd name="connsiteX712" fmla="*/ 1578717 w 7467600"/>
              <a:gd name="connsiteY712" fmla="*/ 3575982 h 6858000"/>
              <a:gd name="connsiteX713" fmla="*/ 2338780 w 7467600"/>
              <a:gd name="connsiteY713" fmla="*/ 3033725 h 6858000"/>
              <a:gd name="connsiteX714" fmla="*/ 1807991 w 7467600"/>
              <a:gd name="connsiteY714" fmla="*/ 2807184 h 6858000"/>
              <a:gd name="connsiteX715" fmla="*/ 1416358 w 7467600"/>
              <a:gd name="connsiteY715" fmla="*/ 3112571 h 6858000"/>
              <a:gd name="connsiteX716" fmla="*/ 939066 w 7467600"/>
              <a:gd name="connsiteY716" fmla="*/ 3378798 h 6858000"/>
              <a:gd name="connsiteX717" fmla="*/ 115099 w 7467600"/>
              <a:gd name="connsiteY717" fmla="*/ 3607650 h 6858000"/>
              <a:gd name="connsiteX718" fmla="*/ 97284 w 7467600"/>
              <a:gd name="connsiteY718" fmla="*/ 3520393 h 6858000"/>
              <a:gd name="connsiteX719" fmla="*/ 922050 w 7467600"/>
              <a:gd name="connsiteY719" fmla="*/ 3074867 h 6858000"/>
              <a:gd name="connsiteX720" fmla="*/ 1405265 w 7467600"/>
              <a:gd name="connsiteY720" fmla="*/ 3016319 h 6858000"/>
              <a:gd name="connsiteX721" fmla="*/ 1407512 w 7467600"/>
              <a:gd name="connsiteY721" fmla="*/ 3018001 h 6858000"/>
              <a:gd name="connsiteX722" fmla="*/ 1726266 w 7467600"/>
              <a:gd name="connsiteY722" fmla="*/ 2777274 h 6858000"/>
              <a:gd name="connsiteX723" fmla="*/ 625390 w 7467600"/>
              <a:gd name="connsiteY723" fmla="*/ 2514541 h 6858000"/>
              <a:gd name="connsiteX724" fmla="*/ 619799 w 7467600"/>
              <a:gd name="connsiteY724" fmla="*/ 2527180 h 6858000"/>
              <a:gd name="connsiteX725" fmla="*/ 310030 w 7467600"/>
              <a:gd name="connsiteY725" fmla="*/ 2771818 h 6858000"/>
              <a:gd name="connsiteX726" fmla="*/ 173877 w 7467600"/>
              <a:gd name="connsiteY726" fmla="*/ 2937056 h 6858000"/>
              <a:gd name="connsiteX727" fmla="*/ 77889 w 7467600"/>
              <a:gd name="connsiteY727" fmla="*/ 3138440 h 6858000"/>
              <a:gd name="connsiteX728" fmla="*/ 0 w 7467600"/>
              <a:gd name="connsiteY728" fmla="*/ 3271395 h 6858000"/>
              <a:gd name="connsiteX729" fmla="*/ 0 w 7467600"/>
              <a:gd name="connsiteY729" fmla="*/ 3153002 h 6858000"/>
              <a:gd name="connsiteX730" fmla="*/ 2386 w 7467600"/>
              <a:gd name="connsiteY730" fmla="*/ 3149203 h 6858000"/>
              <a:gd name="connsiteX731" fmla="*/ 89753 w 7467600"/>
              <a:gd name="connsiteY731" fmla="*/ 2987702 h 6858000"/>
              <a:gd name="connsiteX732" fmla="*/ 76869 w 7467600"/>
              <a:gd name="connsiteY732" fmla="*/ 3005404 h 6858000"/>
              <a:gd name="connsiteX733" fmla="*/ 32049 w 7467600"/>
              <a:gd name="connsiteY733" fmla="*/ 3065814 h 6858000"/>
              <a:gd name="connsiteX734" fmla="*/ 0 w 7467600"/>
              <a:gd name="connsiteY734" fmla="*/ 3108744 h 6858000"/>
              <a:gd name="connsiteX735" fmla="*/ 0 w 7467600"/>
              <a:gd name="connsiteY735" fmla="*/ 3058059 h 6858000"/>
              <a:gd name="connsiteX736" fmla="*/ 7610 w 7467600"/>
              <a:gd name="connsiteY736" fmla="*/ 3047889 h 6858000"/>
              <a:gd name="connsiteX737" fmla="*/ 52419 w 7467600"/>
              <a:gd name="connsiteY737" fmla="*/ 2987479 h 6858000"/>
              <a:gd name="connsiteX738" fmla="*/ 59142 w 7467600"/>
              <a:gd name="connsiteY738" fmla="*/ 2978488 h 6858000"/>
              <a:gd name="connsiteX739" fmla="*/ 0 w 7467600"/>
              <a:gd name="connsiteY739" fmla="*/ 3015334 h 6858000"/>
              <a:gd name="connsiteX740" fmla="*/ 0 w 7467600"/>
              <a:gd name="connsiteY740" fmla="*/ 2914286 h 6858000"/>
              <a:gd name="connsiteX741" fmla="*/ 36383 w 7467600"/>
              <a:gd name="connsiteY741" fmla="*/ 2901128 h 6858000"/>
              <a:gd name="connsiteX742" fmla="*/ 156329 w 7467600"/>
              <a:gd name="connsiteY742" fmla="*/ 2840533 h 6858000"/>
              <a:gd name="connsiteX743" fmla="*/ 358355 w 7467600"/>
              <a:gd name="connsiteY743" fmla="*/ 2620471 h 6858000"/>
              <a:gd name="connsiteX744" fmla="*/ 510577 w 7467600"/>
              <a:gd name="connsiteY744" fmla="*/ 2501244 h 6858000"/>
              <a:gd name="connsiteX745" fmla="*/ 211967 w 7467600"/>
              <a:gd name="connsiteY745" fmla="*/ 2479171 h 6858000"/>
              <a:gd name="connsiteX746" fmla="*/ 0 w 7467600"/>
              <a:gd name="connsiteY746" fmla="*/ 2476398 h 6858000"/>
              <a:gd name="connsiteX747" fmla="*/ 0 w 7467600"/>
              <a:gd name="connsiteY747" fmla="*/ 2389189 h 6858000"/>
              <a:gd name="connsiteX748" fmla="*/ 103062 w 7467600"/>
              <a:gd name="connsiteY748" fmla="*/ 2389518 h 6858000"/>
              <a:gd name="connsiteX749" fmla="*/ 510734 w 7467600"/>
              <a:gd name="connsiteY749" fmla="*/ 2416201 h 6858000"/>
              <a:gd name="connsiteX750" fmla="*/ 279257 w 7467600"/>
              <a:gd name="connsiteY750" fmla="*/ 2092102 h 6858000"/>
              <a:gd name="connsiteX751" fmla="*/ 65265 w 7467600"/>
              <a:gd name="connsiteY751" fmla="*/ 2006049 h 6858000"/>
              <a:gd name="connsiteX752" fmla="*/ 0 w 7467600"/>
              <a:gd name="connsiteY752" fmla="*/ 1982532 h 6858000"/>
              <a:gd name="connsiteX753" fmla="*/ 0 w 7467600"/>
              <a:gd name="connsiteY753" fmla="*/ 1912789 h 6858000"/>
              <a:gd name="connsiteX754" fmla="*/ 97460 w 7467600"/>
              <a:gd name="connsiteY754" fmla="*/ 1953725 h 6858000"/>
              <a:gd name="connsiteX755" fmla="*/ 221272 w 7467600"/>
              <a:gd name="connsiteY755" fmla="*/ 1980766 h 6858000"/>
              <a:gd name="connsiteX756" fmla="*/ 116765 w 7467600"/>
              <a:gd name="connsiteY756" fmla="*/ 1911033 h 6858000"/>
              <a:gd name="connsiteX757" fmla="*/ 16405 w 7467600"/>
              <a:gd name="connsiteY757" fmla="*/ 1803412 h 6858000"/>
              <a:gd name="connsiteX758" fmla="*/ 0 w 7467600"/>
              <a:gd name="connsiteY758" fmla="*/ 1784777 h 6858000"/>
              <a:gd name="connsiteX759" fmla="*/ 0 w 7467600"/>
              <a:gd name="connsiteY759" fmla="*/ 1740082 h 6858000"/>
              <a:gd name="connsiteX760" fmla="*/ 39394 w 7467600"/>
              <a:gd name="connsiteY760" fmla="*/ 1784856 h 6858000"/>
              <a:gd name="connsiteX761" fmla="*/ 135813 w 7467600"/>
              <a:gd name="connsiteY761" fmla="*/ 1888838 h 6858000"/>
              <a:gd name="connsiteX762" fmla="*/ 242575 w 7467600"/>
              <a:gd name="connsiteY762" fmla="*/ 1958841 h 6858000"/>
              <a:gd name="connsiteX763" fmla="*/ 82197 w 7467600"/>
              <a:gd name="connsiteY763" fmla="*/ 1754826 h 6858000"/>
              <a:gd name="connsiteX764" fmla="*/ 0 w 7467600"/>
              <a:gd name="connsiteY764" fmla="*/ 1679650 h 6858000"/>
              <a:gd name="connsiteX765" fmla="*/ 0 w 7467600"/>
              <a:gd name="connsiteY765" fmla="*/ 1602463 h 6858000"/>
              <a:gd name="connsiteX766" fmla="*/ 84689 w 7467600"/>
              <a:gd name="connsiteY766" fmla="*/ 1677442 h 6858000"/>
              <a:gd name="connsiteX767" fmla="*/ 298437 w 7467600"/>
              <a:gd name="connsiteY767" fmla="*/ 1968019 h 6858000"/>
              <a:gd name="connsiteX768" fmla="*/ 227269 w 7467600"/>
              <a:gd name="connsiteY768" fmla="*/ 1114064 h 6858000"/>
              <a:gd name="connsiteX769" fmla="*/ 248003 w 7467600"/>
              <a:gd name="connsiteY769" fmla="*/ 1089613 h 6858000"/>
              <a:gd name="connsiteX770" fmla="*/ 427020 w 7467600"/>
              <a:gd name="connsiteY770" fmla="*/ 1619803 h 6858000"/>
              <a:gd name="connsiteX771" fmla="*/ 340345 w 7467600"/>
              <a:gd name="connsiteY771" fmla="*/ 2027739 h 6858000"/>
              <a:gd name="connsiteX772" fmla="*/ 360865 w 7467600"/>
              <a:gd name="connsiteY772" fmla="*/ 2044827 h 6858000"/>
              <a:gd name="connsiteX773" fmla="*/ 560414 w 7467600"/>
              <a:gd name="connsiteY773" fmla="*/ 2421457 h 6858000"/>
              <a:gd name="connsiteX774" fmla="*/ 1359703 w 7467600"/>
              <a:gd name="connsiteY774" fmla="*/ 2578554 h 6858000"/>
              <a:gd name="connsiteX775" fmla="*/ 1359422 w 7467600"/>
              <a:gd name="connsiteY775" fmla="*/ 2577994 h 6858000"/>
              <a:gd name="connsiteX776" fmla="*/ 828701 w 7467600"/>
              <a:gd name="connsiteY776" fmla="*/ 1839520 h 6858000"/>
              <a:gd name="connsiteX777" fmla="*/ 494427 w 7467600"/>
              <a:gd name="connsiteY777" fmla="*/ 1092333 h 6858000"/>
              <a:gd name="connsiteX778" fmla="*/ 506322 w 7467600"/>
              <a:gd name="connsiteY778" fmla="*/ 1020997 h 6858000"/>
              <a:gd name="connsiteX779" fmla="*/ 4570198 w 7467600"/>
              <a:gd name="connsiteY779" fmla="*/ 978081 h 6858000"/>
              <a:gd name="connsiteX780" fmla="*/ 4523691 w 7467600"/>
              <a:gd name="connsiteY780" fmla="*/ 1127776 h 6858000"/>
              <a:gd name="connsiteX781" fmla="*/ 4509875 w 7467600"/>
              <a:gd name="connsiteY781" fmla="*/ 1167552 h 6858000"/>
              <a:gd name="connsiteX782" fmla="*/ 4478168 w 7467600"/>
              <a:gd name="connsiteY782" fmla="*/ 1260735 h 6858000"/>
              <a:gd name="connsiteX783" fmla="*/ 4409309 w 7467600"/>
              <a:gd name="connsiteY783" fmla="*/ 1666996 h 6858000"/>
              <a:gd name="connsiteX784" fmla="*/ 4370031 w 7467600"/>
              <a:gd name="connsiteY784" fmla="*/ 1955666 h 6858000"/>
              <a:gd name="connsiteX785" fmla="*/ 4570198 w 7467600"/>
              <a:gd name="connsiteY785" fmla="*/ 978081 h 6858000"/>
              <a:gd name="connsiteX786" fmla="*/ 4557898 w 7467600"/>
              <a:gd name="connsiteY786" fmla="*/ 900011 h 6858000"/>
              <a:gd name="connsiteX787" fmla="*/ 4344840 w 7467600"/>
              <a:gd name="connsiteY787" fmla="*/ 1922038 h 6858000"/>
              <a:gd name="connsiteX788" fmla="*/ 4378710 w 7467600"/>
              <a:gd name="connsiteY788" fmla="*/ 1665516 h 6858000"/>
              <a:gd name="connsiteX789" fmla="*/ 4448798 w 7467600"/>
              <a:gd name="connsiteY789" fmla="*/ 1253024 h 6858000"/>
              <a:gd name="connsiteX790" fmla="*/ 4480315 w 7467600"/>
              <a:gd name="connsiteY790" fmla="*/ 1158454 h 6858000"/>
              <a:gd name="connsiteX791" fmla="*/ 4494133 w 7467600"/>
              <a:gd name="connsiteY791" fmla="*/ 1118676 h 6858000"/>
              <a:gd name="connsiteX792" fmla="*/ 4557898 w 7467600"/>
              <a:gd name="connsiteY792" fmla="*/ 900011 h 6858000"/>
              <a:gd name="connsiteX793" fmla="*/ 5870151 w 7467600"/>
              <a:gd name="connsiteY793" fmla="*/ 898890 h 6858000"/>
              <a:gd name="connsiteX794" fmla="*/ 5861335 w 7467600"/>
              <a:gd name="connsiteY794" fmla="*/ 899177 h 6858000"/>
              <a:gd name="connsiteX795" fmla="*/ 5843702 w 7467600"/>
              <a:gd name="connsiteY795" fmla="*/ 899748 h 6858000"/>
              <a:gd name="connsiteX796" fmla="*/ 5651107 w 7467600"/>
              <a:gd name="connsiteY796" fmla="*/ 920306 h 6858000"/>
              <a:gd name="connsiteX797" fmla="*/ 5459407 w 7467600"/>
              <a:gd name="connsiteY797" fmla="*/ 940975 h 6858000"/>
              <a:gd name="connsiteX798" fmla="*/ 5374846 w 7467600"/>
              <a:gd name="connsiteY798" fmla="*/ 941988 h 6858000"/>
              <a:gd name="connsiteX799" fmla="*/ 5256105 w 7467600"/>
              <a:gd name="connsiteY799" fmla="*/ 945632 h 6858000"/>
              <a:gd name="connsiteX800" fmla="*/ 5107071 w 7467600"/>
              <a:gd name="connsiteY800" fmla="*/ 969720 h 6858000"/>
              <a:gd name="connsiteX801" fmla="*/ 4998681 w 7467600"/>
              <a:gd name="connsiteY801" fmla="*/ 988771 h 6858000"/>
              <a:gd name="connsiteX802" fmla="*/ 5870151 w 7467600"/>
              <a:gd name="connsiteY802" fmla="*/ 898890 h 6858000"/>
              <a:gd name="connsiteX803" fmla="*/ 5504425 w 7467600"/>
              <a:gd name="connsiteY803" fmla="*/ 848067 h 6858000"/>
              <a:gd name="connsiteX804" fmla="*/ 4968849 w 7467600"/>
              <a:gd name="connsiteY804" fmla="*/ 962318 h 6858000"/>
              <a:gd name="connsiteX805" fmla="*/ 5104039 w 7467600"/>
              <a:gd name="connsiteY805" fmla="*/ 940634 h 6858000"/>
              <a:gd name="connsiteX806" fmla="*/ 5256311 w 7467600"/>
              <a:gd name="connsiteY806" fmla="*/ 916490 h 6858000"/>
              <a:gd name="connsiteX807" fmla="*/ 5377381 w 7467600"/>
              <a:gd name="connsiteY807" fmla="*/ 912671 h 6858000"/>
              <a:gd name="connsiteX808" fmla="*/ 5460148 w 7467600"/>
              <a:gd name="connsiteY808" fmla="*/ 911442 h 6858000"/>
              <a:gd name="connsiteX809" fmla="*/ 5648971 w 7467600"/>
              <a:gd name="connsiteY809" fmla="*/ 891331 h 6858000"/>
              <a:gd name="connsiteX810" fmla="*/ 5844807 w 7467600"/>
              <a:gd name="connsiteY810" fmla="*/ 870718 h 6858000"/>
              <a:gd name="connsiteX811" fmla="*/ 5862975 w 7467600"/>
              <a:gd name="connsiteY811" fmla="*/ 869756 h 6858000"/>
              <a:gd name="connsiteX812" fmla="*/ 5920887 w 7467600"/>
              <a:gd name="connsiteY812" fmla="*/ 865929 h 6858000"/>
              <a:gd name="connsiteX813" fmla="*/ 5504425 w 7467600"/>
              <a:gd name="connsiteY813" fmla="*/ 848067 h 6858000"/>
              <a:gd name="connsiteX814" fmla="*/ 3607114 w 7467600"/>
              <a:gd name="connsiteY814" fmla="*/ 467441 h 6858000"/>
              <a:gd name="connsiteX815" fmla="*/ 3296242 w 7467600"/>
              <a:gd name="connsiteY815" fmla="*/ 807991 h 6858000"/>
              <a:gd name="connsiteX816" fmla="*/ 3174674 w 7467600"/>
              <a:gd name="connsiteY816" fmla="*/ 919759 h 6858000"/>
              <a:gd name="connsiteX817" fmla="*/ 3042978 w 7467600"/>
              <a:gd name="connsiteY817" fmla="*/ 1054894 h 6858000"/>
              <a:gd name="connsiteX818" fmla="*/ 2968914 w 7467600"/>
              <a:gd name="connsiteY818" fmla="*/ 1133756 h 6858000"/>
              <a:gd name="connsiteX819" fmla="*/ 3103823 w 7467600"/>
              <a:gd name="connsiteY819" fmla="*/ 1026814 h 6858000"/>
              <a:gd name="connsiteX820" fmla="*/ 3607114 w 7467600"/>
              <a:gd name="connsiteY820" fmla="*/ 467441 h 6858000"/>
              <a:gd name="connsiteX821" fmla="*/ 3744487 w 7467600"/>
              <a:gd name="connsiteY821" fmla="*/ 383136 h 6858000"/>
              <a:gd name="connsiteX822" fmla="*/ 3970213 w 7467600"/>
              <a:gd name="connsiteY822" fmla="*/ 995559 h 6858000"/>
              <a:gd name="connsiteX823" fmla="*/ 3744487 w 7467600"/>
              <a:gd name="connsiteY823" fmla="*/ 383136 h 6858000"/>
              <a:gd name="connsiteX824" fmla="*/ 3624562 w 7467600"/>
              <a:gd name="connsiteY824" fmla="*/ 367041 h 6858000"/>
              <a:gd name="connsiteX825" fmla="*/ 3489712 w 7467600"/>
              <a:gd name="connsiteY825" fmla="*/ 485386 h 6858000"/>
              <a:gd name="connsiteX826" fmla="*/ 3182994 w 7467600"/>
              <a:gd name="connsiteY826" fmla="*/ 828265 h 6858000"/>
              <a:gd name="connsiteX827" fmla="*/ 2892114 w 7467600"/>
              <a:gd name="connsiteY827" fmla="*/ 1172635 h 6858000"/>
              <a:gd name="connsiteX828" fmla="*/ 3021459 w 7467600"/>
              <a:gd name="connsiteY828" fmla="*/ 1035385 h 6858000"/>
              <a:gd name="connsiteX829" fmla="*/ 3153873 w 7467600"/>
              <a:gd name="connsiteY829" fmla="*/ 898971 h 6858000"/>
              <a:gd name="connsiteX830" fmla="*/ 3276511 w 7467600"/>
              <a:gd name="connsiteY830" fmla="*/ 786423 h 6858000"/>
              <a:gd name="connsiteX831" fmla="*/ 3584154 w 7467600"/>
              <a:gd name="connsiteY831" fmla="*/ 448218 h 6858000"/>
              <a:gd name="connsiteX832" fmla="*/ 3624562 w 7467600"/>
              <a:gd name="connsiteY832" fmla="*/ 367041 h 6858000"/>
              <a:gd name="connsiteX833" fmla="*/ 3766672 w 7467600"/>
              <a:gd name="connsiteY833" fmla="*/ 359429 h 6858000"/>
              <a:gd name="connsiteX834" fmla="*/ 3996338 w 7467600"/>
              <a:gd name="connsiteY834" fmla="*/ 968237 h 6858000"/>
              <a:gd name="connsiteX835" fmla="*/ 3766672 w 7467600"/>
              <a:gd name="connsiteY835" fmla="*/ 359429 h 6858000"/>
              <a:gd name="connsiteX836" fmla="*/ 5805386 w 7467600"/>
              <a:gd name="connsiteY836" fmla="*/ 239240 h 6858000"/>
              <a:gd name="connsiteX837" fmla="*/ 5736947 w 7467600"/>
              <a:gd name="connsiteY837" fmla="*/ 261367 h 6858000"/>
              <a:gd name="connsiteX838" fmla="*/ 5427012 w 7467600"/>
              <a:gd name="connsiteY838" fmla="*/ 311272 h 6858000"/>
              <a:gd name="connsiteX839" fmla="*/ 5147818 w 7467600"/>
              <a:gd name="connsiteY839" fmla="*/ 322112 h 6858000"/>
              <a:gd name="connsiteX840" fmla="*/ 5060854 w 7467600"/>
              <a:gd name="connsiteY840" fmla="*/ 311882 h 6858000"/>
              <a:gd name="connsiteX841" fmla="*/ 4945989 w 7467600"/>
              <a:gd name="connsiteY841" fmla="*/ 300516 h 6858000"/>
              <a:gd name="connsiteX842" fmla="*/ 5410479 w 7467600"/>
              <a:gd name="connsiteY842" fmla="*/ 348434 h 6858000"/>
              <a:gd name="connsiteX843" fmla="*/ 5805386 w 7467600"/>
              <a:gd name="connsiteY843" fmla="*/ 239240 h 6858000"/>
              <a:gd name="connsiteX844" fmla="*/ 7429067 w 7467600"/>
              <a:gd name="connsiteY844" fmla="*/ 402737 h 6858000"/>
              <a:gd name="connsiteX845" fmla="*/ 7467600 w 7467600"/>
              <a:gd name="connsiteY845" fmla="*/ 789215 h 6858000"/>
              <a:gd name="connsiteX846" fmla="*/ 7451412 w 7467600"/>
              <a:gd name="connsiteY846" fmla="*/ 799572 h 6858000"/>
              <a:gd name="connsiteX847" fmla="*/ 7419999 w 7467600"/>
              <a:gd name="connsiteY847" fmla="*/ 774360 h 6858000"/>
              <a:gd name="connsiteX848" fmla="*/ 7429067 w 7467600"/>
              <a:gd name="connsiteY848" fmla="*/ 402737 h 6858000"/>
              <a:gd name="connsiteX849" fmla="*/ 5905192 w 7467600"/>
              <a:gd name="connsiteY849" fmla="*/ 163079 h 6858000"/>
              <a:gd name="connsiteX850" fmla="*/ 5865655 w 7467600"/>
              <a:gd name="connsiteY850" fmla="*/ 171901 h 6858000"/>
              <a:gd name="connsiteX851" fmla="*/ 5259740 w 7467600"/>
              <a:gd name="connsiteY851" fmla="*/ 257013 h 6858000"/>
              <a:gd name="connsiteX852" fmla="*/ 5208466 w 7467600"/>
              <a:gd name="connsiteY852" fmla="*/ 257550 h 6858000"/>
              <a:gd name="connsiteX853" fmla="*/ 4980204 w 7467600"/>
              <a:gd name="connsiteY853" fmla="*/ 271903 h 6858000"/>
              <a:gd name="connsiteX854" fmla="*/ 5068068 w 7467600"/>
              <a:gd name="connsiteY854" fmla="*/ 282244 h 6858000"/>
              <a:gd name="connsiteX855" fmla="*/ 5153231 w 7467600"/>
              <a:gd name="connsiteY855" fmla="*/ 292240 h 6858000"/>
              <a:gd name="connsiteX856" fmla="*/ 5426491 w 7467600"/>
              <a:gd name="connsiteY856" fmla="*/ 281128 h 6858000"/>
              <a:gd name="connsiteX857" fmla="*/ 5731212 w 7467600"/>
              <a:gd name="connsiteY857" fmla="*/ 231951 h 6858000"/>
              <a:gd name="connsiteX858" fmla="*/ 5905192 w 7467600"/>
              <a:gd name="connsiteY858" fmla="*/ 163079 h 6858000"/>
              <a:gd name="connsiteX859" fmla="*/ 5944437 w 7467600"/>
              <a:gd name="connsiteY859" fmla="*/ 113829 h 6858000"/>
              <a:gd name="connsiteX860" fmla="*/ 5825032 w 7467600"/>
              <a:gd name="connsiteY860" fmla="*/ 146405 h 6858000"/>
              <a:gd name="connsiteX861" fmla="*/ 4955599 w 7467600"/>
              <a:gd name="connsiteY861" fmla="*/ 247008 h 6858000"/>
              <a:gd name="connsiteX862" fmla="*/ 5210104 w 7467600"/>
              <a:gd name="connsiteY862" fmla="*/ 228123 h 6858000"/>
              <a:gd name="connsiteX863" fmla="*/ 5261015 w 7467600"/>
              <a:gd name="connsiteY863" fmla="*/ 227087 h 6858000"/>
              <a:gd name="connsiteX864" fmla="*/ 5861181 w 7467600"/>
              <a:gd name="connsiteY864" fmla="*/ 143093 h 6858000"/>
              <a:gd name="connsiteX865" fmla="*/ 5961252 w 7467600"/>
              <a:gd name="connsiteY865" fmla="*/ 114820 h 6858000"/>
              <a:gd name="connsiteX866" fmla="*/ 5944437 w 7467600"/>
              <a:gd name="connsiteY866" fmla="*/ 113829 h 6858000"/>
              <a:gd name="connsiteX867" fmla="*/ 3882765 w 7467600"/>
              <a:gd name="connsiteY867" fmla="*/ 0 h 6858000"/>
              <a:gd name="connsiteX868" fmla="*/ 3995099 w 7467600"/>
              <a:gd name="connsiteY868" fmla="*/ 0 h 6858000"/>
              <a:gd name="connsiteX869" fmla="*/ 4163818 w 7467600"/>
              <a:gd name="connsiteY869" fmla="*/ 234104 h 6858000"/>
              <a:gd name="connsiteX870" fmla="*/ 4172099 w 7467600"/>
              <a:gd name="connsiteY870" fmla="*/ 234207 h 6858000"/>
              <a:gd name="connsiteX871" fmla="*/ 4784282 w 7467600"/>
              <a:gd name="connsiteY871" fmla="*/ 276561 h 6858000"/>
              <a:gd name="connsiteX872" fmla="*/ 4801687 w 7467600"/>
              <a:gd name="connsiteY872" fmla="*/ 267764 h 6858000"/>
              <a:gd name="connsiteX873" fmla="*/ 6082788 w 7467600"/>
              <a:gd name="connsiteY873" fmla="*/ 64119 h 6858000"/>
              <a:gd name="connsiteX874" fmla="*/ 6099442 w 7467600"/>
              <a:gd name="connsiteY874" fmla="*/ 82568 h 6858000"/>
              <a:gd name="connsiteX875" fmla="*/ 4804137 w 7467600"/>
              <a:gd name="connsiteY875" fmla="*/ 320931 h 6858000"/>
              <a:gd name="connsiteX876" fmla="*/ 4227047 w 7467600"/>
              <a:gd name="connsiteY876" fmla="*/ 313415 h 6858000"/>
              <a:gd name="connsiteX877" fmla="*/ 4346041 w 7467600"/>
              <a:gd name="connsiteY877" fmla="*/ 456086 h 6858000"/>
              <a:gd name="connsiteX878" fmla="*/ 4870967 w 7467600"/>
              <a:gd name="connsiteY878" fmla="*/ 963061 h 6858000"/>
              <a:gd name="connsiteX879" fmla="*/ 4889647 w 7467600"/>
              <a:gd name="connsiteY879" fmla="*/ 957147 h 6858000"/>
              <a:gd name="connsiteX880" fmla="*/ 5422504 w 7467600"/>
              <a:gd name="connsiteY880" fmla="*/ 805191 h 6858000"/>
              <a:gd name="connsiteX881" fmla="*/ 6087656 w 7467600"/>
              <a:gd name="connsiteY881" fmla="*/ 826703 h 6858000"/>
              <a:gd name="connsiteX882" fmla="*/ 6058717 w 7467600"/>
              <a:gd name="connsiteY882" fmla="*/ 865992 h 6858000"/>
              <a:gd name="connsiteX883" fmla="*/ 4974153 w 7467600"/>
              <a:gd name="connsiteY883" fmla="*/ 1045456 h 6858000"/>
              <a:gd name="connsiteX884" fmla="*/ 5627835 w 7467600"/>
              <a:gd name="connsiteY884" fmla="*/ 1472077 h 6858000"/>
              <a:gd name="connsiteX885" fmla="*/ 5629817 w 7467600"/>
              <a:gd name="connsiteY885" fmla="*/ 1471412 h 6858000"/>
              <a:gd name="connsiteX886" fmla="*/ 5634124 w 7467600"/>
              <a:gd name="connsiteY886" fmla="*/ 1470572 h 6858000"/>
              <a:gd name="connsiteX887" fmla="*/ 5755832 w 7467600"/>
              <a:gd name="connsiteY887" fmla="*/ 1383886 h 6858000"/>
              <a:gd name="connsiteX888" fmla="*/ 6014186 w 7467600"/>
              <a:gd name="connsiteY888" fmla="*/ 1279799 h 6858000"/>
              <a:gd name="connsiteX889" fmla="*/ 6901619 w 7467600"/>
              <a:gd name="connsiteY889" fmla="*/ 1047874 h 6858000"/>
              <a:gd name="connsiteX890" fmla="*/ 6931566 w 7467600"/>
              <a:gd name="connsiteY890" fmla="*/ 1062034 h 6858000"/>
              <a:gd name="connsiteX891" fmla="*/ 5790982 w 7467600"/>
              <a:gd name="connsiteY891" fmla="*/ 1561380 h 6858000"/>
              <a:gd name="connsiteX892" fmla="*/ 6188971 w 7467600"/>
              <a:gd name="connsiteY892" fmla="*/ 1755168 h 6858000"/>
              <a:gd name="connsiteX893" fmla="*/ 6202446 w 7467600"/>
              <a:gd name="connsiteY893" fmla="*/ 1752268 h 6858000"/>
              <a:gd name="connsiteX894" fmla="*/ 7179560 w 7467600"/>
              <a:gd name="connsiteY894" fmla="*/ 1467551 h 6858000"/>
              <a:gd name="connsiteX895" fmla="*/ 7158730 w 7467600"/>
              <a:gd name="connsiteY895" fmla="*/ 1507835 h 6858000"/>
              <a:gd name="connsiteX896" fmla="*/ 6326959 w 7467600"/>
              <a:gd name="connsiteY896" fmla="*/ 1817686 h 6858000"/>
              <a:gd name="connsiteX897" fmla="*/ 6537433 w 7467600"/>
              <a:gd name="connsiteY897" fmla="*/ 1907790 h 6858000"/>
              <a:gd name="connsiteX898" fmla="*/ 6550221 w 7467600"/>
              <a:gd name="connsiteY898" fmla="*/ 1910729 h 6858000"/>
              <a:gd name="connsiteX899" fmla="*/ 6964438 w 7467600"/>
              <a:gd name="connsiteY899" fmla="*/ 2209505 h 6858000"/>
              <a:gd name="connsiteX900" fmla="*/ 7367862 w 7467600"/>
              <a:gd name="connsiteY900" fmla="*/ 2806833 h 6858000"/>
              <a:gd name="connsiteX901" fmla="*/ 7364329 w 7467600"/>
              <a:gd name="connsiteY901" fmla="*/ 2826907 h 6858000"/>
              <a:gd name="connsiteX902" fmla="*/ 7290545 w 7467600"/>
              <a:gd name="connsiteY902" fmla="*/ 2850663 h 6858000"/>
              <a:gd name="connsiteX903" fmla="*/ 6472036 w 7467600"/>
              <a:gd name="connsiteY903" fmla="*/ 1959003 h 6858000"/>
              <a:gd name="connsiteX904" fmla="*/ 5792897 w 7467600"/>
              <a:gd name="connsiteY904" fmla="*/ 1647747 h 6858000"/>
              <a:gd name="connsiteX905" fmla="*/ 5842751 w 7467600"/>
              <a:gd name="connsiteY905" fmla="*/ 1816112 h 6858000"/>
              <a:gd name="connsiteX906" fmla="*/ 5847424 w 7467600"/>
              <a:gd name="connsiteY906" fmla="*/ 1815776 h 6858000"/>
              <a:gd name="connsiteX907" fmla="*/ 6399821 w 7467600"/>
              <a:gd name="connsiteY907" fmla="*/ 2344799 h 6858000"/>
              <a:gd name="connsiteX908" fmla="*/ 6323232 w 7467600"/>
              <a:gd name="connsiteY908" fmla="*/ 2389634 h 6858000"/>
              <a:gd name="connsiteX909" fmla="*/ 5942958 w 7467600"/>
              <a:gd name="connsiteY909" fmla="*/ 2077708 h 6858000"/>
              <a:gd name="connsiteX910" fmla="*/ 5921559 w 7467600"/>
              <a:gd name="connsiteY910" fmla="*/ 2378596 h 6858000"/>
              <a:gd name="connsiteX911" fmla="*/ 5817651 w 7467600"/>
              <a:gd name="connsiteY911" fmla="*/ 3023919 h 6858000"/>
              <a:gd name="connsiteX912" fmla="*/ 5729634 w 7467600"/>
              <a:gd name="connsiteY912" fmla="*/ 3051849 h 6858000"/>
              <a:gd name="connsiteX913" fmla="*/ 5611018 w 7467600"/>
              <a:gd name="connsiteY913" fmla="*/ 2316769 h 6858000"/>
              <a:gd name="connsiteX914" fmla="*/ 5687608 w 7467600"/>
              <a:gd name="connsiteY914" fmla="*/ 2039972 h 6858000"/>
              <a:gd name="connsiteX915" fmla="*/ 5657554 w 7467600"/>
              <a:gd name="connsiteY915" fmla="*/ 1576445 h 6858000"/>
              <a:gd name="connsiteX916" fmla="*/ 5150475 w 7467600"/>
              <a:gd name="connsiteY916" fmla="*/ 1274012 h 6858000"/>
              <a:gd name="connsiteX917" fmla="*/ 5349142 w 7467600"/>
              <a:gd name="connsiteY917" fmla="*/ 2204405 h 6858000"/>
              <a:gd name="connsiteX918" fmla="*/ 5262214 w 7467600"/>
              <a:gd name="connsiteY918" fmla="*/ 2233836 h 6858000"/>
              <a:gd name="connsiteX919" fmla="*/ 4981539 w 7467600"/>
              <a:gd name="connsiteY919" fmla="*/ 1542201 h 6858000"/>
              <a:gd name="connsiteX920" fmla="*/ 4958461 w 7467600"/>
              <a:gd name="connsiteY920" fmla="*/ 1136957 h 6858000"/>
              <a:gd name="connsiteX921" fmla="*/ 4655015 w 7467600"/>
              <a:gd name="connsiteY921" fmla="*/ 891426 h 6858000"/>
              <a:gd name="connsiteX922" fmla="*/ 4348002 w 7467600"/>
              <a:gd name="connsiteY922" fmla="*/ 2205895 h 6858000"/>
              <a:gd name="connsiteX923" fmla="*/ 4262250 w 7467600"/>
              <a:gd name="connsiteY923" fmla="*/ 2219972 h 6858000"/>
              <a:gd name="connsiteX924" fmla="*/ 4550611 w 7467600"/>
              <a:gd name="connsiteY924" fmla="*/ 817540 h 6858000"/>
              <a:gd name="connsiteX925" fmla="*/ 4564418 w 7467600"/>
              <a:gd name="connsiteY925" fmla="*/ 808293 h 6858000"/>
              <a:gd name="connsiteX926" fmla="*/ 4266388 w 7467600"/>
              <a:gd name="connsiteY926" fmla="*/ 500083 h 6858000"/>
              <a:gd name="connsiteX927" fmla="*/ 4032842 w 7467600"/>
              <a:gd name="connsiteY927" fmla="*/ 211809 h 6858000"/>
              <a:gd name="connsiteX928" fmla="*/ 3882765 w 7467600"/>
              <a:gd name="connsiteY928" fmla="*/ 0 h 6858000"/>
              <a:gd name="connsiteX929" fmla="*/ 3721337 w 7467600"/>
              <a:gd name="connsiteY929" fmla="*/ 0 h 6858000"/>
              <a:gd name="connsiteX930" fmla="*/ 3797544 w 7467600"/>
              <a:gd name="connsiteY930" fmla="*/ 0 h 6858000"/>
              <a:gd name="connsiteX931" fmla="*/ 3775734 w 7467600"/>
              <a:gd name="connsiteY931" fmla="*/ 95131 h 6858000"/>
              <a:gd name="connsiteX932" fmla="*/ 3724807 w 7467600"/>
              <a:gd name="connsiteY932" fmla="*/ 272257 h 6858000"/>
              <a:gd name="connsiteX933" fmla="*/ 3726844 w 7467600"/>
              <a:gd name="connsiteY933" fmla="*/ 282988 h 6858000"/>
              <a:gd name="connsiteX934" fmla="*/ 3742664 w 7467600"/>
              <a:gd name="connsiteY934" fmla="*/ 279918 h 6858000"/>
              <a:gd name="connsiteX935" fmla="*/ 4103910 w 7467600"/>
              <a:gd name="connsiteY935" fmla="*/ 1161917 h 6858000"/>
              <a:gd name="connsiteX936" fmla="*/ 4020269 w 7467600"/>
              <a:gd name="connsiteY936" fmla="*/ 1200406 h 6858000"/>
              <a:gd name="connsiteX937" fmla="*/ 3674882 w 7467600"/>
              <a:gd name="connsiteY937" fmla="*/ 488524 h 6858000"/>
              <a:gd name="connsiteX938" fmla="*/ 3132682 w 7467600"/>
              <a:gd name="connsiteY938" fmla="*/ 1072284 h 6858000"/>
              <a:gd name="connsiteX939" fmla="*/ 2716346 w 7467600"/>
              <a:gd name="connsiteY939" fmla="*/ 1276376 h 6858000"/>
              <a:gd name="connsiteX940" fmla="*/ 2716772 w 7467600"/>
              <a:gd name="connsiteY940" fmla="*/ 1255462 h 6858000"/>
              <a:gd name="connsiteX941" fmla="*/ 3471096 w 7467600"/>
              <a:gd name="connsiteY941" fmla="*/ 437072 h 6858000"/>
              <a:gd name="connsiteX942" fmla="*/ 3639057 w 7467600"/>
              <a:gd name="connsiteY942" fmla="*/ 286334 h 6858000"/>
              <a:gd name="connsiteX943" fmla="*/ 3640309 w 7467600"/>
              <a:gd name="connsiteY943" fmla="*/ 284664 h 6858000"/>
              <a:gd name="connsiteX944" fmla="*/ 3646022 w 7467600"/>
              <a:gd name="connsiteY944" fmla="*/ 276711 h 6858000"/>
              <a:gd name="connsiteX945" fmla="*/ 3707943 w 7467600"/>
              <a:gd name="connsiteY945" fmla="*/ 65958 h 6858000"/>
              <a:gd name="connsiteX946" fmla="*/ 3721337 w 7467600"/>
              <a:gd name="connsiteY946" fmla="*/ 0 h 6858000"/>
              <a:gd name="connsiteX947" fmla="*/ 2867960 w 7467600"/>
              <a:gd name="connsiteY947" fmla="*/ 0 h 6858000"/>
              <a:gd name="connsiteX948" fmla="*/ 2926351 w 7467600"/>
              <a:gd name="connsiteY948" fmla="*/ 0 h 6858000"/>
              <a:gd name="connsiteX949" fmla="*/ 2902823 w 7467600"/>
              <a:gd name="connsiteY949" fmla="*/ 262929 h 6858000"/>
              <a:gd name="connsiteX950" fmla="*/ 2940663 w 7467600"/>
              <a:gd name="connsiteY950" fmla="*/ 140884 h 6858000"/>
              <a:gd name="connsiteX951" fmla="*/ 2947039 w 7467600"/>
              <a:gd name="connsiteY951" fmla="*/ 122524 h 6858000"/>
              <a:gd name="connsiteX952" fmla="*/ 2984316 w 7467600"/>
              <a:gd name="connsiteY952" fmla="*/ 0 h 6858000"/>
              <a:gd name="connsiteX953" fmla="*/ 3016114 w 7467600"/>
              <a:gd name="connsiteY953" fmla="*/ 0 h 6858000"/>
              <a:gd name="connsiteX954" fmla="*/ 2979949 w 7467600"/>
              <a:gd name="connsiteY954" fmla="*/ 119274 h 6858000"/>
              <a:gd name="connsiteX955" fmla="*/ 3023879 w 7467600"/>
              <a:gd name="connsiteY955" fmla="*/ 0 h 6858000"/>
              <a:gd name="connsiteX956" fmla="*/ 3105400 w 7467600"/>
              <a:gd name="connsiteY956" fmla="*/ 0 h 6858000"/>
              <a:gd name="connsiteX957" fmla="*/ 3094669 w 7467600"/>
              <a:gd name="connsiteY957" fmla="*/ 30308 h 6858000"/>
              <a:gd name="connsiteX958" fmla="*/ 2901945 w 7467600"/>
              <a:gd name="connsiteY958" fmla="*/ 466538 h 6858000"/>
              <a:gd name="connsiteX959" fmla="*/ 2815209 w 7467600"/>
              <a:gd name="connsiteY959" fmla="*/ 497361 h 6858000"/>
              <a:gd name="connsiteX960" fmla="*/ 2844845 w 7467600"/>
              <a:gd name="connsiteY960" fmla="*/ 127638 h 6858000"/>
              <a:gd name="connsiteX961" fmla="*/ 2867960 w 7467600"/>
              <a:gd name="connsiteY961" fmla="*/ 0 h 6858000"/>
              <a:gd name="connsiteX962" fmla="*/ 1057230 w 7467600"/>
              <a:gd name="connsiteY962" fmla="*/ 0 h 6858000"/>
              <a:gd name="connsiteX963" fmla="*/ 1111003 w 7467600"/>
              <a:gd name="connsiteY963" fmla="*/ 0 h 6858000"/>
              <a:gd name="connsiteX964" fmla="*/ 1125553 w 7467600"/>
              <a:gd name="connsiteY964" fmla="*/ 52588 h 6858000"/>
              <a:gd name="connsiteX965" fmla="*/ 1304276 w 7467600"/>
              <a:gd name="connsiteY965" fmla="*/ 476275 h 6858000"/>
              <a:gd name="connsiteX966" fmla="*/ 1492066 w 7467600"/>
              <a:gd name="connsiteY966" fmla="*/ 886333 h 6858000"/>
              <a:gd name="connsiteX967" fmla="*/ 1423698 w 7467600"/>
              <a:gd name="connsiteY967" fmla="*/ 710817 h 6858000"/>
              <a:gd name="connsiteX968" fmla="*/ 1357609 w 7467600"/>
              <a:gd name="connsiteY968" fmla="*/ 532892 h 6858000"/>
              <a:gd name="connsiteX969" fmla="*/ 1309550 w 7467600"/>
              <a:gd name="connsiteY969" fmla="*/ 374031 h 6858000"/>
              <a:gd name="connsiteX970" fmla="*/ 1193673 w 7467600"/>
              <a:gd name="connsiteY970" fmla="*/ 49533 h 6858000"/>
              <a:gd name="connsiteX971" fmla="*/ 1164391 w 7467600"/>
              <a:gd name="connsiteY971" fmla="*/ 0 h 6858000"/>
              <a:gd name="connsiteX972" fmla="*/ 1200666 w 7467600"/>
              <a:gd name="connsiteY972" fmla="*/ 0 h 6858000"/>
              <a:gd name="connsiteX973" fmla="*/ 1223408 w 7467600"/>
              <a:gd name="connsiteY973" fmla="*/ 38996 h 6858000"/>
              <a:gd name="connsiteX974" fmla="*/ 1339635 w 7467600"/>
              <a:gd name="connsiteY974" fmla="*/ 365517 h 6858000"/>
              <a:gd name="connsiteX975" fmla="*/ 1387469 w 7467600"/>
              <a:gd name="connsiteY975" fmla="*/ 523079 h 6858000"/>
              <a:gd name="connsiteX976" fmla="*/ 1452685 w 7467600"/>
              <a:gd name="connsiteY976" fmla="*/ 699806 h 6858000"/>
              <a:gd name="connsiteX977" fmla="*/ 1492092 w 7467600"/>
              <a:gd name="connsiteY977" fmla="*/ 800424 h 6858000"/>
              <a:gd name="connsiteX978" fmla="*/ 1455302 w 7467600"/>
              <a:gd name="connsiteY978" fmla="*/ 632913 h 6858000"/>
              <a:gd name="connsiteX979" fmla="*/ 1222336 w 7467600"/>
              <a:gd name="connsiteY979" fmla="*/ 9480 h 6858000"/>
              <a:gd name="connsiteX980" fmla="*/ 1214634 w 7467600"/>
              <a:gd name="connsiteY980" fmla="*/ 0 h 6858000"/>
              <a:gd name="connsiteX981" fmla="*/ 1289827 w 7467600"/>
              <a:gd name="connsiteY981" fmla="*/ 0 h 6858000"/>
              <a:gd name="connsiteX982" fmla="*/ 1321076 w 7467600"/>
              <a:gd name="connsiteY982" fmla="*/ 59722 h 6858000"/>
              <a:gd name="connsiteX983" fmla="*/ 1512579 w 7467600"/>
              <a:gd name="connsiteY983" fmla="*/ 626441 h 6858000"/>
              <a:gd name="connsiteX984" fmla="*/ 1506076 w 7467600"/>
              <a:gd name="connsiteY984" fmla="*/ 1089289 h 6858000"/>
              <a:gd name="connsiteX985" fmla="*/ 1486346 w 7467600"/>
              <a:gd name="connsiteY985" fmla="*/ 1079919 h 6858000"/>
              <a:gd name="connsiteX986" fmla="*/ 1070511 w 7467600"/>
              <a:gd name="connsiteY986" fmla="*/ 48609 h 6858000"/>
              <a:gd name="connsiteX987" fmla="*/ 1057230 w 7467600"/>
              <a:gd name="connsiteY987" fmla="*/ 0 h 6858000"/>
              <a:gd name="connsiteX988" fmla="*/ 43151 w 7467600"/>
              <a:gd name="connsiteY988" fmla="*/ 0 h 6858000"/>
              <a:gd name="connsiteX989" fmla="*/ 95283 w 7467600"/>
              <a:gd name="connsiteY989" fmla="*/ 0 h 6858000"/>
              <a:gd name="connsiteX990" fmla="*/ 300708 w 7467600"/>
              <a:gd name="connsiteY990" fmla="*/ 154571 h 6858000"/>
              <a:gd name="connsiteX991" fmla="*/ 530414 w 7467600"/>
              <a:gd name="connsiteY991" fmla="*/ 354673 h 6858000"/>
              <a:gd name="connsiteX992" fmla="*/ 333785 w 7467600"/>
              <a:gd name="connsiteY992" fmla="*/ 161564 h 6858000"/>
              <a:gd name="connsiteX993" fmla="*/ 147005 w 7467600"/>
              <a:gd name="connsiteY993" fmla="*/ 0 h 6858000"/>
              <a:gd name="connsiteX994" fmla="*/ 272509 w 7467600"/>
              <a:gd name="connsiteY994" fmla="*/ 0 h 6858000"/>
              <a:gd name="connsiteX995" fmla="*/ 326276 w 7467600"/>
              <a:gd name="connsiteY995" fmla="*/ 45847 h 6858000"/>
              <a:gd name="connsiteX996" fmla="*/ 823759 w 7467600"/>
              <a:gd name="connsiteY996" fmla="*/ 574145 h 6858000"/>
              <a:gd name="connsiteX997" fmla="*/ 811254 w 7467600"/>
              <a:gd name="connsiteY997" fmla="*/ 665546 h 6858000"/>
              <a:gd name="connsiteX998" fmla="*/ 154042 w 7467600"/>
              <a:gd name="connsiteY998" fmla="*/ 261522 h 6858000"/>
              <a:gd name="connsiteX999" fmla="*/ 13550 w 7467600"/>
              <a:gd name="connsiteY999" fmla="*/ 158423 h 6858000"/>
              <a:gd name="connsiteX1000" fmla="*/ 0 w 7467600"/>
              <a:gd name="connsiteY1000" fmla="*/ 146618 h 6858000"/>
              <a:gd name="connsiteX1001" fmla="*/ 0 w 7467600"/>
              <a:gd name="connsiteY1001" fmla="*/ 59161 h 6858000"/>
              <a:gd name="connsiteX1002" fmla="*/ 45427 w 7467600"/>
              <a:gd name="connsiteY1002" fmla="*/ 101078 h 6858000"/>
              <a:gd name="connsiteX1003" fmla="*/ 630103 w 7467600"/>
              <a:gd name="connsiteY1003" fmla="*/ 485885 h 6858000"/>
              <a:gd name="connsiteX1004" fmla="*/ 532040 w 7467600"/>
              <a:gd name="connsiteY1004" fmla="*/ 399359 h 6858000"/>
              <a:gd name="connsiteX1005" fmla="*/ 517618 w 7467600"/>
              <a:gd name="connsiteY1005" fmla="*/ 385726 h 6858000"/>
              <a:gd name="connsiteX1006" fmla="*/ 285074 w 7467600"/>
              <a:gd name="connsiteY1006" fmla="*/ 182755 h 6858000"/>
              <a:gd name="connsiteX1007" fmla="*/ 43151 w 7467600"/>
              <a:gd name="connsiteY1007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133363 w 7467600"/>
              <a:gd name="connsiteY127" fmla="*/ 5050246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7467600 w 7467600"/>
              <a:gd name="connsiteY137" fmla="*/ 5241225 h 6858000"/>
              <a:gd name="connsiteX138" fmla="*/ 7467600 w 7467600"/>
              <a:gd name="connsiteY138" fmla="*/ 5277736 h 6858000"/>
              <a:gd name="connsiteX139" fmla="*/ 7327465 w 7467600"/>
              <a:gd name="connsiteY139" fmla="*/ 5174181 h 6858000"/>
              <a:gd name="connsiteX140" fmla="*/ 7244057 w 7467600"/>
              <a:gd name="connsiteY140" fmla="*/ 5124233 h 6858000"/>
              <a:gd name="connsiteX141" fmla="*/ 7353035 w 7467600"/>
              <a:gd name="connsiteY141" fmla="*/ 5197318 h 6858000"/>
              <a:gd name="connsiteX142" fmla="*/ 7467600 w 7467600"/>
              <a:gd name="connsiteY142" fmla="*/ 5297634 h 6858000"/>
              <a:gd name="connsiteX143" fmla="*/ 7467600 w 7467600"/>
              <a:gd name="connsiteY143" fmla="*/ 5361850 h 6858000"/>
              <a:gd name="connsiteX144" fmla="*/ 7368569 w 7467600"/>
              <a:gd name="connsiteY144" fmla="*/ 5270182 h 6858000"/>
              <a:gd name="connsiteX145" fmla="*/ 7131946 w 7467600"/>
              <a:gd name="connsiteY145" fmla="*/ 5075653 h 6858000"/>
              <a:gd name="connsiteX146" fmla="*/ 7133363 w 7467600"/>
              <a:gd name="connsiteY146" fmla="*/ 5050246 h 6858000"/>
              <a:gd name="connsiteX147" fmla="*/ 1903353 w 7467600"/>
              <a:gd name="connsiteY147" fmla="*/ 5044827 h 6858000"/>
              <a:gd name="connsiteX148" fmla="*/ 1936931 w 7467600"/>
              <a:gd name="connsiteY148" fmla="*/ 5093954 h 6858000"/>
              <a:gd name="connsiteX149" fmla="*/ 2195868 w 7467600"/>
              <a:gd name="connsiteY149" fmla="*/ 5396574 h 6858000"/>
              <a:gd name="connsiteX150" fmla="*/ 2088852 w 7467600"/>
              <a:gd name="connsiteY150" fmla="*/ 5166123 h 6858000"/>
              <a:gd name="connsiteX151" fmla="*/ 1958241 w 7467600"/>
              <a:gd name="connsiteY151" fmla="*/ 5067955 h 6858000"/>
              <a:gd name="connsiteX152" fmla="*/ 1903353 w 7467600"/>
              <a:gd name="connsiteY152" fmla="*/ 5044827 h 6858000"/>
              <a:gd name="connsiteX153" fmla="*/ 1979378 w 7467600"/>
              <a:gd name="connsiteY153" fmla="*/ 4769504 h 6858000"/>
              <a:gd name="connsiteX154" fmla="*/ 2882120 w 7467600"/>
              <a:gd name="connsiteY154" fmla="*/ 5064547 h 6858000"/>
              <a:gd name="connsiteX155" fmla="*/ 2793103 w 7467600"/>
              <a:gd name="connsiteY155" fmla="*/ 5039699 h 6858000"/>
              <a:gd name="connsiteX156" fmla="*/ 2770041 w 7467600"/>
              <a:gd name="connsiteY156" fmla="*/ 5033634 h 6858000"/>
              <a:gd name="connsiteX157" fmla="*/ 1979378 w 7467600"/>
              <a:gd name="connsiteY157" fmla="*/ 4769504 h 6858000"/>
              <a:gd name="connsiteX158" fmla="*/ 1927410 w 7467600"/>
              <a:gd name="connsiteY158" fmla="*/ 4716164 h 6858000"/>
              <a:gd name="connsiteX159" fmla="*/ 1959587 w 7467600"/>
              <a:gd name="connsiteY159" fmla="*/ 4728849 h 6858000"/>
              <a:gd name="connsiteX160" fmla="*/ 2777707 w 7467600"/>
              <a:gd name="connsiteY160" fmla="*/ 5003991 h 6858000"/>
              <a:gd name="connsiteX161" fmla="*/ 2800768 w 7467600"/>
              <a:gd name="connsiteY161" fmla="*/ 5010056 h 6858000"/>
              <a:gd name="connsiteX162" fmla="*/ 2879408 w 7467600"/>
              <a:gd name="connsiteY162" fmla="*/ 5031590 h 6858000"/>
              <a:gd name="connsiteX163" fmla="*/ 2862295 w 7467600"/>
              <a:gd name="connsiteY163" fmla="*/ 5022958 h 6858000"/>
              <a:gd name="connsiteX164" fmla="*/ 2813343 w 7467600"/>
              <a:gd name="connsiteY164" fmla="*/ 4998369 h 6858000"/>
              <a:gd name="connsiteX165" fmla="*/ 2646245 w 7467600"/>
              <a:gd name="connsiteY165" fmla="*/ 4930999 h 6858000"/>
              <a:gd name="connsiteX166" fmla="*/ 1999243 w 7467600"/>
              <a:gd name="connsiteY166" fmla="*/ 4730524 h 6858000"/>
              <a:gd name="connsiteX167" fmla="*/ 1979527 w 7467600"/>
              <a:gd name="connsiteY167" fmla="*/ 4726651 h 6858000"/>
              <a:gd name="connsiteX168" fmla="*/ 1927410 w 7467600"/>
              <a:gd name="connsiteY168" fmla="*/ 4716164 h 6858000"/>
              <a:gd name="connsiteX169" fmla="*/ 1997014 w 7467600"/>
              <a:gd name="connsiteY169" fmla="*/ 4698007 h 6858000"/>
              <a:gd name="connsiteX170" fmla="*/ 2005458 w 7467600"/>
              <a:gd name="connsiteY170" fmla="*/ 4699540 h 6858000"/>
              <a:gd name="connsiteX171" fmla="*/ 2657186 w 7467600"/>
              <a:gd name="connsiteY171" fmla="*/ 4901687 h 6858000"/>
              <a:gd name="connsiteX172" fmla="*/ 2826662 w 7467600"/>
              <a:gd name="connsiteY172" fmla="*/ 4970362 h 6858000"/>
              <a:gd name="connsiteX173" fmla="*/ 2876100 w 7467600"/>
              <a:gd name="connsiteY173" fmla="*/ 4995397 h 6858000"/>
              <a:gd name="connsiteX174" fmla="*/ 3042600 w 7467600"/>
              <a:gd name="connsiteY174" fmla="*/ 5059532 h 6858000"/>
              <a:gd name="connsiteX175" fmla="*/ 1997014 w 7467600"/>
              <a:gd name="connsiteY175" fmla="*/ 4698007 h 6858000"/>
              <a:gd name="connsiteX176" fmla="*/ 2305292 w 7467600"/>
              <a:gd name="connsiteY176" fmla="*/ 4219492 h 6858000"/>
              <a:gd name="connsiteX177" fmla="*/ 3360922 w 7467600"/>
              <a:gd name="connsiteY177" fmla="*/ 4529373 h 6858000"/>
              <a:gd name="connsiteX178" fmla="*/ 3492420 w 7467600"/>
              <a:gd name="connsiteY178" fmla="*/ 4510145 h 6858000"/>
              <a:gd name="connsiteX179" fmla="*/ 3364086 w 7467600"/>
              <a:gd name="connsiteY179" fmla="*/ 4480340 h 6858000"/>
              <a:gd name="connsiteX180" fmla="*/ 3225818 w 7467600"/>
              <a:gd name="connsiteY180" fmla="*/ 4411822 h 6858000"/>
              <a:gd name="connsiteX181" fmla="*/ 3129696 w 7467600"/>
              <a:gd name="connsiteY181" fmla="*/ 4360704 h 6858000"/>
              <a:gd name="connsiteX182" fmla="*/ 2814545 w 7467600"/>
              <a:gd name="connsiteY182" fmla="*/ 4282955 h 6858000"/>
              <a:gd name="connsiteX183" fmla="*/ 2305292 w 7467600"/>
              <a:gd name="connsiteY183" fmla="*/ 4219492 h 6858000"/>
              <a:gd name="connsiteX184" fmla="*/ 2626982 w 7467600"/>
              <a:gd name="connsiteY184" fmla="*/ 4206450 h 6858000"/>
              <a:gd name="connsiteX185" fmla="*/ 2490617 w 7467600"/>
              <a:gd name="connsiteY185" fmla="*/ 4206951 h 6858000"/>
              <a:gd name="connsiteX186" fmla="*/ 2819869 w 7467600"/>
              <a:gd name="connsiteY186" fmla="*/ 4252936 h 6858000"/>
              <a:gd name="connsiteX187" fmla="*/ 3143018 w 7467600"/>
              <a:gd name="connsiteY187" fmla="*/ 4332698 h 6858000"/>
              <a:gd name="connsiteX188" fmla="*/ 3241520 w 7467600"/>
              <a:gd name="connsiteY188" fmla="*/ 4385112 h 6858000"/>
              <a:gd name="connsiteX189" fmla="*/ 3374575 w 7467600"/>
              <a:gd name="connsiteY189" fmla="*/ 4451517 h 6858000"/>
              <a:gd name="connsiteX190" fmla="*/ 3505221 w 7467600"/>
              <a:gd name="connsiteY190" fmla="*/ 4480757 h 6858000"/>
              <a:gd name="connsiteX191" fmla="*/ 2626982 w 7467600"/>
              <a:gd name="connsiteY191" fmla="*/ 4206450 h 6858000"/>
              <a:gd name="connsiteX192" fmla="*/ 1310106 w 7467600"/>
              <a:gd name="connsiteY192" fmla="*/ 3943217 h 6858000"/>
              <a:gd name="connsiteX193" fmla="*/ 854994 w 7467600"/>
              <a:gd name="connsiteY193" fmla="*/ 4399136 h 6858000"/>
              <a:gd name="connsiteX194" fmla="*/ 742462 w 7467600"/>
              <a:gd name="connsiteY194" fmla="*/ 4594648 h 6858000"/>
              <a:gd name="connsiteX195" fmla="*/ 820602 w 7467600"/>
              <a:gd name="connsiteY195" fmla="*/ 4485915 h 6858000"/>
              <a:gd name="connsiteX196" fmla="*/ 878295 w 7467600"/>
              <a:gd name="connsiteY196" fmla="*/ 4403594 h 6858000"/>
              <a:gd name="connsiteX197" fmla="*/ 1240607 w 7467600"/>
              <a:gd name="connsiteY197" fmla="*/ 4010401 h 6858000"/>
              <a:gd name="connsiteX198" fmla="*/ 1310106 w 7467600"/>
              <a:gd name="connsiteY198" fmla="*/ 3943217 h 6858000"/>
              <a:gd name="connsiteX199" fmla="*/ 1423113 w 7467600"/>
              <a:gd name="connsiteY199" fmla="*/ 3874565 h 6858000"/>
              <a:gd name="connsiteX200" fmla="*/ 1260565 w 7467600"/>
              <a:gd name="connsiteY200" fmla="*/ 4031982 h 6858000"/>
              <a:gd name="connsiteX201" fmla="*/ 901900 w 7467600"/>
              <a:gd name="connsiteY201" fmla="*/ 4421236 h 6858000"/>
              <a:gd name="connsiteX202" fmla="*/ 845044 w 7467600"/>
              <a:gd name="connsiteY202" fmla="*/ 4502436 h 6858000"/>
              <a:gd name="connsiteX203" fmla="*/ 685926 w 7467600"/>
              <a:gd name="connsiteY203" fmla="*/ 4703069 h 6858000"/>
              <a:gd name="connsiteX204" fmla="*/ 684248 w 7467600"/>
              <a:gd name="connsiteY204" fmla="*/ 4706721 h 6858000"/>
              <a:gd name="connsiteX205" fmla="*/ 1423113 w 7467600"/>
              <a:gd name="connsiteY205" fmla="*/ 3874565 h 6858000"/>
              <a:gd name="connsiteX206" fmla="*/ 3316479 w 7467600"/>
              <a:gd name="connsiteY206" fmla="*/ 3872136 h 6858000"/>
              <a:gd name="connsiteX207" fmla="*/ 3546806 w 7467600"/>
              <a:gd name="connsiteY207" fmla="*/ 4356139 h 6858000"/>
              <a:gd name="connsiteX208" fmla="*/ 3364433 w 7467600"/>
              <a:gd name="connsiteY208" fmla="*/ 3953121 h 6858000"/>
              <a:gd name="connsiteX209" fmla="*/ 3316479 w 7467600"/>
              <a:gd name="connsiteY209" fmla="*/ 3872136 h 6858000"/>
              <a:gd name="connsiteX210" fmla="*/ 3291335 w 7467600"/>
              <a:gd name="connsiteY210" fmla="*/ 3767420 h 6858000"/>
              <a:gd name="connsiteX211" fmla="*/ 3390805 w 7467600"/>
              <a:gd name="connsiteY211" fmla="*/ 3937163 h 6858000"/>
              <a:gd name="connsiteX212" fmla="*/ 3579062 w 7467600"/>
              <a:gd name="connsiteY212" fmla="*/ 4359040 h 6858000"/>
              <a:gd name="connsiteX213" fmla="*/ 3467355 w 7467600"/>
              <a:gd name="connsiteY213" fmla="*/ 3988130 h 6858000"/>
              <a:gd name="connsiteX214" fmla="*/ 3310753 w 7467600"/>
              <a:gd name="connsiteY214" fmla="*/ 3787140 h 6858000"/>
              <a:gd name="connsiteX215" fmla="*/ 3291335 w 7467600"/>
              <a:gd name="connsiteY215" fmla="*/ 3767420 h 6858000"/>
              <a:gd name="connsiteX216" fmla="*/ 1635889 w 7467600"/>
              <a:gd name="connsiteY216" fmla="*/ 3709494 h 6858000"/>
              <a:gd name="connsiteX217" fmla="*/ 1634800 w 7467600"/>
              <a:gd name="connsiteY217" fmla="*/ 3731111 h 6858000"/>
              <a:gd name="connsiteX218" fmla="*/ 1635889 w 7467600"/>
              <a:gd name="connsiteY218" fmla="*/ 3709494 h 6858000"/>
              <a:gd name="connsiteX219" fmla="*/ 1510397 w 7467600"/>
              <a:gd name="connsiteY219" fmla="*/ 3684705 h 6858000"/>
              <a:gd name="connsiteX220" fmla="*/ 1146550 w 7467600"/>
              <a:gd name="connsiteY220" fmla="*/ 3802012 h 6858000"/>
              <a:gd name="connsiteX221" fmla="*/ 698834 w 7467600"/>
              <a:gd name="connsiteY221" fmla="*/ 3952272 h 6858000"/>
              <a:gd name="connsiteX222" fmla="*/ 34256 w 7467600"/>
              <a:gd name="connsiteY222" fmla="*/ 4347603 h 6858000"/>
              <a:gd name="connsiteX223" fmla="*/ 527241 w 7467600"/>
              <a:gd name="connsiteY223" fmla="*/ 4065078 h 6858000"/>
              <a:gd name="connsiteX224" fmla="*/ 1510397 w 7467600"/>
              <a:gd name="connsiteY224" fmla="*/ 3684705 h 6858000"/>
              <a:gd name="connsiteX225" fmla="*/ 1313114 w 7467600"/>
              <a:gd name="connsiteY225" fmla="*/ 3655216 h 6858000"/>
              <a:gd name="connsiteX226" fmla="*/ 1109304 w 7467600"/>
              <a:gd name="connsiteY226" fmla="*/ 3669030 h 6858000"/>
              <a:gd name="connsiteX227" fmla="*/ 8129 w 7467600"/>
              <a:gd name="connsiteY227" fmla="*/ 4330519 h 6858000"/>
              <a:gd name="connsiteX228" fmla="*/ 687572 w 7467600"/>
              <a:gd name="connsiteY228" fmla="*/ 3925629 h 6858000"/>
              <a:gd name="connsiteX229" fmla="*/ 1138365 w 7467600"/>
              <a:gd name="connsiteY229" fmla="*/ 3774515 h 6858000"/>
              <a:gd name="connsiteX230" fmla="*/ 1505579 w 7467600"/>
              <a:gd name="connsiteY230" fmla="*/ 3655526 h 6858000"/>
              <a:gd name="connsiteX231" fmla="*/ 1313114 w 7467600"/>
              <a:gd name="connsiteY231" fmla="*/ 3655216 h 6858000"/>
              <a:gd name="connsiteX232" fmla="*/ 3655073 w 7467600"/>
              <a:gd name="connsiteY232" fmla="*/ 3650884 h 6858000"/>
              <a:gd name="connsiteX233" fmla="*/ 3989938 w 7467600"/>
              <a:gd name="connsiteY233" fmla="*/ 3991685 h 6858000"/>
              <a:gd name="connsiteX234" fmla="*/ 4393907 w 7467600"/>
              <a:gd name="connsiteY234" fmla="*/ 4261258 h 6858000"/>
              <a:gd name="connsiteX235" fmla="*/ 4648051 w 7467600"/>
              <a:gd name="connsiteY235" fmla="*/ 4374051 h 6858000"/>
              <a:gd name="connsiteX236" fmla="*/ 4383389 w 7467600"/>
              <a:gd name="connsiteY236" fmla="*/ 4184369 h 6858000"/>
              <a:gd name="connsiteX237" fmla="*/ 4165508 w 7467600"/>
              <a:gd name="connsiteY237" fmla="*/ 4035196 h 6858000"/>
              <a:gd name="connsiteX238" fmla="*/ 4068162 w 7467600"/>
              <a:gd name="connsiteY238" fmla="*/ 3953394 h 6858000"/>
              <a:gd name="connsiteX239" fmla="*/ 3981416 w 7467600"/>
              <a:gd name="connsiteY239" fmla="*/ 3880482 h 6858000"/>
              <a:gd name="connsiteX240" fmla="*/ 3800147 w 7467600"/>
              <a:gd name="connsiteY240" fmla="*/ 3749872 h 6858000"/>
              <a:gd name="connsiteX241" fmla="*/ 3655073 w 7467600"/>
              <a:gd name="connsiteY241" fmla="*/ 3650884 h 6858000"/>
              <a:gd name="connsiteX242" fmla="*/ 3670252 w 7467600"/>
              <a:gd name="connsiteY242" fmla="*/ 3622798 h 6858000"/>
              <a:gd name="connsiteX243" fmla="*/ 3817258 w 7467600"/>
              <a:gd name="connsiteY243" fmla="*/ 3723577 h 6858000"/>
              <a:gd name="connsiteX244" fmla="*/ 4000461 w 7467600"/>
              <a:gd name="connsiteY244" fmla="*/ 3855966 h 6858000"/>
              <a:gd name="connsiteX245" fmla="*/ 4088180 w 7467600"/>
              <a:gd name="connsiteY245" fmla="*/ 3929774 h 6858000"/>
              <a:gd name="connsiteX246" fmla="*/ 4184555 w 7467600"/>
              <a:gd name="connsiteY246" fmla="*/ 4010683 h 6858000"/>
              <a:gd name="connsiteX247" fmla="*/ 4399563 w 7467600"/>
              <a:gd name="connsiteY247" fmla="*/ 4158106 h 6858000"/>
              <a:gd name="connsiteX248" fmla="*/ 4684469 w 7467600"/>
              <a:gd name="connsiteY248" fmla="*/ 4364680 h 6858000"/>
              <a:gd name="connsiteX249" fmla="*/ 4690271 w 7467600"/>
              <a:gd name="connsiteY249" fmla="*/ 4370034 h 6858000"/>
              <a:gd name="connsiteX250" fmla="*/ 4136093 w 7467600"/>
              <a:gd name="connsiteY250" fmla="*/ 3858466 h 6858000"/>
              <a:gd name="connsiteX251" fmla="*/ 3670252 w 7467600"/>
              <a:gd name="connsiteY251" fmla="*/ 3622798 h 6858000"/>
              <a:gd name="connsiteX252" fmla="*/ 4440129 w 7467600"/>
              <a:gd name="connsiteY252" fmla="*/ 3448571 h 6858000"/>
              <a:gd name="connsiteX253" fmla="*/ 4856525 w 7467600"/>
              <a:gd name="connsiteY253" fmla="*/ 3915351 h 6858000"/>
              <a:gd name="connsiteX254" fmla="*/ 5059055 w 7467600"/>
              <a:gd name="connsiteY254" fmla="*/ 4108918 h 6858000"/>
              <a:gd name="connsiteX255" fmla="*/ 5290070 w 7467600"/>
              <a:gd name="connsiteY255" fmla="*/ 4263619 h 6858000"/>
              <a:gd name="connsiteX256" fmla="*/ 4834991 w 7467600"/>
              <a:gd name="connsiteY256" fmla="*/ 3830985 h 6858000"/>
              <a:gd name="connsiteX257" fmla="*/ 4440129 w 7467600"/>
              <a:gd name="connsiteY257" fmla="*/ 3448571 h 6858000"/>
              <a:gd name="connsiteX258" fmla="*/ 4441737 w 7467600"/>
              <a:gd name="connsiteY258" fmla="*/ 3399734 h 6858000"/>
              <a:gd name="connsiteX259" fmla="*/ 4431236 w 7467600"/>
              <a:gd name="connsiteY259" fmla="*/ 3400954 h 6858000"/>
              <a:gd name="connsiteX260" fmla="*/ 4557150 w 7467600"/>
              <a:gd name="connsiteY260" fmla="*/ 3510023 h 6858000"/>
              <a:gd name="connsiteX261" fmla="*/ 4856936 w 7467600"/>
              <a:gd name="connsiteY261" fmla="*/ 3809146 h 6858000"/>
              <a:gd name="connsiteX262" fmla="*/ 5111996 w 7467600"/>
              <a:gd name="connsiteY262" fmla="*/ 4065759 h 6858000"/>
              <a:gd name="connsiteX263" fmla="*/ 5388878 w 7467600"/>
              <a:gd name="connsiteY263" fmla="*/ 4300185 h 6858000"/>
              <a:gd name="connsiteX264" fmla="*/ 5425556 w 7467600"/>
              <a:gd name="connsiteY264" fmla="*/ 4308967 h 6858000"/>
              <a:gd name="connsiteX265" fmla="*/ 4943646 w 7467600"/>
              <a:gd name="connsiteY265" fmla="*/ 3822916 h 6858000"/>
              <a:gd name="connsiteX266" fmla="*/ 4594837 w 7467600"/>
              <a:gd name="connsiteY266" fmla="*/ 3532274 h 6858000"/>
              <a:gd name="connsiteX267" fmla="*/ 4441737 w 7467600"/>
              <a:gd name="connsiteY267" fmla="*/ 3399734 h 6858000"/>
              <a:gd name="connsiteX268" fmla="*/ 5425834 w 7467600"/>
              <a:gd name="connsiteY268" fmla="*/ 3162785 h 6858000"/>
              <a:gd name="connsiteX269" fmla="*/ 5401644 w 7467600"/>
              <a:gd name="connsiteY269" fmla="*/ 3617847 h 6858000"/>
              <a:gd name="connsiteX270" fmla="*/ 5467256 w 7467600"/>
              <a:gd name="connsiteY270" fmla="*/ 4175494 h 6858000"/>
              <a:gd name="connsiteX271" fmla="*/ 5448069 w 7467600"/>
              <a:gd name="connsiteY271" fmla="*/ 3567554 h 6858000"/>
              <a:gd name="connsiteX272" fmla="*/ 5425834 w 7467600"/>
              <a:gd name="connsiteY272" fmla="*/ 3162785 h 6858000"/>
              <a:gd name="connsiteX273" fmla="*/ 1318687 w 7467600"/>
              <a:gd name="connsiteY273" fmla="*/ 3113840 h 6858000"/>
              <a:gd name="connsiteX274" fmla="*/ 1066793 w 7467600"/>
              <a:gd name="connsiteY274" fmla="*/ 3212171 h 6858000"/>
              <a:gd name="connsiteX275" fmla="*/ 993319 w 7467600"/>
              <a:gd name="connsiteY275" fmla="*/ 3247648 h 6858000"/>
              <a:gd name="connsiteX276" fmla="*/ 853081 w 7467600"/>
              <a:gd name="connsiteY276" fmla="*/ 3312410 h 6858000"/>
              <a:gd name="connsiteX277" fmla="*/ 805957 w 7467600"/>
              <a:gd name="connsiteY277" fmla="*/ 3330443 h 6858000"/>
              <a:gd name="connsiteX278" fmla="*/ 1318687 w 7467600"/>
              <a:gd name="connsiteY278" fmla="*/ 3113840 h 6858000"/>
              <a:gd name="connsiteX279" fmla="*/ 5453702 w 7467600"/>
              <a:gd name="connsiteY279" fmla="*/ 3090882 h 6858000"/>
              <a:gd name="connsiteX280" fmla="*/ 5480135 w 7467600"/>
              <a:gd name="connsiteY280" fmla="*/ 3565802 h 6858000"/>
              <a:gd name="connsiteX281" fmla="*/ 5499023 w 7467600"/>
              <a:gd name="connsiteY281" fmla="*/ 4166310 h 6858000"/>
              <a:gd name="connsiteX282" fmla="*/ 5547022 w 7467600"/>
              <a:gd name="connsiteY282" fmla="*/ 3607838 h 6858000"/>
              <a:gd name="connsiteX283" fmla="*/ 5515964 w 7467600"/>
              <a:gd name="connsiteY283" fmla="*/ 3378541 h 6858000"/>
              <a:gd name="connsiteX284" fmla="*/ 5453702 w 7467600"/>
              <a:gd name="connsiteY284" fmla="*/ 3090882 h 6858000"/>
              <a:gd name="connsiteX285" fmla="*/ 1238695 w 7467600"/>
              <a:gd name="connsiteY285" fmla="*/ 3076820 h 6858000"/>
              <a:gd name="connsiteX286" fmla="*/ 716371 w 7467600"/>
              <a:gd name="connsiteY286" fmla="*/ 3293249 h 6858000"/>
              <a:gd name="connsiteX287" fmla="*/ 579522 w 7467600"/>
              <a:gd name="connsiteY287" fmla="*/ 3371759 h 6858000"/>
              <a:gd name="connsiteX288" fmla="*/ 600288 w 7467600"/>
              <a:gd name="connsiteY288" fmla="*/ 3365555 h 6858000"/>
              <a:gd name="connsiteX289" fmla="*/ 840692 w 7467600"/>
              <a:gd name="connsiteY289" fmla="*/ 3284921 h 6858000"/>
              <a:gd name="connsiteX290" fmla="*/ 979248 w 7467600"/>
              <a:gd name="connsiteY290" fmla="*/ 3221003 h 6858000"/>
              <a:gd name="connsiteX291" fmla="*/ 1053282 w 7467600"/>
              <a:gd name="connsiteY291" fmla="*/ 3185247 h 6858000"/>
              <a:gd name="connsiteX292" fmla="*/ 1320603 w 7467600"/>
              <a:gd name="connsiteY292" fmla="*/ 3081281 h 6858000"/>
              <a:gd name="connsiteX293" fmla="*/ 1238695 w 7467600"/>
              <a:gd name="connsiteY293" fmla="*/ 3076820 h 6858000"/>
              <a:gd name="connsiteX294" fmla="*/ 5425627 w 7467600"/>
              <a:gd name="connsiteY294" fmla="*/ 2954192 h 6858000"/>
              <a:gd name="connsiteX295" fmla="*/ 5470770 w 7467600"/>
              <a:gd name="connsiteY295" fmla="*/ 3005435 h 6858000"/>
              <a:gd name="connsiteX296" fmla="*/ 5519779 w 7467600"/>
              <a:gd name="connsiteY296" fmla="*/ 4359223 h 6858000"/>
              <a:gd name="connsiteX297" fmla="*/ 5520293 w 7467600"/>
              <a:gd name="connsiteY297" fmla="*/ 4360602 h 6858000"/>
              <a:gd name="connsiteX298" fmla="*/ 5767221 w 7467600"/>
              <a:gd name="connsiteY298" fmla="*/ 4665564 h 6858000"/>
              <a:gd name="connsiteX299" fmla="*/ 6937169 w 7467600"/>
              <a:gd name="connsiteY299" fmla="*/ 4815941 h 6858000"/>
              <a:gd name="connsiteX300" fmla="*/ 6953922 w 7467600"/>
              <a:gd name="connsiteY300" fmla="*/ 4890068 h 6858000"/>
              <a:gd name="connsiteX301" fmla="*/ 6071359 w 7467600"/>
              <a:gd name="connsiteY301" fmla="*/ 4770770 h 6858000"/>
              <a:gd name="connsiteX302" fmla="*/ 6038839 w 7467600"/>
              <a:gd name="connsiteY302" fmla="*/ 4764474 h 6858000"/>
              <a:gd name="connsiteX303" fmla="*/ 6038706 w 7467600"/>
              <a:gd name="connsiteY303" fmla="*/ 4763847 h 6858000"/>
              <a:gd name="connsiteX304" fmla="*/ 6037784 w 7467600"/>
              <a:gd name="connsiteY304" fmla="*/ 4764270 h 6858000"/>
              <a:gd name="connsiteX305" fmla="*/ 6038839 w 7467600"/>
              <a:gd name="connsiteY305" fmla="*/ 4764474 h 6858000"/>
              <a:gd name="connsiteX306" fmla="*/ 6040338 w 7467600"/>
              <a:gd name="connsiteY306" fmla="*/ 4771418 h 6858000"/>
              <a:gd name="connsiteX307" fmla="*/ 6024488 w 7467600"/>
              <a:gd name="connsiteY307" fmla="*/ 4809903 h 6858000"/>
              <a:gd name="connsiteX308" fmla="*/ 5599771 w 7467600"/>
              <a:gd name="connsiteY308" fmla="*/ 5509652 h 6858000"/>
              <a:gd name="connsiteX309" fmla="*/ 5548843 w 7467600"/>
              <a:gd name="connsiteY309" fmla="*/ 5563845 h 6858000"/>
              <a:gd name="connsiteX310" fmla="*/ 5940952 w 7467600"/>
              <a:gd name="connsiteY310" fmla="*/ 6250028 h 6858000"/>
              <a:gd name="connsiteX311" fmla="*/ 6043441 w 7467600"/>
              <a:gd name="connsiteY311" fmla="*/ 6665847 h 6858000"/>
              <a:gd name="connsiteX312" fmla="*/ 6093432 w 7467600"/>
              <a:gd name="connsiteY312" fmla="*/ 6858000 h 6858000"/>
              <a:gd name="connsiteX313" fmla="*/ 6034344 w 7467600"/>
              <a:gd name="connsiteY313" fmla="*/ 6858000 h 6858000"/>
              <a:gd name="connsiteX314" fmla="*/ 6026679 w 7467600"/>
              <a:gd name="connsiteY314" fmla="*/ 6836959 h 6858000"/>
              <a:gd name="connsiteX315" fmla="*/ 5800441 w 7467600"/>
              <a:gd name="connsiteY315" fmla="*/ 6335286 h 6858000"/>
              <a:gd name="connsiteX316" fmla="*/ 5526562 w 7467600"/>
              <a:gd name="connsiteY316" fmla="*/ 5705388 h 6858000"/>
              <a:gd name="connsiteX317" fmla="*/ 5519640 w 7467600"/>
              <a:gd name="connsiteY317" fmla="*/ 5683774 h 6858000"/>
              <a:gd name="connsiteX318" fmla="*/ 5844559 w 7467600"/>
              <a:gd name="connsiteY318" fmla="*/ 6553349 h 6858000"/>
              <a:gd name="connsiteX319" fmla="*/ 5975994 w 7467600"/>
              <a:gd name="connsiteY319" fmla="*/ 6858000 h 6858000"/>
              <a:gd name="connsiteX320" fmla="*/ 5898547 w 7467600"/>
              <a:gd name="connsiteY320" fmla="*/ 6858000 h 6858000"/>
              <a:gd name="connsiteX321" fmla="*/ 5682041 w 7467600"/>
              <a:gd name="connsiteY321" fmla="*/ 6355860 h 6858000"/>
              <a:gd name="connsiteX322" fmla="*/ 5461758 w 7467600"/>
              <a:gd name="connsiteY322" fmla="*/ 5820220 h 6858000"/>
              <a:gd name="connsiteX323" fmla="*/ 5237282 w 7467600"/>
              <a:gd name="connsiteY323" fmla="*/ 6579086 h 6858000"/>
              <a:gd name="connsiteX324" fmla="*/ 5115009 w 7467600"/>
              <a:gd name="connsiteY324" fmla="*/ 6858000 h 6858000"/>
              <a:gd name="connsiteX325" fmla="*/ 5028074 w 7467600"/>
              <a:gd name="connsiteY325" fmla="*/ 6858000 h 6858000"/>
              <a:gd name="connsiteX326" fmla="*/ 5079508 w 7467600"/>
              <a:gd name="connsiteY326" fmla="*/ 6749074 h 6858000"/>
              <a:gd name="connsiteX327" fmla="*/ 5371846 w 7467600"/>
              <a:gd name="connsiteY327" fmla="*/ 5924413 h 6858000"/>
              <a:gd name="connsiteX328" fmla="*/ 5270512 w 7467600"/>
              <a:gd name="connsiteY328" fmla="*/ 6138975 h 6858000"/>
              <a:gd name="connsiteX329" fmla="*/ 5062409 w 7467600"/>
              <a:gd name="connsiteY329" fmla="*/ 6653544 h 6858000"/>
              <a:gd name="connsiteX330" fmla="*/ 5036628 w 7467600"/>
              <a:gd name="connsiteY330" fmla="*/ 6754247 h 6858000"/>
              <a:gd name="connsiteX331" fmla="*/ 5009112 w 7467600"/>
              <a:gd name="connsiteY331" fmla="*/ 6858000 h 6858000"/>
              <a:gd name="connsiteX332" fmla="*/ 4976679 w 7467600"/>
              <a:gd name="connsiteY332" fmla="*/ 6858000 h 6858000"/>
              <a:gd name="connsiteX333" fmla="*/ 5006537 w 7467600"/>
              <a:gd name="connsiteY333" fmla="*/ 6747068 h 6858000"/>
              <a:gd name="connsiteX334" fmla="*/ 5032723 w 7467600"/>
              <a:gd name="connsiteY334" fmla="*/ 6644957 h 6858000"/>
              <a:gd name="connsiteX335" fmla="*/ 5242949 w 7467600"/>
              <a:gd name="connsiteY335" fmla="*/ 6125175 h 6858000"/>
              <a:gd name="connsiteX336" fmla="*/ 5286321 w 7467600"/>
              <a:gd name="connsiteY336" fmla="*/ 6033555 h 6858000"/>
              <a:gd name="connsiteX337" fmla="*/ 5008210 w 7467600"/>
              <a:gd name="connsiteY337" fmla="*/ 6649194 h 6858000"/>
              <a:gd name="connsiteX338" fmla="*/ 4986321 w 7467600"/>
              <a:gd name="connsiteY338" fmla="*/ 6765687 h 6858000"/>
              <a:gd name="connsiteX339" fmla="*/ 4973474 w 7467600"/>
              <a:gd name="connsiteY339" fmla="*/ 6858000 h 6858000"/>
              <a:gd name="connsiteX340" fmla="*/ 4907178 w 7467600"/>
              <a:gd name="connsiteY340" fmla="*/ 6858000 h 6858000"/>
              <a:gd name="connsiteX341" fmla="*/ 4910810 w 7467600"/>
              <a:gd name="connsiteY341" fmla="*/ 6829660 h 6858000"/>
              <a:gd name="connsiteX342" fmla="*/ 4987461 w 7467600"/>
              <a:gd name="connsiteY342" fmla="*/ 6432994 h 6858000"/>
              <a:gd name="connsiteX343" fmla="*/ 5179262 w 7467600"/>
              <a:gd name="connsiteY343" fmla="*/ 6035044 h 6858000"/>
              <a:gd name="connsiteX344" fmla="*/ 4689678 w 7467600"/>
              <a:gd name="connsiteY344" fmla="*/ 6440241 h 6858000"/>
              <a:gd name="connsiteX345" fmla="*/ 4477543 w 7467600"/>
              <a:gd name="connsiteY345" fmla="*/ 6674836 h 6858000"/>
              <a:gd name="connsiteX346" fmla="*/ 4329957 w 7467600"/>
              <a:gd name="connsiteY346" fmla="*/ 6858000 h 6858000"/>
              <a:gd name="connsiteX347" fmla="*/ 4218595 w 7467600"/>
              <a:gd name="connsiteY347" fmla="*/ 6858000 h 6858000"/>
              <a:gd name="connsiteX348" fmla="*/ 4368888 w 7467600"/>
              <a:gd name="connsiteY348" fmla="*/ 6668412 h 6858000"/>
              <a:gd name="connsiteX349" fmla="*/ 4563091 w 7467600"/>
              <a:gd name="connsiteY349" fmla="*/ 6442508 h 6858000"/>
              <a:gd name="connsiteX350" fmla="*/ 5387324 w 7467600"/>
              <a:gd name="connsiteY350" fmla="*/ 5705830 h 6858000"/>
              <a:gd name="connsiteX351" fmla="*/ 5073620 w 7467600"/>
              <a:gd name="connsiteY351" fmla="*/ 5955437 h 6858000"/>
              <a:gd name="connsiteX352" fmla="*/ 4689789 w 7467600"/>
              <a:gd name="connsiteY352" fmla="*/ 6268382 h 6858000"/>
              <a:gd name="connsiteX353" fmla="*/ 4418722 w 7467600"/>
              <a:gd name="connsiteY353" fmla="*/ 6570886 h 6858000"/>
              <a:gd name="connsiteX354" fmla="*/ 4214944 w 7467600"/>
              <a:gd name="connsiteY354" fmla="*/ 6858000 h 6858000"/>
              <a:gd name="connsiteX355" fmla="*/ 4177898 w 7467600"/>
              <a:gd name="connsiteY355" fmla="*/ 6858000 h 6858000"/>
              <a:gd name="connsiteX356" fmla="*/ 4391597 w 7467600"/>
              <a:gd name="connsiteY356" fmla="*/ 6556370 h 6858000"/>
              <a:gd name="connsiteX357" fmla="*/ 4668889 w 7467600"/>
              <a:gd name="connsiteY357" fmla="*/ 6246399 h 6858000"/>
              <a:gd name="connsiteX358" fmla="*/ 5055427 w 7467600"/>
              <a:gd name="connsiteY358" fmla="*/ 5931476 h 6858000"/>
              <a:gd name="connsiteX359" fmla="*/ 5371814 w 7467600"/>
              <a:gd name="connsiteY359" fmla="*/ 5678975 h 6858000"/>
              <a:gd name="connsiteX360" fmla="*/ 4987918 w 7467600"/>
              <a:gd name="connsiteY360" fmla="*/ 5838701 h 6858000"/>
              <a:gd name="connsiteX361" fmla="*/ 4317146 w 7467600"/>
              <a:gd name="connsiteY361" fmla="*/ 6587716 h 6858000"/>
              <a:gd name="connsiteX362" fmla="*/ 4171627 w 7467600"/>
              <a:gd name="connsiteY362" fmla="*/ 6858000 h 6858000"/>
              <a:gd name="connsiteX363" fmla="*/ 4081585 w 7467600"/>
              <a:gd name="connsiteY363" fmla="*/ 6858000 h 6858000"/>
              <a:gd name="connsiteX364" fmla="*/ 4238603 w 7467600"/>
              <a:gd name="connsiteY364" fmla="*/ 6559341 h 6858000"/>
              <a:gd name="connsiteX365" fmla="*/ 4778333 w 7467600"/>
              <a:gd name="connsiteY365" fmla="*/ 5873626 h 6858000"/>
              <a:gd name="connsiteX366" fmla="*/ 5414185 w 7467600"/>
              <a:gd name="connsiteY366" fmla="*/ 5573882 h 6858000"/>
              <a:gd name="connsiteX367" fmla="*/ 5959648 w 7467600"/>
              <a:gd name="connsiteY367" fmla="*/ 4760797 h 6858000"/>
              <a:gd name="connsiteX368" fmla="*/ 5355019 w 7467600"/>
              <a:gd name="connsiteY368" fmla="*/ 4734672 h 6858000"/>
              <a:gd name="connsiteX369" fmla="*/ 5083565 w 7467600"/>
              <a:gd name="connsiteY369" fmla="*/ 5179121 h 6858000"/>
              <a:gd name="connsiteX370" fmla="*/ 4713577 w 7467600"/>
              <a:gd name="connsiteY370" fmla="*/ 5616803 h 6858000"/>
              <a:gd name="connsiteX371" fmla="*/ 3989559 w 7467600"/>
              <a:gd name="connsiteY371" fmla="*/ 6145945 h 6858000"/>
              <a:gd name="connsiteX372" fmla="*/ 3939824 w 7467600"/>
              <a:gd name="connsiteY372" fmla="*/ 6066900 h 6858000"/>
              <a:gd name="connsiteX373" fmla="*/ 4584537 w 7467600"/>
              <a:gd name="connsiteY373" fmla="*/ 5324826 h 6858000"/>
              <a:gd name="connsiteX374" fmla="*/ 5037105 w 7467600"/>
              <a:gd name="connsiteY374" fmla="*/ 5088765 h 6858000"/>
              <a:gd name="connsiteX375" fmla="*/ 5039930 w 7467600"/>
              <a:gd name="connsiteY375" fmla="*/ 5089585 h 6858000"/>
              <a:gd name="connsiteX376" fmla="*/ 5263764 w 7467600"/>
              <a:gd name="connsiteY376" fmla="*/ 4735525 h 6858000"/>
              <a:gd name="connsiteX377" fmla="*/ 4086300 w 7467600"/>
              <a:gd name="connsiteY377" fmla="*/ 4884599 h 6858000"/>
              <a:gd name="connsiteX378" fmla="*/ 4085485 w 7467600"/>
              <a:gd name="connsiteY378" fmla="*/ 4899070 h 6858000"/>
              <a:gd name="connsiteX379" fmla="*/ 3871915 w 7467600"/>
              <a:gd name="connsiteY379" fmla="*/ 5253645 h 6858000"/>
              <a:gd name="connsiteX380" fmla="*/ 3799374 w 7467600"/>
              <a:gd name="connsiteY380" fmla="*/ 5466127 h 6858000"/>
              <a:gd name="connsiteX381" fmla="*/ 3498850 w 7467600"/>
              <a:gd name="connsiteY381" fmla="*/ 6661888 h 6858000"/>
              <a:gd name="connsiteX382" fmla="*/ 3399216 w 7467600"/>
              <a:gd name="connsiteY382" fmla="*/ 6858000 h 6858000"/>
              <a:gd name="connsiteX383" fmla="*/ 3303688 w 7467600"/>
              <a:gd name="connsiteY383" fmla="*/ 6858000 h 6858000"/>
              <a:gd name="connsiteX384" fmla="*/ 3391774 w 7467600"/>
              <a:gd name="connsiteY384" fmla="*/ 6697181 h 6858000"/>
              <a:gd name="connsiteX385" fmla="*/ 3735540 w 7467600"/>
              <a:gd name="connsiteY385" fmla="*/ 5546923 h 6858000"/>
              <a:gd name="connsiteX386" fmla="*/ 3729438 w 7467600"/>
              <a:gd name="connsiteY386" fmla="*/ 5569058 h 6858000"/>
              <a:gd name="connsiteX387" fmla="*/ 3707782 w 7467600"/>
              <a:gd name="connsiteY387" fmla="*/ 5644908 h 6858000"/>
              <a:gd name="connsiteX388" fmla="*/ 3583827 w 7467600"/>
              <a:gd name="connsiteY388" fmla="*/ 6039215 h 6858000"/>
              <a:gd name="connsiteX389" fmla="*/ 3547861 w 7467600"/>
              <a:gd name="connsiteY389" fmla="*/ 6129609 h 6858000"/>
              <a:gd name="connsiteX390" fmla="*/ 3490905 w 7467600"/>
              <a:gd name="connsiteY390" fmla="*/ 6277660 h 6858000"/>
              <a:gd name="connsiteX391" fmla="*/ 3455859 w 7467600"/>
              <a:gd name="connsiteY391" fmla="*/ 6391301 h 6858000"/>
              <a:gd name="connsiteX392" fmla="*/ 3429112 w 7467600"/>
              <a:gd name="connsiteY392" fmla="*/ 6479469 h 6858000"/>
              <a:gd name="connsiteX393" fmla="*/ 3304862 w 7467600"/>
              <a:gd name="connsiteY393" fmla="*/ 6796476 h 6858000"/>
              <a:gd name="connsiteX394" fmla="*/ 3276071 w 7467600"/>
              <a:gd name="connsiteY394" fmla="*/ 6858000 h 6858000"/>
              <a:gd name="connsiteX395" fmla="*/ 3240805 w 7467600"/>
              <a:gd name="connsiteY395" fmla="*/ 6858000 h 6858000"/>
              <a:gd name="connsiteX396" fmla="*/ 3275917 w 7467600"/>
              <a:gd name="connsiteY396" fmla="*/ 6783192 h 6858000"/>
              <a:gd name="connsiteX397" fmla="*/ 3399358 w 7467600"/>
              <a:gd name="connsiteY397" fmla="*/ 6469011 h 6858000"/>
              <a:gd name="connsiteX398" fmla="*/ 3425650 w 7467600"/>
              <a:gd name="connsiteY398" fmla="*/ 6381333 h 6858000"/>
              <a:gd name="connsiteX399" fmla="*/ 3460661 w 7467600"/>
              <a:gd name="connsiteY399" fmla="*/ 6266763 h 6858000"/>
              <a:gd name="connsiteX400" fmla="*/ 3518021 w 7467600"/>
              <a:gd name="connsiteY400" fmla="*/ 6117298 h 6858000"/>
              <a:gd name="connsiteX401" fmla="*/ 3554035 w 7467600"/>
              <a:gd name="connsiteY401" fmla="*/ 6027832 h 6858000"/>
              <a:gd name="connsiteX402" fmla="*/ 3677174 w 7467600"/>
              <a:gd name="connsiteY402" fmla="*/ 5636351 h 6858000"/>
              <a:gd name="connsiteX403" fmla="*/ 3698819 w 7467600"/>
              <a:gd name="connsiteY403" fmla="*/ 5560503 h 6858000"/>
              <a:gd name="connsiteX404" fmla="*/ 3702094 w 7467600"/>
              <a:gd name="connsiteY404" fmla="*/ 5549194 h 6858000"/>
              <a:gd name="connsiteX405" fmla="*/ 3398355 w 7467600"/>
              <a:gd name="connsiteY405" fmla="*/ 6094603 h 6858000"/>
              <a:gd name="connsiteX406" fmla="*/ 3193941 w 7467600"/>
              <a:gd name="connsiteY406" fmla="*/ 6798775 h 6858000"/>
              <a:gd name="connsiteX407" fmla="*/ 3184140 w 7467600"/>
              <a:gd name="connsiteY407" fmla="*/ 6858000 h 6858000"/>
              <a:gd name="connsiteX408" fmla="*/ 3099978 w 7467600"/>
              <a:gd name="connsiteY408" fmla="*/ 6858000 h 6858000"/>
              <a:gd name="connsiteX409" fmla="*/ 3101556 w 7467600"/>
              <a:gd name="connsiteY409" fmla="*/ 6843337 h 6858000"/>
              <a:gd name="connsiteX410" fmla="*/ 3370162 w 7467600"/>
              <a:gd name="connsiteY410" fmla="*/ 5785550 h 6858000"/>
              <a:gd name="connsiteX411" fmla="*/ 3746477 w 7467600"/>
              <a:gd name="connsiteY411" fmla="*/ 5377889 h 6858000"/>
              <a:gd name="connsiteX412" fmla="*/ 3863399 w 7467600"/>
              <a:gd name="connsiteY412" fmla="*/ 5087257 h 6858000"/>
              <a:gd name="connsiteX413" fmla="*/ 3968712 w 7467600"/>
              <a:gd name="connsiteY413" fmla="*/ 4913989 h 6858000"/>
              <a:gd name="connsiteX414" fmla="*/ 2792390 w 7467600"/>
              <a:gd name="connsiteY414" fmla="*/ 5382974 h 6858000"/>
              <a:gd name="connsiteX415" fmla="*/ 2714982 w 7467600"/>
              <a:gd name="connsiteY415" fmla="*/ 5427051 h 6858000"/>
              <a:gd name="connsiteX416" fmla="*/ 2813361 w 7467600"/>
              <a:gd name="connsiteY416" fmla="*/ 6023912 h 6858000"/>
              <a:gd name="connsiteX417" fmla="*/ 2688430 w 7467600"/>
              <a:gd name="connsiteY417" fmla="*/ 6801564 h 6858000"/>
              <a:gd name="connsiteX418" fmla="*/ 2629626 w 7467600"/>
              <a:gd name="connsiteY418" fmla="*/ 6763394 h 6858000"/>
              <a:gd name="connsiteX419" fmla="*/ 2565328 w 7467600"/>
              <a:gd name="connsiteY419" fmla="*/ 5516399 h 6858000"/>
              <a:gd name="connsiteX420" fmla="*/ 1922999 w 7467600"/>
              <a:gd name="connsiteY420" fmla="*/ 5980343 h 6858000"/>
              <a:gd name="connsiteX421" fmla="*/ 1950261 w 7467600"/>
              <a:gd name="connsiteY421" fmla="*/ 6405858 h 6858000"/>
              <a:gd name="connsiteX422" fmla="*/ 2365554 w 7467600"/>
              <a:gd name="connsiteY422" fmla="*/ 6759107 h 6858000"/>
              <a:gd name="connsiteX423" fmla="*/ 2424142 w 7467600"/>
              <a:gd name="connsiteY423" fmla="*/ 6858000 h 6858000"/>
              <a:gd name="connsiteX424" fmla="*/ 2395994 w 7467600"/>
              <a:gd name="connsiteY424" fmla="*/ 6858000 h 6858000"/>
              <a:gd name="connsiteX425" fmla="*/ 2392863 w 7467600"/>
              <a:gd name="connsiteY425" fmla="*/ 6852964 h 6858000"/>
              <a:gd name="connsiteX426" fmla="*/ 2017589 w 7467600"/>
              <a:gd name="connsiteY426" fmla="*/ 6493982 h 6858000"/>
              <a:gd name="connsiteX427" fmla="*/ 2147336 w 7467600"/>
              <a:gd name="connsiteY427" fmla="*/ 6594052 h 6858000"/>
              <a:gd name="connsiteX428" fmla="*/ 2207047 w 7467600"/>
              <a:gd name="connsiteY428" fmla="*/ 6654540 h 6858000"/>
              <a:gd name="connsiteX429" fmla="*/ 2299106 w 7467600"/>
              <a:gd name="connsiteY429" fmla="*/ 6778931 h 6858000"/>
              <a:gd name="connsiteX430" fmla="*/ 2314430 w 7467600"/>
              <a:gd name="connsiteY430" fmla="*/ 6801144 h 6858000"/>
              <a:gd name="connsiteX431" fmla="*/ 2352406 w 7467600"/>
              <a:gd name="connsiteY431" fmla="*/ 6858000 h 6858000"/>
              <a:gd name="connsiteX432" fmla="*/ 2314492 w 7467600"/>
              <a:gd name="connsiteY432" fmla="*/ 6858000 h 6858000"/>
              <a:gd name="connsiteX433" fmla="*/ 2288095 w 7467600"/>
              <a:gd name="connsiteY433" fmla="*/ 6818030 h 6858000"/>
              <a:gd name="connsiteX434" fmla="*/ 2272768 w 7467600"/>
              <a:gd name="connsiteY434" fmla="*/ 6795822 h 6858000"/>
              <a:gd name="connsiteX435" fmla="*/ 2182715 w 7467600"/>
              <a:gd name="connsiteY435" fmla="*/ 6675071 h 6858000"/>
              <a:gd name="connsiteX436" fmla="*/ 2032061 w 7467600"/>
              <a:gd name="connsiteY436" fmla="*/ 6541380 h 6858000"/>
              <a:gd name="connsiteX437" fmla="*/ 2257220 w 7467600"/>
              <a:gd name="connsiteY437" fmla="*/ 6826257 h 6858000"/>
              <a:gd name="connsiteX438" fmla="*/ 2281324 w 7467600"/>
              <a:gd name="connsiteY438" fmla="*/ 6858000 h 6858000"/>
              <a:gd name="connsiteX439" fmla="*/ 2242860 w 7467600"/>
              <a:gd name="connsiteY439" fmla="*/ 6858000 h 6858000"/>
              <a:gd name="connsiteX440" fmla="*/ 2232818 w 7467600"/>
              <a:gd name="connsiteY440" fmla="*/ 6844926 h 6858000"/>
              <a:gd name="connsiteX441" fmla="*/ 1990172 w 7467600"/>
              <a:gd name="connsiteY441" fmla="*/ 6542121 h 6858000"/>
              <a:gd name="connsiteX442" fmla="*/ 2124090 w 7467600"/>
              <a:gd name="connsiteY442" fmla="*/ 6761017 h 6858000"/>
              <a:gd name="connsiteX443" fmla="*/ 2200380 w 7467600"/>
              <a:gd name="connsiteY443" fmla="*/ 6858000 h 6858000"/>
              <a:gd name="connsiteX444" fmla="*/ 2147507 w 7467600"/>
              <a:gd name="connsiteY444" fmla="*/ 6858000 h 6858000"/>
              <a:gd name="connsiteX445" fmla="*/ 2070668 w 7467600"/>
              <a:gd name="connsiteY445" fmla="*/ 6761520 h 6858000"/>
              <a:gd name="connsiteX446" fmla="*/ 1975142 w 7467600"/>
              <a:gd name="connsiteY446" fmla="*/ 6585570 h 6858000"/>
              <a:gd name="connsiteX447" fmla="*/ 2050035 w 7467600"/>
              <a:gd name="connsiteY447" fmla="*/ 6813345 h 6858000"/>
              <a:gd name="connsiteX448" fmla="*/ 2063025 w 7467600"/>
              <a:gd name="connsiteY448" fmla="*/ 6858000 h 6858000"/>
              <a:gd name="connsiteX449" fmla="*/ 2021675 w 7467600"/>
              <a:gd name="connsiteY449" fmla="*/ 6858000 h 6858000"/>
              <a:gd name="connsiteX450" fmla="*/ 2019308 w 7467600"/>
              <a:gd name="connsiteY450" fmla="*/ 6847118 h 6858000"/>
              <a:gd name="connsiteX451" fmla="*/ 1938835 w 7467600"/>
              <a:gd name="connsiteY451" fmla="*/ 6551160 h 6858000"/>
              <a:gd name="connsiteX452" fmla="*/ 1953230 w 7467600"/>
              <a:gd name="connsiteY452" fmla="*/ 6759699 h 6858000"/>
              <a:gd name="connsiteX453" fmla="*/ 1956763 w 7467600"/>
              <a:gd name="connsiteY453" fmla="*/ 6778191 h 6858000"/>
              <a:gd name="connsiteX454" fmla="*/ 1967925 w 7467600"/>
              <a:gd name="connsiteY454" fmla="*/ 6858000 h 6858000"/>
              <a:gd name="connsiteX455" fmla="*/ 1936622 w 7467600"/>
              <a:gd name="connsiteY455" fmla="*/ 6858000 h 6858000"/>
              <a:gd name="connsiteX456" fmla="*/ 1926261 w 7467600"/>
              <a:gd name="connsiteY456" fmla="*/ 6784064 h 6858000"/>
              <a:gd name="connsiteX457" fmla="*/ 1922724 w 7467600"/>
              <a:gd name="connsiteY457" fmla="*/ 6765577 h 6858000"/>
              <a:gd name="connsiteX458" fmla="*/ 1904650 w 7467600"/>
              <a:gd name="connsiteY458" fmla="*/ 6639616 h 6858000"/>
              <a:gd name="connsiteX459" fmla="*/ 1885273 w 7467600"/>
              <a:gd name="connsiteY459" fmla="*/ 6858000 h 6858000"/>
              <a:gd name="connsiteX460" fmla="*/ 1854363 w 7467600"/>
              <a:gd name="connsiteY460" fmla="*/ 6858000 h 6858000"/>
              <a:gd name="connsiteX461" fmla="*/ 1880391 w 7467600"/>
              <a:gd name="connsiteY461" fmla="*/ 6603796 h 6858000"/>
              <a:gd name="connsiteX462" fmla="*/ 1818273 w 7467600"/>
              <a:gd name="connsiteY462" fmla="*/ 6715729 h 6858000"/>
              <a:gd name="connsiteX463" fmla="*/ 1794691 w 7467600"/>
              <a:gd name="connsiteY463" fmla="*/ 6843239 h 6858000"/>
              <a:gd name="connsiteX464" fmla="*/ 1794914 w 7467600"/>
              <a:gd name="connsiteY464" fmla="*/ 6858000 h 6858000"/>
              <a:gd name="connsiteX465" fmla="*/ 1746128 w 7467600"/>
              <a:gd name="connsiteY465" fmla="*/ 6858000 h 6858000"/>
              <a:gd name="connsiteX466" fmla="*/ 1753934 w 7467600"/>
              <a:gd name="connsiteY466" fmla="*/ 6724796 h 6858000"/>
              <a:gd name="connsiteX467" fmla="*/ 1792053 w 7467600"/>
              <a:gd name="connsiteY467" fmla="*/ 6572396 h 6858000"/>
              <a:gd name="connsiteX468" fmla="*/ 1862248 w 7467600"/>
              <a:gd name="connsiteY468" fmla="*/ 6266397 h 6858000"/>
              <a:gd name="connsiteX469" fmla="*/ 1862250 w 7467600"/>
              <a:gd name="connsiteY469" fmla="*/ 6033531 h 6858000"/>
              <a:gd name="connsiteX470" fmla="*/ 1211999 w 7467600"/>
              <a:gd name="connsiteY470" fmla="*/ 6683610 h 6858000"/>
              <a:gd name="connsiteX471" fmla="*/ 1213266 w 7467600"/>
              <a:gd name="connsiteY471" fmla="*/ 6691947 h 6858000"/>
              <a:gd name="connsiteX472" fmla="*/ 1203370 w 7467600"/>
              <a:gd name="connsiteY472" fmla="*/ 6850676 h 6858000"/>
              <a:gd name="connsiteX473" fmla="*/ 1203671 w 7467600"/>
              <a:gd name="connsiteY473" fmla="*/ 6858000 h 6858000"/>
              <a:gd name="connsiteX474" fmla="*/ 1143180 w 7467600"/>
              <a:gd name="connsiteY474" fmla="*/ 6858000 h 6858000"/>
              <a:gd name="connsiteX475" fmla="*/ 1142176 w 7467600"/>
              <a:gd name="connsiteY475" fmla="*/ 6766045 h 6858000"/>
              <a:gd name="connsiteX476" fmla="*/ 1067484 w 7467600"/>
              <a:gd name="connsiteY476" fmla="*/ 6858000 h 6858000"/>
              <a:gd name="connsiteX477" fmla="*/ 953928 w 7467600"/>
              <a:gd name="connsiteY477" fmla="*/ 6858000 h 6858000"/>
              <a:gd name="connsiteX478" fmla="*/ 959715 w 7467600"/>
              <a:gd name="connsiteY478" fmla="*/ 6850185 h 6858000"/>
              <a:gd name="connsiteX479" fmla="*/ 1483788 w 7467600"/>
              <a:gd name="connsiteY479" fmla="*/ 6259174 h 6858000"/>
              <a:gd name="connsiteX480" fmla="*/ 1100671 w 7467600"/>
              <a:gd name="connsiteY480" fmla="*/ 6252137 h 6858000"/>
              <a:gd name="connsiteX481" fmla="*/ 1090144 w 7467600"/>
              <a:gd name="connsiteY481" fmla="*/ 6256748 h 6858000"/>
              <a:gd name="connsiteX482" fmla="*/ 1095872 w 7467600"/>
              <a:gd name="connsiteY482" fmla="*/ 6271892 h 6858000"/>
              <a:gd name="connsiteX483" fmla="*/ 262785 w 7467600"/>
              <a:gd name="connsiteY483" fmla="*/ 6845450 h 6858000"/>
              <a:gd name="connsiteX484" fmla="*/ 209968 w 7467600"/>
              <a:gd name="connsiteY484" fmla="*/ 6770713 h 6858000"/>
              <a:gd name="connsiteX485" fmla="*/ 873460 w 7467600"/>
              <a:gd name="connsiteY485" fmla="*/ 6253768 h 6858000"/>
              <a:gd name="connsiteX486" fmla="*/ 192686 w 7467600"/>
              <a:gd name="connsiteY486" fmla="*/ 5849257 h 6858000"/>
              <a:gd name="connsiteX487" fmla="*/ 4696 w 7467600"/>
              <a:gd name="connsiteY487" fmla="*/ 5697668 h 6858000"/>
              <a:gd name="connsiteX488" fmla="*/ 0 w 7467600"/>
              <a:gd name="connsiteY488" fmla="*/ 5689984 h 6858000"/>
              <a:gd name="connsiteX489" fmla="*/ 0 w 7467600"/>
              <a:gd name="connsiteY489" fmla="*/ 5513472 h 6858000"/>
              <a:gd name="connsiteX490" fmla="*/ 174101 w 7467600"/>
              <a:gd name="connsiteY490" fmla="*/ 5620277 h 6858000"/>
              <a:gd name="connsiteX491" fmla="*/ 891800 w 7467600"/>
              <a:gd name="connsiteY491" fmla="*/ 6036935 h 6858000"/>
              <a:gd name="connsiteX492" fmla="*/ 1072219 w 7467600"/>
              <a:gd name="connsiteY492" fmla="*/ 6169443 h 6858000"/>
              <a:gd name="connsiteX493" fmla="*/ 1074117 w 7467600"/>
              <a:gd name="connsiteY493" fmla="*/ 6170301 h 6858000"/>
              <a:gd name="connsiteX494" fmla="*/ 1083114 w 7467600"/>
              <a:gd name="connsiteY494" fmla="*/ 6174131 h 6858000"/>
              <a:gd name="connsiteX495" fmla="*/ 1543010 w 7467600"/>
              <a:gd name="connsiteY495" fmla="*/ 6191140 h 6858000"/>
              <a:gd name="connsiteX496" fmla="*/ 1551080 w 7467600"/>
              <a:gd name="connsiteY496" fmla="*/ 6195006 h 6858000"/>
              <a:gd name="connsiteX497" fmla="*/ 2345443 w 7467600"/>
              <a:gd name="connsiteY497" fmla="*/ 5549882 h 6858000"/>
              <a:gd name="connsiteX498" fmla="*/ 1721499 w 7467600"/>
              <a:gd name="connsiteY498" fmla="*/ 5599969 h 6858000"/>
              <a:gd name="connsiteX499" fmla="*/ 767716 w 7467600"/>
              <a:gd name="connsiteY499" fmla="*/ 5472768 h 6858000"/>
              <a:gd name="connsiteX500" fmla="*/ 722147 w 7467600"/>
              <a:gd name="connsiteY500" fmla="*/ 5393091 h 6858000"/>
              <a:gd name="connsiteX501" fmla="*/ 1485552 w 7467600"/>
              <a:gd name="connsiteY501" fmla="*/ 5313202 h 6858000"/>
              <a:gd name="connsiteX502" fmla="*/ 2143004 w 7467600"/>
              <a:gd name="connsiteY502" fmla="*/ 5402420 h 6858000"/>
              <a:gd name="connsiteX503" fmla="*/ 1933391 w 7467600"/>
              <a:gd name="connsiteY503" fmla="*/ 5156971 h 6858000"/>
              <a:gd name="connsiteX504" fmla="*/ 1827118 w 7467600"/>
              <a:gd name="connsiteY504" fmla="*/ 4968410 h 6858000"/>
              <a:gd name="connsiteX505" fmla="*/ 1837349 w 7467600"/>
              <a:gd name="connsiteY505" fmla="*/ 4956357 h 6858000"/>
              <a:gd name="connsiteX506" fmla="*/ 2162835 w 7467600"/>
              <a:gd name="connsiteY506" fmla="*/ 5187853 h 6858000"/>
              <a:gd name="connsiteX507" fmla="*/ 2257167 w 7467600"/>
              <a:gd name="connsiteY507" fmla="*/ 5462123 h 6858000"/>
              <a:gd name="connsiteX508" fmla="*/ 2261598 w 7467600"/>
              <a:gd name="connsiteY508" fmla="*/ 5467998 h 6858000"/>
              <a:gd name="connsiteX509" fmla="*/ 2437177 w 7467600"/>
              <a:gd name="connsiteY509" fmla="*/ 5479608 h 6858000"/>
              <a:gd name="connsiteX510" fmla="*/ 2445247 w 7467600"/>
              <a:gd name="connsiteY510" fmla="*/ 5483476 h 6858000"/>
              <a:gd name="connsiteX511" fmla="*/ 2743626 w 7467600"/>
              <a:gd name="connsiteY511" fmla="*/ 5304819 h 6858000"/>
              <a:gd name="connsiteX512" fmla="*/ 3048102 w 7467600"/>
              <a:gd name="connsiteY512" fmla="*/ 5150595 h 6858000"/>
              <a:gd name="connsiteX513" fmla="*/ 1799414 w 7467600"/>
              <a:gd name="connsiteY513" fmla="*/ 4694732 h 6858000"/>
              <a:gd name="connsiteX514" fmla="*/ 1771735 w 7467600"/>
              <a:gd name="connsiteY514" fmla="*/ 4619929 h 6858000"/>
              <a:gd name="connsiteX515" fmla="*/ 3104273 w 7467600"/>
              <a:gd name="connsiteY515" fmla="*/ 5076159 h 6858000"/>
              <a:gd name="connsiteX516" fmla="*/ 3113245 w 7467600"/>
              <a:gd name="connsiteY516" fmla="*/ 5090705 h 6858000"/>
              <a:gd name="connsiteX517" fmla="*/ 3126294 w 7467600"/>
              <a:gd name="connsiteY517" fmla="*/ 5114400 h 6858000"/>
              <a:gd name="connsiteX518" fmla="*/ 3937433 w 7467600"/>
              <a:gd name="connsiteY518" fmla="*/ 4830473 h 6858000"/>
              <a:gd name="connsiteX519" fmla="*/ 3590475 w 7467600"/>
              <a:gd name="connsiteY519" fmla="*/ 4597974 h 6858000"/>
              <a:gd name="connsiteX520" fmla="*/ 3100264 w 7467600"/>
              <a:gd name="connsiteY520" fmla="*/ 4579845 h 6858000"/>
              <a:gd name="connsiteX521" fmla="*/ 2183576 w 7467600"/>
              <a:gd name="connsiteY521" fmla="*/ 4227150 h 6858000"/>
              <a:gd name="connsiteX522" fmla="*/ 2151029 w 7467600"/>
              <a:gd name="connsiteY522" fmla="*/ 4146947 h 6858000"/>
              <a:gd name="connsiteX523" fmla="*/ 3563434 w 7467600"/>
              <a:gd name="connsiteY523" fmla="*/ 4469115 h 6858000"/>
              <a:gd name="connsiteX524" fmla="*/ 3177952 w 7467600"/>
              <a:gd name="connsiteY524" fmla="*/ 3657386 h 6858000"/>
              <a:gd name="connsiteX525" fmla="*/ 3189263 w 7467600"/>
              <a:gd name="connsiteY525" fmla="*/ 3625726 h 6858000"/>
              <a:gd name="connsiteX526" fmla="*/ 3560912 w 7467600"/>
              <a:gd name="connsiteY526" fmla="*/ 4079863 h 6858000"/>
              <a:gd name="connsiteX527" fmla="*/ 3626636 w 7467600"/>
              <a:gd name="connsiteY527" fmla="*/ 4512230 h 6858000"/>
              <a:gd name="connsiteX528" fmla="*/ 3653088 w 7467600"/>
              <a:gd name="connsiteY528" fmla="*/ 4521417 h 6858000"/>
              <a:gd name="connsiteX529" fmla="*/ 3988128 w 7467600"/>
              <a:gd name="connsiteY529" fmla="*/ 4817267 h 6858000"/>
              <a:gd name="connsiteX530" fmla="*/ 4830582 w 7467600"/>
              <a:gd name="connsiteY530" fmla="*/ 4676000 h 6858000"/>
              <a:gd name="connsiteX531" fmla="*/ 4830100 w 7467600"/>
              <a:gd name="connsiteY531" fmla="*/ 4675554 h 6858000"/>
              <a:gd name="connsiteX532" fmla="*/ 4036318 w 7467600"/>
              <a:gd name="connsiteY532" fmla="*/ 4147013 h 6858000"/>
              <a:gd name="connsiteX533" fmla="*/ 3432098 w 7467600"/>
              <a:gd name="connsiteY533" fmla="*/ 3537312 h 6858000"/>
              <a:gd name="connsiteX534" fmla="*/ 3446761 w 7467600"/>
              <a:gd name="connsiteY534" fmla="*/ 3461278 h 6858000"/>
              <a:gd name="connsiteX535" fmla="*/ 4419733 w 7467600"/>
              <a:gd name="connsiteY535" fmla="*/ 3963555 h 6858000"/>
              <a:gd name="connsiteX536" fmla="*/ 4781371 w 7467600"/>
              <a:gd name="connsiteY536" fmla="*/ 4458604 h 6858000"/>
              <a:gd name="connsiteX537" fmla="*/ 4780440 w 7467600"/>
              <a:gd name="connsiteY537" fmla="*/ 4470290 h 6858000"/>
              <a:gd name="connsiteX538" fmla="*/ 4898954 w 7467600"/>
              <a:gd name="connsiteY538" fmla="*/ 4662092 h 6858000"/>
              <a:gd name="connsiteX539" fmla="*/ 4900699 w 7467600"/>
              <a:gd name="connsiteY539" fmla="*/ 4670867 h 6858000"/>
              <a:gd name="connsiteX540" fmla="*/ 5714511 w 7467600"/>
              <a:gd name="connsiteY540" fmla="*/ 4663483 h 6858000"/>
              <a:gd name="connsiteX541" fmla="*/ 5464793 w 7467600"/>
              <a:gd name="connsiteY541" fmla="*/ 4393556 h 6858000"/>
              <a:gd name="connsiteX542" fmla="*/ 5461897 w 7467600"/>
              <a:gd name="connsiteY542" fmla="*/ 4390879 h 6858000"/>
              <a:gd name="connsiteX543" fmla="*/ 4294126 w 7467600"/>
              <a:gd name="connsiteY543" fmla="*/ 3303048 h 6858000"/>
              <a:gd name="connsiteX544" fmla="*/ 4305321 w 7467600"/>
              <a:gd name="connsiteY544" fmla="*/ 3256953 h 6858000"/>
              <a:gd name="connsiteX545" fmla="*/ 4949299 w 7467600"/>
              <a:gd name="connsiteY545" fmla="*/ 3766336 h 6858000"/>
              <a:gd name="connsiteX546" fmla="*/ 5291452 w 7467600"/>
              <a:gd name="connsiteY546" fmla="*/ 4076801 h 6858000"/>
              <a:gd name="connsiteX547" fmla="*/ 5434998 w 7467600"/>
              <a:gd name="connsiteY547" fmla="*/ 4254100 h 6858000"/>
              <a:gd name="connsiteX548" fmla="*/ 5351015 w 7467600"/>
              <a:gd name="connsiteY548" fmla="*/ 3760989 h 6858000"/>
              <a:gd name="connsiteX549" fmla="*/ 5413780 w 7467600"/>
              <a:gd name="connsiteY549" fmla="*/ 2966265 h 6858000"/>
              <a:gd name="connsiteX550" fmla="*/ 5425627 w 7467600"/>
              <a:gd name="connsiteY550" fmla="*/ 2954192 h 6858000"/>
              <a:gd name="connsiteX551" fmla="*/ 6604735 w 7467600"/>
              <a:gd name="connsiteY551" fmla="*/ 2041381 h 6858000"/>
              <a:gd name="connsiteX552" fmla="*/ 7204487 w 7467600"/>
              <a:gd name="connsiteY552" fmla="*/ 2742112 h 6858000"/>
              <a:gd name="connsiteX553" fmla="*/ 7131592 w 7467600"/>
              <a:gd name="connsiteY553" fmla="*/ 2672096 h 6858000"/>
              <a:gd name="connsiteX554" fmla="*/ 6996344 w 7467600"/>
              <a:gd name="connsiteY554" fmla="*/ 2518310 h 6858000"/>
              <a:gd name="connsiteX555" fmla="*/ 6735495 w 7467600"/>
              <a:gd name="connsiteY555" fmla="*/ 2196890 h 6858000"/>
              <a:gd name="connsiteX556" fmla="*/ 6721901 w 7467600"/>
              <a:gd name="connsiteY556" fmla="*/ 2179274 h 6858000"/>
              <a:gd name="connsiteX557" fmla="*/ 6604735 w 7467600"/>
              <a:gd name="connsiteY557" fmla="*/ 2041381 h 6858000"/>
              <a:gd name="connsiteX558" fmla="*/ 6591670 w 7467600"/>
              <a:gd name="connsiteY558" fmla="*/ 1988277 h 6858000"/>
              <a:gd name="connsiteX559" fmla="*/ 6747349 w 7467600"/>
              <a:gd name="connsiteY559" fmla="*/ 2160069 h 6858000"/>
              <a:gd name="connsiteX560" fmla="*/ 6760943 w 7467600"/>
              <a:gd name="connsiteY560" fmla="*/ 2177686 h 6858000"/>
              <a:gd name="connsiteX561" fmla="*/ 7021065 w 7467600"/>
              <a:gd name="connsiteY561" fmla="*/ 2498102 h 6858000"/>
              <a:gd name="connsiteX562" fmla="*/ 7155223 w 7467600"/>
              <a:gd name="connsiteY562" fmla="*/ 2650386 h 6858000"/>
              <a:gd name="connsiteX563" fmla="*/ 7203167 w 7467600"/>
              <a:gd name="connsiteY563" fmla="*/ 2697288 h 6858000"/>
              <a:gd name="connsiteX564" fmla="*/ 6937703 w 7467600"/>
              <a:gd name="connsiteY564" fmla="*/ 2321981 h 6858000"/>
              <a:gd name="connsiteX565" fmla="*/ 6591670 w 7467600"/>
              <a:gd name="connsiteY565" fmla="*/ 1988277 h 6858000"/>
              <a:gd name="connsiteX566" fmla="*/ 5798671 w 7467600"/>
              <a:gd name="connsiteY566" fmla="*/ 1981601 h 6858000"/>
              <a:gd name="connsiteX567" fmla="*/ 5754709 w 7467600"/>
              <a:gd name="connsiteY567" fmla="*/ 2071454 h 6858000"/>
              <a:gd name="connsiteX568" fmla="*/ 5763044 w 7467600"/>
              <a:gd name="connsiteY568" fmla="*/ 2842206 h 6858000"/>
              <a:gd name="connsiteX569" fmla="*/ 5764974 w 7467600"/>
              <a:gd name="connsiteY569" fmla="*/ 2799609 h 6858000"/>
              <a:gd name="connsiteX570" fmla="*/ 5767665 w 7467600"/>
              <a:gd name="connsiteY570" fmla="*/ 2666409 h 6858000"/>
              <a:gd name="connsiteX571" fmla="*/ 5763055 w 7467600"/>
              <a:gd name="connsiteY571" fmla="*/ 2579705 h 6858000"/>
              <a:gd name="connsiteX572" fmla="*/ 5758079 w 7467600"/>
              <a:gd name="connsiteY572" fmla="*/ 2492508 h 6858000"/>
              <a:gd name="connsiteX573" fmla="*/ 5779325 w 7467600"/>
              <a:gd name="connsiteY573" fmla="*/ 2197069 h 6858000"/>
              <a:gd name="connsiteX574" fmla="*/ 5798671 w 7467600"/>
              <a:gd name="connsiteY574" fmla="*/ 1981601 h 6858000"/>
              <a:gd name="connsiteX575" fmla="*/ 5829202 w 7467600"/>
              <a:gd name="connsiteY575" fmla="*/ 1971679 h 6858000"/>
              <a:gd name="connsiteX576" fmla="*/ 5809558 w 7467600"/>
              <a:gd name="connsiteY576" fmla="*/ 2198043 h 6858000"/>
              <a:gd name="connsiteX577" fmla="*/ 5788653 w 7467600"/>
              <a:gd name="connsiteY577" fmla="*/ 2489430 h 6858000"/>
              <a:gd name="connsiteX578" fmla="*/ 5793439 w 7467600"/>
              <a:gd name="connsiteY578" fmla="*/ 2575235 h 6858000"/>
              <a:gd name="connsiteX579" fmla="*/ 5796837 w 7467600"/>
              <a:gd name="connsiteY579" fmla="*/ 2637633 h 6858000"/>
              <a:gd name="connsiteX580" fmla="*/ 5818614 w 7467600"/>
              <a:gd name="connsiteY580" fmla="*/ 2473055 h 6858000"/>
              <a:gd name="connsiteX581" fmla="*/ 5829202 w 7467600"/>
              <a:gd name="connsiteY581" fmla="*/ 1971679 h 6858000"/>
              <a:gd name="connsiteX582" fmla="*/ 5911389 w 7467600"/>
              <a:gd name="connsiteY582" fmla="*/ 1898371 h 6858000"/>
              <a:gd name="connsiteX583" fmla="*/ 6237627 w 7467600"/>
              <a:gd name="connsiteY583" fmla="*/ 2231921 h 6858000"/>
              <a:gd name="connsiteX584" fmla="*/ 5911389 w 7467600"/>
              <a:gd name="connsiteY584" fmla="*/ 1898371 h 6858000"/>
              <a:gd name="connsiteX585" fmla="*/ 6944437 w 7467600"/>
              <a:gd name="connsiteY585" fmla="*/ 1575402 h 6858000"/>
              <a:gd name="connsiteX586" fmla="*/ 6304730 w 7467600"/>
              <a:gd name="connsiteY586" fmla="*/ 1766654 h 6858000"/>
              <a:gd name="connsiteX587" fmla="*/ 6944437 w 7467600"/>
              <a:gd name="connsiteY587" fmla="*/ 1575402 h 6858000"/>
              <a:gd name="connsiteX588" fmla="*/ 7019523 w 7467600"/>
              <a:gd name="connsiteY588" fmla="*/ 1519450 h 6858000"/>
              <a:gd name="connsiteX589" fmla="*/ 6298091 w 7467600"/>
              <a:gd name="connsiteY589" fmla="*/ 1737122 h 6858000"/>
              <a:gd name="connsiteX590" fmla="*/ 7019523 w 7467600"/>
              <a:gd name="connsiteY590" fmla="*/ 1519450 h 6858000"/>
              <a:gd name="connsiteX591" fmla="*/ 2399523 w 7467600"/>
              <a:gd name="connsiteY591" fmla="*/ 1428234 h 6858000"/>
              <a:gd name="connsiteX592" fmla="*/ 2224982 w 7467600"/>
              <a:gd name="connsiteY592" fmla="*/ 1826201 h 6858000"/>
              <a:gd name="connsiteX593" fmla="*/ 2096099 w 7467600"/>
              <a:gd name="connsiteY593" fmla="*/ 2345900 h 6858000"/>
              <a:gd name="connsiteX594" fmla="*/ 2283317 w 7467600"/>
              <a:gd name="connsiteY594" fmla="*/ 1796925 h 6858000"/>
              <a:gd name="connsiteX595" fmla="*/ 2399523 w 7467600"/>
              <a:gd name="connsiteY595" fmla="*/ 1428234 h 6858000"/>
              <a:gd name="connsiteX596" fmla="*/ 2448558 w 7467600"/>
              <a:gd name="connsiteY596" fmla="*/ 1373435 h 6858000"/>
              <a:gd name="connsiteX597" fmla="*/ 2312521 w 7467600"/>
              <a:gd name="connsiteY597" fmla="*/ 1806140 h 6858000"/>
              <a:gd name="connsiteX598" fmla="*/ 2127533 w 7467600"/>
              <a:gd name="connsiteY598" fmla="*/ 2348380 h 6858000"/>
              <a:gd name="connsiteX599" fmla="*/ 2358080 w 7467600"/>
              <a:gd name="connsiteY599" fmla="*/ 1866134 h 6858000"/>
              <a:gd name="connsiteX600" fmla="*/ 2407436 w 7467600"/>
              <a:gd name="connsiteY600" fmla="*/ 1651070 h 6858000"/>
              <a:gd name="connsiteX601" fmla="*/ 2448558 w 7467600"/>
              <a:gd name="connsiteY601" fmla="*/ 1373435 h 6858000"/>
              <a:gd name="connsiteX602" fmla="*/ 278707 w 7467600"/>
              <a:gd name="connsiteY602" fmla="*/ 1352270 h 6858000"/>
              <a:gd name="connsiteX603" fmla="*/ 321570 w 7467600"/>
              <a:gd name="connsiteY603" fmla="*/ 1861610 h 6858000"/>
              <a:gd name="connsiteX604" fmla="*/ 294281 w 7467600"/>
              <a:gd name="connsiteY604" fmla="*/ 1440658 h 6858000"/>
              <a:gd name="connsiteX605" fmla="*/ 278707 w 7467600"/>
              <a:gd name="connsiteY605" fmla="*/ 1352270 h 6858000"/>
              <a:gd name="connsiteX606" fmla="*/ 1423821 w 7467600"/>
              <a:gd name="connsiteY606" fmla="*/ 1351958 h 6858000"/>
              <a:gd name="connsiteX607" fmla="*/ 1638521 w 7467600"/>
              <a:gd name="connsiteY607" fmla="*/ 1908470 h 6858000"/>
              <a:gd name="connsiteX608" fmla="*/ 1754199 w 7467600"/>
              <a:gd name="connsiteY608" fmla="*/ 2149284 h 6858000"/>
              <a:gd name="connsiteX609" fmla="*/ 1908359 w 7467600"/>
              <a:gd name="connsiteY609" fmla="*/ 2364988 h 6858000"/>
              <a:gd name="connsiteX610" fmla="*/ 1647661 w 7467600"/>
              <a:gd name="connsiteY610" fmla="*/ 1825945 h 6858000"/>
              <a:gd name="connsiteX611" fmla="*/ 1423821 w 7467600"/>
              <a:gd name="connsiteY611" fmla="*/ 1351958 h 6858000"/>
              <a:gd name="connsiteX612" fmla="*/ 1431890 w 7467600"/>
              <a:gd name="connsiteY612" fmla="*/ 1306475 h 6858000"/>
              <a:gd name="connsiteX613" fmla="*/ 1507597 w 7467600"/>
              <a:gd name="connsiteY613" fmla="*/ 1446132 h 6858000"/>
              <a:gd name="connsiteX614" fmla="*/ 1674586 w 7467600"/>
              <a:gd name="connsiteY614" fmla="*/ 1813832 h 6858000"/>
              <a:gd name="connsiteX615" fmla="*/ 1815950 w 7467600"/>
              <a:gd name="connsiteY615" fmla="*/ 2128564 h 6858000"/>
              <a:gd name="connsiteX616" fmla="*/ 1984242 w 7467600"/>
              <a:gd name="connsiteY616" fmla="*/ 2430829 h 6858000"/>
              <a:gd name="connsiteX617" fmla="*/ 2014023 w 7467600"/>
              <a:gd name="connsiteY617" fmla="*/ 2450995 h 6858000"/>
              <a:gd name="connsiteX618" fmla="*/ 1747337 w 7467600"/>
              <a:gd name="connsiteY618" fmla="*/ 1855264 h 6858000"/>
              <a:gd name="connsiteX619" fmla="*/ 1533749 w 7467600"/>
              <a:gd name="connsiteY619" fmla="*/ 1478656 h 6858000"/>
              <a:gd name="connsiteX620" fmla="*/ 1431890 w 7467600"/>
              <a:gd name="connsiteY620" fmla="*/ 1306475 h 6858000"/>
              <a:gd name="connsiteX621" fmla="*/ 5052692 w 7467600"/>
              <a:gd name="connsiteY621" fmla="*/ 1292994 h 6858000"/>
              <a:gd name="connsiteX622" fmla="*/ 5200661 w 7467600"/>
              <a:gd name="connsiteY622" fmla="*/ 1635186 h 6858000"/>
              <a:gd name="connsiteX623" fmla="*/ 5297138 w 7467600"/>
              <a:gd name="connsiteY623" fmla="*/ 1906351 h 6858000"/>
              <a:gd name="connsiteX624" fmla="*/ 5052692 w 7467600"/>
              <a:gd name="connsiteY624" fmla="*/ 1292994 h 6858000"/>
              <a:gd name="connsiteX625" fmla="*/ 5009948 w 7467600"/>
              <a:gd name="connsiteY625" fmla="*/ 1273619 h 6858000"/>
              <a:gd name="connsiteX626" fmla="*/ 5121777 w 7467600"/>
              <a:gd name="connsiteY626" fmla="*/ 1654213 h 6858000"/>
              <a:gd name="connsiteX627" fmla="*/ 5293545 w 7467600"/>
              <a:gd name="connsiteY627" fmla="*/ 2072247 h 6858000"/>
              <a:gd name="connsiteX628" fmla="*/ 5294042 w 7467600"/>
              <a:gd name="connsiteY628" fmla="*/ 2065019 h 6858000"/>
              <a:gd name="connsiteX629" fmla="*/ 5171936 w 7467600"/>
              <a:gd name="connsiteY629" fmla="*/ 1647613 h 6858000"/>
              <a:gd name="connsiteX630" fmla="*/ 5009948 w 7467600"/>
              <a:gd name="connsiteY630" fmla="*/ 1273619 h 6858000"/>
              <a:gd name="connsiteX631" fmla="*/ 655236 w 7467600"/>
              <a:gd name="connsiteY631" fmla="*/ 1268632 h 6858000"/>
              <a:gd name="connsiteX632" fmla="*/ 839521 w 7467600"/>
              <a:gd name="connsiteY632" fmla="*/ 1685315 h 6858000"/>
              <a:gd name="connsiteX633" fmla="*/ 1109416 w 7467600"/>
              <a:gd name="connsiteY633" fmla="*/ 2061663 h 6858000"/>
              <a:gd name="connsiteX634" fmla="*/ 1298300 w 7467600"/>
              <a:gd name="connsiteY634" fmla="*/ 2247742 h 6858000"/>
              <a:gd name="connsiteX635" fmla="*/ 1125871 w 7467600"/>
              <a:gd name="connsiteY635" fmla="*/ 1989513 h 6858000"/>
              <a:gd name="connsiteX636" fmla="*/ 981574 w 7467600"/>
              <a:gd name="connsiteY636" fmla="*/ 1783157 h 6858000"/>
              <a:gd name="connsiteX637" fmla="*/ 922198 w 7467600"/>
              <a:gd name="connsiteY637" fmla="*/ 1677437 h 6858000"/>
              <a:gd name="connsiteX638" fmla="*/ 869293 w 7467600"/>
              <a:gd name="connsiteY638" fmla="*/ 1583214 h 6858000"/>
              <a:gd name="connsiteX639" fmla="*/ 751431 w 7467600"/>
              <a:gd name="connsiteY639" fmla="*/ 1405731 h 6858000"/>
              <a:gd name="connsiteX640" fmla="*/ 655236 w 7467600"/>
              <a:gd name="connsiteY640" fmla="*/ 1268632 h 6858000"/>
              <a:gd name="connsiteX641" fmla="*/ 6516292 w 7467600"/>
              <a:gd name="connsiteY641" fmla="*/ 1263064 h 6858000"/>
              <a:gd name="connsiteX642" fmla="*/ 5736320 w 7467600"/>
              <a:gd name="connsiteY642" fmla="*/ 1501803 h 6858000"/>
              <a:gd name="connsiteX643" fmla="*/ 6516292 w 7467600"/>
              <a:gd name="connsiteY643" fmla="*/ 1263064 h 6858000"/>
              <a:gd name="connsiteX644" fmla="*/ 291466 w 7467600"/>
              <a:gd name="connsiteY644" fmla="*/ 1250369 h 6858000"/>
              <a:gd name="connsiteX645" fmla="*/ 323180 w 7467600"/>
              <a:gd name="connsiteY645" fmla="*/ 1435283 h 6858000"/>
              <a:gd name="connsiteX646" fmla="*/ 349381 w 7467600"/>
              <a:gd name="connsiteY646" fmla="*/ 1875041 h 6858000"/>
              <a:gd name="connsiteX647" fmla="*/ 374363 w 7467600"/>
              <a:gd name="connsiteY647" fmla="*/ 1506494 h 6858000"/>
              <a:gd name="connsiteX648" fmla="*/ 302168 w 7467600"/>
              <a:gd name="connsiteY648" fmla="*/ 1274495 h 6858000"/>
              <a:gd name="connsiteX649" fmla="*/ 291466 w 7467600"/>
              <a:gd name="connsiteY649" fmla="*/ 1250369 h 6858000"/>
              <a:gd name="connsiteX650" fmla="*/ 678222 w 7467600"/>
              <a:gd name="connsiteY650" fmla="*/ 1248670 h 6858000"/>
              <a:gd name="connsiteX651" fmla="*/ 775536 w 7467600"/>
              <a:gd name="connsiteY651" fmla="*/ 1388015 h 6858000"/>
              <a:gd name="connsiteX652" fmla="*/ 894529 w 7467600"/>
              <a:gd name="connsiteY652" fmla="*/ 1567739 h 6858000"/>
              <a:gd name="connsiteX653" fmla="*/ 948000 w 7467600"/>
              <a:gd name="connsiteY653" fmla="*/ 1663088 h 6858000"/>
              <a:gd name="connsiteX654" fmla="*/ 1006812 w 7467600"/>
              <a:gd name="connsiteY654" fmla="*/ 1767683 h 6858000"/>
              <a:gd name="connsiteX655" fmla="*/ 1149133 w 7467600"/>
              <a:gd name="connsiteY655" fmla="*/ 1971513 h 6858000"/>
              <a:gd name="connsiteX656" fmla="*/ 1333952 w 7467600"/>
              <a:gd name="connsiteY656" fmla="*/ 2251620 h 6858000"/>
              <a:gd name="connsiteX657" fmla="*/ 1337329 w 7467600"/>
              <a:gd name="connsiteY657" fmla="*/ 2258350 h 6858000"/>
              <a:gd name="connsiteX658" fmla="*/ 1014726 w 7467600"/>
              <a:gd name="connsiteY658" fmla="*/ 1615556 h 6858000"/>
              <a:gd name="connsiteX659" fmla="*/ 678222 w 7467600"/>
              <a:gd name="connsiteY659" fmla="*/ 1248670 h 6858000"/>
              <a:gd name="connsiteX660" fmla="*/ 6691602 w 7467600"/>
              <a:gd name="connsiteY660" fmla="*/ 1140573 h 6858000"/>
              <a:gd name="connsiteX661" fmla="*/ 6571100 w 7467600"/>
              <a:gd name="connsiteY661" fmla="*/ 1183662 h 6858000"/>
              <a:gd name="connsiteX662" fmla="*/ 6241687 w 7467600"/>
              <a:gd name="connsiteY662" fmla="*/ 1257600 h 6858000"/>
              <a:gd name="connsiteX663" fmla="*/ 5693009 w 7467600"/>
              <a:gd name="connsiteY663" fmla="*/ 1478256 h 6858000"/>
              <a:gd name="connsiteX664" fmla="*/ 6548420 w 7467600"/>
              <a:gd name="connsiteY664" fmla="*/ 1214599 h 6858000"/>
              <a:gd name="connsiteX665" fmla="*/ 6605473 w 7467600"/>
              <a:gd name="connsiteY665" fmla="*/ 1184686 h 6858000"/>
              <a:gd name="connsiteX666" fmla="*/ 6691602 w 7467600"/>
              <a:gd name="connsiteY666" fmla="*/ 1140573 h 6858000"/>
              <a:gd name="connsiteX667" fmla="*/ 4002475 w 7467600"/>
              <a:gd name="connsiteY667" fmla="*/ 1037802 h 6858000"/>
              <a:gd name="connsiteX668" fmla="*/ 4000324 w 7467600"/>
              <a:gd name="connsiteY668" fmla="*/ 1039362 h 6858000"/>
              <a:gd name="connsiteX669" fmla="*/ 4002862 w 7467600"/>
              <a:gd name="connsiteY669" fmla="*/ 1042866 h 6858000"/>
              <a:gd name="connsiteX670" fmla="*/ 4002475 w 7467600"/>
              <a:gd name="connsiteY670" fmla="*/ 1037802 h 6858000"/>
              <a:gd name="connsiteX671" fmla="*/ 506322 w 7467600"/>
              <a:gd name="connsiteY671" fmla="*/ 1020997 h 6858000"/>
              <a:gd name="connsiteX672" fmla="*/ 533068 w 7467600"/>
              <a:gd name="connsiteY672" fmla="*/ 1029409 h 6858000"/>
              <a:gd name="connsiteX673" fmla="*/ 1232525 w 7467600"/>
              <a:gd name="connsiteY673" fmla="*/ 1804675 h 6858000"/>
              <a:gd name="connsiteX674" fmla="*/ 1388858 w 7467600"/>
              <a:gd name="connsiteY674" fmla="*/ 2368011 h 6858000"/>
              <a:gd name="connsiteX675" fmla="*/ 1384098 w 7467600"/>
              <a:gd name="connsiteY675" fmla="*/ 2378125 h 6858000"/>
              <a:gd name="connsiteX676" fmla="*/ 1425393 w 7467600"/>
              <a:gd name="connsiteY676" fmla="*/ 2589124 h 6858000"/>
              <a:gd name="connsiteX677" fmla="*/ 1424001 w 7467600"/>
              <a:gd name="connsiteY677" fmla="*/ 2597541 h 6858000"/>
              <a:gd name="connsiteX678" fmla="*/ 2152729 w 7467600"/>
              <a:gd name="connsiteY678" fmla="*/ 2864487 h 6858000"/>
              <a:gd name="connsiteX679" fmla="*/ 2020609 w 7467600"/>
              <a:gd name="connsiteY679" fmla="*/ 2539671 h 6858000"/>
              <a:gd name="connsiteX680" fmla="*/ 2018920 w 7467600"/>
              <a:gd name="connsiteY680" fmla="*/ 2536309 h 6858000"/>
              <a:gd name="connsiteX681" fmla="*/ 1342441 w 7467600"/>
              <a:gd name="connsiteY681" fmla="*/ 1173017 h 6858000"/>
              <a:gd name="connsiteX682" fmla="*/ 1367925 w 7467600"/>
              <a:gd name="connsiteY682" fmla="*/ 1135648 h 6858000"/>
              <a:gd name="connsiteX683" fmla="*/ 1771401 w 7467600"/>
              <a:gd name="connsiteY683" fmla="*/ 1806673 h 6858000"/>
              <a:gd name="connsiteX684" fmla="*/ 1972385 w 7467600"/>
              <a:gd name="connsiteY684" fmla="*/ 2198735 h 6858000"/>
              <a:gd name="connsiteX685" fmla="*/ 2040892 w 7467600"/>
              <a:gd name="connsiteY685" fmla="*/ 2405205 h 6858000"/>
              <a:gd name="connsiteX686" fmla="*/ 2131689 w 7467600"/>
              <a:gd name="connsiteY686" fmla="*/ 1936926 h 6858000"/>
              <a:gd name="connsiteX687" fmla="*/ 2454820 w 7467600"/>
              <a:gd name="connsiteY687" fmla="*/ 1248808 h 6858000"/>
              <a:gd name="connsiteX688" fmla="*/ 2492512 w 7467600"/>
              <a:gd name="connsiteY688" fmla="*/ 1302920 h 6858000"/>
              <a:gd name="connsiteX689" fmla="*/ 2081216 w 7467600"/>
              <a:gd name="connsiteY689" fmla="*/ 2527513 h 6858000"/>
              <a:gd name="connsiteX690" fmla="*/ 2081211 w 7467600"/>
              <a:gd name="connsiteY690" fmla="*/ 2528916 h 6858000"/>
              <a:gd name="connsiteX691" fmla="*/ 2199067 w 7467600"/>
              <a:gd name="connsiteY691" fmla="*/ 2884061 h 6858000"/>
              <a:gd name="connsiteX692" fmla="*/ 3192586 w 7467600"/>
              <a:gd name="connsiteY692" fmla="*/ 3411496 h 6858000"/>
              <a:gd name="connsiteX693" fmla="*/ 3182620 w 7467600"/>
              <a:gd name="connsiteY693" fmla="*/ 3483279 h 6858000"/>
              <a:gd name="connsiteX694" fmla="*/ 2435119 w 7467600"/>
              <a:gd name="connsiteY694" fmla="*/ 3080173 h 6858000"/>
              <a:gd name="connsiteX695" fmla="*/ 2410152 w 7467600"/>
              <a:gd name="connsiteY695" fmla="*/ 3063751 h 6858000"/>
              <a:gd name="connsiteX696" fmla="*/ 2408099 w 7467600"/>
              <a:gd name="connsiteY696" fmla="*/ 3064403 h 6858000"/>
              <a:gd name="connsiteX697" fmla="*/ 2407218 w 7467600"/>
              <a:gd name="connsiteY697" fmla="*/ 3070324 h 6858000"/>
              <a:gd name="connsiteX698" fmla="*/ 2380138 w 7467600"/>
              <a:gd name="connsiteY698" fmla="*/ 3099341 h 6858000"/>
              <a:gd name="connsiteX699" fmla="*/ 1765923 w 7467600"/>
              <a:gd name="connsiteY699" fmla="*/ 3581043 h 6858000"/>
              <a:gd name="connsiteX700" fmla="*/ 1702258 w 7467600"/>
              <a:gd name="connsiteY700" fmla="*/ 3612286 h 6858000"/>
              <a:gd name="connsiteX701" fmla="*/ 1538370 w 7467600"/>
              <a:gd name="connsiteY701" fmla="*/ 3811804 h 6858000"/>
              <a:gd name="connsiteX702" fmla="*/ 542867 w 7467600"/>
              <a:gd name="connsiteY702" fmla="*/ 4944092 h 6858000"/>
              <a:gd name="connsiteX703" fmla="*/ 515800 w 7467600"/>
              <a:gd name="connsiteY703" fmla="*/ 4862180 h 6858000"/>
              <a:gd name="connsiteX704" fmla="*/ 909145 w 7467600"/>
              <a:gd name="connsiteY704" fmla="*/ 4199225 h 6858000"/>
              <a:gd name="connsiteX705" fmla="*/ 1214067 w 7467600"/>
              <a:gd name="connsiteY705" fmla="*/ 3908561 h 6858000"/>
              <a:gd name="connsiteX706" fmla="*/ 640967 w 7467600"/>
              <a:gd name="connsiteY706" fmla="*/ 4105601 h 6858000"/>
              <a:gd name="connsiteX707" fmla="*/ 112563 w 7467600"/>
              <a:gd name="connsiteY707" fmla="*/ 4396952 h 6858000"/>
              <a:gd name="connsiteX708" fmla="*/ 0 w 7467600"/>
              <a:gd name="connsiteY708" fmla="*/ 4466006 h 6858000"/>
              <a:gd name="connsiteX709" fmla="*/ 0 w 7467600"/>
              <a:gd name="connsiteY709" fmla="*/ 4233763 h 6858000"/>
              <a:gd name="connsiteX710" fmla="*/ 36881 w 7467600"/>
              <a:gd name="connsiteY710" fmla="*/ 4200118 h 6858000"/>
              <a:gd name="connsiteX711" fmla="*/ 910534 w 7467600"/>
              <a:gd name="connsiteY711" fmla="*/ 3629753 h 6858000"/>
              <a:gd name="connsiteX712" fmla="*/ 1578717 w 7467600"/>
              <a:gd name="connsiteY712" fmla="*/ 3575982 h 6858000"/>
              <a:gd name="connsiteX713" fmla="*/ 2338780 w 7467600"/>
              <a:gd name="connsiteY713" fmla="*/ 3033725 h 6858000"/>
              <a:gd name="connsiteX714" fmla="*/ 1807991 w 7467600"/>
              <a:gd name="connsiteY714" fmla="*/ 2807184 h 6858000"/>
              <a:gd name="connsiteX715" fmla="*/ 1416358 w 7467600"/>
              <a:gd name="connsiteY715" fmla="*/ 3112571 h 6858000"/>
              <a:gd name="connsiteX716" fmla="*/ 939066 w 7467600"/>
              <a:gd name="connsiteY716" fmla="*/ 3378798 h 6858000"/>
              <a:gd name="connsiteX717" fmla="*/ 115099 w 7467600"/>
              <a:gd name="connsiteY717" fmla="*/ 3607650 h 6858000"/>
              <a:gd name="connsiteX718" fmla="*/ 97284 w 7467600"/>
              <a:gd name="connsiteY718" fmla="*/ 3520393 h 6858000"/>
              <a:gd name="connsiteX719" fmla="*/ 922050 w 7467600"/>
              <a:gd name="connsiteY719" fmla="*/ 3074867 h 6858000"/>
              <a:gd name="connsiteX720" fmla="*/ 1405265 w 7467600"/>
              <a:gd name="connsiteY720" fmla="*/ 3016319 h 6858000"/>
              <a:gd name="connsiteX721" fmla="*/ 1407512 w 7467600"/>
              <a:gd name="connsiteY721" fmla="*/ 3018001 h 6858000"/>
              <a:gd name="connsiteX722" fmla="*/ 1726266 w 7467600"/>
              <a:gd name="connsiteY722" fmla="*/ 2777274 h 6858000"/>
              <a:gd name="connsiteX723" fmla="*/ 625390 w 7467600"/>
              <a:gd name="connsiteY723" fmla="*/ 2514541 h 6858000"/>
              <a:gd name="connsiteX724" fmla="*/ 619799 w 7467600"/>
              <a:gd name="connsiteY724" fmla="*/ 2527180 h 6858000"/>
              <a:gd name="connsiteX725" fmla="*/ 310030 w 7467600"/>
              <a:gd name="connsiteY725" fmla="*/ 2771818 h 6858000"/>
              <a:gd name="connsiteX726" fmla="*/ 173877 w 7467600"/>
              <a:gd name="connsiteY726" fmla="*/ 2937056 h 6858000"/>
              <a:gd name="connsiteX727" fmla="*/ 77889 w 7467600"/>
              <a:gd name="connsiteY727" fmla="*/ 3138440 h 6858000"/>
              <a:gd name="connsiteX728" fmla="*/ 0 w 7467600"/>
              <a:gd name="connsiteY728" fmla="*/ 3271395 h 6858000"/>
              <a:gd name="connsiteX729" fmla="*/ 0 w 7467600"/>
              <a:gd name="connsiteY729" fmla="*/ 3153002 h 6858000"/>
              <a:gd name="connsiteX730" fmla="*/ 2386 w 7467600"/>
              <a:gd name="connsiteY730" fmla="*/ 3149203 h 6858000"/>
              <a:gd name="connsiteX731" fmla="*/ 89753 w 7467600"/>
              <a:gd name="connsiteY731" fmla="*/ 2987702 h 6858000"/>
              <a:gd name="connsiteX732" fmla="*/ 76869 w 7467600"/>
              <a:gd name="connsiteY732" fmla="*/ 3005404 h 6858000"/>
              <a:gd name="connsiteX733" fmla="*/ 32049 w 7467600"/>
              <a:gd name="connsiteY733" fmla="*/ 3065814 h 6858000"/>
              <a:gd name="connsiteX734" fmla="*/ 0 w 7467600"/>
              <a:gd name="connsiteY734" fmla="*/ 3108744 h 6858000"/>
              <a:gd name="connsiteX735" fmla="*/ 0 w 7467600"/>
              <a:gd name="connsiteY735" fmla="*/ 3058059 h 6858000"/>
              <a:gd name="connsiteX736" fmla="*/ 7610 w 7467600"/>
              <a:gd name="connsiteY736" fmla="*/ 3047889 h 6858000"/>
              <a:gd name="connsiteX737" fmla="*/ 52419 w 7467600"/>
              <a:gd name="connsiteY737" fmla="*/ 2987479 h 6858000"/>
              <a:gd name="connsiteX738" fmla="*/ 59142 w 7467600"/>
              <a:gd name="connsiteY738" fmla="*/ 2978488 h 6858000"/>
              <a:gd name="connsiteX739" fmla="*/ 0 w 7467600"/>
              <a:gd name="connsiteY739" fmla="*/ 3015334 h 6858000"/>
              <a:gd name="connsiteX740" fmla="*/ 0 w 7467600"/>
              <a:gd name="connsiteY740" fmla="*/ 2914286 h 6858000"/>
              <a:gd name="connsiteX741" fmla="*/ 36383 w 7467600"/>
              <a:gd name="connsiteY741" fmla="*/ 2901128 h 6858000"/>
              <a:gd name="connsiteX742" fmla="*/ 156329 w 7467600"/>
              <a:gd name="connsiteY742" fmla="*/ 2840533 h 6858000"/>
              <a:gd name="connsiteX743" fmla="*/ 358355 w 7467600"/>
              <a:gd name="connsiteY743" fmla="*/ 2620471 h 6858000"/>
              <a:gd name="connsiteX744" fmla="*/ 510577 w 7467600"/>
              <a:gd name="connsiteY744" fmla="*/ 2501244 h 6858000"/>
              <a:gd name="connsiteX745" fmla="*/ 211967 w 7467600"/>
              <a:gd name="connsiteY745" fmla="*/ 2479171 h 6858000"/>
              <a:gd name="connsiteX746" fmla="*/ 0 w 7467600"/>
              <a:gd name="connsiteY746" fmla="*/ 2476398 h 6858000"/>
              <a:gd name="connsiteX747" fmla="*/ 0 w 7467600"/>
              <a:gd name="connsiteY747" fmla="*/ 2389189 h 6858000"/>
              <a:gd name="connsiteX748" fmla="*/ 103062 w 7467600"/>
              <a:gd name="connsiteY748" fmla="*/ 2389518 h 6858000"/>
              <a:gd name="connsiteX749" fmla="*/ 510734 w 7467600"/>
              <a:gd name="connsiteY749" fmla="*/ 2416201 h 6858000"/>
              <a:gd name="connsiteX750" fmla="*/ 279257 w 7467600"/>
              <a:gd name="connsiteY750" fmla="*/ 2092102 h 6858000"/>
              <a:gd name="connsiteX751" fmla="*/ 65265 w 7467600"/>
              <a:gd name="connsiteY751" fmla="*/ 2006049 h 6858000"/>
              <a:gd name="connsiteX752" fmla="*/ 0 w 7467600"/>
              <a:gd name="connsiteY752" fmla="*/ 1982532 h 6858000"/>
              <a:gd name="connsiteX753" fmla="*/ 0 w 7467600"/>
              <a:gd name="connsiteY753" fmla="*/ 1912789 h 6858000"/>
              <a:gd name="connsiteX754" fmla="*/ 97460 w 7467600"/>
              <a:gd name="connsiteY754" fmla="*/ 1953725 h 6858000"/>
              <a:gd name="connsiteX755" fmla="*/ 221272 w 7467600"/>
              <a:gd name="connsiteY755" fmla="*/ 1980766 h 6858000"/>
              <a:gd name="connsiteX756" fmla="*/ 116765 w 7467600"/>
              <a:gd name="connsiteY756" fmla="*/ 1911033 h 6858000"/>
              <a:gd name="connsiteX757" fmla="*/ 16405 w 7467600"/>
              <a:gd name="connsiteY757" fmla="*/ 1803412 h 6858000"/>
              <a:gd name="connsiteX758" fmla="*/ 0 w 7467600"/>
              <a:gd name="connsiteY758" fmla="*/ 1784777 h 6858000"/>
              <a:gd name="connsiteX759" fmla="*/ 0 w 7467600"/>
              <a:gd name="connsiteY759" fmla="*/ 1740082 h 6858000"/>
              <a:gd name="connsiteX760" fmla="*/ 39394 w 7467600"/>
              <a:gd name="connsiteY760" fmla="*/ 1784856 h 6858000"/>
              <a:gd name="connsiteX761" fmla="*/ 135813 w 7467600"/>
              <a:gd name="connsiteY761" fmla="*/ 1888838 h 6858000"/>
              <a:gd name="connsiteX762" fmla="*/ 242575 w 7467600"/>
              <a:gd name="connsiteY762" fmla="*/ 1958841 h 6858000"/>
              <a:gd name="connsiteX763" fmla="*/ 82197 w 7467600"/>
              <a:gd name="connsiteY763" fmla="*/ 1754826 h 6858000"/>
              <a:gd name="connsiteX764" fmla="*/ 0 w 7467600"/>
              <a:gd name="connsiteY764" fmla="*/ 1679650 h 6858000"/>
              <a:gd name="connsiteX765" fmla="*/ 0 w 7467600"/>
              <a:gd name="connsiteY765" fmla="*/ 1602463 h 6858000"/>
              <a:gd name="connsiteX766" fmla="*/ 84689 w 7467600"/>
              <a:gd name="connsiteY766" fmla="*/ 1677442 h 6858000"/>
              <a:gd name="connsiteX767" fmla="*/ 298437 w 7467600"/>
              <a:gd name="connsiteY767" fmla="*/ 1968019 h 6858000"/>
              <a:gd name="connsiteX768" fmla="*/ 227269 w 7467600"/>
              <a:gd name="connsiteY768" fmla="*/ 1114064 h 6858000"/>
              <a:gd name="connsiteX769" fmla="*/ 248003 w 7467600"/>
              <a:gd name="connsiteY769" fmla="*/ 1089613 h 6858000"/>
              <a:gd name="connsiteX770" fmla="*/ 427020 w 7467600"/>
              <a:gd name="connsiteY770" fmla="*/ 1619803 h 6858000"/>
              <a:gd name="connsiteX771" fmla="*/ 340345 w 7467600"/>
              <a:gd name="connsiteY771" fmla="*/ 2027739 h 6858000"/>
              <a:gd name="connsiteX772" fmla="*/ 360865 w 7467600"/>
              <a:gd name="connsiteY772" fmla="*/ 2044827 h 6858000"/>
              <a:gd name="connsiteX773" fmla="*/ 560414 w 7467600"/>
              <a:gd name="connsiteY773" fmla="*/ 2421457 h 6858000"/>
              <a:gd name="connsiteX774" fmla="*/ 1359703 w 7467600"/>
              <a:gd name="connsiteY774" fmla="*/ 2578554 h 6858000"/>
              <a:gd name="connsiteX775" fmla="*/ 1359422 w 7467600"/>
              <a:gd name="connsiteY775" fmla="*/ 2577994 h 6858000"/>
              <a:gd name="connsiteX776" fmla="*/ 828701 w 7467600"/>
              <a:gd name="connsiteY776" fmla="*/ 1839520 h 6858000"/>
              <a:gd name="connsiteX777" fmla="*/ 494427 w 7467600"/>
              <a:gd name="connsiteY777" fmla="*/ 1092333 h 6858000"/>
              <a:gd name="connsiteX778" fmla="*/ 506322 w 7467600"/>
              <a:gd name="connsiteY778" fmla="*/ 1020997 h 6858000"/>
              <a:gd name="connsiteX779" fmla="*/ 4570198 w 7467600"/>
              <a:gd name="connsiteY779" fmla="*/ 978081 h 6858000"/>
              <a:gd name="connsiteX780" fmla="*/ 4523691 w 7467600"/>
              <a:gd name="connsiteY780" fmla="*/ 1127776 h 6858000"/>
              <a:gd name="connsiteX781" fmla="*/ 4509875 w 7467600"/>
              <a:gd name="connsiteY781" fmla="*/ 1167552 h 6858000"/>
              <a:gd name="connsiteX782" fmla="*/ 4478168 w 7467600"/>
              <a:gd name="connsiteY782" fmla="*/ 1260735 h 6858000"/>
              <a:gd name="connsiteX783" fmla="*/ 4409309 w 7467600"/>
              <a:gd name="connsiteY783" fmla="*/ 1666996 h 6858000"/>
              <a:gd name="connsiteX784" fmla="*/ 4370031 w 7467600"/>
              <a:gd name="connsiteY784" fmla="*/ 1955666 h 6858000"/>
              <a:gd name="connsiteX785" fmla="*/ 4570198 w 7467600"/>
              <a:gd name="connsiteY785" fmla="*/ 978081 h 6858000"/>
              <a:gd name="connsiteX786" fmla="*/ 4557898 w 7467600"/>
              <a:gd name="connsiteY786" fmla="*/ 900011 h 6858000"/>
              <a:gd name="connsiteX787" fmla="*/ 4344840 w 7467600"/>
              <a:gd name="connsiteY787" fmla="*/ 1922038 h 6858000"/>
              <a:gd name="connsiteX788" fmla="*/ 4378710 w 7467600"/>
              <a:gd name="connsiteY788" fmla="*/ 1665516 h 6858000"/>
              <a:gd name="connsiteX789" fmla="*/ 4448798 w 7467600"/>
              <a:gd name="connsiteY789" fmla="*/ 1253024 h 6858000"/>
              <a:gd name="connsiteX790" fmla="*/ 4480315 w 7467600"/>
              <a:gd name="connsiteY790" fmla="*/ 1158454 h 6858000"/>
              <a:gd name="connsiteX791" fmla="*/ 4494133 w 7467600"/>
              <a:gd name="connsiteY791" fmla="*/ 1118676 h 6858000"/>
              <a:gd name="connsiteX792" fmla="*/ 4557898 w 7467600"/>
              <a:gd name="connsiteY792" fmla="*/ 900011 h 6858000"/>
              <a:gd name="connsiteX793" fmla="*/ 5870151 w 7467600"/>
              <a:gd name="connsiteY793" fmla="*/ 898890 h 6858000"/>
              <a:gd name="connsiteX794" fmla="*/ 5861335 w 7467600"/>
              <a:gd name="connsiteY794" fmla="*/ 899177 h 6858000"/>
              <a:gd name="connsiteX795" fmla="*/ 5843702 w 7467600"/>
              <a:gd name="connsiteY795" fmla="*/ 899748 h 6858000"/>
              <a:gd name="connsiteX796" fmla="*/ 5651107 w 7467600"/>
              <a:gd name="connsiteY796" fmla="*/ 920306 h 6858000"/>
              <a:gd name="connsiteX797" fmla="*/ 5459407 w 7467600"/>
              <a:gd name="connsiteY797" fmla="*/ 940975 h 6858000"/>
              <a:gd name="connsiteX798" fmla="*/ 5374846 w 7467600"/>
              <a:gd name="connsiteY798" fmla="*/ 941988 h 6858000"/>
              <a:gd name="connsiteX799" fmla="*/ 5256105 w 7467600"/>
              <a:gd name="connsiteY799" fmla="*/ 945632 h 6858000"/>
              <a:gd name="connsiteX800" fmla="*/ 5107071 w 7467600"/>
              <a:gd name="connsiteY800" fmla="*/ 969720 h 6858000"/>
              <a:gd name="connsiteX801" fmla="*/ 4998681 w 7467600"/>
              <a:gd name="connsiteY801" fmla="*/ 988771 h 6858000"/>
              <a:gd name="connsiteX802" fmla="*/ 5870151 w 7467600"/>
              <a:gd name="connsiteY802" fmla="*/ 898890 h 6858000"/>
              <a:gd name="connsiteX803" fmla="*/ 5504425 w 7467600"/>
              <a:gd name="connsiteY803" fmla="*/ 848067 h 6858000"/>
              <a:gd name="connsiteX804" fmla="*/ 4968849 w 7467600"/>
              <a:gd name="connsiteY804" fmla="*/ 962318 h 6858000"/>
              <a:gd name="connsiteX805" fmla="*/ 5104039 w 7467600"/>
              <a:gd name="connsiteY805" fmla="*/ 940634 h 6858000"/>
              <a:gd name="connsiteX806" fmla="*/ 5256311 w 7467600"/>
              <a:gd name="connsiteY806" fmla="*/ 916490 h 6858000"/>
              <a:gd name="connsiteX807" fmla="*/ 5377381 w 7467600"/>
              <a:gd name="connsiteY807" fmla="*/ 912671 h 6858000"/>
              <a:gd name="connsiteX808" fmla="*/ 5460148 w 7467600"/>
              <a:gd name="connsiteY808" fmla="*/ 911442 h 6858000"/>
              <a:gd name="connsiteX809" fmla="*/ 5648971 w 7467600"/>
              <a:gd name="connsiteY809" fmla="*/ 891331 h 6858000"/>
              <a:gd name="connsiteX810" fmla="*/ 5844807 w 7467600"/>
              <a:gd name="connsiteY810" fmla="*/ 870718 h 6858000"/>
              <a:gd name="connsiteX811" fmla="*/ 5862975 w 7467600"/>
              <a:gd name="connsiteY811" fmla="*/ 869756 h 6858000"/>
              <a:gd name="connsiteX812" fmla="*/ 5920887 w 7467600"/>
              <a:gd name="connsiteY812" fmla="*/ 865929 h 6858000"/>
              <a:gd name="connsiteX813" fmla="*/ 5504425 w 7467600"/>
              <a:gd name="connsiteY813" fmla="*/ 848067 h 6858000"/>
              <a:gd name="connsiteX814" fmla="*/ 3607114 w 7467600"/>
              <a:gd name="connsiteY814" fmla="*/ 467441 h 6858000"/>
              <a:gd name="connsiteX815" fmla="*/ 3296242 w 7467600"/>
              <a:gd name="connsiteY815" fmla="*/ 807991 h 6858000"/>
              <a:gd name="connsiteX816" fmla="*/ 3174674 w 7467600"/>
              <a:gd name="connsiteY816" fmla="*/ 919759 h 6858000"/>
              <a:gd name="connsiteX817" fmla="*/ 3042978 w 7467600"/>
              <a:gd name="connsiteY817" fmla="*/ 1054894 h 6858000"/>
              <a:gd name="connsiteX818" fmla="*/ 2968914 w 7467600"/>
              <a:gd name="connsiteY818" fmla="*/ 1133756 h 6858000"/>
              <a:gd name="connsiteX819" fmla="*/ 3103823 w 7467600"/>
              <a:gd name="connsiteY819" fmla="*/ 1026814 h 6858000"/>
              <a:gd name="connsiteX820" fmla="*/ 3607114 w 7467600"/>
              <a:gd name="connsiteY820" fmla="*/ 467441 h 6858000"/>
              <a:gd name="connsiteX821" fmla="*/ 3744487 w 7467600"/>
              <a:gd name="connsiteY821" fmla="*/ 383136 h 6858000"/>
              <a:gd name="connsiteX822" fmla="*/ 3970213 w 7467600"/>
              <a:gd name="connsiteY822" fmla="*/ 995559 h 6858000"/>
              <a:gd name="connsiteX823" fmla="*/ 3744487 w 7467600"/>
              <a:gd name="connsiteY823" fmla="*/ 383136 h 6858000"/>
              <a:gd name="connsiteX824" fmla="*/ 3624562 w 7467600"/>
              <a:gd name="connsiteY824" fmla="*/ 367041 h 6858000"/>
              <a:gd name="connsiteX825" fmla="*/ 3489712 w 7467600"/>
              <a:gd name="connsiteY825" fmla="*/ 485386 h 6858000"/>
              <a:gd name="connsiteX826" fmla="*/ 3182994 w 7467600"/>
              <a:gd name="connsiteY826" fmla="*/ 828265 h 6858000"/>
              <a:gd name="connsiteX827" fmla="*/ 2892114 w 7467600"/>
              <a:gd name="connsiteY827" fmla="*/ 1172635 h 6858000"/>
              <a:gd name="connsiteX828" fmla="*/ 3021459 w 7467600"/>
              <a:gd name="connsiteY828" fmla="*/ 1035385 h 6858000"/>
              <a:gd name="connsiteX829" fmla="*/ 3153873 w 7467600"/>
              <a:gd name="connsiteY829" fmla="*/ 898971 h 6858000"/>
              <a:gd name="connsiteX830" fmla="*/ 3276511 w 7467600"/>
              <a:gd name="connsiteY830" fmla="*/ 786423 h 6858000"/>
              <a:gd name="connsiteX831" fmla="*/ 3584154 w 7467600"/>
              <a:gd name="connsiteY831" fmla="*/ 448218 h 6858000"/>
              <a:gd name="connsiteX832" fmla="*/ 3624562 w 7467600"/>
              <a:gd name="connsiteY832" fmla="*/ 367041 h 6858000"/>
              <a:gd name="connsiteX833" fmla="*/ 3766672 w 7467600"/>
              <a:gd name="connsiteY833" fmla="*/ 359429 h 6858000"/>
              <a:gd name="connsiteX834" fmla="*/ 3996338 w 7467600"/>
              <a:gd name="connsiteY834" fmla="*/ 968237 h 6858000"/>
              <a:gd name="connsiteX835" fmla="*/ 3766672 w 7467600"/>
              <a:gd name="connsiteY835" fmla="*/ 359429 h 6858000"/>
              <a:gd name="connsiteX836" fmla="*/ 5805386 w 7467600"/>
              <a:gd name="connsiteY836" fmla="*/ 239240 h 6858000"/>
              <a:gd name="connsiteX837" fmla="*/ 5736947 w 7467600"/>
              <a:gd name="connsiteY837" fmla="*/ 261367 h 6858000"/>
              <a:gd name="connsiteX838" fmla="*/ 5427012 w 7467600"/>
              <a:gd name="connsiteY838" fmla="*/ 311272 h 6858000"/>
              <a:gd name="connsiteX839" fmla="*/ 5147818 w 7467600"/>
              <a:gd name="connsiteY839" fmla="*/ 322112 h 6858000"/>
              <a:gd name="connsiteX840" fmla="*/ 5060854 w 7467600"/>
              <a:gd name="connsiteY840" fmla="*/ 311882 h 6858000"/>
              <a:gd name="connsiteX841" fmla="*/ 4945989 w 7467600"/>
              <a:gd name="connsiteY841" fmla="*/ 300516 h 6858000"/>
              <a:gd name="connsiteX842" fmla="*/ 5410479 w 7467600"/>
              <a:gd name="connsiteY842" fmla="*/ 348434 h 6858000"/>
              <a:gd name="connsiteX843" fmla="*/ 5805386 w 7467600"/>
              <a:gd name="connsiteY843" fmla="*/ 239240 h 6858000"/>
              <a:gd name="connsiteX844" fmla="*/ 7419999 w 7467600"/>
              <a:gd name="connsiteY844" fmla="*/ 774360 h 6858000"/>
              <a:gd name="connsiteX845" fmla="*/ 7467600 w 7467600"/>
              <a:gd name="connsiteY845" fmla="*/ 789215 h 6858000"/>
              <a:gd name="connsiteX846" fmla="*/ 7451412 w 7467600"/>
              <a:gd name="connsiteY846" fmla="*/ 799572 h 6858000"/>
              <a:gd name="connsiteX847" fmla="*/ 7419999 w 7467600"/>
              <a:gd name="connsiteY847" fmla="*/ 774360 h 6858000"/>
              <a:gd name="connsiteX848" fmla="*/ 5905192 w 7467600"/>
              <a:gd name="connsiteY848" fmla="*/ 163079 h 6858000"/>
              <a:gd name="connsiteX849" fmla="*/ 5865655 w 7467600"/>
              <a:gd name="connsiteY849" fmla="*/ 171901 h 6858000"/>
              <a:gd name="connsiteX850" fmla="*/ 5259740 w 7467600"/>
              <a:gd name="connsiteY850" fmla="*/ 257013 h 6858000"/>
              <a:gd name="connsiteX851" fmla="*/ 5208466 w 7467600"/>
              <a:gd name="connsiteY851" fmla="*/ 257550 h 6858000"/>
              <a:gd name="connsiteX852" fmla="*/ 4980204 w 7467600"/>
              <a:gd name="connsiteY852" fmla="*/ 271903 h 6858000"/>
              <a:gd name="connsiteX853" fmla="*/ 5068068 w 7467600"/>
              <a:gd name="connsiteY853" fmla="*/ 282244 h 6858000"/>
              <a:gd name="connsiteX854" fmla="*/ 5153231 w 7467600"/>
              <a:gd name="connsiteY854" fmla="*/ 292240 h 6858000"/>
              <a:gd name="connsiteX855" fmla="*/ 5426491 w 7467600"/>
              <a:gd name="connsiteY855" fmla="*/ 281128 h 6858000"/>
              <a:gd name="connsiteX856" fmla="*/ 5731212 w 7467600"/>
              <a:gd name="connsiteY856" fmla="*/ 231951 h 6858000"/>
              <a:gd name="connsiteX857" fmla="*/ 5905192 w 7467600"/>
              <a:gd name="connsiteY857" fmla="*/ 163079 h 6858000"/>
              <a:gd name="connsiteX858" fmla="*/ 5944437 w 7467600"/>
              <a:gd name="connsiteY858" fmla="*/ 113829 h 6858000"/>
              <a:gd name="connsiteX859" fmla="*/ 5825032 w 7467600"/>
              <a:gd name="connsiteY859" fmla="*/ 146405 h 6858000"/>
              <a:gd name="connsiteX860" fmla="*/ 4955599 w 7467600"/>
              <a:gd name="connsiteY860" fmla="*/ 247008 h 6858000"/>
              <a:gd name="connsiteX861" fmla="*/ 5210104 w 7467600"/>
              <a:gd name="connsiteY861" fmla="*/ 228123 h 6858000"/>
              <a:gd name="connsiteX862" fmla="*/ 5261015 w 7467600"/>
              <a:gd name="connsiteY862" fmla="*/ 227087 h 6858000"/>
              <a:gd name="connsiteX863" fmla="*/ 5861181 w 7467600"/>
              <a:gd name="connsiteY863" fmla="*/ 143093 h 6858000"/>
              <a:gd name="connsiteX864" fmla="*/ 5961252 w 7467600"/>
              <a:gd name="connsiteY864" fmla="*/ 114820 h 6858000"/>
              <a:gd name="connsiteX865" fmla="*/ 5944437 w 7467600"/>
              <a:gd name="connsiteY865" fmla="*/ 113829 h 6858000"/>
              <a:gd name="connsiteX866" fmla="*/ 3882765 w 7467600"/>
              <a:gd name="connsiteY866" fmla="*/ 0 h 6858000"/>
              <a:gd name="connsiteX867" fmla="*/ 3995099 w 7467600"/>
              <a:gd name="connsiteY867" fmla="*/ 0 h 6858000"/>
              <a:gd name="connsiteX868" fmla="*/ 4163818 w 7467600"/>
              <a:gd name="connsiteY868" fmla="*/ 234104 h 6858000"/>
              <a:gd name="connsiteX869" fmla="*/ 4172099 w 7467600"/>
              <a:gd name="connsiteY869" fmla="*/ 234207 h 6858000"/>
              <a:gd name="connsiteX870" fmla="*/ 4784282 w 7467600"/>
              <a:gd name="connsiteY870" fmla="*/ 276561 h 6858000"/>
              <a:gd name="connsiteX871" fmla="*/ 4801687 w 7467600"/>
              <a:gd name="connsiteY871" fmla="*/ 267764 h 6858000"/>
              <a:gd name="connsiteX872" fmla="*/ 6082788 w 7467600"/>
              <a:gd name="connsiteY872" fmla="*/ 64119 h 6858000"/>
              <a:gd name="connsiteX873" fmla="*/ 6099442 w 7467600"/>
              <a:gd name="connsiteY873" fmla="*/ 82568 h 6858000"/>
              <a:gd name="connsiteX874" fmla="*/ 4804137 w 7467600"/>
              <a:gd name="connsiteY874" fmla="*/ 320931 h 6858000"/>
              <a:gd name="connsiteX875" fmla="*/ 4227047 w 7467600"/>
              <a:gd name="connsiteY875" fmla="*/ 313415 h 6858000"/>
              <a:gd name="connsiteX876" fmla="*/ 4346041 w 7467600"/>
              <a:gd name="connsiteY876" fmla="*/ 456086 h 6858000"/>
              <a:gd name="connsiteX877" fmla="*/ 4870967 w 7467600"/>
              <a:gd name="connsiteY877" fmla="*/ 963061 h 6858000"/>
              <a:gd name="connsiteX878" fmla="*/ 4889647 w 7467600"/>
              <a:gd name="connsiteY878" fmla="*/ 957147 h 6858000"/>
              <a:gd name="connsiteX879" fmla="*/ 5422504 w 7467600"/>
              <a:gd name="connsiteY879" fmla="*/ 805191 h 6858000"/>
              <a:gd name="connsiteX880" fmla="*/ 6087656 w 7467600"/>
              <a:gd name="connsiteY880" fmla="*/ 826703 h 6858000"/>
              <a:gd name="connsiteX881" fmla="*/ 6058717 w 7467600"/>
              <a:gd name="connsiteY881" fmla="*/ 865992 h 6858000"/>
              <a:gd name="connsiteX882" fmla="*/ 4974153 w 7467600"/>
              <a:gd name="connsiteY882" fmla="*/ 1045456 h 6858000"/>
              <a:gd name="connsiteX883" fmla="*/ 5627835 w 7467600"/>
              <a:gd name="connsiteY883" fmla="*/ 1472077 h 6858000"/>
              <a:gd name="connsiteX884" fmla="*/ 5629817 w 7467600"/>
              <a:gd name="connsiteY884" fmla="*/ 1471412 h 6858000"/>
              <a:gd name="connsiteX885" fmla="*/ 5634124 w 7467600"/>
              <a:gd name="connsiteY885" fmla="*/ 1470572 h 6858000"/>
              <a:gd name="connsiteX886" fmla="*/ 5755832 w 7467600"/>
              <a:gd name="connsiteY886" fmla="*/ 1383886 h 6858000"/>
              <a:gd name="connsiteX887" fmla="*/ 6014186 w 7467600"/>
              <a:gd name="connsiteY887" fmla="*/ 1279799 h 6858000"/>
              <a:gd name="connsiteX888" fmla="*/ 6901619 w 7467600"/>
              <a:gd name="connsiteY888" fmla="*/ 1047874 h 6858000"/>
              <a:gd name="connsiteX889" fmla="*/ 6931566 w 7467600"/>
              <a:gd name="connsiteY889" fmla="*/ 1062034 h 6858000"/>
              <a:gd name="connsiteX890" fmla="*/ 5790982 w 7467600"/>
              <a:gd name="connsiteY890" fmla="*/ 1561380 h 6858000"/>
              <a:gd name="connsiteX891" fmla="*/ 6188971 w 7467600"/>
              <a:gd name="connsiteY891" fmla="*/ 1755168 h 6858000"/>
              <a:gd name="connsiteX892" fmla="*/ 6202446 w 7467600"/>
              <a:gd name="connsiteY892" fmla="*/ 1752268 h 6858000"/>
              <a:gd name="connsiteX893" fmla="*/ 7179560 w 7467600"/>
              <a:gd name="connsiteY893" fmla="*/ 1467551 h 6858000"/>
              <a:gd name="connsiteX894" fmla="*/ 7158730 w 7467600"/>
              <a:gd name="connsiteY894" fmla="*/ 1507835 h 6858000"/>
              <a:gd name="connsiteX895" fmla="*/ 6326959 w 7467600"/>
              <a:gd name="connsiteY895" fmla="*/ 1817686 h 6858000"/>
              <a:gd name="connsiteX896" fmla="*/ 6537433 w 7467600"/>
              <a:gd name="connsiteY896" fmla="*/ 1907790 h 6858000"/>
              <a:gd name="connsiteX897" fmla="*/ 6550221 w 7467600"/>
              <a:gd name="connsiteY897" fmla="*/ 1910729 h 6858000"/>
              <a:gd name="connsiteX898" fmla="*/ 6964438 w 7467600"/>
              <a:gd name="connsiteY898" fmla="*/ 2209505 h 6858000"/>
              <a:gd name="connsiteX899" fmla="*/ 7367862 w 7467600"/>
              <a:gd name="connsiteY899" fmla="*/ 2806833 h 6858000"/>
              <a:gd name="connsiteX900" fmla="*/ 7364329 w 7467600"/>
              <a:gd name="connsiteY900" fmla="*/ 2826907 h 6858000"/>
              <a:gd name="connsiteX901" fmla="*/ 7290545 w 7467600"/>
              <a:gd name="connsiteY901" fmla="*/ 2850663 h 6858000"/>
              <a:gd name="connsiteX902" fmla="*/ 6472036 w 7467600"/>
              <a:gd name="connsiteY902" fmla="*/ 1959003 h 6858000"/>
              <a:gd name="connsiteX903" fmla="*/ 5792897 w 7467600"/>
              <a:gd name="connsiteY903" fmla="*/ 1647747 h 6858000"/>
              <a:gd name="connsiteX904" fmla="*/ 5842751 w 7467600"/>
              <a:gd name="connsiteY904" fmla="*/ 1816112 h 6858000"/>
              <a:gd name="connsiteX905" fmla="*/ 5847424 w 7467600"/>
              <a:gd name="connsiteY905" fmla="*/ 1815776 h 6858000"/>
              <a:gd name="connsiteX906" fmla="*/ 6399821 w 7467600"/>
              <a:gd name="connsiteY906" fmla="*/ 2344799 h 6858000"/>
              <a:gd name="connsiteX907" fmla="*/ 6323232 w 7467600"/>
              <a:gd name="connsiteY907" fmla="*/ 2389634 h 6858000"/>
              <a:gd name="connsiteX908" fmla="*/ 5942958 w 7467600"/>
              <a:gd name="connsiteY908" fmla="*/ 2077708 h 6858000"/>
              <a:gd name="connsiteX909" fmla="*/ 5921559 w 7467600"/>
              <a:gd name="connsiteY909" fmla="*/ 2378596 h 6858000"/>
              <a:gd name="connsiteX910" fmla="*/ 5817651 w 7467600"/>
              <a:gd name="connsiteY910" fmla="*/ 3023919 h 6858000"/>
              <a:gd name="connsiteX911" fmla="*/ 5729634 w 7467600"/>
              <a:gd name="connsiteY911" fmla="*/ 3051849 h 6858000"/>
              <a:gd name="connsiteX912" fmla="*/ 5611018 w 7467600"/>
              <a:gd name="connsiteY912" fmla="*/ 2316769 h 6858000"/>
              <a:gd name="connsiteX913" fmla="*/ 5687608 w 7467600"/>
              <a:gd name="connsiteY913" fmla="*/ 2039972 h 6858000"/>
              <a:gd name="connsiteX914" fmla="*/ 5657554 w 7467600"/>
              <a:gd name="connsiteY914" fmla="*/ 1576445 h 6858000"/>
              <a:gd name="connsiteX915" fmla="*/ 5150475 w 7467600"/>
              <a:gd name="connsiteY915" fmla="*/ 1274012 h 6858000"/>
              <a:gd name="connsiteX916" fmla="*/ 5349142 w 7467600"/>
              <a:gd name="connsiteY916" fmla="*/ 2204405 h 6858000"/>
              <a:gd name="connsiteX917" fmla="*/ 5262214 w 7467600"/>
              <a:gd name="connsiteY917" fmla="*/ 2233836 h 6858000"/>
              <a:gd name="connsiteX918" fmla="*/ 4981539 w 7467600"/>
              <a:gd name="connsiteY918" fmla="*/ 1542201 h 6858000"/>
              <a:gd name="connsiteX919" fmla="*/ 4958461 w 7467600"/>
              <a:gd name="connsiteY919" fmla="*/ 1136957 h 6858000"/>
              <a:gd name="connsiteX920" fmla="*/ 4655015 w 7467600"/>
              <a:gd name="connsiteY920" fmla="*/ 891426 h 6858000"/>
              <a:gd name="connsiteX921" fmla="*/ 4348002 w 7467600"/>
              <a:gd name="connsiteY921" fmla="*/ 2205895 h 6858000"/>
              <a:gd name="connsiteX922" fmla="*/ 4262250 w 7467600"/>
              <a:gd name="connsiteY922" fmla="*/ 2219972 h 6858000"/>
              <a:gd name="connsiteX923" fmla="*/ 4550611 w 7467600"/>
              <a:gd name="connsiteY923" fmla="*/ 817540 h 6858000"/>
              <a:gd name="connsiteX924" fmla="*/ 4564418 w 7467600"/>
              <a:gd name="connsiteY924" fmla="*/ 808293 h 6858000"/>
              <a:gd name="connsiteX925" fmla="*/ 4266388 w 7467600"/>
              <a:gd name="connsiteY925" fmla="*/ 500083 h 6858000"/>
              <a:gd name="connsiteX926" fmla="*/ 4032842 w 7467600"/>
              <a:gd name="connsiteY926" fmla="*/ 211809 h 6858000"/>
              <a:gd name="connsiteX927" fmla="*/ 3882765 w 7467600"/>
              <a:gd name="connsiteY927" fmla="*/ 0 h 6858000"/>
              <a:gd name="connsiteX928" fmla="*/ 3721337 w 7467600"/>
              <a:gd name="connsiteY928" fmla="*/ 0 h 6858000"/>
              <a:gd name="connsiteX929" fmla="*/ 3797544 w 7467600"/>
              <a:gd name="connsiteY929" fmla="*/ 0 h 6858000"/>
              <a:gd name="connsiteX930" fmla="*/ 3775734 w 7467600"/>
              <a:gd name="connsiteY930" fmla="*/ 95131 h 6858000"/>
              <a:gd name="connsiteX931" fmla="*/ 3724807 w 7467600"/>
              <a:gd name="connsiteY931" fmla="*/ 272257 h 6858000"/>
              <a:gd name="connsiteX932" fmla="*/ 3726844 w 7467600"/>
              <a:gd name="connsiteY932" fmla="*/ 282988 h 6858000"/>
              <a:gd name="connsiteX933" fmla="*/ 3742664 w 7467600"/>
              <a:gd name="connsiteY933" fmla="*/ 279918 h 6858000"/>
              <a:gd name="connsiteX934" fmla="*/ 4103910 w 7467600"/>
              <a:gd name="connsiteY934" fmla="*/ 1161917 h 6858000"/>
              <a:gd name="connsiteX935" fmla="*/ 4020269 w 7467600"/>
              <a:gd name="connsiteY935" fmla="*/ 1200406 h 6858000"/>
              <a:gd name="connsiteX936" fmla="*/ 3674882 w 7467600"/>
              <a:gd name="connsiteY936" fmla="*/ 488524 h 6858000"/>
              <a:gd name="connsiteX937" fmla="*/ 3132682 w 7467600"/>
              <a:gd name="connsiteY937" fmla="*/ 1072284 h 6858000"/>
              <a:gd name="connsiteX938" fmla="*/ 2716346 w 7467600"/>
              <a:gd name="connsiteY938" fmla="*/ 1276376 h 6858000"/>
              <a:gd name="connsiteX939" fmla="*/ 2716772 w 7467600"/>
              <a:gd name="connsiteY939" fmla="*/ 1255462 h 6858000"/>
              <a:gd name="connsiteX940" fmla="*/ 3471096 w 7467600"/>
              <a:gd name="connsiteY940" fmla="*/ 437072 h 6858000"/>
              <a:gd name="connsiteX941" fmla="*/ 3639057 w 7467600"/>
              <a:gd name="connsiteY941" fmla="*/ 286334 h 6858000"/>
              <a:gd name="connsiteX942" fmla="*/ 3640309 w 7467600"/>
              <a:gd name="connsiteY942" fmla="*/ 284664 h 6858000"/>
              <a:gd name="connsiteX943" fmla="*/ 3646022 w 7467600"/>
              <a:gd name="connsiteY943" fmla="*/ 276711 h 6858000"/>
              <a:gd name="connsiteX944" fmla="*/ 3707943 w 7467600"/>
              <a:gd name="connsiteY944" fmla="*/ 65958 h 6858000"/>
              <a:gd name="connsiteX945" fmla="*/ 3721337 w 7467600"/>
              <a:gd name="connsiteY945" fmla="*/ 0 h 6858000"/>
              <a:gd name="connsiteX946" fmla="*/ 2867960 w 7467600"/>
              <a:gd name="connsiteY946" fmla="*/ 0 h 6858000"/>
              <a:gd name="connsiteX947" fmla="*/ 2926351 w 7467600"/>
              <a:gd name="connsiteY947" fmla="*/ 0 h 6858000"/>
              <a:gd name="connsiteX948" fmla="*/ 2902823 w 7467600"/>
              <a:gd name="connsiteY948" fmla="*/ 262929 h 6858000"/>
              <a:gd name="connsiteX949" fmla="*/ 2940663 w 7467600"/>
              <a:gd name="connsiteY949" fmla="*/ 140884 h 6858000"/>
              <a:gd name="connsiteX950" fmla="*/ 2947039 w 7467600"/>
              <a:gd name="connsiteY950" fmla="*/ 122524 h 6858000"/>
              <a:gd name="connsiteX951" fmla="*/ 2984316 w 7467600"/>
              <a:gd name="connsiteY951" fmla="*/ 0 h 6858000"/>
              <a:gd name="connsiteX952" fmla="*/ 3016114 w 7467600"/>
              <a:gd name="connsiteY952" fmla="*/ 0 h 6858000"/>
              <a:gd name="connsiteX953" fmla="*/ 2979949 w 7467600"/>
              <a:gd name="connsiteY953" fmla="*/ 119274 h 6858000"/>
              <a:gd name="connsiteX954" fmla="*/ 3023879 w 7467600"/>
              <a:gd name="connsiteY954" fmla="*/ 0 h 6858000"/>
              <a:gd name="connsiteX955" fmla="*/ 3105400 w 7467600"/>
              <a:gd name="connsiteY955" fmla="*/ 0 h 6858000"/>
              <a:gd name="connsiteX956" fmla="*/ 3094669 w 7467600"/>
              <a:gd name="connsiteY956" fmla="*/ 30308 h 6858000"/>
              <a:gd name="connsiteX957" fmla="*/ 2901945 w 7467600"/>
              <a:gd name="connsiteY957" fmla="*/ 466538 h 6858000"/>
              <a:gd name="connsiteX958" fmla="*/ 2815209 w 7467600"/>
              <a:gd name="connsiteY958" fmla="*/ 497361 h 6858000"/>
              <a:gd name="connsiteX959" fmla="*/ 2844845 w 7467600"/>
              <a:gd name="connsiteY959" fmla="*/ 127638 h 6858000"/>
              <a:gd name="connsiteX960" fmla="*/ 2867960 w 7467600"/>
              <a:gd name="connsiteY960" fmla="*/ 0 h 6858000"/>
              <a:gd name="connsiteX961" fmla="*/ 1057230 w 7467600"/>
              <a:gd name="connsiteY961" fmla="*/ 0 h 6858000"/>
              <a:gd name="connsiteX962" fmla="*/ 1111003 w 7467600"/>
              <a:gd name="connsiteY962" fmla="*/ 0 h 6858000"/>
              <a:gd name="connsiteX963" fmla="*/ 1125553 w 7467600"/>
              <a:gd name="connsiteY963" fmla="*/ 52588 h 6858000"/>
              <a:gd name="connsiteX964" fmla="*/ 1304276 w 7467600"/>
              <a:gd name="connsiteY964" fmla="*/ 476275 h 6858000"/>
              <a:gd name="connsiteX965" fmla="*/ 1492066 w 7467600"/>
              <a:gd name="connsiteY965" fmla="*/ 886333 h 6858000"/>
              <a:gd name="connsiteX966" fmla="*/ 1423698 w 7467600"/>
              <a:gd name="connsiteY966" fmla="*/ 710817 h 6858000"/>
              <a:gd name="connsiteX967" fmla="*/ 1357609 w 7467600"/>
              <a:gd name="connsiteY967" fmla="*/ 532892 h 6858000"/>
              <a:gd name="connsiteX968" fmla="*/ 1309550 w 7467600"/>
              <a:gd name="connsiteY968" fmla="*/ 374031 h 6858000"/>
              <a:gd name="connsiteX969" fmla="*/ 1193673 w 7467600"/>
              <a:gd name="connsiteY969" fmla="*/ 49533 h 6858000"/>
              <a:gd name="connsiteX970" fmla="*/ 1164391 w 7467600"/>
              <a:gd name="connsiteY970" fmla="*/ 0 h 6858000"/>
              <a:gd name="connsiteX971" fmla="*/ 1200666 w 7467600"/>
              <a:gd name="connsiteY971" fmla="*/ 0 h 6858000"/>
              <a:gd name="connsiteX972" fmla="*/ 1223408 w 7467600"/>
              <a:gd name="connsiteY972" fmla="*/ 38996 h 6858000"/>
              <a:gd name="connsiteX973" fmla="*/ 1339635 w 7467600"/>
              <a:gd name="connsiteY973" fmla="*/ 365517 h 6858000"/>
              <a:gd name="connsiteX974" fmla="*/ 1387469 w 7467600"/>
              <a:gd name="connsiteY974" fmla="*/ 523079 h 6858000"/>
              <a:gd name="connsiteX975" fmla="*/ 1452685 w 7467600"/>
              <a:gd name="connsiteY975" fmla="*/ 699806 h 6858000"/>
              <a:gd name="connsiteX976" fmla="*/ 1492092 w 7467600"/>
              <a:gd name="connsiteY976" fmla="*/ 800424 h 6858000"/>
              <a:gd name="connsiteX977" fmla="*/ 1455302 w 7467600"/>
              <a:gd name="connsiteY977" fmla="*/ 632913 h 6858000"/>
              <a:gd name="connsiteX978" fmla="*/ 1222336 w 7467600"/>
              <a:gd name="connsiteY978" fmla="*/ 9480 h 6858000"/>
              <a:gd name="connsiteX979" fmla="*/ 1214634 w 7467600"/>
              <a:gd name="connsiteY979" fmla="*/ 0 h 6858000"/>
              <a:gd name="connsiteX980" fmla="*/ 1289827 w 7467600"/>
              <a:gd name="connsiteY980" fmla="*/ 0 h 6858000"/>
              <a:gd name="connsiteX981" fmla="*/ 1321076 w 7467600"/>
              <a:gd name="connsiteY981" fmla="*/ 59722 h 6858000"/>
              <a:gd name="connsiteX982" fmla="*/ 1512579 w 7467600"/>
              <a:gd name="connsiteY982" fmla="*/ 626441 h 6858000"/>
              <a:gd name="connsiteX983" fmla="*/ 1506076 w 7467600"/>
              <a:gd name="connsiteY983" fmla="*/ 1089289 h 6858000"/>
              <a:gd name="connsiteX984" fmla="*/ 1486346 w 7467600"/>
              <a:gd name="connsiteY984" fmla="*/ 1079919 h 6858000"/>
              <a:gd name="connsiteX985" fmla="*/ 1070511 w 7467600"/>
              <a:gd name="connsiteY985" fmla="*/ 48609 h 6858000"/>
              <a:gd name="connsiteX986" fmla="*/ 1057230 w 7467600"/>
              <a:gd name="connsiteY986" fmla="*/ 0 h 6858000"/>
              <a:gd name="connsiteX987" fmla="*/ 43151 w 7467600"/>
              <a:gd name="connsiteY987" fmla="*/ 0 h 6858000"/>
              <a:gd name="connsiteX988" fmla="*/ 95283 w 7467600"/>
              <a:gd name="connsiteY988" fmla="*/ 0 h 6858000"/>
              <a:gd name="connsiteX989" fmla="*/ 300708 w 7467600"/>
              <a:gd name="connsiteY989" fmla="*/ 154571 h 6858000"/>
              <a:gd name="connsiteX990" fmla="*/ 530414 w 7467600"/>
              <a:gd name="connsiteY990" fmla="*/ 354673 h 6858000"/>
              <a:gd name="connsiteX991" fmla="*/ 333785 w 7467600"/>
              <a:gd name="connsiteY991" fmla="*/ 161564 h 6858000"/>
              <a:gd name="connsiteX992" fmla="*/ 147005 w 7467600"/>
              <a:gd name="connsiteY992" fmla="*/ 0 h 6858000"/>
              <a:gd name="connsiteX993" fmla="*/ 272509 w 7467600"/>
              <a:gd name="connsiteY993" fmla="*/ 0 h 6858000"/>
              <a:gd name="connsiteX994" fmla="*/ 326276 w 7467600"/>
              <a:gd name="connsiteY994" fmla="*/ 45847 h 6858000"/>
              <a:gd name="connsiteX995" fmla="*/ 823759 w 7467600"/>
              <a:gd name="connsiteY995" fmla="*/ 574145 h 6858000"/>
              <a:gd name="connsiteX996" fmla="*/ 811254 w 7467600"/>
              <a:gd name="connsiteY996" fmla="*/ 665546 h 6858000"/>
              <a:gd name="connsiteX997" fmla="*/ 154042 w 7467600"/>
              <a:gd name="connsiteY997" fmla="*/ 261522 h 6858000"/>
              <a:gd name="connsiteX998" fmla="*/ 13550 w 7467600"/>
              <a:gd name="connsiteY998" fmla="*/ 158423 h 6858000"/>
              <a:gd name="connsiteX999" fmla="*/ 0 w 7467600"/>
              <a:gd name="connsiteY999" fmla="*/ 146618 h 6858000"/>
              <a:gd name="connsiteX1000" fmla="*/ 0 w 7467600"/>
              <a:gd name="connsiteY1000" fmla="*/ 59161 h 6858000"/>
              <a:gd name="connsiteX1001" fmla="*/ 45427 w 7467600"/>
              <a:gd name="connsiteY1001" fmla="*/ 101078 h 6858000"/>
              <a:gd name="connsiteX1002" fmla="*/ 630103 w 7467600"/>
              <a:gd name="connsiteY1002" fmla="*/ 485885 h 6858000"/>
              <a:gd name="connsiteX1003" fmla="*/ 532040 w 7467600"/>
              <a:gd name="connsiteY1003" fmla="*/ 399359 h 6858000"/>
              <a:gd name="connsiteX1004" fmla="*/ 517618 w 7467600"/>
              <a:gd name="connsiteY1004" fmla="*/ 385726 h 6858000"/>
              <a:gd name="connsiteX1005" fmla="*/ 285074 w 7467600"/>
              <a:gd name="connsiteY1005" fmla="*/ 182755 h 6858000"/>
              <a:gd name="connsiteX1006" fmla="*/ 43151 w 7467600"/>
              <a:gd name="connsiteY1006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133363 w 7467600"/>
              <a:gd name="connsiteY127" fmla="*/ 5050246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7467600 w 7467600"/>
              <a:gd name="connsiteY137" fmla="*/ 5241225 h 6858000"/>
              <a:gd name="connsiteX138" fmla="*/ 7467600 w 7467600"/>
              <a:gd name="connsiteY138" fmla="*/ 5277736 h 6858000"/>
              <a:gd name="connsiteX139" fmla="*/ 7327465 w 7467600"/>
              <a:gd name="connsiteY139" fmla="*/ 5174181 h 6858000"/>
              <a:gd name="connsiteX140" fmla="*/ 7244057 w 7467600"/>
              <a:gd name="connsiteY140" fmla="*/ 5124233 h 6858000"/>
              <a:gd name="connsiteX141" fmla="*/ 7353035 w 7467600"/>
              <a:gd name="connsiteY141" fmla="*/ 5197318 h 6858000"/>
              <a:gd name="connsiteX142" fmla="*/ 7467600 w 7467600"/>
              <a:gd name="connsiteY142" fmla="*/ 5297634 h 6858000"/>
              <a:gd name="connsiteX143" fmla="*/ 7467600 w 7467600"/>
              <a:gd name="connsiteY143" fmla="*/ 5361850 h 6858000"/>
              <a:gd name="connsiteX144" fmla="*/ 7368569 w 7467600"/>
              <a:gd name="connsiteY144" fmla="*/ 5270182 h 6858000"/>
              <a:gd name="connsiteX145" fmla="*/ 7131946 w 7467600"/>
              <a:gd name="connsiteY145" fmla="*/ 5075653 h 6858000"/>
              <a:gd name="connsiteX146" fmla="*/ 7133363 w 7467600"/>
              <a:gd name="connsiteY146" fmla="*/ 5050246 h 6858000"/>
              <a:gd name="connsiteX147" fmla="*/ 1903353 w 7467600"/>
              <a:gd name="connsiteY147" fmla="*/ 5044827 h 6858000"/>
              <a:gd name="connsiteX148" fmla="*/ 1936931 w 7467600"/>
              <a:gd name="connsiteY148" fmla="*/ 5093954 h 6858000"/>
              <a:gd name="connsiteX149" fmla="*/ 2195868 w 7467600"/>
              <a:gd name="connsiteY149" fmla="*/ 5396574 h 6858000"/>
              <a:gd name="connsiteX150" fmla="*/ 2088852 w 7467600"/>
              <a:gd name="connsiteY150" fmla="*/ 5166123 h 6858000"/>
              <a:gd name="connsiteX151" fmla="*/ 1958241 w 7467600"/>
              <a:gd name="connsiteY151" fmla="*/ 5067955 h 6858000"/>
              <a:gd name="connsiteX152" fmla="*/ 1903353 w 7467600"/>
              <a:gd name="connsiteY152" fmla="*/ 5044827 h 6858000"/>
              <a:gd name="connsiteX153" fmla="*/ 1979378 w 7467600"/>
              <a:gd name="connsiteY153" fmla="*/ 4769504 h 6858000"/>
              <a:gd name="connsiteX154" fmla="*/ 2882120 w 7467600"/>
              <a:gd name="connsiteY154" fmla="*/ 5064547 h 6858000"/>
              <a:gd name="connsiteX155" fmla="*/ 2793103 w 7467600"/>
              <a:gd name="connsiteY155" fmla="*/ 5039699 h 6858000"/>
              <a:gd name="connsiteX156" fmla="*/ 2770041 w 7467600"/>
              <a:gd name="connsiteY156" fmla="*/ 5033634 h 6858000"/>
              <a:gd name="connsiteX157" fmla="*/ 1979378 w 7467600"/>
              <a:gd name="connsiteY157" fmla="*/ 4769504 h 6858000"/>
              <a:gd name="connsiteX158" fmla="*/ 1927410 w 7467600"/>
              <a:gd name="connsiteY158" fmla="*/ 4716164 h 6858000"/>
              <a:gd name="connsiteX159" fmla="*/ 1959587 w 7467600"/>
              <a:gd name="connsiteY159" fmla="*/ 4728849 h 6858000"/>
              <a:gd name="connsiteX160" fmla="*/ 2777707 w 7467600"/>
              <a:gd name="connsiteY160" fmla="*/ 5003991 h 6858000"/>
              <a:gd name="connsiteX161" fmla="*/ 2800768 w 7467600"/>
              <a:gd name="connsiteY161" fmla="*/ 5010056 h 6858000"/>
              <a:gd name="connsiteX162" fmla="*/ 2879408 w 7467600"/>
              <a:gd name="connsiteY162" fmla="*/ 5031590 h 6858000"/>
              <a:gd name="connsiteX163" fmla="*/ 2862295 w 7467600"/>
              <a:gd name="connsiteY163" fmla="*/ 5022958 h 6858000"/>
              <a:gd name="connsiteX164" fmla="*/ 2813343 w 7467600"/>
              <a:gd name="connsiteY164" fmla="*/ 4998369 h 6858000"/>
              <a:gd name="connsiteX165" fmla="*/ 2646245 w 7467600"/>
              <a:gd name="connsiteY165" fmla="*/ 4930999 h 6858000"/>
              <a:gd name="connsiteX166" fmla="*/ 1999243 w 7467600"/>
              <a:gd name="connsiteY166" fmla="*/ 4730524 h 6858000"/>
              <a:gd name="connsiteX167" fmla="*/ 1979527 w 7467600"/>
              <a:gd name="connsiteY167" fmla="*/ 4726651 h 6858000"/>
              <a:gd name="connsiteX168" fmla="*/ 1927410 w 7467600"/>
              <a:gd name="connsiteY168" fmla="*/ 4716164 h 6858000"/>
              <a:gd name="connsiteX169" fmla="*/ 1997014 w 7467600"/>
              <a:gd name="connsiteY169" fmla="*/ 4698007 h 6858000"/>
              <a:gd name="connsiteX170" fmla="*/ 2005458 w 7467600"/>
              <a:gd name="connsiteY170" fmla="*/ 4699540 h 6858000"/>
              <a:gd name="connsiteX171" fmla="*/ 2657186 w 7467600"/>
              <a:gd name="connsiteY171" fmla="*/ 4901687 h 6858000"/>
              <a:gd name="connsiteX172" fmla="*/ 2826662 w 7467600"/>
              <a:gd name="connsiteY172" fmla="*/ 4970362 h 6858000"/>
              <a:gd name="connsiteX173" fmla="*/ 2876100 w 7467600"/>
              <a:gd name="connsiteY173" fmla="*/ 4995397 h 6858000"/>
              <a:gd name="connsiteX174" fmla="*/ 3042600 w 7467600"/>
              <a:gd name="connsiteY174" fmla="*/ 5059532 h 6858000"/>
              <a:gd name="connsiteX175" fmla="*/ 1997014 w 7467600"/>
              <a:gd name="connsiteY175" fmla="*/ 4698007 h 6858000"/>
              <a:gd name="connsiteX176" fmla="*/ 2305292 w 7467600"/>
              <a:gd name="connsiteY176" fmla="*/ 4219492 h 6858000"/>
              <a:gd name="connsiteX177" fmla="*/ 3360922 w 7467600"/>
              <a:gd name="connsiteY177" fmla="*/ 4529373 h 6858000"/>
              <a:gd name="connsiteX178" fmla="*/ 3492420 w 7467600"/>
              <a:gd name="connsiteY178" fmla="*/ 4510145 h 6858000"/>
              <a:gd name="connsiteX179" fmla="*/ 3364086 w 7467600"/>
              <a:gd name="connsiteY179" fmla="*/ 4480340 h 6858000"/>
              <a:gd name="connsiteX180" fmla="*/ 3225818 w 7467600"/>
              <a:gd name="connsiteY180" fmla="*/ 4411822 h 6858000"/>
              <a:gd name="connsiteX181" fmla="*/ 3129696 w 7467600"/>
              <a:gd name="connsiteY181" fmla="*/ 4360704 h 6858000"/>
              <a:gd name="connsiteX182" fmla="*/ 2814545 w 7467600"/>
              <a:gd name="connsiteY182" fmla="*/ 4282955 h 6858000"/>
              <a:gd name="connsiteX183" fmla="*/ 2305292 w 7467600"/>
              <a:gd name="connsiteY183" fmla="*/ 4219492 h 6858000"/>
              <a:gd name="connsiteX184" fmla="*/ 2626982 w 7467600"/>
              <a:gd name="connsiteY184" fmla="*/ 4206450 h 6858000"/>
              <a:gd name="connsiteX185" fmla="*/ 2490617 w 7467600"/>
              <a:gd name="connsiteY185" fmla="*/ 4206951 h 6858000"/>
              <a:gd name="connsiteX186" fmla="*/ 2819869 w 7467600"/>
              <a:gd name="connsiteY186" fmla="*/ 4252936 h 6858000"/>
              <a:gd name="connsiteX187" fmla="*/ 3143018 w 7467600"/>
              <a:gd name="connsiteY187" fmla="*/ 4332698 h 6858000"/>
              <a:gd name="connsiteX188" fmla="*/ 3241520 w 7467600"/>
              <a:gd name="connsiteY188" fmla="*/ 4385112 h 6858000"/>
              <a:gd name="connsiteX189" fmla="*/ 3374575 w 7467600"/>
              <a:gd name="connsiteY189" fmla="*/ 4451517 h 6858000"/>
              <a:gd name="connsiteX190" fmla="*/ 3505221 w 7467600"/>
              <a:gd name="connsiteY190" fmla="*/ 4480757 h 6858000"/>
              <a:gd name="connsiteX191" fmla="*/ 2626982 w 7467600"/>
              <a:gd name="connsiteY191" fmla="*/ 4206450 h 6858000"/>
              <a:gd name="connsiteX192" fmla="*/ 1310106 w 7467600"/>
              <a:gd name="connsiteY192" fmla="*/ 3943217 h 6858000"/>
              <a:gd name="connsiteX193" fmla="*/ 854994 w 7467600"/>
              <a:gd name="connsiteY193" fmla="*/ 4399136 h 6858000"/>
              <a:gd name="connsiteX194" fmla="*/ 742462 w 7467600"/>
              <a:gd name="connsiteY194" fmla="*/ 4594648 h 6858000"/>
              <a:gd name="connsiteX195" fmla="*/ 820602 w 7467600"/>
              <a:gd name="connsiteY195" fmla="*/ 4485915 h 6858000"/>
              <a:gd name="connsiteX196" fmla="*/ 878295 w 7467600"/>
              <a:gd name="connsiteY196" fmla="*/ 4403594 h 6858000"/>
              <a:gd name="connsiteX197" fmla="*/ 1240607 w 7467600"/>
              <a:gd name="connsiteY197" fmla="*/ 4010401 h 6858000"/>
              <a:gd name="connsiteX198" fmla="*/ 1310106 w 7467600"/>
              <a:gd name="connsiteY198" fmla="*/ 3943217 h 6858000"/>
              <a:gd name="connsiteX199" fmla="*/ 1423113 w 7467600"/>
              <a:gd name="connsiteY199" fmla="*/ 3874565 h 6858000"/>
              <a:gd name="connsiteX200" fmla="*/ 1260565 w 7467600"/>
              <a:gd name="connsiteY200" fmla="*/ 4031982 h 6858000"/>
              <a:gd name="connsiteX201" fmla="*/ 901900 w 7467600"/>
              <a:gd name="connsiteY201" fmla="*/ 4421236 h 6858000"/>
              <a:gd name="connsiteX202" fmla="*/ 845044 w 7467600"/>
              <a:gd name="connsiteY202" fmla="*/ 4502436 h 6858000"/>
              <a:gd name="connsiteX203" fmla="*/ 685926 w 7467600"/>
              <a:gd name="connsiteY203" fmla="*/ 4703069 h 6858000"/>
              <a:gd name="connsiteX204" fmla="*/ 684248 w 7467600"/>
              <a:gd name="connsiteY204" fmla="*/ 4706721 h 6858000"/>
              <a:gd name="connsiteX205" fmla="*/ 1423113 w 7467600"/>
              <a:gd name="connsiteY205" fmla="*/ 3874565 h 6858000"/>
              <a:gd name="connsiteX206" fmla="*/ 3316479 w 7467600"/>
              <a:gd name="connsiteY206" fmla="*/ 3872136 h 6858000"/>
              <a:gd name="connsiteX207" fmla="*/ 3546806 w 7467600"/>
              <a:gd name="connsiteY207" fmla="*/ 4356139 h 6858000"/>
              <a:gd name="connsiteX208" fmla="*/ 3364433 w 7467600"/>
              <a:gd name="connsiteY208" fmla="*/ 3953121 h 6858000"/>
              <a:gd name="connsiteX209" fmla="*/ 3316479 w 7467600"/>
              <a:gd name="connsiteY209" fmla="*/ 3872136 h 6858000"/>
              <a:gd name="connsiteX210" fmla="*/ 3291335 w 7467600"/>
              <a:gd name="connsiteY210" fmla="*/ 3767420 h 6858000"/>
              <a:gd name="connsiteX211" fmla="*/ 3390805 w 7467600"/>
              <a:gd name="connsiteY211" fmla="*/ 3937163 h 6858000"/>
              <a:gd name="connsiteX212" fmla="*/ 3579062 w 7467600"/>
              <a:gd name="connsiteY212" fmla="*/ 4359040 h 6858000"/>
              <a:gd name="connsiteX213" fmla="*/ 3467355 w 7467600"/>
              <a:gd name="connsiteY213" fmla="*/ 3988130 h 6858000"/>
              <a:gd name="connsiteX214" fmla="*/ 3310753 w 7467600"/>
              <a:gd name="connsiteY214" fmla="*/ 3787140 h 6858000"/>
              <a:gd name="connsiteX215" fmla="*/ 3291335 w 7467600"/>
              <a:gd name="connsiteY215" fmla="*/ 3767420 h 6858000"/>
              <a:gd name="connsiteX216" fmla="*/ 1635889 w 7467600"/>
              <a:gd name="connsiteY216" fmla="*/ 3709494 h 6858000"/>
              <a:gd name="connsiteX217" fmla="*/ 1634800 w 7467600"/>
              <a:gd name="connsiteY217" fmla="*/ 3731111 h 6858000"/>
              <a:gd name="connsiteX218" fmla="*/ 1635889 w 7467600"/>
              <a:gd name="connsiteY218" fmla="*/ 3709494 h 6858000"/>
              <a:gd name="connsiteX219" fmla="*/ 1510397 w 7467600"/>
              <a:gd name="connsiteY219" fmla="*/ 3684705 h 6858000"/>
              <a:gd name="connsiteX220" fmla="*/ 1146550 w 7467600"/>
              <a:gd name="connsiteY220" fmla="*/ 3802012 h 6858000"/>
              <a:gd name="connsiteX221" fmla="*/ 698834 w 7467600"/>
              <a:gd name="connsiteY221" fmla="*/ 3952272 h 6858000"/>
              <a:gd name="connsiteX222" fmla="*/ 34256 w 7467600"/>
              <a:gd name="connsiteY222" fmla="*/ 4347603 h 6858000"/>
              <a:gd name="connsiteX223" fmla="*/ 527241 w 7467600"/>
              <a:gd name="connsiteY223" fmla="*/ 4065078 h 6858000"/>
              <a:gd name="connsiteX224" fmla="*/ 1510397 w 7467600"/>
              <a:gd name="connsiteY224" fmla="*/ 3684705 h 6858000"/>
              <a:gd name="connsiteX225" fmla="*/ 1313114 w 7467600"/>
              <a:gd name="connsiteY225" fmla="*/ 3655216 h 6858000"/>
              <a:gd name="connsiteX226" fmla="*/ 1109304 w 7467600"/>
              <a:gd name="connsiteY226" fmla="*/ 3669030 h 6858000"/>
              <a:gd name="connsiteX227" fmla="*/ 8129 w 7467600"/>
              <a:gd name="connsiteY227" fmla="*/ 4330519 h 6858000"/>
              <a:gd name="connsiteX228" fmla="*/ 687572 w 7467600"/>
              <a:gd name="connsiteY228" fmla="*/ 3925629 h 6858000"/>
              <a:gd name="connsiteX229" fmla="*/ 1138365 w 7467600"/>
              <a:gd name="connsiteY229" fmla="*/ 3774515 h 6858000"/>
              <a:gd name="connsiteX230" fmla="*/ 1505579 w 7467600"/>
              <a:gd name="connsiteY230" fmla="*/ 3655526 h 6858000"/>
              <a:gd name="connsiteX231" fmla="*/ 1313114 w 7467600"/>
              <a:gd name="connsiteY231" fmla="*/ 3655216 h 6858000"/>
              <a:gd name="connsiteX232" fmla="*/ 3655073 w 7467600"/>
              <a:gd name="connsiteY232" fmla="*/ 3650884 h 6858000"/>
              <a:gd name="connsiteX233" fmla="*/ 3989938 w 7467600"/>
              <a:gd name="connsiteY233" fmla="*/ 3991685 h 6858000"/>
              <a:gd name="connsiteX234" fmla="*/ 4393907 w 7467600"/>
              <a:gd name="connsiteY234" fmla="*/ 4261258 h 6858000"/>
              <a:gd name="connsiteX235" fmla="*/ 4648051 w 7467600"/>
              <a:gd name="connsiteY235" fmla="*/ 4374051 h 6858000"/>
              <a:gd name="connsiteX236" fmla="*/ 4383389 w 7467600"/>
              <a:gd name="connsiteY236" fmla="*/ 4184369 h 6858000"/>
              <a:gd name="connsiteX237" fmla="*/ 4165508 w 7467600"/>
              <a:gd name="connsiteY237" fmla="*/ 4035196 h 6858000"/>
              <a:gd name="connsiteX238" fmla="*/ 4068162 w 7467600"/>
              <a:gd name="connsiteY238" fmla="*/ 3953394 h 6858000"/>
              <a:gd name="connsiteX239" fmla="*/ 3981416 w 7467600"/>
              <a:gd name="connsiteY239" fmla="*/ 3880482 h 6858000"/>
              <a:gd name="connsiteX240" fmla="*/ 3800147 w 7467600"/>
              <a:gd name="connsiteY240" fmla="*/ 3749872 h 6858000"/>
              <a:gd name="connsiteX241" fmla="*/ 3655073 w 7467600"/>
              <a:gd name="connsiteY241" fmla="*/ 3650884 h 6858000"/>
              <a:gd name="connsiteX242" fmla="*/ 3670252 w 7467600"/>
              <a:gd name="connsiteY242" fmla="*/ 3622798 h 6858000"/>
              <a:gd name="connsiteX243" fmla="*/ 3817258 w 7467600"/>
              <a:gd name="connsiteY243" fmla="*/ 3723577 h 6858000"/>
              <a:gd name="connsiteX244" fmla="*/ 4000461 w 7467600"/>
              <a:gd name="connsiteY244" fmla="*/ 3855966 h 6858000"/>
              <a:gd name="connsiteX245" fmla="*/ 4088180 w 7467600"/>
              <a:gd name="connsiteY245" fmla="*/ 3929774 h 6858000"/>
              <a:gd name="connsiteX246" fmla="*/ 4184555 w 7467600"/>
              <a:gd name="connsiteY246" fmla="*/ 4010683 h 6858000"/>
              <a:gd name="connsiteX247" fmla="*/ 4399563 w 7467600"/>
              <a:gd name="connsiteY247" fmla="*/ 4158106 h 6858000"/>
              <a:gd name="connsiteX248" fmla="*/ 4684469 w 7467600"/>
              <a:gd name="connsiteY248" fmla="*/ 4364680 h 6858000"/>
              <a:gd name="connsiteX249" fmla="*/ 4690271 w 7467600"/>
              <a:gd name="connsiteY249" fmla="*/ 4370034 h 6858000"/>
              <a:gd name="connsiteX250" fmla="*/ 4136093 w 7467600"/>
              <a:gd name="connsiteY250" fmla="*/ 3858466 h 6858000"/>
              <a:gd name="connsiteX251" fmla="*/ 3670252 w 7467600"/>
              <a:gd name="connsiteY251" fmla="*/ 3622798 h 6858000"/>
              <a:gd name="connsiteX252" fmla="*/ 4440129 w 7467600"/>
              <a:gd name="connsiteY252" fmla="*/ 3448571 h 6858000"/>
              <a:gd name="connsiteX253" fmla="*/ 4856525 w 7467600"/>
              <a:gd name="connsiteY253" fmla="*/ 3915351 h 6858000"/>
              <a:gd name="connsiteX254" fmla="*/ 5059055 w 7467600"/>
              <a:gd name="connsiteY254" fmla="*/ 4108918 h 6858000"/>
              <a:gd name="connsiteX255" fmla="*/ 5290070 w 7467600"/>
              <a:gd name="connsiteY255" fmla="*/ 4263619 h 6858000"/>
              <a:gd name="connsiteX256" fmla="*/ 4834991 w 7467600"/>
              <a:gd name="connsiteY256" fmla="*/ 3830985 h 6858000"/>
              <a:gd name="connsiteX257" fmla="*/ 4440129 w 7467600"/>
              <a:gd name="connsiteY257" fmla="*/ 3448571 h 6858000"/>
              <a:gd name="connsiteX258" fmla="*/ 4441737 w 7467600"/>
              <a:gd name="connsiteY258" fmla="*/ 3399734 h 6858000"/>
              <a:gd name="connsiteX259" fmla="*/ 4431236 w 7467600"/>
              <a:gd name="connsiteY259" fmla="*/ 3400954 h 6858000"/>
              <a:gd name="connsiteX260" fmla="*/ 4557150 w 7467600"/>
              <a:gd name="connsiteY260" fmla="*/ 3510023 h 6858000"/>
              <a:gd name="connsiteX261" fmla="*/ 4856936 w 7467600"/>
              <a:gd name="connsiteY261" fmla="*/ 3809146 h 6858000"/>
              <a:gd name="connsiteX262" fmla="*/ 5111996 w 7467600"/>
              <a:gd name="connsiteY262" fmla="*/ 4065759 h 6858000"/>
              <a:gd name="connsiteX263" fmla="*/ 5388878 w 7467600"/>
              <a:gd name="connsiteY263" fmla="*/ 4300185 h 6858000"/>
              <a:gd name="connsiteX264" fmla="*/ 5425556 w 7467600"/>
              <a:gd name="connsiteY264" fmla="*/ 4308967 h 6858000"/>
              <a:gd name="connsiteX265" fmla="*/ 4943646 w 7467600"/>
              <a:gd name="connsiteY265" fmla="*/ 3822916 h 6858000"/>
              <a:gd name="connsiteX266" fmla="*/ 4594837 w 7467600"/>
              <a:gd name="connsiteY266" fmla="*/ 3532274 h 6858000"/>
              <a:gd name="connsiteX267" fmla="*/ 4441737 w 7467600"/>
              <a:gd name="connsiteY267" fmla="*/ 3399734 h 6858000"/>
              <a:gd name="connsiteX268" fmla="*/ 5425834 w 7467600"/>
              <a:gd name="connsiteY268" fmla="*/ 3162785 h 6858000"/>
              <a:gd name="connsiteX269" fmla="*/ 5401644 w 7467600"/>
              <a:gd name="connsiteY269" fmla="*/ 3617847 h 6858000"/>
              <a:gd name="connsiteX270" fmla="*/ 5467256 w 7467600"/>
              <a:gd name="connsiteY270" fmla="*/ 4175494 h 6858000"/>
              <a:gd name="connsiteX271" fmla="*/ 5448069 w 7467600"/>
              <a:gd name="connsiteY271" fmla="*/ 3567554 h 6858000"/>
              <a:gd name="connsiteX272" fmla="*/ 5425834 w 7467600"/>
              <a:gd name="connsiteY272" fmla="*/ 3162785 h 6858000"/>
              <a:gd name="connsiteX273" fmla="*/ 1318687 w 7467600"/>
              <a:gd name="connsiteY273" fmla="*/ 3113840 h 6858000"/>
              <a:gd name="connsiteX274" fmla="*/ 1066793 w 7467600"/>
              <a:gd name="connsiteY274" fmla="*/ 3212171 h 6858000"/>
              <a:gd name="connsiteX275" fmla="*/ 993319 w 7467600"/>
              <a:gd name="connsiteY275" fmla="*/ 3247648 h 6858000"/>
              <a:gd name="connsiteX276" fmla="*/ 853081 w 7467600"/>
              <a:gd name="connsiteY276" fmla="*/ 3312410 h 6858000"/>
              <a:gd name="connsiteX277" fmla="*/ 805957 w 7467600"/>
              <a:gd name="connsiteY277" fmla="*/ 3330443 h 6858000"/>
              <a:gd name="connsiteX278" fmla="*/ 1318687 w 7467600"/>
              <a:gd name="connsiteY278" fmla="*/ 3113840 h 6858000"/>
              <a:gd name="connsiteX279" fmla="*/ 5453702 w 7467600"/>
              <a:gd name="connsiteY279" fmla="*/ 3090882 h 6858000"/>
              <a:gd name="connsiteX280" fmla="*/ 5480135 w 7467600"/>
              <a:gd name="connsiteY280" fmla="*/ 3565802 h 6858000"/>
              <a:gd name="connsiteX281" fmla="*/ 5499023 w 7467600"/>
              <a:gd name="connsiteY281" fmla="*/ 4166310 h 6858000"/>
              <a:gd name="connsiteX282" fmla="*/ 5547022 w 7467600"/>
              <a:gd name="connsiteY282" fmla="*/ 3607838 h 6858000"/>
              <a:gd name="connsiteX283" fmla="*/ 5515964 w 7467600"/>
              <a:gd name="connsiteY283" fmla="*/ 3378541 h 6858000"/>
              <a:gd name="connsiteX284" fmla="*/ 5453702 w 7467600"/>
              <a:gd name="connsiteY284" fmla="*/ 3090882 h 6858000"/>
              <a:gd name="connsiteX285" fmla="*/ 1238695 w 7467600"/>
              <a:gd name="connsiteY285" fmla="*/ 3076820 h 6858000"/>
              <a:gd name="connsiteX286" fmla="*/ 716371 w 7467600"/>
              <a:gd name="connsiteY286" fmla="*/ 3293249 h 6858000"/>
              <a:gd name="connsiteX287" fmla="*/ 579522 w 7467600"/>
              <a:gd name="connsiteY287" fmla="*/ 3371759 h 6858000"/>
              <a:gd name="connsiteX288" fmla="*/ 600288 w 7467600"/>
              <a:gd name="connsiteY288" fmla="*/ 3365555 h 6858000"/>
              <a:gd name="connsiteX289" fmla="*/ 840692 w 7467600"/>
              <a:gd name="connsiteY289" fmla="*/ 3284921 h 6858000"/>
              <a:gd name="connsiteX290" fmla="*/ 979248 w 7467600"/>
              <a:gd name="connsiteY290" fmla="*/ 3221003 h 6858000"/>
              <a:gd name="connsiteX291" fmla="*/ 1053282 w 7467600"/>
              <a:gd name="connsiteY291" fmla="*/ 3185247 h 6858000"/>
              <a:gd name="connsiteX292" fmla="*/ 1320603 w 7467600"/>
              <a:gd name="connsiteY292" fmla="*/ 3081281 h 6858000"/>
              <a:gd name="connsiteX293" fmla="*/ 1238695 w 7467600"/>
              <a:gd name="connsiteY293" fmla="*/ 3076820 h 6858000"/>
              <a:gd name="connsiteX294" fmla="*/ 5425627 w 7467600"/>
              <a:gd name="connsiteY294" fmla="*/ 2954192 h 6858000"/>
              <a:gd name="connsiteX295" fmla="*/ 5470770 w 7467600"/>
              <a:gd name="connsiteY295" fmla="*/ 3005435 h 6858000"/>
              <a:gd name="connsiteX296" fmla="*/ 5519779 w 7467600"/>
              <a:gd name="connsiteY296" fmla="*/ 4359223 h 6858000"/>
              <a:gd name="connsiteX297" fmla="*/ 5520293 w 7467600"/>
              <a:gd name="connsiteY297" fmla="*/ 4360602 h 6858000"/>
              <a:gd name="connsiteX298" fmla="*/ 5767221 w 7467600"/>
              <a:gd name="connsiteY298" fmla="*/ 4665564 h 6858000"/>
              <a:gd name="connsiteX299" fmla="*/ 6937169 w 7467600"/>
              <a:gd name="connsiteY299" fmla="*/ 4815941 h 6858000"/>
              <a:gd name="connsiteX300" fmla="*/ 6953922 w 7467600"/>
              <a:gd name="connsiteY300" fmla="*/ 4890068 h 6858000"/>
              <a:gd name="connsiteX301" fmla="*/ 6071359 w 7467600"/>
              <a:gd name="connsiteY301" fmla="*/ 4770770 h 6858000"/>
              <a:gd name="connsiteX302" fmla="*/ 6038839 w 7467600"/>
              <a:gd name="connsiteY302" fmla="*/ 4764474 h 6858000"/>
              <a:gd name="connsiteX303" fmla="*/ 6038706 w 7467600"/>
              <a:gd name="connsiteY303" fmla="*/ 4763847 h 6858000"/>
              <a:gd name="connsiteX304" fmla="*/ 6037784 w 7467600"/>
              <a:gd name="connsiteY304" fmla="*/ 4764270 h 6858000"/>
              <a:gd name="connsiteX305" fmla="*/ 6038839 w 7467600"/>
              <a:gd name="connsiteY305" fmla="*/ 4764474 h 6858000"/>
              <a:gd name="connsiteX306" fmla="*/ 6040338 w 7467600"/>
              <a:gd name="connsiteY306" fmla="*/ 4771418 h 6858000"/>
              <a:gd name="connsiteX307" fmla="*/ 6024488 w 7467600"/>
              <a:gd name="connsiteY307" fmla="*/ 4809903 h 6858000"/>
              <a:gd name="connsiteX308" fmla="*/ 5599771 w 7467600"/>
              <a:gd name="connsiteY308" fmla="*/ 5509652 h 6858000"/>
              <a:gd name="connsiteX309" fmla="*/ 5548843 w 7467600"/>
              <a:gd name="connsiteY309" fmla="*/ 5563845 h 6858000"/>
              <a:gd name="connsiteX310" fmla="*/ 5940952 w 7467600"/>
              <a:gd name="connsiteY310" fmla="*/ 6250028 h 6858000"/>
              <a:gd name="connsiteX311" fmla="*/ 6043441 w 7467600"/>
              <a:gd name="connsiteY311" fmla="*/ 6665847 h 6858000"/>
              <a:gd name="connsiteX312" fmla="*/ 6093432 w 7467600"/>
              <a:gd name="connsiteY312" fmla="*/ 6858000 h 6858000"/>
              <a:gd name="connsiteX313" fmla="*/ 6034344 w 7467600"/>
              <a:gd name="connsiteY313" fmla="*/ 6858000 h 6858000"/>
              <a:gd name="connsiteX314" fmla="*/ 6026679 w 7467600"/>
              <a:gd name="connsiteY314" fmla="*/ 6836959 h 6858000"/>
              <a:gd name="connsiteX315" fmla="*/ 5800441 w 7467600"/>
              <a:gd name="connsiteY315" fmla="*/ 6335286 h 6858000"/>
              <a:gd name="connsiteX316" fmla="*/ 5526562 w 7467600"/>
              <a:gd name="connsiteY316" fmla="*/ 5705388 h 6858000"/>
              <a:gd name="connsiteX317" fmla="*/ 5519640 w 7467600"/>
              <a:gd name="connsiteY317" fmla="*/ 5683774 h 6858000"/>
              <a:gd name="connsiteX318" fmla="*/ 5844559 w 7467600"/>
              <a:gd name="connsiteY318" fmla="*/ 6553349 h 6858000"/>
              <a:gd name="connsiteX319" fmla="*/ 5975994 w 7467600"/>
              <a:gd name="connsiteY319" fmla="*/ 6858000 h 6858000"/>
              <a:gd name="connsiteX320" fmla="*/ 5898547 w 7467600"/>
              <a:gd name="connsiteY320" fmla="*/ 6858000 h 6858000"/>
              <a:gd name="connsiteX321" fmla="*/ 5682041 w 7467600"/>
              <a:gd name="connsiteY321" fmla="*/ 6355860 h 6858000"/>
              <a:gd name="connsiteX322" fmla="*/ 5461758 w 7467600"/>
              <a:gd name="connsiteY322" fmla="*/ 5820220 h 6858000"/>
              <a:gd name="connsiteX323" fmla="*/ 5237282 w 7467600"/>
              <a:gd name="connsiteY323" fmla="*/ 6579086 h 6858000"/>
              <a:gd name="connsiteX324" fmla="*/ 5115009 w 7467600"/>
              <a:gd name="connsiteY324" fmla="*/ 6858000 h 6858000"/>
              <a:gd name="connsiteX325" fmla="*/ 5028074 w 7467600"/>
              <a:gd name="connsiteY325" fmla="*/ 6858000 h 6858000"/>
              <a:gd name="connsiteX326" fmla="*/ 5079508 w 7467600"/>
              <a:gd name="connsiteY326" fmla="*/ 6749074 h 6858000"/>
              <a:gd name="connsiteX327" fmla="*/ 5371846 w 7467600"/>
              <a:gd name="connsiteY327" fmla="*/ 5924413 h 6858000"/>
              <a:gd name="connsiteX328" fmla="*/ 5270512 w 7467600"/>
              <a:gd name="connsiteY328" fmla="*/ 6138975 h 6858000"/>
              <a:gd name="connsiteX329" fmla="*/ 5062409 w 7467600"/>
              <a:gd name="connsiteY329" fmla="*/ 6653544 h 6858000"/>
              <a:gd name="connsiteX330" fmla="*/ 5036628 w 7467600"/>
              <a:gd name="connsiteY330" fmla="*/ 6754247 h 6858000"/>
              <a:gd name="connsiteX331" fmla="*/ 5009112 w 7467600"/>
              <a:gd name="connsiteY331" fmla="*/ 6858000 h 6858000"/>
              <a:gd name="connsiteX332" fmla="*/ 4976679 w 7467600"/>
              <a:gd name="connsiteY332" fmla="*/ 6858000 h 6858000"/>
              <a:gd name="connsiteX333" fmla="*/ 5006537 w 7467600"/>
              <a:gd name="connsiteY333" fmla="*/ 6747068 h 6858000"/>
              <a:gd name="connsiteX334" fmla="*/ 5032723 w 7467600"/>
              <a:gd name="connsiteY334" fmla="*/ 6644957 h 6858000"/>
              <a:gd name="connsiteX335" fmla="*/ 5242949 w 7467600"/>
              <a:gd name="connsiteY335" fmla="*/ 6125175 h 6858000"/>
              <a:gd name="connsiteX336" fmla="*/ 5286321 w 7467600"/>
              <a:gd name="connsiteY336" fmla="*/ 6033555 h 6858000"/>
              <a:gd name="connsiteX337" fmla="*/ 5008210 w 7467600"/>
              <a:gd name="connsiteY337" fmla="*/ 6649194 h 6858000"/>
              <a:gd name="connsiteX338" fmla="*/ 4986321 w 7467600"/>
              <a:gd name="connsiteY338" fmla="*/ 6765687 h 6858000"/>
              <a:gd name="connsiteX339" fmla="*/ 4973474 w 7467600"/>
              <a:gd name="connsiteY339" fmla="*/ 6858000 h 6858000"/>
              <a:gd name="connsiteX340" fmla="*/ 4907178 w 7467600"/>
              <a:gd name="connsiteY340" fmla="*/ 6858000 h 6858000"/>
              <a:gd name="connsiteX341" fmla="*/ 4910810 w 7467600"/>
              <a:gd name="connsiteY341" fmla="*/ 6829660 h 6858000"/>
              <a:gd name="connsiteX342" fmla="*/ 4987461 w 7467600"/>
              <a:gd name="connsiteY342" fmla="*/ 6432994 h 6858000"/>
              <a:gd name="connsiteX343" fmla="*/ 5179262 w 7467600"/>
              <a:gd name="connsiteY343" fmla="*/ 6035044 h 6858000"/>
              <a:gd name="connsiteX344" fmla="*/ 4689678 w 7467600"/>
              <a:gd name="connsiteY344" fmla="*/ 6440241 h 6858000"/>
              <a:gd name="connsiteX345" fmla="*/ 4477543 w 7467600"/>
              <a:gd name="connsiteY345" fmla="*/ 6674836 h 6858000"/>
              <a:gd name="connsiteX346" fmla="*/ 4329957 w 7467600"/>
              <a:gd name="connsiteY346" fmla="*/ 6858000 h 6858000"/>
              <a:gd name="connsiteX347" fmla="*/ 4218595 w 7467600"/>
              <a:gd name="connsiteY347" fmla="*/ 6858000 h 6858000"/>
              <a:gd name="connsiteX348" fmla="*/ 4368888 w 7467600"/>
              <a:gd name="connsiteY348" fmla="*/ 6668412 h 6858000"/>
              <a:gd name="connsiteX349" fmla="*/ 4563091 w 7467600"/>
              <a:gd name="connsiteY349" fmla="*/ 6442508 h 6858000"/>
              <a:gd name="connsiteX350" fmla="*/ 5387324 w 7467600"/>
              <a:gd name="connsiteY350" fmla="*/ 5705830 h 6858000"/>
              <a:gd name="connsiteX351" fmla="*/ 5073620 w 7467600"/>
              <a:gd name="connsiteY351" fmla="*/ 5955437 h 6858000"/>
              <a:gd name="connsiteX352" fmla="*/ 4689789 w 7467600"/>
              <a:gd name="connsiteY352" fmla="*/ 6268382 h 6858000"/>
              <a:gd name="connsiteX353" fmla="*/ 4418722 w 7467600"/>
              <a:gd name="connsiteY353" fmla="*/ 6570886 h 6858000"/>
              <a:gd name="connsiteX354" fmla="*/ 4214944 w 7467600"/>
              <a:gd name="connsiteY354" fmla="*/ 6858000 h 6858000"/>
              <a:gd name="connsiteX355" fmla="*/ 4177898 w 7467600"/>
              <a:gd name="connsiteY355" fmla="*/ 6858000 h 6858000"/>
              <a:gd name="connsiteX356" fmla="*/ 4391597 w 7467600"/>
              <a:gd name="connsiteY356" fmla="*/ 6556370 h 6858000"/>
              <a:gd name="connsiteX357" fmla="*/ 4668889 w 7467600"/>
              <a:gd name="connsiteY357" fmla="*/ 6246399 h 6858000"/>
              <a:gd name="connsiteX358" fmla="*/ 5055427 w 7467600"/>
              <a:gd name="connsiteY358" fmla="*/ 5931476 h 6858000"/>
              <a:gd name="connsiteX359" fmla="*/ 5371814 w 7467600"/>
              <a:gd name="connsiteY359" fmla="*/ 5678975 h 6858000"/>
              <a:gd name="connsiteX360" fmla="*/ 4987918 w 7467600"/>
              <a:gd name="connsiteY360" fmla="*/ 5838701 h 6858000"/>
              <a:gd name="connsiteX361" fmla="*/ 4317146 w 7467600"/>
              <a:gd name="connsiteY361" fmla="*/ 6587716 h 6858000"/>
              <a:gd name="connsiteX362" fmla="*/ 4171627 w 7467600"/>
              <a:gd name="connsiteY362" fmla="*/ 6858000 h 6858000"/>
              <a:gd name="connsiteX363" fmla="*/ 4081585 w 7467600"/>
              <a:gd name="connsiteY363" fmla="*/ 6858000 h 6858000"/>
              <a:gd name="connsiteX364" fmla="*/ 4238603 w 7467600"/>
              <a:gd name="connsiteY364" fmla="*/ 6559341 h 6858000"/>
              <a:gd name="connsiteX365" fmla="*/ 4778333 w 7467600"/>
              <a:gd name="connsiteY365" fmla="*/ 5873626 h 6858000"/>
              <a:gd name="connsiteX366" fmla="*/ 5414185 w 7467600"/>
              <a:gd name="connsiteY366" fmla="*/ 5573882 h 6858000"/>
              <a:gd name="connsiteX367" fmla="*/ 5959648 w 7467600"/>
              <a:gd name="connsiteY367" fmla="*/ 4760797 h 6858000"/>
              <a:gd name="connsiteX368" fmla="*/ 5355019 w 7467600"/>
              <a:gd name="connsiteY368" fmla="*/ 4734672 h 6858000"/>
              <a:gd name="connsiteX369" fmla="*/ 5083565 w 7467600"/>
              <a:gd name="connsiteY369" fmla="*/ 5179121 h 6858000"/>
              <a:gd name="connsiteX370" fmla="*/ 4713577 w 7467600"/>
              <a:gd name="connsiteY370" fmla="*/ 5616803 h 6858000"/>
              <a:gd name="connsiteX371" fmla="*/ 3989559 w 7467600"/>
              <a:gd name="connsiteY371" fmla="*/ 6145945 h 6858000"/>
              <a:gd name="connsiteX372" fmla="*/ 3939824 w 7467600"/>
              <a:gd name="connsiteY372" fmla="*/ 6066900 h 6858000"/>
              <a:gd name="connsiteX373" fmla="*/ 4584537 w 7467600"/>
              <a:gd name="connsiteY373" fmla="*/ 5324826 h 6858000"/>
              <a:gd name="connsiteX374" fmla="*/ 5037105 w 7467600"/>
              <a:gd name="connsiteY374" fmla="*/ 5088765 h 6858000"/>
              <a:gd name="connsiteX375" fmla="*/ 5039930 w 7467600"/>
              <a:gd name="connsiteY375" fmla="*/ 5089585 h 6858000"/>
              <a:gd name="connsiteX376" fmla="*/ 5263764 w 7467600"/>
              <a:gd name="connsiteY376" fmla="*/ 4735525 h 6858000"/>
              <a:gd name="connsiteX377" fmla="*/ 4086300 w 7467600"/>
              <a:gd name="connsiteY377" fmla="*/ 4884599 h 6858000"/>
              <a:gd name="connsiteX378" fmla="*/ 4085485 w 7467600"/>
              <a:gd name="connsiteY378" fmla="*/ 4899070 h 6858000"/>
              <a:gd name="connsiteX379" fmla="*/ 3871915 w 7467600"/>
              <a:gd name="connsiteY379" fmla="*/ 5253645 h 6858000"/>
              <a:gd name="connsiteX380" fmla="*/ 3799374 w 7467600"/>
              <a:gd name="connsiteY380" fmla="*/ 5466127 h 6858000"/>
              <a:gd name="connsiteX381" fmla="*/ 3498850 w 7467600"/>
              <a:gd name="connsiteY381" fmla="*/ 6661888 h 6858000"/>
              <a:gd name="connsiteX382" fmla="*/ 3399216 w 7467600"/>
              <a:gd name="connsiteY382" fmla="*/ 6858000 h 6858000"/>
              <a:gd name="connsiteX383" fmla="*/ 3303688 w 7467600"/>
              <a:gd name="connsiteY383" fmla="*/ 6858000 h 6858000"/>
              <a:gd name="connsiteX384" fmla="*/ 3391774 w 7467600"/>
              <a:gd name="connsiteY384" fmla="*/ 6697181 h 6858000"/>
              <a:gd name="connsiteX385" fmla="*/ 3735540 w 7467600"/>
              <a:gd name="connsiteY385" fmla="*/ 5546923 h 6858000"/>
              <a:gd name="connsiteX386" fmla="*/ 3729438 w 7467600"/>
              <a:gd name="connsiteY386" fmla="*/ 5569058 h 6858000"/>
              <a:gd name="connsiteX387" fmla="*/ 3707782 w 7467600"/>
              <a:gd name="connsiteY387" fmla="*/ 5644908 h 6858000"/>
              <a:gd name="connsiteX388" fmla="*/ 3583827 w 7467600"/>
              <a:gd name="connsiteY388" fmla="*/ 6039215 h 6858000"/>
              <a:gd name="connsiteX389" fmla="*/ 3547861 w 7467600"/>
              <a:gd name="connsiteY389" fmla="*/ 6129609 h 6858000"/>
              <a:gd name="connsiteX390" fmla="*/ 3490905 w 7467600"/>
              <a:gd name="connsiteY390" fmla="*/ 6277660 h 6858000"/>
              <a:gd name="connsiteX391" fmla="*/ 3455859 w 7467600"/>
              <a:gd name="connsiteY391" fmla="*/ 6391301 h 6858000"/>
              <a:gd name="connsiteX392" fmla="*/ 3429112 w 7467600"/>
              <a:gd name="connsiteY392" fmla="*/ 6479469 h 6858000"/>
              <a:gd name="connsiteX393" fmla="*/ 3304862 w 7467600"/>
              <a:gd name="connsiteY393" fmla="*/ 6796476 h 6858000"/>
              <a:gd name="connsiteX394" fmla="*/ 3276071 w 7467600"/>
              <a:gd name="connsiteY394" fmla="*/ 6858000 h 6858000"/>
              <a:gd name="connsiteX395" fmla="*/ 3240805 w 7467600"/>
              <a:gd name="connsiteY395" fmla="*/ 6858000 h 6858000"/>
              <a:gd name="connsiteX396" fmla="*/ 3275917 w 7467600"/>
              <a:gd name="connsiteY396" fmla="*/ 6783192 h 6858000"/>
              <a:gd name="connsiteX397" fmla="*/ 3399358 w 7467600"/>
              <a:gd name="connsiteY397" fmla="*/ 6469011 h 6858000"/>
              <a:gd name="connsiteX398" fmla="*/ 3425650 w 7467600"/>
              <a:gd name="connsiteY398" fmla="*/ 6381333 h 6858000"/>
              <a:gd name="connsiteX399" fmla="*/ 3460661 w 7467600"/>
              <a:gd name="connsiteY399" fmla="*/ 6266763 h 6858000"/>
              <a:gd name="connsiteX400" fmla="*/ 3518021 w 7467600"/>
              <a:gd name="connsiteY400" fmla="*/ 6117298 h 6858000"/>
              <a:gd name="connsiteX401" fmla="*/ 3554035 w 7467600"/>
              <a:gd name="connsiteY401" fmla="*/ 6027832 h 6858000"/>
              <a:gd name="connsiteX402" fmla="*/ 3677174 w 7467600"/>
              <a:gd name="connsiteY402" fmla="*/ 5636351 h 6858000"/>
              <a:gd name="connsiteX403" fmla="*/ 3698819 w 7467600"/>
              <a:gd name="connsiteY403" fmla="*/ 5560503 h 6858000"/>
              <a:gd name="connsiteX404" fmla="*/ 3702094 w 7467600"/>
              <a:gd name="connsiteY404" fmla="*/ 5549194 h 6858000"/>
              <a:gd name="connsiteX405" fmla="*/ 3398355 w 7467600"/>
              <a:gd name="connsiteY405" fmla="*/ 6094603 h 6858000"/>
              <a:gd name="connsiteX406" fmla="*/ 3193941 w 7467600"/>
              <a:gd name="connsiteY406" fmla="*/ 6798775 h 6858000"/>
              <a:gd name="connsiteX407" fmla="*/ 3184140 w 7467600"/>
              <a:gd name="connsiteY407" fmla="*/ 6858000 h 6858000"/>
              <a:gd name="connsiteX408" fmla="*/ 3099978 w 7467600"/>
              <a:gd name="connsiteY408" fmla="*/ 6858000 h 6858000"/>
              <a:gd name="connsiteX409" fmla="*/ 3101556 w 7467600"/>
              <a:gd name="connsiteY409" fmla="*/ 6843337 h 6858000"/>
              <a:gd name="connsiteX410" fmla="*/ 3370162 w 7467600"/>
              <a:gd name="connsiteY410" fmla="*/ 5785550 h 6858000"/>
              <a:gd name="connsiteX411" fmla="*/ 3746477 w 7467600"/>
              <a:gd name="connsiteY411" fmla="*/ 5377889 h 6858000"/>
              <a:gd name="connsiteX412" fmla="*/ 3863399 w 7467600"/>
              <a:gd name="connsiteY412" fmla="*/ 5087257 h 6858000"/>
              <a:gd name="connsiteX413" fmla="*/ 3968712 w 7467600"/>
              <a:gd name="connsiteY413" fmla="*/ 4913989 h 6858000"/>
              <a:gd name="connsiteX414" fmla="*/ 2792390 w 7467600"/>
              <a:gd name="connsiteY414" fmla="*/ 5382974 h 6858000"/>
              <a:gd name="connsiteX415" fmla="*/ 2714982 w 7467600"/>
              <a:gd name="connsiteY415" fmla="*/ 5427051 h 6858000"/>
              <a:gd name="connsiteX416" fmla="*/ 2813361 w 7467600"/>
              <a:gd name="connsiteY416" fmla="*/ 6023912 h 6858000"/>
              <a:gd name="connsiteX417" fmla="*/ 2688430 w 7467600"/>
              <a:gd name="connsiteY417" fmla="*/ 6801564 h 6858000"/>
              <a:gd name="connsiteX418" fmla="*/ 2629626 w 7467600"/>
              <a:gd name="connsiteY418" fmla="*/ 6763394 h 6858000"/>
              <a:gd name="connsiteX419" fmla="*/ 2565328 w 7467600"/>
              <a:gd name="connsiteY419" fmla="*/ 5516399 h 6858000"/>
              <a:gd name="connsiteX420" fmla="*/ 1922999 w 7467600"/>
              <a:gd name="connsiteY420" fmla="*/ 5980343 h 6858000"/>
              <a:gd name="connsiteX421" fmla="*/ 1950261 w 7467600"/>
              <a:gd name="connsiteY421" fmla="*/ 6405858 h 6858000"/>
              <a:gd name="connsiteX422" fmla="*/ 2365554 w 7467600"/>
              <a:gd name="connsiteY422" fmla="*/ 6759107 h 6858000"/>
              <a:gd name="connsiteX423" fmla="*/ 2424142 w 7467600"/>
              <a:gd name="connsiteY423" fmla="*/ 6858000 h 6858000"/>
              <a:gd name="connsiteX424" fmla="*/ 2395994 w 7467600"/>
              <a:gd name="connsiteY424" fmla="*/ 6858000 h 6858000"/>
              <a:gd name="connsiteX425" fmla="*/ 2392863 w 7467600"/>
              <a:gd name="connsiteY425" fmla="*/ 6852964 h 6858000"/>
              <a:gd name="connsiteX426" fmla="*/ 2017589 w 7467600"/>
              <a:gd name="connsiteY426" fmla="*/ 6493982 h 6858000"/>
              <a:gd name="connsiteX427" fmla="*/ 2147336 w 7467600"/>
              <a:gd name="connsiteY427" fmla="*/ 6594052 h 6858000"/>
              <a:gd name="connsiteX428" fmla="*/ 2207047 w 7467600"/>
              <a:gd name="connsiteY428" fmla="*/ 6654540 h 6858000"/>
              <a:gd name="connsiteX429" fmla="*/ 2299106 w 7467600"/>
              <a:gd name="connsiteY429" fmla="*/ 6778931 h 6858000"/>
              <a:gd name="connsiteX430" fmla="*/ 2314430 w 7467600"/>
              <a:gd name="connsiteY430" fmla="*/ 6801144 h 6858000"/>
              <a:gd name="connsiteX431" fmla="*/ 2352406 w 7467600"/>
              <a:gd name="connsiteY431" fmla="*/ 6858000 h 6858000"/>
              <a:gd name="connsiteX432" fmla="*/ 2314492 w 7467600"/>
              <a:gd name="connsiteY432" fmla="*/ 6858000 h 6858000"/>
              <a:gd name="connsiteX433" fmla="*/ 2288095 w 7467600"/>
              <a:gd name="connsiteY433" fmla="*/ 6818030 h 6858000"/>
              <a:gd name="connsiteX434" fmla="*/ 2272768 w 7467600"/>
              <a:gd name="connsiteY434" fmla="*/ 6795822 h 6858000"/>
              <a:gd name="connsiteX435" fmla="*/ 2182715 w 7467600"/>
              <a:gd name="connsiteY435" fmla="*/ 6675071 h 6858000"/>
              <a:gd name="connsiteX436" fmla="*/ 2032061 w 7467600"/>
              <a:gd name="connsiteY436" fmla="*/ 6541380 h 6858000"/>
              <a:gd name="connsiteX437" fmla="*/ 2257220 w 7467600"/>
              <a:gd name="connsiteY437" fmla="*/ 6826257 h 6858000"/>
              <a:gd name="connsiteX438" fmla="*/ 2281324 w 7467600"/>
              <a:gd name="connsiteY438" fmla="*/ 6858000 h 6858000"/>
              <a:gd name="connsiteX439" fmla="*/ 2242860 w 7467600"/>
              <a:gd name="connsiteY439" fmla="*/ 6858000 h 6858000"/>
              <a:gd name="connsiteX440" fmla="*/ 2232818 w 7467600"/>
              <a:gd name="connsiteY440" fmla="*/ 6844926 h 6858000"/>
              <a:gd name="connsiteX441" fmla="*/ 1990172 w 7467600"/>
              <a:gd name="connsiteY441" fmla="*/ 6542121 h 6858000"/>
              <a:gd name="connsiteX442" fmla="*/ 2124090 w 7467600"/>
              <a:gd name="connsiteY442" fmla="*/ 6761017 h 6858000"/>
              <a:gd name="connsiteX443" fmla="*/ 2200380 w 7467600"/>
              <a:gd name="connsiteY443" fmla="*/ 6858000 h 6858000"/>
              <a:gd name="connsiteX444" fmla="*/ 2147507 w 7467600"/>
              <a:gd name="connsiteY444" fmla="*/ 6858000 h 6858000"/>
              <a:gd name="connsiteX445" fmla="*/ 2070668 w 7467600"/>
              <a:gd name="connsiteY445" fmla="*/ 6761520 h 6858000"/>
              <a:gd name="connsiteX446" fmla="*/ 1975142 w 7467600"/>
              <a:gd name="connsiteY446" fmla="*/ 6585570 h 6858000"/>
              <a:gd name="connsiteX447" fmla="*/ 2050035 w 7467600"/>
              <a:gd name="connsiteY447" fmla="*/ 6813345 h 6858000"/>
              <a:gd name="connsiteX448" fmla="*/ 2063025 w 7467600"/>
              <a:gd name="connsiteY448" fmla="*/ 6858000 h 6858000"/>
              <a:gd name="connsiteX449" fmla="*/ 2021675 w 7467600"/>
              <a:gd name="connsiteY449" fmla="*/ 6858000 h 6858000"/>
              <a:gd name="connsiteX450" fmla="*/ 2019308 w 7467600"/>
              <a:gd name="connsiteY450" fmla="*/ 6847118 h 6858000"/>
              <a:gd name="connsiteX451" fmla="*/ 1938835 w 7467600"/>
              <a:gd name="connsiteY451" fmla="*/ 6551160 h 6858000"/>
              <a:gd name="connsiteX452" fmla="*/ 1953230 w 7467600"/>
              <a:gd name="connsiteY452" fmla="*/ 6759699 h 6858000"/>
              <a:gd name="connsiteX453" fmla="*/ 1956763 w 7467600"/>
              <a:gd name="connsiteY453" fmla="*/ 6778191 h 6858000"/>
              <a:gd name="connsiteX454" fmla="*/ 1967925 w 7467600"/>
              <a:gd name="connsiteY454" fmla="*/ 6858000 h 6858000"/>
              <a:gd name="connsiteX455" fmla="*/ 1936622 w 7467600"/>
              <a:gd name="connsiteY455" fmla="*/ 6858000 h 6858000"/>
              <a:gd name="connsiteX456" fmla="*/ 1926261 w 7467600"/>
              <a:gd name="connsiteY456" fmla="*/ 6784064 h 6858000"/>
              <a:gd name="connsiteX457" fmla="*/ 1922724 w 7467600"/>
              <a:gd name="connsiteY457" fmla="*/ 6765577 h 6858000"/>
              <a:gd name="connsiteX458" fmla="*/ 1904650 w 7467600"/>
              <a:gd name="connsiteY458" fmla="*/ 6639616 h 6858000"/>
              <a:gd name="connsiteX459" fmla="*/ 1885273 w 7467600"/>
              <a:gd name="connsiteY459" fmla="*/ 6858000 h 6858000"/>
              <a:gd name="connsiteX460" fmla="*/ 1854363 w 7467600"/>
              <a:gd name="connsiteY460" fmla="*/ 6858000 h 6858000"/>
              <a:gd name="connsiteX461" fmla="*/ 1880391 w 7467600"/>
              <a:gd name="connsiteY461" fmla="*/ 6603796 h 6858000"/>
              <a:gd name="connsiteX462" fmla="*/ 1818273 w 7467600"/>
              <a:gd name="connsiteY462" fmla="*/ 6715729 h 6858000"/>
              <a:gd name="connsiteX463" fmla="*/ 1794691 w 7467600"/>
              <a:gd name="connsiteY463" fmla="*/ 6843239 h 6858000"/>
              <a:gd name="connsiteX464" fmla="*/ 1794914 w 7467600"/>
              <a:gd name="connsiteY464" fmla="*/ 6858000 h 6858000"/>
              <a:gd name="connsiteX465" fmla="*/ 1746128 w 7467600"/>
              <a:gd name="connsiteY465" fmla="*/ 6858000 h 6858000"/>
              <a:gd name="connsiteX466" fmla="*/ 1753934 w 7467600"/>
              <a:gd name="connsiteY466" fmla="*/ 6724796 h 6858000"/>
              <a:gd name="connsiteX467" fmla="*/ 1792053 w 7467600"/>
              <a:gd name="connsiteY467" fmla="*/ 6572396 h 6858000"/>
              <a:gd name="connsiteX468" fmla="*/ 1862248 w 7467600"/>
              <a:gd name="connsiteY468" fmla="*/ 6266397 h 6858000"/>
              <a:gd name="connsiteX469" fmla="*/ 1862250 w 7467600"/>
              <a:gd name="connsiteY469" fmla="*/ 6033531 h 6858000"/>
              <a:gd name="connsiteX470" fmla="*/ 1211999 w 7467600"/>
              <a:gd name="connsiteY470" fmla="*/ 6683610 h 6858000"/>
              <a:gd name="connsiteX471" fmla="*/ 1213266 w 7467600"/>
              <a:gd name="connsiteY471" fmla="*/ 6691947 h 6858000"/>
              <a:gd name="connsiteX472" fmla="*/ 1203370 w 7467600"/>
              <a:gd name="connsiteY472" fmla="*/ 6850676 h 6858000"/>
              <a:gd name="connsiteX473" fmla="*/ 1203671 w 7467600"/>
              <a:gd name="connsiteY473" fmla="*/ 6858000 h 6858000"/>
              <a:gd name="connsiteX474" fmla="*/ 1143180 w 7467600"/>
              <a:gd name="connsiteY474" fmla="*/ 6858000 h 6858000"/>
              <a:gd name="connsiteX475" fmla="*/ 1142176 w 7467600"/>
              <a:gd name="connsiteY475" fmla="*/ 6766045 h 6858000"/>
              <a:gd name="connsiteX476" fmla="*/ 1067484 w 7467600"/>
              <a:gd name="connsiteY476" fmla="*/ 6858000 h 6858000"/>
              <a:gd name="connsiteX477" fmla="*/ 953928 w 7467600"/>
              <a:gd name="connsiteY477" fmla="*/ 6858000 h 6858000"/>
              <a:gd name="connsiteX478" fmla="*/ 959715 w 7467600"/>
              <a:gd name="connsiteY478" fmla="*/ 6850185 h 6858000"/>
              <a:gd name="connsiteX479" fmla="*/ 1483788 w 7467600"/>
              <a:gd name="connsiteY479" fmla="*/ 6259174 h 6858000"/>
              <a:gd name="connsiteX480" fmla="*/ 1100671 w 7467600"/>
              <a:gd name="connsiteY480" fmla="*/ 6252137 h 6858000"/>
              <a:gd name="connsiteX481" fmla="*/ 1090144 w 7467600"/>
              <a:gd name="connsiteY481" fmla="*/ 6256748 h 6858000"/>
              <a:gd name="connsiteX482" fmla="*/ 1095872 w 7467600"/>
              <a:gd name="connsiteY482" fmla="*/ 6271892 h 6858000"/>
              <a:gd name="connsiteX483" fmla="*/ 262785 w 7467600"/>
              <a:gd name="connsiteY483" fmla="*/ 6845450 h 6858000"/>
              <a:gd name="connsiteX484" fmla="*/ 209968 w 7467600"/>
              <a:gd name="connsiteY484" fmla="*/ 6770713 h 6858000"/>
              <a:gd name="connsiteX485" fmla="*/ 873460 w 7467600"/>
              <a:gd name="connsiteY485" fmla="*/ 6253768 h 6858000"/>
              <a:gd name="connsiteX486" fmla="*/ 192686 w 7467600"/>
              <a:gd name="connsiteY486" fmla="*/ 5849257 h 6858000"/>
              <a:gd name="connsiteX487" fmla="*/ 4696 w 7467600"/>
              <a:gd name="connsiteY487" fmla="*/ 5697668 h 6858000"/>
              <a:gd name="connsiteX488" fmla="*/ 0 w 7467600"/>
              <a:gd name="connsiteY488" fmla="*/ 5689984 h 6858000"/>
              <a:gd name="connsiteX489" fmla="*/ 0 w 7467600"/>
              <a:gd name="connsiteY489" fmla="*/ 5513472 h 6858000"/>
              <a:gd name="connsiteX490" fmla="*/ 174101 w 7467600"/>
              <a:gd name="connsiteY490" fmla="*/ 5620277 h 6858000"/>
              <a:gd name="connsiteX491" fmla="*/ 891800 w 7467600"/>
              <a:gd name="connsiteY491" fmla="*/ 6036935 h 6858000"/>
              <a:gd name="connsiteX492" fmla="*/ 1072219 w 7467600"/>
              <a:gd name="connsiteY492" fmla="*/ 6169443 h 6858000"/>
              <a:gd name="connsiteX493" fmla="*/ 1074117 w 7467600"/>
              <a:gd name="connsiteY493" fmla="*/ 6170301 h 6858000"/>
              <a:gd name="connsiteX494" fmla="*/ 1083114 w 7467600"/>
              <a:gd name="connsiteY494" fmla="*/ 6174131 h 6858000"/>
              <a:gd name="connsiteX495" fmla="*/ 1543010 w 7467600"/>
              <a:gd name="connsiteY495" fmla="*/ 6191140 h 6858000"/>
              <a:gd name="connsiteX496" fmla="*/ 1551080 w 7467600"/>
              <a:gd name="connsiteY496" fmla="*/ 6195006 h 6858000"/>
              <a:gd name="connsiteX497" fmla="*/ 2345443 w 7467600"/>
              <a:gd name="connsiteY497" fmla="*/ 5549882 h 6858000"/>
              <a:gd name="connsiteX498" fmla="*/ 1721499 w 7467600"/>
              <a:gd name="connsiteY498" fmla="*/ 5599969 h 6858000"/>
              <a:gd name="connsiteX499" fmla="*/ 767716 w 7467600"/>
              <a:gd name="connsiteY499" fmla="*/ 5472768 h 6858000"/>
              <a:gd name="connsiteX500" fmla="*/ 722147 w 7467600"/>
              <a:gd name="connsiteY500" fmla="*/ 5393091 h 6858000"/>
              <a:gd name="connsiteX501" fmla="*/ 1485552 w 7467600"/>
              <a:gd name="connsiteY501" fmla="*/ 5313202 h 6858000"/>
              <a:gd name="connsiteX502" fmla="*/ 2143004 w 7467600"/>
              <a:gd name="connsiteY502" fmla="*/ 5402420 h 6858000"/>
              <a:gd name="connsiteX503" fmla="*/ 1933391 w 7467600"/>
              <a:gd name="connsiteY503" fmla="*/ 5156971 h 6858000"/>
              <a:gd name="connsiteX504" fmla="*/ 1827118 w 7467600"/>
              <a:gd name="connsiteY504" fmla="*/ 4968410 h 6858000"/>
              <a:gd name="connsiteX505" fmla="*/ 1837349 w 7467600"/>
              <a:gd name="connsiteY505" fmla="*/ 4956357 h 6858000"/>
              <a:gd name="connsiteX506" fmla="*/ 2162835 w 7467600"/>
              <a:gd name="connsiteY506" fmla="*/ 5187853 h 6858000"/>
              <a:gd name="connsiteX507" fmla="*/ 2257167 w 7467600"/>
              <a:gd name="connsiteY507" fmla="*/ 5462123 h 6858000"/>
              <a:gd name="connsiteX508" fmla="*/ 2261598 w 7467600"/>
              <a:gd name="connsiteY508" fmla="*/ 5467998 h 6858000"/>
              <a:gd name="connsiteX509" fmla="*/ 2437177 w 7467600"/>
              <a:gd name="connsiteY509" fmla="*/ 5479608 h 6858000"/>
              <a:gd name="connsiteX510" fmla="*/ 2445247 w 7467600"/>
              <a:gd name="connsiteY510" fmla="*/ 5483476 h 6858000"/>
              <a:gd name="connsiteX511" fmla="*/ 2743626 w 7467600"/>
              <a:gd name="connsiteY511" fmla="*/ 5304819 h 6858000"/>
              <a:gd name="connsiteX512" fmla="*/ 3048102 w 7467600"/>
              <a:gd name="connsiteY512" fmla="*/ 5150595 h 6858000"/>
              <a:gd name="connsiteX513" fmla="*/ 1799414 w 7467600"/>
              <a:gd name="connsiteY513" fmla="*/ 4694732 h 6858000"/>
              <a:gd name="connsiteX514" fmla="*/ 1771735 w 7467600"/>
              <a:gd name="connsiteY514" fmla="*/ 4619929 h 6858000"/>
              <a:gd name="connsiteX515" fmla="*/ 3104273 w 7467600"/>
              <a:gd name="connsiteY515" fmla="*/ 5076159 h 6858000"/>
              <a:gd name="connsiteX516" fmla="*/ 3113245 w 7467600"/>
              <a:gd name="connsiteY516" fmla="*/ 5090705 h 6858000"/>
              <a:gd name="connsiteX517" fmla="*/ 3126294 w 7467600"/>
              <a:gd name="connsiteY517" fmla="*/ 5114400 h 6858000"/>
              <a:gd name="connsiteX518" fmla="*/ 3937433 w 7467600"/>
              <a:gd name="connsiteY518" fmla="*/ 4830473 h 6858000"/>
              <a:gd name="connsiteX519" fmla="*/ 3590475 w 7467600"/>
              <a:gd name="connsiteY519" fmla="*/ 4597974 h 6858000"/>
              <a:gd name="connsiteX520" fmla="*/ 3100264 w 7467600"/>
              <a:gd name="connsiteY520" fmla="*/ 4579845 h 6858000"/>
              <a:gd name="connsiteX521" fmla="*/ 2183576 w 7467600"/>
              <a:gd name="connsiteY521" fmla="*/ 4227150 h 6858000"/>
              <a:gd name="connsiteX522" fmla="*/ 2151029 w 7467600"/>
              <a:gd name="connsiteY522" fmla="*/ 4146947 h 6858000"/>
              <a:gd name="connsiteX523" fmla="*/ 3563434 w 7467600"/>
              <a:gd name="connsiteY523" fmla="*/ 4469115 h 6858000"/>
              <a:gd name="connsiteX524" fmla="*/ 3177952 w 7467600"/>
              <a:gd name="connsiteY524" fmla="*/ 3657386 h 6858000"/>
              <a:gd name="connsiteX525" fmla="*/ 3189263 w 7467600"/>
              <a:gd name="connsiteY525" fmla="*/ 3625726 h 6858000"/>
              <a:gd name="connsiteX526" fmla="*/ 3560912 w 7467600"/>
              <a:gd name="connsiteY526" fmla="*/ 4079863 h 6858000"/>
              <a:gd name="connsiteX527" fmla="*/ 3626636 w 7467600"/>
              <a:gd name="connsiteY527" fmla="*/ 4512230 h 6858000"/>
              <a:gd name="connsiteX528" fmla="*/ 3653088 w 7467600"/>
              <a:gd name="connsiteY528" fmla="*/ 4521417 h 6858000"/>
              <a:gd name="connsiteX529" fmla="*/ 3988128 w 7467600"/>
              <a:gd name="connsiteY529" fmla="*/ 4817267 h 6858000"/>
              <a:gd name="connsiteX530" fmla="*/ 4830582 w 7467600"/>
              <a:gd name="connsiteY530" fmla="*/ 4676000 h 6858000"/>
              <a:gd name="connsiteX531" fmla="*/ 4830100 w 7467600"/>
              <a:gd name="connsiteY531" fmla="*/ 4675554 h 6858000"/>
              <a:gd name="connsiteX532" fmla="*/ 4036318 w 7467600"/>
              <a:gd name="connsiteY532" fmla="*/ 4147013 h 6858000"/>
              <a:gd name="connsiteX533" fmla="*/ 3432098 w 7467600"/>
              <a:gd name="connsiteY533" fmla="*/ 3537312 h 6858000"/>
              <a:gd name="connsiteX534" fmla="*/ 3446761 w 7467600"/>
              <a:gd name="connsiteY534" fmla="*/ 3461278 h 6858000"/>
              <a:gd name="connsiteX535" fmla="*/ 4419733 w 7467600"/>
              <a:gd name="connsiteY535" fmla="*/ 3963555 h 6858000"/>
              <a:gd name="connsiteX536" fmla="*/ 4781371 w 7467600"/>
              <a:gd name="connsiteY536" fmla="*/ 4458604 h 6858000"/>
              <a:gd name="connsiteX537" fmla="*/ 4780440 w 7467600"/>
              <a:gd name="connsiteY537" fmla="*/ 4470290 h 6858000"/>
              <a:gd name="connsiteX538" fmla="*/ 4898954 w 7467600"/>
              <a:gd name="connsiteY538" fmla="*/ 4662092 h 6858000"/>
              <a:gd name="connsiteX539" fmla="*/ 4900699 w 7467600"/>
              <a:gd name="connsiteY539" fmla="*/ 4670867 h 6858000"/>
              <a:gd name="connsiteX540" fmla="*/ 5714511 w 7467600"/>
              <a:gd name="connsiteY540" fmla="*/ 4663483 h 6858000"/>
              <a:gd name="connsiteX541" fmla="*/ 5464793 w 7467600"/>
              <a:gd name="connsiteY541" fmla="*/ 4393556 h 6858000"/>
              <a:gd name="connsiteX542" fmla="*/ 5461897 w 7467600"/>
              <a:gd name="connsiteY542" fmla="*/ 4390879 h 6858000"/>
              <a:gd name="connsiteX543" fmla="*/ 4294126 w 7467600"/>
              <a:gd name="connsiteY543" fmla="*/ 3303048 h 6858000"/>
              <a:gd name="connsiteX544" fmla="*/ 4305321 w 7467600"/>
              <a:gd name="connsiteY544" fmla="*/ 3256953 h 6858000"/>
              <a:gd name="connsiteX545" fmla="*/ 4949299 w 7467600"/>
              <a:gd name="connsiteY545" fmla="*/ 3766336 h 6858000"/>
              <a:gd name="connsiteX546" fmla="*/ 5291452 w 7467600"/>
              <a:gd name="connsiteY546" fmla="*/ 4076801 h 6858000"/>
              <a:gd name="connsiteX547" fmla="*/ 5434998 w 7467600"/>
              <a:gd name="connsiteY547" fmla="*/ 4254100 h 6858000"/>
              <a:gd name="connsiteX548" fmla="*/ 5351015 w 7467600"/>
              <a:gd name="connsiteY548" fmla="*/ 3760989 h 6858000"/>
              <a:gd name="connsiteX549" fmla="*/ 5413780 w 7467600"/>
              <a:gd name="connsiteY549" fmla="*/ 2966265 h 6858000"/>
              <a:gd name="connsiteX550" fmla="*/ 5425627 w 7467600"/>
              <a:gd name="connsiteY550" fmla="*/ 2954192 h 6858000"/>
              <a:gd name="connsiteX551" fmla="*/ 6604735 w 7467600"/>
              <a:gd name="connsiteY551" fmla="*/ 2041381 h 6858000"/>
              <a:gd name="connsiteX552" fmla="*/ 7204487 w 7467600"/>
              <a:gd name="connsiteY552" fmla="*/ 2742112 h 6858000"/>
              <a:gd name="connsiteX553" fmla="*/ 7131592 w 7467600"/>
              <a:gd name="connsiteY553" fmla="*/ 2672096 h 6858000"/>
              <a:gd name="connsiteX554" fmla="*/ 6996344 w 7467600"/>
              <a:gd name="connsiteY554" fmla="*/ 2518310 h 6858000"/>
              <a:gd name="connsiteX555" fmla="*/ 6735495 w 7467600"/>
              <a:gd name="connsiteY555" fmla="*/ 2196890 h 6858000"/>
              <a:gd name="connsiteX556" fmla="*/ 6721901 w 7467600"/>
              <a:gd name="connsiteY556" fmla="*/ 2179274 h 6858000"/>
              <a:gd name="connsiteX557" fmla="*/ 6604735 w 7467600"/>
              <a:gd name="connsiteY557" fmla="*/ 2041381 h 6858000"/>
              <a:gd name="connsiteX558" fmla="*/ 6591670 w 7467600"/>
              <a:gd name="connsiteY558" fmla="*/ 1988277 h 6858000"/>
              <a:gd name="connsiteX559" fmla="*/ 6747349 w 7467600"/>
              <a:gd name="connsiteY559" fmla="*/ 2160069 h 6858000"/>
              <a:gd name="connsiteX560" fmla="*/ 6760943 w 7467600"/>
              <a:gd name="connsiteY560" fmla="*/ 2177686 h 6858000"/>
              <a:gd name="connsiteX561" fmla="*/ 7021065 w 7467600"/>
              <a:gd name="connsiteY561" fmla="*/ 2498102 h 6858000"/>
              <a:gd name="connsiteX562" fmla="*/ 7155223 w 7467600"/>
              <a:gd name="connsiteY562" fmla="*/ 2650386 h 6858000"/>
              <a:gd name="connsiteX563" fmla="*/ 7203167 w 7467600"/>
              <a:gd name="connsiteY563" fmla="*/ 2697288 h 6858000"/>
              <a:gd name="connsiteX564" fmla="*/ 6937703 w 7467600"/>
              <a:gd name="connsiteY564" fmla="*/ 2321981 h 6858000"/>
              <a:gd name="connsiteX565" fmla="*/ 6591670 w 7467600"/>
              <a:gd name="connsiteY565" fmla="*/ 1988277 h 6858000"/>
              <a:gd name="connsiteX566" fmla="*/ 5798671 w 7467600"/>
              <a:gd name="connsiteY566" fmla="*/ 1981601 h 6858000"/>
              <a:gd name="connsiteX567" fmla="*/ 5754709 w 7467600"/>
              <a:gd name="connsiteY567" fmla="*/ 2071454 h 6858000"/>
              <a:gd name="connsiteX568" fmla="*/ 5763044 w 7467600"/>
              <a:gd name="connsiteY568" fmla="*/ 2842206 h 6858000"/>
              <a:gd name="connsiteX569" fmla="*/ 5764974 w 7467600"/>
              <a:gd name="connsiteY569" fmla="*/ 2799609 h 6858000"/>
              <a:gd name="connsiteX570" fmla="*/ 5767665 w 7467600"/>
              <a:gd name="connsiteY570" fmla="*/ 2666409 h 6858000"/>
              <a:gd name="connsiteX571" fmla="*/ 5763055 w 7467600"/>
              <a:gd name="connsiteY571" fmla="*/ 2579705 h 6858000"/>
              <a:gd name="connsiteX572" fmla="*/ 5758079 w 7467600"/>
              <a:gd name="connsiteY572" fmla="*/ 2492508 h 6858000"/>
              <a:gd name="connsiteX573" fmla="*/ 5779325 w 7467600"/>
              <a:gd name="connsiteY573" fmla="*/ 2197069 h 6858000"/>
              <a:gd name="connsiteX574" fmla="*/ 5798671 w 7467600"/>
              <a:gd name="connsiteY574" fmla="*/ 1981601 h 6858000"/>
              <a:gd name="connsiteX575" fmla="*/ 5829202 w 7467600"/>
              <a:gd name="connsiteY575" fmla="*/ 1971679 h 6858000"/>
              <a:gd name="connsiteX576" fmla="*/ 5809558 w 7467600"/>
              <a:gd name="connsiteY576" fmla="*/ 2198043 h 6858000"/>
              <a:gd name="connsiteX577" fmla="*/ 5788653 w 7467600"/>
              <a:gd name="connsiteY577" fmla="*/ 2489430 h 6858000"/>
              <a:gd name="connsiteX578" fmla="*/ 5793439 w 7467600"/>
              <a:gd name="connsiteY578" fmla="*/ 2575235 h 6858000"/>
              <a:gd name="connsiteX579" fmla="*/ 5796837 w 7467600"/>
              <a:gd name="connsiteY579" fmla="*/ 2637633 h 6858000"/>
              <a:gd name="connsiteX580" fmla="*/ 5818614 w 7467600"/>
              <a:gd name="connsiteY580" fmla="*/ 2473055 h 6858000"/>
              <a:gd name="connsiteX581" fmla="*/ 5829202 w 7467600"/>
              <a:gd name="connsiteY581" fmla="*/ 1971679 h 6858000"/>
              <a:gd name="connsiteX582" fmla="*/ 5911389 w 7467600"/>
              <a:gd name="connsiteY582" fmla="*/ 1898371 h 6858000"/>
              <a:gd name="connsiteX583" fmla="*/ 6237627 w 7467600"/>
              <a:gd name="connsiteY583" fmla="*/ 2231921 h 6858000"/>
              <a:gd name="connsiteX584" fmla="*/ 5911389 w 7467600"/>
              <a:gd name="connsiteY584" fmla="*/ 1898371 h 6858000"/>
              <a:gd name="connsiteX585" fmla="*/ 6944437 w 7467600"/>
              <a:gd name="connsiteY585" fmla="*/ 1575402 h 6858000"/>
              <a:gd name="connsiteX586" fmla="*/ 6304730 w 7467600"/>
              <a:gd name="connsiteY586" fmla="*/ 1766654 h 6858000"/>
              <a:gd name="connsiteX587" fmla="*/ 6944437 w 7467600"/>
              <a:gd name="connsiteY587" fmla="*/ 1575402 h 6858000"/>
              <a:gd name="connsiteX588" fmla="*/ 7019523 w 7467600"/>
              <a:gd name="connsiteY588" fmla="*/ 1519450 h 6858000"/>
              <a:gd name="connsiteX589" fmla="*/ 6298091 w 7467600"/>
              <a:gd name="connsiteY589" fmla="*/ 1737122 h 6858000"/>
              <a:gd name="connsiteX590" fmla="*/ 7019523 w 7467600"/>
              <a:gd name="connsiteY590" fmla="*/ 1519450 h 6858000"/>
              <a:gd name="connsiteX591" fmla="*/ 2399523 w 7467600"/>
              <a:gd name="connsiteY591" fmla="*/ 1428234 h 6858000"/>
              <a:gd name="connsiteX592" fmla="*/ 2224982 w 7467600"/>
              <a:gd name="connsiteY592" fmla="*/ 1826201 h 6858000"/>
              <a:gd name="connsiteX593" fmla="*/ 2096099 w 7467600"/>
              <a:gd name="connsiteY593" fmla="*/ 2345900 h 6858000"/>
              <a:gd name="connsiteX594" fmla="*/ 2283317 w 7467600"/>
              <a:gd name="connsiteY594" fmla="*/ 1796925 h 6858000"/>
              <a:gd name="connsiteX595" fmla="*/ 2399523 w 7467600"/>
              <a:gd name="connsiteY595" fmla="*/ 1428234 h 6858000"/>
              <a:gd name="connsiteX596" fmla="*/ 2448558 w 7467600"/>
              <a:gd name="connsiteY596" fmla="*/ 1373435 h 6858000"/>
              <a:gd name="connsiteX597" fmla="*/ 2312521 w 7467600"/>
              <a:gd name="connsiteY597" fmla="*/ 1806140 h 6858000"/>
              <a:gd name="connsiteX598" fmla="*/ 2127533 w 7467600"/>
              <a:gd name="connsiteY598" fmla="*/ 2348380 h 6858000"/>
              <a:gd name="connsiteX599" fmla="*/ 2358080 w 7467600"/>
              <a:gd name="connsiteY599" fmla="*/ 1866134 h 6858000"/>
              <a:gd name="connsiteX600" fmla="*/ 2407436 w 7467600"/>
              <a:gd name="connsiteY600" fmla="*/ 1651070 h 6858000"/>
              <a:gd name="connsiteX601" fmla="*/ 2448558 w 7467600"/>
              <a:gd name="connsiteY601" fmla="*/ 1373435 h 6858000"/>
              <a:gd name="connsiteX602" fmla="*/ 278707 w 7467600"/>
              <a:gd name="connsiteY602" fmla="*/ 1352270 h 6858000"/>
              <a:gd name="connsiteX603" fmla="*/ 321570 w 7467600"/>
              <a:gd name="connsiteY603" fmla="*/ 1861610 h 6858000"/>
              <a:gd name="connsiteX604" fmla="*/ 294281 w 7467600"/>
              <a:gd name="connsiteY604" fmla="*/ 1440658 h 6858000"/>
              <a:gd name="connsiteX605" fmla="*/ 278707 w 7467600"/>
              <a:gd name="connsiteY605" fmla="*/ 1352270 h 6858000"/>
              <a:gd name="connsiteX606" fmla="*/ 1423821 w 7467600"/>
              <a:gd name="connsiteY606" fmla="*/ 1351958 h 6858000"/>
              <a:gd name="connsiteX607" fmla="*/ 1638521 w 7467600"/>
              <a:gd name="connsiteY607" fmla="*/ 1908470 h 6858000"/>
              <a:gd name="connsiteX608" fmla="*/ 1754199 w 7467600"/>
              <a:gd name="connsiteY608" fmla="*/ 2149284 h 6858000"/>
              <a:gd name="connsiteX609" fmla="*/ 1908359 w 7467600"/>
              <a:gd name="connsiteY609" fmla="*/ 2364988 h 6858000"/>
              <a:gd name="connsiteX610" fmla="*/ 1647661 w 7467600"/>
              <a:gd name="connsiteY610" fmla="*/ 1825945 h 6858000"/>
              <a:gd name="connsiteX611" fmla="*/ 1423821 w 7467600"/>
              <a:gd name="connsiteY611" fmla="*/ 1351958 h 6858000"/>
              <a:gd name="connsiteX612" fmla="*/ 1431890 w 7467600"/>
              <a:gd name="connsiteY612" fmla="*/ 1306475 h 6858000"/>
              <a:gd name="connsiteX613" fmla="*/ 1507597 w 7467600"/>
              <a:gd name="connsiteY613" fmla="*/ 1446132 h 6858000"/>
              <a:gd name="connsiteX614" fmla="*/ 1674586 w 7467600"/>
              <a:gd name="connsiteY614" fmla="*/ 1813832 h 6858000"/>
              <a:gd name="connsiteX615" fmla="*/ 1815950 w 7467600"/>
              <a:gd name="connsiteY615" fmla="*/ 2128564 h 6858000"/>
              <a:gd name="connsiteX616" fmla="*/ 1984242 w 7467600"/>
              <a:gd name="connsiteY616" fmla="*/ 2430829 h 6858000"/>
              <a:gd name="connsiteX617" fmla="*/ 2014023 w 7467600"/>
              <a:gd name="connsiteY617" fmla="*/ 2450995 h 6858000"/>
              <a:gd name="connsiteX618" fmla="*/ 1747337 w 7467600"/>
              <a:gd name="connsiteY618" fmla="*/ 1855264 h 6858000"/>
              <a:gd name="connsiteX619" fmla="*/ 1533749 w 7467600"/>
              <a:gd name="connsiteY619" fmla="*/ 1478656 h 6858000"/>
              <a:gd name="connsiteX620" fmla="*/ 1431890 w 7467600"/>
              <a:gd name="connsiteY620" fmla="*/ 1306475 h 6858000"/>
              <a:gd name="connsiteX621" fmla="*/ 5052692 w 7467600"/>
              <a:gd name="connsiteY621" fmla="*/ 1292994 h 6858000"/>
              <a:gd name="connsiteX622" fmla="*/ 5200661 w 7467600"/>
              <a:gd name="connsiteY622" fmla="*/ 1635186 h 6858000"/>
              <a:gd name="connsiteX623" fmla="*/ 5297138 w 7467600"/>
              <a:gd name="connsiteY623" fmla="*/ 1906351 h 6858000"/>
              <a:gd name="connsiteX624" fmla="*/ 5052692 w 7467600"/>
              <a:gd name="connsiteY624" fmla="*/ 1292994 h 6858000"/>
              <a:gd name="connsiteX625" fmla="*/ 5009948 w 7467600"/>
              <a:gd name="connsiteY625" fmla="*/ 1273619 h 6858000"/>
              <a:gd name="connsiteX626" fmla="*/ 5121777 w 7467600"/>
              <a:gd name="connsiteY626" fmla="*/ 1654213 h 6858000"/>
              <a:gd name="connsiteX627" fmla="*/ 5293545 w 7467600"/>
              <a:gd name="connsiteY627" fmla="*/ 2072247 h 6858000"/>
              <a:gd name="connsiteX628" fmla="*/ 5294042 w 7467600"/>
              <a:gd name="connsiteY628" fmla="*/ 2065019 h 6858000"/>
              <a:gd name="connsiteX629" fmla="*/ 5171936 w 7467600"/>
              <a:gd name="connsiteY629" fmla="*/ 1647613 h 6858000"/>
              <a:gd name="connsiteX630" fmla="*/ 5009948 w 7467600"/>
              <a:gd name="connsiteY630" fmla="*/ 1273619 h 6858000"/>
              <a:gd name="connsiteX631" fmla="*/ 655236 w 7467600"/>
              <a:gd name="connsiteY631" fmla="*/ 1268632 h 6858000"/>
              <a:gd name="connsiteX632" fmla="*/ 839521 w 7467600"/>
              <a:gd name="connsiteY632" fmla="*/ 1685315 h 6858000"/>
              <a:gd name="connsiteX633" fmla="*/ 1109416 w 7467600"/>
              <a:gd name="connsiteY633" fmla="*/ 2061663 h 6858000"/>
              <a:gd name="connsiteX634" fmla="*/ 1298300 w 7467600"/>
              <a:gd name="connsiteY634" fmla="*/ 2247742 h 6858000"/>
              <a:gd name="connsiteX635" fmla="*/ 1125871 w 7467600"/>
              <a:gd name="connsiteY635" fmla="*/ 1989513 h 6858000"/>
              <a:gd name="connsiteX636" fmla="*/ 981574 w 7467600"/>
              <a:gd name="connsiteY636" fmla="*/ 1783157 h 6858000"/>
              <a:gd name="connsiteX637" fmla="*/ 922198 w 7467600"/>
              <a:gd name="connsiteY637" fmla="*/ 1677437 h 6858000"/>
              <a:gd name="connsiteX638" fmla="*/ 869293 w 7467600"/>
              <a:gd name="connsiteY638" fmla="*/ 1583214 h 6858000"/>
              <a:gd name="connsiteX639" fmla="*/ 751431 w 7467600"/>
              <a:gd name="connsiteY639" fmla="*/ 1405731 h 6858000"/>
              <a:gd name="connsiteX640" fmla="*/ 655236 w 7467600"/>
              <a:gd name="connsiteY640" fmla="*/ 1268632 h 6858000"/>
              <a:gd name="connsiteX641" fmla="*/ 6516292 w 7467600"/>
              <a:gd name="connsiteY641" fmla="*/ 1263064 h 6858000"/>
              <a:gd name="connsiteX642" fmla="*/ 5736320 w 7467600"/>
              <a:gd name="connsiteY642" fmla="*/ 1501803 h 6858000"/>
              <a:gd name="connsiteX643" fmla="*/ 6516292 w 7467600"/>
              <a:gd name="connsiteY643" fmla="*/ 1263064 h 6858000"/>
              <a:gd name="connsiteX644" fmla="*/ 291466 w 7467600"/>
              <a:gd name="connsiteY644" fmla="*/ 1250369 h 6858000"/>
              <a:gd name="connsiteX645" fmla="*/ 323180 w 7467600"/>
              <a:gd name="connsiteY645" fmla="*/ 1435283 h 6858000"/>
              <a:gd name="connsiteX646" fmla="*/ 349381 w 7467600"/>
              <a:gd name="connsiteY646" fmla="*/ 1875041 h 6858000"/>
              <a:gd name="connsiteX647" fmla="*/ 374363 w 7467600"/>
              <a:gd name="connsiteY647" fmla="*/ 1506494 h 6858000"/>
              <a:gd name="connsiteX648" fmla="*/ 302168 w 7467600"/>
              <a:gd name="connsiteY648" fmla="*/ 1274495 h 6858000"/>
              <a:gd name="connsiteX649" fmla="*/ 291466 w 7467600"/>
              <a:gd name="connsiteY649" fmla="*/ 1250369 h 6858000"/>
              <a:gd name="connsiteX650" fmla="*/ 678222 w 7467600"/>
              <a:gd name="connsiteY650" fmla="*/ 1248670 h 6858000"/>
              <a:gd name="connsiteX651" fmla="*/ 775536 w 7467600"/>
              <a:gd name="connsiteY651" fmla="*/ 1388015 h 6858000"/>
              <a:gd name="connsiteX652" fmla="*/ 894529 w 7467600"/>
              <a:gd name="connsiteY652" fmla="*/ 1567739 h 6858000"/>
              <a:gd name="connsiteX653" fmla="*/ 948000 w 7467600"/>
              <a:gd name="connsiteY653" fmla="*/ 1663088 h 6858000"/>
              <a:gd name="connsiteX654" fmla="*/ 1006812 w 7467600"/>
              <a:gd name="connsiteY654" fmla="*/ 1767683 h 6858000"/>
              <a:gd name="connsiteX655" fmla="*/ 1149133 w 7467600"/>
              <a:gd name="connsiteY655" fmla="*/ 1971513 h 6858000"/>
              <a:gd name="connsiteX656" fmla="*/ 1333952 w 7467600"/>
              <a:gd name="connsiteY656" fmla="*/ 2251620 h 6858000"/>
              <a:gd name="connsiteX657" fmla="*/ 1337329 w 7467600"/>
              <a:gd name="connsiteY657" fmla="*/ 2258350 h 6858000"/>
              <a:gd name="connsiteX658" fmla="*/ 1014726 w 7467600"/>
              <a:gd name="connsiteY658" fmla="*/ 1615556 h 6858000"/>
              <a:gd name="connsiteX659" fmla="*/ 678222 w 7467600"/>
              <a:gd name="connsiteY659" fmla="*/ 1248670 h 6858000"/>
              <a:gd name="connsiteX660" fmla="*/ 6691602 w 7467600"/>
              <a:gd name="connsiteY660" fmla="*/ 1140573 h 6858000"/>
              <a:gd name="connsiteX661" fmla="*/ 6571100 w 7467600"/>
              <a:gd name="connsiteY661" fmla="*/ 1183662 h 6858000"/>
              <a:gd name="connsiteX662" fmla="*/ 6241687 w 7467600"/>
              <a:gd name="connsiteY662" fmla="*/ 1257600 h 6858000"/>
              <a:gd name="connsiteX663" fmla="*/ 5693009 w 7467600"/>
              <a:gd name="connsiteY663" fmla="*/ 1478256 h 6858000"/>
              <a:gd name="connsiteX664" fmla="*/ 6548420 w 7467600"/>
              <a:gd name="connsiteY664" fmla="*/ 1214599 h 6858000"/>
              <a:gd name="connsiteX665" fmla="*/ 6605473 w 7467600"/>
              <a:gd name="connsiteY665" fmla="*/ 1184686 h 6858000"/>
              <a:gd name="connsiteX666" fmla="*/ 6691602 w 7467600"/>
              <a:gd name="connsiteY666" fmla="*/ 1140573 h 6858000"/>
              <a:gd name="connsiteX667" fmla="*/ 4002475 w 7467600"/>
              <a:gd name="connsiteY667" fmla="*/ 1037802 h 6858000"/>
              <a:gd name="connsiteX668" fmla="*/ 4000324 w 7467600"/>
              <a:gd name="connsiteY668" fmla="*/ 1039362 h 6858000"/>
              <a:gd name="connsiteX669" fmla="*/ 4002862 w 7467600"/>
              <a:gd name="connsiteY669" fmla="*/ 1042866 h 6858000"/>
              <a:gd name="connsiteX670" fmla="*/ 4002475 w 7467600"/>
              <a:gd name="connsiteY670" fmla="*/ 1037802 h 6858000"/>
              <a:gd name="connsiteX671" fmla="*/ 506322 w 7467600"/>
              <a:gd name="connsiteY671" fmla="*/ 1020997 h 6858000"/>
              <a:gd name="connsiteX672" fmla="*/ 533068 w 7467600"/>
              <a:gd name="connsiteY672" fmla="*/ 1029409 h 6858000"/>
              <a:gd name="connsiteX673" fmla="*/ 1232525 w 7467600"/>
              <a:gd name="connsiteY673" fmla="*/ 1804675 h 6858000"/>
              <a:gd name="connsiteX674" fmla="*/ 1388858 w 7467600"/>
              <a:gd name="connsiteY674" fmla="*/ 2368011 h 6858000"/>
              <a:gd name="connsiteX675" fmla="*/ 1384098 w 7467600"/>
              <a:gd name="connsiteY675" fmla="*/ 2378125 h 6858000"/>
              <a:gd name="connsiteX676" fmla="*/ 1425393 w 7467600"/>
              <a:gd name="connsiteY676" fmla="*/ 2589124 h 6858000"/>
              <a:gd name="connsiteX677" fmla="*/ 1424001 w 7467600"/>
              <a:gd name="connsiteY677" fmla="*/ 2597541 h 6858000"/>
              <a:gd name="connsiteX678" fmla="*/ 2152729 w 7467600"/>
              <a:gd name="connsiteY678" fmla="*/ 2864487 h 6858000"/>
              <a:gd name="connsiteX679" fmla="*/ 2020609 w 7467600"/>
              <a:gd name="connsiteY679" fmla="*/ 2539671 h 6858000"/>
              <a:gd name="connsiteX680" fmla="*/ 2018920 w 7467600"/>
              <a:gd name="connsiteY680" fmla="*/ 2536309 h 6858000"/>
              <a:gd name="connsiteX681" fmla="*/ 1342441 w 7467600"/>
              <a:gd name="connsiteY681" fmla="*/ 1173017 h 6858000"/>
              <a:gd name="connsiteX682" fmla="*/ 1367925 w 7467600"/>
              <a:gd name="connsiteY682" fmla="*/ 1135648 h 6858000"/>
              <a:gd name="connsiteX683" fmla="*/ 1771401 w 7467600"/>
              <a:gd name="connsiteY683" fmla="*/ 1806673 h 6858000"/>
              <a:gd name="connsiteX684" fmla="*/ 1972385 w 7467600"/>
              <a:gd name="connsiteY684" fmla="*/ 2198735 h 6858000"/>
              <a:gd name="connsiteX685" fmla="*/ 2040892 w 7467600"/>
              <a:gd name="connsiteY685" fmla="*/ 2405205 h 6858000"/>
              <a:gd name="connsiteX686" fmla="*/ 2131689 w 7467600"/>
              <a:gd name="connsiteY686" fmla="*/ 1936926 h 6858000"/>
              <a:gd name="connsiteX687" fmla="*/ 2454820 w 7467600"/>
              <a:gd name="connsiteY687" fmla="*/ 1248808 h 6858000"/>
              <a:gd name="connsiteX688" fmla="*/ 2492512 w 7467600"/>
              <a:gd name="connsiteY688" fmla="*/ 1302920 h 6858000"/>
              <a:gd name="connsiteX689" fmla="*/ 2081216 w 7467600"/>
              <a:gd name="connsiteY689" fmla="*/ 2527513 h 6858000"/>
              <a:gd name="connsiteX690" fmla="*/ 2081211 w 7467600"/>
              <a:gd name="connsiteY690" fmla="*/ 2528916 h 6858000"/>
              <a:gd name="connsiteX691" fmla="*/ 2199067 w 7467600"/>
              <a:gd name="connsiteY691" fmla="*/ 2884061 h 6858000"/>
              <a:gd name="connsiteX692" fmla="*/ 3192586 w 7467600"/>
              <a:gd name="connsiteY692" fmla="*/ 3411496 h 6858000"/>
              <a:gd name="connsiteX693" fmla="*/ 3182620 w 7467600"/>
              <a:gd name="connsiteY693" fmla="*/ 3483279 h 6858000"/>
              <a:gd name="connsiteX694" fmla="*/ 2435119 w 7467600"/>
              <a:gd name="connsiteY694" fmla="*/ 3080173 h 6858000"/>
              <a:gd name="connsiteX695" fmla="*/ 2410152 w 7467600"/>
              <a:gd name="connsiteY695" fmla="*/ 3063751 h 6858000"/>
              <a:gd name="connsiteX696" fmla="*/ 2408099 w 7467600"/>
              <a:gd name="connsiteY696" fmla="*/ 3064403 h 6858000"/>
              <a:gd name="connsiteX697" fmla="*/ 2407218 w 7467600"/>
              <a:gd name="connsiteY697" fmla="*/ 3070324 h 6858000"/>
              <a:gd name="connsiteX698" fmla="*/ 2380138 w 7467600"/>
              <a:gd name="connsiteY698" fmla="*/ 3099341 h 6858000"/>
              <a:gd name="connsiteX699" fmla="*/ 1765923 w 7467600"/>
              <a:gd name="connsiteY699" fmla="*/ 3581043 h 6858000"/>
              <a:gd name="connsiteX700" fmla="*/ 1702258 w 7467600"/>
              <a:gd name="connsiteY700" fmla="*/ 3612286 h 6858000"/>
              <a:gd name="connsiteX701" fmla="*/ 1538370 w 7467600"/>
              <a:gd name="connsiteY701" fmla="*/ 3811804 h 6858000"/>
              <a:gd name="connsiteX702" fmla="*/ 542867 w 7467600"/>
              <a:gd name="connsiteY702" fmla="*/ 4944092 h 6858000"/>
              <a:gd name="connsiteX703" fmla="*/ 515800 w 7467600"/>
              <a:gd name="connsiteY703" fmla="*/ 4862180 h 6858000"/>
              <a:gd name="connsiteX704" fmla="*/ 909145 w 7467600"/>
              <a:gd name="connsiteY704" fmla="*/ 4199225 h 6858000"/>
              <a:gd name="connsiteX705" fmla="*/ 1214067 w 7467600"/>
              <a:gd name="connsiteY705" fmla="*/ 3908561 h 6858000"/>
              <a:gd name="connsiteX706" fmla="*/ 640967 w 7467600"/>
              <a:gd name="connsiteY706" fmla="*/ 4105601 h 6858000"/>
              <a:gd name="connsiteX707" fmla="*/ 112563 w 7467600"/>
              <a:gd name="connsiteY707" fmla="*/ 4396952 h 6858000"/>
              <a:gd name="connsiteX708" fmla="*/ 0 w 7467600"/>
              <a:gd name="connsiteY708" fmla="*/ 4466006 h 6858000"/>
              <a:gd name="connsiteX709" fmla="*/ 0 w 7467600"/>
              <a:gd name="connsiteY709" fmla="*/ 4233763 h 6858000"/>
              <a:gd name="connsiteX710" fmla="*/ 36881 w 7467600"/>
              <a:gd name="connsiteY710" fmla="*/ 4200118 h 6858000"/>
              <a:gd name="connsiteX711" fmla="*/ 910534 w 7467600"/>
              <a:gd name="connsiteY711" fmla="*/ 3629753 h 6858000"/>
              <a:gd name="connsiteX712" fmla="*/ 1578717 w 7467600"/>
              <a:gd name="connsiteY712" fmla="*/ 3575982 h 6858000"/>
              <a:gd name="connsiteX713" fmla="*/ 2338780 w 7467600"/>
              <a:gd name="connsiteY713" fmla="*/ 3033725 h 6858000"/>
              <a:gd name="connsiteX714" fmla="*/ 1807991 w 7467600"/>
              <a:gd name="connsiteY714" fmla="*/ 2807184 h 6858000"/>
              <a:gd name="connsiteX715" fmla="*/ 1416358 w 7467600"/>
              <a:gd name="connsiteY715" fmla="*/ 3112571 h 6858000"/>
              <a:gd name="connsiteX716" fmla="*/ 939066 w 7467600"/>
              <a:gd name="connsiteY716" fmla="*/ 3378798 h 6858000"/>
              <a:gd name="connsiteX717" fmla="*/ 115099 w 7467600"/>
              <a:gd name="connsiteY717" fmla="*/ 3607650 h 6858000"/>
              <a:gd name="connsiteX718" fmla="*/ 97284 w 7467600"/>
              <a:gd name="connsiteY718" fmla="*/ 3520393 h 6858000"/>
              <a:gd name="connsiteX719" fmla="*/ 922050 w 7467600"/>
              <a:gd name="connsiteY719" fmla="*/ 3074867 h 6858000"/>
              <a:gd name="connsiteX720" fmla="*/ 1405265 w 7467600"/>
              <a:gd name="connsiteY720" fmla="*/ 3016319 h 6858000"/>
              <a:gd name="connsiteX721" fmla="*/ 1407512 w 7467600"/>
              <a:gd name="connsiteY721" fmla="*/ 3018001 h 6858000"/>
              <a:gd name="connsiteX722" fmla="*/ 1726266 w 7467600"/>
              <a:gd name="connsiteY722" fmla="*/ 2777274 h 6858000"/>
              <a:gd name="connsiteX723" fmla="*/ 625390 w 7467600"/>
              <a:gd name="connsiteY723" fmla="*/ 2514541 h 6858000"/>
              <a:gd name="connsiteX724" fmla="*/ 619799 w 7467600"/>
              <a:gd name="connsiteY724" fmla="*/ 2527180 h 6858000"/>
              <a:gd name="connsiteX725" fmla="*/ 310030 w 7467600"/>
              <a:gd name="connsiteY725" fmla="*/ 2771818 h 6858000"/>
              <a:gd name="connsiteX726" fmla="*/ 173877 w 7467600"/>
              <a:gd name="connsiteY726" fmla="*/ 2937056 h 6858000"/>
              <a:gd name="connsiteX727" fmla="*/ 77889 w 7467600"/>
              <a:gd name="connsiteY727" fmla="*/ 3138440 h 6858000"/>
              <a:gd name="connsiteX728" fmla="*/ 0 w 7467600"/>
              <a:gd name="connsiteY728" fmla="*/ 3271395 h 6858000"/>
              <a:gd name="connsiteX729" fmla="*/ 0 w 7467600"/>
              <a:gd name="connsiteY729" fmla="*/ 3153002 h 6858000"/>
              <a:gd name="connsiteX730" fmla="*/ 2386 w 7467600"/>
              <a:gd name="connsiteY730" fmla="*/ 3149203 h 6858000"/>
              <a:gd name="connsiteX731" fmla="*/ 89753 w 7467600"/>
              <a:gd name="connsiteY731" fmla="*/ 2987702 h 6858000"/>
              <a:gd name="connsiteX732" fmla="*/ 76869 w 7467600"/>
              <a:gd name="connsiteY732" fmla="*/ 3005404 h 6858000"/>
              <a:gd name="connsiteX733" fmla="*/ 32049 w 7467600"/>
              <a:gd name="connsiteY733" fmla="*/ 3065814 h 6858000"/>
              <a:gd name="connsiteX734" fmla="*/ 0 w 7467600"/>
              <a:gd name="connsiteY734" fmla="*/ 3108744 h 6858000"/>
              <a:gd name="connsiteX735" fmla="*/ 0 w 7467600"/>
              <a:gd name="connsiteY735" fmla="*/ 3058059 h 6858000"/>
              <a:gd name="connsiteX736" fmla="*/ 7610 w 7467600"/>
              <a:gd name="connsiteY736" fmla="*/ 3047889 h 6858000"/>
              <a:gd name="connsiteX737" fmla="*/ 52419 w 7467600"/>
              <a:gd name="connsiteY737" fmla="*/ 2987479 h 6858000"/>
              <a:gd name="connsiteX738" fmla="*/ 59142 w 7467600"/>
              <a:gd name="connsiteY738" fmla="*/ 2978488 h 6858000"/>
              <a:gd name="connsiteX739" fmla="*/ 0 w 7467600"/>
              <a:gd name="connsiteY739" fmla="*/ 3015334 h 6858000"/>
              <a:gd name="connsiteX740" fmla="*/ 0 w 7467600"/>
              <a:gd name="connsiteY740" fmla="*/ 2914286 h 6858000"/>
              <a:gd name="connsiteX741" fmla="*/ 36383 w 7467600"/>
              <a:gd name="connsiteY741" fmla="*/ 2901128 h 6858000"/>
              <a:gd name="connsiteX742" fmla="*/ 156329 w 7467600"/>
              <a:gd name="connsiteY742" fmla="*/ 2840533 h 6858000"/>
              <a:gd name="connsiteX743" fmla="*/ 358355 w 7467600"/>
              <a:gd name="connsiteY743" fmla="*/ 2620471 h 6858000"/>
              <a:gd name="connsiteX744" fmla="*/ 510577 w 7467600"/>
              <a:gd name="connsiteY744" fmla="*/ 2501244 h 6858000"/>
              <a:gd name="connsiteX745" fmla="*/ 211967 w 7467600"/>
              <a:gd name="connsiteY745" fmla="*/ 2479171 h 6858000"/>
              <a:gd name="connsiteX746" fmla="*/ 0 w 7467600"/>
              <a:gd name="connsiteY746" fmla="*/ 2476398 h 6858000"/>
              <a:gd name="connsiteX747" fmla="*/ 0 w 7467600"/>
              <a:gd name="connsiteY747" fmla="*/ 2389189 h 6858000"/>
              <a:gd name="connsiteX748" fmla="*/ 103062 w 7467600"/>
              <a:gd name="connsiteY748" fmla="*/ 2389518 h 6858000"/>
              <a:gd name="connsiteX749" fmla="*/ 510734 w 7467600"/>
              <a:gd name="connsiteY749" fmla="*/ 2416201 h 6858000"/>
              <a:gd name="connsiteX750" fmla="*/ 279257 w 7467600"/>
              <a:gd name="connsiteY750" fmla="*/ 2092102 h 6858000"/>
              <a:gd name="connsiteX751" fmla="*/ 65265 w 7467600"/>
              <a:gd name="connsiteY751" fmla="*/ 2006049 h 6858000"/>
              <a:gd name="connsiteX752" fmla="*/ 0 w 7467600"/>
              <a:gd name="connsiteY752" fmla="*/ 1982532 h 6858000"/>
              <a:gd name="connsiteX753" fmla="*/ 0 w 7467600"/>
              <a:gd name="connsiteY753" fmla="*/ 1912789 h 6858000"/>
              <a:gd name="connsiteX754" fmla="*/ 97460 w 7467600"/>
              <a:gd name="connsiteY754" fmla="*/ 1953725 h 6858000"/>
              <a:gd name="connsiteX755" fmla="*/ 221272 w 7467600"/>
              <a:gd name="connsiteY755" fmla="*/ 1980766 h 6858000"/>
              <a:gd name="connsiteX756" fmla="*/ 116765 w 7467600"/>
              <a:gd name="connsiteY756" fmla="*/ 1911033 h 6858000"/>
              <a:gd name="connsiteX757" fmla="*/ 16405 w 7467600"/>
              <a:gd name="connsiteY757" fmla="*/ 1803412 h 6858000"/>
              <a:gd name="connsiteX758" fmla="*/ 0 w 7467600"/>
              <a:gd name="connsiteY758" fmla="*/ 1784777 h 6858000"/>
              <a:gd name="connsiteX759" fmla="*/ 0 w 7467600"/>
              <a:gd name="connsiteY759" fmla="*/ 1740082 h 6858000"/>
              <a:gd name="connsiteX760" fmla="*/ 39394 w 7467600"/>
              <a:gd name="connsiteY760" fmla="*/ 1784856 h 6858000"/>
              <a:gd name="connsiteX761" fmla="*/ 135813 w 7467600"/>
              <a:gd name="connsiteY761" fmla="*/ 1888838 h 6858000"/>
              <a:gd name="connsiteX762" fmla="*/ 242575 w 7467600"/>
              <a:gd name="connsiteY762" fmla="*/ 1958841 h 6858000"/>
              <a:gd name="connsiteX763" fmla="*/ 82197 w 7467600"/>
              <a:gd name="connsiteY763" fmla="*/ 1754826 h 6858000"/>
              <a:gd name="connsiteX764" fmla="*/ 0 w 7467600"/>
              <a:gd name="connsiteY764" fmla="*/ 1679650 h 6858000"/>
              <a:gd name="connsiteX765" fmla="*/ 0 w 7467600"/>
              <a:gd name="connsiteY765" fmla="*/ 1602463 h 6858000"/>
              <a:gd name="connsiteX766" fmla="*/ 84689 w 7467600"/>
              <a:gd name="connsiteY766" fmla="*/ 1677442 h 6858000"/>
              <a:gd name="connsiteX767" fmla="*/ 298437 w 7467600"/>
              <a:gd name="connsiteY767" fmla="*/ 1968019 h 6858000"/>
              <a:gd name="connsiteX768" fmla="*/ 227269 w 7467600"/>
              <a:gd name="connsiteY768" fmla="*/ 1114064 h 6858000"/>
              <a:gd name="connsiteX769" fmla="*/ 248003 w 7467600"/>
              <a:gd name="connsiteY769" fmla="*/ 1089613 h 6858000"/>
              <a:gd name="connsiteX770" fmla="*/ 427020 w 7467600"/>
              <a:gd name="connsiteY770" fmla="*/ 1619803 h 6858000"/>
              <a:gd name="connsiteX771" fmla="*/ 340345 w 7467600"/>
              <a:gd name="connsiteY771" fmla="*/ 2027739 h 6858000"/>
              <a:gd name="connsiteX772" fmla="*/ 360865 w 7467600"/>
              <a:gd name="connsiteY772" fmla="*/ 2044827 h 6858000"/>
              <a:gd name="connsiteX773" fmla="*/ 560414 w 7467600"/>
              <a:gd name="connsiteY773" fmla="*/ 2421457 h 6858000"/>
              <a:gd name="connsiteX774" fmla="*/ 1359703 w 7467600"/>
              <a:gd name="connsiteY774" fmla="*/ 2578554 h 6858000"/>
              <a:gd name="connsiteX775" fmla="*/ 1359422 w 7467600"/>
              <a:gd name="connsiteY775" fmla="*/ 2577994 h 6858000"/>
              <a:gd name="connsiteX776" fmla="*/ 828701 w 7467600"/>
              <a:gd name="connsiteY776" fmla="*/ 1839520 h 6858000"/>
              <a:gd name="connsiteX777" fmla="*/ 494427 w 7467600"/>
              <a:gd name="connsiteY777" fmla="*/ 1092333 h 6858000"/>
              <a:gd name="connsiteX778" fmla="*/ 506322 w 7467600"/>
              <a:gd name="connsiteY778" fmla="*/ 1020997 h 6858000"/>
              <a:gd name="connsiteX779" fmla="*/ 4570198 w 7467600"/>
              <a:gd name="connsiteY779" fmla="*/ 978081 h 6858000"/>
              <a:gd name="connsiteX780" fmla="*/ 4523691 w 7467600"/>
              <a:gd name="connsiteY780" fmla="*/ 1127776 h 6858000"/>
              <a:gd name="connsiteX781" fmla="*/ 4509875 w 7467600"/>
              <a:gd name="connsiteY781" fmla="*/ 1167552 h 6858000"/>
              <a:gd name="connsiteX782" fmla="*/ 4478168 w 7467600"/>
              <a:gd name="connsiteY782" fmla="*/ 1260735 h 6858000"/>
              <a:gd name="connsiteX783" fmla="*/ 4409309 w 7467600"/>
              <a:gd name="connsiteY783" fmla="*/ 1666996 h 6858000"/>
              <a:gd name="connsiteX784" fmla="*/ 4370031 w 7467600"/>
              <a:gd name="connsiteY784" fmla="*/ 1955666 h 6858000"/>
              <a:gd name="connsiteX785" fmla="*/ 4570198 w 7467600"/>
              <a:gd name="connsiteY785" fmla="*/ 978081 h 6858000"/>
              <a:gd name="connsiteX786" fmla="*/ 4557898 w 7467600"/>
              <a:gd name="connsiteY786" fmla="*/ 900011 h 6858000"/>
              <a:gd name="connsiteX787" fmla="*/ 4344840 w 7467600"/>
              <a:gd name="connsiteY787" fmla="*/ 1922038 h 6858000"/>
              <a:gd name="connsiteX788" fmla="*/ 4378710 w 7467600"/>
              <a:gd name="connsiteY788" fmla="*/ 1665516 h 6858000"/>
              <a:gd name="connsiteX789" fmla="*/ 4448798 w 7467600"/>
              <a:gd name="connsiteY789" fmla="*/ 1253024 h 6858000"/>
              <a:gd name="connsiteX790" fmla="*/ 4480315 w 7467600"/>
              <a:gd name="connsiteY790" fmla="*/ 1158454 h 6858000"/>
              <a:gd name="connsiteX791" fmla="*/ 4494133 w 7467600"/>
              <a:gd name="connsiteY791" fmla="*/ 1118676 h 6858000"/>
              <a:gd name="connsiteX792" fmla="*/ 4557898 w 7467600"/>
              <a:gd name="connsiteY792" fmla="*/ 900011 h 6858000"/>
              <a:gd name="connsiteX793" fmla="*/ 5870151 w 7467600"/>
              <a:gd name="connsiteY793" fmla="*/ 898890 h 6858000"/>
              <a:gd name="connsiteX794" fmla="*/ 5861335 w 7467600"/>
              <a:gd name="connsiteY794" fmla="*/ 899177 h 6858000"/>
              <a:gd name="connsiteX795" fmla="*/ 5843702 w 7467600"/>
              <a:gd name="connsiteY795" fmla="*/ 899748 h 6858000"/>
              <a:gd name="connsiteX796" fmla="*/ 5651107 w 7467600"/>
              <a:gd name="connsiteY796" fmla="*/ 920306 h 6858000"/>
              <a:gd name="connsiteX797" fmla="*/ 5459407 w 7467600"/>
              <a:gd name="connsiteY797" fmla="*/ 940975 h 6858000"/>
              <a:gd name="connsiteX798" fmla="*/ 5374846 w 7467600"/>
              <a:gd name="connsiteY798" fmla="*/ 941988 h 6858000"/>
              <a:gd name="connsiteX799" fmla="*/ 5256105 w 7467600"/>
              <a:gd name="connsiteY799" fmla="*/ 945632 h 6858000"/>
              <a:gd name="connsiteX800" fmla="*/ 5107071 w 7467600"/>
              <a:gd name="connsiteY800" fmla="*/ 969720 h 6858000"/>
              <a:gd name="connsiteX801" fmla="*/ 4998681 w 7467600"/>
              <a:gd name="connsiteY801" fmla="*/ 988771 h 6858000"/>
              <a:gd name="connsiteX802" fmla="*/ 5870151 w 7467600"/>
              <a:gd name="connsiteY802" fmla="*/ 898890 h 6858000"/>
              <a:gd name="connsiteX803" fmla="*/ 5504425 w 7467600"/>
              <a:gd name="connsiteY803" fmla="*/ 848067 h 6858000"/>
              <a:gd name="connsiteX804" fmla="*/ 4968849 w 7467600"/>
              <a:gd name="connsiteY804" fmla="*/ 962318 h 6858000"/>
              <a:gd name="connsiteX805" fmla="*/ 5104039 w 7467600"/>
              <a:gd name="connsiteY805" fmla="*/ 940634 h 6858000"/>
              <a:gd name="connsiteX806" fmla="*/ 5256311 w 7467600"/>
              <a:gd name="connsiteY806" fmla="*/ 916490 h 6858000"/>
              <a:gd name="connsiteX807" fmla="*/ 5377381 w 7467600"/>
              <a:gd name="connsiteY807" fmla="*/ 912671 h 6858000"/>
              <a:gd name="connsiteX808" fmla="*/ 5460148 w 7467600"/>
              <a:gd name="connsiteY808" fmla="*/ 911442 h 6858000"/>
              <a:gd name="connsiteX809" fmla="*/ 5648971 w 7467600"/>
              <a:gd name="connsiteY809" fmla="*/ 891331 h 6858000"/>
              <a:gd name="connsiteX810" fmla="*/ 5844807 w 7467600"/>
              <a:gd name="connsiteY810" fmla="*/ 870718 h 6858000"/>
              <a:gd name="connsiteX811" fmla="*/ 5862975 w 7467600"/>
              <a:gd name="connsiteY811" fmla="*/ 869756 h 6858000"/>
              <a:gd name="connsiteX812" fmla="*/ 5920887 w 7467600"/>
              <a:gd name="connsiteY812" fmla="*/ 865929 h 6858000"/>
              <a:gd name="connsiteX813" fmla="*/ 5504425 w 7467600"/>
              <a:gd name="connsiteY813" fmla="*/ 848067 h 6858000"/>
              <a:gd name="connsiteX814" fmla="*/ 3607114 w 7467600"/>
              <a:gd name="connsiteY814" fmla="*/ 467441 h 6858000"/>
              <a:gd name="connsiteX815" fmla="*/ 3296242 w 7467600"/>
              <a:gd name="connsiteY815" fmla="*/ 807991 h 6858000"/>
              <a:gd name="connsiteX816" fmla="*/ 3174674 w 7467600"/>
              <a:gd name="connsiteY816" fmla="*/ 919759 h 6858000"/>
              <a:gd name="connsiteX817" fmla="*/ 3042978 w 7467600"/>
              <a:gd name="connsiteY817" fmla="*/ 1054894 h 6858000"/>
              <a:gd name="connsiteX818" fmla="*/ 2968914 w 7467600"/>
              <a:gd name="connsiteY818" fmla="*/ 1133756 h 6858000"/>
              <a:gd name="connsiteX819" fmla="*/ 3103823 w 7467600"/>
              <a:gd name="connsiteY819" fmla="*/ 1026814 h 6858000"/>
              <a:gd name="connsiteX820" fmla="*/ 3607114 w 7467600"/>
              <a:gd name="connsiteY820" fmla="*/ 467441 h 6858000"/>
              <a:gd name="connsiteX821" fmla="*/ 3744487 w 7467600"/>
              <a:gd name="connsiteY821" fmla="*/ 383136 h 6858000"/>
              <a:gd name="connsiteX822" fmla="*/ 3970213 w 7467600"/>
              <a:gd name="connsiteY822" fmla="*/ 995559 h 6858000"/>
              <a:gd name="connsiteX823" fmla="*/ 3744487 w 7467600"/>
              <a:gd name="connsiteY823" fmla="*/ 383136 h 6858000"/>
              <a:gd name="connsiteX824" fmla="*/ 3624562 w 7467600"/>
              <a:gd name="connsiteY824" fmla="*/ 367041 h 6858000"/>
              <a:gd name="connsiteX825" fmla="*/ 3489712 w 7467600"/>
              <a:gd name="connsiteY825" fmla="*/ 485386 h 6858000"/>
              <a:gd name="connsiteX826" fmla="*/ 3182994 w 7467600"/>
              <a:gd name="connsiteY826" fmla="*/ 828265 h 6858000"/>
              <a:gd name="connsiteX827" fmla="*/ 2892114 w 7467600"/>
              <a:gd name="connsiteY827" fmla="*/ 1172635 h 6858000"/>
              <a:gd name="connsiteX828" fmla="*/ 3021459 w 7467600"/>
              <a:gd name="connsiteY828" fmla="*/ 1035385 h 6858000"/>
              <a:gd name="connsiteX829" fmla="*/ 3153873 w 7467600"/>
              <a:gd name="connsiteY829" fmla="*/ 898971 h 6858000"/>
              <a:gd name="connsiteX830" fmla="*/ 3276511 w 7467600"/>
              <a:gd name="connsiteY830" fmla="*/ 786423 h 6858000"/>
              <a:gd name="connsiteX831" fmla="*/ 3584154 w 7467600"/>
              <a:gd name="connsiteY831" fmla="*/ 448218 h 6858000"/>
              <a:gd name="connsiteX832" fmla="*/ 3624562 w 7467600"/>
              <a:gd name="connsiteY832" fmla="*/ 367041 h 6858000"/>
              <a:gd name="connsiteX833" fmla="*/ 3766672 w 7467600"/>
              <a:gd name="connsiteY833" fmla="*/ 359429 h 6858000"/>
              <a:gd name="connsiteX834" fmla="*/ 3996338 w 7467600"/>
              <a:gd name="connsiteY834" fmla="*/ 968237 h 6858000"/>
              <a:gd name="connsiteX835" fmla="*/ 3766672 w 7467600"/>
              <a:gd name="connsiteY835" fmla="*/ 359429 h 6858000"/>
              <a:gd name="connsiteX836" fmla="*/ 5805386 w 7467600"/>
              <a:gd name="connsiteY836" fmla="*/ 239240 h 6858000"/>
              <a:gd name="connsiteX837" fmla="*/ 5736947 w 7467600"/>
              <a:gd name="connsiteY837" fmla="*/ 261367 h 6858000"/>
              <a:gd name="connsiteX838" fmla="*/ 5427012 w 7467600"/>
              <a:gd name="connsiteY838" fmla="*/ 311272 h 6858000"/>
              <a:gd name="connsiteX839" fmla="*/ 5147818 w 7467600"/>
              <a:gd name="connsiteY839" fmla="*/ 322112 h 6858000"/>
              <a:gd name="connsiteX840" fmla="*/ 5060854 w 7467600"/>
              <a:gd name="connsiteY840" fmla="*/ 311882 h 6858000"/>
              <a:gd name="connsiteX841" fmla="*/ 4945989 w 7467600"/>
              <a:gd name="connsiteY841" fmla="*/ 300516 h 6858000"/>
              <a:gd name="connsiteX842" fmla="*/ 5410479 w 7467600"/>
              <a:gd name="connsiteY842" fmla="*/ 348434 h 6858000"/>
              <a:gd name="connsiteX843" fmla="*/ 5805386 w 7467600"/>
              <a:gd name="connsiteY843" fmla="*/ 239240 h 6858000"/>
              <a:gd name="connsiteX844" fmla="*/ 7451412 w 7467600"/>
              <a:gd name="connsiteY844" fmla="*/ 799572 h 6858000"/>
              <a:gd name="connsiteX845" fmla="*/ 7467600 w 7467600"/>
              <a:gd name="connsiteY845" fmla="*/ 789215 h 6858000"/>
              <a:gd name="connsiteX846" fmla="*/ 7451412 w 7467600"/>
              <a:gd name="connsiteY846" fmla="*/ 799572 h 6858000"/>
              <a:gd name="connsiteX847" fmla="*/ 5905192 w 7467600"/>
              <a:gd name="connsiteY847" fmla="*/ 163079 h 6858000"/>
              <a:gd name="connsiteX848" fmla="*/ 5865655 w 7467600"/>
              <a:gd name="connsiteY848" fmla="*/ 171901 h 6858000"/>
              <a:gd name="connsiteX849" fmla="*/ 5259740 w 7467600"/>
              <a:gd name="connsiteY849" fmla="*/ 257013 h 6858000"/>
              <a:gd name="connsiteX850" fmla="*/ 5208466 w 7467600"/>
              <a:gd name="connsiteY850" fmla="*/ 257550 h 6858000"/>
              <a:gd name="connsiteX851" fmla="*/ 4980204 w 7467600"/>
              <a:gd name="connsiteY851" fmla="*/ 271903 h 6858000"/>
              <a:gd name="connsiteX852" fmla="*/ 5068068 w 7467600"/>
              <a:gd name="connsiteY852" fmla="*/ 282244 h 6858000"/>
              <a:gd name="connsiteX853" fmla="*/ 5153231 w 7467600"/>
              <a:gd name="connsiteY853" fmla="*/ 292240 h 6858000"/>
              <a:gd name="connsiteX854" fmla="*/ 5426491 w 7467600"/>
              <a:gd name="connsiteY854" fmla="*/ 281128 h 6858000"/>
              <a:gd name="connsiteX855" fmla="*/ 5731212 w 7467600"/>
              <a:gd name="connsiteY855" fmla="*/ 231951 h 6858000"/>
              <a:gd name="connsiteX856" fmla="*/ 5905192 w 7467600"/>
              <a:gd name="connsiteY856" fmla="*/ 163079 h 6858000"/>
              <a:gd name="connsiteX857" fmla="*/ 5944437 w 7467600"/>
              <a:gd name="connsiteY857" fmla="*/ 113829 h 6858000"/>
              <a:gd name="connsiteX858" fmla="*/ 5825032 w 7467600"/>
              <a:gd name="connsiteY858" fmla="*/ 146405 h 6858000"/>
              <a:gd name="connsiteX859" fmla="*/ 4955599 w 7467600"/>
              <a:gd name="connsiteY859" fmla="*/ 247008 h 6858000"/>
              <a:gd name="connsiteX860" fmla="*/ 5210104 w 7467600"/>
              <a:gd name="connsiteY860" fmla="*/ 228123 h 6858000"/>
              <a:gd name="connsiteX861" fmla="*/ 5261015 w 7467600"/>
              <a:gd name="connsiteY861" fmla="*/ 227087 h 6858000"/>
              <a:gd name="connsiteX862" fmla="*/ 5861181 w 7467600"/>
              <a:gd name="connsiteY862" fmla="*/ 143093 h 6858000"/>
              <a:gd name="connsiteX863" fmla="*/ 5961252 w 7467600"/>
              <a:gd name="connsiteY863" fmla="*/ 114820 h 6858000"/>
              <a:gd name="connsiteX864" fmla="*/ 5944437 w 7467600"/>
              <a:gd name="connsiteY864" fmla="*/ 113829 h 6858000"/>
              <a:gd name="connsiteX865" fmla="*/ 3882765 w 7467600"/>
              <a:gd name="connsiteY865" fmla="*/ 0 h 6858000"/>
              <a:gd name="connsiteX866" fmla="*/ 3995099 w 7467600"/>
              <a:gd name="connsiteY866" fmla="*/ 0 h 6858000"/>
              <a:gd name="connsiteX867" fmla="*/ 4163818 w 7467600"/>
              <a:gd name="connsiteY867" fmla="*/ 234104 h 6858000"/>
              <a:gd name="connsiteX868" fmla="*/ 4172099 w 7467600"/>
              <a:gd name="connsiteY868" fmla="*/ 234207 h 6858000"/>
              <a:gd name="connsiteX869" fmla="*/ 4784282 w 7467600"/>
              <a:gd name="connsiteY869" fmla="*/ 276561 h 6858000"/>
              <a:gd name="connsiteX870" fmla="*/ 4801687 w 7467600"/>
              <a:gd name="connsiteY870" fmla="*/ 267764 h 6858000"/>
              <a:gd name="connsiteX871" fmla="*/ 6082788 w 7467600"/>
              <a:gd name="connsiteY871" fmla="*/ 64119 h 6858000"/>
              <a:gd name="connsiteX872" fmla="*/ 6099442 w 7467600"/>
              <a:gd name="connsiteY872" fmla="*/ 82568 h 6858000"/>
              <a:gd name="connsiteX873" fmla="*/ 4804137 w 7467600"/>
              <a:gd name="connsiteY873" fmla="*/ 320931 h 6858000"/>
              <a:gd name="connsiteX874" fmla="*/ 4227047 w 7467600"/>
              <a:gd name="connsiteY874" fmla="*/ 313415 h 6858000"/>
              <a:gd name="connsiteX875" fmla="*/ 4346041 w 7467600"/>
              <a:gd name="connsiteY875" fmla="*/ 456086 h 6858000"/>
              <a:gd name="connsiteX876" fmla="*/ 4870967 w 7467600"/>
              <a:gd name="connsiteY876" fmla="*/ 963061 h 6858000"/>
              <a:gd name="connsiteX877" fmla="*/ 4889647 w 7467600"/>
              <a:gd name="connsiteY877" fmla="*/ 957147 h 6858000"/>
              <a:gd name="connsiteX878" fmla="*/ 5422504 w 7467600"/>
              <a:gd name="connsiteY878" fmla="*/ 805191 h 6858000"/>
              <a:gd name="connsiteX879" fmla="*/ 6087656 w 7467600"/>
              <a:gd name="connsiteY879" fmla="*/ 826703 h 6858000"/>
              <a:gd name="connsiteX880" fmla="*/ 6058717 w 7467600"/>
              <a:gd name="connsiteY880" fmla="*/ 865992 h 6858000"/>
              <a:gd name="connsiteX881" fmla="*/ 4974153 w 7467600"/>
              <a:gd name="connsiteY881" fmla="*/ 1045456 h 6858000"/>
              <a:gd name="connsiteX882" fmla="*/ 5627835 w 7467600"/>
              <a:gd name="connsiteY882" fmla="*/ 1472077 h 6858000"/>
              <a:gd name="connsiteX883" fmla="*/ 5629817 w 7467600"/>
              <a:gd name="connsiteY883" fmla="*/ 1471412 h 6858000"/>
              <a:gd name="connsiteX884" fmla="*/ 5634124 w 7467600"/>
              <a:gd name="connsiteY884" fmla="*/ 1470572 h 6858000"/>
              <a:gd name="connsiteX885" fmla="*/ 5755832 w 7467600"/>
              <a:gd name="connsiteY885" fmla="*/ 1383886 h 6858000"/>
              <a:gd name="connsiteX886" fmla="*/ 6014186 w 7467600"/>
              <a:gd name="connsiteY886" fmla="*/ 1279799 h 6858000"/>
              <a:gd name="connsiteX887" fmla="*/ 6901619 w 7467600"/>
              <a:gd name="connsiteY887" fmla="*/ 1047874 h 6858000"/>
              <a:gd name="connsiteX888" fmla="*/ 6931566 w 7467600"/>
              <a:gd name="connsiteY888" fmla="*/ 1062034 h 6858000"/>
              <a:gd name="connsiteX889" fmla="*/ 5790982 w 7467600"/>
              <a:gd name="connsiteY889" fmla="*/ 1561380 h 6858000"/>
              <a:gd name="connsiteX890" fmla="*/ 6188971 w 7467600"/>
              <a:gd name="connsiteY890" fmla="*/ 1755168 h 6858000"/>
              <a:gd name="connsiteX891" fmla="*/ 6202446 w 7467600"/>
              <a:gd name="connsiteY891" fmla="*/ 1752268 h 6858000"/>
              <a:gd name="connsiteX892" fmla="*/ 7179560 w 7467600"/>
              <a:gd name="connsiteY892" fmla="*/ 1467551 h 6858000"/>
              <a:gd name="connsiteX893" fmla="*/ 7158730 w 7467600"/>
              <a:gd name="connsiteY893" fmla="*/ 1507835 h 6858000"/>
              <a:gd name="connsiteX894" fmla="*/ 6326959 w 7467600"/>
              <a:gd name="connsiteY894" fmla="*/ 1817686 h 6858000"/>
              <a:gd name="connsiteX895" fmla="*/ 6537433 w 7467600"/>
              <a:gd name="connsiteY895" fmla="*/ 1907790 h 6858000"/>
              <a:gd name="connsiteX896" fmla="*/ 6550221 w 7467600"/>
              <a:gd name="connsiteY896" fmla="*/ 1910729 h 6858000"/>
              <a:gd name="connsiteX897" fmla="*/ 6964438 w 7467600"/>
              <a:gd name="connsiteY897" fmla="*/ 2209505 h 6858000"/>
              <a:gd name="connsiteX898" fmla="*/ 7367862 w 7467600"/>
              <a:gd name="connsiteY898" fmla="*/ 2806833 h 6858000"/>
              <a:gd name="connsiteX899" fmla="*/ 7364329 w 7467600"/>
              <a:gd name="connsiteY899" fmla="*/ 2826907 h 6858000"/>
              <a:gd name="connsiteX900" fmla="*/ 7290545 w 7467600"/>
              <a:gd name="connsiteY900" fmla="*/ 2850663 h 6858000"/>
              <a:gd name="connsiteX901" fmla="*/ 6472036 w 7467600"/>
              <a:gd name="connsiteY901" fmla="*/ 1959003 h 6858000"/>
              <a:gd name="connsiteX902" fmla="*/ 5792897 w 7467600"/>
              <a:gd name="connsiteY902" fmla="*/ 1647747 h 6858000"/>
              <a:gd name="connsiteX903" fmla="*/ 5842751 w 7467600"/>
              <a:gd name="connsiteY903" fmla="*/ 1816112 h 6858000"/>
              <a:gd name="connsiteX904" fmla="*/ 5847424 w 7467600"/>
              <a:gd name="connsiteY904" fmla="*/ 1815776 h 6858000"/>
              <a:gd name="connsiteX905" fmla="*/ 6399821 w 7467600"/>
              <a:gd name="connsiteY905" fmla="*/ 2344799 h 6858000"/>
              <a:gd name="connsiteX906" fmla="*/ 6323232 w 7467600"/>
              <a:gd name="connsiteY906" fmla="*/ 2389634 h 6858000"/>
              <a:gd name="connsiteX907" fmla="*/ 5942958 w 7467600"/>
              <a:gd name="connsiteY907" fmla="*/ 2077708 h 6858000"/>
              <a:gd name="connsiteX908" fmla="*/ 5921559 w 7467600"/>
              <a:gd name="connsiteY908" fmla="*/ 2378596 h 6858000"/>
              <a:gd name="connsiteX909" fmla="*/ 5817651 w 7467600"/>
              <a:gd name="connsiteY909" fmla="*/ 3023919 h 6858000"/>
              <a:gd name="connsiteX910" fmla="*/ 5729634 w 7467600"/>
              <a:gd name="connsiteY910" fmla="*/ 3051849 h 6858000"/>
              <a:gd name="connsiteX911" fmla="*/ 5611018 w 7467600"/>
              <a:gd name="connsiteY911" fmla="*/ 2316769 h 6858000"/>
              <a:gd name="connsiteX912" fmla="*/ 5687608 w 7467600"/>
              <a:gd name="connsiteY912" fmla="*/ 2039972 h 6858000"/>
              <a:gd name="connsiteX913" fmla="*/ 5657554 w 7467600"/>
              <a:gd name="connsiteY913" fmla="*/ 1576445 h 6858000"/>
              <a:gd name="connsiteX914" fmla="*/ 5150475 w 7467600"/>
              <a:gd name="connsiteY914" fmla="*/ 1274012 h 6858000"/>
              <a:gd name="connsiteX915" fmla="*/ 5349142 w 7467600"/>
              <a:gd name="connsiteY915" fmla="*/ 2204405 h 6858000"/>
              <a:gd name="connsiteX916" fmla="*/ 5262214 w 7467600"/>
              <a:gd name="connsiteY916" fmla="*/ 2233836 h 6858000"/>
              <a:gd name="connsiteX917" fmla="*/ 4981539 w 7467600"/>
              <a:gd name="connsiteY917" fmla="*/ 1542201 h 6858000"/>
              <a:gd name="connsiteX918" fmla="*/ 4958461 w 7467600"/>
              <a:gd name="connsiteY918" fmla="*/ 1136957 h 6858000"/>
              <a:gd name="connsiteX919" fmla="*/ 4655015 w 7467600"/>
              <a:gd name="connsiteY919" fmla="*/ 891426 h 6858000"/>
              <a:gd name="connsiteX920" fmla="*/ 4348002 w 7467600"/>
              <a:gd name="connsiteY920" fmla="*/ 2205895 h 6858000"/>
              <a:gd name="connsiteX921" fmla="*/ 4262250 w 7467600"/>
              <a:gd name="connsiteY921" fmla="*/ 2219972 h 6858000"/>
              <a:gd name="connsiteX922" fmla="*/ 4550611 w 7467600"/>
              <a:gd name="connsiteY922" fmla="*/ 817540 h 6858000"/>
              <a:gd name="connsiteX923" fmla="*/ 4564418 w 7467600"/>
              <a:gd name="connsiteY923" fmla="*/ 808293 h 6858000"/>
              <a:gd name="connsiteX924" fmla="*/ 4266388 w 7467600"/>
              <a:gd name="connsiteY924" fmla="*/ 500083 h 6858000"/>
              <a:gd name="connsiteX925" fmla="*/ 4032842 w 7467600"/>
              <a:gd name="connsiteY925" fmla="*/ 211809 h 6858000"/>
              <a:gd name="connsiteX926" fmla="*/ 3882765 w 7467600"/>
              <a:gd name="connsiteY926" fmla="*/ 0 h 6858000"/>
              <a:gd name="connsiteX927" fmla="*/ 3721337 w 7467600"/>
              <a:gd name="connsiteY927" fmla="*/ 0 h 6858000"/>
              <a:gd name="connsiteX928" fmla="*/ 3797544 w 7467600"/>
              <a:gd name="connsiteY928" fmla="*/ 0 h 6858000"/>
              <a:gd name="connsiteX929" fmla="*/ 3775734 w 7467600"/>
              <a:gd name="connsiteY929" fmla="*/ 95131 h 6858000"/>
              <a:gd name="connsiteX930" fmla="*/ 3724807 w 7467600"/>
              <a:gd name="connsiteY930" fmla="*/ 272257 h 6858000"/>
              <a:gd name="connsiteX931" fmla="*/ 3726844 w 7467600"/>
              <a:gd name="connsiteY931" fmla="*/ 282988 h 6858000"/>
              <a:gd name="connsiteX932" fmla="*/ 3742664 w 7467600"/>
              <a:gd name="connsiteY932" fmla="*/ 279918 h 6858000"/>
              <a:gd name="connsiteX933" fmla="*/ 4103910 w 7467600"/>
              <a:gd name="connsiteY933" fmla="*/ 1161917 h 6858000"/>
              <a:gd name="connsiteX934" fmla="*/ 4020269 w 7467600"/>
              <a:gd name="connsiteY934" fmla="*/ 1200406 h 6858000"/>
              <a:gd name="connsiteX935" fmla="*/ 3674882 w 7467600"/>
              <a:gd name="connsiteY935" fmla="*/ 488524 h 6858000"/>
              <a:gd name="connsiteX936" fmla="*/ 3132682 w 7467600"/>
              <a:gd name="connsiteY936" fmla="*/ 1072284 h 6858000"/>
              <a:gd name="connsiteX937" fmla="*/ 2716346 w 7467600"/>
              <a:gd name="connsiteY937" fmla="*/ 1276376 h 6858000"/>
              <a:gd name="connsiteX938" fmla="*/ 2716772 w 7467600"/>
              <a:gd name="connsiteY938" fmla="*/ 1255462 h 6858000"/>
              <a:gd name="connsiteX939" fmla="*/ 3471096 w 7467600"/>
              <a:gd name="connsiteY939" fmla="*/ 437072 h 6858000"/>
              <a:gd name="connsiteX940" fmla="*/ 3639057 w 7467600"/>
              <a:gd name="connsiteY940" fmla="*/ 286334 h 6858000"/>
              <a:gd name="connsiteX941" fmla="*/ 3640309 w 7467600"/>
              <a:gd name="connsiteY941" fmla="*/ 284664 h 6858000"/>
              <a:gd name="connsiteX942" fmla="*/ 3646022 w 7467600"/>
              <a:gd name="connsiteY942" fmla="*/ 276711 h 6858000"/>
              <a:gd name="connsiteX943" fmla="*/ 3707943 w 7467600"/>
              <a:gd name="connsiteY943" fmla="*/ 65958 h 6858000"/>
              <a:gd name="connsiteX944" fmla="*/ 3721337 w 7467600"/>
              <a:gd name="connsiteY944" fmla="*/ 0 h 6858000"/>
              <a:gd name="connsiteX945" fmla="*/ 2867960 w 7467600"/>
              <a:gd name="connsiteY945" fmla="*/ 0 h 6858000"/>
              <a:gd name="connsiteX946" fmla="*/ 2926351 w 7467600"/>
              <a:gd name="connsiteY946" fmla="*/ 0 h 6858000"/>
              <a:gd name="connsiteX947" fmla="*/ 2902823 w 7467600"/>
              <a:gd name="connsiteY947" fmla="*/ 262929 h 6858000"/>
              <a:gd name="connsiteX948" fmla="*/ 2940663 w 7467600"/>
              <a:gd name="connsiteY948" fmla="*/ 140884 h 6858000"/>
              <a:gd name="connsiteX949" fmla="*/ 2947039 w 7467600"/>
              <a:gd name="connsiteY949" fmla="*/ 122524 h 6858000"/>
              <a:gd name="connsiteX950" fmla="*/ 2984316 w 7467600"/>
              <a:gd name="connsiteY950" fmla="*/ 0 h 6858000"/>
              <a:gd name="connsiteX951" fmla="*/ 3016114 w 7467600"/>
              <a:gd name="connsiteY951" fmla="*/ 0 h 6858000"/>
              <a:gd name="connsiteX952" fmla="*/ 2979949 w 7467600"/>
              <a:gd name="connsiteY952" fmla="*/ 119274 h 6858000"/>
              <a:gd name="connsiteX953" fmla="*/ 3023879 w 7467600"/>
              <a:gd name="connsiteY953" fmla="*/ 0 h 6858000"/>
              <a:gd name="connsiteX954" fmla="*/ 3105400 w 7467600"/>
              <a:gd name="connsiteY954" fmla="*/ 0 h 6858000"/>
              <a:gd name="connsiteX955" fmla="*/ 3094669 w 7467600"/>
              <a:gd name="connsiteY955" fmla="*/ 30308 h 6858000"/>
              <a:gd name="connsiteX956" fmla="*/ 2901945 w 7467600"/>
              <a:gd name="connsiteY956" fmla="*/ 466538 h 6858000"/>
              <a:gd name="connsiteX957" fmla="*/ 2815209 w 7467600"/>
              <a:gd name="connsiteY957" fmla="*/ 497361 h 6858000"/>
              <a:gd name="connsiteX958" fmla="*/ 2844845 w 7467600"/>
              <a:gd name="connsiteY958" fmla="*/ 127638 h 6858000"/>
              <a:gd name="connsiteX959" fmla="*/ 2867960 w 7467600"/>
              <a:gd name="connsiteY959" fmla="*/ 0 h 6858000"/>
              <a:gd name="connsiteX960" fmla="*/ 1057230 w 7467600"/>
              <a:gd name="connsiteY960" fmla="*/ 0 h 6858000"/>
              <a:gd name="connsiteX961" fmla="*/ 1111003 w 7467600"/>
              <a:gd name="connsiteY961" fmla="*/ 0 h 6858000"/>
              <a:gd name="connsiteX962" fmla="*/ 1125553 w 7467600"/>
              <a:gd name="connsiteY962" fmla="*/ 52588 h 6858000"/>
              <a:gd name="connsiteX963" fmla="*/ 1304276 w 7467600"/>
              <a:gd name="connsiteY963" fmla="*/ 476275 h 6858000"/>
              <a:gd name="connsiteX964" fmla="*/ 1492066 w 7467600"/>
              <a:gd name="connsiteY964" fmla="*/ 886333 h 6858000"/>
              <a:gd name="connsiteX965" fmla="*/ 1423698 w 7467600"/>
              <a:gd name="connsiteY965" fmla="*/ 710817 h 6858000"/>
              <a:gd name="connsiteX966" fmla="*/ 1357609 w 7467600"/>
              <a:gd name="connsiteY966" fmla="*/ 532892 h 6858000"/>
              <a:gd name="connsiteX967" fmla="*/ 1309550 w 7467600"/>
              <a:gd name="connsiteY967" fmla="*/ 374031 h 6858000"/>
              <a:gd name="connsiteX968" fmla="*/ 1193673 w 7467600"/>
              <a:gd name="connsiteY968" fmla="*/ 49533 h 6858000"/>
              <a:gd name="connsiteX969" fmla="*/ 1164391 w 7467600"/>
              <a:gd name="connsiteY969" fmla="*/ 0 h 6858000"/>
              <a:gd name="connsiteX970" fmla="*/ 1200666 w 7467600"/>
              <a:gd name="connsiteY970" fmla="*/ 0 h 6858000"/>
              <a:gd name="connsiteX971" fmla="*/ 1223408 w 7467600"/>
              <a:gd name="connsiteY971" fmla="*/ 38996 h 6858000"/>
              <a:gd name="connsiteX972" fmla="*/ 1339635 w 7467600"/>
              <a:gd name="connsiteY972" fmla="*/ 365517 h 6858000"/>
              <a:gd name="connsiteX973" fmla="*/ 1387469 w 7467600"/>
              <a:gd name="connsiteY973" fmla="*/ 523079 h 6858000"/>
              <a:gd name="connsiteX974" fmla="*/ 1452685 w 7467600"/>
              <a:gd name="connsiteY974" fmla="*/ 699806 h 6858000"/>
              <a:gd name="connsiteX975" fmla="*/ 1492092 w 7467600"/>
              <a:gd name="connsiteY975" fmla="*/ 800424 h 6858000"/>
              <a:gd name="connsiteX976" fmla="*/ 1455302 w 7467600"/>
              <a:gd name="connsiteY976" fmla="*/ 632913 h 6858000"/>
              <a:gd name="connsiteX977" fmla="*/ 1222336 w 7467600"/>
              <a:gd name="connsiteY977" fmla="*/ 9480 h 6858000"/>
              <a:gd name="connsiteX978" fmla="*/ 1214634 w 7467600"/>
              <a:gd name="connsiteY978" fmla="*/ 0 h 6858000"/>
              <a:gd name="connsiteX979" fmla="*/ 1289827 w 7467600"/>
              <a:gd name="connsiteY979" fmla="*/ 0 h 6858000"/>
              <a:gd name="connsiteX980" fmla="*/ 1321076 w 7467600"/>
              <a:gd name="connsiteY980" fmla="*/ 59722 h 6858000"/>
              <a:gd name="connsiteX981" fmla="*/ 1512579 w 7467600"/>
              <a:gd name="connsiteY981" fmla="*/ 626441 h 6858000"/>
              <a:gd name="connsiteX982" fmla="*/ 1506076 w 7467600"/>
              <a:gd name="connsiteY982" fmla="*/ 1089289 h 6858000"/>
              <a:gd name="connsiteX983" fmla="*/ 1486346 w 7467600"/>
              <a:gd name="connsiteY983" fmla="*/ 1079919 h 6858000"/>
              <a:gd name="connsiteX984" fmla="*/ 1070511 w 7467600"/>
              <a:gd name="connsiteY984" fmla="*/ 48609 h 6858000"/>
              <a:gd name="connsiteX985" fmla="*/ 1057230 w 7467600"/>
              <a:gd name="connsiteY985" fmla="*/ 0 h 6858000"/>
              <a:gd name="connsiteX986" fmla="*/ 43151 w 7467600"/>
              <a:gd name="connsiteY986" fmla="*/ 0 h 6858000"/>
              <a:gd name="connsiteX987" fmla="*/ 95283 w 7467600"/>
              <a:gd name="connsiteY987" fmla="*/ 0 h 6858000"/>
              <a:gd name="connsiteX988" fmla="*/ 300708 w 7467600"/>
              <a:gd name="connsiteY988" fmla="*/ 154571 h 6858000"/>
              <a:gd name="connsiteX989" fmla="*/ 530414 w 7467600"/>
              <a:gd name="connsiteY989" fmla="*/ 354673 h 6858000"/>
              <a:gd name="connsiteX990" fmla="*/ 333785 w 7467600"/>
              <a:gd name="connsiteY990" fmla="*/ 161564 h 6858000"/>
              <a:gd name="connsiteX991" fmla="*/ 147005 w 7467600"/>
              <a:gd name="connsiteY991" fmla="*/ 0 h 6858000"/>
              <a:gd name="connsiteX992" fmla="*/ 272509 w 7467600"/>
              <a:gd name="connsiteY992" fmla="*/ 0 h 6858000"/>
              <a:gd name="connsiteX993" fmla="*/ 326276 w 7467600"/>
              <a:gd name="connsiteY993" fmla="*/ 45847 h 6858000"/>
              <a:gd name="connsiteX994" fmla="*/ 823759 w 7467600"/>
              <a:gd name="connsiteY994" fmla="*/ 574145 h 6858000"/>
              <a:gd name="connsiteX995" fmla="*/ 811254 w 7467600"/>
              <a:gd name="connsiteY995" fmla="*/ 665546 h 6858000"/>
              <a:gd name="connsiteX996" fmla="*/ 154042 w 7467600"/>
              <a:gd name="connsiteY996" fmla="*/ 261522 h 6858000"/>
              <a:gd name="connsiteX997" fmla="*/ 13550 w 7467600"/>
              <a:gd name="connsiteY997" fmla="*/ 158423 h 6858000"/>
              <a:gd name="connsiteX998" fmla="*/ 0 w 7467600"/>
              <a:gd name="connsiteY998" fmla="*/ 146618 h 6858000"/>
              <a:gd name="connsiteX999" fmla="*/ 0 w 7467600"/>
              <a:gd name="connsiteY999" fmla="*/ 59161 h 6858000"/>
              <a:gd name="connsiteX1000" fmla="*/ 45427 w 7467600"/>
              <a:gd name="connsiteY1000" fmla="*/ 101078 h 6858000"/>
              <a:gd name="connsiteX1001" fmla="*/ 630103 w 7467600"/>
              <a:gd name="connsiteY1001" fmla="*/ 485885 h 6858000"/>
              <a:gd name="connsiteX1002" fmla="*/ 532040 w 7467600"/>
              <a:gd name="connsiteY1002" fmla="*/ 399359 h 6858000"/>
              <a:gd name="connsiteX1003" fmla="*/ 517618 w 7467600"/>
              <a:gd name="connsiteY1003" fmla="*/ 385726 h 6858000"/>
              <a:gd name="connsiteX1004" fmla="*/ 285074 w 7467600"/>
              <a:gd name="connsiteY1004" fmla="*/ 182755 h 6858000"/>
              <a:gd name="connsiteX1005" fmla="*/ 43151 w 7467600"/>
              <a:gd name="connsiteY1005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133363 w 7467600"/>
              <a:gd name="connsiteY127" fmla="*/ 5050246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7467600 w 7467600"/>
              <a:gd name="connsiteY137" fmla="*/ 5241225 h 6858000"/>
              <a:gd name="connsiteX138" fmla="*/ 7467600 w 7467600"/>
              <a:gd name="connsiteY138" fmla="*/ 5277736 h 6858000"/>
              <a:gd name="connsiteX139" fmla="*/ 7327465 w 7467600"/>
              <a:gd name="connsiteY139" fmla="*/ 5174181 h 6858000"/>
              <a:gd name="connsiteX140" fmla="*/ 7244057 w 7467600"/>
              <a:gd name="connsiteY140" fmla="*/ 5124233 h 6858000"/>
              <a:gd name="connsiteX141" fmla="*/ 7353035 w 7467600"/>
              <a:gd name="connsiteY141" fmla="*/ 5197318 h 6858000"/>
              <a:gd name="connsiteX142" fmla="*/ 7467600 w 7467600"/>
              <a:gd name="connsiteY142" fmla="*/ 5297634 h 6858000"/>
              <a:gd name="connsiteX143" fmla="*/ 7467600 w 7467600"/>
              <a:gd name="connsiteY143" fmla="*/ 5361850 h 6858000"/>
              <a:gd name="connsiteX144" fmla="*/ 7368569 w 7467600"/>
              <a:gd name="connsiteY144" fmla="*/ 5270182 h 6858000"/>
              <a:gd name="connsiteX145" fmla="*/ 7131946 w 7467600"/>
              <a:gd name="connsiteY145" fmla="*/ 5075653 h 6858000"/>
              <a:gd name="connsiteX146" fmla="*/ 7133363 w 7467600"/>
              <a:gd name="connsiteY146" fmla="*/ 5050246 h 6858000"/>
              <a:gd name="connsiteX147" fmla="*/ 1903353 w 7467600"/>
              <a:gd name="connsiteY147" fmla="*/ 5044827 h 6858000"/>
              <a:gd name="connsiteX148" fmla="*/ 1936931 w 7467600"/>
              <a:gd name="connsiteY148" fmla="*/ 5093954 h 6858000"/>
              <a:gd name="connsiteX149" fmla="*/ 2195868 w 7467600"/>
              <a:gd name="connsiteY149" fmla="*/ 5396574 h 6858000"/>
              <a:gd name="connsiteX150" fmla="*/ 2088852 w 7467600"/>
              <a:gd name="connsiteY150" fmla="*/ 5166123 h 6858000"/>
              <a:gd name="connsiteX151" fmla="*/ 1958241 w 7467600"/>
              <a:gd name="connsiteY151" fmla="*/ 5067955 h 6858000"/>
              <a:gd name="connsiteX152" fmla="*/ 1903353 w 7467600"/>
              <a:gd name="connsiteY152" fmla="*/ 5044827 h 6858000"/>
              <a:gd name="connsiteX153" fmla="*/ 1979378 w 7467600"/>
              <a:gd name="connsiteY153" fmla="*/ 4769504 h 6858000"/>
              <a:gd name="connsiteX154" fmla="*/ 2882120 w 7467600"/>
              <a:gd name="connsiteY154" fmla="*/ 5064547 h 6858000"/>
              <a:gd name="connsiteX155" fmla="*/ 2793103 w 7467600"/>
              <a:gd name="connsiteY155" fmla="*/ 5039699 h 6858000"/>
              <a:gd name="connsiteX156" fmla="*/ 2770041 w 7467600"/>
              <a:gd name="connsiteY156" fmla="*/ 5033634 h 6858000"/>
              <a:gd name="connsiteX157" fmla="*/ 1979378 w 7467600"/>
              <a:gd name="connsiteY157" fmla="*/ 4769504 h 6858000"/>
              <a:gd name="connsiteX158" fmla="*/ 1927410 w 7467600"/>
              <a:gd name="connsiteY158" fmla="*/ 4716164 h 6858000"/>
              <a:gd name="connsiteX159" fmla="*/ 1959587 w 7467600"/>
              <a:gd name="connsiteY159" fmla="*/ 4728849 h 6858000"/>
              <a:gd name="connsiteX160" fmla="*/ 2777707 w 7467600"/>
              <a:gd name="connsiteY160" fmla="*/ 5003991 h 6858000"/>
              <a:gd name="connsiteX161" fmla="*/ 2800768 w 7467600"/>
              <a:gd name="connsiteY161" fmla="*/ 5010056 h 6858000"/>
              <a:gd name="connsiteX162" fmla="*/ 2879408 w 7467600"/>
              <a:gd name="connsiteY162" fmla="*/ 5031590 h 6858000"/>
              <a:gd name="connsiteX163" fmla="*/ 2862295 w 7467600"/>
              <a:gd name="connsiteY163" fmla="*/ 5022958 h 6858000"/>
              <a:gd name="connsiteX164" fmla="*/ 2813343 w 7467600"/>
              <a:gd name="connsiteY164" fmla="*/ 4998369 h 6858000"/>
              <a:gd name="connsiteX165" fmla="*/ 2646245 w 7467600"/>
              <a:gd name="connsiteY165" fmla="*/ 4930999 h 6858000"/>
              <a:gd name="connsiteX166" fmla="*/ 1999243 w 7467600"/>
              <a:gd name="connsiteY166" fmla="*/ 4730524 h 6858000"/>
              <a:gd name="connsiteX167" fmla="*/ 1979527 w 7467600"/>
              <a:gd name="connsiteY167" fmla="*/ 4726651 h 6858000"/>
              <a:gd name="connsiteX168" fmla="*/ 1927410 w 7467600"/>
              <a:gd name="connsiteY168" fmla="*/ 4716164 h 6858000"/>
              <a:gd name="connsiteX169" fmla="*/ 1997014 w 7467600"/>
              <a:gd name="connsiteY169" fmla="*/ 4698007 h 6858000"/>
              <a:gd name="connsiteX170" fmla="*/ 2005458 w 7467600"/>
              <a:gd name="connsiteY170" fmla="*/ 4699540 h 6858000"/>
              <a:gd name="connsiteX171" fmla="*/ 2657186 w 7467600"/>
              <a:gd name="connsiteY171" fmla="*/ 4901687 h 6858000"/>
              <a:gd name="connsiteX172" fmla="*/ 2826662 w 7467600"/>
              <a:gd name="connsiteY172" fmla="*/ 4970362 h 6858000"/>
              <a:gd name="connsiteX173" fmla="*/ 2876100 w 7467600"/>
              <a:gd name="connsiteY173" fmla="*/ 4995397 h 6858000"/>
              <a:gd name="connsiteX174" fmla="*/ 3042600 w 7467600"/>
              <a:gd name="connsiteY174" fmla="*/ 5059532 h 6858000"/>
              <a:gd name="connsiteX175" fmla="*/ 1997014 w 7467600"/>
              <a:gd name="connsiteY175" fmla="*/ 4698007 h 6858000"/>
              <a:gd name="connsiteX176" fmla="*/ 2305292 w 7467600"/>
              <a:gd name="connsiteY176" fmla="*/ 4219492 h 6858000"/>
              <a:gd name="connsiteX177" fmla="*/ 3360922 w 7467600"/>
              <a:gd name="connsiteY177" fmla="*/ 4529373 h 6858000"/>
              <a:gd name="connsiteX178" fmla="*/ 3492420 w 7467600"/>
              <a:gd name="connsiteY178" fmla="*/ 4510145 h 6858000"/>
              <a:gd name="connsiteX179" fmla="*/ 3364086 w 7467600"/>
              <a:gd name="connsiteY179" fmla="*/ 4480340 h 6858000"/>
              <a:gd name="connsiteX180" fmla="*/ 3225818 w 7467600"/>
              <a:gd name="connsiteY180" fmla="*/ 4411822 h 6858000"/>
              <a:gd name="connsiteX181" fmla="*/ 3129696 w 7467600"/>
              <a:gd name="connsiteY181" fmla="*/ 4360704 h 6858000"/>
              <a:gd name="connsiteX182" fmla="*/ 2814545 w 7467600"/>
              <a:gd name="connsiteY182" fmla="*/ 4282955 h 6858000"/>
              <a:gd name="connsiteX183" fmla="*/ 2305292 w 7467600"/>
              <a:gd name="connsiteY183" fmla="*/ 4219492 h 6858000"/>
              <a:gd name="connsiteX184" fmla="*/ 2626982 w 7467600"/>
              <a:gd name="connsiteY184" fmla="*/ 4206450 h 6858000"/>
              <a:gd name="connsiteX185" fmla="*/ 2490617 w 7467600"/>
              <a:gd name="connsiteY185" fmla="*/ 4206951 h 6858000"/>
              <a:gd name="connsiteX186" fmla="*/ 2819869 w 7467600"/>
              <a:gd name="connsiteY186" fmla="*/ 4252936 h 6858000"/>
              <a:gd name="connsiteX187" fmla="*/ 3143018 w 7467600"/>
              <a:gd name="connsiteY187" fmla="*/ 4332698 h 6858000"/>
              <a:gd name="connsiteX188" fmla="*/ 3241520 w 7467600"/>
              <a:gd name="connsiteY188" fmla="*/ 4385112 h 6858000"/>
              <a:gd name="connsiteX189" fmla="*/ 3374575 w 7467600"/>
              <a:gd name="connsiteY189" fmla="*/ 4451517 h 6858000"/>
              <a:gd name="connsiteX190" fmla="*/ 3505221 w 7467600"/>
              <a:gd name="connsiteY190" fmla="*/ 4480757 h 6858000"/>
              <a:gd name="connsiteX191" fmla="*/ 2626982 w 7467600"/>
              <a:gd name="connsiteY191" fmla="*/ 4206450 h 6858000"/>
              <a:gd name="connsiteX192" fmla="*/ 1310106 w 7467600"/>
              <a:gd name="connsiteY192" fmla="*/ 3943217 h 6858000"/>
              <a:gd name="connsiteX193" fmla="*/ 854994 w 7467600"/>
              <a:gd name="connsiteY193" fmla="*/ 4399136 h 6858000"/>
              <a:gd name="connsiteX194" fmla="*/ 742462 w 7467600"/>
              <a:gd name="connsiteY194" fmla="*/ 4594648 h 6858000"/>
              <a:gd name="connsiteX195" fmla="*/ 820602 w 7467600"/>
              <a:gd name="connsiteY195" fmla="*/ 4485915 h 6858000"/>
              <a:gd name="connsiteX196" fmla="*/ 878295 w 7467600"/>
              <a:gd name="connsiteY196" fmla="*/ 4403594 h 6858000"/>
              <a:gd name="connsiteX197" fmla="*/ 1240607 w 7467600"/>
              <a:gd name="connsiteY197" fmla="*/ 4010401 h 6858000"/>
              <a:gd name="connsiteX198" fmla="*/ 1310106 w 7467600"/>
              <a:gd name="connsiteY198" fmla="*/ 3943217 h 6858000"/>
              <a:gd name="connsiteX199" fmla="*/ 1423113 w 7467600"/>
              <a:gd name="connsiteY199" fmla="*/ 3874565 h 6858000"/>
              <a:gd name="connsiteX200" fmla="*/ 1260565 w 7467600"/>
              <a:gd name="connsiteY200" fmla="*/ 4031982 h 6858000"/>
              <a:gd name="connsiteX201" fmla="*/ 901900 w 7467600"/>
              <a:gd name="connsiteY201" fmla="*/ 4421236 h 6858000"/>
              <a:gd name="connsiteX202" fmla="*/ 845044 w 7467600"/>
              <a:gd name="connsiteY202" fmla="*/ 4502436 h 6858000"/>
              <a:gd name="connsiteX203" fmla="*/ 685926 w 7467600"/>
              <a:gd name="connsiteY203" fmla="*/ 4703069 h 6858000"/>
              <a:gd name="connsiteX204" fmla="*/ 684248 w 7467600"/>
              <a:gd name="connsiteY204" fmla="*/ 4706721 h 6858000"/>
              <a:gd name="connsiteX205" fmla="*/ 1423113 w 7467600"/>
              <a:gd name="connsiteY205" fmla="*/ 3874565 h 6858000"/>
              <a:gd name="connsiteX206" fmla="*/ 3316479 w 7467600"/>
              <a:gd name="connsiteY206" fmla="*/ 3872136 h 6858000"/>
              <a:gd name="connsiteX207" fmla="*/ 3546806 w 7467600"/>
              <a:gd name="connsiteY207" fmla="*/ 4356139 h 6858000"/>
              <a:gd name="connsiteX208" fmla="*/ 3364433 w 7467600"/>
              <a:gd name="connsiteY208" fmla="*/ 3953121 h 6858000"/>
              <a:gd name="connsiteX209" fmla="*/ 3316479 w 7467600"/>
              <a:gd name="connsiteY209" fmla="*/ 3872136 h 6858000"/>
              <a:gd name="connsiteX210" fmla="*/ 3291335 w 7467600"/>
              <a:gd name="connsiteY210" fmla="*/ 3767420 h 6858000"/>
              <a:gd name="connsiteX211" fmla="*/ 3390805 w 7467600"/>
              <a:gd name="connsiteY211" fmla="*/ 3937163 h 6858000"/>
              <a:gd name="connsiteX212" fmla="*/ 3579062 w 7467600"/>
              <a:gd name="connsiteY212" fmla="*/ 4359040 h 6858000"/>
              <a:gd name="connsiteX213" fmla="*/ 3467355 w 7467600"/>
              <a:gd name="connsiteY213" fmla="*/ 3988130 h 6858000"/>
              <a:gd name="connsiteX214" fmla="*/ 3310753 w 7467600"/>
              <a:gd name="connsiteY214" fmla="*/ 3787140 h 6858000"/>
              <a:gd name="connsiteX215" fmla="*/ 3291335 w 7467600"/>
              <a:gd name="connsiteY215" fmla="*/ 3767420 h 6858000"/>
              <a:gd name="connsiteX216" fmla="*/ 1635889 w 7467600"/>
              <a:gd name="connsiteY216" fmla="*/ 3709494 h 6858000"/>
              <a:gd name="connsiteX217" fmla="*/ 1634800 w 7467600"/>
              <a:gd name="connsiteY217" fmla="*/ 3731111 h 6858000"/>
              <a:gd name="connsiteX218" fmla="*/ 1635889 w 7467600"/>
              <a:gd name="connsiteY218" fmla="*/ 3709494 h 6858000"/>
              <a:gd name="connsiteX219" fmla="*/ 1510397 w 7467600"/>
              <a:gd name="connsiteY219" fmla="*/ 3684705 h 6858000"/>
              <a:gd name="connsiteX220" fmla="*/ 1146550 w 7467600"/>
              <a:gd name="connsiteY220" fmla="*/ 3802012 h 6858000"/>
              <a:gd name="connsiteX221" fmla="*/ 698834 w 7467600"/>
              <a:gd name="connsiteY221" fmla="*/ 3952272 h 6858000"/>
              <a:gd name="connsiteX222" fmla="*/ 34256 w 7467600"/>
              <a:gd name="connsiteY222" fmla="*/ 4347603 h 6858000"/>
              <a:gd name="connsiteX223" fmla="*/ 527241 w 7467600"/>
              <a:gd name="connsiteY223" fmla="*/ 4065078 h 6858000"/>
              <a:gd name="connsiteX224" fmla="*/ 1510397 w 7467600"/>
              <a:gd name="connsiteY224" fmla="*/ 3684705 h 6858000"/>
              <a:gd name="connsiteX225" fmla="*/ 1313114 w 7467600"/>
              <a:gd name="connsiteY225" fmla="*/ 3655216 h 6858000"/>
              <a:gd name="connsiteX226" fmla="*/ 1109304 w 7467600"/>
              <a:gd name="connsiteY226" fmla="*/ 3669030 h 6858000"/>
              <a:gd name="connsiteX227" fmla="*/ 8129 w 7467600"/>
              <a:gd name="connsiteY227" fmla="*/ 4330519 h 6858000"/>
              <a:gd name="connsiteX228" fmla="*/ 687572 w 7467600"/>
              <a:gd name="connsiteY228" fmla="*/ 3925629 h 6858000"/>
              <a:gd name="connsiteX229" fmla="*/ 1138365 w 7467600"/>
              <a:gd name="connsiteY229" fmla="*/ 3774515 h 6858000"/>
              <a:gd name="connsiteX230" fmla="*/ 1505579 w 7467600"/>
              <a:gd name="connsiteY230" fmla="*/ 3655526 h 6858000"/>
              <a:gd name="connsiteX231" fmla="*/ 1313114 w 7467600"/>
              <a:gd name="connsiteY231" fmla="*/ 3655216 h 6858000"/>
              <a:gd name="connsiteX232" fmla="*/ 3655073 w 7467600"/>
              <a:gd name="connsiteY232" fmla="*/ 3650884 h 6858000"/>
              <a:gd name="connsiteX233" fmla="*/ 3989938 w 7467600"/>
              <a:gd name="connsiteY233" fmla="*/ 3991685 h 6858000"/>
              <a:gd name="connsiteX234" fmla="*/ 4393907 w 7467600"/>
              <a:gd name="connsiteY234" fmla="*/ 4261258 h 6858000"/>
              <a:gd name="connsiteX235" fmla="*/ 4648051 w 7467600"/>
              <a:gd name="connsiteY235" fmla="*/ 4374051 h 6858000"/>
              <a:gd name="connsiteX236" fmla="*/ 4383389 w 7467600"/>
              <a:gd name="connsiteY236" fmla="*/ 4184369 h 6858000"/>
              <a:gd name="connsiteX237" fmla="*/ 4165508 w 7467600"/>
              <a:gd name="connsiteY237" fmla="*/ 4035196 h 6858000"/>
              <a:gd name="connsiteX238" fmla="*/ 4068162 w 7467600"/>
              <a:gd name="connsiteY238" fmla="*/ 3953394 h 6858000"/>
              <a:gd name="connsiteX239" fmla="*/ 3981416 w 7467600"/>
              <a:gd name="connsiteY239" fmla="*/ 3880482 h 6858000"/>
              <a:gd name="connsiteX240" fmla="*/ 3800147 w 7467600"/>
              <a:gd name="connsiteY240" fmla="*/ 3749872 h 6858000"/>
              <a:gd name="connsiteX241" fmla="*/ 3655073 w 7467600"/>
              <a:gd name="connsiteY241" fmla="*/ 3650884 h 6858000"/>
              <a:gd name="connsiteX242" fmla="*/ 3670252 w 7467600"/>
              <a:gd name="connsiteY242" fmla="*/ 3622798 h 6858000"/>
              <a:gd name="connsiteX243" fmla="*/ 3817258 w 7467600"/>
              <a:gd name="connsiteY243" fmla="*/ 3723577 h 6858000"/>
              <a:gd name="connsiteX244" fmla="*/ 4000461 w 7467600"/>
              <a:gd name="connsiteY244" fmla="*/ 3855966 h 6858000"/>
              <a:gd name="connsiteX245" fmla="*/ 4088180 w 7467600"/>
              <a:gd name="connsiteY245" fmla="*/ 3929774 h 6858000"/>
              <a:gd name="connsiteX246" fmla="*/ 4184555 w 7467600"/>
              <a:gd name="connsiteY246" fmla="*/ 4010683 h 6858000"/>
              <a:gd name="connsiteX247" fmla="*/ 4399563 w 7467600"/>
              <a:gd name="connsiteY247" fmla="*/ 4158106 h 6858000"/>
              <a:gd name="connsiteX248" fmla="*/ 4684469 w 7467600"/>
              <a:gd name="connsiteY248" fmla="*/ 4364680 h 6858000"/>
              <a:gd name="connsiteX249" fmla="*/ 4690271 w 7467600"/>
              <a:gd name="connsiteY249" fmla="*/ 4370034 h 6858000"/>
              <a:gd name="connsiteX250" fmla="*/ 4136093 w 7467600"/>
              <a:gd name="connsiteY250" fmla="*/ 3858466 h 6858000"/>
              <a:gd name="connsiteX251" fmla="*/ 3670252 w 7467600"/>
              <a:gd name="connsiteY251" fmla="*/ 3622798 h 6858000"/>
              <a:gd name="connsiteX252" fmla="*/ 4440129 w 7467600"/>
              <a:gd name="connsiteY252" fmla="*/ 3448571 h 6858000"/>
              <a:gd name="connsiteX253" fmla="*/ 4856525 w 7467600"/>
              <a:gd name="connsiteY253" fmla="*/ 3915351 h 6858000"/>
              <a:gd name="connsiteX254" fmla="*/ 5059055 w 7467600"/>
              <a:gd name="connsiteY254" fmla="*/ 4108918 h 6858000"/>
              <a:gd name="connsiteX255" fmla="*/ 5290070 w 7467600"/>
              <a:gd name="connsiteY255" fmla="*/ 4263619 h 6858000"/>
              <a:gd name="connsiteX256" fmla="*/ 4834991 w 7467600"/>
              <a:gd name="connsiteY256" fmla="*/ 3830985 h 6858000"/>
              <a:gd name="connsiteX257" fmla="*/ 4440129 w 7467600"/>
              <a:gd name="connsiteY257" fmla="*/ 3448571 h 6858000"/>
              <a:gd name="connsiteX258" fmla="*/ 4441737 w 7467600"/>
              <a:gd name="connsiteY258" fmla="*/ 3399734 h 6858000"/>
              <a:gd name="connsiteX259" fmla="*/ 4431236 w 7467600"/>
              <a:gd name="connsiteY259" fmla="*/ 3400954 h 6858000"/>
              <a:gd name="connsiteX260" fmla="*/ 4557150 w 7467600"/>
              <a:gd name="connsiteY260" fmla="*/ 3510023 h 6858000"/>
              <a:gd name="connsiteX261" fmla="*/ 4856936 w 7467600"/>
              <a:gd name="connsiteY261" fmla="*/ 3809146 h 6858000"/>
              <a:gd name="connsiteX262" fmla="*/ 5111996 w 7467600"/>
              <a:gd name="connsiteY262" fmla="*/ 4065759 h 6858000"/>
              <a:gd name="connsiteX263" fmla="*/ 5388878 w 7467600"/>
              <a:gd name="connsiteY263" fmla="*/ 4300185 h 6858000"/>
              <a:gd name="connsiteX264" fmla="*/ 5425556 w 7467600"/>
              <a:gd name="connsiteY264" fmla="*/ 4308967 h 6858000"/>
              <a:gd name="connsiteX265" fmla="*/ 4943646 w 7467600"/>
              <a:gd name="connsiteY265" fmla="*/ 3822916 h 6858000"/>
              <a:gd name="connsiteX266" fmla="*/ 4594837 w 7467600"/>
              <a:gd name="connsiteY266" fmla="*/ 3532274 h 6858000"/>
              <a:gd name="connsiteX267" fmla="*/ 4441737 w 7467600"/>
              <a:gd name="connsiteY267" fmla="*/ 3399734 h 6858000"/>
              <a:gd name="connsiteX268" fmla="*/ 5425834 w 7467600"/>
              <a:gd name="connsiteY268" fmla="*/ 3162785 h 6858000"/>
              <a:gd name="connsiteX269" fmla="*/ 5401644 w 7467600"/>
              <a:gd name="connsiteY269" fmla="*/ 3617847 h 6858000"/>
              <a:gd name="connsiteX270" fmla="*/ 5467256 w 7467600"/>
              <a:gd name="connsiteY270" fmla="*/ 4175494 h 6858000"/>
              <a:gd name="connsiteX271" fmla="*/ 5448069 w 7467600"/>
              <a:gd name="connsiteY271" fmla="*/ 3567554 h 6858000"/>
              <a:gd name="connsiteX272" fmla="*/ 5425834 w 7467600"/>
              <a:gd name="connsiteY272" fmla="*/ 3162785 h 6858000"/>
              <a:gd name="connsiteX273" fmla="*/ 1318687 w 7467600"/>
              <a:gd name="connsiteY273" fmla="*/ 3113840 h 6858000"/>
              <a:gd name="connsiteX274" fmla="*/ 1066793 w 7467600"/>
              <a:gd name="connsiteY274" fmla="*/ 3212171 h 6858000"/>
              <a:gd name="connsiteX275" fmla="*/ 993319 w 7467600"/>
              <a:gd name="connsiteY275" fmla="*/ 3247648 h 6858000"/>
              <a:gd name="connsiteX276" fmla="*/ 853081 w 7467600"/>
              <a:gd name="connsiteY276" fmla="*/ 3312410 h 6858000"/>
              <a:gd name="connsiteX277" fmla="*/ 805957 w 7467600"/>
              <a:gd name="connsiteY277" fmla="*/ 3330443 h 6858000"/>
              <a:gd name="connsiteX278" fmla="*/ 1318687 w 7467600"/>
              <a:gd name="connsiteY278" fmla="*/ 3113840 h 6858000"/>
              <a:gd name="connsiteX279" fmla="*/ 5453702 w 7467600"/>
              <a:gd name="connsiteY279" fmla="*/ 3090882 h 6858000"/>
              <a:gd name="connsiteX280" fmla="*/ 5480135 w 7467600"/>
              <a:gd name="connsiteY280" fmla="*/ 3565802 h 6858000"/>
              <a:gd name="connsiteX281" fmla="*/ 5499023 w 7467600"/>
              <a:gd name="connsiteY281" fmla="*/ 4166310 h 6858000"/>
              <a:gd name="connsiteX282" fmla="*/ 5547022 w 7467600"/>
              <a:gd name="connsiteY282" fmla="*/ 3607838 h 6858000"/>
              <a:gd name="connsiteX283" fmla="*/ 5515964 w 7467600"/>
              <a:gd name="connsiteY283" fmla="*/ 3378541 h 6858000"/>
              <a:gd name="connsiteX284" fmla="*/ 5453702 w 7467600"/>
              <a:gd name="connsiteY284" fmla="*/ 3090882 h 6858000"/>
              <a:gd name="connsiteX285" fmla="*/ 1238695 w 7467600"/>
              <a:gd name="connsiteY285" fmla="*/ 3076820 h 6858000"/>
              <a:gd name="connsiteX286" fmla="*/ 716371 w 7467600"/>
              <a:gd name="connsiteY286" fmla="*/ 3293249 h 6858000"/>
              <a:gd name="connsiteX287" fmla="*/ 579522 w 7467600"/>
              <a:gd name="connsiteY287" fmla="*/ 3371759 h 6858000"/>
              <a:gd name="connsiteX288" fmla="*/ 600288 w 7467600"/>
              <a:gd name="connsiteY288" fmla="*/ 3365555 h 6858000"/>
              <a:gd name="connsiteX289" fmla="*/ 840692 w 7467600"/>
              <a:gd name="connsiteY289" fmla="*/ 3284921 h 6858000"/>
              <a:gd name="connsiteX290" fmla="*/ 979248 w 7467600"/>
              <a:gd name="connsiteY290" fmla="*/ 3221003 h 6858000"/>
              <a:gd name="connsiteX291" fmla="*/ 1053282 w 7467600"/>
              <a:gd name="connsiteY291" fmla="*/ 3185247 h 6858000"/>
              <a:gd name="connsiteX292" fmla="*/ 1320603 w 7467600"/>
              <a:gd name="connsiteY292" fmla="*/ 3081281 h 6858000"/>
              <a:gd name="connsiteX293" fmla="*/ 1238695 w 7467600"/>
              <a:gd name="connsiteY293" fmla="*/ 3076820 h 6858000"/>
              <a:gd name="connsiteX294" fmla="*/ 5425627 w 7467600"/>
              <a:gd name="connsiteY294" fmla="*/ 2954192 h 6858000"/>
              <a:gd name="connsiteX295" fmla="*/ 5470770 w 7467600"/>
              <a:gd name="connsiteY295" fmla="*/ 3005435 h 6858000"/>
              <a:gd name="connsiteX296" fmla="*/ 5519779 w 7467600"/>
              <a:gd name="connsiteY296" fmla="*/ 4359223 h 6858000"/>
              <a:gd name="connsiteX297" fmla="*/ 5520293 w 7467600"/>
              <a:gd name="connsiteY297" fmla="*/ 4360602 h 6858000"/>
              <a:gd name="connsiteX298" fmla="*/ 5767221 w 7467600"/>
              <a:gd name="connsiteY298" fmla="*/ 4665564 h 6858000"/>
              <a:gd name="connsiteX299" fmla="*/ 6937169 w 7467600"/>
              <a:gd name="connsiteY299" fmla="*/ 4815941 h 6858000"/>
              <a:gd name="connsiteX300" fmla="*/ 6953922 w 7467600"/>
              <a:gd name="connsiteY300" fmla="*/ 4890068 h 6858000"/>
              <a:gd name="connsiteX301" fmla="*/ 6071359 w 7467600"/>
              <a:gd name="connsiteY301" fmla="*/ 4770770 h 6858000"/>
              <a:gd name="connsiteX302" fmla="*/ 6038839 w 7467600"/>
              <a:gd name="connsiteY302" fmla="*/ 4764474 h 6858000"/>
              <a:gd name="connsiteX303" fmla="*/ 6038706 w 7467600"/>
              <a:gd name="connsiteY303" fmla="*/ 4763847 h 6858000"/>
              <a:gd name="connsiteX304" fmla="*/ 6037784 w 7467600"/>
              <a:gd name="connsiteY304" fmla="*/ 4764270 h 6858000"/>
              <a:gd name="connsiteX305" fmla="*/ 6038839 w 7467600"/>
              <a:gd name="connsiteY305" fmla="*/ 4764474 h 6858000"/>
              <a:gd name="connsiteX306" fmla="*/ 6040338 w 7467600"/>
              <a:gd name="connsiteY306" fmla="*/ 4771418 h 6858000"/>
              <a:gd name="connsiteX307" fmla="*/ 6024488 w 7467600"/>
              <a:gd name="connsiteY307" fmla="*/ 4809903 h 6858000"/>
              <a:gd name="connsiteX308" fmla="*/ 5599771 w 7467600"/>
              <a:gd name="connsiteY308" fmla="*/ 5509652 h 6858000"/>
              <a:gd name="connsiteX309" fmla="*/ 5548843 w 7467600"/>
              <a:gd name="connsiteY309" fmla="*/ 5563845 h 6858000"/>
              <a:gd name="connsiteX310" fmla="*/ 5940952 w 7467600"/>
              <a:gd name="connsiteY310" fmla="*/ 6250028 h 6858000"/>
              <a:gd name="connsiteX311" fmla="*/ 6043441 w 7467600"/>
              <a:gd name="connsiteY311" fmla="*/ 6665847 h 6858000"/>
              <a:gd name="connsiteX312" fmla="*/ 6093432 w 7467600"/>
              <a:gd name="connsiteY312" fmla="*/ 6858000 h 6858000"/>
              <a:gd name="connsiteX313" fmla="*/ 6034344 w 7467600"/>
              <a:gd name="connsiteY313" fmla="*/ 6858000 h 6858000"/>
              <a:gd name="connsiteX314" fmla="*/ 6026679 w 7467600"/>
              <a:gd name="connsiteY314" fmla="*/ 6836959 h 6858000"/>
              <a:gd name="connsiteX315" fmla="*/ 5800441 w 7467600"/>
              <a:gd name="connsiteY315" fmla="*/ 6335286 h 6858000"/>
              <a:gd name="connsiteX316" fmla="*/ 5526562 w 7467600"/>
              <a:gd name="connsiteY316" fmla="*/ 5705388 h 6858000"/>
              <a:gd name="connsiteX317" fmla="*/ 5519640 w 7467600"/>
              <a:gd name="connsiteY317" fmla="*/ 5683774 h 6858000"/>
              <a:gd name="connsiteX318" fmla="*/ 5844559 w 7467600"/>
              <a:gd name="connsiteY318" fmla="*/ 6553349 h 6858000"/>
              <a:gd name="connsiteX319" fmla="*/ 5975994 w 7467600"/>
              <a:gd name="connsiteY319" fmla="*/ 6858000 h 6858000"/>
              <a:gd name="connsiteX320" fmla="*/ 5898547 w 7467600"/>
              <a:gd name="connsiteY320" fmla="*/ 6858000 h 6858000"/>
              <a:gd name="connsiteX321" fmla="*/ 5682041 w 7467600"/>
              <a:gd name="connsiteY321" fmla="*/ 6355860 h 6858000"/>
              <a:gd name="connsiteX322" fmla="*/ 5461758 w 7467600"/>
              <a:gd name="connsiteY322" fmla="*/ 5820220 h 6858000"/>
              <a:gd name="connsiteX323" fmla="*/ 5237282 w 7467600"/>
              <a:gd name="connsiteY323" fmla="*/ 6579086 h 6858000"/>
              <a:gd name="connsiteX324" fmla="*/ 5115009 w 7467600"/>
              <a:gd name="connsiteY324" fmla="*/ 6858000 h 6858000"/>
              <a:gd name="connsiteX325" fmla="*/ 5028074 w 7467600"/>
              <a:gd name="connsiteY325" fmla="*/ 6858000 h 6858000"/>
              <a:gd name="connsiteX326" fmla="*/ 5079508 w 7467600"/>
              <a:gd name="connsiteY326" fmla="*/ 6749074 h 6858000"/>
              <a:gd name="connsiteX327" fmla="*/ 5371846 w 7467600"/>
              <a:gd name="connsiteY327" fmla="*/ 5924413 h 6858000"/>
              <a:gd name="connsiteX328" fmla="*/ 5270512 w 7467600"/>
              <a:gd name="connsiteY328" fmla="*/ 6138975 h 6858000"/>
              <a:gd name="connsiteX329" fmla="*/ 5062409 w 7467600"/>
              <a:gd name="connsiteY329" fmla="*/ 6653544 h 6858000"/>
              <a:gd name="connsiteX330" fmla="*/ 5036628 w 7467600"/>
              <a:gd name="connsiteY330" fmla="*/ 6754247 h 6858000"/>
              <a:gd name="connsiteX331" fmla="*/ 5009112 w 7467600"/>
              <a:gd name="connsiteY331" fmla="*/ 6858000 h 6858000"/>
              <a:gd name="connsiteX332" fmla="*/ 4976679 w 7467600"/>
              <a:gd name="connsiteY332" fmla="*/ 6858000 h 6858000"/>
              <a:gd name="connsiteX333" fmla="*/ 5006537 w 7467600"/>
              <a:gd name="connsiteY333" fmla="*/ 6747068 h 6858000"/>
              <a:gd name="connsiteX334" fmla="*/ 5032723 w 7467600"/>
              <a:gd name="connsiteY334" fmla="*/ 6644957 h 6858000"/>
              <a:gd name="connsiteX335" fmla="*/ 5242949 w 7467600"/>
              <a:gd name="connsiteY335" fmla="*/ 6125175 h 6858000"/>
              <a:gd name="connsiteX336" fmla="*/ 5286321 w 7467600"/>
              <a:gd name="connsiteY336" fmla="*/ 6033555 h 6858000"/>
              <a:gd name="connsiteX337" fmla="*/ 5008210 w 7467600"/>
              <a:gd name="connsiteY337" fmla="*/ 6649194 h 6858000"/>
              <a:gd name="connsiteX338" fmla="*/ 4986321 w 7467600"/>
              <a:gd name="connsiteY338" fmla="*/ 6765687 h 6858000"/>
              <a:gd name="connsiteX339" fmla="*/ 4973474 w 7467600"/>
              <a:gd name="connsiteY339" fmla="*/ 6858000 h 6858000"/>
              <a:gd name="connsiteX340" fmla="*/ 4907178 w 7467600"/>
              <a:gd name="connsiteY340" fmla="*/ 6858000 h 6858000"/>
              <a:gd name="connsiteX341" fmla="*/ 4910810 w 7467600"/>
              <a:gd name="connsiteY341" fmla="*/ 6829660 h 6858000"/>
              <a:gd name="connsiteX342" fmla="*/ 4987461 w 7467600"/>
              <a:gd name="connsiteY342" fmla="*/ 6432994 h 6858000"/>
              <a:gd name="connsiteX343" fmla="*/ 5179262 w 7467600"/>
              <a:gd name="connsiteY343" fmla="*/ 6035044 h 6858000"/>
              <a:gd name="connsiteX344" fmla="*/ 4689678 w 7467600"/>
              <a:gd name="connsiteY344" fmla="*/ 6440241 h 6858000"/>
              <a:gd name="connsiteX345" fmla="*/ 4477543 w 7467600"/>
              <a:gd name="connsiteY345" fmla="*/ 6674836 h 6858000"/>
              <a:gd name="connsiteX346" fmla="*/ 4329957 w 7467600"/>
              <a:gd name="connsiteY346" fmla="*/ 6858000 h 6858000"/>
              <a:gd name="connsiteX347" fmla="*/ 4218595 w 7467600"/>
              <a:gd name="connsiteY347" fmla="*/ 6858000 h 6858000"/>
              <a:gd name="connsiteX348" fmla="*/ 4368888 w 7467600"/>
              <a:gd name="connsiteY348" fmla="*/ 6668412 h 6858000"/>
              <a:gd name="connsiteX349" fmla="*/ 4563091 w 7467600"/>
              <a:gd name="connsiteY349" fmla="*/ 6442508 h 6858000"/>
              <a:gd name="connsiteX350" fmla="*/ 5387324 w 7467600"/>
              <a:gd name="connsiteY350" fmla="*/ 5705830 h 6858000"/>
              <a:gd name="connsiteX351" fmla="*/ 5073620 w 7467600"/>
              <a:gd name="connsiteY351" fmla="*/ 5955437 h 6858000"/>
              <a:gd name="connsiteX352" fmla="*/ 4689789 w 7467600"/>
              <a:gd name="connsiteY352" fmla="*/ 6268382 h 6858000"/>
              <a:gd name="connsiteX353" fmla="*/ 4418722 w 7467600"/>
              <a:gd name="connsiteY353" fmla="*/ 6570886 h 6858000"/>
              <a:gd name="connsiteX354" fmla="*/ 4214944 w 7467600"/>
              <a:gd name="connsiteY354" fmla="*/ 6858000 h 6858000"/>
              <a:gd name="connsiteX355" fmla="*/ 4177898 w 7467600"/>
              <a:gd name="connsiteY355" fmla="*/ 6858000 h 6858000"/>
              <a:gd name="connsiteX356" fmla="*/ 4391597 w 7467600"/>
              <a:gd name="connsiteY356" fmla="*/ 6556370 h 6858000"/>
              <a:gd name="connsiteX357" fmla="*/ 4668889 w 7467600"/>
              <a:gd name="connsiteY357" fmla="*/ 6246399 h 6858000"/>
              <a:gd name="connsiteX358" fmla="*/ 5055427 w 7467600"/>
              <a:gd name="connsiteY358" fmla="*/ 5931476 h 6858000"/>
              <a:gd name="connsiteX359" fmla="*/ 5371814 w 7467600"/>
              <a:gd name="connsiteY359" fmla="*/ 5678975 h 6858000"/>
              <a:gd name="connsiteX360" fmla="*/ 4987918 w 7467600"/>
              <a:gd name="connsiteY360" fmla="*/ 5838701 h 6858000"/>
              <a:gd name="connsiteX361" fmla="*/ 4317146 w 7467600"/>
              <a:gd name="connsiteY361" fmla="*/ 6587716 h 6858000"/>
              <a:gd name="connsiteX362" fmla="*/ 4171627 w 7467600"/>
              <a:gd name="connsiteY362" fmla="*/ 6858000 h 6858000"/>
              <a:gd name="connsiteX363" fmla="*/ 4081585 w 7467600"/>
              <a:gd name="connsiteY363" fmla="*/ 6858000 h 6858000"/>
              <a:gd name="connsiteX364" fmla="*/ 4238603 w 7467600"/>
              <a:gd name="connsiteY364" fmla="*/ 6559341 h 6858000"/>
              <a:gd name="connsiteX365" fmla="*/ 4778333 w 7467600"/>
              <a:gd name="connsiteY365" fmla="*/ 5873626 h 6858000"/>
              <a:gd name="connsiteX366" fmla="*/ 5414185 w 7467600"/>
              <a:gd name="connsiteY366" fmla="*/ 5573882 h 6858000"/>
              <a:gd name="connsiteX367" fmla="*/ 5959648 w 7467600"/>
              <a:gd name="connsiteY367" fmla="*/ 4760797 h 6858000"/>
              <a:gd name="connsiteX368" fmla="*/ 5355019 w 7467600"/>
              <a:gd name="connsiteY368" fmla="*/ 4734672 h 6858000"/>
              <a:gd name="connsiteX369" fmla="*/ 5083565 w 7467600"/>
              <a:gd name="connsiteY369" fmla="*/ 5179121 h 6858000"/>
              <a:gd name="connsiteX370" fmla="*/ 4713577 w 7467600"/>
              <a:gd name="connsiteY370" fmla="*/ 5616803 h 6858000"/>
              <a:gd name="connsiteX371" fmla="*/ 3989559 w 7467600"/>
              <a:gd name="connsiteY371" fmla="*/ 6145945 h 6858000"/>
              <a:gd name="connsiteX372" fmla="*/ 3939824 w 7467600"/>
              <a:gd name="connsiteY372" fmla="*/ 6066900 h 6858000"/>
              <a:gd name="connsiteX373" fmla="*/ 4584537 w 7467600"/>
              <a:gd name="connsiteY373" fmla="*/ 5324826 h 6858000"/>
              <a:gd name="connsiteX374" fmla="*/ 5037105 w 7467600"/>
              <a:gd name="connsiteY374" fmla="*/ 5088765 h 6858000"/>
              <a:gd name="connsiteX375" fmla="*/ 5039930 w 7467600"/>
              <a:gd name="connsiteY375" fmla="*/ 5089585 h 6858000"/>
              <a:gd name="connsiteX376" fmla="*/ 5263764 w 7467600"/>
              <a:gd name="connsiteY376" fmla="*/ 4735525 h 6858000"/>
              <a:gd name="connsiteX377" fmla="*/ 4086300 w 7467600"/>
              <a:gd name="connsiteY377" fmla="*/ 4884599 h 6858000"/>
              <a:gd name="connsiteX378" fmla="*/ 4085485 w 7467600"/>
              <a:gd name="connsiteY378" fmla="*/ 4899070 h 6858000"/>
              <a:gd name="connsiteX379" fmla="*/ 3871915 w 7467600"/>
              <a:gd name="connsiteY379" fmla="*/ 5253645 h 6858000"/>
              <a:gd name="connsiteX380" fmla="*/ 3799374 w 7467600"/>
              <a:gd name="connsiteY380" fmla="*/ 5466127 h 6858000"/>
              <a:gd name="connsiteX381" fmla="*/ 3498850 w 7467600"/>
              <a:gd name="connsiteY381" fmla="*/ 6661888 h 6858000"/>
              <a:gd name="connsiteX382" fmla="*/ 3399216 w 7467600"/>
              <a:gd name="connsiteY382" fmla="*/ 6858000 h 6858000"/>
              <a:gd name="connsiteX383" fmla="*/ 3303688 w 7467600"/>
              <a:gd name="connsiteY383" fmla="*/ 6858000 h 6858000"/>
              <a:gd name="connsiteX384" fmla="*/ 3391774 w 7467600"/>
              <a:gd name="connsiteY384" fmla="*/ 6697181 h 6858000"/>
              <a:gd name="connsiteX385" fmla="*/ 3735540 w 7467600"/>
              <a:gd name="connsiteY385" fmla="*/ 5546923 h 6858000"/>
              <a:gd name="connsiteX386" fmla="*/ 3729438 w 7467600"/>
              <a:gd name="connsiteY386" fmla="*/ 5569058 h 6858000"/>
              <a:gd name="connsiteX387" fmla="*/ 3707782 w 7467600"/>
              <a:gd name="connsiteY387" fmla="*/ 5644908 h 6858000"/>
              <a:gd name="connsiteX388" fmla="*/ 3583827 w 7467600"/>
              <a:gd name="connsiteY388" fmla="*/ 6039215 h 6858000"/>
              <a:gd name="connsiteX389" fmla="*/ 3547861 w 7467600"/>
              <a:gd name="connsiteY389" fmla="*/ 6129609 h 6858000"/>
              <a:gd name="connsiteX390" fmla="*/ 3490905 w 7467600"/>
              <a:gd name="connsiteY390" fmla="*/ 6277660 h 6858000"/>
              <a:gd name="connsiteX391" fmla="*/ 3455859 w 7467600"/>
              <a:gd name="connsiteY391" fmla="*/ 6391301 h 6858000"/>
              <a:gd name="connsiteX392" fmla="*/ 3429112 w 7467600"/>
              <a:gd name="connsiteY392" fmla="*/ 6479469 h 6858000"/>
              <a:gd name="connsiteX393" fmla="*/ 3304862 w 7467600"/>
              <a:gd name="connsiteY393" fmla="*/ 6796476 h 6858000"/>
              <a:gd name="connsiteX394" fmla="*/ 3276071 w 7467600"/>
              <a:gd name="connsiteY394" fmla="*/ 6858000 h 6858000"/>
              <a:gd name="connsiteX395" fmla="*/ 3240805 w 7467600"/>
              <a:gd name="connsiteY395" fmla="*/ 6858000 h 6858000"/>
              <a:gd name="connsiteX396" fmla="*/ 3275917 w 7467600"/>
              <a:gd name="connsiteY396" fmla="*/ 6783192 h 6858000"/>
              <a:gd name="connsiteX397" fmla="*/ 3399358 w 7467600"/>
              <a:gd name="connsiteY397" fmla="*/ 6469011 h 6858000"/>
              <a:gd name="connsiteX398" fmla="*/ 3425650 w 7467600"/>
              <a:gd name="connsiteY398" fmla="*/ 6381333 h 6858000"/>
              <a:gd name="connsiteX399" fmla="*/ 3460661 w 7467600"/>
              <a:gd name="connsiteY399" fmla="*/ 6266763 h 6858000"/>
              <a:gd name="connsiteX400" fmla="*/ 3518021 w 7467600"/>
              <a:gd name="connsiteY400" fmla="*/ 6117298 h 6858000"/>
              <a:gd name="connsiteX401" fmla="*/ 3554035 w 7467600"/>
              <a:gd name="connsiteY401" fmla="*/ 6027832 h 6858000"/>
              <a:gd name="connsiteX402" fmla="*/ 3677174 w 7467600"/>
              <a:gd name="connsiteY402" fmla="*/ 5636351 h 6858000"/>
              <a:gd name="connsiteX403" fmla="*/ 3698819 w 7467600"/>
              <a:gd name="connsiteY403" fmla="*/ 5560503 h 6858000"/>
              <a:gd name="connsiteX404" fmla="*/ 3702094 w 7467600"/>
              <a:gd name="connsiteY404" fmla="*/ 5549194 h 6858000"/>
              <a:gd name="connsiteX405" fmla="*/ 3398355 w 7467600"/>
              <a:gd name="connsiteY405" fmla="*/ 6094603 h 6858000"/>
              <a:gd name="connsiteX406" fmla="*/ 3193941 w 7467600"/>
              <a:gd name="connsiteY406" fmla="*/ 6798775 h 6858000"/>
              <a:gd name="connsiteX407" fmla="*/ 3184140 w 7467600"/>
              <a:gd name="connsiteY407" fmla="*/ 6858000 h 6858000"/>
              <a:gd name="connsiteX408" fmla="*/ 3099978 w 7467600"/>
              <a:gd name="connsiteY408" fmla="*/ 6858000 h 6858000"/>
              <a:gd name="connsiteX409" fmla="*/ 3101556 w 7467600"/>
              <a:gd name="connsiteY409" fmla="*/ 6843337 h 6858000"/>
              <a:gd name="connsiteX410" fmla="*/ 3370162 w 7467600"/>
              <a:gd name="connsiteY410" fmla="*/ 5785550 h 6858000"/>
              <a:gd name="connsiteX411" fmla="*/ 3746477 w 7467600"/>
              <a:gd name="connsiteY411" fmla="*/ 5377889 h 6858000"/>
              <a:gd name="connsiteX412" fmla="*/ 3863399 w 7467600"/>
              <a:gd name="connsiteY412" fmla="*/ 5087257 h 6858000"/>
              <a:gd name="connsiteX413" fmla="*/ 3968712 w 7467600"/>
              <a:gd name="connsiteY413" fmla="*/ 4913989 h 6858000"/>
              <a:gd name="connsiteX414" fmla="*/ 2792390 w 7467600"/>
              <a:gd name="connsiteY414" fmla="*/ 5382974 h 6858000"/>
              <a:gd name="connsiteX415" fmla="*/ 2714982 w 7467600"/>
              <a:gd name="connsiteY415" fmla="*/ 5427051 h 6858000"/>
              <a:gd name="connsiteX416" fmla="*/ 2813361 w 7467600"/>
              <a:gd name="connsiteY416" fmla="*/ 6023912 h 6858000"/>
              <a:gd name="connsiteX417" fmla="*/ 2688430 w 7467600"/>
              <a:gd name="connsiteY417" fmla="*/ 6801564 h 6858000"/>
              <a:gd name="connsiteX418" fmla="*/ 2629626 w 7467600"/>
              <a:gd name="connsiteY418" fmla="*/ 6763394 h 6858000"/>
              <a:gd name="connsiteX419" fmla="*/ 2565328 w 7467600"/>
              <a:gd name="connsiteY419" fmla="*/ 5516399 h 6858000"/>
              <a:gd name="connsiteX420" fmla="*/ 1922999 w 7467600"/>
              <a:gd name="connsiteY420" fmla="*/ 5980343 h 6858000"/>
              <a:gd name="connsiteX421" fmla="*/ 1950261 w 7467600"/>
              <a:gd name="connsiteY421" fmla="*/ 6405858 h 6858000"/>
              <a:gd name="connsiteX422" fmla="*/ 2365554 w 7467600"/>
              <a:gd name="connsiteY422" fmla="*/ 6759107 h 6858000"/>
              <a:gd name="connsiteX423" fmla="*/ 2424142 w 7467600"/>
              <a:gd name="connsiteY423" fmla="*/ 6858000 h 6858000"/>
              <a:gd name="connsiteX424" fmla="*/ 2395994 w 7467600"/>
              <a:gd name="connsiteY424" fmla="*/ 6858000 h 6858000"/>
              <a:gd name="connsiteX425" fmla="*/ 2392863 w 7467600"/>
              <a:gd name="connsiteY425" fmla="*/ 6852964 h 6858000"/>
              <a:gd name="connsiteX426" fmla="*/ 2017589 w 7467600"/>
              <a:gd name="connsiteY426" fmla="*/ 6493982 h 6858000"/>
              <a:gd name="connsiteX427" fmla="*/ 2147336 w 7467600"/>
              <a:gd name="connsiteY427" fmla="*/ 6594052 h 6858000"/>
              <a:gd name="connsiteX428" fmla="*/ 2207047 w 7467600"/>
              <a:gd name="connsiteY428" fmla="*/ 6654540 h 6858000"/>
              <a:gd name="connsiteX429" fmla="*/ 2299106 w 7467600"/>
              <a:gd name="connsiteY429" fmla="*/ 6778931 h 6858000"/>
              <a:gd name="connsiteX430" fmla="*/ 2314430 w 7467600"/>
              <a:gd name="connsiteY430" fmla="*/ 6801144 h 6858000"/>
              <a:gd name="connsiteX431" fmla="*/ 2352406 w 7467600"/>
              <a:gd name="connsiteY431" fmla="*/ 6858000 h 6858000"/>
              <a:gd name="connsiteX432" fmla="*/ 2314492 w 7467600"/>
              <a:gd name="connsiteY432" fmla="*/ 6858000 h 6858000"/>
              <a:gd name="connsiteX433" fmla="*/ 2288095 w 7467600"/>
              <a:gd name="connsiteY433" fmla="*/ 6818030 h 6858000"/>
              <a:gd name="connsiteX434" fmla="*/ 2272768 w 7467600"/>
              <a:gd name="connsiteY434" fmla="*/ 6795822 h 6858000"/>
              <a:gd name="connsiteX435" fmla="*/ 2182715 w 7467600"/>
              <a:gd name="connsiteY435" fmla="*/ 6675071 h 6858000"/>
              <a:gd name="connsiteX436" fmla="*/ 2032061 w 7467600"/>
              <a:gd name="connsiteY436" fmla="*/ 6541380 h 6858000"/>
              <a:gd name="connsiteX437" fmla="*/ 2257220 w 7467600"/>
              <a:gd name="connsiteY437" fmla="*/ 6826257 h 6858000"/>
              <a:gd name="connsiteX438" fmla="*/ 2281324 w 7467600"/>
              <a:gd name="connsiteY438" fmla="*/ 6858000 h 6858000"/>
              <a:gd name="connsiteX439" fmla="*/ 2242860 w 7467600"/>
              <a:gd name="connsiteY439" fmla="*/ 6858000 h 6858000"/>
              <a:gd name="connsiteX440" fmla="*/ 2232818 w 7467600"/>
              <a:gd name="connsiteY440" fmla="*/ 6844926 h 6858000"/>
              <a:gd name="connsiteX441" fmla="*/ 1990172 w 7467600"/>
              <a:gd name="connsiteY441" fmla="*/ 6542121 h 6858000"/>
              <a:gd name="connsiteX442" fmla="*/ 2124090 w 7467600"/>
              <a:gd name="connsiteY442" fmla="*/ 6761017 h 6858000"/>
              <a:gd name="connsiteX443" fmla="*/ 2200380 w 7467600"/>
              <a:gd name="connsiteY443" fmla="*/ 6858000 h 6858000"/>
              <a:gd name="connsiteX444" fmla="*/ 2147507 w 7467600"/>
              <a:gd name="connsiteY444" fmla="*/ 6858000 h 6858000"/>
              <a:gd name="connsiteX445" fmla="*/ 2070668 w 7467600"/>
              <a:gd name="connsiteY445" fmla="*/ 6761520 h 6858000"/>
              <a:gd name="connsiteX446" fmla="*/ 1975142 w 7467600"/>
              <a:gd name="connsiteY446" fmla="*/ 6585570 h 6858000"/>
              <a:gd name="connsiteX447" fmla="*/ 2050035 w 7467600"/>
              <a:gd name="connsiteY447" fmla="*/ 6813345 h 6858000"/>
              <a:gd name="connsiteX448" fmla="*/ 2063025 w 7467600"/>
              <a:gd name="connsiteY448" fmla="*/ 6858000 h 6858000"/>
              <a:gd name="connsiteX449" fmla="*/ 2021675 w 7467600"/>
              <a:gd name="connsiteY449" fmla="*/ 6858000 h 6858000"/>
              <a:gd name="connsiteX450" fmla="*/ 2019308 w 7467600"/>
              <a:gd name="connsiteY450" fmla="*/ 6847118 h 6858000"/>
              <a:gd name="connsiteX451" fmla="*/ 1938835 w 7467600"/>
              <a:gd name="connsiteY451" fmla="*/ 6551160 h 6858000"/>
              <a:gd name="connsiteX452" fmla="*/ 1953230 w 7467600"/>
              <a:gd name="connsiteY452" fmla="*/ 6759699 h 6858000"/>
              <a:gd name="connsiteX453" fmla="*/ 1956763 w 7467600"/>
              <a:gd name="connsiteY453" fmla="*/ 6778191 h 6858000"/>
              <a:gd name="connsiteX454" fmla="*/ 1967925 w 7467600"/>
              <a:gd name="connsiteY454" fmla="*/ 6858000 h 6858000"/>
              <a:gd name="connsiteX455" fmla="*/ 1936622 w 7467600"/>
              <a:gd name="connsiteY455" fmla="*/ 6858000 h 6858000"/>
              <a:gd name="connsiteX456" fmla="*/ 1926261 w 7467600"/>
              <a:gd name="connsiteY456" fmla="*/ 6784064 h 6858000"/>
              <a:gd name="connsiteX457" fmla="*/ 1922724 w 7467600"/>
              <a:gd name="connsiteY457" fmla="*/ 6765577 h 6858000"/>
              <a:gd name="connsiteX458" fmla="*/ 1904650 w 7467600"/>
              <a:gd name="connsiteY458" fmla="*/ 6639616 h 6858000"/>
              <a:gd name="connsiteX459" fmla="*/ 1885273 w 7467600"/>
              <a:gd name="connsiteY459" fmla="*/ 6858000 h 6858000"/>
              <a:gd name="connsiteX460" fmla="*/ 1854363 w 7467600"/>
              <a:gd name="connsiteY460" fmla="*/ 6858000 h 6858000"/>
              <a:gd name="connsiteX461" fmla="*/ 1880391 w 7467600"/>
              <a:gd name="connsiteY461" fmla="*/ 6603796 h 6858000"/>
              <a:gd name="connsiteX462" fmla="*/ 1818273 w 7467600"/>
              <a:gd name="connsiteY462" fmla="*/ 6715729 h 6858000"/>
              <a:gd name="connsiteX463" fmla="*/ 1794691 w 7467600"/>
              <a:gd name="connsiteY463" fmla="*/ 6843239 h 6858000"/>
              <a:gd name="connsiteX464" fmla="*/ 1794914 w 7467600"/>
              <a:gd name="connsiteY464" fmla="*/ 6858000 h 6858000"/>
              <a:gd name="connsiteX465" fmla="*/ 1746128 w 7467600"/>
              <a:gd name="connsiteY465" fmla="*/ 6858000 h 6858000"/>
              <a:gd name="connsiteX466" fmla="*/ 1753934 w 7467600"/>
              <a:gd name="connsiteY466" fmla="*/ 6724796 h 6858000"/>
              <a:gd name="connsiteX467" fmla="*/ 1792053 w 7467600"/>
              <a:gd name="connsiteY467" fmla="*/ 6572396 h 6858000"/>
              <a:gd name="connsiteX468" fmla="*/ 1862248 w 7467600"/>
              <a:gd name="connsiteY468" fmla="*/ 6266397 h 6858000"/>
              <a:gd name="connsiteX469" fmla="*/ 1862250 w 7467600"/>
              <a:gd name="connsiteY469" fmla="*/ 6033531 h 6858000"/>
              <a:gd name="connsiteX470" fmla="*/ 1211999 w 7467600"/>
              <a:gd name="connsiteY470" fmla="*/ 6683610 h 6858000"/>
              <a:gd name="connsiteX471" fmla="*/ 1213266 w 7467600"/>
              <a:gd name="connsiteY471" fmla="*/ 6691947 h 6858000"/>
              <a:gd name="connsiteX472" fmla="*/ 1203370 w 7467600"/>
              <a:gd name="connsiteY472" fmla="*/ 6850676 h 6858000"/>
              <a:gd name="connsiteX473" fmla="*/ 1203671 w 7467600"/>
              <a:gd name="connsiteY473" fmla="*/ 6858000 h 6858000"/>
              <a:gd name="connsiteX474" fmla="*/ 1143180 w 7467600"/>
              <a:gd name="connsiteY474" fmla="*/ 6858000 h 6858000"/>
              <a:gd name="connsiteX475" fmla="*/ 1142176 w 7467600"/>
              <a:gd name="connsiteY475" fmla="*/ 6766045 h 6858000"/>
              <a:gd name="connsiteX476" fmla="*/ 1067484 w 7467600"/>
              <a:gd name="connsiteY476" fmla="*/ 6858000 h 6858000"/>
              <a:gd name="connsiteX477" fmla="*/ 953928 w 7467600"/>
              <a:gd name="connsiteY477" fmla="*/ 6858000 h 6858000"/>
              <a:gd name="connsiteX478" fmla="*/ 959715 w 7467600"/>
              <a:gd name="connsiteY478" fmla="*/ 6850185 h 6858000"/>
              <a:gd name="connsiteX479" fmla="*/ 1483788 w 7467600"/>
              <a:gd name="connsiteY479" fmla="*/ 6259174 h 6858000"/>
              <a:gd name="connsiteX480" fmla="*/ 1100671 w 7467600"/>
              <a:gd name="connsiteY480" fmla="*/ 6252137 h 6858000"/>
              <a:gd name="connsiteX481" fmla="*/ 1090144 w 7467600"/>
              <a:gd name="connsiteY481" fmla="*/ 6256748 h 6858000"/>
              <a:gd name="connsiteX482" fmla="*/ 1095872 w 7467600"/>
              <a:gd name="connsiteY482" fmla="*/ 6271892 h 6858000"/>
              <a:gd name="connsiteX483" fmla="*/ 262785 w 7467600"/>
              <a:gd name="connsiteY483" fmla="*/ 6845450 h 6858000"/>
              <a:gd name="connsiteX484" fmla="*/ 209968 w 7467600"/>
              <a:gd name="connsiteY484" fmla="*/ 6770713 h 6858000"/>
              <a:gd name="connsiteX485" fmla="*/ 873460 w 7467600"/>
              <a:gd name="connsiteY485" fmla="*/ 6253768 h 6858000"/>
              <a:gd name="connsiteX486" fmla="*/ 192686 w 7467600"/>
              <a:gd name="connsiteY486" fmla="*/ 5849257 h 6858000"/>
              <a:gd name="connsiteX487" fmla="*/ 4696 w 7467600"/>
              <a:gd name="connsiteY487" fmla="*/ 5697668 h 6858000"/>
              <a:gd name="connsiteX488" fmla="*/ 0 w 7467600"/>
              <a:gd name="connsiteY488" fmla="*/ 5689984 h 6858000"/>
              <a:gd name="connsiteX489" fmla="*/ 0 w 7467600"/>
              <a:gd name="connsiteY489" fmla="*/ 5513472 h 6858000"/>
              <a:gd name="connsiteX490" fmla="*/ 174101 w 7467600"/>
              <a:gd name="connsiteY490" fmla="*/ 5620277 h 6858000"/>
              <a:gd name="connsiteX491" fmla="*/ 891800 w 7467600"/>
              <a:gd name="connsiteY491" fmla="*/ 6036935 h 6858000"/>
              <a:gd name="connsiteX492" fmla="*/ 1072219 w 7467600"/>
              <a:gd name="connsiteY492" fmla="*/ 6169443 h 6858000"/>
              <a:gd name="connsiteX493" fmla="*/ 1074117 w 7467600"/>
              <a:gd name="connsiteY493" fmla="*/ 6170301 h 6858000"/>
              <a:gd name="connsiteX494" fmla="*/ 1083114 w 7467600"/>
              <a:gd name="connsiteY494" fmla="*/ 6174131 h 6858000"/>
              <a:gd name="connsiteX495" fmla="*/ 1543010 w 7467600"/>
              <a:gd name="connsiteY495" fmla="*/ 6191140 h 6858000"/>
              <a:gd name="connsiteX496" fmla="*/ 1551080 w 7467600"/>
              <a:gd name="connsiteY496" fmla="*/ 6195006 h 6858000"/>
              <a:gd name="connsiteX497" fmla="*/ 2345443 w 7467600"/>
              <a:gd name="connsiteY497" fmla="*/ 5549882 h 6858000"/>
              <a:gd name="connsiteX498" fmla="*/ 1721499 w 7467600"/>
              <a:gd name="connsiteY498" fmla="*/ 5599969 h 6858000"/>
              <a:gd name="connsiteX499" fmla="*/ 767716 w 7467600"/>
              <a:gd name="connsiteY499" fmla="*/ 5472768 h 6858000"/>
              <a:gd name="connsiteX500" fmla="*/ 722147 w 7467600"/>
              <a:gd name="connsiteY500" fmla="*/ 5393091 h 6858000"/>
              <a:gd name="connsiteX501" fmla="*/ 1485552 w 7467600"/>
              <a:gd name="connsiteY501" fmla="*/ 5313202 h 6858000"/>
              <a:gd name="connsiteX502" fmla="*/ 2143004 w 7467600"/>
              <a:gd name="connsiteY502" fmla="*/ 5402420 h 6858000"/>
              <a:gd name="connsiteX503" fmla="*/ 1933391 w 7467600"/>
              <a:gd name="connsiteY503" fmla="*/ 5156971 h 6858000"/>
              <a:gd name="connsiteX504" fmla="*/ 1827118 w 7467600"/>
              <a:gd name="connsiteY504" fmla="*/ 4968410 h 6858000"/>
              <a:gd name="connsiteX505" fmla="*/ 1837349 w 7467600"/>
              <a:gd name="connsiteY505" fmla="*/ 4956357 h 6858000"/>
              <a:gd name="connsiteX506" fmla="*/ 2162835 w 7467600"/>
              <a:gd name="connsiteY506" fmla="*/ 5187853 h 6858000"/>
              <a:gd name="connsiteX507" fmla="*/ 2257167 w 7467600"/>
              <a:gd name="connsiteY507" fmla="*/ 5462123 h 6858000"/>
              <a:gd name="connsiteX508" fmla="*/ 2261598 w 7467600"/>
              <a:gd name="connsiteY508" fmla="*/ 5467998 h 6858000"/>
              <a:gd name="connsiteX509" fmla="*/ 2437177 w 7467600"/>
              <a:gd name="connsiteY509" fmla="*/ 5479608 h 6858000"/>
              <a:gd name="connsiteX510" fmla="*/ 2445247 w 7467600"/>
              <a:gd name="connsiteY510" fmla="*/ 5483476 h 6858000"/>
              <a:gd name="connsiteX511" fmla="*/ 2743626 w 7467600"/>
              <a:gd name="connsiteY511" fmla="*/ 5304819 h 6858000"/>
              <a:gd name="connsiteX512" fmla="*/ 3048102 w 7467600"/>
              <a:gd name="connsiteY512" fmla="*/ 5150595 h 6858000"/>
              <a:gd name="connsiteX513" fmla="*/ 1799414 w 7467600"/>
              <a:gd name="connsiteY513" fmla="*/ 4694732 h 6858000"/>
              <a:gd name="connsiteX514" fmla="*/ 1771735 w 7467600"/>
              <a:gd name="connsiteY514" fmla="*/ 4619929 h 6858000"/>
              <a:gd name="connsiteX515" fmla="*/ 3104273 w 7467600"/>
              <a:gd name="connsiteY515" fmla="*/ 5076159 h 6858000"/>
              <a:gd name="connsiteX516" fmla="*/ 3113245 w 7467600"/>
              <a:gd name="connsiteY516" fmla="*/ 5090705 h 6858000"/>
              <a:gd name="connsiteX517" fmla="*/ 3126294 w 7467600"/>
              <a:gd name="connsiteY517" fmla="*/ 5114400 h 6858000"/>
              <a:gd name="connsiteX518" fmla="*/ 3937433 w 7467600"/>
              <a:gd name="connsiteY518" fmla="*/ 4830473 h 6858000"/>
              <a:gd name="connsiteX519" fmla="*/ 3590475 w 7467600"/>
              <a:gd name="connsiteY519" fmla="*/ 4597974 h 6858000"/>
              <a:gd name="connsiteX520" fmla="*/ 3100264 w 7467600"/>
              <a:gd name="connsiteY520" fmla="*/ 4579845 h 6858000"/>
              <a:gd name="connsiteX521" fmla="*/ 2183576 w 7467600"/>
              <a:gd name="connsiteY521" fmla="*/ 4227150 h 6858000"/>
              <a:gd name="connsiteX522" fmla="*/ 2151029 w 7467600"/>
              <a:gd name="connsiteY522" fmla="*/ 4146947 h 6858000"/>
              <a:gd name="connsiteX523" fmla="*/ 3563434 w 7467600"/>
              <a:gd name="connsiteY523" fmla="*/ 4469115 h 6858000"/>
              <a:gd name="connsiteX524" fmla="*/ 3177952 w 7467600"/>
              <a:gd name="connsiteY524" fmla="*/ 3657386 h 6858000"/>
              <a:gd name="connsiteX525" fmla="*/ 3189263 w 7467600"/>
              <a:gd name="connsiteY525" fmla="*/ 3625726 h 6858000"/>
              <a:gd name="connsiteX526" fmla="*/ 3560912 w 7467600"/>
              <a:gd name="connsiteY526" fmla="*/ 4079863 h 6858000"/>
              <a:gd name="connsiteX527" fmla="*/ 3626636 w 7467600"/>
              <a:gd name="connsiteY527" fmla="*/ 4512230 h 6858000"/>
              <a:gd name="connsiteX528" fmla="*/ 3653088 w 7467600"/>
              <a:gd name="connsiteY528" fmla="*/ 4521417 h 6858000"/>
              <a:gd name="connsiteX529" fmla="*/ 3988128 w 7467600"/>
              <a:gd name="connsiteY529" fmla="*/ 4817267 h 6858000"/>
              <a:gd name="connsiteX530" fmla="*/ 4830582 w 7467600"/>
              <a:gd name="connsiteY530" fmla="*/ 4676000 h 6858000"/>
              <a:gd name="connsiteX531" fmla="*/ 4830100 w 7467600"/>
              <a:gd name="connsiteY531" fmla="*/ 4675554 h 6858000"/>
              <a:gd name="connsiteX532" fmla="*/ 4036318 w 7467600"/>
              <a:gd name="connsiteY532" fmla="*/ 4147013 h 6858000"/>
              <a:gd name="connsiteX533" fmla="*/ 3432098 w 7467600"/>
              <a:gd name="connsiteY533" fmla="*/ 3537312 h 6858000"/>
              <a:gd name="connsiteX534" fmla="*/ 3446761 w 7467600"/>
              <a:gd name="connsiteY534" fmla="*/ 3461278 h 6858000"/>
              <a:gd name="connsiteX535" fmla="*/ 4419733 w 7467600"/>
              <a:gd name="connsiteY535" fmla="*/ 3963555 h 6858000"/>
              <a:gd name="connsiteX536" fmla="*/ 4781371 w 7467600"/>
              <a:gd name="connsiteY536" fmla="*/ 4458604 h 6858000"/>
              <a:gd name="connsiteX537" fmla="*/ 4780440 w 7467600"/>
              <a:gd name="connsiteY537" fmla="*/ 4470290 h 6858000"/>
              <a:gd name="connsiteX538" fmla="*/ 4898954 w 7467600"/>
              <a:gd name="connsiteY538" fmla="*/ 4662092 h 6858000"/>
              <a:gd name="connsiteX539" fmla="*/ 4900699 w 7467600"/>
              <a:gd name="connsiteY539" fmla="*/ 4670867 h 6858000"/>
              <a:gd name="connsiteX540" fmla="*/ 5714511 w 7467600"/>
              <a:gd name="connsiteY540" fmla="*/ 4663483 h 6858000"/>
              <a:gd name="connsiteX541" fmla="*/ 5464793 w 7467600"/>
              <a:gd name="connsiteY541" fmla="*/ 4393556 h 6858000"/>
              <a:gd name="connsiteX542" fmla="*/ 5461897 w 7467600"/>
              <a:gd name="connsiteY542" fmla="*/ 4390879 h 6858000"/>
              <a:gd name="connsiteX543" fmla="*/ 4294126 w 7467600"/>
              <a:gd name="connsiteY543" fmla="*/ 3303048 h 6858000"/>
              <a:gd name="connsiteX544" fmla="*/ 4305321 w 7467600"/>
              <a:gd name="connsiteY544" fmla="*/ 3256953 h 6858000"/>
              <a:gd name="connsiteX545" fmla="*/ 4949299 w 7467600"/>
              <a:gd name="connsiteY545" fmla="*/ 3766336 h 6858000"/>
              <a:gd name="connsiteX546" fmla="*/ 5291452 w 7467600"/>
              <a:gd name="connsiteY546" fmla="*/ 4076801 h 6858000"/>
              <a:gd name="connsiteX547" fmla="*/ 5434998 w 7467600"/>
              <a:gd name="connsiteY547" fmla="*/ 4254100 h 6858000"/>
              <a:gd name="connsiteX548" fmla="*/ 5351015 w 7467600"/>
              <a:gd name="connsiteY548" fmla="*/ 3760989 h 6858000"/>
              <a:gd name="connsiteX549" fmla="*/ 5413780 w 7467600"/>
              <a:gd name="connsiteY549" fmla="*/ 2966265 h 6858000"/>
              <a:gd name="connsiteX550" fmla="*/ 5425627 w 7467600"/>
              <a:gd name="connsiteY550" fmla="*/ 2954192 h 6858000"/>
              <a:gd name="connsiteX551" fmla="*/ 6604735 w 7467600"/>
              <a:gd name="connsiteY551" fmla="*/ 2041381 h 6858000"/>
              <a:gd name="connsiteX552" fmla="*/ 7204487 w 7467600"/>
              <a:gd name="connsiteY552" fmla="*/ 2742112 h 6858000"/>
              <a:gd name="connsiteX553" fmla="*/ 7131592 w 7467600"/>
              <a:gd name="connsiteY553" fmla="*/ 2672096 h 6858000"/>
              <a:gd name="connsiteX554" fmla="*/ 6996344 w 7467600"/>
              <a:gd name="connsiteY554" fmla="*/ 2518310 h 6858000"/>
              <a:gd name="connsiteX555" fmla="*/ 6735495 w 7467600"/>
              <a:gd name="connsiteY555" fmla="*/ 2196890 h 6858000"/>
              <a:gd name="connsiteX556" fmla="*/ 6721901 w 7467600"/>
              <a:gd name="connsiteY556" fmla="*/ 2179274 h 6858000"/>
              <a:gd name="connsiteX557" fmla="*/ 6604735 w 7467600"/>
              <a:gd name="connsiteY557" fmla="*/ 2041381 h 6858000"/>
              <a:gd name="connsiteX558" fmla="*/ 6591670 w 7467600"/>
              <a:gd name="connsiteY558" fmla="*/ 1988277 h 6858000"/>
              <a:gd name="connsiteX559" fmla="*/ 6747349 w 7467600"/>
              <a:gd name="connsiteY559" fmla="*/ 2160069 h 6858000"/>
              <a:gd name="connsiteX560" fmla="*/ 6760943 w 7467600"/>
              <a:gd name="connsiteY560" fmla="*/ 2177686 h 6858000"/>
              <a:gd name="connsiteX561" fmla="*/ 7021065 w 7467600"/>
              <a:gd name="connsiteY561" fmla="*/ 2498102 h 6858000"/>
              <a:gd name="connsiteX562" fmla="*/ 7155223 w 7467600"/>
              <a:gd name="connsiteY562" fmla="*/ 2650386 h 6858000"/>
              <a:gd name="connsiteX563" fmla="*/ 7203167 w 7467600"/>
              <a:gd name="connsiteY563" fmla="*/ 2697288 h 6858000"/>
              <a:gd name="connsiteX564" fmla="*/ 6937703 w 7467600"/>
              <a:gd name="connsiteY564" fmla="*/ 2321981 h 6858000"/>
              <a:gd name="connsiteX565" fmla="*/ 6591670 w 7467600"/>
              <a:gd name="connsiteY565" fmla="*/ 1988277 h 6858000"/>
              <a:gd name="connsiteX566" fmla="*/ 5798671 w 7467600"/>
              <a:gd name="connsiteY566" fmla="*/ 1981601 h 6858000"/>
              <a:gd name="connsiteX567" fmla="*/ 5754709 w 7467600"/>
              <a:gd name="connsiteY567" fmla="*/ 2071454 h 6858000"/>
              <a:gd name="connsiteX568" fmla="*/ 5763044 w 7467600"/>
              <a:gd name="connsiteY568" fmla="*/ 2842206 h 6858000"/>
              <a:gd name="connsiteX569" fmla="*/ 5764974 w 7467600"/>
              <a:gd name="connsiteY569" fmla="*/ 2799609 h 6858000"/>
              <a:gd name="connsiteX570" fmla="*/ 5767665 w 7467600"/>
              <a:gd name="connsiteY570" fmla="*/ 2666409 h 6858000"/>
              <a:gd name="connsiteX571" fmla="*/ 5763055 w 7467600"/>
              <a:gd name="connsiteY571" fmla="*/ 2579705 h 6858000"/>
              <a:gd name="connsiteX572" fmla="*/ 5758079 w 7467600"/>
              <a:gd name="connsiteY572" fmla="*/ 2492508 h 6858000"/>
              <a:gd name="connsiteX573" fmla="*/ 5779325 w 7467600"/>
              <a:gd name="connsiteY573" fmla="*/ 2197069 h 6858000"/>
              <a:gd name="connsiteX574" fmla="*/ 5798671 w 7467600"/>
              <a:gd name="connsiteY574" fmla="*/ 1981601 h 6858000"/>
              <a:gd name="connsiteX575" fmla="*/ 5829202 w 7467600"/>
              <a:gd name="connsiteY575" fmla="*/ 1971679 h 6858000"/>
              <a:gd name="connsiteX576" fmla="*/ 5809558 w 7467600"/>
              <a:gd name="connsiteY576" fmla="*/ 2198043 h 6858000"/>
              <a:gd name="connsiteX577" fmla="*/ 5788653 w 7467600"/>
              <a:gd name="connsiteY577" fmla="*/ 2489430 h 6858000"/>
              <a:gd name="connsiteX578" fmla="*/ 5793439 w 7467600"/>
              <a:gd name="connsiteY578" fmla="*/ 2575235 h 6858000"/>
              <a:gd name="connsiteX579" fmla="*/ 5796837 w 7467600"/>
              <a:gd name="connsiteY579" fmla="*/ 2637633 h 6858000"/>
              <a:gd name="connsiteX580" fmla="*/ 5818614 w 7467600"/>
              <a:gd name="connsiteY580" fmla="*/ 2473055 h 6858000"/>
              <a:gd name="connsiteX581" fmla="*/ 5829202 w 7467600"/>
              <a:gd name="connsiteY581" fmla="*/ 1971679 h 6858000"/>
              <a:gd name="connsiteX582" fmla="*/ 5911389 w 7467600"/>
              <a:gd name="connsiteY582" fmla="*/ 1898371 h 6858000"/>
              <a:gd name="connsiteX583" fmla="*/ 6237627 w 7467600"/>
              <a:gd name="connsiteY583" fmla="*/ 2231921 h 6858000"/>
              <a:gd name="connsiteX584" fmla="*/ 5911389 w 7467600"/>
              <a:gd name="connsiteY584" fmla="*/ 1898371 h 6858000"/>
              <a:gd name="connsiteX585" fmla="*/ 6944437 w 7467600"/>
              <a:gd name="connsiteY585" fmla="*/ 1575402 h 6858000"/>
              <a:gd name="connsiteX586" fmla="*/ 6304730 w 7467600"/>
              <a:gd name="connsiteY586" fmla="*/ 1766654 h 6858000"/>
              <a:gd name="connsiteX587" fmla="*/ 6944437 w 7467600"/>
              <a:gd name="connsiteY587" fmla="*/ 1575402 h 6858000"/>
              <a:gd name="connsiteX588" fmla="*/ 7019523 w 7467600"/>
              <a:gd name="connsiteY588" fmla="*/ 1519450 h 6858000"/>
              <a:gd name="connsiteX589" fmla="*/ 6298091 w 7467600"/>
              <a:gd name="connsiteY589" fmla="*/ 1737122 h 6858000"/>
              <a:gd name="connsiteX590" fmla="*/ 7019523 w 7467600"/>
              <a:gd name="connsiteY590" fmla="*/ 1519450 h 6858000"/>
              <a:gd name="connsiteX591" fmla="*/ 2399523 w 7467600"/>
              <a:gd name="connsiteY591" fmla="*/ 1428234 h 6858000"/>
              <a:gd name="connsiteX592" fmla="*/ 2224982 w 7467600"/>
              <a:gd name="connsiteY592" fmla="*/ 1826201 h 6858000"/>
              <a:gd name="connsiteX593" fmla="*/ 2096099 w 7467600"/>
              <a:gd name="connsiteY593" fmla="*/ 2345900 h 6858000"/>
              <a:gd name="connsiteX594" fmla="*/ 2283317 w 7467600"/>
              <a:gd name="connsiteY594" fmla="*/ 1796925 h 6858000"/>
              <a:gd name="connsiteX595" fmla="*/ 2399523 w 7467600"/>
              <a:gd name="connsiteY595" fmla="*/ 1428234 h 6858000"/>
              <a:gd name="connsiteX596" fmla="*/ 2448558 w 7467600"/>
              <a:gd name="connsiteY596" fmla="*/ 1373435 h 6858000"/>
              <a:gd name="connsiteX597" fmla="*/ 2312521 w 7467600"/>
              <a:gd name="connsiteY597" fmla="*/ 1806140 h 6858000"/>
              <a:gd name="connsiteX598" fmla="*/ 2127533 w 7467600"/>
              <a:gd name="connsiteY598" fmla="*/ 2348380 h 6858000"/>
              <a:gd name="connsiteX599" fmla="*/ 2358080 w 7467600"/>
              <a:gd name="connsiteY599" fmla="*/ 1866134 h 6858000"/>
              <a:gd name="connsiteX600" fmla="*/ 2407436 w 7467600"/>
              <a:gd name="connsiteY600" fmla="*/ 1651070 h 6858000"/>
              <a:gd name="connsiteX601" fmla="*/ 2448558 w 7467600"/>
              <a:gd name="connsiteY601" fmla="*/ 1373435 h 6858000"/>
              <a:gd name="connsiteX602" fmla="*/ 278707 w 7467600"/>
              <a:gd name="connsiteY602" fmla="*/ 1352270 h 6858000"/>
              <a:gd name="connsiteX603" fmla="*/ 321570 w 7467600"/>
              <a:gd name="connsiteY603" fmla="*/ 1861610 h 6858000"/>
              <a:gd name="connsiteX604" fmla="*/ 294281 w 7467600"/>
              <a:gd name="connsiteY604" fmla="*/ 1440658 h 6858000"/>
              <a:gd name="connsiteX605" fmla="*/ 278707 w 7467600"/>
              <a:gd name="connsiteY605" fmla="*/ 1352270 h 6858000"/>
              <a:gd name="connsiteX606" fmla="*/ 1423821 w 7467600"/>
              <a:gd name="connsiteY606" fmla="*/ 1351958 h 6858000"/>
              <a:gd name="connsiteX607" fmla="*/ 1638521 w 7467600"/>
              <a:gd name="connsiteY607" fmla="*/ 1908470 h 6858000"/>
              <a:gd name="connsiteX608" fmla="*/ 1754199 w 7467600"/>
              <a:gd name="connsiteY608" fmla="*/ 2149284 h 6858000"/>
              <a:gd name="connsiteX609" fmla="*/ 1908359 w 7467600"/>
              <a:gd name="connsiteY609" fmla="*/ 2364988 h 6858000"/>
              <a:gd name="connsiteX610" fmla="*/ 1647661 w 7467600"/>
              <a:gd name="connsiteY610" fmla="*/ 1825945 h 6858000"/>
              <a:gd name="connsiteX611" fmla="*/ 1423821 w 7467600"/>
              <a:gd name="connsiteY611" fmla="*/ 1351958 h 6858000"/>
              <a:gd name="connsiteX612" fmla="*/ 1431890 w 7467600"/>
              <a:gd name="connsiteY612" fmla="*/ 1306475 h 6858000"/>
              <a:gd name="connsiteX613" fmla="*/ 1507597 w 7467600"/>
              <a:gd name="connsiteY613" fmla="*/ 1446132 h 6858000"/>
              <a:gd name="connsiteX614" fmla="*/ 1674586 w 7467600"/>
              <a:gd name="connsiteY614" fmla="*/ 1813832 h 6858000"/>
              <a:gd name="connsiteX615" fmla="*/ 1815950 w 7467600"/>
              <a:gd name="connsiteY615" fmla="*/ 2128564 h 6858000"/>
              <a:gd name="connsiteX616" fmla="*/ 1984242 w 7467600"/>
              <a:gd name="connsiteY616" fmla="*/ 2430829 h 6858000"/>
              <a:gd name="connsiteX617" fmla="*/ 2014023 w 7467600"/>
              <a:gd name="connsiteY617" fmla="*/ 2450995 h 6858000"/>
              <a:gd name="connsiteX618" fmla="*/ 1747337 w 7467600"/>
              <a:gd name="connsiteY618" fmla="*/ 1855264 h 6858000"/>
              <a:gd name="connsiteX619" fmla="*/ 1533749 w 7467600"/>
              <a:gd name="connsiteY619" fmla="*/ 1478656 h 6858000"/>
              <a:gd name="connsiteX620" fmla="*/ 1431890 w 7467600"/>
              <a:gd name="connsiteY620" fmla="*/ 1306475 h 6858000"/>
              <a:gd name="connsiteX621" fmla="*/ 5052692 w 7467600"/>
              <a:gd name="connsiteY621" fmla="*/ 1292994 h 6858000"/>
              <a:gd name="connsiteX622" fmla="*/ 5200661 w 7467600"/>
              <a:gd name="connsiteY622" fmla="*/ 1635186 h 6858000"/>
              <a:gd name="connsiteX623" fmla="*/ 5297138 w 7467600"/>
              <a:gd name="connsiteY623" fmla="*/ 1906351 h 6858000"/>
              <a:gd name="connsiteX624" fmla="*/ 5052692 w 7467600"/>
              <a:gd name="connsiteY624" fmla="*/ 1292994 h 6858000"/>
              <a:gd name="connsiteX625" fmla="*/ 5009948 w 7467600"/>
              <a:gd name="connsiteY625" fmla="*/ 1273619 h 6858000"/>
              <a:gd name="connsiteX626" fmla="*/ 5121777 w 7467600"/>
              <a:gd name="connsiteY626" fmla="*/ 1654213 h 6858000"/>
              <a:gd name="connsiteX627" fmla="*/ 5293545 w 7467600"/>
              <a:gd name="connsiteY627" fmla="*/ 2072247 h 6858000"/>
              <a:gd name="connsiteX628" fmla="*/ 5294042 w 7467600"/>
              <a:gd name="connsiteY628" fmla="*/ 2065019 h 6858000"/>
              <a:gd name="connsiteX629" fmla="*/ 5171936 w 7467600"/>
              <a:gd name="connsiteY629" fmla="*/ 1647613 h 6858000"/>
              <a:gd name="connsiteX630" fmla="*/ 5009948 w 7467600"/>
              <a:gd name="connsiteY630" fmla="*/ 1273619 h 6858000"/>
              <a:gd name="connsiteX631" fmla="*/ 655236 w 7467600"/>
              <a:gd name="connsiteY631" fmla="*/ 1268632 h 6858000"/>
              <a:gd name="connsiteX632" fmla="*/ 839521 w 7467600"/>
              <a:gd name="connsiteY632" fmla="*/ 1685315 h 6858000"/>
              <a:gd name="connsiteX633" fmla="*/ 1109416 w 7467600"/>
              <a:gd name="connsiteY633" fmla="*/ 2061663 h 6858000"/>
              <a:gd name="connsiteX634" fmla="*/ 1298300 w 7467600"/>
              <a:gd name="connsiteY634" fmla="*/ 2247742 h 6858000"/>
              <a:gd name="connsiteX635" fmla="*/ 1125871 w 7467600"/>
              <a:gd name="connsiteY635" fmla="*/ 1989513 h 6858000"/>
              <a:gd name="connsiteX636" fmla="*/ 981574 w 7467600"/>
              <a:gd name="connsiteY636" fmla="*/ 1783157 h 6858000"/>
              <a:gd name="connsiteX637" fmla="*/ 922198 w 7467600"/>
              <a:gd name="connsiteY637" fmla="*/ 1677437 h 6858000"/>
              <a:gd name="connsiteX638" fmla="*/ 869293 w 7467600"/>
              <a:gd name="connsiteY638" fmla="*/ 1583214 h 6858000"/>
              <a:gd name="connsiteX639" fmla="*/ 751431 w 7467600"/>
              <a:gd name="connsiteY639" fmla="*/ 1405731 h 6858000"/>
              <a:gd name="connsiteX640" fmla="*/ 655236 w 7467600"/>
              <a:gd name="connsiteY640" fmla="*/ 1268632 h 6858000"/>
              <a:gd name="connsiteX641" fmla="*/ 6516292 w 7467600"/>
              <a:gd name="connsiteY641" fmla="*/ 1263064 h 6858000"/>
              <a:gd name="connsiteX642" fmla="*/ 5736320 w 7467600"/>
              <a:gd name="connsiteY642" fmla="*/ 1501803 h 6858000"/>
              <a:gd name="connsiteX643" fmla="*/ 6516292 w 7467600"/>
              <a:gd name="connsiteY643" fmla="*/ 1263064 h 6858000"/>
              <a:gd name="connsiteX644" fmla="*/ 291466 w 7467600"/>
              <a:gd name="connsiteY644" fmla="*/ 1250369 h 6858000"/>
              <a:gd name="connsiteX645" fmla="*/ 323180 w 7467600"/>
              <a:gd name="connsiteY645" fmla="*/ 1435283 h 6858000"/>
              <a:gd name="connsiteX646" fmla="*/ 349381 w 7467600"/>
              <a:gd name="connsiteY646" fmla="*/ 1875041 h 6858000"/>
              <a:gd name="connsiteX647" fmla="*/ 374363 w 7467600"/>
              <a:gd name="connsiteY647" fmla="*/ 1506494 h 6858000"/>
              <a:gd name="connsiteX648" fmla="*/ 302168 w 7467600"/>
              <a:gd name="connsiteY648" fmla="*/ 1274495 h 6858000"/>
              <a:gd name="connsiteX649" fmla="*/ 291466 w 7467600"/>
              <a:gd name="connsiteY649" fmla="*/ 1250369 h 6858000"/>
              <a:gd name="connsiteX650" fmla="*/ 678222 w 7467600"/>
              <a:gd name="connsiteY650" fmla="*/ 1248670 h 6858000"/>
              <a:gd name="connsiteX651" fmla="*/ 775536 w 7467600"/>
              <a:gd name="connsiteY651" fmla="*/ 1388015 h 6858000"/>
              <a:gd name="connsiteX652" fmla="*/ 894529 w 7467600"/>
              <a:gd name="connsiteY652" fmla="*/ 1567739 h 6858000"/>
              <a:gd name="connsiteX653" fmla="*/ 948000 w 7467600"/>
              <a:gd name="connsiteY653" fmla="*/ 1663088 h 6858000"/>
              <a:gd name="connsiteX654" fmla="*/ 1006812 w 7467600"/>
              <a:gd name="connsiteY654" fmla="*/ 1767683 h 6858000"/>
              <a:gd name="connsiteX655" fmla="*/ 1149133 w 7467600"/>
              <a:gd name="connsiteY655" fmla="*/ 1971513 h 6858000"/>
              <a:gd name="connsiteX656" fmla="*/ 1333952 w 7467600"/>
              <a:gd name="connsiteY656" fmla="*/ 2251620 h 6858000"/>
              <a:gd name="connsiteX657" fmla="*/ 1337329 w 7467600"/>
              <a:gd name="connsiteY657" fmla="*/ 2258350 h 6858000"/>
              <a:gd name="connsiteX658" fmla="*/ 1014726 w 7467600"/>
              <a:gd name="connsiteY658" fmla="*/ 1615556 h 6858000"/>
              <a:gd name="connsiteX659" fmla="*/ 678222 w 7467600"/>
              <a:gd name="connsiteY659" fmla="*/ 1248670 h 6858000"/>
              <a:gd name="connsiteX660" fmla="*/ 6691602 w 7467600"/>
              <a:gd name="connsiteY660" fmla="*/ 1140573 h 6858000"/>
              <a:gd name="connsiteX661" fmla="*/ 6571100 w 7467600"/>
              <a:gd name="connsiteY661" fmla="*/ 1183662 h 6858000"/>
              <a:gd name="connsiteX662" fmla="*/ 6241687 w 7467600"/>
              <a:gd name="connsiteY662" fmla="*/ 1257600 h 6858000"/>
              <a:gd name="connsiteX663" fmla="*/ 5693009 w 7467600"/>
              <a:gd name="connsiteY663" fmla="*/ 1478256 h 6858000"/>
              <a:gd name="connsiteX664" fmla="*/ 6548420 w 7467600"/>
              <a:gd name="connsiteY664" fmla="*/ 1214599 h 6858000"/>
              <a:gd name="connsiteX665" fmla="*/ 6605473 w 7467600"/>
              <a:gd name="connsiteY665" fmla="*/ 1184686 h 6858000"/>
              <a:gd name="connsiteX666" fmla="*/ 6691602 w 7467600"/>
              <a:gd name="connsiteY666" fmla="*/ 1140573 h 6858000"/>
              <a:gd name="connsiteX667" fmla="*/ 4002475 w 7467600"/>
              <a:gd name="connsiteY667" fmla="*/ 1037802 h 6858000"/>
              <a:gd name="connsiteX668" fmla="*/ 4000324 w 7467600"/>
              <a:gd name="connsiteY668" fmla="*/ 1039362 h 6858000"/>
              <a:gd name="connsiteX669" fmla="*/ 4002862 w 7467600"/>
              <a:gd name="connsiteY669" fmla="*/ 1042866 h 6858000"/>
              <a:gd name="connsiteX670" fmla="*/ 4002475 w 7467600"/>
              <a:gd name="connsiteY670" fmla="*/ 1037802 h 6858000"/>
              <a:gd name="connsiteX671" fmla="*/ 506322 w 7467600"/>
              <a:gd name="connsiteY671" fmla="*/ 1020997 h 6858000"/>
              <a:gd name="connsiteX672" fmla="*/ 533068 w 7467600"/>
              <a:gd name="connsiteY672" fmla="*/ 1029409 h 6858000"/>
              <a:gd name="connsiteX673" fmla="*/ 1232525 w 7467600"/>
              <a:gd name="connsiteY673" fmla="*/ 1804675 h 6858000"/>
              <a:gd name="connsiteX674" fmla="*/ 1388858 w 7467600"/>
              <a:gd name="connsiteY674" fmla="*/ 2368011 h 6858000"/>
              <a:gd name="connsiteX675" fmla="*/ 1384098 w 7467600"/>
              <a:gd name="connsiteY675" fmla="*/ 2378125 h 6858000"/>
              <a:gd name="connsiteX676" fmla="*/ 1425393 w 7467600"/>
              <a:gd name="connsiteY676" fmla="*/ 2589124 h 6858000"/>
              <a:gd name="connsiteX677" fmla="*/ 1424001 w 7467600"/>
              <a:gd name="connsiteY677" fmla="*/ 2597541 h 6858000"/>
              <a:gd name="connsiteX678" fmla="*/ 2152729 w 7467600"/>
              <a:gd name="connsiteY678" fmla="*/ 2864487 h 6858000"/>
              <a:gd name="connsiteX679" fmla="*/ 2020609 w 7467600"/>
              <a:gd name="connsiteY679" fmla="*/ 2539671 h 6858000"/>
              <a:gd name="connsiteX680" fmla="*/ 2018920 w 7467600"/>
              <a:gd name="connsiteY680" fmla="*/ 2536309 h 6858000"/>
              <a:gd name="connsiteX681" fmla="*/ 1342441 w 7467600"/>
              <a:gd name="connsiteY681" fmla="*/ 1173017 h 6858000"/>
              <a:gd name="connsiteX682" fmla="*/ 1367925 w 7467600"/>
              <a:gd name="connsiteY682" fmla="*/ 1135648 h 6858000"/>
              <a:gd name="connsiteX683" fmla="*/ 1771401 w 7467600"/>
              <a:gd name="connsiteY683" fmla="*/ 1806673 h 6858000"/>
              <a:gd name="connsiteX684" fmla="*/ 1972385 w 7467600"/>
              <a:gd name="connsiteY684" fmla="*/ 2198735 h 6858000"/>
              <a:gd name="connsiteX685" fmla="*/ 2040892 w 7467600"/>
              <a:gd name="connsiteY685" fmla="*/ 2405205 h 6858000"/>
              <a:gd name="connsiteX686" fmla="*/ 2131689 w 7467600"/>
              <a:gd name="connsiteY686" fmla="*/ 1936926 h 6858000"/>
              <a:gd name="connsiteX687" fmla="*/ 2454820 w 7467600"/>
              <a:gd name="connsiteY687" fmla="*/ 1248808 h 6858000"/>
              <a:gd name="connsiteX688" fmla="*/ 2492512 w 7467600"/>
              <a:gd name="connsiteY688" fmla="*/ 1302920 h 6858000"/>
              <a:gd name="connsiteX689" fmla="*/ 2081216 w 7467600"/>
              <a:gd name="connsiteY689" fmla="*/ 2527513 h 6858000"/>
              <a:gd name="connsiteX690" fmla="*/ 2081211 w 7467600"/>
              <a:gd name="connsiteY690" fmla="*/ 2528916 h 6858000"/>
              <a:gd name="connsiteX691" fmla="*/ 2199067 w 7467600"/>
              <a:gd name="connsiteY691" fmla="*/ 2884061 h 6858000"/>
              <a:gd name="connsiteX692" fmla="*/ 3192586 w 7467600"/>
              <a:gd name="connsiteY692" fmla="*/ 3411496 h 6858000"/>
              <a:gd name="connsiteX693" fmla="*/ 3182620 w 7467600"/>
              <a:gd name="connsiteY693" fmla="*/ 3483279 h 6858000"/>
              <a:gd name="connsiteX694" fmla="*/ 2435119 w 7467600"/>
              <a:gd name="connsiteY694" fmla="*/ 3080173 h 6858000"/>
              <a:gd name="connsiteX695" fmla="*/ 2410152 w 7467600"/>
              <a:gd name="connsiteY695" fmla="*/ 3063751 h 6858000"/>
              <a:gd name="connsiteX696" fmla="*/ 2408099 w 7467600"/>
              <a:gd name="connsiteY696" fmla="*/ 3064403 h 6858000"/>
              <a:gd name="connsiteX697" fmla="*/ 2407218 w 7467600"/>
              <a:gd name="connsiteY697" fmla="*/ 3070324 h 6858000"/>
              <a:gd name="connsiteX698" fmla="*/ 2380138 w 7467600"/>
              <a:gd name="connsiteY698" fmla="*/ 3099341 h 6858000"/>
              <a:gd name="connsiteX699" fmla="*/ 1765923 w 7467600"/>
              <a:gd name="connsiteY699" fmla="*/ 3581043 h 6858000"/>
              <a:gd name="connsiteX700" fmla="*/ 1702258 w 7467600"/>
              <a:gd name="connsiteY700" fmla="*/ 3612286 h 6858000"/>
              <a:gd name="connsiteX701" fmla="*/ 1538370 w 7467600"/>
              <a:gd name="connsiteY701" fmla="*/ 3811804 h 6858000"/>
              <a:gd name="connsiteX702" fmla="*/ 542867 w 7467600"/>
              <a:gd name="connsiteY702" fmla="*/ 4944092 h 6858000"/>
              <a:gd name="connsiteX703" fmla="*/ 515800 w 7467600"/>
              <a:gd name="connsiteY703" fmla="*/ 4862180 h 6858000"/>
              <a:gd name="connsiteX704" fmla="*/ 909145 w 7467600"/>
              <a:gd name="connsiteY704" fmla="*/ 4199225 h 6858000"/>
              <a:gd name="connsiteX705" fmla="*/ 1214067 w 7467600"/>
              <a:gd name="connsiteY705" fmla="*/ 3908561 h 6858000"/>
              <a:gd name="connsiteX706" fmla="*/ 640967 w 7467600"/>
              <a:gd name="connsiteY706" fmla="*/ 4105601 h 6858000"/>
              <a:gd name="connsiteX707" fmla="*/ 112563 w 7467600"/>
              <a:gd name="connsiteY707" fmla="*/ 4396952 h 6858000"/>
              <a:gd name="connsiteX708" fmla="*/ 0 w 7467600"/>
              <a:gd name="connsiteY708" fmla="*/ 4466006 h 6858000"/>
              <a:gd name="connsiteX709" fmla="*/ 0 w 7467600"/>
              <a:gd name="connsiteY709" fmla="*/ 4233763 h 6858000"/>
              <a:gd name="connsiteX710" fmla="*/ 36881 w 7467600"/>
              <a:gd name="connsiteY710" fmla="*/ 4200118 h 6858000"/>
              <a:gd name="connsiteX711" fmla="*/ 910534 w 7467600"/>
              <a:gd name="connsiteY711" fmla="*/ 3629753 h 6858000"/>
              <a:gd name="connsiteX712" fmla="*/ 1578717 w 7467600"/>
              <a:gd name="connsiteY712" fmla="*/ 3575982 h 6858000"/>
              <a:gd name="connsiteX713" fmla="*/ 2338780 w 7467600"/>
              <a:gd name="connsiteY713" fmla="*/ 3033725 h 6858000"/>
              <a:gd name="connsiteX714" fmla="*/ 1807991 w 7467600"/>
              <a:gd name="connsiteY714" fmla="*/ 2807184 h 6858000"/>
              <a:gd name="connsiteX715" fmla="*/ 1416358 w 7467600"/>
              <a:gd name="connsiteY715" fmla="*/ 3112571 h 6858000"/>
              <a:gd name="connsiteX716" fmla="*/ 939066 w 7467600"/>
              <a:gd name="connsiteY716" fmla="*/ 3378798 h 6858000"/>
              <a:gd name="connsiteX717" fmla="*/ 115099 w 7467600"/>
              <a:gd name="connsiteY717" fmla="*/ 3607650 h 6858000"/>
              <a:gd name="connsiteX718" fmla="*/ 97284 w 7467600"/>
              <a:gd name="connsiteY718" fmla="*/ 3520393 h 6858000"/>
              <a:gd name="connsiteX719" fmla="*/ 922050 w 7467600"/>
              <a:gd name="connsiteY719" fmla="*/ 3074867 h 6858000"/>
              <a:gd name="connsiteX720" fmla="*/ 1405265 w 7467600"/>
              <a:gd name="connsiteY720" fmla="*/ 3016319 h 6858000"/>
              <a:gd name="connsiteX721" fmla="*/ 1407512 w 7467600"/>
              <a:gd name="connsiteY721" fmla="*/ 3018001 h 6858000"/>
              <a:gd name="connsiteX722" fmla="*/ 1726266 w 7467600"/>
              <a:gd name="connsiteY722" fmla="*/ 2777274 h 6858000"/>
              <a:gd name="connsiteX723" fmla="*/ 625390 w 7467600"/>
              <a:gd name="connsiteY723" fmla="*/ 2514541 h 6858000"/>
              <a:gd name="connsiteX724" fmla="*/ 619799 w 7467600"/>
              <a:gd name="connsiteY724" fmla="*/ 2527180 h 6858000"/>
              <a:gd name="connsiteX725" fmla="*/ 310030 w 7467600"/>
              <a:gd name="connsiteY725" fmla="*/ 2771818 h 6858000"/>
              <a:gd name="connsiteX726" fmla="*/ 173877 w 7467600"/>
              <a:gd name="connsiteY726" fmla="*/ 2937056 h 6858000"/>
              <a:gd name="connsiteX727" fmla="*/ 77889 w 7467600"/>
              <a:gd name="connsiteY727" fmla="*/ 3138440 h 6858000"/>
              <a:gd name="connsiteX728" fmla="*/ 0 w 7467600"/>
              <a:gd name="connsiteY728" fmla="*/ 3271395 h 6858000"/>
              <a:gd name="connsiteX729" fmla="*/ 0 w 7467600"/>
              <a:gd name="connsiteY729" fmla="*/ 3153002 h 6858000"/>
              <a:gd name="connsiteX730" fmla="*/ 2386 w 7467600"/>
              <a:gd name="connsiteY730" fmla="*/ 3149203 h 6858000"/>
              <a:gd name="connsiteX731" fmla="*/ 89753 w 7467600"/>
              <a:gd name="connsiteY731" fmla="*/ 2987702 h 6858000"/>
              <a:gd name="connsiteX732" fmla="*/ 76869 w 7467600"/>
              <a:gd name="connsiteY732" fmla="*/ 3005404 h 6858000"/>
              <a:gd name="connsiteX733" fmla="*/ 32049 w 7467600"/>
              <a:gd name="connsiteY733" fmla="*/ 3065814 h 6858000"/>
              <a:gd name="connsiteX734" fmla="*/ 0 w 7467600"/>
              <a:gd name="connsiteY734" fmla="*/ 3108744 h 6858000"/>
              <a:gd name="connsiteX735" fmla="*/ 0 w 7467600"/>
              <a:gd name="connsiteY735" fmla="*/ 3058059 h 6858000"/>
              <a:gd name="connsiteX736" fmla="*/ 7610 w 7467600"/>
              <a:gd name="connsiteY736" fmla="*/ 3047889 h 6858000"/>
              <a:gd name="connsiteX737" fmla="*/ 52419 w 7467600"/>
              <a:gd name="connsiteY737" fmla="*/ 2987479 h 6858000"/>
              <a:gd name="connsiteX738" fmla="*/ 59142 w 7467600"/>
              <a:gd name="connsiteY738" fmla="*/ 2978488 h 6858000"/>
              <a:gd name="connsiteX739" fmla="*/ 0 w 7467600"/>
              <a:gd name="connsiteY739" fmla="*/ 3015334 h 6858000"/>
              <a:gd name="connsiteX740" fmla="*/ 0 w 7467600"/>
              <a:gd name="connsiteY740" fmla="*/ 2914286 h 6858000"/>
              <a:gd name="connsiteX741" fmla="*/ 36383 w 7467600"/>
              <a:gd name="connsiteY741" fmla="*/ 2901128 h 6858000"/>
              <a:gd name="connsiteX742" fmla="*/ 156329 w 7467600"/>
              <a:gd name="connsiteY742" fmla="*/ 2840533 h 6858000"/>
              <a:gd name="connsiteX743" fmla="*/ 358355 w 7467600"/>
              <a:gd name="connsiteY743" fmla="*/ 2620471 h 6858000"/>
              <a:gd name="connsiteX744" fmla="*/ 510577 w 7467600"/>
              <a:gd name="connsiteY744" fmla="*/ 2501244 h 6858000"/>
              <a:gd name="connsiteX745" fmla="*/ 211967 w 7467600"/>
              <a:gd name="connsiteY745" fmla="*/ 2479171 h 6858000"/>
              <a:gd name="connsiteX746" fmla="*/ 0 w 7467600"/>
              <a:gd name="connsiteY746" fmla="*/ 2476398 h 6858000"/>
              <a:gd name="connsiteX747" fmla="*/ 0 w 7467600"/>
              <a:gd name="connsiteY747" fmla="*/ 2389189 h 6858000"/>
              <a:gd name="connsiteX748" fmla="*/ 103062 w 7467600"/>
              <a:gd name="connsiteY748" fmla="*/ 2389518 h 6858000"/>
              <a:gd name="connsiteX749" fmla="*/ 510734 w 7467600"/>
              <a:gd name="connsiteY749" fmla="*/ 2416201 h 6858000"/>
              <a:gd name="connsiteX750" fmla="*/ 279257 w 7467600"/>
              <a:gd name="connsiteY750" fmla="*/ 2092102 h 6858000"/>
              <a:gd name="connsiteX751" fmla="*/ 65265 w 7467600"/>
              <a:gd name="connsiteY751" fmla="*/ 2006049 h 6858000"/>
              <a:gd name="connsiteX752" fmla="*/ 0 w 7467600"/>
              <a:gd name="connsiteY752" fmla="*/ 1982532 h 6858000"/>
              <a:gd name="connsiteX753" fmla="*/ 0 w 7467600"/>
              <a:gd name="connsiteY753" fmla="*/ 1912789 h 6858000"/>
              <a:gd name="connsiteX754" fmla="*/ 97460 w 7467600"/>
              <a:gd name="connsiteY754" fmla="*/ 1953725 h 6858000"/>
              <a:gd name="connsiteX755" fmla="*/ 221272 w 7467600"/>
              <a:gd name="connsiteY755" fmla="*/ 1980766 h 6858000"/>
              <a:gd name="connsiteX756" fmla="*/ 116765 w 7467600"/>
              <a:gd name="connsiteY756" fmla="*/ 1911033 h 6858000"/>
              <a:gd name="connsiteX757" fmla="*/ 16405 w 7467600"/>
              <a:gd name="connsiteY757" fmla="*/ 1803412 h 6858000"/>
              <a:gd name="connsiteX758" fmla="*/ 0 w 7467600"/>
              <a:gd name="connsiteY758" fmla="*/ 1784777 h 6858000"/>
              <a:gd name="connsiteX759" fmla="*/ 0 w 7467600"/>
              <a:gd name="connsiteY759" fmla="*/ 1740082 h 6858000"/>
              <a:gd name="connsiteX760" fmla="*/ 39394 w 7467600"/>
              <a:gd name="connsiteY760" fmla="*/ 1784856 h 6858000"/>
              <a:gd name="connsiteX761" fmla="*/ 135813 w 7467600"/>
              <a:gd name="connsiteY761" fmla="*/ 1888838 h 6858000"/>
              <a:gd name="connsiteX762" fmla="*/ 242575 w 7467600"/>
              <a:gd name="connsiteY762" fmla="*/ 1958841 h 6858000"/>
              <a:gd name="connsiteX763" fmla="*/ 82197 w 7467600"/>
              <a:gd name="connsiteY763" fmla="*/ 1754826 h 6858000"/>
              <a:gd name="connsiteX764" fmla="*/ 0 w 7467600"/>
              <a:gd name="connsiteY764" fmla="*/ 1679650 h 6858000"/>
              <a:gd name="connsiteX765" fmla="*/ 0 w 7467600"/>
              <a:gd name="connsiteY765" fmla="*/ 1602463 h 6858000"/>
              <a:gd name="connsiteX766" fmla="*/ 84689 w 7467600"/>
              <a:gd name="connsiteY766" fmla="*/ 1677442 h 6858000"/>
              <a:gd name="connsiteX767" fmla="*/ 298437 w 7467600"/>
              <a:gd name="connsiteY767" fmla="*/ 1968019 h 6858000"/>
              <a:gd name="connsiteX768" fmla="*/ 227269 w 7467600"/>
              <a:gd name="connsiteY768" fmla="*/ 1114064 h 6858000"/>
              <a:gd name="connsiteX769" fmla="*/ 248003 w 7467600"/>
              <a:gd name="connsiteY769" fmla="*/ 1089613 h 6858000"/>
              <a:gd name="connsiteX770" fmla="*/ 427020 w 7467600"/>
              <a:gd name="connsiteY770" fmla="*/ 1619803 h 6858000"/>
              <a:gd name="connsiteX771" fmla="*/ 340345 w 7467600"/>
              <a:gd name="connsiteY771" fmla="*/ 2027739 h 6858000"/>
              <a:gd name="connsiteX772" fmla="*/ 360865 w 7467600"/>
              <a:gd name="connsiteY772" fmla="*/ 2044827 h 6858000"/>
              <a:gd name="connsiteX773" fmla="*/ 560414 w 7467600"/>
              <a:gd name="connsiteY773" fmla="*/ 2421457 h 6858000"/>
              <a:gd name="connsiteX774" fmla="*/ 1359703 w 7467600"/>
              <a:gd name="connsiteY774" fmla="*/ 2578554 h 6858000"/>
              <a:gd name="connsiteX775" fmla="*/ 1359422 w 7467600"/>
              <a:gd name="connsiteY775" fmla="*/ 2577994 h 6858000"/>
              <a:gd name="connsiteX776" fmla="*/ 828701 w 7467600"/>
              <a:gd name="connsiteY776" fmla="*/ 1839520 h 6858000"/>
              <a:gd name="connsiteX777" fmla="*/ 494427 w 7467600"/>
              <a:gd name="connsiteY777" fmla="*/ 1092333 h 6858000"/>
              <a:gd name="connsiteX778" fmla="*/ 506322 w 7467600"/>
              <a:gd name="connsiteY778" fmla="*/ 1020997 h 6858000"/>
              <a:gd name="connsiteX779" fmla="*/ 4570198 w 7467600"/>
              <a:gd name="connsiteY779" fmla="*/ 978081 h 6858000"/>
              <a:gd name="connsiteX780" fmla="*/ 4523691 w 7467600"/>
              <a:gd name="connsiteY780" fmla="*/ 1127776 h 6858000"/>
              <a:gd name="connsiteX781" fmla="*/ 4509875 w 7467600"/>
              <a:gd name="connsiteY781" fmla="*/ 1167552 h 6858000"/>
              <a:gd name="connsiteX782" fmla="*/ 4478168 w 7467600"/>
              <a:gd name="connsiteY782" fmla="*/ 1260735 h 6858000"/>
              <a:gd name="connsiteX783" fmla="*/ 4409309 w 7467600"/>
              <a:gd name="connsiteY783" fmla="*/ 1666996 h 6858000"/>
              <a:gd name="connsiteX784" fmla="*/ 4370031 w 7467600"/>
              <a:gd name="connsiteY784" fmla="*/ 1955666 h 6858000"/>
              <a:gd name="connsiteX785" fmla="*/ 4570198 w 7467600"/>
              <a:gd name="connsiteY785" fmla="*/ 978081 h 6858000"/>
              <a:gd name="connsiteX786" fmla="*/ 4557898 w 7467600"/>
              <a:gd name="connsiteY786" fmla="*/ 900011 h 6858000"/>
              <a:gd name="connsiteX787" fmla="*/ 4344840 w 7467600"/>
              <a:gd name="connsiteY787" fmla="*/ 1922038 h 6858000"/>
              <a:gd name="connsiteX788" fmla="*/ 4378710 w 7467600"/>
              <a:gd name="connsiteY788" fmla="*/ 1665516 h 6858000"/>
              <a:gd name="connsiteX789" fmla="*/ 4448798 w 7467600"/>
              <a:gd name="connsiteY789" fmla="*/ 1253024 h 6858000"/>
              <a:gd name="connsiteX790" fmla="*/ 4480315 w 7467600"/>
              <a:gd name="connsiteY790" fmla="*/ 1158454 h 6858000"/>
              <a:gd name="connsiteX791" fmla="*/ 4494133 w 7467600"/>
              <a:gd name="connsiteY791" fmla="*/ 1118676 h 6858000"/>
              <a:gd name="connsiteX792" fmla="*/ 4557898 w 7467600"/>
              <a:gd name="connsiteY792" fmla="*/ 900011 h 6858000"/>
              <a:gd name="connsiteX793" fmla="*/ 5870151 w 7467600"/>
              <a:gd name="connsiteY793" fmla="*/ 898890 h 6858000"/>
              <a:gd name="connsiteX794" fmla="*/ 5861335 w 7467600"/>
              <a:gd name="connsiteY794" fmla="*/ 899177 h 6858000"/>
              <a:gd name="connsiteX795" fmla="*/ 5843702 w 7467600"/>
              <a:gd name="connsiteY795" fmla="*/ 899748 h 6858000"/>
              <a:gd name="connsiteX796" fmla="*/ 5651107 w 7467600"/>
              <a:gd name="connsiteY796" fmla="*/ 920306 h 6858000"/>
              <a:gd name="connsiteX797" fmla="*/ 5459407 w 7467600"/>
              <a:gd name="connsiteY797" fmla="*/ 940975 h 6858000"/>
              <a:gd name="connsiteX798" fmla="*/ 5374846 w 7467600"/>
              <a:gd name="connsiteY798" fmla="*/ 941988 h 6858000"/>
              <a:gd name="connsiteX799" fmla="*/ 5256105 w 7467600"/>
              <a:gd name="connsiteY799" fmla="*/ 945632 h 6858000"/>
              <a:gd name="connsiteX800" fmla="*/ 5107071 w 7467600"/>
              <a:gd name="connsiteY800" fmla="*/ 969720 h 6858000"/>
              <a:gd name="connsiteX801" fmla="*/ 4998681 w 7467600"/>
              <a:gd name="connsiteY801" fmla="*/ 988771 h 6858000"/>
              <a:gd name="connsiteX802" fmla="*/ 5870151 w 7467600"/>
              <a:gd name="connsiteY802" fmla="*/ 898890 h 6858000"/>
              <a:gd name="connsiteX803" fmla="*/ 5504425 w 7467600"/>
              <a:gd name="connsiteY803" fmla="*/ 848067 h 6858000"/>
              <a:gd name="connsiteX804" fmla="*/ 4968849 w 7467600"/>
              <a:gd name="connsiteY804" fmla="*/ 962318 h 6858000"/>
              <a:gd name="connsiteX805" fmla="*/ 5104039 w 7467600"/>
              <a:gd name="connsiteY805" fmla="*/ 940634 h 6858000"/>
              <a:gd name="connsiteX806" fmla="*/ 5256311 w 7467600"/>
              <a:gd name="connsiteY806" fmla="*/ 916490 h 6858000"/>
              <a:gd name="connsiteX807" fmla="*/ 5377381 w 7467600"/>
              <a:gd name="connsiteY807" fmla="*/ 912671 h 6858000"/>
              <a:gd name="connsiteX808" fmla="*/ 5460148 w 7467600"/>
              <a:gd name="connsiteY808" fmla="*/ 911442 h 6858000"/>
              <a:gd name="connsiteX809" fmla="*/ 5648971 w 7467600"/>
              <a:gd name="connsiteY809" fmla="*/ 891331 h 6858000"/>
              <a:gd name="connsiteX810" fmla="*/ 5844807 w 7467600"/>
              <a:gd name="connsiteY810" fmla="*/ 870718 h 6858000"/>
              <a:gd name="connsiteX811" fmla="*/ 5862975 w 7467600"/>
              <a:gd name="connsiteY811" fmla="*/ 869756 h 6858000"/>
              <a:gd name="connsiteX812" fmla="*/ 5920887 w 7467600"/>
              <a:gd name="connsiteY812" fmla="*/ 865929 h 6858000"/>
              <a:gd name="connsiteX813" fmla="*/ 5504425 w 7467600"/>
              <a:gd name="connsiteY813" fmla="*/ 848067 h 6858000"/>
              <a:gd name="connsiteX814" fmla="*/ 3607114 w 7467600"/>
              <a:gd name="connsiteY814" fmla="*/ 467441 h 6858000"/>
              <a:gd name="connsiteX815" fmla="*/ 3296242 w 7467600"/>
              <a:gd name="connsiteY815" fmla="*/ 807991 h 6858000"/>
              <a:gd name="connsiteX816" fmla="*/ 3174674 w 7467600"/>
              <a:gd name="connsiteY816" fmla="*/ 919759 h 6858000"/>
              <a:gd name="connsiteX817" fmla="*/ 3042978 w 7467600"/>
              <a:gd name="connsiteY817" fmla="*/ 1054894 h 6858000"/>
              <a:gd name="connsiteX818" fmla="*/ 2968914 w 7467600"/>
              <a:gd name="connsiteY818" fmla="*/ 1133756 h 6858000"/>
              <a:gd name="connsiteX819" fmla="*/ 3103823 w 7467600"/>
              <a:gd name="connsiteY819" fmla="*/ 1026814 h 6858000"/>
              <a:gd name="connsiteX820" fmla="*/ 3607114 w 7467600"/>
              <a:gd name="connsiteY820" fmla="*/ 467441 h 6858000"/>
              <a:gd name="connsiteX821" fmla="*/ 3744487 w 7467600"/>
              <a:gd name="connsiteY821" fmla="*/ 383136 h 6858000"/>
              <a:gd name="connsiteX822" fmla="*/ 3970213 w 7467600"/>
              <a:gd name="connsiteY822" fmla="*/ 995559 h 6858000"/>
              <a:gd name="connsiteX823" fmla="*/ 3744487 w 7467600"/>
              <a:gd name="connsiteY823" fmla="*/ 383136 h 6858000"/>
              <a:gd name="connsiteX824" fmla="*/ 3624562 w 7467600"/>
              <a:gd name="connsiteY824" fmla="*/ 367041 h 6858000"/>
              <a:gd name="connsiteX825" fmla="*/ 3489712 w 7467600"/>
              <a:gd name="connsiteY825" fmla="*/ 485386 h 6858000"/>
              <a:gd name="connsiteX826" fmla="*/ 3182994 w 7467600"/>
              <a:gd name="connsiteY826" fmla="*/ 828265 h 6858000"/>
              <a:gd name="connsiteX827" fmla="*/ 2892114 w 7467600"/>
              <a:gd name="connsiteY827" fmla="*/ 1172635 h 6858000"/>
              <a:gd name="connsiteX828" fmla="*/ 3021459 w 7467600"/>
              <a:gd name="connsiteY828" fmla="*/ 1035385 h 6858000"/>
              <a:gd name="connsiteX829" fmla="*/ 3153873 w 7467600"/>
              <a:gd name="connsiteY829" fmla="*/ 898971 h 6858000"/>
              <a:gd name="connsiteX830" fmla="*/ 3276511 w 7467600"/>
              <a:gd name="connsiteY830" fmla="*/ 786423 h 6858000"/>
              <a:gd name="connsiteX831" fmla="*/ 3584154 w 7467600"/>
              <a:gd name="connsiteY831" fmla="*/ 448218 h 6858000"/>
              <a:gd name="connsiteX832" fmla="*/ 3624562 w 7467600"/>
              <a:gd name="connsiteY832" fmla="*/ 367041 h 6858000"/>
              <a:gd name="connsiteX833" fmla="*/ 3766672 w 7467600"/>
              <a:gd name="connsiteY833" fmla="*/ 359429 h 6858000"/>
              <a:gd name="connsiteX834" fmla="*/ 3996338 w 7467600"/>
              <a:gd name="connsiteY834" fmla="*/ 968237 h 6858000"/>
              <a:gd name="connsiteX835" fmla="*/ 3766672 w 7467600"/>
              <a:gd name="connsiteY835" fmla="*/ 359429 h 6858000"/>
              <a:gd name="connsiteX836" fmla="*/ 5805386 w 7467600"/>
              <a:gd name="connsiteY836" fmla="*/ 239240 h 6858000"/>
              <a:gd name="connsiteX837" fmla="*/ 5736947 w 7467600"/>
              <a:gd name="connsiteY837" fmla="*/ 261367 h 6858000"/>
              <a:gd name="connsiteX838" fmla="*/ 5427012 w 7467600"/>
              <a:gd name="connsiteY838" fmla="*/ 311272 h 6858000"/>
              <a:gd name="connsiteX839" fmla="*/ 5147818 w 7467600"/>
              <a:gd name="connsiteY839" fmla="*/ 322112 h 6858000"/>
              <a:gd name="connsiteX840" fmla="*/ 5060854 w 7467600"/>
              <a:gd name="connsiteY840" fmla="*/ 311882 h 6858000"/>
              <a:gd name="connsiteX841" fmla="*/ 4945989 w 7467600"/>
              <a:gd name="connsiteY841" fmla="*/ 300516 h 6858000"/>
              <a:gd name="connsiteX842" fmla="*/ 5410479 w 7467600"/>
              <a:gd name="connsiteY842" fmla="*/ 348434 h 6858000"/>
              <a:gd name="connsiteX843" fmla="*/ 5805386 w 7467600"/>
              <a:gd name="connsiteY843" fmla="*/ 239240 h 6858000"/>
              <a:gd name="connsiteX844" fmla="*/ 5905192 w 7467600"/>
              <a:gd name="connsiteY844" fmla="*/ 163079 h 6858000"/>
              <a:gd name="connsiteX845" fmla="*/ 5865655 w 7467600"/>
              <a:gd name="connsiteY845" fmla="*/ 171901 h 6858000"/>
              <a:gd name="connsiteX846" fmla="*/ 5259740 w 7467600"/>
              <a:gd name="connsiteY846" fmla="*/ 257013 h 6858000"/>
              <a:gd name="connsiteX847" fmla="*/ 5208466 w 7467600"/>
              <a:gd name="connsiteY847" fmla="*/ 257550 h 6858000"/>
              <a:gd name="connsiteX848" fmla="*/ 4980204 w 7467600"/>
              <a:gd name="connsiteY848" fmla="*/ 271903 h 6858000"/>
              <a:gd name="connsiteX849" fmla="*/ 5068068 w 7467600"/>
              <a:gd name="connsiteY849" fmla="*/ 282244 h 6858000"/>
              <a:gd name="connsiteX850" fmla="*/ 5153231 w 7467600"/>
              <a:gd name="connsiteY850" fmla="*/ 292240 h 6858000"/>
              <a:gd name="connsiteX851" fmla="*/ 5426491 w 7467600"/>
              <a:gd name="connsiteY851" fmla="*/ 281128 h 6858000"/>
              <a:gd name="connsiteX852" fmla="*/ 5731212 w 7467600"/>
              <a:gd name="connsiteY852" fmla="*/ 231951 h 6858000"/>
              <a:gd name="connsiteX853" fmla="*/ 5905192 w 7467600"/>
              <a:gd name="connsiteY853" fmla="*/ 163079 h 6858000"/>
              <a:gd name="connsiteX854" fmla="*/ 5944437 w 7467600"/>
              <a:gd name="connsiteY854" fmla="*/ 113829 h 6858000"/>
              <a:gd name="connsiteX855" fmla="*/ 5825032 w 7467600"/>
              <a:gd name="connsiteY855" fmla="*/ 146405 h 6858000"/>
              <a:gd name="connsiteX856" fmla="*/ 4955599 w 7467600"/>
              <a:gd name="connsiteY856" fmla="*/ 247008 h 6858000"/>
              <a:gd name="connsiteX857" fmla="*/ 5210104 w 7467600"/>
              <a:gd name="connsiteY857" fmla="*/ 228123 h 6858000"/>
              <a:gd name="connsiteX858" fmla="*/ 5261015 w 7467600"/>
              <a:gd name="connsiteY858" fmla="*/ 227087 h 6858000"/>
              <a:gd name="connsiteX859" fmla="*/ 5861181 w 7467600"/>
              <a:gd name="connsiteY859" fmla="*/ 143093 h 6858000"/>
              <a:gd name="connsiteX860" fmla="*/ 5961252 w 7467600"/>
              <a:gd name="connsiteY860" fmla="*/ 114820 h 6858000"/>
              <a:gd name="connsiteX861" fmla="*/ 5944437 w 7467600"/>
              <a:gd name="connsiteY861" fmla="*/ 113829 h 6858000"/>
              <a:gd name="connsiteX862" fmla="*/ 3882765 w 7467600"/>
              <a:gd name="connsiteY862" fmla="*/ 0 h 6858000"/>
              <a:gd name="connsiteX863" fmla="*/ 3995099 w 7467600"/>
              <a:gd name="connsiteY863" fmla="*/ 0 h 6858000"/>
              <a:gd name="connsiteX864" fmla="*/ 4163818 w 7467600"/>
              <a:gd name="connsiteY864" fmla="*/ 234104 h 6858000"/>
              <a:gd name="connsiteX865" fmla="*/ 4172099 w 7467600"/>
              <a:gd name="connsiteY865" fmla="*/ 234207 h 6858000"/>
              <a:gd name="connsiteX866" fmla="*/ 4784282 w 7467600"/>
              <a:gd name="connsiteY866" fmla="*/ 276561 h 6858000"/>
              <a:gd name="connsiteX867" fmla="*/ 4801687 w 7467600"/>
              <a:gd name="connsiteY867" fmla="*/ 267764 h 6858000"/>
              <a:gd name="connsiteX868" fmla="*/ 6082788 w 7467600"/>
              <a:gd name="connsiteY868" fmla="*/ 64119 h 6858000"/>
              <a:gd name="connsiteX869" fmla="*/ 6099442 w 7467600"/>
              <a:gd name="connsiteY869" fmla="*/ 82568 h 6858000"/>
              <a:gd name="connsiteX870" fmla="*/ 4804137 w 7467600"/>
              <a:gd name="connsiteY870" fmla="*/ 320931 h 6858000"/>
              <a:gd name="connsiteX871" fmla="*/ 4227047 w 7467600"/>
              <a:gd name="connsiteY871" fmla="*/ 313415 h 6858000"/>
              <a:gd name="connsiteX872" fmla="*/ 4346041 w 7467600"/>
              <a:gd name="connsiteY872" fmla="*/ 456086 h 6858000"/>
              <a:gd name="connsiteX873" fmla="*/ 4870967 w 7467600"/>
              <a:gd name="connsiteY873" fmla="*/ 963061 h 6858000"/>
              <a:gd name="connsiteX874" fmla="*/ 4889647 w 7467600"/>
              <a:gd name="connsiteY874" fmla="*/ 957147 h 6858000"/>
              <a:gd name="connsiteX875" fmla="*/ 5422504 w 7467600"/>
              <a:gd name="connsiteY875" fmla="*/ 805191 h 6858000"/>
              <a:gd name="connsiteX876" fmla="*/ 6087656 w 7467600"/>
              <a:gd name="connsiteY876" fmla="*/ 826703 h 6858000"/>
              <a:gd name="connsiteX877" fmla="*/ 6058717 w 7467600"/>
              <a:gd name="connsiteY877" fmla="*/ 865992 h 6858000"/>
              <a:gd name="connsiteX878" fmla="*/ 4974153 w 7467600"/>
              <a:gd name="connsiteY878" fmla="*/ 1045456 h 6858000"/>
              <a:gd name="connsiteX879" fmla="*/ 5627835 w 7467600"/>
              <a:gd name="connsiteY879" fmla="*/ 1472077 h 6858000"/>
              <a:gd name="connsiteX880" fmla="*/ 5629817 w 7467600"/>
              <a:gd name="connsiteY880" fmla="*/ 1471412 h 6858000"/>
              <a:gd name="connsiteX881" fmla="*/ 5634124 w 7467600"/>
              <a:gd name="connsiteY881" fmla="*/ 1470572 h 6858000"/>
              <a:gd name="connsiteX882" fmla="*/ 5755832 w 7467600"/>
              <a:gd name="connsiteY882" fmla="*/ 1383886 h 6858000"/>
              <a:gd name="connsiteX883" fmla="*/ 6014186 w 7467600"/>
              <a:gd name="connsiteY883" fmla="*/ 1279799 h 6858000"/>
              <a:gd name="connsiteX884" fmla="*/ 6901619 w 7467600"/>
              <a:gd name="connsiteY884" fmla="*/ 1047874 h 6858000"/>
              <a:gd name="connsiteX885" fmla="*/ 6931566 w 7467600"/>
              <a:gd name="connsiteY885" fmla="*/ 1062034 h 6858000"/>
              <a:gd name="connsiteX886" fmla="*/ 5790982 w 7467600"/>
              <a:gd name="connsiteY886" fmla="*/ 1561380 h 6858000"/>
              <a:gd name="connsiteX887" fmla="*/ 6188971 w 7467600"/>
              <a:gd name="connsiteY887" fmla="*/ 1755168 h 6858000"/>
              <a:gd name="connsiteX888" fmla="*/ 6202446 w 7467600"/>
              <a:gd name="connsiteY888" fmla="*/ 1752268 h 6858000"/>
              <a:gd name="connsiteX889" fmla="*/ 7179560 w 7467600"/>
              <a:gd name="connsiteY889" fmla="*/ 1467551 h 6858000"/>
              <a:gd name="connsiteX890" fmla="*/ 7158730 w 7467600"/>
              <a:gd name="connsiteY890" fmla="*/ 1507835 h 6858000"/>
              <a:gd name="connsiteX891" fmla="*/ 6326959 w 7467600"/>
              <a:gd name="connsiteY891" fmla="*/ 1817686 h 6858000"/>
              <a:gd name="connsiteX892" fmla="*/ 6537433 w 7467600"/>
              <a:gd name="connsiteY892" fmla="*/ 1907790 h 6858000"/>
              <a:gd name="connsiteX893" fmla="*/ 6550221 w 7467600"/>
              <a:gd name="connsiteY893" fmla="*/ 1910729 h 6858000"/>
              <a:gd name="connsiteX894" fmla="*/ 6964438 w 7467600"/>
              <a:gd name="connsiteY894" fmla="*/ 2209505 h 6858000"/>
              <a:gd name="connsiteX895" fmla="*/ 7367862 w 7467600"/>
              <a:gd name="connsiteY895" fmla="*/ 2806833 h 6858000"/>
              <a:gd name="connsiteX896" fmla="*/ 7364329 w 7467600"/>
              <a:gd name="connsiteY896" fmla="*/ 2826907 h 6858000"/>
              <a:gd name="connsiteX897" fmla="*/ 7290545 w 7467600"/>
              <a:gd name="connsiteY897" fmla="*/ 2850663 h 6858000"/>
              <a:gd name="connsiteX898" fmla="*/ 6472036 w 7467600"/>
              <a:gd name="connsiteY898" fmla="*/ 1959003 h 6858000"/>
              <a:gd name="connsiteX899" fmla="*/ 5792897 w 7467600"/>
              <a:gd name="connsiteY899" fmla="*/ 1647747 h 6858000"/>
              <a:gd name="connsiteX900" fmla="*/ 5842751 w 7467600"/>
              <a:gd name="connsiteY900" fmla="*/ 1816112 h 6858000"/>
              <a:gd name="connsiteX901" fmla="*/ 5847424 w 7467600"/>
              <a:gd name="connsiteY901" fmla="*/ 1815776 h 6858000"/>
              <a:gd name="connsiteX902" fmla="*/ 6399821 w 7467600"/>
              <a:gd name="connsiteY902" fmla="*/ 2344799 h 6858000"/>
              <a:gd name="connsiteX903" fmla="*/ 6323232 w 7467600"/>
              <a:gd name="connsiteY903" fmla="*/ 2389634 h 6858000"/>
              <a:gd name="connsiteX904" fmla="*/ 5942958 w 7467600"/>
              <a:gd name="connsiteY904" fmla="*/ 2077708 h 6858000"/>
              <a:gd name="connsiteX905" fmla="*/ 5921559 w 7467600"/>
              <a:gd name="connsiteY905" fmla="*/ 2378596 h 6858000"/>
              <a:gd name="connsiteX906" fmla="*/ 5817651 w 7467600"/>
              <a:gd name="connsiteY906" fmla="*/ 3023919 h 6858000"/>
              <a:gd name="connsiteX907" fmla="*/ 5729634 w 7467600"/>
              <a:gd name="connsiteY907" fmla="*/ 3051849 h 6858000"/>
              <a:gd name="connsiteX908" fmla="*/ 5611018 w 7467600"/>
              <a:gd name="connsiteY908" fmla="*/ 2316769 h 6858000"/>
              <a:gd name="connsiteX909" fmla="*/ 5687608 w 7467600"/>
              <a:gd name="connsiteY909" fmla="*/ 2039972 h 6858000"/>
              <a:gd name="connsiteX910" fmla="*/ 5657554 w 7467600"/>
              <a:gd name="connsiteY910" fmla="*/ 1576445 h 6858000"/>
              <a:gd name="connsiteX911" fmla="*/ 5150475 w 7467600"/>
              <a:gd name="connsiteY911" fmla="*/ 1274012 h 6858000"/>
              <a:gd name="connsiteX912" fmla="*/ 5349142 w 7467600"/>
              <a:gd name="connsiteY912" fmla="*/ 2204405 h 6858000"/>
              <a:gd name="connsiteX913" fmla="*/ 5262214 w 7467600"/>
              <a:gd name="connsiteY913" fmla="*/ 2233836 h 6858000"/>
              <a:gd name="connsiteX914" fmla="*/ 4981539 w 7467600"/>
              <a:gd name="connsiteY914" fmla="*/ 1542201 h 6858000"/>
              <a:gd name="connsiteX915" fmla="*/ 4958461 w 7467600"/>
              <a:gd name="connsiteY915" fmla="*/ 1136957 h 6858000"/>
              <a:gd name="connsiteX916" fmla="*/ 4655015 w 7467600"/>
              <a:gd name="connsiteY916" fmla="*/ 891426 h 6858000"/>
              <a:gd name="connsiteX917" fmla="*/ 4348002 w 7467600"/>
              <a:gd name="connsiteY917" fmla="*/ 2205895 h 6858000"/>
              <a:gd name="connsiteX918" fmla="*/ 4262250 w 7467600"/>
              <a:gd name="connsiteY918" fmla="*/ 2219972 h 6858000"/>
              <a:gd name="connsiteX919" fmla="*/ 4550611 w 7467600"/>
              <a:gd name="connsiteY919" fmla="*/ 817540 h 6858000"/>
              <a:gd name="connsiteX920" fmla="*/ 4564418 w 7467600"/>
              <a:gd name="connsiteY920" fmla="*/ 808293 h 6858000"/>
              <a:gd name="connsiteX921" fmla="*/ 4266388 w 7467600"/>
              <a:gd name="connsiteY921" fmla="*/ 500083 h 6858000"/>
              <a:gd name="connsiteX922" fmla="*/ 4032842 w 7467600"/>
              <a:gd name="connsiteY922" fmla="*/ 211809 h 6858000"/>
              <a:gd name="connsiteX923" fmla="*/ 3882765 w 7467600"/>
              <a:gd name="connsiteY923" fmla="*/ 0 h 6858000"/>
              <a:gd name="connsiteX924" fmla="*/ 3721337 w 7467600"/>
              <a:gd name="connsiteY924" fmla="*/ 0 h 6858000"/>
              <a:gd name="connsiteX925" fmla="*/ 3797544 w 7467600"/>
              <a:gd name="connsiteY925" fmla="*/ 0 h 6858000"/>
              <a:gd name="connsiteX926" fmla="*/ 3775734 w 7467600"/>
              <a:gd name="connsiteY926" fmla="*/ 95131 h 6858000"/>
              <a:gd name="connsiteX927" fmla="*/ 3724807 w 7467600"/>
              <a:gd name="connsiteY927" fmla="*/ 272257 h 6858000"/>
              <a:gd name="connsiteX928" fmla="*/ 3726844 w 7467600"/>
              <a:gd name="connsiteY928" fmla="*/ 282988 h 6858000"/>
              <a:gd name="connsiteX929" fmla="*/ 3742664 w 7467600"/>
              <a:gd name="connsiteY929" fmla="*/ 279918 h 6858000"/>
              <a:gd name="connsiteX930" fmla="*/ 4103910 w 7467600"/>
              <a:gd name="connsiteY930" fmla="*/ 1161917 h 6858000"/>
              <a:gd name="connsiteX931" fmla="*/ 4020269 w 7467600"/>
              <a:gd name="connsiteY931" fmla="*/ 1200406 h 6858000"/>
              <a:gd name="connsiteX932" fmla="*/ 3674882 w 7467600"/>
              <a:gd name="connsiteY932" fmla="*/ 488524 h 6858000"/>
              <a:gd name="connsiteX933" fmla="*/ 3132682 w 7467600"/>
              <a:gd name="connsiteY933" fmla="*/ 1072284 h 6858000"/>
              <a:gd name="connsiteX934" fmla="*/ 2716346 w 7467600"/>
              <a:gd name="connsiteY934" fmla="*/ 1276376 h 6858000"/>
              <a:gd name="connsiteX935" fmla="*/ 2716772 w 7467600"/>
              <a:gd name="connsiteY935" fmla="*/ 1255462 h 6858000"/>
              <a:gd name="connsiteX936" fmla="*/ 3471096 w 7467600"/>
              <a:gd name="connsiteY936" fmla="*/ 437072 h 6858000"/>
              <a:gd name="connsiteX937" fmla="*/ 3639057 w 7467600"/>
              <a:gd name="connsiteY937" fmla="*/ 286334 h 6858000"/>
              <a:gd name="connsiteX938" fmla="*/ 3640309 w 7467600"/>
              <a:gd name="connsiteY938" fmla="*/ 284664 h 6858000"/>
              <a:gd name="connsiteX939" fmla="*/ 3646022 w 7467600"/>
              <a:gd name="connsiteY939" fmla="*/ 276711 h 6858000"/>
              <a:gd name="connsiteX940" fmla="*/ 3707943 w 7467600"/>
              <a:gd name="connsiteY940" fmla="*/ 65958 h 6858000"/>
              <a:gd name="connsiteX941" fmla="*/ 3721337 w 7467600"/>
              <a:gd name="connsiteY941" fmla="*/ 0 h 6858000"/>
              <a:gd name="connsiteX942" fmla="*/ 2867960 w 7467600"/>
              <a:gd name="connsiteY942" fmla="*/ 0 h 6858000"/>
              <a:gd name="connsiteX943" fmla="*/ 2926351 w 7467600"/>
              <a:gd name="connsiteY943" fmla="*/ 0 h 6858000"/>
              <a:gd name="connsiteX944" fmla="*/ 2902823 w 7467600"/>
              <a:gd name="connsiteY944" fmla="*/ 262929 h 6858000"/>
              <a:gd name="connsiteX945" fmla="*/ 2940663 w 7467600"/>
              <a:gd name="connsiteY945" fmla="*/ 140884 h 6858000"/>
              <a:gd name="connsiteX946" fmla="*/ 2947039 w 7467600"/>
              <a:gd name="connsiteY946" fmla="*/ 122524 h 6858000"/>
              <a:gd name="connsiteX947" fmla="*/ 2984316 w 7467600"/>
              <a:gd name="connsiteY947" fmla="*/ 0 h 6858000"/>
              <a:gd name="connsiteX948" fmla="*/ 3016114 w 7467600"/>
              <a:gd name="connsiteY948" fmla="*/ 0 h 6858000"/>
              <a:gd name="connsiteX949" fmla="*/ 2979949 w 7467600"/>
              <a:gd name="connsiteY949" fmla="*/ 119274 h 6858000"/>
              <a:gd name="connsiteX950" fmla="*/ 3023879 w 7467600"/>
              <a:gd name="connsiteY950" fmla="*/ 0 h 6858000"/>
              <a:gd name="connsiteX951" fmla="*/ 3105400 w 7467600"/>
              <a:gd name="connsiteY951" fmla="*/ 0 h 6858000"/>
              <a:gd name="connsiteX952" fmla="*/ 3094669 w 7467600"/>
              <a:gd name="connsiteY952" fmla="*/ 30308 h 6858000"/>
              <a:gd name="connsiteX953" fmla="*/ 2901945 w 7467600"/>
              <a:gd name="connsiteY953" fmla="*/ 466538 h 6858000"/>
              <a:gd name="connsiteX954" fmla="*/ 2815209 w 7467600"/>
              <a:gd name="connsiteY954" fmla="*/ 497361 h 6858000"/>
              <a:gd name="connsiteX955" fmla="*/ 2844845 w 7467600"/>
              <a:gd name="connsiteY955" fmla="*/ 127638 h 6858000"/>
              <a:gd name="connsiteX956" fmla="*/ 2867960 w 7467600"/>
              <a:gd name="connsiteY956" fmla="*/ 0 h 6858000"/>
              <a:gd name="connsiteX957" fmla="*/ 1057230 w 7467600"/>
              <a:gd name="connsiteY957" fmla="*/ 0 h 6858000"/>
              <a:gd name="connsiteX958" fmla="*/ 1111003 w 7467600"/>
              <a:gd name="connsiteY958" fmla="*/ 0 h 6858000"/>
              <a:gd name="connsiteX959" fmla="*/ 1125553 w 7467600"/>
              <a:gd name="connsiteY959" fmla="*/ 52588 h 6858000"/>
              <a:gd name="connsiteX960" fmla="*/ 1304276 w 7467600"/>
              <a:gd name="connsiteY960" fmla="*/ 476275 h 6858000"/>
              <a:gd name="connsiteX961" fmla="*/ 1492066 w 7467600"/>
              <a:gd name="connsiteY961" fmla="*/ 886333 h 6858000"/>
              <a:gd name="connsiteX962" fmla="*/ 1423698 w 7467600"/>
              <a:gd name="connsiteY962" fmla="*/ 710817 h 6858000"/>
              <a:gd name="connsiteX963" fmla="*/ 1357609 w 7467600"/>
              <a:gd name="connsiteY963" fmla="*/ 532892 h 6858000"/>
              <a:gd name="connsiteX964" fmla="*/ 1309550 w 7467600"/>
              <a:gd name="connsiteY964" fmla="*/ 374031 h 6858000"/>
              <a:gd name="connsiteX965" fmla="*/ 1193673 w 7467600"/>
              <a:gd name="connsiteY965" fmla="*/ 49533 h 6858000"/>
              <a:gd name="connsiteX966" fmla="*/ 1164391 w 7467600"/>
              <a:gd name="connsiteY966" fmla="*/ 0 h 6858000"/>
              <a:gd name="connsiteX967" fmla="*/ 1200666 w 7467600"/>
              <a:gd name="connsiteY967" fmla="*/ 0 h 6858000"/>
              <a:gd name="connsiteX968" fmla="*/ 1223408 w 7467600"/>
              <a:gd name="connsiteY968" fmla="*/ 38996 h 6858000"/>
              <a:gd name="connsiteX969" fmla="*/ 1339635 w 7467600"/>
              <a:gd name="connsiteY969" fmla="*/ 365517 h 6858000"/>
              <a:gd name="connsiteX970" fmla="*/ 1387469 w 7467600"/>
              <a:gd name="connsiteY970" fmla="*/ 523079 h 6858000"/>
              <a:gd name="connsiteX971" fmla="*/ 1452685 w 7467600"/>
              <a:gd name="connsiteY971" fmla="*/ 699806 h 6858000"/>
              <a:gd name="connsiteX972" fmla="*/ 1492092 w 7467600"/>
              <a:gd name="connsiteY972" fmla="*/ 800424 h 6858000"/>
              <a:gd name="connsiteX973" fmla="*/ 1455302 w 7467600"/>
              <a:gd name="connsiteY973" fmla="*/ 632913 h 6858000"/>
              <a:gd name="connsiteX974" fmla="*/ 1222336 w 7467600"/>
              <a:gd name="connsiteY974" fmla="*/ 9480 h 6858000"/>
              <a:gd name="connsiteX975" fmla="*/ 1214634 w 7467600"/>
              <a:gd name="connsiteY975" fmla="*/ 0 h 6858000"/>
              <a:gd name="connsiteX976" fmla="*/ 1289827 w 7467600"/>
              <a:gd name="connsiteY976" fmla="*/ 0 h 6858000"/>
              <a:gd name="connsiteX977" fmla="*/ 1321076 w 7467600"/>
              <a:gd name="connsiteY977" fmla="*/ 59722 h 6858000"/>
              <a:gd name="connsiteX978" fmla="*/ 1512579 w 7467600"/>
              <a:gd name="connsiteY978" fmla="*/ 626441 h 6858000"/>
              <a:gd name="connsiteX979" fmla="*/ 1506076 w 7467600"/>
              <a:gd name="connsiteY979" fmla="*/ 1089289 h 6858000"/>
              <a:gd name="connsiteX980" fmla="*/ 1486346 w 7467600"/>
              <a:gd name="connsiteY980" fmla="*/ 1079919 h 6858000"/>
              <a:gd name="connsiteX981" fmla="*/ 1070511 w 7467600"/>
              <a:gd name="connsiteY981" fmla="*/ 48609 h 6858000"/>
              <a:gd name="connsiteX982" fmla="*/ 1057230 w 7467600"/>
              <a:gd name="connsiteY982" fmla="*/ 0 h 6858000"/>
              <a:gd name="connsiteX983" fmla="*/ 43151 w 7467600"/>
              <a:gd name="connsiteY983" fmla="*/ 0 h 6858000"/>
              <a:gd name="connsiteX984" fmla="*/ 95283 w 7467600"/>
              <a:gd name="connsiteY984" fmla="*/ 0 h 6858000"/>
              <a:gd name="connsiteX985" fmla="*/ 300708 w 7467600"/>
              <a:gd name="connsiteY985" fmla="*/ 154571 h 6858000"/>
              <a:gd name="connsiteX986" fmla="*/ 530414 w 7467600"/>
              <a:gd name="connsiteY986" fmla="*/ 354673 h 6858000"/>
              <a:gd name="connsiteX987" fmla="*/ 333785 w 7467600"/>
              <a:gd name="connsiteY987" fmla="*/ 161564 h 6858000"/>
              <a:gd name="connsiteX988" fmla="*/ 147005 w 7467600"/>
              <a:gd name="connsiteY988" fmla="*/ 0 h 6858000"/>
              <a:gd name="connsiteX989" fmla="*/ 272509 w 7467600"/>
              <a:gd name="connsiteY989" fmla="*/ 0 h 6858000"/>
              <a:gd name="connsiteX990" fmla="*/ 326276 w 7467600"/>
              <a:gd name="connsiteY990" fmla="*/ 45847 h 6858000"/>
              <a:gd name="connsiteX991" fmla="*/ 823759 w 7467600"/>
              <a:gd name="connsiteY991" fmla="*/ 574145 h 6858000"/>
              <a:gd name="connsiteX992" fmla="*/ 811254 w 7467600"/>
              <a:gd name="connsiteY992" fmla="*/ 665546 h 6858000"/>
              <a:gd name="connsiteX993" fmla="*/ 154042 w 7467600"/>
              <a:gd name="connsiteY993" fmla="*/ 261522 h 6858000"/>
              <a:gd name="connsiteX994" fmla="*/ 13550 w 7467600"/>
              <a:gd name="connsiteY994" fmla="*/ 158423 h 6858000"/>
              <a:gd name="connsiteX995" fmla="*/ 0 w 7467600"/>
              <a:gd name="connsiteY995" fmla="*/ 146618 h 6858000"/>
              <a:gd name="connsiteX996" fmla="*/ 0 w 7467600"/>
              <a:gd name="connsiteY996" fmla="*/ 59161 h 6858000"/>
              <a:gd name="connsiteX997" fmla="*/ 45427 w 7467600"/>
              <a:gd name="connsiteY997" fmla="*/ 101078 h 6858000"/>
              <a:gd name="connsiteX998" fmla="*/ 630103 w 7467600"/>
              <a:gd name="connsiteY998" fmla="*/ 485885 h 6858000"/>
              <a:gd name="connsiteX999" fmla="*/ 532040 w 7467600"/>
              <a:gd name="connsiteY999" fmla="*/ 399359 h 6858000"/>
              <a:gd name="connsiteX1000" fmla="*/ 517618 w 7467600"/>
              <a:gd name="connsiteY1000" fmla="*/ 385726 h 6858000"/>
              <a:gd name="connsiteX1001" fmla="*/ 285074 w 7467600"/>
              <a:gd name="connsiteY1001" fmla="*/ 182755 h 6858000"/>
              <a:gd name="connsiteX1002" fmla="*/ 43151 w 7467600"/>
              <a:gd name="connsiteY1002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131946 w 7467600"/>
              <a:gd name="connsiteY127" fmla="*/ 5075653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7467600 w 7467600"/>
              <a:gd name="connsiteY137" fmla="*/ 5241225 h 6858000"/>
              <a:gd name="connsiteX138" fmla="*/ 7467600 w 7467600"/>
              <a:gd name="connsiteY138" fmla="*/ 5277736 h 6858000"/>
              <a:gd name="connsiteX139" fmla="*/ 7327465 w 7467600"/>
              <a:gd name="connsiteY139" fmla="*/ 5174181 h 6858000"/>
              <a:gd name="connsiteX140" fmla="*/ 7244057 w 7467600"/>
              <a:gd name="connsiteY140" fmla="*/ 5124233 h 6858000"/>
              <a:gd name="connsiteX141" fmla="*/ 7353035 w 7467600"/>
              <a:gd name="connsiteY141" fmla="*/ 5197318 h 6858000"/>
              <a:gd name="connsiteX142" fmla="*/ 7467600 w 7467600"/>
              <a:gd name="connsiteY142" fmla="*/ 5297634 h 6858000"/>
              <a:gd name="connsiteX143" fmla="*/ 7467600 w 7467600"/>
              <a:gd name="connsiteY143" fmla="*/ 5361850 h 6858000"/>
              <a:gd name="connsiteX144" fmla="*/ 7368569 w 7467600"/>
              <a:gd name="connsiteY144" fmla="*/ 5270182 h 6858000"/>
              <a:gd name="connsiteX145" fmla="*/ 7131946 w 7467600"/>
              <a:gd name="connsiteY145" fmla="*/ 5075653 h 6858000"/>
              <a:gd name="connsiteX146" fmla="*/ 1903353 w 7467600"/>
              <a:gd name="connsiteY146" fmla="*/ 5044827 h 6858000"/>
              <a:gd name="connsiteX147" fmla="*/ 1936931 w 7467600"/>
              <a:gd name="connsiteY147" fmla="*/ 5093954 h 6858000"/>
              <a:gd name="connsiteX148" fmla="*/ 2195868 w 7467600"/>
              <a:gd name="connsiteY148" fmla="*/ 5396574 h 6858000"/>
              <a:gd name="connsiteX149" fmla="*/ 2088852 w 7467600"/>
              <a:gd name="connsiteY149" fmla="*/ 5166123 h 6858000"/>
              <a:gd name="connsiteX150" fmla="*/ 1958241 w 7467600"/>
              <a:gd name="connsiteY150" fmla="*/ 5067955 h 6858000"/>
              <a:gd name="connsiteX151" fmla="*/ 1903353 w 7467600"/>
              <a:gd name="connsiteY151" fmla="*/ 5044827 h 6858000"/>
              <a:gd name="connsiteX152" fmla="*/ 1979378 w 7467600"/>
              <a:gd name="connsiteY152" fmla="*/ 4769504 h 6858000"/>
              <a:gd name="connsiteX153" fmla="*/ 2882120 w 7467600"/>
              <a:gd name="connsiteY153" fmla="*/ 5064547 h 6858000"/>
              <a:gd name="connsiteX154" fmla="*/ 2793103 w 7467600"/>
              <a:gd name="connsiteY154" fmla="*/ 5039699 h 6858000"/>
              <a:gd name="connsiteX155" fmla="*/ 2770041 w 7467600"/>
              <a:gd name="connsiteY155" fmla="*/ 5033634 h 6858000"/>
              <a:gd name="connsiteX156" fmla="*/ 1979378 w 7467600"/>
              <a:gd name="connsiteY156" fmla="*/ 4769504 h 6858000"/>
              <a:gd name="connsiteX157" fmla="*/ 1927410 w 7467600"/>
              <a:gd name="connsiteY157" fmla="*/ 4716164 h 6858000"/>
              <a:gd name="connsiteX158" fmla="*/ 1959587 w 7467600"/>
              <a:gd name="connsiteY158" fmla="*/ 4728849 h 6858000"/>
              <a:gd name="connsiteX159" fmla="*/ 2777707 w 7467600"/>
              <a:gd name="connsiteY159" fmla="*/ 5003991 h 6858000"/>
              <a:gd name="connsiteX160" fmla="*/ 2800768 w 7467600"/>
              <a:gd name="connsiteY160" fmla="*/ 5010056 h 6858000"/>
              <a:gd name="connsiteX161" fmla="*/ 2879408 w 7467600"/>
              <a:gd name="connsiteY161" fmla="*/ 5031590 h 6858000"/>
              <a:gd name="connsiteX162" fmla="*/ 2862295 w 7467600"/>
              <a:gd name="connsiteY162" fmla="*/ 5022958 h 6858000"/>
              <a:gd name="connsiteX163" fmla="*/ 2813343 w 7467600"/>
              <a:gd name="connsiteY163" fmla="*/ 4998369 h 6858000"/>
              <a:gd name="connsiteX164" fmla="*/ 2646245 w 7467600"/>
              <a:gd name="connsiteY164" fmla="*/ 4930999 h 6858000"/>
              <a:gd name="connsiteX165" fmla="*/ 1999243 w 7467600"/>
              <a:gd name="connsiteY165" fmla="*/ 4730524 h 6858000"/>
              <a:gd name="connsiteX166" fmla="*/ 1979527 w 7467600"/>
              <a:gd name="connsiteY166" fmla="*/ 4726651 h 6858000"/>
              <a:gd name="connsiteX167" fmla="*/ 1927410 w 7467600"/>
              <a:gd name="connsiteY167" fmla="*/ 4716164 h 6858000"/>
              <a:gd name="connsiteX168" fmla="*/ 1997014 w 7467600"/>
              <a:gd name="connsiteY168" fmla="*/ 4698007 h 6858000"/>
              <a:gd name="connsiteX169" fmla="*/ 2005458 w 7467600"/>
              <a:gd name="connsiteY169" fmla="*/ 4699540 h 6858000"/>
              <a:gd name="connsiteX170" fmla="*/ 2657186 w 7467600"/>
              <a:gd name="connsiteY170" fmla="*/ 4901687 h 6858000"/>
              <a:gd name="connsiteX171" fmla="*/ 2826662 w 7467600"/>
              <a:gd name="connsiteY171" fmla="*/ 4970362 h 6858000"/>
              <a:gd name="connsiteX172" fmla="*/ 2876100 w 7467600"/>
              <a:gd name="connsiteY172" fmla="*/ 4995397 h 6858000"/>
              <a:gd name="connsiteX173" fmla="*/ 3042600 w 7467600"/>
              <a:gd name="connsiteY173" fmla="*/ 5059532 h 6858000"/>
              <a:gd name="connsiteX174" fmla="*/ 1997014 w 7467600"/>
              <a:gd name="connsiteY174" fmla="*/ 4698007 h 6858000"/>
              <a:gd name="connsiteX175" fmla="*/ 2305292 w 7467600"/>
              <a:gd name="connsiteY175" fmla="*/ 4219492 h 6858000"/>
              <a:gd name="connsiteX176" fmla="*/ 3360922 w 7467600"/>
              <a:gd name="connsiteY176" fmla="*/ 4529373 h 6858000"/>
              <a:gd name="connsiteX177" fmla="*/ 3492420 w 7467600"/>
              <a:gd name="connsiteY177" fmla="*/ 4510145 h 6858000"/>
              <a:gd name="connsiteX178" fmla="*/ 3364086 w 7467600"/>
              <a:gd name="connsiteY178" fmla="*/ 4480340 h 6858000"/>
              <a:gd name="connsiteX179" fmla="*/ 3225818 w 7467600"/>
              <a:gd name="connsiteY179" fmla="*/ 4411822 h 6858000"/>
              <a:gd name="connsiteX180" fmla="*/ 3129696 w 7467600"/>
              <a:gd name="connsiteY180" fmla="*/ 4360704 h 6858000"/>
              <a:gd name="connsiteX181" fmla="*/ 2814545 w 7467600"/>
              <a:gd name="connsiteY181" fmla="*/ 4282955 h 6858000"/>
              <a:gd name="connsiteX182" fmla="*/ 2305292 w 7467600"/>
              <a:gd name="connsiteY182" fmla="*/ 4219492 h 6858000"/>
              <a:gd name="connsiteX183" fmla="*/ 2626982 w 7467600"/>
              <a:gd name="connsiteY183" fmla="*/ 4206450 h 6858000"/>
              <a:gd name="connsiteX184" fmla="*/ 2490617 w 7467600"/>
              <a:gd name="connsiteY184" fmla="*/ 4206951 h 6858000"/>
              <a:gd name="connsiteX185" fmla="*/ 2819869 w 7467600"/>
              <a:gd name="connsiteY185" fmla="*/ 4252936 h 6858000"/>
              <a:gd name="connsiteX186" fmla="*/ 3143018 w 7467600"/>
              <a:gd name="connsiteY186" fmla="*/ 4332698 h 6858000"/>
              <a:gd name="connsiteX187" fmla="*/ 3241520 w 7467600"/>
              <a:gd name="connsiteY187" fmla="*/ 4385112 h 6858000"/>
              <a:gd name="connsiteX188" fmla="*/ 3374575 w 7467600"/>
              <a:gd name="connsiteY188" fmla="*/ 4451517 h 6858000"/>
              <a:gd name="connsiteX189" fmla="*/ 3505221 w 7467600"/>
              <a:gd name="connsiteY189" fmla="*/ 4480757 h 6858000"/>
              <a:gd name="connsiteX190" fmla="*/ 2626982 w 7467600"/>
              <a:gd name="connsiteY190" fmla="*/ 4206450 h 6858000"/>
              <a:gd name="connsiteX191" fmla="*/ 1310106 w 7467600"/>
              <a:gd name="connsiteY191" fmla="*/ 3943217 h 6858000"/>
              <a:gd name="connsiteX192" fmla="*/ 854994 w 7467600"/>
              <a:gd name="connsiteY192" fmla="*/ 4399136 h 6858000"/>
              <a:gd name="connsiteX193" fmla="*/ 742462 w 7467600"/>
              <a:gd name="connsiteY193" fmla="*/ 4594648 h 6858000"/>
              <a:gd name="connsiteX194" fmla="*/ 820602 w 7467600"/>
              <a:gd name="connsiteY194" fmla="*/ 4485915 h 6858000"/>
              <a:gd name="connsiteX195" fmla="*/ 878295 w 7467600"/>
              <a:gd name="connsiteY195" fmla="*/ 4403594 h 6858000"/>
              <a:gd name="connsiteX196" fmla="*/ 1240607 w 7467600"/>
              <a:gd name="connsiteY196" fmla="*/ 4010401 h 6858000"/>
              <a:gd name="connsiteX197" fmla="*/ 1310106 w 7467600"/>
              <a:gd name="connsiteY197" fmla="*/ 3943217 h 6858000"/>
              <a:gd name="connsiteX198" fmla="*/ 1423113 w 7467600"/>
              <a:gd name="connsiteY198" fmla="*/ 3874565 h 6858000"/>
              <a:gd name="connsiteX199" fmla="*/ 1260565 w 7467600"/>
              <a:gd name="connsiteY199" fmla="*/ 4031982 h 6858000"/>
              <a:gd name="connsiteX200" fmla="*/ 901900 w 7467600"/>
              <a:gd name="connsiteY200" fmla="*/ 4421236 h 6858000"/>
              <a:gd name="connsiteX201" fmla="*/ 845044 w 7467600"/>
              <a:gd name="connsiteY201" fmla="*/ 4502436 h 6858000"/>
              <a:gd name="connsiteX202" fmla="*/ 685926 w 7467600"/>
              <a:gd name="connsiteY202" fmla="*/ 4703069 h 6858000"/>
              <a:gd name="connsiteX203" fmla="*/ 684248 w 7467600"/>
              <a:gd name="connsiteY203" fmla="*/ 4706721 h 6858000"/>
              <a:gd name="connsiteX204" fmla="*/ 1423113 w 7467600"/>
              <a:gd name="connsiteY204" fmla="*/ 3874565 h 6858000"/>
              <a:gd name="connsiteX205" fmla="*/ 3316479 w 7467600"/>
              <a:gd name="connsiteY205" fmla="*/ 3872136 h 6858000"/>
              <a:gd name="connsiteX206" fmla="*/ 3546806 w 7467600"/>
              <a:gd name="connsiteY206" fmla="*/ 4356139 h 6858000"/>
              <a:gd name="connsiteX207" fmla="*/ 3364433 w 7467600"/>
              <a:gd name="connsiteY207" fmla="*/ 3953121 h 6858000"/>
              <a:gd name="connsiteX208" fmla="*/ 3316479 w 7467600"/>
              <a:gd name="connsiteY208" fmla="*/ 3872136 h 6858000"/>
              <a:gd name="connsiteX209" fmla="*/ 3291335 w 7467600"/>
              <a:gd name="connsiteY209" fmla="*/ 3767420 h 6858000"/>
              <a:gd name="connsiteX210" fmla="*/ 3390805 w 7467600"/>
              <a:gd name="connsiteY210" fmla="*/ 3937163 h 6858000"/>
              <a:gd name="connsiteX211" fmla="*/ 3579062 w 7467600"/>
              <a:gd name="connsiteY211" fmla="*/ 4359040 h 6858000"/>
              <a:gd name="connsiteX212" fmla="*/ 3467355 w 7467600"/>
              <a:gd name="connsiteY212" fmla="*/ 3988130 h 6858000"/>
              <a:gd name="connsiteX213" fmla="*/ 3310753 w 7467600"/>
              <a:gd name="connsiteY213" fmla="*/ 3787140 h 6858000"/>
              <a:gd name="connsiteX214" fmla="*/ 3291335 w 7467600"/>
              <a:gd name="connsiteY214" fmla="*/ 3767420 h 6858000"/>
              <a:gd name="connsiteX215" fmla="*/ 1635889 w 7467600"/>
              <a:gd name="connsiteY215" fmla="*/ 3709494 h 6858000"/>
              <a:gd name="connsiteX216" fmla="*/ 1634800 w 7467600"/>
              <a:gd name="connsiteY216" fmla="*/ 3731111 h 6858000"/>
              <a:gd name="connsiteX217" fmla="*/ 1635889 w 7467600"/>
              <a:gd name="connsiteY217" fmla="*/ 3709494 h 6858000"/>
              <a:gd name="connsiteX218" fmla="*/ 1510397 w 7467600"/>
              <a:gd name="connsiteY218" fmla="*/ 3684705 h 6858000"/>
              <a:gd name="connsiteX219" fmla="*/ 1146550 w 7467600"/>
              <a:gd name="connsiteY219" fmla="*/ 3802012 h 6858000"/>
              <a:gd name="connsiteX220" fmla="*/ 698834 w 7467600"/>
              <a:gd name="connsiteY220" fmla="*/ 3952272 h 6858000"/>
              <a:gd name="connsiteX221" fmla="*/ 34256 w 7467600"/>
              <a:gd name="connsiteY221" fmla="*/ 4347603 h 6858000"/>
              <a:gd name="connsiteX222" fmla="*/ 527241 w 7467600"/>
              <a:gd name="connsiteY222" fmla="*/ 4065078 h 6858000"/>
              <a:gd name="connsiteX223" fmla="*/ 1510397 w 7467600"/>
              <a:gd name="connsiteY223" fmla="*/ 3684705 h 6858000"/>
              <a:gd name="connsiteX224" fmla="*/ 1313114 w 7467600"/>
              <a:gd name="connsiteY224" fmla="*/ 3655216 h 6858000"/>
              <a:gd name="connsiteX225" fmla="*/ 1109304 w 7467600"/>
              <a:gd name="connsiteY225" fmla="*/ 3669030 h 6858000"/>
              <a:gd name="connsiteX226" fmla="*/ 8129 w 7467600"/>
              <a:gd name="connsiteY226" fmla="*/ 4330519 h 6858000"/>
              <a:gd name="connsiteX227" fmla="*/ 687572 w 7467600"/>
              <a:gd name="connsiteY227" fmla="*/ 3925629 h 6858000"/>
              <a:gd name="connsiteX228" fmla="*/ 1138365 w 7467600"/>
              <a:gd name="connsiteY228" fmla="*/ 3774515 h 6858000"/>
              <a:gd name="connsiteX229" fmla="*/ 1505579 w 7467600"/>
              <a:gd name="connsiteY229" fmla="*/ 3655526 h 6858000"/>
              <a:gd name="connsiteX230" fmla="*/ 1313114 w 7467600"/>
              <a:gd name="connsiteY230" fmla="*/ 3655216 h 6858000"/>
              <a:gd name="connsiteX231" fmla="*/ 3655073 w 7467600"/>
              <a:gd name="connsiteY231" fmla="*/ 3650884 h 6858000"/>
              <a:gd name="connsiteX232" fmla="*/ 3989938 w 7467600"/>
              <a:gd name="connsiteY232" fmla="*/ 3991685 h 6858000"/>
              <a:gd name="connsiteX233" fmla="*/ 4393907 w 7467600"/>
              <a:gd name="connsiteY233" fmla="*/ 4261258 h 6858000"/>
              <a:gd name="connsiteX234" fmla="*/ 4648051 w 7467600"/>
              <a:gd name="connsiteY234" fmla="*/ 4374051 h 6858000"/>
              <a:gd name="connsiteX235" fmla="*/ 4383389 w 7467600"/>
              <a:gd name="connsiteY235" fmla="*/ 4184369 h 6858000"/>
              <a:gd name="connsiteX236" fmla="*/ 4165508 w 7467600"/>
              <a:gd name="connsiteY236" fmla="*/ 4035196 h 6858000"/>
              <a:gd name="connsiteX237" fmla="*/ 4068162 w 7467600"/>
              <a:gd name="connsiteY237" fmla="*/ 3953394 h 6858000"/>
              <a:gd name="connsiteX238" fmla="*/ 3981416 w 7467600"/>
              <a:gd name="connsiteY238" fmla="*/ 3880482 h 6858000"/>
              <a:gd name="connsiteX239" fmla="*/ 3800147 w 7467600"/>
              <a:gd name="connsiteY239" fmla="*/ 3749872 h 6858000"/>
              <a:gd name="connsiteX240" fmla="*/ 3655073 w 7467600"/>
              <a:gd name="connsiteY240" fmla="*/ 3650884 h 6858000"/>
              <a:gd name="connsiteX241" fmla="*/ 3670252 w 7467600"/>
              <a:gd name="connsiteY241" fmla="*/ 3622798 h 6858000"/>
              <a:gd name="connsiteX242" fmla="*/ 3817258 w 7467600"/>
              <a:gd name="connsiteY242" fmla="*/ 3723577 h 6858000"/>
              <a:gd name="connsiteX243" fmla="*/ 4000461 w 7467600"/>
              <a:gd name="connsiteY243" fmla="*/ 3855966 h 6858000"/>
              <a:gd name="connsiteX244" fmla="*/ 4088180 w 7467600"/>
              <a:gd name="connsiteY244" fmla="*/ 3929774 h 6858000"/>
              <a:gd name="connsiteX245" fmla="*/ 4184555 w 7467600"/>
              <a:gd name="connsiteY245" fmla="*/ 4010683 h 6858000"/>
              <a:gd name="connsiteX246" fmla="*/ 4399563 w 7467600"/>
              <a:gd name="connsiteY246" fmla="*/ 4158106 h 6858000"/>
              <a:gd name="connsiteX247" fmla="*/ 4684469 w 7467600"/>
              <a:gd name="connsiteY247" fmla="*/ 4364680 h 6858000"/>
              <a:gd name="connsiteX248" fmla="*/ 4690271 w 7467600"/>
              <a:gd name="connsiteY248" fmla="*/ 4370034 h 6858000"/>
              <a:gd name="connsiteX249" fmla="*/ 4136093 w 7467600"/>
              <a:gd name="connsiteY249" fmla="*/ 3858466 h 6858000"/>
              <a:gd name="connsiteX250" fmla="*/ 3670252 w 7467600"/>
              <a:gd name="connsiteY250" fmla="*/ 3622798 h 6858000"/>
              <a:gd name="connsiteX251" fmla="*/ 4440129 w 7467600"/>
              <a:gd name="connsiteY251" fmla="*/ 3448571 h 6858000"/>
              <a:gd name="connsiteX252" fmla="*/ 4856525 w 7467600"/>
              <a:gd name="connsiteY252" fmla="*/ 3915351 h 6858000"/>
              <a:gd name="connsiteX253" fmla="*/ 5059055 w 7467600"/>
              <a:gd name="connsiteY253" fmla="*/ 4108918 h 6858000"/>
              <a:gd name="connsiteX254" fmla="*/ 5290070 w 7467600"/>
              <a:gd name="connsiteY254" fmla="*/ 4263619 h 6858000"/>
              <a:gd name="connsiteX255" fmla="*/ 4834991 w 7467600"/>
              <a:gd name="connsiteY255" fmla="*/ 3830985 h 6858000"/>
              <a:gd name="connsiteX256" fmla="*/ 4440129 w 7467600"/>
              <a:gd name="connsiteY256" fmla="*/ 3448571 h 6858000"/>
              <a:gd name="connsiteX257" fmla="*/ 4441737 w 7467600"/>
              <a:gd name="connsiteY257" fmla="*/ 3399734 h 6858000"/>
              <a:gd name="connsiteX258" fmla="*/ 4431236 w 7467600"/>
              <a:gd name="connsiteY258" fmla="*/ 3400954 h 6858000"/>
              <a:gd name="connsiteX259" fmla="*/ 4557150 w 7467600"/>
              <a:gd name="connsiteY259" fmla="*/ 3510023 h 6858000"/>
              <a:gd name="connsiteX260" fmla="*/ 4856936 w 7467600"/>
              <a:gd name="connsiteY260" fmla="*/ 3809146 h 6858000"/>
              <a:gd name="connsiteX261" fmla="*/ 5111996 w 7467600"/>
              <a:gd name="connsiteY261" fmla="*/ 4065759 h 6858000"/>
              <a:gd name="connsiteX262" fmla="*/ 5388878 w 7467600"/>
              <a:gd name="connsiteY262" fmla="*/ 4300185 h 6858000"/>
              <a:gd name="connsiteX263" fmla="*/ 5425556 w 7467600"/>
              <a:gd name="connsiteY263" fmla="*/ 4308967 h 6858000"/>
              <a:gd name="connsiteX264" fmla="*/ 4943646 w 7467600"/>
              <a:gd name="connsiteY264" fmla="*/ 3822916 h 6858000"/>
              <a:gd name="connsiteX265" fmla="*/ 4594837 w 7467600"/>
              <a:gd name="connsiteY265" fmla="*/ 3532274 h 6858000"/>
              <a:gd name="connsiteX266" fmla="*/ 4441737 w 7467600"/>
              <a:gd name="connsiteY266" fmla="*/ 3399734 h 6858000"/>
              <a:gd name="connsiteX267" fmla="*/ 5425834 w 7467600"/>
              <a:gd name="connsiteY267" fmla="*/ 3162785 h 6858000"/>
              <a:gd name="connsiteX268" fmla="*/ 5401644 w 7467600"/>
              <a:gd name="connsiteY268" fmla="*/ 3617847 h 6858000"/>
              <a:gd name="connsiteX269" fmla="*/ 5467256 w 7467600"/>
              <a:gd name="connsiteY269" fmla="*/ 4175494 h 6858000"/>
              <a:gd name="connsiteX270" fmla="*/ 5448069 w 7467600"/>
              <a:gd name="connsiteY270" fmla="*/ 3567554 h 6858000"/>
              <a:gd name="connsiteX271" fmla="*/ 5425834 w 7467600"/>
              <a:gd name="connsiteY271" fmla="*/ 3162785 h 6858000"/>
              <a:gd name="connsiteX272" fmla="*/ 1318687 w 7467600"/>
              <a:gd name="connsiteY272" fmla="*/ 3113840 h 6858000"/>
              <a:gd name="connsiteX273" fmla="*/ 1066793 w 7467600"/>
              <a:gd name="connsiteY273" fmla="*/ 3212171 h 6858000"/>
              <a:gd name="connsiteX274" fmla="*/ 993319 w 7467600"/>
              <a:gd name="connsiteY274" fmla="*/ 3247648 h 6858000"/>
              <a:gd name="connsiteX275" fmla="*/ 853081 w 7467600"/>
              <a:gd name="connsiteY275" fmla="*/ 3312410 h 6858000"/>
              <a:gd name="connsiteX276" fmla="*/ 805957 w 7467600"/>
              <a:gd name="connsiteY276" fmla="*/ 3330443 h 6858000"/>
              <a:gd name="connsiteX277" fmla="*/ 1318687 w 7467600"/>
              <a:gd name="connsiteY277" fmla="*/ 3113840 h 6858000"/>
              <a:gd name="connsiteX278" fmla="*/ 5453702 w 7467600"/>
              <a:gd name="connsiteY278" fmla="*/ 3090882 h 6858000"/>
              <a:gd name="connsiteX279" fmla="*/ 5480135 w 7467600"/>
              <a:gd name="connsiteY279" fmla="*/ 3565802 h 6858000"/>
              <a:gd name="connsiteX280" fmla="*/ 5499023 w 7467600"/>
              <a:gd name="connsiteY280" fmla="*/ 4166310 h 6858000"/>
              <a:gd name="connsiteX281" fmla="*/ 5547022 w 7467600"/>
              <a:gd name="connsiteY281" fmla="*/ 3607838 h 6858000"/>
              <a:gd name="connsiteX282" fmla="*/ 5515964 w 7467600"/>
              <a:gd name="connsiteY282" fmla="*/ 3378541 h 6858000"/>
              <a:gd name="connsiteX283" fmla="*/ 5453702 w 7467600"/>
              <a:gd name="connsiteY283" fmla="*/ 3090882 h 6858000"/>
              <a:gd name="connsiteX284" fmla="*/ 1238695 w 7467600"/>
              <a:gd name="connsiteY284" fmla="*/ 3076820 h 6858000"/>
              <a:gd name="connsiteX285" fmla="*/ 716371 w 7467600"/>
              <a:gd name="connsiteY285" fmla="*/ 3293249 h 6858000"/>
              <a:gd name="connsiteX286" fmla="*/ 579522 w 7467600"/>
              <a:gd name="connsiteY286" fmla="*/ 3371759 h 6858000"/>
              <a:gd name="connsiteX287" fmla="*/ 600288 w 7467600"/>
              <a:gd name="connsiteY287" fmla="*/ 3365555 h 6858000"/>
              <a:gd name="connsiteX288" fmla="*/ 840692 w 7467600"/>
              <a:gd name="connsiteY288" fmla="*/ 3284921 h 6858000"/>
              <a:gd name="connsiteX289" fmla="*/ 979248 w 7467600"/>
              <a:gd name="connsiteY289" fmla="*/ 3221003 h 6858000"/>
              <a:gd name="connsiteX290" fmla="*/ 1053282 w 7467600"/>
              <a:gd name="connsiteY290" fmla="*/ 3185247 h 6858000"/>
              <a:gd name="connsiteX291" fmla="*/ 1320603 w 7467600"/>
              <a:gd name="connsiteY291" fmla="*/ 3081281 h 6858000"/>
              <a:gd name="connsiteX292" fmla="*/ 1238695 w 7467600"/>
              <a:gd name="connsiteY292" fmla="*/ 3076820 h 6858000"/>
              <a:gd name="connsiteX293" fmla="*/ 5425627 w 7467600"/>
              <a:gd name="connsiteY293" fmla="*/ 2954192 h 6858000"/>
              <a:gd name="connsiteX294" fmla="*/ 5470770 w 7467600"/>
              <a:gd name="connsiteY294" fmla="*/ 3005435 h 6858000"/>
              <a:gd name="connsiteX295" fmla="*/ 5519779 w 7467600"/>
              <a:gd name="connsiteY295" fmla="*/ 4359223 h 6858000"/>
              <a:gd name="connsiteX296" fmla="*/ 5520293 w 7467600"/>
              <a:gd name="connsiteY296" fmla="*/ 4360602 h 6858000"/>
              <a:gd name="connsiteX297" fmla="*/ 5767221 w 7467600"/>
              <a:gd name="connsiteY297" fmla="*/ 4665564 h 6858000"/>
              <a:gd name="connsiteX298" fmla="*/ 6937169 w 7467600"/>
              <a:gd name="connsiteY298" fmla="*/ 4815941 h 6858000"/>
              <a:gd name="connsiteX299" fmla="*/ 6953922 w 7467600"/>
              <a:gd name="connsiteY299" fmla="*/ 4890068 h 6858000"/>
              <a:gd name="connsiteX300" fmla="*/ 6071359 w 7467600"/>
              <a:gd name="connsiteY300" fmla="*/ 4770770 h 6858000"/>
              <a:gd name="connsiteX301" fmla="*/ 6038839 w 7467600"/>
              <a:gd name="connsiteY301" fmla="*/ 4764474 h 6858000"/>
              <a:gd name="connsiteX302" fmla="*/ 6038706 w 7467600"/>
              <a:gd name="connsiteY302" fmla="*/ 4763847 h 6858000"/>
              <a:gd name="connsiteX303" fmla="*/ 6037784 w 7467600"/>
              <a:gd name="connsiteY303" fmla="*/ 4764270 h 6858000"/>
              <a:gd name="connsiteX304" fmla="*/ 6038839 w 7467600"/>
              <a:gd name="connsiteY304" fmla="*/ 4764474 h 6858000"/>
              <a:gd name="connsiteX305" fmla="*/ 6040338 w 7467600"/>
              <a:gd name="connsiteY305" fmla="*/ 4771418 h 6858000"/>
              <a:gd name="connsiteX306" fmla="*/ 6024488 w 7467600"/>
              <a:gd name="connsiteY306" fmla="*/ 4809903 h 6858000"/>
              <a:gd name="connsiteX307" fmla="*/ 5599771 w 7467600"/>
              <a:gd name="connsiteY307" fmla="*/ 5509652 h 6858000"/>
              <a:gd name="connsiteX308" fmla="*/ 5548843 w 7467600"/>
              <a:gd name="connsiteY308" fmla="*/ 5563845 h 6858000"/>
              <a:gd name="connsiteX309" fmla="*/ 5940952 w 7467600"/>
              <a:gd name="connsiteY309" fmla="*/ 6250028 h 6858000"/>
              <a:gd name="connsiteX310" fmla="*/ 6043441 w 7467600"/>
              <a:gd name="connsiteY310" fmla="*/ 6665847 h 6858000"/>
              <a:gd name="connsiteX311" fmla="*/ 6093432 w 7467600"/>
              <a:gd name="connsiteY311" fmla="*/ 6858000 h 6858000"/>
              <a:gd name="connsiteX312" fmla="*/ 6034344 w 7467600"/>
              <a:gd name="connsiteY312" fmla="*/ 6858000 h 6858000"/>
              <a:gd name="connsiteX313" fmla="*/ 6026679 w 7467600"/>
              <a:gd name="connsiteY313" fmla="*/ 6836959 h 6858000"/>
              <a:gd name="connsiteX314" fmla="*/ 5800441 w 7467600"/>
              <a:gd name="connsiteY314" fmla="*/ 6335286 h 6858000"/>
              <a:gd name="connsiteX315" fmla="*/ 5526562 w 7467600"/>
              <a:gd name="connsiteY315" fmla="*/ 5705388 h 6858000"/>
              <a:gd name="connsiteX316" fmla="*/ 5519640 w 7467600"/>
              <a:gd name="connsiteY316" fmla="*/ 5683774 h 6858000"/>
              <a:gd name="connsiteX317" fmla="*/ 5844559 w 7467600"/>
              <a:gd name="connsiteY317" fmla="*/ 6553349 h 6858000"/>
              <a:gd name="connsiteX318" fmla="*/ 5975994 w 7467600"/>
              <a:gd name="connsiteY318" fmla="*/ 6858000 h 6858000"/>
              <a:gd name="connsiteX319" fmla="*/ 5898547 w 7467600"/>
              <a:gd name="connsiteY319" fmla="*/ 6858000 h 6858000"/>
              <a:gd name="connsiteX320" fmla="*/ 5682041 w 7467600"/>
              <a:gd name="connsiteY320" fmla="*/ 6355860 h 6858000"/>
              <a:gd name="connsiteX321" fmla="*/ 5461758 w 7467600"/>
              <a:gd name="connsiteY321" fmla="*/ 5820220 h 6858000"/>
              <a:gd name="connsiteX322" fmla="*/ 5237282 w 7467600"/>
              <a:gd name="connsiteY322" fmla="*/ 6579086 h 6858000"/>
              <a:gd name="connsiteX323" fmla="*/ 5115009 w 7467600"/>
              <a:gd name="connsiteY323" fmla="*/ 6858000 h 6858000"/>
              <a:gd name="connsiteX324" fmla="*/ 5028074 w 7467600"/>
              <a:gd name="connsiteY324" fmla="*/ 6858000 h 6858000"/>
              <a:gd name="connsiteX325" fmla="*/ 5079508 w 7467600"/>
              <a:gd name="connsiteY325" fmla="*/ 6749074 h 6858000"/>
              <a:gd name="connsiteX326" fmla="*/ 5371846 w 7467600"/>
              <a:gd name="connsiteY326" fmla="*/ 5924413 h 6858000"/>
              <a:gd name="connsiteX327" fmla="*/ 5270512 w 7467600"/>
              <a:gd name="connsiteY327" fmla="*/ 6138975 h 6858000"/>
              <a:gd name="connsiteX328" fmla="*/ 5062409 w 7467600"/>
              <a:gd name="connsiteY328" fmla="*/ 6653544 h 6858000"/>
              <a:gd name="connsiteX329" fmla="*/ 5036628 w 7467600"/>
              <a:gd name="connsiteY329" fmla="*/ 6754247 h 6858000"/>
              <a:gd name="connsiteX330" fmla="*/ 5009112 w 7467600"/>
              <a:gd name="connsiteY330" fmla="*/ 6858000 h 6858000"/>
              <a:gd name="connsiteX331" fmla="*/ 4976679 w 7467600"/>
              <a:gd name="connsiteY331" fmla="*/ 6858000 h 6858000"/>
              <a:gd name="connsiteX332" fmla="*/ 5006537 w 7467600"/>
              <a:gd name="connsiteY332" fmla="*/ 6747068 h 6858000"/>
              <a:gd name="connsiteX333" fmla="*/ 5032723 w 7467600"/>
              <a:gd name="connsiteY333" fmla="*/ 6644957 h 6858000"/>
              <a:gd name="connsiteX334" fmla="*/ 5242949 w 7467600"/>
              <a:gd name="connsiteY334" fmla="*/ 6125175 h 6858000"/>
              <a:gd name="connsiteX335" fmla="*/ 5286321 w 7467600"/>
              <a:gd name="connsiteY335" fmla="*/ 6033555 h 6858000"/>
              <a:gd name="connsiteX336" fmla="*/ 5008210 w 7467600"/>
              <a:gd name="connsiteY336" fmla="*/ 6649194 h 6858000"/>
              <a:gd name="connsiteX337" fmla="*/ 4986321 w 7467600"/>
              <a:gd name="connsiteY337" fmla="*/ 6765687 h 6858000"/>
              <a:gd name="connsiteX338" fmla="*/ 4973474 w 7467600"/>
              <a:gd name="connsiteY338" fmla="*/ 6858000 h 6858000"/>
              <a:gd name="connsiteX339" fmla="*/ 4907178 w 7467600"/>
              <a:gd name="connsiteY339" fmla="*/ 6858000 h 6858000"/>
              <a:gd name="connsiteX340" fmla="*/ 4910810 w 7467600"/>
              <a:gd name="connsiteY340" fmla="*/ 6829660 h 6858000"/>
              <a:gd name="connsiteX341" fmla="*/ 4987461 w 7467600"/>
              <a:gd name="connsiteY341" fmla="*/ 6432994 h 6858000"/>
              <a:gd name="connsiteX342" fmla="*/ 5179262 w 7467600"/>
              <a:gd name="connsiteY342" fmla="*/ 6035044 h 6858000"/>
              <a:gd name="connsiteX343" fmla="*/ 4689678 w 7467600"/>
              <a:gd name="connsiteY343" fmla="*/ 6440241 h 6858000"/>
              <a:gd name="connsiteX344" fmla="*/ 4477543 w 7467600"/>
              <a:gd name="connsiteY344" fmla="*/ 6674836 h 6858000"/>
              <a:gd name="connsiteX345" fmla="*/ 4329957 w 7467600"/>
              <a:gd name="connsiteY345" fmla="*/ 6858000 h 6858000"/>
              <a:gd name="connsiteX346" fmla="*/ 4218595 w 7467600"/>
              <a:gd name="connsiteY346" fmla="*/ 6858000 h 6858000"/>
              <a:gd name="connsiteX347" fmla="*/ 4368888 w 7467600"/>
              <a:gd name="connsiteY347" fmla="*/ 6668412 h 6858000"/>
              <a:gd name="connsiteX348" fmla="*/ 4563091 w 7467600"/>
              <a:gd name="connsiteY348" fmla="*/ 6442508 h 6858000"/>
              <a:gd name="connsiteX349" fmla="*/ 5387324 w 7467600"/>
              <a:gd name="connsiteY349" fmla="*/ 5705830 h 6858000"/>
              <a:gd name="connsiteX350" fmla="*/ 5073620 w 7467600"/>
              <a:gd name="connsiteY350" fmla="*/ 5955437 h 6858000"/>
              <a:gd name="connsiteX351" fmla="*/ 4689789 w 7467600"/>
              <a:gd name="connsiteY351" fmla="*/ 6268382 h 6858000"/>
              <a:gd name="connsiteX352" fmla="*/ 4418722 w 7467600"/>
              <a:gd name="connsiteY352" fmla="*/ 6570886 h 6858000"/>
              <a:gd name="connsiteX353" fmla="*/ 4214944 w 7467600"/>
              <a:gd name="connsiteY353" fmla="*/ 6858000 h 6858000"/>
              <a:gd name="connsiteX354" fmla="*/ 4177898 w 7467600"/>
              <a:gd name="connsiteY354" fmla="*/ 6858000 h 6858000"/>
              <a:gd name="connsiteX355" fmla="*/ 4391597 w 7467600"/>
              <a:gd name="connsiteY355" fmla="*/ 6556370 h 6858000"/>
              <a:gd name="connsiteX356" fmla="*/ 4668889 w 7467600"/>
              <a:gd name="connsiteY356" fmla="*/ 6246399 h 6858000"/>
              <a:gd name="connsiteX357" fmla="*/ 5055427 w 7467600"/>
              <a:gd name="connsiteY357" fmla="*/ 5931476 h 6858000"/>
              <a:gd name="connsiteX358" fmla="*/ 5371814 w 7467600"/>
              <a:gd name="connsiteY358" fmla="*/ 5678975 h 6858000"/>
              <a:gd name="connsiteX359" fmla="*/ 4987918 w 7467600"/>
              <a:gd name="connsiteY359" fmla="*/ 5838701 h 6858000"/>
              <a:gd name="connsiteX360" fmla="*/ 4317146 w 7467600"/>
              <a:gd name="connsiteY360" fmla="*/ 6587716 h 6858000"/>
              <a:gd name="connsiteX361" fmla="*/ 4171627 w 7467600"/>
              <a:gd name="connsiteY361" fmla="*/ 6858000 h 6858000"/>
              <a:gd name="connsiteX362" fmla="*/ 4081585 w 7467600"/>
              <a:gd name="connsiteY362" fmla="*/ 6858000 h 6858000"/>
              <a:gd name="connsiteX363" fmla="*/ 4238603 w 7467600"/>
              <a:gd name="connsiteY363" fmla="*/ 6559341 h 6858000"/>
              <a:gd name="connsiteX364" fmla="*/ 4778333 w 7467600"/>
              <a:gd name="connsiteY364" fmla="*/ 5873626 h 6858000"/>
              <a:gd name="connsiteX365" fmla="*/ 5414185 w 7467600"/>
              <a:gd name="connsiteY365" fmla="*/ 5573882 h 6858000"/>
              <a:gd name="connsiteX366" fmla="*/ 5959648 w 7467600"/>
              <a:gd name="connsiteY366" fmla="*/ 4760797 h 6858000"/>
              <a:gd name="connsiteX367" fmla="*/ 5355019 w 7467600"/>
              <a:gd name="connsiteY367" fmla="*/ 4734672 h 6858000"/>
              <a:gd name="connsiteX368" fmla="*/ 5083565 w 7467600"/>
              <a:gd name="connsiteY368" fmla="*/ 5179121 h 6858000"/>
              <a:gd name="connsiteX369" fmla="*/ 4713577 w 7467600"/>
              <a:gd name="connsiteY369" fmla="*/ 5616803 h 6858000"/>
              <a:gd name="connsiteX370" fmla="*/ 3989559 w 7467600"/>
              <a:gd name="connsiteY370" fmla="*/ 6145945 h 6858000"/>
              <a:gd name="connsiteX371" fmla="*/ 3939824 w 7467600"/>
              <a:gd name="connsiteY371" fmla="*/ 6066900 h 6858000"/>
              <a:gd name="connsiteX372" fmla="*/ 4584537 w 7467600"/>
              <a:gd name="connsiteY372" fmla="*/ 5324826 h 6858000"/>
              <a:gd name="connsiteX373" fmla="*/ 5037105 w 7467600"/>
              <a:gd name="connsiteY373" fmla="*/ 5088765 h 6858000"/>
              <a:gd name="connsiteX374" fmla="*/ 5039930 w 7467600"/>
              <a:gd name="connsiteY374" fmla="*/ 5089585 h 6858000"/>
              <a:gd name="connsiteX375" fmla="*/ 5263764 w 7467600"/>
              <a:gd name="connsiteY375" fmla="*/ 4735525 h 6858000"/>
              <a:gd name="connsiteX376" fmla="*/ 4086300 w 7467600"/>
              <a:gd name="connsiteY376" fmla="*/ 4884599 h 6858000"/>
              <a:gd name="connsiteX377" fmla="*/ 4085485 w 7467600"/>
              <a:gd name="connsiteY377" fmla="*/ 4899070 h 6858000"/>
              <a:gd name="connsiteX378" fmla="*/ 3871915 w 7467600"/>
              <a:gd name="connsiteY378" fmla="*/ 5253645 h 6858000"/>
              <a:gd name="connsiteX379" fmla="*/ 3799374 w 7467600"/>
              <a:gd name="connsiteY379" fmla="*/ 5466127 h 6858000"/>
              <a:gd name="connsiteX380" fmla="*/ 3498850 w 7467600"/>
              <a:gd name="connsiteY380" fmla="*/ 6661888 h 6858000"/>
              <a:gd name="connsiteX381" fmla="*/ 3399216 w 7467600"/>
              <a:gd name="connsiteY381" fmla="*/ 6858000 h 6858000"/>
              <a:gd name="connsiteX382" fmla="*/ 3303688 w 7467600"/>
              <a:gd name="connsiteY382" fmla="*/ 6858000 h 6858000"/>
              <a:gd name="connsiteX383" fmla="*/ 3391774 w 7467600"/>
              <a:gd name="connsiteY383" fmla="*/ 6697181 h 6858000"/>
              <a:gd name="connsiteX384" fmla="*/ 3735540 w 7467600"/>
              <a:gd name="connsiteY384" fmla="*/ 5546923 h 6858000"/>
              <a:gd name="connsiteX385" fmla="*/ 3729438 w 7467600"/>
              <a:gd name="connsiteY385" fmla="*/ 5569058 h 6858000"/>
              <a:gd name="connsiteX386" fmla="*/ 3707782 w 7467600"/>
              <a:gd name="connsiteY386" fmla="*/ 5644908 h 6858000"/>
              <a:gd name="connsiteX387" fmla="*/ 3583827 w 7467600"/>
              <a:gd name="connsiteY387" fmla="*/ 6039215 h 6858000"/>
              <a:gd name="connsiteX388" fmla="*/ 3547861 w 7467600"/>
              <a:gd name="connsiteY388" fmla="*/ 6129609 h 6858000"/>
              <a:gd name="connsiteX389" fmla="*/ 3490905 w 7467600"/>
              <a:gd name="connsiteY389" fmla="*/ 6277660 h 6858000"/>
              <a:gd name="connsiteX390" fmla="*/ 3455859 w 7467600"/>
              <a:gd name="connsiteY390" fmla="*/ 6391301 h 6858000"/>
              <a:gd name="connsiteX391" fmla="*/ 3429112 w 7467600"/>
              <a:gd name="connsiteY391" fmla="*/ 6479469 h 6858000"/>
              <a:gd name="connsiteX392" fmla="*/ 3304862 w 7467600"/>
              <a:gd name="connsiteY392" fmla="*/ 6796476 h 6858000"/>
              <a:gd name="connsiteX393" fmla="*/ 3276071 w 7467600"/>
              <a:gd name="connsiteY393" fmla="*/ 6858000 h 6858000"/>
              <a:gd name="connsiteX394" fmla="*/ 3240805 w 7467600"/>
              <a:gd name="connsiteY394" fmla="*/ 6858000 h 6858000"/>
              <a:gd name="connsiteX395" fmla="*/ 3275917 w 7467600"/>
              <a:gd name="connsiteY395" fmla="*/ 6783192 h 6858000"/>
              <a:gd name="connsiteX396" fmla="*/ 3399358 w 7467600"/>
              <a:gd name="connsiteY396" fmla="*/ 6469011 h 6858000"/>
              <a:gd name="connsiteX397" fmla="*/ 3425650 w 7467600"/>
              <a:gd name="connsiteY397" fmla="*/ 6381333 h 6858000"/>
              <a:gd name="connsiteX398" fmla="*/ 3460661 w 7467600"/>
              <a:gd name="connsiteY398" fmla="*/ 6266763 h 6858000"/>
              <a:gd name="connsiteX399" fmla="*/ 3518021 w 7467600"/>
              <a:gd name="connsiteY399" fmla="*/ 6117298 h 6858000"/>
              <a:gd name="connsiteX400" fmla="*/ 3554035 w 7467600"/>
              <a:gd name="connsiteY400" fmla="*/ 6027832 h 6858000"/>
              <a:gd name="connsiteX401" fmla="*/ 3677174 w 7467600"/>
              <a:gd name="connsiteY401" fmla="*/ 5636351 h 6858000"/>
              <a:gd name="connsiteX402" fmla="*/ 3698819 w 7467600"/>
              <a:gd name="connsiteY402" fmla="*/ 5560503 h 6858000"/>
              <a:gd name="connsiteX403" fmla="*/ 3702094 w 7467600"/>
              <a:gd name="connsiteY403" fmla="*/ 5549194 h 6858000"/>
              <a:gd name="connsiteX404" fmla="*/ 3398355 w 7467600"/>
              <a:gd name="connsiteY404" fmla="*/ 6094603 h 6858000"/>
              <a:gd name="connsiteX405" fmla="*/ 3193941 w 7467600"/>
              <a:gd name="connsiteY405" fmla="*/ 6798775 h 6858000"/>
              <a:gd name="connsiteX406" fmla="*/ 3184140 w 7467600"/>
              <a:gd name="connsiteY406" fmla="*/ 6858000 h 6858000"/>
              <a:gd name="connsiteX407" fmla="*/ 3099978 w 7467600"/>
              <a:gd name="connsiteY407" fmla="*/ 6858000 h 6858000"/>
              <a:gd name="connsiteX408" fmla="*/ 3101556 w 7467600"/>
              <a:gd name="connsiteY408" fmla="*/ 6843337 h 6858000"/>
              <a:gd name="connsiteX409" fmla="*/ 3370162 w 7467600"/>
              <a:gd name="connsiteY409" fmla="*/ 5785550 h 6858000"/>
              <a:gd name="connsiteX410" fmla="*/ 3746477 w 7467600"/>
              <a:gd name="connsiteY410" fmla="*/ 5377889 h 6858000"/>
              <a:gd name="connsiteX411" fmla="*/ 3863399 w 7467600"/>
              <a:gd name="connsiteY411" fmla="*/ 5087257 h 6858000"/>
              <a:gd name="connsiteX412" fmla="*/ 3968712 w 7467600"/>
              <a:gd name="connsiteY412" fmla="*/ 4913989 h 6858000"/>
              <a:gd name="connsiteX413" fmla="*/ 2792390 w 7467600"/>
              <a:gd name="connsiteY413" fmla="*/ 5382974 h 6858000"/>
              <a:gd name="connsiteX414" fmla="*/ 2714982 w 7467600"/>
              <a:gd name="connsiteY414" fmla="*/ 5427051 h 6858000"/>
              <a:gd name="connsiteX415" fmla="*/ 2813361 w 7467600"/>
              <a:gd name="connsiteY415" fmla="*/ 6023912 h 6858000"/>
              <a:gd name="connsiteX416" fmla="*/ 2688430 w 7467600"/>
              <a:gd name="connsiteY416" fmla="*/ 6801564 h 6858000"/>
              <a:gd name="connsiteX417" fmla="*/ 2629626 w 7467600"/>
              <a:gd name="connsiteY417" fmla="*/ 6763394 h 6858000"/>
              <a:gd name="connsiteX418" fmla="*/ 2565328 w 7467600"/>
              <a:gd name="connsiteY418" fmla="*/ 5516399 h 6858000"/>
              <a:gd name="connsiteX419" fmla="*/ 1922999 w 7467600"/>
              <a:gd name="connsiteY419" fmla="*/ 5980343 h 6858000"/>
              <a:gd name="connsiteX420" fmla="*/ 1950261 w 7467600"/>
              <a:gd name="connsiteY420" fmla="*/ 6405858 h 6858000"/>
              <a:gd name="connsiteX421" fmla="*/ 2365554 w 7467600"/>
              <a:gd name="connsiteY421" fmla="*/ 6759107 h 6858000"/>
              <a:gd name="connsiteX422" fmla="*/ 2424142 w 7467600"/>
              <a:gd name="connsiteY422" fmla="*/ 6858000 h 6858000"/>
              <a:gd name="connsiteX423" fmla="*/ 2395994 w 7467600"/>
              <a:gd name="connsiteY423" fmla="*/ 6858000 h 6858000"/>
              <a:gd name="connsiteX424" fmla="*/ 2392863 w 7467600"/>
              <a:gd name="connsiteY424" fmla="*/ 6852964 h 6858000"/>
              <a:gd name="connsiteX425" fmla="*/ 2017589 w 7467600"/>
              <a:gd name="connsiteY425" fmla="*/ 6493982 h 6858000"/>
              <a:gd name="connsiteX426" fmla="*/ 2147336 w 7467600"/>
              <a:gd name="connsiteY426" fmla="*/ 6594052 h 6858000"/>
              <a:gd name="connsiteX427" fmla="*/ 2207047 w 7467600"/>
              <a:gd name="connsiteY427" fmla="*/ 6654540 h 6858000"/>
              <a:gd name="connsiteX428" fmla="*/ 2299106 w 7467600"/>
              <a:gd name="connsiteY428" fmla="*/ 6778931 h 6858000"/>
              <a:gd name="connsiteX429" fmla="*/ 2314430 w 7467600"/>
              <a:gd name="connsiteY429" fmla="*/ 6801144 h 6858000"/>
              <a:gd name="connsiteX430" fmla="*/ 2352406 w 7467600"/>
              <a:gd name="connsiteY430" fmla="*/ 6858000 h 6858000"/>
              <a:gd name="connsiteX431" fmla="*/ 2314492 w 7467600"/>
              <a:gd name="connsiteY431" fmla="*/ 6858000 h 6858000"/>
              <a:gd name="connsiteX432" fmla="*/ 2288095 w 7467600"/>
              <a:gd name="connsiteY432" fmla="*/ 6818030 h 6858000"/>
              <a:gd name="connsiteX433" fmla="*/ 2272768 w 7467600"/>
              <a:gd name="connsiteY433" fmla="*/ 6795822 h 6858000"/>
              <a:gd name="connsiteX434" fmla="*/ 2182715 w 7467600"/>
              <a:gd name="connsiteY434" fmla="*/ 6675071 h 6858000"/>
              <a:gd name="connsiteX435" fmla="*/ 2032061 w 7467600"/>
              <a:gd name="connsiteY435" fmla="*/ 6541380 h 6858000"/>
              <a:gd name="connsiteX436" fmla="*/ 2257220 w 7467600"/>
              <a:gd name="connsiteY436" fmla="*/ 6826257 h 6858000"/>
              <a:gd name="connsiteX437" fmla="*/ 2281324 w 7467600"/>
              <a:gd name="connsiteY437" fmla="*/ 6858000 h 6858000"/>
              <a:gd name="connsiteX438" fmla="*/ 2242860 w 7467600"/>
              <a:gd name="connsiteY438" fmla="*/ 6858000 h 6858000"/>
              <a:gd name="connsiteX439" fmla="*/ 2232818 w 7467600"/>
              <a:gd name="connsiteY439" fmla="*/ 6844926 h 6858000"/>
              <a:gd name="connsiteX440" fmla="*/ 1990172 w 7467600"/>
              <a:gd name="connsiteY440" fmla="*/ 6542121 h 6858000"/>
              <a:gd name="connsiteX441" fmla="*/ 2124090 w 7467600"/>
              <a:gd name="connsiteY441" fmla="*/ 6761017 h 6858000"/>
              <a:gd name="connsiteX442" fmla="*/ 2200380 w 7467600"/>
              <a:gd name="connsiteY442" fmla="*/ 6858000 h 6858000"/>
              <a:gd name="connsiteX443" fmla="*/ 2147507 w 7467600"/>
              <a:gd name="connsiteY443" fmla="*/ 6858000 h 6858000"/>
              <a:gd name="connsiteX444" fmla="*/ 2070668 w 7467600"/>
              <a:gd name="connsiteY444" fmla="*/ 6761520 h 6858000"/>
              <a:gd name="connsiteX445" fmla="*/ 1975142 w 7467600"/>
              <a:gd name="connsiteY445" fmla="*/ 6585570 h 6858000"/>
              <a:gd name="connsiteX446" fmla="*/ 2050035 w 7467600"/>
              <a:gd name="connsiteY446" fmla="*/ 6813345 h 6858000"/>
              <a:gd name="connsiteX447" fmla="*/ 2063025 w 7467600"/>
              <a:gd name="connsiteY447" fmla="*/ 6858000 h 6858000"/>
              <a:gd name="connsiteX448" fmla="*/ 2021675 w 7467600"/>
              <a:gd name="connsiteY448" fmla="*/ 6858000 h 6858000"/>
              <a:gd name="connsiteX449" fmla="*/ 2019308 w 7467600"/>
              <a:gd name="connsiteY449" fmla="*/ 6847118 h 6858000"/>
              <a:gd name="connsiteX450" fmla="*/ 1938835 w 7467600"/>
              <a:gd name="connsiteY450" fmla="*/ 6551160 h 6858000"/>
              <a:gd name="connsiteX451" fmla="*/ 1953230 w 7467600"/>
              <a:gd name="connsiteY451" fmla="*/ 6759699 h 6858000"/>
              <a:gd name="connsiteX452" fmla="*/ 1956763 w 7467600"/>
              <a:gd name="connsiteY452" fmla="*/ 6778191 h 6858000"/>
              <a:gd name="connsiteX453" fmla="*/ 1967925 w 7467600"/>
              <a:gd name="connsiteY453" fmla="*/ 6858000 h 6858000"/>
              <a:gd name="connsiteX454" fmla="*/ 1936622 w 7467600"/>
              <a:gd name="connsiteY454" fmla="*/ 6858000 h 6858000"/>
              <a:gd name="connsiteX455" fmla="*/ 1926261 w 7467600"/>
              <a:gd name="connsiteY455" fmla="*/ 6784064 h 6858000"/>
              <a:gd name="connsiteX456" fmla="*/ 1922724 w 7467600"/>
              <a:gd name="connsiteY456" fmla="*/ 6765577 h 6858000"/>
              <a:gd name="connsiteX457" fmla="*/ 1904650 w 7467600"/>
              <a:gd name="connsiteY457" fmla="*/ 6639616 h 6858000"/>
              <a:gd name="connsiteX458" fmla="*/ 1885273 w 7467600"/>
              <a:gd name="connsiteY458" fmla="*/ 6858000 h 6858000"/>
              <a:gd name="connsiteX459" fmla="*/ 1854363 w 7467600"/>
              <a:gd name="connsiteY459" fmla="*/ 6858000 h 6858000"/>
              <a:gd name="connsiteX460" fmla="*/ 1880391 w 7467600"/>
              <a:gd name="connsiteY460" fmla="*/ 6603796 h 6858000"/>
              <a:gd name="connsiteX461" fmla="*/ 1818273 w 7467600"/>
              <a:gd name="connsiteY461" fmla="*/ 6715729 h 6858000"/>
              <a:gd name="connsiteX462" fmla="*/ 1794691 w 7467600"/>
              <a:gd name="connsiteY462" fmla="*/ 6843239 h 6858000"/>
              <a:gd name="connsiteX463" fmla="*/ 1794914 w 7467600"/>
              <a:gd name="connsiteY463" fmla="*/ 6858000 h 6858000"/>
              <a:gd name="connsiteX464" fmla="*/ 1746128 w 7467600"/>
              <a:gd name="connsiteY464" fmla="*/ 6858000 h 6858000"/>
              <a:gd name="connsiteX465" fmla="*/ 1753934 w 7467600"/>
              <a:gd name="connsiteY465" fmla="*/ 6724796 h 6858000"/>
              <a:gd name="connsiteX466" fmla="*/ 1792053 w 7467600"/>
              <a:gd name="connsiteY466" fmla="*/ 6572396 h 6858000"/>
              <a:gd name="connsiteX467" fmla="*/ 1862248 w 7467600"/>
              <a:gd name="connsiteY467" fmla="*/ 6266397 h 6858000"/>
              <a:gd name="connsiteX468" fmla="*/ 1862250 w 7467600"/>
              <a:gd name="connsiteY468" fmla="*/ 6033531 h 6858000"/>
              <a:gd name="connsiteX469" fmla="*/ 1211999 w 7467600"/>
              <a:gd name="connsiteY469" fmla="*/ 6683610 h 6858000"/>
              <a:gd name="connsiteX470" fmla="*/ 1213266 w 7467600"/>
              <a:gd name="connsiteY470" fmla="*/ 6691947 h 6858000"/>
              <a:gd name="connsiteX471" fmla="*/ 1203370 w 7467600"/>
              <a:gd name="connsiteY471" fmla="*/ 6850676 h 6858000"/>
              <a:gd name="connsiteX472" fmla="*/ 1203671 w 7467600"/>
              <a:gd name="connsiteY472" fmla="*/ 6858000 h 6858000"/>
              <a:gd name="connsiteX473" fmla="*/ 1143180 w 7467600"/>
              <a:gd name="connsiteY473" fmla="*/ 6858000 h 6858000"/>
              <a:gd name="connsiteX474" fmla="*/ 1142176 w 7467600"/>
              <a:gd name="connsiteY474" fmla="*/ 6766045 h 6858000"/>
              <a:gd name="connsiteX475" fmla="*/ 1067484 w 7467600"/>
              <a:gd name="connsiteY475" fmla="*/ 6858000 h 6858000"/>
              <a:gd name="connsiteX476" fmla="*/ 953928 w 7467600"/>
              <a:gd name="connsiteY476" fmla="*/ 6858000 h 6858000"/>
              <a:gd name="connsiteX477" fmla="*/ 959715 w 7467600"/>
              <a:gd name="connsiteY477" fmla="*/ 6850185 h 6858000"/>
              <a:gd name="connsiteX478" fmla="*/ 1483788 w 7467600"/>
              <a:gd name="connsiteY478" fmla="*/ 6259174 h 6858000"/>
              <a:gd name="connsiteX479" fmla="*/ 1100671 w 7467600"/>
              <a:gd name="connsiteY479" fmla="*/ 6252137 h 6858000"/>
              <a:gd name="connsiteX480" fmla="*/ 1090144 w 7467600"/>
              <a:gd name="connsiteY480" fmla="*/ 6256748 h 6858000"/>
              <a:gd name="connsiteX481" fmla="*/ 1095872 w 7467600"/>
              <a:gd name="connsiteY481" fmla="*/ 6271892 h 6858000"/>
              <a:gd name="connsiteX482" fmla="*/ 262785 w 7467600"/>
              <a:gd name="connsiteY482" fmla="*/ 6845450 h 6858000"/>
              <a:gd name="connsiteX483" fmla="*/ 209968 w 7467600"/>
              <a:gd name="connsiteY483" fmla="*/ 6770713 h 6858000"/>
              <a:gd name="connsiteX484" fmla="*/ 873460 w 7467600"/>
              <a:gd name="connsiteY484" fmla="*/ 6253768 h 6858000"/>
              <a:gd name="connsiteX485" fmla="*/ 192686 w 7467600"/>
              <a:gd name="connsiteY485" fmla="*/ 5849257 h 6858000"/>
              <a:gd name="connsiteX486" fmla="*/ 4696 w 7467600"/>
              <a:gd name="connsiteY486" fmla="*/ 5697668 h 6858000"/>
              <a:gd name="connsiteX487" fmla="*/ 0 w 7467600"/>
              <a:gd name="connsiteY487" fmla="*/ 5689984 h 6858000"/>
              <a:gd name="connsiteX488" fmla="*/ 0 w 7467600"/>
              <a:gd name="connsiteY488" fmla="*/ 5513472 h 6858000"/>
              <a:gd name="connsiteX489" fmla="*/ 174101 w 7467600"/>
              <a:gd name="connsiteY489" fmla="*/ 5620277 h 6858000"/>
              <a:gd name="connsiteX490" fmla="*/ 891800 w 7467600"/>
              <a:gd name="connsiteY490" fmla="*/ 6036935 h 6858000"/>
              <a:gd name="connsiteX491" fmla="*/ 1072219 w 7467600"/>
              <a:gd name="connsiteY491" fmla="*/ 6169443 h 6858000"/>
              <a:gd name="connsiteX492" fmla="*/ 1074117 w 7467600"/>
              <a:gd name="connsiteY492" fmla="*/ 6170301 h 6858000"/>
              <a:gd name="connsiteX493" fmla="*/ 1083114 w 7467600"/>
              <a:gd name="connsiteY493" fmla="*/ 6174131 h 6858000"/>
              <a:gd name="connsiteX494" fmla="*/ 1543010 w 7467600"/>
              <a:gd name="connsiteY494" fmla="*/ 6191140 h 6858000"/>
              <a:gd name="connsiteX495" fmla="*/ 1551080 w 7467600"/>
              <a:gd name="connsiteY495" fmla="*/ 6195006 h 6858000"/>
              <a:gd name="connsiteX496" fmla="*/ 2345443 w 7467600"/>
              <a:gd name="connsiteY496" fmla="*/ 5549882 h 6858000"/>
              <a:gd name="connsiteX497" fmla="*/ 1721499 w 7467600"/>
              <a:gd name="connsiteY497" fmla="*/ 5599969 h 6858000"/>
              <a:gd name="connsiteX498" fmla="*/ 767716 w 7467600"/>
              <a:gd name="connsiteY498" fmla="*/ 5472768 h 6858000"/>
              <a:gd name="connsiteX499" fmla="*/ 722147 w 7467600"/>
              <a:gd name="connsiteY499" fmla="*/ 5393091 h 6858000"/>
              <a:gd name="connsiteX500" fmla="*/ 1485552 w 7467600"/>
              <a:gd name="connsiteY500" fmla="*/ 5313202 h 6858000"/>
              <a:gd name="connsiteX501" fmla="*/ 2143004 w 7467600"/>
              <a:gd name="connsiteY501" fmla="*/ 5402420 h 6858000"/>
              <a:gd name="connsiteX502" fmla="*/ 1933391 w 7467600"/>
              <a:gd name="connsiteY502" fmla="*/ 5156971 h 6858000"/>
              <a:gd name="connsiteX503" fmla="*/ 1827118 w 7467600"/>
              <a:gd name="connsiteY503" fmla="*/ 4968410 h 6858000"/>
              <a:gd name="connsiteX504" fmla="*/ 1837349 w 7467600"/>
              <a:gd name="connsiteY504" fmla="*/ 4956357 h 6858000"/>
              <a:gd name="connsiteX505" fmla="*/ 2162835 w 7467600"/>
              <a:gd name="connsiteY505" fmla="*/ 5187853 h 6858000"/>
              <a:gd name="connsiteX506" fmla="*/ 2257167 w 7467600"/>
              <a:gd name="connsiteY506" fmla="*/ 5462123 h 6858000"/>
              <a:gd name="connsiteX507" fmla="*/ 2261598 w 7467600"/>
              <a:gd name="connsiteY507" fmla="*/ 5467998 h 6858000"/>
              <a:gd name="connsiteX508" fmla="*/ 2437177 w 7467600"/>
              <a:gd name="connsiteY508" fmla="*/ 5479608 h 6858000"/>
              <a:gd name="connsiteX509" fmla="*/ 2445247 w 7467600"/>
              <a:gd name="connsiteY509" fmla="*/ 5483476 h 6858000"/>
              <a:gd name="connsiteX510" fmla="*/ 2743626 w 7467600"/>
              <a:gd name="connsiteY510" fmla="*/ 5304819 h 6858000"/>
              <a:gd name="connsiteX511" fmla="*/ 3048102 w 7467600"/>
              <a:gd name="connsiteY511" fmla="*/ 5150595 h 6858000"/>
              <a:gd name="connsiteX512" fmla="*/ 1799414 w 7467600"/>
              <a:gd name="connsiteY512" fmla="*/ 4694732 h 6858000"/>
              <a:gd name="connsiteX513" fmla="*/ 1771735 w 7467600"/>
              <a:gd name="connsiteY513" fmla="*/ 4619929 h 6858000"/>
              <a:gd name="connsiteX514" fmla="*/ 3104273 w 7467600"/>
              <a:gd name="connsiteY514" fmla="*/ 5076159 h 6858000"/>
              <a:gd name="connsiteX515" fmla="*/ 3113245 w 7467600"/>
              <a:gd name="connsiteY515" fmla="*/ 5090705 h 6858000"/>
              <a:gd name="connsiteX516" fmla="*/ 3126294 w 7467600"/>
              <a:gd name="connsiteY516" fmla="*/ 5114400 h 6858000"/>
              <a:gd name="connsiteX517" fmla="*/ 3937433 w 7467600"/>
              <a:gd name="connsiteY517" fmla="*/ 4830473 h 6858000"/>
              <a:gd name="connsiteX518" fmla="*/ 3590475 w 7467600"/>
              <a:gd name="connsiteY518" fmla="*/ 4597974 h 6858000"/>
              <a:gd name="connsiteX519" fmla="*/ 3100264 w 7467600"/>
              <a:gd name="connsiteY519" fmla="*/ 4579845 h 6858000"/>
              <a:gd name="connsiteX520" fmla="*/ 2183576 w 7467600"/>
              <a:gd name="connsiteY520" fmla="*/ 4227150 h 6858000"/>
              <a:gd name="connsiteX521" fmla="*/ 2151029 w 7467600"/>
              <a:gd name="connsiteY521" fmla="*/ 4146947 h 6858000"/>
              <a:gd name="connsiteX522" fmla="*/ 3563434 w 7467600"/>
              <a:gd name="connsiteY522" fmla="*/ 4469115 h 6858000"/>
              <a:gd name="connsiteX523" fmla="*/ 3177952 w 7467600"/>
              <a:gd name="connsiteY523" fmla="*/ 3657386 h 6858000"/>
              <a:gd name="connsiteX524" fmla="*/ 3189263 w 7467600"/>
              <a:gd name="connsiteY524" fmla="*/ 3625726 h 6858000"/>
              <a:gd name="connsiteX525" fmla="*/ 3560912 w 7467600"/>
              <a:gd name="connsiteY525" fmla="*/ 4079863 h 6858000"/>
              <a:gd name="connsiteX526" fmla="*/ 3626636 w 7467600"/>
              <a:gd name="connsiteY526" fmla="*/ 4512230 h 6858000"/>
              <a:gd name="connsiteX527" fmla="*/ 3653088 w 7467600"/>
              <a:gd name="connsiteY527" fmla="*/ 4521417 h 6858000"/>
              <a:gd name="connsiteX528" fmla="*/ 3988128 w 7467600"/>
              <a:gd name="connsiteY528" fmla="*/ 4817267 h 6858000"/>
              <a:gd name="connsiteX529" fmla="*/ 4830582 w 7467600"/>
              <a:gd name="connsiteY529" fmla="*/ 4676000 h 6858000"/>
              <a:gd name="connsiteX530" fmla="*/ 4830100 w 7467600"/>
              <a:gd name="connsiteY530" fmla="*/ 4675554 h 6858000"/>
              <a:gd name="connsiteX531" fmla="*/ 4036318 w 7467600"/>
              <a:gd name="connsiteY531" fmla="*/ 4147013 h 6858000"/>
              <a:gd name="connsiteX532" fmla="*/ 3432098 w 7467600"/>
              <a:gd name="connsiteY532" fmla="*/ 3537312 h 6858000"/>
              <a:gd name="connsiteX533" fmla="*/ 3446761 w 7467600"/>
              <a:gd name="connsiteY533" fmla="*/ 3461278 h 6858000"/>
              <a:gd name="connsiteX534" fmla="*/ 4419733 w 7467600"/>
              <a:gd name="connsiteY534" fmla="*/ 3963555 h 6858000"/>
              <a:gd name="connsiteX535" fmla="*/ 4781371 w 7467600"/>
              <a:gd name="connsiteY535" fmla="*/ 4458604 h 6858000"/>
              <a:gd name="connsiteX536" fmla="*/ 4780440 w 7467600"/>
              <a:gd name="connsiteY536" fmla="*/ 4470290 h 6858000"/>
              <a:gd name="connsiteX537" fmla="*/ 4898954 w 7467600"/>
              <a:gd name="connsiteY537" fmla="*/ 4662092 h 6858000"/>
              <a:gd name="connsiteX538" fmla="*/ 4900699 w 7467600"/>
              <a:gd name="connsiteY538" fmla="*/ 4670867 h 6858000"/>
              <a:gd name="connsiteX539" fmla="*/ 5714511 w 7467600"/>
              <a:gd name="connsiteY539" fmla="*/ 4663483 h 6858000"/>
              <a:gd name="connsiteX540" fmla="*/ 5464793 w 7467600"/>
              <a:gd name="connsiteY540" fmla="*/ 4393556 h 6858000"/>
              <a:gd name="connsiteX541" fmla="*/ 5461897 w 7467600"/>
              <a:gd name="connsiteY541" fmla="*/ 4390879 h 6858000"/>
              <a:gd name="connsiteX542" fmla="*/ 4294126 w 7467600"/>
              <a:gd name="connsiteY542" fmla="*/ 3303048 h 6858000"/>
              <a:gd name="connsiteX543" fmla="*/ 4305321 w 7467600"/>
              <a:gd name="connsiteY543" fmla="*/ 3256953 h 6858000"/>
              <a:gd name="connsiteX544" fmla="*/ 4949299 w 7467600"/>
              <a:gd name="connsiteY544" fmla="*/ 3766336 h 6858000"/>
              <a:gd name="connsiteX545" fmla="*/ 5291452 w 7467600"/>
              <a:gd name="connsiteY545" fmla="*/ 4076801 h 6858000"/>
              <a:gd name="connsiteX546" fmla="*/ 5434998 w 7467600"/>
              <a:gd name="connsiteY546" fmla="*/ 4254100 h 6858000"/>
              <a:gd name="connsiteX547" fmla="*/ 5351015 w 7467600"/>
              <a:gd name="connsiteY547" fmla="*/ 3760989 h 6858000"/>
              <a:gd name="connsiteX548" fmla="*/ 5413780 w 7467600"/>
              <a:gd name="connsiteY548" fmla="*/ 2966265 h 6858000"/>
              <a:gd name="connsiteX549" fmla="*/ 5425627 w 7467600"/>
              <a:gd name="connsiteY549" fmla="*/ 2954192 h 6858000"/>
              <a:gd name="connsiteX550" fmla="*/ 6604735 w 7467600"/>
              <a:gd name="connsiteY550" fmla="*/ 2041381 h 6858000"/>
              <a:gd name="connsiteX551" fmla="*/ 7204487 w 7467600"/>
              <a:gd name="connsiteY551" fmla="*/ 2742112 h 6858000"/>
              <a:gd name="connsiteX552" fmla="*/ 7131592 w 7467600"/>
              <a:gd name="connsiteY552" fmla="*/ 2672096 h 6858000"/>
              <a:gd name="connsiteX553" fmla="*/ 6996344 w 7467600"/>
              <a:gd name="connsiteY553" fmla="*/ 2518310 h 6858000"/>
              <a:gd name="connsiteX554" fmla="*/ 6735495 w 7467600"/>
              <a:gd name="connsiteY554" fmla="*/ 2196890 h 6858000"/>
              <a:gd name="connsiteX555" fmla="*/ 6721901 w 7467600"/>
              <a:gd name="connsiteY555" fmla="*/ 2179274 h 6858000"/>
              <a:gd name="connsiteX556" fmla="*/ 6604735 w 7467600"/>
              <a:gd name="connsiteY556" fmla="*/ 2041381 h 6858000"/>
              <a:gd name="connsiteX557" fmla="*/ 6591670 w 7467600"/>
              <a:gd name="connsiteY557" fmla="*/ 1988277 h 6858000"/>
              <a:gd name="connsiteX558" fmla="*/ 6747349 w 7467600"/>
              <a:gd name="connsiteY558" fmla="*/ 2160069 h 6858000"/>
              <a:gd name="connsiteX559" fmla="*/ 6760943 w 7467600"/>
              <a:gd name="connsiteY559" fmla="*/ 2177686 h 6858000"/>
              <a:gd name="connsiteX560" fmla="*/ 7021065 w 7467600"/>
              <a:gd name="connsiteY560" fmla="*/ 2498102 h 6858000"/>
              <a:gd name="connsiteX561" fmla="*/ 7155223 w 7467600"/>
              <a:gd name="connsiteY561" fmla="*/ 2650386 h 6858000"/>
              <a:gd name="connsiteX562" fmla="*/ 7203167 w 7467600"/>
              <a:gd name="connsiteY562" fmla="*/ 2697288 h 6858000"/>
              <a:gd name="connsiteX563" fmla="*/ 6937703 w 7467600"/>
              <a:gd name="connsiteY563" fmla="*/ 2321981 h 6858000"/>
              <a:gd name="connsiteX564" fmla="*/ 6591670 w 7467600"/>
              <a:gd name="connsiteY564" fmla="*/ 1988277 h 6858000"/>
              <a:gd name="connsiteX565" fmla="*/ 5798671 w 7467600"/>
              <a:gd name="connsiteY565" fmla="*/ 1981601 h 6858000"/>
              <a:gd name="connsiteX566" fmla="*/ 5754709 w 7467600"/>
              <a:gd name="connsiteY566" fmla="*/ 2071454 h 6858000"/>
              <a:gd name="connsiteX567" fmla="*/ 5763044 w 7467600"/>
              <a:gd name="connsiteY567" fmla="*/ 2842206 h 6858000"/>
              <a:gd name="connsiteX568" fmla="*/ 5764974 w 7467600"/>
              <a:gd name="connsiteY568" fmla="*/ 2799609 h 6858000"/>
              <a:gd name="connsiteX569" fmla="*/ 5767665 w 7467600"/>
              <a:gd name="connsiteY569" fmla="*/ 2666409 h 6858000"/>
              <a:gd name="connsiteX570" fmla="*/ 5763055 w 7467600"/>
              <a:gd name="connsiteY570" fmla="*/ 2579705 h 6858000"/>
              <a:gd name="connsiteX571" fmla="*/ 5758079 w 7467600"/>
              <a:gd name="connsiteY571" fmla="*/ 2492508 h 6858000"/>
              <a:gd name="connsiteX572" fmla="*/ 5779325 w 7467600"/>
              <a:gd name="connsiteY572" fmla="*/ 2197069 h 6858000"/>
              <a:gd name="connsiteX573" fmla="*/ 5798671 w 7467600"/>
              <a:gd name="connsiteY573" fmla="*/ 1981601 h 6858000"/>
              <a:gd name="connsiteX574" fmla="*/ 5829202 w 7467600"/>
              <a:gd name="connsiteY574" fmla="*/ 1971679 h 6858000"/>
              <a:gd name="connsiteX575" fmla="*/ 5809558 w 7467600"/>
              <a:gd name="connsiteY575" fmla="*/ 2198043 h 6858000"/>
              <a:gd name="connsiteX576" fmla="*/ 5788653 w 7467600"/>
              <a:gd name="connsiteY576" fmla="*/ 2489430 h 6858000"/>
              <a:gd name="connsiteX577" fmla="*/ 5793439 w 7467600"/>
              <a:gd name="connsiteY577" fmla="*/ 2575235 h 6858000"/>
              <a:gd name="connsiteX578" fmla="*/ 5796837 w 7467600"/>
              <a:gd name="connsiteY578" fmla="*/ 2637633 h 6858000"/>
              <a:gd name="connsiteX579" fmla="*/ 5818614 w 7467600"/>
              <a:gd name="connsiteY579" fmla="*/ 2473055 h 6858000"/>
              <a:gd name="connsiteX580" fmla="*/ 5829202 w 7467600"/>
              <a:gd name="connsiteY580" fmla="*/ 1971679 h 6858000"/>
              <a:gd name="connsiteX581" fmla="*/ 5911389 w 7467600"/>
              <a:gd name="connsiteY581" fmla="*/ 1898371 h 6858000"/>
              <a:gd name="connsiteX582" fmla="*/ 6237627 w 7467600"/>
              <a:gd name="connsiteY582" fmla="*/ 2231921 h 6858000"/>
              <a:gd name="connsiteX583" fmla="*/ 5911389 w 7467600"/>
              <a:gd name="connsiteY583" fmla="*/ 1898371 h 6858000"/>
              <a:gd name="connsiteX584" fmla="*/ 6944437 w 7467600"/>
              <a:gd name="connsiteY584" fmla="*/ 1575402 h 6858000"/>
              <a:gd name="connsiteX585" fmla="*/ 6304730 w 7467600"/>
              <a:gd name="connsiteY585" fmla="*/ 1766654 h 6858000"/>
              <a:gd name="connsiteX586" fmla="*/ 6944437 w 7467600"/>
              <a:gd name="connsiteY586" fmla="*/ 1575402 h 6858000"/>
              <a:gd name="connsiteX587" fmla="*/ 7019523 w 7467600"/>
              <a:gd name="connsiteY587" fmla="*/ 1519450 h 6858000"/>
              <a:gd name="connsiteX588" fmla="*/ 6298091 w 7467600"/>
              <a:gd name="connsiteY588" fmla="*/ 1737122 h 6858000"/>
              <a:gd name="connsiteX589" fmla="*/ 7019523 w 7467600"/>
              <a:gd name="connsiteY589" fmla="*/ 1519450 h 6858000"/>
              <a:gd name="connsiteX590" fmla="*/ 2399523 w 7467600"/>
              <a:gd name="connsiteY590" fmla="*/ 1428234 h 6858000"/>
              <a:gd name="connsiteX591" fmla="*/ 2224982 w 7467600"/>
              <a:gd name="connsiteY591" fmla="*/ 1826201 h 6858000"/>
              <a:gd name="connsiteX592" fmla="*/ 2096099 w 7467600"/>
              <a:gd name="connsiteY592" fmla="*/ 2345900 h 6858000"/>
              <a:gd name="connsiteX593" fmla="*/ 2283317 w 7467600"/>
              <a:gd name="connsiteY593" fmla="*/ 1796925 h 6858000"/>
              <a:gd name="connsiteX594" fmla="*/ 2399523 w 7467600"/>
              <a:gd name="connsiteY594" fmla="*/ 1428234 h 6858000"/>
              <a:gd name="connsiteX595" fmla="*/ 2448558 w 7467600"/>
              <a:gd name="connsiteY595" fmla="*/ 1373435 h 6858000"/>
              <a:gd name="connsiteX596" fmla="*/ 2312521 w 7467600"/>
              <a:gd name="connsiteY596" fmla="*/ 1806140 h 6858000"/>
              <a:gd name="connsiteX597" fmla="*/ 2127533 w 7467600"/>
              <a:gd name="connsiteY597" fmla="*/ 2348380 h 6858000"/>
              <a:gd name="connsiteX598" fmla="*/ 2358080 w 7467600"/>
              <a:gd name="connsiteY598" fmla="*/ 1866134 h 6858000"/>
              <a:gd name="connsiteX599" fmla="*/ 2407436 w 7467600"/>
              <a:gd name="connsiteY599" fmla="*/ 1651070 h 6858000"/>
              <a:gd name="connsiteX600" fmla="*/ 2448558 w 7467600"/>
              <a:gd name="connsiteY600" fmla="*/ 1373435 h 6858000"/>
              <a:gd name="connsiteX601" fmla="*/ 278707 w 7467600"/>
              <a:gd name="connsiteY601" fmla="*/ 1352270 h 6858000"/>
              <a:gd name="connsiteX602" fmla="*/ 321570 w 7467600"/>
              <a:gd name="connsiteY602" fmla="*/ 1861610 h 6858000"/>
              <a:gd name="connsiteX603" fmla="*/ 294281 w 7467600"/>
              <a:gd name="connsiteY603" fmla="*/ 1440658 h 6858000"/>
              <a:gd name="connsiteX604" fmla="*/ 278707 w 7467600"/>
              <a:gd name="connsiteY604" fmla="*/ 1352270 h 6858000"/>
              <a:gd name="connsiteX605" fmla="*/ 1423821 w 7467600"/>
              <a:gd name="connsiteY605" fmla="*/ 1351958 h 6858000"/>
              <a:gd name="connsiteX606" fmla="*/ 1638521 w 7467600"/>
              <a:gd name="connsiteY606" fmla="*/ 1908470 h 6858000"/>
              <a:gd name="connsiteX607" fmla="*/ 1754199 w 7467600"/>
              <a:gd name="connsiteY607" fmla="*/ 2149284 h 6858000"/>
              <a:gd name="connsiteX608" fmla="*/ 1908359 w 7467600"/>
              <a:gd name="connsiteY608" fmla="*/ 2364988 h 6858000"/>
              <a:gd name="connsiteX609" fmla="*/ 1647661 w 7467600"/>
              <a:gd name="connsiteY609" fmla="*/ 1825945 h 6858000"/>
              <a:gd name="connsiteX610" fmla="*/ 1423821 w 7467600"/>
              <a:gd name="connsiteY610" fmla="*/ 1351958 h 6858000"/>
              <a:gd name="connsiteX611" fmla="*/ 1431890 w 7467600"/>
              <a:gd name="connsiteY611" fmla="*/ 1306475 h 6858000"/>
              <a:gd name="connsiteX612" fmla="*/ 1507597 w 7467600"/>
              <a:gd name="connsiteY612" fmla="*/ 1446132 h 6858000"/>
              <a:gd name="connsiteX613" fmla="*/ 1674586 w 7467600"/>
              <a:gd name="connsiteY613" fmla="*/ 1813832 h 6858000"/>
              <a:gd name="connsiteX614" fmla="*/ 1815950 w 7467600"/>
              <a:gd name="connsiteY614" fmla="*/ 2128564 h 6858000"/>
              <a:gd name="connsiteX615" fmla="*/ 1984242 w 7467600"/>
              <a:gd name="connsiteY615" fmla="*/ 2430829 h 6858000"/>
              <a:gd name="connsiteX616" fmla="*/ 2014023 w 7467600"/>
              <a:gd name="connsiteY616" fmla="*/ 2450995 h 6858000"/>
              <a:gd name="connsiteX617" fmla="*/ 1747337 w 7467600"/>
              <a:gd name="connsiteY617" fmla="*/ 1855264 h 6858000"/>
              <a:gd name="connsiteX618" fmla="*/ 1533749 w 7467600"/>
              <a:gd name="connsiteY618" fmla="*/ 1478656 h 6858000"/>
              <a:gd name="connsiteX619" fmla="*/ 1431890 w 7467600"/>
              <a:gd name="connsiteY619" fmla="*/ 1306475 h 6858000"/>
              <a:gd name="connsiteX620" fmla="*/ 5052692 w 7467600"/>
              <a:gd name="connsiteY620" fmla="*/ 1292994 h 6858000"/>
              <a:gd name="connsiteX621" fmla="*/ 5200661 w 7467600"/>
              <a:gd name="connsiteY621" fmla="*/ 1635186 h 6858000"/>
              <a:gd name="connsiteX622" fmla="*/ 5297138 w 7467600"/>
              <a:gd name="connsiteY622" fmla="*/ 1906351 h 6858000"/>
              <a:gd name="connsiteX623" fmla="*/ 5052692 w 7467600"/>
              <a:gd name="connsiteY623" fmla="*/ 1292994 h 6858000"/>
              <a:gd name="connsiteX624" fmla="*/ 5009948 w 7467600"/>
              <a:gd name="connsiteY624" fmla="*/ 1273619 h 6858000"/>
              <a:gd name="connsiteX625" fmla="*/ 5121777 w 7467600"/>
              <a:gd name="connsiteY625" fmla="*/ 1654213 h 6858000"/>
              <a:gd name="connsiteX626" fmla="*/ 5293545 w 7467600"/>
              <a:gd name="connsiteY626" fmla="*/ 2072247 h 6858000"/>
              <a:gd name="connsiteX627" fmla="*/ 5294042 w 7467600"/>
              <a:gd name="connsiteY627" fmla="*/ 2065019 h 6858000"/>
              <a:gd name="connsiteX628" fmla="*/ 5171936 w 7467600"/>
              <a:gd name="connsiteY628" fmla="*/ 1647613 h 6858000"/>
              <a:gd name="connsiteX629" fmla="*/ 5009948 w 7467600"/>
              <a:gd name="connsiteY629" fmla="*/ 1273619 h 6858000"/>
              <a:gd name="connsiteX630" fmla="*/ 655236 w 7467600"/>
              <a:gd name="connsiteY630" fmla="*/ 1268632 h 6858000"/>
              <a:gd name="connsiteX631" fmla="*/ 839521 w 7467600"/>
              <a:gd name="connsiteY631" fmla="*/ 1685315 h 6858000"/>
              <a:gd name="connsiteX632" fmla="*/ 1109416 w 7467600"/>
              <a:gd name="connsiteY632" fmla="*/ 2061663 h 6858000"/>
              <a:gd name="connsiteX633" fmla="*/ 1298300 w 7467600"/>
              <a:gd name="connsiteY633" fmla="*/ 2247742 h 6858000"/>
              <a:gd name="connsiteX634" fmla="*/ 1125871 w 7467600"/>
              <a:gd name="connsiteY634" fmla="*/ 1989513 h 6858000"/>
              <a:gd name="connsiteX635" fmla="*/ 981574 w 7467600"/>
              <a:gd name="connsiteY635" fmla="*/ 1783157 h 6858000"/>
              <a:gd name="connsiteX636" fmla="*/ 922198 w 7467600"/>
              <a:gd name="connsiteY636" fmla="*/ 1677437 h 6858000"/>
              <a:gd name="connsiteX637" fmla="*/ 869293 w 7467600"/>
              <a:gd name="connsiteY637" fmla="*/ 1583214 h 6858000"/>
              <a:gd name="connsiteX638" fmla="*/ 751431 w 7467600"/>
              <a:gd name="connsiteY638" fmla="*/ 1405731 h 6858000"/>
              <a:gd name="connsiteX639" fmla="*/ 655236 w 7467600"/>
              <a:gd name="connsiteY639" fmla="*/ 1268632 h 6858000"/>
              <a:gd name="connsiteX640" fmla="*/ 6516292 w 7467600"/>
              <a:gd name="connsiteY640" fmla="*/ 1263064 h 6858000"/>
              <a:gd name="connsiteX641" fmla="*/ 5736320 w 7467600"/>
              <a:gd name="connsiteY641" fmla="*/ 1501803 h 6858000"/>
              <a:gd name="connsiteX642" fmla="*/ 6516292 w 7467600"/>
              <a:gd name="connsiteY642" fmla="*/ 1263064 h 6858000"/>
              <a:gd name="connsiteX643" fmla="*/ 291466 w 7467600"/>
              <a:gd name="connsiteY643" fmla="*/ 1250369 h 6858000"/>
              <a:gd name="connsiteX644" fmla="*/ 323180 w 7467600"/>
              <a:gd name="connsiteY644" fmla="*/ 1435283 h 6858000"/>
              <a:gd name="connsiteX645" fmla="*/ 349381 w 7467600"/>
              <a:gd name="connsiteY645" fmla="*/ 1875041 h 6858000"/>
              <a:gd name="connsiteX646" fmla="*/ 374363 w 7467600"/>
              <a:gd name="connsiteY646" fmla="*/ 1506494 h 6858000"/>
              <a:gd name="connsiteX647" fmla="*/ 302168 w 7467600"/>
              <a:gd name="connsiteY647" fmla="*/ 1274495 h 6858000"/>
              <a:gd name="connsiteX648" fmla="*/ 291466 w 7467600"/>
              <a:gd name="connsiteY648" fmla="*/ 1250369 h 6858000"/>
              <a:gd name="connsiteX649" fmla="*/ 678222 w 7467600"/>
              <a:gd name="connsiteY649" fmla="*/ 1248670 h 6858000"/>
              <a:gd name="connsiteX650" fmla="*/ 775536 w 7467600"/>
              <a:gd name="connsiteY650" fmla="*/ 1388015 h 6858000"/>
              <a:gd name="connsiteX651" fmla="*/ 894529 w 7467600"/>
              <a:gd name="connsiteY651" fmla="*/ 1567739 h 6858000"/>
              <a:gd name="connsiteX652" fmla="*/ 948000 w 7467600"/>
              <a:gd name="connsiteY652" fmla="*/ 1663088 h 6858000"/>
              <a:gd name="connsiteX653" fmla="*/ 1006812 w 7467600"/>
              <a:gd name="connsiteY653" fmla="*/ 1767683 h 6858000"/>
              <a:gd name="connsiteX654" fmla="*/ 1149133 w 7467600"/>
              <a:gd name="connsiteY654" fmla="*/ 1971513 h 6858000"/>
              <a:gd name="connsiteX655" fmla="*/ 1333952 w 7467600"/>
              <a:gd name="connsiteY655" fmla="*/ 2251620 h 6858000"/>
              <a:gd name="connsiteX656" fmla="*/ 1337329 w 7467600"/>
              <a:gd name="connsiteY656" fmla="*/ 2258350 h 6858000"/>
              <a:gd name="connsiteX657" fmla="*/ 1014726 w 7467600"/>
              <a:gd name="connsiteY657" fmla="*/ 1615556 h 6858000"/>
              <a:gd name="connsiteX658" fmla="*/ 678222 w 7467600"/>
              <a:gd name="connsiteY658" fmla="*/ 1248670 h 6858000"/>
              <a:gd name="connsiteX659" fmla="*/ 6691602 w 7467600"/>
              <a:gd name="connsiteY659" fmla="*/ 1140573 h 6858000"/>
              <a:gd name="connsiteX660" fmla="*/ 6571100 w 7467600"/>
              <a:gd name="connsiteY660" fmla="*/ 1183662 h 6858000"/>
              <a:gd name="connsiteX661" fmla="*/ 6241687 w 7467600"/>
              <a:gd name="connsiteY661" fmla="*/ 1257600 h 6858000"/>
              <a:gd name="connsiteX662" fmla="*/ 5693009 w 7467600"/>
              <a:gd name="connsiteY662" fmla="*/ 1478256 h 6858000"/>
              <a:gd name="connsiteX663" fmla="*/ 6548420 w 7467600"/>
              <a:gd name="connsiteY663" fmla="*/ 1214599 h 6858000"/>
              <a:gd name="connsiteX664" fmla="*/ 6605473 w 7467600"/>
              <a:gd name="connsiteY664" fmla="*/ 1184686 h 6858000"/>
              <a:gd name="connsiteX665" fmla="*/ 6691602 w 7467600"/>
              <a:gd name="connsiteY665" fmla="*/ 1140573 h 6858000"/>
              <a:gd name="connsiteX666" fmla="*/ 4002475 w 7467600"/>
              <a:gd name="connsiteY666" fmla="*/ 1037802 h 6858000"/>
              <a:gd name="connsiteX667" fmla="*/ 4000324 w 7467600"/>
              <a:gd name="connsiteY667" fmla="*/ 1039362 h 6858000"/>
              <a:gd name="connsiteX668" fmla="*/ 4002862 w 7467600"/>
              <a:gd name="connsiteY668" fmla="*/ 1042866 h 6858000"/>
              <a:gd name="connsiteX669" fmla="*/ 4002475 w 7467600"/>
              <a:gd name="connsiteY669" fmla="*/ 1037802 h 6858000"/>
              <a:gd name="connsiteX670" fmla="*/ 506322 w 7467600"/>
              <a:gd name="connsiteY670" fmla="*/ 1020997 h 6858000"/>
              <a:gd name="connsiteX671" fmla="*/ 533068 w 7467600"/>
              <a:gd name="connsiteY671" fmla="*/ 1029409 h 6858000"/>
              <a:gd name="connsiteX672" fmla="*/ 1232525 w 7467600"/>
              <a:gd name="connsiteY672" fmla="*/ 1804675 h 6858000"/>
              <a:gd name="connsiteX673" fmla="*/ 1388858 w 7467600"/>
              <a:gd name="connsiteY673" fmla="*/ 2368011 h 6858000"/>
              <a:gd name="connsiteX674" fmla="*/ 1384098 w 7467600"/>
              <a:gd name="connsiteY674" fmla="*/ 2378125 h 6858000"/>
              <a:gd name="connsiteX675" fmla="*/ 1425393 w 7467600"/>
              <a:gd name="connsiteY675" fmla="*/ 2589124 h 6858000"/>
              <a:gd name="connsiteX676" fmla="*/ 1424001 w 7467600"/>
              <a:gd name="connsiteY676" fmla="*/ 2597541 h 6858000"/>
              <a:gd name="connsiteX677" fmla="*/ 2152729 w 7467600"/>
              <a:gd name="connsiteY677" fmla="*/ 2864487 h 6858000"/>
              <a:gd name="connsiteX678" fmla="*/ 2020609 w 7467600"/>
              <a:gd name="connsiteY678" fmla="*/ 2539671 h 6858000"/>
              <a:gd name="connsiteX679" fmla="*/ 2018920 w 7467600"/>
              <a:gd name="connsiteY679" fmla="*/ 2536309 h 6858000"/>
              <a:gd name="connsiteX680" fmla="*/ 1342441 w 7467600"/>
              <a:gd name="connsiteY680" fmla="*/ 1173017 h 6858000"/>
              <a:gd name="connsiteX681" fmla="*/ 1367925 w 7467600"/>
              <a:gd name="connsiteY681" fmla="*/ 1135648 h 6858000"/>
              <a:gd name="connsiteX682" fmla="*/ 1771401 w 7467600"/>
              <a:gd name="connsiteY682" fmla="*/ 1806673 h 6858000"/>
              <a:gd name="connsiteX683" fmla="*/ 1972385 w 7467600"/>
              <a:gd name="connsiteY683" fmla="*/ 2198735 h 6858000"/>
              <a:gd name="connsiteX684" fmla="*/ 2040892 w 7467600"/>
              <a:gd name="connsiteY684" fmla="*/ 2405205 h 6858000"/>
              <a:gd name="connsiteX685" fmla="*/ 2131689 w 7467600"/>
              <a:gd name="connsiteY685" fmla="*/ 1936926 h 6858000"/>
              <a:gd name="connsiteX686" fmla="*/ 2454820 w 7467600"/>
              <a:gd name="connsiteY686" fmla="*/ 1248808 h 6858000"/>
              <a:gd name="connsiteX687" fmla="*/ 2492512 w 7467600"/>
              <a:gd name="connsiteY687" fmla="*/ 1302920 h 6858000"/>
              <a:gd name="connsiteX688" fmla="*/ 2081216 w 7467600"/>
              <a:gd name="connsiteY688" fmla="*/ 2527513 h 6858000"/>
              <a:gd name="connsiteX689" fmla="*/ 2081211 w 7467600"/>
              <a:gd name="connsiteY689" fmla="*/ 2528916 h 6858000"/>
              <a:gd name="connsiteX690" fmla="*/ 2199067 w 7467600"/>
              <a:gd name="connsiteY690" fmla="*/ 2884061 h 6858000"/>
              <a:gd name="connsiteX691" fmla="*/ 3192586 w 7467600"/>
              <a:gd name="connsiteY691" fmla="*/ 3411496 h 6858000"/>
              <a:gd name="connsiteX692" fmla="*/ 3182620 w 7467600"/>
              <a:gd name="connsiteY692" fmla="*/ 3483279 h 6858000"/>
              <a:gd name="connsiteX693" fmla="*/ 2435119 w 7467600"/>
              <a:gd name="connsiteY693" fmla="*/ 3080173 h 6858000"/>
              <a:gd name="connsiteX694" fmla="*/ 2410152 w 7467600"/>
              <a:gd name="connsiteY694" fmla="*/ 3063751 h 6858000"/>
              <a:gd name="connsiteX695" fmla="*/ 2408099 w 7467600"/>
              <a:gd name="connsiteY695" fmla="*/ 3064403 h 6858000"/>
              <a:gd name="connsiteX696" fmla="*/ 2407218 w 7467600"/>
              <a:gd name="connsiteY696" fmla="*/ 3070324 h 6858000"/>
              <a:gd name="connsiteX697" fmla="*/ 2380138 w 7467600"/>
              <a:gd name="connsiteY697" fmla="*/ 3099341 h 6858000"/>
              <a:gd name="connsiteX698" fmla="*/ 1765923 w 7467600"/>
              <a:gd name="connsiteY698" fmla="*/ 3581043 h 6858000"/>
              <a:gd name="connsiteX699" fmla="*/ 1702258 w 7467600"/>
              <a:gd name="connsiteY699" fmla="*/ 3612286 h 6858000"/>
              <a:gd name="connsiteX700" fmla="*/ 1538370 w 7467600"/>
              <a:gd name="connsiteY700" fmla="*/ 3811804 h 6858000"/>
              <a:gd name="connsiteX701" fmla="*/ 542867 w 7467600"/>
              <a:gd name="connsiteY701" fmla="*/ 4944092 h 6858000"/>
              <a:gd name="connsiteX702" fmla="*/ 515800 w 7467600"/>
              <a:gd name="connsiteY702" fmla="*/ 4862180 h 6858000"/>
              <a:gd name="connsiteX703" fmla="*/ 909145 w 7467600"/>
              <a:gd name="connsiteY703" fmla="*/ 4199225 h 6858000"/>
              <a:gd name="connsiteX704" fmla="*/ 1214067 w 7467600"/>
              <a:gd name="connsiteY704" fmla="*/ 3908561 h 6858000"/>
              <a:gd name="connsiteX705" fmla="*/ 640967 w 7467600"/>
              <a:gd name="connsiteY705" fmla="*/ 4105601 h 6858000"/>
              <a:gd name="connsiteX706" fmla="*/ 112563 w 7467600"/>
              <a:gd name="connsiteY706" fmla="*/ 4396952 h 6858000"/>
              <a:gd name="connsiteX707" fmla="*/ 0 w 7467600"/>
              <a:gd name="connsiteY707" fmla="*/ 4466006 h 6858000"/>
              <a:gd name="connsiteX708" fmla="*/ 0 w 7467600"/>
              <a:gd name="connsiteY708" fmla="*/ 4233763 h 6858000"/>
              <a:gd name="connsiteX709" fmla="*/ 36881 w 7467600"/>
              <a:gd name="connsiteY709" fmla="*/ 4200118 h 6858000"/>
              <a:gd name="connsiteX710" fmla="*/ 910534 w 7467600"/>
              <a:gd name="connsiteY710" fmla="*/ 3629753 h 6858000"/>
              <a:gd name="connsiteX711" fmla="*/ 1578717 w 7467600"/>
              <a:gd name="connsiteY711" fmla="*/ 3575982 h 6858000"/>
              <a:gd name="connsiteX712" fmla="*/ 2338780 w 7467600"/>
              <a:gd name="connsiteY712" fmla="*/ 3033725 h 6858000"/>
              <a:gd name="connsiteX713" fmla="*/ 1807991 w 7467600"/>
              <a:gd name="connsiteY713" fmla="*/ 2807184 h 6858000"/>
              <a:gd name="connsiteX714" fmla="*/ 1416358 w 7467600"/>
              <a:gd name="connsiteY714" fmla="*/ 3112571 h 6858000"/>
              <a:gd name="connsiteX715" fmla="*/ 939066 w 7467600"/>
              <a:gd name="connsiteY715" fmla="*/ 3378798 h 6858000"/>
              <a:gd name="connsiteX716" fmla="*/ 115099 w 7467600"/>
              <a:gd name="connsiteY716" fmla="*/ 3607650 h 6858000"/>
              <a:gd name="connsiteX717" fmla="*/ 97284 w 7467600"/>
              <a:gd name="connsiteY717" fmla="*/ 3520393 h 6858000"/>
              <a:gd name="connsiteX718" fmla="*/ 922050 w 7467600"/>
              <a:gd name="connsiteY718" fmla="*/ 3074867 h 6858000"/>
              <a:gd name="connsiteX719" fmla="*/ 1405265 w 7467600"/>
              <a:gd name="connsiteY719" fmla="*/ 3016319 h 6858000"/>
              <a:gd name="connsiteX720" fmla="*/ 1407512 w 7467600"/>
              <a:gd name="connsiteY720" fmla="*/ 3018001 h 6858000"/>
              <a:gd name="connsiteX721" fmla="*/ 1726266 w 7467600"/>
              <a:gd name="connsiteY721" fmla="*/ 2777274 h 6858000"/>
              <a:gd name="connsiteX722" fmla="*/ 625390 w 7467600"/>
              <a:gd name="connsiteY722" fmla="*/ 2514541 h 6858000"/>
              <a:gd name="connsiteX723" fmla="*/ 619799 w 7467600"/>
              <a:gd name="connsiteY723" fmla="*/ 2527180 h 6858000"/>
              <a:gd name="connsiteX724" fmla="*/ 310030 w 7467600"/>
              <a:gd name="connsiteY724" fmla="*/ 2771818 h 6858000"/>
              <a:gd name="connsiteX725" fmla="*/ 173877 w 7467600"/>
              <a:gd name="connsiteY725" fmla="*/ 2937056 h 6858000"/>
              <a:gd name="connsiteX726" fmla="*/ 77889 w 7467600"/>
              <a:gd name="connsiteY726" fmla="*/ 3138440 h 6858000"/>
              <a:gd name="connsiteX727" fmla="*/ 0 w 7467600"/>
              <a:gd name="connsiteY727" fmla="*/ 3271395 h 6858000"/>
              <a:gd name="connsiteX728" fmla="*/ 0 w 7467600"/>
              <a:gd name="connsiteY728" fmla="*/ 3153002 h 6858000"/>
              <a:gd name="connsiteX729" fmla="*/ 2386 w 7467600"/>
              <a:gd name="connsiteY729" fmla="*/ 3149203 h 6858000"/>
              <a:gd name="connsiteX730" fmla="*/ 89753 w 7467600"/>
              <a:gd name="connsiteY730" fmla="*/ 2987702 h 6858000"/>
              <a:gd name="connsiteX731" fmla="*/ 76869 w 7467600"/>
              <a:gd name="connsiteY731" fmla="*/ 3005404 h 6858000"/>
              <a:gd name="connsiteX732" fmla="*/ 32049 w 7467600"/>
              <a:gd name="connsiteY732" fmla="*/ 3065814 h 6858000"/>
              <a:gd name="connsiteX733" fmla="*/ 0 w 7467600"/>
              <a:gd name="connsiteY733" fmla="*/ 3108744 h 6858000"/>
              <a:gd name="connsiteX734" fmla="*/ 0 w 7467600"/>
              <a:gd name="connsiteY734" fmla="*/ 3058059 h 6858000"/>
              <a:gd name="connsiteX735" fmla="*/ 7610 w 7467600"/>
              <a:gd name="connsiteY735" fmla="*/ 3047889 h 6858000"/>
              <a:gd name="connsiteX736" fmla="*/ 52419 w 7467600"/>
              <a:gd name="connsiteY736" fmla="*/ 2987479 h 6858000"/>
              <a:gd name="connsiteX737" fmla="*/ 59142 w 7467600"/>
              <a:gd name="connsiteY737" fmla="*/ 2978488 h 6858000"/>
              <a:gd name="connsiteX738" fmla="*/ 0 w 7467600"/>
              <a:gd name="connsiteY738" fmla="*/ 3015334 h 6858000"/>
              <a:gd name="connsiteX739" fmla="*/ 0 w 7467600"/>
              <a:gd name="connsiteY739" fmla="*/ 2914286 h 6858000"/>
              <a:gd name="connsiteX740" fmla="*/ 36383 w 7467600"/>
              <a:gd name="connsiteY740" fmla="*/ 2901128 h 6858000"/>
              <a:gd name="connsiteX741" fmla="*/ 156329 w 7467600"/>
              <a:gd name="connsiteY741" fmla="*/ 2840533 h 6858000"/>
              <a:gd name="connsiteX742" fmla="*/ 358355 w 7467600"/>
              <a:gd name="connsiteY742" fmla="*/ 2620471 h 6858000"/>
              <a:gd name="connsiteX743" fmla="*/ 510577 w 7467600"/>
              <a:gd name="connsiteY743" fmla="*/ 2501244 h 6858000"/>
              <a:gd name="connsiteX744" fmla="*/ 211967 w 7467600"/>
              <a:gd name="connsiteY744" fmla="*/ 2479171 h 6858000"/>
              <a:gd name="connsiteX745" fmla="*/ 0 w 7467600"/>
              <a:gd name="connsiteY745" fmla="*/ 2476398 h 6858000"/>
              <a:gd name="connsiteX746" fmla="*/ 0 w 7467600"/>
              <a:gd name="connsiteY746" fmla="*/ 2389189 h 6858000"/>
              <a:gd name="connsiteX747" fmla="*/ 103062 w 7467600"/>
              <a:gd name="connsiteY747" fmla="*/ 2389518 h 6858000"/>
              <a:gd name="connsiteX748" fmla="*/ 510734 w 7467600"/>
              <a:gd name="connsiteY748" fmla="*/ 2416201 h 6858000"/>
              <a:gd name="connsiteX749" fmla="*/ 279257 w 7467600"/>
              <a:gd name="connsiteY749" fmla="*/ 2092102 h 6858000"/>
              <a:gd name="connsiteX750" fmla="*/ 65265 w 7467600"/>
              <a:gd name="connsiteY750" fmla="*/ 2006049 h 6858000"/>
              <a:gd name="connsiteX751" fmla="*/ 0 w 7467600"/>
              <a:gd name="connsiteY751" fmla="*/ 1982532 h 6858000"/>
              <a:gd name="connsiteX752" fmla="*/ 0 w 7467600"/>
              <a:gd name="connsiteY752" fmla="*/ 1912789 h 6858000"/>
              <a:gd name="connsiteX753" fmla="*/ 97460 w 7467600"/>
              <a:gd name="connsiteY753" fmla="*/ 1953725 h 6858000"/>
              <a:gd name="connsiteX754" fmla="*/ 221272 w 7467600"/>
              <a:gd name="connsiteY754" fmla="*/ 1980766 h 6858000"/>
              <a:gd name="connsiteX755" fmla="*/ 116765 w 7467600"/>
              <a:gd name="connsiteY755" fmla="*/ 1911033 h 6858000"/>
              <a:gd name="connsiteX756" fmla="*/ 16405 w 7467600"/>
              <a:gd name="connsiteY756" fmla="*/ 1803412 h 6858000"/>
              <a:gd name="connsiteX757" fmla="*/ 0 w 7467600"/>
              <a:gd name="connsiteY757" fmla="*/ 1784777 h 6858000"/>
              <a:gd name="connsiteX758" fmla="*/ 0 w 7467600"/>
              <a:gd name="connsiteY758" fmla="*/ 1740082 h 6858000"/>
              <a:gd name="connsiteX759" fmla="*/ 39394 w 7467600"/>
              <a:gd name="connsiteY759" fmla="*/ 1784856 h 6858000"/>
              <a:gd name="connsiteX760" fmla="*/ 135813 w 7467600"/>
              <a:gd name="connsiteY760" fmla="*/ 1888838 h 6858000"/>
              <a:gd name="connsiteX761" fmla="*/ 242575 w 7467600"/>
              <a:gd name="connsiteY761" fmla="*/ 1958841 h 6858000"/>
              <a:gd name="connsiteX762" fmla="*/ 82197 w 7467600"/>
              <a:gd name="connsiteY762" fmla="*/ 1754826 h 6858000"/>
              <a:gd name="connsiteX763" fmla="*/ 0 w 7467600"/>
              <a:gd name="connsiteY763" fmla="*/ 1679650 h 6858000"/>
              <a:gd name="connsiteX764" fmla="*/ 0 w 7467600"/>
              <a:gd name="connsiteY764" fmla="*/ 1602463 h 6858000"/>
              <a:gd name="connsiteX765" fmla="*/ 84689 w 7467600"/>
              <a:gd name="connsiteY765" fmla="*/ 1677442 h 6858000"/>
              <a:gd name="connsiteX766" fmla="*/ 298437 w 7467600"/>
              <a:gd name="connsiteY766" fmla="*/ 1968019 h 6858000"/>
              <a:gd name="connsiteX767" fmla="*/ 227269 w 7467600"/>
              <a:gd name="connsiteY767" fmla="*/ 1114064 h 6858000"/>
              <a:gd name="connsiteX768" fmla="*/ 248003 w 7467600"/>
              <a:gd name="connsiteY768" fmla="*/ 1089613 h 6858000"/>
              <a:gd name="connsiteX769" fmla="*/ 427020 w 7467600"/>
              <a:gd name="connsiteY769" fmla="*/ 1619803 h 6858000"/>
              <a:gd name="connsiteX770" fmla="*/ 340345 w 7467600"/>
              <a:gd name="connsiteY770" fmla="*/ 2027739 h 6858000"/>
              <a:gd name="connsiteX771" fmla="*/ 360865 w 7467600"/>
              <a:gd name="connsiteY771" fmla="*/ 2044827 h 6858000"/>
              <a:gd name="connsiteX772" fmla="*/ 560414 w 7467600"/>
              <a:gd name="connsiteY772" fmla="*/ 2421457 h 6858000"/>
              <a:gd name="connsiteX773" fmla="*/ 1359703 w 7467600"/>
              <a:gd name="connsiteY773" fmla="*/ 2578554 h 6858000"/>
              <a:gd name="connsiteX774" fmla="*/ 1359422 w 7467600"/>
              <a:gd name="connsiteY774" fmla="*/ 2577994 h 6858000"/>
              <a:gd name="connsiteX775" fmla="*/ 828701 w 7467600"/>
              <a:gd name="connsiteY775" fmla="*/ 1839520 h 6858000"/>
              <a:gd name="connsiteX776" fmla="*/ 494427 w 7467600"/>
              <a:gd name="connsiteY776" fmla="*/ 1092333 h 6858000"/>
              <a:gd name="connsiteX777" fmla="*/ 506322 w 7467600"/>
              <a:gd name="connsiteY777" fmla="*/ 1020997 h 6858000"/>
              <a:gd name="connsiteX778" fmla="*/ 4570198 w 7467600"/>
              <a:gd name="connsiteY778" fmla="*/ 978081 h 6858000"/>
              <a:gd name="connsiteX779" fmla="*/ 4523691 w 7467600"/>
              <a:gd name="connsiteY779" fmla="*/ 1127776 h 6858000"/>
              <a:gd name="connsiteX780" fmla="*/ 4509875 w 7467600"/>
              <a:gd name="connsiteY780" fmla="*/ 1167552 h 6858000"/>
              <a:gd name="connsiteX781" fmla="*/ 4478168 w 7467600"/>
              <a:gd name="connsiteY781" fmla="*/ 1260735 h 6858000"/>
              <a:gd name="connsiteX782" fmla="*/ 4409309 w 7467600"/>
              <a:gd name="connsiteY782" fmla="*/ 1666996 h 6858000"/>
              <a:gd name="connsiteX783" fmla="*/ 4370031 w 7467600"/>
              <a:gd name="connsiteY783" fmla="*/ 1955666 h 6858000"/>
              <a:gd name="connsiteX784" fmla="*/ 4570198 w 7467600"/>
              <a:gd name="connsiteY784" fmla="*/ 978081 h 6858000"/>
              <a:gd name="connsiteX785" fmla="*/ 4557898 w 7467600"/>
              <a:gd name="connsiteY785" fmla="*/ 900011 h 6858000"/>
              <a:gd name="connsiteX786" fmla="*/ 4344840 w 7467600"/>
              <a:gd name="connsiteY786" fmla="*/ 1922038 h 6858000"/>
              <a:gd name="connsiteX787" fmla="*/ 4378710 w 7467600"/>
              <a:gd name="connsiteY787" fmla="*/ 1665516 h 6858000"/>
              <a:gd name="connsiteX788" fmla="*/ 4448798 w 7467600"/>
              <a:gd name="connsiteY788" fmla="*/ 1253024 h 6858000"/>
              <a:gd name="connsiteX789" fmla="*/ 4480315 w 7467600"/>
              <a:gd name="connsiteY789" fmla="*/ 1158454 h 6858000"/>
              <a:gd name="connsiteX790" fmla="*/ 4494133 w 7467600"/>
              <a:gd name="connsiteY790" fmla="*/ 1118676 h 6858000"/>
              <a:gd name="connsiteX791" fmla="*/ 4557898 w 7467600"/>
              <a:gd name="connsiteY791" fmla="*/ 900011 h 6858000"/>
              <a:gd name="connsiteX792" fmla="*/ 5870151 w 7467600"/>
              <a:gd name="connsiteY792" fmla="*/ 898890 h 6858000"/>
              <a:gd name="connsiteX793" fmla="*/ 5861335 w 7467600"/>
              <a:gd name="connsiteY793" fmla="*/ 899177 h 6858000"/>
              <a:gd name="connsiteX794" fmla="*/ 5843702 w 7467600"/>
              <a:gd name="connsiteY794" fmla="*/ 899748 h 6858000"/>
              <a:gd name="connsiteX795" fmla="*/ 5651107 w 7467600"/>
              <a:gd name="connsiteY795" fmla="*/ 920306 h 6858000"/>
              <a:gd name="connsiteX796" fmla="*/ 5459407 w 7467600"/>
              <a:gd name="connsiteY796" fmla="*/ 940975 h 6858000"/>
              <a:gd name="connsiteX797" fmla="*/ 5374846 w 7467600"/>
              <a:gd name="connsiteY797" fmla="*/ 941988 h 6858000"/>
              <a:gd name="connsiteX798" fmla="*/ 5256105 w 7467600"/>
              <a:gd name="connsiteY798" fmla="*/ 945632 h 6858000"/>
              <a:gd name="connsiteX799" fmla="*/ 5107071 w 7467600"/>
              <a:gd name="connsiteY799" fmla="*/ 969720 h 6858000"/>
              <a:gd name="connsiteX800" fmla="*/ 4998681 w 7467600"/>
              <a:gd name="connsiteY800" fmla="*/ 988771 h 6858000"/>
              <a:gd name="connsiteX801" fmla="*/ 5870151 w 7467600"/>
              <a:gd name="connsiteY801" fmla="*/ 898890 h 6858000"/>
              <a:gd name="connsiteX802" fmla="*/ 5504425 w 7467600"/>
              <a:gd name="connsiteY802" fmla="*/ 848067 h 6858000"/>
              <a:gd name="connsiteX803" fmla="*/ 4968849 w 7467600"/>
              <a:gd name="connsiteY803" fmla="*/ 962318 h 6858000"/>
              <a:gd name="connsiteX804" fmla="*/ 5104039 w 7467600"/>
              <a:gd name="connsiteY804" fmla="*/ 940634 h 6858000"/>
              <a:gd name="connsiteX805" fmla="*/ 5256311 w 7467600"/>
              <a:gd name="connsiteY805" fmla="*/ 916490 h 6858000"/>
              <a:gd name="connsiteX806" fmla="*/ 5377381 w 7467600"/>
              <a:gd name="connsiteY806" fmla="*/ 912671 h 6858000"/>
              <a:gd name="connsiteX807" fmla="*/ 5460148 w 7467600"/>
              <a:gd name="connsiteY807" fmla="*/ 911442 h 6858000"/>
              <a:gd name="connsiteX808" fmla="*/ 5648971 w 7467600"/>
              <a:gd name="connsiteY808" fmla="*/ 891331 h 6858000"/>
              <a:gd name="connsiteX809" fmla="*/ 5844807 w 7467600"/>
              <a:gd name="connsiteY809" fmla="*/ 870718 h 6858000"/>
              <a:gd name="connsiteX810" fmla="*/ 5862975 w 7467600"/>
              <a:gd name="connsiteY810" fmla="*/ 869756 h 6858000"/>
              <a:gd name="connsiteX811" fmla="*/ 5920887 w 7467600"/>
              <a:gd name="connsiteY811" fmla="*/ 865929 h 6858000"/>
              <a:gd name="connsiteX812" fmla="*/ 5504425 w 7467600"/>
              <a:gd name="connsiteY812" fmla="*/ 848067 h 6858000"/>
              <a:gd name="connsiteX813" fmla="*/ 3607114 w 7467600"/>
              <a:gd name="connsiteY813" fmla="*/ 467441 h 6858000"/>
              <a:gd name="connsiteX814" fmla="*/ 3296242 w 7467600"/>
              <a:gd name="connsiteY814" fmla="*/ 807991 h 6858000"/>
              <a:gd name="connsiteX815" fmla="*/ 3174674 w 7467600"/>
              <a:gd name="connsiteY815" fmla="*/ 919759 h 6858000"/>
              <a:gd name="connsiteX816" fmla="*/ 3042978 w 7467600"/>
              <a:gd name="connsiteY816" fmla="*/ 1054894 h 6858000"/>
              <a:gd name="connsiteX817" fmla="*/ 2968914 w 7467600"/>
              <a:gd name="connsiteY817" fmla="*/ 1133756 h 6858000"/>
              <a:gd name="connsiteX818" fmla="*/ 3103823 w 7467600"/>
              <a:gd name="connsiteY818" fmla="*/ 1026814 h 6858000"/>
              <a:gd name="connsiteX819" fmla="*/ 3607114 w 7467600"/>
              <a:gd name="connsiteY819" fmla="*/ 467441 h 6858000"/>
              <a:gd name="connsiteX820" fmla="*/ 3744487 w 7467600"/>
              <a:gd name="connsiteY820" fmla="*/ 383136 h 6858000"/>
              <a:gd name="connsiteX821" fmla="*/ 3970213 w 7467600"/>
              <a:gd name="connsiteY821" fmla="*/ 995559 h 6858000"/>
              <a:gd name="connsiteX822" fmla="*/ 3744487 w 7467600"/>
              <a:gd name="connsiteY822" fmla="*/ 383136 h 6858000"/>
              <a:gd name="connsiteX823" fmla="*/ 3624562 w 7467600"/>
              <a:gd name="connsiteY823" fmla="*/ 367041 h 6858000"/>
              <a:gd name="connsiteX824" fmla="*/ 3489712 w 7467600"/>
              <a:gd name="connsiteY824" fmla="*/ 485386 h 6858000"/>
              <a:gd name="connsiteX825" fmla="*/ 3182994 w 7467600"/>
              <a:gd name="connsiteY825" fmla="*/ 828265 h 6858000"/>
              <a:gd name="connsiteX826" fmla="*/ 2892114 w 7467600"/>
              <a:gd name="connsiteY826" fmla="*/ 1172635 h 6858000"/>
              <a:gd name="connsiteX827" fmla="*/ 3021459 w 7467600"/>
              <a:gd name="connsiteY827" fmla="*/ 1035385 h 6858000"/>
              <a:gd name="connsiteX828" fmla="*/ 3153873 w 7467600"/>
              <a:gd name="connsiteY828" fmla="*/ 898971 h 6858000"/>
              <a:gd name="connsiteX829" fmla="*/ 3276511 w 7467600"/>
              <a:gd name="connsiteY829" fmla="*/ 786423 h 6858000"/>
              <a:gd name="connsiteX830" fmla="*/ 3584154 w 7467600"/>
              <a:gd name="connsiteY830" fmla="*/ 448218 h 6858000"/>
              <a:gd name="connsiteX831" fmla="*/ 3624562 w 7467600"/>
              <a:gd name="connsiteY831" fmla="*/ 367041 h 6858000"/>
              <a:gd name="connsiteX832" fmla="*/ 3766672 w 7467600"/>
              <a:gd name="connsiteY832" fmla="*/ 359429 h 6858000"/>
              <a:gd name="connsiteX833" fmla="*/ 3996338 w 7467600"/>
              <a:gd name="connsiteY833" fmla="*/ 968237 h 6858000"/>
              <a:gd name="connsiteX834" fmla="*/ 3766672 w 7467600"/>
              <a:gd name="connsiteY834" fmla="*/ 359429 h 6858000"/>
              <a:gd name="connsiteX835" fmla="*/ 5805386 w 7467600"/>
              <a:gd name="connsiteY835" fmla="*/ 239240 h 6858000"/>
              <a:gd name="connsiteX836" fmla="*/ 5736947 w 7467600"/>
              <a:gd name="connsiteY836" fmla="*/ 261367 h 6858000"/>
              <a:gd name="connsiteX837" fmla="*/ 5427012 w 7467600"/>
              <a:gd name="connsiteY837" fmla="*/ 311272 h 6858000"/>
              <a:gd name="connsiteX838" fmla="*/ 5147818 w 7467600"/>
              <a:gd name="connsiteY838" fmla="*/ 322112 h 6858000"/>
              <a:gd name="connsiteX839" fmla="*/ 5060854 w 7467600"/>
              <a:gd name="connsiteY839" fmla="*/ 311882 h 6858000"/>
              <a:gd name="connsiteX840" fmla="*/ 4945989 w 7467600"/>
              <a:gd name="connsiteY840" fmla="*/ 300516 h 6858000"/>
              <a:gd name="connsiteX841" fmla="*/ 5410479 w 7467600"/>
              <a:gd name="connsiteY841" fmla="*/ 348434 h 6858000"/>
              <a:gd name="connsiteX842" fmla="*/ 5805386 w 7467600"/>
              <a:gd name="connsiteY842" fmla="*/ 239240 h 6858000"/>
              <a:gd name="connsiteX843" fmla="*/ 5905192 w 7467600"/>
              <a:gd name="connsiteY843" fmla="*/ 163079 h 6858000"/>
              <a:gd name="connsiteX844" fmla="*/ 5865655 w 7467600"/>
              <a:gd name="connsiteY844" fmla="*/ 171901 h 6858000"/>
              <a:gd name="connsiteX845" fmla="*/ 5259740 w 7467600"/>
              <a:gd name="connsiteY845" fmla="*/ 257013 h 6858000"/>
              <a:gd name="connsiteX846" fmla="*/ 5208466 w 7467600"/>
              <a:gd name="connsiteY846" fmla="*/ 257550 h 6858000"/>
              <a:gd name="connsiteX847" fmla="*/ 4980204 w 7467600"/>
              <a:gd name="connsiteY847" fmla="*/ 271903 h 6858000"/>
              <a:gd name="connsiteX848" fmla="*/ 5068068 w 7467600"/>
              <a:gd name="connsiteY848" fmla="*/ 282244 h 6858000"/>
              <a:gd name="connsiteX849" fmla="*/ 5153231 w 7467600"/>
              <a:gd name="connsiteY849" fmla="*/ 292240 h 6858000"/>
              <a:gd name="connsiteX850" fmla="*/ 5426491 w 7467600"/>
              <a:gd name="connsiteY850" fmla="*/ 281128 h 6858000"/>
              <a:gd name="connsiteX851" fmla="*/ 5731212 w 7467600"/>
              <a:gd name="connsiteY851" fmla="*/ 231951 h 6858000"/>
              <a:gd name="connsiteX852" fmla="*/ 5905192 w 7467600"/>
              <a:gd name="connsiteY852" fmla="*/ 163079 h 6858000"/>
              <a:gd name="connsiteX853" fmla="*/ 5944437 w 7467600"/>
              <a:gd name="connsiteY853" fmla="*/ 113829 h 6858000"/>
              <a:gd name="connsiteX854" fmla="*/ 5825032 w 7467600"/>
              <a:gd name="connsiteY854" fmla="*/ 146405 h 6858000"/>
              <a:gd name="connsiteX855" fmla="*/ 4955599 w 7467600"/>
              <a:gd name="connsiteY855" fmla="*/ 247008 h 6858000"/>
              <a:gd name="connsiteX856" fmla="*/ 5210104 w 7467600"/>
              <a:gd name="connsiteY856" fmla="*/ 228123 h 6858000"/>
              <a:gd name="connsiteX857" fmla="*/ 5261015 w 7467600"/>
              <a:gd name="connsiteY857" fmla="*/ 227087 h 6858000"/>
              <a:gd name="connsiteX858" fmla="*/ 5861181 w 7467600"/>
              <a:gd name="connsiteY858" fmla="*/ 143093 h 6858000"/>
              <a:gd name="connsiteX859" fmla="*/ 5961252 w 7467600"/>
              <a:gd name="connsiteY859" fmla="*/ 114820 h 6858000"/>
              <a:gd name="connsiteX860" fmla="*/ 5944437 w 7467600"/>
              <a:gd name="connsiteY860" fmla="*/ 113829 h 6858000"/>
              <a:gd name="connsiteX861" fmla="*/ 3882765 w 7467600"/>
              <a:gd name="connsiteY861" fmla="*/ 0 h 6858000"/>
              <a:gd name="connsiteX862" fmla="*/ 3995099 w 7467600"/>
              <a:gd name="connsiteY862" fmla="*/ 0 h 6858000"/>
              <a:gd name="connsiteX863" fmla="*/ 4163818 w 7467600"/>
              <a:gd name="connsiteY863" fmla="*/ 234104 h 6858000"/>
              <a:gd name="connsiteX864" fmla="*/ 4172099 w 7467600"/>
              <a:gd name="connsiteY864" fmla="*/ 234207 h 6858000"/>
              <a:gd name="connsiteX865" fmla="*/ 4784282 w 7467600"/>
              <a:gd name="connsiteY865" fmla="*/ 276561 h 6858000"/>
              <a:gd name="connsiteX866" fmla="*/ 4801687 w 7467600"/>
              <a:gd name="connsiteY866" fmla="*/ 267764 h 6858000"/>
              <a:gd name="connsiteX867" fmla="*/ 6082788 w 7467600"/>
              <a:gd name="connsiteY867" fmla="*/ 64119 h 6858000"/>
              <a:gd name="connsiteX868" fmla="*/ 6099442 w 7467600"/>
              <a:gd name="connsiteY868" fmla="*/ 82568 h 6858000"/>
              <a:gd name="connsiteX869" fmla="*/ 4804137 w 7467600"/>
              <a:gd name="connsiteY869" fmla="*/ 320931 h 6858000"/>
              <a:gd name="connsiteX870" fmla="*/ 4227047 w 7467600"/>
              <a:gd name="connsiteY870" fmla="*/ 313415 h 6858000"/>
              <a:gd name="connsiteX871" fmla="*/ 4346041 w 7467600"/>
              <a:gd name="connsiteY871" fmla="*/ 456086 h 6858000"/>
              <a:gd name="connsiteX872" fmla="*/ 4870967 w 7467600"/>
              <a:gd name="connsiteY872" fmla="*/ 963061 h 6858000"/>
              <a:gd name="connsiteX873" fmla="*/ 4889647 w 7467600"/>
              <a:gd name="connsiteY873" fmla="*/ 957147 h 6858000"/>
              <a:gd name="connsiteX874" fmla="*/ 5422504 w 7467600"/>
              <a:gd name="connsiteY874" fmla="*/ 805191 h 6858000"/>
              <a:gd name="connsiteX875" fmla="*/ 6087656 w 7467600"/>
              <a:gd name="connsiteY875" fmla="*/ 826703 h 6858000"/>
              <a:gd name="connsiteX876" fmla="*/ 6058717 w 7467600"/>
              <a:gd name="connsiteY876" fmla="*/ 865992 h 6858000"/>
              <a:gd name="connsiteX877" fmla="*/ 4974153 w 7467600"/>
              <a:gd name="connsiteY877" fmla="*/ 1045456 h 6858000"/>
              <a:gd name="connsiteX878" fmla="*/ 5627835 w 7467600"/>
              <a:gd name="connsiteY878" fmla="*/ 1472077 h 6858000"/>
              <a:gd name="connsiteX879" fmla="*/ 5629817 w 7467600"/>
              <a:gd name="connsiteY879" fmla="*/ 1471412 h 6858000"/>
              <a:gd name="connsiteX880" fmla="*/ 5634124 w 7467600"/>
              <a:gd name="connsiteY880" fmla="*/ 1470572 h 6858000"/>
              <a:gd name="connsiteX881" fmla="*/ 5755832 w 7467600"/>
              <a:gd name="connsiteY881" fmla="*/ 1383886 h 6858000"/>
              <a:gd name="connsiteX882" fmla="*/ 6014186 w 7467600"/>
              <a:gd name="connsiteY882" fmla="*/ 1279799 h 6858000"/>
              <a:gd name="connsiteX883" fmla="*/ 6901619 w 7467600"/>
              <a:gd name="connsiteY883" fmla="*/ 1047874 h 6858000"/>
              <a:gd name="connsiteX884" fmla="*/ 6931566 w 7467600"/>
              <a:gd name="connsiteY884" fmla="*/ 1062034 h 6858000"/>
              <a:gd name="connsiteX885" fmla="*/ 5790982 w 7467600"/>
              <a:gd name="connsiteY885" fmla="*/ 1561380 h 6858000"/>
              <a:gd name="connsiteX886" fmla="*/ 6188971 w 7467600"/>
              <a:gd name="connsiteY886" fmla="*/ 1755168 h 6858000"/>
              <a:gd name="connsiteX887" fmla="*/ 6202446 w 7467600"/>
              <a:gd name="connsiteY887" fmla="*/ 1752268 h 6858000"/>
              <a:gd name="connsiteX888" fmla="*/ 7179560 w 7467600"/>
              <a:gd name="connsiteY888" fmla="*/ 1467551 h 6858000"/>
              <a:gd name="connsiteX889" fmla="*/ 7158730 w 7467600"/>
              <a:gd name="connsiteY889" fmla="*/ 1507835 h 6858000"/>
              <a:gd name="connsiteX890" fmla="*/ 6326959 w 7467600"/>
              <a:gd name="connsiteY890" fmla="*/ 1817686 h 6858000"/>
              <a:gd name="connsiteX891" fmla="*/ 6537433 w 7467600"/>
              <a:gd name="connsiteY891" fmla="*/ 1907790 h 6858000"/>
              <a:gd name="connsiteX892" fmla="*/ 6550221 w 7467600"/>
              <a:gd name="connsiteY892" fmla="*/ 1910729 h 6858000"/>
              <a:gd name="connsiteX893" fmla="*/ 6964438 w 7467600"/>
              <a:gd name="connsiteY893" fmla="*/ 2209505 h 6858000"/>
              <a:gd name="connsiteX894" fmla="*/ 7367862 w 7467600"/>
              <a:gd name="connsiteY894" fmla="*/ 2806833 h 6858000"/>
              <a:gd name="connsiteX895" fmla="*/ 7364329 w 7467600"/>
              <a:gd name="connsiteY895" fmla="*/ 2826907 h 6858000"/>
              <a:gd name="connsiteX896" fmla="*/ 7290545 w 7467600"/>
              <a:gd name="connsiteY896" fmla="*/ 2850663 h 6858000"/>
              <a:gd name="connsiteX897" fmla="*/ 6472036 w 7467600"/>
              <a:gd name="connsiteY897" fmla="*/ 1959003 h 6858000"/>
              <a:gd name="connsiteX898" fmla="*/ 5792897 w 7467600"/>
              <a:gd name="connsiteY898" fmla="*/ 1647747 h 6858000"/>
              <a:gd name="connsiteX899" fmla="*/ 5842751 w 7467600"/>
              <a:gd name="connsiteY899" fmla="*/ 1816112 h 6858000"/>
              <a:gd name="connsiteX900" fmla="*/ 5847424 w 7467600"/>
              <a:gd name="connsiteY900" fmla="*/ 1815776 h 6858000"/>
              <a:gd name="connsiteX901" fmla="*/ 6399821 w 7467600"/>
              <a:gd name="connsiteY901" fmla="*/ 2344799 h 6858000"/>
              <a:gd name="connsiteX902" fmla="*/ 6323232 w 7467600"/>
              <a:gd name="connsiteY902" fmla="*/ 2389634 h 6858000"/>
              <a:gd name="connsiteX903" fmla="*/ 5942958 w 7467600"/>
              <a:gd name="connsiteY903" fmla="*/ 2077708 h 6858000"/>
              <a:gd name="connsiteX904" fmla="*/ 5921559 w 7467600"/>
              <a:gd name="connsiteY904" fmla="*/ 2378596 h 6858000"/>
              <a:gd name="connsiteX905" fmla="*/ 5817651 w 7467600"/>
              <a:gd name="connsiteY905" fmla="*/ 3023919 h 6858000"/>
              <a:gd name="connsiteX906" fmla="*/ 5729634 w 7467600"/>
              <a:gd name="connsiteY906" fmla="*/ 3051849 h 6858000"/>
              <a:gd name="connsiteX907" fmla="*/ 5611018 w 7467600"/>
              <a:gd name="connsiteY907" fmla="*/ 2316769 h 6858000"/>
              <a:gd name="connsiteX908" fmla="*/ 5687608 w 7467600"/>
              <a:gd name="connsiteY908" fmla="*/ 2039972 h 6858000"/>
              <a:gd name="connsiteX909" fmla="*/ 5657554 w 7467600"/>
              <a:gd name="connsiteY909" fmla="*/ 1576445 h 6858000"/>
              <a:gd name="connsiteX910" fmla="*/ 5150475 w 7467600"/>
              <a:gd name="connsiteY910" fmla="*/ 1274012 h 6858000"/>
              <a:gd name="connsiteX911" fmla="*/ 5349142 w 7467600"/>
              <a:gd name="connsiteY911" fmla="*/ 2204405 h 6858000"/>
              <a:gd name="connsiteX912" fmla="*/ 5262214 w 7467600"/>
              <a:gd name="connsiteY912" fmla="*/ 2233836 h 6858000"/>
              <a:gd name="connsiteX913" fmla="*/ 4981539 w 7467600"/>
              <a:gd name="connsiteY913" fmla="*/ 1542201 h 6858000"/>
              <a:gd name="connsiteX914" fmla="*/ 4958461 w 7467600"/>
              <a:gd name="connsiteY914" fmla="*/ 1136957 h 6858000"/>
              <a:gd name="connsiteX915" fmla="*/ 4655015 w 7467600"/>
              <a:gd name="connsiteY915" fmla="*/ 891426 h 6858000"/>
              <a:gd name="connsiteX916" fmla="*/ 4348002 w 7467600"/>
              <a:gd name="connsiteY916" fmla="*/ 2205895 h 6858000"/>
              <a:gd name="connsiteX917" fmla="*/ 4262250 w 7467600"/>
              <a:gd name="connsiteY917" fmla="*/ 2219972 h 6858000"/>
              <a:gd name="connsiteX918" fmla="*/ 4550611 w 7467600"/>
              <a:gd name="connsiteY918" fmla="*/ 817540 h 6858000"/>
              <a:gd name="connsiteX919" fmla="*/ 4564418 w 7467600"/>
              <a:gd name="connsiteY919" fmla="*/ 808293 h 6858000"/>
              <a:gd name="connsiteX920" fmla="*/ 4266388 w 7467600"/>
              <a:gd name="connsiteY920" fmla="*/ 500083 h 6858000"/>
              <a:gd name="connsiteX921" fmla="*/ 4032842 w 7467600"/>
              <a:gd name="connsiteY921" fmla="*/ 211809 h 6858000"/>
              <a:gd name="connsiteX922" fmla="*/ 3882765 w 7467600"/>
              <a:gd name="connsiteY922" fmla="*/ 0 h 6858000"/>
              <a:gd name="connsiteX923" fmla="*/ 3721337 w 7467600"/>
              <a:gd name="connsiteY923" fmla="*/ 0 h 6858000"/>
              <a:gd name="connsiteX924" fmla="*/ 3797544 w 7467600"/>
              <a:gd name="connsiteY924" fmla="*/ 0 h 6858000"/>
              <a:gd name="connsiteX925" fmla="*/ 3775734 w 7467600"/>
              <a:gd name="connsiteY925" fmla="*/ 95131 h 6858000"/>
              <a:gd name="connsiteX926" fmla="*/ 3724807 w 7467600"/>
              <a:gd name="connsiteY926" fmla="*/ 272257 h 6858000"/>
              <a:gd name="connsiteX927" fmla="*/ 3726844 w 7467600"/>
              <a:gd name="connsiteY927" fmla="*/ 282988 h 6858000"/>
              <a:gd name="connsiteX928" fmla="*/ 3742664 w 7467600"/>
              <a:gd name="connsiteY928" fmla="*/ 279918 h 6858000"/>
              <a:gd name="connsiteX929" fmla="*/ 4103910 w 7467600"/>
              <a:gd name="connsiteY929" fmla="*/ 1161917 h 6858000"/>
              <a:gd name="connsiteX930" fmla="*/ 4020269 w 7467600"/>
              <a:gd name="connsiteY930" fmla="*/ 1200406 h 6858000"/>
              <a:gd name="connsiteX931" fmla="*/ 3674882 w 7467600"/>
              <a:gd name="connsiteY931" fmla="*/ 488524 h 6858000"/>
              <a:gd name="connsiteX932" fmla="*/ 3132682 w 7467600"/>
              <a:gd name="connsiteY932" fmla="*/ 1072284 h 6858000"/>
              <a:gd name="connsiteX933" fmla="*/ 2716346 w 7467600"/>
              <a:gd name="connsiteY933" fmla="*/ 1276376 h 6858000"/>
              <a:gd name="connsiteX934" fmla="*/ 2716772 w 7467600"/>
              <a:gd name="connsiteY934" fmla="*/ 1255462 h 6858000"/>
              <a:gd name="connsiteX935" fmla="*/ 3471096 w 7467600"/>
              <a:gd name="connsiteY935" fmla="*/ 437072 h 6858000"/>
              <a:gd name="connsiteX936" fmla="*/ 3639057 w 7467600"/>
              <a:gd name="connsiteY936" fmla="*/ 286334 h 6858000"/>
              <a:gd name="connsiteX937" fmla="*/ 3640309 w 7467600"/>
              <a:gd name="connsiteY937" fmla="*/ 284664 h 6858000"/>
              <a:gd name="connsiteX938" fmla="*/ 3646022 w 7467600"/>
              <a:gd name="connsiteY938" fmla="*/ 276711 h 6858000"/>
              <a:gd name="connsiteX939" fmla="*/ 3707943 w 7467600"/>
              <a:gd name="connsiteY939" fmla="*/ 65958 h 6858000"/>
              <a:gd name="connsiteX940" fmla="*/ 3721337 w 7467600"/>
              <a:gd name="connsiteY940" fmla="*/ 0 h 6858000"/>
              <a:gd name="connsiteX941" fmla="*/ 2867960 w 7467600"/>
              <a:gd name="connsiteY941" fmla="*/ 0 h 6858000"/>
              <a:gd name="connsiteX942" fmla="*/ 2926351 w 7467600"/>
              <a:gd name="connsiteY942" fmla="*/ 0 h 6858000"/>
              <a:gd name="connsiteX943" fmla="*/ 2902823 w 7467600"/>
              <a:gd name="connsiteY943" fmla="*/ 262929 h 6858000"/>
              <a:gd name="connsiteX944" fmla="*/ 2940663 w 7467600"/>
              <a:gd name="connsiteY944" fmla="*/ 140884 h 6858000"/>
              <a:gd name="connsiteX945" fmla="*/ 2947039 w 7467600"/>
              <a:gd name="connsiteY945" fmla="*/ 122524 h 6858000"/>
              <a:gd name="connsiteX946" fmla="*/ 2984316 w 7467600"/>
              <a:gd name="connsiteY946" fmla="*/ 0 h 6858000"/>
              <a:gd name="connsiteX947" fmla="*/ 3016114 w 7467600"/>
              <a:gd name="connsiteY947" fmla="*/ 0 h 6858000"/>
              <a:gd name="connsiteX948" fmla="*/ 2979949 w 7467600"/>
              <a:gd name="connsiteY948" fmla="*/ 119274 h 6858000"/>
              <a:gd name="connsiteX949" fmla="*/ 3023879 w 7467600"/>
              <a:gd name="connsiteY949" fmla="*/ 0 h 6858000"/>
              <a:gd name="connsiteX950" fmla="*/ 3105400 w 7467600"/>
              <a:gd name="connsiteY950" fmla="*/ 0 h 6858000"/>
              <a:gd name="connsiteX951" fmla="*/ 3094669 w 7467600"/>
              <a:gd name="connsiteY951" fmla="*/ 30308 h 6858000"/>
              <a:gd name="connsiteX952" fmla="*/ 2901945 w 7467600"/>
              <a:gd name="connsiteY952" fmla="*/ 466538 h 6858000"/>
              <a:gd name="connsiteX953" fmla="*/ 2815209 w 7467600"/>
              <a:gd name="connsiteY953" fmla="*/ 497361 h 6858000"/>
              <a:gd name="connsiteX954" fmla="*/ 2844845 w 7467600"/>
              <a:gd name="connsiteY954" fmla="*/ 127638 h 6858000"/>
              <a:gd name="connsiteX955" fmla="*/ 2867960 w 7467600"/>
              <a:gd name="connsiteY955" fmla="*/ 0 h 6858000"/>
              <a:gd name="connsiteX956" fmla="*/ 1057230 w 7467600"/>
              <a:gd name="connsiteY956" fmla="*/ 0 h 6858000"/>
              <a:gd name="connsiteX957" fmla="*/ 1111003 w 7467600"/>
              <a:gd name="connsiteY957" fmla="*/ 0 h 6858000"/>
              <a:gd name="connsiteX958" fmla="*/ 1125553 w 7467600"/>
              <a:gd name="connsiteY958" fmla="*/ 52588 h 6858000"/>
              <a:gd name="connsiteX959" fmla="*/ 1304276 w 7467600"/>
              <a:gd name="connsiteY959" fmla="*/ 476275 h 6858000"/>
              <a:gd name="connsiteX960" fmla="*/ 1492066 w 7467600"/>
              <a:gd name="connsiteY960" fmla="*/ 886333 h 6858000"/>
              <a:gd name="connsiteX961" fmla="*/ 1423698 w 7467600"/>
              <a:gd name="connsiteY961" fmla="*/ 710817 h 6858000"/>
              <a:gd name="connsiteX962" fmla="*/ 1357609 w 7467600"/>
              <a:gd name="connsiteY962" fmla="*/ 532892 h 6858000"/>
              <a:gd name="connsiteX963" fmla="*/ 1309550 w 7467600"/>
              <a:gd name="connsiteY963" fmla="*/ 374031 h 6858000"/>
              <a:gd name="connsiteX964" fmla="*/ 1193673 w 7467600"/>
              <a:gd name="connsiteY964" fmla="*/ 49533 h 6858000"/>
              <a:gd name="connsiteX965" fmla="*/ 1164391 w 7467600"/>
              <a:gd name="connsiteY965" fmla="*/ 0 h 6858000"/>
              <a:gd name="connsiteX966" fmla="*/ 1200666 w 7467600"/>
              <a:gd name="connsiteY966" fmla="*/ 0 h 6858000"/>
              <a:gd name="connsiteX967" fmla="*/ 1223408 w 7467600"/>
              <a:gd name="connsiteY967" fmla="*/ 38996 h 6858000"/>
              <a:gd name="connsiteX968" fmla="*/ 1339635 w 7467600"/>
              <a:gd name="connsiteY968" fmla="*/ 365517 h 6858000"/>
              <a:gd name="connsiteX969" fmla="*/ 1387469 w 7467600"/>
              <a:gd name="connsiteY969" fmla="*/ 523079 h 6858000"/>
              <a:gd name="connsiteX970" fmla="*/ 1452685 w 7467600"/>
              <a:gd name="connsiteY970" fmla="*/ 699806 h 6858000"/>
              <a:gd name="connsiteX971" fmla="*/ 1492092 w 7467600"/>
              <a:gd name="connsiteY971" fmla="*/ 800424 h 6858000"/>
              <a:gd name="connsiteX972" fmla="*/ 1455302 w 7467600"/>
              <a:gd name="connsiteY972" fmla="*/ 632913 h 6858000"/>
              <a:gd name="connsiteX973" fmla="*/ 1222336 w 7467600"/>
              <a:gd name="connsiteY973" fmla="*/ 9480 h 6858000"/>
              <a:gd name="connsiteX974" fmla="*/ 1214634 w 7467600"/>
              <a:gd name="connsiteY974" fmla="*/ 0 h 6858000"/>
              <a:gd name="connsiteX975" fmla="*/ 1289827 w 7467600"/>
              <a:gd name="connsiteY975" fmla="*/ 0 h 6858000"/>
              <a:gd name="connsiteX976" fmla="*/ 1321076 w 7467600"/>
              <a:gd name="connsiteY976" fmla="*/ 59722 h 6858000"/>
              <a:gd name="connsiteX977" fmla="*/ 1512579 w 7467600"/>
              <a:gd name="connsiteY977" fmla="*/ 626441 h 6858000"/>
              <a:gd name="connsiteX978" fmla="*/ 1506076 w 7467600"/>
              <a:gd name="connsiteY978" fmla="*/ 1089289 h 6858000"/>
              <a:gd name="connsiteX979" fmla="*/ 1486346 w 7467600"/>
              <a:gd name="connsiteY979" fmla="*/ 1079919 h 6858000"/>
              <a:gd name="connsiteX980" fmla="*/ 1070511 w 7467600"/>
              <a:gd name="connsiteY980" fmla="*/ 48609 h 6858000"/>
              <a:gd name="connsiteX981" fmla="*/ 1057230 w 7467600"/>
              <a:gd name="connsiteY981" fmla="*/ 0 h 6858000"/>
              <a:gd name="connsiteX982" fmla="*/ 43151 w 7467600"/>
              <a:gd name="connsiteY982" fmla="*/ 0 h 6858000"/>
              <a:gd name="connsiteX983" fmla="*/ 95283 w 7467600"/>
              <a:gd name="connsiteY983" fmla="*/ 0 h 6858000"/>
              <a:gd name="connsiteX984" fmla="*/ 300708 w 7467600"/>
              <a:gd name="connsiteY984" fmla="*/ 154571 h 6858000"/>
              <a:gd name="connsiteX985" fmla="*/ 530414 w 7467600"/>
              <a:gd name="connsiteY985" fmla="*/ 354673 h 6858000"/>
              <a:gd name="connsiteX986" fmla="*/ 333785 w 7467600"/>
              <a:gd name="connsiteY986" fmla="*/ 161564 h 6858000"/>
              <a:gd name="connsiteX987" fmla="*/ 147005 w 7467600"/>
              <a:gd name="connsiteY987" fmla="*/ 0 h 6858000"/>
              <a:gd name="connsiteX988" fmla="*/ 272509 w 7467600"/>
              <a:gd name="connsiteY988" fmla="*/ 0 h 6858000"/>
              <a:gd name="connsiteX989" fmla="*/ 326276 w 7467600"/>
              <a:gd name="connsiteY989" fmla="*/ 45847 h 6858000"/>
              <a:gd name="connsiteX990" fmla="*/ 823759 w 7467600"/>
              <a:gd name="connsiteY990" fmla="*/ 574145 h 6858000"/>
              <a:gd name="connsiteX991" fmla="*/ 811254 w 7467600"/>
              <a:gd name="connsiteY991" fmla="*/ 665546 h 6858000"/>
              <a:gd name="connsiteX992" fmla="*/ 154042 w 7467600"/>
              <a:gd name="connsiteY992" fmla="*/ 261522 h 6858000"/>
              <a:gd name="connsiteX993" fmla="*/ 13550 w 7467600"/>
              <a:gd name="connsiteY993" fmla="*/ 158423 h 6858000"/>
              <a:gd name="connsiteX994" fmla="*/ 0 w 7467600"/>
              <a:gd name="connsiteY994" fmla="*/ 146618 h 6858000"/>
              <a:gd name="connsiteX995" fmla="*/ 0 w 7467600"/>
              <a:gd name="connsiteY995" fmla="*/ 59161 h 6858000"/>
              <a:gd name="connsiteX996" fmla="*/ 45427 w 7467600"/>
              <a:gd name="connsiteY996" fmla="*/ 101078 h 6858000"/>
              <a:gd name="connsiteX997" fmla="*/ 630103 w 7467600"/>
              <a:gd name="connsiteY997" fmla="*/ 485885 h 6858000"/>
              <a:gd name="connsiteX998" fmla="*/ 532040 w 7467600"/>
              <a:gd name="connsiteY998" fmla="*/ 399359 h 6858000"/>
              <a:gd name="connsiteX999" fmla="*/ 517618 w 7467600"/>
              <a:gd name="connsiteY999" fmla="*/ 385726 h 6858000"/>
              <a:gd name="connsiteX1000" fmla="*/ 285074 w 7467600"/>
              <a:gd name="connsiteY1000" fmla="*/ 182755 h 6858000"/>
              <a:gd name="connsiteX1001" fmla="*/ 43151 w 7467600"/>
              <a:gd name="connsiteY1001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368569 w 7467600"/>
              <a:gd name="connsiteY127" fmla="*/ 5270182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7467600 w 7467600"/>
              <a:gd name="connsiteY137" fmla="*/ 5241225 h 6858000"/>
              <a:gd name="connsiteX138" fmla="*/ 7467600 w 7467600"/>
              <a:gd name="connsiteY138" fmla="*/ 5277736 h 6858000"/>
              <a:gd name="connsiteX139" fmla="*/ 7327465 w 7467600"/>
              <a:gd name="connsiteY139" fmla="*/ 5174181 h 6858000"/>
              <a:gd name="connsiteX140" fmla="*/ 7244057 w 7467600"/>
              <a:gd name="connsiteY140" fmla="*/ 5124233 h 6858000"/>
              <a:gd name="connsiteX141" fmla="*/ 7353035 w 7467600"/>
              <a:gd name="connsiteY141" fmla="*/ 5197318 h 6858000"/>
              <a:gd name="connsiteX142" fmla="*/ 7467600 w 7467600"/>
              <a:gd name="connsiteY142" fmla="*/ 5297634 h 6858000"/>
              <a:gd name="connsiteX143" fmla="*/ 7467600 w 7467600"/>
              <a:gd name="connsiteY143" fmla="*/ 5361850 h 6858000"/>
              <a:gd name="connsiteX144" fmla="*/ 7368569 w 7467600"/>
              <a:gd name="connsiteY144" fmla="*/ 5270182 h 6858000"/>
              <a:gd name="connsiteX145" fmla="*/ 1903353 w 7467600"/>
              <a:gd name="connsiteY145" fmla="*/ 5044827 h 6858000"/>
              <a:gd name="connsiteX146" fmla="*/ 1936931 w 7467600"/>
              <a:gd name="connsiteY146" fmla="*/ 5093954 h 6858000"/>
              <a:gd name="connsiteX147" fmla="*/ 2195868 w 7467600"/>
              <a:gd name="connsiteY147" fmla="*/ 5396574 h 6858000"/>
              <a:gd name="connsiteX148" fmla="*/ 2088852 w 7467600"/>
              <a:gd name="connsiteY148" fmla="*/ 5166123 h 6858000"/>
              <a:gd name="connsiteX149" fmla="*/ 1958241 w 7467600"/>
              <a:gd name="connsiteY149" fmla="*/ 5067955 h 6858000"/>
              <a:gd name="connsiteX150" fmla="*/ 1903353 w 7467600"/>
              <a:gd name="connsiteY150" fmla="*/ 5044827 h 6858000"/>
              <a:gd name="connsiteX151" fmla="*/ 1979378 w 7467600"/>
              <a:gd name="connsiteY151" fmla="*/ 4769504 h 6858000"/>
              <a:gd name="connsiteX152" fmla="*/ 2882120 w 7467600"/>
              <a:gd name="connsiteY152" fmla="*/ 5064547 h 6858000"/>
              <a:gd name="connsiteX153" fmla="*/ 2793103 w 7467600"/>
              <a:gd name="connsiteY153" fmla="*/ 5039699 h 6858000"/>
              <a:gd name="connsiteX154" fmla="*/ 2770041 w 7467600"/>
              <a:gd name="connsiteY154" fmla="*/ 5033634 h 6858000"/>
              <a:gd name="connsiteX155" fmla="*/ 1979378 w 7467600"/>
              <a:gd name="connsiteY155" fmla="*/ 4769504 h 6858000"/>
              <a:gd name="connsiteX156" fmla="*/ 1927410 w 7467600"/>
              <a:gd name="connsiteY156" fmla="*/ 4716164 h 6858000"/>
              <a:gd name="connsiteX157" fmla="*/ 1959587 w 7467600"/>
              <a:gd name="connsiteY157" fmla="*/ 4728849 h 6858000"/>
              <a:gd name="connsiteX158" fmla="*/ 2777707 w 7467600"/>
              <a:gd name="connsiteY158" fmla="*/ 5003991 h 6858000"/>
              <a:gd name="connsiteX159" fmla="*/ 2800768 w 7467600"/>
              <a:gd name="connsiteY159" fmla="*/ 5010056 h 6858000"/>
              <a:gd name="connsiteX160" fmla="*/ 2879408 w 7467600"/>
              <a:gd name="connsiteY160" fmla="*/ 5031590 h 6858000"/>
              <a:gd name="connsiteX161" fmla="*/ 2862295 w 7467600"/>
              <a:gd name="connsiteY161" fmla="*/ 5022958 h 6858000"/>
              <a:gd name="connsiteX162" fmla="*/ 2813343 w 7467600"/>
              <a:gd name="connsiteY162" fmla="*/ 4998369 h 6858000"/>
              <a:gd name="connsiteX163" fmla="*/ 2646245 w 7467600"/>
              <a:gd name="connsiteY163" fmla="*/ 4930999 h 6858000"/>
              <a:gd name="connsiteX164" fmla="*/ 1999243 w 7467600"/>
              <a:gd name="connsiteY164" fmla="*/ 4730524 h 6858000"/>
              <a:gd name="connsiteX165" fmla="*/ 1979527 w 7467600"/>
              <a:gd name="connsiteY165" fmla="*/ 4726651 h 6858000"/>
              <a:gd name="connsiteX166" fmla="*/ 1927410 w 7467600"/>
              <a:gd name="connsiteY166" fmla="*/ 4716164 h 6858000"/>
              <a:gd name="connsiteX167" fmla="*/ 1997014 w 7467600"/>
              <a:gd name="connsiteY167" fmla="*/ 4698007 h 6858000"/>
              <a:gd name="connsiteX168" fmla="*/ 2005458 w 7467600"/>
              <a:gd name="connsiteY168" fmla="*/ 4699540 h 6858000"/>
              <a:gd name="connsiteX169" fmla="*/ 2657186 w 7467600"/>
              <a:gd name="connsiteY169" fmla="*/ 4901687 h 6858000"/>
              <a:gd name="connsiteX170" fmla="*/ 2826662 w 7467600"/>
              <a:gd name="connsiteY170" fmla="*/ 4970362 h 6858000"/>
              <a:gd name="connsiteX171" fmla="*/ 2876100 w 7467600"/>
              <a:gd name="connsiteY171" fmla="*/ 4995397 h 6858000"/>
              <a:gd name="connsiteX172" fmla="*/ 3042600 w 7467600"/>
              <a:gd name="connsiteY172" fmla="*/ 5059532 h 6858000"/>
              <a:gd name="connsiteX173" fmla="*/ 1997014 w 7467600"/>
              <a:gd name="connsiteY173" fmla="*/ 4698007 h 6858000"/>
              <a:gd name="connsiteX174" fmla="*/ 2305292 w 7467600"/>
              <a:gd name="connsiteY174" fmla="*/ 4219492 h 6858000"/>
              <a:gd name="connsiteX175" fmla="*/ 3360922 w 7467600"/>
              <a:gd name="connsiteY175" fmla="*/ 4529373 h 6858000"/>
              <a:gd name="connsiteX176" fmla="*/ 3492420 w 7467600"/>
              <a:gd name="connsiteY176" fmla="*/ 4510145 h 6858000"/>
              <a:gd name="connsiteX177" fmla="*/ 3364086 w 7467600"/>
              <a:gd name="connsiteY177" fmla="*/ 4480340 h 6858000"/>
              <a:gd name="connsiteX178" fmla="*/ 3225818 w 7467600"/>
              <a:gd name="connsiteY178" fmla="*/ 4411822 h 6858000"/>
              <a:gd name="connsiteX179" fmla="*/ 3129696 w 7467600"/>
              <a:gd name="connsiteY179" fmla="*/ 4360704 h 6858000"/>
              <a:gd name="connsiteX180" fmla="*/ 2814545 w 7467600"/>
              <a:gd name="connsiteY180" fmla="*/ 4282955 h 6858000"/>
              <a:gd name="connsiteX181" fmla="*/ 2305292 w 7467600"/>
              <a:gd name="connsiteY181" fmla="*/ 4219492 h 6858000"/>
              <a:gd name="connsiteX182" fmla="*/ 2626982 w 7467600"/>
              <a:gd name="connsiteY182" fmla="*/ 4206450 h 6858000"/>
              <a:gd name="connsiteX183" fmla="*/ 2490617 w 7467600"/>
              <a:gd name="connsiteY183" fmla="*/ 4206951 h 6858000"/>
              <a:gd name="connsiteX184" fmla="*/ 2819869 w 7467600"/>
              <a:gd name="connsiteY184" fmla="*/ 4252936 h 6858000"/>
              <a:gd name="connsiteX185" fmla="*/ 3143018 w 7467600"/>
              <a:gd name="connsiteY185" fmla="*/ 4332698 h 6858000"/>
              <a:gd name="connsiteX186" fmla="*/ 3241520 w 7467600"/>
              <a:gd name="connsiteY186" fmla="*/ 4385112 h 6858000"/>
              <a:gd name="connsiteX187" fmla="*/ 3374575 w 7467600"/>
              <a:gd name="connsiteY187" fmla="*/ 4451517 h 6858000"/>
              <a:gd name="connsiteX188" fmla="*/ 3505221 w 7467600"/>
              <a:gd name="connsiteY188" fmla="*/ 4480757 h 6858000"/>
              <a:gd name="connsiteX189" fmla="*/ 2626982 w 7467600"/>
              <a:gd name="connsiteY189" fmla="*/ 4206450 h 6858000"/>
              <a:gd name="connsiteX190" fmla="*/ 1310106 w 7467600"/>
              <a:gd name="connsiteY190" fmla="*/ 3943217 h 6858000"/>
              <a:gd name="connsiteX191" fmla="*/ 854994 w 7467600"/>
              <a:gd name="connsiteY191" fmla="*/ 4399136 h 6858000"/>
              <a:gd name="connsiteX192" fmla="*/ 742462 w 7467600"/>
              <a:gd name="connsiteY192" fmla="*/ 4594648 h 6858000"/>
              <a:gd name="connsiteX193" fmla="*/ 820602 w 7467600"/>
              <a:gd name="connsiteY193" fmla="*/ 4485915 h 6858000"/>
              <a:gd name="connsiteX194" fmla="*/ 878295 w 7467600"/>
              <a:gd name="connsiteY194" fmla="*/ 4403594 h 6858000"/>
              <a:gd name="connsiteX195" fmla="*/ 1240607 w 7467600"/>
              <a:gd name="connsiteY195" fmla="*/ 4010401 h 6858000"/>
              <a:gd name="connsiteX196" fmla="*/ 1310106 w 7467600"/>
              <a:gd name="connsiteY196" fmla="*/ 3943217 h 6858000"/>
              <a:gd name="connsiteX197" fmla="*/ 1423113 w 7467600"/>
              <a:gd name="connsiteY197" fmla="*/ 3874565 h 6858000"/>
              <a:gd name="connsiteX198" fmla="*/ 1260565 w 7467600"/>
              <a:gd name="connsiteY198" fmla="*/ 4031982 h 6858000"/>
              <a:gd name="connsiteX199" fmla="*/ 901900 w 7467600"/>
              <a:gd name="connsiteY199" fmla="*/ 4421236 h 6858000"/>
              <a:gd name="connsiteX200" fmla="*/ 845044 w 7467600"/>
              <a:gd name="connsiteY200" fmla="*/ 4502436 h 6858000"/>
              <a:gd name="connsiteX201" fmla="*/ 685926 w 7467600"/>
              <a:gd name="connsiteY201" fmla="*/ 4703069 h 6858000"/>
              <a:gd name="connsiteX202" fmla="*/ 684248 w 7467600"/>
              <a:gd name="connsiteY202" fmla="*/ 4706721 h 6858000"/>
              <a:gd name="connsiteX203" fmla="*/ 1423113 w 7467600"/>
              <a:gd name="connsiteY203" fmla="*/ 3874565 h 6858000"/>
              <a:gd name="connsiteX204" fmla="*/ 3316479 w 7467600"/>
              <a:gd name="connsiteY204" fmla="*/ 3872136 h 6858000"/>
              <a:gd name="connsiteX205" fmla="*/ 3546806 w 7467600"/>
              <a:gd name="connsiteY205" fmla="*/ 4356139 h 6858000"/>
              <a:gd name="connsiteX206" fmla="*/ 3364433 w 7467600"/>
              <a:gd name="connsiteY206" fmla="*/ 3953121 h 6858000"/>
              <a:gd name="connsiteX207" fmla="*/ 3316479 w 7467600"/>
              <a:gd name="connsiteY207" fmla="*/ 3872136 h 6858000"/>
              <a:gd name="connsiteX208" fmla="*/ 3291335 w 7467600"/>
              <a:gd name="connsiteY208" fmla="*/ 3767420 h 6858000"/>
              <a:gd name="connsiteX209" fmla="*/ 3390805 w 7467600"/>
              <a:gd name="connsiteY209" fmla="*/ 3937163 h 6858000"/>
              <a:gd name="connsiteX210" fmla="*/ 3579062 w 7467600"/>
              <a:gd name="connsiteY210" fmla="*/ 4359040 h 6858000"/>
              <a:gd name="connsiteX211" fmla="*/ 3467355 w 7467600"/>
              <a:gd name="connsiteY211" fmla="*/ 3988130 h 6858000"/>
              <a:gd name="connsiteX212" fmla="*/ 3310753 w 7467600"/>
              <a:gd name="connsiteY212" fmla="*/ 3787140 h 6858000"/>
              <a:gd name="connsiteX213" fmla="*/ 3291335 w 7467600"/>
              <a:gd name="connsiteY213" fmla="*/ 3767420 h 6858000"/>
              <a:gd name="connsiteX214" fmla="*/ 1635889 w 7467600"/>
              <a:gd name="connsiteY214" fmla="*/ 3709494 h 6858000"/>
              <a:gd name="connsiteX215" fmla="*/ 1634800 w 7467600"/>
              <a:gd name="connsiteY215" fmla="*/ 3731111 h 6858000"/>
              <a:gd name="connsiteX216" fmla="*/ 1635889 w 7467600"/>
              <a:gd name="connsiteY216" fmla="*/ 3709494 h 6858000"/>
              <a:gd name="connsiteX217" fmla="*/ 1510397 w 7467600"/>
              <a:gd name="connsiteY217" fmla="*/ 3684705 h 6858000"/>
              <a:gd name="connsiteX218" fmla="*/ 1146550 w 7467600"/>
              <a:gd name="connsiteY218" fmla="*/ 3802012 h 6858000"/>
              <a:gd name="connsiteX219" fmla="*/ 698834 w 7467600"/>
              <a:gd name="connsiteY219" fmla="*/ 3952272 h 6858000"/>
              <a:gd name="connsiteX220" fmla="*/ 34256 w 7467600"/>
              <a:gd name="connsiteY220" fmla="*/ 4347603 h 6858000"/>
              <a:gd name="connsiteX221" fmla="*/ 527241 w 7467600"/>
              <a:gd name="connsiteY221" fmla="*/ 4065078 h 6858000"/>
              <a:gd name="connsiteX222" fmla="*/ 1510397 w 7467600"/>
              <a:gd name="connsiteY222" fmla="*/ 3684705 h 6858000"/>
              <a:gd name="connsiteX223" fmla="*/ 1313114 w 7467600"/>
              <a:gd name="connsiteY223" fmla="*/ 3655216 h 6858000"/>
              <a:gd name="connsiteX224" fmla="*/ 1109304 w 7467600"/>
              <a:gd name="connsiteY224" fmla="*/ 3669030 h 6858000"/>
              <a:gd name="connsiteX225" fmla="*/ 8129 w 7467600"/>
              <a:gd name="connsiteY225" fmla="*/ 4330519 h 6858000"/>
              <a:gd name="connsiteX226" fmla="*/ 687572 w 7467600"/>
              <a:gd name="connsiteY226" fmla="*/ 3925629 h 6858000"/>
              <a:gd name="connsiteX227" fmla="*/ 1138365 w 7467600"/>
              <a:gd name="connsiteY227" fmla="*/ 3774515 h 6858000"/>
              <a:gd name="connsiteX228" fmla="*/ 1505579 w 7467600"/>
              <a:gd name="connsiteY228" fmla="*/ 3655526 h 6858000"/>
              <a:gd name="connsiteX229" fmla="*/ 1313114 w 7467600"/>
              <a:gd name="connsiteY229" fmla="*/ 3655216 h 6858000"/>
              <a:gd name="connsiteX230" fmla="*/ 3655073 w 7467600"/>
              <a:gd name="connsiteY230" fmla="*/ 3650884 h 6858000"/>
              <a:gd name="connsiteX231" fmla="*/ 3989938 w 7467600"/>
              <a:gd name="connsiteY231" fmla="*/ 3991685 h 6858000"/>
              <a:gd name="connsiteX232" fmla="*/ 4393907 w 7467600"/>
              <a:gd name="connsiteY232" fmla="*/ 4261258 h 6858000"/>
              <a:gd name="connsiteX233" fmla="*/ 4648051 w 7467600"/>
              <a:gd name="connsiteY233" fmla="*/ 4374051 h 6858000"/>
              <a:gd name="connsiteX234" fmla="*/ 4383389 w 7467600"/>
              <a:gd name="connsiteY234" fmla="*/ 4184369 h 6858000"/>
              <a:gd name="connsiteX235" fmla="*/ 4165508 w 7467600"/>
              <a:gd name="connsiteY235" fmla="*/ 4035196 h 6858000"/>
              <a:gd name="connsiteX236" fmla="*/ 4068162 w 7467600"/>
              <a:gd name="connsiteY236" fmla="*/ 3953394 h 6858000"/>
              <a:gd name="connsiteX237" fmla="*/ 3981416 w 7467600"/>
              <a:gd name="connsiteY237" fmla="*/ 3880482 h 6858000"/>
              <a:gd name="connsiteX238" fmla="*/ 3800147 w 7467600"/>
              <a:gd name="connsiteY238" fmla="*/ 3749872 h 6858000"/>
              <a:gd name="connsiteX239" fmla="*/ 3655073 w 7467600"/>
              <a:gd name="connsiteY239" fmla="*/ 3650884 h 6858000"/>
              <a:gd name="connsiteX240" fmla="*/ 3670252 w 7467600"/>
              <a:gd name="connsiteY240" fmla="*/ 3622798 h 6858000"/>
              <a:gd name="connsiteX241" fmla="*/ 3817258 w 7467600"/>
              <a:gd name="connsiteY241" fmla="*/ 3723577 h 6858000"/>
              <a:gd name="connsiteX242" fmla="*/ 4000461 w 7467600"/>
              <a:gd name="connsiteY242" fmla="*/ 3855966 h 6858000"/>
              <a:gd name="connsiteX243" fmla="*/ 4088180 w 7467600"/>
              <a:gd name="connsiteY243" fmla="*/ 3929774 h 6858000"/>
              <a:gd name="connsiteX244" fmla="*/ 4184555 w 7467600"/>
              <a:gd name="connsiteY244" fmla="*/ 4010683 h 6858000"/>
              <a:gd name="connsiteX245" fmla="*/ 4399563 w 7467600"/>
              <a:gd name="connsiteY245" fmla="*/ 4158106 h 6858000"/>
              <a:gd name="connsiteX246" fmla="*/ 4684469 w 7467600"/>
              <a:gd name="connsiteY246" fmla="*/ 4364680 h 6858000"/>
              <a:gd name="connsiteX247" fmla="*/ 4690271 w 7467600"/>
              <a:gd name="connsiteY247" fmla="*/ 4370034 h 6858000"/>
              <a:gd name="connsiteX248" fmla="*/ 4136093 w 7467600"/>
              <a:gd name="connsiteY248" fmla="*/ 3858466 h 6858000"/>
              <a:gd name="connsiteX249" fmla="*/ 3670252 w 7467600"/>
              <a:gd name="connsiteY249" fmla="*/ 3622798 h 6858000"/>
              <a:gd name="connsiteX250" fmla="*/ 4440129 w 7467600"/>
              <a:gd name="connsiteY250" fmla="*/ 3448571 h 6858000"/>
              <a:gd name="connsiteX251" fmla="*/ 4856525 w 7467600"/>
              <a:gd name="connsiteY251" fmla="*/ 3915351 h 6858000"/>
              <a:gd name="connsiteX252" fmla="*/ 5059055 w 7467600"/>
              <a:gd name="connsiteY252" fmla="*/ 4108918 h 6858000"/>
              <a:gd name="connsiteX253" fmla="*/ 5290070 w 7467600"/>
              <a:gd name="connsiteY253" fmla="*/ 4263619 h 6858000"/>
              <a:gd name="connsiteX254" fmla="*/ 4834991 w 7467600"/>
              <a:gd name="connsiteY254" fmla="*/ 3830985 h 6858000"/>
              <a:gd name="connsiteX255" fmla="*/ 4440129 w 7467600"/>
              <a:gd name="connsiteY255" fmla="*/ 3448571 h 6858000"/>
              <a:gd name="connsiteX256" fmla="*/ 4441737 w 7467600"/>
              <a:gd name="connsiteY256" fmla="*/ 3399734 h 6858000"/>
              <a:gd name="connsiteX257" fmla="*/ 4431236 w 7467600"/>
              <a:gd name="connsiteY257" fmla="*/ 3400954 h 6858000"/>
              <a:gd name="connsiteX258" fmla="*/ 4557150 w 7467600"/>
              <a:gd name="connsiteY258" fmla="*/ 3510023 h 6858000"/>
              <a:gd name="connsiteX259" fmla="*/ 4856936 w 7467600"/>
              <a:gd name="connsiteY259" fmla="*/ 3809146 h 6858000"/>
              <a:gd name="connsiteX260" fmla="*/ 5111996 w 7467600"/>
              <a:gd name="connsiteY260" fmla="*/ 4065759 h 6858000"/>
              <a:gd name="connsiteX261" fmla="*/ 5388878 w 7467600"/>
              <a:gd name="connsiteY261" fmla="*/ 4300185 h 6858000"/>
              <a:gd name="connsiteX262" fmla="*/ 5425556 w 7467600"/>
              <a:gd name="connsiteY262" fmla="*/ 4308967 h 6858000"/>
              <a:gd name="connsiteX263" fmla="*/ 4943646 w 7467600"/>
              <a:gd name="connsiteY263" fmla="*/ 3822916 h 6858000"/>
              <a:gd name="connsiteX264" fmla="*/ 4594837 w 7467600"/>
              <a:gd name="connsiteY264" fmla="*/ 3532274 h 6858000"/>
              <a:gd name="connsiteX265" fmla="*/ 4441737 w 7467600"/>
              <a:gd name="connsiteY265" fmla="*/ 3399734 h 6858000"/>
              <a:gd name="connsiteX266" fmla="*/ 5425834 w 7467600"/>
              <a:gd name="connsiteY266" fmla="*/ 3162785 h 6858000"/>
              <a:gd name="connsiteX267" fmla="*/ 5401644 w 7467600"/>
              <a:gd name="connsiteY267" fmla="*/ 3617847 h 6858000"/>
              <a:gd name="connsiteX268" fmla="*/ 5467256 w 7467600"/>
              <a:gd name="connsiteY268" fmla="*/ 4175494 h 6858000"/>
              <a:gd name="connsiteX269" fmla="*/ 5448069 w 7467600"/>
              <a:gd name="connsiteY269" fmla="*/ 3567554 h 6858000"/>
              <a:gd name="connsiteX270" fmla="*/ 5425834 w 7467600"/>
              <a:gd name="connsiteY270" fmla="*/ 3162785 h 6858000"/>
              <a:gd name="connsiteX271" fmla="*/ 1318687 w 7467600"/>
              <a:gd name="connsiteY271" fmla="*/ 3113840 h 6858000"/>
              <a:gd name="connsiteX272" fmla="*/ 1066793 w 7467600"/>
              <a:gd name="connsiteY272" fmla="*/ 3212171 h 6858000"/>
              <a:gd name="connsiteX273" fmla="*/ 993319 w 7467600"/>
              <a:gd name="connsiteY273" fmla="*/ 3247648 h 6858000"/>
              <a:gd name="connsiteX274" fmla="*/ 853081 w 7467600"/>
              <a:gd name="connsiteY274" fmla="*/ 3312410 h 6858000"/>
              <a:gd name="connsiteX275" fmla="*/ 805957 w 7467600"/>
              <a:gd name="connsiteY275" fmla="*/ 3330443 h 6858000"/>
              <a:gd name="connsiteX276" fmla="*/ 1318687 w 7467600"/>
              <a:gd name="connsiteY276" fmla="*/ 3113840 h 6858000"/>
              <a:gd name="connsiteX277" fmla="*/ 5453702 w 7467600"/>
              <a:gd name="connsiteY277" fmla="*/ 3090882 h 6858000"/>
              <a:gd name="connsiteX278" fmla="*/ 5480135 w 7467600"/>
              <a:gd name="connsiteY278" fmla="*/ 3565802 h 6858000"/>
              <a:gd name="connsiteX279" fmla="*/ 5499023 w 7467600"/>
              <a:gd name="connsiteY279" fmla="*/ 4166310 h 6858000"/>
              <a:gd name="connsiteX280" fmla="*/ 5547022 w 7467600"/>
              <a:gd name="connsiteY280" fmla="*/ 3607838 h 6858000"/>
              <a:gd name="connsiteX281" fmla="*/ 5515964 w 7467600"/>
              <a:gd name="connsiteY281" fmla="*/ 3378541 h 6858000"/>
              <a:gd name="connsiteX282" fmla="*/ 5453702 w 7467600"/>
              <a:gd name="connsiteY282" fmla="*/ 3090882 h 6858000"/>
              <a:gd name="connsiteX283" fmla="*/ 1238695 w 7467600"/>
              <a:gd name="connsiteY283" fmla="*/ 3076820 h 6858000"/>
              <a:gd name="connsiteX284" fmla="*/ 716371 w 7467600"/>
              <a:gd name="connsiteY284" fmla="*/ 3293249 h 6858000"/>
              <a:gd name="connsiteX285" fmla="*/ 579522 w 7467600"/>
              <a:gd name="connsiteY285" fmla="*/ 3371759 h 6858000"/>
              <a:gd name="connsiteX286" fmla="*/ 600288 w 7467600"/>
              <a:gd name="connsiteY286" fmla="*/ 3365555 h 6858000"/>
              <a:gd name="connsiteX287" fmla="*/ 840692 w 7467600"/>
              <a:gd name="connsiteY287" fmla="*/ 3284921 h 6858000"/>
              <a:gd name="connsiteX288" fmla="*/ 979248 w 7467600"/>
              <a:gd name="connsiteY288" fmla="*/ 3221003 h 6858000"/>
              <a:gd name="connsiteX289" fmla="*/ 1053282 w 7467600"/>
              <a:gd name="connsiteY289" fmla="*/ 3185247 h 6858000"/>
              <a:gd name="connsiteX290" fmla="*/ 1320603 w 7467600"/>
              <a:gd name="connsiteY290" fmla="*/ 3081281 h 6858000"/>
              <a:gd name="connsiteX291" fmla="*/ 1238695 w 7467600"/>
              <a:gd name="connsiteY291" fmla="*/ 3076820 h 6858000"/>
              <a:gd name="connsiteX292" fmla="*/ 5425627 w 7467600"/>
              <a:gd name="connsiteY292" fmla="*/ 2954192 h 6858000"/>
              <a:gd name="connsiteX293" fmla="*/ 5470770 w 7467600"/>
              <a:gd name="connsiteY293" fmla="*/ 3005435 h 6858000"/>
              <a:gd name="connsiteX294" fmla="*/ 5519779 w 7467600"/>
              <a:gd name="connsiteY294" fmla="*/ 4359223 h 6858000"/>
              <a:gd name="connsiteX295" fmla="*/ 5520293 w 7467600"/>
              <a:gd name="connsiteY295" fmla="*/ 4360602 h 6858000"/>
              <a:gd name="connsiteX296" fmla="*/ 5767221 w 7467600"/>
              <a:gd name="connsiteY296" fmla="*/ 4665564 h 6858000"/>
              <a:gd name="connsiteX297" fmla="*/ 6937169 w 7467600"/>
              <a:gd name="connsiteY297" fmla="*/ 4815941 h 6858000"/>
              <a:gd name="connsiteX298" fmla="*/ 6953922 w 7467600"/>
              <a:gd name="connsiteY298" fmla="*/ 4890068 h 6858000"/>
              <a:gd name="connsiteX299" fmla="*/ 6071359 w 7467600"/>
              <a:gd name="connsiteY299" fmla="*/ 4770770 h 6858000"/>
              <a:gd name="connsiteX300" fmla="*/ 6038839 w 7467600"/>
              <a:gd name="connsiteY300" fmla="*/ 4764474 h 6858000"/>
              <a:gd name="connsiteX301" fmla="*/ 6038706 w 7467600"/>
              <a:gd name="connsiteY301" fmla="*/ 4763847 h 6858000"/>
              <a:gd name="connsiteX302" fmla="*/ 6037784 w 7467600"/>
              <a:gd name="connsiteY302" fmla="*/ 4764270 h 6858000"/>
              <a:gd name="connsiteX303" fmla="*/ 6038839 w 7467600"/>
              <a:gd name="connsiteY303" fmla="*/ 4764474 h 6858000"/>
              <a:gd name="connsiteX304" fmla="*/ 6040338 w 7467600"/>
              <a:gd name="connsiteY304" fmla="*/ 4771418 h 6858000"/>
              <a:gd name="connsiteX305" fmla="*/ 6024488 w 7467600"/>
              <a:gd name="connsiteY305" fmla="*/ 4809903 h 6858000"/>
              <a:gd name="connsiteX306" fmla="*/ 5599771 w 7467600"/>
              <a:gd name="connsiteY306" fmla="*/ 5509652 h 6858000"/>
              <a:gd name="connsiteX307" fmla="*/ 5548843 w 7467600"/>
              <a:gd name="connsiteY307" fmla="*/ 5563845 h 6858000"/>
              <a:gd name="connsiteX308" fmla="*/ 5940952 w 7467600"/>
              <a:gd name="connsiteY308" fmla="*/ 6250028 h 6858000"/>
              <a:gd name="connsiteX309" fmla="*/ 6043441 w 7467600"/>
              <a:gd name="connsiteY309" fmla="*/ 6665847 h 6858000"/>
              <a:gd name="connsiteX310" fmla="*/ 6093432 w 7467600"/>
              <a:gd name="connsiteY310" fmla="*/ 6858000 h 6858000"/>
              <a:gd name="connsiteX311" fmla="*/ 6034344 w 7467600"/>
              <a:gd name="connsiteY311" fmla="*/ 6858000 h 6858000"/>
              <a:gd name="connsiteX312" fmla="*/ 6026679 w 7467600"/>
              <a:gd name="connsiteY312" fmla="*/ 6836959 h 6858000"/>
              <a:gd name="connsiteX313" fmla="*/ 5800441 w 7467600"/>
              <a:gd name="connsiteY313" fmla="*/ 6335286 h 6858000"/>
              <a:gd name="connsiteX314" fmla="*/ 5526562 w 7467600"/>
              <a:gd name="connsiteY314" fmla="*/ 5705388 h 6858000"/>
              <a:gd name="connsiteX315" fmla="*/ 5519640 w 7467600"/>
              <a:gd name="connsiteY315" fmla="*/ 5683774 h 6858000"/>
              <a:gd name="connsiteX316" fmla="*/ 5844559 w 7467600"/>
              <a:gd name="connsiteY316" fmla="*/ 6553349 h 6858000"/>
              <a:gd name="connsiteX317" fmla="*/ 5975994 w 7467600"/>
              <a:gd name="connsiteY317" fmla="*/ 6858000 h 6858000"/>
              <a:gd name="connsiteX318" fmla="*/ 5898547 w 7467600"/>
              <a:gd name="connsiteY318" fmla="*/ 6858000 h 6858000"/>
              <a:gd name="connsiteX319" fmla="*/ 5682041 w 7467600"/>
              <a:gd name="connsiteY319" fmla="*/ 6355860 h 6858000"/>
              <a:gd name="connsiteX320" fmla="*/ 5461758 w 7467600"/>
              <a:gd name="connsiteY320" fmla="*/ 5820220 h 6858000"/>
              <a:gd name="connsiteX321" fmla="*/ 5237282 w 7467600"/>
              <a:gd name="connsiteY321" fmla="*/ 6579086 h 6858000"/>
              <a:gd name="connsiteX322" fmla="*/ 5115009 w 7467600"/>
              <a:gd name="connsiteY322" fmla="*/ 6858000 h 6858000"/>
              <a:gd name="connsiteX323" fmla="*/ 5028074 w 7467600"/>
              <a:gd name="connsiteY323" fmla="*/ 6858000 h 6858000"/>
              <a:gd name="connsiteX324" fmla="*/ 5079508 w 7467600"/>
              <a:gd name="connsiteY324" fmla="*/ 6749074 h 6858000"/>
              <a:gd name="connsiteX325" fmla="*/ 5371846 w 7467600"/>
              <a:gd name="connsiteY325" fmla="*/ 5924413 h 6858000"/>
              <a:gd name="connsiteX326" fmla="*/ 5270512 w 7467600"/>
              <a:gd name="connsiteY326" fmla="*/ 6138975 h 6858000"/>
              <a:gd name="connsiteX327" fmla="*/ 5062409 w 7467600"/>
              <a:gd name="connsiteY327" fmla="*/ 6653544 h 6858000"/>
              <a:gd name="connsiteX328" fmla="*/ 5036628 w 7467600"/>
              <a:gd name="connsiteY328" fmla="*/ 6754247 h 6858000"/>
              <a:gd name="connsiteX329" fmla="*/ 5009112 w 7467600"/>
              <a:gd name="connsiteY329" fmla="*/ 6858000 h 6858000"/>
              <a:gd name="connsiteX330" fmla="*/ 4976679 w 7467600"/>
              <a:gd name="connsiteY330" fmla="*/ 6858000 h 6858000"/>
              <a:gd name="connsiteX331" fmla="*/ 5006537 w 7467600"/>
              <a:gd name="connsiteY331" fmla="*/ 6747068 h 6858000"/>
              <a:gd name="connsiteX332" fmla="*/ 5032723 w 7467600"/>
              <a:gd name="connsiteY332" fmla="*/ 6644957 h 6858000"/>
              <a:gd name="connsiteX333" fmla="*/ 5242949 w 7467600"/>
              <a:gd name="connsiteY333" fmla="*/ 6125175 h 6858000"/>
              <a:gd name="connsiteX334" fmla="*/ 5286321 w 7467600"/>
              <a:gd name="connsiteY334" fmla="*/ 6033555 h 6858000"/>
              <a:gd name="connsiteX335" fmla="*/ 5008210 w 7467600"/>
              <a:gd name="connsiteY335" fmla="*/ 6649194 h 6858000"/>
              <a:gd name="connsiteX336" fmla="*/ 4986321 w 7467600"/>
              <a:gd name="connsiteY336" fmla="*/ 6765687 h 6858000"/>
              <a:gd name="connsiteX337" fmla="*/ 4973474 w 7467600"/>
              <a:gd name="connsiteY337" fmla="*/ 6858000 h 6858000"/>
              <a:gd name="connsiteX338" fmla="*/ 4907178 w 7467600"/>
              <a:gd name="connsiteY338" fmla="*/ 6858000 h 6858000"/>
              <a:gd name="connsiteX339" fmla="*/ 4910810 w 7467600"/>
              <a:gd name="connsiteY339" fmla="*/ 6829660 h 6858000"/>
              <a:gd name="connsiteX340" fmla="*/ 4987461 w 7467600"/>
              <a:gd name="connsiteY340" fmla="*/ 6432994 h 6858000"/>
              <a:gd name="connsiteX341" fmla="*/ 5179262 w 7467600"/>
              <a:gd name="connsiteY341" fmla="*/ 6035044 h 6858000"/>
              <a:gd name="connsiteX342" fmla="*/ 4689678 w 7467600"/>
              <a:gd name="connsiteY342" fmla="*/ 6440241 h 6858000"/>
              <a:gd name="connsiteX343" fmla="*/ 4477543 w 7467600"/>
              <a:gd name="connsiteY343" fmla="*/ 6674836 h 6858000"/>
              <a:gd name="connsiteX344" fmla="*/ 4329957 w 7467600"/>
              <a:gd name="connsiteY344" fmla="*/ 6858000 h 6858000"/>
              <a:gd name="connsiteX345" fmla="*/ 4218595 w 7467600"/>
              <a:gd name="connsiteY345" fmla="*/ 6858000 h 6858000"/>
              <a:gd name="connsiteX346" fmla="*/ 4368888 w 7467600"/>
              <a:gd name="connsiteY346" fmla="*/ 6668412 h 6858000"/>
              <a:gd name="connsiteX347" fmla="*/ 4563091 w 7467600"/>
              <a:gd name="connsiteY347" fmla="*/ 6442508 h 6858000"/>
              <a:gd name="connsiteX348" fmla="*/ 5387324 w 7467600"/>
              <a:gd name="connsiteY348" fmla="*/ 5705830 h 6858000"/>
              <a:gd name="connsiteX349" fmla="*/ 5073620 w 7467600"/>
              <a:gd name="connsiteY349" fmla="*/ 5955437 h 6858000"/>
              <a:gd name="connsiteX350" fmla="*/ 4689789 w 7467600"/>
              <a:gd name="connsiteY350" fmla="*/ 6268382 h 6858000"/>
              <a:gd name="connsiteX351" fmla="*/ 4418722 w 7467600"/>
              <a:gd name="connsiteY351" fmla="*/ 6570886 h 6858000"/>
              <a:gd name="connsiteX352" fmla="*/ 4214944 w 7467600"/>
              <a:gd name="connsiteY352" fmla="*/ 6858000 h 6858000"/>
              <a:gd name="connsiteX353" fmla="*/ 4177898 w 7467600"/>
              <a:gd name="connsiteY353" fmla="*/ 6858000 h 6858000"/>
              <a:gd name="connsiteX354" fmla="*/ 4391597 w 7467600"/>
              <a:gd name="connsiteY354" fmla="*/ 6556370 h 6858000"/>
              <a:gd name="connsiteX355" fmla="*/ 4668889 w 7467600"/>
              <a:gd name="connsiteY355" fmla="*/ 6246399 h 6858000"/>
              <a:gd name="connsiteX356" fmla="*/ 5055427 w 7467600"/>
              <a:gd name="connsiteY356" fmla="*/ 5931476 h 6858000"/>
              <a:gd name="connsiteX357" fmla="*/ 5371814 w 7467600"/>
              <a:gd name="connsiteY357" fmla="*/ 5678975 h 6858000"/>
              <a:gd name="connsiteX358" fmla="*/ 4987918 w 7467600"/>
              <a:gd name="connsiteY358" fmla="*/ 5838701 h 6858000"/>
              <a:gd name="connsiteX359" fmla="*/ 4317146 w 7467600"/>
              <a:gd name="connsiteY359" fmla="*/ 6587716 h 6858000"/>
              <a:gd name="connsiteX360" fmla="*/ 4171627 w 7467600"/>
              <a:gd name="connsiteY360" fmla="*/ 6858000 h 6858000"/>
              <a:gd name="connsiteX361" fmla="*/ 4081585 w 7467600"/>
              <a:gd name="connsiteY361" fmla="*/ 6858000 h 6858000"/>
              <a:gd name="connsiteX362" fmla="*/ 4238603 w 7467600"/>
              <a:gd name="connsiteY362" fmla="*/ 6559341 h 6858000"/>
              <a:gd name="connsiteX363" fmla="*/ 4778333 w 7467600"/>
              <a:gd name="connsiteY363" fmla="*/ 5873626 h 6858000"/>
              <a:gd name="connsiteX364" fmla="*/ 5414185 w 7467600"/>
              <a:gd name="connsiteY364" fmla="*/ 5573882 h 6858000"/>
              <a:gd name="connsiteX365" fmla="*/ 5959648 w 7467600"/>
              <a:gd name="connsiteY365" fmla="*/ 4760797 h 6858000"/>
              <a:gd name="connsiteX366" fmla="*/ 5355019 w 7467600"/>
              <a:gd name="connsiteY366" fmla="*/ 4734672 h 6858000"/>
              <a:gd name="connsiteX367" fmla="*/ 5083565 w 7467600"/>
              <a:gd name="connsiteY367" fmla="*/ 5179121 h 6858000"/>
              <a:gd name="connsiteX368" fmla="*/ 4713577 w 7467600"/>
              <a:gd name="connsiteY368" fmla="*/ 5616803 h 6858000"/>
              <a:gd name="connsiteX369" fmla="*/ 3989559 w 7467600"/>
              <a:gd name="connsiteY369" fmla="*/ 6145945 h 6858000"/>
              <a:gd name="connsiteX370" fmla="*/ 3939824 w 7467600"/>
              <a:gd name="connsiteY370" fmla="*/ 6066900 h 6858000"/>
              <a:gd name="connsiteX371" fmla="*/ 4584537 w 7467600"/>
              <a:gd name="connsiteY371" fmla="*/ 5324826 h 6858000"/>
              <a:gd name="connsiteX372" fmla="*/ 5037105 w 7467600"/>
              <a:gd name="connsiteY372" fmla="*/ 5088765 h 6858000"/>
              <a:gd name="connsiteX373" fmla="*/ 5039930 w 7467600"/>
              <a:gd name="connsiteY373" fmla="*/ 5089585 h 6858000"/>
              <a:gd name="connsiteX374" fmla="*/ 5263764 w 7467600"/>
              <a:gd name="connsiteY374" fmla="*/ 4735525 h 6858000"/>
              <a:gd name="connsiteX375" fmla="*/ 4086300 w 7467600"/>
              <a:gd name="connsiteY375" fmla="*/ 4884599 h 6858000"/>
              <a:gd name="connsiteX376" fmla="*/ 4085485 w 7467600"/>
              <a:gd name="connsiteY376" fmla="*/ 4899070 h 6858000"/>
              <a:gd name="connsiteX377" fmla="*/ 3871915 w 7467600"/>
              <a:gd name="connsiteY377" fmla="*/ 5253645 h 6858000"/>
              <a:gd name="connsiteX378" fmla="*/ 3799374 w 7467600"/>
              <a:gd name="connsiteY378" fmla="*/ 5466127 h 6858000"/>
              <a:gd name="connsiteX379" fmla="*/ 3498850 w 7467600"/>
              <a:gd name="connsiteY379" fmla="*/ 6661888 h 6858000"/>
              <a:gd name="connsiteX380" fmla="*/ 3399216 w 7467600"/>
              <a:gd name="connsiteY380" fmla="*/ 6858000 h 6858000"/>
              <a:gd name="connsiteX381" fmla="*/ 3303688 w 7467600"/>
              <a:gd name="connsiteY381" fmla="*/ 6858000 h 6858000"/>
              <a:gd name="connsiteX382" fmla="*/ 3391774 w 7467600"/>
              <a:gd name="connsiteY382" fmla="*/ 6697181 h 6858000"/>
              <a:gd name="connsiteX383" fmla="*/ 3735540 w 7467600"/>
              <a:gd name="connsiteY383" fmla="*/ 5546923 h 6858000"/>
              <a:gd name="connsiteX384" fmla="*/ 3729438 w 7467600"/>
              <a:gd name="connsiteY384" fmla="*/ 5569058 h 6858000"/>
              <a:gd name="connsiteX385" fmla="*/ 3707782 w 7467600"/>
              <a:gd name="connsiteY385" fmla="*/ 5644908 h 6858000"/>
              <a:gd name="connsiteX386" fmla="*/ 3583827 w 7467600"/>
              <a:gd name="connsiteY386" fmla="*/ 6039215 h 6858000"/>
              <a:gd name="connsiteX387" fmla="*/ 3547861 w 7467600"/>
              <a:gd name="connsiteY387" fmla="*/ 6129609 h 6858000"/>
              <a:gd name="connsiteX388" fmla="*/ 3490905 w 7467600"/>
              <a:gd name="connsiteY388" fmla="*/ 6277660 h 6858000"/>
              <a:gd name="connsiteX389" fmla="*/ 3455859 w 7467600"/>
              <a:gd name="connsiteY389" fmla="*/ 6391301 h 6858000"/>
              <a:gd name="connsiteX390" fmla="*/ 3429112 w 7467600"/>
              <a:gd name="connsiteY390" fmla="*/ 6479469 h 6858000"/>
              <a:gd name="connsiteX391" fmla="*/ 3304862 w 7467600"/>
              <a:gd name="connsiteY391" fmla="*/ 6796476 h 6858000"/>
              <a:gd name="connsiteX392" fmla="*/ 3276071 w 7467600"/>
              <a:gd name="connsiteY392" fmla="*/ 6858000 h 6858000"/>
              <a:gd name="connsiteX393" fmla="*/ 3240805 w 7467600"/>
              <a:gd name="connsiteY393" fmla="*/ 6858000 h 6858000"/>
              <a:gd name="connsiteX394" fmla="*/ 3275917 w 7467600"/>
              <a:gd name="connsiteY394" fmla="*/ 6783192 h 6858000"/>
              <a:gd name="connsiteX395" fmla="*/ 3399358 w 7467600"/>
              <a:gd name="connsiteY395" fmla="*/ 6469011 h 6858000"/>
              <a:gd name="connsiteX396" fmla="*/ 3425650 w 7467600"/>
              <a:gd name="connsiteY396" fmla="*/ 6381333 h 6858000"/>
              <a:gd name="connsiteX397" fmla="*/ 3460661 w 7467600"/>
              <a:gd name="connsiteY397" fmla="*/ 6266763 h 6858000"/>
              <a:gd name="connsiteX398" fmla="*/ 3518021 w 7467600"/>
              <a:gd name="connsiteY398" fmla="*/ 6117298 h 6858000"/>
              <a:gd name="connsiteX399" fmla="*/ 3554035 w 7467600"/>
              <a:gd name="connsiteY399" fmla="*/ 6027832 h 6858000"/>
              <a:gd name="connsiteX400" fmla="*/ 3677174 w 7467600"/>
              <a:gd name="connsiteY400" fmla="*/ 5636351 h 6858000"/>
              <a:gd name="connsiteX401" fmla="*/ 3698819 w 7467600"/>
              <a:gd name="connsiteY401" fmla="*/ 5560503 h 6858000"/>
              <a:gd name="connsiteX402" fmla="*/ 3702094 w 7467600"/>
              <a:gd name="connsiteY402" fmla="*/ 5549194 h 6858000"/>
              <a:gd name="connsiteX403" fmla="*/ 3398355 w 7467600"/>
              <a:gd name="connsiteY403" fmla="*/ 6094603 h 6858000"/>
              <a:gd name="connsiteX404" fmla="*/ 3193941 w 7467600"/>
              <a:gd name="connsiteY404" fmla="*/ 6798775 h 6858000"/>
              <a:gd name="connsiteX405" fmla="*/ 3184140 w 7467600"/>
              <a:gd name="connsiteY405" fmla="*/ 6858000 h 6858000"/>
              <a:gd name="connsiteX406" fmla="*/ 3099978 w 7467600"/>
              <a:gd name="connsiteY406" fmla="*/ 6858000 h 6858000"/>
              <a:gd name="connsiteX407" fmla="*/ 3101556 w 7467600"/>
              <a:gd name="connsiteY407" fmla="*/ 6843337 h 6858000"/>
              <a:gd name="connsiteX408" fmla="*/ 3370162 w 7467600"/>
              <a:gd name="connsiteY408" fmla="*/ 5785550 h 6858000"/>
              <a:gd name="connsiteX409" fmla="*/ 3746477 w 7467600"/>
              <a:gd name="connsiteY409" fmla="*/ 5377889 h 6858000"/>
              <a:gd name="connsiteX410" fmla="*/ 3863399 w 7467600"/>
              <a:gd name="connsiteY410" fmla="*/ 5087257 h 6858000"/>
              <a:gd name="connsiteX411" fmla="*/ 3968712 w 7467600"/>
              <a:gd name="connsiteY411" fmla="*/ 4913989 h 6858000"/>
              <a:gd name="connsiteX412" fmla="*/ 2792390 w 7467600"/>
              <a:gd name="connsiteY412" fmla="*/ 5382974 h 6858000"/>
              <a:gd name="connsiteX413" fmla="*/ 2714982 w 7467600"/>
              <a:gd name="connsiteY413" fmla="*/ 5427051 h 6858000"/>
              <a:gd name="connsiteX414" fmla="*/ 2813361 w 7467600"/>
              <a:gd name="connsiteY414" fmla="*/ 6023912 h 6858000"/>
              <a:gd name="connsiteX415" fmla="*/ 2688430 w 7467600"/>
              <a:gd name="connsiteY415" fmla="*/ 6801564 h 6858000"/>
              <a:gd name="connsiteX416" fmla="*/ 2629626 w 7467600"/>
              <a:gd name="connsiteY416" fmla="*/ 6763394 h 6858000"/>
              <a:gd name="connsiteX417" fmla="*/ 2565328 w 7467600"/>
              <a:gd name="connsiteY417" fmla="*/ 5516399 h 6858000"/>
              <a:gd name="connsiteX418" fmla="*/ 1922999 w 7467600"/>
              <a:gd name="connsiteY418" fmla="*/ 5980343 h 6858000"/>
              <a:gd name="connsiteX419" fmla="*/ 1950261 w 7467600"/>
              <a:gd name="connsiteY419" fmla="*/ 6405858 h 6858000"/>
              <a:gd name="connsiteX420" fmla="*/ 2365554 w 7467600"/>
              <a:gd name="connsiteY420" fmla="*/ 6759107 h 6858000"/>
              <a:gd name="connsiteX421" fmla="*/ 2424142 w 7467600"/>
              <a:gd name="connsiteY421" fmla="*/ 6858000 h 6858000"/>
              <a:gd name="connsiteX422" fmla="*/ 2395994 w 7467600"/>
              <a:gd name="connsiteY422" fmla="*/ 6858000 h 6858000"/>
              <a:gd name="connsiteX423" fmla="*/ 2392863 w 7467600"/>
              <a:gd name="connsiteY423" fmla="*/ 6852964 h 6858000"/>
              <a:gd name="connsiteX424" fmla="*/ 2017589 w 7467600"/>
              <a:gd name="connsiteY424" fmla="*/ 6493982 h 6858000"/>
              <a:gd name="connsiteX425" fmla="*/ 2147336 w 7467600"/>
              <a:gd name="connsiteY425" fmla="*/ 6594052 h 6858000"/>
              <a:gd name="connsiteX426" fmla="*/ 2207047 w 7467600"/>
              <a:gd name="connsiteY426" fmla="*/ 6654540 h 6858000"/>
              <a:gd name="connsiteX427" fmla="*/ 2299106 w 7467600"/>
              <a:gd name="connsiteY427" fmla="*/ 6778931 h 6858000"/>
              <a:gd name="connsiteX428" fmla="*/ 2314430 w 7467600"/>
              <a:gd name="connsiteY428" fmla="*/ 6801144 h 6858000"/>
              <a:gd name="connsiteX429" fmla="*/ 2352406 w 7467600"/>
              <a:gd name="connsiteY429" fmla="*/ 6858000 h 6858000"/>
              <a:gd name="connsiteX430" fmla="*/ 2314492 w 7467600"/>
              <a:gd name="connsiteY430" fmla="*/ 6858000 h 6858000"/>
              <a:gd name="connsiteX431" fmla="*/ 2288095 w 7467600"/>
              <a:gd name="connsiteY431" fmla="*/ 6818030 h 6858000"/>
              <a:gd name="connsiteX432" fmla="*/ 2272768 w 7467600"/>
              <a:gd name="connsiteY432" fmla="*/ 6795822 h 6858000"/>
              <a:gd name="connsiteX433" fmla="*/ 2182715 w 7467600"/>
              <a:gd name="connsiteY433" fmla="*/ 6675071 h 6858000"/>
              <a:gd name="connsiteX434" fmla="*/ 2032061 w 7467600"/>
              <a:gd name="connsiteY434" fmla="*/ 6541380 h 6858000"/>
              <a:gd name="connsiteX435" fmla="*/ 2257220 w 7467600"/>
              <a:gd name="connsiteY435" fmla="*/ 6826257 h 6858000"/>
              <a:gd name="connsiteX436" fmla="*/ 2281324 w 7467600"/>
              <a:gd name="connsiteY436" fmla="*/ 6858000 h 6858000"/>
              <a:gd name="connsiteX437" fmla="*/ 2242860 w 7467600"/>
              <a:gd name="connsiteY437" fmla="*/ 6858000 h 6858000"/>
              <a:gd name="connsiteX438" fmla="*/ 2232818 w 7467600"/>
              <a:gd name="connsiteY438" fmla="*/ 6844926 h 6858000"/>
              <a:gd name="connsiteX439" fmla="*/ 1990172 w 7467600"/>
              <a:gd name="connsiteY439" fmla="*/ 6542121 h 6858000"/>
              <a:gd name="connsiteX440" fmla="*/ 2124090 w 7467600"/>
              <a:gd name="connsiteY440" fmla="*/ 6761017 h 6858000"/>
              <a:gd name="connsiteX441" fmla="*/ 2200380 w 7467600"/>
              <a:gd name="connsiteY441" fmla="*/ 6858000 h 6858000"/>
              <a:gd name="connsiteX442" fmla="*/ 2147507 w 7467600"/>
              <a:gd name="connsiteY442" fmla="*/ 6858000 h 6858000"/>
              <a:gd name="connsiteX443" fmla="*/ 2070668 w 7467600"/>
              <a:gd name="connsiteY443" fmla="*/ 6761520 h 6858000"/>
              <a:gd name="connsiteX444" fmla="*/ 1975142 w 7467600"/>
              <a:gd name="connsiteY444" fmla="*/ 6585570 h 6858000"/>
              <a:gd name="connsiteX445" fmla="*/ 2050035 w 7467600"/>
              <a:gd name="connsiteY445" fmla="*/ 6813345 h 6858000"/>
              <a:gd name="connsiteX446" fmla="*/ 2063025 w 7467600"/>
              <a:gd name="connsiteY446" fmla="*/ 6858000 h 6858000"/>
              <a:gd name="connsiteX447" fmla="*/ 2021675 w 7467600"/>
              <a:gd name="connsiteY447" fmla="*/ 6858000 h 6858000"/>
              <a:gd name="connsiteX448" fmla="*/ 2019308 w 7467600"/>
              <a:gd name="connsiteY448" fmla="*/ 6847118 h 6858000"/>
              <a:gd name="connsiteX449" fmla="*/ 1938835 w 7467600"/>
              <a:gd name="connsiteY449" fmla="*/ 6551160 h 6858000"/>
              <a:gd name="connsiteX450" fmla="*/ 1953230 w 7467600"/>
              <a:gd name="connsiteY450" fmla="*/ 6759699 h 6858000"/>
              <a:gd name="connsiteX451" fmla="*/ 1956763 w 7467600"/>
              <a:gd name="connsiteY451" fmla="*/ 6778191 h 6858000"/>
              <a:gd name="connsiteX452" fmla="*/ 1967925 w 7467600"/>
              <a:gd name="connsiteY452" fmla="*/ 6858000 h 6858000"/>
              <a:gd name="connsiteX453" fmla="*/ 1936622 w 7467600"/>
              <a:gd name="connsiteY453" fmla="*/ 6858000 h 6858000"/>
              <a:gd name="connsiteX454" fmla="*/ 1926261 w 7467600"/>
              <a:gd name="connsiteY454" fmla="*/ 6784064 h 6858000"/>
              <a:gd name="connsiteX455" fmla="*/ 1922724 w 7467600"/>
              <a:gd name="connsiteY455" fmla="*/ 6765577 h 6858000"/>
              <a:gd name="connsiteX456" fmla="*/ 1904650 w 7467600"/>
              <a:gd name="connsiteY456" fmla="*/ 6639616 h 6858000"/>
              <a:gd name="connsiteX457" fmla="*/ 1885273 w 7467600"/>
              <a:gd name="connsiteY457" fmla="*/ 6858000 h 6858000"/>
              <a:gd name="connsiteX458" fmla="*/ 1854363 w 7467600"/>
              <a:gd name="connsiteY458" fmla="*/ 6858000 h 6858000"/>
              <a:gd name="connsiteX459" fmla="*/ 1880391 w 7467600"/>
              <a:gd name="connsiteY459" fmla="*/ 6603796 h 6858000"/>
              <a:gd name="connsiteX460" fmla="*/ 1818273 w 7467600"/>
              <a:gd name="connsiteY460" fmla="*/ 6715729 h 6858000"/>
              <a:gd name="connsiteX461" fmla="*/ 1794691 w 7467600"/>
              <a:gd name="connsiteY461" fmla="*/ 6843239 h 6858000"/>
              <a:gd name="connsiteX462" fmla="*/ 1794914 w 7467600"/>
              <a:gd name="connsiteY462" fmla="*/ 6858000 h 6858000"/>
              <a:gd name="connsiteX463" fmla="*/ 1746128 w 7467600"/>
              <a:gd name="connsiteY463" fmla="*/ 6858000 h 6858000"/>
              <a:gd name="connsiteX464" fmla="*/ 1753934 w 7467600"/>
              <a:gd name="connsiteY464" fmla="*/ 6724796 h 6858000"/>
              <a:gd name="connsiteX465" fmla="*/ 1792053 w 7467600"/>
              <a:gd name="connsiteY465" fmla="*/ 6572396 h 6858000"/>
              <a:gd name="connsiteX466" fmla="*/ 1862248 w 7467600"/>
              <a:gd name="connsiteY466" fmla="*/ 6266397 h 6858000"/>
              <a:gd name="connsiteX467" fmla="*/ 1862250 w 7467600"/>
              <a:gd name="connsiteY467" fmla="*/ 6033531 h 6858000"/>
              <a:gd name="connsiteX468" fmla="*/ 1211999 w 7467600"/>
              <a:gd name="connsiteY468" fmla="*/ 6683610 h 6858000"/>
              <a:gd name="connsiteX469" fmla="*/ 1213266 w 7467600"/>
              <a:gd name="connsiteY469" fmla="*/ 6691947 h 6858000"/>
              <a:gd name="connsiteX470" fmla="*/ 1203370 w 7467600"/>
              <a:gd name="connsiteY470" fmla="*/ 6850676 h 6858000"/>
              <a:gd name="connsiteX471" fmla="*/ 1203671 w 7467600"/>
              <a:gd name="connsiteY471" fmla="*/ 6858000 h 6858000"/>
              <a:gd name="connsiteX472" fmla="*/ 1143180 w 7467600"/>
              <a:gd name="connsiteY472" fmla="*/ 6858000 h 6858000"/>
              <a:gd name="connsiteX473" fmla="*/ 1142176 w 7467600"/>
              <a:gd name="connsiteY473" fmla="*/ 6766045 h 6858000"/>
              <a:gd name="connsiteX474" fmla="*/ 1067484 w 7467600"/>
              <a:gd name="connsiteY474" fmla="*/ 6858000 h 6858000"/>
              <a:gd name="connsiteX475" fmla="*/ 953928 w 7467600"/>
              <a:gd name="connsiteY475" fmla="*/ 6858000 h 6858000"/>
              <a:gd name="connsiteX476" fmla="*/ 959715 w 7467600"/>
              <a:gd name="connsiteY476" fmla="*/ 6850185 h 6858000"/>
              <a:gd name="connsiteX477" fmla="*/ 1483788 w 7467600"/>
              <a:gd name="connsiteY477" fmla="*/ 6259174 h 6858000"/>
              <a:gd name="connsiteX478" fmla="*/ 1100671 w 7467600"/>
              <a:gd name="connsiteY478" fmla="*/ 6252137 h 6858000"/>
              <a:gd name="connsiteX479" fmla="*/ 1090144 w 7467600"/>
              <a:gd name="connsiteY479" fmla="*/ 6256748 h 6858000"/>
              <a:gd name="connsiteX480" fmla="*/ 1095872 w 7467600"/>
              <a:gd name="connsiteY480" fmla="*/ 6271892 h 6858000"/>
              <a:gd name="connsiteX481" fmla="*/ 262785 w 7467600"/>
              <a:gd name="connsiteY481" fmla="*/ 6845450 h 6858000"/>
              <a:gd name="connsiteX482" fmla="*/ 209968 w 7467600"/>
              <a:gd name="connsiteY482" fmla="*/ 6770713 h 6858000"/>
              <a:gd name="connsiteX483" fmla="*/ 873460 w 7467600"/>
              <a:gd name="connsiteY483" fmla="*/ 6253768 h 6858000"/>
              <a:gd name="connsiteX484" fmla="*/ 192686 w 7467600"/>
              <a:gd name="connsiteY484" fmla="*/ 5849257 h 6858000"/>
              <a:gd name="connsiteX485" fmla="*/ 4696 w 7467600"/>
              <a:gd name="connsiteY485" fmla="*/ 5697668 h 6858000"/>
              <a:gd name="connsiteX486" fmla="*/ 0 w 7467600"/>
              <a:gd name="connsiteY486" fmla="*/ 5689984 h 6858000"/>
              <a:gd name="connsiteX487" fmla="*/ 0 w 7467600"/>
              <a:gd name="connsiteY487" fmla="*/ 5513472 h 6858000"/>
              <a:gd name="connsiteX488" fmla="*/ 174101 w 7467600"/>
              <a:gd name="connsiteY488" fmla="*/ 5620277 h 6858000"/>
              <a:gd name="connsiteX489" fmla="*/ 891800 w 7467600"/>
              <a:gd name="connsiteY489" fmla="*/ 6036935 h 6858000"/>
              <a:gd name="connsiteX490" fmla="*/ 1072219 w 7467600"/>
              <a:gd name="connsiteY490" fmla="*/ 6169443 h 6858000"/>
              <a:gd name="connsiteX491" fmla="*/ 1074117 w 7467600"/>
              <a:gd name="connsiteY491" fmla="*/ 6170301 h 6858000"/>
              <a:gd name="connsiteX492" fmla="*/ 1083114 w 7467600"/>
              <a:gd name="connsiteY492" fmla="*/ 6174131 h 6858000"/>
              <a:gd name="connsiteX493" fmla="*/ 1543010 w 7467600"/>
              <a:gd name="connsiteY493" fmla="*/ 6191140 h 6858000"/>
              <a:gd name="connsiteX494" fmla="*/ 1551080 w 7467600"/>
              <a:gd name="connsiteY494" fmla="*/ 6195006 h 6858000"/>
              <a:gd name="connsiteX495" fmla="*/ 2345443 w 7467600"/>
              <a:gd name="connsiteY495" fmla="*/ 5549882 h 6858000"/>
              <a:gd name="connsiteX496" fmla="*/ 1721499 w 7467600"/>
              <a:gd name="connsiteY496" fmla="*/ 5599969 h 6858000"/>
              <a:gd name="connsiteX497" fmla="*/ 767716 w 7467600"/>
              <a:gd name="connsiteY497" fmla="*/ 5472768 h 6858000"/>
              <a:gd name="connsiteX498" fmla="*/ 722147 w 7467600"/>
              <a:gd name="connsiteY498" fmla="*/ 5393091 h 6858000"/>
              <a:gd name="connsiteX499" fmla="*/ 1485552 w 7467600"/>
              <a:gd name="connsiteY499" fmla="*/ 5313202 h 6858000"/>
              <a:gd name="connsiteX500" fmla="*/ 2143004 w 7467600"/>
              <a:gd name="connsiteY500" fmla="*/ 5402420 h 6858000"/>
              <a:gd name="connsiteX501" fmla="*/ 1933391 w 7467600"/>
              <a:gd name="connsiteY501" fmla="*/ 5156971 h 6858000"/>
              <a:gd name="connsiteX502" fmla="*/ 1827118 w 7467600"/>
              <a:gd name="connsiteY502" fmla="*/ 4968410 h 6858000"/>
              <a:gd name="connsiteX503" fmla="*/ 1837349 w 7467600"/>
              <a:gd name="connsiteY503" fmla="*/ 4956357 h 6858000"/>
              <a:gd name="connsiteX504" fmla="*/ 2162835 w 7467600"/>
              <a:gd name="connsiteY504" fmla="*/ 5187853 h 6858000"/>
              <a:gd name="connsiteX505" fmla="*/ 2257167 w 7467600"/>
              <a:gd name="connsiteY505" fmla="*/ 5462123 h 6858000"/>
              <a:gd name="connsiteX506" fmla="*/ 2261598 w 7467600"/>
              <a:gd name="connsiteY506" fmla="*/ 5467998 h 6858000"/>
              <a:gd name="connsiteX507" fmla="*/ 2437177 w 7467600"/>
              <a:gd name="connsiteY507" fmla="*/ 5479608 h 6858000"/>
              <a:gd name="connsiteX508" fmla="*/ 2445247 w 7467600"/>
              <a:gd name="connsiteY508" fmla="*/ 5483476 h 6858000"/>
              <a:gd name="connsiteX509" fmla="*/ 2743626 w 7467600"/>
              <a:gd name="connsiteY509" fmla="*/ 5304819 h 6858000"/>
              <a:gd name="connsiteX510" fmla="*/ 3048102 w 7467600"/>
              <a:gd name="connsiteY510" fmla="*/ 5150595 h 6858000"/>
              <a:gd name="connsiteX511" fmla="*/ 1799414 w 7467600"/>
              <a:gd name="connsiteY511" fmla="*/ 4694732 h 6858000"/>
              <a:gd name="connsiteX512" fmla="*/ 1771735 w 7467600"/>
              <a:gd name="connsiteY512" fmla="*/ 4619929 h 6858000"/>
              <a:gd name="connsiteX513" fmla="*/ 3104273 w 7467600"/>
              <a:gd name="connsiteY513" fmla="*/ 5076159 h 6858000"/>
              <a:gd name="connsiteX514" fmla="*/ 3113245 w 7467600"/>
              <a:gd name="connsiteY514" fmla="*/ 5090705 h 6858000"/>
              <a:gd name="connsiteX515" fmla="*/ 3126294 w 7467600"/>
              <a:gd name="connsiteY515" fmla="*/ 5114400 h 6858000"/>
              <a:gd name="connsiteX516" fmla="*/ 3937433 w 7467600"/>
              <a:gd name="connsiteY516" fmla="*/ 4830473 h 6858000"/>
              <a:gd name="connsiteX517" fmla="*/ 3590475 w 7467600"/>
              <a:gd name="connsiteY517" fmla="*/ 4597974 h 6858000"/>
              <a:gd name="connsiteX518" fmla="*/ 3100264 w 7467600"/>
              <a:gd name="connsiteY518" fmla="*/ 4579845 h 6858000"/>
              <a:gd name="connsiteX519" fmla="*/ 2183576 w 7467600"/>
              <a:gd name="connsiteY519" fmla="*/ 4227150 h 6858000"/>
              <a:gd name="connsiteX520" fmla="*/ 2151029 w 7467600"/>
              <a:gd name="connsiteY520" fmla="*/ 4146947 h 6858000"/>
              <a:gd name="connsiteX521" fmla="*/ 3563434 w 7467600"/>
              <a:gd name="connsiteY521" fmla="*/ 4469115 h 6858000"/>
              <a:gd name="connsiteX522" fmla="*/ 3177952 w 7467600"/>
              <a:gd name="connsiteY522" fmla="*/ 3657386 h 6858000"/>
              <a:gd name="connsiteX523" fmla="*/ 3189263 w 7467600"/>
              <a:gd name="connsiteY523" fmla="*/ 3625726 h 6858000"/>
              <a:gd name="connsiteX524" fmla="*/ 3560912 w 7467600"/>
              <a:gd name="connsiteY524" fmla="*/ 4079863 h 6858000"/>
              <a:gd name="connsiteX525" fmla="*/ 3626636 w 7467600"/>
              <a:gd name="connsiteY525" fmla="*/ 4512230 h 6858000"/>
              <a:gd name="connsiteX526" fmla="*/ 3653088 w 7467600"/>
              <a:gd name="connsiteY526" fmla="*/ 4521417 h 6858000"/>
              <a:gd name="connsiteX527" fmla="*/ 3988128 w 7467600"/>
              <a:gd name="connsiteY527" fmla="*/ 4817267 h 6858000"/>
              <a:gd name="connsiteX528" fmla="*/ 4830582 w 7467600"/>
              <a:gd name="connsiteY528" fmla="*/ 4676000 h 6858000"/>
              <a:gd name="connsiteX529" fmla="*/ 4830100 w 7467600"/>
              <a:gd name="connsiteY529" fmla="*/ 4675554 h 6858000"/>
              <a:gd name="connsiteX530" fmla="*/ 4036318 w 7467600"/>
              <a:gd name="connsiteY530" fmla="*/ 4147013 h 6858000"/>
              <a:gd name="connsiteX531" fmla="*/ 3432098 w 7467600"/>
              <a:gd name="connsiteY531" fmla="*/ 3537312 h 6858000"/>
              <a:gd name="connsiteX532" fmla="*/ 3446761 w 7467600"/>
              <a:gd name="connsiteY532" fmla="*/ 3461278 h 6858000"/>
              <a:gd name="connsiteX533" fmla="*/ 4419733 w 7467600"/>
              <a:gd name="connsiteY533" fmla="*/ 3963555 h 6858000"/>
              <a:gd name="connsiteX534" fmla="*/ 4781371 w 7467600"/>
              <a:gd name="connsiteY534" fmla="*/ 4458604 h 6858000"/>
              <a:gd name="connsiteX535" fmla="*/ 4780440 w 7467600"/>
              <a:gd name="connsiteY535" fmla="*/ 4470290 h 6858000"/>
              <a:gd name="connsiteX536" fmla="*/ 4898954 w 7467600"/>
              <a:gd name="connsiteY536" fmla="*/ 4662092 h 6858000"/>
              <a:gd name="connsiteX537" fmla="*/ 4900699 w 7467600"/>
              <a:gd name="connsiteY537" fmla="*/ 4670867 h 6858000"/>
              <a:gd name="connsiteX538" fmla="*/ 5714511 w 7467600"/>
              <a:gd name="connsiteY538" fmla="*/ 4663483 h 6858000"/>
              <a:gd name="connsiteX539" fmla="*/ 5464793 w 7467600"/>
              <a:gd name="connsiteY539" fmla="*/ 4393556 h 6858000"/>
              <a:gd name="connsiteX540" fmla="*/ 5461897 w 7467600"/>
              <a:gd name="connsiteY540" fmla="*/ 4390879 h 6858000"/>
              <a:gd name="connsiteX541" fmla="*/ 4294126 w 7467600"/>
              <a:gd name="connsiteY541" fmla="*/ 3303048 h 6858000"/>
              <a:gd name="connsiteX542" fmla="*/ 4305321 w 7467600"/>
              <a:gd name="connsiteY542" fmla="*/ 3256953 h 6858000"/>
              <a:gd name="connsiteX543" fmla="*/ 4949299 w 7467600"/>
              <a:gd name="connsiteY543" fmla="*/ 3766336 h 6858000"/>
              <a:gd name="connsiteX544" fmla="*/ 5291452 w 7467600"/>
              <a:gd name="connsiteY544" fmla="*/ 4076801 h 6858000"/>
              <a:gd name="connsiteX545" fmla="*/ 5434998 w 7467600"/>
              <a:gd name="connsiteY545" fmla="*/ 4254100 h 6858000"/>
              <a:gd name="connsiteX546" fmla="*/ 5351015 w 7467600"/>
              <a:gd name="connsiteY546" fmla="*/ 3760989 h 6858000"/>
              <a:gd name="connsiteX547" fmla="*/ 5413780 w 7467600"/>
              <a:gd name="connsiteY547" fmla="*/ 2966265 h 6858000"/>
              <a:gd name="connsiteX548" fmla="*/ 5425627 w 7467600"/>
              <a:gd name="connsiteY548" fmla="*/ 2954192 h 6858000"/>
              <a:gd name="connsiteX549" fmla="*/ 6604735 w 7467600"/>
              <a:gd name="connsiteY549" fmla="*/ 2041381 h 6858000"/>
              <a:gd name="connsiteX550" fmla="*/ 7204487 w 7467600"/>
              <a:gd name="connsiteY550" fmla="*/ 2742112 h 6858000"/>
              <a:gd name="connsiteX551" fmla="*/ 7131592 w 7467600"/>
              <a:gd name="connsiteY551" fmla="*/ 2672096 h 6858000"/>
              <a:gd name="connsiteX552" fmla="*/ 6996344 w 7467600"/>
              <a:gd name="connsiteY552" fmla="*/ 2518310 h 6858000"/>
              <a:gd name="connsiteX553" fmla="*/ 6735495 w 7467600"/>
              <a:gd name="connsiteY553" fmla="*/ 2196890 h 6858000"/>
              <a:gd name="connsiteX554" fmla="*/ 6721901 w 7467600"/>
              <a:gd name="connsiteY554" fmla="*/ 2179274 h 6858000"/>
              <a:gd name="connsiteX555" fmla="*/ 6604735 w 7467600"/>
              <a:gd name="connsiteY555" fmla="*/ 2041381 h 6858000"/>
              <a:gd name="connsiteX556" fmla="*/ 6591670 w 7467600"/>
              <a:gd name="connsiteY556" fmla="*/ 1988277 h 6858000"/>
              <a:gd name="connsiteX557" fmla="*/ 6747349 w 7467600"/>
              <a:gd name="connsiteY557" fmla="*/ 2160069 h 6858000"/>
              <a:gd name="connsiteX558" fmla="*/ 6760943 w 7467600"/>
              <a:gd name="connsiteY558" fmla="*/ 2177686 h 6858000"/>
              <a:gd name="connsiteX559" fmla="*/ 7021065 w 7467600"/>
              <a:gd name="connsiteY559" fmla="*/ 2498102 h 6858000"/>
              <a:gd name="connsiteX560" fmla="*/ 7155223 w 7467600"/>
              <a:gd name="connsiteY560" fmla="*/ 2650386 h 6858000"/>
              <a:gd name="connsiteX561" fmla="*/ 7203167 w 7467600"/>
              <a:gd name="connsiteY561" fmla="*/ 2697288 h 6858000"/>
              <a:gd name="connsiteX562" fmla="*/ 6937703 w 7467600"/>
              <a:gd name="connsiteY562" fmla="*/ 2321981 h 6858000"/>
              <a:gd name="connsiteX563" fmla="*/ 6591670 w 7467600"/>
              <a:gd name="connsiteY563" fmla="*/ 1988277 h 6858000"/>
              <a:gd name="connsiteX564" fmla="*/ 5798671 w 7467600"/>
              <a:gd name="connsiteY564" fmla="*/ 1981601 h 6858000"/>
              <a:gd name="connsiteX565" fmla="*/ 5754709 w 7467600"/>
              <a:gd name="connsiteY565" fmla="*/ 2071454 h 6858000"/>
              <a:gd name="connsiteX566" fmla="*/ 5763044 w 7467600"/>
              <a:gd name="connsiteY566" fmla="*/ 2842206 h 6858000"/>
              <a:gd name="connsiteX567" fmla="*/ 5764974 w 7467600"/>
              <a:gd name="connsiteY567" fmla="*/ 2799609 h 6858000"/>
              <a:gd name="connsiteX568" fmla="*/ 5767665 w 7467600"/>
              <a:gd name="connsiteY568" fmla="*/ 2666409 h 6858000"/>
              <a:gd name="connsiteX569" fmla="*/ 5763055 w 7467600"/>
              <a:gd name="connsiteY569" fmla="*/ 2579705 h 6858000"/>
              <a:gd name="connsiteX570" fmla="*/ 5758079 w 7467600"/>
              <a:gd name="connsiteY570" fmla="*/ 2492508 h 6858000"/>
              <a:gd name="connsiteX571" fmla="*/ 5779325 w 7467600"/>
              <a:gd name="connsiteY571" fmla="*/ 2197069 h 6858000"/>
              <a:gd name="connsiteX572" fmla="*/ 5798671 w 7467600"/>
              <a:gd name="connsiteY572" fmla="*/ 1981601 h 6858000"/>
              <a:gd name="connsiteX573" fmla="*/ 5829202 w 7467600"/>
              <a:gd name="connsiteY573" fmla="*/ 1971679 h 6858000"/>
              <a:gd name="connsiteX574" fmla="*/ 5809558 w 7467600"/>
              <a:gd name="connsiteY574" fmla="*/ 2198043 h 6858000"/>
              <a:gd name="connsiteX575" fmla="*/ 5788653 w 7467600"/>
              <a:gd name="connsiteY575" fmla="*/ 2489430 h 6858000"/>
              <a:gd name="connsiteX576" fmla="*/ 5793439 w 7467600"/>
              <a:gd name="connsiteY576" fmla="*/ 2575235 h 6858000"/>
              <a:gd name="connsiteX577" fmla="*/ 5796837 w 7467600"/>
              <a:gd name="connsiteY577" fmla="*/ 2637633 h 6858000"/>
              <a:gd name="connsiteX578" fmla="*/ 5818614 w 7467600"/>
              <a:gd name="connsiteY578" fmla="*/ 2473055 h 6858000"/>
              <a:gd name="connsiteX579" fmla="*/ 5829202 w 7467600"/>
              <a:gd name="connsiteY579" fmla="*/ 1971679 h 6858000"/>
              <a:gd name="connsiteX580" fmla="*/ 5911389 w 7467600"/>
              <a:gd name="connsiteY580" fmla="*/ 1898371 h 6858000"/>
              <a:gd name="connsiteX581" fmla="*/ 6237627 w 7467600"/>
              <a:gd name="connsiteY581" fmla="*/ 2231921 h 6858000"/>
              <a:gd name="connsiteX582" fmla="*/ 5911389 w 7467600"/>
              <a:gd name="connsiteY582" fmla="*/ 1898371 h 6858000"/>
              <a:gd name="connsiteX583" fmla="*/ 6944437 w 7467600"/>
              <a:gd name="connsiteY583" fmla="*/ 1575402 h 6858000"/>
              <a:gd name="connsiteX584" fmla="*/ 6304730 w 7467600"/>
              <a:gd name="connsiteY584" fmla="*/ 1766654 h 6858000"/>
              <a:gd name="connsiteX585" fmla="*/ 6944437 w 7467600"/>
              <a:gd name="connsiteY585" fmla="*/ 1575402 h 6858000"/>
              <a:gd name="connsiteX586" fmla="*/ 7019523 w 7467600"/>
              <a:gd name="connsiteY586" fmla="*/ 1519450 h 6858000"/>
              <a:gd name="connsiteX587" fmla="*/ 6298091 w 7467600"/>
              <a:gd name="connsiteY587" fmla="*/ 1737122 h 6858000"/>
              <a:gd name="connsiteX588" fmla="*/ 7019523 w 7467600"/>
              <a:gd name="connsiteY588" fmla="*/ 1519450 h 6858000"/>
              <a:gd name="connsiteX589" fmla="*/ 2399523 w 7467600"/>
              <a:gd name="connsiteY589" fmla="*/ 1428234 h 6858000"/>
              <a:gd name="connsiteX590" fmla="*/ 2224982 w 7467600"/>
              <a:gd name="connsiteY590" fmla="*/ 1826201 h 6858000"/>
              <a:gd name="connsiteX591" fmla="*/ 2096099 w 7467600"/>
              <a:gd name="connsiteY591" fmla="*/ 2345900 h 6858000"/>
              <a:gd name="connsiteX592" fmla="*/ 2283317 w 7467600"/>
              <a:gd name="connsiteY592" fmla="*/ 1796925 h 6858000"/>
              <a:gd name="connsiteX593" fmla="*/ 2399523 w 7467600"/>
              <a:gd name="connsiteY593" fmla="*/ 1428234 h 6858000"/>
              <a:gd name="connsiteX594" fmla="*/ 2448558 w 7467600"/>
              <a:gd name="connsiteY594" fmla="*/ 1373435 h 6858000"/>
              <a:gd name="connsiteX595" fmla="*/ 2312521 w 7467600"/>
              <a:gd name="connsiteY595" fmla="*/ 1806140 h 6858000"/>
              <a:gd name="connsiteX596" fmla="*/ 2127533 w 7467600"/>
              <a:gd name="connsiteY596" fmla="*/ 2348380 h 6858000"/>
              <a:gd name="connsiteX597" fmla="*/ 2358080 w 7467600"/>
              <a:gd name="connsiteY597" fmla="*/ 1866134 h 6858000"/>
              <a:gd name="connsiteX598" fmla="*/ 2407436 w 7467600"/>
              <a:gd name="connsiteY598" fmla="*/ 1651070 h 6858000"/>
              <a:gd name="connsiteX599" fmla="*/ 2448558 w 7467600"/>
              <a:gd name="connsiteY599" fmla="*/ 1373435 h 6858000"/>
              <a:gd name="connsiteX600" fmla="*/ 278707 w 7467600"/>
              <a:gd name="connsiteY600" fmla="*/ 1352270 h 6858000"/>
              <a:gd name="connsiteX601" fmla="*/ 321570 w 7467600"/>
              <a:gd name="connsiteY601" fmla="*/ 1861610 h 6858000"/>
              <a:gd name="connsiteX602" fmla="*/ 294281 w 7467600"/>
              <a:gd name="connsiteY602" fmla="*/ 1440658 h 6858000"/>
              <a:gd name="connsiteX603" fmla="*/ 278707 w 7467600"/>
              <a:gd name="connsiteY603" fmla="*/ 1352270 h 6858000"/>
              <a:gd name="connsiteX604" fmla="*/ 1423821 w 7467600"/>
              <a:gd name="connsiteY604" fmla="*/ 1351958 h 6858000"/>
              <a:gd name="connsiteX605" fmla="*/ 1638521 w 7467600"/>
              <a:gd name="connsiteY605" fmla="*/ 1908470 h 6858000"/>
              <a:gd name="connsiteX606" fmla="*/ 1754199 w 7467600"/>
              <a:gd name="connsiteY606" fmla="*/ 2149284 h 6858000"/>
              <a:gd name="connsiteX607" fmla="*/ 1908359 w 7467600"/>
              <a:gd name="connsiteY607" fmla="*/ 2364988 h 6858000"/>
              <a:gd name="connsiteX608" fmla="*/ 1647661 w 7467600"/>
              <a:gd name="connsiteY608" fmla="*/ 1825945 h 6858000"/>
              <a:gd name="connsiteX609" fmla="*/ 1423821 w 7467600"/>
              <a:gd name="connsiteY609" fmla="*/ 1351958 h 6858000"/>
              <a:gd name="connsiteX610" fmla="*/ 1431890 w 7467600"/>
              <a:gd name="connsiteY610" fmla="*/ 1306475 h 6858000"/>
              <a:gd name="connsiteX611" fmla="*/ 1507597 w 7467600"/>
              <a:gd name="connsiteY611" fmla="*/ 1446132 h 6858000"/>
              <a:gd name="connsiteX612" fmla="*/ 1674586 w 7467600"/>
              <a:gd name="connsiteY612" fmla="*/ 1813832 h 6858000"/>
              <a:gd name="connsiteX613" fmla="*/ 1815950 w 7467600"/>
              <a:gd name="connsiteY613" fmla="*/ 2128564 h 6858000"/>
              <a:gd name="connsiteX614" fmla="*/ 1984242 w 7467600"/>
              <a:gd name="connsiteY614" fmla="*/ 2430829 h 6858000"/>
              <a:gd name="connsiteX615" fmla="*/ 2014023 w 7467600"/>
              <a:gd name="connsiteY615" fmla="*/ 2450995 h 6858000"/>
              <a:gd name="connsiteX616" fmla="*/ 1747337 w 7467600"/>
              <a:gd name="connsiteY616" fmla="*/ 1855264 h 6858000"/>
              <a:gd name="connsiteX617" fmla="*/ 1533749 w 7467600"/>
              <a:gd name="connsiteY617" fmla="*/ 1478656 h 6858000"/>
              <a:gd name="connsiteX618" fmla="*/ 1431890 w 7467600"/>
              <a:gd name="connsiteY618" fmla="*/ 1306475 h 6858000"/>
              <a:gd name="connsiteX619" fmla="*/ 5052692 w 7467600"/>
              <a:gd name="connsiteY619" fmla="*/ 1292994 h 6858000"/>
              <a:gd name="connsiteX620" fmla="*/ 5200661 w 7467600"/>
              <a:gd name="connsiteY620" fmla="*/ 1635186 h 6858000"/>
              <a:gd name="connsiteX621" fmla="*/ 5297138 w 7467600"/>
              <a:gd name="connsiteY621" fmla="*/ 1906351 h 6858000"/>
              <a:gd name="connsiteX622" fmla="*/ 5052692 w 7467600"/>
              <a:gd name="connsiteY622" fmla="*/ 1292994 h 6858000"/>
              <a:gd name="connsiteX623" fmla="*/ 5009948 w 7467600"/>
              <a:gd name="connsiteY623" fmla="*/ 1273619 h 6858000"/>
              <a:gd name="connsiteX624" fmla="*/ 5121777 w 7467600"/>
              <a:gd name="connsiteY624" fmla="*/ 1654213 h 6858000"/>
              <a:gd name="connsiteX625" fmla="*/ 5293545 w 7467600"/>
              <a:gd name="connsiteY625" fmla="*/ 2072247 h 6858000"/>
              <a:gd name="connsiteX626" fmla="*/ 5294042 w 7467600"/>
              <a:gd name="connsiteY626" fmla="*/ 2065019 h 6858000"/>
              <a:gd name="connsiteX627" fmla="*/ 5171936 w 7467600"/>
              <a:gd name="connsiteY627" fmla="*/ 1647613 h 6858000"/>
              <a:gd name="connsiteX628" fmla="*/ 5009948 w 7467600"/>
              <a:gd name="connsiteY628" fmla="*/ 1273619 h 6858000"/>
              <a:gd name="connsiteX629" fmla="*/ 655236 w 7467600"/>
              <a:gd name="connsiteY629" fmla="*/ 1268632 h 6858000"/>
              <a:gd name="connsiteX630" fmla="*/ 839521 w 7467600"/>
              <a:gd name="connsiteY630" fmla="*/ 1685315 h 6858000"/>
              <a:gd name="connsiteX631" fmla="*/ 1109416 w 7467600"/>
              <a:gd name="connsiteY631" fmla="*/ 2061663 h 6858000"/>
              <a:gd name="connsiteX632" fmla="*/ 1298300 w 7467600"/>
              <a:gd name="connsiteY632" fmla="*/ 2247742 h 6858000"/>
              <a:gd name="connsiteX633" fmla="*/ 1125871 w 7467600"/>
              <a:gd name="connsiteY633" fmla="*/ 1989513 h 6858000"/>
              <a:gd name="connsiteX634" fmla="*/ 981574 w 7467600"/>
              <a:gd name="connsiteY634" fmla="*/ 1783157 h 6858000"/>
              <a:gd name="connsiteX635" fmla="*/ 922198 w 7467600"/>
              <a:gd name="connsiteY635" fmla="*/ 1677437 h 6858000"/>
              <a:gd name="connsiteX636" fmla="*/ 869293 w 7467600"/>
              <a:gd name="connsiteY636" fmla="*/ 1583214 h 6858000"/>
              <a:gd name="connsiteX637" fmla="*/ 751431 w 7467600"/>
              <a:gd name="connsiteY637" fmla="*/ 1405731 h 6858000"/>
              <a:gd name="connsiteX638" fmla="*/ 655236 w 7467600"/>
              <a:gd name="connsiteY638" fmla="*/ 1268632 h 6858000"/>
              <a:gd name="connsiteX639" fmla="*/ 6516292 w 7467600"/>
              <a:gd name="connsiteY639" fmla="*/ 1263064 h 6858000"/>
              <a:gd name="connsiteX640" fmla="*/ 5736320 w 7467600"/>
              <a:gd name="connsiteY640" fmla="*/ 1501803 h 6858000"/>
              <a:gd name="connsiteX641" fmla="*/ 6516292 w 7467600"/>
              <a:gd name="connsiteY641" fmla="*/ 1263064 h 6858000"/>
              <a:gd name="connsiteX642" fmla="*/ 291466 w 7467600"/>
              <a:gd name="connsiteY642" fmla="*/ 1250369 h 6858000"/>
              <a:gd name="connsiteX643" fmla="*/ 323180 w 7467600"/>
              <a:gd name="connsiteY643" fmla="*/ 1435283 h 6858000"/>
              <a:gd name="connsiteX644" fmla="*/ 349381 w 7467600"/>
              <a:gd name="connsiteY644" fmla="*/ 1875041 h 6858000"/>
              <a:gd name="connsiteX645" fmla="*/ 374363 w 7467600"/>
              <a:gd name="connsiteY645" fmla="*/ 1506494 h 6858000"/>
              <a:gd name="connsiteX646" fmla="*/ 302168 w 7467600"/>
              <a:gd name="connsiteY646" fmla="*/ 1274495 h 6858000"/>
              <a:gd name="connsiteX647" fmla="*/ 291466 w 7467600"/>
              <a:gd name="connsiteY647" fmla="*/ 1250369 h 6858000"/>
              <a:gd name="connsiteX648" fmla="*/ 678222 w 7467600"/>
              <a:gd name="connsiteY648" fmla="*/ 1248670 h 6858000"/>
              <a:gd name="connsiteX649" fmla="*/ 775536 w 7467600"/>
              <a:gd name="connsiteY649" fmla="*/ 1388015 h 6858000"/>
              <a:gd name="connsiteX650" fmla="*/ 894529 w 7467600"/>
              <a:gd name="connsiteY650" fmla="*/ 1567739 h 6858000"/>
              <a:gd name="connsiteX651" fmla="*/ 948000 w 7467600"/>
              <a:gd name="connsiteY651" fmla="*/ 1663088 h 6858000"/>
              <a:gd name="connsiteX652" fmla="*/ 1006812 w 7467600"/>
              <a:gd name="connsiteY652" fmla="*/ 1767683 h 6858000"/>
              <a:gd name="connsiteX653" fmla="*/ 1149133 w 7467600"/>
              <a:gd name="connsiteY653" fmla="*/ 1971513 h 6858000"/>
              <a:gd name="connsiteX654" fmla="*/ 1333952 w 7467600"/>
              <a:gd name="connsiteY654" fmla="*/ 2251620 h 6858000"/>
              <a:gd name="connsiteX655" fmla="*/ 1337329 w 7467600"/>
              <a:gd name="connsiteY655" fmla="*/ 2258350 h 6858000"/>
              <a:gd name="connsiteX656" fmla="*/ 1014726 w 7467600"/>
              <a:gd name="connsiteY656" fmla="*/ 1615556 h 6858000"/>
              <a:gd name="connsiteX657" fmla="*/ 678222 w 7467600"/>
              <a:gd name="connsiteY657" fmla="*/ 1248670 h 6858000"/>
              <a:gd name="connsiteX658" fmla="*/ 6691602 w 7467600"/>
              <a:gd name="connsiteY658" fmla="*/ 1140573 h 6858000"/>
              <a:gd name="connsiteX659" fmla="*/ 6571100 w 7467600"/>
              <a:gd name="connsiteY659" fmla="*/ 1183662 h 6858000"/>
              <a:gd name="connsiteX660" fmla="*/ 6241687 w 7467600"/>
              <a:gd name="connsiteY660" fmla="*/ 1257600 h 6858000"/>
              <a:gd name="connsiteX661" fmla="*/ 5693009 w 7467600"/>
              <a:gd name="connsiteY661" fmla="*/ 1478256 h 6858000"/>
              <a:gd name="connsiteX662" fmla="*/ 6548420 w 7467600"/>
              <a:gd name="connsiteY662" fmla="*/ 1214599 h 6858000"/>
              <a:gd name="connsiteX663" fmla="*/ 6605473 w 7467600"/>
              <a:gd name="connsiteY663" fmla="*/ 1184686 h 6858000"/>
              <a:gd name="connsiteX664" fmla="*/ 6691602 w 7467600"/>
              <a:gd name="connsiteY664" fmla="*/ 1140573 h 6858000"/>
              <a:gd name="connsiteX665" fmla="*/ 4002475 w 7467600"/>
              <a:gd name="connsiteY665" fmla="*/ 1037802 h 6858000"/>
              <a:gd name="connsiteX666" fmla="*/ 4000324 w 7467600"/>
              <a:gd name="connsiteY666" fmla="*/ 1039362 h 6858000"/>
              <a:gd name="connsiteX667" fmla="*/ 4002862 w 7467600"/>
              <a:gd name="connsiteY667" fmla="*/ 1042866 h 6858000"/>
              <a:gd name="connsiteX668" fmla="*/ 4002475 w 7467600"/>
              <a:gd name="connsiteY668" fmla="*/ 1037802 h 6858000"/>
              <a:gd name="connsiteX669" fmla="*/ 506322 w 7467600"/>
              <a:gd name="connsiteY669" fmla="*/ 1020997 h 6858000"/>
              <a:gd name="connsiteX670" fmla="*/ 533068 w 7467600"/>
              <a:gd name="connsiteY670" fmla="*/ 1029409 h 6858000"/>
              <a:gd name="connsiteX671" fmla="*/ 1232525 w 7467600"/>
              <a:gd name="connsiteY671" fmla="*/ 1804675 h 6858000"/>
              <a:gd name="connsiteX672" fmla="*/ 1388858 w 7467600"/>
              <a:gd name="connsiteY672" fmla="*/ 2368011 h 6858000"/>
              <a:gd name="connsiteX673" fmla="*/ 1384098 w 7467600"/>
              <a:gd name="connsiteY673" fmla="*/ 2378125 h 6858000"/>
              <a:gd name="connsiteX674" fmla="*/ 1425393 w 7467600"/>
              <a:gd name="connsiteY674" fmla="*/ 2589124 h 6858000"/>
              <a:gd name="connsiteX675" fmla="*/ 1424001 w 7467600"/>
              <a:gd name="connsiteY675" fmla="*/ 2597541 h 6858000"/>
              <a:gd name="connsiteX676" fmla="*/ 2152729 w 7467600"/>
              <a:gd name="connsiteY676" fmla="*/ 2864487 h 6858000"/>
              <a:gd name="connsiteX677" fmla="*/ 2020609 w 7467600"/>
              <a:gd name="connsiteY677" fmla="*/ 2539671 h 6858000"/>
              <a:gd name="connsiteX678" fmla="*/ 2018920 w 7467600"/>
              <a:gd name="connsiteY678" fmla="*/ 2536309 h 6858000"/>
              <a:gd name="connsiteX679" fmla="*/ 1342441 w 7467600"/>
              <a:gd name="connsiteY679" fmla="*/ 1173017 h 6858000"/>
              <a:gd name="connsiteX680" fmla="*/ 1367925 w 7467600"/>
              <a:gd name="connsiteY680" fmla="*/ 1135648 h 6858000"/>
              <a:gd name="connsiteX681" fmla="*/ 1771401 w 7467600"/>
              <a:gd name="connsiteY681" fmla="*/ 1806673 h 6858000"/>
              <a:gd name="connsiteX682" fmla="*/ 1972385 w 7467600"/>
              <a:gd name="connsiteY682" fmla="*/ 2198735 h 6858000"/>
              <a:gd name="connsiteX683" fmla="*/ 2040892 w 7467600"/>
              <a:gd name="connsiteY683" fmla="*/ 2405205 h 6858000"/>
              <a:gd name="connsiteX684" fmla="*/ 2131689 w 7467600"/>
              <a:gd name="connsiteY684" fmla="*/ 1936926 h 6858000"/>
              <a:gd name="connsiteX685" fmla="*/ 2454820 w 7467600"/>
              <a:gd name="connsiteY685" fmla="*/ 1248808 h 6858000"/>
              <a:gd name="connsiteX686" fmla="*/ 2492512 w 7467600"/>
              <a:gd name="connsiteY686" fmla="*/ 1302920 h 6858000"/>
              <a:gd name="connsiteX687" fmla="*/ 2081216 w 7467600"/>
              <a:gd name="connsiteY687" fmla="*/ 2527513 h 6858000"/>
              <a:gd name="connsiteX688" fmla="*/ 2081211 w 7467600"/>
              <a:gd name="connsiteY688" fmla="*/ 2528916 h 6858000"/>
              <a:gd name="connsiteX689" fmla="*/ 2199067 w 7467600"/>
              <a:gd name="connsiteY689" fmla="*/ 2884061 h 6858000"/>
              <a:gd name="connsiteX690" fmla="*/ 3192586 w 7467600"/>
              <a:gd name="connsiteY690" fmla="*/ 3411496 h 6858000"/>
              <a:gd name="connsiteX691" fmla="*/ 3182620 w 7467600"/>
              <a:gd name="connsiteY691" fmla="*/ 3483279 h 6858000"/>
              <a:gd name="connsiteX692" fmla="*/ 2435119 w 7467600"/>
              <a:gd name="connsiteY692" fmla="*/ 3080173 h 6858000"/>
              <a:gd name="connsiteX693" fmla="*/ 2410152 w 7467600"/>
              <a:gd name="connsiteY693" fmla="*/ 3063751 h 6858000"/>
              <a:gd name="connsiteX694" fmla="*/ 2408099 w 7467600"/>
              <a:gd name="connsiteY694" fmla="*/ 3064403 h 6858000"/>
              <a:gd name="connsiteX695" fmla="*/ 2407218 w 7467600"/>
              <a:gd name="connsiteY695" fmla="*/ 3070324 h 6858000"/>
              <a:gd name="connsiteX696" fmla="*/ 2380138 w 7467600"/>
              <a:gd name="connsiteY696" fmla="*/ 3099341 h 6858000"/>
              <a:gd name="connsiteX697" fmla="*/ 1765923 w 7467600"/>
              <a:gd name="connsiteY697" fmla="*/ 3581043 h 6858000"/>
              <a:gd name="connsiteX698" fmla="*/ 1702258 w 7467600"/>
              <a:gd name="connsiteY698" fmla="*/ 3612286 h 6858000"/>
              <a:gd name="connsiteX699" fmla="*/ 1538370 w 7467600"/>
              <a:gd name="connsiteY699" fmla="*/ 3811804 h 6858000"/>
              <a:gd name="connsiteX700" fmla="*/ 542867 w 7467600"/>
              <a:gd name="connsiteY700" fmla="*/ 4944092 h 6858000"/>
              <a:gd name="connsiteX701" fmla="*/ 515800 w 7467600"/>
              <a:gd name="connsiteY701" fmla="*/ 4862180 h 6858000"/>
              <a:gd name="connsiteX702" fmla="*/ 909145 w 7467600"/>
              <a:gd name="connsiteY702" fmla="*/ 4199225 h 6858000"/>
              <a:gd name="connsiteX703" fmla="*/ 1214067 w 7467600"/>
              <a:gd name="connsiteY703" fmla="*/ 3908561 h 6858000"/>
              <a:gd name="connsiteX704" fmla="*/ 640967 w 7467600"/>
              <a:gd name="connsiteY704" fmla="*/ 4105601 h 6858000"/>
              <a:gd name="connsiteX705" fmla="*/ 112563 w 7467600"/>
              <a:gd name="connsiteY705" fmla="*/ 4396952 h 6858000"/>
              <a:gd name="connsiteX706" fmla="*/ 0 w 7467600"/>
              <a:gd name="connsiteY706" fmla="*/ 4466006 h 6858000"/>
              <a:gd name="connsiteX707" fmla="*/ 0 w 7467600"/>
              <a:gd name="connsiteY707" fmla="*/ 4233763 h 6858000"/>
              <a:gd name="connsiteX708" fmla="*/ 36881 w 7467600"/>
              <a:gd name="connsiteY708" fmla="*/ 4200118 h 6858000"/>
              <a:gd name="connsiteX709" fmla="*/ 910534 w 7467600"/>
              <a:gd name="connsiteY709" fmla="*/ 3629753 h 6858000"/>
              <a:gd name="connsiteX710" fmla="*/ 1578717 w 7467600"/>
              <a:gd name="connsiteY710" fmla="*/ 3575982 h 6858000"/>
              <a:gd name="connsiteX711" fmla="*/ 2338780 w 7467600"/>
              <a:gd name="connsiteY711" fmla="*/ 3033725 h 6858000"/>
              <a:gd name="connsiteX712" fmla="*/ 1807991 w 7467600"/>
              <a:gd name="connsiteY712" fmla="*/ 2807184 h 6858000"/>
              <a:gd name="connsiteX713" fmla="*/ 1416358 w 7467600"/>
              <a:gd name="connsiteY713" fmla="*/ 3112571 h 6858000"/>
              <a:gd name="connsiteX714" fmla="*/ 939066 w 7467600"/>
              <a:gd name="connsiteY714" fmla="*/ 3378798 h 6858000"/>
              <a:gd name="connsiteX715" fmla="*/ 115099 w 7467600"/>
              <a:gd name="connsiteY715" fmla="*/ 3607650 h 6858000"/>
              <a:gd name="connsiteX716" fmla="*/ 97284 w 7467600"/>
              <a:gd name="connsiteY716" fmla="*/ 3520393 h 6858000"/>
              <a:gd name="connsiteX717" fmla="*/ 922050 w 7467600"/>
              <a:gd name="connsiteY717" fmla="*/ 3074867 h 6858000"/>
              <a:gd name="connsiteX718" fmla="*/ 1405265 w 7467600"/>
              <a:gd name="connsiteY718" fmla="*/ 3016319 h 6858000"/>
              <a:gd name="connsiteX719" fmla="*/ 1407512 w 7467600"/>
              <a:gd name="connsiteY719" fmla="*/ 3018001 h 6858000"/>
              <a:gd name="connsiteX720" fmla="*/ 1726266 w 7467600"/>
              <a:gd name="connsiteY720" fmla="*/ 2777274 h 6858000"/>
              <a:gd name="connsiteX721" fmla="*/ 625390 w 7467600"/>
              <a:gd name="connsiteY721" fmla="*/ 2514541 h 6858000"/>
              <a:gd name="connsiteX722" fmla="*/ 619799 w 7467600"/>
              <a:gd name="connsiteY722" fmla="*/ 2527180 h 6858000"/>
              <a:gd name="connsiteX723" fmla="*/ 310030 w 7467600"/>
              <a:gd name="connsiteY723" fmla="*/ 2771818 h 6858000"/>
              <a:gd name="connsiteX724" fmla="*/ 173877 w 7467600"/>
              <a:gd name="connsiteY724" fmla="*/ 2937056 h 6858000"/>
              <a:gd name="connsiteX725" fmla="*/ 77889 w 7467600"/>
              <a:gd name="connsiteY725" fmla="*/ 3138440 h 6858000"/>
              <a:gd name="connsiteX726" fmla="*/ 0 w 7467600"/>
              <a:gd name="connsiteY726" fmla="*/ 3271395 h 6858000"/>
              <a:gd name="connsiteX727" fmla="*/ 0 w 7467600"/>
              <a:gd name="connsiteY727" fmla="*/ 3153002 h 6858000"/>
              <a:gd name="connsiteX728" fmla="*/ 2386 w 7467600"/>
              <a:gd name="connsiteY728" fmla="*/ 3149203 h 6858000"/>
              <a:gd name="connsiteX729" fmla="*/ 89753 w 7467600"/>
              <a:gd name="connsiteY729" fmla="*/ 2987702 h 6858000"/>
              <a:gd name="connsiteX730" fmla="*/ 76869 w 7467600"/>
              <a:gd name="connsiteY730" fmla="*/ 3005404 h 6858000"/>
              <a:gd name="connsiteX731" fmla="*/ 32049 w 7467600"/>
              <a:gd name="connsiteY731" fmla="*/ 3065814 h 6858000"/>
              <a:gd name="connsiteX732" fmla="*/ 0 w 7467600"/>
              <a:gd name="connsiteY732" fmla="*/ 3108744 h 6858000"/>
              <a:gd name="connsiteX733" fmla="*/ 0 w 7467600"/>
              <a:gd name="connsiteY733" fmla="*/ 3058059 h 6858000"/>
              <a:gd name="connsiteX734" fmla="*/ 7610 w 7467600"/>
              <a:gd name="connsiteY734" fmla="*/ 3047889 h 6858000"/>
              <a:gd name="connsiteX735" fmla="*/ 52419 w 7467600"/>
              <a:gd name="connsiteY735" fmla="*/ 2987479 h 6858000"/>
              <a:gd name="connsiteX736" fmla="*/ 59142 w 7467600"/>
              <a:gd name="connsiteY736" fmla="*/ 2978488 h 6858000"/>
              <a:gd name="connsiteX737" fmla="*/ 0 w 7467600"/>
              <a:gd name="connsiteY737" fmla="*/ 3015334 h 6858000"/>
              <a:gd name="connsiteX738" fmla="*/ 0 w 7467600"/>
              <a:gd name="connsiteY738" fmla="*/ 2914286 h 6858000"/>
              <a:gd name="connsiteX739" fmla="*/ 36383 w 7467600"/>
              <a:gd name="connsiteY739" fmla="*/ 2901128 h 6858000"/>
              <a:gd name="connsiteX740" fmla="*/ 156329 w 7467600"/>
              <a:gd name="connsiteY740" fmla="*/ 2840533 h 6858000"/>
              <a:gd name="connsiteX741" fmla="*/ 358355 w 7467600"/>
              <a:gd name="connsiteY741" fmla="*/ 2620471 h 6858000"/>
              <a:gd name="connsiteX742" fmla="*/ 510577 w 7467600"/>
              <a:gd name="connsiteY742" fmla="*/ 2501244 h 6858000"/>
              <a:gd name="connsiteX743" fmla="*/ 211967 w 7467600"/>
              <a:gd name="connsiteY743" fmla="*/ 2479171 h 6858000"/>
              <a:gd name="connsiteX744" fmla="*/ 0 w 7467600"/>
              <a:gd name="connsiteY744" fmla="*/ 2476398 h 6858000"/>
              <a:gd name="connsiteX745" fmla="*/ 0 w 7467600"/>
              <a:gd name="connsiteY745" fmla="*/ 2389189 h 6858000"/>
              <a:gd name="connsiteX746" fmla="*/ 103062 w 7467600"/>
              <a:gd name="connsiteY746" fmla="*/ 2389518 h 6858000"/>
              <a:gd name="connsiteX747" fmla="*/ 510734 w 7467600"/>
              <a:gd name="connsiteY747" fmla="*/ 2416201 h 6858000"/>
              <a:gd name="connsiteX748" fmla="*/ 279257 w 7467600"/>
              <a:gd name="connsiteY748" fmla="*/ 2092102 h 6858000"/>
              <a:gd name="connsiteX749" fmla="*/ 65265 w 7467600"/>
              <a:gd name="connsiteY749" fmla="*/ 2006049 h 6858000"/>
              <a:gd name="connsiteX750" fmla="*/ 0 w 7467600"/>
              <a:gd name="connsiteY750" fmla="*/ 1982532 h 6858000"/>
              <a:gd name="connsiteX751" fmla="*/ 0 w 7467600"/>
              <a:gd name="connsiteY751" fmla="*/ 1912789 h 6858000"/>
              <a:gd name="connsiteX752" fmla="*/ 97460 w 7467600"/>
              <a:gd name="connsiteY752" fmla="*/ 1953725 h 6858000"/>
              <a:gd name="connsiteX753" fmla="*/ 221272 w 7467600"/>
              <a:gd name="connsiteY753" fmla="*/ 1980766 h 6858000"/>
              <a:gd name="connsiteX754" fmla="*/ 116765 w 7467600"/>
              <a:gd name="connsiteY754" fmla="*/ 1911033 h 6858000"/>
              <a:gd name="connsiteX755" fmla="*/ 16405 w 7467600"/>
              <a:gd name="connsiteY755" fmla="*/ 1803412 h 6858000"/>
              <a:gd name="connsiteX756" fmla="*/ 0 w 7467600"/>
              <a:gd name="connsiteY756" fmla="*/ 1784777 h 6858000"/>
              <a:gd name="connsiteX757" fmla="*/ 0 w 7467600"/>
              <a:gd name="connsiteY757" fmla="*/ 1740082 h 6858000"/>
              <a:gd name="connsiteX758" fmla="*/ 39394 w 7467600"/>
              <a:gd name="connsiteY758" fmla="*/ 1784856 h 6858000"/>
              <a:gd name="connsiteX759" fmla="*/ 135813 w 7467600"/>
              <a:gd name="connsiteY759" fmla="*/ 1888838 h 6858000"/>
              <a:gd name="connsiteX760" fmla="*/ 242575 w 7467600"/>
              <a:gd name="connsiteY760" fmla="*/ 1958841 h 6858000"/>
              <a:gd name="connsiteX761" fmla="*/ 82197 w 7467600"/>
              <a:gd name="connsiteY761" fmla="*/ 1754826 h 6858000"/>
              <a:gd name="connsiteX762" fmla="*/ 0 w 7467600"/>
              <a:gd name="connsiteY762" fmla="*/ 1679650 h 6858000"/>
              <a:gd name="connsiteX763" fmla="*/ 0 w 7467600"/>
              <a:gd name="connsiteY763" fmla="*/ 1602463 h 6858000"/>
              <a:gd name="connsiteX764" fmla="*/ 84689 w 7467600"/>
              <a:gd name="connsiteY764" fmla="*/ 1677442 h 6858000"/>
              <a:gd name="connsiteX765" fmla="*/ 298437 w 7467600"/>
              <a:gd name="connsiteY765" fmla="*/ 1968019 h 6858000"/>
              <a:gd name="connsiteX766" fmla="*/ 227269 w 7467600"/>
              <a:gd name="connsiteY766" fmla="*/ 1114064 h 6858000"/>
              <a:gd name="connsiteX767" fmla="*/ 248003 w 7467600"/>
              <a:gd name="connsiteY767" fmla="*/ 1089613 h 6858000"/>
              <a:gd name="connsiteX768" fmla="*/ 427020 w 7467600"/>
              <a:gd name="connsiteY768" fmla="*/ 1619803 h 6858000"/>
              <a:gd name="connsiteX769" fmla="*/ 340345 w 7467600"/>
              <a:gd name="connsiteY769" fmla="*/ 2027739 h 6858000"/>
              <a:gd name="connsiteX770" fmla="*/ 360865 w 7467600"/>
              <a:gd name="connsiteY770" fmla="*/ 2044827 h 6858000"/>
              <a:gd name="connsiteX771" fmla="*/ 560414 w 7467600"/>
              <a:gd name="connsiteY771" fmla="*/ 2421457 h 6858000"/>
              <a:gd name="connsiteX772" fmla="*/ 1359703 w 7467600"/>
              <a:gd name="connsiteY772" fmla="*/ 2578554 h 6858000"/>
              <a:gd name="connsiteX773" fmla="*/ 1359422 w 7467600"/>
              <a:gd name="connsiteY773" fmla="*/ 2577994 h 6858000"/>
              <a:gd name="connsiteX774" fmla="*/ 828701 w 7467600"/>
              <a:gd name="connsiteY774" fmla="*/ 1839520 h 6858000"/>
              <a:gd name="connsiteX775" fmla="*/ 494427 w 7467600"/>
              <a:gd name="connsiteY775" fmla="*/ 1092333 h 6858000"/>
              <a:gd name="connsiteX776" fmla="*/ 506322 w 7467600"/>
              <a:gd name="connsiteY776" fmla="*/ 1020997 h 6858000"/>
              <a:gd name="connsiteX777" fmla="*/ 4570198 w 7467600"/>
              <a:gd name="connsiteY777" fmla="*/ 978081 h 6858000"/>
              <a:gd name="connsiteX778" fmla="*/ 4523691 w 7467600"/>
              <a:gd name="connsiteY778" fmla="*/ 1127776 h 6858000"/>
              <a:gd name="connsiteX779" fmla="*/ 4509875 w 7467600"/>
              <a:gd name="connsiteY779" fmla="*/ 1167552 h 6858000"/>
              <a:gd name="connsiteX780" fmla="*/ 4478168 w 7467600"/>
              <a:gd name="connsiteY780" fmla="*/ 1260735 h 6858000"/>
              <a:gd name="connsiteX781" fmla="*/ 4409309 w 7467600"/>
              <a:gd name="connsiteY781" fmla="*/ 1666996 h 6858000"/>
              <a:gd name="connsiteX782" fmla="*/ 4370031 w 7467600"/>
              <a:gd name="connsiteY782" fmla="*/ 1955666 h 6858000"/>
              <a:gd name="connsiteX783" fmla="*/ 4570198 w 7467600"/>
              <a:gd name="connsiteY783" fmla="*/ 978081 h 6858000"/>
              <a:gd name="connsiteX784" fmla="*/ 4557898 w 7467600"/>
              <a:gd name="connsiteY784" fmla="*/ 900011 h 6858000"/>
              <a:gd name="connsiteX785" fmla="*/ 4344840 w 7467600"/>
              <a:gd name="connsiteY785" fmla="*/ 1922038 h 6858000"/>
              <a:gd name="connsiteX786" fmla="*/ 4378710 w 7467600"/>
              <a:gd name="connsiteY786" fmla="*/ 1665516 h 6858000"/>
              <a:gd name="connsiteX787" fmla="*/ 4448798 w 7467600"/>
              <a:gd name="connsiteY787" fmla="*/ 1253024 h 6858000"/>
              <a:gd name="connsiteX788" fmla="*/ 4480315 w 7467600"/>
              <a:gd name="connsiteY788" fmla="*/ 1158454 h 6858000"/>
              <a:gd name="connsiteX789" fmla="*/ 4494133 w 7467600"/>
              <a:gd name="connsiteY789" fmla="*/ 1118676 h 6858000"/>
              <a:gd name="connsiteX790" fmla="*/ 4557898 w 7467600"/>
              <a:gd name="connsiteY790" fmla="*/ 900011 h 6858000"/>
              <a:gd name="connsiteX791" fmla="*/ 5870151 w 7467600"/>
              <a:gd name="connsiteY791" fmla="*/ 898890 h 6858000"/>
              <a:gd name="connsiteX792" fmla="*/ 5861335 w 7467600"/>
              <a:gd name="connsiteY792" fmla="*/ 899177 h 6858000"/>
              <a:gd name="connsiteX793" fmla="*/ 5843702 w 7467600"/>
              <a:gd name="connsiteY793" fmla="*/ 899748 h 6858000"/>
              <a:gd name="connsiteX794" fmla="*/ 5651107 w 7467600"/>
              <a:gd name="connsiteY794" fmla="*/ 920306 h 6858000"/>
              <a:gd name="connsiteX795" fmla="*/ 5459407 w 7467600"/>
              <a:gd name="connsiteY795" fmla="*/ 940975 h 6858000"/>
              <a:gd name="connsiteX796" fmla="*/ 5374846 w 7467600"/>
              <a:gd name="connsiteY796" fmla="*/ 941988 h 6858000"/>
              <a:gd name="connsiteX797" fmla="*/ 5256105 w 7467600"/>
              <a:gd name="connsiteY797" fmla="*/ 945632 h 6858000"/>
              <a:gd name="connsiteX798" fmla="*/ 5107071 w 7467600"/>
              <a:gd name="connsiteY798" fmla="*/ 969720 h 6858000"/>
              <a:gd name="connsiteX799" fmla="*/ 4998681 w 7467600"/>
              <a:gd name="connsiteY799" fmla="*/ 988771 h 6858000"/>
              <a:gd name="connsiteX800" fmla="*/ 5870151 w 7467600"/>
              <a:gd name="connsiteY800" fmla="*/ 898890 h 6858000"/>
              <a:gd name="connsiteX801" fmla="*/ 5504425 w 7467600"/>
              <a:gd name="connsiteY801" fmla="*/ 848067 h 6858000"/>
              <a:gd name="connsiteX802" fmla="*/ 4968849 w 7467600"/>
              <a:gd name="connsiteY802" fmla="*/ 962318 h 6858000"/>
              <a:gd name="connsiteX803" fmla="*/ 5104039 w 7467600"/>
              <a:gd name="connsiteY803" fmla="*/ 940634 h 6858000"/>
              <a:gd name="connsiteX804" fmla="*/ 5256311 w 7467600"/>
              <a:gd name="connsiteY804" fmla="*/ 916490 h 6858000"/>
              <a:gd name="connsiteX805" fmla="*/ 5377381 w 7467600"/>
              <a:gd name="connsiteY805" fmla="*/ 912671 h 6858000"/>
              <a:gd name="connsiteX806" fmla="*/ 5460148 w 7467600"/>
              <a:gd name="connsiteY806" fmla="*/ 911442 h 6858000"/>
              <a:gd name="connsiteX807" fmla="*/ 5648971 w 7467600"/>
              <a:gd name="connsiteY807" fmla="*/ 891331 h 6858000"/>
              <a:gd name="connsiteX808" fmla="*/ 5844807 w 7467600"/>
              <a:gd name="connsiteY808" fmla="*/ 870718 h 6858000"/>
              <a:gd name="connsiteX809" fmla="*/ 5862975 w 7467600"/>
              <a:gd name="connsiteY809" fmla="*/ 869756 h 6858000"/>
              <a:gd name="connsiteX810" fmla="*/ 5920887 w 7467600"/>
              <a:gd name="connsiteY810" fmla="*/ 865929 h 6858000"/>
              <a:gd name="connsiteX811" fmla="*/ 5504425 w 7467600"/>
              <a:gd name="connsiteY811" fmla="*/ 848067 h 6858000"/>
              <a:gd name="connsiteX812" fmla="*/ 3607114 w 7467600"/>
              <a:gd name="connsiteY812" fmla="*/ 467441 h 6858000"/>
              <a:gd name="connsiteX813" fmla="*/ 3296242 w 7467600"/>
              <a:gd name="connsiteY813" fmla="*/ 807991 h 6858000"/>
              <a:gd name="connsiteX814" fmla="*/ 3174674 w 7467600"/>
              <a:gd name="connsiteY814" fmla="*/ 919759 h 6858000"/>
              <a:gd name="connsiteX815" fmla="*/ 3042978 w 7467600"/>
              <a:gd name="connsiteY815" fmla="*/ 1054894 h 6858000"/>
              <a:gd name="connsiteX816" fmla="*/ 2968914 w 7467600"/>
              <a:gd name="connsiteY816" fmla="*/ 1133756 h 6858000"/>
              <a:gd name="connsiteX817" fmla="*/ 3103823 w 7467600"/>
              <a:gd name="connsiteY817" fmla="*/ 1026814 h 6858000"/>
              <a:gd name="connsiteX818" fmla="*/ 3607114 w 7467600"/>
              <a:gd name="connsiteY818" fmla="*/ 467441 h 6858000"/>
              <a:gd name="connsiteX819" fmla="*/ 3744487 w 7467600"/>
              <a:gd name="connsiteY819" fmla="*/ 383136 h 6858000"/>
              <a:gd name="connsiteX820" fmla="*/ 3970213 w 7467600"/>
              <a:gd name="connsiteY820" fmla="*/ 995559 h 6858000"/>
              <a:gd name="connsiteX821" fmla="*/ 3744487 w 7467600"/>
              <a:gd name="connsiteY821" fmla="*/ 383136 h 6858000"/>
              <a:gd name="connsiteX822" fmla="*/ 3624562 w 7467600"/>
              <a:gd name="connsiteY822" fmla="*/ 367041 h 6858000"/>
              <a:gd name="connsiteX823" fmla="*/ 3489712 w 7467600"/>
              <a:gd name="connsiteY823" fmla="*/ 485386 h 6858000"/>
              <a:gd name="connsiteX824" fmla="*/ 3182994 w 7467600"/>
              <a:gd name="connsiteY824" fmla="*/ 828265 h 6858000"/>
              <a:gd name="connsiteX825" fmla="*/ 2892114 w 7467600"/>
              <a:gd name="connsiteY825" fmla="*/ 1172635 h 6858000"/>
              <a:gd name="connsiteX826" fmla="*/ 3021459 w 7467600"/>
              <a:gd name="connsiteY826" fmla="*/ 1035385 h 6858000"/>
              <a:gd name="connsiteX827" fmla="*/ 3153873 w 7467600"/>
              <a:gd name="connsiteY827" fmla="*/ 898971 h 6858000"/>
              <a:gd name="connsiteX828" fmla="*/ 3276511 w 7467600"/>
              <a:gd name="connsiteY828" fmla="*/ 786423 h 6858000"/>
              <a:gd name="connsiteX829" fmla="*/ 3584154 w 7467600"/>
              <a:gd name="connsiteY829" fmla="*/ 448218 h 6858000"/>
              <a:gd name="connsiteX830" fmla="*/ 3624562 w 7467600"/>
              <a:gd name="connsiteY830" fmla="*/ 367041 h 6858000"/>
              <a:gd name="connsiteX831" fmla="*/ 3766672 w 7467600"/>
              <a:gd name="connsiteY831" fmla="*/ 359429 h 6858000"/>
              <a:gd name="connsiteX832" fmla="*/ 3996338 w 7467600"/>
              <a:gd name="connsiteY832" fmla="*/ 968237 h 6858000"/>
              <a:gd name="connsiteX833" fmla="*/ 3766672 w 7467600"/>
              <a:gd name="connsiteY833" fmla="*/ 359429 h 6858000"/>
              <a:gd name="connsiteX834" fmla="*/ 5805386 w 7467600"/>
              <a:gd name="connsiteY834" fmla="*/ 239240 h 6858000"/>
              <a:gd name="connsiteX835" fmla="*/ 5736947 w 7467600"/>
              <a:gd name="connsiteY835" fmla="*/ 261367 h 6858000"/>
              <a:gd name="connsiteX836" fmla="*/ 5427012 w 7467600"/>
              <a:gd name="connsiteY836" fmla="*/ 311272 h 6858000"/>
              <a:gd name="connsiteX837" fmla="*/ 5147818 w 7467600"/>
              <a:gd name="connsiteY837" fmla="*/ 322112 h 6858000"/>
              <a:gd name="connsiteX838" fmla="*/ 5060854 w 7467600"/>
              <a:gd name="connsiteY838" fmla="*/ 311882 h 6858000"/>
              <a:gd name="connsiteX839" fmla="*/ 4945989 w 7467600"/>
              <a:gd name="connsiteY839" fmla="*/ 300516 h 6858000"/>
              <a:gd name="connsiteX840" fmla="*/ 5410479 w 7467600"/>
              <a:gd name="connsiteY840" fmla="*/ 348434 h 6858000"/>
              <a:gd name="connsiteX841" fmla="*/ 5805386 w 7467600"/>
              <a:gd name="connsiteY841" fmla="*/ 239240 h 6858000"/>
              <a:gd name="connsiteX842" fmla="*/ 5905192 w 7467600"/>
              <a:gd name="connsiteY842" fmla="*/ 163079 h 6858000"/>
              <a:gd name="connsiteX843" fmla="*/ 5865655 w 7467600"/>
              <a:gd name="connsiteY843" fmla="*/ 171901 h 6858000"/>
              <a:gd name="connsiteX844" fmla="*/ 5259740 w 7467600"/>
              <a:gd name="connsiteY844" fmla="*/ 257013 h 6858000"/>
              <a:gd name="connsiteX845" fmla="*/ 5208466 w 7467600"/>
              <a:gd name="connsiteY845" fmla="*/ 257550 h 6858000"/>
              <a:gd name="connsiteX846" fmla="*/ 4980204 w 7467600"/>
              <a:gd name="connsiteY846" fmla="*/ 271903 h 6858000"/>
              <a:gd name="connsiteX847" fmla="*/ 5068068 w 7467600"/>
              <a:gd name="connsiteY847" fmla="*/ 282244 h 6858000"/>
              <a:gd name="connsiteX848" fmla="*/ 5153231 w 7467600"/>
              <a:gd name="connsiteY848" fmla="*/ 292240 h 6858000"/>
              <a:gd name="connsiteX849" fmla="*/ 5426491 w 7467600"/>
              <a:gd name="connsiteY849" fmla="*/ 281128 h 6858000"/>
              <a:gd name="connsiteX850" fmla="*/ 5731212 w 7467600"/>
              <a:gd name="connsiteY850" fmla="*/ 231951 h 6858000"/>
              <a:gd name="connsiteX851" fmla="*/ 5905192 w 7467600"/>
              <a:gd name="connsiteY851" fmla="*/ 163079 h 6858000"/>
              <a:gd name="connsiteX852" fmla="*/ 5944437 w 7467600"/>
              <a:gd name="connsiteY852" fmla="*/ 113829 h 6858000"/>
              <a:gd name="connsiteX853" fmla="*/ 5825032 w 7467600"/>
              <a:gd name="connsiteY853" fmla="*/ 146405 h 6858000"/>
              <a:gd name="connsiteX854" fmla="*/ 4955599 w 7467600"/>
              <a:gd name="connsiteY854" fmla="*/ 247008 h 6858000"/>
              <a:gd name="connsiteX855" fmla="*/ 5210104 w 7467600"/>
              <a:gd name="connsiteY855" fmla="*/ 228123 h 6858000"/>
              <a:gd name="connsiteX856" fmla="*/ 5261015 w 7467600"/>
              <a:gd name="connsiteY856" fmla="*/ 227087 h 6858000"/>
              <a:gd name="connsiteX857" fmla="*/ 5861181 w 7467600"/>
              <a:gd name="connsiteY857" fmla="*/ 143093 h 6858000"/>
              <a:gd name="connsiteX858" fmla="*/ 5961252 w 7467600"/>
              <a:gd name="connsiteY858" fmla="*/ 114820 h 6858000"/>
              <a:gd name="connsiteX859" fmla="*/ 5944437 w 7467600"/>
              <a:gd name="connsiteY859" fmla="*/ 113829 h 6858000"/>
              <a:gd name="connsiteX860" fmla="*/ 3882765 w 7467600"/>
              <a:gd name="connsiteY860" fmla="*/ 0 h 6858000"/>
              <a:gd name="connsiteX861" fmla="*/ 3995099 w 7467600"/>
              <a:gd name="connsiteY861" fmla="*/ 0 h 6858000"/>
              <a:gd name="connsiteX862" fmla="*/ 4163818 w 7467600"/>
              <a:gd name="connsiteY862" fmla="*/ 234104 h 6858000"/>
              <a:gd name="connsiteX863" fmla="*/ 4172099 w 7467600"/>
              <a:gd name="connsiteY863" fmla="*/ 234207 h 6858000"/>
              <a:gd name="connsiteX864" fmla="*/ 4784282 w 7467600"/>
              <a:gd name="connsiteY864" fmla="*/ 276561 h 6858000"/>
              <a:gd name="connsiteX865" fmla="*/ 4801687 w 7467600"/>
              <a:gd name="connsiteY865" fmla="*/ 267764 h 6858000"/>
              <a:gd name="connsiteX866" fmla="*/ 6082788 w 7467600"/>
              <a:gd name="connsiteY866" fmla="*/ 64119 h 6858000"/>
              <a:gd name="connsiteX867" fmla="*/ 6099442 w 7467600"/>
              <a:gd name="connsiteY867" fmla="*/ 82568 h 6858000"/>
              <a:gd name="connsiteX868" fmla="*/ 4804137 w 7467600"/>
              <a:gd name="connsiteY868" fmla="*/ 320931 h 6858000"/>
              <a:gd name="connsiteX869" fmla="*/ 4227047 w 7467600"/>
              <a:gd name="connsiteY869" fmla="*/ 313415 h 6858000"/>
              <a:gd name="connsiteX870" fmla="*/ 4346041 w 7467600"/>
              <a:gd name="connsiteY870" fmla="*/ 456086 h 6858000"/>
              <a:gd name="connsiteX871" fmla="*/ 4870967 w 7467600"/>
              <a:gd name="connsiteY871" fmla="*/ 963061 h 6858000"/>
              <a:gd name="connsiteX872" fmla="*/ 4889647 w 7467600"/>
              <a:gd name="connsiteY872" fmla="*/ 957147 h 6858000"/>
              <a:gd name="connsiteX873" fmla="*/ 5422504 w 7467600"/>
              <a:gd name="connsiteY873" fmla="*/ 805191 h 6858000"/>
              <a:gd name="connsiteX874" fmla="*/ 6087656 w 7467600"/>
              <a:gd name="connsiteY874" fmla="*/ 826703 h 6858000"/>
              <a:gd name="connsiteX875" fmla="*/ 6058717 w 7467600"/>
              <a:gd name="connsiteY875" fmla="*/ 865992 h 6858000"/>
              <a:gd name="connsiteX876" fmla="*/ 4974153 w 7467600"/>
              <a:gd name="connsiteY876" fmla="*/ 1045456 h 6858000"/>
              <a:gd name="connsiteX877" fmla="*/ 5627835 w 7467600"/>
              <a:gd name="connsiteY877" fmla="*/ 1472077 h 6858000"/>
              <a:gd name="connsiteX878" fmla="*/ 5629817 w 7467600"/>
              <a:gd name="connsiteY878" fmla="*/ 1471412 h 6858000"/>
              <a:gd name="connsiteX879" fmla="*/ 5634124 w 7467600"/>
              <a:gd name="connsiteY879" fmla="*/ 1470572 h 6858000"/>
              <a:gd name="connsiteX880" fmla="*/ 5755832 w 7467600"/>
              <a:gd name="connsiteY880" fmla="*/ 1383886 h 6858000"/>
              <a:gd name="connsiteX881" fmla="*/ 6014186 w 7467600"/>
              <a:gd name="connsiteY881" fmla="*/ 1279799 h 6858000"/>
              <a:gd name="connsiteX882" fmla="*/ 6901619 w 7467600"/>
              <a:gd name="connsiteY882" fmla="*/ 1047874 h 6858000"/>
              <a:gd name="connsiteX883" fmla="*/ 6931566 w 7467600"/>
              <a:gd name="connsiteY883" fmla="*/ 1062034 h 6858000"/>
              <a:gd name="connsiteX884" fmla="*/ 5790982 w 7467600"/>
              <a:gd name="connsiteY884" fmla="*/ 1561380 h 6858000"/>
              <a:gd name="connsiteX885" fmla="*/ 6188971 w 7467600"/>
              <a:gd name="connsiteY885" fmla="*/ 1755168 h 6858000"/>
              <a:gd name="connsiteX886" fmla="*/ 6202446 w 7467600"/>
              <a:gd name="connsiteY886" fmla="*/ 1752268 h 6858000"/>
              <a:gd name="connsiteX887" fmla="*/ 7179560 w 7467600"/>
              <a:gd name="connsiteY887" fmla="*/ 1467551 h 6858000"/>
              <a:gd name="connsiteX888" fmla="*/ 7158730 w 7467600"/>
              <a:gd name="connsiteY888" fmla="*/ 1507835 h 6858000"/>
              <a:gd name="connsiteX889" fmla="*/ 6326959 w 7467600"/>
              <a:gd name="connsiteY889" fmla="*/ 1817686 h 6858000"/>
              <a:gd name="connsiteX890" fmla="*/ 6537433 w 7467600"/>
              <a:gd name="connsiteY890" fmla="*/ 1907790 h 6858000"/>
              <a:gd name="connsiteX891" fmla="*/ 6550221 w 7467600"/>
              <a:gd name="connsiteY891" fmla="*/ 1910729 h 6858000"/>
              <a:gd name="connsiteX892" fmla="*/ 6964438 w 7467600"/>
              <a:gd name="connsiteY892" fmla="*/ 2209505 h 6858000"/>
              <a:gd name="connsiteX893" fmla="*/ 7367862 w 7467600"/>
              <a:gd name="connsiteY893" fmla="*/ 2806833 h 6858000"/>
              <a:gd name="connsiteX894" fmla="*/ 7364329 w 7467600"/>
              <a:gd name="connsiteY894" fmla="*/ 2826907 h 6858000"/>
              <a:gd name="connsiteX895" fmla="*/ 7290545 w 7467600"/>
              <a:gd name="connsiteY895" fmla="*/ 2850663 h 6858000"/>
              <a:gd name="connsiteX896" fmla="*/ 6472036 w 7467600"/>
              <a:gd name="connsiteY896" fmla="*/ 1959003 h 6858000"/>
              <a:gd name="connsiteX897" fmla="*/ 5792897 w 7467600"/>
              <a:gd name="connsiteY897" fmla="*/ 1647747 h 6858000"/>
              <a:gd name="connsiteX898" fmla="*/ 5842751 w 7467600"/>
              <a:gd name="connsiteY898" fmla="*/ 1816112 h 6858000"/>
              <a:gd name="connsiteX899" fmla="*/ 5847424 w 7467600"/>
              <a:gd name="connsiteY899" fmla="*/ 1815776 h 6858000"/>
              <a:gd name="connsiteX900" fmla="*/ 6399821 w 7467600"/>
              <a:gd name="connsiteY900" fmla="*/ 2344799 h 6858000"/>
              <a:gd name="connsiteX901" fmla="*/ 6323232 w 7467600"/>
              <a:gd name="connsiteY901" fmla="*/ 2389634 h 6858000"/>
              <a:gd name="connsiteX902" fmla="*/ 5942958 w 7467600"/>
              <a:gd name="connsiteY902" fmla="*/ 2077708 h 6858000"/>
              <a:gd name="connsiteX903" fmla="*/ 5921559 w 7467600"/>
              <a:gd name="connsiteY903" fmla="*/ 2378596 h 6858000"/>
              <a:gd name="connsiteX904" fmla="*/ 5817651 w 7467600"/>
              <a:gd name="connsiteY904" fmla="*/ 3023919 h 6858000"/>
              <a:gd name="connsiteX905" fmla="*/ 5729634 w 7467600"/>
              <a:gd name="connsiteY905" fmla="*/ 3051849 h 6858000"/>
              <a:gd name="connsiteX906" fmla="*/ 5611018 w 7467600"/>
              <a:gd name="connsiteY906" fmla="*/ 2316769 h 6858000"/>
              <a:gd name="connsiteX907" fmla="*/ 5687608 w 7467600"/>
              <a:gd name="connsiteY907" fmla="*/ 2039972 h 6858000"/>
              <a:gd name="connsiteX908" fmla="*/ 5657554 w 7467600"/>
              <a:gd name="connsiteY908" fmla="*/ 1576445 h 6858000"/>
              <a:gd name="connsiteX909" fmla="*/ 5150475 w 7467600"/>
              <a:gd name="connsiteY909" fmla="*/ 1274012 h 6858000"/>
              <a:gd name="connsiteX910" fmla="*/ 5349142 w 7467600"/>
              <a:gd name="connsiteY910" fmla="*/ 2204405 h 6858000"/>
              <a:gd name="connsiteX911" fmla="*/ 5262214 w 7467600"/>
              <a:gd name="connsiteY911" fmla="*/ 2233836 h 6858000"/>
              <a:gd name="connsiteX912" fmla="*/ 4981539 w 7467600"/>
              <a:gd name="connsiteY912" fmla="*/ 1542201 h 6858000"/>
              <a:gd name="connsiteX913" fmla="*/ 4958461 w 7467600"/>
              <a:gd name="connsiteY913" fmla="*/ 1136957 h 6858000"/>
              <a:gd name="connsiteX914" fmla="*/ 4655015 w 7467600"/>
              <a:gd name="connsiteY914" fmla="*/ 891426 h 6858000"/>
              <a:gd name="connsiteX915" fmla="*/ 4348002 w 7467600"/>
              <a:gd name="connsiteY915" fmla="*/ 2205895 h 6858000"/>
              <a:gd name="connsiteX916" fmla="*/ 4262250 w 7467600"/>
              <a:gd name="connsiteY916" fmla="*/ 2219972 h 6858000"/>
              <a:gd name="connsiteX917" fmla="*/ 4550611 w 7467600"/>
              <a:gd name="connsiteY917" fmla="*/ 817540 h 6858000"/>
              <a:gd name="connsiteX918" fmla="*/ 4564418 w 7467600"/>
              <a:gd name="connsiteY918" fmla="*/ 808293 h 6858000"/>
              <a:gd name="connsiteX919" fmla="*/ 4266388 w 7467600"/>
              <a:gd name="connsiteY919" fmla="*/ 500083 h 6858000"/>
              <a:gd name="connsiteX920" fmla="*/ 4032842 w 7467600"/>
              <a:gd name="connsiteY920" fmla="*/ 211809 h 6858000"/>
              <a:gd name="connsiteX921" fmla="*/ 3882765 w 7467600"/>
              <a:gd name="connsiteY921" fmla="*/ 0 h 6858000"/>
              <a:gd name="connsiteX922" fmla="*/ 3721337 w 7467600"/>
              <a:gd name="connsiteY922" fmla="*/ 0 h 6858000"/>
              <a:gd name="connsiteX923" fmla="*/ 3797544 w 7467600"/>
              <a:gd name="connsiteY923" fmla="*/ 0 h 6858000"/>
              <a:gd name="connsiteX924" fmla="*/ 3775734 w 7467600"/>
              <a:gd name="connsiteY924" fmla="*/ 95131 h 6858000"/>
              <a:gd name="connsiteX925" fmla="*/ 3724807 w 7467600"/>
              <a:gd name="connsiteY925" fmla="*/ 272257 h 6858000"/>
              <a:gd name="connsiteX926" fmla="*/ 3726844 w 7467600"/>
              <a:gd name="connsiteY926" fmla="*/ 282988 h 6858000"/>
              <a:gd name="connsiteX927" fmla="*/ 3742664 w 7467600"/>
              <a:gd name="connsiteY927" fmla="*/ 279918 h 6858000"/>
              <a:gd name="connsiteX928" fmla="*/ 4103910 w 7467600"/>
              <a:gd name="connsiteY928" fmla="*/ 1161917 h 6858000"/>
              <a:gd name="connsiteX929" fmla="*/ 4020269 w 7467600"/>
              <a:gd name="connsiteY929" fmla="*/ 1200406 h 6858000"/>
              <a:gd name="connsiteX930" fmla="*/ 3674882 w 7467600"/>
              <a:gd name="connsiteY930" fmla="*/ 488524 h 6858000"/>
              <a:gd name="connsiteX931" fmla="*/ 3132682 w 7467600"/>
              <a:gd name="connsiteY931" fmla="*/ 1072284 h 6858000"/>
              <a:gd name="connsiteX932" fmla="*/ 2716346 w 7467600"/>
              <a:gd name="connsiteY932" fmla="*/ 1276376 h 6858000"/>
              <a:gd name="connsiteX933" fmla="*/ 2716772 w 7467600"/>
              <a:gd name="connsiteY933" fmla="*/ 1255462 h 6858000"/>
              <a:gd name="connsiteX934" fmla="*/ 3471096 w 7467600"/>
              <a:gd name="connsiteY934" fmla="*/ 437072 h 6858000"/>
              <a:gd name="connsiteX935" fmla="*/ 3639057 w 7467600"/>
              <a:gd name="connsiteY935" fmla="*/ 286334 h 6858000"/>
              <a:gd name="connsiteX936" fmla="*/ 3640309 w 7467600"/>
              <a:gd name="connsiteY936" fmla="*/ 284664 h 6858000"/>
              <a:gd name="connsiteX937" fmla="*/ 3646022 w 7467600"/>
              <a:gd name="connsiteY937" fmla="*/ 276711 h 6858000"/>
              <a:gd name="connsiteX938" fmla="*/ 3707943 w 7467600"/>
              <a:gd name="connsiteY938" fmla="*/ 65958 h 6858000"/>
              <a:gd name="connsiteX939" fmla="*/ 3721337 w 7467600"/>
              <a:gd name="connsiteY939" fmla="*/ 0 h 6858000"/>
              <a:gd name="connsiteX940" fmla="*/ 2867960 w 7467600"/>
              <a:gd name="connsiteY940" fmla="*/ 0 h 6858000"/>
              <a:gd name="connsiteX941" fmla="*/ 2926351 w 7467600"/>
              <a:gd name="connsiteY941" fmla="*/ 0 h 6858000"/>
              <a:gd name="connsiteX942" fmla="*/ 2902823 w 7467600"/>
              <a:gd name="connsiteY942" fmla="*/ 262929 h 6858000"/>
              <a:gd name="connsiteX943" fmla="*/ 2940663 w 7467600"/>
              <a:gd name="connsiteY943" fmla="*/ 140884 h 6858000"/>
              <a:gd name="connsiteX944" fmla="*/ 2947039 w 7467600"/>
              <a:gd name="connsiteY944" fmla="*/ 122524 h 6858000"/>
              <a:gd name="connsiteX945" fmla="*/ 2984316 w 7467600"/>
              <a:gd name="connsiteY945" fmla="*/ 0 h 6858000"/>
              <a:gd name="connsiteX946" fmla="*/ 3016114 w 7467600"/>
              <a:gd name="connsiteY946" fmla="*/ 0 h 6858000"/>
              <a:gd name="connsiteX947" fmla="*/ 2979949 w 7467600"/>
              <a:gd name="connsiteY947" fmla="*/ 119274 h 6858000"/>
              <a:gd name="connsiteX948" fmla="*/ 3023879 w 7467600"/>
              <a:gd name="connsiteY948" fmla="*/ 0 h 6858000"/>
              <a:gd name="connsiteX949" fmla="*/ 3105400 w 7467600"/>
              <a:gd name="connsiteY949" fmla="*/ 0 h 6858000"/>
              <a:gd name="connsiteX950" fmla="*/ 3094669 w 7467600"/>
              <a:gd name="connsiteY950" fmla="*/ 30308 h 6858000"/>
              <a:gd name="connsiteX951" fmla="*/ 2901945 w 7467600"/>
              <a:gd name="connsiteY951" fmla="*/ 466538 h 6858000"/>
              <a:gd name="connsiteX952" fmla="*/ 2815209 w 7467600"/>
              <a:gd name="connsiteY952" fmla="*/ 497361 h 6858000"/>
              <a:gd name="connsiteX953" fmla="*/ 2844845 w 7467600"/>
              <a:gd name="connsiteY953" fmla="*/ 127638 h 6858000"/>
              <a:gd name="connsiteX954" fmla="*/ 2867960 w 7467600"/>
              <a:gd name="connsiteY954" fmla="*/ 0 h 6858000"/>
              <a:gd name="connsiteX955" fmla="*/ 1057230 w 7467600"/>
              <a:gd name="connsiteY955" fmla="*/ 0 h 6858000"/>
              <a:gd name="connsiteX956" fmla="*/ 1111003 w 7467600"/>
              <a:gd name="connsiteY956" fmla="*/ 0 h 6858000"/>
              <a:gd name="connsiteX957" fmla="*/ 1125553 w 7467600"/>
              <a:gd name="connsiteY957" fmla="*/ 52588 h 6858000"/>
              <a:gd name="connsiteX958" fmla="*/ 1304276 w 7467600"/>
              <a:gd name="connsiteY958" fmla="*/ 476275 h 6858000"/>
              <a:gd name="connsiteX959" fmla="*/ 1492066 w 7467600"/>
              <a:gd name="connsiteY959" fmla="*/ 886333 h 6858000"/>
              <a:gd name="connsiteX960" fmla="*/ 1423698 w 7467600"/>
              <a:gd name="connsiteY960" fmla="*/ 710817 h 6858000"/>
              <a:gd name="connsiteX961" fmla="*/ 1357609 w 7467600"/>
              <a:gd name="connsiteY961" fmla="*/ 532892 h 6858000"/>
              <a:gd name="connsiteX962" fmla="*/ 1309550 w 7467600"/>
              <a:gd name="connsiteY962" fmla="*/ 374031 h 6858000"/>
              <a:gd name="connsiteX963" fmla="*/ 1193673 w 7467600"/>
              <a:gd name="connsiteY963" fmla="*/ 49533 h 6858000"/>
              <a:gd name="connsiteX964" fmla="*/ 1164391 w 7467600"/>
              <a:gd name="connsiteY964" fmla="*/ 0 h 6858000"/>
              <a:gd name="connsiteX965" fmla="*/ 1200666 w 7467600"/>
              <a:gd name="connsiteY965" fmla="*/ 0 h 6858000"/>
              <a:gd name="connsiteX966" fmla="*/ 1223408 w 7467600"/>
              <a:gd name="connsiteY966" fmla="*/ 38996 h 6858000"/>
              <a:gd name="connsiteX967" fmla="*/ 1339635 w 7467600"/>
              <a:gd name="connsiteY967" fmla="*/ 365517 h 6858000"/>
              <a:gd name="connsiteX968" fmla="*/ 1387469 w 7467600"/>
              <a:gd name="connsiteY968" fmla="*/ 523079 h 6858000"/>
              <a:gd name="connsiteX969" fmla="*/ 1452685 w 7467600"/>
              <a:gd name="connsiteY969" fmla="*/ 699806 h 6858000"/>
              <a:gd name="connsiteX970" fmla="*/ 1492092 w 7467600"/>
              <a:gd name="connsiteY970" fmla="*/ 800424 h 6858000"/>
              <a:gd name="connsiteX971" fmla="*/ 1455302 w 7467600"/>
              <a:gd name="connsiteY971" fmla="*/ 632913 h 6858000"/>
              <a:gd name="connsiteX972" fmla="*/ 1222336 w 7467600"/>
              <a:gd name="connsiteY972" fmla="*/ 9480 h 6858000"/>
              <a:gd name="connsiteX973" fmla="*/ 1214634 w 7467600"/>
              <a:gd name="connsiteY973" fmla="*/ 0 h 6858000"/>
              <a:gd name="connsiteX974" fmla="*/ 1289827 w 7467600"/>
              <a:gd name="connsiteY974" fmla="*/ 0 h 6858000"/>
              <a:gd name="connsiteX975" fmla="*/ 1321076 w 7467600"/>
              <a:gd name="connsiteY975" fmla="*/ 59722 h 6858000"/>
              <a:gd name="connsiteX976" fmla="*/ 1512579 w 7467600"/>
              <a:gd name="connsiteY976" fmla="*/ 626441 h 6858000"/>
              <a:gd name="connsiteX977" fmla="*/ 1506076 w 7467600"/>
              <a:gd name="connsiteY977" fmla="*/ 1089289 h 6858000"/>
              <a:gd name="connsiteX978" fmla="*/ 1486346 w 7467600"/>
              <a:gd name="connsiteY978" fmla="*/ 1079919 h 6858000"/>
              <a:gd name="connsiteX979" fmla="*/ 1070511 w 7467600"/>
              <a:gd name="connsiteY979" fmla="*/ 48609 h 6858000"/>
              <a:gd name="connsiteX980" fmla="*/ 1057230 w 7467600"/>
              <a:gd name="connsiteY980" fmla="*/ 0 h 6858000"/>
              <a:gd name="connsiteX981" fmla="*/ 43151 w 7467600"/>
              <a:gd name="connsiteY981" fmla="*/ 0 h 6858000"/>
              <a:gd name="connsiteX982" fmla="*/ 95283 w 7467600"/>
              <a:gd name="connsiteY982" fmla="*/ 0 h 6858000"/>
              <a:gd name="connsiteX983" fmla="*/ 300708 w 7467600"/>
              <a:gd name="connsiteY983" fmla="*/ 154571 h 6858000"/>
              <a:gd name="connsiteX984" fmla="*/ 530414 w 7467600"/>
              <a:gd name="connsiteY984" fmla="*/ 354673 h 6858000"/>
              <a:gd name="connsiteX985" fmla="*/ 333785 w 7467600"/>
              <a:gd name="connsiteY985" fmla="*/ 161564 h 6858000"/>
              <a:gd name="connsiteX986" fmla="*/ 147005 w 7467600"/>
              <a:gd name="connsiteY986" fmla="*/ 0 h 6858000"/>
              <a:gd name="connsiteX987" fmla="*/ 272509 w 7467600"/>
              <a:gd name="connsiteY987" fmla="*/ 0 h 6858000"/>
              <a:gd name="connsiteX988" fmla="*/ 326276 w 7467600"/>
              <a:gd name="connsiteY988" fmla="*/ 45847 h 6858000"/>
              <a:gd name="connsiteX989" fmla="*/ 823759 w 7467600"/>
              <a:gd name="connsiteY989" fmla="*/ 574145 h 6858000"/>
              <a:gd name="connsiteX990" fmla="*/ 811254 w 7467600"/>
              <a:gd name="connsiteY990" fmla="*/ 665546 h 6858000"/>
              <a:gd name="connsiteX991" fmla="*/ 154042 w 7467600"/>
              <a:gd name="connsiteY991" fmla="*/ 261522 h 6858000"/>
              <a:gd name="connsiteX992" fmla="*/ 13550 w 7467600"/>
              <a:gd name="connsiteY992" fmla="*/ 158423 h 6858000"/>
              <a:gd name="connsiteX993" fmla="*/ 0 w 7467600"/>
              <a:gd name="connsiteY993" fmla="*/ 146618 h 6858000"/>
              <a:gd name="connsiteX994" fmla="*/ 0 w 7467600"/>
              <a:gd name="connsiteY994" fmla="*/ 59161 h 6858000"/>
              <a:gd name="connsiteX995" fmla="*/ 45427 w 7467600"/>
              <a:gd name="connsiteY995" fmla="*/ 101078 h 6858000"/>
              <a:gd name="connsiteX996" fmla="*/ 630103 w 7467600"/>
              <a:gd name="connsiteY996" fmla="*/ 485885 h 6858000"/>
              <a:gd name="connsiteX997" fmla="*/ 532040 w 7467600"/>
              <a:gd name="connsiteY997" fmla="*/ 399359 h 6858000"/>
              <a:gd name="connsiteX998" fmla="*/ 517618 w 7467600"/>
              <a:gd name="connsiteY998" fmla="*/ 385726 h 6858000"/>
              <a:gd name="connsiteX999" fmla="*/ 285074 w 7467600"/>
              <a:gd name="connsiteY999" fmla="*/ 182755 h 6858000"/>
              <a:gd name="connsiteX1000" fmla="*/ 43151 w 7467600"/>
              <a:gd name="connsiteY1000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368569 w 7467600"/>
              <a:gd name="connsiteY127" fmla="*/ 5270182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7467600 w 7467600"/>
              <a:gd name="connsiteY137" fmla="*/ 5241225 h 6858000"/>
              <a:gd name="connsiteX138" fmla="*/ 7467600 w 7467600"/>
              <a:gd name="connsiteY138" fmla="*/ 5277736 h 6858000"/>
              <a:gd name="connsiteX139" fmla="*/ 7327465 w 7467600"/>
              <a:gd name="connsiteY139" fmla="*/ 5174181 h 6858000"/>
              <a:gd name="connsiteX140" fmla="*/ 7353035 w 7467600"/>
              <a:gd name="connsiteY140" fmla="*/ 5197318 h 6858000"/>
              <a:gd name="connsiteX141" fmla="*/ 7467600 w 7467600"/>
              <a:gd name="connsiteY141" fmla="*/ 5297634 h 6858000"/>
              <a:gd name="connsiteX142" fmla="*/ 7467600 w 7467600"/>
              <a:gd name="connsiteY142" fmla="*/ 5361850 h 6858000"/>
              <a:gd name="connsiteX143" fmla="*/ 7368569 w 7467600"/>
              <a:gd name="connsiteY143" fmla="*/ 5270182 h 6858000"/>
              <a:gd name="connsiteX144" fmla="*/ 1903353 w 7467600"/>
              <a:gd name="connsiteY144" fmla="*/ 5044827 h 6858000"/>
              <a:gd name="connsiteX145" fmla="*/ 1936931 w 7467600"/>
              <a:gd name="connsiteY145" fmla="*/ 5093954 h 6858000"/>
              <a:gd name="connsiteX146" fmla="*/ 2195868 w 7467600"/>
              <a:gd name="connsiteY146" fmla="*/ 5396574 h 6858000"/>
              <a:gd name="connsiteX147" fmla="*/ 2088852 w 7467600"/>
              <a:gd name="connsiteY147" fmla="*/ 5166123 h 6858000"/>
              <a:gd name="connsiteX148" fmla="*/ 1958241 w 7467600"/>
              <a:gd name="connsiteY148" fmla="*/ 5067955 h 6858000"/>
              <a:gd name="connsiteX149" fmla="*/ 1903353 w 7467600"/>
              <a:gd name="connsiteY149" fmla="*/ 5044827 h 6858000"/>
              <a:gd name="connsiteX150" fmla="*/ 1979378 w 7467600"/>
              <a:gd name="connsiteY150" fmla="*/ 4769504 h 6858000"/>
              <a:gd name="connsiteX151" fmla="*/ 2882120 w 7467600"/>
              <a:gd name="connsiteY151" fmla="*/ 5064547 h 6858000"/>
              <a:gd name="connsiteX152" fmla="*/ 2793103 w 7467600"/>
              <a:gd name="connsiteY152" fmla="*/ 5039699 h 6858000"/>
              <a:gd name="connsiteX153" fmla="*/ 2770041 w 7467600"/>
              <a:gd name="connsiteY153" fmla="*/ 5033634 h 6858000"/>
              <a:gd name="connsiteX154" fmla="*/ 1979378 w 7467600"/>
              <a:gd name="connsiteY154" fmla="*/ 4769504 h 6858000"/>
              <a:gd name="connsiteX155" fmla="*/ 1927410 w 7467600"/>
              <a:gd name="connsiteY155" fmla="*/ 4716164 h 6858000"/>
              <a:gd name="connsiteX156" fmla="*/ 1959587 w 7467600"/>
              <a:gd name="connsiteY156" fmla="*/ 4728849 h 6858000"/>
              <a:gd name="connsiteX157" fmla="*/ 2777707 w 7467600"/>
              <a:gd name="connsiteY157" fmla="*/ 5003991 h 6858000"/>
              <a:gd name="connsiteX158" fmla="*/ 2800768 w 7467600"/>
              <a:gd name="connsiteY158" fmla="*/ 5010056 h 6858000"/>
              <a:gd name="connsiteX159" fmla="*/ 2879408 w 7467600"/>
              <a:gd name="connsiteY159" fmla="*/ 5031590 h 6858000"/>
              <a:gd name="connsiteX160" fmla="*/ 2862295 w 7467600"/>
              <a:gd name="connsiteY160" fmla="*/ 5022958 h 6858000"/>
              <a:gd name="connsiteX161" fmla="*/ 2813343 w 7467600"/>
              <a:gd name="connsiteY161" fmla="*/ 4998369 h 6858000"/>
              <a:gd name="connsiteX162" fmla="*/ 2646245 w 7467600"/>
              <a:gd name="connsiteY162" fmla="*/ 4930999 h 6858000"/>
              <a:gd name="connsiteX163" fmla="*/ 1999243 w 7467600"/>
              <a:gd name="connsiteY163" fmla="*/ 4730524 h 6858000"/>
              <a:gd name="connsiteX164" fmla="*/ 1979527 w 7467600"/>
              <a:gd name="connsiteY164" fmla="*/ 4726651 h 6858000"/>
              <a:gd name="connsiteX165" fmla="*/ 1927410 w 7467600"/>
              <a:gd name="connsiteY165" fmla="*/ 4716164 h 6858000"/>
              <a:gd name="connsiteX166" fmla="*/ 1997014 w 7467600"/>
              <a:gd name="connsiteY166" fmla="*/ 4698007 h 6858000"/>
              <a:gd name="connsiteX167" fmla="*/ 2005458 w 7467600"/>
              <a:gd name="connsiteY167" fmla="*/ 4699540 h 6858000"/>
              <a:gd name="connsiteX168" fmla="*/ 2657186 w 7467600"/>
              <a:gd name="connsiteY168" fmla="*/ 4901687 h 6858000"/>
              <a:gd name="connsiteX169" fmla="*/ 2826662 w 7467600"/>
              <a:gd name="connsiteY169" fmla="*/ 4970362 h 6858000"/>
              <a:gd name="connsiteX170" fmla="*/ 2876100 w 7467600"/>
              <a:gd name="connsiteY170" fmla="*/ 4995397 h 6858000"/>
              <a:gd name="connsiteX171" fmla="*/ 3042600 w 7467600"/>
              <a:gd name="connsiteY171" fmla="*/ 5059532 h 6858000"/>
              <a:gd name="connsiteX172" fmla="*/ 1997014 w 7467600"/>
              <a:gd name="connsiteY172" fmla="*/ 4698007 h 6858000"/>
              <a:gd name="connsiteX173" fmla="*/ 2305292 w 7467600"/>
              <a:gd name="connsiteY173" fmla="*/ 4219492 h 6858000"/>
              <a:gd name="connsiteX174" fmla="*/ 3360922 w 7467600"/>
              <a:gd name="connsiteY174" fmla="*/ 4529373 h 6858000"/>
              <a:gd name="connsiteX175" fmla="*/ 3492420 w 7467600"/>
              <a:gd name="connsiteY175" fmla="*/ 4510145 h 6858000"/>
              <a:gd name="connsiteX176" fmla="*/ 3364086 w 7467600"/>
              <a:gd name="connsiteY176" fmla="*/ 4480340 h 6858000"/>
              <a:gd name="connsiteX177" fmla="*/ 3225818 w 7467600"/>
              <a:gd name="connsiteY177" fmla="*/ 4411822 h 6858000"/>
              <a:gd name="connsiteX178" fmla="*/ 3129696 w 7467600"/>
              <a:gd name="connsiteY178" fmla="*/ 4360704 h 6858000"/>
              <a:gd name="connsiteX179" fmla="*/ 2814545 w 7467600"/>
              <a:gd name="connsiteY179" fmla="*/ 4282955 h 6858000"/>
              <a:gd name="connsiteX180" fmla="*/ 2305292 w 7467600"/>
              <a:gd name="connsiteY180" fmla="*/ 4219492 h 6858000"/>
              <a:gd name="connsiteX181" fmla="*/ 2626982 w 7467600"/>
              <a:gd name="connsiteY181" fmla="*/ 4206450 h 6858000"/>
              <a:gd name="connsiteX182" fmla="*/ 2490617 w 7467600"/>
              <a:gd name="connsiteY182" fmla="*/ 4206951 h 6858000"/>
              <a:gd name="connsiteX183" fmla="*/ 2819869 w 7467600"/>
              <a:gd name="connsiteY183" fmla="*/ 4252936 h 6858000"/>
              <a:gd name="connsiteX184" fmla="*/ 3143018 w 7467600"/>
              <a:gd name="connsiteY184" fmla="*/ 4332698 h 6858000"/>
              <a:gd name="connsiteX185" fmla="*/ 3241520 w 7467600"/>
              <a:gd name="connsiteY185" fmla="*/ 4385112 h 6858000"/>
              <a:gd name="connsiteX186" fmla="*/ 3374575 w 7467600"/>
              <a:gd name="connsiteY186" fmla="*/ 4451517 h 6858000"/>
              <a:gd name="connsiteX187" fmla="*/ 3505221 w 7467600"/>
              <a:gd name="connsiteY187" fmla="*/ 4480757 h 6858000"/>
              <a:gd name="connsiteX188" fmla="*/ 2626982 w 7467600"/>
              <a:gd name="connsiteY188" fmla="*/ 4206450 h 6858000"/>
              <a:gd name="connsiteX189" fmla="*/ 1310106 w 7467600"/>
              <a:gd name="connsiteY189" fmla="*/ 3943217 h 6858000"/>
              <a:gd name="connsiteX190" fmla="*/ 854994 w 7467600"/>
              <a:gd name="connsiteY190" fmla="*/ 4399136 h 6858000"/>
              <a:gd name="connsiteX191" fmla="*/ 742462 w 7467600"/>
              <a:gd name="connsiteY191" fmla="*/ 4594648 h 6858000"/>
              <a:gd name="connsiteX192" fmla="*/ 820602 w 7467600"/>
              <a:gd name="connsiteY192" fmla="*/ 4485915 h 6858000"/>
              <a:gd name="connsiteX193" fmla="*/ 878295 w 7467600"/>
              <a:gd name="connsiteY193" fmla="*/ 4403594 h 6858000"/>
              <a:gd name="connsiteX194" fmla="*/ 1240607 w 7467600"/>
              <a:gd name="connsiteY194" fmla="*/ 4010401 h 6858000"/>
              <a:gd name="connsiteX195" fmla="*/ 1310106 w 7467600"/>
              <a:gd name="connsiteY195" fmla="*/ 3943217 h 6858000"/>
              <a:gd name="connsiteX196" fmla="*/ 1423113 w 7467600"/>
              <a:gd name="connsiteY196" fmla="*/ 3874565 h 6858000"/>
              <a:gd name="connsiteX197" fmla="*/ 1260565 w 7467600"/>
              <a:gd name="connsiteY197" fmla="*/ 4031982 h 6858000"/>
              <a:gd name="connsiteX198" fmla="*/ 901900 w 7467600"/>
              <a:gd name="connsiteY198" fmla="*/ 4421236 h 6858000"/>
              <a:gd name="connsiteX199" fmla="*/ 845044 w 7467600"/>
              <a:gd name="connsiteY199" fmla="*/ 4502436 h 6858000"/>
              <a:gd name="connsiteX200" fmla="*/ 685926 w 7467600"/>
              <a:gd name="connsiteY200" fmla="*/ 4703069 h 6858000"/>
              <a:gd name="connsiteX201" fmla="*/ 684248 w 7467600"/>
              <a:gd name="connsiteY201" fmla="*/ 4706721 h 6858000"/>
              <a:gd name="connsiteX202" fmla="*/ 1423113 w 7467600"/>
              <a:gd name="connsiteY202" fmla="*/ 3874565 h 6858000"/>
              <a:gd name="connsiteX203" fmla="*/ 3316479 w 7467600"/>
              <a:gd name="connsiteY203" fmla="*/ 3872136 h 6858000"/>
              <a:gd name="connsiteX204" fmla="*/ 3546806 w 7467600"/>
              <a:gd name="connsiteY204" fmla="*/ 4356139 h 6858000"/>
              <a:gd name="connsiteX205" fmla="*/ 3364433 w 7467600"/>
              <a:gd name="connsiteY205" fmla="*/ 3953121 h 6858000"/>
              <a:gd name="connsiteX206" fmla="*/ 3316479 w 7467600"/>
              <a:gd name="connsiteY206" fmla="*/ 3872136 h 6858000"/>
              <a:gd name="connsiteX207" fmla="*/ 3291335 w 7467600"/>
              <a:gd name="connsiteY207" fmla="*/ 3767420 h 6858000"/>
              <a:gd name="connsiteX208" fmla="*/ 3390805 w 7467600"/>
              <a:gd name="connsiteY208" fmla="*/ 3937163 h 6858000"/>
              <a:gd name="connsiteX209" fmla="*/ 3579062 w 7467600"/>
              <a:gd name="connsiteY209" fmla="*/ 4359040 h 6858000"/>
              <a:gd name="connsiteX210" fmla="*/ 3467355 w 7467600"/>
              <a:gd name="connsiteY210" fmla="*/ 3988130 h 6858000"/>
              <a:gd name="connsiteX211" fmla="*/ 3310753 w 7467600"/>
              <a:gd name="connsiteY211" fmla="*/ 3787140 h 6858000"/>
              <a:gd name="connsiteX212" fmla="*/ 3291335 w 7467600"/>
              <a:gd name="connsiteY212" fmla="*/ 3767420 h 6858000"/>
              <a:gd name="connsiteX213" fmla="*/ 1635889 w 7467600"/>
              <a:gd name="connsiteY213" fmla="*/ 3709494 h 6858000"/>
              <a:gd name="connsiteX214" fmla="*/ 1634800 w 7467600"/>
              <a:gd name="connsiteY214" fmla="*/ 3731111 h 6858000"/>
              <a:gd name="connsiteX215" fmla="*/ 1635889 w 7467600"/>
              <a:gd name="connsiteY215" fmla="*/ 3709494 h 6858000"/>
              <a:gd name="connsiteX216" fmla="*/ 1510397 w 7467600"/>
              <a:gd name="connsiteY216" fmla="*/ 3684705 h 6858000"/>
              <a:gd name="connsiteX217" fmla="*/ 1146550 w 7467600"/>
              <a:gd name="connsiteY217" fmla="*/ 3802012 h 6858000"/>
              <a:gd name="connsiteX218" fmla="*/ 698834 w 7467600"/>
              <a:gd name="connsiteY218" fmla="*/ 3952272 h 6858000"/>
              <a:gd name="connsiteX219" fmla="*/ 34256 w 7467600"/>
              <a:gd name="connsiteY219" fmla="*/ 4347603 h 6858000"/>
              <a:gd name="connsiteX220" fmla="*/ 527241 w 7467600"/>
              <a:gd name="connsiteY220" fmla="*/ 4065078 h 6858000"/>
              <a:gd name="connsiteX221" fmla="*/ 1510397 w 7467600"/>
              <a:gd name="connsiteY221" fmla="*/ 3684705 h 6858000"/>
              <a:gd name="connsiteX222" fmla="*/ 1313114 w 7467600"/>
              <a:gd name="connsiteY222" fmla="*/ 3655216 h 6858000"/>
              <a:gd name="connsiteX223" fmla="*/ 1109304 w 7467600"/>
              <a:gd name="connsiteY223" fmla="*/ 3669030 h 6858000"/>
              <a:gd name="connsiteX224" fmla="*/ 8129 w 7467600"/>
              <a:gd name="connsiteY224" fmla="*/ 4330519 h 6858000"/>
              <a:gd name="connsiteX225" fmla="*/ 687572 w 7467600"/>
              <a:gd name="connsiteY225" fmla="*/ 3925629 h 6858000"/>
              <a:gd name="connsiteX226" fmla="*/ 1138365 w 7467600"/>
              <a:gd name="connsiteY226" fmla="*/ 3774515 h 6858000"/>
              <a:gd name="connsiteX227" fmla="*/ 1505579 w 7467600"/>
              <a:gd name="connsiteY227" fmla="*/ 3655526 h 6858000"/>
              <a:gd name="connsiteX228" fmla="*/ 1313114 w 7467600"/>
              <a:gd name="connsiteY228" fmla="*/ 3655216 h 6858000"/>
              <a:gd name="connsiteX229" fmla="*/ 3655073 w 7467600"/>
              <a:gd name="connsiteY229" fmla="*/ 3650884 h 6858000"/>
              <a:gd name="connsiteX230" fmla="*/ 3989938 w 7467600"/>
              <a:gd name="connsiteY230" fmla="*/ 3991685 h 6858000"/>
              <a:gd name="connsiteX231" fmla="*/ 4393907 w 7467600"/>
              <a:gd name="connsiteY231" fmla="*/ 4261258 h 6858000"/>
              <a:gd name="connsiteX232" fmla="*/ 4648051 w 7467600"/>
              <a:gd name="connsiteY232" fmla="*/ 4374051 h 6858000"/>
              <a:gd name="connsiteX233" fmla="*/ 4383389 w 7467600"/>
              <a:gd name="connsiteY233" fmla="*/ 4184369 h 6858000"/>
              <a:gd name="connsiteX234" fmla="*/ 4165508 w 7467600"/>
              <a:gd name="connsiteY234" fmla="*/ 4035196 h 6858000"/>
              <a:gd name="connsiteX235" fmla="*/ 4068162 w 7467600"/>
              <a:gd name="connsiteY235" fmla="*/ 3953394 h 6858000"/>
              <a:gd name="connsiteX236" fmla="*/ 3981416 w 7467600"/>
              <a:gd name="connsiteY236" fmla="*/ 3880482 h 6858000"/>
              <a:gd name="connsiteX237" fmla="*/ 3800147 w 7467600"/>
              <a:gd name="connsiteY237" fmla="*/ 3749872 h 6858000"/>
              <a:gd name="connsiteX238" fmla="*/ 3655073 w 7467600"/>
              <a:gd name="connsiteY238" fmla="*/ 3650884 h 6858000"/>
              <a:gd name="connsiteX239" fmla="*/ 3670252 w 7467600"/>
              <a:gd name="connsiteY239" fmla="*/ 3622798 h 6858000"/>
              <a:gd name="connsiteX240" fmla="*/ 3817258 w 7467600"/>
              <a:gd name="connsiteY240" fmla="*/ 3723577 h 6858000"/>
              <a:gd name="connsiteX241" fmla="*/ 4000461 w 7467600"/>
              <a:gd name="connsiteY241" fmla="*/ 3855966 h 6858000"/>
              <a:gd name="connsiteX242" fmla="*/ 4088180 w 7467600"/>
              <a:gd name="connsiteY242" fmla="*/ 3929774 h 6858000"/>
              <a:gd name="connsiteX243" fmla="*/ 4184555 w 7467600"/>
              <a:gd name="connsiteY243" fmla="*/ 4010683 h 6858000"/>
              <a:gd name="connsiteX244" fmla="*/ 4399563 w 7467600"/>
              <a:gd name="connsiteY244" fmla="*/ 4158106 h 6858000"/>
              <a:gd name="connsiteX245" fmla="*/ 4684469 w 7467600"/>
              <a:gd name="connsiteY245" fmla="*/ 4364680 h 6858000"/>
              <a:gd name="connsiteX246" fmla="*/ 4690271 w 7467600"/>
              <a:gd name="connsiteY246" fmla="*/ 4370034 h 6858000"/>
              <a:gd name="connsiteX247" fmla="*/ 4136093 w 7467600"/>
              <a:gd name="connsiteY247" fmla="*/ 3858466 h 6858000"/>
              <a:gd name="connsiteX248" fmla="*/ 3670252 w 7467600"/>
              <a:gd name="connsiteY248" fmla="*/ 3622798 h 6858000"/>
              <a:gd name="connsiteX249" fmla="*/ 4440129 w 7467600"/>
              <a:gd name="connsiteY249" fmla="*/ 3448571 h 6858000"/>
              <a:gd name="connsiteX250" fmla="*/ 4856525 w 7467600"/>
              <a:gd name="connsiteY250" fmla="*/ 3915351 h 6858000"/>
              <a:gd name="connsiteX251" fmla="*/ 5059055 w 7467600"/>
              <a:gd name="connsiteY251" fmla="*/ 4108918 h 6858000"/>
              <a:gd name="connsiteX252" fmla="*/ 5290070 w 7467600"/>
              <a:gd name="connsiteY252" fmla="*/ 4263619 h 6858000"/>
              <a:gd name="connsiteX253" fmla="*/ 4834991 w 7467600"/>
              <a:gd name="connsiteY253" fmla="*/ 3830985 h 6858000"/>
              <a:gd name="connsiteX254" fmla="*/ 4440129 w 7467600"/>
              <a:gd name="connsiteY254" fmla="*/ 3448571 h 6858000"/>
              <a:gd name="connsiteX255" fmla="*/ 4441737 w 7467600"/>
              <a:gd name="connsiteY255" fmla="*/ 3399734 h 6858000"/>
              <a:gd name="connsiteX256" fmla="*/ 4431236 w 7467600"/>
              <a:gd name="connsiteY256" fmla="*/ 3400954 h 6858000"/>
              <a:gd name="connsiteX257" fmla="*/ 4557150 w 7467600"/>
              <a:gd name="connsiteY257" fmla="*/ 3510023 h 6858000"/>
              <a:gd name="connsiteX258" fmla="*/ 4856936 w 7467600"/>
              <a:gd name="connsiteY258" fmla="*/ 3809146 h 6858000"/>
              <a:gd name="connsiteX259" fmla="*/ 5111996 w 7467600"/>
              <a:gd name="connsiteY259" fmla="*/ 4065759 h 6858000"/>
              <a:gd name="connsiteX260" fmla="*/ 5388878 w 7467600"/>
              <a:gd name="connsiteY260" fmla="*/ 4300185 h 6858000"/>
              <a:gd name="connsiteX261" fmla="*/ 5425556 w 7467600"/>
              <a:gd name="connsiteY261" fmla="*/ 4308967 h 6858000"/>
              <a:gd name="connsiteX262" fmla="*/ 4943646 w 7467600"/>
              <a:gd name="connsiteY262" fmla="*/ 3822916 h 6858000"/>
              <a:gd name="connsiteX263" fmla="*/ 4594837 w 7467600"/>
              <a:gd name="connsiteY263" fmla="*/ 3532274 h 6858000"/>
              <a:gd name="connsiteX264" fmla="*/ 4441737 w 7467600"/>
              <a:gd name="connsiteY264" fmla="*/ 3399734 h 6858000"/>
              <a:gd name="connsiteX265" fmla="*/ 5425834 w 7467600"/>
              <a:gd name="connsiteY265" fmla="*/ 3162785 h 6858000"/>
              <a:gd name="connsiteX266" fmla="*/ 5401644 w 7467600"/>
              <a:gd name="connsiteY266" fmla="*/ 3617847 h 6858000"/>
              <a:gd name="connsiteX267" fmla="*/ 5467256 w 7467600"/>
              <a:gd name="connsiteY267" fmla="*/ 4175494 h 6858000"/>
              <a:gd name="connsiteX268" fmla="*/ 5448069 w 7467600"/>
              <a:gd name="connsiteY268" fmla="*/ 3567554 h 6858000"/>
              <a:gd name="connsiteX269" fmla="*/ 5425834 w 7467600"/>
              <a:gd name="connsiteY269" fmla="*/ 3162785 h 6858000"/>
              <a:gd name="connsiteX270" fmla="*/ 1318687 w 7467600"/>
              <a:gd name="connsiteY270" fmla="*/ 3113840 h 6858000"/>
              <a:gd name="connsiteX271" fmla="*/ 1066793 w 7467600"/>
              <a:gd name="connsiteY271" fmla="*/ 3212171 h 6858000"/>
              <a:gd name="connsiteX272" fmla="*/ 993319 w 7467600"/>
              <a:gd name="connsiteY272" fmla="*/ 3247648 h 6858000"/>
              <a:gd name="connsiteX273" fmla="*/ 853081 w 7467600"/>
              <a:gd name="connsiteY273" fmla="*/ 3312410 h 6858000"/>
              <a:gd name="connsiteX274" fmla="*/ 805957 w 7467600"/>
              <a:gd name="connsiteY274" fmla="*/ 3330443 h 6858000"/>
              <a:gd name="connsiteX275" fmla="*/ 1318687 w 7467600"/>
              <a:gd name="connsiteY275" fmla="*/ 3113840 h 6858000"/>
              <a:gd name="connsiteX276" fmla="*/ 5453702 w 7467600"/>
              <a:gd name="connsiteY276" fmla="*/ 3090882 h 6858000"/>
              <a:gd name="connsiteX277" fmla="*/ 5480135 w 7467600"/>
              <a:gd name="connsiteY277" fmla="*/ 3565802 h 6858000"/>
              <a:gd name="connsiteX278" fmla="*/ 5499023 w 7467600"/>
              <a:gd name="connsiteY278" fmla="*/ 4166310 h 6858000"/>
              <a:gd name="connsiteX279" fmla="*/ 5547022 w 7467600"/>
              <a:gd name="connsiteY279" fmla="*/ 3607838 h 6858000"/>
              <a:gd name="connsiteX280" fmla="*/ 5515964 w 7467600"/>
              <a:gd name="connsiteY280" fmla="*/ 3378541 h 6858000"/>
              <a:gd name="connsiteX281" fmla="*/ 5453702 w 7467600"/>
              <a:gd name="connsiteY281" fmla="*/ 3090882 h 6858000"/>
              <a:gd name="connsiteX282" fmla="*/ 1238695 w 7467600"/>
              <a:gd name="connsiteY282" fmla="*/ 3076820 h 6858000"/>
              <a:gd name="connsiteX283" fmla="*/ 716371 w 7467600"/>
              <a:gd name="connsiteY283" fmla="*/ 3293249 h 6858000"/>
              <a:gd name="connsiteX284" fmla="*/ 579522 w 7467600"/>
              <a:gd name="connsiteY284" fmla="*/ 3371759 h 6858000"/>
              <a:gd name="connsiteX285" fmla="*/ 600288 w 7467600"/>
              <a:gd name="connsiteY285" fmla="*/ 3365555 h 6858000"/>
              <a:gd name="connsiteX286" fmla="*/ 840692 w 7467600"/>
              <a:gd name="connsiteY286" fmla="*/ 3284921 h 6858000"/>
              <a:gd name="connsiteX287" fmla="*/ 979248 w 7467600"/>
              <a:gd name="connsiteY287" fmla="*/ 3221003 h 6858000"/>
              <a:gd name="connsiteX288" fmla="*/ 1053282 w 7467600"/>
              <a:gd name="connsiteY288" fmla="*/ 3185247 h 6858000"/>
              <a:gd name="connsiteX289" fmla="*/ 1320603 w 7467600"/>
              <a:gd name="connsiteY289" fmla="*/ 3081281 h 6858000"/>
              <a:gd name="connsiteX290" fmla="*/ 1238695 w 7467600"/>
              <a:gd name="connsiteY290" fmla="*/ 3076820 h 6858000"/>
              <a:gd name="connsiteX291" fmla="*/ 5425627 w 7467600"/>
              <a:gd name="connsiteY291" fmla="*/ 2954192 h 6858000"/>
              <a:gd name="connsiteX292" fmla="*/ 5470770 w 7467600"/>
              <a:gd name="connsiteY292" fmla="*/ 3005435 h 6858000"/>
              <a:gd name="connsiteX293" fmla="*/ 5519779 w 7467600"/>
              <a:gd name="connsiteY293" fmla="*/ 4359223 h 6858000"/>
              <a:gd name="connsiteX294" fmla="*/ 5520293 w 7467600"/>
              <a:gd name="connsiteY294" fmla="*/ 4360602 h 6858000"/>
              <a:gd name="connsiteX295" fmla="*/ 5767221 w 7467600"/>
              <a:gd name="connsiteY295" fmla="*/ 4665564 h 6858000"/>
              <a:gd name="connsiteX296" fmla="*/ 6937169 w 7467600"/>
              <a:gd name="connsiteY296" fmla="*/ 4815941 h 6858000"/>
              <a:gd name="connsiteX297" fmla="*/ 6953922 w 7467600"/>
              <a:gd name="connsiteY297" fmla="*/ 4890068 h 6858000"/>
              <a:gd name="connsiteX298" fmla="*/ 6071359 w 7467600"/>
              <a:gd name="connsiteY298" fmla="*/ 4770770 h 6858000"/>
              <a:gd name="connsiteX299" fmla="*/ 6038839 w 7467600"/>
              <a:gd name="connsiteY299" fmla="*/ 4764474 h 6858000"/>
              <a:gd name="connsiteX300" fmla="*/ 6038706 w 7467600"/>
              <a:gd name="connsiteY300" fmla="*/ 4763847 h 6858000"/>
              <a:gd name="connsiteX301" fmla="*/ 6037784 w 7467600"/>
              <a:gd name="connsiteY301" fmla="*/ 4764270 h 6858000"/>
              <a:gd name="connsiteX302" fmla="*/ 6038839 w 7467600"/>
              <a:gd name="connsiteY302" fmla="*/ 4764474 h 6858000"/>
              <a:gd name="connsiteX303" fmla="*/ 6040338 w 7467600"/>
              <a:gd name="connsiteY303" fmla="*/ 4771418 h 6858000"/>
              <a:gd name="connsiteX304" fmla="*/ 6024488 w 7467600"/>
              <a:gd name="connsiteY304" fmla="*/ 4809903 h 6858000"/>
              <a:gd name="connsiteX305" fmla="*/ 5599771 w 7467600"/>
              <a:gd name="connsiteY305" fmla="*/ 5509652 h 6858000"/>
              <a:gd name="connsiteX306" fmla="*/ 5548843 w 7467600"/>
              <a:gd name="connsiteY306" fmla="*/ 5563845 h 6858000"/>
              <a:gd name="connsiteX307" fmla="*/ 5940952 w 7467600"/>
              <a:gd name="connsiteY307" fmla="*/ 6250028 h 6858000"/>
              <a:gd name="connsiteX308" fmla="*/ 6043441 w 7467600"/>
              <a:gd name="connsiteY308" fmla="*/ 6665847 h 6858000"/>
              <a:gd name="connsiteX309" fmla="*/ 6093432 w 7467600"/>
              <a:gd name="connsiteY309" fmla="*/ 6858000 h 6858000"/>
              <a:gd name="connsiteX310" fmla="*/ 6034344 w 7467600"/>
              <a:gd name="connsiteY310" fmla="*/ 6858000 h 6858000"/>
              <a:gd name="connsiteX311" fmla="*/ 6026679 w 7467600"/>
              <a:gd name="connsiteY311" fmla="*/ 6836959 h 6858000"/>
              <a:gd name="connsiteX312" fmla="*/ 5800441 w 7467600"/>
              <a:gd name="connsiteY312" fmla="*/ 6335286 h 6858000"/>
              <a:gd name="connsiteX313" fmla="*/ 5526562 w 7467600"/>
              <a:gd name="connsiteY313" fmla="*/ 5705388 h 6858000"/>
              <a:gd name="connsiteX314" fmla="*/ 5519640 w 7467600"/>
              <a:gd name="connsiteY314" fmla="*/ 5683774 h 6858000"/>
              <a:gd name="connsiteX315" fmla="*/ 5844559 w 7467600"/>
              <a:gd name="connsiteY315" fmla="*/ 6553349 h 6858000"/>
              <a:gd name="connsiteX316" fmla="*/ 5975994 w 7467600"/>
              <a:gd name="connsiteY316" fmla="*/ 6858000 h 6858000"/>
              <a:gd name="connsiteX317" fmla="*/ 5898547 w 7467600"/>
              <a:gd name="connsiteY317" fmla="*/ 6858000 h 6858000"/>
              <a:gd name="connsiteX318" fmla="*/ 5682041 w 7467600"/>
              <a:gd name="connsiteY318" fmla="*/ 6355860 h 6858000"/>
              <a:gd name="connsiteX319" fmla="*/ 5461758 w 7467600"/>
              <a:gd name="connsiteY319" fmla="*/ 5820220 h 6858000"/>
              <a:gd name="connsiteX320" fmla="*/ 5237282 w 7467600"/>
              <a:gd name="connsiteY320" fmla="*/ 6579086 h 6858000"/>
              <a:gd name="connsiteX321" fmla="*/ 5115009 w 7467600"/>
              <a:gd name="connsiteY321" fmla="*/ 6858000 h 6858000"/>
              <a:gd name="connsiteX322" fmla="*/ 5028074 w 7467600"/>
              <a:gd name="connsiteY322" fmla="*/ 6858000 h 6858000"/>
              <a:gd name="connsiteX323" fmla="*/ 5079508 w 7467600"/>
              <a:gd name="connsiteY323" fmla="*/ 6749074 h 6858000"/>
              <a:gd name="connsiteX324" fmla="*/ 5371846 w 7467600"/>
              <a:gd name="connsiteY324" fmla="*/ 5924413 h 6858000"/>
              <a:gd name="connsiteX325" fmla="*/ 5270512 w 7467600"/>
              <a:gd name="connsiteY325" fmla="*/ 6138975 h 6858000"/>
              <a:gd name="connsiteX326" fmla="*/ 5062409 w 7467600"/>
              <a:gd name="connsiteY326" fmla="*/ 6653544 h 6858000"/>
              <a:gd name="connsiteX327" fmla="*/ 5036628 w 7467600"/>
              <a:gd name="connsiteY327" fmla="*/ 6754247 h 6858000"/>
              <a:gd name="connsiteX328" fmla="*/ 5009112 w 7467600"/>
              <a:gd name="connsiteY328" fmla="*/ 6858000 h 6858000"/>
              <a:gd name="connsiteX329" fmla="*/ 4976679 w 7467600"/>
              <a:gd name="connsiteY329" fmla="*/ 6858000 h 6858000"/>
              <a:gd name="connsiteX330" fmla="*/ 5006537 w 7467600"/>
              <a:gd name="connsiteY330" fmla="*/ 6747068 h 6858000"/>
              <a:gd name="connsiteX331" fmla="*/ 5032723 w 7467600"/>
              <a:gd name="connsiteY331" fmla="*/ 6644957 h 6858000"/>
              <a:gd name="connsiteX332" fmla="*/ 5242949 w 7467600"/>
              <a:gd name="connsiteY332" fmla="*/ 6125175 h 6858000"/>
              <a:gd name="connsiteX333" fmla="*/ 5286321 w 7467600"/>
              <a:gd name="connsiteY333" fmla="*/ 6033555 h 6858000"/>
              <a:gd name="connsiteX334" fmla="*/ 5008210 w 7467600"/>
              <a:gd name="connsiteY334" fmla="*/ 6649194 h 6858000"/>
              <a:gd name="connsiteX335" fmla="*/ 4986321 w 7467600"/>
              <a:gd name="connsiteY335" fmla="*/ 6765687 h 6858000"/>
              <a:gd name="connsiteX336" fmla="*/ 4973474 w 7467600"/>
              <a:gd name="connsiteY336" fmla="*/ 6858000 h 6858000"/>
              <a:gd name="connsiteX337" fmla="*/ 4907178 w 7467600"/>
              <a:gd name="connsiteY337" fmla="*/ 6858000 h 6858000"/>
              <a:gd name="connsiteX338" fmla="*/ 4910810 w 7467600"/>
              <a:gd name="connsiteY338" fmla="*/ 6829660 h 6858000"/>
              <a:gd name="connsiteX339" fmla="*/ 4987461 w 7467600"/>
              <a:gd name="connsiteY339" fmla="*/ 6432994 h 6858000"/>
              <a:gd name="connsiteX340" fmla="*/ 5179262 w 7467600"/>
              <a:gd name="connsiteY340" fmla="*/ 6035044 h 6858000"/>
              <a:gd name="connsiteX341" fmla="*/ 4689678 w 7467600"/>
              <a:gd name="connsiteY341" fmla="*/ 6440241 h 6858000"/>
              <a:gd name="connsiteX342" fmla="*/ 4477543 w 7467600"/>
              <a:gd name="connsiteY342" fmla="*/ 6674836 h 6858000"/>
              <a:gd name="connsiteX343" fmla="*/ 4329957 w 7467600"/>
              <a:gd name="connsiteY343" fmla="*/ 6858000 h 6858000"/>
              <a:gd name="connsiteX344" fmla="*/ 4218595 w 7467600"/>
              <a:gd name="connsiteY344" fmla="*/ 6858000 h 6858000"/>
              <a:gd name="connsiteX345" fmla="*/ 4368888 w 7467600"/>
              <a:gd name="connsiteY345" fmla="*/ 6668412 h 6858000"/>
              <a:gd name="connsiteX346" fmla="*/ 4563091 w 7467600"/>
              <a:gd name="connsiteY346" fmla="*/ 6442508 h 6858000"/>
              <a:gd name="connsiteX347" fmla="*/ 5387324 w 7467600"/>
              <a:gd name="connsiteY347" fmla="*/ 5705830 h 6858000"/>
              <a:gd name="connsiteX348" fmla="*/ 5073620 w 7467600"/>
              <a:gd name="connsiteY348" fmla="*/ 5955437 h 6858000"/>
              <a:gd name="connsiteX349" fmla="*/ 4689789 w 7467600"/>
              <a:gd name="connsiteY349" fmla="*/ 6268382 h 6858000"/>
              <a:gd name="connsiteX350" fmla="*/ 4418722 w 7467600"/>
              <a:gd name="connsiteY350" fmla="*/ 6570886 h 6858000"/>
              <a:gd name="connsiteX351" fmla="*/ 4214944 w 7467600"/>
              <a:gd name="connsiteY351" fmla="*/ 6858000 h 6858000"/>
              <a:gd name="connsiteX352" fmla="*/ 4177898 w 7467600"/>
              <a:gd name="connsiteY352" fmla="*/ 6858000 h 6858000"/>
              <a:gd name="connsiteX353" fmla="*/ 4391597 w 7467600"/>
              <a:gd name="connsiteY353" fmla="*/ 6556370 h 6858000"/>
              <a:gd name="connsiteX354" fmla="*/ 4668889 w 7467600"/>
              <a:gd name="connsiteY354" fmla="*/ 6246399 h 6858000"/>
              <a:gd name="connsiteX355" fmla="*/ 5055427 w 7467600"/>
              <a:gd name="connsiteY355" fmla="*/ 5931476 h 6858000"/>
              <a:gd name="connsiteX356" fmla="*/ 5371814 w 7467600"/>
              <a:gd name="connsiteY356" fmla="*/ 5678975 h 6858000"/>
              <a:gd name="connsiteX357" fmla="*/ 4987918 w 7467600"/>
              <a:gd name="connsiteY357" fmla="*/ 5838701 h 6858000"/>
              <a:gd name="connsiteX358" fmla="*/ 4317146 w 7467600"/>
              <a:gd name="connsiteY358" fmla="*/ 6587716 h 6858000"/>
              <a:gd name="connsiteX359" fmla="*/ 4171627 w 7467600"/>
              <a:gd name="connsiteY359" fmla="*/ 6858000 h 6858000"/>
              <a:gd name="connsiteX360" fmla="*/ 4081585 w 7467600"/>
              <a:gd name="connsiteY360" fmla="*/ 6858000 h 6858000"/>
              <a:gd name="connsiteX361" fmla="*/ 4238603 w 7467600"/>
              <a:gd name="connsiteY361" fmla="*/ 6559341 h 6858000"/>
              <a:gd name="connsiteX362" fmla="*/ 4778333 w 7467600"/>
              <a:gd name="connsiteY362" fmla="*/ 5873626 h 6858000"/>
              <a:gd name="connsiteX363" fmla="*/ 5414185 w 7467600"/>
              <a:gd name="connsiteY363" fmla="*/ 5573882 h 6858000"/>
              <a:gd name="connsiteX364" fmla="*/ 5959648 w 7467600"/>
              <a:gd name="connsiteY364" fmla="*/ 4760797 h 6858000"/>
              <a:gd name="connsiteX365" fmla="*/ 5355019 w 7467600"/>
              <a:gd name="connsiteY365" fmla="*/ 4734672 h 6858000"/>
              <a:gd name="connsiteX366" fmla="*/ 5083565 w 7467600"/>
              <a:gd name="connsiteY366" fmla="*/ 5179121 h 6858000"/>
              <a:gd name="connsiteX367" fmla="*/ 4713577 w 7467600"/>
              <a:gd name="connsiteY367" fmla="*/ 5616803 h 6858000"/>
              <a:gd name="connsiteX368" fmla="*/ 3989559 w 7467600"/>
              <a:gd name="connsiteY368" fmla="*/ 6145945 h 6858000"/>
              <a:gd name="connsiteX369" fmla="*/ 3939824 w 7467600"/>
              <a:gd name="connsiteY369" fmla="*/ 6066900 h 6858000"/>
              <a:gd name="connsiteX370" fmla="*/ 4584537 w 7467600"/>
              <a:gd name="connsiteY370" fmla="*/ 5324826 h 6858000"/>
              <a:gd name="connsiteX371" fmla="*/ 5037105 w 7467600"/>
              <a:gd name="connsiteY371" fmla="*/ 5088765 h 6858000"/>
              <a:gd name="connsiteX372" fmla="*/ 5039930 w 7467600"/>
              <a:gd name="connsiteY372" fmla="*/ 5089585 h 6858000"/>
              <a:gd name="connsiteX373" fmla="*/ 5263764 w 7467600"/>
              <a:gd name="connsiteY373" fmla="*/ 4735525 h 6858000"/>
              <a:gd name="connsiteX374" fmla="*/ 4086300 w 7467600"/>
              <a:gd name="connsiteY374" fmla="*/ 4884599 h 6858000"/>
              <a:gd name="connsiteX375" fmla="*/ 4085485 w 7467600"/>
              <a:gd name="connsiteY375" fmla="*/ 4899070 h 6858000"/>
              <a:gd name="connsiteX376" fmla="*/ 3871915 w 7467600"/>
              <a:gd name="connsiteY376" fmla="*/ 5253645 h 6858000"/>
              <a:gd name="connsiteX377" fmla="*/ 3799374 w 7467600"/>
              <a:gd name="connsiteY377" fmla="*/ 5466127 h 6858000"/>
              <a:gd name="connsiteX378" fmla="*/ 3498850 w 7467600"/>
              <a:gd name="connsiteY378" fmla="*/ 6661888 h 6858000"/>
              <a:gd name="connsiteX379" fmla="*/ 3399216 w 7467600"/>
              <a:gd name="connsiteY379" fmla="*/ 6858000 h 6858000"/>
              <a:gd name="connsiteX380" fmla="*/ 3303688 w 7467600"/>
              <a:gd name="connsiteY380" fmla="*/ 6858000 h 6858000"/>
              <a:gd name="connsiteX381" fmla="*/ 3391774 w 7467600"/>
              <a:gd name="connsiteY381" fmla="*/ 6697181 h 6858000"/>
              <a:gd name="connsiteX382" fmla="*/ 3735540 w 7467600"/>
              <a:gd name="connsiteY382" fmla="*/ 5546923 h 6858000"/>
              <a:gd name="connsiteX383" fmla="*/ 3729438 w 7467600"/>
              <a:gd name="connsiteY383" fmla="*/ 5569058 h 6858000"/>
              <a:gd name="connsiteX384" fmla="*/ 3707782 w 7467600"/>
              <a:gd name="connsiteY384" fmla="*/ 5644908 h 6858000"/>
              <a:gd name="connsiteX385" fmla="*/ 3583827 w 7467600"/>
              <a:gd name="connsiteY385" fmla="*/ 6039215 h 6858000"/>
              <a:gd name="connsiteX386" fmla="*/ 3547861 w 7467600"/>
              <a:gd name="connsiteY386" fmla="*/ 6129609 h 6858000"/>
              <a:gd name="connsiteX387" fmla="*/ 3490905 w 7467600"/>
              <a:gd name="connsiteY387" fmla="*/ 6277660 h 6858000"/>
              <a:gd name="connsiteX388" fmla="*/ 3455859 w 7467600"/>
              <a:gd name="connsiteY388" fmla="*/ 6391301 h 6858000"/>
              <a:gd name="connsiteX389" fmla="*/ 3429112 w 7467600"/>
              <a:gd name="connsiteY389" fmla="*/ 6479469 h 6858000"/>
              <a:gd name="connsiteX390" fmla="*/ 3304862 w 7467600"/>
              <a:gd name="connsiteY390" fmla="*/ 6796476 h 6858000"/>
              <a:gd name="connsiteX391" fmla="*/ 3276071 w 7467600"/>
              <a:gd name="connsiteY391" fmla="*/ 6858000 h 6858000"/>
              <a:gd name="connsiteX392" fmla="*/ 3240805 w 7467600"/>
              <a:gd name="connsiteY392" fmla="*/ 6858000 h 6858000"/>
              <a:gd name="connsiteX393" fmla="*/ 3275917 w 7467600"/>
              <a:gd name="connsiteY393" fmla="*/ 6783192 h 6858000"/>
              <a:gd name="connsiteX394" fmla="*/ 3399358 w 7467600"/>
              <a:gd name="connsiteY394" fmla="*/ 6469011 h 6858000"/>
              <a:gd name="connsiteX395" fmla="*/ 3425650 w 7467600"/>
              <a:gd name="connsiteY395" fmla="*/ 6381333 h 6858000"/>
              <a:gd name="connsiteX396" fmla="*/ 3460661 w 7467600"/>
              <a:gd name="connsiteY396" fmla="*/ 6266763 h 6858000"/>
              <a:gd name="connsiteX397" fmla="*/ 3518021 w 7467600"/>
              <a:gd name="connsiteY397" fmla="*/ 6117298 h 6858000"/>
              <a:gd name="connsiteX398" fmla="*/ 3554035 w 7467600"/>
              <a:gd name="connsiteY398" fmla="*/ 6027832 h 6858000"/>
              <a:gd name="connsiteX399" fmla="*/ 3677174 w 7467600"/>
              <a:gd name="connsiteY399" fmla="*/ 5636351 h 6858000"/>
              <a:gd name="connsiteX400" fmla="*/ 3698819 w 7467600"/>
              <a:gd name="connsiteY400" fmla="*/ 5560503 h 6858000"/>
              <a:gd name="connsiteX401" fmla="*/ 3702094 w 7467600"/>
              <a:gd name="connsiteY401" fmla="*/ 5549194 h 6858000"/>
              <a:gd name="connsiteX402" fmla="*/ 3398355 w 7467600"/>
              <a:gd name="connsiteY402" fmla="*/ 6094603 h 6858000"/>
              <a:gd name="connsiteX403" fmla="*/ 3193941 w 7467600"/>
              <a:gd name="connsiteY403" fmla="*/ 6798775 h 6858000"/>
              <a:gd name="connsiteX404" fmla="*/ 3184140 w 7467600"/>
              <a:gd name="connsiteY404" fmla="*/ 6858000 h 6858000"/>
              <a:gd name="connsiteX405" fmla="*/ 3099978 w 7467600"/>
              <a:gd name="connsiteY405" fmla="*/ 6858000 h 6858000"/>
              <a:gd name="connsiteX406" fmla="*/ 3101556 w 7467600"/>
              <a:gd name="connsiteY406" fmla="*/ 6843337 h 6858000"/>
              <a:gd name="connsiteX407" fmla="*/ 3370162 w 7467600"/>
              <a:gd name="connsiteY407" fmla="*/ 5785550 h 6858000"/>
              <a:gd name="connsiteX408" fmla="*/ 3746477 w 7467600"/>
              <a:gd name="connsiteY408" fmla="*/ 5377889 h 6858000"/>
              <a:gd name="connsiteX409" fmla="*/ 3863399 w 7467600"/>
              <a:gd name="connsiteY409" fmla="*/ 5087257 h 6858000"/>
              <a:gd name="connsiteX410" fmla="*/ 3968712 w 7467600"/>
              <a:gd name="connsiteY410" fmla="*/ 4913989 h 6858000"/>
              <a:gd name="connsiteX411" fmla="*/ 2792390 w 7467600"/>
              <a:gd name="connsiteY411" fmla="*/ 5382974 h 6858000"/>
              <a:gd name="connsiteX412" fmla="*/ 2714982 w 7467600"/>
              <a:gd name="connsiteY412" fmla="*/ 5427051 h 6858000"/>
              <a:gd name="connsiteX413" fmla="*/ 2813361 w 7467600"/>
              <a:gd name="connsiteY413" fmla="*/ 6023912 h 6858000"/>
              <a:gd name="connsiteX414" fmla="*/ 2688430 w 7467600"/>
              <a:gd name="connsiteY414" fmla="*/ 6801564 h 6858000"/>
              <a:gd name="connsiteX415" fmla="*/ 2629626 w 7467600"/>
              <a:gd name="connsiteY415" fmla="*/ 6763394 h 6858000"/>
              <a:gd name="connsiteX416" fmla="*/ 2565328 w 7467600"/>
              <a:gd name="connsiteY416" fmla="*/ 5516399 h 6858000"/>
              <a:gd name="connsiteX417" fmla="*/ 1922999 w 7467600"/>
              <a:gd name="connsiteY417" fmla="*/ 5980343 h 6858000"/>
              <a:gd name="connsiteX418" fmla="*/ 1950261 w 7467600"/>
              <a:gd name="connsiteY418" fmla="*/ 6405858 h 6858000"/>
              <a:gd name="connsiteX419" fmla="*/ 2365554 w 7467600"/>
              <a:gd name="connsiteY419" fmla="*/ 6759107 h 6858000"/>
              <a:gd name="connsiteX420" fmla="*/ 2424142 w 7467600"/>
              <a:gd name="connsiteY420" fmla="*/ 6858000 h 6858000"/>
              <a:gd name="connsiteX421" fmla="*/ 2395994 w 7467600"/>
              <a:gd name="connsiteY421" fmla="*/ 6858000 h 6858000"/>
              <a:gd name="connsiteX422" fmla="*/ 2392863 w 7467600"/>
              <a:gd name="connsiteY422" fmla="*/ 6852964 h 6858000"/>
              <a:gd name="connsiteX423" fmla="*/ 2017589 w 7467600"/>
              <a:gd name="connsiteY423" fmla="*/ 6493982 h 6858000"/>
              <a:gd name="connsiteX424" fmla="*/ 2147336 w 7467600"/>
              <a:gd name="connsiteY424" fmla="*/ 6594052 h 6858000"/>
              <a:gd name="connsiteX425" fmla="*/ 2207047 w 7467600"/>
              <a:gd name="connsiteY425" fmla="*/ 6654540 h 6858000"/>
              <a:gd name="connsiteX426" fmla="*/ 2299106 w 7467600"/>
              <a:gd name="connsiteY426" fmla="*/ 6778931 h 6858000"/>
              <a:gd name="connsiteX427" fmla="*/ 2314430 w 7467600"/>
              <a:gd name="connsiteY427" fmla="*/ 6801144 h 6858000"/>
              <a:gd name="connsiteX428" fmla="*/ 2352406 w 7467600"/>
              <a:gd name="connsiteY428" fmla="*/ 6858000 h 6858000"/>
              <a:gd name="connsiteX429" fmla="*/ 2314492 w 7467600"/>
              <a:gd name="connsiteY429" fmla="*/ 6858000 h 6858000"/>
              <a:gd name="connsiteX430" fmla="*/ 2288095 w 7467600"/>
              <a:gd name="connsiteY430" fmla="*/ 6818030 h 6858000"/>
              <a:gd name="connsiteX431" fmla="*/ 2272768 w 7467600"/>
              <a:gd name="connsiteY431" fmla="*/ 6795822 h 6858000"/>
              <a:gd name="connsiteX432" fmla="*/ 2182715 w 7467600"/>
              <a:gd name="connsiteY432" fmla="*/ 6675071 h 6858000"/>
              <a:gd name="connsiteX433" fmla="*/ 2032061 w 7467600"/>
              <a:gd name="connsiteY433" fmla="*/ 6541380 h 6858000"/>
              <a:gd name="connsiteX434" fmla="*/ 2257220 w 7467600"/>
              <a:gd name="connsiteY434" fmla="*/ 6826257 h 6858000"/>
              <a:gd name="connsiteX435" fmla="*/ 2281324 w 7467600"/>
              <a:gd name="connsiteY435" fmla="*/ 6858000 h 6858000"/>
              <a:gd name="connsiteX436" fmla="*/ 2242860 w 7467600"/>
              <a:gd name="connsiteY436" fmla="*/ 6858000 h 6858000"/>
              <a:gd name="connsiteX437" fmla="*/ 2232818 w 7467600"/>
              <a:gd name="connsiteY437" fmla="*/ 6844926 h 6858000"/>
              <a:gd name="connsiteX438" fmla="*/ 1990172 w 7467600"/>
              <a:gd name="connsiteY438" fmla="*/ 6542121 h 6858000"/>
              <a:gd name="connsiteX439" fmla="*/ 2124090 w 7467600"/>
              <a:gd name="connsiteY439" fmla="*/ 6761017 h 6858000"/>
              <a:gd name="connsiteX440" fmla="*/ 2200380 w 7467600"/>
              <a:gd name="connsiteY440" fmla="*/ 6858000 h 6858000"/>
              <a:gd name="connsiteX441" fmla="*/ 2147507 w 7467600"/>
              <a:gd name="connsiteY441" fmla="*/ 6858000 h 6858000"/>
              <a:gd name="connsiteX442" fmla="*/ 2070668 w 7467600"/>
              <a:gd name="connsiteY442" fmla="*/ 6761520 h 6858000"/>
              <a:gd name="connsiteX443" fmla="*/ 1975142 w 7467600"/>
              <a:gd name="connsiteY443" fmla="*/ 6585570 h 6858000"/>
              <a:gd name="connsiteX444" fmla="*/ 2050035 w 7467600"/>
              <a:gd name="connsiteY444" fmla="*/ 6813345 h 6858000"/>
              <a:gd name="connsiteX445" fmla="*/ 2063025 w 7467600"/>
              <a:gd name="connsiteY445" fmla="*/ 6858000 h 6858000"/>
              <a:gd name="connsiteX446" fmla="*/ 2021675 w 7467600"/>
              <a:gd name="connsiteY446" fmla="*/ 6858000 h 6858000"/>
              <a:gd name="connsiteX447" fmla="*/ 2019308 w 7467600"/>
              <a:gd name="connsiteY447" fmla="*/ 6847118 h 6858000"/>
              <a:gd name="connsiteX448" fmla="*/ 1938835 w 7467600"/>
              <a:gd name="connsiteY448" fmla="*/ 6551160 h 6858000"/>
              <a:gd name="connsiteX449" fmla="*/ 1953230 w 7467600"/>
              <a:gd name="connsiteY449" fmla="*/ 6759699 h 6858000"/>
              <a:gd name="connsiteX450" fmla="*/ 1956763 w 7467600"/>
              <a:gd name="connsiteY450" fmla="*/ 6778191 h 6858000"/>
              <a:gd name="connsiteX451" fmla="*/ 1967925 w 7467600"/>
              <a:gd name="connsiteY451" fmla="*/ 6858000 h 6858000"/>
              <a:gd name="connsiteX452" fmla="*/ 1936622 w 7467600"/>
              <a:gd name="connsiteY452" fmla="*/ 6858000 h 6858000"/>
              <a:gd name="connsiteX453" fmla="*/ 1926261 w 7467600"/>
              <a:gd name="connsiteY453" fmla="*/ 6784064 h 6858000"/>
              <a:gd name="connsiteX454" fmla="*/ 1922724 w 7467600"/>
              <a:gd name="connsiteY454" fmla="*/ 6765577 h 6858000"/>
              <a:gd name="connsiteX455" fmla="*/ 1904650 w 7467600"/>
              <a:gd name="connsiteY455" fmla="*/ 6639616 h 6858000"/>
              <a:gd name="connsiteX456" fmla="*/ 1885273 w 7467600"/>
              <a:gd name="connsiteY456" fmla="*/ 6858000 h 6858000"/>
              <a:gd name="connsiteX457" fmla="*/ 1854363 w 7467600"/>
              <a:gd name="connsiteY457" fmla="*/ 6858000 h 6858000"/>
              <a:gd name="connsiteX458" fmla="*/ 1880391 w 7467600"/>
              <a:gd name="connsiteY458" fmla="*/ 6603796 h 6858000"/>
              <a:gd name="connsiteX459" fmla="*/ 1818273 w 7467600"/>
              <a:gd name="connsiteY459" fmla="*/ 6715729 h 6858000"/>
              <a:gd name="connsiteX460" fmla="*/ 1794691 w 7467600"/>
              <a:gd name="connsiteY460" fmla="*/ 6843239 h 6858000"/>
              <a:gd name="connsiteX461" fmla="*/ 1794914 w 7467600"/>
              <a:gd name="connsiteY461" fmla="*/ 6858000 h 6858000"/>
              <a:gd name="connsiteX462" fmla="*/ 1746128 w 7467600"/>
              <a:gd name="connsiteY462" fmla="*/ 6858000 h 6858000"/>
              <a:gd name="connsiteX463" fmla="*/ 1753934 w 7467600"/>
              <a:gd name="connsiteY463" fmla="*/ 6724796 h 6858000"/>
              <a:gd name="connsiteX464" fmla="*/ 1792053 w 7467600"/>
              <a:gd name="connsiteY464" fmla="*/ 6572396 h 6858000"/>
              <a:gd name="connsiteX465" fmla="*/ 1862248 w 7467600"/>
              <a:gd name="connsiteY465" fmla="*/ 6266397 h 6858000"/>
              <a:gd name="connsiteX466" fmla="*/ 1862250 w 7467600"/>
              <a:gd name="connsiteY466" fmla="*/ 6033531 h 6858000"/>
              <a:gd name="connsiteX467" fmla="*/ 1211999 w 7467600"/>
              <a:gd name="connsiteY467" fmla="*/ 6683610 h 6858000"/>
              <a:gd name="connsiteX468" fmla="*/ 1213266 w 7467600"/>
              <a:gd name="connsiteY468" fmla="*/ 6691947 h 6858000"/>
              <a:gd name="connsiteX469" fmla="*/ 1203370 w 7467600"/>
              <a:gd name="connsiteY469" fmla="*/ 6850676 h 6858000"/>
              <a:gd name="connsiteX470" fmla="*/ 1203671 w 7467600"/>
              <a:gd name="connsiteY470" fmla="*/ 6858000 h 6858000"/>
              <a:gd name="connsiteX471" fmla="*/ 1143180 w 7467600"/>
              <a:gd name="connsiteY471" fmla="*/ 6858000 h 6858000"/>
              <a:gd name="connsiteX472" fmla="*/ 1142176 w 7467600"/>
              <a:gd name="connsiteY472" fmla="*/ 6766045 h 6858000"/>
              <a:gd name="connsiteX473" fmla="*/ 1067484 w 7467600"/>
              <a:gd name="connsiteY473" fmla="*/ 6858000 h 6858000"/>
              <a:gd name="connsiteX474" fmla="*/ 953928 w 7467600"/>
              <a:gd name="connsiteY474" fmla="*/ 6858000 h 6858000"/>
              <a:gd name="connsiteX475" fmla="*/ 959715 w 7467600"/>
              <a:gd name="connsiteY475" fmla="*/ 6850185 h 6858000"/>
              <a:gd name="connsiteX476" fmla="*/ 1483788 w 7467600"/>
              <a:gd name="connsiteY476" fmla="*/ 6259174 h 6858000"/>
              <a:gd name="connsiteX477" fmla="*/ 1100671 w 7467600"/>
              <a:gd name="connsiteY477" fmla="*/ 6252137 h 6858000"/>
              <a:gd name="connsiteX478" fmla="*/ 1090144 w 7467600"/>
              <a:gd name="connsiteY478" fmla="*/ 6256748 h 6858000"/>
              <a:gd name="connsiteX479" fmla="*/ 1095872 w 7467600"/>
              <a:gd name="connsiteY479" fmla="*/ 6271892 h 6858000"/>
              <a:gd name="connsiteX480" fmla="*/ 262785 w 7467600"/>
              <a:gd name="connsiteY480" fmla="*/ 6845450 h 6858000"/>
              <a:gd name="connsiteX481" fmla="*/ 209968 w 7467600"/>
              <a:gd name="connsiteY481" fmla="*/ 6770713 h 6858000"/>
              <a:gd name="connsiteX482" fmla="*/ 873460 w 7467600"/>
              <a:gd name="connsiteY482" fmla="*/ 6253768 h 6858000"/>
              <a:gd name="connsiteX483" fmla="*/ 192686 w 7467600"/>
              <a:gd name="connsiteY483" fmla="*/ 5849257 h 6858000"/>
              <a:gd name="connsiteX484" fmla="*/ 4696 w 7467600"/>
              <a:gd name="connsiteY484" fmla="*/ 5697668 h 6858000"/>
              <a:gd name="connsiteX485" fmla="*/ 0 w 7467600"/>
              <a:gd name="connsiteY485" fmla="*/ 5689984 h 6858000"/>
              <a:gd name="connsiteX486" fmla="*/ 0 w 7467600"/>
              <a:gd name="connsiteY486" fmla="*/ 5513472 h 6858000"/>
              <a:gd name="connsiteX487" fmla="*/ 174101 w 7467600"/>
              <a:gd name="connsiteY487" fmla="*/ 5620277 h 6858000"/>
              <a:gd name="connsiteX488" fmla="*/ 891800 w 7467600"/>
              <a:gd name="connsiteY488" fmla="*/ 6036935 h 6858000"/>
              <a:gd name="connsiteX489" fmla="*/ 1072219 w 7467600"/>
              <a:gd name="connsiteY489" fmla="*/ 6169443 h 6858000"/>
              <a:gd name="connsiteX490" fmla="*/ 1074117 w 7467600"/>
              <a:gd name="connsiteY490" fmla="*/ 6170301 h 6858000"/>
              <a:gd name="connsiteX491" fmla="*/ 1083114 w 7467600"/>
              <a:gd name="connsiteY491" fmla="*/ 6174131 h 6858000"/>
              <a:gd name="connsiteX492" fmla="*/ 1543010 w 7467600"/>
              <a:gd name="connsiteY492" fmla="*/ 6191140 h 6858000"/>
              <a:gd name="connsiteX493" fmla="*/ 1551080 w 7467600"/>
              <a:gd name="connsiteY493" fmla="*/ 6195006 h 6858000"/>
              <a:gd name="connsiteX494" fmla="*/ 2345443 w 7467600"/>
              <a:gd name="connsiteY494" fmla="*/ 5549882 h 6858000"/>
              <a:gd name="connsiteX495" fmla="*/ 1721499 w 7467600"/>
              <a:gd name="connsiteY495" fmla="*/ 5599969 h 6858000"/>
              <a:gd name="connsiteX496" fmla="*/ 767716 w 7467600"/>
              <a:gd name="connsiteY496" fmla="*/ 5472768 h 6858000"/>
              <a:gd name="connsiteX497" fmla="*/ 722147 w 7467600"/>
              <a:gd name="connsiteY497" fmla="*/ 5393091 h 6858000"/>
              <a:gd name="connsiteX498" fmla="*/ 1485552 w 7467600"/>
              <a:gd name="connsiteY498" fmla="*/ 5313202 h 6858000"/>
              <a:gd name="connsiteX499" fmla="*/ 2143004 w 7467600"/>
              <a:gd name="connsiteY499" fmla="*/ 5402420 h 6858000"/>
              <a:gd name="connsiteX500" fmla="*/ 1933391 w 7467600"/>
              <a:gd name="connsiteY500" fmla="*/ 5156971 h 6858000"/>
              <a:gd name="connsiteX501" fmla="*/ 1827118 w 7467600"/>
              <a:gd name="connsiteY501" fmla="*/ 4968410 h 6858000"/>
              <a:gd name="connsiteX502" fmla="*/ 1837349 w 7467600"/>
              <a:gd name="connsiteY502" fmla="*/ 4956357 h 6858000"/>
              <a:gd name="connsiteX503" fmla="*/ 2162835 w 7467600"/>
              <a:gd name="connsiteY503" fmla="*/ 5187853 h 6858000"/>
              <a:gd name="connsiteX504" fmla="*/ 2257167 w 7467600"/>
              <a:gd name="connsiteY504" fmla="*/ 5462123 h 6858000"/>
              <a:gd name="connsiteX505" fmla="*/ 2261598 w 7467600"/>
              <a:gd name="connsiteY505" fmla="*/ 5467998 h 6858000"/>
              <a:gd name="connsiteX506" fmla="*/ 2437177 w 7467600"/>
              <a:gd name="connsiteY506" fmla="*/ 5479608 h 6858000"/>
              <a:gd name="connsiteX507" fmla="*/ 2445247 w 7467600"/>
              <a:gd name="connsiteY507" fmla="*/ 5483476 h 6858000"/>
              <a:gd name="connsiteX508" fmla="*/ 2743626 w 7467600"/>
              <a:gd name="connsiteY508" fmla="*/ 5304819 h 6858000"/>
              <a:gd name="connsiteX509" fmla="*/ 3048102 w 7467600"/>
              <a:gd name="connsiteY509" fmla="*/ 5150595 h 6858000"/>
              <a:gd name="connsiteX510" fmla="*/ 1799414 w 7467600"/>
              <a:gd name="connsiteY510" fmla="*/ 4694732 h 6858000"/>
              <a:gd name="connsiteX511" fmla="*/ 1771735 w 7467600"/>
              <a:gd name="connsiteY511" fmla="*/ 4619929 h 6858000"/>
              <a:gd name="connsiteX512" fmla="*/ 3104273 w 7467600"/>
              <a:gd name="connsiteY512" fmla="*/ 5076159 h 6858000"/>
              <a:gd name="connsiteX513" fmla="*/ 3113245 w 7467600"/>
              <a:gd name="connsiteY513" fmla="*/ 5090705 h 6858000"/>
              <a:gd name="connsiteX514" fmla="*/ 3126294 w 7467600"/>
              <a:gd name="connsiteY514" fmla="*/ 5114400 h 6858000"/>
              <a:gd name="connsiteX515" fmla="*/ 3937433 w 7467600"/>
              <a:gd name="connsiteY515" fmla="*/ 4830473 h 6858000"/>
              <a:gd name="connsiteX516" fmla="*/ 3590475 w 7467600"/>
              <a:gd name="connsiteY516" fmla="*/ 4597974 h 6858000"/>
              <a:gd name="connsiteX517" fmla="*/ 3100264 w 7467600"/>
              <a:gd name="connsiteY517" fmla="*/ 4579845 h 6858000"/>
              <a:gd name="connsiteX518" fmla="*/ 2183576 w 7467600"/>
              <a:gd name="connsiteY518" fmla="*/ 4227150 h 6858000"/>
              <a:gd name="connsiteX519" fmla="*/ 2151029 w 7467600"/>
              <a:gd name="connsiteY519" fmla="*/ 4146947 h 6858000"/>
              <a:gd name="connsiteX520" fmla="*/ 3563434 w 7467600"/>
              <a:gd name="connsiteY520" fmla="*/ 4469115 h 6858000"/>
              <a:gd name="connsiteX521" fmla="*/ 3177952 w 7467600"/>
              <a:gd name="connsiteY521" fmla="*/ 3657386 h 6858000"/>
              <a:gd name="connsiteX522" fmla="*/ 3189263 w 7467600"/>
              <a:gd name="connsiteY522" fmla="*/ 3625726 h 6858000"/>
              <a:gd name="connsiteX523" fmla="*/ 3560912 w 7467600"/>
              <a:gd name="connsiteY523" fmla="*/ 4079863 h 6858000"/>
              <a:gd name="connsiteX524" fmla="*/ 3626636 w 7467600"/>
              <a:gd name="connsiteY524" fmla="*/ 4512230 h 6858000"/>
              <a:gd name="connsiteX525" fmla="*/ 3653088 w 7467600"/>
              <a:gd name="connsiteY525" fmla="*/ 4521417 h 6858000"/>
              <a:gd name="connsiteX526" fmla="*/ 3988128 w 7467600"/>
              <a:gd name="connsiteY526" fmla="*/ 4817267 h 6858000"/>
              <a:gd name="connsiteX527" fmla="*/ 4830582 w 7467600"/>
              <a:gd name="connsiteY527" fmla="*/ 4676000 h 6858000"/>
              <a:gd name="connsiteX528" fmla="*/ 4830100 w 7467600"/>
              <a:gd name="connsiteY528" fmla="*/ 4675554 h 6858000"/>
              <a:gd name="connsiteX529" fmla="*/ 4036318 w 7467600"/>
              <a:gd name="connsiteY529" fmla="*/ 4147013 h 6858000"/>
              <a:gd name="connsiteX530" fmla="*/ 3432098 w 7467600"/>
              <a:gd name="connsiteY530" fmla="*/ 3537312 h 6858000"/>
              <a:gd name="connsiteX531" fmla="*/ 3446761 w 7467600"/>
              <a:gd name="connsiteY531" fmla="*/ 3461278 h 6858000"/>
              <a:gd name="connsiteX532" fmla="*/ 4419733 w 7467600"/>
              <a:gd name="connsiteY532" fmla="*/ 3963555 h 6858000"/>
              <a:gd name="connsiteX533" fmla="*/ 4781371 w 7467600"/>
              <a:gd name="connsiteY533" fmla="*/ 4458604 h 6858000"/>
              <a:gd name="connsiteX534" fmla="*/ 4780440 w 7467600"/>
              <a:gd name="connsiteY534" fmla="*/ 4470290 h 6858000"/>
              <a:gd name="connsiteX535" fmla="*/ 4898954 w 7467600"/>
              <a:gd name="connsiteY535" fmla="*/ 4662092 h 6858000"/>
              <a:gd name="connsiteX536" fmla="*/ 4900699 w 7467600"/>
              <a:gd name="connsiteY536" fmla="*/ 4670867 h 6858000"/>
              <a:gd name="connsiteX537" fmla="*/ 5714511 w 7467600"/>
              <a:gd name="connsiteY537" fmla="*/ 4663483 h 6858000"/>
              <a:gd name="connsiteX538" fmla="*/ 5464793 w 7467600"/>
              <a:gd name="connsiteY538" fmla="*/ 4393556 h 6858000"/>
              <a:gd name="connsiteX539" fmla="*/ 5461897 w 7467600"/>
              <a:gd name="connsiteY539" fmla="*/ 4390879 h 6858000"/>
              <a:gd name="connsiteX540" fmla="*/ 4294126 w 7467600"/>
              <a:gd name="connsiteY540" fmla="*/ 3303048 h 6858000"/>
              <a:gd name="connsiteX541" fmla="*/ 4305321 w 7467600"/>
              <a:gd name="connsiteY541" fmla="*/ 3256953 h 6858000"/>
              <a:gd name="connsiteX542" fmla="*/ 4949299 w 7467600"/>
              <a:gd name="connsiteY542" fmla="*/ 3766336 h 6858000"/>
              <a:gd name="connsiteX543" fmla="*/ 5291452 w 7467600"/>
              <a:gd name="connsiteY543" fmla="*/ 4076801 h 6858000"/>
              <a:gd name="connsiteX544" fmla="*/ 5434998 w 7467600"/>
              <a:gd name="connsiteY544" fmla="*/ 4254100 h 6858000"/>
              <a:gd name="connsiteX545" fmla="*/ 5351015 w 7467600"/>
              <a:gd name="connsiteY545" fmla="*/ 3760989 h 6858000"/>
              <a:gd name="connsiteX546" fmla="*/ 5413780 w 7467600"/>
              <a:gd name="connsiteY546" fmla="*/ 2966265 h 6858000"/>
              <a:gd name="connsiteX547" fmla="*/ 5425627 w 7467600"/>
              <a:gd name="connsiteY547" fmla="*/ 2954192 h 6858000"/>
              <a:gd name="connsiteX548" fmla="*/ 6604735 w 7467600"/>
              <a:gd name="connsiteY548" fmla="*/ 2041381 h 6858000"/>
              <a:gd name="connsiteX549" fmla="*/ 7204487 w 7467600"/>
              <a:gd name="connsiteY549" fmla="*/ 2742112 h 6858000"/>
              <a:gd name="connsiteX550" fmla="*/ 7131592 w 7467600"/>
              <a:gd name="connsiteY550" fmla="*/ 2672096 h 6858000"/>
              <a:gd name="connsiteX551" fmla="*/ 6996344 w 7467600"/>
              <a:gd name="connsiteY551" fmla="*/ 2518310 h 6858000"/>
              <a:gd name="connsiteX552" fmla="*/ 6735495 w 7467600"/>
              <a:gd name="connsiteY552" fmla="*/ 2196890 h 6858000"/>
              <a:gd name="connsiteX553" fmla="*/ 6721901 w 7467600"/>
              <a:gd name="connsiteY553" fmla="*/ 2179274 h 6858000"/>
              <a:gd name="connsiteX554" fmla="*/ 6604735 w 7467600"/>
              <a:gd name="connsiteY554" fmla="*/ 2041381 h 6858000"/>
              <a:gd name="connsiteX555" fmla="*/ 6591670 w 7467600"/>
              <a:gd name="connsiteY555" fmla="*/ 1988277 h 6858000"/>
              <a:gd name="connsiteX556" fmla="*/ 6747349 w 7467600"/>
              <a:gd name="connsiteY556" fmla="*/ 2160069 h 6858000"/>
              <a:gd name="connsiteX557" fmla="*/ 6760943 w 7467600"/>
              <a:gd name="connsiteY557" fmla="*/ 2177686 h 6858000"/>
              <a:gd name="connsiteX558" fmla="*/ 7021065 w 7467600"/>
              <a:gd name="connsiteY558" fmla="*/ 2498102 h 6858000"/>
              <a:gd name="connsiteX559" fmla="*/ 7155223 w 7467600"/>
              <a:gd name="connsiteY559" fmla="*/ 2650386 h 6858000"/>
              <a:gd name="connsiteX560" fmla="*/ 7203167 w 7467600"/>
              <a:gd name="connsiteY560" fmla="*/ 2697288 h 6858000"/>
              <a:gd name="connsiteX561" fmla="*/ 6937703 w 7467600"/>
              <a:gd name="connsiteY561" fmla="*/ 2321981 h 6858000"/>
              <a:gd name="connsiteX562" fmla="*/ 6591670 w 7467600"/>
              <a:gd name="connsiteY562" fmla="*/ 1988277 h 6858000"/>
              <a:gd name="connsiteX563" fmla="*/ 5798671 w 7467600"/>
              <a:gd name="connsiteY563" fmla="*/ 1981601 h 6858000"/>
              <a:gd name="connsiteX564" fmla="*/ 5754709 w 7467600"/>
              <a:gd name="connsiteY564" fmla="*/ 2071454 h 6858000"/>
              <a:gd name="connsiteX565" fmla="*/ 5763044 w 7467600"/>
              <a:gd name="connsiteY565" fmla="*/ 2842206 h 6858000"/>
              <a:gd name="connsiteX566" fmla="*/ 5764974 w 7467600"/>
              <a:gd name="connsiteY566" fmla="*/ 2799609 h 6858000"/>
              <a:gd name="connsiteX567" fmla="*/ 5767665 w 7467600"/>
              <a:gd name="connsiteY567" fmla="*/ 2666409 h 6858000"/>
              <a:gd name="connsiteX568" fmla="*/ 5763055 w 7467600"/>
              <a:gd name="connsiteY568" fmla="*/ 2579705 h 6858000"/>
              <a:gd name="connsiteX569" fmla="*/ 5758079 w 7467600"/>
              <a:gd name="connsiteY569" fmla="*/ 2492508 h 6858000"/>
              <a:gd name="connsiteX570" fmla="*/ 5779325 w 7467600"/>
              <a:gd name="connsiteY570" fmla="*/ 2197069 h 6858000"/>
              <a:gd name="connsiteX571" fmla="*/ 5798671 w 7467600"/>
              <a:gd name="connsiteY571" fmla="*/ 1981601 h 6858000"/>
              <a:gd name="connsiteX572" fmla="*/ 5829202 w 7467600"/>
              <a:gd name="connsiteY572" fmla="*/ 1971679 h 6858000"/>
              <a:gd name="connsiteX573" fmla="*/ 5809558 w 7467600"/>
              <a:gd name="connsiteY573" fmla="*/ 2198043 h 6858000"/>
              <a:gd name="connsiteX574" fmla="*/ 5788653 w 7467600"/>
              <a:gd name="connsiteY574" fmla="*/ 2489430 h 6858000"/>
              <a:gd name="connsiteX575" fmla="*/ 5793439 w 7467600"/>
              <a:gd name="connsiteY575" fmla="*/ 2575235 h 6858000"/>
              <a:gd name="connsiteX576" fmla="*/ 5796837 w 7467600"/>
              <a:gd name="connsiteY576" fmla="*/ 2637633 h 6858000"/>
              <a:gd name="connsiteX577" fmla="*/ 5818614 w 7467600"/>
              <a:gd name="connsiteY577" fmla="*/ 2473055 h 6858000"/>
              <a:gd name="connsiteX578" fmla="*/ 5829202 w 7467600"/>
              <a:gd name="connsiteY578" fmla="*/ 1971679 h 6858000"/>
              <a:gd name="connsiteX579" fmla="*/ 5911389 w 7467600"/>
              <a:gd name="connsiteY579" fmla="*/ 1898371 h 6858000"/>
              <a:gd name="connsiteX580" fmla="*/ 6237627 w 7467600"/>
              <a:gd name="connsiteY580" fmla="*/ 2231921 h 6858000"/>
              <a:gd name="connsiteX581" fmla="*/ 5911389 w 7467600"/>
              <a:gd name="connsiteY581" fmla="*/ 1898371 h 6858000"/>
              <a:gd name="connsiteX582" fmla="*/ 6944437 w 7467600"/>
              <a:gd name="connsiteY582" fmla="*/ 1575402 h 6858000"/>
              <a:gd name="connsiteX583" fmla="*/ 6304730 w 7467600"/>
              <a:gd name="connsiteY583" fmla="*/ 1766654 h 6858000"/>
              <a:gd name="connsiteX584" fmla="*/ 6944437 w 7467600"/>
              <a:gd name="connsiteY584" fmla="*/ 1575402 h 6858000"/>
              <a:gd name="connsiteX585" fmla="*/ 7019523 w 7467600"/>
              <a:gd name="connsiteY585" fmla="*/ 1519450 h 6858000"/>
              <a:gd name="connsiteX586" fmla="*/ 6298091 w 7467600"/>
              <a:gd name="connsiteY586" fmla="*/ 1737122 h 6858000"/>
              <a:gd name="connsiteX587" fmla="*/ 7019523 w 7467600"/>
              <a:gd name="connsiteY587" fmla="*/ 1519450 h 6858000"/>
              <a:gd name="connsiteX588" fmla="*/ 2399523 w 7467600"/>
              <a:gd name="connsiteY588" fmla="*/ 1428234 h 6858000"/>
              <a:gd name="connsiteX589" fmla="*/ 2224982 w 7467600"/>
              <a:gd name="connsiteY589" fmla="*/ 1826201 h 6858000"/>
              <a:gd name="connsiteX590" fmla="*/ 2096099 w 7467600"/>
              <a:gd name="connsiteY590" fmla="*/ 2345900 h 6858000"/>
              <a:gd name="connsiteX591" fmla="*/ 2283317 w 7467600"/>
              <a:gd name="connsiteY591" fmla="*/ 1796925 h 6858000"/>
              <a:gd name="connsiteX592" fmla="*/ 2399523 w 7467600"/>
              <a:gd name="connsiteY592" fmla="*/ 1428234 h 6858000"/>
              <a:gd name="connsiteX593" fmla="*/ 2448558 w 7467600"/>
              <a:gd name="connsiteY593" fmla="*/ 1373435 h 6858000"/>
              <a:gd name="connsiteX594" fmla="*/ 2312521 w 7467600"/>
              <a:gd name="connsiteY594" fmla="*/ 1806140 h 6858000"/>
              <a:gd name="connsiteX595" fmla="*/ 2127533 w 7467600"/>
              <a:gd name="connsiteY595" fmla="*/ 2348380 h 6858000"/>
              <a:gd name="connsiteX596" fmla="*/ 2358080 w 7467600"/>
              <a:gd name="connsiteY596" fmla="*/ 1866134 h 6858000"/>
              <a:gd name="connsiteX597" fmla="*/ 2407436 w 7467600"/>
              <a:gd name="connsiteY597" fmla="*/ 1651070 h 6858000"/>
              <a:gd name="connsiteX598" fmla="*/ 2448558 w 7467600"/>
              <a:gd name="connsiteY598" fmla="*/ 1373435 h 6858000"/>
              <a:gd name="connsiteX599" fmla="*/ 278707 w 7467600"/>
              <a:gd name="connsiteY599" fmla="*/ 1352270 h 6858000"/>
              <a:gd name="connsiteX600" fmla="*/ 321570 w 7467600"/>
              <a:gd name="connsiteY600" fmla="*/ 1861610 h 6858000"/>
              <a:gd name="connsiteX601" fmla="*/ 294281 w 7467600"/>
              <a:gd name="connsiteY601" fmla="*/ 1440658 h 6858000"/>
              <a:gd name="connsiteX602" fmla="*/ 278707 w 7467600"/>
              <a:gd name="connsiteY602" fmla="*/ 1352270 h 6858000"/>
              <a:gd name="connsiteX603" fmla="*/ 1423821 w 7467600"/>
              <a:gd name="connsiteY603" fmla="*/ 1351958 h 6858000"/>
              <a:gd name="connsiteX604" fmla="*/ 1638521 w 7467600"/>
              <a:gd name="connsiteY604" fmla="*/ 1908470 h 6858000"/>
              <a:gd name="connsiteX605" fmla="*/ 1754199 w 7467600"/>
              <a:gd name="connsiteY605" fmla="*/ 2149284 h 6858000"/>
              <a:gd name="connsiteX606" fmla="*/ 1908359 w 7467600"/>
              <a:gd name="connsiteY606" fmla="*/ 2364988 h 6858000"/>
              <a:gd name="connsiteX607" fmla="*/ 1647661 w 7467600"/>
              <a:gd name="connsiteY607" fmla="*/ 1825945 h 6858000"/>
              <a:gd name="connsiteX608" fmla="*/ 1423821 w 7467600"/>
              <a:gd name="connsiteY608" fmla="*/ 1351958 h 6858000"/>
              <a:gd name="connsiteX609" fmla="*/ 1431890 w 7467600"/>
              <a:gd name="connsiteY609" fmla="*/ 1306475 h 6858000"/>
              <a:gd name="connsiteX610" fmla="*/ 1507597 w 7467600"/>
              <a:gd name="connsiteY610" fmla="*/ 1446132 h 6858000"/>
              <a:gd name="connsiteX611" fmla="*/ 1674586 w 7467600"/>
              <a:gd name="connsiteY611" fmla="*/ 1813832 h 6858000"/>
              <a:gd name="connsiteX612" fmla="*/ 1815950 w 7467600"/>
              <a:gd name="connsiteY612" fmla="*/ 2128564 h 6858000"/>
              <a:gd name="connsiteX613" fmla="*/ 1984242 w 7467600"/>
              <a:gd name="connsiteY613" fmla="*/ 2430829 h 6858000"/>
              <a:gd name="connsiteX614" fmla="*/ 2014023 w 7467600"/>
              <a:gd name="connsiteY614" fmla="*/ 2450995 h 6858000"/>
              <a:gd name="connsiteX615" fmla="*/ 1747337 w 7467600"/>
              <a:gd name="connsiteY615" fmla="*/ 1855264 h 6858000"/>
              <a:gd name="connsiteX616" fmla="*/ 1533749 w 7467600"/>
              <a:gd name="connsiteY616" fmla="*/ 1478656 h 6858000"/>
              <a:gd name="connsiteX617" fmla="*/ 1431890 w 7467600"/>
              <a:gd name="connsiteY617" fmla="*/ 1306475 h 6858000"/>
              <a:gd name="connsiteX618" fmla="*/ 5052692 w 7467600"/>
              <a:gd name="connsiteY618" fmla="*/ 1292994 h 6858000"/>
              <a:gd name="connsiteX619" fmla="*/ 5200661 w 7467600"/>
              <a:gd name="connsiteY619" fmla="*/ 1635186 h 6858000"/>
              <a:gd name="connsiteX620" fmla="*/ 5297138 w 7467600"/>
              <a:gd name="connsiteY620" fmla="*/ 1906351 h 6858000"/>
              <a:gd name="connsiteX621" fmla="*/ 5052692 w 7467600"/>
              <a:gd name="connsiteY621" fmla="*/ 1292994 h 6858000"/>
              <a:gd name="connsiteX622" fmla="*/ 5009948 w 7467600"/>
              <a:gd name="connsiteY622" fmla="*/ 1273619 h 6858000"/>
              <a:gd name="connsiteX623" fmla="*/ 5121777 w 7467600"/>
              <a:gd name="connsiteY623" fmla="*/ 1654213 h 6858000"/>
              <a:gd name="connsiteX624" fmla="*/ 5293545 w 7467600"/>
              <a:gd name="connsiteY624" fmla="*/ 2072247 h 6858000"/>
              <a:gd name="connsiteX625" fmla="*/ 5294042 w 7467600"/>
              <a:gd name="connsiteY625" fmla="*/ 2065019 h 6858000"/>
              <a:gd name="connsiteX626" fmla="*/ 5171936 w 7467600"/>
              <a:gd name="connsiteY626" fmla="*/ 1647613 h 6858000"/>
              <a:gd name="connsiteX627" fmla="*/ 5009948 w 7467600"/>
              <a:gd name="connsiteY627" fmla="*/ 1273619 h 6858000"/>
              <a:gd name="connsiteX628" fmla="*/ 655236 w 7467600"/>
              <a:gd name="connsiteY628" fmla="*/ 1268632 h 6858000"/>
              <a:gd name="connsiteX629" fmla="*/ 839521 w 7467600"/>
              <a:gd name="connsiteY629" fmla="*/ 1685315 h 6858000"/>
              <a:gd name="connsiteX630" fmla="*/ 1109416 w 7467600"/>
              <a:gd name="connsiteY630" fmla="*/ 2061663 h 6858000"/>
              <a:gd name="connsiteX631" fmla="*/ 1298300 w 7467600"/>
              <a:gd name="connsiteY631" fmla="*/ 2247742 h 6858000"/>
              <a:gd name="connsiteX632" fmla="*/ 1125871 w 7467600"/>
              <a:gd name="connsiteY632" fmla="*/ 1989513 h 6858000"/>
              <a:gd name="connsiteX633" fmla="*/ 981574 w 7467600"/>
              <a:gd name="connsiteY633" fmla="*/ 1783157 h 6858000"/>
              <a:gd name="connsiteX634" fmla="*/ 922198 w 7467600"/>
              <a:gd name="connsiteY634" fmla="*/ 1677437 h 6858000"/>
              <a:gd name="connsiteX635" fmla="*/ 869293 w 7467600"/>
              <a:gd name="connsiteY635" fmla="*/ 1583214 h 6858000"/>
              <a:gd name="connsiteX636" fmla="*/ 751431 w 7467600"/>
              <a:gd name="connsiteY636" fmla="*/ 1405731 h 6858000"/>
              <a:gd name="connsiteX637" fmla="*/ 655236 w 7467600"/>
              <a:gd name="connsiteY637" fmla="*/ 1268632 h 6858000"/>
              <a:gd name="connsiteX638" fmla="*/ 6516292 w 7467600"/>
              <a:gd name="connsiteY638" fmla="*/ 1263064 h 6858000"/>
              <a:gd name="connsiteX639" fmla="*/ 5736320 w 7467600"/>
              <a:gd name="connsiteY639" fmla="*/ 1501803 h 6858000"/>
              <a:gd name="connsiteX640" fmla="*/ 6516292 w 7467600"/>
              <a:gd name="connsiteY640" fmla="*/ 1263064 h 6858000"/>
              <a:gd name="connsiteX641" fmla="*/ 291466 w 7467600"/>
              <a:gd name="connsiteY641" fmla="*/ 1250369 h 6858000"/>
              <a:gd name="connsiteX642" fmla="*/ 323180 w 7467600"/>
              <a:gd name="connsiteY642" fmla="*/ 1435283 h 6858000"/>
              <a:gd name="connsiteX643" fmla="*/ 349381 w 7467600"/>
              <a:gd name="connsiteY643" fmla="*/ 1875041 h 6858000"/>
              <a:gd name="connsiteX644" fmla="*/ 374363 w 7467600"/>
              <a:gd name="connsiteY644" fmla="*/ 1506494 h 6858000"/>
              <a:gd name="connsiteX645" fmla="*/ 302168 w 7467600"/>
              <a:gd name="connsiteY645" fmla="*/ 1274495 h 6858000"/>
              <a:gd name="connsiteX646" fmla="*/ 291466 w 7467600"/>
              <a:gd name="connsiteY646" fmla="*/ 1250369 h 6858000"/>
              <a:gd name="connsiteX647" fmla="*/ 678222 w 7467600"/>
              <a:gd name="connsiteY647" fmla="*/ 1248670 h 6858000"/>
              <a:gd name="connsiteX648" fmla="*/ 775536 w 7467600"/>
              <a:gd name="connsiteY648" fmla="*/ 1388015 h 6858000"/>
              <a:gd name="connsiteX649" fmla="*/ 894529 w 7467600"/>
              <a:gd name="connsiteY649" fmla="*/ 1567739 h 6858000"/>
              <a:gd name="connsiteX650" fmla="*/ 948000 w 7467600"/>
              <a:gd name="connsiteY650" fmla="*/ 1663088 h 6858000"/>
              <a:gd name="connsiteX651" fmla="*/ 1006812 w 7467600"/>
              <a:gd name="connsiteY651" fmla="*/ 1767683 h 6858000"/>
              <a:gd name="connsiteX652" fmla="*/ 1149133 w 7467600"/>
              <a:gd name="connsiteY652" fmla="*/ 1971513 h 6858000"/>
              <a:gd name="connsiteX653" fmla="*/ 1333952 w 7467600"/>
              <a:gd name="connsiteY653" fmla="*/ 2251620 h 6858000"/>
              <a:gd name="connsiteX654" fmla="*/ 1337329 w 7467600"/>
              <a:gd name="connsiteY654" fmla="*/ 2258350 h 6858000"/>
              <a:gd name="connsiteX655" fmla="*/ 1014726 w 7467600"/>
              <a:gd name="connsiteY655" fmla="*/ 1615556 h 6858000"/>
              <a:gd name="connsiteX656" fmla="*/ 678222 w 7467600"/>
              <a:gd name="connsiteY656" fmla="*/ 1248670 h 6858000"/>
              <a:gd name="connsiteX657" fmla="*/ 6691602 w 7467600"/>
              <a:gd name="connsiteY657" fmla="*/ 1140573 h 6858000"/>
              <a:gd name="connsiteX658" fmla="*/ 6571100 w 7467600"/>
              <a:gd name="connsiteY658" fmla="*/ 1183662 h 6858000"/>
              <a:gd name="connsiteX659" fmla="*/ 6241687 w 7467600"/>
              <a:gd name="connsiteY659" fmla="*/ 1257600 h 6858000"/>
              <a:gd name="connsiteX660" fmla="*/ 5693009 w 7467600"/>
              <a:gd name="connsiteY660" fmla="*/ 1478256 h 6858000"/>
              <a:gd name="connsiteX661" fmla="*/ 6548420 w 7467600"/>
              <a:gd name="connsiteY661" fmla="*/ 1214599 h 6858000"/>
              <a:gd name="connsiteX662" fmla="*/ 6605473 w 7467600"/>
              <a:gd name="connsiteY662" fmla="*/ 1184686 h 6858000"/>
              <a:gd name="connsiteX663" fmla="*/ 6691602 w 7467600"/>
              <a:gd name="connsiteY663" fmla="*/ 1140573 h 6858000"/>
              <a:gd name="connsiteX664" fmla="*/ 4002475 w 7467600"/>
              <a:gd name="connsiteY664" fmla="*/ 1037802 h 6858000"/>
              <a:gd name="connsiteX665" fmla="*/ 4000324 w 7467600"/>
              <a:gd name="connsiteY665" fmla="*/ 1039362 h 6858000"/>
              <a:gd name="connsiteX666" fmla="*/ 4002862 w 7467600"/>
              <a:gd name="connsiteY666" fmla="*/ 1042866 h 6858000"/>
              <a:gd name="connsiteX667" fmla="*/ 4002475 w 7467600"/>
              <a:gd name="connsiteY667" fmla="*/ 1037802 h 6858000"/>
              <a:gd name="connsiteX668" fmla="*/ 506322 w 7467600"/>
              <a:gd name="connsiteY668" fmla="*/ 1020997 h 6858000"/>
              <a:gd name="connsiteX669" fmla="*/ 533068 w 7467600"/>
              <a:gd name="connsiteY669" fmla="*/ 1029409 h 6858000"/>
              <a:gd name="connsiteX670" fmla="*/ 1232525 w 7467600"/>
              <a:gd name="connsiteY670" fmla="*/ 1804675 h 6858000"/>
              <a:gd name="connsiteX671" fmla="*/ 1388858 w 7467600"/>
              <a:gd name="connsiteY671" fmla="*/ 2368011 h 6858000"/>
              <a:gd name="connsiteX672" fmla="*/ 1384098 w 7467600"/>
              <a:gd name="connsiteY672" fmla="*/ 2378125 h 6858000"/>
              <a:gd name="connsiteX673" fmla="*/ 1425393 w 7467600"/>
              <a:gd name="connsiteY673" fmla="*/ 2589124 h 6858000"/>
              <a:gd name="connsiteX674" fmla="*/ 1424001 w 7467600"/>
              <a:gd name="connsiteY674" fmla="*/ 2597541 h 6858000"/>
              <a:gd name="connsiteX675" fmla="*/ 2152729 w 7467600"/>
              <a:gd name="connsiteY675" fmla="*/ 2864487 h 6858000"/>
              <a:gd name="connsiteX676" fmla="*/ 2020609 w 7467600"/>
              <a:gd name="connsiteY676" fmla="*/ 2539671 h 6858000"/>
              <a:gd name="connsiteX677" fmla="*/ 2018920 w 7467600"/>
              <a:gd name="connsiteY677" fmla="*/ 2536309 h 6858000"/>
              <a:gd name="connsiteX678" fmla="*/ 1342441 w 7467600"/>
              <a:gd name="connsiteY678" fmla="*/ 1173017 h 6858000"/>
              <a:gd name="connsiteX679" fmla="*/ 1367925 w 7467600"/>
              <a:gd name="connsiteY679" fmla="*/ 1135648 h 6858000"/>
              <a:gd name="connsiteX680" fmla="*/ 1771401 w 7467600"/>
              <a:gd name="connsiteY680" fmla="*/ 1806673 h 6858000"/>
              <a:gd name="connsiteX681" fmla="*/ 1972385 w 7467600"/>
              <a:gd name="connsiteY681" fmla="*/ 2198735 h 6858000"/>
              <a:gd name="connsiteX682" fmla="*/ 2040892 w 7467600"/>
              <a:gd name="connsiteY682" fmla="*/ 2405205 h 6858000"/>
              <a:gd name="connsiteX683" fmla="*/ 2131689 w 7467600"/>
              <a:gd name="connsiteY683" fmla="*/ 1936926 h 6858000"/>
              <a:gd name="connsiteX684" fmla="*/ 2454820 w 7467600"/>
              <a:gd name="connsiteY684" fmla="*/ 1248808 h 6858000"/>
              <a:gd name="connsiteX685" fmla="*/ 2492512 w 7467600"/>
              <a:gd name="connsiteY685" fmla="*/ 1302920 h 6858000"/>
              <a:gd name="connsiteX686" fmla="*/ 2081216 w 7467600"/>
              <a:gd name="connsiteY686" fmla="*/ 2527513 h 6858000"/>
              <a:gd name="connsiteX687" fmla="*/ 2081211 w 7467600"/>
              <a:gd name="connsiteY687" fmla="*/ 2528916 h 6858000"/>
              <a:gd name="connsiteX688" fmla="*/ 2199067 w 7467600"/>
              <a:gd name="connsiteY688" fmla="*/ 2884061 h 6858000"/>
              <a:gd name="connsiteX689" fmla="*/ 3192586 w 7467600"/>
              <a:gd name="connsiteY689" fmla="*/ 3411496 h 6858000"/>
              <a:gd name="connsiteX690" fmla="*/ 3182620 w 7467600"/>
              <a:gd name="connsiteY690" fmla="*/ 3483279 h 6858000"/>
              <a:gd name="connsiteX691" fmla="*/ 2435119 w 7467600"/>
              <a:gd name="connsiteY691" fmla="*/ 3080173 h 6858000"/>
              <a:gd name="connsiteX692" fmla="*/ 2410152 w 7467600"/>
              <a:gd name="connsiteY692" fmla="*/ 3063751 h 6858000"/>
              <a:gd name="connsiteX693" fmla="*/ 2408099 w 7467600"/>
              <a:gd name="connsiteY693" fmla="*/ 3064403 h 6858000"/>
              <a:gd name="connsiteX694" fmla="*/ 2407218 w 7467600"/>
              <a:gd name="connsiteY694" fmla="*/ 3070324 h 6858000"/>
              <a:gd name="connsiteX695" fmla="*/ 2380138 w 7467600"/>
              <a:gd name="connsiteY695" fmla="*/ 3099341 h 6858000"/>
              <a:gd name="connsiteX696" fmla="*/ 1765923 w 7467600"/>
              <a:gd name="connsiteY696" fmla="*/ 3581043 h 6858000"/>
              <a:gd name="connsiteX697" fmla="*/ 1702258 w 7467600"/>
              <a:gd name="connsiteY697" fmla="*/ 3612286 h 6858000"/>
              <a:gd name="connsiteX698" fmla="*/ 1538370 w 7467600"/>
              <a:gd name="connsiteY698" fmla="*/ 3811804 h 6858000"/>
              <a:gd name="connsiteX699" fmla="*/ 542867 w 7467600"/>
              <a:gd name="connsiteY699" fmla="*/ 4944092 h 6858000"/>
              <a:gd name="connsiteX700" fmla="*/ 515800 w 7467600"/>
              <a:gd name="connsiteY700" fmla="*/ 4862180 h 6858000"/>
              <a:gd name="connsiteX701" fmla="*/ 909145 w 7467600"/>
              <a:gd name="connsiteY701" fmla="*/ 4199225 h 6858000"/>
              <a:gd name="connsiteX702" fmla="*/ 1214067 w 7467600"/>
              <a:gd name="connsiteY702" fmla="*/ 3908561 h 6858000"/>
              <a:gd name="connsiteX703" fmla="*/ 640967 w 7467600"/>
              <a:gd name="connsiteY703" fmla="*/ 4105601 h 6858000"/>
              <a:gd name="connsiteX704" fmla="*/ 112563 w 7467600"/>
              <a:gd name="connsiteY704" fmla="*/ 4396952 h 6858000"/>
              <a:gd name="connsiteX705" fmla="*/ 0 w 7467600"/>
              <a:gd name="connsiteY705" fmla="*/ 4466006 h 6858000"/>
              <a:gd name="connsiteX706" fmla="*/ 0 w 7467600"/>
              <a:gd name="connsiteY706" fmla="*/ 4233763 h 6858000"/>
              <a:gd name="connsiteX707" fmla="*/ 36881 w 7467600"/>
              <a:gd name="connsiteY707" fmla="*/ 4200118 h 6858000"/>
              <a:gd name="connsiteX708" fmla="*/ 910534 w 7467600"/>
              <a:gd name="connsiteY708" fmla="*/ 3629753 h 6858000"/>
              <a:gd name="connsiteX709" fmla="*/ 1578717 w 7467600"/>
              <a:gd name="connsiteY709" fmla="*/ 3575982 h 6858000"/>
              <a:gd name="connsiteX710" fmla="*/ 2338780 w 7467600"/>
              <a:gd name="connsiteY710" fmla="*/ 3033725 h 6858000"/>
              <a:gd name="connsiteX711" fmla="*/ 1807991 w 7467600"/>
              <a:gd name="connsiteY711" fmla="*/ 2807184 h 6858000"/>
              <a:gd name="connsiteX712" fmla="*/ 1416358 w 7467600"/>
              <a:gd name="connsiteY712" fmla="*/ 3112571 h 6858000"/>
              <a:gd name="connsiteX713" fmla="*/ 939066 w 7467600"/>
              <a:gd name="connsiteY713" fmla="*/ 3378798 h 6858000"/>
              <a:gd name="connsiteX714" fmla="*/ 115099 w 7467600"/>
              <a:gd name="connsiteY714" fmla="*/ 3607650 h 6858000"/>
              <a:gd name="connsiteX715" fmla="*/ 97284 w 7467600"/>
              <a:gd name="connsiteY715" fmla="*/ 3520393 h 6858000"/>
              <a:gd name="connsiteX716" fmla="*/ 922050 w 7467600"/>
              <a:gd name="connsiteY716" fmla="*/ 3074867 h 6858000"/>
              <a:gd name="connsiteX717" fmla="*/ 1405265 w 7467600"/>
              <a:gd name="connsiteY717" fmla="*/ 3016319 h 6858000"/>
              <a:gd name="connsiteX718" fmla="*/ 1407512 w 7467600"/>
              <a:gd name="connsiteY718" fmla="*/ 3018001 h 6858000"/>
              <a:gd name="connsiteX719" fmla="*/ 1726266 w 7467600"/>
              <a:gd name="connsiteY719" fmla="*/ 2777274 h 6858000"/>
              <a:gd name="connsiteX720" fmla="*/ 625390 w 7467600"/>
              <a:gd name="connsiteY720" fmla="*/ 2514541 h 6858000"/>
              <a:gd name="connsiteX721" fmla="*/ 619799 w 7467600"/>
              <a:gd name="connsiteY721" fmla="*/ 2527180 h 6858000"/>
              <a:gd name="connsiteX722" fmla="*/ 310030 w 7467600"/>
              <a:gd name="connsiteY722" fmla="*/ 2771818 h 6858000"/>
              <a:gd name="connsiteX723" fmla="*/ 173877 w 7467600"/>
              <a:gd name="connsiteY723" fmla="*/ 2937056 h 6858000"/>
              <a:gd name="connsiteX724" fmla="*/ 77889 w 7467600"/>
              <a:gd name="connsiteY724" fmla="*/ 3138440 h 6858000"/>
              <a:gd name="connsiteX725" fmla="*/ 0 w 7467600"/>
              <a:gd name="connsiteY725" fmla="*/ 3271395 h 6858000"/>
              <a:gd name="connsiteX726" fmla="*/ 0 w 7467600"/>
              <a:gd name="connsiteY726" fmla="*/ 3153002 h 6858000"/>
              <a:gd name="connsiteX727" fmla="*/ 2386 w 7467600"/>
              <a:gd name="connsiteY727" fmla="*/ 3149203 h 6858000"/>
              <a:gd name="connsiteX728" fmla="*/ 89753 w 7467600"/>
              <a:gd name="connsiteY728" fmla="*/ 2987702 h 6858000"/>
              <a:gd name="connsiteX729" fmla="*/ 76869 w 7467600"/>
              <a:gd name="connsiteY729" fmla="*/ 3005404 h 6858000"/>
              <a:gd name="connsiteX730" fmla="*/ 32049 w 7467600"/>
              <a:gd name="connsiteY730" fmla="*/ 3065814 h 6858000"/>
              <a:gd name="connsiteX731" fmla="*/ 0 w 7467600"/>
              <a:gd name="connsiteY731" fmla="*/ 3108744 h 6858000"/>
              <a:gd name="connsiteX732" fmla="*/ 0 w 7467600"/>
              <a:gd name="connsiteY732" fmla="*/ 3058059 h 6858000"/>
              <a:gd name="connsiteX733" fmla="*/ 7610 w 7467600"/>
              <a:gd name="connsiteY733" fmla="*/ 3047889 h 6858000"/>
              <a:gd name="connsiteX734" fmla="*/ 52419 w 7467600"/>
              <a:gd name="connsiteY734" fmla="*/ 2987479 h 6858000"/>
              <a:gd name="connsiteX735" fmla="*/ 59142 w 7467600"/>
              <a:gd name="connsiteY735" fmla="*/ 2978488 h 6858000"/>
              <a:gd name="connsiteX736" fmla="*/ 0 w 7467600"/>
              <a:gd name="connsiteY736" fmla="*/ 3015334 h 6858000"/>
              <a:gd name="connsiteX737" fmla="*/ 0 w 7467600"/>
              <a:gd name="connsiteY737" fmla="*/ 2914286 h 6858000"/>
              <a:gd name="connsiteX738" fmla="*/ 36383 w 7467600"/>
              <a:gd name="connsiteY738" fmla="*/ 2901128 h 6858000"/>
              <a:gd name="connsiteX739" fmla="*/ 156329 w 7467600"/>
              <a:gd name="connsiteY739" fmla="*/ 2840533 h 6858000"/>
              <a:gd name="connsiteX740" fmla="*/ 358355 w 7467600"/>
              <a:gd name="connsiteY740" fmla="*/ 2620471 h 6858000"/>
              <a:gd name="connsiteX741" fmla="*/ 510577 w 7467600"/>
              <a:gd name="connsiteY741" fmla="*/ 2501244 h 6858000"/>
              <a:gd name="connsiteX742" fmla="*/ 211967 w 7467600"/>
              <a:gd name="connsiteY742" fmla="*/ 2479171 h 6858000"/>
              <a:gd name="connsiteX743" fmla="*/ 0 w 7467600"/>
              <a:gd name="connsiteY743" fmla="*/ 2476398 h 6858000"/>
              <a:gd name="connsiteX744" fmla="*/ 0 w 7467600"/>
              <a:gd name="connsiteY744" fmla="*/ 2389189 h 6858000"/>
              <a:gd name="connsiteX745" fmla="*/ 103062 w 7467600"/>
              <a:gd name="connsiteY745" fmla="*/ 2389518 h 6858000"/>
              <a:gd name="connsiteX746" fmla="*/ 510734 w 7467600"/>
              <a:gd name="connsiteY746" fmla="*/ 2416201 h 6858000"/>
              <a:gd name="connsiteX747" fmla="*/ 279257 w 7467600"/>
              <a:gd name="connsiteY747" fmla="*/ 2092102 h 6858000"/>
              <a:gd name="connsiteX748" fmla="*/ 65265 w 7467600"/>
              <a:gd name="connsiteY748" fmla="*/ 2006049 h 6858000"/>
              <a:gd name="connsiteX749" fmla="*/ 0 w 7467600"/>
              <a:gd name="connsiteY749" fmla="*/ 1982532 h 6858000"/>
              <a:gd name="connsiteX750" fmla="*/ 0 w 7467600"/>
              <a:gd name="connsiteY750" fmla="*/ 1912789 h 6858000"/>
              <a:gd name="connsiteX751" fmla="*/ 97460 w 7467600"/>
              <a:gd name="connsiteY751" fmla="*/ 1953725 h 6858000"/>
              <a:gd name="connsiteX752" fmla="*/ 221272 w 7467600"/>
              <a:gd name="connsiteY752" fmla="*/ 1980766 h 6858000"/>
              <a:gd name="connsiteX753" fmla="*/ 116765 w 7467600"/>
              <a:gd name="connsiteY753" fmla="*/ 1911033 h 6858000"/>
              <a:gd name="connsiteX754" fmla="*/ 16405 w 7467600"/>
              <a:gd name="connsiteY754" fmla="*/ 1803412 h 6858000"/>
              <a:gd name="connsiteX755" fmla="*/ 0 w 7467600"/>
              <a:gd name="connsiteY755" fmla="*/ 1784777 h 6858000"/>
              <a:gd name="connsiteX756" fmla="*/ 0 w 7467600"/>
              <a:gd name="connsiteY756" fmla="*/ 1740082 h 6858000"/>
              <a:gd name="connsiteX757" fmla="*/ 39394 w 7467600"/>
              <a:gd name="connsiteY757" fmla="*/ 1784856 h 6858000"/>
              <a:gd name="connsiteX758" fmla="*/ 135813 w 7467600"/>
              <a:gd name="connsiteY758" fmla="*/ 1888838 h 6858000"/>
              <a:gd name="connsiteX759" fmla="*/ 242575 w 7467600"/>
              <a:gd name="connsiteY759" fmla="*/ 1958841 h 6858000"/>
              <a:gd name="connsiteX760" fmla="*/ 82197 w 7467600"/>
              <a:gd name="connsiteY760" fmla="*/ 1754826 h 6858000"/>
              <a:gd name="connsiteX761" fmla="*/ 0 w 7467600"/>
              <a:gd name="connsiteY761" fmla="*/ 1679650 h 6858000"/>
              <a:gd name="connsiteX762" fmla="*/ 0 w 7467600"/>
              <a:gd name="connsiteY762" fmla="*/ 1602463 h 6858000"/>
              <a:gd name="connsiteX763" fmla="*/ 84689 w 7467600"/>
              <a:gd name="connsiteY763" fmla="*/ 1677442 h 6858000"/>
              <a:gd name="connsiteX764" fmla="*/ 298437 w 7467600"/>
              <a:gd name="connsiteY764" fmla="*/ 1968019 h 6858000"/>
              <a:gd name="connsiteX765" fmla="*/ 227269 w 7467600"/>
              <a:gd name="connsiteY765" fmla="*/ 1114064 h 6858000"/>
              <a:gd name="connsiteX766" fmla="*/ 248003 w 7467600"/>
              <a:gd name="connsiteY766" fmla="*/ 1089613 h 6858000"/>
              <a:gd name="connsiteX767" fmla="*/ 427020 w 7467600"/>
              <a:gd name="connsiteY767" fmla="*/ 1619803 h 6858000"/>
              <a:gd name="connsiteX768" fmla="*/ 340345 w 7467600"/>
              <a:gd name="connsiteY768" fmla="*/ 2027739 h 6858000"/>
              <a:gd name="connsiteX769" fmla="*/ 360865 w 7467600"/>
              <a:gd name="connsiteY769" fmla="*/ 2044827 h 6858000"/>
              <a:gd name="connsiteX770" fmla="*/ 560414 w 7467600"/>
              <a:gd name="connsiteY770" fmla="*/ 2421457 h 6858000"/>
              <a:gd name="connsiteX771" fmla="*/ 1359703 w 7467600"/>
              <a:gd name="connsiteY771" fmla="*/ 2578554 h 6858000"/>
              <a:gd name="connsiteX772" fmla="*/ 1359422 w 7467600"/>
              <a:gd name="connsiteY772" fmla="*/ 2577994 h 6858000"/>
              <a:gd name="connsiteX773" fmla="*/ 828701 w 7467600"/>
              <a:gd name="connsiteY773" fmla="*/ 1839520 h 6858000"/>
              <a:gd name="connsiteX774" fmla="*/ 494427 w 7467600"/>
              <a:gd name="connsiteY774" fmla="*/ 1092333 h 6858000"/>
              <a:gd name="connsiteX775" fmla="*/ 506322 w 7467600"/>
              <a:gd name="connsiteY775" fmla="*/ 1020997 h 6858000"/>
              <a:gd name="connsiteX776" fmla="*/ 4570198 w 7467600"/>
              <a:gd name="connsiteY776" fmla="*/ 978081 h 6858000"/>
              <a:gd name="connsiteX777" fmla="*/ 4523691 w 7467600"/>
              <a:gd name="connsiteY777" fmla="*/ 1127776 h 6858000"/>
              <a:gd name="connsiteX778" fmla="*/ 4509875 w 7467600"/>
              <a:gd name="connsiteY778" fmla="*/ 1167552 h 6858000"/>
              <a:gd name="connsiteX779" fmla="*/ 4478168 w 7467600"/>
              <a:gd name="connsiteY779" fmla="*/ 1260735 h 6858000"/>
              <a:gd name="connsiteX780" fmla="*/ 4409309 w 7467600"/>
              <a:gd name="connsiteY780" fmla="*/ 1666996 h 6858000"/>
              <a:gd name="connsiteX781" fmla="*/ 4370031 w 7467600"/>
              <a:gd name="connsiteY781" fmla="*/ 1955666 h 6858000"/>
              <a:gd name="connsiteX782" fmla="*/ 4570198 w 7467600"/>
              <a:gd name="connsiteY782" fmla="*/ 978081 h 6858000"/>
              <a:gd name="connsiteX783" fmla="*/ 4557898 w 7467600"/>
              <a:gd name="connsiteY783" fmla="*/ 900011 h 6858000"/>
              <a:gd name="connsiteX784" fmla="*/ 4344840 w 7467600"/>
              <a:gd name="connsiteY784" fmla="*/ 1922038 h 6858000"/>
              <a:gd name="connsiteX785" fmla="*/ 4378710 w 7467600"/>
              <a:gd name="connsiteY785" fmla="*/ 1665516 h 6858000"/>
              <a:gd name="connsiteX786" fmla="*/ 4448798 w 7467600"/>
              <a:gd name="connsiteY786" fmla="*/ 1253024 h 6858000"/>
              <a:gd name="connsiteX787" fmla="*/ 4480315 w 7467600"/>
              <a:gd name="connsiteY787" fmla="*/ 1158454 h 6858000"/>
              <a:gd name="connsiteX788" fmla="*/ 4494133 w 7467600"/>
              <a:gd name="connsiteY788" fmla="*/ 1118676 h 6858000"/>
              <a:gd name="connsiteX789" fmla="*/ 4557898 w 7467600"/>
              <a:gd name="connsiteY789" fmla="*/ 900011 h 6858000"/>
              <a:gd name="connsiteX790" fmla="*/ 5870151 w 7467600"/>
              <a:gd name="connsiteY790" fmla="*/ 898890 h 6858000"/>
              <a:gd name="connsiteX791" fmla="*/ 5861335 w 7467600"/>
              <a:gd name="connsiteY791" fmla="*/ 899177 h 6858000"/>
              <a:gd name="connsiteX792" fmla="*/ 5843702 w 7467600"/>
              <a:gd name="connsiteY792" fmla="*/ 899748 h 6858000"/>
              <a:gd name="connsiteX793" fmla="*/ 5651107 w 7467600"/>
              <a:gd name="connsiteY793" fmla="*/ 920306 h 6858000"/>
              <a:gd name="connsiteX794" fmla="*/ 5459407 w 7467600"/>
              <a:gd name="connsiteY794" fmla="*/ 940975 h 6858000"/>
              <a:gd name="connsiteX795" fmla="*/ 5374846 w 7467600"/>
              <a:gd name="connsiteY795" fmla="*/ 941988 h 6858000"/>
              <a:gd name="connsiteX796" fmla="*/ 5256105 w 7467600"/>
              <a:gd name="connsiteY796" fmla="*/ 945632 h 6858000"/>
              <a:gd name="connsiteX797" fmla="*/ 5107071 w 7467600"/>
              <a:gd name="connsiteY797" fmla="*/ 969720 h 6858000"/>
              <a:gd name="connsiteX798" fmla="*/ 4998681 w 7467600"/>
              <a:gd name="connsiteY798" fmla="*/ 988771 h 6858000"/>
              <a:gd name="connsiteX799" fmla="*/ 5870151 w 7467600"/>
              <a:gd name="connsiteY799" fmla="*/ 898890 h 6858000"/>
              <a:gd name="connsiteX800" fmla="*/ 5504425 w 7467600"/>
              <a:gd name="connsiteY800" fmla="*/ 848067 h 6858000"/>
              <a:gd name="connsiteX801" fmla="*/ 4968849 w 7467600"/>
              <a:gd name="connsiteY801" fmla="*/ 962318 h 6858000"/>
              <a:gd name="connsiteX802" fmla="*/ 5104039 w 7467600"/>
              <a:gd name="connsiteY802" fmla="*/ 940634 h 6858000"/>
              <a:gd name="connsiteX803" fmla="*/ 5256311 w 7467600"/>
              <a:gd name="connsiteY803" fmla="*/ 916490 h 6858000"/>
              <a:gd name="connsiteX804" fmla="*/ 5377381 w 7467600"/>
              <a:gd name="connsiteY804" fmla="*/ 912671 h 6858000"/>
              <a:gd name="connsiteX805" fmla="*/ 5460148 w 7467600"/>
              <a:gd name="connsiteY805" fmla="*/ 911442 h 6858000"/>
              <a:gd name="connsiteX806" fmla="*/ 5648971 w 7467600"/>
              <a:gd name="connsiteY806" fmla="*/ 891331 h 6858000"/>
              <a:gd name="connsiteX807" fmla="*/ 5844807 w 7467600"/>
              <a:gd name="connsiteY807" fmla="*/ 870718 h 6858000"/>
              <a:gd name="connsiteX808" fmla="*/ 5862975 w 7467600"/>
              <a:gd name="connsiteY808" fmla="*/ 869756 h 6858000"/>
              <a:gd name="connsiteX809" fmla="*/ 5920887 w 7467600"/>
              <a:gd name="connsiteY809" fmla="*/ 865929 h 6858000"/>
              <a:gd name="connsiteX810" fmla="*/ 5504425 w 7467600"/>
              <a:gd name="connsiteY810" fmla="*/ 848067 h 6858000"/>
              <a:gd name="connsiteX811" fmla="*/ 3607114 w 7467600"/>
              <a:gd name="connsiteY811" fmla="*/ 467441 h 6858000"/>
              <a:gd name="connsiteX812" fmla="*/ 3296242 w 7467600"/>
              <a:gd name="connsiteY812" fmla="*/ 807991 h 6858000"/>
              <a:gd name="connsiteX813" fmla="*/ 3174674 w 7467600"/>
              <a:gd name="connsiteY813" fmla="*/ 919759 h 6858000"/>
              <a:gd name="connsiteX814" fmla="*/ 3042978 w 7467600"/>
              <a:gd name="connsiteY814" fmla="*/ 1054894 h 6858000"/>
              <a:gd name="connsiteX815" fmla="*/ 2968914 w 7467600"/>
              <a:gd name="connsiteY815" fmla="*/ 1133756 h 6858000"/>
              <a:gd name="connsiteX816" fmla="*/ 3103823 w 7467600"/>
              <a:gd name="connsiteY816" fmla="*/ 1026814 h 6858000"/>
              <a:gd name="connsiteX817" fmla="*/ 3607114 w 7467600"/>
              <a:gd name="connsiteY817" fmla="*/ 467441 h 6858000"/>
              <a:gd name="connsiteX818" fmla="*/ 3744487 w 7467600"/>
              <a:gd name="connsiteY818" fmla="*/ 383136 h 6858000"/>
              <a:gd name="connsiteX819" fmla="*/ 3970213 w 7467600"/>
              <a:gd name="connsiteY819" fmla="*/ 995559 h 6858000"/>
              <a:gd name="connsiteX820" fmla="*/ 3744487 w 7467600"/>
              <a:gd name="connsiteY820" fmla="*/ 383136 h 6858000"/>
              <a:gd name="connsiteX821" fmla="*/ 3624562 w 7467600"/>
              <a:gd name="connsiteY821" fmla="*/ 367041 h 6858000"/>
              <a:gd name="connsiteX822" fmla="*/ 3489712 w 7467600"/>
              <a:gd name="connsiteY822" fmla="*/ 485386 h 6858000"/>
              <a:gd name="connsiteX823" fmla="*/ 3182994 w 7467600"/>
              <a:gd name="connsiteY823" fmla="*/ 828265 h 6858000"/>
              <a:gd name="connsiteX824" fmla="*/ 2892114 w 7467600"/>
              <a:gd name="connsiteY824" fmla="*/ 1172635 h 6858000"/>
              <a:gd name="connsiteX825" fmla="*/ 3021459 w 7467600"/>
              <a:gd name="connsiteY825" fmla="*/ 1035385 h 6858000"/>
              <a:gd name="connsiteX826" fmla="*/ 3153873 w 7467600"/>
              <a:gd name="connsiteY826" fmla="*/ 898971 h 6858000"/>
              <a:gd name="connsiteX827" fmla="*/ 3276511 w 7467600"/>
              <a:gd name="connsiteY827" fmla="*/ 786423 h 6858000"/>
              <a:gd name="connsiteX828" fmla="*/ 3584154 w 7467600"/>
              <a:gd name="connsiteY828" fmla="*/ 448218 h 6858000"/>
              <a:gd name="connsiteX829" fmla="*/ 3624562 w 7467600"/>
              <a:gd name="connsiteY829" fmla="*/ 367041 h 6858000"/>
              <a:gd name="connsiteX830" fmla="*/ 3766672 w 7467600"/>
              <a:gd name="connsiteY830" fmla="*/ 359429 h 6858000"/>
              <a:gd name="connsiteX831" fmla="*/ 3996338 w 7467600"/>
              <a:gd name="connsiteY831" fmla="*/ 968237 h 6858000"/>
              <a:gd name="connsiteX832" fmla="*/ 3766672 w 7467600"/>
              <a:gd name="connsiteY832" fmla="*/ 359429 h 6858000"/>
              <a:gd name="connsiteX833" fmla="*/ 5805386 w 7467600"/>
              <a:gd name="connsiteY833" fmla="*/ 239240 h 6858000"/>
              <a:gd name="connsiteX834" fmla="*/ 5736947 w 7467600"/>
              <a:gd name="connsiteY834" fmla="*/ 261367 h 6858000"/>
              <a:gd name="connsiteX835" fmla="*/ 5427012 w 7467600"/>
              <a:gd name="connsiteY835" fmla="*/ 311272 h 6858000"/>
              <a:gd name="connsiteX836" fmla="*/ 5147818 w 7467600"/>
              <a:gd name="connsiteY836" fmla="*/ 322112 h 6858000"/>
              <a:gd name="connsiteX837" fmla="*/ 5060854 w 7467600"/>
              <a:gd name="connsiteY837" fmla="*/ 311882 h 6858000"/>
              <a:gd name="connsiteX838" fmla="*/ 4945989 w 7467600"/>
              <a:gd name="connsiteY838" fmla="*/ 300516 h 6858000"/>
              <a:gd name="connsiteX839" fmla="*/ 5410479 w 7467600"/>
              <a:gd name="connsiteY839" fmla="*/ 348434 h 6858000"/>
              <a:gd name="connsiteX840" fmla="*/ 5805386 w 7467600"/>
              <a:gd name="connsiteY840" fmla="*/ 239240 h 6858000"/>
              <a:gd name="connsiteX841" fmla="*/ 5905192 w 7467600"/>
              <a:gd name="connsiteY841" fmla="*/ 163079 h 6858000"/>
              <a:gd name="connsiteX842" fmla="*/ 5865655 w 7467600"/>
              <a:gd name="connsiteY842" fmla="*/ 171901 h 6858000"/>
              <a:gd name="connsiteX843" fmla="*/ 5259740 w 7467600"/>
              <a:gd name="connsiteY843" fmla="*/ 257013 h 6858000"/>
              <a:gd name="connsiteX844" fmla="*/ 5208466 w 7467600"/>
              <a:gd name="connsiteY844" fmla="*/ 257550 h 6858000"/>
              <a:gd name="connsiteX845" fmla="*/ 4980204 w 7467600"/>
              <a:gd name="connsiteY845" fmla="*/ 271903 h 6858000"/>
              <a:gd name="connsiteX846" fmla="*/ 5068068 w 7467600"/>
              <a:gd name="connsiteY846" fmla="*/ 282244 h 6858000"/>
              <a:gd name="connsiteX847" fmla="*/ 5153231 w 7467600"/>
              <a:gd name="connsiteY847" fmla="*/ 292240 h 6858000"/>
              <a:gd name="connsiteX848" fmla="*/ 5426491 w 7467600"/>
              <a:gd name="connsiteY848" fmla="*/ 281128 h 6858000"/>
              <a:gd name="connsiteX849" fmla="*/ 5731212 w 7467600"/>
              <a:gd name="connsiteY849" fmla="*/ 231951 h 6858000"/>
              <a:gd name="connsiteX850" fmla="*/ 5905192 w 7467600"/>
              <a:gd name="connsiteY850" fmla="*/ 163079 h 6858000"/>
              <a:gd name="connsiteX851" fmla="*/ 5944437 w 7467600"/>
              <a:gd name="connsiteY851" fmla="*/ 113829 h 6858000"/>
              <a:gd name="connsiteX852" fmla="*/ 5825032 w 7467600"/>
              <a:gd name="connsiteY852" fmla="*/ 146405 h 6858000"/>
              <a:gd name="connsiteX853" fmla="*/ 4955599 w 7467600"/>
              <a:gd name="connsiteY853" fmla="*/ 247008 h 6858000"/>
              <a:gd name="connsiteX854" fmla="*/ 5210104 w 7467600"/>
              <a:gd name="connsiteY854" fmla="*/ 228123 h 6858000"/>
              <a:gd name="connsiteX855" fmla="*/ 5261015 w 7467600"/>
              <a:gd name="connsiteY855" fmla="*/ 227087 h 6858000"/>
              <a:gd name="connsiteX856" fmla="*/ 5861181 w 7467600"/>
              <a:gd name="connsiteY856" fmla="*/ 143093 h 6858000"/>
              <a:gd name="connsiteX857" fmla="*/ 5961252 w 7467600"/>
              <a:gd name="connsiteY857" fmla="*/ 114820 h 6858000"/>
              <a:gd name="connsiteX858" fmla="*/ 5944437 w 7467600"/>
              <a:gd name="connsiteY858" fmla="*/ 113829 h 6858000"/>
              <a:gd name="connsiteX859" fmla="*/ 3882765 w 7467600"/>
              <a:gd name="connsiteY859" fmla="*/ 0 h 6858000"/>
              <a:gd name="connsiteX860" fmla="*/ 3995099 w 7467600"/>
              <a:gd name="connsiteY860" fmla="*/ 0 h 6858000"/>
              <a:gd name="connsiteX861" fmla="*/ 4163818 w 7467600"/>
              <a:gd name="connsiteY861" fmla="*/ 234104 h 6858000"/>
              <a:gd name="connsiteX862" fmla="*/ 4172099 w 7467600"/>
              <a:gd name="connsiteY862" fmla="*/ 234207 h 6858000"/>
              <a:gd name="connsiteX863" fmla="*/ 4784282 w 7467600"/>
              <a:gd name="connsiteY863" fmla="*/ 276561 h 6858000"/>
              <a:gd name="connsiteX864" fmla="*/ 4801687 w 7467600"/>
              <a:gd name="connsiteY864" fmla="*/ 267764 h 6858000"/>
              <a:gd name="connsiteX865" fmla="*/ 6082788 w 7467600"/>
              <a:gd name="connsiteY865" fmla="*/ 64119 h 6858000"/>
              <a:gd name="connsiteX866" fmla="*/ 6099442 w 7467600"/>
              <a:gd name="connsiteY866" fmla="*/ 82568 h 6858000"/>
              <a:gd name="connsiteX867" fmla="*/ 4804137 w 7467600"/>
              <a:gd name="connsiteY867" fmla="*/ 320931 h 6858000"/>
              <a:gd name="connsiteX868" fmla="*/ 4227047 w 7467600"/>
              <a:gd name="connsiteY868" fmla="*/ 313415 h 6858000"/>
              <a:gd name="connsiteX869" fmla="*/ 4346041 w 7467600"/>
              <a:gd name="connsiteY869" fmla="*/ 456086 h 6858000"/>
              <a:gd name="connsiteX870" fmla="*/ 4870967 w 7467600"/>
              <a:gd name="connsiteY870" fmla="*/ 963061 h 6858000"/>
              <a:gd name="connsiteX871" fmla="*/ 4889647 w 7467600"/>
              <a:gd name="connsiteY871" fmla="*/ 957147 h 6858000"/>
              <a:gd name="connsiteX872" fmla="*/ 5422504 w 7467600"/>
              <a:gd name="connsiteY872" fmla="*/ 805191 h 6858000"/>
              <a:gd name="connsiteX873" fmla="*/ 6087656 w 7467600"/>
              <a:gd name="connsiteY873" fmla="*/ 826703 h 6858000"/>
              <a:gd name="connsiteX874" fmla="*/ 6058717 w 7467600"/>
              <a:gd name="connsiteY874" fmla="*/ 865992 h 6858000"/>
              <a:gd name="connsiteX875" fmla="*/ 4974153 w 7467600"/>
              <a:gd name="connsiteY875" fmla="*/ 1045456 h 6858000"/>
              <a:gd name="connsiteX876" fmla="*/ 5627835 w 7467600"/>
              <a:gd name="connsiteY876" fmla="*/ 1472077 h 6858000"/>
              <a:gd name="connsiteX877" fmla="*/ 5629817 w 7467600"/>
              <a:gd name="connsiteY877" fmla="*/ 1471412 h 6858000"/>
              <a:gd name="connsiteX878" fmla="*/ 5634124 w 7467600"/>
              <a:gd name="connsiteY878" fmla="*/ 1470572 h 6858000"/>
              <a:gd name="connsiteX879" fmla="*/ 5755832 w 7467600"/>
              <a:gd name="connsiteY879" fmla="*/ 1383886 h 6858000"/>
              <a:gd name="connsiteX880" fmla="*/ 6014186 w 7467600"/>
              <a:gd name="connsiteY880" fmla="*/ 1279799 h 6858000"/>
              <a:gd name="connsiteX881" fmla="*/ 6901619 w 7467600"/>
              <a:gd name="connsiteY881" fmla="*/ 1047874 h 6858000"/>
              <a:gd name="connsiteX882" fmla="*/ 6931566 w 7467600"/>
              <a:gd name="connsiteY882" fmla="*/ 1062034 h 6858000"/>
              <a:gd name="connsiteX883" fmla="*/ 5790982 w 7467600"/>
              <a:gd name="connsiteY883" fmla="*/ 1561380 h 6858000"/>
              <a:gd name="connsiteX884" fmla="*/ 6188971 w 7467600"/>
              <a:gd name="connsiteY884" fmla="*/ 1755168 h 6858000"/>
              <a:gd name="connsiteX885" fmla="*/ 6202446 w 7467600"/>
              <a:gd name="connsiteY885" fmla="*/ 1752268 h 6858000"/>
              <a:gd name="connsiteX886" fmla="*/ 7179560 w 7467600"/>
              <a:gd name="connsiteY886" fmla="*/ 1467551 h 6858000"/>
              <a:gd name="connsiteX887" fmla="*/ 7158730 w 7467600"/>
              <a:gd name="connsiteY887" fmla="*/ 1507835 h 6858000"/>
              <a:gd name="connsiteX888" fmla="*/ 6326959 w 7467600"/>
              <a:gd name="connsiteY888" fmla="*/ 1817686 h 6858000"/>
              <a:gd name="connsiteX889" fmla="*/ 6537433 w 7467600"/>
              <a:gd name="connsiteY889" fmla="*/ 1907790 h 6858000"/>
              <a:gd name="connsiteX890" fmla="*/ 6550221 w 7467600"/>
              <a:gd name="connsiteY890" fmla="*/ 1910729 h 6858000"/>
              <a:gd name="connsiteX891" fmla="*/ 6964438 w 7467600"/>
              <a:gd name="connsiteY891" fmla="*/ 2209505 h 6858000"/>
              <a:gd name="connsiteX892" fmla="*/ 7367862 w 7467600"/>
              <a:gd name="connsiteY892" fmla="*/ 2806833 h 6858000"/>
              <a:gd name="connsiteX893" fmla="*/ 7364329 w 7467600"/>
              <a:gd name="connsiteY893" fmla="*/ 2826907 h 6858000"/>
              <a:gd name="connsiteX894" fmla="*/ 7290545 w 7467600"/>
              <a:gd name="connsiteY894" fmla="*/ 2850663 h 6858000"/>
              <a:gd name="connsiteX895" fmla="*/ 6472036 w 7467600"/>
              <a:gd name="connsiteY895" fmla="*/ 1959003 h 6858000"/>
              <a:gd name="connsiteX896" fmla="*/ 5792897 w 7467600"/>
              <a:gd name="connsiteY896" fmla="*/ 1647747 h 6858000"/>
              <a:gd name="connsiteX897" fmla="*/ 5842751 w 7467600"/>
              <a:gd name="connsiteY897" fmla="*/ 1816112 h 6858000"/>
              <a:gd name="connsiteX898" fmla="*/ 5847424 w 7467600"/>
              <a:gd name="connsiteY898" fmla="*/ 1815776 h 6858000"/>
              <a:gd name="connsiteX899" fmla="*/ 6399821 w 7467600"/>
              <a:gd name="connsiteY899" fmla="*/ 2344799 h 6858000"/>
              <a:gd name="connsiteX900" fmla="*/ 6323232 w 7467600"/>
              <a:gd name="connsiteY900" fmla="*/ 2389634 h 6858000"/>
              <a:gd name="connsiteX901" fmla="*/ 5942958 w 7467600"/>
              <a:gd name="connsiteY901" fmla="*/ 2077708 h 6858000"/>
              <a:gd name="connsiteX902" fmla="*/ 5921559 w 7467600"/>
              <a:gd name="connsiteY902" fmla="*/ 2378596 h 6858000"/>
              <a:gd name="connsiteX903" fmla="*/ 5817651 w 7467600"/>
              <a:gd name="connsiteY903" fmla="*/ 3023919 h 6858000"/>
              <a:gd name="connsiteX904" fmla="*/ 5729634 w 7467600"/>
              <a:gd name="connsiteY904" fmla="*/ 3051849 h 6858000"/>
              <a:gd name="connsiteX905" fmla="*/ 5611018 w 7467600"/>
              <a:gd name="connsiteY905" fmla="*/ 2316769 h 6858000"/>
              <a:gd name="connsiteX906" fmla="*/ 5687608 w 7467600"/>
              <a:gd name="connsiteY906" fmla="*/ 2039972 h 6858000"/>
              <a:gd name="connsiteX907" fmla="*/ 5657554 w 7467600"/>
              <a:gd name="connsiteY907" fmla="*/ 1576445 h 6858000"/>
              <a:gd name="connsiteX908" fmla="*/ 5150475 w 7467600"/>
              <a:gd name="connsiteY908" fmla="*/ 1274012 h 6858000"/>
              <a:gd name="connsiteX909" fmla="*/ 5349142 w 7467600"/>
              <a:gd name="connsiteY909" fmla="*/ 2204405 h 6858000"/>
              <a:gd name="connsiteX910" fmla="*/ 5262214 w 7467600"/>
              <a:gd name="connsiteY910" fmla="*/ 2233836 h 6858000"/>
              <a:gd name="connsiteX911" fmla="*/ 4981539 w 7467600"/>
              <a:gd name="connsiteY911" fmla="*/ 1542201 h 6858000"/>
              <a:gd name="connsiteX912" fmla="*/ 4958461 w 7467600"/>
              <a:gd name="connsiteY912" fmla="*/ 1136957 h 6858000"/>
              <a:gd name="connsiteX913" fmla="*/ 4655015 w 7467600"/>
              <a:gd name="connsiteY913" fmla="*/ 891426 h 6858000"/>
              <a:gd name="connsiteX914" fmla="*/ 4348002 w 7467600"/>
              <a:gd name="connsiteY914" fmla="*/ 2205895 h 6858000"/>
              <a:gd name="connsiteX915" fmla="*/ 4262250 w 7467600"/>
              <a:gd name="connsiteY915" fmla="*/ 2219972 h 6858000"/>
              <a:gd name="connsiteX916" fmla="*/ 4550611 w 7467600"/>
              <a:gd name="connsiteY916" fmla="*/ 817540 h 6858000"/>
              <a:gd name="connsiteX917" fmla="*/ 4564418 w 7467600"/>
              <a:gd name="connsiteY917" fmla="*/ 808293 h 6858000"/>
              <a:gd name="connsiteX918" fmla="*/ 4266388 w 7467600"/>
              <a:gd name="connsiteY918" fmla="*/ 500083 h 6858000"/>
              <a:gd name="connsiteX919" fmla="*/ 4032842 w 7467600"/>
              <a:gd name="connsiteY919" fmla="*/ 211809 h 6858000"/>
              <a:gd name="connsiteX920" fmla="*/ 3882765 w 7467600"/>
              <a:gd name="connsiteY920" fmla="*/ 0 h 6858000"/>
              <a:gd name="connsiteX921" fmla="*/ 3721337 w 7467600"/>
              <a:gd name="connsiteY921" fmla="*/ 0 h 6858000"/>
              <a:gd name="connsiteX922" fmla="*/ 3797544 w 7467600"/>
              <a:gd name="connsiteY922" fmla="*/ 0 h 6858000"/>
              <a:gd name="connsiteX923" fmla="*/ 3775734 w 7467600"/>
              <a:gd name="connsiteY923" fmla="*/ 95131 h 6858000"/>
              <a:gd name="connsiteX924" fmla="*/ 3724807 w 7467600"/>
              <a:gd name="connsiteY924" fmla="*/ 272257 h 6858000"/>
              <a:gd name="connsiteX925" fmla="*/ 3726844 w 7467600"/>
              <a:gd name="connsiteY925" fmla="*/ 282988 h 6858000"/>
              <a:gd name="connsiteX926" fmla="*/ 3742664 w 7467600"/>
              <a:gd name="connsiteY926" fmla="*/ 279918 h 6858000"/>
              <a:gd name="connsiteX927" fmla="*/ 4103910 w 7467600"/>
              <a:gd name="connsiteY927" fmla="*/ 1161917 h 6858000"/>
              <a:gd name="connsiteX928" fmla="*/ 4020269 w 7467600"/>
              <a:gd name="connsiteY928" fmla="*/ 1200406 h 6858000"/>
              <a:gd name="connsiteX929" fmla="*/ 3674882 w 7467600"/>
              <a:gd name="connsiteY929" fmla="*/ 488524 h 6858000"/>
              <a:gd name="connsiteX930" fmla="*/ 3132682 w 7467600"/>
              <a:gd name="connsiteY930" fmla="*/ 1072284 h 6858000"/>
              <a:gd name="connsiteX931" fmla="*/ 2716346 w 7467600"/>
              <a:gd name="connsiteY931" fmla="*/ 1276376 h 6858000"/>
              <a:gd name="connsiteX932" fmla="*/ 2716772 w 7467600"/>
              <a:gd name="connsiteY932" fmla="*/ 1255462 h 6858000"/>
              <a:gd name="connsiteX933" fmla="*/ 3471096 w 7467600"/>
              <a:gd name="connsiteY933" fmla="*/ 437072 h 6858000"/>
              <a:gd name="connsiteX934" fmla="*/ 3639057 w 7467600"/>
              <a:gd name="connsiteY934" fmla="*/ 286334 h 6858000"/>
              <a:gd name="connsiteX935" fmla="*/ 3640309 w 7467600"/>
              <a:gd name="connsiteY935" fmla="*/ 284664 h 6858000"/>
              <a:gd name="connsiteX936" fmla="*/ 3646022 w 7467600"/>
              <a:gd name="connsiteY936" fmla="*/ 276711 h 6858000"/>
              <a:gd name="connsiteX937" fmla="*/ 3707943 w 7467600"/>
              <a:gd name="connsiteY937" fmla="*/ 65958 h 6858000"/>
              <a:gd name="connsiteX938" fmla="*/ 3721337 w 7467600"/>
              <a:gd name="connsiteY938" fmla="*/ 0 h 6858000"/>
              <a:gd name="connsiteX939" fmla="*/ 2867960 w 7467600"/>
              <a:gd name="connsiteY939" fmla="*/ 0 h 6858000"/>
              <a:gd name="connsiteX940" fmla="*/ 2926351 w 7467600"/>
              <a:gd name="connsiteY940" fmla="*/ 0 h 6858000"/>
              <a:gd name="connsiteX941" fmla="*/ 2902823 w 7467600"/>
              <a:gd name="connsiteY941" fmla="*/ 262929 h 6858000"/>
              <a:gd name="connsiteX942" fmla="*/ 2940663 w 7467600"/>
              <a:gd name="connsiteY942" fmla="*/ 140884 h 6858000"/>
              <a:gd name="connsiteX943" fmla="*/ 2947039 w 7467600"/>
              <a:gd name="connsiteY943" fmla="*/ 122524 h 6858000"/>
              <a:gd name="connsiteX944" fmla="*/ 2984316 w 7467600"/>
              <a:gd name="connsiteY944" fmla="*/ 0 h 6858000"/>
              <a:gd name="connsiteX945" fmla="*/ 3016114 w 7467600"/>
              <a:gd name="connsiteY945" fmla="*/ 0 h 6858000"/>
              <a:gd name="connsiteX946" fmla="*/ 2979949 w 7467600"/>
              <a:gd name="connsiteY946" fmla="*/ 119274 h 6858000"/>
              <a:gd name="connsiteX947" fmla="*/ 3023879 w 7467600"/>
              <a:gd name="connsiteY947" fmla="*/ 0 h 6858000"/>
              <a:gd name="connsiteX948" fmla="*/ 3105400 w 7467600"/>
              <a:gd name="connsiteY948" fmla="*/ 0 h 6858000"/>
              <a:gd name="connsiteX949" fmla="*/ 3094669 w 7467600"/>
              <a:gd name="connsiteY949" fmla="*/ 30308 h 6858000"/>
              <a:gd name="connsiteX950" fmla="*/ 2901945 w 7467600"/>
              <a:gd name="connsiteY950" fmla="*/ 466538 h 6858000"/>
              <a:gd name="connsiteX951" fmla="*/ 2815209 w 7467600"/>
              <a:gd name="connsiteY951" fmla="*/ 497361 h 6858000"/>
              <a:gd name="connsiteX952" fmla="*/ 2844845 w 7467600"/>
              <a:gd name="connsiteY952" fmla="*/ 127638 h 6858000"/>
              <a:gd name="connsiteX953" fmla="*/ 2867960 w 7467600"/>
              <a:gd name="connsiteY953" fmla="*/ 0 h 6858000"/>
              <a:gd name="connsiteX954" fmla="*/ 1057230 w 7467600"/>
              <a:gd name="connsiteY954" fmla="*/ 0 h 6858000"/>
              <a:gd name="connsiteX955" fmla="*/ 1111003 w 7467600"/>
              <a:gd name="connsiteY955" fmla="*/ 0 h 6858000"/>
              <a:gd name="connsiteX956" fmla="*/ 1125553 w 7467600"/>
              <a:gd name="connsiteY956" fmla="*/ 52588 h 6858000"/>
              <a:gd name="connsiteX957" fmla="*/ 1304276 w 7467600"/>
              <a:gd name="connsiteY957" fmla="*/ 476275 h 6858000"/>
              <a:gd name="connsiteX958" fmla="*/ 1492066 w 7467600"/>
              <a:gd name="connsiteY958" fmla="*/ 886333 h 6858000"/>
              <a:gd name="connsiteX959" fmla="*/ 1423698 w 7467600"/>
              <a:gd name="connsiteY959" fmla="*/ 710817 h 6858000"/>
              <a:gd name="connsiteX960" fmla="*/ 1357609 w 7467600"/>
              <a:gd name="connsiteY960" fmla="*/ 532892 h 6858000"/>
              <a:gd name="connsiteX961" fmla="*/ 1309550 w 7467600"/>
              <a:gd name="connsiteY961" fmla="*/ 374031 h 6858000"/>
              <a:gd name="connsiteX962" fmla="*/ 1193673 w 7467600"/>
              <a:gd name="connsiteY962" fmla="*/ 49533 h 6858000"/>
              <a:gd name="connsiteX963" fmla="*/ 1164391 w 7467600"/>
              <a:gd name="connsiteY963" fmla="*/ 0 h 6858000"/>
              <a:gd name="connsiteX964" fmla="*/ 1200666 w 7467600"/>
              <a:gd name="connsiteY964" fmla="*/ 0 h 6858000"/>
              <a:gd name="connsiteX965" fmla="*/ 1223408 w 7467600"/>
              <a:gd name="connsiteY965" fmla="*/ 38996 h 6858000"/>
              <a:gd name="connsiteX966" fmla="*/ 1339635 w 7467600"/>
              <a:gd name="connsiteY966" fmla="*/ 365517 h 6858000"/>
              <a:gd name="connsiteX967" fmla="*/ 1387469 w 7467600"/>
              <a:gd name="connsiteY967" fmla="*/ 523079 h 6858000"/>
              <a:gd name="connsiteX968" fmla="*/ 1452685 w 7467600"/>
              <a:gd name="connsiteY968" fmla="*/ 699806 h 6858000"/>
              <a:gd name="connsiteX969" fmla="*/ 1492092 w 7467600"/>
              <a:gd name="connsiteY969" fmla="*/ 800424 h 6858000"/>
              <a:gd name="connsiteX970" fmla="*/ 1455302 w 7467600"/>
              <a:gd name="connsiteY970" fmla="*/ 632913 h 6858000"/>
              <a:gd name="connsiteX971" fmla="*/ 1222336 w 7467600"/>
              <a:gd name="connsiteY971" fmla="*/ 9480 h 6858000"/>
              <a:gd name="connsiteX972" fmla="*/ 1214634 w 7467600"/>
              <a:gd name="connsiteY972" fmla="*/ 0 h 6858000"/>
              <a:gd name="connsiteX973" fmla="*/ 1289827 w 7467600"/>
              <a:gd name="connsiteY973" fmla="*/ 0 h 6858000"/>
              <a:gd name="connsiteX974" fmla="*/ 1321076 w 7467600"/>
              <a:gd name="connsiteY974" fmla="*/ 59722 h 6858000"/>
              <a:gd name="connsiteX975" fmla="*/ 1512579 w 7467600"/>
              <a:gd name="connsiteY975" fmla="*/ 626441 h 6858000"/>
              <a:gd name="connsiteX976" fmla="*/ 1506076 w 7467600"/>
              <a:gd name="connsiteY976" fmla="*/ 1089289 h 6858000"/>
              <a:gd name="connsiteX977" fmla="*/ 1486346 w 7467600"/>
              <a:gd name="connsiteY977" fmla="*/ 1079919 h 6858000"/>
              <a:gd name="connsiteX978" fmla="*/ 1070511 w 7467600"/>
              <a:gd name="connsiteY978" fmla="*/ 48609 h 6858000"/>
              <a:gd name="connsiteX979" fmla="*/ 1057230 w 7467600"/>
              <a:gd name="connsiteY979" fmla="*/ 0 h 6858000"/>
              <a:gd name="connsiteX980" fmla="*/ 43151 w 7467600"/>
              <a:gd name="connsiteY980" fmla="*/ 0 h 6858000"/>
              <a:gd name="connsiteX981" fmla="*/ 95283 w 7467600"/>
              <a:gd name="connsiteY981" fmla="*/ 0 h 6858000"/>
              <a:gd name="connsiteX982" fmla="*/ 300708 w 7467600"/>
              <a:gd name="connsiteY982" fmla="*/ 154571 h 6858000"/>
              <a:gd name="connsiteX983" fmla="*/ 530414 w 7467600"/>
              <a:gd name="connsiteY983" fmla="*/ 354673 h 6858000"/>
              <a:gd name="connsiteX984" fmla="*/ 333785 w 7467600"/>
              <a:gd name="connsiteY984" fmla="*/ 161564 h 6858000"/>
              <a:gd name="connsiteX985" fmla="*/ 147005 w 7467600"/>
              <a:gd name="connsiteY985" fmla="*/ 0 h 6858000"/>
              <a:gd name="connsiteX986" fmla="*/ 272509 w 7467600"/>
              <a:gd name="connsiteY986" fmla="*/ 0 h 6858000"/>
              <a:gd name="connsiteX987" fmla="*/ 326276 w 7467600"/>
              <a:gd name="connsiteY987" fmla="*/ 45847 h 6858000"/>
              <a:gd name="connsiteX988" fmla="*/ 823759 w 7467600"/>
              <a:gd name="connsiteY988" fmla="*/ 574145 h 6858000"/>
              <a:gd name="connsiteX989" fmla="*/ 811254 w 7467600"/>
              <a:gd name="connsiteY989" fmla="*/ 665546 h 6858000"/>
              <a:gd name="connsiteX990" fmla="*/ 154042 w 7467600"/>
              <a:gd name="connsiteY990" fmla="*/ 261522 h 6858000"/>
              <a:gd name="connsiteX991" fmla="*/ 13550 w 7467600"/>
              <a:gd name="connsiteY991" fmla="*/ 158423 h 6858000"/>
              <a:gd name="connsiteX992" fmla="*/ 0 w 7467600"/>
              <a:gd name="connsiteY992" fmla="*/ 146618 h 6858000"/>
              <a:gd name="connsiteX993" fmla="*/ 0 w 7467600"/>
              <a:gd name="connsiteY993" fmla="*/ 59161 h 6858000"/>
              <a:gd name="connsiteX994" fmla="*/ 45427 w 7467600"/>
              <a:gd name="connsiteY994" fmla="*/ 101078 h 6858000"/>
              <a:gd name="connsiteX995" fmla="*/ 630103 w 7467600"/>
              <a:gd name="connsiteY995" fmla="*/ 485885 h 6858000"/>
              <a:gd name="connsiteX996" fmla="*/ 532040 w 7467600"/>
              <a:gd name="connsiteY996" fmla="*/ 399359 h 6858000"/>
              <a:gd name="connsiteX997" fmla="*/ 517618 w 7467600"/>
              <a:gd name="connsiteY997" fmla="*/ 385726 h 6858000"/>
              <a:gd name="connsiteX998" fmla="*/ 285074 w 7467600"/>
              <a:gd name="connsiteY998" fmla="*/ 182755 h 6858000"/>
              <a:gd name="connsiteX999" fmla="*/ 43151 w 7467600"/>
              <a:gd name="connsiteY999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467600 w 7467600"/>
              <a:gd name="connsiteY127" fmla="*/ 5361850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7467600 w 7467600"/>
              <a:gd name="connsiteY137" fmla="*/ 5241225 h 6858000"/>
              <a:gd name="connsiteX138" fmla="*/ 7467600 w 7467600"/>
              <a:gd name="connsiteY138" fmla="*/ 5277736 h 6858000"/>
              <a:gd name="connsiteX139" fmla="*/ 7327465 w 7467600"/>
              <a:gd name="connsiteY139" fmla="*/ 5174181 h 6858000"/>
              <a:gd name="connsiteX140" fmla="*/ 7353035 w 7467600"/>
              <a:gd name="connsiteY140" fmla="*/ 5197318 h 6858000"/>
              <a:gd name="connsiteX141" fmla="*/ 7467600 w 7467600"/>
              <a:gd name="connsiteY141" fmla="*/ 5297634 h 6858000"/>
              <a:gd name="connsiteX142" fmla="*/ 7467600 w 7467600"/>
              <a:gd name="connsiteY142" fmla="*/ 5361850 h 6858000"/>
              <a:gd name="connsiteX143" fmla="*/ 1903353 w 7467600"/>
              <a:gd name="connsiteY143" fmla="*/ 5044827 h 6858000"/>
              <a:gd name="connsiteX144" fmla="*/ 1936931 w 7467600"/>
              <a:gd name="connsiteY144" fmla="*/ 5093954 h 6858000"/>
              <a:gd name="connsiteX145" fmla="*/ 2195868 w 7467600"/>
              <a:gd name="connsiteY145" fmla="*/ 5396574 h 6858000"/>
              <a:gd name="connsiteX146" fmla="*/ 2088852 w 7467600"/>
              <a:gd name="connsiteY146" fmla="*/ 5166123 h 6858000"/>
              <a:gd name="connsiteX147" fmla="*/ 1958241 w 7467600"/>
              <a:gd name="connsiteY147" fmla="*/ 5067955 h 6858000"/>
              <a:gd name="connsiteX148" fmla="*/ 1903353 w 7467600"/>
              <a:gd name="connsiteY148" fmla="*/ 5044827 h 6858000"/>
              <a:gd name="connsiteX149" fmla="*/ 1979378 w 7467600"/>
              <a:gd name="connsiteY149" fmla="*/ 4769504 h 6858000"/>
              <a:gd name="connsiteX150" fmla="*/ 2882120 w 7467600"/>
              <a:gd name="connsiteY150" fmla="*/ 5064547 h 6858000"/>
              <a:gd name="connsiteX151" fmla="*/ 2793103 w 7467600"/>
              <a:gd name="connsiteY151" fmla="*/ 5039699 h 6858000"/>
              <a:gd name="connsiteX152" fmla="*/ 2770041 w 7467600"/>
              <a:gd name="connsiteY152" fmla="*/ 5033634 h 6858000"/>
              <a:gd name="connsiteX153" fmla="*/ 1979378 w 7467600"/>
              <a:gd name="connsiteY153" fmla="*/ 4769504 h 6858000"/>
              <a:gd name="connsiteX154" fmla="*/ 1927410 w 7467600"/>
              <a:gd name="connsiteY154" fmla="*/ 4716164 h 6858000"/>
              <a:gd name="connsiteX155" fmla="*/ 1959587 w 7467600"/>
              <a:gd name="connsiteY155" fmla="*/ 4728849 h 6858000"/>
              <a:gd name="connsiteX156" fmla="*/ 2777707 w 7467600"/>
              <a:gd name="connsiteY156" fmla="*/ 5003991 h 6858000"/>
              <a:gd name="connsiteX157" fmla="*/ 2800768 w 7467600"/>
              <a:gd name="connsiteY157" fmla="*/ 5010056 h 6858000"/>
              <a:gd name="connsiteX158" fmla="*/ 2879408 w 7467600"/>
              <a:gd name="connsiteY158" fmla="*/ 5031590 h 6858000"/>
              <a:gd name="connsiteX159" fmla="*/ 2862295 w 7467600"/>
              <a:gd name="connsiteY159" fmla="*/ 5022958 h 6858000"/>
              <a:gd name="connsiteX160" fmla="*/ 2813343 w 7467600"/>
              <a:gd name="connsiteY160" fmla="*/ 4998369 h 6858000"/>
              <a:gd name="connsiteX161" fmla="*/ 2646245 w 7467600"/>
              <a:gd name="connsiteY161" fmla="*/ 4930999 h 6858000"/>
              <a:gd name="connsiteX162" fmla="*/ 1999243 w 7467600"/>
              <a:gd name="connsiteY162" fmla="*/ 4730524 h 6858000"/>
              <a:gd name="connsiteX163" fmla="*/ 1979527 w 7467600"/>
              <a:gd name="connsiteY163" fmla="*/ 4726651 h 6858000"/>
              <a:gd name="connsiteX164" fmla="*/ 1927410 w 7467600"/>
              <a:gd name="connsiteY164" fmla="*/ 4716164 h 6858000"/>
              <a:gd name="connsiteX165" fmla="*/ 1997014 w 7467600"/>
              <a:gd name="connsiteY165" fmla="*/ 4698007 h 6858000"/>
              <a:gd name="connsiteX166" fmla="*/ 2005458 w 7467600"/>
              <a:gd name="connsiteY166" fmla="*/ 4699540 h 6858000"/>
              <a:gd name="connsiteX167" fmla="*/ 2657186 w 7467600"/>
              <a:gd name="connsiteY167" fmla="*/ 4901687 h 6858000"/>
              <a:gd name="connsiteX168" fmla="*/ 2826662 w 7467600"/>
              <a:gd name="connsiteY168" fmla="*/ 4970362 h 6858000"/>
              <a:gd name="connsiteX169" fmla="*/ 2876100 w 7467600"/>
              <a:gd name="connsiteY169" fmla="*/ 4995397 h 6858000"/>
              <a:gd name="connsiteX170" fmla="*/ 3042600 w 7467600"/>
              <a:gd name="connsiteY170" fmla="*/ 5059532 h 6858000"/>
              <a:gd name="connsiteX171" fmla="*/ 1997014 w 7467600"/>
              <a:gd name="connsiteY171" fmla="*/ 4698007 h 6858000"/>
              <a:gd name="connsiteX172" fmla="*/ 2305292 w 7467600"/>
              <a:gd name="connsiteY172" fmla="*/ 4219492 h 6858000"/>
              <a:gd name="connsiteX173" fmla="*/ 3360922 w 7467600"/>
              <a:gd name="connsiteY173" fmla="*/ 4529373 h 6858000"/>
              <a:gd name="connsiteX174" fmla="*/ 3492420 w 7467600"/>
              <a:gd name="connsiteY174" fmla="*/ 4510145 h 6858000"/>
              <a:gd name="connsiteX175" fmla="*/ 3364086 w 7467600"/>
              <a:gd name="connsiteY175" fmla="*/ 4480340 h 6858000"/>
              <a:gd name="connsiteX176" fmla="*/ 3225818 w 7467600"/>
              <a:gd name="connsiteY176" fmla="*/ 4411822 h 6858000"/>
              <a:gd name="connsiteX177" fmla="*/ 3129696 w 7467600"/>
              <a:gd name="connsiteY177" fmla="*/ 4360704 h 6858000"/>
              <a:gd name="connsiteX178" fmla="*/ 2814545 w 7467600"/>
              <a:gd name="connsiteY178" fmla="*/ 4282955 h 6858000"/>
              <a:gd name="connsiteX179" fmla="*/ 2305292 w 7467600"/>
              <a:gd name="connsiteY179" fmla="*/ 4219492 h 6858000"/>
              <a:gd name="connsiteX180" fmla="*/ 2626982 w 7467600"/>
              <a:gd name="connsiteY180" fmla="*/ 4206450 h 6858000"/>
              <a:gd name="connsiteX181" fmla="*/ 2490617 w 7467600"/>
              <a:gd name="connsiteY181" fmla="*/ 4206951 h 6858000"/>
              <a:gd name="connsiteX182" fmla="*/ 2819869 w 7467600"/>
              <a:gd name="connsiteY182" fmla="*/ 4252936 h 6858000"/>
              <a:gd name="connsiteX183" fmla="*/ 3143018 w 7467600"/>
              <a:gd name="connsiteY183" fmla="*/ 4332698 h 6858000"/>
              <a:gd name="connsiteX184" fmla="*/ 3241520 w 7467600"/>
              <a:gd name="connsiteY184" fmla="*/ 4385112 h 6858000"/>
              <a:gd name="connsiteX185" fmla="*/ 3374575 w 7467600"/>
              <a:gd name="connsiteY185" fmla="*/ 4451517 h 6858000"/>
              <a:gd name="connsiteX186" fmla="*/ 3505221 w 7467600"/>
              <a:gd name="connsiteY186" fmla="*/ 4480757 h 6858000"/>
              <a:gd name="connsiteX187" fmla="*/ 2626982 w 7467600"/>
              <a:gd name="connsiteY187" fmla="*/ 4206450 h 6858000"/>
              <a:gd name="connsiteX188" fmla="*/ 1310106 w 7467600"/>
              <a:gd name="connsiteY188" fmla="*/ 3943217 h 6858000"/>
              <a:gd name="connsiteX189" fmla="*/ 854994 w 7467600"/>
              <a:gd name="connsiteY189" fmla="*/ 4399136 h 6858000"/>
              <a:gd name="connsiteX190" fmla="*/ 742462 w 7467600"/>
              <a:gd name="connsiteY190" fmla="*/ 4594648 h 6858000"/>
              <a:gd name="connsiteX191" fmla="*/ 820602 w 7467600"/>
              <a:gd name="connsiteY191" fmla="*/ 4485915 h 6858000"/>
              <a:gd name="connsiteX192" fmla="*/ 878295 w 7467600"/>
              <a:gd name="connsiteY192" fmla="*/ 4403594 h 6858000"/>
              <a:gd name="connsiteX193" fmla="*/ 1240607 w 7467600"/>
              <a:gd name="connsiteY193" fmla="*/ 4010401 h 6858000"/>
              <a:gd name="connsiteX194" fmla="*/ 1310106 w 7467600"/>
              <a:gd name="connsiteY194" fmla="*/ 3943217 h 6858000"/>
              <a:gd name="connsiteX195" fmla="*/ 1423113 w 7467600"/>
              <a:gd name="connsiteY195" fmla="*/ 3874565 h 6858000"/>
              <a:gd name="connsiteX196" fmla="*/ 1260565 w 7467600"/>
              <a:gd name="connsiteY196" fmla="*/ 4031982 h 6858000"/>
              <a:gd name="connsiteX197" fmla="*/ 901900 w 7467600"/>
              <a:gd name="connsiteY197" fmla="*/ 4421236 h 6858000"/>
              <a:gd name="connsiteX198" fmla="*/ 845044 w 7467600"/>
              <a:gd name="connsiteY198" fmla="*/ 4502436 h 6858000"/>
              <a:gd name="connsiteX199" fmla="*/ 685926 w 7467600"/>
              <a:gd name="connsiteY199" fmla="*/ 4703069 h 6858000"/>
              <a:gd name="connsiteX200" fmla="*/ 684248 w 7467600"/>
              <a:gd name="connsiteY200" fmla="*/ 4706721 h 6858000"/>
              <a:gd name="connsiteX201" fmla="*/ 1423113 w 7467600"/>
              <a:gd name="connsiteY201" fmla="*/ 3874565 h 6858000"/>
              <a:gd name="connsiteX202" fmla="*/ 3316479 w 7467600"/>
              <a:gd name="connsiteY202" fmla="*/ 3872136 h 6858000"/>
              <a:gd name="connsiteX203" fmla="*/ 3546806 w 7467600"/>
              <a:gd name="connsiteY203" fmla="*/ 4356139 h 6858000"/>
              <a:gd name="connsiteX204" fmla="*/ 3364433 w 7467600"/>
              <a:gd name="connsiteY204" fmla="*/ 3953121 h 6858000"/>
              <a:gd name="connsiteX205" fmla="*/ 3316479 w 7467600"/>
              <a:gd name="connsiteY205" fmla="*/ 3872136 h 6858000"/>
              <a:gd name="connsiteX206" fmla="*/ 3291335 w 7467600"/>
              <a:gd name="connsiteY206" fmla="*/ 3767420 h 6858000"/>
              <a:gd name="connsiteX207" fmla="*/ 3390805 w 7467600"/>
              <a:gd name="connsiteY207" fmla="*/ 3937163 h 6858000"/>
              <a:gd name="connsiteX208" fmla="*/ 3579062 w 7467600"/>
              <a:gd name="connsiteY208" fmla="*/ 4359040 h 6858000"/>
              <a:gd name="connsiteX209" fmla="*/ 3467355 w 7467600"/>
              <a:gd name="connsiteY209" fmla="*/ 3988130 h 6858000"/>
              <a:gd name="connsiteX210" fmla="*/ 3310753 w 7467600"/>
              <a:gd name="connsiteY210" fmla="*/ 3787140 h 6858000"/>
              <a:gd name="connsiteX211" fmla="*/ 3291335 w 7467600"/>
              <a:gd name="connsiteY211" fmla="*/ 3767420 h 6858000"/>
              <a:gd name="connsiteX212" fmla="*/ 1635889 w 7467600"/>
              <a:gd name="connsiteY212" fmla="*/ 3709494 h 6858000"/>
              <a:gd name="connsiteX213" fmla="*/ 1634800 w 7467600"/>
              <a:gd name="connsiteY213" fmla="*/ 3731111 h 6858000"/>
              <a:gd name="connsiteX214" fmla="*/ 1635889 w 7467600"/>
              <a:gd name="connsiteY214" fmla="*/ 3709494 h 6858000"/>
              <a:gd name="connsiteX215" fmla="*/ 1510397 w 7467600"/>
              <a:gd name="connsiteY215" fmla="*/ 3684705 h 6858000"/>
              <a:gd name="connsiteX216" fmla="*/ 1146550 w 7467600"/>
              <a:gd name="connsiteY216" fmla="*/ 3802012 h 6858000"/>
              <a:gd name="connsiteX217" fmla="*/ 698834 w 7467600"/>
              <a:gd name="connsiteY217" fmla="*/ 3952272 h 6858000"/>
              <a:gd name="connsiteX218" fmla="*/ 34256 w 7467600"/>
              <a:gd name="connsiteY218" fmla="*/ 4347603 h 6858000"/>
              <a:gd name="connsiteX219" fmla="*/ 527241 w 7467600"/>
              <a:gd name="connsiteY219" fmla="*/ 4065078 h 6858000"/>
              <a:gd name="connsiteX220" fmla="*/ 1510397 w 7467600"/>
              <a:gd name="connsiteY220" fmla="*/ 3684705 h 6858000"/>
              <a:gd name="connsiteX221" fmla="*/ 1313114 w 7467600"/>
              <a:gd name="connsiteY221" fmla="*/ 3655216 h 6858000"/>
              <a:gd name="connsiteX222" fmla="*/ 1109304 w 7467600"/>
              <a:gd name="connsiteY222" fmla="*/ 3669030 h 6858000"/>
              <a:gd name="connsiteX223" fmla="*/ 8129 w 7467600"/>
              <a:gd name="connsiteY223" fmla="*/ 4330519 h 6858000"/>
              <a:gd name="connsiteX224" fmla="*/ 687572 w 7467600"/>
              <a:gd name="connsiteY224" fmla="*/ 3925629 h 6858000"/>
              <a:gd name="connsiteX225" fmla="*/ 1138365 w 7467600"/>
              <a:gd name="connsiteY225" fmla="*/ 3774515 h 6858000"/>
              <a:gd name="connsiteX226" fmla="*/ 1505579 w 7467600"/>
              <a:gd name="connsiteY226" fmla="*/ 3655526 h 6858000"/>
              <a:gd name="connsiteX227" fmla="*/ 1313114 w 7467600"/>
              <a:gd name="connsiteY227" fmla="*/ 3655216 h 6858000"/>
              <a:gd name="connsiteX228" fmla="*/ 3655073 w 7467600"/>
              <a:gd name="connsiteY228" fmla="*/ 3650884 h 6858000"/>
              <a:gd name="connsiteX229" fmla="*/ 3989938 w 7467600"/>
              <a:gd name="connsiteY229" fmla="*/ 3991685 h 6858000"/>
              <a:gd name="connsiteX230" fmla="*/ 4393907 w 7467600"/>
              <a:gd name="connsiteY230" fmla="*/ 4261258 h 6858000"/>
              <a:gd name="connsiteX231" fmla="*/ 4648051 w 7467600"/>
              <a:gd name="connsiteY231" fmla="*/ 4374051 h 6858000"/>
              <a:gd name="connsiteX232" fmla="*/ 4383389 w 7467600"/>
              <a:gd name="connsiteY232" fmla="*/ 4184369 h 6858000"/>
              <a:gd name="connsiteX233" fmla="*/ 4165508 w 7467600"/>
              <a:gd name="connsiteY233" fmla="*/ 4035196 h 6858000"/>
              <a:gd name="connsiteX234" fmla="*/ 4068162 w 7467600"/>
              <a:gd name="connsiteY234" fmla="*/ 3953394 h 6858000"/>
              <a:gd name="connsiteX235" fmla="*/ 3981416 w 7467600"/>
              <a:gd name="connsiteY235" fmla="*/ 3880482 h 6858000"/>
              <a:gd name="connsiteX236" fmla="*/ 3800147 w 7467600"/>
              <a:gd name="connsiteY236" fmla="*/ 3749872 h 6858000"/>
              <a:gd name="connsiteX237" fmla="*/ 3655073 w 7467600"/>
              <a:gd name="connsiteY237" fmla="*/ 3650884 h 6858000"/>
              <a:gd name="connsiteX238" fmla="*/ 3670252 w 7467600"/>
              <a:gd name="connsiteY238" fmla="*/ 3622798 h 6858000"/>
              <a:gd name="connsiteX239" fmla="*/ 3817258 w 7467600"/>
              <a:gd name="connsiteY239" fmla="*/ 3723577 h 6858000"/>
              <a:gd name="connsiteX240" fmla="*/ 4000461 w 7467600"/>
              <a:gd name="connsiteY240" fmla="*/ 3855966 h 6858000"/>
              <a:gd name="connsiteX241" fmla="*/ 4088180 w 7467600"/>
              <a:gd name="connsiteY241" fmla="*/ 3929774 h 6858000"/>
              <a:gd name="connsiteX242" fmla="*/ 4184555 w 7467600"/>
              <a:gd name="connsiteY242" fmla="*/ 4010683 h 6858000"/>
              <a:gd name="connsiteX243" fmla="*/ 4399563 w 7467600"/>
              <a:gd name="connsiteY243" fmla="*/ 4158106 h 6858000"/>
              <a:gd name="connsiteX244" fmla="*/ 4684469 w 7467600"/>
              <a:gd name="connsiteY244" fmla="*/ 4364680 h 6858000"/>
              <a:gd name="connsiteX245" fmla="*/ 4690271 w 7467600"/>
              <a:gd name="connsiteY245" fmla="*/ 4370034 h 6858000"/>
              <a:gd name="connsiteX246" fmla="*/ 4136093 w 7467600"/>
              <a:gd name="connsiteY246" fmla="*/ 3858466 h 6858000"/>
              <a:gd name="connsiteX247" fmla="*/ 3670252 w 7467600"/>
              <a:gd name="connsiteY247" fmla="*/ 3622798 h 6858000"/>
              <a:gd name="connsiteX248" fmla="*/ 4440129 w 7467600"/>
              <a:gd name="connsiteY248" fmla="*/ 3448571 h 6858000"/>
              <a:gd name="connsiteX249" fmla="*/ 4856525 w 7467600"/>
              <a:gd name="connsiteY249" fmla="*/ 3915351 h 6858000"/>
              <a:gd name="connsiteX250" fmla="*/ 5059055 w 7467600"/>
              <a:gd name="connsiteY250" fmla="*/ 4108918 h 6858000"/>
              <a:gd name="connsiteX251" fmla="*/ 5290070 w 7467600"/>
              <a:gd name="connsiteY251" fmla="*/ 4263619 h 6858000"/>
              <a:gd name="connsiteX252" fmla="*/ 4834991 w 7467600"/>
              <a:gd name="connsiteY252" fmla="*/ 3830985 h 6858000"/>
              <a:gd name="connsiteX253" fmla="*/ 4440129 w 7467600"/>
              <a:gd name="connsiteY253" fmla="*/ 3448571 h 6858000"/>
              <a:gd name="connsiteX254" fmla="*/ 4441737 w 7467600"/>
              <a:gd name="connsiteY254" fmla="*/ 3399734 h 6858000"/>
              <a:gd name="connsiteX255" fmla="*/ 4431236 w 7467600"/>
              <a:gd name="connsiteY255" fmla="*/ 3400954 h 6858000"/>
              <a:gd name="connsiteX256" fmla="*/ 4557150 w 7467600"/>
              <a:gd name="connsiteY256" fmla="*/ 3510023 h 6858000"/>
              <a:gd name="connsiteX257" fmla="*/ 4856936 w 7467600"/>
              <a:gd name="connsiteY257" fmla="*/ 3809146 h 6858000"/>
              <a:gd name="connsiteX258" fmla="*/ 5111996 w 7467600"/>
              <a:gd name="connsiteY258" fmla="*/ 4065759 h 6858000"/>
              <a:gd name="connsiteX259" fmla="*/ 5388878 w 7467600"/>
              <a:gd name="connsiteY259" fmla="*/ 4300185 h 6858000"/>
              <a:gd name="connsiteX260" fmla="*/ 5425556 w 7467600"/>
              <a:gd name="connsiteY260" fmla="*/ 4308967 h 6858000"/>
              <a:gd name="connsiteX261" fmla="*/ 4943646 w 7467600"/>
              <a:gd name="connsiteY261" fmla="*/ 3822916 h 6858000"/>
              <a:gd name="connsiteX262" fmla="*/ 4594837 w 7467600"/>
              <a:gd name="connsiteY262" fmla="*/ 3532274 h 6858000"/>
              <a:gd name="connsiteX263" fmla="*/ 4441737 w 7467600"/>
              <a:gd name="connsiteY263" fmla="*/ 3399734 h 6858000"/>
              <a:gd name="connsiteX264" fmla="*/ 5425834 w 7467600"/>
              <a:gd name="connsiteY264" fmla="*/ 3162785 h 6858000"/>
              <a:gd name="connsiteX265" fmla="*/ 5401644 w 7467600"/>
              <a:gd name="connsiteY265" fmla="*/ 3617847 h 6858000"/>
              <a:gd name="connsiteX266" fmla="*/ 5467256 w 7467600"/>
              <a:gd name="connsiteY266" fmla="*/ 4175494 h 6858000"/>
              <a:gd name="connsiteX267" fmla="*/ 5448069 w 7467600"/>
              <a:gd name="connsiteY267" fmla="*/ 3567554 h 6858000"/>
              <a:gd name="connsiteX268" fmla="*/ 5425834 w 7467600"/>
              <a:gd name="connsiteY268" fmla="*/ 3162785 h 6858000"/>
              <a:gd name="connsiteX269" fmla="*/ 1318687 w 7467600"/>
              <a:gd name="connsiteY269" fmla="*/ 3113840 h 6858000"/>
              <a:gd name="connsiteX270" fmla="*/ 1066793 w 7467600"/>
              <a:gd name="connsiteY270" fmla="*/ 3212171 h 6858000"/>
              <a:gd name="connsiteX271" fmla="*/ 993319 w 7467600"/>
              <a:gd name="connsiteY271" fmla="*/ 3247648 h 6858000"/>
              <a:gd name="connsiteX272" fmla="*/ 853081 w 7467600"/>
              <a:gd name="connsiteY272" fmla="*/ 3312410 h 6858000"/>
              <a:gd name="connsiteX273" fmla="*/ 805957 w 7467600"/>
              <a:gd name="connsiteY273" fmla="*/ 3330443 h 6858000"/>
              <a:gd name="connsiteX274" fmla="*/ 1318687 w 7467600"/>
              <a:gd name="connsiteY274" fmla="*/ 3113840 h 6858000"/>
              <a:gd name="connsiteX275" fmla="*/ 5453702 w 7467600"/>
              <a:gd name="connsiteY275" fmla="*/ 3090882 h 6858000"/>
              <a:gd name="connsiteX276" fmla="*/ 5480135 w 7467600"/>
              <a:gd name="connsiteY276" fmla="*/ 3565802 h 6858000"/>
              <a:gd name="connsiteX277" fmla="*/ 5499023 w 7467600"/>
              <a:gd name="connsiteY277" fmla="*/ 4166310 h 6858000"/>
              <a:gd name="connsiteX278" fmla="*/ 5547022 w 7467600"/>
              <a:gd name="connsiteY278" fmla="*/ 3607838 h 6858000"/>
              <a:gd name="connsiteX279" fmla="*/ 5515964 w 7467600"/>
              <a:gd name="connsiteY279" fmla="*/ 3378541 h 6858000"/>
              <a:gd name="connsiteX280" fmla="*/ 5453702 w 7467600"/>
              <a:gd name="connsiteY280" fmla="*/ 3090882 h 6858000"/>
              <a:gd name="connsiteX281" fmla="*/ 1238695 w 7467600"/>
              <a:gd name="connsiteY281" fmla="*/ 3076820 h 6858000"/>
              <a:gd name="connsiteX282" fmla="*/ 716371 w 7467600"/>
              <a:gd name="connsiteY282" fmla="*/ 3293249 h 6858000"/>
              <a:gd name="connsiteX283" fmla="*/ 579522 w 7467600"/>
              <a:gd name="connsiteY283" fmla="*/ 3371759 h 6858000"/>
              <a:gd name="connsiteX284" fmla="*/ 600288 w 7467600"/>
              <a:gd name="connsiteY284" fmla="*/ 3365555 h 6858000"/>
              <a:gd name="connsiteX285" fmla="*/ 840692 w 7467600"/>
              <a:gd name="connsiteY285" fmla="*/ 3284921 h 6858000"/>
              <a:gd name="connsiteX286" fmla="*/ 979248 w 7467600"/>
              <a:gd name="connsiteY286" fmla="*/ 3221003 h 6858000"/>
              <a:gd name="connsiteX287" fmla="*/ 1053282 w 7467600"/>
              <a:gd name="connsiteY287" fmla="*/ 3185247 h 6858000"/>
              <a:gd name="connsiteX288" fmla="*/ 1320603 w 7467600"/>
              <a:gd name="connsiteY288" fmla="*/ 3081281 h 6858000"/>
              <a:gd name="connsiteX289" fmla="*/ 1238695 w 7467600"/>
              <a:gd name="connsiteY289" fmla="*/ 3076820 h 6858000"/>
              <a:gd name="connsiteX290" fmla="*/ 5425627 w 7467600"/>
              <a:gd name="connsiteY290" fmla="*/ 2954192 h 6858000"/>
              <a:gd name="connsiteX291" fmla="*/ 5470770 w 7467600"/>
              <a:gd name="connsiteY291" fmla="*/ 3005435 h 6858000"/>
              <a:gd name="connsiteX292" fmla="*/ 5519779 w 7467600"/>
              <a:gd name="connsiteY292" fmla="*/ 4359223 h 6858000"/>
              <a:gd name="connsiteX293" fmla="*/ 5520293 w 7467600"/>
              <a:gd name="connsiteY293" fmla="*/ 4360602 h 6858000"/>
              <a:gd name="connsiteX294" fmla="*/ 5767221 w 7467600"/>
              <a:gd name="connsiteY294" fmla="*/ 4665564 h 6858000"/>
              <a:gd name="connsiteX295" fmla="*/ 6937169 w 7467600"/>
              <a:gd name="connsiteY295" fmla="*/ 4815941 h 6858000"/>
              <a:gd name="connsiteX296" fmla="*/ 6953922 w 7467600"/>
              <a:gd name="connsiteY296" fmla="*/ 4890068 h 6858000"/>
              <a:gd name="connsiteX297" fmla="*/ 6071359 w 7467600"/>
              <a:gd name="connsiteY297" fmla="*/ 4770770 h 6858000"/>
              <a:gd name="connsiteX298" fmla="*/ 6038839 w 7467600"/>
              <a:gd name="connsiteY298" fmla="*/ 4764474 h 6858000"/>
              <a:gd name="connsiteX299" fmla="*/ 6038706 w 7467600"/>
              <a:gd name="connsiteY299" fmla="*/ 4763847 h 6858000"/>
              <a:gd name="connsiteX300" fmla="*/ 6037784 w 7467600"/>
              <a:gd name="connsiteY300" fmla="*/ 4764270 h 6858000"/>
              <a:gd name="connsiteX301" fmla="*/ 6038839 w 7467600"/>
              <a:gd name="connsiteY301" fmla="*/ 4764474 h 6858000"/>
              <a:gd name="connsiteX302" fmla="*/ 6040338 w 7467600"/>
              <a:gd name="connsiteY302" fmla="*/ 4771418 h 6858000"/>
              <a:gd name="connsiteX303" fmla="*/ 6024488 w 7467600"/>
              <a:gd name="connsiteY303" fmla="*/ 4809903 h 6858000"/>
              <a:gd name="connsiteX304" fmla="*/ 5599771 w 7467600"/>
              <a:gd name="connsiteY304" fmla="*/ 5509652 h 6858000"/>
              <a:gd name="connsiteX305" fmla="*/ 5548843 w 7467600"/>
              <a:gd name="connsiteY305" fmla="*/ 5563845 h 6858000"/>
              <a:gd name="connsiteX306" fmla="*/ 5940952 w 7467600"/>
              <a:gd name="connsiteY306" fmla="*/ 6250028 h 6858000"/>
              <a:gd name="connsiteX307" fmla="*/ 6043441 w 7467600"/>
              <a:gd name="connsiteY307" fmla="*/ 6665847 h 6858000"/>
              <a:gd name="connsiteX308" fmla="*/ 6093432 w 7467600"/>
              <a:gd name="connsiteY308" fmla="*/ 6858000 h 6858000"/>
              <a:gd name="connsiteX309" fmla="*/ 6034344 w 7467600"/>
              <a:gd name="connsiteY309" fmla="*/ 6858000 h 6858000"/>
              <a:gd name="connsiteX310" fmla="*/ 6026679 w 7467600"/>
              <a:gd name="connsiteY310" fmla="*/ 6836959 h 6858000"/>
              <a:gd name="connsiteX311" fmla="*/ 5800441 w 7467600"/>
              <a:gd name="connsiteY311" fmla="*/ 6335286 h 6858000"/>
              <a:gd name="connsiteX312" fmla="*/ 5526562 w 7467600"/>
              <a:gd name="connsiteY312" fmla="*/ 5705388 h 6858000"/>
              <a:gd name="connsiteX313" fmla="*/ 5519640 w 7467600"/>
              <a:gd name="connsiteY313" fmla="*/ 5683774 h 6858000"/>
              <a:gd name="connsiteX314" fmla="*/ 5844559 w 7467600"/>
              <a:gd name="connsiteY314" fmla="*/ 6553349 h 6858000"/>
              <a:gd name="connsiteX315" fmla="*/ 5975994 w 7467600"/>
              <a:gd name="connsiteY315" fmla="*/ 6858000 h 6858000"/>
              <a:gd name="connsiteX316" fmla="*/ 5898547 w 7467600"/>
              <a:gd name="connsiteY316" fmla="*/ 6858000 h 6858000"/>
              <a:gd name="connsiteX317" fmla="*/ 5682041 w 7467600"/>
              <a:gd name="connsiteY317" fmla="*/ 6355860 h 6858000"/>
              <a:gd name="connsiteX318" fmla="*/ 5461758 w 7467600"/>
              <a:gd name="connsiteY318" fmla="*/ 5820220 h 6858000"/>
              <a:gd name="connsiteX319" fmla="*/ 5237282 w 7467600"/>
              <a:gd name="connsiteY319" fmla="*/ 6579086 h 6858000"/>
              <a:gd name="connsiteX320" fmla="*/ 5115009 w 7467600"/>
              <a:gd name="connsiteY320" fmla="*/ 6858000 h 6858000"/>
              <a:gd name="connsiteX321" fmla="*/ 5028074 w 7467600"/>
              <a:gd name="connsiteY321" fmla="*/ 6858000 h 6858000"/>
              <a:gd name="connsiteX322" fmla="*/ 5079508 w 7467600"/>
              <a:gd name="connsiteY322" fmla="*/ 6749074 h 6858000"/>
              <a:gd name="connsiteX323" fmla="*/ 5371846 w 7467600"/>
              <a:gd name="connsiteY323" fmla="*/ 5924413 h 6858000"/>
              <a:gd name="connsiteX324" fmla="*/ 5270512 w 7467600"/>
              <a:gd name="connsiteY324" fmla="*/ 6138975 h 6858000"/>
              <a:gd name="connsiteX325" fmla="*/ 5062409 w 7467600"/>
              <a:gd name="connsiteY325" fmla="*/ 6653544 h 6858000"/>
              <a:gd name="connsiteX326" fmla="*/ 5036628 w 7467600"/>
              <a:gd name="connsiteY326" fmla="*/ 6754247 h 6858000"/>
              <a:gd name="connsiteX327" fmla="*/ 5009112 w 7467600"/>
              <a:gd name="connsiteY327" fmla="*/ 6858000 h 6858000"/>
              <a:gd name="connsiteX328" fmla="*/ 4976679 w 7467600"/>
              <a:gd name="connsiteY328" fmla="*/ 6858000 h 6858000"/>
              <a:gd name="connsiteX329" fmla="*/ 5006537 w 7467600"/>
              <a:gd name="connsiteY329" fmla="*/ 6747068 h 6858000"/>
              <a:gd name="connsiteX330" fmla="*/ 5032723 w 7467600"/>
              <a:gd name="connsiteY330" fmla="*/ 6644957 h 6858000"/>
              <a:gd name="connsiteX331" fmla="*/ 5242949 w 7467600"/>
              <a:gd name="connsiteY331" fmla="*/ 6125175 h 6858000"/>
              <a:gd name="connsiteX332" fmla="*/ 5286321 w 7467600"/>
              <a:gd name="connsiteY332" fmla="*/ 6033555 h 6858000"/>
              <a:gd name="connsiteX333" fmla="*/ 5008210 w 7467600"/>
              <a:gd name="connsiteY333" fmla="*/ 6649194 h 6858000"/>
              <a:gd name="connsiteX334" fmla="*/ 4986321 w 7467600"/>
              <a:gd name="connsiteY334" fmla="*/ 6765687 h 6858000"/>
              <a:gd name="connsiteX335" fmla="*/ 4973474 w 7467600"/>
              <a:gd name="connsiteY335" fmla="*/ 6858000 h 6858000"/>
              <a:gd name="connsiteX336" fmla="*/ 4907178 w 7467600"/>
              <a:gd name="connsiteY336" fmla="*/ 6858000 h 6858000"/>
              <a:gd name="connsiteX337" fmla="*/ 4910810 w 7467600"/>
              <a:gd name="connsiteY337" fmla="*/ 6829660 h 6858000"/>
              <a:gd name="connsiteX338" fmla="*/ 4987461 w 7467600"/>
              <a:gd name="connsiteY338" fmla="*/ 6432994 h 6858000"/>
              <a:gd name="connsiteX339" fmla="*/ 5179262 w 7467600"/>
              <a:gd name="connsiteY339" fmla="*/ 6035044 h 6858000"/>
              <a:gd name="connsiteX340" fmla="*/ 4689678 w 7467600"/>
              <a:gd name="connsiteY340" fmla="*/ 6440241 h 6858000"/>
              <a:gd name="connsiteX341" fmla="*/ 4477543 w 7467600"/>
              <a:gd name="connsiteY341" fmla="*/ 6674836 h 6858000"/>
              <a:gd name="connsiteX342" fmla="*/ 4329957 w 7467600"/>
              <a:gd name="connsiteY342" fmla="*/ 6858000 h 6858000"/>
              <a:gd name="connsiteX343" fmla="*/ 4218595 w 7467600"/>
              <a:gd name="connsiteY343" fmla="*/ 6858000 h 6858000"/>
              <a:gd name="connsiteX344" fmla="*/ 4368888 w 7467600"/>
              <a:gd name="connsiteY344" fmla="*/ 6668412 h 6858000"/>
              <a:gd name="connsiteX345" fmla="*/ 4563091 w 7467600"/>
              <a:gd name="connsiteY345" fmla="*/ 6442508 h 6858000"/>
              <a:gd name="connsiteX346" fmla="*/ 5387324 w 7467600"/>
              <a:gd name="connsiteY346" fmla="*/ 5705830 h 6858000"/>
              <a:gd name="connsiteX347" fmla="*/ 5073620 w 7467600"/>
              <a:gd name="connsiteY347" fmla="*/ 5955437 h 6858000"/>
              <a:gd name="connsiteX348" fmla="*/ 4689789 w 7467600"/>
              <a:gd name="connsiteY348" fmla="*/ 6268382 h 6858000"/>
              <a:gd name="connsiteX349" fmla="*/ 4418722 w 7467600"/>
              <a:gd name="connsiteY349" fmla="*/ 6570886 h 6858000"/>
              <a:gd name="connsiteX350" fmla="*/ 4214944 w 7467600"/>
              <a:gd name="connsiteY350" fmla="*/ 6858000 h 6858000"/>
              <a:gd name="connsiteX351" fmla="*/ 4177898 w 7467600"/>
              <a:gd name="connsiteY351" fmla="*/ 6858000 h 6858000"/>
              <a:gd name="connsiteX352" fmla="*/ 4391597 w 7467600"/>
              <a:gd name="connsiteY352" fmla="*/ 6556370 h 6858000"/>
              <a:gd name="connsiteX353" fmla="*/ 4668889 w 7467600"/>
              <a:gd name="connsiteY353" fmla="*/ 6246399 h 6858000"/>
              <a:gd name="connsiteX354" fmla="*/ 5055427 w 7467600"/>
              <a:gd name="connsiteY354" fmla="*/ 5931476 h 6858000"/>
              <a:gd name="connsiteX355" fmla="*/ 5371814 w 7467600"/>
              <a:gd name="connsiteY355" fmla="*/ 5678975 h 6858000"/>
              <a:gd name="connsiteX356" fmla="*/ 4987918 w 7467600"/>
              <a:gd name="connsiteY356" fmla="*/ 5838701 h 6858000"/>
              <a:gd name="connsiteX357" fmla="*/ 4317146 w 7467600"/>
              <a:gd name="connsiteY357" fmla="*/ 6587716 h 6858000"/>
              <a:gd name="connsiteX358" fmla="*/ 4171627 w 7467600"/>
              <a:gd name="connsiteY358" fmla="*/ 6858000 h 6858000"/>
              <a:gd name="connsiteX359" fmla="*/ 4081585 w 7467600"/>
              <a:gd name="connsiteY359" fmla="*/ 6858000 h 6858000"/>
              <a:gd name="connsiteX360" fmla="*/ 4238603 w 7467600"/>
              <a:gd name="connsiteY360" fmla="*/ 6559341 h 6858000"/>
              <a:gd name="connsiteX361" fmla="*/ 4778333 w 7467600"/>
              <a:gd name="connsiteY361" fmla="*/ 5873626 h 6858000"/>
              <a:gd name="connsiteX362" fmla="*/ 5414185 w 7467600"/>
              <a:gd name="connsiteY362" fmla="*/ 5573882 h 6858000"/>
              <a:gd name="connsiteX363" fmla="*/ 5959648 w 7467600"/>
              <a:gd name="connsiteY363" fmla="*/ 4760797 h 6858000"/>
              <a:gd name="connsiteX364" fmla="*/ 5355019 w 7467600"/>
              <a:gd name="connsiteY364" fmla="*/ 4734672 h 6858000"/>
              <a:gd name="connsiteX365" fmla="*/ 5083565 w 7467600"/>
              <a:gd name="connsiteY365" fmla="*/ 5179121 h 6858000"/>
              <a:gd name="connsiteX366" fmla="*/ 4713577 w 7467600"/>
              <a:gd name="connsiteY366" fmla="*/ 5616803 h 6858000"/>
              <a:gd name="connsiteX367" fmla="*/ 3989559 w 7467600"/>
              <a:gd name="connsiteY367" fmla="*/ 6145945 h 6858000"/>
              <a:gd name="connsiteX368" fmla="*/ 3939824 w 7467600"/>
              <a:gd name="connsiteY368" fmla="*/ 6066900 h 6858000"/>
              <a:gd name="connsiteX369" fmla="*/ 4584537 w 7467600"/>
              <a:gd name="connsiteY369" fmla="*/ 5324826 h 6858000"/>
              <a:gd name="connsiteX370" fmla="*/ 5037105 w 7467600"/>
              <a:gd name="connsiteY370" fmla="*/ 5088765 h 6858000"/>
              <a:gd name="connsiteX371" fmla="*/ 5039930 w 7467600"/>
              <a:gd name="connsiteY371" fmla="*/ 5089585 h 6858000"/>
              <a:gd name="connsiteX372" fmla="*/ 5263764 w 7467600"/>
              <a:gd name="connsiteY372" fmla="*/ 4735525 h 6858000"/>
              <a:gd name="connsiteX373" fmla="*/ 4086300 w 7467600"/>
              <a:gd name="connsiteY373" fmla="*/ 4884599 h 6858000"/>
              <a:gd name="connsiteX374" fmla="*/ 4085485 w 7467600"/>
              <a:gd name="connsiteY374" fmla="*/ 4899070 h 6858000"/>
              <a:gd name="connsiteX375" fmla="*/ 3871915 w 7467600"/>
              <a:gd name="connsiteY375" fmla="*/ 5253645 h 6858000"/>
              <a:gd name="connsiteX376" fmla="*/ 3799374 w 7467600"/>
              <a:gd name="connsiteY376" fmla="*/ 5466127 h 6858000"/>
              <a:gd name="connsiteX377" fmla="*/ 3498850 w 7467600"/>
              <a:gd name="connsiteY377" fmla="*/ 6661888 h 6858000"/>
              <a:gd name="connsiteX378" fmla="*/ 3399216 w 7467600"/>
              <a:gd name="connsiteY378" fmla="*/ 6858000 h 6858000"/>
              <a:gd name="connsiteX379" fmla="*/ 3303688 w 7467600"/>
              <a:gd name="connsiteY379" fmla="*/ 6858000 h 6858000"/>
              <a:gd name="connsiteX380" fmla="*/ 3391774 w 7467600"/>
              <a:gd name="connsiteY380" fmla="*/ 6697181 h 6858000"/>
              <a:gd name="connsiteX381" fmla="*/ 3735540 w 7467600"/>
              <a:gd name="connsiteY381" fmla="*/ 5546923 h 6858000"/>
              <a:gd name="connsiteX382" fmla="*/ 3729438 w 7467600"/>
              <a:gd name="connsiteY382" fmla="*/ 5569058 h 6858000"/>
              <a:gd name="connsiteX383" fmla="*/ 3707782 w 7467600"/>
              <a:gd name="connsiteY383" fmla="*/ 5644908 h 6858000"/>
              <a:gd name="connsiteX384" fmla="*/ 3583827 w 7467600"/>
              <a:gd name="connsiteY384" fmla="*/ 6039215 h 6858000"/>
              <a:gd name="connsiteX385" fmla="*/ 3547861 w 7467600"/>
              <a:gd name="connsiteY385" fmla="*/ 6129609 h 6858000"/>
              <a:gd name="connsiteX386" fmla="*/ 3490905 w 7467600"/>
              <a:gd name="connsiteY386" fmla="*/ 6277660 h 6858000"/>
              <a:gd name="connsiteX387" fmla="*/ 3455859 w 7467600"/>
              <a:gd name="connsiteY387" fmla="*/ 6391301 h 6858000"/>
              <a:gd name="connsiteX388" fmla="*/ 3429112 w 7467600"/>
              <a:gd name="connsiteY388" fmla="*/ 6479469 h 6858000"/>
              <a:gd name="connsiteX389" fmla="*/ 3304862 w 7467600"/>
              <a:gd name="connsiteY389" fmla="*/ 6796476 h 6858000"/>
              <a:gd name="connsiteX390" fmla="*/ 3276071 w 7467600"/>
              <a:gd name="connsiteY390" fmla="*/ 6858000 h 6858000"/>
              <a:gd name="connsiteX391" fmla="*/ 3240805 w 7467600"/>
              <a:gd name="connsiteY391" fmla="*/ 6858000 h 6858000"/>
              <a:gd name="connsiteX392" fmla="*/ 3275917 w 7467600"/>
              <a:gd name="connsiteY392" fmla="*/ 6783192 h 6858000"/>
              <a:gd name="connsiteX393" fmla="*/ 3399358 w 7467600"/>
              <a:gd name="connsiteY393" fmla="*/ 6469011 h 6858000"/>
              <a:gd name="connsiteX394" fmla="*/ 3425650 w 7467600"/>
              <a:gd name="connsiteY394" fmla="*/ 6381333 h 6858000"/>
              <a:gd name="connsiteX395" fmla="*/ 3460661 w 7467600"/>
              <a:gd name="connsiteY395" fmla="*/ 6266763 h 6858000"/>
              <a:gd name="connsiteX396" fmla="*/ 3518021 w 7467600"/>
              <a:gd name="connsiteY396" fmla="*/ 6117298 h 6858000"/>
              <a:gd name="connsiteX397" fmla="*/ 3554035 w 7467600"/>
              <a:gd name="connsiteY397" fmla="*/ 6027832 h 6858000"/>
              <a:gd name="connsiteX398" fmla="*/ 3677174 w 7467600"/>
              <a:gd name="connsiteY398" fmla="*/ 5636351 h 6858000"/>
              <a:gd name="connsiteX399" fmla="*/ 3698819 w 7467600"/>
              <a:gd name="connsiteY399" fmla="*/ 5560503 h 6858000"/>
              <a:gd name="connsiteX400" fmla="*/ 3702094 w 7467600"/>
              <a:gd name="connsiteY400" fmla="*/ 5549194 h 6858000"/>
              <a:gd name="connsiteX401" fmla="*/ 3398355 w 7467600"/>
              <a:gd name="connsiteY401" fmla="*/ 6094603 h 6858000"/>
              <a:gd name="connsiteX402" fmla="*/ 3193941 w 7467600"/>
              <a:gd name="connsiteY402" fmla="*/ 6798775 h 6858000"/>
              <a:gd name="connsiteX403" fmla="*/ 3184140 w 7467600"/>
              <a:gd name="connsiteY403" fmla="*/ 6858000 h 6858000"/>
              <a:gd name="connsiteX404" fmla="*/ 3099978 w 7467600"/>
              <a:gd name="connsiteY404" fmla="*/ 6858000 h 6858000"/>
              <a:gd name="connsiteX405" fmla="*/ 3101556 w 7467600"/>
              <a:gd name="connsiteY405" fmla="*/ 6843337 h 6858000"/>
              <a:gd name="connsiteX406" fmla="*/ 3370162 w 7467600"/>
              <a:gd name="connsiteY406" fmla="*/ 5785550 h 6858000"/>
              <a:gd name="connsiteX407" fmla="*/ 3746477 w 7467600"/>
              <a:gd name="connsiteY407" fmla="*/ 5377889 h 6858000"/>
              <a:gd name="connsiteX408" fmla="*/ 3863399 w 7467600"/>
              <a:gd name="connsiteY408" fmla="*/ 5087257 h 6858000"/>
              <a:gd name="connsiteX409" fmla="*/ 3968712 w 7467600"/>
              <a:gd name="connsiteY409" fmla="*/ 4913989 h 6858000"/>
              <a:gd name="connsiteX410" fmla="*/ 2792390 w 7467600"/>
              <a:gd name="connsiteY410" fmla="*/ 5382974 h 6858000"/>
              <a:gd name="connsiteX411" fmla="*/ 2714982 w 7467600"/>
              <a:gd name="connsiteY411" fmla="*/ 5427051 h 6858000"/>
              <a:gd name="connsiteX412" fmla="*/ 2813361 w 7467600"/>
              <a:gd name="connsiteY412" fmla="*/ 6023912 h 6858000"/>
              <a:gd name="connsiteX413" fmla="*/ 2688430 w 7467600"/>
              <a:gd name="connsiteY413" fmla="*/ 6801564 h 6858000"/>
              <a:gd name="connsiteX414" fmla="*/ 2629626 w 7467600"/>
              <a:gd name="connsiteY414" fmla="*/ 6763394 h 6858000"/>
              <a:gd name="connsiteX415" fmla="*/ 2565328 w 7467600"/>
              <a:gd name="connsiteY415" fmla="*/ 5516399 h 6858000"/>
              <a:gd name="connsiteX416" fmla="*/ 1922999 w 7467600"/>
              <a:gd name="connsiteY416" fmla="*/ 5980343 h 6858000"/>
              <a:gd name="connsiteX417" fmla="*/ 1950261 w 7467600"/>
              <a:gd name="connsiteY417" fmla="*/ 6405858 h 6858000"/>
              <a:gd name="connsiteX418" fmla="*/ 2365554 w 7467600"/>
              <a:gd name="connsiteY418" fmla="*/ 6759107 h 6858000"/>
              <a:gd name="connsiteX419" fmla="*/ 2424142 w 7467600"/>
              <a:gd name="connsiteY419" fmla="*/ 6858000 h 6858000"/>
              <a:gd name="connsiteX420" fmla="*/ 2395994 w 7467600"/>
              <a:gd name="connsiteY420" fmla="*/ 6858000 h 6858000"/>
              <a:gd name="connsiteX421" fmla="*/ 2392863 w 7467600"/>
              <a:gd name="connsiteY421" fmla="*/ 6852964 h 6858000"/>
              <a:gd name="connsiteX422" fmla="*/ 2017589 w 7467600"/>
              <a:gd name="connsiteY422" fmla="*/ 6493982 h 6858000"/>
              <a:gd name="connsiteX423" fmla="*/ 2147336 w 7467600"/>
              <a:gd name="connsiteY423" fmla="*/ 6594052 h 6858000"/>
              <a:gd name="connsiteX424" fmla="*/ 2207047 w 7467600"/>
              <a:gd name="connsiteY424" fmla="*/ 6654540 h 6858000"/>
              <a:gd name="connsiteX425" fmla="*/ 2299106 w 7467600"/>
              <a:gd name="connsiteY425" fmla="*/ 6778931 h 6858000"/>
              <a:gd name="connsiteX426" fmla="*/ 2314430 w 7467600"/>
              <a:gd name="connsiteY426" fmla="*/ 6801144 h 6858000"/>
              <a:gd name="connsiteX427" fmla="*/ 2352406 w 7467600"/>
              <a:gd name="connsiteY427" fmla="*/ 6858000 h 6858000"/>
              <a:gd name="connsiteX428" fmla="*/ 2314492 w 7467600"/>
              <a:gd name="connsiteY428" fmla="*/ 6858000 h 6858000"/>
              <a:gd name="connsiteX429" fmla="*/ 2288095 w 7467600"/>
              <a:gd name="connsiteY429" fmla="*/ 6818030 h 6858000"/>
              <a:gd name="connsiteX430" fmla="*/ 2272768 w 7467600"/>
              <a:gd name="connsiteY430" fmla="*/ 6795822 h 6858000"/>
              <a:gd name="connsiteX431" fmla="*/ 2182715 w 7467600"/>
              <a:gd name="connsiteY431" fmla="*/ 6675071 h 6858000"/>
              <a:gd name="connsiteX432" fmla="*/ 2032061 w 7467600"/>
              <a:gd name="connsiteY432" fmla="*/ 6541380 h 6858000"/>
              <a:gd name="connsiteX433" fmla="*/ 2257220 w 7467600"/>
              <a:gd name="connsiteY433" fmla="*/ 6826257 h 6858000"/>
              <a:gd name="connsiteX434" fmla="*/ 2281324 w 7467600"/>
              <a:gd name="connsiteY434" fmla="*/ 6858000 h 6858000"/>
              <a:gd name="connsiteX435" fmla="*/ 2242860 w 7467600"/>
              <a:gd name="connsiteY435" fmla="*/ 6858000 h 6858000"/>
              <a:gd name="connsiteX436" fmla="*/ 2232818 w 7467600"/>
              <a:gd name="connsiteY436" fmla="*/ 6844926 h 6858000"/>
              <a:gd name="connsiteX437" fmla="*/ 1990172 w 7467600"/>
              <a:gd name="connsiteY437" fmla="*/ 6542121 h 6858000"/>
              <a:gd name="connsiteX438" fmla="*/ 2124090 w 7467600"/>
              <a:gd name="connsiteY438" fmla="*/ 6761017 h 6858000"/>
              <a:gd name="connsiteX439" fmla="*/ 2200380 w 7467600"/>
              <a:gd name="connsiteY439" fmla="*/ 6858000 h 6858000"/>
              <a:gd name="connsiteX440" fmla="*/ 2147507 w 7467600"/>
              <a:gd name="connsiteY440" fmla="*/ 6858000 h 6858000"/>
              <a:gd name="connsiteX441" fmla="*/ 2070668 w 7467600"/>
              <a:gd name="connsiteY441" fmla="*/ 6761520 h 6858000"/>
              <a:gd name="connsiteX442" fmla="*/ 1975142 w 7467600"/>
              <a:gd name="connsiteY442" fmla="*/ 6585570 h 6858000"/>
              <a:gd name="connsiteX443" fmla="*/ 2050035 w 7467600"/>
              <a:gd name="connsiteY443" fmla="*/ 6813345 h 6858000"/>
              <a:gd name="connsiteX444" fmla="*/ 2063025 w 7467600"/>
              <a:gd name="connsiteY444" fmla="*/ 6858000 h 6858000"/>
              <a:gd name="connsiteX445" fmla="*/ 2021675 w 7467600"/>
              <a:gd name="connsiteY445" fmla="*/ 6858000 h 6858000"/>
              <a:gd name="connsiteX446" fmla="*/ 2019308 w 7467600"/>
              <a:gd name="connsiteY446" fmla="*/ 6847118 h 6858000"/>
              <a:gd name="connsiteX447" fmla="*/ 1938835 w 7467600"/>
              <a:gd name="connsiteY447" fmla="*/ 6551160 h 6858000"/>
              <a:gd name="connsiteX448" fmla="*/ 1953230 w 7467600"/>
              <a:gd name="connsiteY448" fmla="*/ 6759699 h 6858000"/>
              <a:gd name="connsiteX449" fmla="*/ 1956763 w 7467600"/>
              <a:gd name="connsiteY449" fmla="*/ 6778191 h 6858000"/>
              <a:gd name="connsiteX450" fmla="*/ 1967925 w 7467600"/>
              <a:gd name="connsiteY450" fmla="*/ 6858000 h 6858000"/>
              <a:gd name="connsiteX451" fmla="*/ 1936622 w 7467600"/>
              <a:gd name="connsiteY451" fmla="*/ 6858000 h 6858000"/>
              <a:gd name="connsiteX452" fmla="*/ 1926261 w 7467600"/>
              <a:gd name="connsiteY452" fmla="*/ 6784064 h 6858000"/>
              <a:gd name="connsiteX453" fmla="*/ 1922724 w 7467600"/>
              <a:gd name="connsiteY453" fmla="*/ 6765577 h 6858000"/>
              <a:gd name="connsiteX454" fmla="*/ 1904650 w 7467600"/>
              <a:gd name="connsiteY454" fmla="*/ 6639616 h 6858000"/>
              <a:gd name="connsiteX455" fmla="*/ 1885273 w 7467600"/>
              <a:gd name="connsiteY455" fmla="*/ 6858000 h 6858000"/>
              <a:gd name="connsiteX456" fmla="*/ 1854363 w 7467600"/>
              <a:gd name="connsiteY456" fmla="*/ 6858000 h 6858000"/>
              <a:gd name="connsiteX457" fmla="*/ 1880391 w 7467600"/>
              <a:gd name="connsiteY457" fmla="*/ 6603796 h 6858000"/>
              <a:gd name="connsiteX458" fmla="*/ 1818273 w 7467600"/>
              <a:gd name="connsiteY458" fmla="*/ 6715729 h 6858000"/>
              <a:gd name="connsiteX459" fmla="*/ 1794691 w 7467600"/>
              <a:gd name="connsiteY459" fmla="*/ 6843239 h 6858000"/>
              <a:gd name="connsiteX460" fmla="*/ 1794914 w 7467600"/>
              <a:gd name="connsiteY460" fmla="*/ 6858000 h 6858000"/>
              <a:gd name="connsiteX461" fmla="*/ 1746128 w 7467600"/>
              <a:gd name="connsiteY461" fmla="*/ 6858000 h 6858000"/>
              <a:gd name="connsiteX462" fmla="*/ 1753934 w 7467600"/>
              <a:gd name="connsiteY462" fmla="*/ 6724796 h 6858000"/>
              <a:gd name="connsiteX463" fmla="*/ 1792053 w 7467600"/>
              <a:gd name="connsiteY463" fmla="*/ 6572396 h 6858000"/>
              <a:gd name="connsiteX464" fmla="*/ 1862248 w 7467600"/>
              <a:gd name="connsiteY464" fmla="*/ 6266397 h 6858000"/>
              <a:gd name="connsiteX465" fmla="*/ 1862250 w 7467600"/>
              <a:gd name="connsiteY465" fmla="*/ 6033531 h 6858000"/>
              <a:gd name="connsiteX466" fmla="*/ 1211999 w 7467600"/>
              <a:gd name="connsiteY466" fmla="*/ 6683610 h 6858000"/>
              <a:gd name="connsiteX467" fmla="*/ 1213266 w 7467600"/>
              <a:gd name="connsiteY467" fmla="*/ 6691947 h 6858000"/>
              <a:gd name="connsiteX468" fmla="*/ 1203370 w 7467600"/>
              <a:gd name="connsiteY468" fmla="*/ 6850676 h 6858000"/>
              <a:gd name="connsiteX469" fmla="*/ 1203671 w 7467600"/>
              <a:gd name="connsiteY469" fmla="*/ 6858000 h 6858000"/>
              <a:gd name="connsiteX470" fmla="*/ 1143180 w 7467600"/>
              <a:gd name="connsiteY470" fmla="*/ 6858000 h 6858000"/>
              <a:gd name="connsiteX471" fmla="*/ 1142176 w 7467600"/>
              <a:gd name="connsiteY471" fmla="*/ 6766045 h 6858000"/>
              <a:gd name="connsiteX472" fmla="*/ 1067484 w 7467600"/>
              <a:gd name="connsiteY472" fmla="*/ 6858000 h 6858000"/>
              <a:gd name="connsiteX473" fmla="*/ 953928 w 7467600"/>
              <a:gd name="connsiteY473" fmla="*/ 6858000 h 6858000"/>
              <a:gd name="connsiteX474" fmla="*/ 959715 w 7467600"/>
              <a:gd name="connsiteY474" fmla="*/ 6850185 h 6858000"/>
              <a:gd name="connsiteX475" fmla="*/ 1483788 w 7467600"/>
              <a:gd name="connsiteY475" fmla="*/ 6259174 h 6858000"/>
              <a:gd name="connsiteX476" fmla="*/ 1100671 w 7467600"/>
              <a:gd name="connsiteY476" fmla="*/ 6252137 h 6858000"/>
              <a:gd name="connsiteX477" fmla="*/ 1090144 w 7467600"/>
              <a:gd name="connsiteY477" fmla="*/ 6256748 h 6858000"/>
              <a:gd name="connsiteX478" fmla="*/ 1095872 w 7467600"/>
              <a:gd name="connsiteY478" fmla="*/ 6271892 h 6858000"/>
              <a:gd name="connsiteX479" fmla="*/ 262785 w 7467600"/>
              <a:gd name="connsiteY479" fmla="*/ 6845450 h 6858000"/>
              <a:gd name="connsiteX480" fmla="*/ 209968 w 7467600"/>
              <a:gd name="connsiteY480" fmla="*/ 6770713 h 6858000"/>
              <a:gd name="connsiteX481" fmla="*/ 873460 w 7467600"/>
              <a:gd name="connsiteY481" fmla="*/ 6253768 h 6858000"/>
              <a:gd name="connsiteX482" fmla="*/ 192686 w 7467600"/>
              <a:gd name="connsiteY482" fmla="*/ 5849257 h 6858000"/>
              <a:gd name="connsiteX483" fmla="*/ 4696 w 7467600"/>
              <a:gd name="connsiteY483" fmla="*/ 5697668 h 6858000"/>
              <a:gd name="connsiteX484" fmla="*/ 0 w 7467600"/>
              <a:gd name="connsiteY484" fmla="*/ 5689984 h 6858000"/>
              <a:gd name="connsiteX485" fmla="*/ 0 w 7467600"/>
              <a:gd name="connsiteY485" fmla="*/ 5513472 h 6858000"/>
              <a:gd name="connsiteX486" fmla="*/ 174101 w 7467600"/>
              <a:gd name="connsiteY486" fmla="*/ 5620277 h 6858000"/>
              <a:gd name="connsiteX487" fmla="*/ 891800 w 7467600"/>
              <a:gd name="connsiteY487" fmla="*/ 6036935 h 6858000"/>
              <a:gd name="connsiteX488" fmla="*/ 1072219 w 7467600"/>
              <a:gd name="connsiteY488" fmla="*/ 6169443 h 6858000"/>
              <a:gd name="connsiteX489" fmla="*/ 1074117 w 7467600"/>
              <a:gd name="connsiteY489" fmla="*/ 6170301 h 6858000"/>
              <a:gd name="connsiteX490" fmla="*/ 1083114 w 7467600"/>
              <a:gd name="connsiteY490" fmla="*/ 6174131 h 6858000"/>
              <a:gd name="connsiteX491" fmla="*/ 1543010 w 7467600"/>
              <a:gd name="connsiteY491" fmla="*/ 6191140 h 6858000"/>
              <a:gd name="connsiteX492" fmla="*/ 1551080 w 7467600"/>
              <a:gd name="connsiteY492" fmla="*/ 6195006 h 6858000"/>
              <a:gd name="connsiteX493" fmla="*/ 2345443 w 7467600"/>
              <a:gd name="connsiteY493" fmla="*/ 5549882 h 6858000"/>
              <a:gd name="connsiteX494" fmla="*/ 1721499 w 7467600"/>
              <a:gd name="connsiteY494" fmla="*/ 5599969 h 6858000"/>
              <a:gd name="connsiteX495" fmla="*/ 767716 w 7467600"/>
              <a:gd name="connsiteY495" fmla="*/ 5472768 h 6858000"/>
              <a:gd name="connsiteX496" fmla="*/ 722147 w 7467600"/>
              <a:gd name="connsiteY496" fmla="*/ 5393091 h 6858000"/>
              <a:gd name="connsiteX497" fmla="*/ 1485552 w 7467600"/>
              <a:gd name="connsiteY497" fmla="*/ 5313202 h 6858000"/>
              <a:gd name="connsiteX498" fmla="*/ 2143004 w 7467600"/>
              <a:gd name="connsiteY498" fmla="*/ 5402420 h 6858000"/>
              <a:gd name="connsiteX499" fmla="*/ 1933391 w 7467600"/>
              <a:gd name="connsiteY499" fmla="*/ 5156971 h 6858000"/>
              <a:gd name="connsiteX500" fmla="*/ 1827118 w 7467600"/>
              <a:gd name="connsiteY500" fmla="*/ 4968410 h 6858000"/>
              <a:gd name="connsiteX501" fmla="*/ 1837349 w 7467600"/>
              <a:gd name="connsiteY501" fmla="*/ 4956357 h 6858000"/>
              <a:gd name="connsiteX502" fmla="*/ 2162835 w 7467600"/>
              <a:gd name="connsiteY502" fmla="*/ 5187853 h 6858000"/>
              <a:gd name="connsiteX503" fmla="*/ 2257167 w 7467600"/>
              <a:gd name="connsiteY503" fmla="*/ 5462123 h 6858000"/>
              <a:gd name="connsiteX504" fmla="*/ 2261598 w 7467600"/>
              <a:gd name="connsiteY504" fmla="*/ 5467998 h 6858000"/>
              <a:gd name="connsiteX505" fmla="*/ 2437177 w 7467600"/>
              <a:gd name="connsiteY505" fmla="*/ 5479608 h 6858000"/>
              <a:gd name="connsiteX506" fmla="*/ 2445247 w 7467600"/>
              <a:gd name="connsiteY506" fmla="*/ 5483476 h 6858000"/>
              <a:gd name="connsiteX507" fmla="*/ 2743626 w 7467600"/>
              <a:gd name="connsiteY507" fmla="*/ 5304819 h 6858000"/>
              <a:gd name="connsiteX508" fmla="*/ 3048102 w 7467600"/>
              <a:gd name="connsiteY508" fmla="*/ 5150595 h 6858000"/>
              <a:gd name="connsiteX509" fmla="*/ 1799414 w 7467600"/>
              <a:gd name="connsiteY509" fmla="*/ 4694732 h 6858000"/>
              <a:gd name="connsiteX510" fmla="*/ 1771735 w 7467600"/>
              <a:gd name="connsiteY510" fmla="*/ 4619929 h 6858000"/>
              <a:gd name="connsiteX511" fmla="*/ 3104273 w 7467600"/>
              <a:gd name="connsiteY511" fmla="*/ 5076159 h 6858000"/>
              <a:gd name="connsiteX512" fmla="*/ 3113245 w 7467600"/>
              <a:gd name="connsiteY512" fmla="*/ 5090705 h 6858000"/>
              <a:gd name="connsiteX513" fmla="*/ 3126294 w 7467600"/>
              <a:gd name="connsiteY513" fmla="*/ 5114400 h 6858000"/>
              <a:gd name="connsiteX514" fmla="*/ 3937433 w 7467600"/>
              <a:gd name="connsiteY514" fmla="*/ 4830473 h 6858000"/>
              <a:gd name="connsiteX515" fmla="*/ 3590475 w 7467600"/>
              <a:gd name="connsiteY515" fmla="*/ 4597974 h 6858000"/>
              <a:gd name="connsiteX516" fmla="*/ 3100264 w 7467600"/>
              <a:gd name="connsiteY516" fmla="*/ 4579845 h 6858000"/>
              <a:gd name="connsiteX517" fmla="*/ 2183576 w 7467600"/>
              <a:gd name="connsiteY517" fmla="*/ 4227150 h 6858000"/>
              <a:gd name="connsiteX518" fmla="*/ 2151029 w 7467600"/>
              <a:gd name="connsiteY518" fmla="*/ 4146947 h 6858000"/>
              <a:gd name="connsiteX519" fmla="*/ 3563434 w 7467600"/>
              <a:gd name="connsiteY519" fmla="*/ 4469115 h 6858000"/>
              <a:gd name="connsiteX520" fmla="*/ 3177952 w 7467600"/>
              <a:gd name="connsiteY520" fmla="*/ 3657386 h 6858000"/>
              <a:gd name="connsiteX521" fmla="*/ 3189263 w 7467600"/>
              <a:gd name="connsiteY521" fmla="*/ 3625726 h 6858000"/>
              <a:gd name="connsiteX522" fmla="*/ 3560912 w 7467600"/>
              <a:gd name="connsiteY522" fmla="*/ 4079863 h 6858000"/>
              <a:gd name="connsiteX523" fmla="*/ 3626636 w 7467600"/>
              <a:gd name="connsiteY523" fmla="*/ 4512230 h 6858000"/>
              <a:gd name="connsiteX524" fmla="*/ 3653088 w 7467600"/>
              <a:gd name="connsiteY524" fmla="*/ 4521417 h 6858000"/>
              <a:gd name="connsiteX525" fmla="*/ 3988128 w 7467600"/>
              <a:gd name="connsiteY525" fmla="*/ 4817267 h 6858000"/>
              <a:gd name="connsiteX526" fmla="*/ 4830582 w 7467600"/>
              <a:gd name="connsiteY526" fmla="*/ 4676000 h 6858000"/>
              <a:gd name="connsiteX527" fmla="*/ 4830100 w 7467600"/>
              <a:gd name="connsiteY527" fmla="*/ 4675554 h 6858000"/>
              <a:gd name="connsiteX528" fmla="*/ 4036318 w 7467600"/>
              <a:gd name="connsiteY528" fmla="*/ 4147013 h 6858000"/>
              <a:gd name="connsiteX529" fmla="*/ 3432098 w 7467600"/>
              <a:gd name="connsiteY529" fmla="*/ 3537312 h 6858000"/>
              <a:gd name="connsiteX530" fmla="*/ 3446761 w 7467600"/>
              <a:gd name="connsiteY530" fmla="*/ 3461278 h 6858000"/>
              <a:gd name="connsiteX531" fmla="*/ 4419733 w 7467600"/>
              <a:gd name="connsiteY531" fmla="*/ 3963555 h 6858000"/>
              <a:gd name="connsiteX532" fmla="*/ 4781371 w 7467600"/>
              <a:gd name="connsiteY532" fmla="*/ 4458604 h 6858000"/>
              <a:gd name="connsiteX533" fmla="*/ 4780440 w 7467600"/>
              <a:gd name="connsiteY533" fmla="*/ 4470290 h 6858000"/>
              <a:gd name="connsiteX534" fmla="*/ 4898954 w 7467600"/>
              <a:gd name="connsiteY534" fmla="*/ 4662092 h 6858000"/>
              <a:gd name="connsiteX535" fmla="*/ 4900699 w 7467600"/>
              <a:gd name="connsiteY535" fmla="*/ 4670867 h 6858000"/>
              <a:gd name="connsiteX536" fmla="*/ 5714511 w 7467600"/>
              <a:gd name="connsiteY536" fmla="*/ 4663483 h 6858000"/>
              <a:gd name="connsiteX537" fmla="*/ 5464793 w 7467600"/>
              <a:gd name="connsiteY537" fmla="*/ 4393556 h 6858000"/>
              <a:gd name="connsiteX538" fmla="*/ 5461897 w 7467600"/>
              <a:gd name="connsiteY538" fmla="*/ 4390879 h 6858000"/>
              <a:gd name="connsiteX539" fmla="*/ 4294126 w 7467600"/>
              <a:gd name="connsiteY539" fmla="*/ 3303048 h 6858000"/>
              <a:gd name="connsiteX540" fmla="*/ 4305321 w 7467600"/>
              <a:gd name="connsiteY540" fmla="*/ 3256953 h 6858000"/>
              <a:gd name="connsiteX541" fmla="*/ 4949299 w 7467600"/>
              <a:gd name="connsiteY541" fmla="*/ 3766336 h 6858000"/>
              <a:gd name="connsiteX542" fmla="*/ 5291452 w 7467600"/>
              <a:gd name="connsiteY542" fmla="*/ 4076801 h 6858000"/>
              <a:gd name="connsiteX543" fmla="*/ 5434998 w 7467600"/>
              <a:gd name="connsiteY543" fmla="*/ 4254100 h 6858000"/>
              <a:gd name="connsiteX544" fmla="*/ 5351015 w 7467600"/>
              <a:gd name="connsiteY544" fmla="*/ 3760989 h 6858000"/>
              <a:gd name="connsiteX545" fmla="*/ 5413780 w 7467600"/>
              <a:gd name="connsiteY545" fmla="*/ 2966265 h 6858000"/>
              <a:gd name="connsiteX546" fmla="*/ 5425627 w 7467600"/>
              <a:gd name="connsiteY546" fmla="*/ 2954192 h 6858000"/>
              <a:gd name="connsiteX547" fmla="*/ 6604735 w 7467600"/>
              <a:gd name="connsiteY547" fmla="*/ 2041381 h 6858000"/>
              <a:gd name="connsiteX548" fmla="*/ 7204487 w 7467600"/>
              <a:gd name="connsiteY548" fmla="*/ 2742112 h 6858000"/>
              <a:gd name="connsiteX549" fmla="*/ 7131592 w 7467600"/>
              <a:gd name="connsiteY549" fmla="*/ 2672096 h 6858000"/>
              <a:gd name="connsiteX550" fmla="*/ 6996344 w 7467600"/>
              <a:gd name="connsiteY550" fmla="*/ 2518310 h 6858000"/>
              <a:gd name="connsiteX551" fmla="*/ 6735495 w 7467600"/>
              <a:gd name="connsiteY551" fmla="*/ 2196890 h 6858000"/>
              <a:gd name="connsiteX552" fmla="*/ 6721901 w 7467600"/>
              <a:gd name="connsiteY552" fmla="*/ 2179274 h 6858000"/>
              <a:gd name="connsiteX553" fmla="*/ 6604735 w 7467600"/>
              <a:gd name="connsiteY553" fmla="*/ 2041381 h 6858000"/>
              <a:gd name="connsiteX554" fmla="*/ 6591670 w 7467600"/>
              <a:gd name="connsiteY554" fmla="*/ 1988277 h 6858000"/>
              <a:gd name="connsiteX555" fmla="*/ 6747349 w 7467600"/>
              <a:gd name="connsiteY555" fmla="*/ 2160069 h 6858000"/>
              <a:gd name="connsiteX556" fmla="*/ 6760943 w 7467600"/>
              <a:gd name="connsiteY556" fmla="*/ 2177686 h 6858000"/>
              <a:gd name="connsiteX557" fmla="*/ 7021065 w 7467600"/>
              <a:gd name="connsiteY557" fmla="*/ 2498102 h 6858000"/>
              <a:gd name="connsiteX558" fmla="*/ 7155223 w 7467600"/>
              <a:gd name="connsiteY558" fmla="*/ 2650386 h 6858000"/>
              <a:gd name="connsiteX559" fmla="*/ 7203167 w 7467600"/>
              <a:gd name="connsiteY559" fmla="*/ 2697288 h 6858000"/>
              <a:gd name="connsiteX560" fmla="*/ 6937703 w 7467600"/>
              <a:gd name="connsiteY560" fmla="*/ 2321981 h 6858000"/>
              <a:gd name="connsiteX561" fmla="*/ 6591670 w 7467600"/>
              <a:gd name="connsiteY561" fmla="*/ 1988277 h 6858000"/>
              <a:gd name="connsiteX562" fmla="*/ 5798671 w 7467600"/>
              <a:gd name="connsiteY562" fmla="*/ 1981601 h 6858000"/>
              <a:gd name="connsiteX563" fmla="*/ 5754709 w 7467600"/>
              <a:gd name="connsiteY563" fmla="*/ 2071454 h 6858000"/>
              <a:gd name="connsiteX564" fmla="*/ 5763044 w 7467600"/>
              <a:gd name="connsiteY564" fmla="*/ 2842206 h 6858000"/>
              <a:gd name="connsiteX565" fmla="*/ 5764974 w 7467600"/>
              <a:gd name="connsiteY565" fmla="*/ 2799609 h 6858000"/>
              <a:gd name="connsiteX566" fmla="*/ 5767665 w 7467600"/>
              <a:gd name="connsiteY566" fmla="*/ 2666409 h 6858000"/>
              <a:gd name="connsiteX567" fmla="*/ 5763055 w 7467600"/>
              <a:gd name="connsiteY567" fmla="*/ 2579705 h 6858000"/>
              <a:gd name="connsiteX568" fmla="*/ 5758079 w 7467600"/>
              <a:gd name="connsiteY568" fmla="*/ 2492508 h 6858000"/>
              <a:gd name="connsiteX569" fmla="*/ 5779325 w 7467600"/>
              <a:gd name="connsiteY569" fmla="*/ 2197069 h 6858000"/>
              <a:gd name="connsiteX570" fmla="*/ 5798671 w 7467600"/>
              <a:gd name="connsiteY570" fmla="*/ 1981601 h 6858000"/>
              <a:gd name="connsiteX571" fmla="*/ 5829202 w 7467600"/>
              <a:gd name="connsiteY571" fmla="*/ 1971679 h 6858000"/>
              <a:gd name="connsiteX572" fmla="*/ 5809558 w 7467600"/>
              <a:gd name="connsiteY572" fmla="*/ 2198043 h 6858000"/>
              <a:gd name="connsiteX573" fmla="*/ 5788653 w 7467600"/>
              <a:gd name="connsiteY573" fmla="*/ 2489430 h 6858000"/>
              <a:gd name="connsiteX574" fmla="*/ 5793439 w 7467600"/>
              <a:gd name="connsiteY574" fmla="*/ 2575235 h 6858000"/>
              <a:gd name="connsiteX575" fmla="*/ 5796837 w 7467600"/>
              <a:gd name="connsiteY575" fmla="*/ 2637633 h 6858000"/>
              <a:gd name="connsiteX576" fmla="*/ 5818614 w 7467600"/>
              <a:gd name="connsiteY576" fmla="*/ 2473055 h 6858000"/>
              <a:gd name="connsiteX577" fmla="*/ 5829202 w 7467600"/>
              <a:gd name="connsiteY577" fmla="*/ 1971679 h 6858000"/>
              <a:gd name="connsiteX578" fmla="*/ 5911389 w 7467600"/>
              <a:gd name="connsiteY578" fmla="*/ 1898371 h 6858000"/>
              <a:gd name="connsiteX579" fmla="*/ 6237627 w 7467600"/>
              <a:gd name="connsiteY579" fmla="*/ 2231921 h 6858000"/>
              <a:gd name="connsiteX580" fmla="*/ 5911389 w 7467600"/>
              <a:gd name="connsiteY580" fmla="*/ 1898371 h 6858000"/>
              <a:gd name="connsiteX581" fmla="*/ 6944437 w 7467600"/>
              <a:gd name="connsiteY581" fmla="*/ 1575402 h 6858000"/>
              <a:gd name="connsiteX582" fmla="*/ 6304730 w 7467600"/>
              <a:gd name="connsiteY582" fmla="*/ 1766654 h 6858000"/>
              <a:gd name="connsiteX583" fmla="*/ 6944437 w 7467600"/>
              <a:gd name="connsiteY583" fmla="*/ 1575402 h 6858000"/>
              <a:gd name="connsiteX584" fmla="*/ 7019523 w 7467600"/>
              <a:gd name="connsiteY584" fmla="*/ 1519450 h 6858000"/>
              <a:gd name="connsiteX585" fmla="*/ 6298091 w 7467600"/>
              <a:gd name="connsiteY585" fmla="*/ 1737122 h 6858000"/>
              <a:gd name="connsiteX586" fmla="*/ 7019523 w 7467600"/>
              <a:gd name="connsiteY586" fmla="*/ 1519450 h 6858000"/>
              <a:gd name="connsiteX587" fmla="*/ 2399523 w 7467600"/>
              <a:gd name="connsiteY587" fmla="*/ 1428234 h 6858000"/>
              <a:gd name="connsiteX588" fmla="*/ 2224982 w 7467600"/>
              <a:gd name="connsiteY588" fmla="*/ 1826201 h 6858000"/>
              <a:gd name="connsiteX589" fmla="*/ 2096099 w 7467600"/>
              <a:gd name="connsiteY589" fmla="*/ 2345900 h 6858000"/>
              <a:gd name="connsiteX590" fmla="*/ 2283317 w 7467600"/>
              <a:gd name="connsiteY590" fmla="*/ 1796925 h 6858000"/>
              <a:gd name="connsiteX591" fmla="*/ 2399523 w 7467600"/>
              <a:gd name="connsiteY591" fmla="*/ 1428234 h 6858000"/>
              <a:gd name="connsiteX592" fmla="*/ 2448558 w 7467600"/>
              <a:gd name="connsiteY592" fmla="*/ 1373435 h 6858000"/>
              <a:gd name="connsiteX593" fmla="*/ 2312521 w 7467600"/>
              <a:gd name="connsiteY593" fmla="*/ 1806140 h 6858000"/>
              <a:gd name="connsiteX594" fmla="*/ 2127533 w 7467600"/>
              <a:gd name="connsiteY594" fmla="*/ 2348380 h 6858000"/>
              <a:gd name="connsiteX595" fmla="*/ 2358080 w 7467600"/>
              <a:gd name="connsiteY595" fmla="*/ 1866134 h 6858000"/>
              <a:gd name="connsiteX596" fmla="*/ 2407436 w 7467600"/>
              <a:gd name="connsiteY596" fmla="*/ 1651070 h 6858000"/>
              <a:gd name="connsiteX597" fmla="*/ 2448558 w 7467600"/>
              <a:gd name="connsiteY597" fmla="*/ 1373435 h 6858000"/>
              <a:gd name="connsiteX598" fmla="*/ 278707 w 7467600"/>
              <a:gd name="connsiteY598" fmla="*/ 1352270 h 6858000"/>
              <a:gd name="connsiteX599" fmla="*/ 321570 w 7467600"/>
              <a:gd name="connsiteY599" fmla="*/ 1861610 h 6858000"/>
              <a:gd name="connsiteX600" fmla="*/ 294281 w 7467600"/>
              <a:gd name="connsiteY600" fmla="*/ 1440658 h 6858000"/>
              <a:gd name="connsiteX601" fmla="*/ 278707 w 7467600"/>
              <a:gd name="connsiteY601" fmla="*/ 1352270 h 6858000"/>
              <a:gd name="connsiteX602" fmla="*/ 1423821 w 7467600"/>
              <a:gd name="connsiteY602" fmla="*/ 1351958 h 6858000"/>
              <a:gd name="connsiteX603" fmla="*/ 1638521 w 7467600"/>
              <a:gd name="connsiteY603" fmla="*/ 1908470 h 6858000"/>
              <a:gd name="connsiteX604" fmla="*/ 1754199 w 7467600"/>
              <a:gd name="connsiteY604" fmla="*/ 2149284 h 6858000"/>
              <a:gd name="connsiteX605" fmla="*/ 1908359 w 7467600"/>
              <a:gd name="connsiteY605" fmla="*/ 2364988 h 6858000"/>
              <a:gd name="connsiteX606" fmla="*/ 1647661 w 7467600"/>
              <a:gd name="connsiteY606" fmla="*/ 1825945 h 6858000"/>
              <a:gd name="connsiteX607" fmla="*/ 1423821 w 7467600"/>
              <a:gd name="connsiteY607" fmla="*/ 1351958 h 6858000"/>
              <a:gd name="connsiteX608" fmla="*/ 1431890 w 7467600"/>
              <a:gd name="connsiteY608" fmla="*/ 1306475 h 6858000"/>
              <a:gd name="connsiteX609" fmla="*/ 1507597 w 7467600"/>
              <a:gd name="connsiteY609" fmla="*/ 1446132 h 6858000"/>
              <a:gd name="connsiteX610" fmla="*/ 1674586 w 7467600"/>
              <a:gd name="connsiteY610" fmla="*/ 1813832 h 6858000"/>
              <a:gd name="connsiteX611" fmla="*/ 1815950 w 7467600"/>
              <a:gd name="connsiteY611" fmla="*/ 2128564 h 6858000"/>
              <a:gd name="connsiteX612" fmla="*/ 1984242 w 7467600"/>
              <a:gd name="connsiteY612" fmla="*/ 2430829 h 6858000"/>
              <a:gd name="connsiteX613" fmla="*/ 2014023 w 7467600"/>
              <a:gd name="connsiteY613" fmla="*/ 2450995 h 6858000"/>
              <a:gd name="connsiteX614" fmla="*/ 1747337 w 7467600"/>
              <a:gd name="connsiteY614" fmla="*/ 1855264 h 6858000"/>
              <a:gd name="connsiteX615" fmla="*/ 1533749 w 7467600"/>
              <a:gd name="connsiteY615" fmla="*/ 1478656 h 6858000"/>
              <a:gd name="connsiteX616" fmla="*/ 1431890 w 7467600"/>
              <a:gd name="connsiteY616" fmla="*/ 1306475 h 6858000"/>
              <a:gd name="connsiteX617" fmla="*/ 5052692 w 7467600"/>
              <a:gd name="connsiteY617" fmla="*/ 1292994 h 6858000"/>
              <a:gd name="connsiteX618" fmla="*/ 5200661 w 7467600"/>
              <a:gd name="connsiteY618" fmla="*/ 1635186 h 6858000"/>
              <a:gd name="connsiteX619" fmla="*/ 5297138 w 7467600"/>
              <a:gd name="connsiteY619" fmla="*/ 1906351 h 6858000"/>
              <a:gd name="connsiteX620" fmla="*/ 5052692 w 7467600"/>
              <a:gd name="connsiteY620" fmla="*/ 1292994 h 6858000"/>
              <a:gd name="connsiteX621" fmla="*/ 5009948 w 7467600"/>
              <a:gd name="connsiteY621" fmla="*/ 1273619 h 6858000"/>
              <a:gd name="connsiteX622" fmla="*/ 5121777 w 7467600"/>
              <a:gd name="connsiteY622" fmla="*/ 1654213 h 6858000"/>
              <a:gd name="connsiteX623" fmla="*/ 5293545 w 7467600"/>
              <a:gd name="connsiteY623" fmla="*/ 2072247 h 6858000"/>
              <a:gd name="connsiteX624" fmla="*/ 5294042 w 7467600"/>
              <a:gd name="connsiteY624" fmla="*/ 2065019 h 6858000"/>
              <a:gd name="connsiteX625" fmla="*/ 5171936 w 7467600"/>
              <a:gd name="connsiteY625" fmla="*/ 1647613 h 6858000"/>
              <a:gd name="connsiteX626" fmla="*/ 5009948 w 7467600"/>
              <a:gd name="connsiteY626" fmla="*/ 1273619 h 6858000"/>
              <a:gd name="connsiteX627" fmla="*/ 655236 w 7467600"/>
              <a:gd name="connsiteY627" fmla="*/ 1268632 h 6858000"/>
              <a:gd name="connsiteX628" fmla="*/ 839521 w 7467600"/>
              <a:gd name="connsiteY628" fmla="*/ 1685315 h 6858000"/>
              <a:gd name="connsiteX629" fmla="*/ 1109416 w 7467600"/>
              <a:gd name="connsiteY629" fmla="*/ 2061663 h 6858000"/>
              <a:gd name="connsiteX630" fmla="*/ 1298300 w 7467600"/>
              <a:gd name="connsiteY630" fmla="*/ 2247742 h 6858000"/>
              <a:gd name="connsiteX631" fmla="*/ 1125871 w 7467600"/>
              <a:gd name="connsiteY631" fmla="*/ 1989513 h 6858000"/>
              <a:gd name="connsiteX632" fmla="*/ 981574 w 7467600"/>
              <a:gd name="connsiteY632" fmla="*/ 1783157 h 6858000"/>
              <a:gd name="connsiteX633" fmla="*/ 922198 w 7467600"/>
              <a:gd name="connsiteY633" fmla="*/ 1677437 h 6858000"/>
              <a:gd name="connsiteX634" fmla="*/ 869293 w 7467600"/>
              <a:gd name="connsiteY634" fmla="*/ 1583214 h 6858000"/>
              <a:gd name="connsiteX635" fmla="*/ 751431 w 7467600"/>
              <a:gd name="connsiteY635" fmla="*/ 1405731 h 6858000"/>
              <a:gd name="connsiteX636" fmla="*/ 655236 w 7467600"/>
              <a:gd name="connsiteY636" fmla="*/ 1268632 h 6858000"/>
              <a:gd name="connsiteX637" fmla="*/ 6516292 w 7467600"/>
              <a:gd name="connsiteY637" fmla="*/ 1263064 h 6858000"/>
              <a:gd name="connsiteX638" fmla="*/ 5736320 w 7467600"/>
              <a:gd name="connsiteY638" fmla="*/ 1501803 h 6858000"/>
              <a:gd name="connsiteX639" fmla="*/ 6516292 w 7467600"/>
              <a:gd name="connsiteY639" fmla="*/ 1263064 h 6858000"/>
              <a:gd name="connsiteX640" fmla="*/ 291466 w 7467600"/>
              <a:gd name="connsiteY640" fmla="*/ 1250369 h 6858000"/>
              <a:gd name="connsiteX641" fmla="*/ 323180 w 7467600"/>
              <a:gd name="connsiteY641" fmla="*/ 1435283 h 6858000"/>
              <a:gd name="connsiteX642" fmla="*/ 349381 w 7467600"/>
              <a:gd name="connsiteY642" fmla="*/ 1875041 h 6858000"/>
              <a:gd name="connsiteX643" fmla="*/ 374363 w 7467600"/>
              <a:gd name="connsiteY643" fmla="*/ 1506494 h 6858000"/>
              <a:gd name="connsiteX644" fmla="*/ 302168 w 7467600"/>
              <a:gd name="connsiteY644" fmla="*/ 1274495 h 6858000"/>
              <a:gd name="connsiteX645" fmla="*/ 291466 w 7467600"/>
              <a:gd name="connsiteY645" fmla="*/ 1250369 h 6858000"/>
              <a:gd name="connsiteX646" fmla="*/ 678222 w 7467600"/>
              <a:gd name="connsiteY646" fmla="*/ 1248670 h 6858000"/>
              <a:gd name="connsiteX647" fmla="*/ 775536 w 7467600"/>
              <a:gd name="connsiteY647" fmla="*/ 1388015 h 6858000"/>
              <a:gd name="connsiteX648" fmla="*/ 894529 w 7467600"/>
              <a:gd name="connsiteY648" fmla="*/ 1567739 h 6858000"/>
              <a:gd name="connsiteX649" fmla="*/ 948000 w 7467600"/>
              <a:gd name="connsiteY649" fmla="*/ 1663088 h 6858000"/>
              <a:gd name="connsiteX650" fmla="*/ 1006812 w 7467600"/>
              <a:gd name="connsiteY650" fmla="*/ 1767683 h 6858000"/>
              <a:gd name="connsiteX651" fmla="*/ 1149133 w 7467600"/>
              <a:gd name="connsiteY651" fmla="*/ 1971513 h 6858000"/>
              <a:gd name="connsiteX652" fmla="*/ 1333952 w 7467600"/>
              <a:gd name="connsiteY652" fmla="*/ 2251620 h 6858000"/>
              <a:gd name="connsiteX653" fmla="*/ 1337329 w 7467600"/>
              <a:gd name="connsiteY653" fmla="*/ 2258350 h 6858000"/>
              <a:gd name="connsiteX654" fmla="*/ 1014726 w 7467600"/>
              <a:gd name="connsiteY654" fmla="*/ 1615556 h 6858000"/>
              <a:gd name="connsiteX655" fmla="*/ 678222 w 7467600"/>
              <a:gd name="connsiteY655" fmla="*/ 1248670 h 6858000"/>
              <a:gd name="connsiteX656" fmla="*/ 6691602 w 7467600"/>
              <a:gd name="connsiteY656" fmla="*/ 1140573 h 6858000"/>
              <a:gd name="connsiteX657" fmla="*/ 6571100 w 7467600"/>
              <a:gd name="connsiteY657" fmla="*/ 1183662 h 6858000"/>
              <a:gd name="connsiteX658" fmla="*/ 6241687 w 7467600"/>
              <a:gd name="connsiteY658" fmla="*/ 1257600 h 6858000"/>
              <a:gd name="connsiteX659" fmla="*/ 5693009 w 7467600"/>
              <a:gd name="connsiteY659" fmla="*/ 1478256 h 6858000"/>
              <a:gd name="connsiteX660" fmla="*/ 6548420 w 7467600"/>
              <a:gd name="connsiteY660" fmla="*/ 1214599 h 6858000"/>
              <a:gd name="connsiteX661" fmla="*/ 6605473 w 7467600"/>
              <a:gd name="connsiteY661" fmla="*/ 1184686 h 6858000"/>
              <a:gd name="connsiteX662" fmla="*/ 6691602 w 7467600"/>
              <a:gd name="connsiteY662" fmla="*/ 1140573 h 6858000"/>
              <a:gd name="connsiteX663" fmla="*/ 4002475 w 7467600"/>
              <a:gd name="connsiteY663" fmla="*/ 1037802 h 6858000"/>
              <a:gd name="connsiteX664" fmla="*/ 4000324 w 7467600"/>
              <a:gd name="connsiteY664" fmla="*/ 1039362 h 6858000"/>
              <a:gd name="connsiteX665" fmla="*/ 4002862 w 7467600"/>
              <a:gd name="connsiteY665" fmla="*/ 1042866 h 6858000"/>
              <a:gd name="connsiteX666" fmla="*/ 4002475 w 7467600"/>
              <a:gd name="connsiteY666" fmla="*/ 1037802 h 6858000"/>
              <a:gd name="connsiteX667" fmla="*/ 506322 w 7467600"/>
              <a:gd name="connsiteY667" fmla="*/ 1020997 h 6858000"/>
              <a:gd name="connsiteX668" fmla="*/ 533068 w 7467600"/>
              <a:gd name="connsiteY668" fmla="*/ 1029409 h 6858000"/>
              <a:gd name="connsiteX669" fmla="*/ 1232525 w 7467600"/>
              <a:gd name="connsiteY669" fmla="*/ 1804675 h 6858000"/>
              <a:gd name="connsiteX670" fmla="*/ 1388858 w 7467600"/>
              <a:gd name="connsiteY670" fmla="*/ 2368011 h 6858000"/>
              <a:gd name="connsiteX671" fmla="*/ 1384098 w 7467600"/>
              <a:gd name="connsiteY671" fmla="*/ 2378125 h 6858000"/>
              <a:gd name="connsiteX672" fmla="*/ 1425393 w 7467600"/>
              <a:gd name="connsiteY672" fmla="*/ 2589124 h 6858000"/>
              <a:gd name="connsiteX673" fmla="*/ 1424001 w 7467600"/>
              <a:gd name="connsiteY673" fmla="*/ 2597541 h 6858000"/>
              <a:gd name="connsiteX674" fmla="*/ 2152729 w 7467600"/>
              <a:gd name="connsiteY674" fmla="*/ 2864487 h 6858000"/>
              <a:gd name="connsiteX675" fmla="*/ 2020609 w 7467600"/>
              <a:gd name="connsiteY675" fmla="*/ 2539671 h 6858000"/>
              <a:gd name="connsiteX676" fmla="*/ 2018920 w 7467600"/>
              <a:gd name="connsiteY676" fmla="*/ 2536309 h 6858000"/>
              <a:gd name="connsiteX677" fmla="*/ 1342441 w 7467600"/>
              <a:gd name="connsiteY677" fmla="*/ 1173017 h 6858000"/>
              <a:gd name="connsiteX678" fmla="*/ 1367925 w 7467600"/>
              <a:gd name="connsiteY678" fmla="*/ 1135648 h 6858000"/>
              <a:gd name="connsiteX679" fmla="*/ 1771401 w 7467600"/>
              <a:gd name="connsiteY679" fmla="*/ 1806673 h 6858000"/>
              <a:gd name="connsiteX680" fmla="*/ 1972385 w 7467600"/>
              <a:gd name="connsiteY680" fmla="*/ 2198735 h 6858000"/>
              <a:gd name="connsiteX681" fmla="*/ 2040892 w 7467600"/>
              <a:gd name="connsiteY681" fmla="*/ 2405205 h 6858000"/>
              <a:gd name="connsiteX682" fmla="*/ 2131689 w 7467600"/>
              <a:gd name="connsiteY682" fmla="*/ 1936926 h 6858000"/>
              <a:gd name="connsiteX683" fmla="*/ 2454820 w 7467600"/>
              <a:gd name="connsiteY683" fmla="*/ 1248808 h 6858000"/>
              <a:gd name="connsiteX684" fmla="*/ 2492512 w 7467600"/>
              <a:gd name="connsiteY684" fmla="*/ 1302920 h 6858000"/>
              <a:gd name="connsiteX685" fmla="*/ 2081216 w 7467600"/>
              <a:gd name="connsiteY685" fmla="*/ 2527513 h 6858000"/>
              <a:gd name="connsiteX686" fmla="*/ 2081211 w 7467600"/>
              <a:gd name="connsiteY686" fmla="*/ 2528916 h 6858000"/>
              <a:gd name="connsiteX687" fmla="*/ 2199067 w 7467600"/>
              <a:gd name="connsiteY687" fmla="*/ 2884061 h 6858000"/>
              <a:gd name="connsiteX688" fmla="*/ 3192586 w 7467600"/>
              <a:gd name="connsiteY688" fmla="*/ 3411496 h 6858000"/>
              <a:gd name="connsiteX689" fmla="*/ 3182620 w 7467600"/>
              <a:gd name="connsiteY689" fmla="*/ 3483279 h 6858000"/>
              <a:gd name="connsiteX690" fmla="*/ 2435119 w 7467600"/>
              <a:gd name="connsiteY690" fmla="*/ 3080173 h 6858000"/>
              <a:gd name="connsiteX691" fmla="*/ 2410152 w 7467600"/>
              <a:gd name="connsiteY691" fmla="*/ 3063751 h 6858000"/>
              <a:gd name="connsiteX692" fmla="*/ 2408099 w 7467600"/>
              <a:gd name="connsiteY692" fmla="*/ 3064403 h 6858000"/>
              <a:gd name="connsiteX693" fmla="*/ 2407218 w 7467600"/>
              <a:gd name="connsiteY693" fmla="*/ 3070324 h 6858000"/>
              <a:gd name="connsiteX694" fmla="*/ 2380138 w 7467600"/>
              <a:gd name="connsiteY694" fmla="*/ 3099341 h 6858000"/>
              <a:gd name="connsiteX695" fmla="*/ 1765923 w 7467600"/>
              <a:gd name="connsiteY695" fmla="*/ 3581043 h 6858000"/>
              <a:gd name="connsiteX696" fmla="*/ 1702258 w 7467600"/>
              <a:gd name="connsiteY696" fmla="*/ 3612286 h 6858000"/>
              <a:gd name="connsiteX697" fmla="*/ 1538370 w 7467600"/>
              <a:gd name="connsiteY697" fmla="*/ 3811804 h 6858000"/>
              <a:gd name="connsiteX698" fmla="*/ 542867 w 7467600"/>
              <a:gd name="connsiteY698" fmla="*/ 4944092 h 6858000"/>
              <a:gd name="connsiteX699" fmla="*/ 515800 w 7467600"/>
              <a:gd name="connsiteY699" fmla="*/ 4862180 h 6858000"/>
              <a:gd name="connsiteX700" fmla="*/ 909145 w 7467600"/>
              <a:gd name="connsiteY700" fmla="*/ 4199225 h 6858000"/>
              <a:gd name="connsiteX701" fmla="*/ 1214067 w 7467600"/>
              <a:gd name="connsiteY701" fmla="*/ 3908561 h 6858000"/>
              <a:gd name="connsiteX702" fmla="*/ 640967 w 7467600"/>
              <a:gd name="connsiteY702" fmla="*/ 4105601 h 6858000"/>
              <a:gd name="connsiteX703" fmla="*/ 112563 w 7467600"/>
              <a:gd name="connsiteY703" fmla="*/ 4396952 h 6858000"/>
              <a:gd name="connsiteX704" fmla="*/ 0 w 7467600"/>
              <a:gd name="connsiteY704" fmla="*/ 4466006 h 6858000"/>
              <a:gd name="connsiteX705" fmla="*/ 0 w 7467600"/>
              <a:gd name="connsiteY705" fmla="*/ 4233763 h 6858000"/>
              <a:gd name="connsiteX706" fmla="*/ 36881 w 7467600"/>
              <a:gd name="connsiteY706" fmla="*/ 4200118 h 6858000"/>
              <a:gd name="connsiteX707" fmla="*/ 910534 w 7467600"/>
              <a:gd name="connsiteY707" fmla="*/ 3629753 h 6858000"/>
              <a:gd name="connsiteX708" fmla="*/ 1578717 w 7467600"/>
              <a:gd name="connsiteY708" fmla="*/ 3575982 h 6858000"/>
              <a:gd name="connsiteX709" fmla="*/ 2338780 w 7467600"/>
              <a:gd name="connsiteY709" fmla="*/ 3033725 h 6858000"/>
              <a:gd name="connsiteX710" fmla="*/ 1807991 w 7467600"/>
              <a:gd name="connsiteY710" fmla="*/ 2807184 h 6858000"/>
              <a:gd name="connsiteX711" fmla="*/ 1416358 w 7467600"/>
              <a:gd name="connsiteY711" fmla="*/ 3112571 h 6858000"/>
              <a:gd name="connsiteX712" fmla="*/ 939066 w 7467600"/>
              <a:gd name="connsiteY712" fmla="*/ 3378798 h 6858000"/>
              <a:gd name="connsiteX713" fmla="*/ 115099 w 7467600"/>
              <a:gd name="connsiteY713" fmla="*/ 3607650 h 6858000"/>
              <a:gd name="connsiteX714" fmla="*/ 97284 w 7467600"/>
              <a:gd name="connsiteY714" fmla="*/ 3520393 h 6858000"/>
              <a:gd name="connsiteX715" fmla="*/ 922050 w 7467600"/>
              <a:gd name="connsiteY715" fmla="*/ 3074867 h 6858000"/>
              <a:gd name="connsiteX716" fmla="*/ 1405265 w 7467600"/>
              <a:gd name="connsiteY716" fmla="*/ 3016319 h 6858000"/>
              <a:gd name="connsiteX717" fmla="*/ 1407512 w 7467600"/>
              <a:gd name="connsiteY717" fmla="*/ 3018001 h 6858000"/>
              <a:gd name="connsiteX718" fmla="*/ 1726266 w 7467600"/>
              <a:gd name="connsiteY718" fmla="*/ 2777274 h 6858000"/>
              <a:gd name="connsiteX719" fmla="*/ 625390 w 7467600"/>
              <a:gd name="connsiteY719" fmla="*/ 2514541 h 6858000"/>
              <a:gd name="connsiteX720" fmla="*/ 619799 w 7467600"/>
              <a:gd name="connsiteY720" fmla="*/ 2527180 h 6858000"/>
              <a:gd name="connsiteX721" fmla="*/ 310030 w 7467600"/>
              <a:gd name="connsiteY721" fmla="*/ 2771818 h 6858000"/>
              <a:gd name="connsiteX722" fmla="*/ 173877 w 7467600"/>
              <a:gd name="connsiteY722" fmla="*/ 2937056 h 6858000"/>
              <a:gd name="connsiteX723" fmla="*/ 77889 w 7467600"/>
              <a:gd name="connsiteY723" fmla="*/ 3138440 h 6858000"/>
              <a:gd name="connsiteX724" fmla="*/ 0 w 7467600"/>
              <a:gd name="connsiteY724" fmla="*/ 3271395 h 6858000"/>
              <a:gd name="connsiteX725" fmla="*/ 0 w 7467600"/>
              <a:gd name="connsiteY725" fmla="*/ 3153002 h 6858000"/>
              <a:gd name="connsiteX726" fmla="*/ 2386 w 7467600"/>
              <a:gd name="connsiteY726" fmla="*/ 3149203 h 6858000"/>
              <a:gd name="connsiteX727" fmla="*/ 89753 w 7467600"/>
              <a:gd name="connsiteY727" fmla="*/ 2987702 h 6858000"/>
              <a:gd name="connsiteX728" fmla="*/ 76869 w 7467600"/>
              <a:gd name="connsiteY728" fmla="*/ 3005404 h 6858000"/>
              <a:gd name="connsiteX729" fmla="*/ 32049 w 7467600"/>
              <a:gd name="connsiteY729" fmla="*/ 3065814 h 6858000"/>
              <a:gd name="connsiteX730" fmla="*/ 0 w 7467600"/>
              <a:gd name="connsiteY730" fmla="*/ 3108744 h 6858000"/>
              <a:gd name="connsiteX731" fmla="*/ 0 w 7467600"/>
              <a:gd name="connsiteY731" fmla="*/ 3058059 h 6858000"/>
              <a:gd name="connsiteX732" fmla="*/ 7610 w 7467600"/>
              <a:gd name="connsiteY732" fmla="*/ 3047889 h 6858000"/>
              <a:gd name="connsiteX733" fmla="*/ 52419 w 7467600"/>
              <a:gd name="connsiteY733" fmla="*/ 2987479 h 6858000"/>
              <a:gd name="connsiteX734" fmla="*/ 59142 w 7467600"/>
              <a:gd name="connsiteY734" fmla="*/ 2978488 h 6858000"/>
              <a:gd name="connsiteX735" fmla="*/ 0 w 7467600"/>
              <a:gd name="connsiteY735" fmla="*/ 3015334 h 6858000"/>
              <a:gd name="connsiteX736" fmla="*/ 0 w 7467600"/>
              <a:gd name="connsiteY736" fmla="*/ 2914286 h 6858000"/>
              <a:gd name="connsiteX737" fmla="*/ 36383 w 7467600"/>
              <a:gd name="connsiteY737" fmla="*/ 2901128 h 6858000"/>
              <a:gd name="connsiteX738" fmla="*/ 156329 w 7467600"/>
              <a:gd name="connsiteY738" fmla="*/ 2840533 h 6858000"/>
              <a:gd name="connsiteX739" fmla="*/ 358355 w 7467600"/>
              <a:gd name="connsiteY739" fmla="*/ 2620471 h 6858000"/>
              <a:gd name="connsiteX740" fmla="*/ 510577 w 7467600"/>
              <a:gd name="connsiteY740" fmla="*/ 2501244 h 6858000"/>
              <a:gd name="connsiteX741" fmla="*/ 211967 w 7467600"/>
              <a:gd name="connsiteY741" fmla="*/ 2479171 h 6858000"/>
              <a:gd name="connsiteX742" fmla="*/ 0 w 7467600"/>
              <a:gd name="connsiteY742" fmla="*/ 2476398 h 6858000"/>
              <a:gd name="connsiteX743" fmla="*/ 0 w 7467600"/>
              <a:gd name="connsiteY743" fmla="*/ 2389189 h 6858000"/>
              <a:gd name="connsiteX744" fmla="*/ 103062 w 7467600"/>
              <a:gd name="connsiteY744" fmla="*/ 2389518 h 6858000"/>
              <a:gd name="connsiteX745" fmla="*/ 510734 w 7467600"/>
              <a:gd name="connsiteY745" fmla="*/ 2416201 h 6858000"/>
              <a:gd name="connsiteX746" fmla="*/ 279257 w 7467600"/>
              <a:gd name="connsiteY746" fmla="*/ 2092102 h 6858000"/>
              <a:gd name="connsiteX747" fmla="*/ 65265 w 7467600"/>
              <a:gd name="connsiteY747" fmla="*/ 2006049 h 6858000"/>
              <a:gd name="connsiteX748" fmla="*/ 0 w 7467600"/>
              <a:gd name="connsiteY748" fmla="*/ 1982532 h 6858000"/>
              <a:gd name="connsiteX749" fmla="*/ 0 w 7467600"/>
              <a:gd name="connsiteY749" fmla="*/ 1912789 h 6858000"/>
              <a:gd name="connsiteX750" fmla="*/ 97460 w 7467600"/>
              <a:gd name="connsiteY750" fmla="*/ 1953725 h 6858000"/>
              <a:gd name="connsiteX751" fmla="*/ 221272 w 7467600"/>
              <a:gd name="connsiteY751" fmla="*/ 1980766 h 6858000"/>
              <a:gd name="connsiteX752" fmla="*/ 116765 w 7467600"/>
              <a:gd name="connsiteY752" fmla="*/ 1911033 h 6858000"/>
              <a:gd name="connsiteX753" fmla="*/ 16405 w 7467600"/>
              <a:gd name="connsiteY753" fmla="*/ 1803412 h 6858000"/>
              <a:gd name="connsiteX754" fmla="*/ 0 w 7467600"/>
              <a:gd name="connsiteY754" fmla="*/ 1784777 h 6858000"/>
              <a:gd name="connsiteX755" fmla="*/ 0 w 7467600"/>
              <a:gd name="connsiteY755" fmla="*/ 1740082 h 6858000"/>
              <a:gd name="connsiteX756" fmla="*/ 39394 w 7467600"/>
              <a:gd name="connsiteY756" fmla="*/ 1784856 h 6858000"/>
              <a:gd name="connsiteX757" fmla="*/ 135813 w 7467600"/>
              <a:gd name="connsiteY757" fmla="*/ 1888838 h 6858000"/>
              <a:gd name="connsiteX758" fmla="*/ 242575 w 7467600"/>
              <a:gd name="connsiteY758" fmla="*/ 1958841 h 6858000"/>
              <a:gd name="connsiteX759" fmla="*/ 82197 w 7467600"/>
              <a:gd name="connsiteY759" fmla="*/ 1754826 h 6858000"/>
              <a:gd name="connsiteX760" fmla="*/ 0 w 7467600"/>
              <a:gd name="connsiteY760" fmla="*/ 1679650 h 6858000"/>
              <a:gd name="connsiteX761" fmla="*/ 0 w 7467600"/>
              <a:gd name="connsiteY761" fmla="*/ 1602463 h 6858000"/>
              <a:gd name="connsiteX762" fmla="*/ 84689 w 7467600"/>
              <a:gd name="connsiteY762" fmla="*/ 1677442 h 6858000"/>
              <a:gd name="connsiteX763" fmla="*/ 298437 w 7467600"/>
              <a:gd name="connsiteY763" fmla="*/ 1968019 h 6858000"/>
              <a:gd name="connsiteX764" fmla="*/ 227269 w 7467600"/>
              <a:gd name="connsiteY764" fmla="*/ 1114064 h 6858000"/>
              <a:gd name="connsiteX765" fmla="*/ 248003 w 7467600"/>
              <a:gd name="connsiteY765" fmla="*/ 1089613 h 6858000"/>
              <a:gd name="connsiteX766" fmla="*/ 427020 w 7467600"/>
              <a:gd name="connsiteY766" fmla="*/ 1619803 h 6858000"/>
              <a:gd name="connsiteX767" fmla="*/ 340345 w 7467600"/>
              <a:gd name="connsiteY767" fmla="*/ 2027739 h 6858000"/>
              <a:gd name="connsiteX768" fmla="*/ 360865 w 7467600"/>
              <a:gd name="connsiteY768" fmla="*/ 2044827 h 6858000"/>
              <a:gd name="connsiteX769" fmla="*/ 560414 w 7467600"/>
              <a:gd name="connsiteY769" fmla="*/ 2421457 h 6858000"/>
              <a:gd name="connsiteX770" fmla="*/ 1359703 w 7467600"/>
              <a:gd name="connsiteY770" fmla="*/ 2578554 h 6858000"/>
              <a:gd name="connsiteX771" fmla="*/ 1359422 w 7467600"/>
              <a:gd name="connsiteY771" fmla="*/ 2577994 h 6858000"/>
              <a:gd name="connsiteX772" fmla="*/ 828701 w 7467600"/>
              <a:gd name="connsiteY772" fmla="*/ 1839520 h 6858000"/>
              <a:gd name="connsiteX773" fmla="*/ 494427 w 7467600"/>
              <a:gd name="connsiteY773" fmla="*/ 1092333 h 6858000"/>
              <a:gd name="connsiteX774" fmla="*/ 506322 w 7467600"/>
              <a:gd name="connsiteY774" fmla="*/ 1020997 h 6858000"/>
              <a:gd name="connsiteX775" fmla="*/ 4570198 w 7467600"/>
              <a:gd name="connsiteY775" fmla="*/ 978081 h 6858000"/>
              <a:gd name="connsiteX776" fmla="*/ 4523691 w 7467600"/>
              <a:gd name="connsiteY776" fmla="*/ 1127776 h 6858000"/>
              <a:gd name="connsiteX777" fmla="*/ 4509875 w 7467600"/>
              <a:gd name="connsiteY777" fmla="*/ 1167552 h 6858000"/>
              <a:gd name="connsiteX778" fmla="*/ 4478168 w 7467600"/>
              <a:gd name="connsiteY778" fmla="*/ 1260735 h 6858000"/>
              <a:gd name="connsiteX779" fmla="*/ 4409309 w 7467600"/>
              <a:gd name="connsiteY779" fmla="*/ 1666996 h 6858000"/>
              <a:gd name="connsiteX780" fmla="*/ 4370031 w 7467600"/>
              <a:gd name="connsiteY780" fmla="*/ 1955666 h 6858000"/>
              <a:gd name="connsiteX781" fmla="*/ 4570198 w 7467600"/>
              <a:gd name="connsiteY781" fmla="*/ 978081 h 6858000"/>
              <a:gd name="connsiteX782" fmla="*/ 4557898 w 7467600"/>
              <a:gd name="connsiteY782" fmla="*/ 900011 h 6858000"/>
              <a:gd name="connsiteX783" fmla="*/ 4344840 w 7467600"/>
              <a:gd name="connsiteY783" fmla="*/ 1922038 h 6858000"/>
              <a:gd name="connsiteX784" fmla="*/ 4378710 w 7467600"/>
              <a:gd name="connsiteY784" fmla="*/ 1665516 h 6858000"/>
              <a:gd name="connsiteX785" fmla="*/ 4448798 w 7467600"/>
              <a:gd name="connsiteY785" fmla="*/ 1253024 h 6858000"/>
              <a:gd name="connsiteX786" fmla="*/ 4480315 w 7467600"/>
              <a:gd name="connsiteY786" fmla="*/ 1158454 h 6858000"/>
              <a:gd name="connsiteX787" fmla="*/ 4494133 w 7467600"/>
              <a:gd name="connsiteY787" fmla="*/ 1118676 h 6858000"/>
              <a:gd name="connsiteX788" fmla="*/ 4557898 w 7467600"/>
              <a:gd name="connsiteY788" fmla="*/ 900011 h 6858000"/>
              <a:gd name="connsiteX789" fmla="*/ 5870151 w 7467600"/>
              <a:gd name="connsiteY789" fmla="*/ 898890 h 6858000"/>
              <a:gd name="connsiteX790" fmla="*/ 5861335 w 7467600"/>
              <a:gd name="connsiteY790" fmla="*/ 899177 h 6858000"/>
              <a:gd name="connsiteX791" fmla="*/ 5843702 w 7467600"/>
              <a:gd name="connsiteY791" fmla="*/ 899748 h 6858000"/>
              <a:gd name="connsiteX792" fmla="*/ 5651107 w 7467600"/>
              <a:gd name="connsiteY792" fmla="*/ 920306 h 6858000"/>
              <a:gd name="connsiteX793" fmla="*/ 5459407 w 7467600"/>
              <a:gd name="connsiteY793" fmla="*/ 940975 h 6858000"/>
              <a:gd name="connsiteX794" fmla="*/ 5374846 w 7467600"/>
              <a:gd name="connsiteY794" fmla="*/ 941988 h 6858000"/>
              <a:gd name="connsiteX795" fmla="*/ 5256105 w 7467600"/>
              <a:gd name="connsiteY795" fmla="*/ 945632 h 6858000"/>
              <a:gd name="connsiteX796" fmla="*/ 5107071 w 7467600"/>
              <a:gd name="connsiteY796" fmla="*/ 969720 h 6858000"/>
              <a:gd name="connsiteX797" fmla="*/ 4998681 w 7467600"/>
              <a:gd name="connsiteY797" fmla="*/ 988771 h 6858000"/>
              <a:gd name="connsiteX798" fmla="*/ 5870151 w 7467600"/>
              <a:gd name="connsiteY798" fmla="*/ 898890 h 6858000"/>
              <a:gd name="connsiteX799" fmla="*/ 5504425 w 7467600"/>
              <a:gd name="connsiteY799" fmla="*/ 848067 h 6858000"/>
              <a:gd name="connsiteX800" fmla="*/ 4968849 w 7467600"/>
              <a:gd name="connsiteY800" fmla="*/ 962318 h 6858000"/>
              <a:gd name="connsiteX801" fmla="*/ 5104039 w 7467600"/>
              <a:gd name="connsiteY801" fmla="*/ 940634 h 6858000"/>
              <a:gd name="connsiteX802" fmla="*/ 5256311 w 7467600"/>
              <a:gd name="connsiteY802" fmla="*/ 916490 h 6858000"/>
              <a:gd name="connsiteX803" fmla="*/ 5377381 w 7467600"/>
              <a:gd name="connsiteY803" fmla="*/ 912671 h 6858000"/>
              <a:gd name="connsiteX804" fmla="*/ 5460148 w 7467600"/>
              <a:gd name="connsiteY804" fmla="*/ 911442 h 6858000"/>
              <a:gd name="connsiteX805" fmla="*/ 5648971 w 7467600"/>
              <a:gd name="connsiteY805" fmla="*/ 891331 h 6858000"/>
              <a:gd name="connsiteX806" fmla="*/ 5844807 w 7467600"/>
              <a:gd name="connsiteY806" fmla="*/ 870718 h 6858000"/>
              <a:gd name="connsiteX807" fmla="*/ 5862975 w 7467600"/>
              <a:gd name="connsiteY807" fmla="*/ 869756 h 6858000"/>
              <a:gd name="connsiteX808" fmla="*/ 5920887 w 7467600"/>
              <a:gd name="connsiteY808" fmla="*/ 865929 h 6858000"/>
              <a:gd name="connsiteX809" fmla="*/ 5504425 w 7467600"/>
              <a:gd name="connsiteY809" fmla="*/ 848067 h 6858000"/>
              <a:gd name="connsiteX810" fmla="*/ 3607114 w 7467600"/>
              <a:gd name="connsiteY810" fmla="*/ 467441 h 6858000"/>
              <a:gd name="connsiteX811" fmla="*/ 3296242 w 7467600"/>
              <a:gd name="connsiteY811" fmla="*/ 807991 h 6858000"/>
              <a:gd name="connsiteX812" fmla="*/ 3174674 w 7467600"/>
              <a:gd name="connsiteY812" fmla="*/ 919759 h 6858000"/>
              <a:gd name="connsiteX813" fmla="*/ 3042978 w 7467600"/>
              <a:gd name="connsiteY813" fmla="*/ 1054894 h 6858000"/>
              <a:gd name="connsiteX814" fmla="*/ 2968914 w 7467600"/>
              <a:gd name="connsiteY814" fmla="*/ 1133756 h 6858000"/>
              <a:gd name="connsiteX815" fmla="*/ 3103823 w 7467600"/>
              <a:gd name="connsiteY815" fmla="*/ 1026814 h 6858000"/>
              <a:gd name="connsiteX816" fmla="*/ 3607114 w 7467600"/>
              <a:gd name="connsiteY816" fmla="*/ 467441 h 6858000"/>
              <a:gd name="connsiteX817" fmla="*/ 3744487 w 7467600"/>
              <a:gd name="connsiteY817" fmla="*/ 383136 h 6858000"/>
              <a:gd name="connsiteX818" fmla="*/ 3970213 w 7467600"/>
              <a:gd name="connsiteY818" fmla="*/ 995559 h 6858000"/>
              <a:gd name="connsiteX819" fmla="*/ 3744487 w 7467600"/>
              <a:gd name="connsiteY819" fmla="*/ 383136 h 6858000"/>
              <a:gd name="connsiteX820" fmla="*/ 3624562 w 7467600"/>
              <a:gd name="connsiteY820" fmla="*/ 367041 h 6858000"/>
              <a:gd name="connsiteX821" fmla="*/ 3489712 w 7467600"/>
              <a:gd name="connsiteY821" fmla="*/ 485386 h 6858000"/>
              <a:gd name="connsiteX822" fmla="*/ 3182994 w 7467600"/>
              <a:gd name="connsiteY822" fmla="*/ 828265 h 6858000"/>
              <a:gd name="connsiteX823" fmla="*/ 2892114 w 7467600"/>
              <a:gd name="connsiteY823" fmla="*/ 1172635 h 6858000"/>
              <a:gd name="connsiteX824" fmla="*/ 3021459 w 7467600"/>
              <a:gd name="connsiteY824" fmla="*/ 1035385 h 6858000"/>
              <a:gd name="connsiteX825" fmla="*/ 3153873 w 7467600"/>
              <a:gd name="connsiteY825" fmla="*/ 898971 h 6858000"/>
              <a:gd name="connsiteX826" fmla="*/ 3276511 w 7467600"/>
              <a:gd name="connsiteY826" fmla="*/ 786423 h 6858000"/>
              <a:gd name="connsiteX827" fmla="*/ 3584154 w 7467600"/>
              <a:gd name="connsiteY827" fmla="*/ 448218 h 6858000"/>
              <a:gd name="connsiteX828" fmla="*/ 3624562 w 7467600"/>
              <a:gd name="connsiteY828" fmla="*/ 367041 h 6858000"/>
              <a:gd name="connsiteX829" fmla="*/ 3766672 w 7467600"/>
              <a:gd name="connsiteY829" fmla="*/ 359429 h 6858000"/>
              <a:gd name="connsiteX830" fmla="*/ 3996338 w 7467600"/>
              <a:gd name="connsiteY830" fmla="*/ 968237 h 6858000"/>
              <a:gd name="connsiteX831" fmla="*/ 3766672 w 7467600"/>
              <a:gd name="connsiteY831" fmla="*/ 359429 h 6858000"/>
              <a:gd name="connsiteX832" fmla="*/ 5805386 w 7467600"/>
              <a:gd name="connsiteY832" fmla="*/ 239240 h 6858000"/>
              <a:gd name="connsiteX833" fmla="*/ 5736947 w 7467600"/>
              <a:gd name="connsiteY833" fmla="*/ 261367 h 6858000"/>
              <a:gd name="connsiteX834" fmla="*/ 5427012 w 7467600"/>
              <a:gd name="connsiteY834" fmla="*/ 311272 h 6858000"/>
              <a:gd name="connsiteX835" fmla="*/ 5147818 w 7467600"/>
              <a:gd name="connsiteY835" fmla="*/ 322112 h 6858000"/>
              <a:gd name="connsiteX836" fmla="*/ 5060854 w 7467600"/>
              <a:gd name="connsiteY836" fmla="*/ 311882 h 6858000"/>
              <a:gd name="connsiteX837" fmla="*/ 4945989 w 7467600"/>
              <a:gd name="connsiteY837" fmla="*/ 300516 h 6858000"/>
              <a:gd name="connsiteX838" fmla="*/ 5410479 w 7467600"/>
              <a:gd name="connsiteY838" fmla="*/ 348434 h 6858000"/>
              <a:gd name="connsiteX839" fmla="*/ 5805386 w 7467600"/>
              <a:gd name="connsiteY839" fmla="*/ 239240 h 6858000"/>
              <a:gd name="connsiteX840" fmla="*/ 5905192 w 7467600"/>
              <a:gd name="connsiteY840" fmla="*/ 163079 h 6858000"/>
              <a:gd name="connsiteX841" fmla="*/ 5865655 w 7467600"/>
              <a:gd name="connsiteY841" fmla="*/ 171901 h 6858000"/>
              <a:gd name="connsiteX842" fmla="*/ 5259740 w 7467600"/>
              <a:gd name="connsiteY842" fmla="*/ 257013 h 6858000"/>
              <a:gd name="connsiteX843" fmla="*/ 5208466 w 7467600"/>
              <a:gd name="connsiteY843" fmla="*/ 257550 h 6858000"/>
              <a:gd name="connsiteX844" fmla="*/ 4980204 w 7467600"/>
              <a:gd name="connsiteY844" fmla="*/ 271903 h 6858000"/>
              <a:gd name="connsiteX845" fmla="*/ 5068068 w 7467600"/>
              <a:gd name="connsiteY845" fmla="*/ 282244 h 6858000"/>
              <a:gd name="connsiteX846" fmla="*/ 5153231 w 7467600"/>
              <a:gd name="connsiteY846" fmla="*/ 292240 h 6858000"/>
              <a:gd name="connsiteX847" fmla="*/ 5426491 w 7467600"/>
              <a:gd name="connsiteY847" fmla="*/ 281128 h 6858000"/>
              <a:gd name="connsiteX848" fmla="*/ 5731212 w 7467600"/>
              <a:gd name="connsiteY848" fmla="*/ 231951 h 6858000"/>
              <a:gd name="connsiteX849" fmla="*/ 5905192 w 7467600"/>
              <a:gd name="connsiteY849" fmla="*/ 163079 h 6858000"/>
              <a:gd name="connsiteX850" fmla="*/ 5944437 w 7467600"/>
              <a:gd name="connsiteY850" fmla="*/ 113829 h 6858000"/>
              <a:gd name="connsiteX851" fmla="*/ 5825032 w 7467600"/>
              <a:gd name="connsiteY851" fmla="*/ 146405 h 6858000"/>
              <a:gd name="connsiteX852" fmla="*/ 4955599 w 7467600"/>
              <a:gd name="connsiteY852" fmla="*/ 247008 h 6858000"/>
              <a:gd name="connsiteX853" fmla="*/ 5210104 w 7467600"/>
              <a:gd name="connsiteY853" fmla="*/ 228123 h 6858000"/>
              <a:gd name="connsiteX854" fmla="*/ 5261015 w 7467600"/>
              <a:gd name="connsiteY854" fmla="*/ 227087 h 6858000"/>
              <a:gd name="connsiteX855" fmla="*/ 5861181 w 7467600"/>
              <a:gd name="connsiteY855" fmla="*/ 143093 h 6858000"/>
              <a:gd name="connsiteX856" fmla="*/ 5961252 w 7467600"/>
              <a:gd name="connsiteY856" fmla="*/ 114820 h 6858000"/>
              <a:gd name="connsiteX857" fmla="*/ 5944437 w 7467600"/>
              <a:gd name="connsiteY857" fmla="*/ 113829 h 6858000"/>
              <a:gd name="connsiteX858" fmla="*/ 3882765 w 7467600"/>
              <a:gd name="connsiteY858" fmla="*/ 0 h 6858000"/>
              <a:gd name="connsiteX859" fmla="*/ 3995099 w 7467600"/>
              <a:gd name="connsiteY859" fmla="*/ 0 h 6858000"/>
              <a:gd name="connsiteX860" fmla="*/ 4163818 w 7467600"/>
              <a:gd name="connsiteY860" fmla="*/ 234104 h 6858000"/>
              <a:gd name="connsiteX861" fmla="*/ 4172099 w 7467600"/>
              <a:gd name="connsiteY861" fmla="*/ 234207 h 6858000"/>
              <a:gd name="connsiteX862" fmla="*/ 4784282 w 7467600"/>
              <a:gd name="connsiteY862" fmla="*/ 276561 h 6858000"/>
              <a:gd name="connsiteX863" fmla="*/ 4801687 w 7467600"/>
              <a:gd name="connsiteY863" fmla="*/ 267764 h 6858000"/>
              <a:gd name="connsiteX864" fmla="*/ 6082788 w 7467600"/>
              <a:gd name="connsiteY864" fmla="*/ 64119 h 6858000"/>
              <a:gd name="connsiteX865" fmla="*/ 6099442 w 7467600"/>
              <a:gd name="connsiteY865" fmla="*/ 82568 h 6858000"/>
              <a:gd name="connsiteX866" fmla="*/ 4804137 w 7467600"/>
              <a:gd name="connsiteY866" fmla="*/ 320931 h 6858000"/>
              <a:gd name="connsiteX867" fmla="*/ 4227047 w 7467600"/>
              <a:gd name="connsiteY867" fmla="*/ 313415 h 6858000"/>
              <a:gd name="connsiteX868" fmla="*/ 4346041 w 7467600"/>
              <a:gd name="connsiteY868" fmla="*/ 456086 h 6858000"/>
              <a:gd name="connsiteX869" fmla="*/ 4870967 w 7467600"/>
              <a:gd name="connsiteY869" fmla="*/ 963061 h 6858000"/>
              <a:gd name="connsiteX870" fmla="*/ 4889647 w 7467600"/>
              <a:gd name="connsiteY870" fmla="*/ 957147 h 6858000"/>
              <a:gd name="connsiteX871" fmla="*/ 5422504 w 7467600"/>
              <a:gd name="connsiteY871" fmla="*/ 805191 h 6858000"/>
              <a:gd name="connsiteX872" fmla="*/ 6087656 w 7467600"/>
              <a:gd name="connsiteY872" fmla="*/ 826703 h 6858000"/>
              <a:gd name="connsiteX873" fmla="*/ 6058717 w 7467600"/>
              <a:gd name="connsiteY873" fmla="*/ 865992 h 6858000"/>
              <a:gd name="connsiteX874" fmla="*/ 4974153 w 7467600"/>
              <a:gd name="connsiteY874" fmla="*/ 1045456 h 6858000"/>
              <a:gd name="connsiteX875" fmla="*/ 5627835 w 7467600"/>
              <a:gd name="connsiteY875" fmla="*/ 1472077 h 6858000"/>
              <a:gd name="connsiteX876" fmla="*/ 5629817 w 7467600"/>
              <a:gd name="connsiteY876" fmla="*/ 1471412 h 6858000"/>
              <a:gd name="connsiteX877" fmla="*/ 5634124 w 7467600"/>
              <a:gd name="connsiteY877" fmla="*/ 1470572 h 6858000"/>
              <a:gd name="connsiteX878" fmla="*/ 5755832 w 7467600"/>
              <a:gd name="connsiteY878" fmla="*/ 1383886 h 6858000"/>
              <a:gd name="connsiteX879" fmla="*/ 6014186 w 7467600"/>
              <a:gd name="connsiteY879" fmla="*/ 1279799 h 6858000"/>
              <a:gd name="connsiteX880" fmla="*/ 6901619 w 7467600"/>
              <a:gd name="connsiteY880" fmla="*/ 1047874 h 6858000"/>
              <a:gd name="connsiteX881" fmla="*/ 6931566 w 7467600"/>
              <a:gd name="connsiteY881" fmla="*/ 1062034 h 6858000"/>
              <a:gd name="connsiteX882" fmla="*/ 5790982 w 7467600"/>
              <a:gd name="connsiteY882" fmla="*/ 1561380 h 6858000"/>
              <a:gd name="connsiteX883" fmla="*/ 6188971 w 7467600"/>
              <a:gd name="connsiteY883" fmla="*/ 1755168 h 6858000"/>
              <a:gd name="connsiteX884" fmla="*/ 6202446 w 7467600"/>
              <a:gd name="connsiteY884" fmla="*/ 1752268 h 6858000"/>
              <a:gd name="connsiteX885" fmla="*/ 7179560 w 7467600"/>
              <a:gd name="connsiteY885" fmla="*/ 1467551 h 6858000"/>
              <a:gd name="connsiteX886" fmla="*/ 7158730 w 7467600"/>
              <a:gd name="connsiteY886" fmla="*/ 1507835 h 6858000"/>
              <a:gd name="connsiteX887" fmla="*/ 6326959 w 7467600"/>
              <a:gd name="connsiteY887" fmla="*/ 1817686 h 6858000"/>
              <a:gd name="connsiteX888" fmla="*/ 6537433 w 7467600"/>
              <a:gd name="connsiteY888" fmla="*/ 1907790 h 6858000"/>
              <a:gd name="connsiteX889" fmla="*/ 6550221 w 7467600"/>
              <a:gd name="connsiteY889" fmla="*/ 1910729 h 6858000"/>
              <a:gd name="connsiteX890" fmla="*/ 6964438 w 7467600"/>
              <a:gd name="connsiteY890" fmla="*/ 2209505 h 6858000"/>
              <a:gd name="connsiteX891" fmla="*/ 7367862 w 7467600"/>
              <a:gd name="connsiteY891" fmla="*/ 2806833 h 6858000"/>
              <a:gd name="connsiteX892" fmla="*/ 7364329 w 7467600"/>
              <a:gd name="connsiteY892" fmla="*/ 2826907 h 6858000"/>
              <a:gd name="connsiteX893" fmla="*/ 7290545 w 7467600"/>
              <a:gd name="connsiteY893" fmla="*/ 2850663 h 6858000"/>
              <a:gd name="connsiteX894" fmla="*/ 6472036 w 7467600"/>
              <a:gd name="connsiteY894" fmla="*/ 1959003 h 6858000"/>
              <a:gd name="connsiteX895" fmla="*/ 5792897 w 7467600"/>
              <a:gd name="connsiteY895" fmla="*/ 1647747 h 6858000"/>
              <a:gd name="connsiteX896" fmla="*/ 5842751 w 7467600"/>
              <a:gd name="connsiteY896" fmla="*/ 1816112 h 6858000"/>
              <a:gd name="connsiteX897" fmla="*/ 5847424 w 7467600"/>
              <a:gd name="connsiteY897" fmla="*/ 1815776 h 6858000"/>
              <a:gd name="connsiteX898" fmla="*/ 6399821 w 7467600"/>
              <a:gd name="connsiteY898" fmla="*/ 2344799 h 6858000"/>
              <a:gd name="connsiteX899" fmla="*/ 6323232 w 7467600"/>
              <a:gd name="connsiteY899" fmla="*/ 2389634 h 6858000"/>
              <a:gd name="connsiteX900" fmla="*/ 5942958 w 7467600"/>
              <a:gd name="connsiteY900" fmla="*/ 2077708 h 6858000"/>
              <a:gd name="connsiteX901" fmla="*/ 5921559 w 7467600"/>
              <a:gd name="connsiteY901" fmla="*/ 2378596 h 6858000"/>
              <a:gd name="connsiteX902" fmla="*/ 5817651 w 7467600"/>
              <a:gd name="connsiteY902" fmla="*/ 3023919 h 6858000"/>
              <a:gd name="connsiteX903" fmla="*/ 5729634 w 7467600"/>
              <a:gd name="connsiteY903" fmla="*/ 3051849 h 6858000"/>
              <a:gd name="connsiteX904" fmla="*/ 5611018 w 7467600"/>
              <a:gd name="connsiteY904" fmla="*/ 2316769 h 6858000"/>
              <a:gd name="connsiteX905" fmla="*/ 5687608 w 7467600"/>
              <a:gd name="connsiteY905" fmla="*/ 2039972 h 6858000"/>
              <a:gd name="connsiteX906" fmla="*/ 5657554 w 7467600"/>
              <a:gd name="connsiteY906" fmla="*/ 1576445 h 6858000"/>
              <a:gd name="connsiteX907" fmla="*/ 5150475 w 7467600"/>
              <a:gd name="connsiteY907" fmla="*/ 1274012 h 6858000"/>
              <a:gd name="connsiteX908" fmla="*/ 5349142 w 7467600"/>
              <a:gd name="connsiteY908" fmla="*/ 2204405 h 6858000"/>
              <a:gd name="connsiteX909" fmla="*/ 5262214 w 7467600"/>
              <a:gd name="connsiteY909" fmla="*/ 2233836 h 6858000"/>
              <a:gd name="connsiteX910" fmla="*/ 4981539 w 7467600"/>
              <a:gd name="connsiteY910" fmla="*/ 1542201 h 6858000"/>
              <a:gd name="connsiteX911" fmla="*/ 4958461 w 7467600"/>
              <a:gd name="connsiteY911" fmla="*/ 1136957 h 6858000"/>
              <a:gd name="connsiteX912" fmla="*/ 4655015 w 7467600"/>
              <a:gd name="connsiteY912" fmla="*/ 891426 h 6858000"/>
              <a:gd name="connsiteX913" fmla="*/ 4348002 w 7467600"/>
              <a:gd name="connsiteY913" fmla="*/ 2205895 h 6858000"/>
              <a:gd name="connsiteX914" fmla="*/ 4262250 w 7467600"/>
              <a:gd name="connsiteY914" fmla="*/ 2219972 h 6858000"/>
              <a:gd name="connsiteX915" fmla="*/ 4550611 w 7467600"/>
              <a:gd name="connsiteY915" fmla="*/ 817540 h 6858000"/>
              <a:gd name="connsiteX916" fmla="*/ 4564418 w 7467600"/>
              <a:gd name="connsiteY916" fmla="*/ 808293 h 6858000"/>
              <a:gd name="connsiteX917" fmla="*/ 4266388 w 7467600"/>
              <a:gd name="connsiteY917" fmla="*/ 500083 h 6858000"/>
              <a:gd name="connsiteX918" fmla="*/ 4032842 w 7467600"/>
              <a:gd name="connsiteY918" fmla="*/ 211809 h 6858000"/>
              <a:gd name="connsiteX919" fmla="*/ 3882765 w 7467600"/>
              <a:gd name="connsiteY919" fmla="*/ 0 h 6858000"/>
              <a:gd name="connsiteX920" fmla="*/ 3721337 w 7467600"/>
              <a:gd name="connsiteY920" fmla="*/ 0 h 6858000"/>
              <a:gd name="connsiteX921" fmla="*/ 3797544 w 7467600"/>
              <a:gd name="connsiteY921" fmla="*/ 0 h 6858000"/>
              <a:gd name="connsiteX922" fmla="*/ 3775734 w 7467600"/>
              <a:gd name="connsiteY922" fmla="*/ 95131 h 6858000"/>
              <a:gd name="connsiteX923" fmla="*/ 3724807 w 7467600"/>
              <a:gd name="connsiteY923" fmla="*/ 272257 h 6858000"/>
              <a:gd name="connsiteX924" fmla="*/ 3726844 w 7467600"/>
              <a:gd name="connsiteY924" fmla="*/ 282988 h 6858000"/>
              <a:gd name="connsiteX925" fmla="*/ 3742664 w 7467600"/>
              <a:gd name="connsiteY925" fmla="*/ 279918 h 6858000"/>
              <a:gd name="connsiteX926" fmla="*/ 4103910 w 7467600"/>
              <a:gd name="connsiteY926" fmla="*/ 1161917 h 6858000"/>
              <a:gd name="connsiteX927" fmla="*/ 4020269 w 7467600"/>
              <a:gd name="connsiteY927" fmla="*/ 1200406 h 6858000"/>
              <a:gd name="connsiteX928" fmla="*/ 3674882 w 7467600"/>
              <a:gd name="connsiteY928" fmla="*/ 488524 h 6858000"/>
              <a:gd name="connsiteX929" fmla="*/ 3132682 w 7467600"/>
              <a:gd name="connsiteY929" fmla="*/ 1072284 h 6858000"/>
              <a:gd name="connsiteX930" fmla="*/ 2716346 w 7467600"/>
              <a:gd name="connsiteY930" fmla="*/ 1276376 h 6858000"/>
              <a:gd name="connsiteX931" fmla="*/ 2716772 w 7467600"/>
              <a:gd name="connsiteY931" fmla="*/ 1255462 h 6858000"/>
              <a:gd name="connsiteX932" fmla="*/ 3471096 w 7467600"/>
              <a:gd name="connsiteY932" fmla="*/ 437072 h 6858000"/>
              <a:gd name="connsiteX933" fmla="*/ 3639057 w 7467600"/>
              <a:gd name="connsiteY933" fmla="*/ 286334 h 6858000"/>
              <a:gd name="connsiteX934" fmla="*/ 3640309 w 7467600"/>
              <a:gd name="connsiteY934" fmla="*/ 284664 h 6858000"/>
              <a:gd name="connsiteX935" fmla="*/ 3646022 w 7467600"/>
              <a:gd name="connsiteY935" fmla="*/ 276711 h 6858000"/>
              <a:gd name="connsiteX936" fmla="*/ 3707943 w 7467600"/>
              <a:gd name="connsiteY936" fmla="*/ 65958 h 6858000"/>
              <a:gd name="connsiteX937" fmla="*/ 3721337 w 7467600"/>
              <a:gd name="connsiteY937" fmla="*/ 0 h 6858000"/>
              <a:gd name="connsiteX938" fmla="*/ 2867960 w 7467600"/>
              <a:gd name="connsiteY938" fmla="*/ 0 h 6858000"/>
              <a:gd name="connsiteX939" fmla="*/ 2926351 w 7467600"/>
              <a:gd name="connsiteY939" fmla="*/ 0 h 6858000"/>
              <a:gd name="connsiteX940" fmla="*/ 2902823 w 7467600"/>
              <a:gd name="connsiteY940" fmla="*/ 262929 h 6858000"/>
              <a:gd name="connsiteX941" fmla="*/ 2940663 w 7467600"/>
              <a:gd name="connsiteY941" fmla="*/ 140884 h 6858000"/>
              <a:gd name="connsiteX942" fmla="*/ 2947039 w 7467600"/>
              <a:gd name="connsiteY942" fmla="*/ 122524 h 6858000"/>
              <a:gd name="connsiteX943" fmla="*/ 2984316 w 7467600"/>
              <a:gd name="connsiteY943" fmla="*/ 0 h 6858000"/>
              <a:gd name="connsiteX944" fmla="*/ 3016114 w 7467600"/>
              <a:gd name="connsiteY944" fmla="*/ 0 h 6858000"/>
              <a:gd name="connsiteX945" fmla="*/ 2979949 w 7467600"/>
              <a:gd name="connsiteY945" fmla="*/ 119274 h 6858000"/>
              <a:gd name="connsiteX946" fmla="*/ 3023879 w 7467600"/>
              <a:gd name="connsiteY946" fmla="*/ 0 h 6858000"/>
              <a:gd name="connsiteX947" fmla="*/ 3105400 w 7467600"/>
              <a:gd name="connsiteY947" fmla="*/ 0 h 6858000"/>
              <a:gd name="connsiteX948" fmla="*/ 3094669 w 7467600"/>
              <a:gd name="connsiteY948" fmla="*/ 30308 h 6858000"/>
              <a:gd name="connsiteX949" fmla="*/ 2901945 w 7467600"/>
              <a:gd name="connsiteY949" fmla="*/ 466538 h 6858000"/>
              <a:gd name="connsiteX950" fmla="*/ 2815209 w 7467600"/>
              <a:gd name="connsiteY950" fmla="*/ 497361 h 6858000"/>
              <a:gd name="connsiteX951" fmla="*/ 2844845 w 7467600"/>
              <a:gd name="connsiteY951" fmla="*/ 127638 h 6858000"/>
              <a:gd name="connsiteX952" fmla="*/ 2867960 w 7467600"/>
              <a:gd name="connsiteY952" fmla="*/ 0 h 6858000"/>
              <a:gd name="connsiteX953" fmla="*/ 1057230 w 7467600"/>
              <a:gd name="connsiteY953" fmla="*/ 0 h 6858000"/>
              <a:gd name="connsiteX954" fmla="*/ 1111003 w 7467600"/>
              <a:gd name="connsiteY954" fmla="*/ 0 h 6858000"/>
              <a:gd name="connsiteX955" fmla="*/ 1125553 w 7467600"/>
              <a:gd name="connsiteY955" fmla="*/ 52588 h 6858000"/>
              <a:gd name="connsiteX956" fmla="*/ 1304276 w 7467600"/>
              <a:gd name="connsiteY956" fmla="*/ 476275 h 6858000"/>
              <a:gd name="connsiteX957" fmla="*/ 1492066 w 7467600"/>
              <a:gd name="connsiteY957" fmla="*/ 886333 h 6858000"/>
              <a:gd name="connsiteX958" fmla="*/ 1423698 w 7467600"/>
              <a:gd name="connsiteY958" fmla="*/ 710817 h 6858000"/>
              <a:gd name="connsiteX959" fmla="*/ 1357609 w 7467600"/>
              <a:gd name="connsiteY959" fmla="*/ 532892 h 6858000"/>
              <a:gd name="connsiteX960" fmla="*/ 1309550 w 7467600"/>
              <a:gd name="connsiteY960" fmla="*/ 374031 h 6858000"/>
              <a:gd name="connsiteX961" fmla="*/ 1193673 w 7467600"/>
              <a:gd name="connsiteY961" fmla="*/ 49533 h 6858000"/>
              <a:gd name="connsiteX962" fmla="*/ 1164391 w 7467600"/>
              <a:gd name="connsiteY962" fmla="*/ 0 h 6858000"/>
              <a:gd name="connsiteX963" fmla="*/ 1200666 w 7467600"/>
              <a:gd name="connsiteY963" fmla="*/ 0 h 6858000"/>
              <a:gd name="connsiteX964" fmla="*/ 1223408 w 7467600"/>
              <a:gd name="connsiteY964" fmla="*/ 38996 h 6858000"/>
              <a:gd name="connsiteX965" fmla="*/ 1339635 w 7467600"/>
              <a:gd name="connsiteY965" fmla="*/ 365517 h 6858000"/>
              <a:gd name="connsiteX966" fmla="*/ 1387469 w 7467600"/>
              <a:gd name="connsiteY966" fmla="*/ 523079 h 6858000"/>
              <a:gd name="connsiteX967" fmla="*/ 1452685 w 7467600"/>
              <a:gd name="connsiteY967" fmla="*/ 699806 h 6858000"/>
              <a:gd name="connsiteX968" fmla="*/ 1492092 w 7467600"/>
              <a:gd name="connsiteY968" fmla="*/ 800424 h 6858000"/>
              <a:gd name="connsiteX969" fmla="*/ 1455302 w 7467600"/>
              <a:gd name="connsiteY969" fmla="*/ 632913 h 6858000"/>
              <a:gd name="connsiteX970" fmla="*/ 1222336 w 7467600"/>
              <a:gd name="connsiteY970" fmla="*/ 9480 h 6858000"/>
              <a:gd name="connsiteX971" fmla="*/ 1214634 w 7467600"/>
              <a:gd name="connsiteY971" fmla="*/ 0 h 6858000"/>
              <a:gd name="connsiteX972" fmla="*/ 1289827 w 7467600"/>
              <a:gd name="connsiteY972" fmla="*/ 0 h 6858000"/>
              <a:gd name="connsiteX973" fmla="*/ 1321076 w 7467600"/>
              <a:gd name="connsiteY973" fmla="*/ 59722 h 6858000"/>
              <a:gd name="connsiteX974" fmla="*/ 1512579 w 7467600"/>
              <a:gd name="connsiteY974" fmla="*/ 626441 h 6858000"/>
              <a:gd name="connsiteX975" fmla="*/ 1506076 w 7467600"/>
              <a:gd name="connsiteY975" fmla="*/ 1089289 h 6858000"/>
              <a:gd name="connsiteX976" fmla="*/ 1486346 w 7467600"/>
              <a:gd name="connsiteY976" fmla="*/ 1079919 h 6858000"/>
              <a:gd name="connsiteX977" fmla="*/ 1070511 w 7467600"/>
              <a:gd name="connsiteY977" fmla="*/ 48609 h 6858000"/>
              <a:gd name="connsiteX978" fmla="*/ 1057230 w 7467600"/>
              <a:gd name="connsiteY978" fmla="*/ 0 h 6858000"/>
              <a:gd name="connsiteX979" fmla="*/ 43151 w 7467600"/>
              <a:gd name="connsiteY979" fmla="*/ 0 h 6858000"/>
              <a:gd name="connsiteX980" fmla="*/ 95283 w 7467600"/>
              <a:gd name="connsiteY980" fmla="*/ 0 h 6858000"/>
              <a:gd name="connsiteX981" fmla="*/ 300708 w 7467600"/>
              <a:gd name="connsiteY981" fmla="*/ 154571 h 6858000"/>
              <a:gd name="connsiteX982" fmla="*/ 530414 w 7467600"/>
              <a:gd name="connsiteY982" fmla="*/ 354673 h 6858000"/>
              <a:gd name="connsiteX983" fmla="*/ 333785 w 7467600"/>
              <a:gd name="connsiteY983" fmla="*/ 161564 h 6858000"/>
              <a:gd name="connsiteX984" fmla="*/ 147005 w 7467600"/>
              <a:gd name="connsiteY984" fmla="*/ 0 h 6858000"/>
              <a:gd name="connsiteX985" fmla="*/ 272509 w 7467600"/>
              <a:gd name="connsiteY985" fmla="*/ 0 h 6858000"/>
              <a:gd name="connsiteX986" fmla="*/ 326276 w 7467600"/>
              <a:gd name="connsiteY986" fmla="*/ 45847 h 6858000"/>
              <a:gd name="connsiteX987" fmla="*/ 823759 w 7467600"/>
              <a:gd name="connsiteY987" fmla="*/ 574145 h 6858000"/>
              <a:gd name="connsiteX988" fmla="*/ 811254 w 7467600"/>
              <a:gd name="connsiteY988" fmla="*/ 665546 h 6858000"/>
              <a:gd name="connsiteX989" fmla="*/ 154042 w 7467600"/>
              <a:gd name="connsiteY989" fmla="*/ 261522 h 6858000"/>
              <a:gd name="connsiteX990" fmla="*/ 13550 w 7467600"/>
              <a:gd name="connsiteY990" fmla="*/ 158423 h 6858000"/>
              <a:gd name="connsiteX991" fmla="*/ 0 w 7467600"/>
              <a:gd name="connsiteY991" fmla="*/ 146618 h 6858000"/>
              <a:gd name="connsiteX992" fmla="*/ 0 w 7467600"/>
              <a:gd name="connsiteY992" fmla="*/ 59161 h 6858000"/>
              <a:gd name="connsiteX993" fmla="*/ 45427 w 7467600"/>
              <a:gd name="connsiteY993" fmla="*/ 101078 h 6858000"/>
              <a:gd name="connsiteX994" fmla="*/ 630103 w 7467600"/>
              <a:gd name="connsiteY994" fmla="*/ 485885 h 6858000"/>
              <a:gd name="connsiteX995" fmla="*/ 532040 w 7467600"/>
              <a:gd name="connsiteY995" fmla="*/ 399359 h 6858000"/>
              <a:gd name="connsiteX996" fmla="*/ 517618 w 7467600"/>
              <a:gd name="connsiteY996" fmla="*/ 385726 h 6858000"/>
              <a:gd name="connsiteX997" fmla="*/ 285074 w 7467600"/>
              <a:gd name="connsiteY997" fmla="*/ 182755 h 6858000"/>
              <a:gd name="connsiteX998" fmla="*/ 43151 w 7467600"/>
              <a:gd name="connsiteY998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467600 w 7467600"/>
              <a:gd name="connsiteY127" fmla="*/ 5297634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7467600 w 7467600"/>
              <a:gd name="connsiteY137" fmla="*/ 5241225 h 6858000"/>
              <a:gd name="connsiteX138" fmla="*/ 7467600 w 7467600"/>
              <a:gd name="connsiteY138" fmla="*/ 5277736 h 6858000"/>
              <a:gd name="connsiteX139" fmla="*/ 7327465 w 7467600"/>
              <a:gd name="connsiteY139" fmla="*/ 5174181 h 6858000"/>
              <a:gd name="connsiteX140" fmla="*/ 7353035 w 7467600"/>
              <a:gd name="connsiteY140" fmla="*/ 5197318 h 6858000"/>
              <a:gd name="connsiteX141" fmla="*/ 7467600 w 7467600"/>
              <a:gd name="connsiteY141" fmla="*/ 5297634 h 6858000"/>
              <a:gd name="connsiteX142" fmla="*/ 1903353 w 7467600"/>
              <a:gd name="connsiteY142" fmla="*/ 5044827 h 6858000"/>
              <a:gd name="connsiteX143" fmla="*/ 1936931 w 7467600"/>
              <a:gd name="connsiteY143" fmla="*/ 5093954 h 6858000"/>
              <a:gd name="connsiteX144" fmla="*/ 2195868 w 7467600"/>
              <a:gd name="connsiteY144" fmla="*/ 5396574 h 6858000"/>
              <a:gd name="connsiteX145" fmla="*/ 2088852 w 7467600"/>
              <a:gd name="connsiteY145" fmla="*/ 5166123 h 6858000"/>
              <a:gd name="connsiteX146" fmla="*/ 1958241 w 7467600"/>
              <a:gd name="connsiteY146" fmla="*/ 5067955 h 6858000"/>
              <a:gd name="connsiteX147" fmla="*/ 1903353 w 7467600"/>
              <a:gd name="connsiteY147" fmla="*/ 5044827 h 6858000"/>
              <a:gd name="connsiteX148" fmla="*/ 1979378 w 7467600"/>
              <a:gd name="connsiteY148" fmla="*/ 4769504 h 6858000"/>
              <a:gd name="connsiteX149" fmla="*/ 2882120 w 7467600"/>
              <a:gd name="connsiteY149" fmla="*/ 5064547 h 6858000"/>
              <a:gd name="connsiteX150" fmla="*/ 2793103 w 7467600"/>
              <a:gd name="connsiteY150" fmla="*/ 5039699 h 6858000"/>
              <a:gd name="connsiteX151" fmla="*/ 2770041 w 7467600"/>
              <a:gd name="connsiteY151" fmla="*/ 5033634 h 6858000"/>
              <a:gd name="connsiteX152" fmla="*/ 1979378 w 7467600"/>
              <a:gd name="connsiteY152" fmla="*/ 4769504 h 6858000"/>
              <a:gd name="connsiteX153" fmla="*/ 1927410 w 7467600"/>
              <a:gd name="connsiteY153" fmla="*/ 4716164 h 6858000"/>
              <a:gd name="connsiteX154" fmla="*/ 1959587 w 7467600"/>
              <a:gd name="connsiteY154" fmla="*/ 4728849 h 6858000"/>
              <a:gd name="connsiteX155" fmla="*/ 2777707 w 7467600"/>
              <a:gd name="connsiteY155" fmla="*/ 5003991 h 6858000"/>
              <a:gd name="connsiteX156" fmla="*/ 2800768 w 7467600"/>
              <a:gd name="connsiteY156" fmla="*/ 5010056 h 6858000"/>
              <a:gd name="connsiteX157" fmla="*/ 2879408 w 7467600"/>
              <a:gd name="connsiteY157" fmla="*/ 5031590 h 6858000"/>
              <a:gd name="connsiteX158" fmla="*/ 2862295 w 7467600"/>
              <a:gd name="connsiteY158" fmla="*/ 5022958 h 6858000"/>
              <a:gd name="connsiteX159" fmla="*/ 2813343 w 7467600"/>
              <a:gd name="connsiteY159" fmla="*/ 4998369 h 6858000"/>
              <a:gd name="connsiteX160" fmla="*/ 2646245 w 7467600"/>
              <a:gd name="connsiteY160" fmla="*/ 4930999 h 6858000"/>
              <a:gd name="connsiteX161" fmla="*/ 1999243 w 7467600"/>
              <a:gd name="connsiteY161" fmla="*/ 4730524 h 6858000"/>
              <a:gd name="connsiteX162" fmla="*/ 1979527 w 7467600"/>
              <a:gd name="connsiteY162" fmla="*/ 4726651 h 6858000"/>
              <a:gd name="connsiteX163" fmla="*/ 1927410 w 7467600"/>
              <a:gd name="connsiteY163" fmla="*/ 4716164 h 6858000"/>
              <a:gd name="connsiteX164" fmla="*/ 1997014 w 7467600"/>
              <a:gd name="connsiteY164" fmla="*/ 4698007 h 6858000"/>
              <a:gd name="connsiteX165" fmla="*/ 2005458 w 7467600"/>
              <a:gd name="connsiteY165" fmla="*/ 4699540 h 6858000"/>
              <a:gd name="connsiteX166" fmla="*/ 2657186 w 7467600"/>
              <a:gd name="connsiteY166" fmla="*/ 4901687 h 6858000"/>
              <a:gd name="connsiteX167" fmla="*/ 2826662 w 7467600"/>
              <a:gd name="connsiteY167" fmla="*/ 4970362 h 6858000"/>
              <a:gd name="connsiteX168" fmla="*/ 2876100 w 7467600"/>
              <a:gd name="connsiteY168" fmla="*/ 4995397 h 6858000"/>
              <a:gd name="connsiteX169" fmla="*/ 3042600 w 7467600"/>
              <a:gd name="connsiteY169" fmla="*/ 5059532 h 6858000"/>
              <a:gd name="connsiteX170" fmla="*/ 1997014 w 7467600"/>
              <a:gd name="connsiteY170" fmla="*/ 4698007 h 6858000"/>
              <a:gd name="connsiteX171" fmla="*/ 2305292 w 7467600"/>
              <a:gd name="connsiteY171" fmla="*/ 4219492 h 6858000"/>
              <a:gd name="connsiteX172" fmla="*/ 3360922 w 7467600"/>
              <a:gd name="connsiteY172" fmla="*/ 4529373 h 6858000"/>
              <a:gd name="connsiteX173" fmla="*/ 3492420 w 7467600"/>
              <a:gd name="connsiteY173" fmla="*/ 4510145 h 6858000"/>
              <a:gd name="connsiteX174" fmla="*/ 3364086 w 7467600"/>
              <a:gd name="connsiteY174" fmla="*/ 4480340 h 6858000"/>
              <a:gd name="connsiteX175" fmla="*/ 3225818 w 7467600"/>
              <a:gd name="connsiteY175" fmla="*/ 4411822 h 6858000"/>
              <a:gd name="connsiteX176" fmla="*/ 3129696 w 7467600"/>
              <a:gd name="connsiteY176" fmla="*/ 4360704 h 6858000"/>
              <a:gd name="connsiteX177" fmla="*/ 2814545 w 7467600"/>
              <a:gd name="connsiteY177" fmla="*/ 4282955 h 6858000"/>
              <a:gd name="connsiteX178" fmla="*/ 2305292 w 7467600"/>
              <a:gd name="connsiteY178" fmla="*/ 4219492 h 6858000"/>
              <a:gd name="connsiteX179" fmla="*/ 2626982 w 7467600"/>
              <a:gd name="connsiteY179" fmla="*/ 4206450 h 6858000"/>
              <a:gd name="connsiteX180" fmla="*/ 2490617 w 7467600"/>
              <a:gd name="connsiteY180" fmla="*/ 4206951 h 6858000"/>
              <a:gd name="connsiteX181" fmla="*/ 2819869 w 7467600"/>
              <a:gd name="connsiteY181" fmla="*/ 4252936 h 6858000"/>
              <a:gd name="connsiteX182" fmla="*/ 3143018 w 7467600"/>
              <a:gd name="connsiteY182" fmla="*/ 4332698 h 6858000"/>
              <a:gd name="connsiteX183" fmla="*/ 3241520 w 7467600"/>
              <a:gd name="connsiteY183" fmla="*/ 4385112 h 6858000"/>
              <a:gd name="connsiteX184" fmla="*/ 3374575 w 7467600"/>
              <a:gd name="connsiteY184" fmla="*/ 4451517 h 6858000"/>
              <a:gd name="connsiteX185" fmla="*/ 3505221 w 7467600"/>
              <a:gd name="connsiteY185" fmla="*/ 4480757 h 6858000"/>
              <a:gd name="connsiteX186" fmla="*/ 2626982 w 7467600"/>
              <a:gd name="connsiteY186" fmla="*/ 4206450 h 6858000"/>
              <a:gd name="connsiteX187" fmla="*/ 1310106 w 7467600"/>
              <a:gd name="connsiteY187" fmla="*/ 3943217 h 6858000"/>
              <a:gd name="connsiteX188" fmla="*/ 854994 w 7467600"/>
              <a:gd name="connsiteY188" fmla="*/ 4399136 h 6858000"/>
              <a:gd name="connsiteX189" fmla="*/ 742462 w 7467600"/>
              <a:gd name="connsiteY189" fmla="*/ 4594648 h 6858000"/>
              <a:gd name="connsiteX190" fmla="*/ 820602 w 7467600"/>
              <a:gd name="connsiteY190" fmla="*/ 4485915 h 6858000"/>
              <a:gd name="connsiteX191" fmla="*/ 878295 w 7467600"/>
              <a:gd name="connsiteY191" fmla="*/ 4403594 h 6858000"/>
              <a:gd name="connsiteX192" fmla="*/ 1240607 w 7467600"/>
              <a:gd name="connsiteY192" fmla="*/ 4010401 h 6858000"/>
              <a:gd name="connsiteX193" fmla="*/ 1310106 w 7467600"/>
              <a:gd name="connsiteY193" fmla="*/ 3943217 h 6858000"/>
              <a:gd name="connsiteX194" fmla="*/ 1423113 w 7467600"/>
              <a:gd name="connsiteY194" fmla="*/ 3874565 h 6858000"/>
              <a:gd name="connsiteX195" fmla="*/ 1260565 w 7467600"/>
              <a:gd name="connsiteY195" fmla="*/ 4031982 h 6858000"/>
              <a:gd name="connsiteX196" fmla="*/ 901900 w 7467600"/>
              <a:gd name="connsiteY196" fmla="*/ 4421236 h 6858000"/>
              <a:gd name="connsiteX197" fmla="*/ 845044 w 7467600"/>
              <a:gd name="connsiteY197" fmla="*/ 4502436 h 6858000"/>
              <a:gd name="connsiteX198" fmla="*/ 685926 w 7467600"/>
              <a:gd name="connsiteY198" fmla="*/ 4703069 h 6858000"/>
              <a:gd name="connsiteX199" fmla="*/ 684248 w 7467600"/>
              <a:gd name="connsiteY199" fmla="*/ 4706721 h 6858000"/>
              <a:gd name="connsiteX200" fmla="*/ 1423113 w 7467600"/>
              <a:gd name="connsiteY200" fmla="*/ 3874565 h 6858000"/>
              <a:gd name="connsiteX201" fmla="*/ 3316479 w 7467600"/>
              <a:gd name="connsiteY201" fmla="*/ 3872136 h 6858000"/>
              <a:gd name="connsiteX202" fmla="*/ 3546806 w 7467600"/>
              <a:gd name="connsiteY202" fmla="*/ 4356139 h 6858000"/>
              <a:gd name="connsiteX203" fmla="*/ 3364433 w 7467600"/>
              <a:gd name="connsiteY203" fmla="*/ 3953121 h 6858000"/>
              <a:gd name="connsiteX204" fmla="*/ 3316479 w 7467600"/>
              <a:gd name="connsiteY204" fmla="*/ 3872136 h 6858000"/>
              <a:gd name="connsiteX205" fmla="*/ 3291335 w 7467600"/>
              <a:gd name="connsiteY205" fmla="*/ 3767420 h 6858000"/>
              <a:gd name="connsiteX206" fmla="*/ 3390805 w 7467600"/>
              <a:gd name="connsiteY206" fmla="*/ 3937163 h 6858000"/>
              <a:gd name="connsiteX207" fmla="*/ 3579062 w 7467600"/>
              <a:gd name="connsiteY207" fmla="*/ 4359040 h 6858000"/>
              <a:gd name="connsiteX208" fmla="*/ 3467355 w 7467600"/>
              <a:gd name="connsiteY208" fmla="*/ 3988130 h 6858000"/>
              <a:gd name="connsiteX209" fmla="*/ 3310753 w 7467600"/>
              <a:gd name="connsiteY209" fmla="*/ 3787140 h 6858000"/>
              <a:gd name="connsiteX210" fmla="*/ 3291335 w 7467600"/>
              <a:gd name="connsiteY210" fmla="*/ 3767420 h 6858000"/>
              <a:gd name="connsiteX211" fmla="*/ 1635889 w 7467600"/>
              <a:gd name="connsiteY211" fmla="*/ 3709494 h 6858000"/>
              <a:gd name="connsiteX212" fmla="*/ 1634800 w 7467600"/>
              <a:gd name="connsiteY212" fmla="*/ 3731111 h 6858000"/>
              <a:gd name="connsiteX213" fmla="*/ 1635889 w 7467600"/>
              <a:gd name="connsiteY213" fmla="*/ 3709494 h 6858000"/>
              <a:gd name="connsiteX214" fmla="*/ 1510397 w 7467600"/>
              <a:gd name="connsiteY214" fmla="*/ 3684705 h 6858000"/>
              <a:gd name="connsiteX215" fmla="*/ 1146550 w 7467600"/>
              <a:gd name="connsiteY215" fmla="*/ 3802012 h 6858000"/>
              <a:gd name="connsiteX216" fmla="*/ 698834 w 7467600"/>
              <a:gd name="connsiteY216" fmla="*/ 3952272 h 6858000"/>
              <a:gd name="connsiteX217" fmla="*/ 34256 w 7467600"/>
              <a:gd name="connsiteY217" fmla="*/ 4347603 h 6858000"/>
              <a:gd name="connsiteX218" fmla="*/ 527241 w 7467600"/>
              <a:gd name="connsiteY218" fmla="*/ 4065078 h 6858000"/>
              <a:gd name="connsiteX219" fmla="*/ 1510397 w 7467600"/>
              <a:gd name="connsiteY219" fmla="*/ 3684705 h 6858000"/>
              <a:gd name="connsiteX220" fmla="*/ 1313114 w 7467600"/>
              <a:gd name="connsiteY220" fmla="*/ 3655216 h 6858000"/>
              <a:gd name="connsiteX221" fmla="*/ 1109304 w 7467600"/>
              <a:gd name="connsiteY221" fmla="*/ 3669030 h 6858000"/>
              <a:gd name="connsiteX222" fmla="*/ 8129 w 7467600"/>
              <a:gd name="connsiteY222" fmla="*/ 4330519 h 6858000"/>
              <a:gd name="connsiteX223" fmla="*/ 687572 w 7467600"/>
              <a:gd name="connsiteY223" fmla="*/ 3925629 h 6858000"/>
              <a:gd name="connsiteX224" fmla="*/ 1138365 w 7467600"/>
              <a:gd name="connsiteY224" fmla="*/ 3774515 h 6858000"/>
              <a:gd name="connsiteX225" fmla="*/ 1505579 w 7467600"/>
              <a:gd name="connsiteY225" fmla="*/ 3655526 h 6858000"/>
              <a:gd name="connsiteX226" fmla="*/ 1313114 w 7467600"/>
              <a:gd name="connsiteY226" fmla="*/ 3655216 h 6858000"/>
              <a:gd name="connsiteX227" fmla="*/ 3655073 w 7467600"/>
              <a:gd name="connsiteY227" fmla="*/ 3650884 h 6858000"/>
              <a:gd name="connsiteX228" fmla="*/ 3989938 w 7467600"/>
              <a:gd name="connsiteY228" fmla="*/ 3991685 h 6858000"/>
              <a:gd name="connsiteX229" fmla="*/ 4393907 w 7467600"/>
              <a:gd name="connsiteY229" fmla="*/ 4261258 h 6858000"/>
              <a:gd name="connsiteX230" fmla="*/ 4648051 w 7467600"/>
              <a:gd name="connsiteY230" fmla="*/ 4374051 h 6858000"/>
              <a:gd name="connsiteX231" fmla="*/ 4383389 w 7467600"/>
              <a:gd name="connsiteY231" fmla="*/ 4184369 h 6858000"/>
              <a:gd name="connsiteX232" fmla="*/ 4165508 w 7467600"/>
              <a:gd name="connsiteY232" fmla="*/ 4035196 h 6858000"/>
              <a:gd name="connsiteX233" fmla="*/ 4068162 w 7467600"/>
              <a:gd name="connsiteY233" fmla="*/ 3953394 h 6858000"/>
              <a:gd name="connsiteX234" fmla="*/ 3981416 w 7467600"/>
              <a:gd name="connsiteY234" fmla="*/ 3880482 h 6858000"/>
              <a:gd name="connsiteX235" fmla="*/ 3800147 w 7467600"/>
              <a:gd name="connsiteY235" fmla="*/ 3749872 h 6858000"/>
              <a:gd name="connsiteX236" fmla="*/ 3655073 w 7467600"/>
              <a:gd name="connsiteY236" fmla="*/ 3650884 h 6858000"/>
              <a:gd name="connsiteX237" fmla="*/ 3670252 w 7467600"/>
              <a:gd name="connsiteY237" fmla="*/ 3622798 h 6858000"/>
              <a:gd name="connsiteX238" fmla="*/ 3817258 w 7467600"/>
              <a:gd name="connsiteY238" fmla="*/ 3723577 h 6858000"/>
              <a:gd name="connsiteX239" fmla="*/ 4000461 w 7467600"/>
              <a:gd name="connsiteY239" fmla="*/ 3855966 h 6858000"/>
              <a:gd name="connsiteX240" fmla="*/ 4088180 w 7467600"/>
              <a:gd name="connsiteY240" fmla="*/ 3929774 h 6858000"/>
              <a:gd name="connsiteX241" fmla="*/ 4184555 w 7467600"/>
              <a:gd name="connsiteY241" fmla="*/ 4010683 h 6858000"/>
              <a:gd name="connsiteX242" fmla="*/ 4399563 w 7467600"/>
              <a:gd name="connsiteY242" fmla="*/ 4158106 h 6858000"/>
              <a:gd name="connsiteX243" fmla="*/ 4684469 w 7467600"/>
              <a:gd name="connsiteY243" fmla="*/ 4364680 h 6858000"/>
              <a:gd name="connsiteX244" fmla="*/ 4690271 w 7467600"/>
              <a:gd name="connsiteY244" fmla="*/ 4370034 h 6858000"/>
              <a:gd name="connsiteX245" fmla="*/ 4136093 w 7467600"/>
              <a:gd name="connsiteY245" fmla="*/ 3858466 h 6858000"/>
              <a:gd name="connsiteX246" fmla="*/ 3670252 w 7467600"/>
              <a:gd name="connsiteY246" fmla="*/ 3622798 h 6858000"/>
              <a:gd name="connsiteX247" fmla="*/ 4440129 w 7467600"/>
              <a:gd name="connsiteY247" fmla="*/ 3448571 h 6858000"/>
              <a:gd name="connsiteX248" fmla="*/ 4856525 w 7467600"/>
              <a:gd name="connsiteY248" fmla="*/ 3915351 h 6858000"/>
              <a:gd name="connsiteX249" fmla="*/ 5059055 w 7467600"/>
              <a:gd name="connsiteY249" fmla="*/ 4108918 h 6858000"/>
              <a:gd name="connsiteX250" fmla="*/ 5290070 w 7467600"/>
              <a:gd name="connsiteY250" fmla="*/ 4263619 h 6858000"/>
              <a:gd name="connsiteX251" fmla="*/ 4834991 w 7467600"/>
              <a:gd name="connsiteY251" fmla="*/ 3830985 h 6858000"/>
              <a:gd name="connsiteX252" fmla="*/ 4440129 w 7467600"/>
              <a:gd name="connsiteY252" fmla="*/ 3448571 h 6858000"/>
              <a:gd name="connsiteX253" fmla="*/ 4441737 w 7467600"/>
              <a:gd name="connsiteY253" fmla="*/ 3399734 h 6858000"/>
              <a:gd name="connsiteX254" fmla="*/ 4431236 w 7467600"/>
              <a:gd name="connsiteY254" fmla="*/ 3400954 h 6858000"/>
              <a:gd name="connsiteX255" fmla="*/ 4557150 w 7467600"/>
              <a:gd name="connsiteY255" fmla="*/ 3510023 h 6858000"/>
              <a:gd name="connsiteX256" fmla="*/ 4856936 w 7467600"/>
              <a:gd name="connsiteY256" fmla="*/ 3809146 h 6858000"/>
              <a:gd name="connsiteX257" fmla="*/ 5111996 w 7467600"/>
              <a:gd name="connsiteY257" fmla="*/ 4065759 h 6858000"/>
              <a:gd name="connsiteX258" fmla="*/ 5388878 w 7467600"/>
              <a:gd name="connsiteY258" fmla="*/ 4300185 h 6858000"/>
              <a:gd name="connsiteX259" fmla="*/ 5425556 w 7467600"/>
              <a:gd name="connsiteY259" fmla="*/ 4308967 h 6858000"/>
              <a:gd name="connsiteX260" fmla="*/ 4943646 w 7467600"/>
              <a:gd name="connsiteY260" fmla="*/ 3822916 h 6858000"/>
              <a:gd name="connsiteX261" fmla="*/ 4594837 w 7467600"/>
              <a:gd name="connsiteY261" fmla="*/ 3532274 h 6858000"/>
              <a:gd name="connsiteX262" fmla="*/ 4441737 w 7467600"/>
              <a:gd name="connsiteY262" fmla="*/ 3399734 h 6858000"/>
              <a:gd name="connsiteX263" fmla="*/ 5425834 w 7467600"/>
              <a:gd name="connsiteY263" fmla="*/ 3162785 h 6858000"/>
              <a:gd name="connsiteX264" fmla="*/ 5401644 w 7467600"/>
              <a:gd name="connsiteY264" fmla="*/ 3617847 h 6858000"/>
              <a:gd name="connsiteX265" fmla="*/ 5467256 w 7467600"/>
              <a:gd name="connsiteY265" fmla="*/ 4175494 h 6858000"/>
              <a:gd name="connsiteX266" fmla="*/ 5448069 w 7467600"/>
              <a:gd name="connsiteY266" fmla="*/ 3567554 h 6858000"/>
              <a:gd name="connsiteX267" fmla="*/ 5425834 w 7467600"/>
              <a:gd name="connsiteY267" fmla="*/ 3162785 h 6858000"/>
              <a:gd name="connsiteX268" fmla="*/ 1318687 w 7467600"/>
              <a:gd name="connsiteY268" fmla="*/ 3113840 h 6858000"/>
              <a:gd name="connsiteX269" fmla="*/ 1066793 w 7467600"/>
              <a:gd name="connsiteY269" fmla="*/ 3212171 h 6858000"/>
              <a:gd name="connsiteX270" fmla="*/ 993319 w 7467600"/>
              <a:gd name="connsiteY270" fmla="*/ 3247648 h 6858000"/>
              <a:gd name="connsiteX271" fmla="*/ 853081 w 7467600"/>
              <a:gd name="connsiteY271" fmla="*/ 3312410 h 6858000"/>
              <a:gd name="connsiteX272" fmla="*/ 805957 w 7467600"/>
              <a:gd name="connsiteY272" fmla="*/ 3330443 h 6858000"/>
              <a:gd name="connsiteX273" fmla="*/ 1318687 w 7467600"/>
              <a:gd name="connsiteY273" fmla="*/ 3113840 h 6858000"/>
              <a:gd name="connsiteX274" fmla="*/ 5453702 w 7467600"/>
              <a:gd name="connsiteY274" fmla="*/ 3090882 h 6858000"/>
              <a:gd name="connsiteX275" fmla="*/ 5480135 w 7467600"/>
              <a:gd name="connsiteY275" fmla="*/ 3565802 h 6858000"/>
              <a:gd name="connsiteX276" fmla="*/ 5499023 w 7467600"/>
              <a:gd name="connsiteY276" fmla="*/ 4166310 h 6858000"/>
              <a:gd name="connsiteX277" fmla="*/ 5547022 w 7467600"/>
              <a:gd name="connsiteY277" fmla="*/ 3607838 h 6858000"/>
              <a:gd name="connsiteX278" fmla="*/ 5515964 w 7467600"/>
              <a:gd name="connsiteY278" fmla="*/ 3378541 h 6858000"/>
              <a:gd name="connsiteX279" fmla="*/ 5453702 w 7467600"/>
              <a:gd name="connsiteY279" fmla="*/ 3090882 h 6858000"/>
              <a:gd name="connsiteX280" fmla="*/ 1238695 w 7467600"/>
              <a:gd name="connsiteY280" fmla="*/ 3076820 h 6858000"/>
              <a:gd name="connsiteX281" fmla="*/ 716371 w 7467600"/>
              <a:gd name="connsiteY281" fmla="*/ 3293249 h 6858000"/>
              <a:gd name="connsiteX282" fmla="*/ 579522 w 7467600"/>
              <a:gd name="connsiteY282" fmla="*/ 3371759 h 6858000"/>
              <a:gd name="connsiteX283" fmla="*/ 600288 w 7467600"/>
              <a:gd name="connsiteY283" fmla="*/ 3365555 h 6858000"/>
              <a:gd name="connsiteX284" fmla="*/ 840692 w 7467600"/>
              <a:gd name="connsiteY284" fmla="*/ 3284921 h 6858000"/>
              <a:gd name="connsiteX285" fmla="*/ 979248 w 7467600"/>
              <a:gd name="connsiteY285" fmla="*/ 3221003 h 6858000"/>
              <a:gd name="connsiteX286" fmla="*/ 1053282 w 7467600"/>
              <a:gd name="connsiteY286" fmla="*/ 3185247 h 6858000"/>
              <a:gd name="connsiteX287" fmla="*/ 1320603 w 7467600"/>
              <a:gd name="connsiteY287" fmla="*/ 3081281 h 6858000"/>
              <a:gd name="connsiteX288" fmla="*/ 1238695 w 7467600"/>
              <a:gd name="connsiteY288" fmla="*/ 3076820 h 6858000"/>
              <a:gd name="connsiteX289" fmla="*/ 5425627 w 7467600"/>
              <a:gd name="connsiteY289" fmla="*/ 2954192 h 6858000"/>
              <a:gd name="connsiteX290" fmla="*/ 5470770 w 7467600"/>
              <a:gd name="connsiteY290" fmla="*/ 3005435 h 6858000"/>
              <a:gd name="connsiteX291" fmla="*/ 5519779 w 7467600"/>
              <a:gd name="connsiteY291" fmla="*/ 4359223 h 6858000"/>
              <a:gd name="connsiteX292" fmla="*/ 5520293 w 7467600"/>
              <a:gd name="connsiteY292" fmla="*/ 4360602 h 6858000"/>
              <a:gd name="connsiteX293" fmla="*/ 5767221 w 7467600"/>
              <a:gd name="connsiteY293" fmla="*/ 4665564 h 6858000"/>
              <a:gd name="connsiteX294" fmla="*/ 6937169 w 7467600"/>
              <a:gd name="connsiteY294" fmla="*/ 4815941 h 6858000"/>
              <a:gd name="connsiteX295" fmla="*/ 6953922 w 7467600"/>
              <a:gd name="connsiteY295" fmla="*/ 4890068 h 6858000"/>
              <a:gd name="connsiteX296" fmla="*/ 6071359 w 7467600"/>
              <a:gd name="connsiteY296" fmla="*/ 4770770 h 6858000"/>
              <a:gd name="connsiteX297" fmla="*/ 6038839 w 7467600"/>
              <a:gd name="connsiteY297" fmla="*/ 4764474 h 6858000"/>
              <a:gd name="connsiteX298" fmla="*/ 6038706 w 7467600"/>
              <a:gd name="connsiteY298" fmla="*/ 4763847 h 6858000"/>
              <a:gd name="connsiteX299" fmla="*/ 6037784 w 7467600"/>
              <a:gd name="connsiteY299" fmla="*/ 4764270 h 6858000"/>
              <a:gd name="connsiteX300" fmla="*/ 6038839 w 7467600"/>
              <a:gd name="connsiteY300" fmla="*/ 4764474 h 6858000"/>
              <a:gd name="connsiteX301" fmla="*/ 6040338 w 7467600"/>
              <a:gd name="connsiteY301" fmla="*/ 4771418 h 6858000"/>
              <a:gd name="connsiteX302" fmla="*/ 6024488 w 7467600"/>
              <a:gd name="connsiteY302" fmla="*/ 4809903 h 6858000"/>
              <a:gd name="connsiteX303" fmla="*/ 5599771 w 7467600"/>
              <a:gd name="connsiteY303" fmla="*/ 5509652 h 6858000"/>
              <a:gd name="connsiteX304" fmla="*/ 5548843 w 7467600"/>
              <a:gd name="connsiteY304" fmla="*/ 5563845 h 6858000"/>
              <a:gd name="connsiteX305" fmla="*/ 5940952 w 7467600"/>
              <a:gd name="connsiteY305" fmla="*/ 6250028 h 6858000"/>
              <a:gd name="connsiteX306" fmla="*/ 6043441 w 7467600"/>
              <a:gd name="connsiteY306" fmla="*/ 6665847 h 6858000"/>
              <a:gd name="connsiteX307" fmla="*/ 6093432 w 7467600"/>
              <a:gd name="connsiteY307" fmla="*/ 6858000 h 6858000"/>
              <a:gd name="connsiteX308" fmla="*/ 6034344 w 7467600"/>
              <a:gd name="connsiteY308" fmla="*/ 6858000 h 6858000"/>
              <a:gd name="connsiteX309" fmla="*/ 6026679 w 7467600"/>
              <a:gd name="connsiteY309" fmla="*/ 6836959 h 6858000"/>
              <a:gd name="connsiteX310" fmla="*/ 5800441 w 7467600"/>
              <a:gd name="connsiteY310" fmla="*/ 6335286 h 6858000"/>
              <a:gd name="connsiteX311" fmla="*/ 5526562 w 7467600"/>
              <a:gd name="connsiteY311" fmla="*/ 5705388 h 6858000"/>
              <a:gd name="connsiteX312" fmla="*/ 5519640 w 7467600"/>
              <a:gd name="connsiteY312" fmla="*/ 5683774 h 6858000"/>
              <a:gd name="connsiteX313" fmla="*/ 5844559 w 7467600"/>
              <a:gd name="connsiteY313" fmla="*/ 6553349 h 6858000"/>
              <a:gd name="connsiteX314" fmla="*/ 5975994 w 7467600"/>
              <a:gd name="connsiteY314" fmla="*/ 6858000 h 6858000"/>
              <a:gd name="connsiteX315" fmla="*/ 5898547 w 7467600"/>
              <a:gd name="connsiteY315" fmla="*/ 6858000 h 6858000"/>
              <a:gd name="connsiteX316" fmla="*/ 5682041 w 7467600"/>
              <a:gd name="connsiteY316" fmla="*/ 6355860 h 6858000"/>
              <a:gd name="connsiteX317" fmla="*/ 5461758 w 7467600"/>
              <a:gd name="connsiteY317" fmla="*/ 5820220 h 6858000"/>
              <a:gd name="connsiteX318" fmla="*/ 5237282 w 7467600"/>
              <a:gd name="connsiteY318" fmla="*/ 6579086 h 6858000"/>
              <a:gd name="connsiteX319" fmla="*/ 5115009 w 7467600"/>
              <a:gd name="connsiteY319" fmla="*/ 6858000 h 6858000"/>
              <a:gd name="connsiteX320" fmla="*/ 5028074 w 7467600"/>
              <a:gd name="connsiteY320" fmla="*/ 6858000 h 6858000"/>
              <a:gd name="connsiteX321" fmla="*/ 5079508 w 7467600"/>
              <a:gd name="connsiteY321" fmla="*/ 6749074 h 6858000"/>
              <a:gd name="connsiteX322" fmla="*/ 5371846 w 7467600"/>
              <a:gd name="connsiteY322" fmla="*/ 5924413 h 6858000"/>
              <a:gd name="connsiteX323" fmla="*/ 5270512 w 7467600"/>
              <a:gd name="connsiteY323" fmla="*/ 6138975 h 6858000"/>
              <a:gd name="connsiteX324" fmla="*/ 5062409 w 7467600"/>
              <a:gd name="connsiteY324" fmla="*/ 6653544 h 6858000"/>
              <a:gd name="connsiteX325" fmla="*/ 5036628 w 7467600"/>
              <a:gd name="connsiteY325" fmla="*/ 6754247 h 6858000"/>
              <a:gd name="connsiteX326" fmla="*/ 5009112 w 7467600"/>
              <a:gd name="connsiteY326" fmla="*/ 6858000 h 6858000"/>
              <a:gd name="connsiteX327" fmla="*/ 4976679 w 7467600"/>
              <a:gd name="connsiteY327" fmla="*/ 6858000 h 6858000"/>
              <a:gd name="connsiteX328" fmla="*/ 5006537 w 7467600"/>
              <a:gd name="connsiteY328" fmla="*/ 6747068 h 6858000"/>
              <a:gd name="connsiteX329" fmla="*/ 5032723 w 7467600"/>
              <a:gd name="connsiteY329" fmla="*/ 6644957 h 6858000"/>
              <a:gd name="connsiteX330" fmla="*/ 5242949 w 7467600"/>
              <a:gd name="connsiteY330" fmla="*/ 6125175 h 6858000"/>
              <a:gd name="connsiteX331" fmla="*/ 5286321 w 7467600"/>
              <a:gd name="connsiteY331" fmla="*/ 6033555 h 6858000"/>
              <a:gd name="connsiteX332" fmla="*/ 5008210 w 7467600"/>
              <a:gd name="connsiteY332" fmla="*/ 6649194 h 6858000"/>
              <a:gd name="connsiteX333" fmla="*/ 4986321 w 7467600"/>
              <a:gd name="connsiteY333" fmla="*/ 6765687 h 6858000"/>
              <a:gd name="connsiteX334" fmla="*/ 4973474 w 7467600"/>
              <a:gd name="connsiteY334" fmla="*/ 6858000 h 6858000"/>
              <a:gd name="connsiteX335" fmla="*/ 4907178 w 7467600"/>
              <a:gd name="connsiteY335" fmla="*/ 6858000 h 6858000"/>
              <a:gd name="connsiteX336" fmla="*/ 4910810 w 7467600"/>
              <a:gd name="connsiteY336" fmla="*/ 6829660 h 6858000"/>
              <a:gd name="connsiteX337" fmla="*/ 4987461 w 7467600"/>
              <a:gd name="connsiteY337" fmla="*/ 6432994 h 6858000"/>
              <a:gd name="connsiteX338" fmla="*/ 5179262 w 7467600"/>
              <a:gd name="connsiteY338" fmla="*/ 6035044 h 6858000"/>
              <a:gd name="connsiteX339" fmla="*/ 4689678 w 7467600"/>
              <a:gd name="connsiteY339" fmla="*/ 6440241 h 6858000"/>
              <a:gd name="connsiteX340" fmla="*/ 4477543 w 7467600"/>
              <a:gd name="connsiteY340" fmla="*/ 6674836 h 6858000"/>
              <a:gd name="connsiteX341" fmla="*/ 4329957 w 7467600"/>
              <a:gd name="connsiteY341" fmla="*/ 6858000 h 6858000"/>
              <a:gd name="connsiteX342" fmla="*/ 4218595 w 7467600"/>
              <a:gd name="connsiteY342" fmla="*/ 6858000 h 6858000"/>
              <a:gd name="connsiteX343" fmla="*/ 4368888 w 7467600"/>
              <a:gd name="connsiteY343" fmla="*/ 6668412 h 6858000"/>
              <a:gd name="connsiteX344" fmla="*/ 4563091 w 7467600"/>
              <a:gd name="connsiteY344" fmla="*/ 6442508 h 6858000"/>
              <a:gd name="connsiteX345" fmla="*/ 5387324 w 7467600"/>
              <a:gd name="connsiteY345" fmla="*/ 5705830 h 6858000"/>
              <a:gd name="connsiteX346" fmla="*/ 5073620 w 7467600"/>
              <a:gd name="connsiteY346" fmla="*/ 5955437 h 6858000"/>
              <a:gd name="connsiteX347" fmla="*/ 4689789 w 7467600"/>
              <a:gd name="connsiteY347" fmla="*/ 6268382 h 6858000"/>
              <a:gd name="connsiteX348" fmla="*/ 4418722 w 7467600"/>
              <a:gd name="connsiteY348" fmla="*/ 6570886 h 6858000"/>
              <a:gd name="connsiteX349" fmla="*/ 4214944 w 7467600"/>
              <a:gd name="connsiteY349" fmla="*/ 6858000 h 6858000"/>
              <a:gd name="connsiteX350" fmla="*/ 4177898 w 7467600"/>
              <a:gd name="connsiteY350" fmla="*/ 6858000 h 6858000"/>
              <a:gd name="connsiteX351" fmla="*/ 4391597 w 7467600"/>
              <a:gd name="connsiteY351" fmla="*/ 6556370 h 6858000"/>
              <a:gd name="connsiteX352" fmla="*/ 4668889 w 7467600"/>
              <a:gd name="connsiteY352" fmla="*/ 6246399 h 6858000"/>
              <a:gd name="connsiteX353" fmla="*/ 5055427 w 7467600"/>
              <a:gd name="connsiteY353" fmla="*/ 5931476 h 6858000"/>
              <a:gd name="connsiteX354" fmla="*/ 5371814 w 7467600"/>
              <a:gd name="connsiteY354" fmla="*/ 5678975 h 6858000"/>
              <a:gd name="connsiteX355" fmla="*/ 4987918 w 7467600"/>
              <a:gd name="connsiteY355" fmla="*/ 5838701 h 6858000"/>
              <a:gd name="connsiteX356" fmla="*/ 4317146 w 7467600"/>
              <a:gd name="connsiteY356" fmla="*/ 6587716 h 6858000"/>
              <a:gd name="connsiteX357" fmla="*/ 4171627 w 7467600"/>
              <a:gd name="connsiteY357" fmla="*/ 6858000 h 6858000"/>
              <a:gd name="connsiteX358" fmla="*/ 4081585 w 7467600"/>
              <a:gd name="connsiteY358" fmla="*/ 6858000 h 6858000"/>
              <a:gd name="connsiteX359" fmla="*/ 4238603 w 7467600"/>
              <a:gd name="connsiteY359" fmla="*/ 6559341 h 6858000"/>
              <a:gd name="connsiteX360" fmla="*/ 4778333 w 7467600"/>
              <a:gd name="connsiteY360" fmla="*/ 5873626 h 6858000"/>
              <a:gd name="connsiteX361" fmla="*/ 5414185 w 7467600"/>
              <a:gd name="connsiteY361" fmla="*/ 5573882 h 6858000"/>
              <a:gd name="connsiteX362" fmla="*/ 5959648 w 7467600"/>
              <a:gd name="connsiteY362" fmla="*/ 4760797 h 6858000"/>
              <a:gd name="connsiteX363" fmla="*/ 5355019 w 7467600"/>
              <a:gd name="connsiteY363" fmla="*/ 4734672 h 6858000"/>
              <a:gd name="connsiteX364" fmla="*/ 5083565 w 7467600"/>
              <a:gd name="connsiteY364" fmla="*/ 5179121 h 6858000"/>
              <a:gd name="connsiteX365" fmla="*/ 4713577 w 7467600"/>
              <a:gd name="connsiteY365" fmla="*/ 5616803 h 6858000"/>
              <a:gd name="connsiteX366" fmla="*/ 3989559 w 7467600"/>
              <a:gd name="connsiteY366" fmla="*/ 6145945 h 6858000"/>
              <a:gd name="connsiteX367" fmla="*/ 3939824 w 7467600"/>
              <a:gd name="connsiteY367" fmla="*/ 6066900 h 6858000"/>
              <a:gd name="connsiteX368" fmla="*/ 4584537 w 7467600"/>
              <a:gd name="connsiteY368" fmla="*/ 5324826 h 6858000"/>
              <a:gd name="connsiteX369" fmla="*/ 5037105 w 7467600"/>
              <a:gd name="connsiteY369" fmla="*/ 5088765 h 6858000"/>
              <a:gd name="connsiteX370" fmla="*/ 5039930 w 7467600"/>
              <a:gd name="connsiteY370" fmla="*/ 5089585 h 6858000"/>
              <a:gd name="connsiteX371" fmla="*/ 5263764 w 7467600"/>
              <a:gd name="connsiteY371" fmla="*/ 4735525 h 6858000"/>
              <a:gd name="connsiteX372" fmla="*/ 4086300 w 7467600"/>
              <a:gd name="connsiteY372" fmla="*/ 4884599 h 6858000"/>
              <a:gd name="connsiteX373" fmla="*/ 4085485 w 7467600"/>
              <a:gd name="connsiteY373" fmla="*/ 4899070 h 6858000"/>
              <a:gd name="connsiteX374" fmla="*/ 3871915 w 7467600"/>
              <a:gd name="connsiteY374" fmla="*/ 5253645 h 6858000"/>
              <a:gd name="connsiteX375" fmla="*/ 3799374 w 7467600"/>
              <a:gd name="connsiteY375" fmla="*/ 5466127 h 6858000"/>
              <a:gd name="connsiteX376" fmla="*/ 3498850 w 7467600"/>
              <a:gd name="connsiteY376" fmla="*/ 6661888 h 6858000"/>
              <a:gd name="connsiteX377" fmla="*/ 3399216 w 7467600"/>
              <a:gd name="connsiteY377" fmla="*/ 6858000 h 6858000"/>
              <a:gd name="connsiteX378" fmla="*/ 3303688 w 7467600"/>
              <a:gd name="connsiteY378" fmla="*/ 6858000 h 6858000"/>
              <a:gd name="connsiteX379" fmla="*/ 3391774 w 7467600"/>
              <a:gd name="connsiteY379" fmla="*/ 6697181 h 6858000"/>
              <a:gd name="connsiteX380" fmla="*/ 3735540 w 7467600"/>
              <a:gd name="connsiteY380" fmla="*/ 5546923 h 6858000"/>
              <a:gd name="connsiteX381" fmla="*/ 3729438 w 7467600"/>
              <a:gd name="connsiteY381" fmla="*/ 5569058 h 6858000"/>
              <a:gd name="connsiteX382" fmla="*/ 3707782 w 7467600"/>
              <a:gd name="connsiteY382" fmla="*/ 5644908 h 6858000"/>
              <a:gd name="connsiteX383" fmla="*/ 3583827 w 7467600"/>
              <a:gd name="connsiteY383" fmla="*/ 6039215 h 6858000"/>
              <a:gd name="connsiteX384" fmla="*/ 3547861 w 7467600"/>
              <a:gd name="connsiteY384" fmla="*/ 6129609 h 6858000"/>
              <a:gd name="connsiteX385" fmla="*/ 3490905 w 7467600"/>
              <a:gd name="connsiteY385" fmla="*/ 6277660 h 6858000"/>
              <a:gd name="connsiteX386" fmla="*/ 3455859 w 7467600"/>
              <a:gd name="connsiteY386" fmla="*/ 6391301 h 6858000"/>
              <a:gd name="connsiteX387" fmla="*/ 3429112 w 7467600"/>
              <a:gd name="connsiteY387" fmla="*/ 6479469 h 6858000"/>
              <a:gd name="connsiteX388" fmla="*/ 3304862 w 7467600"/>
              <a:gd name="connsiteY388" fmla="*/ 6796476 h 6858000"/>
              <a:gd name="connsiteX389" fmla="*/ 3276071 w 7467600"/>
              <a:gd name="connsiteY389" fmla="*/ 6858000 h 6858000"/>
              <a:gd name="connsiteX390" fmla="*/ 3240805 w 7467600"/>
              <a:gd name="connsiteY390" fmla="*/ 6858000 h 6858000"/>
              <a:gd name="connsiteX391" fmla="*/ 3275917 w 7467600"/>
              <a:gd name="connsiteY391" fmla="*/ 6783192 h 6858000"/>
              <a:gd name="connsiteX392" fmla="*/ 3399358 w 7467600"/>
              <a:gd name="connsiteY392" fmla="*/ 6469011 h 6858000"/>
              <a:gd name="connsiteX393" fmla="*/ 3425650 w 7467600"/>
              <a:gd name="connsiteY393" fmla="*/ 6381333 h 6858000"/>
              <a:gd name="connsiteX394" fmla="*/ 3460661 w 7467600"/>
              <a:gd name="connsiteY394" fmla="*/ 6266763 h 6858000"/>
              <a:gd name="connsiteX395" fmla="*/ 3518021 w 7467600"/>
              <a:gd name="connsiteY395" fmla="*/ 6117298 h 6858000"/>
              <a:gd name="connsiteX396" fmla="*/ 3554035 w 7467600"/>
              <a:gd name="connsiteY396" fmla="*/ 6027832 h 6858000"/>
              <a:gd name="connsiteX397" fmla="*/ 3677174 w 7467600"/>
              <a:gd name="connsiteY397" fmla="*/ 5636351 h 6858000"/>
              <a:gd name="connsiteX398" fmla="*/ 3698819 w 7467600"/>
              <a:gd name="connsiteY398" fmla="*/ 5560503 h 6858000"/>
              <a:gd name="connsiteX399" fmla="*/ 3702094 w 7467600"/>
              <a:gd name="connsiteY399" fmla="*/ 5549194 h 6858000"/>
              <a:gd name="connsiteX400" fmla="*/ 3398355 w 7467600"/>
              <a:gd name="connsiteY400" fmla="*/ 6094603 h 6858000"/>
              <a:gd name="connsiteX401" fmla="*/ 3193941 w 7467600"/>
              <a:gd name="connsiteY401" fmla="*/ 6798775 h 6858000"/>
              <a:gd name="connsiteX402" fmla="*/ 3184140 w 7467600"/>
              <a:gd name="connsiteY402" fmla="*/ 6858000 h 6858000"/>
              <a:gd name="connsiteX403" fmla="*/ 3099978 w 7467600"/>
              <a:gd name="connsiteY403" fmla="*/ 6858000 h 6858000"/>
              <a:gd name="connsiteX404" fmla="*/ 3101556 w 7467600"/>
              <a:gd name="connsiteY404" fmla="*/ 6843337 h 6858000"/>
              <a:gd name="connsiteX405" fmla="*/ 3370162 w 7467600"/>
              <a:gd name="connsiteY405" fmla="*/ 5785550 h 6858000"/>
              <a:gd name="connsiteX406" fmla="*/ 3746477 w 7467600"/>
              <a:gd name="connsiteY406" fmla="*/ 5377889 h 6858000"/>
              <a:gd name="connsiteX407" fmla="*/ 3863399 w 7467600"/>
              <a:gd name="connsiteY407" fmla="*/ 5087257 h 6858000"/>
              <a:gd name="connsiteX408" fmla="*/ 3968712 w 7467600"/>
              <a:gd name="connsiteY408" fmla="*/ 4913989 h 6858000"/>
              <a:gd name="connsiteX409" fmla="*/ 2792390 w 7467600"/>
              <a:gd name="connsiteY409" fmla="*/ 5382974 h 6858000"/>
              <a:gd name="connsiteX410" fmla="*/ 2714982 w 7467600"/>
              <a:gd name="connsiteY410" fmla="*/ 5427051 h 6858000"/>
              <a:gd name="connsiteX411" fmla="*/ 2813361 w 7467600"/>
              <a:gd name="connsiteY411" fmla="*/ 6023912 h 6858000"/>
              <a:gd name="connsiteX412" fmla="*/ 2688430 w 7467600"/>
              <a:gd name="connsiteY412" fmla="*/ 6801564 h 6858000"/>
              <a:gd name="connsiteX413" fmla="*/ 2629626 w 7467600"/>
              <a:gd name="connsiteY413" fmla="*/ 6763394 h 6858000"/>
              <a:gd name="connsiteX414" fmla="*/ 2565328 w 7467600"/>
              <a:gd name="connsiteY414" fmla="*/ 5516399 h 6858000"/>
              <a:gd name="connsiteX415" fmla="*/ 1922999 w 7467600"/>
              <a:gd name="connsiteY415" fmla="*/ 5980343 h 6858000"/>
              <a:gd name="connsiteX416" fmla="*/ 1950261 w 7467600"/>
              <a:gd name="connsiteY416" fmla="*/ 6405858 h 6858000"/>
              <a:gd name="connsiteX417" fmla="*/ 2365554 w 7467600"/>
              <a:gd name="connsiteY417" fmla="*/ 6759107 h 6858000"/>
              <a:gd name="connsiteX418" fmla="*/ 2424142 w 7467600"/>
              <a:gd name="connsiteY418" fmla="*/ 6858000 h 6858000"/>
              <a:gd name="connsiteX419" fmla="*/ 2395994 w 7467600"/>
              <a:gd name="connsiteY419" fmla="*/ 6858000 h 6858000"/>
              <a:gd name="connsiteX420" fmla="*/ 2392863 w 7467600"/>
              <a:gd name="connsiteY420" fmla="*/ 6852964 h 6858000"/>
              <a:gd name="connsiteX421" fmla="*/ 2017589 w 7467600"/>
              <a:gd name="connsiteY421" fmla="*/ 6493982 h 6858000"/>
              <a:gd name="connsiteX422" fmla="*/ 2147336 w 7467600"/>
              <a:gd name="connsiteY422" fmla="*/ 6594052 h 6858000"/>
              <a:gd name="connsiteX423" fmla="*/ 2207047 w 7467600"/>
              <a:gd name="connsiteY423" fmla="*/ 6654540 h 6858000"/>
              <a:gd name="connsiteX424" fmla="*/ 2299106 w 7467600"/>
              <a:gd name="connsiteY424" fmla="*/ 6778931 h 6858000"/>
              <a:gd name="connsiteX425" fmla="*/ 2314430 w 7467600"/>
              <a:gd name="connsiteY425" fmla="*/ 6801144 h 6858000"/>
              <a:gd name="connsiteX426" fmla="*/ 2352406 w 7467600"/>
              <a:gd name="connsiteY426" fmla="*/ 6858000 h 6858000"/>
              <a:gd name="connsiteX427" fmla="*/ 2314492 w 7467600"/>
              <a:gd name="connsiteY427" fmla="*/ 6858000 h 6858000"/>
              <a:gd name="connsiteX428" fmla="*/ 2288095 w 7467600"/>
              <a:gd name="connsiteY428" fmla="*/ 6818030 h 6858000"/>
              <a:gd name="connsiteX429" fmla="*/ 2272768 w 7467600"/>
              <a:gd name="connsiteY429" fmla="*/ 6795822 h 6858000"/>
              <a:gd name="connsiteX430" fmla="*/ 2182715 w 7467600"/>
              <a:gd name="connsiteY430" fmla="*/ 6675071 h 6858000"/>
              <a:gd name="connsiteX431" fmla="*/ 2032061 w 7467600"/>
              <a:gd name="connsiteY431" fmla="*/ 6541380 h 6858000"/>
              <a:gd name="connsiteX432" fmla="*/ 2257220 w 7467600"/>
              <a:gd name="connsiteY432" fmla="*/ 6826257 h 6858000"/>
              <a:gd name="connsiteX433" fmla="*/ 2281324 w 7467600"/>
              <a:gd name="connsiteY433" fmla="*/ 6858000 h 6858000"/>
              <a:gd name="connsiteX434" fmla="*/ 2242860 w 7467600"/>
              <a:gd name="connsiteY434" fmla="*/ 6858000 h 6858000"/>
              <a:gd name="connsiteX435" fmla="*/ 2232818 w 7467600"/>
              <a:gd name="connsiteY435" fmla="*/ 6844926 h 6858000"/>
              <a:gd name="connsiteX436" fmla="*/ 1990172 w 7467600"/>
              <a:gd name="connsiteY436" fmla="*/ 6542121 h 6858000"/>
              <a:gd name="connsiteX437" fmla="*/ 2124090 w 7467600"/>
              <a:gd name="connsiteY437" fmla="*/ 6761017 h 6858000"/>
              <a:gd name="connsiteX438" fmla="*/ 2200380 w 7467600"/>
              <a:gd name="connsiteY438" fmla="*/ 6858000 h 6858000"/>
              <a:gd name="connsiteX439" fmla="*/ 2147507 w 7467600"/>
              <a:gd name="connsiteY439" fmla="*/ 6858000 h 6858000"/>
              <a:gd name="connsiteX440" fmla="*/ 2070668 w 7467600"/>
              <a:gd name="connsiteY440" fmla="*/ 6761520 h 6858000"/>
              <a:gd name="connsiteX441" fmla="*/ 1975142 w 7467600"/>
              <a:gd name="connsiteY441" fmla="*/ 6585570 h 6858000"/>
              <a:gd name="connsiteX442" fmla="*/ 2050035 w 7467600"/>
              <a:gd name="connsiteY442" fmla="*/ 6813345 h 6858000"/>
              <a:gd name="connsiteX443" fmla="*/ 2063025 w 7467600"/>
              <a:gd name="connsiteY443" fmla="*/ 6858000 h 6858000"/>
              <a:gd name="connsiteX444" fmla="*/ 2021675 w 7467600"/>
              <a:gd name="connsiteY444" fmla="*/ 6858000 h 6858000"/>
              <a:gd name="connsiteX445" fmla="*/ 2019308 w 7467600"/>
              <a:gd name="connsiteY445" fmla="*/ 6847118 h 6858000"/>
              <a:gd name="connsiteX446" fmla="*/ 1938835 w 7467600"/>
              <a:gd name="connsiteY446" fmla="*/ 6551160 h 6858000"/>
              <a:gd name="connsiteX447" fmla="*/ 1953230 w 7467600"/>
              <a:gd name="connsiteY447" fmla="*/ 6759699 h 6858000"/>
              <a:gd name="connsiteX448" fmla="*/ 1956763 w 7467600"/>
              <a:gd name="connsiteY448" fmla="*/ 6778191 h 6858000"/>
              <a:gd name="connsiteX449" fmla="*/ 1967925 w 7467600"/>
              <a:gd name="connsiteY449" fmla="*/ 6858000 h 6858000"/>
              <a:gd name="connsiteX450" fmla="*/ 1936622 w 7467600"/>
              <a:gd name="connsiteY450" fmla="*/ 6858000 h 6858000"/>
              <a:gd name="connsiteX451" fmla="*/ 1926261 w 7467600"/>
              <a:gd name="connsiteY451" fmla="*/ 6784064 h 6858000"/>
              <a:gd name="connsiteX452" fmla="*/ 1922724 w 7467600"/>
              <a:gd name="connsiteY452" fmla="*/ 6765577 h 6858000"/>
              <a:gd name="connsiteX453" fmla="*/ 1904650 w 7467600"/>
              <a:gd name="connsiteY453" fmla="*/ 6639616 h 6858000"/>
              <a:gd name="connsiteX454" fmla="*/ 1885273 w 7467600"/>
              <a:gd name="connsiteY454" fmla="*/ 6858000 h 6858000"/>
              <a:gd name="connsiteX455" fmla="*/ 1854363 w 7467600"/>
              <a:gd name="connsiteY455" fmla="*/ 6858000 h 6858000"/>
              <a:gd name="connsiteX456" fmla="*/ 1880391 w 7467600"/>
              <a:gd name="connsiteY456" fmla="*/ 6603796 h 6858000"/>
              <a:gd name="connsiteX457" fmla="*/ 1818273 w 7467600"/>
              <a:gd name="connsiteY457" fmla="*/ 6715729 h 6858000"/>
              <a:gd name="connsiteX458" fmla="*/ 1794691 w 7467600"/>
              <a:gd name="connsiteY458" fmla="*/ 6843239 h 6858000"/>
              <a:gd name="connsiteX459" fmla="*/ 1794914 w 7467600"/>
              <a:gd name="connsiteY459" fmla="*/ 6858000 h 6858000"/>
              <a:gd name="connsiteX460" fmla="*/ 1746128 w 7467600"/>
              <a:gd name="connsiteY460" fmla="*/ 6858000 h 6858000"/>
              <a:gd name="connsiteX461" fmla="*/ 1753934 w 7467600"/>
              <a:gd name="connsiteY461" fmla="*/ 6724796 h 6858000"/>
              <a:gd name="connsiteX462" fmla="*/ 1792053 w 7467600"/>
              <a:gd name="connsiteY462" fmla="*/ 6572396 h 6858000"/>
              <a:gd name="connsiteX463" fmla="*/ 1862248 w 7467600"/>
              <a:gd name="connsiteY463" fmla="*/ 6266397 h 6858000"/>
              <a:gd name="connsiteX464" fmla="*/ 1862250 w 7467600"/>
              <a:gd name="connsiteY464" fmla="*/ 6033531 h 6858000"/>
              <a:gd name="connsiteX465" fmla="*/ 1211999 w 7467600"/>
              <a:gd name="connsiteY465" fmla="*/ 6683610 h 6858000"/>
              <a:gd name="connsiteX466" fmla="*/ 1213266 w 7467600"/>
              <a:gd name="connsiteY466" fmla="*/ 6691947 h 6858000"/>
              <a:gd name="connsiteX467" fmla="*/ 1203370 w 7467600"/>
              <a:gd name="connsiteY467" fmla="*/ 6850676 h 6858000"/>
              <a:gd name="connsiteX468" fmla="*/ 1203671 w 7467600"/>
              <a:gd name="connsiteY468" fmla="*/ 6858000 h 6858000"/>
              <a:gd name="connsiteX469" fmla="*/ 1143180 w 7467600"/>
              <a:gd name="connsiteY469" fmla="*/ 6858000 h 6858000"/>
              <a:gd name="connsiteX470" fmla="*/ 1142176 w 7467600"/>
              <a:gd name="connsiteY470" fmla="*/ 6766045 h 6858000"/>
              <a:gd name="connsiteX471" fmla="*/ 1067484 w 7467600"/>
              <a:gd name="connsiteY471" fmla="*/ 6858000 h 6858000"/>
              <a:gd name="connsiteX472" fmla="*/ 953928 w 7467600"/>
              <a:gd name="connsiteY472" fmla="*/ 6858000 h 6858000"/>
              <a:gd name="connsiteX473" fmla="*/ 959715 w 7467600"/>
              <a:gd name="connsiteY473" fmla="*/ 6850185 h 6858000"/>
              <a:gd name="connsiteX474" fmla="*/ 1483788 w 7467600"/>
              <a:gd name="connsiteY474" fmla="*/ 6259174 h 6858000"/>
              <a:gd name="connsiteX475" fmla="*/ 1100671 w 7467600"/>
              <a:gd name="connsiteY475" fmla="*/ 6252137 h 6858000"/>
              <a:gd name="connsiteX476" fmla="*/ 1090144 w 7467600"/>
              <a:gd name="connsiteY476" fmla="*/ 6256748 h 6858000"/>
              <a:gd name="connsiteX477" fmla="*/ 1095872 w 7467600"/>
              <a:gd name="connsiteY477" fmla="*/ 6271892 h 6858000"/>
              <a:gd name="connsiteX478" fmla="*/ 262785 w 7467600"/>
              <a:gd name="connsiteY478" fmla="*/ 6845450 h 6858000"/>
              <a:gd name="connsiteX479" fmla="*/ 209968 w 7467600"/>
              <a:gd name="connsiteY479" fmla="*/ 6770713 h 6858000"/>
              <a:gd name="connsiteX480" fmla="*/ 873460 w 7467600"/>
              <a:gd name="connsiteY480" fmla="*/ 6253768 h 6858000"/>
              <a:gd name="connsiteX481" fmla="*/ 192686 w 7467600"/>
              <a:gd name="connsiteY481" fmla="*/ 5849257 h 6858000"/>
              <a:gd name="connsiteX482" fmla="*/ 4696 w 7467600"/>
              <a:gd name="connsiteY482" fmla="*/ 5697668 h 6858000"/>
              <a:gd name="connsiteX483" fmla="*/ 0 w 7467600"/>
              <a:gd name="connsiteY483" fmla="*/ 5689984 h 6858000"/>
              <a:gd name="connsiteX484" fmla="*/ 0 w 7467600"/>
              <a:gd name="connsiteY484" fmla="*/ 5513472 h 6858000"/>
              <a:gd name="connsiteX485" fmla="*/ 174101 w 7467600"/>
              <a:gd name="connsiteY485" fmla="*/ 5620277 h 6858000"/>
              <a:gd name="connsiteX486" fmla="*/ 891800 w 7467600"/>
              <a:gd name="connsiteY486" fmla="*/ 6036935 h 6858000"/>
              <a:gd name="connsiteX487" fmla="*/ 1072219 w 7467600"/>
              <a:gd name="connsiteY487" fmla="*/ 6169443 h 6858000"/>
              <a:gd name="connsiteX488" fmla="*/ 1074117 w 7467600"/>
              <a:gd name="connsiteY488" fmla="*/ 6170301 h 6858000"/>
              <a:gd name="connsiteX489" fmla="*/ 1083114 w 7467600"/>
              <a:gd name="connsiteY489" fmla="*/ 6174131 h 6858000"/>
              <a:gd name="connsiteX490" fmla="*/ 1543010 w 7467600"/>
              <a:gd name="connsiteY490" fmla="*/ 6191140 h 6858000"/>
              <a:gd name="connsiteX491" fmla="*/ 1551080 w 7467600"/>
              <a:gd name="connsiteY491" fmla="*/ 6195006 h 6858000"/>
              <a:gd name="connsiteX492" fmla="*/ 2345443 w 7467600"/>
              <a:gd name="connsiteY492" fmla="*/ 5549882 h 6858000"/>
              <a:gd name="connsiteX493" fmla="*/ 1721499 w 7467600"/>
              <a:gd name="connsiteY493" fmla="*/ 5599969 h 6858000"/>
              <a:gd name="connsiteX494" fmla="*/ 767716 w 7467600"/>
              <a:gd name="connsiteY494" fmla="*/ 5472768 h 6858000"/>
              <a:gd name="connsiteX495" fmla="*/ 722147 w 7467600"/>
              <a:gd name="connsiteY495" fmla="*/ 5393091 h 6858000"/>
              <a:gd name="connsiteX496" fmla="*/ 1485552 w 7467600"/>
              <a:gd name="connsiteY496" fmla="*/ 5313202 h 6858000"/>
              <a:gd name="connsiteX497" fmla="*/ 2143004 w 7467600"/>
              <a:gd name="connsiteY497" fmla="*/ 5402420 h 6858000"/>
              <a:gd name="connsiteX498" fmla="*/ 1933391 w 7467600"/>
              <a:gd name="connsiteY498" fmla="*/ 5156971 h 6858000"/>
              <a:gd name="connsiteX499" fmla="*/ 1827118 w 7467600"/>
              <a:gd name="connsiteY499" fmla="*/ 4968410 h 6858000"/>
              <a:gd name="connsiteX500" fmla="*/ 1837349 w 7467600"/>
              <a:gd name="connsiteY500" fmla="*/ 4956357 h 6858000"/>
              <a:gd name="connsiteX501" fmla="*/ 2162835 w 7467600"/>
              <a:gd name="connsiteY501" fmla="*/ 5187853 h 6858000"/>
              <a:gd name="connsiteX502" fmla="*/ 2257167 w 7467600"/>
              <a:gd name="connsiteY502" fmla="*/ 5462123 h 6858000"/>
              <a:gd name="connsiteX503" fmla="*/ 2261598 w 7467600"/>
              <a:gd name="connsiteY503" fmla="*/ 5467998 h 6858000"/>
              <a:gd name="connsiteX504" fmla="*/ 2437177 w 7467600"/>
              <a:gd name="connsiteY504" fmla="*/ 5479608 h 6858000"/>
              <a:gd name="connsiteX505" fmla="*/ 2445247 w 7467600"/>
              <a:gd name="connsiteY505" fmla="*/ 5483476 h 6858000"/>
              <a:gd name="connsiteX506" fmla="*/ 2743626 w 7467600"/>
              <a:gd name="connsiteY506" fmla="*/ 5304819 h 6858000"/>
              <a:gd name="connsiteX507" fmla="*/ 3048102 w 7467600"/>
              <a:gd name="connsiteY507" fmla="*/ 5150595 h 6858000"/>
              <a:gd name="connsiteX508" fmla="*/ 1799414 w 7467600"/>
              <a:gd name="connsiteY508" fmla="*/ 4694732 h 6858000"/>
              <a:gd name="connsiteX509" fmla="*/ 1771735 w 7467600"/>
              <a:gd name="connsiteY509" fmla="*/ 4619929 h 6858000"/>
              <a:gd name="connsiteX510" fmla="*/ 3104273 w 7467600"/>
              <a:gd name="connsiteY510" fmla="*/ 5076159 h 6858000"/>
              <a:gd name="connsiteX511" fmla="*/ 3113245 w 7467600"/>
              <a:gd name="connsiteY511" fmla="*/ 5090705 h 6858000"/>
              <a:gd name="connsiteX512" fmla="*/ 3126294 w 7467600"/>
              <a:gd name="connsiteY512" fmla="*/ 5114400 h 6858000"/>
              <a:gd name="connsiteX513" fmla="*/ 3937433 w 7467600"/>
              <a:gd name="connsiteY513" fmla="*/ 4830473 h 6858000"/>
              <a:gd name="connsiteX514" fmla="*/ 3590475 w 7467600"/>
              <a:gd name="connsiteY514" fmla="*/ 4597974 h 6858000"/>
              <a:gd name="connsiteX515" fmla="*/ 3100264 w 7467600"/>
              <a:gd name="connsiteY515" fmla="*/ 4579845 h 6858000"/>
              <a:gd name="connsiteX516" fmla="*/ 2183576 w 7467600"/>
              <a:gd name="connsiteY516" fmla="*/ 4227150 h 6858000"/>
              <a:gd name="connsiteX517" fmla="*/ 2151029 w 7467600"/>
              <a:gd name="connsiteY517" fmla="*/ 4146947 h 6858000"/>
              <a:gd name="connsiteX518" fmla="*/ 3563434 w 7467600"/>
              <a:gd name="connsiteY518" fmla="*/ 4469115 h 6858000"/>
              <a:gd name="connsiteX519" fmla="*/ 3177952 w 7467600"/>
              <a:gd name="connsiteY519" fmla="*/ 3657386 h 6858000"/>
              <a:gd name="connsiteX520" fmla="*/ 3189263 w 7467600"/>
              <a:gd name="connsiteY520" fmla="*/ 3625726 h 6858000"/>
              <a:gd name="connsiteX521" fmla="*/ 3560912 w 7467600"/>
              <a:gd name="connsiteY521" fmla="*/ 4079863 h 6858000"/>
              <a:gd name="connsiteX522" fmla="*/ 3626636 w 7467600"/>
              <a:gd name="connsiteY522" fmla="*/ 4512230 h 6858000"/>
              <a:gd name="connsiteX523" fmla="*/ 3653088 w 7467600"/>
              <a:gd name="connsiteY523" fmla="*/ 4521417 h 6858000"/>
              <a:gd name="connsiteX524" fmla="*/ 3988128 w 7467600"/>
              <a:gd name="connsiteY524" fmla="*/ 4817267 h 6858000"/>
              <a:gd name="connsiteX525" fmla="*/ 4830582 w 7467600"/>
              <a:gd name="connsiteY525" fmla="*/ 4676000 h 6858000"/>
              <a:gd name="connsiteX526" fmla="*/ 4830100 w 7467600"/>
              <a:gd name="connsiteY526" fmla="*/ 4675554 h 6858000"/>
              <a:gd name="connsiteX527" fmla="*/ 4036318 w 7467600"/>
              <a:gd name="connsiteY527" fmla="*/ 4147013 h 6858000"/>
              <a:gd name="connsiteX528" fmla="*/ 3432098 w 7467600"/>
              <a:gd name="connsiteY528" fmla="*/ 3537312 h 6858000"/>
              <a:gd name="connsiteX529" fmla="*/ 3446761 w 7467600"/>
              <a:gd name="connsiteY529" fmla="*/ 3461278 h 6858000"/>
              <a:gd name="connsiteX530" fmla="*/ 4419733 w 7467600"/>
              <a:gd name="connsiteY530" fmla="*/ 3963555 h 6858000"/>
              <a:gd name="connsiteX531" fmla="*/ 4781371 w 7467600"/>
              <a:gd name="connsiteY531" fmla="*/ 4458604 h 6858000"/>
              <a:gd name="connsiteX532" fmla="*/ 4780440 w 7467600"/>
              <a:gd name="connsiteY532" fmla="*/ 4470290 h 6858000"/>
              <a:gd name="connsiteX533" fmla="*/ 4898954 w 7467600"/>
              <a:gd name="connsiteY533" fmla="*/ 4662092 h 6858000"/>
              <a:gd name="connsiteX534" fmla="*/ 4900699 w 7467600"/>
              <a:gd name="connsiteY534" fmla="*/ 4670867 h 6858000"/>
              <a:gd name="connsiteX535" fmla="*/ 5714511 w 7467600"/>
              <a:gd name="connsiteY535" fmla="*/ 4663483 h 6858000"/>
              <a:gd name="connsiteX536" fmla="*/ 5464793 w 7467600"/>
              <a:gd name="connsiteY536" fmla="*/ 4393556 h 6858000"/>
              <a:gd name="connsiteX537" fmla="*/ 5461897 w 7467600"/>
              <a:gd name="connsiteY537" fmla="*/ 4390879 h 6858000"/>
              <a:gd name="connsiteX538" fmla="*/ 4294126 w 7467600"/>
              <a:gd name="connsiteY538" fmla="*/ 3303048 h 6858000"/>
              <a:gd name="connsiteX539" fmla="*/ 4305321 w 7467600"/>
              <a:gd name="connsiteY539" fmla="*/ 3256953 h 6858000"/>
              <a:gd name="connsiteX540" fmla="*/ 4949299 w 7467600"/>
              <a:gd name="connsiteY540" fmla="*/ 3766336 h 6858000"/>
              <a:gd name="connsiteX541" fmla="*/ 5291452 w 7467600"/>
              <a:gd name="connsiteY541" fmla="*/ 4076801 h 6858000"/>
              <a:gd name="connsiteX542" fmla="*/ 5434998 w 7467600"/>
              <a:gd name="connsiteY542" fmla="*/ 4254100 h 6858000"/>
              <a:gd name="connsiteX543" fmla="*/ 5351015 w 7467600"/>
              <a:gd name="connsiteY543" fmla="*/ 3760989 h 6858000"/>
              <a:gd name="connsiteX544" fmla="*/ 5413780 w 7467600"/>
              <a:gd name="connsiteY544" fmla="*/ 2966265 h 6858000"/>
              <a:gd name="connsiteX545" fmla="*/ 5425627 w 7467600"/>
              <a:gd name="connsiteY545" fmla="*/ 2954192 h 6858000"/>
              <a:gd name="connsiteX546" fmla="*/ 6604735 w 7467600"/>
              <a:gd name="connsiteY546" fmla="*/ 2041381 h 6858000"/>
              <a:gd name="connsiteX547" fmla="*/ 7204487 w 7467600"/>
              <a:gd name="connsiteY547" fmla="*/ 2742112 h 6858000"/>
              <a:gd name="connsiteX548" fmla="*/ 7131592 w 7467600"/>
              <a:gd name="connsiteY548" fmla="*/ 2672096 h 6858000"/>
              <a:gd name="connsiteX549" fmla="*/ 6996344 w 7467600"/>
              <a:gd name="connsiteY549" fmla="*/ 2518310 h 6858000"/>
              <a:gd name="connsiteX550" fmla="*/ 6735495 w 7467600"/>
              <a:gd name="connsiteY550" fmla="*/ 2196890 h 6858000"/>
              <a:gd name="connsiteX551" fmla="*/ 6721901 w 7467600"/>
              <a:gd name="connsiteY551" fmla="*/ 2179274 h 6858000"/>
              <a:gd name="connsiteX552" fmla="*/ 6604735 w 7467600"/>
              <a:gd name="connsiteY552" fmla="*/ 2041381 h 6858000"/>
              <a:gd name="connsiteX553" fmla="*/ 6591670 w 7467600"/>
              <a:gd name="connsiteY553" fmla="*/ 1988277 h 6858000"/>
              <a:gd name="connsiteX554" fmla="*/ 6747349 w 7467600"/>
              <a:gd name="connsiteY554" fmla="*/ 2160069 h 6858000"/>
              <a:gd name="connsiteX555" fmla="*/ 6760943 w 7467600"/>
              <a:gd name="connsiteY555" fmla="*/ 2177686 h 6858000"/>
              <a:gd name="connsiteX556" fmla="*/ 7021065 w 7467600"/>
              <a:gd name="connsiteY556" fmla="*/ 2498102 h 6858000"/>
              <a:gd name="connsiteX557" fmla="*/ 7155223 w 7467600"/>
              <a:gd name="connsiteY557" fmla="*/ 2650386 h 6858000"/>
              <a:gd name="connsiteX558" fmla="*/ 7203167 w 7467600"/>
              <a:gd name="connsiteY558" fmla="*/ 2697288 h 6858000"/>
              <a:gd name="connsiteX559" fmla="*/ 6937703 w 7467600"/>
              <a:gd name="connsiteY559" fmla="*/ 2321981 h 6858000"/>
              <a:gd name="connsiteX560" fmla="*/ 6591670 w 7467600"/>
              <a:gd name="connsiteY560" fmla="*/ 1988277 h 6858000"/>
              <a:gd name="connsiteX561" fmla="*/ 5798671 w 7467600"/>
              <a:gd name="connsiteY561" fmla="*/ 1981601 h 6858000"/>
              <a:gd name="connsiteX562" fmla="*/ 5754709 w 7467600"/>
              <a:gd name="connsiteY562" fmla="*/ 2071454 h 6858000"/>
              <a:gd name="connsiteX563" fmla="*/ 5763044 w 7467600"/>
              <a:gd name="connsiteY563" fmla="*/ 2842206 h 6858000"/>
              <a:gd name="connsiteX564" fmla="*/ 5764974 w 7467600"/>
              <a:gd name="connsiteY564" fmla="*/ 2799609 h 6858000"/>
              <a:gd name="connsiteX565" fmla="*/ 5767665 w 7467600"/>
              <a:gd name="connsiteY565" fmla="*/ 2666409 h 6858000"/>
              <a:gd name="connsiteX566" fmla="*/ 5763055 w 7467600"/>
              <a:gd name="connsiteY566" fmla="*/ 2579705 h 6858000"/>
              <a:gd name="connsiteX567" fmla="*/ 5758079 w 7467600"/>
              <a:gd name="connsiteY567" fmla="*/ 2492508 h 6858000"/>
              <a:gd name="connsiteX568" fmla="*/ 5779325 w 7467600"/>
              <a:gd name="connsiteY568" fmla="*/ 2197069 h 6858000"/>
              <a:gd name="connsiteX569" fmla="*/ 5798671 w 7467600"/>
              <a:gd name="connsiteY569" fmla="*/ 1981601 h 6858000"/>
              <a:gd name="connsiteX570" fmla="*/ 5829202 w 7467600"/>
              <a:gd name="connsiteY570" fmla="*/ 1971679 h 6858000"/>
              <a:gd name="connsiteX571" fmla="*/ 5809558 w 7467600"/>
              <a:gd name="connsiteY571" fmla="*/ 2198043 h 6858000"/>
              <a:gd name="connsiteX572" fmla="*/ 5788653 w 7467600"/>
              <a:gd name="connsiteY572" fmla="*/ 2489430 h 6858000"/>
              <a:gd name="connsiteX573" fmla="*/ 5793439 w 7467600"/>
              <a:gd name="connsiteY573" fmla="*/ 2575235 h 6858000"/>
              <a:gd name="connsiteX574" fmla="*/ 5796837 w 7467600"/>
              <a:gd name="connsiteY574" fmla="*/ 2637633 h 6858000"/>
              <a:gd name="connsiteX575" fmla="*/ 5818614 w 7467600"/>
              <a:gd name="connsiteY575" fmla="*/ 2473055 h 6858000"/>
              <a:gd name="connsiteX576" fmla="*/ 5829202 w 7467600"/>
              <a:gd name="connsiteY576" fmla="*/ 1971679 h 6858000"/>
              <a:gd name="connsiteX577" fmla="*/ 5911389 w 7467600"/>
              <a:gd name="connsiteY577" fmla="*/ 1898371 h 6858000"/>
              <a:gd name="connsiteX578" fmla="*/ 6237627 w 7467600"/>
              <a:gd name="connsiteY578" fmla="*/ 2231921 h 6858000"/>
              <a:gd name="connsiteX579" fmla="*/ 5911389 w 7467600"/>
              <a:gd name="connsiteY579" fmla="*/ 1898371 h 6858000"/>
              <a:gd name="connsiteX580" fmla="*/ 6944437 w 7467600"/>
              <a:gd name="connsiteY580" fmla="*/ 1575402 h 6858000"/>
              <a:gd name="connsiteX581" fmla="*/ 6304730 w 7467600"/>
              <a:gd name="connsiteY581" fmla="*/ 1766654 h 6858000"/>
              <a:gd name="connsiteX582" fmla="*/ 6944437 w 7467600"/>
              <a:gd name="connsiteY582" fmla="*/ 1575402 h 6858000"/>
              <a:gd name="connsiteX583" fmla="*/ 7019523 w 7467600"/>
              <a:gd name="connsiteY583" fmla="*/ 1519450 h 6858000"/>
              <a:gd name="connsiteX584" fmla="*/ 6298091 w 7467600"/>
              <a:gd name="connsiteY584" fmla="*/ 1737122 h 6858000"/>
              <a:gd name="connsiteX585" fmla="*/ 7019523 w 7467600"/>
              <a:gd name="connsiteY585" fmla="*/ 1519450 h 6858000"/>
              <a:gd name="connsiteX586" fmla="*/ 2399523 w 7467600"/>
              <a:gd name="connsiteY586" fmla="*/ 1428234 h 6858000"/>
              <a:gd name="connsiteX587" fmla="*/ 2224982 w 7467600"/>
              <a:gd name="connsiteY587" fmla="*/ 1826201 h 6858000"/>
              <a:gd name="connsiteX588" fmla="*/ 2096099 w 7467600"/>
              <a:gd name="connsiteY588" fmla="*/ 2345900 h 6858000"/>
              <a:gd name="connsiteX589" fmla="*/ 2283317 w 7467600"/>
              <a:gd name="connsiteY589" fmla="*/ 1796925 h 6858000"/>
              <a:gd name="connsiteX590" fmla="*/ 2399523 w 7467600"/>
              <a:gd name="connsiteY590" fmla="*/ 1428234 h 6858000"/>
              <a:gd name="connsiteX591" fmla="*/ 2448558 w 7467600"/>
              <a:gd name="connsiteY591" fmla="*/ 1373435 h 6858000"/>
              <a:gd name="connsiteX592" fmla="*/ 2312521 w 7467600"/>
              <a:gd name="connsiteY592" fmla="*/ 1806140 h 6858000"/>
              <a:gd name="connsiteX593" fmla="*/ 2127533 w 7467600"/>
              <a:gd name="connsiteY593" fmla="*/ 2348380 h 6858000"/>
              <a:gd name="connsiteX594" fmla="*/ 2358080 w 7467600"/>
              <a:gd name="connsiteY594" fmla="*/ 1866134 h 6858000"/>
              <a:gd name="connsiteX595" fmla="*/ 2407436 w 7467600"/>
              <a:gd name="connsiteY595" fmla="*/ 1651070 h 6858000"/>
              <a:gd name="connsiteX596" fmla="*/ 2448558 w 7467600"/>
              <a:gd name="connsiteY596" fmla="*/ 1373435 h 6858000"/>
              <a:gd name="connsiteX597" fmla="*/ 278707 w 7467600"/>
              <a:gd name="connsiteY597" fmla="*/ 1352270 h 6858000"/>
              <a:gd name="connsiteX598" fmla="*/ 321570 w 7467600"/>
              <a:gd name="connsiteY598" fmla="*/ 1861610 h 6858000"/>
              <a:gd name="connsiteX599" fmla="*/ 294281 w 7467600"/>
              <a:gd name="connsiteY599" fmla="*/ 1440658 h 6858000"/>
              <a:gd name="connsiteX600" fmla="*/ 278707 w 7467600"/>
              <a:gd name="connsiteY600" fmla="*/ 1352270 h 6858000"/>
              <a:gd name="connsiteX601" fmla="*/ 1423821 w 7467600"/>
              <a:gd name="connsiteY601" fmla="*/ 1351958 h 6858000"/>
              <a:gd name="connsiteX602" fmla="*/ 1638521 w 7467600"/>
              <a:gd name="connsiteY602" fmla="*/ 1908470 h 6858000"/>
              <a:gd name="connsiteX603" fmla="*/ 1754199 w 7467600"/>
              <a:gd name="connsiteY603" fmla="*/ 2149284 h 6858000"/>
              <a:gd name="connsiteX604" fmla="*/ 1908359 w 7467600"/>
              <a:gd name="connsiteY604" fmla="*/ 2364988 h 6858000"/>
              <a:gd name="connsiteX605" fmla="*/ 1647661 w 7467600"/>
              <a:gd name="connsiteY605" fmla="*/ 1825945 h 6858000"/>
              <a:gd name="connsiteX606" fmla="*/ 1423821 w 7467600"/>
              <a:gd name="connsiteY606" fmla="*/ 1351958 h 6858000"/>
              <a:gd name="connsiteX607" fmla="*/ 1431890 w 7467600"/>
              <a:gd name="connsiteY607" fmla="*/ 1306475 h 6858000"/>
              <a:gd name="connsiteX608" fmla="*/ 1507597 w 7467600"/>
              <a:gd name="connsiteY608" fmla="*/ 1446132 h 6858000"/>
              <a:gd name="connsiteX609" fmla="*/ 1674586 w 7467600"/>
              <a:gd name="connsiteY609" fmla="*/ 1813832 h 6858000"/>
              <a:gd name="connsiteX610" fmla="*/ 1815950 w 7467600"/>
              <a:gd name="connsiteY610" fmla="*/ 2128564 h 6858000"/>
              <a:gd name="connsiteX611" fmla="*/ 1984242 w 7467600"/>
              <a:gd name="connsiteY611" fmla="*/ 2430829 h 6858000"/>
              <a:gd name="connsiteX612" fmla="*/ 2014023 w 7467600"/>
              <a:gd name="connsiteY612" fmla="*/ 2450995 h 6858000"/>
              <a:gd name="connsiteX613" fmla="*/ 1747337 w 7467600"/>
              <a:gd name="connsiteY613" fmla="*/ 1855264 h 6858000"/>
              <a:gd name="connsiteX614" fmla="*/ 1533749 w 7467600"/>
              <a:gd name="connsiteY614" fmla="*/ 1478656 h 6858000"/>
              <a:gd name="connsiteX615" fmla="*/ 1431890 w 7467600"/>
              <a:gd name="connsiteY615" fmla="*/ 1306475 h 6858000"/>
              <a:gd name="connsiteX616" fmla="*/ 5052692 w 7467600"/>
              <a:gd name="connsiteY616" fmla="*/ 1292994 h 6858000"/>
              <a:gd name="connsiteX617" fmla="*/ 5200661 w 7467600"/>
              <a:gd name="connsiteY617" fmla="*/ 1635186 h 6858000"/>
              <a:gd name="connsiteX618" fmla="*/ 5297138 w 7467600"/>
              <a:gd name="connsiteY618" fmla="*/ 1906351 h 6858000"/>
              <a:gd name="connsiteX619" fmla="*/ 5052692 w 7467600"/>
              <a:gd name="connsiteY619" fmla="*/ 1292994 h 6858000"/>
              <a:gd name="connsiteX620" fmla="*/ 5009948 w 7467600"/>
              <a:gd name="connsiteY620" fmla="*/ 1273619 h 6858000"/>
              <a:gd name="connsiteX621" fmla="*/ 5121777 w 7467600"/>
              <a:gd name="connsiteY621" fmla="*/ 1654213 h 6858000"/>
              <a:gd name="connsiteX622" fmla="*/ 5293545 w 7467600"/>
              <a:gd name="connsiteY622" fmla="*/ 2072247 h 6858000"/>
              <a:gd name="connsiteX623" fmla="*/ 5294042 w 7467600"/>
              <a:gd name="connsiteY623" fmla="*/ 2065019 h 6858000"/>
              <a:gd name="connsiteX624" fmla="*/ 5171936 w 7467600"/>
              <a:gd name="connsiteY624" fmla="*/ 1647613 h 6858000"/>
              <a:gd name="connsiteX625" fmla="*/ 5009948 w 7467600"/>
              <a:gd name="connsiteY625" fmla="*/ 1273619 h 6858000"/>
              <a:gd name="connsiteX626" fmla="*/ 655236 w 7467600"/>
              <a:gd name="connsiteY626" fmla="*/ 1268632 h 6858000"/>
              <a:gd name="connsiteX627" fmla="*/ 839521 w 7467600"/>
              <a:gd name="connsiteY627" fmla="*/ 1685315 h 6858000"/>
              <a:gd name="connsiteX628" fmla="*/ 1109416 w 7467600"/>
              <a:gd name="connsiteY628" fmla="*/ 2061663 h 6858000"/>
              <a:gd name="connsiteX629" fmla="*/ 1298300 w 7467600"/>
              <a:gd name="connsiteY629" fmla="*/ 2247742 h 6858000"/>
              <a:gd name="connsiteX630" fmla="*/ 1125871 w 7467600"/>
              <a:gd name="connsiteY630" fmla="*/ 1989513 h 6858000"/>
              <a:gd name="connsiteX631" fmla="*/ 981574 w 7467600"/>
              <a:gd name="connsiteY631" fmla="*/ 1783157 h 6858000"/>
              <a:gd name="connsiteX632" fmla="*/ 922198 w 7467600"/>
              <a:gd name="connsiteY632" fmla="*/ 1677437 h 6858000"/>
              <a:gd name="connsiteX633" fmla="*/ 869293 w 7467600"/>
              <a:gd name="connsiteY633" fmla="*/ 1583214 h 6858000"/>
              <a:gd name="connsiteX634" fmla="*/ 751431 w 7467600"/>
              <a:gd name="connsiteY634" fmla="*/ 1405731 h 6858000"/>
              <a:gd name="connsiteX635" fmla="*/ 655236 w 7467600"/>
              <a:gd name="connsiteY635" fmla="*/ 1268632 h 6858000"/>
              <a:gd name="connsiteX636" fmla="*/ 6516292 w 7467600"/>
              <a:gd name="connsiteY636" fmla="*/ 1263064 h 6858000"/>
              <a:gd name="connsiteX637" fmla="*/ 5736320 w 7467600"/>
              <a:gd name="connsiteY637" fmla="*/ 1501803 h 6858000"/>
              <a:gd name="connsiteX638" fmla="*/ 6516292 w 7467600"/>
              <a:gd name="connsiteY638" fmla="*/ 1263064 h 6858000"/>
              <a:gd name="connsiteX639" fmla="*/ 291466 w 7467600"/>
              <a:gd name="connsiteY639" fmla="*/ 1250369 h 6858000"/>
              <a:gd name="connsiteX640" fmla="*/ 323180 w 7467600"/>
              <a:gd name="connsiteY640" fmla="*/ 1435283 h 6858000"/>
              <a:gd name="connsiteX641" fmla="*/ 349381 w 7467600"/>
              <a:gd name="connsiteY641" fmla="*/ 1875041 h 6858000"/>
              <a:gd name="connsiteX642" fmla="*/ 374363 w 7467600"/>
              <a:gd name="connsiteY642" fmla="*/ 1506494 h 6858000"/>
              <a:gd name="connsiteX643" fmla="*/ 302168 w 7467600"/>
              <a:gd name="connsiteY643" fmla="*/ 1274495 h 6858000"/>
              <a:gd name="connsiteX644" fmla="*/ 291466 w 7467600"/>
              <a:gd name="connsiteY644" fmla="*/ 1250369 h 6858000"/>
              <a:gd name="connsiteX645" fmla="*/ 678222 w 7467600"/>
              <a:gd name="connsiteY645" fmla="*/ 1248670 h 6858000"/>
              <a:gd name="connsiteX646" fmla="*/ 775536 w 7467600"/>
              <a:gd name="connsiteY646" fmla="*/ 1388015 h 6858000"/>
              <a:gd name="connsiteX647" fmla="*/ 894529 w 7467600"/>
              <a:gd name="connsiteY647" fmla="*/ 1567739 h 6858000"/>
              <a:gd name="connsiteX648" fmla="*/ 948000 w 7467600"/>
              <a:gd name="connsiteY648" fmla="*/ 1663088 h 6858000"/>
              <a:gd name="connsiteX649" fmla="*/ 1006812 w 7467600"/>
              <a:gd name="connsiteY649" fmla="*/ 1767683 h 6858000"/>
              <a:gd name="connsiteX650" fmla="*/ 1149133 w 7467600"/>
              <a:gd name="connsiteY650" fmla="*/ 1971513 h 6858000"/>
              <a:gd name="connsiteX651" fmla="*/ 1333952 w 7467600"/>
              <a:gd name="connsiteY651" fmla="*/ 2251620 h 6858000"/>
              <a:gd name="connsiteX652" fmla="*/ 1337329 w 7467600"/>
              <a:gd name="connsiteY652" fmla="*/ 2258350 h 6858000"/>
              <a:gd name="connsiteX653" fmla="*/ 1014726 w 7467600"/>
              <a:gd name="connsiteY653" fmla="*/ 1615556 h 6858000"/>
              <a:gd name="connsiteX654" fmla="*/ 678222 w 7467600"/>
              <a:gd name="connsiteY654" fmla="*/ 1248670 h 6858000"/>
              <a:gd name="connsiteX655" fmla="*/ 6691602 w 7467600"/>
              <a:gd name="connsiteY655" fmla="*/ 1140573 h 6858000"/>
              <a:gd name="connsiteX656" fmla="*/ 6571100 w 7467600"/>
              <a:gd name="connsiteY656" fmla="*/ 1183662 h 6858000"/>
              <a:gd name="connsiteX657" fmla="*/ 6241687 w 7467600"/>
              <a:gd name="connsiteY657" fmla="*/ 1257600 h 6858000"/>
              <a:gd name="connsiteX658" fmla="*/ 5693009 w 7467600"/>
              <a:gd name="connsiteY658" fmla="*/ 1478256 h 6858000"/>
              <a:gd name="connsiteX659" fmla="*/ 6548420 w 7467600"/>
              <a:gd name="connsiteY659" fmla="*/ 1214599 h 6858000"/>
              <a:gd name="connsiteX660" fmla="*/ 6605473 w 7467600"/>
              <a:gd name="connsiteY660" fmla="*/ 1184686 h 6858000"/>
              <a:gd name="connsiteX661" fmla="*/ 6691602 w 7467600"/>
              <a:gd name="connsiteY661" fmla="*/ 1140573 h 6858000"/>
              <a:gd name="connsiteX662" fmla="*/ 4002475 w 7467600"/>
              <a:gd name="connsiteY662" fmla="*/ 1037802 h 6858000"/>
              <a:gd name="connsiteX663" fmla="*/ 4000324 w 7467600"/>
              <a:gd name="connsiteY663" fmla="*/ 1039362 h 6858000"/>
              <a:gd name="connsiteX664" fmla="*/ 4002862 w 7467600"/>
              <a:gd name="connsiteY664" fmla="*/ 1042866 h 6858000"/>
              <a:gd name="connsiteX665" fmla="*/ 4002475 w 7467600"/>
              <a:gd name="connsiteY665" fmla="*/ 1037802 h 6858000"/>
              <a:gd name="connsiteX666" fmla="*/ 506322 w 7467600"/>
              <a:gd name="connsiteY666" fmla="*/ 1020997 h 6858000"/>
              <a:gd name="connsiteX667" fmla="*/ 533068 w 7467600"/>
              <a:gd name="connsiteY667" fmla="*/ 1029409 h 6858000"/>
              <a:gd name="connsiteX668" fmla="*/ 1232525 w 7467600"/>
              <a:gd name="connsiteY668" fmla="*/ 1804675 h 6858000"/>
              <a:gd name="connsiteX669" fmla="*/ 1388858 w 7467600"/>
              <a:gd name="connsiteY669" fmla="*/ 2368011 h 6858000"/>
              <a:gd name="connsiteX670" fmla="*/ 1384098 w 7467600"/>
              <a:gd name="connsiteY670" fmla="*/ 2378125 h 6858000"/>
              <a:gd name="connsiteX671" fmla="*/ 1425393 w 7467600"/>
              <a:gd name="connsiteY671" fmla="*/ 2589124 h 6858000"/>
              <a:gd name="connsiteX672" fmla="*/ 1424001 w 7467600"/>
              <a:gd name="connsiteY672" fmla="*/ 2597541 h 6858000"/>
              <a:gd name="connsiteX673" fmla="*/ 2152729 w 7467600"/>
              <a:gd name="connsiteY673" fmla="*/ 2864487 h 6858000"/>
              <a:gd name="connsiteX674" fmla="*/ 2020609 w 7467600"/>
              <a:gd name="connsiteY674" fmla="*/ 2539671 h 6858000"/>
              <a:gd name="connsiteX675" fmla="*/ 2018920 w 7467600"/>
              <a:gd name="connsiteY675" fmla="*/ 2536309 h 6858000"/>
              <a:gd name="connsiteX676" fmla="*/ 1342441 w 7467600"/>
              <a:gd name="connsiteY676" fmla="*/ 1173017 h 6858000"/>
              <a:gd name="connsiteX677" fmla="*/ 1367925 w 7467600"/>
              <a:gd name="connsiteY677" fmla="*/ 1135648 h 6858000"/>
              <a:gd name="connsiteX678" fmla="*/ 1771401 w 7467600"/>
              <a:gd name="connsiteY678" fmla="*/ 1806673 h 6858000"/>
              <a:gd name="connsiteX679" fmla="*/ 1972385 w 7467600"/>
              <a:gd name="connsiteY679" fmla="*/ 2198735 h 6858000"/>
              <a:gd name="connsiteX680" fmla="*/ 2040892 w 7467600"/>
              <a:gd name="connsiteY680" fmla="*/ 2405205 h 6858000"/>
              <a:gd name="connsiteX681" fmla="*/ 2131689 w 7467600"/>
              <a:gd name="connsiteY681" fmla="*/ 1936926 h 6858000"/>
              <a:gd name="connsiteX682" fmla="*/ 2454820 w 7467600"/>
              <a:gd name="connsiteY682" fmla="*/ 1248808 h 6858000"/>
              <a:gd name="connsiteX683" fmla="*/ 2492512 w 7467600"/>
              <a:gd name="connsiteY683" fmla="*/ 1302920 h 6858000"/>
              <a:gd name="connsiteX684" fmla="*/ 2081216 w 7467600"/>
              <a:gd name="connsiteY684" fmla="*/ 2527513 h 6858000"/>
              <a:gd name="connsiteX685" fmla="*/ 2081211 w 7467600"/>
              <a:gd name="connsiteY685" fmla="*/ 2528916 h 6858000"/>
              <a:gd name="connsiteX686" fmla="*/ 2199067 w 7467600"/>
              <a:gd name="connsiteY686" fmla="*/ 2884061 h 6858000"/>
              <a:gd name="connsiteX687" fmla="*/ 3192586 w 7467600"/>
              <a:gd name="connsiteY687" fmla="*/ 3411496 h 6858000"/>
              <a:gd name="connsiteX688" fmla="*/ 3182620 w 7467600"/>
              <a:gd name="connsiteY688" fmla="*/ 3483279 h 6858000"/>
              <a:gd name="connsiteX689" fmla="*/ 2435119 w 7467600"/>
              <a:gd name="connsiteY689" fmla="*/ 3080173 h 6858000"/>
              <a:gd name="connsiteX690" fmla="*/ 2410152 w 7467600"/>
              <a:gd name="connsiteY690" fmla="*/ 3063751 h 6858000"/>
              <a:gd name="connsiteX691" fmla="*/ 2408099 w 7467600"/>
              <a:gd name="connsiteY691" fmla="*/ 3064403 h 6858000"/>
              <a:gd name="connsiteX692" fmla="*/ 2407218 w 7467600"/>
              <a:gd name="connsiteY692" fmla="*/ 3070324 h 6858000"/>
              <a:gd name="connsiteX693" fmla="*/ 2380138 w 7467600"/>
              <a:gd name="connsiteY693" fmla="*/ 3099341 h 6858000"/>
              <a:gd name="connsiteX694" fmla="*/ 1765923 w 7467600"/>
              <a:gd name="connsiteY694" fmla="*/ 3581043 h 6858000"/>
              <a:gd name="connsiteX695" fmla="*/ 1702258 w 7467600"/>
              <a:gd name="connsiteY695" fmla="*/ 3612286 h 6858000"/>
              <a:gd name="connsiteX696" fmla="*/ 1538370 w 7467600"/>
              <a:gd name="connsiteY696" fmla="*/ 3811804 h 6858000"/>
              <a:gd name="connsiteX697" fmla="*/ 542867 w 7467600"/>
              <a:gd name="connsiteY697" fmla="*/ 4944092 h 6858000"/>
              <a:gd name="connsiteX698" fmla="*/ 515800 w 7467600"/>
              <a:gd name="connsiteY698" fmla="*/ 4862180 h 6858000"/>
              <a:gd name="connsiteX699" fmla="*/ 909145 w 7467600"/>
              <a:gd name="connsiteY699" fmla="*/ 4199225 h 6858000"/>
              <a:gd name="connsiteX700" fmla="*/ 1214067 w 7467600"/>
              <a:gd name="connsiteY700" fmla="*/ 3908561 h 6858000"/>
              <a:gd name="connsiteX701" fmla="*/ 640967 w 7467600"/>
              <a:gd name="connsiteY701" fmla="*/ 4105601 h 6858000"/>
              <a:gd name="connsiteX702" fmla="*/ 112563 w 7467600"/>
              <a:gd name="connsiteY702" fmla="*/ 4396952 h 6858000"/>
              <a:gd name="connsiteX703" fmla="*/ 0 w 7467600"/>
              <a:gd name="connsiteY703" fmla="*/ 4466006 h 6858000"/>
              <a:gd name="connsiteX704" fmla="*/ 0 w 7467600"/>
              <a:gd name="connsiteY704" fmla="*/ 4233763 h 6858000"/>
              <a:gd name="connsiteX705" fmla="*/ 36881 w 7467600"/>
              <a:gd name="connsiteY705" fmla="*/ 4200118 h 6858000"/>
              <a:gd name="connsiteX706" fmla="*/ 910534 w 7467600"/>
              <a:gd name="connsiteY706" fmla="*/ 3629753 h 6858000"/>
              <a:gd name="connsiteX707" fmla="*/ 1578717 w 7467600"/>
              <a:gd name="connsiteY707" fmla="*/ 3575982 h 6858000"/>
              <a:gd name="connsiteX708" fmla="*/ 2338780 w 7467600"/>
              <a:gd name="connsiteY708" fmla="*/ 3033725 h 6858000"/>
              <a:gd name="connsiteX709" fmla="*/ 1807991 w 7467600"/>
              <a:gd name="connsiteY709" fmla="*/ 2807184 h 6858000"/>
              <a:gd name="connsiteX710" fmla="*/ 1416358 w 7467600"/>
              <a:gd name="connsiteY710" fmla="*/ 3112571 h 6858000"/>
              <a:gd name="connsiteX711" fmla="*/ 939066 w 7467600"/>
              <a:gd name="connsiteY711" fmla="*/ 3378798 h 6858000"/>
              <a:gd name="connsiteX712" fmla="*/ 115099 w 7467600"/>
              <a:gd name="connsiteY712" fmla="*/ 3607650 h 6858000"/>
              <a:gd name="connsiteX713" fmla="*/ 97284 w 7467600"/>
              <a:gd name="connsiteY713" fmla="*/ 3520393 h 6858000"/>
              <a:gd name="connsiteX714" fmla="*/ 922050 w 7467600"/>
              <a:gd name="connsiteY714" fmla="*/ 3074867 h 6858000"/>
              <a:gd name="connsiteX715" fmla="*/ 1405265 w 7467600"/>
              <a:gd name="connsiteY715" fmla="*/ 3016319 h 6858000"/>
              <a:gd name="connsiteX716" fmla="*/ 1407512 w 7467600"/>
              <a:gd name="connsiteY716" fmla="*/ 3018001 h 6858000"/>
              <a:gd name="connsiteX717" fmla="*/ 1726266 w 7467600"/>
              <a:gd name="connsiteY717" fmla="*/ 2777274 h 6858000"/>
              <a:gd name="connsiteX718" fmla="*/ 625390 w 7467600"/>
              <a:gd name="connsiteY718" fmla="*/ 2514541 h 6858000"/>
              <a:gd name="connsiteX719" fmla="*/ 619799 w 7467600"/>
              <a:gd name="connsiteY719" fmla="*/ 2527180 h 6858000"/>
              <a:gd name="connsiteX720" fmla="*/ 310030 w 7467600"/>
              <a:gd name="connsiteY720" fmla="*/ 2771818 h 6858000"/>
              <a:gd name="connsiteX721" fmla="*/ 173877 w 7467600"/>
              <a:gd name="connsiteY721" fmla="*/ 2937056 h 6858000"/>
              <a:gd name="connsiteX722" fmla="*/ 77889 w 7467600"/>
              <a:gd name="connsiteY722" fmla="*/ 3138440 h 6858000"/>
              <a:gd name="connsiteX723" fmla="*/ 0 w 7467600"/>
              <a:gd name="connsiteY723" fmla="*/ 3271395 h 6858000"/>
              <a:gd name="connsiteX724" fmla="*/ 0 w 7467600"/>
              <a:gd name="connsiteY724" fmla="*/ 3153002 h 6858000"/>
              <a:gd name="connsiteX725" fmla="*/ 2386 w 7467600"/>
              <a:gd name="connsiteY725" fmla="*/ 3149203 h 6858000"/>
              <a:gd name="connsiteX726" fmla="*/ 89753 w 7467600"/>
              <a:gd name="connsiteY726" fmla="*/ 2987702 h 6858000"/>
              <a:gd name="connsiteX727" fmla="*/ 76869 w 7467600"/>
              <a:gd name="connsiteY727" fmla="*/ 3005404 h 6858000"/>
              <a:gd name="connsiteX728" fmla="*/ 32049 w 7467600"/>
              <a:gd name="connsiteY728" fmla="*/ 3065814 h 6858000"/>
              <a:gd name="connsiteX729" fmla="*/ 0 w 7467600"/>
              <a:gd name="connsiteY729" fmla="*/ 3108744 h 6858000"/>
              <a:gd name="connsiteX730" fmla="*/ 0 w 7467600"/>
              <a:gd name="connsiteY730" fmla="*/ 3058059 h 6858000"/>
              <a:gd name="connsiteX731" fmla="*/ 7610 w 7467600"/>
              <a:gd name="connsiteY731" fmla="*/ 3047889 h 6858000"/>
              <a:gd name="connsiteX732" fmla="*/ 52419 w 7467600"/>
              <a:gd name="connsiteY732" fmla="*/ 2987479 h 6858000"/>
              <a:gd name="connsiteX733" fmla="*/ 59142 w 7467600"/>
              <a:gd name="connsiteY733" fmla="*/ 2978488 h 6858000"/>
              <a:gd name="connsiteX734" fmla="*/ 0 w 7467600"/>
              <a:gd name="connsiteY734" fmla="*/ 3015334 h 6858000"/>
              <a:gd name="connsiteX735" fmla="*/ 0 w 7467600"/>
              <a:gd name="connsiteY735" fmla="*/ 2914286 h 6858000"/>
              <a:gd name="connsiteX736" fmla="*/ 36383 w 7467600"/>
              <a:gd name="connsiteY736" fmla="*/ 2901128 h 6858000"/>
              <a:gd name="connsiteX737" fmla="*/ 156329 w 7467600"/>
              <a:gd name="connsiteY737" fmla="*/ 2840533 h 6858000"/>
              <a:gd name="connsiteX738" fmla="*/ 358355 w 7467600"/>
              <a:gd name="connsiteY738" fmla="*/ 2620471 h 6858000"/>
              <a:gd name="connsiteX739" fmla="*/ 510577 w 7467600"/>
              <a:gd name="connsiteY739" fmla="*/ 2501244 h 6858000"/>
              <a:gd name="connsiteX740" fmla="*/ 211967 w 7467600"/>
              <a:gd name="connsiteY740" fmla="*/ 2479171 h 6858000"/>
              <a:gd name="connsiteX741" fmla="*/ 0 w 7467600"/>
              <a:gd name="connsiteY741" fmla="*/ 2476398 h 6858000"/>
              <a:gd name="connsiteX742" fmla="*/ 0 w 7467600"/>
              <a:gd name="connsiteY742" fmla="*/ 2389189 h 6858000"/>
              <a:gd name="connsiteX743" fmla="*/ 103062 w 7467600"/>
              <a:gd name="connsiteY743" fmla="*/ 2389518 h 6858000"/>
              <a:gd name="connsiteX744" fmla="*/ 510734 w 7467600"/>
              <a:gd name="connsiteY744" fmla="*/ 2416201 h 6858000"/>
              <a:gd name="connsiteX745" fmla="*/ 279257 w 7467600"/>
              <a:gd name="connsiteY745" fmla="*/ 2092102 h 6858000"/>
              <a:gd name="connsiteX746" fmla="*/ 65265 w 7467600"/>
              <a:gd name="connsiteY746" fmla="*/ 2006049 h 6858000"/>
              <a:gd name="connsiteX747" fmla="*/ 0 w 7467600"/>
              <a:gd name="connsiteY747" fmla="*/ 1982532 h 6858000"/>
              <a:gd name="connsiteX748" fmla="*/ 0 w 7467600"/>
              <a:gd name="connsiteY748" fmla="*/ 1912789 h 6858000"/>
              <a:gd name="connsiteX749" fmla="*/ 97460 w 7467600"/>
              <a:gd name="connsiteY749" fmla="*/ 1953725 h 6858000"/>
              <a:gd name="connsiteX750" fmla="*/ 221272 w 7467600"/>
              <a:gd name="connsiteY750" fmla="*/ 1980766 h 6858000"/>
              <a:gd name="connsiteX751" fmla="*/ 116765 w 7467600"/>
              <a:gd name="connsiteY751" fmla="*/ 1911033 h 6858000"/>
              <a:gd name="connsiteX752" fmla="*/ 16405 w 7467600"/>
              <a:gd name="connsiteY752" fmla="*/ 1803412 h 6858000"/>
              <a:gd name="connsiteX753" fmla="*/ 0 w 7467600"/>
              <a:gd name="connsiteY753" fmla="*/ 1784777 h 6858000"/>
              <a:gd name="connsiteX754" fmla="*/ 0 w 7467600"/>
              <a:gd name="connsiteY754" fmla="*/ 1740082 h 6858000"/>
              <a:gd name="connsiteX755" fmla="*/ 39394 w 7467600"/>
              <a:gd name="connsiteY755" fmla="*/ 1784856 h 6858000"/>
              <a:gd name="connsiteX756" fmla="*/ 135813 w 7467600"/>
              <a:gd name="connsiteY756" fmla="*/ 1888838 h 6858000"/>
              <a:gd name="connsiteX757" fmla="*/ 242575 w 7467600"/>
              <a:gd name="connsiteY757" fmla="*/ 1958841 h 6858000"/>
              <a:gd name="connsiteX758" fmla="*/ 82197 w 7467600"/>
              <a:gd name="connsiteY758" fmla="*/ 1754826 h 6858000"/>
              <a:gd name="connsiteX759" fmla="*/ 0 w 7467600"/>
              <a:gd name="connsiteY759" fmla="*/ 1679650 h 6858000"/>
              <a:gd name="connsiteX760" fmla="*/ 0 w 7467600"/>
              <a:gd name="connsiteY760" fmla="*/ 1602463 h 6858000"/>
              <a:gd name="connsiteX761" fmla="*/ 84689 w 7467600"/>
              <a:gd name="connsiteY761" fmla="*/ 1677442 h 6858000"/>
              <a:gd name="connsiteX762" fmla="*/ 298437 w 7467600"/>
              <a:gd name="connsiteY762" fmla="*/ 1968019 h 6858000"/>
              <a:gd name="connsiteX763" fmla="*/ 227269 w 7467600"/>
              <a:gd name="connsiteY763" fmla="*/ 1114064 h 6858000"/>
              <a:gd name="connsiteX764" fmla="*/ 248003 w 7467600"/>
              <a:gd name="connsiteY764" fmla="*/ 1089613 h 6858000"/>
              <a:gd name="connsiteX765" fmla="*/ 427020 w 7467600"/>
              <a:gd name="connsiteY765" fmla="*/ 1619803 h 6858000"/>
              <a:gd name="connsiteX766" fmla="*/ 340345 w 7467600"/>
              <a:gd name="connsiteY766" fmla="*/ 2027739 h 6858000"/>
              <a:gd name="connsiteX767" fmla="*/ 360865 w 7467600"/>
              <a:gd name="connsiteY767" fmla="*/ 2044827 h 6858000"/>
              <a:gd name="connsiteX768" fmla="*/ 560414 w 7467600"/>
              <a:gd name="connsiteY768" fmla="*/ 2421457 h 6858000"/>
              <a:gd name="connsiteX769" fmla="*/ 1359703 w 7467600"/>
              <a:gd name="connsiteY769" fmla="*/ 2578554 h 6858000"/>
              <a:gd name="connsiteX770" fmla="*/ 1359422 w 7467600"/>
              <a:gd name="connsiteY770" fmla="*/ 2577994 h 6858000"/>
              <a:gd name="connsiteX771" fmla="*/ 828701 w 7467600"/>
              <a:gd name="connsiteY771" fmla="*/ 1839520 h 6858000"/>
              <a:gd name="connsiteX772" fmla="*/ 494427 w 7467600"/>
              <a:gd name="connsiteY772" fmla="*/ 1092333 h 6858000"/>
              <a:gd name="connsiteX773" fmla="*/ 506322 w 7467600"/>
              <a:gd name="connsiteY773" fmla="*/ 1020997 h 6858000"/>
              <a:gd name="connsiteX774" fmla="*/ 4570198 w 7467600"/>
              <a:gd name="connsiteY774" fmla="*/ 978081 h 6858000"/>
              <a:gd name="connsiteX775" fmla="*/ 4523691 w 7467600"/>
              <a:gd name="connsiteY775" fmla="*/ 1127776 h 6858000"/>
              <a:gd name="connsiteX776" fmla="*/ 4509875 w 7467600"/>
              <a:gd name="connsiteY776" fmla="*/ 1167552 h 6858000"/>
              <a:gd name="connsiteX777" fmla="*/ 4478168 w 7467600"/>
              <a:gd name="connsiteY777" fmla="*/ 1260735 h 6858000"/>
              <a:gd name="connsiteX778" fmla="*/ 4409309 w 7467600"/>
              <a:gd name="connsiteY778" fmla="*/ 1666996 h 6858000"/>
              <a:gd name="connsiteX779" fmla="*/ 4370031 w 7467600"/>
              <a:gd name="connsiteY779" fmla="*/ 1955666 h 6858000"/>
              <a:gd name="connsiteX780" fmla="*/ 4570198 w 7467600"/>
              <a:gd name="connsiteY780" fmla="*/ 978081 h 6858000"/>
              <a:gd name="connsiteX781" fmla="*/ 4557898 w 7467600"/>
              <a:gd name="connsiteY781" fmla="*/ 900011 h 6858000"/>
              <a:gd name="connsiteX782" fmla="*/ 4344840 w 7467600"/>
              <a:gd name="connsiteY782" fmla="*/ 1922038 h 6858000"/>
              <a:gd name="connsiteX783" fmla="*/ 4378710 w 7467600"/>
              <a:gd name="connsiteY783" fmla="*/ 1665516 h 6858000"/>
              <a:gd name="connsiteX784" fmla="*/ 4448798 w 7467600"/>
              <a:gd name="connsiteY784" fmla="*/ 1253024 h 6858000"/>
              <a:gd name="connsiteX785" fmla="*/ 4480315 w 7467600"/>
              <a:gd name="connsiteY785" fmla="*/ 1158454 h 6858000"/>
              <a:gd name="connsiteX786" fmla="*/ 4494133 w 7467600"/>
              <a:gd name="connsiteY786" fmla="*/ 1118676 h 6858000"/>
              <a:gd name="connsiteX787" fmla="*/ 4557898 w 7467600"/>
              <a:gd name="connsiteY787" fmla="*/ 900011 h 6858000"/>
              <a:gd name="connsiteX788" fmla="*/ 5870151 w 7467600"/>
              <a:gd name="connsiteY788" fmla="*/ 898890 h 6858000"/>
              <a:gd name="connsiteX789" fmla="*/ 5861335 w 7467600"/>
              <a:gd name="connsiteY789" fmla="*/ 899177 h 6858000"/>
              <a:gd name="connsiteX790" fmla="*/ 5843702 w 7467600"/>
              <a:gd name="connsiteY790" fmla="*/ 899748 h 6858000"/>
              <a:gd name="connsiteX791" fmla="*/ 5651107 w 7467600"/>
              <a:gd name="connsiteY791" fmla="*/ 920306 h 6858000"/>
              <a:gd name="connsiteX792" fmla="*/ 5459407 w 7467600"/>
              <a:gd name="connsiteY792" fmla="*/ 940975 h 6858000"/>
              <a:gd name="connsiteX793" fmla="*/ 5374846 w 7467600"/>
              <a:gd name="connsiteY793" fmla="*/ 941988 h 6858000"/>
              <a:gd name="connsiteX794" fmla="*/ 5256105 w 7467600"/>
              <a:gd name="connsiteY794" fmla="*/ 945632 h 6858000"/>
              <a:gd name="connsiteX795" fmla="*/ 5107071 w 7467600"/>
              <a:gd name="connsiteY795" fmla="*/ 969720 h 6858000"/>
              <a:gd name="connsiteX796" fmla="*/ 4998681 w 7467600"/>
              <a:gd name="connsiteY796" fmla="*/ 988771 h 6858000"/>
              <a:gd name="connsiteX797" fmla="*/ 5870151 w 7467600"/>
              <a:gd name="connsiteY797" fmla="*/ 898890 h 6858000"/>
              <a:gd name="connsiteX798" fmla="*/ 5504425 w 7467600"/>
              <a:gd name="connsiteY798" fmla="*/ 848067 h 6858000"/>
              <a:gd name="connsiteX799" fmla="*/ 4968849 w 7467600"/>
              <a:gd name="connsiteY799" fmla="*/ 962318 h 6858000"/>
              <a:gd name="connsiteX800" fmla="*/ 5104039 w 7467600"/>
              <a:gd name="connsiteY800" fmla="*/ 940634 h 6858000"/>
              <a:gd name="connsiteX801" fmla="*/ 5256311 w 7467600"/>
              <a:gd name="connsiteY801" fmla="*/ 916490 h 6858000"/>
              <a:gd name="connsiteX802" fmla="*/ 5377381 w 7467600"/>
              <a:gd name="connsiteY802" fmla="*/ 912671 h 6858000"/>
              <a:gd name="connsiteX803" fmla="*/ 5460148 w 7467600"/>
              <a:gd name="connsiteY803" fmla="*/ 911442 h 6858000"/>
              <a:gd name="connsiteX804" fmla="*/ 5648971 w 7467600"/>
              <a:gd name="connsiteY804" fmla="*/ 891331 h 6858000"/>
              <a:gd name="connsiteX805" fmla="*/ 5844807 w 7467600"/>
              <a:gd name="connsiteY805" fmla="*/ 870718 h 6858000"/>
              <a:gd name="connsiteX806" fmla="*/ 5862975 w 7467600"/>
              <a:gd name="connsiteY806" fmla="*/ 869756 h 6858000"/>
              <a:gd name="connsiteX807" fmla="*/ 5920887 w 7467600"/>
              <a:gd name="connsiteY807" fmla="*/ 865929 h 6858000"/>
              <a:gd name="connsiteX808" fmla="*/ 5504425 w 7467600"/>
              <a:gd name="connsiteY808" fmla="*/ 848067 h 6858000"/>
              <a:gd name="connsiteX809" fmla="*/ 3607114 w 7467600"/>
              <a:gd name="connsiteY809" fmla="*/ 467441 h 6858000"/>
              <a:gd name="connsiteX810" fmla="*/ 3296242 w 7467600"/>
              <a:gd name="connsiteY810" fmla="*/ 807991 h 6858000"/>
              <a:gd name="connsiteX811" fmla="*/ 3174674 w 7467600"/>
              <a:gd name="connsiteY811" fmla="*/ 919759 h 6858000"/>
              <a:gd name="connsiteX812" fmla="*/ 3042978 w 7467600"/>
              <a:gd name="connsiteY812" fmla="*/ 1054894 h 6858000"/>
              <a:gd name="connsiteX813" fmla="*/ 2968914 w 7467600"/>
              <a:gd name="connsiteY813" fmla="*/ 1133756 h 6858000"/>
              <a:gd name="connsiteX814" fmla="*/ 3103823 w 7467600"/>
              <a:gd name="connsiteY814" fmla="*/ 1026814 h 6858000"/>
              <a:gd name="connsiteX815" fmla="*/ 3607114 w 7467600"/>
              <a:gd name="connsiteY815" fmla="*/ 467441 h 6858000"/>
              <a:gd name="connsiteX816" fmla="*/ 3744487 w 7467600"/>
              <a:gd name="connsiteY816" fmla="*/ 383136 h 6858000"/>
              <a:gd name="connsiteX817" fmla="*/ 3970213 w 7467600"/>
              <a:gd name="connsiteY817" fmla="*/ 995559 h 6858000"/>
              <a:gd name="connsiteX818" fmla="*/ 3744487 w 7467600"/>
              <a:gd name="connsiteY818" fmla="*/ 383136 h 6858000"/>
              <a:gd name="connsiteX819" fmla="*/ 3624562 w 7467600"/>
              <a:gd name="connsiteY819" fmla="*/ 367041 h 6858000"/>
              <a:gd name="connsiteX820" fmla="*/ 3489712 w 7467600"/>
              <a:gd name="connsiteY820" fmla="*/ 485386 h 6858000"/>
              <a:gd name="connsiteX821" fmla="*/ 3182994 w 7467600"/>
              <a:gd name="connsiteY821" fmla="*/ 828265 h 6858000"/>
              <a:gd name="connsiteX822" fmla="*/ 2892114 w 7467600"/>
              <a:gd name="connsiteY822" fmla="*/ 1172635 h 6858000"/>
              <a:gd name="connsiteX823" fmla="*/ 3021459 w 7467600"/>
              <a:gd name="connsiteY823" fmla="*/ 1035385 h 6858000"/>
              <a:gd name="connsiteX824" fmla="*/ 3153873 w 7467600"/>
              <a:gd name="connsiteY824" fmla="*/ 898971 h 6858000"/>
              <a:gd name="connsiteX825" fmla="*/ 3276511 w 7467600"/>
              <a:gd name="connsiteY825" fmla="*/ 786423 h 6858000"/>
              <a:gd name="connsiteX826" fmla="*/ 3584154 w 7467600"/>
              <a:gd name="connsiteY826" fmla="*/ 448218 h 6858000"/>
              <a:gd name="connsiteX827" fmla="*/ 3624562 w 7467600"/>
              <a:gd name="connsiteY827" fmla="*/ 367041 h 6858000"/>
              <a:gd name="connsiteX828" fmla="*/ 3766672 w 7467600"/>
              <a:gd name="connsiteY828" fmla="*/ 359429 h 6858000"/>
              <a:gd name="connsiteX829" fmla="*/ 3996338 w 7467600"/>
              <a:gd name="connsiteY829" fmla="*/ 968237 h 6858000"/>
              <a:gd name="connsiteX830" fmla="*/ 3766672 w 7467600"/>
              <a:gd name="connsiteY830" fmla="*/ 359429 h 6858000"/>
              <a:gd name="connsiteX831" fmla="*/ 5805386 w 7467600"/>
              <a:gd name="connsiteY831" fmla="*/ 239240 h 6858000"/>
              <a:gd name="connsiteX832" fmla="*/ 5736947 w 7467600"/>
              <a:gd name="connsiteY832" fmla="*/ 261367 h 6858000"/>
              <a:gd name="connsiteX833" fmla="*/ 5427012 w 7467600"/>
              <a:gd name="connsiteY833" fmla="*/ 311272 h 6858000"/>
              <a:gd name="connsiteX834" fmla="*/ 5147818 w 7467600"/>
              <a:gd name="connsiteY834" fmla="*/ 322112 h 6858000"/>
              <a:gd name="connsiteX835" fmla="*/ 5060854 w 7467600"/>
              <a:gd name="connsiteY835" fmla="*/ 311882 h 6858000"/>
              <a:gd name="connsiteX836" fmla="*/ 4945989 w 7467600"/>
              <a:gd name="connsiteY836" fmla="*/ 300516 h 6858000"/>
              <a:gd name="connsiteX837" fmla="*/ 5410479 w 7467600"/>
              <a:gd name="connsiteY837" fmla="*/ 348434 h 6858000"/>
              <a:gd name="connsiteX838" fmla="*/ 5805386 w 7467600"/>
              <a:gd name="connsiteY838" fmla="*/ 239240 h 6858000"/>
              <a:gd name="connsiteX839" fmla="*/ 5905192 w 7467600"/>
              <a:gd name="connsiteY839" fmla="*/ 163079 h 6858000"/>
              <a:gd name="connsiteX840" fmla="*/ 5865655 w 7467600"/>
              <a:gd name="connsiteY840" fmla="*/ 171901 h 6858000"/>
              <a:gd name="connsiteX841" fmla="*/ 5259740 w 7467600"/>
              <a:gd name="connsiteY841" fmla="*/ 257013 h 6858000"/>
              <a:gd name="connsiteX842" fmla="*/ 5208466 w 7467600"/>
              <a:gd name="connsiteY842" fmla="*/ 257550 h 6858000"/>
              <a:gd name="connsiteX843" fmla="*/ 4980204 w 7467600"/>
              <a:gd name="connsiteY843" fmla="*/ 271903 h 6858000"/>
              <a:gd name="connsiteX844" fmla="*/ 5068068 w 7467600"/>
              <a:gd name="connsiteY844" fmla="*/ 282244 h 6858000"/>
              <a:gd name="connsiteX845" fmla="*/ 5153231 w 7467600"/>
              <a:gd name="connsiteY845" fmla="*/ 292240 h 6858000"/>
              <a:gd name="connsiteX846" fmla="*/ 5426491 w 7467600"/>
              <a:gd name="connsiteY846" fmla="*/ 281128 h 6858000"/>
              <a:gd name="connsiteX847" fmla="*/ 5731212 w 7467600"/>
              <a:gd name="connsiteY847" fmla="*/ 231951 h 6858000"/>
              <a:gd name="connsiteX848" fmla="*/ 5905192 w 7467600"/>
              <a:gd name="connsiteY848" fmla="*/ 163079 h 6858000"/>
              <a:gd name="connsiteX849" fmla="*/ 5944437 w 7467600"/>
              <a:gd name="connsiteY849" fmla="*/ 113829 h 6858000"/>
              <a:gd name="connsiteX850" fmla="*/ 5825032 w 7467600"/>
              <a:gd name="connsiteY850" fmla="*/ 146405 h 6858000"/>
              <a:gd name="connsiteX851" fmla="*/ 4955599 w 7467600"/>
              <a:gd name="connsiteY851" fmla="*/ 247008 h 6858000"/>
              <a:gd name="connsiteX852" fmla="*/ 5210104 w 7467600"/>
              <a:gd name="connsiteY852" fmla="*/ 228123 h 6858000"/>
              <a:gd name="connsiteX853" fmla="*/ 5261015 w 7467600"/>
              <a:gd name="connsiteY853" fmla="*/ 227087 h 6858000"/>
              <a:gd name="connsiteX854" fmla="*/ 5861181 w 7467600"/>
              <a:gd name="connsiteY854" fmla="*/ 143093 h 6858000"/>
              <a:gd name="connsiteX855" fmla="*/ 5961252 w 7467600"/>
              <a:gd name="connsiteY855" fmla="*/ 114820 h 6858000"/>
              <a:gd name="connsiteX856" fmla="*/ 5944437 w 7467600"/>
              <a:gd name="connsiteY856" fmla="*/ 113829 h 6858000"/>
              <a:gd name="connsiteX857" fmla="*/ 3882765 w 7467600"/>
              <a:gd name="connsiteY857" fmla="*/ 0 h 6858000"/>
              <a:gd name="connsiteX858" fmla="*/ 3995099 w 7467600"/>
              <a:gd name="connsiteY858" fmla="*/ 0 h 6858000"/>
              <a:gd name="connsiteX859" fmla="*/ 4163818 w 7467600"/>
              <a:gd name="connsiteY859" fmla="*/ 234104 h 6858000"/>
              <a:gd name="connsiteX860" fmla="*/ 4172099 w 7467600"/>
              <a:gd name="connsiteY860" fmla="*/ 234207 h 6858000"/>
              <a:gd name="connsiteX861" fmla="*/ 4784282 w 7467600"/>
              <a:gd name="connsiteY861" fmla="*/ 276561 h 6858000"/>
              <a:gd name="connsiteX862" fmla="*/ 4801687 w 7467600"/>
              <a:gd name="connsiteY862" fmla="*/ 267764 h 6858000"/>
              <a:gd name="connsiteX863" fmla="*/ 6082788 w 7467600"/>
              <a:gd name="connsiteY863" fmla="*/ 64119 h 6858000"/>
              <a:gd name="connsiteX864" fmla="*/ 6099442 w 7467600"/>
              <a:gd name="connsiteY864" fmla="*/ 82568 h 6858000"/>
              <a:gd name="connsiteX865" fmla="*/ 4804137 w 7467600"/>
              <a:gd name="connsiteY865" fmla="*/ 320931 h 6858000"/>
              <a:gd name="connsiteX866" fmla="*/ 4227047 w 7467600"/>
              <a:gd name="connsiteY866" fmla="*/ 313415 h 6858000"/>
              <a:gd name="connsiteX867" fmla="*/ 4346041 w 7467600"/>
              <a:gd name="connsiteY867" fmla="*/ 456086 h 6858000"/>
              <a:gd name="connsiteX868" fmla="*/ 4870967 w 7467600"/>
              <a:gd name="connsiteY868" fmla="*/ 963061 h 6858000"/>
              <a:gd name="connsiteX869" fmla="*/ 4889647 w 7467600"/>
              <a:gd name="connsiteY869" fmla="*/ 957147 h 6858000"/>
              <a:gd name="connsiteX870" fmla="*/ 5422504 w 7467600"/>
              <a:gd name="connsiteY870" fmla="*/ 805191 h 6858000"/>
              <a:gd name="connsiteX871" fmla="*/ 6087656 w 7467600"/>
              <a:gd name="connsiteY871" fmla="*/ 826703 h 6858000"/>
              <a:gd name="connsiteX872" fmla="*/ 6058717 w 7467600"/>
              <a:gd name="connsiteY872" fmla="*/ 865992 h 6858000"/>
              <a:gd name="connsiteX873" fmla="*/ 4974153 w 7467600"/>
              <a:gd name="connsiteY873" fmla="*/ 1045456 h 6858000"/>
              <a:gd name="connsiteX874" fmla="*/ 5627835 w 7467600"/>
              <a:gd name="connsiteY874" fmla="*/ 1472077 h 6858000"/>
              <a:gd name="connsiteX875" fmla="*/ 5629817 w 7467600"/>
              <a:gd name="connsiteY875" fmla="*/ 1471412 h 6858000"/>
              <a:gd name="connsiteX876" fmla="*/ 5634124 w 7467600"/>
              <a:gd name="connsiteY876" fmla="*/ 1470572 h 6858000"/>
              <a:gd name="connsiteX877" fmla="*/ 5755832 w 7467600"/>
              <a:gd name="connsiteY877" fmla="*/ 1383886 h 6858000"/>
              <a:gd name="connsiteX878" fmla="*/ 6014186 w 7467600"/>
              <a:gd name="connsiteY878" fmla="*/ 1279799 h 6858000"/>
              <a:gd name="connsiteX879" fmla="*/ 6901619 w 7467600"/>
              <a:gd name="connsiteY879" fmla="*/ 1047874 h 6858000"/>
              <a:gd name="connsiteX880" fmla="*/ 6931566 w 7467600"/>
              <a:gd name="connsiteY880" fmla="*/ 1062034 h 6858000"/>
              <a:gd name="connsiteX881" fmla="*/ 5790982 w 7467600"/>
              <a:gd name="connsiteY881" fmla="*/ 1561380 h 6858000"/>
              <a:gd name="connsiteX882" fmla="*/ 6188971 w 7467600"/>
              <a:gd name="connsiteY882" fmla="*/ 1755168 h 6858000"/>
              <a:gd name="connsiteX883" fmla="*/ 6202446 w 7467600"/>
              <a:gd name="connsiteY883" fmla="*/ 1752268 h 6858000"/>
              <a:gd name="connsiteX884" fmla="*/ 7179560 w 7467600"/>
              <a:gd name="connsiteY884" fmla="*/ 1467551 h 6858000"/>
              <a:gd name="connsiteX885" fmla="*/ 7158730 w 7467600"/>
              <a:gd name="connsiteY885" fmla="*/ 1507835 h 6858000"/>
              <a:gd name="connsiteX886" fmla="*/ 6326959 w 7467600"/>
              <a:gd name="connsiteY886" fmla="*/ 1817686 h 6858000"/>
              <a:gd name="connsiteX887" fmla="*/ 6537433 w 7467600"/>
              <a:gd name="connsiteY887" fmla="*/ 1907790 h 6858000"/>
              <a:gd name="connsiteX888" fmla="*/ 6550221 w 7467600"/>
              <a:gd name="connsiteY888" fmla="*/ 1910729 h 6858000"/>
              <a:gd name="connsiteX889" fmla="*/ 6964438 w 7467600"/>
              <a:gd name="connsiteY889" fmla="*/ 2209505 h 6858000"/>
              <a:gd name="connsiteX890" fmla="*/ 7367862 w 7467600"/>
              <a:gd name="connsiteY890" fmla="*/ 2806833 h 6858000"/>
              <a:gd name="connsiteX891" fmla="*/ 7364329 w 7467600"/>
              <a:gd name="connsiteY891" fmla="*/ 2826907 h 6858000"/>
              <a:gd name="connsiteX892" fmla="*/ 7290545 w 7467600"/>
              <a:gd name="connsiteY892" fmla="*/ 2850663 h 6858000"/>
              <a:gd name="connsiteX893" fmla="*/ 6472036 w 7467600"/>
              <a:gd name="connsiteY893" fmla="*/ 1959003 h 6858000"/>
              <a:gd name="connsiteX894" fmla="*/ 5792897 w 7467600"/>
              <a:gd name="connsiteY894" fmla="*/ 1647747 h 6858000"/>
              <a:gd name="connsiteX895" fmla="*/ 5842751 w 7467600"/>
              <a:gd name="connsiteY895" fmla="*/ 1816112 h 6858000"/>
              <a:gd name="connsiteX896" fmla="*/ 5847424 w 7467600"/>
              <a:gd name="connsiteY896" fmla="*/ 1815776 h 6858000"/>
              <a:gd name="connsiteX897" fmla="*/ 6399821 w 7467600"/>
              <a:gd name="connsiteY897" fmla="*/ 2344799 h 6858000"/>
              <a:gd name="connsiteX898" fmla="*/ 6323232 w 7467600"/>
              <a:gd name="connsiteY898" fmla="*/ 2389634 h 6858000"/>
              <a:gd name="connsiteX899" fmla="*/ 5942958 w 7467600"/>
              <a:gd name="connsiteY899" fmla="*/ 2077708 h 6858000"/>
              <a:gd name="connsiteX900" fmla="*/ 5921559 w 7467600"/>
              <a:gd name="connsiteY900" fmla="*/ 2378596 h 6858000"/>
              <a:gd name="connsiteX901" fmla="*/ 5817651 w 7467600"/>
              <a:gd name="connsiteY901" fmla="*/ 3023919 h 6858000"/>
              <a:gd name="connsiteX902" fmla="*/ 5729634 w 7467600"/>
              <a:gd name="connsiteY902" fmla="*/ 3051849 h 6858000"/>
              <a:gd name="connsiteX903" fmla="*/ 5611018 w 7467600"/>
              <a:gd name="connsiteY903" fmla="*/ 2316769 h 6858000"/>
              <a:gd name="connsiteX904" fmla="*/ 5687608 w 7467600"/>
              <a:gd name="connsiteY904" fmla="*/ 2039972 h 6858000"/>
              <a:gd name="connsiteX905" fmla="*/ 5657554 w 7467600"/>
              <a:gd name="connsiteY905" fmla="*/ 1576445 h 6858000"/>
              <a:gd name="connsiteX906" fmla="*/ 5150475 w 7467600"/>
              <a:gd name="connsiteY906" fmla="*/ 1274012 h 6858000"/>
              <a:gd name="connsiteX907" fmla="*/ 5349142 w 7467600"/>
              <a:gd name="connsiteY907" fmla="*/ 2204405 h 6858000"/>
              <a:gd name="connsiteX908" fmla="*/ 5262214 w 7467600"/>
              <a:gd name="connsiteY908" fmla="*/ 2233836 h 6858000"/>
              <a:gd name="connsiteX909" fmla="*/ 4981539 w 7467600"/>
              <a:gd name="connsiteY909" fmla="*/ 1542201 h 6858000"/>
              <a:gd name="connsiteX910" fmla="*/ 4958461 w 7467600"/>
              <a:gd name="connsiteY910" fmla="*/ 1136957 h 6858000"/>
              <a:gd name="connsiteX911" fmla="*/ 4655015 w 7467600"/>
              <a:gd name="connsiteY911" fmla="*/ 891426 h 6858000"/>
              <a:gd name="connsiteX912" fmla="*/ 4348002 w 7467600"/>
              <a:gd name="connsiteY912" fmla="*/ 2205895 h 6858000"/>
              <a:gd name="connsiteX913" fmla="*/ 4262250 w 7467600"/>
              <a:gd name="connsiteY913" fmla="*/ 2219972 h 6858000"/>
              <a:gd name="connsiteX914" fmla="*/ 4550611 w 7467600"/>
              <a:gd name="connsiteY914" fmla="*/ 817540 h 6858000"/>
              <a:gd name="connsiteX915" fmla="*/ 4564418 w 7467600"/>
              <a:gd name="connsiteY915" fmla="*/ 808293 h 6858000"/>
              <a:gd name="connsiteX916" fmla="*/ 4266388 w 7467600"/>
              <a:gd name="connsiteY916" fmla="*/ 500083 h 6858000"/>
              <a:gd name="connsiteX917" fmla="*/ 4032842 w 7467600"/>
              <a:gd name="connsiteY917" fmla="*/ 211809 h 6858000"/>
              <a:gd name="connsiteX918" fmla="*/ 3882765 w 7467600"/>
              <a:gd name="connsiteY918" fmla="*/ 0 h 6858000"/>
              <a:gd name="connsiteX919" fmla="*/ 3721337 w 7467600"/>
              <a:gd name="connsiteY919" fmla="*/ 0 h 6858000"/>
              <a:gd name="connsiteX920" fmla="*/ 3797544 w 7467600"/>
              <a:gd name="connsiteY920" fmla="*/ 0 h 6858000"/>
              <a:gd name="connsiteX921" fmla="*/ 3775734 w 7467600"/>
              <a:gd name="connsiteY921" fmla="*/ 95131 h 6858000"/>
              <a:gd name="connsiteX922" fmla="*/ 3724807 w 7467600"/>
              <a:gd name="connsiteY922" fmla="*/ 272257 h 6858000"/>
              <a:gd name="connsiteX923" fmla="*/ 3726844 w 7467600"/>
              <a:gd name="connsiteY923" fmla="*/ 282988 h 6858000"/>
              <a:gd name="connsiteX924" fmla="*/ 3742664 w 7467600"/>
              <a:gd name="connsiteY924" fmla="*/ 279918 h 6858000"/>
              <a:gd name="connsiteX925" fmla="*/ 4103910 w 7467600"/>
              <a:gd name="connsiteY925" fmla="*/ 1161917 h 6858000"/>
              <a:gd name="connsiteX926" fmla="*/ 4020269 w 7467600"/>
              <a:gd name="connsiteY926" fmla="*/ 1200406 h 6858000"/>
              <a:gd name="connsiteX927" fmla="*/ 3674882 w 7467600"/>
              <a:gd name="connsiteY927" fmla="*/ 488524 h 6858000"/>
              <a:gd name="connsiteX928" fmla="*/ 3132682 w 7467600"/>
              <a:gd name="connsiteY928" fmla="*/ 1072284 h 6858000"/>
              <a:gd name="connsiteX929" fmla="*/ 2716346 w 7467600"/>
              <a:gd name="connsiteY929" fmla="*/ 1276376 h 6858000"/>
              <a:gd name="connsiteX930" fmla="*/ 2716772 w 7467600"/>
              <a:gd name="connsiteY930" fmla="*/ 1255462 h 6858000"/>
              <a:gd name="connsiteX931" fmla="*/ 3471096 w 7467600"/>
              <a:gd name="connsiteY931" fmla="*/ 437072 h 6858000"/>
              <a:gd name="connsiteX932" fmla="*/ 3639057 w 7467600"/>
              <a:gd name="connsiteY932" fmla="*/ 286334 h 6858000"/>
              <a:gd name="connsiteX933" fmla="*/ 3640309 w 7467600"/>
              <a:gd name="connsiteY933" fmla="*/ 284664 h 6858000"/>
              <a:gd name="connsiteX934" fmla="*/ 3646022 w 7467600"/>
              <a:gd name="connsiteY934" fmla="*/ 276711 h 6858000"/>
              <a:gd name="connsiteX935" fmla="*/ 3707943 w 7467600"/>
              <a:gd name="connsiteY935" fmla="*/ 65958 h 6858000"/>
              <a:gd name="connsiteX936" fmla="*/ 3721337 w 7467600"/>
              <a:gd name="connsiteY936" fmla="*/ 0 h 6858000"/>
              <a:gd name="connsiteX937" fmla="*/ 2867960 w 7467600"/>
              <a:gd name="connsiteY937" fmla="*/ 0 h 6858000"/>
              <a:gd name="connsiteX938" fmla="*/ 2926351 w 7467600"/>
              <a:gd name="connsiteY938" fmla="*/ 0 h 6858000"/>
              <a:gd name="connsiteX939" fmla="*/ 2902823 w 7467600"/>
              <a:gd name="connsiteY939" fmla="*/ 262929 h 6858000"/>
              <a:gd name="connsiteX940" fmla="*/ 2940663 w 7467600"/>
              <a:gd name="connsiteY940" fmla="*/ 140884 h 6858000"/>
              <a:gd name="connsiteX941" fmla="*/ 2947039 w 7467600"/>
              <a:gd name="connsiteY941" fmla="*/ 122524 h 6858000"/>
              <a:gd name="connsiteX942" fmla="*/ 2984316 w 7467600"/>
              <a:gd name="connsiteY942" fmla="*/ 0 h 6858000"/>
              <a:gd name="connsiteX943" fmla="*/ 3016114 w 7467600"/>
              <a:gd name="connsiteY943" fmla="*/ 0 h 6858000"/>
              <a:gd name="connsiteX944" fmla="*/ 2979949 w 7467600"/>
              <a:gd name="connsiteY944" fmla="*/ 119274 h 6858000"/>
              <a:gd name="connsiteX945" fmla="*/ 3023879 w 7467600"/>
              <a:gd name="connsiteY945" fmla="*/ 0 h 6858000"/>
              <a:gd name="connsiteX946" fmla="*/ 3105400 w 7467600"/>
              <a:gd name="connsiteY946" fmla="*/ 0 h 6858000"/>
              <a:gd name="connsiteX947" fmla="*/ 3094669 w 7467600"/>
              <a:gd name="connsiteY947" fmla="*/ 30308 h 6858000"/>
              <a:gd name="connsiteX948" fmla="*/ 2901945 w 7467600"/>
              <a:gd name="connsiteY948" fmla="*/ 466538 h 6858000"/>
              <a:gd name="connsiteX949" fmla="*/ 2815209 w 7467600"/>
              <a:gd name="connsiteY949" fmla="*/ 497361 h 6858000"/>
              <a:gd name="connsiteX950" fmla="*/ 2844845 w 7467600"/>
              <a:gd name="connsiteY950" fmla="*/ 127638 h 6858000"/>
              <a:gd name="connsiteX951" fmla="*/ 2867960 w 7467600"/>
              <a:gd name="connsiteY951" fmla="*/ 0 h 6858000"/>
              <a:gd name="connsiteX952" fmla="*/ 1057230 w 7467600"/>
              <a:gd name="connsiteY952" fmla="*/ 0 h 6858000"/>
              <a:gd name="connsiteX953" fmla="*/ 1111003 w 7467600"/>
              <a:gd name="connsiteY953" fmla="*/ 0 h 6858000"/>
              <a:gd name="connsiteX954" fmla="*/ 1125553 w 7467600"/>
              <a:gd name="connsiteY954" fmla="*/ 52588 h 6858000"/>
              <a:gd name="connsiteX955" fmla="*/ 1304276 w 7467600"/>
              <a:gd name="connsiteY955" fmla="*/ 476275 h 6858000"/>
              <a:gd name="connsiteX956" fmla="*/ 1492066 w 7467600"/>
              <a:gd name="connsiteY956" fmla="*/ 886333 h 6858000"/>
              <a:gd name="connsiteX957" fmla="*/ 1423698 w 7467600"/>
              <a:gd name="connsiteY957" fmla="*/ 710817 h 6858000"/>
              <a:gd name="connsiteX958" fmla="*/ 1357609 w 7467600"/>
              <a:gd name="connsiteY958" fmla="*/ 532892 h 6858000"/>
              <a:gd name="connsiteX959" fmla="*/ 1309550 w 7467600"/>
              <a:gd name="connsiteY959" fmla="*/ 374031 h 6858000"/>
              <a:gd name="connsiteX960" fmla="*/ 1193673 w 7467600"/>
              <a:gd name="connsiteY960" fmla="*/ 49533 h 6858000"/>
              <a:gd name="connsiteX961" fmla="*/ 1164391 w 7467600"/>
              <a:gd name="connsiteY961" fmla="*/ 0 h 6858000"/>
              <a:gd name="connsiteX962" fmla="*/ 1200666 w 7467600"/>
              <a:gd name="connsiteY962" fmla="*/ 0 h 6858000"/>
              <a:gd name="connsiteX963" fmla="*/ 1223408 w 7467600"/>
              <a:gd name="connsiteY963" fmla="*/ 38996 h 6858000"/>
              <a:gd name="connsiteX964" fmla="*/ 1339635 w 7467600"/>
              <a:gd name="connsiteY964" fmla="*/ 365517 h 6858000"/>
              <a:gd name="connsiteX965" fmla="*/ 1387469 w 7467600"/>
              <a:gd name="connsiteY965" fmla="*/ 523079 h 6858000"/>
              <a:gd name="connsiteX966" fmla="*/ 1452685 w 7467600"/>
              <a:gd name="connsiteY966" fmla="*/ 699806 h 6858000"/>
              <a:gd name="connsiteX967" fmla="*/ 1492092 w 7467600"/>
              <a:gd name="connsiteY967" fmla="*/ 800424 h 6858000"/>
              <a:gd name="connsiteX968" fmla="*/ 1455302 w 7467600"/>
              <a:gd name="connsiteY968" fmla="*/ 632913 h 6858000"/>
              <a:gd name="connsiteX969" fmla="*/ 1222336 w 7467600"/>
              <a:gd name="connsiteY969" fmla="*/ 9480 h 6858000"/>
              <a:gd name="connsiteX970" fmla="*/ 1214634 w 7467600"/>
              <a:gd name="connsiteY970" fmla="*/ 0 h 6858000"/>
              <a:gd name="connsiteX971" fmla="*/ 1289827 w 7467600"/>
              <a:gd name="connsiteY971" fmla="*/ 0 h 6858000"/>
              <a:gd name="connsiteX972" fmla="*/ 1321076 w 7467600"/>
              <a:gd name="connsiteY972" fmla="*/ 59722 h 6858000"/>
              <a:gd name="connsiteX973" fmla="*/ 1512579 w 7467600"/>
              <a:gd name="connsiteY973" fmla="*/ 626441 h 6858000"/>
              <a:gd name="connsiteX974" fmla="*/ 1506076 w 7467600"/>
              <a:gd name="connsiteY974" fmla="*/ 1089289 h 6858000"/>
              <a:gd name="connsiteX975" fmla="*/ 1486346 w 7467600"/>
              <a:gd name="connsiteY975" fmla="*/ 1079919 h 6858000"/>
              <a:gd name="connsiteX976" fmla="*/ 1070511 w 7467600"/>
              <a:gd name="connsiteY976" fmla="*/ 48609 h 6858000"/>
              <a:gd name="connsiteX977" fmla="*/ 1057230 w 7467600"/>
              <a:gd name="connsiteY977" fmla="*/ 0 h 6858000"/>
              <a:gd name="connsiteX978" fmla="*/ 43151 w 7467600"/>
              <a:gd name="connsiteY978" fmla="*/ 0 h 6858000"/>
              <a:gd name="connsiteX979" fmla="*/ 95283 w 7467600"/>
              <a:gd name="connsiteY979" fmla="*/ 0 h 6858000"/>
              <a:gd name="connsiteX980" fmla="*/ 300708 w 7467600"/>
              <a:gd name="connsiteY980" fmla="*/ 154571 h 6858000"/>
              <a:gd name="connsiteX981" fmla="*/ 530414 w 7467600"/>
              <a:gd name="connsiteY981" fmla="*/ 354673 h 6858000"/>
              <a:gd name="connsiteX982" fmla="*/ 333785 w 7467600"/>
              <a:gd name="connsiteY982" fmla="*/ 161564 h 6858000"/>
              <a:gd name="connsiteX983" fmla="*/ 147005 w 7467600"/>
              <a:gd name="connsiteY983" fmla="*/ 0 h 6858000"/>
              <a:gd name="connsiteX984" fmla="*/ 272509 w 7467600"/>
              <a:gd name="connsiteY984" fmla="*/ 0 h 6858000"/>
              <a:gd name="connsiteX985" fmla="*/ 326276 w 7467600"/>
              <a:gd name="connsiteY985" fmla="*/ 45847 h 6858000"/>
              <a:gd name="connsiteX986" fmla="*/ 823759 w 7467600"/>
              <a:gd name="connsiteY986" fmla="*/ 574145 h 6858000"/>
              <a:gd name="connsiteX987" fmla="*/ 811254 w 7467600"/>
              <a:gd name="connsiteY987" fmla="*/ 665546 h 6858000"/>
              <a:gd name="connsiteX988" fmla="*/ 154042 w 7467600"/>
              <a:gd name="connsiteY988" fmla="*/ 261522 h 6858000"/>
              <a:gd name="connsiteX989" fmla="*/ 13550 w 7467600"/>
              <a:gd name="connsiteY989" fmla="*/ 158423 h 6858000"/>
              <a:gd name="connsiteX990" fmla="*/ 0 w 7467600"/>
              <a:gd name="connsiteY990" fmla="*/ 146618 h 6858000"/>
              <a:gd name="connsiteX991" fmla="*/ 0 w 7467600"/>
              <a:gd name="connsiteY991" fmla="*/ 59161 h 6858000"/>
              <a:gd name="connsiteX992" fmla="*/ 45427 w 7467600"/>
              <a:gd name="connsiteY992" fmla="*/ 101078 h 6858000"/>
              <a:gd name="connsiteX993" fmla="*/ 630103 w 7467600"/>
              <a:gd name="connsiteY993" fmla="*/ 485885 h 6858000"/>
              <a:gd name="connsiteX994" fmla="*/ 532040 w 7467600"/>
              <a:gd name="connsiteY994" fmla="*/ 399359 h 6858000"/>
              <a:gd name="connsiteX995" fmla="*/ 517618 w 7467600"/>
              <a:gd name="connsiteY995" fmla="*/ 385726 h 6858000"/>
              <a:gd name="connsiteX996" fmla="*/ 285074 w 7467600"/>
              <a:gd name="connsiteY996" fmla="*/ 182755 h 6858000"/>
              <a:gd name="connsiteX997" fmla="*/ 43151 w 7467600"/>
              <a:gd name="connsiteY997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353035 w 7467600"/>
              <a:gd name="connsiteY127" fmla="*/ 5197318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7467600 w 7467600"/>
              <a:gd name="connsiteY137" fmla="*/ 5241225 h 6858000"/>
              <a:gd name="connsiteX138" fmla="*/ 7467600 w 7467600"/>
              <a:gd name="connsiteY138" fmla="*/ 5277736 h 6858000"/>
              <a:gd name="connsiteX139" fmla="*/ 7327465 w 7467600"/>
              <a:gd name="connsiteY139" fmla="*/ 5174181 h 6858000"/>
              <a:gd name="connsiteX140" fmla="*/ 7353035 w 7467600"/>
              <a:gd name="connsiteY140" fmla="*/ 5197318 h 6858000"/>
              <a:gd name="connsiteX141" fmla="*/ 1903353 w 7467600"/>
              <a:gd name="connsiteY141" fmla="*/ 5044827 h 6858000"/>
              <a:gd name="connsiteX142" fmla="*/ 1936931 w 7467600"/>
              <a:gd name="connsiteY142" fmla="*/ 5093954 h 6858000"/>
              <a:gd name="connsiteX143" fmla="*/ 2195868 w 7467600"/>
              <a:gd name="connsiteY143" fmla="*/ 5396574 h 6858000"/>
              <a:gd name="connsiteX144" fmla="*/ 2088852 w 7467600"/>
              <a:gd name="connsiteY144" fmla="*/ 5166123 h 6858000"/>
              <a:gd name="connsiteX145" fmla="*/ 1958241 w 7467600"/>
              <a:gd name="connsiteY145" fmla="*/ 5067955 h 6858000"/>
              <a:gd name="connsiteX146" fmla="*/ 1903353 w 7467600"/>
              <a:gd name="connsiteY146" fmla="*/ 5044827 h 6858000"/>
              <a:gd name="connsiteX147" fmla="*/ 1979378 w 7467600"/>
              <a:gd name="connsiteY147" fmla="*/ 4769504 h 6858000"/>
              <a:gd name="connsiteX148" fmla="*/ 2882120 w 7467600"/>
              <a:gd name="connsiteY148" fmla="*/ 5064547 h 6858000"/>
              <a:gd name="connsiteX149" fmla="*/ 2793103 w 7467600"/>
              <a:gd name="connsiteY149" fmla="*/ 5039699 h 6858000"/>
              <a:gd name="connsiteX150" fmla="*/ 2770041 w 7467600"/>
              <a:gd name="connsiteY150" fmla="*/ 5033634 h 6858000"/>
              <a:gd name="connsiteX151" fmla="*/ 1979378 w 7467600"/>
              <a:gd name="connsiteY151" fmla="*/ 4769504 h 6858000"/>
              <a:gd name="connsiteX152" fmla="*/ 1927410 w 7467600"/>
              <a:gd name="connsiteY152" fmla="*/ 4716164 h 6858000"/>
              <a:gd name="connsiteX153" fmla="*/ 1959587 w 7467600"/>
              <a:gd name="connsiteY153" fmla="*/ 4728849 h 6858000"/>
              <a:gd name="connsiteX154" fmla="*/ 2777707 w 7467600"/>
              <a:gd name="connsiteY154" fmla="*/ 5003991 h 6858000"/>
              <a:gd name="connsiteX155" fmla="*/ 2800768 w 7467600"/>
              <a:gd name="connsiteY155" fmla="*/ 5010056 h 6858000"/>
              <a:gd name="connsiteX156" fmla="*/ 2879408 w 7467600"/>
              <a:gd name="connsiteY156" fmla="*/ 5031590 h 6858000"/>
              <a:gd name="connsiteX157" fmla="*/ 2862295 w 7467600"/>
              <a:gd name="connsiteY157" fmla="*/ 5022958 h 6858000"/>
              <a:gd name="connsiteX158" fmla="*/ 2813343 w 7467600"/>
              <a:gd name="connsiteY158" fmla="*/ 4998369 h 6858000"/>
              <a:gd name="connsiteX159" fmla="*/ 2646245 w 7467600"/>
              <a:gd name="connsiteY159" fmla="*/ 4930999 h 6858000"/>
              <a:gd name="connsiteX160" fmla="*/ 1999243 w 7467600"/>
              <a:gd name="connsiteY160" fmla="*/ 4730524 h 6858000"/>
              <a:gd name="connsiteX161" fmla="*/ 1979527 w 7467600"/>
              <a:gd name="connsiteY161" fmla="*/ 4726651 h 6858000"/>
              <a:gd name="connsiteX162" fmla="*/ 1927410 w 7467600"/>
              <a:gd name="connsiteY162" fmla="*/ 4716164 h 6858000"/>
              <a:gd name="connsiteX163" fmla="*/ 1997014 w 7467600"/>
              <a:gd name="connsiteY163" fmla="*/ 4698007 h 6858000"/>
              <a:gd name="connsiteX164" fmla="*/ 2005458 w 7467600"/>
              <a:gd name="connsiteY164" fmla="*/ 4699540 h 6858000"/>
              <a:gd name="connsiteX165" fmla="*/ 2657186 w 7467600"/>
              <a:gd name="connsiteY165" fmla="*/ 4901687 h 6858000"/>
              <a:gd name="connsiteX166" fmla="*/ 2826662 w 7467600"/>
              <a:gd name="connsiteY166" fmla="*/ 4970362 h 6858000"/>
              <a:gd name="connsiteX167" fmla="*/ 2876100 w 7467600"/>
              <a:gd name="connsiteY167" fmla="*/ 4995397 h 6858000"/>
              <a:gd name="connsiteX168" fmla="*/ 3042600 w 7467600"/>
              <a:gd name="connsiteY168" fmla="*/ 5059532 h 6858000"/>
              <a:gd name="connsiteX169" fmla="*/ 1997014 w 7467600"/>
              <a:gd name="connsiteY169" fmla="*/ 4698007 h 6858000"/>
              <a:gd name="connsiteX170" fmla="*/ 2305292 w 7467600"/>
              <a:gd name="connsiteY170" fmla="*/ 4219492 h 6858000"/>
              <a:gd name="connsiteX171" fmla="*/ 3360922 w 7467600"/>
              <a:gd name="connsiteY171" fmla="*/ 4529373 h 6858000"/>
              <a:gd name="connsiteX172" fmla="*/ 3492420 w 7467600"/>
              <a:gd name="connsiteY172" fmla="*/ 4510145 h 6858000"/>
              <a:gd name="connsiteX173" fmla="*/ 3364086 w 7467600"/>
              <a:gd name="connsiteY173" fmla="*/ 4480340 h 6858000"/>
              <a:gd name="connsiteX174" fmla="*/ 3225818 w 7467600"/>
              <a:gd name="connsiteY174" fmla="*/ 4411822 h 6858000"/>
              <a:gd name="connsiteX175" fmla="*/ 3129696 w 7467600"/>
              <a:gd name="connsiteY175" fmla="*/ 4360704 h 6858000"/>
              <a:gd name="connsiteX176" fmla="*/ 2814545 w 7467600"/>
              <a:gd name="connsiteY176" fmla="*/ 4282955 h 6858000"/>
              <a:gd name="connsiteX177" fmla="*/ 2305292 w 7467600"/>
              <a:gd name="connsiteY177" fmla="*/ 4219492 h 6858000"/>
              <a:gd name="connsiteX178" fmla="*/ 2626982 w 7467600"/>
              <a:gd name="connsiteY178" fmla="*/ 4206450 h 6858000"/>
              <a:gd name="connsiteX179" fmla="*/ 2490617 w 7467600"/>
              <a:gd name="connsiteY179" fmla="*/ 4206951 h 6858000"/>
              <a:gd name="connsiteX180" fmla="*/ 2819869 w 7467600"/>
              <a:gd name="connsiteY180" fmla="*/ 4252936 h 6858000"/>
              <a:gd name="connsiteX181" fmla="*/ 3143018 w 7467600"/>
              <a:gd name="connsiteY181" fmla="*/ 4332698 h 6858000"/>
              <a:gd name="connsiteX182" fmla="*/ 3241520 w 7467600"/>
              <a:gd name="connsiteY182" fmla="*/ 4385112 h 6858000"/>
              <a:gd name="connsiteX183" fmla="*/ 3374575 w 7467600"/>
              <a:gd name="connsiteY183" fmla="*/ 4451517 h 6858000"/>
              <a:gd name="connsiteX184" fmla="*/ 3505221 w 7467600"/>
              <a:gd name="connsiteY184" fmla="*/ 4480757 h 6858000"/>
              <a:gd name="connsiteX185" fmla="*/ 2626982 w 7467600"/>
              <a:gd name="connsiteY185" fmla="*/ 4206450 h 6858000"/>
              <a:gd name="connsiteX186" fmla="*/ 1310106 w 7467600"/>
              <a:gd name="connsiteY186" fmla="*/ 3943217 h 6858000"/>
              <a:gd name="connsiteX187" fmla="*/ 854994 w 7467600"/>
              <a:gd name="connsiteY187" fmla="*/ 4399136 h 6858000"/>
              <a:gd name="connsiteX188" fmla="*/ 742462 w 7467600"/>
              <a:gd name="connsiteY188" fmla="*/ 4594648 h 6858000"/>
              <a:gd name="connsiteX189" fmla="*/ 820602 w 7467600"/>
              <a:gd name="connsiteY189" fmla="*/ 4485915 h 6858000"/>
              <a:gd name="connsiteX190" fmla="*/ 878295 w 7467600"/>
              <a:gd name="connsiteY190" fmla="*/ 4403594 h 6858000"/>
              <a:gd name="connsiteX191" fmla="*/ 1240607 w 7467600"/>
              <a:gd name="connsiteY191" fmla="*/ 4010401 h 6858000"/>
              <a:gd name="connsiteX192" fmla="*/ 1310106 w 7467600"/>
              <a:gd name="connsiteY192" fmla="*/ 3943217 h 6858000"/>
              <a:gd name="connsiteX193" fmla="*/ 1423113 w 7467600"/>
              <a:gd name="connsiteY193" fmla="*/ 3874565 h 6858000"/>
              <a:gd name="connsiteX194" fmla="*/ 1260565 w 7467600"/>
              <a:gd name="connsiteY194" fmla="*/ 4031982 h 6858000"/>
              <a:gd name="connsiteX195" fmla="*/ 901900 w 7467600"/>
              <a:gd name="connsiteY195" fmla="*/ 4421236 h 6858000"/>
              <a:gd name="connsiteX196" fmla="*/ 845044 w 7467600"/>
              <a:gd name="connsiteY196" fmla="*/ 4502436 h 6858000"/>
              <a:gd name="connsiteX197" fmla="*/ 685926 w 7467600"/>
              <a:gd name="connsiteY197" fmla="*/ 4703069 h 6858000"/>
              <a:gd name="connsiteX198" fmla="*/ 684248 w 7467600"/>
              <a:gd name="connsiteY198" fmla="*/ 4706721 h 6858000"/>
              <a:gd name="connsiteX199" fmla="*/ 1423113 w 7467600"/>
              <a:gd name="connsiteY199" fmla="*/ 3874565 h 6858000"/>
              <a:gd name="connsiteX200" fmla="*/ 3316479 w 7467600"/>
              <a:gd name="connsiteY200" fmla="*/ 3872136 h 6858000"/>
              <a:gd name="connsiteX201" fmla="*/ 3546806 w 7467600"/>
              <a:gd name="connsiteY201" fmla="*/ 4356139 h 6858000"/>
              <a:gd name="connsiteX202" fmla="*/ 3364433 w 7467600"/>
              <a:gd name="connsiteY202" fmla="*/ 3953121 h 6858000"/>
              <a:gd name="connsiteX203" fmla="*/ 3316479 w 7467600"/>
              <a:gd name="connsiteY203" fmla="*/ 3872136 h 6858000"/>
              <a:gd name="connsiteX204" fmla="*/ 3291335 w 7467600"/>
              <a:gd name="connsiteY204" fmla="*/ 3767420 h 6858000"/>
              <a:gd name="connsiteX205" fmla="*/ 3390805 w 7467600"/>
              <a:gd name="connsiteY205" fmla="*/ 3937163 h 6858000"/>
              <a:gd name="connsiteX206" fmla="*/ 3579062 w 7467600"/>
              <a:gd name="connsiteY206" fmla="*/ 4359040 h 6858000"/>
              <a:gd name="connsiteX207" fmla="*/ 3467355 w 7467600"/>
              <a:gd name="connsiteY207" fmla="*/ 3988130 h 6858000"/>
              <a:gd name="connsiteX208" fmla="*/ 3310753 w 7467600"/>
              <a:gd name="connsiteY208" fmla="*/ 3787140 h 6858000"/>
              <a:gd name="connsiteX209" fmla="*/ 3291335 w 7467600"/>
              <a:gd name="connsiteY209" fmla="*/ 3767420 h 6858000"/>
              <a:gd name="connsiteX210" fmla="*/ 1635889 w 7467600"/>
              <a:gd name="connsiteY210" fmla="*/ 3709494 h 6858000"/>
              <a:gd name="connsiteX211" fmla="*/ 1634800 w 7467600"/>
              <a:gd name="connsiteY211" fmla="*/ 3731111 h 6858000"/>
              <a:gd name="connsiteX212" fmla="*/ 1635889 w 7467600"/>
              <a:gd name="connsiteY212" fmla="*/ 3709494 h 6858000"/>
              <a:gd name="connsiteX213" fmla="*/ 1510397 w 7467600"/>
              <a:gd name="connsiteY213" fmla="*/ 3684705 h 6858000"/>
              <a:gd name="connsiteX214" fmla="*/ 1146550 w 7467600"/>
              <a:gd name="connsiteY214" fmla="*/ 3802012 h 6858000"/>
              <a:gd name="connsiteX215" fmla="*/ 698834 w 7467600"/>
              <a:gd name="connsiteY215" fmla="*/ 3952272 h 6858000"/>
              <a:gd name="connsiteX216" fmla="*/ 34256 w 7467600"/>
              <a:gd name="connsiteY216" fmla="*/ 4347603 h 6858000"/>
              <a:gd name="connsiteX217" fmla="*/ 527241 w 7467600"/>
              <a:gd name="connsiteY217" fmla="*/ 4065078 h 6858000"/>
              <a:gd name="connsiteX218" fmla="*/ 1510397 w 7467600"/>
              <a:gd name="connsiteY218" fmla="*/ 3684705 h 6858000"/>
              <a:gd name="connsiteX219" fmla="*/ 1313114 w 7467600"/>
              <a:gd name="connsiteY219" fmla="*/ 3655216 h 6858000"/>
              <a:gd name="connsiteX220" fmla="*/ 1109304 w 7467600"/>
              <a:gd name="connsiteY220" fmla="*/ 3669030 h 6858000"/>
              <a:gd name="connsiteX221" fmla="*/ 8129 w 7467600"/>
              <a:gd name="connsiteY221" fmla="*/ 4330519 h 6858000"/>
              <a:gd name="connsiteX222" fmla="*/ 687572 w 7467600"/>
              <a:gd name="connsiteY222" fmla="*/ 3925629 h 6858000"/>
              <a:gd name="connsiteX223" fmla="*/ 1138365 w 7467600"/>
              <a:gd name="connsiteY223" fmla="*/ 3774515 h 6858000"/>
              <a:gd name="connsiteX224" fmla="*/ 1505579 w 7467600"/>
              <a:gd name="connsiteY224" fmla="*/ 3655526 h 6858000"/>
              <a:gd name="connsiteX225" fmla="*/ 1313114 w 7467600"/>
              <a:gd name="connsiteY225" fmla="*/ 3655216 h 6858000"/>
              <a:gd name="connsiteX226" fmla="*/ 3655073 w 7467600"/>
              <a:gd name="connsiteY226" fmla="*/ 3650884 h 6858000"/>
              <a:gd name="connsiteX227" fmla="*/ 3989938 w 7467600"/>
              <a:gd name="connsiteY227" fmla="*/ 3991685 h 6858000"/>
              <a:gd name="connsiteX228" fmla="*/ 4393907 w 7467600"/>
              <a:gd name="connsiteY228" fmla="*/ 4261258 h 6858000"/>
              <a:gd name="connsiteX229" fmla="*/ 4648051 w 7467600"/>
              <a:gd name="connsiteY229" fmla="*/ 4374051 h 6858000"/>
              <a:gd name="connsiteX230" fmla="*/ 4383389 w 7467600"/>
              <a:gd name="connsiteY230" fmla="*/ 4184369 h 6858000"/>
              <a:gd name="connsiteX231" fmla="*/ 4165508 w 7467600"/>
              <a:gd name="connsiteY231" fmla="*/ 4035196 h 6858000"/>
              <a:gd name="connsiteX232" fmla="*/ 4068162 w 7467600"/>
              <a:gd name="connsiteY232" fmla="*/ 3953394 h 6858000"/>
              <a:gd name="connsiteX233" fmla="*/ 3981416 w 7467600"/>
              <a:gd name="connsiteY233" fmla="*/ 3880482 h 6858000"/>
              <a:gd name="connsiteX234" fmla="*/ 3800147 w 7467600"/>
              <a:gd name="connsiteY234" fmla="*/ 3749872 h 6858000"/>
              <a:gd name="connsiteX235" fmla="*/ 3655073 w 7467600"/>
              <a:gd name="connsiteY235" fmla="*/ 3650884 h 6858000"/>
              <a:gd name="connsiteX236" fmla="*/ 3670252 w 7467600"/>
              <a:gd name="connsiteY236" fmla="*/ 3622798 h 6858000"/>
              <a:gd name="connsiteX237" fmla="*/ 3817258 w 7467600"/>
              <a:gd name="connsiteY237" fmla="*/ 3723577 h 6858000"/>
              <a:gd name="connsiteX238" fmla="*/ 4000461 w 7467600"/>
              <a:gd name="connsiteY238" fmla="*/ 3855966 h 6858000"/>
              <a:gd name="connsiteX239" fmla="*/ 4088180 w 7467600"/>
              <a:gd name="connsiteY239" fmla="*/ 3929774 h 6858000"/>
              <a:gd name="connsiteX240" fmla="*/ 4184555 w 7467600"/>
              <a:gd name="connsiteY240" fmla="*/ 4010683 h 6858000"/>
              <a:gd name="connsiteX241" fmla="*/ 4399563 w 7467600"/>
              <a:gd name="connsiteY241" fmla="*/ 4158106 h 6858000"/>
              <a:gd name="connsiteX242" fmla="*/ 4684469 w 7467600"/>
              <a:gd name="connsiteY242" fmla="*/ 4364680 h 6858000"/>
              <a:gd name="connsiteX243" fmla="*/ 4690271 w 7467600"/>
              <a:gd name="connsiteY243" fmla="*/ 4370034 h 6858000"/>
              <a:gd name="connsiteX244" fmla="*/ 4136093 w 7467600"/>
              <a:gd name="connsiteY244" fmla="*/ 3858466 h 6858000"/>
              <a:gd name="connsiteX245" fmla="*/ 3670252 w 7467600"/>
              <a:gd name="connsiteY245" fmla="*/ 3622798 h 6858000"/>
              <a:gd name="connsiteX246" fmla="*/ 4440129 w 7467600"/>
              <a:gd name="connsiteY246" fmla="*/ 3448571 h 6858000"/>
              <a:gd name="connsiteX247" fmla="*/ 4856525 w 7467600"/>
              <a:gd name="connsiteY247" fmla="*/ 3915351 h 6858000"/>
              <a:gd name="connsiteX248" fmla="*/ 5059055 w 7467600"/>
              <a:gd name="connsiteY248" fmla="*/ 4108918 h 6858000"/>
              <a:gd name="connsiteX249" fmla="*/ 5290070 w 7467600"/>
              <a:gd name="connsiteY249" fmla="*/ 4263619 h 6858000"/>
              <a:gd name="connsiteX250" fmla="*/ 4834991 w 7467600"/>
              <a:gd name="connsiteY250" fmla="*/ 3830985 h 6858000"/>
              <a:gd name="connsiteX251" fmla="*/ 4440129 w 7467600"/>
              <a:gd name="connsiteY251" fmla="*/ 3448571 h 6858000"/>
              <a:gd name="connsiteX252" fmla="*/ 4441737 w 7467600"/>
              <a:gd name="connsiteY252" fmla="*/ 3399734 h 6858000"/>
              <a:gd name="connsiteX253" fmla="*/ 4431236 w 7467600"/>
              <a:gd name="connsiteY253" fmla="*/ 3400954 h 6858000"/>
              <a:gd name="connsiteX254" fmla="*/ 4557150 w 7467600"/>
              <a:gd name="connsiteY254" fmla="*/ 3510023 h 6858000"/>
              <a:gd name="connsiteX255" fmla="*/ 4856936 w 7467600"/>
              <a:gd name="connsiteY255" fmla="*/ 3809146 h 6858000"/>
              <a:gd name="connsiteX256" fmla="*/ 5111996 w 7467600"/>
              <a:gd name="connsiteY256" fmla="*/ 4065759 h 6858000"/>
              <a:gd name="connsiteX257" fmla="*/ 5388878 w 7467600"/>
              <a:gd name="connsiteY257" fmla="*/ 4300185 h 6858000"/>
              <a:gd name="connsiteX258" fmla="*/ 5425556 w 7467600"/>
              <a:gd name="connsiteY258" fmla="*/ 4308967 h 6858000"/>
              <a:gd name="connsiteX259" fmla="*/ 4943646 w 7467600"/>
              <a:gd name="connsiteY259" fmla="*/ 3822916 h 6858000"/>
              <a:gd name="connsiteX260" fmla="*/ 4594837 w 7467600"/>
              <a:gd name="connsiteY260" fmla="*/ 3532274 h 6858000"/>
              <a:gd name="connsiteX261" fmla="*/ 4441737 w 7467600"/>
              <a:gd name="connsiteY261" fmla="*/ 3399734 h 6858000"/>
              <a:gd name="connsiteX262" fmla="*/ 5425834 w 7467600"/>
              <a:gd name="connsiteY262" fmla="*/ 3162785 h 6858000"/>
              <a:gd name="connsiteX263" fmla="*/ 5401644 w 7467600"/>
              <a:gd name="connsiteY263" fmla="*/ 3617847 h 6858000"/>
              <a:gd name="connsiteX264" fmla="*/ 5467256 w 7467600"/>
              <a:gd name="connsiteY264" fmla="*/ 4175494 h 6858000"/>
              <a:gd name="connsiteX265" fmla="*/ 5448069 w 7467600"/>
              <a:gd name="connsiteY265" fmla="*/ 3567554 h 6858000"/>
              <a:gd name="connsiteX266" fmla="*/ 5425834 w 7467600"/>
              <a:gd name="connsiteY266" fmla="*/ 3162785 h 6858000"/>
              <a:gd name="connsiteX267" fmla="*/ 1318687 w 7467600"/>
              <a:gd name="connsiteY267" fmla="*/ 3113840 h 6858000"/>
              <a:gd name="connsiteX268" fmla="*/ 1066793 w 7467600"/>
              <a:gd name="connsiteY268" fmla="*/ 3212171 h 6858000"/>
              <a:gd name="connsiteX269" fmla="*/ 993319 w 7467600"/>
              <a:gd name="connsiteY269" fmla="*/ 3247648 h 6858000"/>
              <a:gd name="connsiteX270" fmla="*/ 853081 w 7467600"/>
              <a:gd name="connsiteY270" fmla="*/ 3312410 h 6858000"/>
              <a:gd name="connsiteX271" fmla="*/ 805957 w 7467600"/>
              <a:gd name="connsiteY271" fmla="*/ 3330443 h 6858000"/>
              <a:gd name="connsiteX272" fmla="*/ 1318687 w 7467600"/>
              <a:gd name="connsiteY272" fmla="*/ 3113840 h 6858000"/>
              <a:gd name="connsiteX273" fmla="*/ 5453702 w 7467600"/>
              <a:gd name="connsiteY273" fmla="*/ 3090882 h 6858000"/>
              <a:gd name="connsiteX274" fmla="*/ 5480135 w 7467600"/>
              <a:gd name="connsiteY274" fmla="*/ 3565802 h 6858000"/>
              <a:gd name="connsiteX275" fmla="*/ 5499023 w 7467600"/>
              <a:gd name="connsiteY275" fmla="*/ 4166310 h 6858000"/>
              <a:gd name="connsiteX276" fmla="*/ 5547022 w 7467600"/>
              <a:gd name="connsiteY276" fmla="*/ 3607838 h 6858000"/>
              <a:gd name="connsiteX277" fmla="*/ 5515964 w 7467600"/>
              <a:gd name="connsiteY277" fmla="*/ 3378541 h 6858000"/>
              <a:gd name="connsiteX278" fmla="*/ 5453702 w 7467600"/>
              <a:gd name="connsiteY278" fmla="*/ 3090882 h 6858000"/>
              <a:gd name="connsiteX279" fmla="*/ 1238695 w 7467600"/>
              <a:gd name="connsiteY279" fmla="*/ 3076820 h 6858000"/>
              <a:gd name="connsiteX280" fmla="*/ 716371 w 7467600"/>
              <a:gd name="connsiteY280" fmla="*/ 3293249 h 6858000"/>
              <a:gd name="connsiteX281" fmla="*/ 579522 w 7467600"/>
              <a:gd name="connsiteY281" fmla="*/ 3371759 h 6858000"/>
              <a:gd name="connsiteX282" fmla="*/ 600288 w 7467600"/>
              <a:gd name="connsiteY282" fmla="*/ 3365555 h 6858000"/>
              <a:gd name="connsiteX283" fmla="*/ 840692 w 7467600"/>
              <a:gd name="connsiteY283" fmla="*/ 3284921 h 6858000"/>
              <a:gd name="connsiteX284" fmla="*/ 979248 w 7467600"/>
              <a:gd name="connsiteY284" fmla="*/ 3221003 h 6858000"/>
              <a:gd name="connsiteX285" fmla="*/ 1053282 w 7467600"/>
              <a:gd name="connsiteY285" fmla="*/ 3185247 h 6858000"/>
              <a:gd name="connsiteX286" fmla="*/ 1320603 w 7467600"/>
              <a:gd name="connsiteY286" fmla="*/ 3081281 h 6858000"/>
              <a:gd name="connsiteX287" fmla="*/ 1238695 w 7467600"/>
              <a:gd name="connsiteY287" fmla="*/ 3076820 h 6858000"/>
              <a:gd name="connsiteX288" fmla="*/ 5425627 w 7467600"/>
              <a:gd name="connsiteY288" fmla="*/ 2954192 h 6858000"/>
              <a:gd name="connsiteX289" fmla="*/ 5470770 w 7467600"/>
              <a:gd name="connsiteY289" fmla="*/ 3005435 h 6858000"/>
              <a:gd name="connsiteX290" fmla="*/ 5519779 w 7467600"/>
              <a:gd name="connsiteY290" fmla="*/ 4359223 h 6858000"/>
              <a:gd name="connsiteX291" fmla="*/ 5520293 w 7467600"/>
              <a:gd name="connsiteY291" fmla="*/ 4360602 h 6858000"/>
              <a:gd name="connsiteX292" fmla="*/ 5767221 w 7467600"/>
              <a:gd name="connsiteY292" fmla="*/ 4665564 h 6858000"/>
              <a:gd name="connsiteX293" fmla="*/ 6937169 w 7467600"/>
              <a:gd name="connsiteY293" fmla="*/ 4815941 h 6858000"/>
              <a:gd name="connsiteX294" fmla="*/ 6953922 w 7467600"/>
              <a:gd name="connsiteY294" fmla="*/ 4890068 h 6858000"/>
              <a:gd name="connsiteX295" fmla="*/ 6071359 w 7467600"/>
              <a:gd name="connsiteY295" fmla="*/ 4770770 h 6858000"/>
              <a:gd name="connsiteX296" fmla="*/ 6038839 w 7467600"/>
              <a:gd name="connsiteY296" fmla="*/ 4764474 h 6858000"/>
              <a:gd name="connsiteX297" fmla="*/ 6038706 w 7467600"/>
              <a:gd name="connsiteY297" fmla="*/ 4763847 h 6858000"/>
              <a:gd name="connsiteX298" fmla="*/ 6037784 w 7467600"/>
              <a:gd name="connsiteY298" fmla="*/ 4764270 h 6858000"/>
              <a:gd name="connsiteX299" fmla="*/ 6038839 w 7467600"/>
              <a:gd name="connsiteY299" fmla="*/ 4764474 h 6858000"/>
              <a:gd name="connsiteX300" fmla="*/ 6040338 w 7467600"/>
              <a:gd name="connsiteY300" fmla="*/ 4771418 h 6858000"/>
              <a:gd name="connsiteX301" fmla="*/ 6024488 w 7467600"/>
              <a:gd name="connsiteY301" fmla="*/ 4809903 h 6858000"/>
              <a:gd name="connsiteX302" fmla="*/ 5599771 w 7467600"/>
              <a:gd name="connsiteY302" fmla="*/ 5509652 h 6858000"/>
              <a:gd name="connsiteX303" fmla="*/ 5548843 w 7467600"/>
              <a:gd name="connsiteY303" fmla="*/ 5563845 h 6858000"/>
              <a:gd name="connsiteX304" fmla="*/ 5940952 w 7467600"/>
              <a:gd name="connsiteY304" fmla="*/ 6250028 h 6858000"/>
              <a:gd name="connsiteX305" fmla="*/ 6043441 w 7467600"/>
              <a:gd name="connsiteY305" fmla="*/ 6665847 h 6858000"/>
              <a:gd name="connsiteX306" fmla="*/ 6093432 w 7467600"/>
              <a:gd name="connsiteY306" fmla="*/ 6858000 h 6858000"/>
              <a:gd name="connsiteX307" fmla="*/ 6034344 w 7467600"/>
              <a:gd name="connsiteY307" fmla="*/ 6858000 h 6858000"/>
              <a:gd name="connsiteX308" fmla="*/ 6026679 w 7467600"/>
              <a:gd name="connsiteY308" fmla="*/ 6836959 h 6858000"/>
              <a:gd name="connsiteX309" fmla="*/ 5800441 w 7467600"/>
              <a:gd name="connsiteY309" fmla="*/ 6335286 h 6858000"/>
              <a:gd name="connsiteX310" fmla="*/ 5526562 w 7467600"/>
              <a:gd name="connsiteY310" fmla="*/ 5705388 h 6858000"/>
              <a:gd name="connsiteX311" fmla="*/ 5519640 w 7467600"/>
              <a:gd name="connsiteY311" fmla="*/ 5683774 h 6858000"/>
              <a:gd name="connsiteX312" fmla="*/ 5844559 w 7467600"/>
              <a:gd name="connsiteY312" fmla="*/ 6553349 h 6858000"/>
              <a:gd name="connsiteX313" fmla="*/ 5975994 w 7467600"/>
              <a:gd name="connsiteY313" fmla="*/ 6858000 h 6858000"/>
              <a:gd name="connsiteX314" fmla="*/ 5898547 w 7467600"/>
              <a:gd name="connsiteY314" fmla="*/ 6858000 h 6858000"/>
              <a:gd name="connsiteX315" fmla="*/ 5682041 w 7467600"/>
              <a:gd name="connsiteY315" fmla="*/ 6355860 h 6858000"/>
              <a:gd name="connsiteX316" fmla="*/ 5461758 w 7467600"/>
              <a:gd name="connsiteY316" fmla="*/ 5820220 h 6858000"/>
              <a:gd name="connsiteX317" fmla="*/ 5237282 w 7467600"/>
              <a:gd name="connsiteY317" fmla="*/ 6579086 h 6858000"/>
              <a:gd name="connsiteX318" fmla="*/ 5115009 w 7467600"/>
              <a:gd name="connsiteY318" fmla="*/ 6858000 h 6858000"/>
              <a:gd name="connsiteX319" fmla="*/ 5028074 w 7467600"/>
              <a:gd name="connsiteY319" fmla="*/ 6858000 h 6858000"/>
              <a:gd name="connsiteX320" fmla="*/ 5079508 w 7467600"/>
              <a:gd name="connsiteY320" fmla="*/ 6749074 h 6858000"/>
              <a:gd name="connsiteX321" fmla="*/ 5371846 w 7467600"/>
              <a:gd name="connsiteY321" fmla="*/ 5924413 h 6858000"/>
              <a:gd name="connsiteX322" fmla="*/ 5270512 w 7467600"/>
              <a:gd name="connsiteY322" fmla="*/ 6138975 h 6858000"/>
              <a:gd name="connsiteX323" fmla="*/ 5062409 w 7467600"/>
              <a:gd name="connsiteY323" fmla="*/ 6653544 h 6858000"/>
              <a:gd name="connsiteX324" fmla="*/ 5036628 w 7467600"/>
              <a:gd name="connsiteY324" fmla="*/ 6754247 h 6858000"/>
              <a:gd name="connsiteX325" fmla="*/ 5009112 w 7467600"/>
              <a:gd name="connsiteY325" fmla="*/ 6858000 h 6858000"/>
              <a:gd name="connsiteX326" fmla="*/ 4976679 w 7467600"/>
              <a:gd name="connsiteY326" fmla="*/ 6858000 h 6858000"/>
              <a:gd name="connsiteX327" fmla="*/ 5006537 w 7467600"/>
              <a:gd name="connsiteY327" fmla="*/ 6747068 h 6858000"/>
              <a:gd name="connsiteX328" fmla="*/ 5032723 w 7467600"/>
              <a:gd name="connsiteY328" fmla="*/ 6644957 h 6858000"/>
              <a:gd name="connsiteX329" fmla="*/ 5242949 w 7467600"/>
              <a:gd name="connsiteY329" fmla="*/ 6125175 h 6858000"/>
              <a:gd name="connsiteX330" fmla="*/ 5286321 w 7467600"/>
              <a:gd name="connsiteY330" fmla="*/ 6033555 h 6858000"/>
              <a:gd name="connsiteX331" fmla="*/ 5008210 w 7467600"/>
              <a:gd name="connsiteY331" fmla="*/ 6649194 h 6858000"/>
              <a:gd name="connsiteX332" fmla="*/ 4986321 w 7467600"/>
              <a:gd name="connsiteY332" fmla="*/ 6765687 h 6858000"/>
              <a:gd name="connsiteX333" fmla="*/ 4973474 w 7467600"/>
              <a:gd name="connsiteY333" fmla="*/ 6858000 h 6858000"/>
              <a:gd name="connsiteX334" fmla="*/ 4907178 w 7467600"/>
              <a:gd name="connsiteY334" fmla="*/ 6858000 h 6858000"/>
              <a:gd name="connsiteX335" fmla="*/ 4910810 w 7467600"/>
              <a:gd name="connsiteY335" fmla="*/ 6829660 h 6858000"/>
              <a:gd name="connsiteX336" fmla="*/ 4987461 w 7467600"/>
              <a:gd name="connsiteY336" fmla="*/ 6432994 h 6858000"/>
              <a:gd name="connsiteX337" fmla="*/ 5179262 w 7467600"/>
              <a:gd name="connsiteY337" fmla="*/ 6035044 h 6858000"/>
              <a:gd name="connsiteX338" fmla="*/ 4689678 w 7467600"/>
              <a:gd name="connsiteY338" fmla="*/ 6440241 h 6858000"/>
              <a:gd name="connsiteX339" fmla="*/ 4477543 w 7467600"/>
              <a:gd name="connsiteY339" fmla="*/ 6674836 h 6858000"/>
              <a:gd name="connsiteX340" fmla="*/ 4329957 w 7467600"/>
              <a:gd name="connsiteY340" fmla="*/ 6858000 h 6858000"/>
              <a:gd name="connsiteX341" fmla="*/ 4218595 w 7467600"/>
              <a:gd name="connsiteY341" fmla="*/ 6858000 h 6858000"/>
              <a:gd name="connsiteX342" fmla="*/ 4368888 w 7467600"/>
              <a:gd name="connsiteY342" fmla="*/ 6668412 h 6858000"/>
              <a:gd name="connsiteX343" fmla="*/ 4563091 w 7467600"/>
              <a:gd name="connsiteY343" fmla="*/ 6442508 h 6858000"/>
              <a:gd name="connsiteX344" fmla="*/ 5387324 w 7467600"/>
              <a:gd name="connsiteY344" fmla="*/ 5705830 h 6858000"/>
              <a:gd name="connsiteX345" fmla="*/ 5073620 w 7467600"/>
              <a:gd name="connsiteY345" fmla="*/ 5955437 h 6858000"/>
              <a:gd name="connsiteX346" fmla="*/ 4689789 w 7467600"/>
              <a:gd name="connsiteY346" fmla="*/ 6268382 h 6858000"/>
              <a:gd name="connsiteX347" fmla="*/ 4418722 w 7467600"/>
              <a:gd name="connsiteY347" fmla="*/ 6570886 h 6858000"/>
              <a:gd name="connsiteX348" fmla="*/ 4214944 w 7467600"/>
              <a:gd name="connsiteY348" fmla="*/ 6858000 h 6858000"/>
              <a:gd name="connsiteX349" fmla="*/ 4177898 w 7467600"/>
              <a:gd name="connsiteY349" fmla="*/ 6858000 h 6858000"/>
              <a:gd name="connsiteX350" fmla="*/ 4391597 w 7467600"/>
              <a:gd name="connsiteY350" fmla="*/ 6556370 h 6858000"/>
              <a:gd name="connsiteX351" fmla="*/ 4668889 w 7467600"/>
              <a:gd name="connsiteY351" fmla="*/ 6246399 h 6858000"/>
              <a:gd name="connsiteX352" fmla="*/ 5055427 w 7467600"/>
              <a:gd name="connsiteY352" fmla="*/ 5931476 h 6858000"/>
              <a:gd name="connsiteX353" fmla="*/ 5371814 w 7467600"/>
              <a:gd name="connsiteY353" fmla="*/ 5678975 h 6858000"/>
              <a:gd name="connsiteX354" fmla="*/ 4987918 w 7467600"/>
              <a:gd name="connsiteY354" fmla="*/ 5838701 h 6858000"/>
              <a:gd name="connsiteX355" fmla="*/ 4317146 w 7467600"/>
              <a:gd name="connsiteY355" fmla="*/ 6587716 h 6858000"/>
              <a:gd name="connsiteX356" fmla="*/ 4171627 w 7467600"/>
              <a:gd name="connsiteY356" fmla="*/ 6858000 h 6858000"/>
              <a:gd name="connsiteX357" fmla="*/ 4081585 w 7467600"/>
              <a:gd name="connsiteY357" fmla="*/ 6858000 h 6858000"/>
              <a:gd name="connsiteX358" fmla="*/ 4238603 w 7467600"/>
              <a:gd name="connsiteY358" fmla="*/ 6559341 h 6858000"/>
              <a:gd name="connsiteX359" fmla="*/ 4778333 w 7467600"/>
              <a:gd name="connsiteY359" fmla="*/ 5873626 h 6858000"/>
              <a:gd name="connsiteX360" fmla="*/ 5414185 w 7467600"/>
              <a:gd name="connsiteY360" fmla="*/ 5573882 h 6858000"/>
              <a:gd name="connsiteX361" fmla="*/ 5959648 w 7467600"/>
              <a:gd name="connsiteY361" fmla="*/ 4760797 h 6858000"/>
              <a:gd name="connsiteX362" fmla="*/ 5355019 w 7467600"/>
              <a:gd name="connsiteY362" fmla="*/ 4734672 h 6858000"/>
              <a:gd name="connsiteX363" fmla="*/ 5083565 w 7467600"/>
              <a:gd name="connsiteY363" fmla="*/ 5179121 h 6858000"/>
              <a:gd name="connsiteX364" fmla="*/ 4713577 w 7467600"/>
              <a:gd name="connsiteY364" fmla="*/ 5616803 h 6858000"/>
              <a:gd name="connsiteX365" fmla="*/ 3989559 w 7467600"/>
              <a:gd name="connsiteY365" fmla="*/ 6145945 h 6858000"/>
              <a:gd name="connsiteX366" fmla="*/ 3939824 w 7467600"/>
              <a:gd name="connsiteY366" fmla="*/ 6066900 h 6858000"/>
              <a:gd name="connsiteX367" fmla="*/ 4584537 w 7467600"/>
              <a:gd name="connsiteY367" fmla="*/ 5324826 h 6858000"/>
              <a:gd name="connsiteX368" fmla="*/ 5037105 w 7467600"/>
              <a:gd name="connsiteY368" fmla="*/ 5088765 h 6858000"/>
              <a:gd name="connsiteX369" fmla="*/ 5039930 w 7467600"/>
              <a:gd name="connsiteY369" fmla="*/ 5089585 h 6858000"/>
              <a:gd name="connsiteX370" fmla="*/ 5263764 w 7467600"/>
              <a:gd name="connsiteY370" fmla="*/ 4735525 h 6858000"/>
              <a:gd name="connsiteX371" fmla="*/ 4086300 w 7467600"/>
              <a:gd name="connsiteY371" fmla="*/ 4884599 h 6858000"/>
              <a:gd name="connsiteX372" fmla="*/ 4085485 w 7467600"/>
              <a:gd name="connsiteY372" fmla="*/ 4899070 h 6858000"/>
              <a:gd name="connsiteX373" fmla="*/ 3871915 w 7467600"/>
              <a:gd name="connsiteY373" fmla="*/ 5253645 h 6858000"/>
              <a:gd name="connsiteX374" fmla="*/ 3799374 w 7467600"/>
              <a:gd name="connsiteY374" fmla="*/ 5466127 h 6858000"/>
              <a:gd name="connsiteX375" fmla="*/ 3498850 w 7467600"/>
              <a:gd name="connsiteY375" fmla="*/ 6661888 h 6858000"/>
              <a:gd name="connsiteX376" fmla="*/ 3399216 w 7467600"/>
              <a:gd name="connsiteY376" fmla="*/ 6858000 h 6858000"/>
              <a:gd name="connsiteX377" fmla="*/ 3303688 w 7467600"/>
              <a:gd name="connsiteY377" fmla="*/ 6858000 h 6858000"/>
              <a:gd name="connsiteX378" fmla="*/ 3391774 w 7467600"/>
              <a:gd name="connsiteY378" fmla="*/ 6697181 h 6858000"/>
              <a:gd name="connsiteX379" fmla="*/ 3735540 w 7467600"/>
              <a:gd name="connsiteY379" fmla="*/ 5546923 h 6858000"/>
              <a:gd name="connsiteX380" fmla="*/ 3729438 w 7467600"/>
              <a:gd name="connsiteY380" fmla="*/ 5569058 h 6858000"/>
              <a:gd name="connsiteX381" fmla="*/ 3707782 w 7467600"/>
              <a:gd name="connsiteY381" fmla="*/ 5644908 h 6858000"/>
              <a:gd name="connsiteX382" fmla="*/ 3583827 w 7467600"/>
              <a:gd name="connsiteY382" fmla="*/ 6039215 h 6858000"/>
              <a:gd name="connsiteX383" fmla="*/ 3547861 w 7467600"/>
              <a:gd name="connsiteY383" fmla="*/ 6129609 h 6858000"/>
              <a:gd name="connsiteX384" fmla="*/ 3490905 w 7467600"/>
              <a:gd name="connsiteY384" fmla="*/ 6277660 h 6858000"/>
              <a:gd name="connsiteX385" fmla="*/ 3455859 w 7467600"/>
              <a:gd name="connsiteY385" fmla="*/ 6391301 h 6858000"/>
              <a:gd name="connsiteX386" fmla="*/ 3429112 w 7467600"/>
              <a:gd name="connsiteY386" fmla="*/ 6479469 h 6858000"/>
              <a:gd name="connsiteX387" fmla="*/ 3304862 w 7467600"/>
              <a:gd name="connsiteY387" fmla="*/ 6796476 h 6858000"/>
              <a:gd name="connsiteX388" fmla="*/ 3276071 w 7467600"/>
              <a:gd name="connsiteY388" fmla="*/ 6858000 h 6858000"/>
              <a:gd name="connsiteX389" fmla="*/ 3240805 w 7467600"/>
              <a:gd name="connsiteY389" fmla="*/ 6858000 h 6858000"/>
              <a:gd name="connsiteX390" fmla="*/ 3275917 w 7467600"/>
              <a:gd name="connsiteY390" fmla="*/ 6783192 h 6858000"/>
              <a:gd name="connsiteX391" fmla="*/ 3399358 w 7467600"/>
              <a:gd name="connsiteY391" fmla="*/ 6469011 h 6858000"/>
              <a:gd name="connsiteX392" fmla="*/ 3425650 w 7467600"/>
              <a:gd name="connsiteY392" fmla="*/ 6381333 h 6858000"/>
              <a:gd name="connsiteX393" fmla="*/ 3460661 w 7467600"/>
              <a:gd name="connsiteY393" fmla="*/ 6266763 h 6858000"/>
              <a:gd name="connsiteX394" fmla="*/ 3518021 w 7467600"/>
              <a:gd name="connsiteY394" fmla="*/ 6117298 h 6858000"/>
              <a:gd name="connsiteX395" fmla="*/ 3554035 w 7467600"/>
              <a:gd name="connsiteY395" fmla="*/ 6027832 h 6858000"/>
              <a:gd name="connsiteX396" fmla="*/ 3677174 w 7467600"/>
              <a:gd name="connsiteY396" fmla="*/ 5636351 h 6858000"/>
              <a:gd name="connsiteX397" fmla="*/ 3698819 w 7467600"/>
              <a:gd name="connsiteY397" fmla="*/ 5560503 h 6858000"/>
              <a:gd name="connsiteX398" fmla="*/ 3702094 w 7467600"/>
              <a:gd name="connsiteY398" fmla="*/ 5549194 h 6858000"/>
              <a:gd name="connsiteX399" fmla="*/ 3398355 w 7467600"/>
              <a:gd name="connsiteY399" fmla="*/ 6094603 h 6858000"/>
              <a:gd name="connsiteX400" fmla="*/ 3193941 w 7467600"/>
              <a:gd name="connsiteY400" fmla="*/ 6798775 h 6858000"/>
              <a:gd name="connsiteX401" fmla="*/ 3184140 w 7467600"/>
              <a:gd name="connsiteY401" fmla="*/ 6858000 h 6858000"/>
              <a:gd name="connsiteX402" fmla="*/ 3099978 w 7467600"/>
              <a:gd name="connsiteY402" fmla="*/ 6858000 h 6858000"/>
              <a:gd name="connsiteX403" fmla="*/ 3101556 w 7467600"/>
              <a:gd name="connsiteY403" fmla="*/ 6843337 h 6858000"/>
              <a:gd name="connsiteX404" fmla="*/ 3370162 w 7467600"/>
              <a:gd name="connsiteY404" fmla="*/ 5785550 h 6858000"/>
              <a:gd name="connsiteX405" fmla="*/ 3746477 w 7467600"/>
              <a:gd name="connsiteY405" fmla="*/ 5377889 h 6858000"/>
              <a:gd name="connsiteX406" fmla="*/ 3863399 w 7467600"/>
              <a:gd name="connsiteY406" fmla="*/ 5087257 h 6858000"/>
              <a:gd name="connsiteX407" fmla="*/ 3968712 w 7467600"/>
              <a:gd name="connsiteY407" fmla="*/ 4913989 h 6858000"/>
              <a:gd name="connsiteX408" fmla="*/ 2792390 w 7467600"/>
              <a:gd name="connsiteY408" fmla="*/ 5382974 h 6858000"/>
              <a:gd name="connsiteX409" fmla="*/ 2714982 w 7467600"/>
              <a:gd name="connsiteY409" fmla="*/ 5427051 h 6858000"/>
              <a:gd name="connsiteX410" fmla="*/ 2813361 w 7467600"/>
              <a:gd name="connsiteY410" fmla="*/ 6023912 h 6858000"/>
              <a:gd name="connsiteX411" fmla="*/ 2688430 w 7467600"/>
              <a:gd name="connsiteY411" fmla="*/ 6801564 h 6858000"/>
              <a:gd name="connsiteX412" fmla="*/ 2629626 w 7467600"/>
              <a:gd name="connsiteY412" fmla="*/ 6763394 h 6858000"/>
              <a:gd name="connsiteX413" fmla="*/ 2565328 w 7467600"/>
              <a:gd name="connsiteY413" fmla="*/ 5516399 h 6858000"/>
              <a:gd name="connsiteX414" fmla="*/ 1922999 w 7467600"/>
              <a:gd name="connsiteY414" fmla="*/ 5980343 h 6858000"/>
              <a:gd name="connsiteX415" fmla="*/ 1950261 w 7467600"/>
              <a:gd name="connsiteY415" fmla="*/ 6405858 h 6858000"/>
              <a:gd name="connsiteX416" fmla="*/ 2365554 w 7467600"/>
              <a:gd name="connsiteY416" fmla="*/ 6759107 h 6858000"/>
              <a:gd name="connsiteX417" fmla="*/ 2424142 w 7467600"/>
              <a:gd name="connsiteY417" fmla="*/ 6858000 h 6858000"/>
              <a:gd name="connsiteX418" fmla="*/ 2395994 w 7467600"/>
              <a:gd name="connsiteY418" fmla="*/ 6858000 h 6858000"/>
              <a:gd name="connsiteX419" fmla="*/ 2392863 w 7467600"/>
              <a:gd name="connsiteY419" fmla="*/ 6852964 h 6858000"/>
              <a:gd name="connsiteX420" fmla="*/ 2017589 w 7467600"/>
              <a:gd name="connsiteY420" fmla="*/ 6493982 h 6858000"/>
              <a:gd name="connsiteX421" fmla="*/ 2147336 w 7467600"/>
              <a:gd name="connsiteY421" fmla="*/ 6594052 h 6858000"/>
              <a:gd name="connsiteX422" fmla="*/ 2207047 w 7467600"/>
              <a:gd name="connsiteY422" fmla="*/ 6654540 h 6858000"/>
              <a:gd name="connsiteX423" fmla="*/ 2299106 w 7467600"/>
              <a:gd name="connsiteY423" fmla="*/ 6778931 h 6858000"/>
              <a:gd name="connsiteX424" fmla="*/ 2314430 w 7467600"/>
              <a:gd name="connsiteY424" fmla="*/ 6801144 h 6858000"/>
              <a:gd name="connsiteX425" fmla="*/ 2352406 w 7467600"/>
              <a:gd name="connsiteY425" fmla="*/ 6858000 h 6858000"/>
              <a:gd name="connsiteX426" fmla="*/ 2314492 w 7467600"/>
              <a:gd name="connsiteY426" fmla="*/ 6858000 h 6858000"/>
              <a:gd name="connsiteX427" fmla="*/ 2288095 w 7467600"/>
              <a:gd name="connsiteY427" fmla="*/ 6818030 h 6858000"/>
              <a:gd name="connsiteX428" fmla="*/ 2272768 w 7467600"/>
              <a:gd name="connsiteY428" fmla="*/ 6795822 h 6858000"/>
              <a:gd name="connsiteX429" fmla="*/ 2182715 w 7467600"/>
              <a:gd name="connsiteY429" fmla="*/ 6675071 h 6858000"/>
              <a:gd name="connsiteX430" fmla="*/ 2032061 w 7467600"/>
              <a:gd name="connsiteY430" fmla="*/ 6541380 h 6858000"/>
              <a:gd name="connsiteX431" fmla="*/ 2257220 w 7467600"/>
              <a:gd name="connsiteY431" fmla="*/ 6826257 h 6858000"/>
              <a:gd name="connsiteX432" fmla="*/ 2281324 w 7467600"/>
              <a:gd name="connsiteY432" fmla="*/ 6858000 h 6858000"/>
              <a:gd name="connsiteX433" fmla="*/ 2242860 w 7467600"/>
              <a:gd name="connsiteY433" fmla="*/ 6858000 h 6858000"/>
              <a:gd name="connsiteX434" fmla="*/ 2232818 w 7467600"/>
              <a:gd name="connsiteY434" fmla="*/ 6844926 h 6858000"/>
              <a:gd name="connsiteX435" fmla="*/ 1990172 w 7467600"/>
              <a:gd name="connsiteY435" fmla="*/ 6542121 h 6858000"/>
              <a:gd name="connsiteX436" fmla="*/ 2124090 w 7467600"/>
              <a:gd name="connsiteY436" fmla="*/ 6761017 h 6858000"/>
              <a:gd name="connsiteX437" fmla="*/ 2200380 w 7467600"/>
              <a:gd name="connsiteY437" fmla="*/ 6858000 h 6858000"/>
              <a:gd name="connsiteX438" fmla="*/ 2147507 w 7467600"/>
              <a:gd name="connsiteY438" fmla="*/ 6858000 h 6858000"/>
              <a:gd name="connsiteX439" fmla="*/ 2070668 w 7467600"/>
              <a:gd name="connsiteY439" fmla="*/ 6761520 h 6858000"/>
              <a:gd name="connsiteX440" fmla="*/ 1975142 w 7467600"/>
              <a:gd name="connsiteY440" fmla="*/ 6585570 h 6858000"/>
              <a:gd name="connsiteX441" fmla="*/ 2050035 w 7467600"/>
              <a:gd name="connsiteY441" fmla="*/ 6813345 h 6858000"/>
              <a:gd name="connsiteX442" fmla="*/ 2063025 w 7467600"/>
              <a:gd name="connsiteY442" fmla="*/ 6858000 h 6858000"/>
              <a:gd name="connsiteX443" fmla="*/ 2021675 w 7467600"/>
              <a:gd name="connsiteY443" fmla="*/ 6858000 h 6858000"/>
              <a:gd name="connsiteX444" fmla="*/ 2019308 w 7467600"/>
              <a:gd name="connsiteY444" fmla="*/ 6847118 h 6858000"/>
              <a:gd name="connsiteX445" fmla="*/ 1938835 w 7467600"/>
              <a:gd name="connsiteY445" fmla="*/ 6551160 h 6858000"/>
              <a:gd name="connsiteX446" fmla="*/ 1953230 w 7467600"/>
              <a:gd name="connsiteY446" fmla="*/ 6759699 h 6858000"/>
              <a:gd name="connsiteX447" fmla="*/ 1956763 w 7467600"/>
              <a:gd name="connsiteY447" fmla="*/ 6778191 h 6858000"/>
              <a:gd name="connsiteX448" fmla="*/ 1967925 w 7467600"/>
              <a:gd name="connsiteY448" fmla="*/ 6858000 h 6858000"/>
              <a:gd name="connsiteX449" fmla="*/ 1936622 w 7467600"/>
              <a:gd name="connsiteY449" fmla="*/ 6858000 h 6858000"/>
              <a:gd name="connsiteX450" fmla="*/ 1926261 w 7467600"/>
              <a:gd name="connsiteY450" fmla="*/ 6784064 h 6858000"/>
              <a:gd name="connsiteX451" fmla="*/ 1922724 w 7467600"/>
              <a:gd name="connsiteY451" fmla="*/ 6765577 h 6858000"/>
              <a:gd name="connsiteX452" fmla="*/ 1904650 w 7467600"/>
              <a:gd name="connsiteY452" fmla="*/ 6639616 h 6858000"/>
              <a:gd name="connsiteX453" fmla="*/ 1885273 w 7467600"/>
              <a:gd name="connsiteY453" fmla="*/ 6858000 h 6858000"/>
              <a:gd name="connsiteX454" fmla="*/ 1854363 w 7467600"/>
              <a:gd name="connsiteY454" fmla="*/ 6858000 h 6858000"/>
              <a:gd name="connsiteX455" fmla="*/ 1880391 w 7467600"/>
              <a:gd name="connsiteY455" fmla="*/ 6603796 h 6858000"/>
              <a:gd name="connsiteX456" fmla="*/ 1818273 w 7467600"/>
              <a:gd name="connsiteY456" fmla="*/ 6715729 h 6858000"/>
              <a:gd name="connsiteX457" fmla="*/ 1794691 w 7467600"/>
              <a:gd name="connsiteY457" fmla="*/ 6843239 h 6858000"/>
              <a:gd name="connsiteX458" fmla="*/ 1794914 w 7467600"/>
              <a:gd name="connsiteY458" fmla="*/ 6858000 h 6858000"/>
              <a:gd name="connsiteX459" fmla="*/ 1746128 w 7467600"/>
              <a:gd name="connsiteY459" fmla="*/ 6858000 h 6858000"/>
              <a:gd name="connsiteX460" fmla="*/ 1753934 w 7467600"/>
              <a:gd name="connsiteY460" fmla="*/ 6724796 h 6858000"/>
              <a:gd name="connsiteX461" fmla="*/ 1792053 w 7467600"/>
              <a:gd name="connsiteY461" fmla="*/ 6572396 h 6858000"/>
              <a:gd name="connsiteX462" fmla="*/ 1862248 w 7467600"/>
              <a:gd name="connsiteY462" fmla="*/ 6266397 h 6858000"/>
              <a:gd name="connsiteX463" fmla="*/ 1862250 w 7467600"/>
              <a:gd name="connsiteY463" fmla="*/ 6033531 h 6858000"/>
              <a:gd name="connsiteX464" fmla="*/ 1211999 w 7467600"/>
              <a:gd name="connsiteY464" fmla="*/ 6683610 h 6858000"/>
              <a:gd name="connsiteX465" fmla="*/ 1213266 w 7467600"/>
              <a:gd name="connsiteY465" fmla="*/ 6691947 h 6858000"/>
              <a:gd name="connsiteX466" fmla="*/ 1203370 w 7467600"/>
              <a:gd name="connsiteY466" fmla="*/ 6850676 h 6858000"/>
              <a:gd name="connsiteX467" fmla="*/ 1203671 w 7467600"/>
              <a:gd name="connsiteY467" fmla="*/ 6858000 h 6858000"/>
              <a:gd name="connsiteX468" fmla="*/ 1143180 w 7467600"/>
              <a:gd name="connsiteY468" fmla="*/ 6858000 h 6858000"/>
              <a:gd name="connsiteX469" fmla="*/ 1142176 w 7467600"/>
              <a:gd name="connsiteY469" fmla="*/ 6766045 h 6858000"/>
              <a:gd name="connsiteX470" fmla="*/ 1067484 w 7467600"/>
              <a:gd name="connsiteY470" fmla="*/ 6858000 h 6858000"/>
              <a:gd name="connsiteX471" fmla="*/ 953928 w 7467600"/>
              <a:gd name="connsiteY471" fmla="*/ 6858000 h 6858000"/>
              <a:gd name="connsiteX472" fmla="*/ 959715 w 7467600"/>
              <a:gd name="connsiteY472" fmla="*/ 6850185 h 6858000"/>
              <a:gd name="connsiteX473" fmla="*/ 1483788 w 7467600"/>
              <a:gd name="connsiteY473" fmla="*/ 6259174 h 6858000"/>
              <a:gd name="connsiteX474" fmla="*/ 1100671 w 7467600"/>
              <a:gd name="connsiteY474" fmla="*/ 6252137 h 6858000"/>
              <a:gd name="connsiteX475" fmla="*/ 1090144 w 7467600"/>
              <a:gd name="connsiteY475" fmla="*/ 6256748 h 6858000"/>
              <a:gd name="connsiteX476" fmla="*/ 1095872 w 7467600"/>
              <a:gd name="connsiteY476" fmla="*/ 6271892 h 6858000"/>
              <a:gd name="connsiteX477" fmla="*/ 262785 w 7467600"/>
              <a:gd name="connsiteY477" fmla="*/ 6845450 h 6858000"/>
              <a:gd name="connsiteX478" fmla="*/ 209968 w 7467600"/>
              <a:gd name="connsiteY478" fmla="*/ 6770713 h 6858000"/>
              <a:gd name="connsiteX479" fmla="*/ 873460 w 7467600"/>
              <a:gd name="connsiteY479" fmla="*/ 6253768 h 6858000"/>
              <a:gd name="connsiteX480" fmla="*/ 192686 w 7467600"/>
              <a:gd name="connsiteY480" fmla="*/ 5849257 h 6858000"/>
              <a:gd name="connsiteX481" fmla="*/ 4696 w 7467600"/>
              <a:gd name="connsiteY481" fmla="*/ 5697668 h 6858000"/>
              <a:gd name="connsiteX482" fmla="*/ 0 w 7467600"/>
              <a:gd name="connsiteY482" fmla="*/ 5689984 h 6858000"/>
              <a:gd name="connsiteX483" fmla="*/ 0 w 7467600"/>
              <a:gd name="connsiteY483" fmla="*/ 5513472 h 6858000"/>
              <a:gd name="connsiteX484" fmla="*/ 174101 w 7467600"/>
              <a:gd name="connsiteY484" fmla="*/ 5620277 h 6858000"/>
              <a:gd name="connsiteX485" fmla="*/ 891800 w 7467600"/>
              <a:gd name="connsiteY485" fmla="*/ 6036935 h 6858000"/>
              <a:gd name="connsiteX486" fmla="*/ 1072219 w 7467600"/>
              <a:gd name="connsiteY486" fmla="*/ 6169443 h 6858000"/>
              <a:gd name="connsiteX487" fmla="*/ 1074117 w 7467600"/>
              <a:gd name="connsiteY487" fmla="*/ 6170301 h 6858000"/>
              <a:gd name="connsiteX488" fmla="*/ 1083114 w 7467600"/>
              <a:gd name="connsiteY488" fmla="*/ 6174131 h 6858000"/>
              <a:gd name="connsiteX489" fmla="*/ 1543010 w 7467600"/>
              <a:gd name="connsiteY489" fmla="*/ 6191140 h 6858000"/>
              <a:gd name="connsiteX490" fmla="*/ 1551080 w 7467600"/>
              <a:gd name="connsiteY490" fmla="*/ 6195006 h 6858000"/>
              <a:gd name="connsiteX491" fmla="*/ 2345443 w 7467600"/>
              <a:gd name="connsiteY491" fmla="*/ 5549882 h 6858000"/>
              <a:gd name="connsiteX492" fmla="*/ 1721499 w 7467600"/>
              <a:gd name="connsiteY492" fmla="*/ 5599969 h 6858000"/>
              <a:gd name="connsiteX493" fmla="*/ 767716 w 7467600"/>
              <a:gd name="connsiteY493" fmla="*/ 5472768 h 6858000"/>
              <a:gd name="connsiteX494" fmla="*/ 722147 w 7467600"/>
              <a:gd name="connsiteY494" fmla="*/ 5393091 h 6858000"/>
              <a:gd name="connsiteX495" fmla="*/ 1485552 w 7467600"/>
              <a:gd name="connsiteY495" fmla="*/ 5313202 h 6858000"/>
              <a:gd name="connsiteX496" fmla="*/ 2143004 w 7467600"/>
              <a:gd name="connsiteY496" fmla="*/ 5402420 h 6858000"/>
              <a:gd name="connsiteX497" fmla="*/ 1933391 w 7467600"/>
              <a:gd name="connsiteY497" fmla="*/ 5156971 h 6858000"/>
              <a:gd name="connsiteX498" fmla="*/ 1827118 w 7467600"/>
              <a:gd name="connsiteY498" fmla="*/ 4968410 h 6858000"/>
              <a:gd name="connsiteX499" fmla="*/ 1837349 w 7467600"/>
              <a:gd name="connsiteY499" fmla="*/ 4956357 h 6858000"/>
              <a:gd name="connsiteX500" fmla="*/ 2162835 w 7467600"/>
              <a:gd name="connsiteY500" fmla="*/ 5187853 h 6858000"/>
              <a:gd name="connsiteX501" fmla="*/ 2257167 w 7467600"/>
              <a:gd name="connsiteY501" fmla="*/ 5462123 h 6858000"/>
              <a:gd name="connsiteX502" fmla="*/ 2261598 w 7467600"/>
              <a:gd name="connsiteY502" fmla="*/ 5467998 h 6858000"/>
              <a:gd name="connsiteX503" fmla="*/ 2437177 w 7467600"/>
              <a:gd name="connsiteY503" fmla="*/ 5479608 h 6858000"/>
              <a:gd name="connsiteX504" fmla="*/ 2445247 w 7467600"/>
              <a:gd name="connsiteY504" fmla="*/ 5483476 h 6858000"/>
              <a:gd name="connsiteX505" fmla="*/ 2743626 w 7467600"/>
              <a:gd name="connsiteY505" fmla="*/ 5304819 h 6858000"/>
              <a:gd name="connsiteX506" fmla="*/ 3048102 w 7467600"/>
              <a:gd name="connsiteY506" fmla="*/ 5150595 h 6858000"/>
              <a:gd name="connsiteX507" fmla="*/ 1799414 w 7467600"/>
              <a:gd name="connsiteY507" fmla="*/ 4694732 h 6858000"/>
              <a:gd name="connsiteX508" fmla="*/ 1771735 w 7467600"/>
              <a:gd name="connsiteY508" fmla="*/ 4619929 h 6858000"/>
              <a:gd name="connsiteX509" fmla="*/ 3104273 w 7467600"/>
              <a:gd name="connsiteY509" fmla="*/ 5076159 h 6858000"/>
              <a:gd name="connsiteX510" fmla="*/ 3113245 w 7467600"/>
              <a:gd name="connsiteY510" fmla="*/ 5090705 h 6858000"/>
              <a:gd name="connsiteX511" fmla="*/ 3126294 w 7467600"/>
              <a:gd name="connsiteY511" fmla="*/ 5114400 h 6858000"/>
              <a:gd name="connsiteX512" fmla="*/ 3937433 w 7467600"/>
              <a:gd name="connsiteY512" fmla="*/ 4830473 h 6858000"/>
              <a:gd name="connsiteX513" fmla="*/ 3590475 w 7467600"/>
              <a:gd name="connsiteY513" fmla="*/ 4597974 h 6858000"/>
              <a:gd name="connsiteX514" fmla="*/ 3100264 w 7467600"/>
              <a:gd name="connsiteY514" fmla="*/ 4579845 h 6858000"/>
              <a:gd name="connsiteX515" fmla="*/ 2183576 w 7467600"/>
              <a:gd name="connsiteY515" fmla="*/ 4227150 h 6858000"/>
              <a:gd name="connsiteX516" fmla="*/ 2151029 w 7467600"/>
              <a:gd name="connsiteY516" fmla="*/ 4146947 h 6858000"/>
              <a:gd name="connsiteX517" fmla="*/ 3563434 w 7467600"/>
              <a:gd name="connsiteY517" fmla="*/ 4469115 h 6858000"/>
              <a:gd name="connsiteX518" fmla="*/ 3177952 w 7467600"/>
              <a:gd name="connsiteY518" fmla="*/ 3657386 h 6858000"/>
              <a:gd name="connsiteX519" fmla="*/ 3189263 w 7467600"/>
              <a:gd name="connsiteY519" fmla="*/ 3625726 h 6858000"/>
              <a:gd name="connsiteX520" fmla="*/ 3560912 w 7467600"/>
              <a:gd name="connsiteY520" fmla="*/ 4079863 h 6858000"/>
              <a:gd name="connsiteX521" fmla="*/ 3626636 w 7467600"/>
              <a:gd name="connsiteY521" fmla="*/ 4512230 h 6858000"/>
              <a:gd name="connsiteX522" fmla="*/ 3653088 w 7467600"/>
              <a:gd name="connsiteY522" fmla="*/ 4521417 h 6858000"/>
              <a:gd name="connsiteX523" fmla="*/ 3988128 w 7467600"/>
              <a:gd name="connsiteY523" fmla="*/ 4817267 h 6858000"/>
              <a:gd name="connsiteX524" fmla="*/ 4830582 w 7467600"/>
              <a:gd name="connsiteY524" fmla="*/ 4676000 h 6858000"/>
              <a:gd name="connsiteX525" fmla="*/ 4830100 w 7467600"/>
              <a:gd name="connsiteY525" fmla="*/ 4675554 h 6858000"/>
              <a:gd name="connsiteX526" fmla="*/ 4036318 w 7467600"/>
              <a:gd name="connsiteY526" fmla="*/ 4147013 h 6858000"/>
              <a:gd name="connsiteX527" fmla="*/ 3432098 w 7467600"/>
              <a:gd name="connsiteY527" fmla="*/ 3537312 h 6858000"/>
              <a:gd name="connsiteX528" fmla="*/ 3446761 w 7467600"/>
              <a:gd name="connsiteY528" fmla="*/ 3461278 h 6858000"/>
              <a:gd name="connsiteX529" fmla="*/ 4419733 w 7467600"/>
              <a:gd name="connsiteY529" fmla="*/ 3963555 h 6858000"/>
              <a:gd name="connsiteX530" fmla="*/ 4781371 w 7467600"/>
              <a:gd name="connsiteY530" fmla="*/ 4458604 h 6858000"/>
              <a:gd name="connsiteX531" fmla="*/ 4780440 w 7467600"/>
              <a:gd name="connsiteY531" fmla="*/ 4470290 h 6858000"/>
              <a:gd name="connsiteX532" fmla="*/ 4898954 w 7467600"/>
              <a:gd name="connsiteY532" fmla="*/ 4662092 h 6858000"/>
              <a:gd name="connsiteX533" fmla="*/ 4900699 w 7467600"/>
              <a:gd name="connsiteY533" fmla="*/ 4670867 h 6858000"/>
              <a:gd name="connsiteX534" fmla="*/ 5714511 w 7467600"/>
              <a:gd name="connsiteY534" fmla="*/ 4663483 h 6858000"/>
              <a:gd name="connsiteX535" fmla="*/ 5464793 w 7467600"/>
              <a:gd name="connsiteY535" fmla="*/ 4393556 h 6858000"/>
              <a:gd name="connsiteX536" fmla="*/ 5461897 w 7467600"/>
              <a:gd name="connsiteY536" fmla="*/ 4390879 h 6858000"/>
              <a:gd name="connsiteX537" fmla="*/ 4294126 w 7467600"/>
              <a:gd name="connsiteY537" fmla="*/ 3303048 h 6858000"/>
              <a:gd name="connsiteX538" fmla="*/ 4305321 w 7467600"/>
              <a:gd name="connsiteY538" fmla="*/ 3256953 h 6858000"/>
              <a:gd name="connsiteX539" fmla="*/ 4949299 w 7467600"/>
              <a:gd name="connsiteY539" fmla="*/ 3766336 h 6858000"/>
              <a:gd name="connsiteX540" fmla="*/ 5291452 w 7467600"/>
              <a:gd name="connsiteY540" fmla="*/ 4076801 h 6858000"/>
              <a:gd name="connsiteX541" fmla="*/ 5434998 w 7467600"/>
              <a:gd name="connsiteY541" fmla="*/ 4254100 h 6858000"/>
              <a:gd name="connsiteX542" fmla="*/ 5351015 w 7467600"/>
              <a:gd name="connsiteY542" fmla="*/ 3760989 h 6858000"/>
              <a:gd name="connsiteX543" fmla="*/ 5413780 w 7467600"/>
              <a:gd name="connsiteY543" fmla="*/ 2966265 h 6858000"/>
              <a:gd name="connsiteX544" fmla="*/ 5425627 w 7467600"/>
              <a:gd name="connsiteY544" fmla="*/ 2954192 h 6858000"/>
              <a:gd name="connsiteX545" fmla="*/ 6604735 w 7467600"/>
              <a:gd name="connsiteY545" fmla="*/ 2041381 h 6858000"/>
              <a:gd name="connsiteX546" fmla="*/ 7204487 w 7467600"/>
              <a:gd name="connsiteY546" fmla="*/ 2742112 h 6858000"/>
              <a:gd name="connsiteX547" fmla="*/ 7131592 w 7467600"/>
              <a:gd name="connsiteY547" fmla="*/ 2672096 h 6858000"/>
              <a:gd name="connsiteX548" fmla="*/ 6996344 w 7467600"/>
              <a:gd name="connsiteY548" fmla="*/ 2518310 h 6858000"/>
              <a:gd name="connsiteX549" fmla="*/ 6735495 w 7467600"/>
              <a:gd name="connsiteY549" fmla="*/ 2196890 h 6858000"/>
              <a:gd name="connsiteX550" fmla="*/ 6721901 w 7467600"/>
              <a:gd name="connsiteY550" fmla="*/ 2179274 h 6858000"/>
              <a:gd name="connsiteX551" fmla="*/ 6604735 w 7467600"/>
              <a:gd name="connsiteY551" fmla="*/ 2041381 h 6858000"/>
              <a:gd name="connsiteX552" fmla="*/ 6591670 w 7467600"/>
              <a:gd name="connsiteY552" fmla="*/ 1988277 h 6858000"/>
              <a:gd name="connsiteX553" fmla="*/ 6747349 w 7467600"/>
              <a:gd name="connsiteY553" fmla="*/ 2160069 h 6858000"/>
              <a:gd name="connsiteX554" fmla="*/ 6760943 w 7467600"/>
              <a:gd name="connsiteY554" fmla="*/ 2177686 h 6858000"/>
              <a:gd name="connsiteX555" fmla="*/ 7021065 w 7467600"/>
              <a:gd name="connsiteY555" fmla="*/ 2498102 h 6858000"/>
              <a:gd name="connsiteX556" fmla="*/ 7155223 w 7467600"/>
              <a:gd name="connsiteY556" fmla="*/ 2650386 h 6858000"/>
              <a:gd name="connsiteX557" fmla="*/ 7203167 w 7467600"/>
              <a:gd name="connsiteY557" fmla="*/ 2697288 h 6858000"/>
              <a:gd name="connsiteX558" fmla="*/ 6937703 w 7467600"/>
              <a:gd name="connsiteY558" fmla="*/ 2321981 h 6858000"/>
              <a:gd name="connsiteX559" fmla="*/ 6591670 w 7467600"/>
              <a:gd name="connsiteY559" fmla="*/ 1988277 h 6858000"/>
              <a:gd name="connsiteX560" fmla="*/ 5798671 w 7467600"/>
              <a:gd name="connsiteY560" fmla="*/ 1981601 h 6858000"/>
              <a:gd name="connsiteX561" fmla="*/ 5754709 w 7467600"/>
              <a:gd name="connsiteY561" fmla="*/ 2071454 h 6858000"/>
              <a:gd name="connsiteX562" fmla="*/ 5763044 w 7467600"/>
              <a:gd name="connsiteY562" fmla="*/ 2842206 h 6858000"/>
              <a:gd name="connsiteX563" fmla="*/ 5764974 w 7467600"/>
              <a:gd name="connsiteY563" fmla="*/ 2799609 h 6858000"/>
              <a:gd name="connsiteX564" fmla="*/ 5767665 w 7467600"/>
              <a:gd name="connsiteY564" fmla="*/ 2666409 h 6858000"/>
              <a:gd name="connsiteX565" fmla="*/ 5763055 w 7467600"/>
              <a:gd name="connsiteY565" fmla="*/ 2579705 h 6858000"/>
              <a:gd name="connsiteX566" fmla="*/ 5758079 w 7467600"/>
              <a:gd name="connsiteY566" fmla="*/ 2492508 h 6858000"/>
              <a:gd name="connsiteX567" fmla="*/ 5779325 w 7467600"/>
              <a:gd name="connsiteY567" fmla="*/ 2197069 h 6858000"/>
              <a:gd name="connsiteX568" fmla="*/ 5798671 w 7467600"/>
              <a:gd name="connsiteY568" fmla="*/ 1981601 h 6858000"/>
              <a:gd name="connsiteX569" fmla="*/ 5829202 w 7467600"/>
              <a:gd name="connsiteY569" fmla="*/ 1971679 h 6858000"/>
              <a:gd name="connsiteX570" fmla="*/ 5809558 w 7467600"/>
              <a:gd name="connsiteY570" fmla="*/ 2198043 h 6858000"/>
              <a:gd name="connsiteX571" fmla="*/ 5788653 w 7467600"/>
              <a:gd name="connsiteY571" fmla="*/ 2489430 h 6858000"/>
              <a:gd name="connsiteX572" fmla="*/ 5793439 w 7467600"/>
              <a:gd name="connsiteY572" fmla="*/ 2575235 h 6858000"/>
              <a:gd name="connsiteX573" fmla="*/ 5796837 w 7467600"/>
              <a:gd name="connsiteY573" fmla="*/ 2637633 h 6858000"/>
              <a:gd name="connsiteX574" fmla="*/ 5818614 w 7467600"/>
              <a:gd name="connsiteY574" fmla="*/ 2473055 h 6858000"/>
              <a:gd name="connsiteX575" fmla="*/ 5829202 w 7467600"/>
              <a:gd name="connsiteY575" fmla="*/ 1971679 h 6858000"/>
              <a:gd name="connsiteX576" fmla="*/ 5911389 w 7467600"/>
              <a:gd name="connsiteY576" fmla="*/ 1898371 h 6858000"/>
              <a:gd name="connsiteX577" fmla="*/ 6237627 w 7467600"/>
              <a:gd name="connsiteY577" fmla="*/ 2231921 h 6858000"/>
              <a:gd name="connsiteX578" fmla="*/ 5911389 w 7467600"/>
              <a:gd name="connsiteY578" fmla="*/ 1898371 h 6858000"/>
              <a:gd name="connsiteX579" fmla="*/ 6944437 w 7467600"/>
              <a:gd name="connsiteY579" fmla="*/ 1575402 h 6858000"/>
              <a:gd name="connsiteX580" fmla="*/ 6304730 w 7467600"/>
              <a:gd name="connsiteY580" fmla="*/ 1766654 h 6858000"/>
              <a:gd name="connsiteX581" fmla="*/ 6944437 w 7467600"/>
              <a:gd name="connsiteY581" fmla="*/ 1575402 h 6858000"/>
              <a:gd name="connsiteX582" fmla="*/ 7019523 w 7467600"/>
              <a:gd name="connsiteY582" fmla="*/ 1519450 h 6858000"/>
              <a:gd name="connsiteX583" fmla="*/ 6298091 w 7467600"/>
              <a:gd name="connsiteY583" fmla="*/ 1737122 h 6858000"/>
              <a:gd name="connsiteX584" fmla="*/ 7019523 w 7467600"/>
              <a:gd name="connsiteY584" fmla="*/ 1519450 h 6858000"/>
              <a:gd name="connsiteX585" fmla="*/ 2399523 w 7467600"/>
              <a:gd name="connsiteY585" fmla="*/ 1428234 h 6858000"/>
              <a:gd name="connsiteX586" fmla="*/ 2224982 w 7467600"/>
              <a:gd name="connsiteY586" fmla="*/ 1826201 h 6858000"/>
              <a:gd name="connsiteX587" fmla="*/ 2096099 w 7467600"/>
              <a:gd name="connsiteY587" fmla="*/ 2345900 h 6858000"/>
              <a:gd name="connsiteX588" fmla="*/ 2283317 w 7467600"/>
              <a:gd name="connsiteY588" fmla="*/ 1796925 h 6858000"/>
              <a:gd name="connsiteX589" fmla="*/ 2399523 w 7467600"/>
              <a:gd name="connsiteY589" fmla="*/ 1428234 h 6858000"/>
              <a:gd name="connsiteX590" fmla="*/ 2448558 w 7467600"/>
              <a:gd name="connsiteY590" fmla="*/ 1373435 h 6858000"/>
              <a:gd name="connsiteX591" fmla="*/ 2312521 w 7467600"/>
              <a:gd name="connsiteY591" fmla="*/ 1806140 h 6858000"/>
              <a:gd name="connsiteX592" fmla="*/ 2127533 w 7467600"/>
              <a:gd name="connsiteY592" fmla="*/ 2348380 h 6858000"/>
              <a:gd name="connsiteX593" fmla="*/ 2358080 w 7467600"/>
              <a:gd name="connsiteY593" fmla="*/ 1866134 h 6858000"/>
              <a:gd name="connsiteX594" fmla="*/ 2407436 w 7467600"/>
              <a:gd name="connsiteY594" fmla="*/ 1651070 h 6858000"/>
              <a:gd name="connsiteX595" fmla="*/ 2448558 w 7467600"/>
              <a:gd name="connsiteY595" fmla="*/ 1373435 h 6858000"/>
              <a:gd name="connsiteX596" fmla="*/ 278707 w 7467600"/>
              <a:gd name="connsiteY596" fmla="*/ 1352270 h 6858000"/>
              <a:gd name="connsiteX597" fmla="*/ 321570 w 7467600"/>
              <a:gd name="connsiteY597" fmla="*/ 1861610 h 6858000"/>
              <a:gd name="connsiteX598" fmla="*/ 294281 w 7467600"/>
              <a:gd name="connsiteY598" fmla="*/ 1440658 h 6858000"/>
              <a:gd name="connsiteX599" fmla="*/ 278707 w 7467600"/>
              <a:gd name="connsiteY599" fmla="*/ 1352270 h 6858000"/>
              <a:gd name="connsiteX600" fmla="*/ 1423821 w 7467600"/>
              <a:gd name="connsiteY600" fmla="*/ 1351958 h 6858000"/>
              <a:gd name="connsiteX601" fmla="*/ 1638521 w 7467600"/>
              <a:gd name="connsiteY601" fmla="*/ 1908470 h 6858000"/>
              <a:gd name="connsiteX602" fmla="*/ 1754199 w 7467600"/>
              <a:gd name="connsiteY602" fmla="*/ 2149284 h 6858000"/>
              <a:gd name="connsiteX603" fmla="*/ 1908359 w 7467600"/>
              <a:gd name="connsiteY603" fmla="*/ 2364988 h 6858000"/>
              <a:gd name="connsiteX604" fmla="*/ 1647661 w 7467600"/>
              <a:gd name="connsiteY604" fmla="*/ 1825945 h 6858000"/>
              <a:gd name="connsiteX605" fmla="*/ 1423821 w 7467600"/>
              <a:gd name="connsiteY605" fmla="*/ 1351958 h 6858000"/>
              <a:gd name="connsiteX606" fmla="*/ 1431890 w 7467600"/>
              <a:gd name="connsiteY606" fmla="*/ 1306475 h 6858000"/>
              <a:gd name="connsiteX607" fmla="*/ 1507597 w 7467600"/>
              <a:gd name="connsiteY607" fmla="*/ 1446132 h 6858000"/>
              <a:gd name="connsiteX608" fmla="*/ 1674586 w 7467600"/>
              <a:gd name="connsiteY608" fmla="*/ 1813832 h 6858000"/>
              <a:gd name="connsiteX609" fmla="*/ 1815950 w 7467600"/>
              <a:gd name="connsiteY609" fmla="*/ 2128564 h 6858000"/>
              <a:gd name="connsiteX610" fmla="*/ 1984242 w 7467600"/>
              <a:gd name="connsiteY610" fmla="*/ 2430829 h 6858000"/>
              <a:gd name="connsiteX611" fmla="*/ 2014023 w 7467600"/>
              <a:gd name="connsiteY611" fmla="*/ 2450995 h 6858000"/>
              <a:gd name="connsiteX612" fmla="*/ 1747337 w 7467600"/>
              <a:gd name="connsiteY612" fmla="*/ 1855264 h 6858000"/>
              <a:gd name="connsiteX613" fmla="*/ 1533749 w 7467600"/>
              <a:gd name="connsiteY613" fmla="*/ 1478656 h 6858000"/>
              <a:gd name="connsiteX614" fmla="*/ 1431890 w 7467600"/>
              <a:gd name="connsiteY614" fmla="*/ 1306475 h 6858000"/>
              <a:gd name="connsiteX615" fmla="*/ 5052692 w 7467600"/>
              <a:gd name="connsiteY615" fmla="*/ 1292994 h 6858000"/>
              <a:gd name="connsiteX616" fmla="*/ 5200661 w 7467600"/>
              <a:gd name="connsiteY616" fmla="*/ 1635186 h 6858000"/>
              <a:gd name="connsiteX617" fmla="*/ 5297138 w 7467600"/>
              <a:gd name="connsiteY617" fmla="*/ 1906351 h 6858000"/>
              <a:gd name="connsiteX618" fmla="*/ 5052692 w 7467600"/>
              <a:gd name="connsiteY618" fmla="*/ 1292994 h 6858000"/>
              <a:gd name="connsiteX619" fmla="*/ 5009948 w 7467600"/>
              <a:gd name="connsiteY619" fmla="*/ 1273619 h 6858000"/>
              <a:gd name="connsiteX620" fmla="*/ 5121777 w 7467600"/>
              <a:gd name="connsiteY620" fmla="*/ 1654213 h 6858000"/>
              <a:gd name="connsiteX621" fmla="*/ 5293545 w 7467600"/>
              <a:gd name="connsiteY621" fmla="*/ 2072247 h 6858000"/>
              <a:gd name="connsiteX622" fmla="*/ 5294042 w 7467600"/>
              <a:gd name="connsiteY622" fmla="*/ 2065019 h 6858000"/>
              <a:gd name="connsiteX623" fmla="*/ 5171936 w 7467600"/>
              <a:gd name="connsiteY623" fmla="*/ 1647613 h 6858000"/>
              <a:gd name="connsiteX624" fmla="*/ 5009948 w 7467600"/>
              <a:gd name="connsiteY624" fmla="*/ 1273619 h 6858000"/>
              <a:gd name="connsiteX625" fmla="*/ 655236 w 7467600"/>
              <a:gd name="connsiteY625" fmla="*/ 1268632 h 6858000"/>
              <a:gd name="connsiteX626" fmla="*/ 839521 w 7467600"/>
              <a:gd name="connsiteY626" fmla="*/ 1685315 h 6858000"/>
              <a:gd name="connsiteX627" fmla="*/ 1109416 w 7467600"/>
              <a:gd name="connsiteY627" fmla="*/ 2061663 h 6858000"/>
              <a:gd name="connsiteX628" fmla="*/ 1298300 w 7467600"/>
              <a:gd name="connsiteY628" fmla="*/ 2247742 h 6858000"/>
              <a:gd name="connsiteX629" fmla="*/ 1125871 w 7467600"/>
              <a:gd name="connsiteY629" fmla="*/ 1989513 h 6858000"/>
              <a:gd name="connsiteX630" fmla="*/ 981574 w 7467600"/>
              <a:gd name="connsiteY630" fmla="*/ 1783157 h 6858000"/>
              <a:gd name="connsiteX631" fmla="*/ 922198 w 7467600"/>
              <a:gd name="connsiteY631" fmla="*/ 1677437 h 6858000"/>
              <a:gd name="connsiteX632" fmla="*/ 869293 w 7467600"/>
              <a:gd name="connsiteY632" fmla="*/ 1583214 h 6858000"/>
              <a:gd name="connsiteX633" fmla="*/ 751431 w 7467600"/>
              <a:gd name="connsiteY633" fmla="*/ 1405731 h 6858000"/>
              <a:gd name="connsiteX634" fmla="*/ 655236 w 7467600"/>
              <a:gd name="connsiteY634" fmla="*/ 1268632 h 6858000"/>
              <a:gd name="connsiteX635" fmla="*/ 6516292 w 7467600"/>
              <a:gd name="connsiteY635" fmla="*/ 1263064 h 6858000"/>
              <a:gd name="connsiteX636" fmla="*/ 5736320 w 7467600"/>
              <a:gd name="connsiteY636" fmla="*/ 1501803 h 6858000"/>
              <a:gd name="connsiteX637" fmla="*/ 6516292 w 7467600"/>
              <a:gd name="connsiteY637" fmla="*/ 1263064 h 6858000"/>
              <a:gd name="connsiteX638" fmla="*/ 291466 w 7467600"/>
              <a:gd name="connsiteY638" fmla="*/ 1250369 h 6858000"/>
              <a:gd name="connsiteX639" fmla="*/ 323180 w 7467600"/>
              <a:gd name="connsiteY639" fmla="*/ 1435283 h 6858000"/>
              <a:gd name="connsiteX640" fmla="*/ 349381 w 7467600"/>
              <a:gd name="connsiteY640" fmla="*/ 1875041 h 6858000"/>
              <a:gd name="connsiteX641" fmla="*/ 374363 w 7467600"/>
              <a:gd name="connsiteY641" fmla="*/ 1506494 h 6858000"/>
              <a:gd name="connsiteX642" fmla="*/ 302168 w 7467600"/>
              <a:gd name="connsiteY642" fmla="*/ 1274495 h 6858000"/>
              <a:gd name="connsiteX643" fmla="*/ 291466 w 7467600"/>
              <a:gd name="connsiteY643" fmla="*/ 1250369 h 6858000"/>
              <a:gd name="connsiteX644" fmla="*/ 678222 w 7467600"/>
              <a:gd name="connsiteY644" fmla="*/ 1248670 h 6858000"/>
              <a:gd name="connsiteX645" fmla="*/ 775536 w 7467600"/>
              <a:gd name="connsiteY645" fmla="*/ 1388015 h 6858000"/>
              <a:gd name="connsiteX646" fmla="*/ 894529 w 7467600"/>
              <a:gd name="connsiteY646" fmla="*/ 1567739 h 6858000"/>
              <a:gd name="connsiteX647" fmla="*/ 948000 w 7467600"/>
              <a:gd name="connsiteY647" fmla="*/ 1663088 h 6858000"/>
              <a:gd name="connsiteX648" fmla="*/ 1006812 w 7467600"/>
              <a:gd name="connsiteY648" fmla="*/ 1767683 h 6858000"/>
              <a:gd name="connsiteX649" fmla="*/ 1149133 w 7467600"/>
              <a:gd name="connsiteY649" fmla="*/ 1971513 h 6858000"/>
              <a:gd name="connsiteX650" fmla="*/ 1333952 w 7467600"/>
              <a:gd name="connsiteY650" fmla="*/ 2251620 h 6858000"/>
              <a:gd name="connsiteX651" fmla="*/ 1337329 w 7467600"/>
              <a:gd name="connsiteY651" fmla="*/ 2258350 h 6858000"/>
              <a:gd name="connsiteX652" fmla="*/ 1014726 w 7467600"/>
              <a:gd name="connsiteY652" fmla="*/ 1615556 h 6858000"/>
              <a:gd name="connsiteX653" fmla="*/ 678222 w 7467600"/>
              <a:gd name="connsiteY653" fmla="*/ 1248670 h 6858000"/>
              <a:gd name="connsiteX654" fmla="*/ 6691602 w 7467600"/>
              <a:gd name="connsiteY654" fmla="*/ 1140573 h 6858000"/>
              <a:gd name="connsiteX655" fmla="*/ 6571100 w 7467600"/>
              <a:gd name="connsiteY655" fmla="*/ 1183662 h 6858000"/>
              <a:gd name="connsiteX656" fmla="*/ 6241687 w 7467600"/>
              <a:gd name="connsiteY656" fmla="*/ 1257600 h 6858000"/>
              <a:gd name="connsiteX657" fmla="*/ 5693009 w 7467600"/>
              <a:gd name="connsiteY657" fmla="*/ 1478256 h 6858000"/>
              <a:gd name="connsiteX658" fmla="*/ 6548420 w 7467600"/>
              <a:gd name="connsiteY658" fmla="*/ 1214599 h 6858000"/>
              <a:gd name="connsiteX659" fmla="*/ 6605473 w 7467600"/>
              <a:gd name="connsiteY659" fmla="*/ 1184686 h 6858000"/>
              <a:gd name="connsiteX660" fmla="*/ 6691602 w 7467600"/>
              <a:gd name="connsiteY660" fmla="*/ 1140573 h 6858000"/>
              <a:gd name="connsiteX661" fmla="*/ 4002475 w 7467600"/>
              <a:gd name="connsiteY661" fmla="*/ 1037802 h 6858000"/>
              <a:gd name="connsiteX662" fmla="*/ 4000324 w 7467600"/>
              <a:gd name="connsiteY662" fmla="*/ 1039362 h 6858000"/>
              <a:gd name="connsiteX663" fmla="*/ 4002862 w 7467600"/>
              <a:gd name="connsiteY663" fmla="*/ 1042866 h 6858000"/>
              <a:gd name="connsiteX664" fmla="*/ 4002475 w 7467600"/>
              <a:gd name="connsiteY664" fmla="*/ 1037802 h 6858000"/>
              <a:gd name="connsiteX665" fmla="*/ 506322 w 7467600"/>
              <a:gd name="connsiteY665" fmla="*/ 1020997 h 6858000"/>
              <a:gd name="connsiteX666" fmla="*/ 533068 w 7467600"/>
              <a:gd name="connsiteY666" fmla="*/ 1029409 h 6858000"/>
              <a:gd name="connsiteX667" fmla="*/ 1232525 w 7467600"/>
              <a:gd name="connsiteY667" fmla="*/ 1804675 h 6858000"/>
              <a:gd name="connsiteX668" fmla="*/ 1388858 w 7467600"/>
              <a:gd name="connsiteY668" fmla="*/ 2368011 h 6858000"/>
              <a:gd name="connsiteX669" fmla="*/ 1384098 w 7467600"/>
              <a:gd name="connsiteY669" fmla="*/ 2378125 h 6858000"/>
              <a:gd name="connsiteX670" fmla="*/ 1425393 w 7467600"/>
              <a:gd name="connsiteY670" fmla="*/ 2589124 h 6858000"/>
              <a:gd name="connsiteX671" fmla="*/ 1424001 w 7467600"/>
              <a:gd name="connsiteY671" fmla="*/ 2597541 h 6858000"/>
              <a:gd name="connsiteX672" fmla="*/ 2152729 w 7467600"/>
              <a:gd name="connsiteY672" fmla="*/ 2864487 h 6858000"/>
              <a:gd name="connsiteX673" fmla="*/ 2020609 w 7467600"/>
              <a:gd name="connsiteY673" fmla="*/ 2539671 h 6858000"/>
              <a:gd name="connsiteX674" fmla="*/ 2018920 w 7467600"/>
              <a:gd name="connsiteY674" fmla="*/ 2536309 h 6858000"/>
              <a:gd name="connsiteX675" fmla="*/ 1342441 w 7467600"/>
              <a:gd name="connsiteY675" fmla="*/ 1173017 h 6858000"/>
              <a:gd name="connsiteX676" fmla="*/ 1367925 w 7467600"/>
              <a:gd name="connsiteY676" fmla="*/ 1135648 h 6858000"/>
              <a:gd name="connsiteX677" fmla="*/ 1771401 w 7467600"/>
              <a:gd name="connsiteY677" fmla="*/ 1806673 h 6858000"/>
              <a:gd name="connsiteX678" fmla="*/ 1972385 w 7467600"/>
              <a:gd name="connsiteY678" fmla="*/ 2198735 h 6858000"/>
              <a:gd name="connsiteX679" fmla="*/ 2040892 w 7467600"/>
              <a:gd name="connsiteY679" fmla="*/ 2405205 h 6858000"/>
              <a:gd name="connsiteX680" fmla="*/ 2131689 w 7467600"/>
              <a:gd name="connsiteY680" fmla="*/ 1936926 h 6858000"/>
              <a:gd name="connsiteX681" fmla="*/ 2454820 w 7467600"/>
              <a:gd name="connsiteY681" fmla="*/ 1248808 h 6858000"/>
              <a:gd name="connsiteX682" fmla="*/ 2492512 w 7467600"/>
              <a:gd name="connsiteY682" fmla="*/ 1302920 h 6858000"/>
              <a:gd name="connsiteX683" fmla="*/ 2081216 w 7467600"/>
              <a:gd name="connsiteY683" fmla="*/ 2527513 h 6858000"/>
              <a:gd name="connsiteX684" fmla="*/ 2081211 w 7467600"/>
              <a:gd name="connsiteY684" fmla="*/ 2528916 h 6858000"/>
              <a:gd name="connsiteX685" fmla="*/ 2199067 w 7467600"/>
              <a:gd name="connsiteY685" fmla="*/ 2884061 h 6858000"/>
              <a:gd name="connsiteX686" fmla="*/ 3192586 w 7467600"/>
              <a:gd name="connsiteY686" fmla="*/ 3411496 h 6858000"/>
              <a:gd name="connsiteX687" fmla="*/ 3182620 w 7467600"/>
              <a:gd name="connsiteY687" fmla="*/ 3483279 h 6858000"/>
              <a:gd name="connsiteX688" fmla="*/ 2435119 w 7467600"/>
              <a:gd name="connsiteY688" fmla="*/ 3080173 h 6858000"/>
              <a:gd name="connsiteX689" fmla="*/ 2410152 w 7467600"/>
              <a:gd name="connsiteY689" fmla="*/ 3063751 h 6858000"/>
              <a:gd name="connsiteX690" fmla="*/ 2408099 w 7467600"/>
              <a:gd name="connsiteY690" fmla="*/ 3064403 h 6858000"/>
              <a:gd name="connsiteX691" fmla="*/ 2407218 w 7467600"/>
              <a:gd name="connsiteY691" fmla="*/ 3070324 h 6858000"/>
              <a:gd name="connsiteX692" fmla="*/ 2380138 w 7467600"/>
              <a:gd name="connsiteY692" fmla="*/ 3099341 h 6858000"/>
              <a:gd name="connsiteX693" fmla="*/ 1765923 w 7467600"/>
              <a:gd name="connsiteY693" fmla="*/ 3581043 h 6858000"/>
              <a:gd name="connsiteX694" fmla="*/ 1702258 w 7467600"/>
              <a:gd name="connsiteY694" fmla="*/ 3612286 h 6858000"/>
              <a:gd name="connsiteX695" fmla="*/ 1538370 w 7467600"/>
              <a:gd name="connsiteY695" fmla="*/ 3811804 h 6858000"/>
              <a:gd name="connsiteX696" fmla="*/ 542867 w 7467600"/>
              <a:gd name="connsiteY696" fmla="*/ 4944092 h 6858000"/>
              <a:gd name="connsiteX697" fmla="*/ 515800 w 7467600"/>
              <a:gd name="connsiteY697" fmla="*/ 4862180 h 6858000"/>
              <a:gd name="connsiteX698" fmla="*/ 909145 w 7467600"/>
              <a:gd name="connsiteY698" fmla="*/ 4199225 h 6858000"/>
              <a:gd name="connsiteX699" fmla="*/ 1214067 w 7467600"/>
              <a:gd name="connsiteY699" fmla="*/ 3908561 h 6858000"/>
              <a:gd name="connsiteX700" fmla="*/ 640967 w 7467600"/>
              <a:gd name="connsiteY700" fmla="*/ 4105601 h 6858000"/>
              <a:gd name="connsiteX701" fmla="*/ 112563 w 7467600"/>
              <a:gd name="connsiteY701" fmla="*/ 4396952 h 6858000"/>
              <a:gd name="connsiteX702" fmla="*/ 0 w 7467600"/>
              <a:gd name="connsiteY702" fmla="*/ 4466006 h 6858000"/>
              <a:gd name="connsiteX703" fmla="*/ 0 w 7467600"/>
              <a:gd name="connsiteY703" fmla="*/ 4233763 h 6858000"/>
              <a:gd name="connsiteX704" fmla="*/ 36881 w 7467600"/>
              <a:gd name="connsiteY704" fmla="*/ 4200118 h 6858000"/>
              <a:gd name="connsiteX705" fmla="*/ 910534 w 7467600"/>
              <a:gd name="connsiteY705" fmla="*/ 3629753 h 6858000"/>
              <a:gd name="connsiteX706" fmla="*/ 1578717 w 7467600"/>
              <a:gd name="connsiteY706" fmla="*/ 3575982 h 6858000"/>
              <a:gd name="connsiteX707" fmla="*/ 2338780 w 7467600"/>
              <a:gd name="connsiteY707" fmla="*/ 3033725 h 6858000"/>
              <a:gd name="connsiteX708" fmla="*/ 1807991 w 7467600"/>
              <a:gd name="connsiteY708" fmla="*/ 2807184 h 6858000"/>
              <a:gd name="connsiteX709" fmla="*/ 1416358 w 7467600"/>
              <a:gd name="connsiteY709" fmla="*/ 3112571 h 6858000"/>
              <a:gd name="connsiteX710" fmla="*/ 939066 w 7467600"/>
              <a:gd name="connsiteY710" fmla="*/ 3378798 h 6858000"/>
              <a:gd name="connsiteX711" fmla="*/ 115099 w 7467600"/>
              <a:gd name="connsiteY711" fmla="*/ 3607650 h 6858000"/>
              <a:gd name="connsiteX712" fmla="*/ 97284 w 7467600"/>
              <a:gd name="connsiteY712" fmla="*/ 3520393 h 6858000"/>
              <a:gd name="connsiteX713" fmla="*/ 922050 w 7467600"/>
              <a:gd name="connsiteY713" fmla="*/ 3074867 h 6858000"/>
              <a:gd name="connsiteX714" fmla="*/ 1405265 w 7467600"/>
              <a:gd name="connsiteY714" fmla="*/ 3016319 h 6858000"/>
              <a:gd name="connsiteX715" fmla="*/ 1407512 w 7467600"/>
              <a:gd name="connsiteY715" fmla="*/ 3018001 h 6858000"/>
              <a:gd name="connsiteX716" fmla="*/ 1726266 w 7467600"/>
              <a:gd name="connsiteY716" fmla="*/ 2777274 h 6858000"/>
              <a:gd name="connsiteX717" fmla="*/ 625390 w 7467600"/>
              <a:gd name="connsiteY717" fmla="*/ 2514541 h 6858000"/>
              <a:gd name="connsiteX718" fmla="*/ 619799 w 7467600"/>
              <a:gd name="connsiteY718" fmla="*/ 2527180 h 6858000"/>
              <a:gd name="connsiteX719" fmla="*/ 310030 w 7467600"/>
              <a:gd name="connsiteY719" fmla="*/ 2771818 h 6858000"/>
              <a:gd name="connsiteX720" fmla="*/ 173877 w 7467600"/>
              <a:gd name="connsiteY720" fmla="*/ 2937056 h 6858000"/>
              <a:gd name="connsiteX721" fmla="*/ 77889 w 7467600"/>
              <a:gd name="connsiteY721" fmla="*/ 3138440 h 6858000"/>
              <a:gd name="connsiteX722" fmla="*/ 0 w 7467600"/>
              <a:gd name="connsiteY722" fmla="*/ 3271395 h 6858000"/>
              <a:gd name="connsiteX723" fmla="*/ 0 w 7467600"/>
              <a:gd name="connsiteY723" fmla="*/ 3153002 h 6858000"/>
              <a:gd name="connsiteX724" fmla="*/ 2386 w 7467600"/>
              <a:gd name="connsiteY724" fmla="*/ 3149203 h 6858000"/>
              <a:gd name="connsiteX725" fmla="*/ 89753 w 7467600"/>
              <a:gd name="connsiteY725" fmla="*/ 2987702 h 6858000"/>
              <a:gd name="connsiteX726" fmla="*/ 76869 w 7467600"/>
              <a:gd name="connsiteY726" fmla="*/ 3005404 h 6858000"/>
              <a:gd name="connsiteX727" fmla="*/ 32049 w 7467600"/>
              <a:gd name="connsiteY727" fmla="*/ 3065814 h 6858000"/>
              <a:gd name="connsiteX728" fmla="*/ 0 w 7467600"/>
              <a:gd name="connsiteY728" fmla="*/ 3108744 h 6858000"/>
              <a:gd name="connsiteX729" fmla="*/ 0 w 7467600"/>
              <a:gd name="connsiteY729" fmla="*/ 3058059 h 6858000"/>
              <a:gd name="connsiteX730" fmla="*/ 7610 w 7467600"/>
              <a:gd name="connsiteY730" fmla="*/ 3047889 h 6858000"/>
              <a:gd name="connsiteX731" fmla="*/ 52419 w 7467600"/>
              <a:gd name="connsiteY731" fmla="*/ 2987479 h 6858000"/>
              <a:gd name="connsiteX732" fmla="*/ 59142 w 7467600"/>
              <a:gd name="connsiteY732" fmla="*/ 2978488 h 6858000"/>
              <a:gd name="connsiteX733" fmla="*/ 0 w 7467600"/>
              <a:gd name="connsiteY733" fmla="*/ 3015334 h 6858000"/>
              <a:gd name="connsiteX734" fmla="*/ 0 w 7467600"/>
              <a:gd name="connsiteY734" fmla="*/ 2914286 h 6858000"/>
              <a:gd name="connsiteX735" fmla="*/ 36383 w 7467600"/>
              <a:gd name="connsiteY735" fmla="*/ 2901128 h 6858000"/>
              <a:gd name="connsiteX736" fmla="*/ 156329 w 7467600"/>
              <a:gd name="connsiteY736" fmla="*/ 2840533 h 6858000"/>
              <a:gd name="connsiteX737" fmla="*/ 358355 w 7467600"/>
              <a:gd name="connsiteY737" fmla="*/ 2620471 h 6858000"/>
              <a:gd name="connsiteX738" fmla="*/ 510577 w 7467600"/>
              <a:gd name="connsiteY738" fmla="*/ 2501244 h 6858000"/>
              <a:gd name="connsiteX739" fmla="*/ 211967 w 7467600"/>
              <a:gd name="connsiteY739" fmla="*/ 2479171 h 6858000"/>
              <a:gd name="connsiteX740" fmla="*/ 0 w 7467600"/>
              <a:gd name="connsiteY740" fmla="*/ 2476398 h 6858000"/>
              <a:gd name="connsiteX741" fmla="*/ 0 w 7467600"/>
              <a:gd name="connsiteY741" fmla="*/ 2389189 h 6858000"/>
              <a:gd name="connsiteX742" fmla="*/ 103062 w 7467600"/>
              <a:gd name="connsiteY742" fmla="*/ 2389518 h 6858000"/>
              <a:gd name="connsiteX743" fmla="*/ 510734 w 7467600"/>
              <a:gd name="connsiteY743" fmla="*/ 2416201 h 6858000"/>
              <a:gd name="connsiteX744" fmla="*/ 279257 w 7467600"/>
              <a:gd name="connsiteY744" fmla="*/ 2092102 h 6858000"/>
              <a:gd name="connsiteX745" fmla="*/ 65265 w 7467600"/>
              <a:gd name="connsiteY745" fmla="*/ 2006049 h 6858000"/>
              <a:gd name="connsiteX746" fmla="*/ 0 w 7467600"/>
              <a:gd name="connsiteY746" fmla="*/ 1982532 h 6858000"/>
              <a:gd name="connsiteX747" fmla="*/ 0 w 7467600"/>
              <a:gd name="connsiteY747" fmla="*/ 1912789 h 6858000"/>
              <a:gd name="connsiteX748" fmla="*/ 97460 w 7467600"/>
              <a:gd name="connsiteY748" fmla="*/ 1953725 h 6858000"/>
              <a:gd name="connsiteX749" fmla="*/ 221272 w 7467600"/>
              <a:gd name="connsiteY749" fmla="*/ 1980766 h 6858000"/>
              <a:gd name="connsiteX750" fmla="*/ 116765 w 7467600"/>
              <a:gd name="connsiteY750" fmla="*/ 1911033 h 6858000"/>
              <a:gd name="connsiteX751" fmla="*/ 16405 w 7467600"/>
              <a:gd name="connsiteY751" fmla="*/ 1803412 h 6858000"/>
              <a:gd name="connsiteX752" fmla="*/ 0 w 7467600"/>
              <a:gd name="connsiteY752" fmla="*/ 1784777 h 6858000"/>
              <a:gd name="connsiteX753" fmla="*/ 0 w 7467600"/>
              <a:gd name="connsiteY753" fmla="*/ 1740082 h 6858000"/>
              <a:gd name="connsiteX754" fmla="*/ 39394 w 7467600"/>
              <a:gd name="connsiteY754" fmla="*/ 1784856 h 6858000"/>
              <a:gd name="connsiteX755" fmla="*/ 135813 w 7467600"/>
              <a:gd name="connsiteY755" fmla="*/ 1888838 h 6858000"/>
              <a:gd name="connsiteX756" fmla="*/ 242575 w 7467600"/>
              <a:gd name="connsiteY756" fmla="*/ 1958841 h 6858000"/>
              <a:gd name="connsiteX757" fmla="*/ 82197 w 7467600"/>
              <a:gd name="connsiteY757" fmla="*/ 1754826 h 6858000"/>
              <a:gd name="connsiteX758" fmla="*/ 0 w 7467600"/>
              <a:gd name="connsiteY758" fmla="*/ 1679650 h 6858000"/>
              <a:gd name="connsiteX759" fmla="*/ 0 w 7467600"/>
              <a:gd name="connsiteY759" fmla="*/ 1602463 h 6858000"/>
              <a:gd name="connsiteX760" fmla="*/ 84689 w 7467600"/>
              <a:gd name="connsiteY760" fmla="*/ 1677442 h 6858000"/>
              <a:gd name="connsiteX761" fmla="*/ 298437 w 7467600"/>
              <a:gd name="connsiteY761" fmla="*/ 1968019 h 6858000"/>
              <a:gd name="connsiteX762" fmla="*/ 227269 w 7467600"/>
              <a:gd name="connsiteY762" fmla="*/ 1114064 h 6858000"/>
              <a:gd name="connsiteX763" fmla="*/ 248003 w 7467600"/>
              <a:gd name="connsiteY763" fmla="*/ 1089613 h 6858000"/>
              <a:gd name="connsiteX764" fmla="*/ 427020 w 7467600"/>
              <a:gd name="connsiteY764" fmla="*/ 1619803 h 6858000"/>
              <a:gd name="connsiteX765" fmla="*/ 340345 w 7467600"/>
              <a:gd name="connsiteY765" fmla="*/ 2027739 h 6858000"/>
              <a:gd name="connsiteX766" fmla="*/ 360865 w 7467600"/>
              <a:gd name="connsiteY766" fmla="*/ 2044827 h 6858000"/>
              <a:gd name="connsiteX767" fmla="*/ 560414 w 7467600"/>
              <a:gd name="connsiteY767" fmla="*/ 2421457 h 6858000"/>
              <a:gd name="connsiteX768" fmla="*/ 1359703 w 7467600"/>
              <a:gd name="connsiteY768" fmla="*/ 2578554 h 6858000"/>
              <a:gd name="connsiteX769" fmla="*/ 1359422 w 7467600"/>
              <a:gd name="connsiteY769" fmla="*/ 2577994 h 6858000"/>
              <a:gd name="connsiteX770" fmla="*/ 828701 w 7467600"/>
              <a:gd name="connsiteY770" fmla="*/ 1839520 h 6858000"/>
              <a:gd name="connsiteX771" fmla="*/ 494427 w 7467600"/>
              <a:gd name="connsiteY771" fmla="*/ 1092333 h 6858000"/>
              <a:gd name="connsiteX772" fmla="*/ 506322 w 7467600"/>
              <a:gd name="connsiteY772" fmla="*/ 1020997 h 6858000"/>
              <a:gd name="connsiteX773" fmla="*/ 4570198 w 7467600"/>
              <a:gd name="connsiteY773" fmla="*/ 978081 h 6858000"/>
              <a:gd name="connsiteX774" fmla="*/ 4523691 w 7467600"/>
              <a:gd name="connsiteY774" fmla="*/ 1127776 h 6858000"/>
              <a:gd name="connsiteX775" fmla="*/ 4509875 w 7467600"/>
              <a:gd name="connsiteY775" fmla="*/ 1167552 h 6858000"/>
              <a:gd name="connsiteX776" fmla="*/ 4478168 w 7467600"/>
              <a:gd name="connsiteY776" fmla="*/ 1260735 h 6858000"/>
              <a:gd name="connsiteX777" fmla="*/ 4409309 w 7467600"/>
              <a:gd name="connsiteY777" fmla="*/ 1666996 h 6858000"/>
              <a:gd name="connsiteX778" fmla="*/ 4370031 w 7467600"/>
              <a:gd name="connsiteY778" fmla="*/ 1955666 h 6858000"/>
              <a:gd name="connsiteX779" fmla="*/ 4570198 w 7467600"/>
              <a:gd name="connsiteY779" fmla="*/ 978081 h 6858000"/>
              <a:gd name="connsiteX780" fmla="*/ 4557898 w 7467600"/>
              <a:gd name="connsiteY780" fmla="*/ 900011 h 6858000"/>
              <a:gd name="connsiteX781" fmla="*/ 4344840 w 7467600"/>
              <a:gd name="connsiteY781" fmla="*/ 1922038 h 6858000"/>
              <a:gd name="connsiteX782" fmla="*/ 4378710 w 7467600"/>
              <a:gd name="connsiteY782" fmla="*/ 1665516 h 6858000"/>
              <a:gd name="connsiteX783" fmla="*/ 4448798 w 7467600"/>
              <a:gd name="connsiteY783" fmla="*/ 1253024 h 6858000"/>
              <a:gd name="connsiteX784" fmla="*/ 4480315 w 7467600"/>
              <a:gd name="connsiteY784" fmla="*/ 1158454 h 6858000"/>
              <a:gd name="connsiteX785" fmla="*/ 4494133 w 7467600"/>
              <a:gd name="connsiteY785" fmla="*/ 1118676 h 6858000"/>
              <a:gd name="connsiteX786" fmla="*/ 4557898 w 7467600"/>
              <a:gd name="connsiteY786" fmla="*/ 900011 h 6858000"/>
              <a:gd name="connsiteX787" fmla="*/ 5870151 w 7467600"/>
              <a:gd name="connsiteY787" fmla="*/ 898890 h 6858000"/>
              <a:gd name="connsiteX788" fmla="*/ 5861335 w 7467600"/>
              <a:gd name="connsiteY788" fmla="*/ 899177 h 6858000"/>
              <a:gd name="connsiteX789" fmla="*/ 5843702 w 7467600"/>
              <a:gd name="connsiteY789" fmla="*/ 899748 h 6858000"/>
              <a:gd name="connsiteX790" fmla="*/ 5651107 w 7467600"/>
              <a:gd name="connsiteY790" fmla="*/ 920306 h 6858000"/>
              <a:gd name="connsiteX791" fmla="*/ 5459407 w 7467600"/>
              <a:gd name="connsiteY791" fmla="*/ 940975 h 6858000"/>
              <a:gd name="connsiteX792" fmla="*/ 5374846 w 7467600"/>
              <a:gd name="connsiteY792" fmla="*/ 941988 h 6858000"/>
              <a:gd name="connsiteX793" fmla="*/ 5256105 w 7467600"/>
              <a:gd name="connsiteY793" fmla="*/ 945632 h 6858000"/>
              <a:gd name="connsiteX794" fmla="*/ 5107071 w 7467600"/>
              <a:gd name="connsiteY794" fmla="*/ 969720 h 6858000"/>
              <a:gd name="connsiteX795" fmla="*/ 4998681 w 7467600"/>
              <a:gd name="connsiteY795" fmla="*/ 988771 h 6858000"/>
              <a:gd name="connsiteX796" fmla="*/ 5870151 w 7467600"/>
              <a:gd name="connsiteY796" fmla="*/ 898890 h 6858000"/>
              <a:gd name="connsiteX797" fmla="*/ 5504425 w 7467600"/>
              <a:gd name="connsiteY797" fmla="*/ 848067 h 6858000"/>
              <a:gd name="connsiteX798" fmla="*/ 4968849 w 7467600"/>
              <a:gd name="connsiteY798" fmla="*/ 962318 h 6858000"/>
              <a:gd name="connsiteX799" fmla="*/ 5104039 w 7467600"/>
              <a:gd name="connsiteY799" fmla="*/ 940634 h 6858000"/>
              <a:gd name="connsiteX800" fmla="*/ 5256311 w 7467600"/>
              <a:gd name="connsiteY800" fmla="*/ 916490 h 6858000"/>
              <a:gd name="connsiteX801" fmla="*/ 5377381 w 7467600"/>
              <a:gd name="connsiteY801" fmla="*/ 912671 h 6858000"/>
              <a:gd name="connsiteX802" fmla="*/ 5460148 w 7467600"/>
              <a:gd name="connsiteY802" fmla="*/ 911442 h 6858000"/>
              <a:gd name="connsiteX803" fmla="*/ 5648971 w 7467600"/>
              <a:gd name="connsiteY803" fmla="*/ 891331 h 6858000"/>
              <a:gd name="connsiteX804" fmla="*/ 5844807 w 7467600"/>
              <a:gd name="connsiteY804" fmla="*/ 870718 h 6858000"/>
              <a:gd name="connsiteX805" fmla="*/ 5862975 w 7467600"/>
              <a:gd name="connsiteY805" fmla="*/ 869756 h 6858000"/>
              <a:gd name="connsiteX806" fmla="*/ 5920887 w 7467600"/>
              <a:gd name="connsiteY806" fmla="*/ 865929 h 6858000"/>
              <a:gd name="connsiteX807" fmla="*/ 5504425 w 7467600"/>
              <a:gd name="connsiteY807" fmla="*/ 848067 h 6858000"/>
              <a:gd name="connsiteX808" fmla="*/ 3607114 w 7467600"/>
              <a:gd name="connsiteY808" fmla="*/ 467441 h 6858000"/>
              <a:gd name="connsiteX809" fmla="*/ 3296242 w 7467600"/>
              <a:gd name="connsiteY809" fmla="*/ 807991 h 6858000"/>
              <a:gd name="connsiteX810" fmla="*/ 3174674 w 7467600"/>
              <a:gd name="connsiteY810" fmla="*/ 919759 h 6858000"/>
              <a:gd name="connsiteX811" fmla="*/ 3042978 w 7467600"/>
              <a:gd name="connsiteY811" fmla="*/ 1054894 h 6858000"/>
              <a:gd name="connsiteX812" fmla="*/ 2968914 w 7467600"/>
              <a:gd name="connsiteY812" fmla="*/ 1133756 h 6858000"/>
              <a:gd name="connsiteX813" fmla="*/ 3103823 w 7467600"/>
              <a:gd name="connsiteY813" fmla="*/ 1026814 h 6858000"/>
              <a:gd name="connsiteX814" fmla="*/ 3607114 w 7467600"/>
              <a:gd name="connsiteY814" fmla="*/ 467441 h 6858000"/>
              <a:gd name="connsiteX815" fmla="*/ 3744487 w 7467600"/>
              <a:gd name="connsiteY815" fmla="*/ 383136 h 6858000"/>
              <a:gd name="connsiteX816" fmla="*/ 3970213 w 7467600"/>
              <a:gd name="connsiteY816" fmla="*/ 995559 h 6858000"/>
              <a:gd name="connsiteX817" fmla="*/ 3744487 w 7467600"/>
              <a:gd name="connsiteY817" fmla="*/ 383136 h 6858000"/>
              <a:gd name="connsiteX818" fmla="*/ 3624562 w 7467600"/>
              <a:gd name="connsiteY818" fmla="*/ 367041 h 6858000"/>
              <a:gd name="connsiteX819" fmla="*/ 3489712 w 7467600"/>
              <a:gd name="connsiteY819" fmla="*/ 485386 h 6858000"/>
              <a:gd name="connsiteX820" fmla="*/ 3182994 w 7467600"/>
              <a:gd name="connsiteY820" fmla="*/ 828265 h 6858000"/>
              <a:gd name="connsiteX821" fmla="*/ 2892114 w 7467600"/>
              <a:gd name="connsiteY821" fmla="*/ 1172635 h 6858000"/>
              <a:gd name="connsiteX822" fmla="*/ 3021459 w 7467600"/>
              <a:gd name="connsiteY822" fmla="*/ 1035385 h 6858000"/>
              <a:gd name="connsiteX823" fmla="*/ 3153873 w 7467600"/>
              <a:gd name="connsiteY823" fmla="*/ 898971 h 6858000"/>
              <a:gd name="connsiteX824" fmla="*/ 3276511 w 7467600"/>
              <a:gd name="connsiteY824" fmla="*/ 786423 h 6858000"/>
              <a:gd name="connsiteX825" fmla="*/ 3584154 w 7467600"/>
              <a:gd name="connsiteY825" fmla="*/ 448218 h 6858000"/>
              <a:gd name="connsiteX826" fmla="*/ 3624562 w 7467600"/>
              <a:gd name="connsiteY826" fmla="*/ 367041 h 6858000"/>
              <a:gd name="connsiteX827" fmla="*/ 3766672 w 7467600"/>
              <a:gd name="connsiteY827" fmla="*/ 359429 h 6858000"/>
              <a:gd name="connsiteX828" fmla="*/ 3996338 w 7467600"/>
              <a:gd name="connsiteY828" fmla="*/ 968237 h 6858000"/>
              <a:gd name="connsiteX829" fmla="*/ 3766672 w 7467600"/>
              <a:gd name="connsiteY829" fmla="*/ 359429 h 6858000"/>
              <a:gd name="connsiteX830" fmla="*/ 5805386 w 7467600"/>
              <a:gd name="connsiteY830" fmla="*/ 239240 h 6858000"/>
              <a:gd name="connsiteX831" fmla="*/ 5736947 w 7467600"/>
              <a:gd name="connsiteY831" fmla="*/ 261367 h 6858000"/>
              <a:gd name="connsiteX832" fmla="*/ 5427012 w 7467600"/>
              <a:gd name="connsiteY832" fmla="*/ 311272 h 6858000"/>
              <a:gd name="connsiteX833" fmla="*/ 5147818 w 7467600"/>
              <a:gd name="connsiteY833" fmla="*/ 322112 h 6858000"/>
              <a:gd name="connsiteX834" fmla="*/ 5060854 w 7467600"/>
              <a:gd name="connsiteY834" fmla="*/ 311882 h 6858000"/>
              <a:gd name="connsiteX835" fmla="*/ 4945989 w 7467600"/>
              <a:gd name="connsiteY835" fmla="*/ 300516 h 6858000"/>
              <a:gd name="connsiteX836" fmla="*/ 5410479 w 7467600"/>
              <a:gd name="connsiteY836" fmla="*/ 348434 h 6858000"/>
              <a:gd name="connsiteX837" fmla="*/ 5805386 w 7467600"/>
              <a:gd name="connsiteY837" fmla="*/ 239240 h 6858000"/>
              <a:gd name="connsiteX838" fmla="*/ 5905192 w 7467600"/>
              <a:gd name="connsiteY838" fmla="*/ 163079 h 6858000"/>
              <a:gd name="connsiteX839" fmla="*/ 5865655 w 7467600"/>
              <a:gd name="connsiteY839" fmla="*/ 171901 h 6858000"/>
              <a:gd name="connsiteX840" fmla="*/ 5259740 w 7467600"/>
              <a:gd name="connsiteY840" fmla="*/ 257013 h 6858000"/>
              <a:gd name="connsiteX841" fmla="*/ 5208466 w 7467600"/>
              <a:gd name="connsiteY841" fmla="*/ 257550 h 6858000"/>
              <a:gd name="connsiteX842" fmla="*/ 4980204 w 7467600"/>
              <a:gd name="connsiteY842" fmla="*/ 271903 h 6858000"/>
              <a:gd name="connsiteX843" fmla="*/ 5068068 w 7467600"/>
              <a:gd name="connsiteY843" fmla="*/ 282244 h 6858000"/>
              <a:gd name="connsiteX844" fmla="*/ 5153231 w 7467600"/>
              <a:gd name="connsiteY844" fmla="*/ 292240 h 6858000"/>
              <a:gd name="connsiteX845" fmla="*/ 5426491 w 7467600"/>
              <a:gd name="connsiteY845" fmla="*/ 281128 h 6858000"/>
              <a:gd name="connsiteX846" fmla="*/ 5731212 w 7467600"/>
              <a:gd name="connsiteY846" fmla="*/ 231951 h 6858000"/>
              <a:gd name="connsiteX847" fmla="*/ 5905192 w 7467600"/>
              <a:gd name="connsiteY847" fmla="*/ 163079 h 6858000"/>
              <a:gd name="connsiteX848" fmla="*/ 5944437 w 7467600"/>
              <a:gd name="connsiteY848" fmla="*/ 113829 h 6858000"/>
              <a:gd name="connsiteX849" fmla="*/ 5825032 w 7467600"/>
              <a:gd name="connsiteY849" fmla="*/ 146405 h 6858000"/>
              <a:gd name="connsiteX850" fmla="*/ 4955599 w 7467600"/>
              <a:gd name="connsiteY850" fmla="*/ 247008 h 6858000"/>
              <a:gd name="connsiteX851" fmla="*/ 5210104 w 7467600"/>
              <a:gd name="connsiteY851" fmla="*/ 228123 h 6858000"/>
              <a:gd name="connsiteX852" fmla="*/ 5261015 w 7467600"/>
              <a:gd name="connsiteY852" fmla="*/ 227087 h 6858000"/>
              <a:gd name="connsiteX853" fmla="*/ 5861181 w 7467600"/>
              <a:gd name="connsiteY853" fmla="*/ 143093 h 6858000"/>
              <a:gd name="connsiteX854" fmla="*/ 5961252 w 7467600"/>
              <a:gd name="connsiteY854" fmla="*/ 114820 h 6858000"/>
              <a:gd name="connsiteX855" fmla="*/ 5944437 w 7467600"/>
              <a:gd name="connsiteY855" fmla="*/ 113829 h 6858000"/>
              <a:gd name="connsiteX856" fmla="*/ 3882765 w 7467600"/>
              <a:gd name="connsiteY856" fmla="*/ 0 h 6858000"/>
              <a:gd name="connsiteX857" fmla="*/ 3995099 w 7467600"/>
              <a:gd name="connsiteY857" fmla="*/ 0 h 6858000"/>
              <a:gd name="connsiteX858" fmla="*/ 4163818 w 7467600"/>
              <a:gd name="connsiteY858" fmla="*/ 234104 h 6858000"/>
              <a:gd name="connsiteX859" fmla="*/ 4172099 w 7467600"/>
              <a:gd name="connsiteY859" fmla="*/ 234207 h 6858000"/>
              <a:gd name="connsiteX860" fmla="*/ 4784282 w 7467600"/>
              <a:gd name="connsiteY860" fmla="*/ 276561 h 6858000"/>
              <a:gd name="connsiteX861" fmla="*/ 4801687 w 7467600"/>
              <a:gd name="connsiteY861" fmla="*/ 267764 h 6858000"/>
              <a:gd name="connsiteX862" fmla="*/ 6082788 w 7467600"/>
              <a:gd name="connsiteY862" fmla="*/ 64119 h 6858000"/>
              <a:gd name="connsiteX863" fmla="*/ 6099442 w 7467600"/>
              <a:gd name="connsiteY863" fmla="*/ 82568 h 6858000"/>
              <a:gd name="connsiteX864" fmla="*/ 4804137 w 7467600"/>
              <a:gd name="connsiteY864" fmla="*/ 320931 h 6858000"/>
              <a:gd name="connsiteX865" fmla="*/ 4227047 w 7467600"/>
              <a:gd name="connsiteY865" fmla="*/ 313415 h 6858000"/>
              <a:gd name="connsiteX866" fmla="*/ 4346041 w 7467600"/>
              <a:gd name="connsiteY866" fmla="*/ 456086 h 6858000"/>
              <a:gd name="connsiteX867" fmla="*/ 4870967 w 7467600"/>
              <a:gd name="connsiteY867" fmla="*/ 963061 h 6858000"/>
              <a:gd name="connsiteX868" fmla="*/ 4889647 w 7467600"/>
              <a:gd name="connsiteY868" fmla="*/ 957147 h 6858000"/>
              <a:gd name="connsiteX869" fmla="*/ 5422504 w 7467600"/>
              <a:gd name="connsiteY869" fmla="*/ 805191 h 6858000"/>
              <a:gd name="connsiteX870" fmla="*/ 6087656 w 7467600"/>
              <a:gd name="connsiteY870" fmla="*/ 826703 h 6858000"/>
              <a:gd name="connsiteX871" fmla="*/ 6058717 w 7467600"/>
              <a:gd name="connsiteY871" fmla="*/ 865992 h 6858000"/>
              <a:gd name="connsiteX872" fmla="*/ 4974153 w 7467600"/>
              <a:gd name="connsiteY872" fmla="*/ 1045456 h 6858000"/>
              <a:gd name="connsiteX873" fmla="*/ 5627835 w 7467600"/>
              <a:gd name="connsiteY873" fmla="*/ 1472077 h 6858000"/>
              <a:gd name="connsiteX874" fmla="*/ 5629817 w 7467600"/>
              <a:gd name="connsiteY874" fmla="*/ 1471412 h 6858000"/>
              <a:gd name="connsiteX875" fmla="*/ 5634124 w 7467600"/>
              <a:gd name="connsiteY875" fmla="*/ 1470572 h 6858000"/>
              <a:gd name="connsiteX876" fmla="*/ 5755832 w 7467600"/>
              <a:gd name="connsiteY876" fmla="*/ 1383886 h 6858000"/>
              <a:gd name="connsiteX877" fmla="*/ 6014186 w 7467600"/>
              <a:gd name="connsiteY877" fmla="*/ 1279799 h 6858000"/>
              <a:gd name="connsiteX878" fmla="*/ 6901619 w 7467600"/>
              <a:gd name="connsiteY878" fmla="*/ 1047874 h 6858000"/>
              <a:gd name="connsiteX879" fmla="*/ 6931566 w 7467600"/>
              <a:gd name="connsiteY879" fmla="*/ 1062034 h 6858000"/>
              <a:gd name="connsiteX880" fmla="*/ 5790982 w 7467600"/>
              <a:gd name="connsiteY880" fmla="*/ 1561380 h 6858000"/>
              <a:gd name="connsiteX881" fmla="*/ 6188971 w 7467600"/>
              <a:gd name="connsiteY881" fmla="*/ 1755168 h 6858000"/>
              <a:gd name="connsiteX882" fmla="*/ 6202446 w 7467600"/>
              <a:gd name="connsiteY882" fmla="*/ 1752268 h 6858000"/>
              <a:gd name="connsiteX883" fmla="*/ 7179560 w 7467600"/>
              <a:gd name="connsiteY883" fmla="*/ 1467551 h 6858000"/>
              <a:gd name="connsiteX884" fmla="*/ 7158730 w 7467600"/>
              <a:gd name="connsiteY884" fmla="*/ 1507835 h 6858000"/>
              <a:gd name="connsiteX885" fmla="*/ 6326959 w 7467600"/>
              <a:gd name="connsiteY885" fmla="*/ 1817686 h 6858000"/>
              <a:gd name="connsiteX886" fmla="*/ 6537433 w 7467600"/>
              <a:gd name="connsiteY886" fmla="*/ 1907790 h 6858000"/>
              <a:gd name="connsiteX887" fmla="*/ 6550221 w 7467600"/>
              <a:gd name="connsiteY887" fmla="*/ 1910729 h 6858000"/>
              <a:gd name="connsiteX888" fmla="*/ 6964438 w 7467600"/>
              <a:gd name="connsiteY888" fmla="*/ 2209505 h 6858000"/>
              <a:gd name="connsiteX889" fmla="*/ 7367862 w 7467600"/>
              <a:gd name="connsiteY889" fmla="*/ 2806833 h 6858000"/>
              <a:gd name="connsiteX890" fmla="*/ 7364329 w 7467600"/>
              <a:gd name="connsiteY890" fmla="*/ 2826907 h 6858000"/>
              <a:gd name="connsiteX891" fmla="*/ 7290545 w 7467600"/>
              <a:gd name="connsiteY891" fmla="*/ 2850663 h 6858000"/>
              <a:gd name="connsiteX892" fmla="*/ 6472036 w 7467600"/>
              <a:gd name="connsiteY892" fmla="*/ 1959003 h 6858000"/>
              <a:gd name="connsiteX893" fmla="*/ 5792897 w 7467600"/>
              <a:gd name="connsiteY893" fmla="*/ 1647747 h 6858000"/>
              <a:gd name="connsiteX894" fmla="*/ 5842751 w 7467600"/>
              <a:gd name="connsiteY894" fmla="*/ 1816112 h 6858000"/>
              <a:gd name="connsiteX895" fmla="*/ 5847424 w 7467600"/>
              <a:gd name="connsiteY895" fmla="*/ 1815776 h 6858000"/>
              <a:gd name="connsiteX896" fmla="*/ 6399821 w 7467600"/>
              <a:gd name="connsiteY896" fmla="*/ 2344799 h 6858000"/>
              <a:gd name="connsiteX897" fmla="*/ 6323232 w 7467600"/>
              <a:gd name="connsiteY897" fmla="*/ 2389634 h 6858000"/>
              <a:gd name="connsiteX898" fmla="*/ 5942958 w 7467600"/>
              <a:gd name="connsiteY898" fmla="*/ 2077708 h 6858000"/>
              <a:gd name="connsiteX899" fmla="*/ 5921559 w 7467600"/>
              <a:gd name="connsiteY899" fmla="*/ 2378596 h 6858000"/>
              <a:gd name="connsiteX900" fmla="*/ 5817651 w 7467600"/>
              <a:gd name="connsiteY900" fmla="*/ 3023919 h 6858000"/>
              <a:gd name="connsiteX901" fmla="*/ 5729634 w 7467600"/>
              <a:gd name="connsiteY901" fmla="*/ 3051849 h 6858000"/>
              <a:gd name="connsiteX902" fmla="*/ 5611018 w 7467600"/>
              <a:gd name="connsiteY902" fmla="*/ 2316769 h 6858000"/>
              <a:gd name="connsiteX903" fmla="*/ 5687608 w 7467600"/>
              <a:gd name="connsiteY903" fmla="*/ 2039972 h 6858000"/>
              <a:gd name="connsiteX904" fmla="*/ 5657554 w 7467600"/>
              <a:gd name="connsiteY904" fmla="*/ 1576445 h 6858000"/>
              <a:gd name="connsiteX905" fmla="*/ 5150475 w 7467600"/>
              <a:gd name="connsiteY905" fmla="*/ 1274012 h 6858000"/>
              <a:gd name="connsiteX906" fmla="*/ 5349142 w 7467600"/>
              <a:gd name="connsiteY906" fmla="*/ 2204405 h 6858000"/>
              <a:gd name="connsiteX907" fmla="*/ 5262214 w 7467600"/>
              <a:gd name="connsiteY907" fmla="*/ 2233836 h 6858000"/>
              <a:gd name="connsiteX908" fmla="*/ 4981539 w 7467600"/>
              <a:gd name="connsiteY908" fmla="*/ 1542201 h 6858000"/>
              <a:gd name="connsiteX909" fmla="*/ 4958461 w 7467600"/>
              <a:gd name="connsiteY909" fmla="*/ 1136957 h 6858000"/>
              <a:gd name="connsiteX910" fmla="*/ 4655015 w 7467600"/>
              <a:gd name="connsiteY910" fmla="*/ 891426 h 6858000"/>
              <a:gd name="connsiteX911" fmla="*/ 4348002 w 7467600"/>
              <a:gd name="connsiteY911" fmla="*/ 2205895 h 6858000"/>
              <a:gd name="connsiteX912" fmla="*/ 4262250 w 7467600"/>
              <a:gd name="connsiteY912" fmla="*/ 2219972 h 6858000"/>
              <a:gd name="connsiteX913" fmla="*/ 4550611 w 7467600"/>
              <a:gd name="connsiteY913" fmla="*/ 817540 h 6858000"/>
              <a:gd name="connsiteX914" fmla="*/ 4564418 w 7467600"/>
              <a:gd name="connsiteY914" fmla="*/ 808293 h 6858000"/>
              <a:gd name="connsiteX915" fmla="*/ 4266388 w 7467600"/>
              <a:gd name="connsiteY915" fmla="*/ 500083 h 6858000"/>
              <a:gd name="connsiteX916" fmla="*/ 4032842 w 7467600"/>
              <a:gd name="connsiteY916" fmla="*/ 211809 h 6858000"/>
              <a:gd name="connsiteX917" fmla="*/ 3882765 w 7467600"/>
              <a:gd name="connsiteY917" fmla="*/ 0 h 6858000"/>
              <a:gd name="connsiteX918" fmla="*/ 3721337 w 7467600"/>
              <a:gd name="connsiteY918" fmla="*/ 0 h 6858000"/>
              <a:gd name="connsiteX919" fmla="*/ 3797544 w 7467600"/>
              <a:gd name="connsiteY919" fmla="*/ 0 h 6858000"/>
              <a:gd name="connsiteX920" fmla="*/ 3775734 w 7467600"/>
              <a:gd name="connsiteY920" fmla="*/ 95131 h 6858000"/>
              <a:gd name="connsiteX921" fmla="*/ 3724807 w 7467600"/>
              <a:gd name="connsiteY921" fmla="*/ 272257 h 6858000"/>
              <a:gd name="connsiteX922" fmla="*/ 3726844 w 7467600"/>
              <a:gd name="connsiteY922" fmla="*/ 282988 h 6858000"/>
              <a:gd name="connsiteX923" fmla="*/ 3742664 w 7467600"/>
              <a:gd name="connsiteY923" fmla="*/ 279918 h 6858000"/>
              <a:gd name="connsiteX924" fmla="*/ 4103910 w 7467600"/>
              <a:gd name="connsiteY924" fmla="*/ 1161917 h 6858000"/>
              <a:gd name="connsiteX925" fmla="*/ 4020269 w 7467600"/>
              <a:gd name="connsiteY925" fmla="*/ 1200406 h 6858000"/>
              <a:gd name="connsiteX926" fmla="*/ 3674882 w 7467600"/>
              <a:gd name="connsiteY926" fmla="*/ 488524 h 6858000"/>
              <a:gd name="connsiteX927" fmla="*/ 3132682 w 7467600"/>
              <a:gd name="connsiteY927" fmla="*/ 1072284 h 6858000"/>
              <a:gd name="connsiteX928" fmla="*/ 2716346 w 7467600"/>
              <a:gd name="connsiteY928" fmla="*/ 1276376 h 6858000"/>
              <a:gd name="connsiteX929" fmla="*/ 2716772 w 7467600"/>
              <a:gd name="connsiteY929" fmla="*/ 1255462 h 6858000"/>
              <a:gd name="connsiteX930" fmla="*/ 3471096 w 7467600"/>
              <a:gd name="connsiteY930" fmla="*/ 437072 h 6858000"/>
              <a:gd name="connsiteX931" fmla="*/ 3639057 w 7467600"/>
              <a:gd name="connsiteY931" fmla="*/ 286334 h 6858000"/>
              <a:gd name="connsiteX932" fmla="*/ 3640309 w 7467600"/>
              <a:gd name="connsiteY932" fmla="*/ 284664 h 6858000"/>
              <a:gd name="connsiteX933" fmla="*/ 3646022 w 7467600"/>
              <a:gd name="connsiteY933" fmla="*/ 276711 h 6858000"/>
              <a:gd name="connsiteX934" fmla="*/ 3707943 w 7467600"/>
              <a:gd name="connsiteY934" fmla="*/ 65958 h 6858000"/>
              <a:gd name="connsiteX935" fmla="*/ 3721337 w 7467600"/>
              <a:gd name="connsiteY935" fmla="*/ 0 h 6858000"/>
              <a:gd name="connsiteX936" fmla="*/ 2867960 w 7467600"/>
              <a:gd name="connsiteY936" fmla="*/ 0 h 6858000"/>
              <a:gd name="connsiteX937" fmla="*/ 2926351 w 7467600"/>
              <a:gd name="connsiteY937" fmla="*/ 0 h 6858000"/>
              <a:gd name="connsiteX938" fmla="*/ 2902823 w 7467600"/>
              <a:gd name="connsiteY938" fmla="*/ 262929 h 6858000"/>
              <a:gd name="connsiteX939" fmla="*/ 2940663 w 7467600"/>
              <a:gd name="connsiteY939" fmla="*/ 140884 h 6858000"/>
              <a:gd name="connsiteX940" fmla="*/ 2947039 w 7467600"/>
              <a:gd name="connsiteY940" fmla="*/ 122524 h 6858000"/>
              <a:gd name="connsiteX941" fmla="*/ 2984316 w 7467600"/>
              <a:gd name="connsiteY941" fmla="*/ 0 h 6858000"/>
              <a:gd name="connsiteX942" fmla="*/ 3016114 w 7467600"/>
              <a:gd name="connsiteY942" fmla="*/ 0 h 6858000"/>
              <a:gd name="connsiteX943" fmla="*/ 2979949 w 7467600"/>
              <a:gd name="connsiteY943" fmla="*/ 119274 h 6858000"/>
              <a:gd name="connsiteX944" fmla="*/ 3023879 w 7467600"/>
              <a:gd name="connsiteY944" fmla="*/ 0 h 6858000"/>
              <a:gd name="connsiteX945" fmla="*/ 3105400 w 7467600"/>
              <a:gd name="connsiteY945" fmla="*/ 0 h 6858000"/>
              <a:gd name="connsiteX946" fmla="*/ 3094669 w 7467600"/>
              <a:gd name="connsiteY946" fmla="*/ 30308 h 6858000"/>
              <a:gd name="connsiteX947" fmla="*/ 2901945 w 7467600"/>
              <a:gd name="connsiteY947" fmla="*/ 466538 h 6858000"/>
              <a:gd name="connsiteX948" fmla="*/ 2815209 w 7467600"/>
              <a:gd name="connsiteY948" fmla="*/ 497361 h 6858000"/>
              <a:gd name="connsiteX949" fmla="*/ 2844845 w 7467600"/>
              <a:gd name="connsiteY949" fmla="*/ 127638 h 6858000"/>
              <a:gd name="connsiteX950" fmla="*/ 2867960 w 7467600"/>
              <a:gd name="connsiteY950" fmla="*/ 0 h 6858000"/>
              <a:gd name="connsiteX951" fmla="*/ 1057230 w 7467600"/>
              <a:gd name="connsiteY951" fmla="*/ 0 h 6858000"/>
              <a:gd name="connsiteX952" fmla="*/ 1111003 w 7467600"/>
              <a:gd name="connsiteY952" fmla="*/ 0 h 6858000"/>
              <a:gd name="connsiteX953" fmla="*/ 1125553 w 7467600"/>
              <a:gd name="connsiteY953" fmla="*/ 52588 h 6858000"/>
              <a:gd name="connsiteX954" fmla="*/ 1304276 w 7467600"/>
              <a:gd name="connsiteY954" fmla="*/ 476275 h 6858000"/>
              <a:gd name="connsiteX955" fmla="*/ 1492066 w 7467600"/>
              <a:gd name="connsiteY955" fmla="*/ 886333 h 6858000"/>
              <a:gd name="connsiteX956" fmla="*/ 1423698 w 7467600"/>
              <a:gd name="connsiteY956" fmla="*/ 710817 h 6858000"/>
              <a:gd name="connsiteX957" fmla="*/ 1357609 w 7467600"/>
              <a:gd name="connsiteY957" fmla="*/ 532892 h 6858000"/>
              <a:gd name="connsiteX958" fmla="*/ 1309550 w 7467600"/>
              <a:gd name="connsiteY958" fmla="*/ 374031 h 6858000"/>
              <a:gd name="connsiteX959" fmla="*/ 1193673 w 7467600"/>
              <a:gd name="connsiteY959" fmla="*/ 49533 h 6858000"/>
              <a:gd name="connsiteX960" fmla="*/ 1164391 w 7467600"/>
              <a:gd name="connsiteY960" fmla="*/ 0 h 6858000"/>
              <a:gd name="connsiteX961" fmla="*/ 1200666 w 7467600"/>
              <a:gd name="connsiteY961" fmla="*/ 0 h 6858000"/>
              <a:gd name="connsiteX962" fmla="*/ 1223408 w 7467600"/>
              <a:gd name="connsiteY962" fmla="*/ 38996 h 6858000"/>
              <a:gd name="connsiteX963" fmla="*/ 1339635 w 7467600"/>
              <a:gd name="connsiteY963" fmla="*/ 365517 h 6858000"/>
              <a:gd name="connsiteX964" fmla="*/ 1387469 w 7467600"/>
              <a:gd name="connsiteY964" fmla="*/ 523079 h 6858000"/>
              <a:gd name="connsiteX965" fmla="*/ 1452685 w 7467600"/>
              <a:gd name="connsiteY965" fmla="*/ 699806 h 6858000"/>
              <a:gd name="connsiteX966" fmla="*/ 1492092 w 7467600"/>
              <a:gd name="connsiteY966" fmla="*/ 800424 h 6858000"/>
              <a:gd name="connsiteX967" fmla="*/ 1455302 w 7467600"/>
              <a:gd name="connsiteY967" fmla="*/ 632913 h 6858000"/>
              <a:gd name="connsiteX968" fmla="*/ 1222336 w 7467600"/>
              <a:gd name="connsiteY968" fmla="*/ 9480 h 6858000"/>
              <a:gd name="connsiteX969" fmla="*/ 1214634 w 7467600"/>
              <a:gd name="connsiteY969" fmla="*/ 0 h 6858000"/>
              <a:gd name="connsiteX970" fmla="*/ 1289827 w 7467600"/>
              <a:gd name="connsiteY970" fmla="*/ 0 h 6858000"/>
              <a:gd name="connsiteX971" fmla="*/ 1321076 w 7467600"/>
              <a:gd name="connsiteY971" fmla="*/ 59722 h 6858000"/>
              <a:gd name="connsiteX972" fmla="*/ 1512579 w 7467600"/>
              <a:gd name="connsiteY972" fmla="*/ 626441 h 6858000"/>
              <a:gd name="connsiteX973" fmla="*/ 1506076 w 7467600"/>
              <a:gd name="connsiteY973" fmla="*/ 1089289 h 6858000"/>
              <a:gd name="connsiteX974" fmla="*/ 1486346 w 7467600"/>
              <a:gd name="connsiteY974" fmla="*/ 1079919 h 6858000"/>
              <a:gd name="connsiteX975" fmla="*/ 1070511 w 7467600"/>
              <a:gd name="connsiteY975" fmla="*/ 48609 h 6858000"/>
              <a:gd name="connsiteX976" fmla="*/ 1057230 w 7467600"/>
              <a:gd name="connsiteY976" fmla="*/ 0 h 6858000"/>
              <a:gd name="connsiteX977" fmla="*/ 43151 w 7467600"/>
              <a:gd name="connsiteY977" fmla="*/ 0 h 6858000"/>
              <a:gd name="connsiteX978" fmla="*/ 95283 w 7467600"/>
              <a:gd name="connsiteY978" fmla="*/ 0 h 6858000"/>
              <a:gd name="connsiteX979" fmla="*/ 300708 w 7467600"/>
              <a:gd name="connsiteY979" fmla="*/ 154571 h 6858000"/>
              <a:gd name="connsiteX980" fmla="*/ 530414 w 7467600"/>
              <a:gd name="connsiteY980" fmla="*/ 354673 h 6858000"/>
              <a:gd name="connsiteX981" fmla="*/ 333785 w 7467600"/>
              <a:gd name="connsiteY981" fmla="*/ 161564 h 6858000"/>
              <a:gd name="connsiteX982" fmla="*/ 147005 w 7467600"/>
              <a:gd name="connsiteY982" fmla="*/ 0 h 6858000"/>
              <a:gd name="connsiteX983" fmla="*/ 272509 w 7467600"/>
              <a:gd name="connsiteY983" fmla="*/ 0 h 6858000"/>
              <a:gd name="connsiteX984" fmla="*/ 326276 w 7467600"/>
              <a:gd name="connsiteY984" fmla="*/ 45847 h 6858000"/>
              <a:gd name="connsiteX985" fmla="*/ 823759 w 7467600"/>
              <a:gd name="connsiteY985" fmla="*/ 574145 h 6858000"/>
              <a:gd name="connsiteX986" fmla="*/ 811254 w 7467600"/>
              <a:gd name="connsiteY986" fmla="*/ 665546 h 6858000"/>
              <a:gd name="connsiteX987" fmla="*/ 154042 w 7467600"/>
              <a:gd name="connsiteY987" fmla="*/ 261522 h 6858000"/>
              <a:gd name="connsiteX988" fmla="*/ 13550 w 7467600"/>
              <a:gd name="connsiteY988" fmla="*/ 158423 h 6858000"/>
              <a:gd name="connsiteX989" fmla="*/ 0 w 7467600"/>
              <a:gd name="connsiteY989" fmla="*/ 146618 h 6858000"/>
              <a:gd name="connsiteX990" fmla="*/ 0 w 7467600"/>
              <a:gd name="connsiteY990" fmla="*/ 59161 h 6858000"/>
              <a:gd name="connsiteX991" fmla="*/ 45427 w 7467600"/>
              <a:gd name="connsiteY991" fmla="*/ 101078 h 6858000"/>
              <a:gd name="connsiteX992" fmla="*/ 630103 w 7467600"/>
              <a:gd name="connsiteY992" fmla="*/ 485885 h 6858000"/>
              <a:gd name="connsiteX993" fmla="*/ 532040 w 7467600"/>
              <a:gd name="connsiteY993" fmla="*/ 399359 h 6858000"/>
              <a:gd name="connsiteX994" fmla="*/ 517618 w 7467600"/>
              <a:gd name="connsiteY994" fmla="*/ 385726 h 6858000"/>
              <a:gd name="connsiteX995" fmla="*/ 285074 w 7467600"/>
              <a:gd name="connsiteY995" fmla="*/ 182755 h 6858000"/>
              <a:gd name="connsiteX996" fmla="*/ 43151 w 7467600"/>
              <a:gd name="connsiteY996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327465 w 7467600"/>
              <a:gd name="connsiteY127" fmla="*/ 5174181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7467600 w 7467600"/>
              <a:gd name="connsiteY137" fmla="*/ 5241225 h 6858000"/>
              <a:gd name="connsiteX138" fmla="*/ 7467600 w 7467600"/>
              <a:gd name="connsiteY138" fmla="*/ 5277736 h 6858000"/>
              <a:gd name="connsiteX139" fmla="*/ 7327465 w 7467600"/>
              <a:gd name="connsiteY139" fmla="*/ 5174181 h 6858000"/>
              <a:gd name="connsiteX140" fmla="*/ 1903353 w 7467600"/>
              <a:gd name="connsiteY140" fmla="*/ 5044827 h 6858000"/>
              <a:gd name="connsiteX141" fmla="*/ 1936931 w 7467600"/>
              <a:gd name="connsiteY141" fmla="*/ 5093954 h 6858000"/>
              <a:gd name="connsiteX142" fmla="*/ 2195868 w 7467600"/>
              <a:gd name="connsiteY142" fmla="*/ 5396574 h 6858000"/>
              <a:gd name="connsiteX143" fmla="*/ 2088852 w 7467600"/>
              <a:gd name="connsiteY143" fmla="*/ 5166123 h 6858000"/>
              <a:gd name="connsiteX144" fmla="*/ 1958241 w 7467600"/>
              <a:gd name="connsiteY144" fmla="*/ 5067955 h 6858000"/>
              <a:gd name="connsiteX145" fmla="*/ 1903353 w 7467600"/>
              <a:gd name="connsiteY145" fmla="*/ 5044827 h 6858000"/>
              <a:gd name="connsiteX146" fmla="*/ 1979378 w 7467600"/>
              <a:gd name="connsiteY146" fmla="*/ 4769504 h 6858000"/>
              <a:gd name="connsiteX147" fmla="*/ 2882120 w 7467600"/>
              <a:gd name="connsiteY147" fmla="*/ 5064547 h 6858000"/>
              <a:gd name="connsiteX148" fmla="*/ 2793103 w 7467600"/>
              <a:gd name="connsiteY148" fmla="*/ 5039699 h 6858000"/>
              <a:gd name="connsiteX149" fmla="*/ 2770041 w 7467600"/>
              <a:gd name="connsiteY149" fmla="*/ 5033634 h 6858000"/>
              <a:gd name="connsiteX150" fmla="*/ 1979378 w 7467600"/>
              <a:gd name="connsiteY150" fmla="*/ 4769504 h 6858000"/>
              <a:gd name="connsiteX151" fmla="*/ 1927410 w 7467600"/>
              <a:gd name="connsiteY151" fmla="*/ 4716164 h 6858000"/>
              <a:gd name="connsiteX152" fmla="*/ 1959587 w 7467600"/>
              <a:gd name="connsiteY152" fmla="*/ 4728849 h 6858000"/>
              <a:gd name="connsiteX153" fmla="*/ 2777707 w 7467600"/>
              <a:gd name="connsiteY153" fmla="*/ 5003991 h 6858000"/>
              <a:gd name="connsiteX154" fmla="*/ 2800768 w 7467600"/>
              <a:gd name="connsiteY154" fmla="*/ 5010056 h 6858000"/>
              <a:gd name="connsiteX155" fmla="*/ 2879408 w 7467600"/>
              <a:gd name="connsiteY155" fmla="*/ 5031590 h 6858000"/>
              <a:gd name="connsiteX156" fmla="*/ 2862295 w 7467600"/>
              <a:gd name="connsiteY156" fmla="*/ 5022958 h 6858000"/>
              <a:gd name="connsiteX157" fmla="*/ 2813343 w 7467600"/>
              <a:gd name="connsiteY157" fmla="*/ 4998369 h 6858000"/>
              <a:gd name="connsiteX158" fmla="*/ 2646245 w 7467600"/>
              <a:gd name="connsiteY158" fmla="*/ 4930999 h 6858000"/>
              <a:gd name="connsiteX159" fmla="*/ 1999243 w 7467600"/>
              <a:gd name="connsiteY159" fmla="*/ 4730524 h 6858000"/>
              <a:gd name="connsiteX160" fmla="*/ 1979527 w 7467600"/>
              <a:gd name="connsiteY160" fmla="*/ 4726651 h 6858000"/>
              <a:gd name="connsiteX161" fmla="*/ 1927410 w 7467600"/>
              <a:gd name="connsiteY161" fmla="*/ 4716164 h 6858000"/>
              <a:gd name="connsiteX162" fmla="*/ 1997014 w 7467600"/>
              <a:gd name="connsiteY162" fmla="*/ 4698007 h 6858000"/>
              <a:gd name="connsiteX163" fmla="*/ 2005458 w 7467600"/>
              <a:gd name="connsiteY163" fmla="*/ 4699540 h 6858000"/>
              <a:gd name="connsiteX164" fmla="*/ 2657186 w 7467600"/>
              <a:gd name="connsiteY164" fmla="*/ 4901687 h 6858000"/>
              <a:gd name="connsiteX165" fmla="*/ 2826662 w 7467600"/>
              <a:gd name="connsiteY165" fmla="*/ 4970362 h 6858000"/>
              <a:gd name="connsiteX166" fmla="*/ 2876100 w 7467600"/>
              <a:gd name="connsiteY166" fmla="*/ 4995397 h 6858000"/>
              <a:gd name="connsiteX167" fmla="*/ 3042600 w 7467600"/>
              <a:gd name="connsiteY167" fmla="*/ 5059532 h 6858000"/>
              <a:gd name="connsiteX168" fmla="*/ 1997014 w 7467600"/>
              <a:gd name="connsiteY168" fmla="*/ 4698007 h 6858000"/>
              <a:gd name="connsiteX169" fmla="*/ 2305292 w 7467600"/>
              <a:gd name="connsiteY169" fmla="*/ 4219492 h 6858000"/>
              <a:gd name="connsiteX170" fmla="*/ 3360922 w 7467600"/>
              <a:gd name="connsiteY170" fmla="*/ 4529373 h 6858000"/>
              <a:gd name="connsiteX171" fmla="*/ 3492420 w 7467600"/>
              <a:gd name="connsiteY171" fmla="*/ 4510145 h 6858000"/>
              <a:gd name="connsiteX172" fmla="*/ 3364086 w 7467600"/>
              <a:gd name="connsiteY172" fmla="*/ 4480340 h 6858000"/>
              <a:gd name="connsiteX173" fmla="*/ 3225818 w 7467600"/>
              <a:gd name="connsiteY173" fmla="*/ 4411822 h 6858000"/>
              <a:gd name="connsiteX174" fmla="*/ 3129696 w 7467600"/>
              <a:gd name="connsiteY174" fmla="*/ 4360704 h 6858000"/>
              <a:gd name="connsiteX175" fmla="*/ 2814545 w 7467600"/>
              <a:gd name="connsiteY175" fmla="*/ 4282955 h 6858000"/>
              <a:gd name="connsiteX176" fmla="*/ 2305292 w 7467600"/>
              <a:gd name="connsiteY176" fmla="*/ 4219492 h 6858000"/>
              <a:gd name="connsiteX177" fmla="*/ 2626982 w 7467600"/>
              <a:gd name="connsiteY177" fmla="*/ 4206450 h 6858000"/>
              <a:gd name="connsiteX178" fmla="*/ 2490617 w 7467600"/>
              <a:gd name="connsiteY178" fmla="*/ 4206951 h 6858000"/>
              <a:gd name="connsiteX179" fmla="*/ 2819869 w 7467600"/>
              <a:gd name="connsiteY179" fmla="*/ 4252936 h 6858000"/>
              <a:gd name="connsiteX180" fmla="*/ 3143018 w 7467600"/>
              <a:gd name="connsiteY180" fmla="*/ 4332698 h 6858000"/>
              <a:gd name="connsiteX181" fmla="*/ 3241520 w 7467600"/>
              <a:gd name="connsiteY181" fmla="*/ 4385112 h 6858000"/>
              <a:gd name="connsiteX182" fmla="*/ 3374575 w 7467600"/>
              <a:gd name="connsiteY182" fmla="*/ 4451517 h 6858000"/>
              <a:gd name="connsiteX183" fmla="*/ 3505221 w 7467600"/>
              <a:gd name="connsiteY183" fmla="*/ 4480757 h 6858000"/>
              <a:gd name="connsiteX184" fmla="*/ 2626982 w 7467600"/>
              <a:gd name="connsiteY184" fmla="*/ 4206450 h 6858000"/>
              <a:gd name="connsiteX185" fmla="*/ 1310106 w 7467600"/>
              <a:gd name="connsiteY185" fmla="*/ 3943217 h 6858000"/>
              <a:gd name="connsiteX186" fmla="*/ 854994 w 7467600"/>
              <a:gd name="connsiteY186" fmla="*/ 4399136 h 6858000"/>
              <a:gd name="connsiteX187" fmla="*/ 742462 w 7467600"/>
              <a:gd name="connsiteY187" fmla="*/ 4594648 h 6858000"/>
              <a:gd name="connsiteX188" fmla="*/ 820602 w 7467600"/>
              <a:gd name="connsiteY188" fmla="*/ 4485915 h 6858000"/>
              <a:gd name="connsiteX189" fmla="*/ 878295 w 7467600"/>
              <a:gd name="connsiteY189" fmla="*/ 4403594 h 6858000"/>
              <a:gd name="connsiteX190" fmla="*/ 1240607 w 7467600"/>
              <a:gd name="connsiteY190" fmla="*/ 4010401 h 6858000"/>
              <a:gd name="connsiteX191" fmla="*/ 1310106 w 7467600"/>
              <a:gd name="connsiteY191" fmla="*/ 3943217 h 6858000"/>
              <a:gd name="connsiteX192" fmla="*/ 1423113 w 7467600"/>
              <a:gd name="connsiteY192" fmla="*/ 3874565 h 6858000"/>
              <a:gd name="connsiteX193" fmla="*/ 1260565 w 7467600"/>
              <a:gd name="connsiteY193" fmla="*/ 4031982 h 6858000"/>
              <a:gd name="connsiteX194" fmla="*/ 901900 w 7467600"/>
              <a:gd name="connsiteY194" fmla="*/ 4421236 h 6858000"/>
              <a:gd name="connsiteX195" fmla="*/ 845044 w 7467600"/>
              <a:gd name="connsiteY195" fmla="*/ 4502436 h 6858000"/>
              <a:gd name="connsiteX196" fmla="*/ 685926 w 7467600"/>
              <a:gd name="connsiteY196" fmla="*/ 4703069 h 6858000"/>
              <a:gd name="connsiteX197" fmla="*/ 684248 w 7467600"/>
              <a:gd name="connsiteY197" fmla="*/ 4706721 h 6858000"/>
              <a:gd name="connsiteX198" fmla="*/ 1423113 w 7467600"/>
              <a:gd name="connsiteY198" fmla="*/ 3874565 h 6858000"/>
              <a:gd name="connsiteX199" fmla="*/ 3316479 w 7467600"/>
              <a:gd name="connsiteY199" fmla="*/ 3872136 h 6858000"/>
              <a:gd name="connsiteX200" fmla="*/ 3546806 w 7467600"/>
              <a:gd name="connsiteY200" fmla="*/ 4356139 h 6858000"/>
              <a:gd name="connsiteX201" fmla="*/ 3364433 w 7467600"/>
              <a:gd name="connsiteY201" fmla="*/ 3953121 h 6858000"/>
              <a:gd name="connsiteX202" fmla="*/ 3316479 w 7467600"/>
              <a:gd name="connsiteY202" fmla="*/ 3872136 h 6858000"/>
              <a:gd name="connsiteX203" fmla="*/ 3291335 w 7467600"/>
              <a:gd name="connsiteY203" fmla="*/ 3767420 h 6858000"/>
              <a:gd name="connsiteX204" fmla="*/ 3390805 w 7467600"/>
              <a:gd name="connsiteY204" fmla="*/ 3937163 h 6858000"/>
              <a:gd name="connsiteX205" fmla="*/ 3579062 w 7467600"/>
              <a:gd name="connsiteY205" fmla="*/ 4359040 h 6858000"/>
              <a:gd name="connsiteX206" fmla="*/ 3467355 w 7467600"/>
              <a:gd name="connsiteY206" fmla="*/ 3988130 h 6858000"/>
              <a:gd name="connsiteX207" fmla="*/ 3310753 w 7467600"/>
              <a:gd name="connsiteY207" fmla="*/ 3787140 h 6858000"/>
              <a:gd name="connsiteX208" fmla="*/ 3291335 w 7467600"/>
              <a:gd name="connsiteY208" fmla="*/ 3767420 h 6858000"/>
              <a:gd name="connsiteX209" fmla="*/ 1635889 w 7467600"/>
              <a:gd name="connsiteY209" fmla="*/ 3709494 h 6858000"/>
              <a:gd name="connsiteX210" fmla="*/ 1634800 w 7467600"/>
              <a:gd name="connsiteY210" fmla="*/ 3731111 h 6858000"/>
              <a:gd name="connsiteX211" fmla="*/ 1635889 w 7467600"/>
              <a:gd name="connsiteY211" fmla="*/ 3709494 h 6858000"/>
              <a:gd name="connsiteX212" fmla="*/ 1510397 w 7467600"/>
              <a:gd name="connsiteY212" fmla="*/ 3684705 h 6858000"/>
              <a:gd name="connsiteX213" fmla="*/ 1146550 w 7467600"/>
              <a:gd name="connsiteY213" fmla="*/ 3802012 h 6858000"/>
              <a:gd name="connsiteX214" fmla="*/ 698834 w 7467600"/>
              <a:gd name="connsiteY214" fmla="*/ 3952272 h 6858000"/>
              <a:gd name="connsiteX215" fmla="*/ 34256 w 7467600"/>
              <a:gd name="connsiteY215" fmla="*/ 4347603 h 6858000"/>
              <a:gd name="connsiteX216" fmla="*/ 527241 w 7467600"/>
              <a:gd name="connsiteY216" fmla="*/ 4065078 h 6858000"/>
              <a:gd name="connsiteX217" fmla="*/ 1510397 w 7467600"/>
              <a:gd name="connsiteY217" fmla="*/ 3684705 h 6858000"/>
              <a:gd name="connsiteX218" fmla="*/ 1313114 w 7467600"/>
              <a:gd name="connsiteY218" fmla="*/ 3655216 h 6858000"/>
              <a:gd name="connsiteX219" fmla="*/ 1109304 w 7467600"/>
              <a:gd name="connsiteY219" fmla="*/ 3669030 h 6858000"/>
              <a:gd name="connsiteX220" fmla="*/ 8129 w 7467600"/>
              <a:gd name="connsiteY220" fmla="*/ 4330519 h 6858000"/>
              <a:gd name="connsiteX221" fmla="*/ 687572 w 7467600"/>
              <a:gd name="connsiteY221" fmla="*/ 3925629 h 6858000"/>
              <a:gd name="connsiteX222" fmla="*/ 1138365 w 7467600"/>
              <a:gd name="connsiteY222" fmla="*/ 3774515 h 6858000"/>
              <a:gd name="connsiteX223" fmla="*/ 1505579 w 7467600"/>
              <a:gd name="connsiteY223" fmla="*/ 3655526 h 6858000"/>
              <a:gd name="connsiteX224" fmla="*/ 1313114 w 7467600"/>
              <a:gd name="connsiteY224" fmla="*/ 3655216 h 6858000"/>
              <a:gd name="connsiteX225" fmla="*/ 3655073 w 7467600"/>
              <a:gd name="connsiteY225" fmla="*/ 3650884 h 6858000"/>
              <a:gd name="connsiteX226" fmla="*/ 3989938 w 7467600"/>
              <a:gd name="connsiteY226" fmla="*/ 3991685 h 6858000"/>
              <a:gd name="connsiteX227" fmla="*/ 4393907 w 7467600"/>
              <a:gd name="connsiteY227" fmla="*/ 4261258 h 6858000"/>
              <a:gd name="connsiteX228" fmla="*/ 4648051 w 7467600"/>
              <a:gd name="connsiteY228" fmla="*/ 4374051 h 6858000"/>
              <a:gd name="connsiteX229" fmla="*/ 4383389 w 7467600"/>
              <a:gd name="connsiteY229" fmla="*/ 4184369 h 6858000"/>
              <a:gd name="connsiteX230" fmla="*/ 4165508 w 7467600"/>
              <a:gd name="connsiteY230" fmla="*/ 4035196 h 6858000"/>
              <a:gd name="connsiteX231" fmla="*/ 4068162 w 7467600"/>
              <a:gd name="connsiteY231" fmla="*/ 3953394 h 6858000"/>
              <a:gd name="connsiteX232" fmla="*/ 3981416 w 7467600"/>
              <a:gd name="connsiteY232" fmla="*/ 3880482 h 6858000"/>
              <a:gd name="connsiteX233" fmla="*/ 3800147 w 7467600"/>
              <a:gd name="connsiteY233" fmla="*/ 3749872 h 6858000"/>
              <a:gd name="connsiteX234" fmla="*/ 3655073 w 7467600"/>
              <a:gd name="connsiteY234" fmla="*/ 3650884 h 6858000"/>
              <a:gd name="connsiteX235" fmla="*/ 3670252 w 7467600"/>
              <a:gd name="connsiteY235" fmla="*/ 3622798 h 6858000"/>
              <a:gd name="connsiteX236" fmla="*/ 3817258 w 7467600"/>
              <a:gd name="connsiteY236" fmla="*/ 3723577 h 6858000"/>
              <a:gd name="connsiteX237" fmla="*/ 4000461 w 7467600"/>
              <a:gd name="connsiteY237" fmla="*/ 3855966 h 6858000"/>
              <a:gd name="connsiteX238" fmla="*/ 4088180 w 7467600"/>
              <a:gd name="connsiteY238" fmla="*/ 3929774 h 6858000"/>
              <a:gd name="connsiteX239" fmla="*/ 4184555 w 7467600"/>
              <a:gd name="connsiteY239" fmla="*/ 4010683 h 6858000"/>
              <a:gd name="connsiteX240" fmla="*/ 4399563 w 7467600"/>
              <a:gd name="connsiteY240" fmla="*/ 4158106 h 6858000"/>
              <a:gd name="connsiteX241" fmla="*/ 4684469 w 7467600"/>
              <a:gd name="connsiteY241" fmla="*/ 4364680 h 6858000"/>
              <a:gd name="connsiteX242" fmla="*/ 4690271 w 7467600"/>
              <a:gd name="connsiteY242" fmla="*/ 4370034 h 6858000"/>
              <a:gd name="connsiteX243" fmla="*/ 4136093 w 7467600"/>
              <a:gd name="connsiteY243" fmla="*/ 3858466 h 6858000"/>
              <a:gd name="connsiteX244" fmla="*/ 3670252 w 7467600"/>
              <a:gd name="connsiteY244" fmla="*/ 3622798 h 6858000"/>
              <a:gd name="connsiteX245" fmla="*/ 4440129 w 7467600"/>
              <a:gd name="connsiteY245" fmla="*/ 3448571 h 6858000"/>
              <a:gd name="connsiteX246" fmla="*/ 4856525 w 7467600"/>
              <a:gd name="connsiteY246" fmla="*/ 3915351 h 6858000"/>
              <a:gd name="connsiteX247" fmla="*/ 5059055 w 7467600"/>
              <a:gd name="connsiteY247" fmla="*/ 4108918 h 6858000"/>
              <a:gd name="connsiteX248" fmla="*/ 5290070 w 7467600"/>
              <a:gd name="connsiteY248" fmla="*/ 4263619 h 6858000"/>
              <a:gd name="connsiteX249" fmla="*/ 4834991 w 7467600"/>
              <a:gd name="connsiteY249" fmla="*/ 3830985 h 6858000"/>
              <a:gd name="connsiteX250" fmla="*/ 4440129 w 7467600"/>
              <a:gd name="connsiteY250" fmla="*/ 3448571 h 6858000"/>
              <a:gd name="connsiteX251" fmla="*/ 4441737 w 7467600"/>
              <a:gd name="connsiteY251" fmla="*/ 3399734 h 6858000"/>
              <a:gd name="connsiteX252" fmla="*/ 4431236 w 7467600"/>
              <a:gd name="connsiteY252" fmla="*/ 3400954 h 6858000"/>
              <a:gd name="connsiteX253" fmla="*/ 4557150 w 7467600"/>
              <a:gd name="connsiteY253" fmla="*/ 3510023 h 6858000"/>
              <a:gd name="connsiteX254" fmla="*/ 4856936 w 7467600"/>
              <a:gd name="connsiteY254" fmla="*/ 3809146 h 6858000"/>
              <a:gd name="connsiteX255" fmla="*/ 5111996 w 7467600"/>
              <a:gd name="connsiteY255" fmla="*/ 4065759 h 6858000"/>
              <a:gd name="connsiteX256" fmla="*/ 5388878 w 7467600"/>
              <a:gd name="connsiteY256" fmla="*/ 4300185 h 6858000"/>
              <a:gd name="connsiteX257" fmla="*/ 5425556 w 7467600"/>
              <a:gd name="connsiteY257" fmla="*/ 4308967 h 6858000"/>
              <a:gd name="connsiteX258" fmla="*/ 4943646 w 7467600"/>
              <a:gd name="connsiteY258" fmla="*/ 3822916 h 6858000"/>
              <a:gd name="connsiteX259" fmla="*/ 4594837 w 7467600"/>
              <a:gd name="connsiteY259" fmla="*/ 3532274 h 6858000"/>
              <a:gd name="connsiteX260" fmla="*/ 4441737 w 7467600"/>
              <a:gd name="connsiteY260" fmla="*/ 3399734 h 6858000"/>
              <a:gd name="connsiteX261" fmla="*/ 5425834 w 7467600"/>
              <a:gd name="connsiteY261" fmla="*/ 3162785 h 6858000"/>
              <a:gd name="connsiteX262" fmla="*/ 5401644 w 7467600"/>
              <a:gd name="connsiteY262" fmla="*/ 3617847 h 6858000"/>
              <a:gd name="connsiteX263" fmla="*/ 5467256 w 7467600"/>
              <a:gd name="connsiteY263" fmla="*/ 4175494 h 6858000"/>
              <a:gd name="connsiteX264" fmla="*/ 5448069 w 7467600"/>
              <a:gd name="connsiteY264" fmla="*/ 3567554 h 6858000"/>
              <a:gd name="connsiteX265" fmla="*/ 5425834 w 7467600"/>
              <a:gd name="connsiteY265" fmla="*/ 3162785 h 6858000"/>
              <a:gd name="connsiteX266" fmla="*/ 1318687 w 7467600"/>
              <a:gd name="connsiteY266" fmla="*/ 3113840 h 6858000"/>
              <a:gd name="connsiteX267" fmla="*/ 1066793 w 7467600"/>
              <a:gd name="connsiteY267" fmla="*/ 3212171 h 6858000"/>
              <a:gd name="connsiteX268" fmla="*/ 993319 w 7467600"/>
              <a:gd name="connsiteY268" fmla="*/ 3247648 h 6858000"/>
              <a:gd name="connsiteX269" fmla="*/ 853081 w 7467600"/>
              <a:gd name="connsiteY269" fmla="*/ 3312410 h 6858000"/>
              <a:gd name="connsiteX270" fmla="*/ 805957 w 7467600"/>
              <a:gd name="connsiteY270" fmla="*/ 3330443 h 6858000"/>
              <a:gd name="connsiteX271" fmla="*/ 1318687 w 7467600"/>
              <a:gd name="connsiteY271" fmla="*/ 3113840 h 6858000"/>
              <a:gd name="connsiteX272" fmla="*/ 5453702 w 7467600"/>
              <a:gd name="connsiteY272" fmla="*/ 3090882 h 6858000"/>
              <a:gd name="connsiteX273" fmla="*/ 5480135 w 7467600"/>
              <a:gd name="connsiteY273" fmla="*/ 3565802 h 6858000"/>
              <a:gd name="connsiteX274" fmla="*/ 5499023 w 7467600"/>
              <a:gd name="connsiteY274" fmla="*/ 4166310 h 6858000"/>
              <a:gd name="connsiteX275" fmla="*/ 5547022 w 7467600"/>
              <a:gd name="connsiteY275" fmla="*/ 3607838 h 6858000"/>
              <a:gd name="connsiteX276" fmla="*/ 5515964 w 7467600"/>
              <a:gd name="connsiteY276" fmla="*/ 3378541 h 6858000"/>
              <a:gd name="connsiteX277" fmla="*/ 5453702 w 7467600"/>
              <a:gd name="connsiteY277" fmla="*/ 3090882 h 6858000"/>
              <a:gd name="connsiteX278" fmla="*/ 1238695 w 7467600"/>
              <a:gd name="connsiteY278" fmla="*/ 3076820 h 6858000"/>
              <a:gd name="connsiteX279" fmla="*/ 716371 w 7467600"/>
              <a:gd name="connsiteY279" fmla="*/ 3293249 h 6858000"/>
              <a:gd name="connsiteX280" fmla="*/ 579522 w 7467600"/>
              <a:gd name="connsiteY280" fmla="*/ 3371759 h 6858000"/>
              <a:gd name="connsiteX281" fmla="*/ 600288 w 7467600"/>
              <a:gd name="connsiteY281" fmla="*/ 3365555 h 6858000"/>
              <a:gd name="connsiteX282" fmla="*/ 840692 w 7467600"/>
              <a:gd name="connsiteY282" fmla="*/ 3284921 h 6858000"/>
              <a:gd name="connsiteX283" fmla="*/ 979248 w 7467600"/>
              <a:gd name="connsiteY283" fmla="*/ 3221003 h 6858000"/>
              <a:gd name="connsiteX284" fmla="*/ 1053282 w 7467600"/>
              <a:gd name="connsiteY284" fmla="*/ 3185247 h 6858000"/>
              <a:gd name="connsiteX285" fmla="*/ 1320603 w 7467600"/>
              <a:gd name="connsiteY285" fmla="*/ 3081281 h 6858000"/>
              <a:gd name="connsiteX286" fmla="*/ 1238695 w 7467600"/>
              <a:gd name="connsiteY286" fmla="*/ 3076820 h 6858000"/>
              <a:gd name="connsiteX287" fmla="*/ 5425627 w 7467600"/>
              <a:gd name="connsiteY287" fmla="*/ 2954192 h 6858000"/>
              <a:gd name="connsiteX288" fmla="*/ 5470770 w 7467600"/>
              <a:gd name="connsiteY288" fmla="*/ 3005435 h 6858000"/>
              <a:gd name="connsiteX289" fmla="*/ 5519779 w 7467600"/>
              <a:gd name="connsiteY289" fmla="*/ 4359223 h 6858000"/>
              <a:gd name="connsiteX290" fmla="*/ 5520293 w 7467600"/>
              <a:gd name="connsiteY290" fmla="*/ 4360602 h 6858000"/>
              <a:gd name="connsiteX291" fmla="*/ 5767221 w 7467600"/>
              <a:gd name="connsiteY291" fmla="*/ 4665564 h 6858000"/>
              <a:gd name="connsiteX292" fmla="*/ 6937169 w 7467600"/>
              <a:gd name="connsiteY292" fmla="*/ 4815941 h 6858000"/>
              <a:gd name="connsiteX293" fmla="*/ 6953922 w 7467600"/>
              <a:gd name="connsiteY293" fmla="*/ 4890068 h 6858000"/>
              <a:gd name="connsiteX294" fmla="*/ 6071359 w 7467600"/>
              <a:gd name="connsiteY294" fmla="*/ 4770770 h 6858000"/>
              <a:gd name="connsiteX295" fmla="*/ 6038839 w 7467600"/>
              <a:gd name="connsiteY295" fmla="*/ 4764474 h 6858000"/>
              <a:gd name="connsiteX296" fmla="*/ 6038706 w 7467600"/>
              <a:gd name="connsiteY296" fmla="*/ 4763847 h 6858000"/>
              <a:gd name="connsiteX297" fmla="*/ 6037784 w 7467600"/>
              <a:gd name="connsiteY297" fmla="*/ 4764270 h 6858000"/>
              <a:gd name="connsiteX298" fmla="*/ 6038839 w 7467600"/>
              <a:gd name="connsiteY298" fmla="*/ 4764474 h 6858000"/>
              <a:gd name="connsiteX299" fmla="*/ 6040338 w 7467600"/>
              <a:gd name="connsiteY299" fmla="*/ 4771418 h 6858000"/>
              <a:gd name="connsiteX300" fmla="*/ 6024488 w 7467600"/>
              <a:gd name="connsiteY300" fmla="*/ 4809903 h 6858000"/>
              <a:gd name="connsiteX301" fmla="*/ 5599771 w 7467600"/>
              <a:gd name="connsiteY301" fmla="*/ 5509652 h 6858000"/>
              <a:gd name="connsiteX302" fmla="*/ 5548843 w 7467600"/>
              <a:gd name="connsiteY302" fmla="*/ 5563845 h 6858000"/>
              <a:gd name="connsiteX303" fmla="*/ 5940952 w 7467600"/>
              <a:gd name="connsiteY303" fmla="*/ 6250028 h 6858000"/>
              <a:gd name="connsiteX304" fmla="*/ 6043441 w 7467600"/>
              <a:gd name="connsiteY304" fmla="*/ 6665847 h 6858000"/>
              <a:gd name="connsiteX305" fmla="*/ 6093432 w 7467600"/>
              <a:gd name="connsiteY305" fmla="*/ 6858000 h 6858000"/>
              <a:gd name="connsiteX306" fmla="*/ 6034344 w 7467600"/>
              <a:gd name="connsiteY306" fmla="*/ 6858000 h 6858000"/>
              <a:gd name="connsiteX307" fmla="*/ 6026679 w 7467600"/>
              <a:gd name="connsiteY307" fmla="*/ 6836959 h 6858000"/>
              <a:gd name="connsiteX308" fmla="*/ 5800441 w 7467600"/>
              <a:gd name="connsiteY308" fmla="*/ 6335286 h 6858000"/>
              <a:gd name="connsiteX309" fmla="*/ 5526562 w 7467600"/>
              <a:gd name="connsiteY309" fmla="*/ 5705388 h 6858000"/>
              <a:gd name="connsiteX310" fmla="*/ 5519640 w 7467600"/>
              <a:gd name="connsiteY310" fmla="*/ 5683774 h 6858000"/>
              <a:gd name="connsiteX311" fmla="*/ 5844559 w 7467600"/>
              <a:gd name="connsiteY311" fmla="*/ 6553349 h 6858000"/>
              <a:gd name="connsiteX312" fmla="*/ 5975994 w 7467600"/>
              <a:gd name="connsiteY312" fmla="*/ 6858000 h 6858000"/>
              <a:gd name="connsiteX313" fmla="*/ 5898547 w 7467600"/>
              <a:gd name="connsiteY313" fmla="*/ 6858000 h 6858000"/>
              <a:gd name="connsiteX314" fmla="*/ 5682041 w 7467600"/>
              <a:gd name="connsiteY314" fmla="*/ 6355860 h 6858000"/>
              <a:gd name="connsiteX315" fmla="*/ 5461758 w 7467600"/>
              <a:gd name="connsiteY315" fmla="*/ 5820220 h 6858000"/>
              <a:gd name="connsiteX316" fmla="*/ 5237282 w 7467600"/>
              <a:gd name="connsiteY316" fmla="*/ 6579086 h 6858000"/>
              <a:gd name="connsiteX317" fmla="*/ 5115009 w 7467600"/>
              <a:gd name="connsiteY317" fmla="*/ 6858000 h 6858000"/>
              <a:gd name="connsiteX318" fmla="*/ 5028074 w 7467600"/>
              <a:gd name="connsiteY318" fmla="*/ 6858000 h 6858000"/>
              <a:gd name="connsiteX319" fmla="*/ 5079508 w 7467600"/>
              <a:gd name="connsiteY319" fmla="*/ 6749074 h 6858000"/>
              <a:gd name="connsiteX320" fmla="*/ 5371846 w 7467600"/>
              <a:gd name="connsiteY320" fmla="*/ 5924413 h 6858000"/>
              <a:gd name="connsiteX321" fmla="*/ 5270512 w 7467600"/>
              <a:gd name="connsiteY321" fmla="*/ 6138975 h 6858000"/>
              <a:gd name="connsiteX322" fmla="*/ 5062409 w 7467600"/>
              <a:gd name="connsiteY322" fmla="*/ 6653544 h 6858000"/>
              <a:gd name="connsiteX323" fmla="*/ 5036628 w 7467600"/>
              <a:gd name="connsiteY323" fmla="*/ 6754247 h 6858000"/>
              <a:gd name="connsiteX324" fmla="*/ 5009112 w 7467600"/>
              <a:gd name="connsiteY324" fmla="*/ 6858000 h 6858000"/>
              <a:gd name="connsiteX325" fmla="*/ 4976679 w 7467600"/>
              <a:gd name="connsiteY325" fmla="*/ 6858000 h 6858000"/>
              <a:gd name="connsiteX326" fmla="*/ 5006537 w 7467600"/>
              <a:gd name="connsiteY326" fmla="*/ 6747068 h 6858000"/>
              <a:gd name="connsiteX327" fmla="*/ 5032723 w 7467600"/>
              <a:gd name="connsiteY327" fmla="*/ 6644957 h 6858000"/>
              <a:gd name="connsiteX328" fmla="*/ 5242949 w 7467600"/>
              <a:gd name="connsiteY328" fmla="*/ 6125175 h 6858000"/>
              <a:gd name="connsiteX329" fmla="*/ 5286321 w 7467600"/>
              <a:gd name="connsiteY329" fmla="*/ 6033555 h 6858000"/>
              <a:gd name="connsiteX330" fmla="*/ 5008210 w 7467600"/>
              <a:gd name="connsiteY330" fmla="*/ 6649194 h 6858000"/>
              <a:gd name="connsiteX331" fmla="*/ 4986321 w 7467600"/>
              <a:gd name="connsiteY331" fmla="*/ 6765687 h 6858000"/>
              <a:gd name="connsiteX332" fmla="*/ 4973474 w 7467600"/>
              <a:gd name="connsiteY332" fmla="*/ 6858000 h 6858000"/>
              <a:gd name="connsiteX333" fmla="*/ 4907178 w 7467600"/>
              <a:gd name="connsiteY333" fmla="*/ 6858000 h 6858000"/>
              <a:gd name="connsiteX334" fmla="*/ 4910810 w 7467600"/>
              <a:gd name="connsiteY334" fmla="*/ 6829660 h 6858000"/>
              <a:gd name="connsiteX335" fmla="*/ 4987461 w 7467600"/>
              <a:gd name="connsiteY335" fmla="*/ 6432994 h 6858000"/>
              <a:gd name="connsiteX336" fmla="*/ 5179262 w 7467600"/>
              <a:gd name="connsiteY336" fmla="*/ 6035044 h 6858000"/>
              <a:gd name="connsiteX337" fmla="*/ 4689678 w 7467600"/>
              <a:gd name="connsiteY337" fmla="*/ 6440241 h 6858000"/>
              <a:gd name="connsiteX338" fmla="*/ 4477543 w 7467600"/>
              <a:gd name="connsiteY338" fmla="*/ 6674836 h 6858000"/>
              <a:gd name="connsiteX339" fmla="*/ 4329957 w 7467600"/>
              <a:gd name="connsiteY339" fmla="*/ 6858000 h 6858000"/>
              <a:gd name="connsiteX340" fmla="*/ 4218595 w 7467600"/>
              <a:gd name="connsiteY340" fmla="*/ 6858000 h 6858000"/>
              <a:gd name="connsiteX341" fmla="*/ 4368888 w 7467600"/>
              <a:gd name="connsiteY341" fmla="*/ 6668412 h 6858000"/>
              <a:gd name="connsiteX342" fmla="*/ 4563091 w 7467600"/>
              <a:gd name="connsiteY342" fmla="*/ 6442508 h 6858000"/>
              <a:gd name="connsiteX343" fmla="*/ 5387324 w 7467600"/>
              <a:gd name="connsiteY343" fmla="*/ 5705830 h 6858000"/>
              <a:gd name="connsiteX344" fmla="*/ 5073620 w 7467600"/>
              <a:gd name="connsiteY344" fmla="*/ 5955437 h 6858000"/>
              <a:gd name="connsiteX345" fmla="*/ 4689789 w 7467600"/>
              <a:gd name="connsiteY345" fmla="*/ 6268382 h 6858000"/>
              <a:gd name="connsiteX346" fmla="*/ 4418722 w 7467600"/>
              <a:gd name="connsiteY346" fmla="*/ 6570886 h 6858000"/>
              <a:gd name="connsiteX347" fmla="*/ 4214944 w 7467600"/>
              <a:gd name="connsiteY347" fmla="*/ 6858000 h 6858000"/>
              <a:gd name="connsiteX348" fmla="*/ 4177898 w 7467600"/>
              <a:gd name="connsiteY348" fmla="*/ 6858000 h 6858000"/>
              <a:gd name="connsiteX349" fmla="*/ 4391597 w 7467600"/>
              <a:gd name="connsiteY349" fmla="*/ 6556370 h 6858000"/>
              <a:gd name="connsiteX350" fmla="*/ 4668889 w 7467600"/>
              <a:gd name="connsiteY350" fmla="*/ 6246399 h 6858000"/>
              <a:gd name="connsiteX351" fmla="*/ 5055427 w 7467600"/>
              <a:gd name="connsiteY351" fmla="*/ 5931476 h 6858000"/>
              <a:gd name="connsiteX352" fmla="*/ 5371814 w 7467600"/>
              <a:gd name="connsiteY352" fmla="*/ 5678975 h 6858000"/>
              <a:gd name="connsiteX353" fmla="*/ 4987918 w 7467600"/>
              <a:gd name="connsiteY353" fmla="*/ 5838701 h 6858000"/>
              <a:gd name="connsiteX354" fmla="*/ 4317146 w 7467600"/>
              <a:gd name="connsiteY354" fmla="*/ 6587716 h 6858000"/>
              <a:gd name="connsiteX355" fmla="*/ 4171627 w 7467600"/>
              <a:gd name="connsiteY355" fmla="*/ 6858000 h 6858000"/>
              <a:gd name="connsiteX356" fmla="*/ 4081585 w 7467600"/>
              <a:gd name="connsiteY356" fmla="*/ 6858000 h 6858000"/>
              <a:gd name="connsiteX357" fmla="*/ 4238603 w 7467600"/>
              <a:gd name="connsiteY357" fmla="*/ 6559341 h 6858000"/>
              <a:gd name="connsiteX358" fmla="*/ 4778333 w 7467600"/>
              <a:gd name="connsiteY358" fmla="*/ 5873626 h 6858000"/>
              <a:gd name="connsiteX359" fmla="*/ 5414185 w 7467600"/>
              <a:gd name="connsiteY359" fmla="*/ 5573882 h 6858000"/>
              <a:gd name="connsiteX360" fmla="*/ 5959648 w 7467600"/>
              <a:gd name="connsiteY360" fmla="*/ 4760797 h 6858000"/>
              <a:gd name="connsiteX361" fmla="*/ 5355019 w 7467600"/>
              <a:gd name="connsiteY361" fmla="*/ 4734672 h 6858000"/>
              <a:gd name="connsiteX362" fmla="*/ 5083565 w 7467600"/>
              <a:gd name="connsiteY362" fmla="*/ 5179121 h 6858000"/>
              <a:gd name="connsiteX363" fmla="*/ 4713577 w 7467600"/>
              <a:gd name="connsiteY363" fmla="*/ 5616803 h 6858000"/>
              <a:gd name="connsiteX364" fmla="*/ 3989559 w 7467600"/>
              <a:gd name="connsiteY364" fmla="*/ 6145945 h 6858000"/>
              <a:gd name="connsiteX365" fmla="*/ 3939824 w 7467600"/>
              <a:gd name="connsiteY365" fmla="*/ 6066900 h 6858000"/>
              <a:gd name="connsiteX366" fmla="*/ 4584537 w 7467600"/>
              <a:gd name="connsiteY366" fmla="*/ 5324826 h 6858000"/>
              <a:gd name="connsiteX367" fmla="*/ 5037105 w 7467600"/>
              <a:gd name="connsiteY367" fmla="*/ 5088765 h 6858000"/>
              <a:gd name="connsiteX368" fmla="*/ 5039930 w 7467600"/>
              <a:gd name="connsiteY368" fmla="*/ 5089585 h 6858000"/>
              <a:gd name="connsiteX369" fmla="*/ 5263764 w 7467600"/>
              <a:gd name="connsiteY369" fmla="*/ 4735525 h 6858000"/>
              <a:gd name="connsiteX370" fmla="*/ 4086300 w 7467600"/>
              <a:gd name="connsiteY370" fmla="*/ 4884599 h 6858000"/>
              <a:gd name="connsiteX371" fmla="*/ 4085485 w 7467600"/>
              <a:gd name="connsiteY371" fmla="*/ 4899070 h 6858000"/>
              <a:gd name="connsiteX372" fmla="*/ 3871915 w 7467600"/>
              <a:gd name="connsiteY372" fmla="*/ 5253645 h 6858000"/>
              <a:gd name="connsiteX373" fmla="*/ 3799374 w 7467600"/>
              <a:gd name="connsiteY373" fmla="*/ 5466127 h 6858000"/>
              <a:gd name="connsiteX374" fmla="*/ 3498850 w 7467600"/>
              <a:gd name="connsiteY374" fmla="*/ 6661888 h 6858000"/>
              <a:gd name="connsiteX375" fmla="*/ 3399216 w 7467600"/>
              <a:gd name="connsiteY375" fmla="*/ 6858000 h 6858000"/>
              <a:gd name="connsiteX376" fmla="*/ 3303688 w 7467600"/>
              <a:gd name="connsiteY376" fmla="*/ 6858000 h 6858000"/>
              <a:gd name="connsiteX377" fmla="*/ 3391774 w 7467600"/>
              <a:gd name="connsiteY377" fmla="*/ 6697181 h 6858000"/>
              <a:gd name="connsiteX378" fmla="*/ 3735540 w 7467600"/>
              <a:gd name="connsiteY378" fmla="*/ 5546923 h 6858000"/>
              <a:gd name="connsiteX379" fmla="*/ 3729438 w 7467600"/>
              <a:gd name="connsiteY379" fmla="*/ 5569058 h 6858000"/>
              <a:gd name="connsiteX380" fmla="*/ 3707782 w 7467600"/>
              <a:gd name="connsiteY380" fmla="*/ 5644908 h 6858000"/>
              <a:gd name="connsiteX381" fmla="*/ 3583827 w 7467600"/>
              <a:gd name="connsiteY381" fmla="*/ 6039215 h 6858000"/>
              <a:gd name="connsiteX382" fmla="*/ 3547861 w 7467600"/>
              <a:gd name="connsiteY382" fmla="*/ 6129609 h 6858000"/>
              <a:gd name="connsiteX383" fmla="*/ 3490905 w 7467600"/>
              <a:gd name="connsiteY383" fmla="*/ 6277660 h 6858000"/>
              <a:gd name="connsiteX384" fmla="*/ 3455859 w 7467600"/>
              <a:gd name="connsiteY384" fmla="*/ 6391301 h 6858000"/>
              <a:gd name="connsiteX385" fmla="*/ 3429112 w 7467600"/>
              <a:gd name="connsiteY385" fmla="*/ 6479469 h 6858000"/>
              <a:gd name="connsiteX386" fmla="*/ 3304862 w 7467600"/>
              <a:gd name="connsiteY386" fmla="*/ 6796476 h 6858000"/>
              <a:gd name="connsiteX387" fmla="*/ 3276071 w 7467600"/>
              <a:gd name="connsiteY387" fmla="*/ 6858000 h 6858000"/>
              <a:gd name="connsiteX388" fmla="*/ 3240805 w 7467600"/>
              <a:gd name="connsiteY388" fmla="*/ 6858000 h 6858000"/>
              <a:gd name="connsiteX389" fmla="*/ 3275917 w 7467600"/>
              <a:gd name="connsiteY389" fmla="*/ 6783192 h 6858000"/>
              <a:gd name="connsiteX390" fmla="*/ 3399358 w 7467600"/>
              <a:gd name="connsiteY390" fmla="*/ 6469011 h 6858000"/>
              <a:gd name="connsiteX391" fmla="*/ 3425650 w 7467600"/>
              <a:gd name="connsiteY391" fmla="*/ 6381333 h 6858000"/>
              <a:gd name="connsiteX392" fmla="*/ 3460661 w 7467600"/>
              <a:gd name="connsiteY392" fmla="*/ 6266763 h 6858000"/>
              <a:gd name="connsiteX393" fmla="*/ 3518021 w 7467600"/>
              <a:gd name="connsiteY393" fmla="*/ 6117298 h 6858000"/>
              <a:gd name="connsiteX394" fmla="*/ 3554035 w 7467600"/>
              <a:gd name="connsiteY394" fmla="*/ 6027832 h 6858000"/>
              <a:gd name="connsiteX395" fmla="*/ 3677174 w 7467600"/>
              <a:gd name="connsiteY395" fmla="*/ 5636351 h 6858000"/>
              <a:gd name="connsiteX396" fmla="*/ 3698819 w 7467600"/>
              <a:gd name="connsiteY396" fmla="*/ 5560503 h 6858000"/>
              <a:gd name="connsiteX397" fmla="*/ 3702094 w 7467600"/>
              <a:gd name="connsiteY397" fmla="*/ 5549194 h 6858000"/>
              <a:gd name="connsiteX398" fmla="*/ 3398355 w 7467600"/>
              <a:gd name="connsiteY398" fmla="*/ 6094603 h 6858000"/>
              <a:gd name="connsiteX399" fmla="*/ 3193941 w 7467600"/>
              <a:gd name="connsiteY399" fmla="*/ 6798775 h 6858000"/>
              <a:gd name="connsiteX400" fmla="*/ 3184140 w 7467600"/>
              <a:gd name="connsiteY400" fmla="*/ 6858000 h 6858000"/>
              <a:gd name="connsiteX401" fmla="*/ 3099978 w 7467600"/>
              <a:gd name="connsiteY401" fmla="*/ 6858000 h 6858000"/>
              <a:gd name="connsiteX402" fmla="*/ 3101556 w 7467600"/>
              <a:gd name="connsiteY402" fmla="*/ 6843337 h 6858000"/>
              <a:gd name="connsiteX403" fmla="*/ 3370162 w 7467600"/>
              <a:gd name="connsiteY403" fmla="*/ 5785550 h 6858000"/>
              <a:gd name="connsiteX404" fmla="*/ 3746477 w 7467600"/>
              <a:gd name="connsiteY404" fmla="*/ 5377889 h 6858000"/>
              <a:gd name="connsiteX405" fmla="*/ 3863399 w 7467600"/>
              <a:gd name="connsiteY405" fmla="*/ 5087257 h 6858000"/>
              <a:gd name="connsiteX406" fmla="*/ 3968712 w 7467600"/>
              <a:gd name="connsiteY406" fmla="*/ 4913989 h 6858000"/>
              <a:gd name="connsiteX407" fmla="*/ 2792390 w 7467600"/>
              <a:gd name="connsiteY407" fmla="*/ 5382974 h 6858000"/>
              <a:gd name="connsiteX408" fmla="*/ 2714982 w 7467600"/>
              <a:gd name="connsiteY408" fmla="*/ 5427051 h 6858000"/>
              <a:gd name="connsiteX409" fmla="*/ 2813361 w 7467600"/>
              <a:gd name="connsiteY409" fmla="*/ 6023912 h 6858000"/>
              <a:gd name="connsiteX410" fmla="*/ 2688430 w 7467600"/>
              <a:gd name="connsiteY410" fmla="*/ 6801564 h 6858000"/>
              <a:gd name="connsiteX411" fmla="*/ 2629626 w 7467600"/>
              <a:gd name="connsiteY411" fmla="*/ 6763394 h 6858000"/>
              <a:gd name="connsiteX412" fmla="*/ 2565328 w 7467600"/>
              <a:gd name="connsiteY412" fmla="*/ 5516399 h 6858000"/>
              <a:gd name="connsiteX413" fmla="*/ 1922999 w 7467600"/>
              <a:gd name="connsiteY413" fmla="*/ 5980343 h 6858000"/>
              <a:gd name="connsiteX414" fmla="*/ 1950261 w 7467600"/>
              <a:gd name="connsiteY414" fmla="*/ 6405858 h 6858000"/>
              <a:gd name="connsiteX415" fmla="*/ 2365554 w 7467600"/>
              <a:gd name="connsiteY415" fmla="*/ 6759107 h 6858000"/>
              <a:gd name="connsiteX416" fmla="*/ 2424142 w 7467600"/>
              <a:gd name="connsiteY416" fmla="*/ 6858000 h 6858000"/>
              <a:gd name="connsiteX417" fmla="*/ 2395994 w 7467600"/>
              <a:gd name="connsiteY417" fmla="*/ 6858000 h 6858000"/>
              <a:gd name="connsiteX418" fmla="*/ 2392863 w 7467600"/>
              <a:gd name="connsiteY418" fmla="*/ 6852964 h 6858000"/>
              <a:gd name="connsiteX419" fmla="*/ 2017589 w 7467600"/>
              <a:gd name="connsiteY419" fmla="*/ 6493982 h 6858000"/>
              <a:gd name="connsiteX420" fmla="*/ 2147336 w 7467600"/>
              <a:gd name="connsiteY420" fmla="*/ 6594052 h 6858000"/>
              <a:gd name="connsiteX421" fmla="*/ 2207047 w 7467600"/>
              <a:gd name="connsiteY421" fmla="*/ 6654540 h 6858000"/>
              <a:gd name="connsiteX422" fmla="*/ 2299106 w 7467600"/>
              <a:gd name="connsiteY422" fmla="*/ 6778931 h 6858000"/>
              <a:gd name="connsiteX423" fmla="*/ 2314430 w 7467600"/>
              <a:gd name="connsiteY423" fmla="*/ 6801144 h 6858000"/>
              <a:gd name="connsiteX424" fmla="*/ 2352406 w 7467600"/>
              <a:gd name="connsiteY424" fmla="*/ 6858000 h 6858000"/>
              <a:gd name="connsiteX425" fmla="*/ 2314492 w 7467600"/>
              <a:gd name="connsiteY425" fmla="*/ 6858000 h 6858000"/>
              <a:gd name="connsiteX426" fmla="*/ 2288095 w 7467600"/>
              <a:gd name="connsiteY426" fmla="*/ 6818030 h 6858000"/>
              <a:gd name="connsiteX427" fmla="*/ 2272768 w 7467600"/>
              <a:gd name="connsiteY427" fmla="*/ 6795822 h 6858000"/>
              <a:gd name="connsiteX428" fmla="*/ 2182715 w 7467600"/>
              <a:gd name="connsiteY428" fmla="*/ 6675071 h 6858000"/>
              <a:gd name="connsiteX429" fmla="*/ 2032061 w 7467600"/>
              <a:gd name="connsiteY429" fmla="*/ 6541380 h 6858000"/>
              <a:gd name="connsiteX430" fmla="*/ 2257220 w 7467600"/>
              <a:gd name="connsiteY430" fmla="*/ 6826257 h 6858000"/>
              <a:gd name="connsiteX431" fmla="*/ 2281324 w 7467600"/>
              <a:gd name="connsiteY431" fmla="*/ 6858000 h 6858000"/>
              <a:gd name="connsiteX432" fmla="*/ 2242860 w 7467600"/>
              <a:gd name="connsiteY432" fmla="*/ 6858000 h 6858000"/>
              <a:gd name="connsiteX433" fmla="*/ 2232818 w 7467600"/>
              <a:gd name="connsiteY433" fmla="*/ 6844926 h 6858000"/>
              <a:gd name="connsiteX434" fmla="*/ 1990172 w 7467600"/>
              <a:gd name="connsiteY434" fmla="*/ 6542121 h 6858000"/>
              <a:gd name="connsiteX435" fmla="*/ 2124090 w 7467600"/>
              <a:gd name="connsiteY435" fmla="*/ 6761017 h 6858000"/>
              <a:gd name="connsiteX436" fmla="*/ 2200380 w 7467600"/>
              <a:gd name="connsiteY436" fmla="*/ 6858000 h 6858000"/>
              <a:gd name="connsiteX437" fmla="*/ 2147507 w 7467600"/>
              <a:gd name="connsiteY437" fmla="*/ 6858000 h 6858000"/>
              <a:gd name="connsiteX438" fmla="*/ 2070668 w 7467600"/>
              <a:gd name="connsiteY438" fmla="*/ 6761520 h 6858000"/>
              <a:gd name="connsiteX439" fmla="*/ 1975142 w 7467600"/>
              <a:gd name="connsiteY439" fmla="*/ 6585570 h 6858000"/>
              <a:gd name="connsiteX440" fmla="*/ 2050035 w 7467600"/>
              <a:gd name="connsiteY440" fmla="*/ 6813345 h 6858000"/>
              <a:gd name="connsiteX441" fmla="*/ 2063025 w 7467600"/>
              <a:gd name="connsiteY441" fmla="*/ 6858000 h 6858000"/>
              <a:gd name="connsiteX442" fmla="*/ 2021675 w 7467600"/>
              <a:gd name="connsiteY442" fmla="*/ 6858000 h 6858000"/>
              <a:gd name="connsiteX443" fmla="*/ 2019308 w 7467600"/>
              <a:gd name="connsiteY443" fmla="*/ 6847118 h 6858000"/>
              <a:gd name="connsiteX444" fmla="*/ 1938835 w 7467600"/>
              <a:gd name="connsiteY444" fmla="*/ 6551160 h 6858000"/>
              <a:gd name="connsiteX445" fmla="*/ 1953230 w 7467600"/>
              <a:gd name="connsiteY445" fmla="*/ 6759699 h 6858000"/>
              <a:gd name="connsiteX446" fmla="*/ 1956763 w 7467600"/>
              <a:gd name="connsiteY446" fmla="*/ 6778191 h 6858000"/>
              <a:gd name="connsiteX447" fmla="*/ 1967925 w 7467600"/>
              <a:gd name="connsiteY447" fmla="*/ 6858000 h 6858000"/>
              <a:gd name="connsiteX448" fmla="*/ 1936622 w 7467600"/>
              <a:gd name="connsiteY448" fmla="*/ 6858000 h 6858000"/>
              <a:gd name="connsiteX449" fmla="*/ 1926261 w 7467600"/>
              <a:gd name="connsiteY449" fmla="*/ 6784064 h 6858000"/>
              <a:gd name="connsiteX450" fmla="*/ 1922724 w 7467600"/>
              <a:gd name="connsiteY450" fmla="*/ 6765577 h 6858000"/>
              <a:gd name="connsiteX451" fmla="*/ 1904650 w 7467600"/>
              <a:gd name="connsiteY451" fmla="*/ 6639616 h 6858000"/>
              <a:gd name="connsiteX452" fmla="*/ 1885273 w 7467600"/>
              <a:gd name="connsiteY452" fmla="*/ 6858000 h 6858000"/>
              <a:gd name="connsiteX453" fmla="*/ 1854363 w 7467600"/>
              <a:gd name="connsiteY453" fmla="*/ 6858000 h 6858000"/>
              <a:gd name="connsiteX454" fmla="*/ 1880391 w 7467600"/>
              <a:gd name="connsiteY454" fmla="*/ 6603796 h 6858000"/>
              <a:gd name="connsiteX455" fmla="*/ 1818273 w 7467600"/>
              <a:gd name="connsiteY455" fmla="*/ 6715729 h 6858000"/>
              <a:gd name="connsiteX456" fmla="*/ 1794691 w 7467600"/>
              <a:gd name="connsiteY456" fmla="*/ 6843239 h 6858000"/>
              <a:gd name="connsiteX457" fmla="*/ 1794914 w 7467600"/>
              <a:gd name="connsiteY457" fmla="*/ 6858000 h 6858000"/>
              <a:gd name="connsiteX458" fmla="*/ 1746128 w 7467600"/>
              <a:gd name="connsiteY458" fmla="*/ 6858000 h 6858000"/>
              <a:gd name="connsiteX459" fmla="*/ 1753934 w 7467600"/>
              <a:gd name="connsiteY459" fmla="*/ 6724796 h 6858000"/>
              <a:gd name="connsiteX460" fmla="*/ 1792053 w 7467600"/>
              <a:gd name="connsiteY460" fmla="*/ 6572396 h 6858000"/>
              <a:gd name="connsiteX461" fmla="*/ 1862248 w 7467600"/>
              <a:gd name="connsiteY461" fmla="*/ 6266397 h 6858000"/>
              <a:gd name="connsiteX462" fmla="*/ 1862250 w 7467600"/>
              <a:gd name="connsiteY462" fmla="*/ 6033531 h 6858000"/>
              <a:gd name="connsiteX463" fmla="*/ 1211999 w 7467600"/>
              <a:gd name="connsiteY463" fmla="*/ 6683610 h 6858000"/>
              <a:gd name="connsiteX464" fmla="*/ 1213266 w 7467600"/>
              <a:gd name="connsiteY464" fmla="*/ 6691947 h 6858000"/>
              <a:gd name="connsiteX465" fmla="*/ 1203370 w 7467600"/>
              <a:gd name="connsiteY465" fmla="*/ 6850676 h 6858000"/>
              <a:gd name="connsiteX466" fmla="*/ 1203671 w 7467600"/>
              <a:gd name="connsiteY466" fmla="*/ 6858000 h 6858000"/>
              <a:gd name="connsiteX467" fmla="*/ 1143180 w 7467600"/>
              <a:gd name="connsiteY467" fmla="*/ 6858000 h 6858000"/>
              <a:gd name="connsiteX468" fmla="*/ 1142176 w 7467600"/>
              <a:gd name="connsiteY468" fmla="*/ 6766045 h 6858000"/>
              <a:gd name="connsiteX469" fmla="*/ 1067484 w 7467600"/>
              <a:gd name="connsiteY469" fmla="*/ 6858000 h 6858000"/>
              <a:gd name="connsiteX470" fmla="*/ 953928 w 7467600"/>
              <a:gd name="connsiteY470" fmla="*/ 6858000 h 6858000"/>
              <a:gd name="connsiteX471" fmla="*/ 959715 w 7467600"/>
              <a:gd name="connsiteY471" fmla="*/ 6850185 h 6858000"/>
              <a:gd name="connsiteX472" fmla="*/ 1483788 w 7467600"/>
              <a:gd name="connsiteY472" fmla="*/ 6259174 h 6858000"/>
              <a:gd name="connsiteX473" fmla="*/ 1100671 w 7467600"/>
              <a:gd name="connsiteY473" fmla="*/ 6252137 h 6858000"/>
              <a:gd name="connsiteX474" fmla="*/ 1090144 w 7467600"/>
              <a:gd name="connsiteY474" fmla="*/ 6256748 h 6858000"/>
              <a:gd name="connsiteX475" fmla="*/ 1095872 w 7467600"/>
              <a:gd name="connsiteY475" fmla="*/ 6271892 h 6858000"/>
              <a:gd name="connsiteX476" fmla="*/ 262785 w 7467600"/>
              <a:gd name="connsiteY476" fmla="*/ 6845450 h 6858000"/>
              <a:gd name="connsiteX477" fmla="*/ 209968 w 7467600"/>
              <a:gd name="connsiteY477" fmla="*/ 6770713 h 6858000"/>
              <a:gd name="connsiteX478" fmla="*/ 873460 w 7467600"/>
              <a:gd name="connsiteY478" fmla="*/ 6253768 h 6858000"/>
              <a:gd name="connsiteX479" fmla="*/ 192686 w 7467600"/>
              <a:gd name="connsiteY479" fmla="*/ 5849257 h 6858000"/>
              <a:gd name="connsiteX480" fmla="*/ 4696 w 7467600"/>
              <a:gd name="connsiteY480" fmla="*/ 5697668 h 6858000"/>
              <a:gd name="connsiteX481" fmla="*/ 0 w 7467600"/>
              <a:gd name="connsiteY481" fmla="*/ 5689984 h 6858000"/>
              <a:gd name="connsiteX482" fmla="*/ 0 w 7467600"/>
              <a:gd name="connsiteY482" fmla="*/ 5513472 h 6858000"/>
              <a:gd name="connsiteX483" fmla="*/ 174101 w 7467600"/>
              <a:gd name="connsiteY483" fmla="*/ 5620277 h 6858000"/>
              <a:gd name="connsiteX484" fmla="*/ 891800 w 7467600"/>
              <a:gd name="connsiteY484" fmla="*/ 6036935 h 6858000"/>
              <a:gd name="connsiteX485" fmla="*/ 1072219 w 7467600"/>
              <a:gd name="connsiteY485" fmla="*/ 6169443 h 6858000"/>
              <a:gd name="connsiteX486" fmla="*/ 1074117 w 7467600"/>
              <a:gd name="connsiteY486" fmla="*/ 6170301 h 6858000"/>
              <a:gd name="connsiteX487" fmla="*/ 1083114 w 7467600"/>
              <a:gd name="connsiteY487" fmla="*/ 6174131 h 6858000"/>
              <a:gd name="connsiteX488" fmla="*/ 1543010 w 7467600"/>
              <a:gd name="connsiteY488" fmla="*/ 6191140 h 6858000"/>
              <a:gd name="connsiteX489" fmla="*/ 1551080 w 7467600"/>
              <a:gd name="connsiteY489" fmla="*/ 6195006 h 6858000"/>
              <a:gd name="connsiteX490" fmla="*/ 2345443 w 7467600"/>
              <a:gd name="connsiteY490" fmla="*/ 5549882 h 6858000"/>
              <a:gd name="connsiteX491" fmla="*/ 1721499 w 7467600"/>
              <a:gd name="connsiteY491" fmla="*/ 5599969 h 6858000"/>
              <a:gd name="connsiteX492" fmla="*/ 767716 w 7467600"/>
              <a:gd name="connsiteY492" fmla="*/ 5472768 h 6858000"/>
              <a:gd name="connsiteX493" fmla="*/ 722147 w 7467600"/>
              <a:gd name="connsiteY493" fmla="*/ 5393091 h 6858000"/>
              <a:gd name="connsiteX494" fmla="*/ 1485552 w 7467600"/>
              <a:gd name="connsiteY494" fmla="*/ 5313202 h 6858000"/>
              <a:gd name="connsiteX495" fmla="*/ 2143004 w 7467600"/>
              <a:gd name="connsiteY495" fmla="*/ 5402420 h 6858000"/>
              <a:gd name="connsiteX496" fmla="*/ 1933391 w 7467600"/>
              <a:gd name="connsiteY496" fmla="*/ 5156971 h 6858000"/>
              <a:gd name="connsiteX497" fmla="*/ 1827118 w 7467600"/>
              <a:gd name="connsiteY497" fmla="*/ 4968410 h 6858000"/>
              <a:gd name="connsiteX498" fmla="*/ 1837349 w 7467600"/>
              <a:gd name="connsiteY498" fmla="*/ 4956357 h 6858000"/>
              <a:gd name="connsiteX499" fmla="*/ 2162835 w 7467600"/>
              <a:gd name="connsiteY499" fmla="*/ 5187853 h 6858000"/>
              <a:gd name="connsiteX500" fmla="*/ 2257167 w 7467600"/>
              <a:gd name="connsiteY500" fmla="*/ 5462123 h 6858000"/>
              <a:gd name="connsiteX501" fmla="*/ 2261598 w 7467600"/>
              <a:gd name="connsiteY501" fmla="*/ 5467998 h 6858000"/>
              <a:gd name="connsiteX502" fmla="*/ 2437177 w 7467600"/>
              <a:gd name="connsiteY502" fmla="*/ 5479608 h 6858000"/>
              <a:gd name="connsiteX503" fmla="*/ 2445247 w 7467600"/>
              <a:gd name="connsiteY503" fmla="*/ 5483476 h 6858000"/>
              <a:gd name="connsiteX504" fmla="*/ 2743626 w 7467600"/>
              <a:gd name="connsiteY504" fmla="*/ 5304819 h 6858000"/>
              <a:gd name="connsiteX505" fmla="*/ 3048102 w 7467600"/>
              <a:gd name="connsiteY505" fmla="*/ 5150595 h 6858000"/>
              <a:gd name="connsiteX506" fmla="*/ 1799414 w 7467600"/>
              <a:gd name="connsiteY506" fmla="*/ 4694732 h 6858000"/>
              <a:gd name="connsiteX507" fmla="*/ 1771735 w 7467600"/>
              <a:gd name="connsiteY507" fmla="*/ 4619929 h 6858000"/>
              <a:gd name="connsiteX508" fmla="*/ 3104273 w 7467600"/>
              <a:gd name="connsiteY508" fmla="*/ 5076159 h 6858000"/>
              <a:gd name="connsiteX509" fmla="*/ 3113245 w 7467600"/>
              <a:gd name="connsiteY509" fmla="*/ 5090705 h 6858000"/>
              <a:gd name="connsiteX510" fmla="*/ 3126294 w 7467600"/>
              <a:gd name="connsiteY510" fmla="*/ 5114400 h 6858000"/>
              <a:gd name="connsiteX511" fmla="*/ 3937433 w 7467600"/>
              <a:gd name="connsiteY511" fmla="*/ 4830473 h 6858000"/>
              <a:gd name="connsiteX512" fmla="*/ 3590475 w 7467600"/>
              <a:gd name="connsiteY512" fmla="*/ 4597974 h 6858000"/>
              <a:gd name="connsiteX513" fmla="*/ 3100264 w 7467600"/>
              <a:gd name="connsiteY513" fmla="*/ 4579845 h 6858000"/>
              <a:gd name="connsiteX514" fmla="*/ 2183576 w 7467600"/>
              <a:gd name="connsiteY514" fmla="*/ 4227150 h 6858000"/>
              <a:gd name="connsiteX515" fmla="*/ 2151029 w 7467600"/>
              <a:gd name="connsiteY515" fmla="*/ 4146947 h 6858000"/>
              <a:gd name="connsiteX516" fmla="*/ 3563434 w 7467600"/>
              <a:gd name="connsiteY516" fmla="*/ 4469115 h 6858000"/>
              <a:gd name="connsiteX517" fmla="*/ 3177952 w 7467600"/>
              <a:gd name="connsiteY517" fmla="*/ 3657386 h 6858000"/>
              <a:gd name="connsiteX518" fmla="*/ 3189263 w 7467600"/>
              <a:gd name="connsiteY518" fmla="*/ 3625726 h 6858000"/>
              <a:gd name="connsiteX519" fmla="*/ 3560912 w 7467600"/>
              <a:gd name="connsiteY519" fmla="*/ 4079863 h 6858000"/>
              <a:gd name="connsiteX520" fmla="*/ 3626636 w 7467600"/>
              <a:gd name="connsiteY520" fmla="*/ 4512230 h 6858000"/>
              <a:gd name="connsiteX521" fmla="*/ 3653088 w 7467600"/>
              <a:gd name="connsiteY521" fmla="*/ 4521417 h 6858000"/>
              <a:gd name="connsiteX522" fmla="*/ 3988128 w 7467600"/>
              <a:gd name="connsiteY522" fmla="*/ 4817267 h 6858000"/>
              <a:gd name="connsiteX523" fmla="*/ 4830582 w 7467600"/>
              <a:gd name="connsiteY523" fmla="*/ 4676000 h 6858000"/>
              <a:gd name="connsiteX524" fmla="*/ 4830100 w 7467600"/>
              <a:gd name="connsiteY524" fmla="*/ 4675554 h 6858000"/>
              <a:gd name="connsiteX525" fmla="*/ 4036318 w 7467600"/>
              <a:gd name="connsiteY525" fmla="*/ 4147013 h 6858000"/>
              <a:gd name="connsiteX526" fmla="*/ 3432098 w 7467600"/>
              <a:gd name="connsiteY526" fmla="*/ 3537312 h 6858000"/>
              <a:gd name="connsiteX527" fmla="*/ 3446761 w 7467600"/>
              <a:gd name="connsiteY527" fmla="*/ 3461278 h 6858000"/>
              <a:gd name="connsiteX528" fmla="*/ 4419733 w 7467600"/>
              <a:gd name="connsiteY528" fmla="*/ 3963555 h 6858000"/>
              <a:gd name="connsiteX529" fmla="*/ 4781371 w 7467600"/>
              <a:gd name="connsiteY529" fmla="*/ 4458604 h 6858000"/>
              <a:gd name="connsiteX530" fmla="*/ 4780440 w 7467600"/>
              <a:gd name="connsiteY530" fmla="*/ 4470290 h 6858000"/>
              <a:gd name="connsiteX531" fmla="*/ 4898954 w 7467600"/>
              <a:gd name="connsiteY531" fmla="*/ 4662092 h 6858000"/>
              <a:gd name="connsiteX532" fmla="*/ 4900699 w 7467600"/>
              <a:gd name="connsiteY532" fmla="*/ 4670867 h 6858000"/>
              <a:gd name="connsiteX533" fmla="*/ 5714511 w 7467600"/>
              <a:gd name="connsiteY533" fmla="*/ 4663483 h 6858000"/>
              <a:gd name="connsiteX534" fmla="*/ 5464793 w 7467600"/>
              <a:gd name="connsiteY534" fmla="*/ 4393556 h 6858000"/>
              <a:gd name="connsiteX535" fmla="*/ 5461897 w 7467600"/>
              <a:gd name="connsiteY535" fmla="*/ 4390879 h 6858000"/>
              <a:gd name="connsiteX536" fmla="*/ 4294126 w 7467600"/>
              <a:gd name="connsiteY536" fmla="*/ 3303048 h 6858000"/>
              <a:gd name="connsiteX537" fmla="*/ 4305321 w 7467600"/>
              <a:gd name="connsiteY537" fmla="*/ 3256953 h 6858000"/>
              <a:gd name="connsiteX538" fmla="*/ 4949299 w 7467600"/>
              <a:gd name="connsiteY538" fmla="*/ 3766336 h 6858000"/>
              <a:gd name="connsiteX539" fmla="*/ 5291452 w 7467600"/>
              <a:gd name="connsiteY539" fmla="*/ 4076801 h 6858000"/>
              <a:gd name="connsiteX540" fmla="*/ 5434998 w 7467600"/>
              <a:gd name="connsiteY540" fmla="*/ 4254100 h 6858000"/>
              <a:gd name="connsiteX541" fmla="*/ 5351015 w 7467600"/>
              <a:gd name="connsiteY541" fmla="*/ 3760989 h 6858000"/>
              <a:gd name="connsiteX542" fmla="*/ 5413780 w 7467600"/>
              <a:gd name="connsiteY542" fmla="*/ 2966265 h 6858000"/>
              <a:gd name="connsiteX543" fmla="*/ 5425627 w 7467600"/>
              <a:gd name="connsiteY543" fmla="*/ 2954192 h 6858000"/>
              <a:gd name="connsiteX544" fmla="*/ 6604735 w 7467600"/>
              <a:gd name="connsiteY544" fmla="*/ 2041381 h 6858000"/>
              <a:gd name="connsiteX545" fmla="*/ 7204487 w 7467600"/>
              <a:gd name="connsiteY545" fmla="*/ 2742112 h 6858000"/>
              <a:gd name="connsiteX546" fmla="*/ 7131592 w 7467600"/>
              <a:gd name="connsiteY546" fmla="*/ 2672096 h 6858000"/>
              <a:gd name="connsiteX547" fmla="*/ 6996344 w 7467600"/>
              <a:gd name="connsiteY547" fmla="*/ 2518310 h 6858000"/>
              <a:gd name="connsiteX548" fmla="*/ 6735495 w 7467600"/>
              <a:gd name="connsiteY548" fmla="*/ 2196890 h 6858000"/>
              <a:gd name="connsiteX549" fmla="*/ 6721901 w 7467600"/>
              <a:gd name="connsiteY549" fmla="*/ 2179274 h 6858000"/>
              <a:gd name="connsiteX550" fmla="*/ 6604735 w 7467600"/>
              <a:gd name="connsiteY550" fmla="*/ 2041381 h 6858000"/>
              <a:gd name="connsiteX551" fmla="*/ 6591670 w 7467600"/>
              <a:gd name="connsiteY551" fmla="*/ 1988277 h 6858000"/>
              <a:gd name="connsiteX552" fmla="*/ 6747349 w 7467600"/>
              <a:gd name="connsiteY552" fmla="*/ 2160069 h 6858000"/>
              <a:gd name="connsiteX553" fmla="*/ 6760943 w 7467600"/>
              <a:gd name="connsiteY553" fmla="*/ 2177686 h 6858000"/>
              <a:gd name="connsiteX554" fmla="*/ 7021065 w 7467600"/>
              <a:gd name="connsiteY554" fmla="*/ 2498102 h 6858000"/>
              <a:gd name="connsiteX555" fmla="*/ 7155223 w 7467600"/>
              <a:gd name="connsiteY555" fmla="*/ 2650386 h 6858000"/>
              <a:gd name="connsiteX556" fmla="*/ 7203167 w 7467600"/>
              <a:gd name="connsiteY556" fmla="*/ 2697288 h 6858000"/>
              <a:gd name="connsiteX557" fmla="*/ 6937703 w 7467600"/>
              <a:gd name="connsiteY557" fmla="*/ 2321981 h 6858000"/>
              <a:gd name="connsiteX558" fmla="*/ 6591670 w 7467600"/>
              <a:gd name="connsiteY558" fmla="*/ 1988277 h 6858000"/>
              <a:gd name="connsiteX559" fmla="*/ 5798671 w 7467600"/>
              <a:gd name="connsiteY559" fmla="*/ 1981601 h 6858000"/>
              <a:gd name="connsiteX560" fmla="*/ 5754709 w 7467600"/>
              <a:gd name="connsiteY560" fmla="*/ 2071454 h 6858000"/>
              <a:gd name="connsiteX561" fmla="*/ 5763044 w 7467600"/>
              <a:gd name="connsiteY561" fmla="*/ 2842206 h 6858000"/>
              <a:gd name="connsiteX562" fmla="*/ 5764974 w 7467600"/>
              <a:gd name="connsiteY562" fmla="*/ 2799609 h 6858000"/>
              <a:gd name="connsiteX563" fmla="*/ 5767665 w 7467600"/>
              <a:gd name="connsiteY563" fmla="*/ 2666409 h 6858000"/>
              <a:gd name="connsiteX564" fmla="*/ 5763055 w 7467600"/>
              <a:gd name="connsiteY564" fmla="*/ 2579705 h 6858000"/>
              <a:gd name="connsiteX565" fmla="*/ 5758079 w 7467600"/>
              <a:gd name="connsiteY565" fmla="*/ 2492508 h 6858000"/>
              <a:gd name="connsiteX566" fmla="*/ 5779325 w 7467600"/>
              <a:gd name="connsiteY566" fmla="*/ 2197069 h 6858000"/>
              <a:gd name="connsiteX567" fmla="*/ 5798671 w 7467600"/>
              <a:gd name="connsiteY567" fmla="*/ 1981601 h 6858000"/>
              <a:gd name="connsiteX568" fmla="*/ 5829202 w 7467600"/>
              <a:gd name="connsiteY568" fmla="*/ 1971679 h 6858000"/>
              <a:gd name="connsiteX569" fmla="*/ 5809558 w 7467600"/>
              <a:gd name="connsiteY569" fmla="*/ 2198043 h 6858000"/>
              <a:gd name="connsiteX570" fmla="*/ 5788653 w 7467600"/>
              <a:gd name="connsiteY570" fmla="*/ 2489430 h 6858000"/>
              <a:gd name="connsiteX571" fmla="*/ 5793439 w 7467600"/>
              <a:gd name="connsiteY571" fmla="*/ 2575235 h 6858000"/>
              <a:gd name="connsiteX572" fmla="*/ 5796837 w 7467600"/>
              <a:gd name="connsiteY572" fmla="*/ 2637633 h 6858000"/>
              <a:gd name="connsiteX573" fmla="*/ 5818614 w 7467600"/>
              <a:gd name="connsiteY573" fmla="*/ 2473055 h 6858000"/>
              <a:gd name="connsiteX574" fmla="*/ 5829202 w 7467600"/>
              <a:gd name="connsiteY574" fmla="*/ 1971679 h 6858000"/>
              <a:gd name="connsiteX575" fmla="*/ 5911389 w 7467600"/>
              <a:gd name="connsiteY575" fmla="*/ 1898371 h 6858000"/>
              <a:gd name="connsiteX576" fmla="*/ 6237627 w 7467600"/>
              <a:gd name="connsiteY576" fmla="*/ 2231921 h 6858000"/>
              <a:gd name="connsiteX577" fmla="*/ 5911389 w 7467600"/>
              <a:gd name="connsiteY577" fmla="*/ 1898371 h 6858000"/>
              <a:gd name="connsiteX578" fmla="*/ 6944437 w 7467600"/>
              <a:gd name="connsiteY578" fmla="*/ 1575402 h 6858000"/>
              <a:gd name="connsiteX579" fmla="*/ 6304730 w 7467600"/>
              <a:gd name="connsiteY579" fmla="*/ 1766654 h 6858000"/>
              <a:gd name="connsiteX580" fmla="*/ 6944437 w 7467600"/>
              <a:gd name="connsiteY580" fmla="*/ 1575402 h 6858000"/>
              <a:gd name="connsiteX581" fmla="*/ 7019523 w 7467600"/>
              <a:gd name="connsiteY581" fmla="*/ 1519450 h 6858000"/>
              <a:gd name="connsiteX582" fmla="*/ 6298091 w 7467600"/>
              <a:gd name="connsiteY582" fmla="*/ 1737122 h 6858000"/>
              <a:gd name="connsiteX583" fmla="*/ 7019523 w 7467600"/>
              <a:gd name="connsiteY583" fmla="*/ 1519450 h 6858000"/>
              <a:gd name="connsiteX584" fmla="*/ 2399523 w 7467600"/>
              <a:gd name="connsiteY584" fmla="*/ 1428234 h 6858000"/>
              <a:gd name="connsiteX585" fmla="*/ 2224982 w 7467600"/>
              <a:gd name="connsiteY585" fmla="*/ 1826201 h 6858000"/>
              <a:gd name="connsiteX586" fmla="*/ 2096099 w 7467600"/>
              <a:gd name="connsiteY586" fmla="*/ 2345900 h 6858000"/>
              <a:gd name="connsiteX587" fmla="*/ 2283317 w 7467600"/>
              <a:gd name="connsiteY587" fmla="*/ 1796925 h 6858000"/>
              <a:gd name="connsiteX588" fmla="*/ 2399523 w 7467600"/>
              <a:gd name="connsiteY588" fmla="*/ 1428234 h 6858000"/>
              <a:gd name="connsiteX589" fmla="*/ 2448558 w 7467600"/>
              <a:gd name="connsiteY589" fmla="*/ 1373435 h 6858000"/>
              <a:gd name="connsiteX590" fmla="*/ 2312521 w 7467600"/>
              <a:gd name="connsiteY590" fmla="*/ 1806140 h 6858000"/>
              <a:gd name="connsiteX591" fmla="*/ 2127533 w 7467600"/>
              <a:gd name="connsiteY591" fmla="*/ 2348380 h 6858000"/>
              <a:gd name="connsiteX592" fmla="*/ 2358080 w 7467600"/>
              <a:gd name="connsiteY592" fmla="*/ 1866134 h 6858000"/>
              <a:gd name="connsiteX593" fmla="*/ 2407436 w 7467600"/>
              <a:gd name="connsiteY593" fmla="*/ 1651070 h 6858000"/>
              <a:gd name="connsiteX594" fmla="*/ 2448558 w 7467600"/>
              <a:gd name="connsiteY594" fmla="*/ 1373435 h 6858000"/>
              <a:gd name="connsiteX595" fmla="*/ 278707 w 7467600"/>
              <a:gd name="connsiteY595" fmla="*/ 1352270 h 6858000"/>
              <a:gd name="connsiteX596" fmla="*/ 321570 w 7467600"/>
              <a:gd name="connsiteY596" fmla="*/ 1861610 h 6858000"/>
              <a:gd name="connsiteX597" fmla="*/ 294281 w 7467600"/>
              <a:gd name="connsiteY597" fmla="*/ 1440658 h 6858000"/>
              <a:gd name="connsiteX598" fmla="*/ 278707 w 7467600"/>
              <a:gd name="connsiteY598" fmla="*/ 1352270 h 6858000"/>
              <a:gd name="connsiteX599" fmla="*/ 1423821 w 7467600"/>
              <a:gd name="connsiteY599" fmla="*/ 1351958 h 6858000"/>
              <a:gd name="connsiteX600" fmla="*/ 1638521 w 7467600"/>
              <a:gd name="connsiteY600" fmla="*/ 1908470 h 6858000"/>
              <a:gd name="connsiteX601" fmla="*/ 1754199 w 7467600"/>
              <a:gd name="connsiteY601" fmla="*/ 2149284 h 6858000"/>
              <a:gd name="connsiteX602" fmla="*/ 1908359 w 7467600"/>
              <a:gd name="connsiteY602" fmla="*/ 2364988 h 6858000"/>
              <a:gd name="connsiteX603" fmla="*/ 1647661 w 7467600"/>
              <a:gd name="connsiteY603" fmla="*/ 1825945 h 6858000"/>
              <a:gd name="connsiteX604" fmla="*/ 1423821 w 7467600"/>
              <a:gd name="connsiteY604" fmla="*/ 1351958 h 6858000"/>
              <a:gd name="connsiteX605" fmla="*/ 1431890 w 7467600"/>
              <a:gd name="connsiteY605" fmla="*/ 1306475 h 6858000"/>
              <a:gd name="connsiteX606" fmla="*/ 1507597 w 7467600"/>
              <a:gd name="connsiteY606" fmla="*/ 1446132 h 6858000"/>
              <a:gd name="connsiteX607" fmla="*/ 1674586 w 7467600"/>
              <a:gd name="connsiteY607" fmla="*/ 1813832 h 6858000"/>
              <a:gd name="connsiteX608" fmla="*/ 1815950 w 7467600"/>
              <a:gd name="connsiteY608" fmla="*/ 2128564 h 6858000"/>
              <a:gd name="connsiteX609" fmla="*/ 1984242 w 7467600"/>
              <a:gd name="connsiteY609" fmla="*/ 2430829 h 6858000"/>
              <a:gd name="connsiteX610" fmla="*/ 2014023 w 7467600"/>
              <a:gd name="connsiteY610" fmla="*/ 2450995 h 6858000"/>
              <a:gd name="connsiteX611" fmla="*/ 1747337 w 7467600"/>
              <a:gd name="connsiteY611" fmla="*/ 1855264 h 6858000"/>
              <a:gd name="connsiteX612" fmla="*/ 1533749 w 7467600"/>
              <a:gd name="connsiteY612" fmla="*/ 1478656 h 6858000"/>
              <a:gd name="connsiteX613" fmla="*/ 1431890 w 7467600"/>
              <a:gd name="connsiteY613" fmla="*/ 1306475 h 6858000"/>
              <a:gd name="connsiteX614" fmla="*/ 5052692 w 7467600"/>
              <a:gd name="connsiteY614" fmla="*/ 1292994 h 6858000"/>
              <a:gd name="connsiteX615" fmla="*/ 5200661 w 7467600"/>
              <a:gd name="connsiteY615" fmla="*/ 1635186 h 6858000"/>
              <a:gd name="connsiteX616" fmla="*/ 5297138 w 7467600"/>
              <a:gd name="connsiteY616" fmla="*/ 1906351 h 6858000"/>
              <a:gd name="connsiteX617" fmla="*/ 5052692 w 7467600"/>
              <a:gd name="connsiteY617" fmla="*/ 1292994 h 6858000"/>
              <a:gd name="connsiteX618" fmla="*/ 5009948 w 7467600"/>
              <a:gd name="connsiteY618" fmla="*/ 1273619 h 6858000"/>
              <a:gd name="connsiteX619" fmla="*/ 5121777 w 7467600"/>
              <a:gd name="connsiteY619" fmla="*/ 1654213 h 6858000"/>
              <a:gd name="connsiteX620" fmla="*/ 5293545 w 7467600"/>
              <a:gd name="connsiteY620" fmla="*/ 2072247 h 6858000"/>
              <a:gd name="connsiteX621" fmla="*/ 5294042 w 7467600"/>
              <a:gd name="connsiteY621" fmla="*/ 2065019 h 6858000"/>
              <a:gd name="connsiteX622" fmla="*/ 5171936 w 7467600"/>
              <a:gd name="connsiteY622" fmla="*/ 1647613 h 6858000"/>
              <a:gd name="connsiteX623" fmla="*/ 5009948 w 7467600"/>
              <a:gd name="connsiteY623" fmla="*/ 1273619 h 6858000"/>
              <a:gd name="connsiteX624" fmla="*/ 655236 w 7467600"/>
              <a:gd name="connsiteY624" fmla="*/ 1268632 h 6858000"/>
              <a:gd name="connsiteX625" fmla="*/ 839521 w 7467600"/>
              <a:gd name="connsiteY625" fmla="*/ 1685315 h 6858000"/>
              <a:gd name="connsiteX626" fmla="*/ 1109416 w 7467600"/>
              <a:gd name="connsiteY626" fmla="*/ 2061663 h 6858000"/>
              <a:gd name="connsiteX627" fmla="*/ 1298300 w 7467600"/>
              <a:gd name="connsiteY627" fmla="*/ 2247742 h 6858000"/>
              <a:gd name="connsiteX628" fmla="*/ 1125871 w 7467600"/>
              <a:gd name="connsiteY628" fmla="*/ 1989513 h 6858000"/>
              <a:gd name="connsiteX629" fmla="*/ 981574 w 7467600"/>
              <a:gd name="connsiteY629" fmla="*/ 1783157 h 6858000"/>
              <a:gd name="connsiteX630" fmla="*/ 922198 w 7467600"/>
              <a:gd name="connsiteY630" fmla="*/ 1677437 h 6858000"/>
              <a:gd name="connsiteX631" fmla="*/ 869293 w 7467600"/>
              <a:gd name="connsiteY631" fmla="*/ 1583214 h 6858000"/>
              <a:gd name="connsiteX632" fmla="*/ 751431 w 7467600"/>
              <a:gd name="connsiteY632" fmla="*/ 1405731 h 6858000"/>
              <a:gd name="connsiteX633" fmla="*/ 655236 w 7467600"/>
              <a:gd name="connsiteY633" fmla="*/ 1268632 h 6858000"/>
              <a:gd name="connsiteX634" fmla="*/ 6516292 w 7467600"/>
              <a:gd name="connsiteY634" fmla="*/ 1263064 h 6858000"/>
              <a:gd name="connsiteX635" fmla="*/ 5736320 w 7467600"/>
              <a:gd name="connsiteY635" fmla="*/ 1501803 h 6858000"/>
              <a:gd name="connsiteX636" fmla="*/ 6516292 w 7467600"/>
              <a:gd name="connsiteY636" fmla="*/ 1263064 h 6858000"/>
              <a:gd name="connsiteX637" fmla="*/ 291466 w 7467600"/>
              <a:gd name="connsiteY637" fmla="*/ 1250369 h 6858000"/>
              <a:gd name="connsiteX638" fmla="*/ 323180 w 7467600"/>
              <a:gd name="connsiteY638" fmla="*/ 1435283 h 6858000"/>
              <a:gd name="connsiteX639" fmla="*/ 349381 w 7467600"/>
              <a:gd name="connsiteY639" fmla="*/ 1875041 h 6858000"/>
              <a:gd name="connsiteX640" fmla="*/ 374363 w 7467600"/>
              <a:gd name="connsiteY640" fmla="*/ 1506494 h 6858000"/>
              <a:gd name="connsiteX641" fmla="*/ 302168 w 7467600"/>
              <a:gd name="connsiteY641" fmla="*/ 1274495 h 6858000"/>
              <a:gd name="connsiteX642" fmla="*/ 291466 w 7467600"/>
              <a:gd name="connsiteY642" fmla="*/ 1250369 h 6858000"/>
              <a:gd name="connsiteX643" fmla="*/ 678222 w 7467600"/>
              <a:gd name="connsiteY643" fmla="*/ 1248670 h 6858000"/>
              <a:gd name="connsiteX644" fmla="*/ 775536 w 7467600"/>
              <a:gd name="connsiteY644" fmla="*/ 1388015 h 6858000"/>
              <a:gd name="connsiteX645" fmla="*/ 894529 w 7467600"/>
              <a:gd name="connsiteY645" fmla="*/ 1567739 h 6858000"/>
              <a:gd name="connsiteX646" fmla="*/ 948000 w 7467600"/>
              <a:gd name="connsiteY646" fmla="*/ 1663088 h 6858000"/>
              <a:gd name="connsiteX647" fmla="*/ 1006812 w 7467600"/>
              <a:gd name="connsiteY647" fmla="*/ 1767683 h 6858000"/>
              <a:gd name="connsiteX648" fmla="*/ 1149133 w 7467600"/>
              <a:gd name="connsiteY648" fmla="*/ 1971513 h 6858000"/>
              <a:gd name="connsiteX649" fmla="*/ 1333952 w 7467600"/>
              <a:gd name="connsiteY649" fmla="*/ 2251620 h 6858000"/>
              <a:gd name="connsiteX650" fmla="*/ 1337329 w 7467600"/>
              <a:gd name="connsiteY650" fmla="*/ 2258350 h 6858000"/>
              <a:gd name="connsiteX651" fmla="*/ 1014726 w 7467600"/>
              <a:gd name="connsiteY651" fmla="*/ 1615556 h 6858000"/>
              <a:gd name="connsiteX652" fmla="*/ 678222 w 7467600"/>
              <a:gd name="connsiteY652" fmla="*/ 1248670 h 6858000"/>
              <a:gd name="connsiteX653" fmla="*/ 6691602 w 7467600"/>
              <a:gd name="connsiteY653" fmla="*/ 1140573 h 6858000"/>
              <a:gd name="connsiteX654" fmla="*/ 6571100 w 7467600"/>
              <a:gd name="connsiteY654" fmla="*/ 1183662 h 6858000"/>
              <a:gd name="connsiteX655" fmla="*/ 6241687 w 7467600"/>
              <a:gd name="connsiteY655" fmla="*/ 1257600 h 6858000"/>
              <a:gd name="connsiteX656" fmla="*/ 5693009 w 7467600"/>
              <a:gd name="connsiteY656" fmla="*/ 1478256 h 6858000"/>
              <a:gd name="connsiteX657" fmla="*/ 6548420 w 7467600"/>
              <a:gd name="connsiteY657" fmla="*/ 1214599 h 6858000"/>
              <a:gd name="connsiteX658" fmla="*/ 6605473 w 7467600"/>
              <a:gd name="connsiteY658" fmla="*/ 1184686 h 6858000"/>
              <a:gd name="connsiteX659" fmla="*/ 6691602 w 7467600"/>
              <a:gd name="connsiteY659" fmla="*/ 1140573 h 6858000"/>
              <a:gd name="connsiteX660" fmla="*/ 4002475 w 7467600"/>
              <a:gd name="connsiteY660" fmla="*/ 1037802 h 6858000"/>
              <a:gd name="connsiteX661" fmla="*/ 4000324 w 7467600"/>
              <a:gd name="connsiteY661" fmla="*/ 1039362 h 6858000"/>
              <a:gd name="connsiteX662" fmla="*/ 4002862 w 7467600"/>
              <a:gd name="connsiteY662" fmla="*/ 1042866 h 6858000"/>
              <a:gd name="connsiteX663" fmla="*/ 4002475 w 7467600"/>
              <a:gd name="connsiteY663" fmla="*/ 1037802 h 6858000"/>
              <a:gd name="connsiteX664" fmla="*/ 506322 w 7467600"/>
              <a:gd name="connsiteY664" fmla="*/ 1020997 h 6858000"/>
              <a:gd name="connsiteX665" fmla="*/ 533068 w 7467600"/>
              <a:gd name="connsiteY665" fmla="*/ 1029409 h 6858000"/>
              <a:gd name="connsiteX666" fmla="*/ 1232525 w 7467600"/>
              <a:gd name="connsiteY666" fmla="*/ 1804675 h 6858000"/>
              <a:gd name="connsiteX667" fmla="*/ 1388858 w 7467600"/>
              <a:gd name="connsiteY667" fmla="*/ 2368011 h 6858000"/>
              <a:gd name="connsiteX668" fmla="*/ 1384098 w 7467600"/>
              <a:gd name="connsiteY668" fmla="*/ 2378125 h 6858000"/>
              <a:gd name="connsiteX669" fmla="*/ 1425393 w 7467600"/>
              <a:gd name="connsiteY669" fmla="*/ 2589124 h 6858000"/>
              <a:gd name="connsiteX670" fmla="*/ 1424001 w 7467600"/>
              <a:gd name="connsiteY670" fmla="*/ 2597541 h 6858000"/>
              <a:gd name="connsiteX671" fmla="*/ 2152729 w 7467600"/>
              <a:gd name="connsiteY671" fmla="*/ 2864487 h 6858000"/>
              <a:gd name="connsiteX672" fmla="*/ 2020609 w 7467600"/>
              <a:gd name="connsiteY672" fmla="*/ 2539671 h 6858000"/>
              <a:gd name="connsiteX673" fmla="*/ 2018920 w 7467600"/>
              <a:gd name="connsiteY673" fmla="*/ 2536309 h 6858000"/>
              <a:gd name="connsiteX674" fmla="*/ 1342441 w 7467600"/>
              <a:gd name="connsiteY674" fmla="*/ 1173017 h 6858000"/>
              <a:gd name="connsiteX675" fmla="*/ 1367925 w 7467600"/>
              <a:gd name="connsiteY675" fmla="*/ 1135648 h 6858000"/>
              <a:gd name="connsiteX676" fmla="*/ 1771401 w 7467600"/>
              <a:gd name="connsiteY676" fmla="*/ 1806673 h 6858000"/>
              <a:gd name="connsiteX677" fmla="*/ 1972385 w 7467600"/>
              <a:gd name="connsiteY677" fmla="*/ 2198735 h 6858000"/>
              <a:gd name="connsiteX678" fmla="*/ 2040892 w 7467600"/>
              <a:gd name="connsiteY678" fmla="*/ 2405205 h 6858000"/>
              <a:gd name="connsiteX679" fmla="*/ 2131689 w 7467600"/>
              <a:gd name="connsiteY679" fmla="*/ 1936926 h 6858000"/>
              <a:gd name="connsiteX680" fmla="*/ 2454820 w 7467600"/>
              <a:gd name="connsiteY680" fmla="*/ 1248808 h 6858000"/>
              <a:gd name="connsiteX681" fmla="*/ 2492512 w 7467600"/>
              <a:gd name="connsiteY681" fmla="*/ 1302920 h 6858000"/>
              <a:gd name="connsiteX682" fmla="*/ 2081216 w 7467600"/>
              <a:gd name="connsiteY682" fmla="*/ 2527513 h 6858000"/>
              <a:gd name="connsiteX683" fmla="*/ 2081211 w 7467600"/>
              <a:gd name="connsiteY683" fmla="*/ 2528916 h 6858000"/>
              <a:gd name="connsiteX684" fmla="*/ 2199067 w 7467600"/>
              <a:gd name="connsiteY684" fmla="*/ 2884061 h 6858000"/>
              <a:gd name="connsiteX685" fmla="*/ 3192586 w 7467600"/>
              <a:gd name="connsiteY685" fmla="*/ 3411496 h 6858000"/>
              <a:gd name="connsiteX686" fmla="*/ 3182620 w 7467600"/>
              <a:gd name="connsiteY686" fmla="*/ 3483279 h 6858000"/>
              <a:gd name="connsiteX687" fmla="*/ 2435119 w 7467600"/>
              <a:gd name="connsiteY687" fmla="*/ 3080173 h 6858000"/>
              <a:gd name="connsiteX688" fmla="*/ 2410152 w 7467600"/>
              <a:gd name="connsiteY688" fmla="*/ 3063751 h 6858000"/>
              <a:gd name="connsiteX689" fmla="*/ 2408099 w 7467600"/>
              <a:gd name="connsiteY689" fmla="*/ 3064403 h 6858000"/>
              <a:gd name="connsiteX690" fmla="*/ 2407218 w 7467600"/>
              <a:gd name="connsiteY690" fmla="*/ 3070324 h 6858000"/>
              <a:gd name="connsiteX691" fmla="*/ 2380138 w 7467600"/>
              <a:gd name="connsiteY691" fmla="*/ 3099341 h 6858000"/>
              <a:gd name="connsiteX692" fmla="*/ 1765923 w 7467600"/>
              <a:gd name="connsiteY692" fmla="*/ 3581043 h 6858000"/>
              <a:gd name="connsiteX693" fmla="*/ 1702258 w 7467600"/>
              <a:gd name="connsiteY693" fmla="*/ 3612286 h 6858000"/>
              <a:gd name="connsiteX694" fmla="*/ 1538370 w 7467600"/>
              <a:gd name="connsiteY694" fmla="*/ 3811804 h 6858000"/>
              <a:gd name="connsiteX695" fmla="*/ 542867 w 7467600"/>
              <a:gd name="connsiteY695" fmla="*/ 4944092 h 6858000"/>
              <a:gd name="connsiteX696" fmla="*/ 515800 w 7467600"/>
              <a:gd name="connsiteY696" fmla="*/ 4862180 h 6858000"/>
              <a:gd name="connsiteX697" fmla="*/ 909145 w 7467600"/>
              <a:gd name="connsiteY697" fmla="*/ 4199225 h 6858000"/>
              <a:gd name="connsiteX698" fmla="*/ 1214067 w 7467600"/>
              <a:gd name="connsiteY698" fmla="*/ 3908561 h 6858000"/>
              <a:gd name="connsiteX699" fmla="*/ 640967 w 7467600"/>
              <a:gd name="connsiteY699" fmla="*/ 4105601 h 6858000"/>
              <a:gd name="connsiteX700" fmla="*/ 112563 w 7467600"/>
              <a:gd name="connsiteY700" fmla="*/ 4396952 h 6858000"/>
              <a:gd name="connsiteX701" fmla="*/ 0 w 7467600"/>
              <a:gd name="connsiteY701" fmla="*/ 4466006 h 6858000"/>
              <a:gd name="connsiteX702" fmla="*/ 0 w 7467600"/>
              <a:gd name="connsiteY702" fmla="*/ 4233763 h 6858000"/>
              <a:gd name="connsiteX703" fmla="*/ 36881 w 7467600"/>
              <a:gd name="connsiteY703" fmla="*/ 4200118 h 6858000"/>
              <a:gd name="connsiteX704" fmla="*/ 910534 w 7467600"/>
              <a:gd name="connsiteY704" fmla="*/ 3629753 h 6858000"/>
              <a:gd name="connsiteX705" fmla="*/ 1578717 w 7467600"/>
              <a:gd name="connsiteY705" fmla="*/ 3575982 h 6858000"/>
              <a:gd name="connsiteX706" fmla="*/ 2338780 w 7467600"/>
              <a:gd name="connsiteY706" fmla="*/ 3033725 h 6858000"/>
              <a:gd name="connsiteX707" fmla="*/ 1807991 w 7467600"/>
              <a:gd name="connsiteY707" fmla="*/ 2807184 h 6858000"/>
              <a:gd name="connsiteX708" fmla="*/ 1416358 w 7467600"/>
              <a:gd name="connsiteY708" fmla="*/ 3112571 h 6858000"/>
              <a:gd name="connsiteX709" fmla="*/ 939066 w 7467600"/>
              <a:gd name="connsiteY709" fmla="*/ 3378798 h 6858000"/>
              <a:gd name="connsiteX710" fmla="*/ 115099 w 7467600"/>
              <a:gd name="connsiteY710" fmla="*/ 3607650 h 6858000"/>
              <a:gd name="connsiteX711" fmla="*/ 97284 w 7467600"/>
              <a:gd name="connsiteY711" fmla="*/ 3520393 h 6858000"/>
              <a:gd name="connsiteX712" fmla="*/ 922050 w 7467600"/>
              <a:gd name="connsiteY712" fmla="*/ 3074867 h 6858000"/>
              <a:gd name="connsiteX713" fmla="*/ 1405265 w 7467600"/>
              <a:gd name="connsiteY713" fmla="*/ 3016319 h 6858000"/>
              <a:gd name="connsiteX714" fmla="*/ 1407512 w 7467600"/>
              <a:gd name="connsiteY714" fmla="*/ 3018001 h 6858000"/>
              <a:gd name="connsiteX715" fmla="*/ 1726266 w 7467600"/>
              <a:gd name="connsiteY715" fmla="*/ 2777274 h 6858000"/>
              <a:gd name="connsiteX716" fmla="*/ 625390 w 7467600"/>
              <a:gd name="connsiteY716" fmla="*/ 2514541 h 6858000"/>
              <a:gd name="connsiteX717" fmla="*/ 619799 w 7467600"/>
              <a:gd name="connsiteY717" fmla="*/ 2527180 h 6858000"/>
              <a:gd name="connsiteX718" fmla="*/ 310030 w 7467600"/>
              <a:gd name="connsiteY718" fmla="*/ 2771818 h 6858000"/>
              <a:gd name="connsiteX719" fmla="*/ 173877 w 7467600"/>
              <a:gd name="connsiteY719" fmla="*/ 2937056 h 6858000"/>
              <a:gd name="connsiteX720" fmla="*/ 77889 w 7467600"/>
              <a:gd name="connsiteY720" fmla="*/ 3138440 h 6858000"/>
              <a:gd name="connsiteX721" fmla="*/ 0 w 7467600"/>
              <a:gd name="connsiteY721" fmla="*/ 3271395 h 6858000"/>
              <a:gd name="connsiteX722" fmla="*/ 0 w 7467600"/>
              <a:gd name="connsiteY722" fmla="*/ 3153002 h 6858000"/>
              <a:gd name="connsiteX723" fmla="*/ 2386 w 7467600"/>
              <a:gd name="connsiteY723" fmla="*/ 3149203 h 6858000"/>
              <a:gd name="connsiteX724" fmla="*/ 89753 w 7467600"/>
              <a:gd name="connsiteY724" fmla="*/ 2987702 h 6858000"/>
              <a:gd name="connsiteX725" fmla="*/ 76869 w 7467600"/>
              <a:gd name="connsiteY725" fmla="*/ 3005404 h 6858000"/>
              <a:gd name="connsiteX726" fmla="*/ 32049 w 7467600"/>
              <a:gd name="connsiteY726" fmla="*/ 3065814 h 6858000"/>
              <a:gd name="connsiteX727" fmla="*/ 0 w 7467600"/>
              <a:gd name="connsiteY727" fmla="*/ 3108744 h 6858000"/>
              <a:gd name="connsiteX728" fmla="*/ 0 w 7467600"/>
              <a:gd name="connsiteY728" fmla="*/ 3058059 h 6858000"/>
              <a:gd name="connsiteX729" fmla="*/ 7610 w 7467600"/>
              <a:gd name="connsiteY729" fmla="*/ 3047889 h 6858000"/>
              <a:gd name="connsiteX730" fmla="*/ 52419 w 7467600"/>
              <a:gd name="connsiteY730" fmla="*/ 2987479 h 6858000"/>
              <a:gd name="connsiteX731" fmla="*/ 59142 w 7467600"/>
              <a:gd name="connsiteY731" fmla="*/ 2978488 h 6858000"/>
              <a:gd name="connsiteX732" fmla="*/ 0 w 7467600"/>
              <a:gd name="connsiteY732" fmla="*/ 3015334 h 6858000"/>
              <a:gd name="connsiteX733" fmla="*/ 0 w 7467600"/>
              <a:gd name="connsiteY733" fmla="*/ 2914286 h 6858000"/>
              <a:gd name="connsiteX734" fmla="*/ 36383 w 7467600"/>
              <a:gd name="connsiteY734" fmla="*/ 2901128 h 6858000"/>
              <a:gd name="connsiteX735" fmla="*/ 156329 w 7467600"/>
              <a:gd name="connsiteY735" fmla="*/ 2840533 h 6858000"/>
              <a:gd name="connsiteX736" fmla="*/ 358355 w 7467600"/>
              <a:gd name="connsiteY736" fmla="*/ 2620471 h 6858000"/>
              <a:gd name="connsiteX737" fmla="*/ 510577 w 7467600"/>
              <a:gd name="connsiteY737" fmla="*/ 2501244 h 6858000"/>
              <a:gd name="connsiteX738" fmla="*/ 211967 w 7467600"/>
              <a:gd name="connsiteY738" fmla="*/ 2479171 h 6858000"/>
              <a:gd name="connsiteX739" fmla="*/ 0 w 7467600"/>
              <a:gd name="connsiteY739" fmla="*/ 2476398 h 6858000"/>
              <a:gd name="connsiteX740" fmla="*/ 0 w 7467600"/>
              <a:gd name="connsiteY740" fmla="*/ 2389189 h 6858000"/>
              <a:gd name="connsiteX741" fmla="*/ 103062 w 7467600"/>
              <a:gd name="connsiteY741" fmla="*/ 2389518 h 6858000"/>
              <a:gd name="connsiteX742" fmla="*/ 510734 w 7467600"/>
              <a:gd name="connsiteY742" fmla="*/ 2416201 h 6858000"/>
              <a:gd name="connsiteX743" fmla="*/ 279257 w 7467600"/>
              <a:gd name="connsiteY743" fmla="*/ 2092102 h 6858000"/>
              <a:gd name="connsiteX744" fmla="*/ 65265 w 7467600"/>
              <a:gd name="connsiteY744" fmla="*/ 2006049 h 6858000"/>
              <a:gd name="connsiteX745" fmla="*/ 0 w 7467600"/>
              <a:gd name="connsiteY745" fmla="*/ 1982532 h 6858000"/>
              <a:gd name="connsiteX746" fmla="*/ 0 w 7467600"/>
              <a:gd name="connsiteY746" fmla="*/ 1912789 h 6858000"/>
              <a:gd name="connsiteX747" fmla="*/ 97460 w 7467600"/>
              <a:gd name="connsiteY747" fmla="*/ 1953725 h 6858000"/>
              <a:gd name="connsiteX748" fmla="*/ 221272 w 7467600"/>
              <a:gd name="connsiteY748" fmla="*/ 1980766 h 6858000"/>
              <a:gd name="connsiteX749" fmla="*/ 116765 w 7467600"/>
              <a:gd name="connsiteY749" fmla="*/ 1911033 h 6858000"/>
              <a:gd name="connsiteX750" fmla="*/ 16405 w 7467600"/>
              <a:gd name="connsiteY750" fmla="*/ 1803412 h 6858000"/>
              <a:gd name="connsiteX751" fmla="*/ 0 w 7467600"/>
              <a:gd name="connsiteY751" fmla="*/ 1784777 h 6858000"/>
              <a:gd name="connsiteX752" fmla="*/ 0 w 7467600"/>
              <a:gd name="connsiteY752" fmla="*/ 1740082 h 6858000"/>
              <a:gd name="connsiteX753" fmla="*/ 39394 w 7467600"/>
              <a:gd name="connsiteY753" fmla="*/ 1784856 h 6858000"/>
              <a:gd name="connsiteX754" fmla="*/ 135813 w 7467600"/>
              <a:gd name="connsiteY754" fmla="*/ 1888838 h 6858000"/>
              <a:gd name="connsiteX755" fmla="*/ 242575 w 7467600"/>
              <a:gd name="connsiteY755" fmla="*/ 1958841 h 6858000"/>
              <a:gd name="connsiteX756" fmla="*/ 82197 w 7467600"/>
              <a:gd name="connsiteY756" fmla="*/ 1754826 h 6858000"/>
              <a:gd name="connsiteX757" fmla="*/ 0 w 7467600"/>
              <a:gd name="connsiteY757" fmla="*/ 1679650 h 6858000"/>
              <a:gd name="connsiteX758" fmla="*/ 0 w 7467600"/>
              <a:gd name="connsiteY758" fmla="*/ 1602463 h 6858000"/>
              <a:gd name="connsiteX759" fmla="*/ 84689 w 7467600"/>
              <a:gd name="connsiteY759" fmla="*/ 1677442 h 6858000"/>
              <a:gd name="connsiteX760" fmla="*/ 298437 w 7467600"/>
              <a:gd name="connsiteY760" fmla="*/ 1968019 h 6858000"/>
              <a:gd name="connsiteX761" fmla="*/ 227269 w 7467600"/>
              <a:gd name="connsiteY761" fmla="*/ 1114064 h 6858000"/>
              <a:gd name="connsiteX762" fmla="*/ 248003 w 7467600"/>
              <a:gd name="connsiteY762" fmla="*/ 1089613 h 6858000"/>
              <a:gd name="connsiteX763" fmla="*/ 427020 w 7467600"/>
              <a:gd name="connsiteY763" fmla="*/ 1619803 h 6858000"/>
              <a:gd name="connsiteX764" fmla="*/ 340345 w 7467600"/>
              <a:gd name="connsiteY764" fmla="*/ 2027739 h 6858000"/>
              <a:gd name="connsiteX765" fmla="*/ 360865 w 7467600"/>
              <a:gd name="connsiteY765" fmla="*/ 2044827 h 6858000"/>
              <a:gd name="connsiteX766" fmla="*/ 560414 w 7467600"/>
              <a:gd name="connsiteY766" fmla="*/ 2421457 h 6858000"/>
              <a:gd name="connsiteX767" fmla="*/ 1359703 w 7467600"/>
              <a:gd name="connsiteY767" fmla="*/ 2578554 h 6858000"/>
              <a:gd name="connsiteX768" fmla="*/ 1359422 w 7467600"/>
              <a:gd name="connsiteY768" fmla="*/ 2577994 h 6858000"/>
              <a:gd name="connsiteX769" fmla="*/ 828701 w 7467600"/>
              <a:gd name="connsiteY769" fmla="*/ 1839520 h 6858000"/>
              <a:gd name="connsiteX770" fmla="*/ 494427 w 7467600"/>
              <a:gd name="connsiteY770" fmla="*/ 1092333 h 6858000"/>
              <a:gd name="connsiteX771" fmla="*/ 506322 w 7467600"/>
              <a:gd name="connsiteY771" fmla="*/ 1020997 h 6858000"/>
              <a:gd name="connsiteX772" fmla="*/ 4570198 w 7467600"/>
              <a:gd name="connsiteY772" fmla="*/ 978081 h 6858000"/>
              <a:gd name="connsiteX773" fmla="*/ 4523691 w 7467600"/>
              <a:gd name="connsiteY773" fmla="*/ 1127776 h 6858000"/>
              <a:gd name="connsiteX774" fmla="*/ 4509875 w 7467600"/>
              <a:gd name="connsiteY774" fmla="*/ 1167552 h 6858000"/>
              <a:gd name="connsiteX775" fmla="*/ 4478168 w 7467600"/>
              <a:gd name="connsiteY775" fmla="*/ 1260735 h 6858000"/>
              <a:gd name="connsiteX776" fmla="*/ 4409309 w 7467600"/>
              <a:gd name="connsiteY776" fmla="*/ 1666996 h 6858000"/>
              <a:gd name="connsiteX777" fmla="*/ 4370031 w 7467600"/>
              <a:gd name="connsiteY777" fmla="*/ 1955666 h 6858000"/>
              <a:gd name="connsiteX778" fmla="*/ 4570198 w 7467600"/>
              <a:gd name="connsiteY778" fmla="*/ 978081 h 6858000"/>
              <a:gd name="connsiteX779" fmla="*/ 4557898 w 7467600"/>
              <a:gd name="connsiteY779" fmla="*/ 900011 h 6858000"/>
              <a:gd name="connsiteX780" fmla="*/ 4344840 w 7467600"/>
              <a:gd name="connsiteY780" fmla="*/ 1922038 h 6858000"/>
              <a:gd name="connsiteX781" fmla="*/ 4378710 w 7467600"/>
              <a:gd name="connsiteY781" fmla="*/ 1665516 h 6858000"/>
              <a:gd name="connsiteX782" fmla="*/ 4448798 w 7467600"/>
              <a:gd name="connsiteY782" fmla="*/ 1253024 h 6858000"/>
              <a:gd name="connsiteX783" fmla="*/ 4480315 w 7467600"/>
              <a:gd name="connsiteY783" fmla="*/ 1158454 h 6858000"/>
              <a:gd name="connsiteX784" fmla="*/ 4494133 w 7467600"/>
              <a:gd name="connsiteY784" fmla="*/ 1118676 h 6858000"/>
              <a:gd name="connsiteX785" fmla="*/ 4557898 w 7467600"/>
              <a:gd name="connsiteY785" fmla="*/ 900011 h 6858000"/>
              <a:gd name="connsiteX786" fmla="*/ 5870151 w 7467600"/>
              <a:gd name="connsiteY786" fmla="*/ 898890 h 6858000"/>
              <a:gd name="connsiteX787" fmla="*/ 5861335 w 7467600"/>
              <a:gd name="connsiteY787" fmla="*/ 899177 h 6858000"/>
              <a:gd name="connsiteX788" fmla="*/ 5843702 w 7467600"/>
              <a:gd name="connsiteY788" fmla="*/ 899748 h 6858000"/>
              <a:gd name="connsiteX789" fmla="*/ 5651107 w 7467600"/>
              <a:gd name="connsiteY789" fmla="*/ 920306 h 6858000"/>
              <a:gd name="connsiteX790" fmla="*/ 5459407 w 7467600"/>
              <a:gd name="connsiteY790" fmla="*/ 940975 h 6858000"/>
              <a:gd name="connsiteX791" fmla="*/ 5374846 w 7467600"/>
              <a:gd name="connsiteY791" fmla="*/ 941988 h 6858000"/>
              <a:gd name="connsiteX792" fmla="*/ 5256105 w 7467600"/>
              <a:gd name="connsiteY792" fmla="*/ 945632 h 6858000"/>
              <a:gd name="connsiteX793" fmla="*/ 5107071 w 7467600"/>
              <a:gd name="connsiteY793" fmla="*/ 969720 h 6858000"/>
              <a:gd name="connsiteX794" fmla="*/ 4998681 w 7467600"/>
              <a:gd name="connsiteY794" fmla="*/ 988771 h 6858000"/>
              <a:gd name="connsiteX795" fmla="*/ 5870151 w 7467600"/>
              <a:gd name="connsiteY795" fmla="*/ 898890 h 6858000"/>
              <a:gd name="connsiteX796" fmla="*/ 5504425 w 7467600"/>
              <a:gd name="connsiteY796" fmla="*/ 848067 h 6858000"/>
              <a:gd name="connsiteX797" fmla="*/ 4968849 w 7467600"/>
              <a:gd name="connsiteY797" fmla="*/ 962318 h 6858000"/>
              <a:gd name="connsiteX798" fmla="*/ 5104039 w 7467600"/>
              <a:gd name="connsiteY798" fmla="*/ 940634 h 6858000"/>
              <a:gd name="connsiteX799" fmla="*/ 5256311 w 7467600"/>
              <a:gd name="connsiteY799" fmla="*/ 916490 h 6858000"/>
              <a:gd name="connsiteX800" fmla="*/ 5377381 w 7467600"/>
              <a:gd name="connsiteY800" fmla="*/ 912671 h 6858000"/>
              <a:gd name="connsiteX801" fmla="*/ 5460148 w 7467600"/>
              <a:gd name="connsiteY801" fmla="*/ 911442 h 6858000"/>
              <a:gd name="connsiteX802" fmla="*/ 5648971 w 7467600"/>
              <a:gd name="connsiteY802" fmla="*/ 891331 h 6858000"/>
              <a:gd name="connsiteX803" fmla="*/ 5844807 w 7467600"/>
              <a:gd name="connsiteY803" fmla="*/ 870718 h 6858000"/>
              <a:gd name="connsiteX804" fmla="*/ 5862975 w 7467600"/>
              <a:gd name="connsiteY804" fmla="*/ 869756 h 6858000"/>
              <a:gd name="connsiteX805" fmla="*/ 5920887 w 7467600"/>
              <a:gd name="connsiteY805" fmla="*/ 865929 h 6858000"/>
              <a:gd name="connsiteX806" fmla="*/ 5504425 w 7467600"/>
              <a:gd name="connsiteY806" fmla="*/ 848067 h 6858000"/>
              <a:gd name="connsiteX807" fmla="*/ 3607114 w 7467600"/>
              <a:gd name="connsiteY807" fmla="*/ 467441 h 6858000"/>
              <a:gd name="connsiteX808" fmla="*/ 3296242 w 7467600"/>
              <a:gd name="connsiteY808" fmla="*/ 807991 h 6858000"/>
              <a:gd name="connsiteX809" fmla="*/ 3174674 w 7467600"/>
              <a:gd name="connsiteY809" fmla="*/ 919759 h 6858000"/>
              <a:gd name="connsiteX810" fmla="*/ 3042978 w 7467600"/>
              <a:gd name="connsiteY810" fmla="*/ 1054894 h 6858000"/>
              <a:gd name="connsiteX811" fmla="*/ 2968914 w 7467600"/>
              <a:gd name="connsiteY811" fmla="*/ 1133756 h 6858000"/>
              <a:gd name="connsiteX812" fmla="*/ 3103823 w 7467600"/>
              <a:gd name="connsiteY812" fmla="*/ 1026814 h 6858000"/>
              <a:gd name="connsiteX813" fmla="*/ 3607114 w 7467600"/>
              <a:gd name="connsiteY813" fmla="*/ 467441 h 6858000"/>
              <a:gd name="connsiteX814" fmla="*/ 3744487 w 7467600"/>
              <a:gd name="connsiteY814" fmla="*/ 383136 h 6858000"/>
              <a:gd name="connsiteX815" fmla="*/ 3970213 w 7467600"/>
              <a:gd name="connsiteY815" fmla="*/ 995559 h 6858000"/>
              <a:gd name="connsiteX816" fmla="*/ 3744487 w 7467600"/>
              <a:gd name="connsiteY816" fmla="*/ 383136 h 6858000"/>
              <a:gd name="connsiteX817" fmla="*/ 3624562 w 7467600"/>
              <a:gd name="connsiteY817" fmla="*/ 367041 h 6858000"/>
              <a:gd name="connsiteX818" fmla="*/ 3489712 w 7467600"/>
              <a:gd name="connsiteY818" fmla="*/ 485386 h 6858000"/>
              <a:gd name="connsiteX819" fmla="*/ 3182994 w 7467600"/>
              <a:gd name="connsiteY819" fmla="*/ 828265 h 6858000"/>
              <a:gd name="connsiteX820" fmla="*/ 2892114 w 7467600"/>
              <a:gd name="connsiteY820" fmla="*/ 1172635 h 6858000"/>
              <a:gd name="connsiteX821" fmla="*/ 3021459 w 7467600"/>
              <a:gd name="connsiteY821" fmla="*/ 1035385 h 6858000"/>
              <a:gd name="connsiteX822" fmla="*/ 3153873 w 7467600"/>
              <a:gd name="connsiteY822" fmla="*/ 898971 h 6858000"/>
              <a:gd name="connsiteX823" fmla="*/ 3276511 w 7467600"/>
              <a:gd name="connsiteY823" fmla="*/ 786423 h 6858000"/>
              <a:gd name="connsiteX824" fmla="*/ 3584154 w 7467600"/>
              <a:gd name="connsiteY824" fmla="*/ 448218 h 6858000"/>
              <a:gd name="connsiteX825" fmla="*/ 3624562 w 7467600"/>
              <a:gd name="connsiteY825" fmla="*/ 367041 h 6858000"/>
              <a:gd name="connsiteX826" fmla="*/ 3766672 w 7467600"/>
              <a:gd name="connsiteY826" fmla="*/ 359429 h 6858000"/>
              <a:gd name="connsiteX827" fmla="*/ 3996338 w 7467600"/>
              <a:gd name="connsiteY827" fmla="*/ 968237 h 6858000"/>
              <a:gd name="connsiteX828" fmla="*/ 3766672 w 7467600"/>
              <a:gd name="connsiteY828" fmla="*/ 359429 h 6858000"/>
              <a:gd name="connsiteX829" fmla="*/ 5805386 w 7467600"/>
              <a:gd name="connsiteY829" fmla="*/ 239240 h 6858000"/>
              <a:gd name="connsiteX830" fmla="*/ 5736947 w 7467600"/>
              <a:gd name="connsiteY830" fmla="*/ 261367 h 6858000"/>
              <a:gd name="connsiteX831" fmla="*/ 5427012 w 7467600"/>
              <a:gd name="connsiteY831" fmla="*/ 311272 h 6858000"/>
              <a:gd name="connsiteX832" fmla="*/ 5147818 w 7467600"/>
              <a:gd name="connsiteY832" fmla="*/ 322112 h 6858000"/>
              <a:gd name="connsiteX833" fmla="*/ 5060854 w 7467600"/>
              <a:gd name="connsiteY833" fmla="*/ 311882 h 6858000"/>
              <a:gd name="connsiteX834" fmla="*/ 4945989 w 7467600"/>
              <a:gd name="connsiteY834" fmla="*/ 300516 h 6858000"/>
              <a:gd name="connsiteX835" fmla="*/ 5410479 w 7467600"/>
              <a:gd name="connsiteY835" fmla="*/ 348434 h 6858000"/>
              <a:gd name="connsiteX836" fmla="*/ 5805386 w 7467600"/>
              <a:gd name="connsiteY836" fmla="*/ 239240 h 6858000"/>
              <a:gd name="connsiteX837" fmla="*/ 5905192 w 7467600"/>
              <a:gd name="connsiteY837" fmla="*/ 163079 h 6858000"/>
              <a:gd name="connsiteX838" fmla="*/ 5865655 w 7467600"/>
              <a:gd name="connsiteY838" fmla="*/ 171901 h 6858000"/>
              <a:gd name="connsiteX839" fmla="*/ 5259740 w 7467600"/>
              <a:gd name="connsiteY839" fmla="*/ 257013 h 6858000"/>
              <a:gd name="connsiteX840" fmla="*/ 5208466 w 7467600"/>
              <a:gd name="connsiteY840" fmla="*/ 257550 h 6858000"/>
              <a:gd name="connsiteX841" fmla="*/ 4980204 w 7467600"/>
              <a:gd name="connsiteY841" fmla="*/ 271903 h 6858000"/>
              <a:gd name="connsiteX842" fmla="*/ 5068068 w 7467600"/>
              <a:gd name="connsiteY842" fmla="*/ 282244 h 6858000"/>
              <a:gd name="connsiteX843" fmla="*/ 5153231 w 7467600"/>
              <a:gd name="connsiteY843" fmla="*/ 292240 h 6858000"/>
              <a:gd name="connsiteX844" fmla="*/ 5426491 w 7467600"/>
              <a:gd name="connsiteY844" fmla="*/ 281128 h 6858000"/>
              <a:gd name="connsiteX845" fmla="*/ 5731212 w 7467600"/>
              <a:gd name="connsiteY845" fmla="*/ 231951 h 6858000"/>
              <a:gd name="connsiteX846" fmla="*/ 5905192 w 7467600"/>
              <a:gd name="connsiteY846" fmla="*/ 163079 h 6858000"/>
              <a:gd name="connsiteX847" fmla="*/ 5944437 w 7467600"/>
              <a:gd name="connsiteY847" fmla="*/ 113829 h 6858000"/>
              <a:gd name="connsiteX848" fmla="*/ 5825032 w 7467600"/>
              <a:gd name="connsiteY848" fmla="*/ 146405 h 6858000"/>
              <a:gd name="connsiteX849" fmla="*/ 4955599 w 7467600"/>
              <a:gd name="connsiteY849" fmla="*/ 247008 h 6858000"/>
              <a:gd name="connsiteX850" fmla="*/ 5210104 w 7467600"/>
              <a:gd name="connsiteY850" fmla="*/ 228123 h 6858000"/>
              <a:gd name="connsiteX851" fmla="*/ 5261015 w 7467600"/>
              <a:gd name="connsiteY851" fmla="*/ 227087 h 6858000"/>
              <a:gd name="connsiteX852" fmla="*/ 5861181 w 7467600"/>
              <a:gd name="connsiteY852" fmla="*/ 143093 h 6858000"/>
              <a:gd name="connsiteX853" fmla="*/ 5961252 w 7467600"/>
              <a:gd name="connsiteY853" fmla="*/ 114820 h 6858000"/>
              <a:gd name="connsiteX854" fmla="*/ 5944437 w 7467600"/>
              <a:gd name="connsiteY854" fmla="*/ 113829 h 6858000"/>
              <a:gd name="connsiteX855" fmla="*/ 3882765 w 7467600"/>
              <a:gd name="connsiteY855" fmla="*/ 0 h 6858000"/>
              <a:gd name="connsiteX856" fmla="*/ 3995099 w 7467600"/>
              <a:gd name="connsiteY856" fmla="*/ 0 h 6858000"/>
              <a:gd name="connsiteX857" fmla="*/ 4163818 w 7467600"/>
              <a:gd name="connsiteY857" fmla="*/ 234104 h 6858000"/>
              <a:gd name="connsiteX858" fmla="*/ 4172099 w 7467600"/>
              <a:gd name="connsiteY858" fmla="*/ 234207 h 6858000"/>
              <a:gd name="connsiteX859" fmla="*/ 4784282 w 7467600"/>
              <a:gd name="connsiteY859" fmla="*/ 276561 h 6858000"/>
              <a:gd name="connsiteX860" fmla="*/ 4801687 w 7467600"/>
              <a:gd name="connsiteY860" fmla="*/ 267764 h 6858000"/>
              <a:gd name="connsiteX861" fmla="*/ 6082788 w 7467600"/>
              <a:gd name="connsiteY861" fmla="*/ 64119 h 6858000"/>
              <a:gd name="connsiteX862" fmla="*/ 6099442 w 7467600"/>
              <a:gd name="connsiteY862" fmla="*/ 82568 h 6858000"/>
              <a:gd name="connsiteX863" fmla="*/ 4804137 w 7467600"/>
              <a:gd name="connsiteY863" fmla="*/ 320931 h 6858000"/>
              <a:gd name="connsiteX864" fmla="*/ 4227047 w 7467600"/>
              <a:gd name="connsiteY864" fmla="*/ 313415 h 6858000"/>
              <a:gd name="connsiteX865" fmla="*/ 4346041 w 7467600"/>
              <a:gd name="connsiteY865" fmla="*/ 456086 h 6858000"/>
              <a:gd name="connsiteX866" fmla="*/ 4870967 w 7467600"/>
              <a:gd name="connsiteY866" fmla="*/ 963061 h 6858000"/>
              <a:gd name="connsiteX867" fmla="*/ 4889647 w 7467600"/>
              <a:gd name="connsiteY867" fmla="*/ 957147 h 6858000"/>
              <a:gd name="connsiteX868" fmla="*/ 5422504 w 7467600"/>
              <a:gd name="connsiteY868" fmla="*/ 805191 h 6858000"/>
              <a:gd name="connsiteX869" fmla="*/ 6087656 w 7467600"/>
              <a:gd name="connsiteY869" fmla="*/ 826703 h 6858000"/>
              <a:gd name="connsiteX870" fmla="*/ 6058717 w 7467600"/>
              <a:gd name="connsiteY870" fmla="*/ 865992 h 6858000"/>
              <a:gd name="connsiteX871" fmla="*/ 4974153 w 7467600"/>
              <a:gd name="connsiteY871" fmla="*/ 1045456 h 6858000"/>
              <a:gd name="connsiteX872" fmla="*/ 5627835 w 7467600"/>
              <a:gd name="connsiteY872" fmla="*/ 1472077 h 6858000"/>
              <a:gd name="connsiteX873" fmla="*/ 5629817 w 7467600"/>
              <a:gd name="connsiteY873" fmla="*/ 1471412 h 6858000"/>
              <a:gd name="connsiteX874" fmla="*/ 5634124 w 7467600"/>
              <a:gd name="connsiteY874" fmla="*/ 1470572 h 6858000"/>
              <a:gd name="connsiteX875" fmla="*/ 5755832 w 7467600"/>
              <a:gd name="connsiteY875" fmla="*/ 1383886 h 6858000"/>
              <a:gd name="connsiteX876" fmla="*/ 6014186 w 7467600"/>
              <a:gd name="connsiteY876" fmla="*/ 1279799 h 6858000"/>
              <a:gd name="connsiteX877" fmla="*/ 6901619 w 7467600"/>
              <a:gd name="connsiteY877" fmla="*/ 1047874 h 6858000"/>
              <a:gd name="connsiteX878" fmla="*/ 6931566 w 7467600"/>
              <a:gd name="connsiteY878" fmla="*/ 1062034 h 6858000"/>
              <a:gd name="connsiteX879" fmla="*/ 5790982 w 7467600"/>
              <a:gd name="connsiteY879" fmla="*/ 1561380 h 6858000"/>
              <a:gd name="connsiteX880" fmla="*/ 6188971 w 7467600"/>
              <a:gd name="connsiteY880" fmla="*/ 1755168 h 6858000"/>
              <a:gd name="connsiteX881" fmla="*/ 6202446 w 7467600"/>
              <a:gd name="connsiteY881" fmla="*/ 1752268 h 6858000"/>
              <a:gd name="connsiteX882" fmla="*/ 7179560 w 7467600"/>
              <a:gd name="connsiteY882" fmla="*/ 1467551 h 6858000"/>
              <a:gd name="connsiteX883" fmla="*/ 7158730 w 7467600"/>
              <a:gd name="connsiteY883" fmla="*/ 1507835 h 6858000"/>
              <a:gd name="connsiteX884" fmla="*/ 6326959 w 7467600"/>
              <a:gd name="connsiteY884" fmla="*/ 1817686 h 6858000"/>
              <a:gd name="connsiteX885" fmla="*/ 6537433 w 7467600"/>
              <a:gd name="connsiteY885" fmla="*/ 1907790 h 6858000"/>
              <a:gd name="connsiteX886" fmla="*/ 6550221 w 7467600"/>
              <a:gd name="connsiteY886" fmla="*/ 1910729 h 6858000"/>
              <a:gd name="connsiteX887" fmla="*/ 6964438 w 7467600"/>
              <a:gd name="connsiteY887" fmla="*/ 2209505 h 6858000"/>
              <a:gd name="connsiteX888" fmla="*/ 7367862 w 7467600"/>
              <a:gd name="connsiteY888" fmla="*/ 2806833 h 6858000"/>
              <a:gd name="connsiteX889" fmla="*/ 7364329 w 7467600"/>
              <a:gd name="connsiteY889" fmla="*/ 2826907 h 6858000"/>
              <a:gd name="connsiteX890" fmla="*/ 7290545 w 7467600"/>
              <a:gd name="connsiteY890" fmla="*/ 2850663 h 6858000"/>
              <a:gd name="connsiteX891" fmla="*/ 6472036 w 7467600"/>
              <a:gd name="connsiteY891" fmla="*/ 1959003 h 6858000"/>
              <a:gd name="connsiteX892" fmla="*/ 5792897 w 7467600"/>
              <a:gd name="connsiteY892" fmla="*/ 1647747 h 6858000"/>
              <a:gd name="connsiteX893" fmla="*/ 5842751 w 7467600"/>
              <a:gd name="connsiteY893" fmla="*/ 1816112 h 6858000"/>
              <a:gd name="connsiteX894" fmla="*/ 5847424 w 7467600"/>
              <a:gd name="connsiteY894" fmla="*/ 1815776 h 6858000"/>
              <a:gd name="connsiteX895" fmla="*/ 6399821 w 7467600"/>
              <a:gd name="connsiteY895" fmla="*/ 2344799 h 6858000"/>
              <a:gd name="connsiteX896" fmla="*/ 6323232 w 7467600"/>
              <a:gd name="connsiteY896" fmla="*/ 2389634 h 6858000"/>
              <a:gd name="connsiteX897" fmla="*/ 5942958 w 7467600"/>
              <a:gd name="connsiteY897" fmla="*/ 2077708 h 6858000"/>
              <a:gd name="connsiteX898" fmla="*/ 5921559 w 7467600"/>
              <a:gd name="connsiteY898" fmla="*/ 2378596 h 6858000"/>
              <a:gd name="connsiteX899" fmla="*/ 5817651 w 7467600"/>
              <a:gd name="connsiteY899" fmla="*/ 3023919 h 6858000"/>
              <a:gd name="connsiteX900" fmla="*/ 5729634 w 7467600"/>
              <a:gd name="connsiteY900" fmla="*/ 3051849 h 6858000"/>
              <a:gd name="connsiteX901" fmla="*/ 5611018 w 7467600"/>
              <a:gd name="connsiteY901" fmla="*/ 2316769 h 6858000"/>
              <a:gd name="connsiteX902" fmla="*/ 5687608 w 7467600"/>
              <a:gd name="connsiteY902" fmla="*/ 2039972 h 6858000"/>
              <a:gd name="connsiteX903" fmla="*/ 5657554 w 7467600"/>
              <a:gd name="connsiteY903" fmla="*/ 1576445 h 6858000"/>
              <a:gd name="connsiteX904" fmla="*/ 5150475 w 7467600"/>
              <a:gd name="connsiteY904" fmla="*/ 1274012 h 6858000"/>
              <a:gd name="connsiteX905" fmla="*/ 5349142 w 7467600"/>
              <a:gd name="connsiteY905" fmla="*/ 2204405 h 6858000"/>
              <a:gd name="connsiteX906" fmla="*/ 5262214 w 7467600"/>
              <a:gd name="connsiteY906" fmla="*/ 2233836 h 6858000"/>
              <a:gd name="connsiteX907" fmla="*/ 4981539 w 7467600"/>
              <a:gd name="connsiteY907" fmla="*/ 1542201 h 6858000"/>
              <a:gd name="connsiteX908" fmla="*/ 4958461 w 7467600"/>
              <a:gd name="connsiteY908" fmla="*/ 1136957 h 6858000"/>
              <a:gd name="connsiteX909" fmla="*/ 4655015 w 7467600"/>
              <a:gd name="connsiteY909" fmla="*/ 891426 h 6858000"/>
              <a:gd name="connsiteX910" fmla="*/ 4348002 w 7467600"/>
              <a:gd name="connsiteY910" fmla="*/ 2205895 h 6858000"/>
              <a:gd name="connsiteX911" fmla="*/ 4262250 w 7467600"/>
              <a:gd name="connsiteY911" fmla="*/ 2219972 h 6858000"/>
              <a:gd name="connsiteX912" fmla="*/ 4550611 w 7467600"/>
              <a:gd name="connsiteY912" fmla="*/ 817540 h 6858000"/>
              <a:gd name="connsiteX913" fmla="*/ 4564418 w 7467600"/>
              <a:gd name="connsiteY913" fmla="*/ 808293 h 6858000"/>
              <a:gd name="connsiteX914" fmla="*/ 4266388 w 7467600"/>
              <a:gd name="connsiteY914" fmla="*/ 500083 h 6858000"/>
              <a:gd name="connsiteX915" fmla="*/ 4032842 w 7467600"/>
              <a:gd name="connsiteY915" fmla="*/ 211809 h 6858000"/>
              <a:gd name="connsiteX916" fmla="*/ 3882765 w 7467600"/>
              <a:gd name="connsiteY916" fmla="*/ 0 h 6858000"/>
              <a:gd name="connsiteX917" fmla="*/ 3721337 w 7467600"/>
              <a:gd name="connsiteY917" fmla="*/ 0 h 6858000"/>
              <a:gd name="connsiteX918" fmla="*/ 3797544 w 7467600"/>
              <a:gd name="connsiteY918" fmla="*/ 0 h 6858000"/>
              <a:gd name="connsiteX919" fmla="*/ 3775734 w 7467600"/>
              <a:gd name="connsiteY919" fmla="*/ 95131 h 6858000"/>
              <a:gd name="connsiteX920" fmla="*/ 3724807 w 7467600"/>
              <a:gd name="connsiteY920" fmla="*/ 272257 h 6858000"/>
              <a:gd name="connsiteX921" fmla="*/ 3726844 w 7467600"/>
              <a:gd name="connsiteY921" fmla="*/ 282988 h 6858000"/>
              <a:gd name="connsiteX922" fmla="*/ 3742664 w 7467600"/>
              <a:gd name="connsiteY922" fmla="*/ 279918 h 6858000"/>
              <a:gd name="connsiteX923" fmla="*/ 4103910 w 7467600"/>
              <a:gd name="connsiteY923" fmla="*/ 1161917 h 6858000"/>
              <a:gd name="connsiteX924" fmla="*/ 4020269 w 7467600"/>
              <a:gd name="connsiteY924" fmla="*/ 1200406 h 6858000"/>
              <a:gd name="connsiteX925" fmla="*/ 3674882 w 7467600"/>
              <a:gd name="connsiteY925" fmla="*/ 488524 h 6858000"/>
              <a:gd name="connsiteX926" fmla="*/ 3132682 w 7467600"/>
              <a:gd name="connsiteY926" fmla="*/ 1072284 h 6858000"/>
              <a:gd name="connsiteX927" fmla="*/ 2716346 w 7467600"/>
              <a:gd name="connsiteY927" fmla="*/ 1276376 h 6858000"/>
              <a:gd name="connsiteX928" fmla="*/ 2716772 w 7467600"/>
              <a:gd name="connsiteY928" fmla="*/ 1255462 h 6858000"/>
              <a:gd name="connsiteX929" fmla="*/ 3471096 w 7467600"/>
              <a:gd name="connsiteY929" fmla="*/ 437072 h 6858000"/>
              <a:gd name="connsiteX930" fmla="*/ 3639057 w 7467600"/>
              <a:gd name="connsiteY930" fmla="*/ 286334 h 6858000"/>
              <a:gd name="connsiteX931" fmla="*/ 3640309 w 7467600"/>
              <a:gd name="connsiteY931" fmla="*/ 284664 h 6858000"/>
              <a:gd name="connsiteX932" fmla="*/ 3646022 w 7467600"/>
              <a:gd name="connsiteY932" fmla="*/ 276711 h 6858000"/>
              <a:gd name="connsiteX933" fmla="*/ 3707943 w 7467600"/>
              <a:gd name="connsiteY933" fmla="*/ 65958 h 6858000"/>
              <a:gd name="connsiteX934" fmla="*/ 3721337 w 7467600"/>
              <a:gd name="connsiteY934" fmla="*/ 0 h 6858000"/>
              <a:gd name="connsiteX935" fmla="*/ 2867960 w 7467600"/>
              <a:gd name="connsiteY935" fmla="*/ 0 h 6858000"/>
              <a:gd name="connsiteX936" fmla="*/ 2926351 w 7467600"/>
              <a:gd name="connsiteY936" fmla="*/ 0 h 6858000"/>
              <a:gd name="connsiteX937" fmla="*/ 2902823 w 7467600"/>
              <a:gd name="connsiteY937" fmla="*/ 262929 h 6858000"/>
              <a:gd name="connsiteX938" fmla="*/ 2940663 w 7467600"/>
              <a:gd name="connsiteY938" fmla="*/ 140884 h 6858000"/>
              <a:gd name="connsiteX939" fmla="*/ 2947039 w 7467600"/>
              <a:gd name="connsiteY939" fmla="*/ 122524 h 6858000"/>
              <a:gd name="connsiteX940" fmla="*/ 2984316 w 7467600"/>
              <a:gd name="connsiteY940" fmla="*/ 0 h 6858000"/>
              <a:gd name="connsiteX941" fmla="*/ 3016114 w 7467600"/>
              <a:gd name="connsiteY941" fmla="*/ 0 h 6858000"/>
              <a:gd name="connsiteX942" fmla="*/ 2979949 w 7467600"/>
              <a:gd name="connsiteY942" fmla="*/ 119274 h 6858000"/>
              <a:gd name="connsiteX943" fmla="*/ 3023879 w 7467600"/>
              <a:gd name="connsiteY943" fmla="*/ 0 h 6858000"/>
              <a:gd name="connsiteX944" fmla="*/ 3105400 w 7467600"/>
              <a:gd name="connsiteY944" fmla="*/ 0 h 6858000"/>
              <a:gd name="connsiteX945" fmla="*/ 3094669 w 7467600"/>
              <a:gd name="connsiteY945" fmla="*/ 30308 h 6858000"/>
              <a:gd name="connsiteX946" fmla="*/ 2901945 w 7467600"/>
              <a:gd name="connsiteY946" fmla="*/ 466538 h 6858000"/>
              <a:gd name="connsiteX947" fmla="*/ 2815209 w 7467600"/>
              <a:gd name="connsiteY947" fmla="*/ 497361 h 6858000"/>
              <a:gd name="connsiteX948" fmla="*/ 2844845 w 7467600"/>
              <a:gd name="connsiteY948" fmla="*/ 127638 h 6858000"/>
              <a:gd name="connsiteX949" fmla="*/ 2867960 w 7467600"/>
              <a:gd name="connsiteY949" fmla="*/ 0 h 6858000"/>
              <a:gd name="connsiteX950" fmla="*/ 1057230 w 7467600"/>
              <a:gd name="connsiteY950" fmla="*/ 0 h 6858000"/>
              <a:gd name="connsiteX951" fmla="*/ 1111003 w 7467600"/>
              <a:gd name="connsiteY951" fmla="*/ 0 h 6858000"/>
              <a:gd name="connsiteX952" fmla="*/ 1125553 w 7467600"/>
              <a:gd name="connsiteY952" fmla="*/ 52588 h 6858000"/>
              <a:gd name="connsiteX953" fmla="*/ 1304276 w 7467600"/>
              <a:gd name="connsiteY953" fmla="*/ 476275 h 6858000"/>
              <a:gd name="connsiteX954" fmla="*/ 1492066 w 7467600"/>
              <a:gd name="connsiteY954" fmla="*/ 886333 h 6858000"/>
              <a:gd name="connsiteX955" fmla="*/ 1423698 w 7467600"/>
              <a:gd name="connsiteY955" fmla="*/ 710817 h 6858000"/>
              <a:gd name="connsiteX956" fmla="*/ 1357609 w 7467600"/>
              <a:gd name="connsiteY956" fmla="*/ 532892 h 6858000"/>
              <a:gd name="connsiteX957" fmla="*/ 1309550 w 7467600"/>
              <a:gd name="connsiteY957" fmla="*/ 374031 h 6858000"/>
              <a:gd name="connsiteX958" fmla="*/ 1193673 w 7467600"/>
              <a:gd name="connsiteY958" fmla="*/ 49533 h 6858000"/>
              <a:gd name="connsiteX959" fmla="*/ 1164391 w 7467600"/>
              <a:gd name="connsiteY959" fmla="*/ 0 h 6858000"/>
              <a:gd name="connsiteX960" fmla="*/ 1200666 w 7467600"/>
              <a:gd name="connsiteY960" fmla="*/ 0 h 6858000"/>
              <a:gd name="connsiteX961" fmla="*/ 1223408 w 7467600"/>
              <a:gd name="connsiteY961" fmla="*/ 38996 h 6858000"/>
              <a:gd name="connsiteX962" fmla="*/ 1339635 w 7467600"/>
              <a:gd name="connsiteY962" fmla="*/ 365517 h 6858000"/>
              <a:gd name="connsiteX963" fmla="*/ 1387469 w 7467600"/>
              <a:gd name="connsiteY963" fmla="*/ 523079 h 6858000"/>
              <a:gd name="connsiteX964" fmla="*/ 1452685 w 7467600"/>
              <a:gd name="connsiteY964" fmla="*/ 699806 h 6858000"/>
              <a:gd name="connsiteX965" fmla="*/ 1492092 w 7467600"/>
              <a:gd name="connsiteY965" fmla="*/ 800424 h 6858000"/>
              <a:gd name="connsiteX966" fmla="*/ 1455302 w 7467600"/>
              <a:gd name="connsiteY966" fmla="*/ 632913 h 6858000"/>
              <a:gd name="connsiteX967" fmla="*/ 1222336 w 7467600"/>
              <a:gd name="connsiteY967" fmla="*/ 9480 h 6858000"/>
              <a:gd name="connsiteX968" fmla="*/ 1214634 w 7467600"/>
              <a:gd name="connsiteY968" fmla="*/ 0 h 6858000"/>
              <a:gd name="connsiteX969" fmla="*/ 1289827 w 7467600"/>
              <a:gd name="connsiteY969" fmla="*/ 0 h 6858000"/>
              <a:gd name="connsiteX970" fmla="*/ 1321076 w 7467600"/>
              <a:gd name="connsiteY970" fmla="*/ 59722 h 6858000"/>
              <a:gd name="connsiteX971" fmla="*/ 1512579 w 7467600"/>
              <a:gd name="connsiteY971" fmla="*/ 626441 h 6858000"/>
              <a:gd name="connsiteX972" fmla="*/ 1506076 w 7467600"/>
              <a:gd name="connsiteY972" fmla="*/ 1089289 h 6858000"/>
              <a:gd name="connsiteX973" fmla="*/ 1486346 w 7467600"/>
              <a:gd name="connsiteY973" fmla="*/ 1079919 h 6858000"/>
              <a:gd name="connsiteX974" fmla="*/ 1070511 w 7467600"/>
              <a:gd name="connsiteY974" fmla="*/ 48609 h 6858000"/>
              <a:gd name="connsiteX975" fmla="*/ 1057230 w 7467600"/>
              <a:gd name="connsiteY975" fmla="*/ 0 h 6858000"/>
              <a:gd name="connsiteX976" fmla="*/ 43151 w 7467600"/>
              <a:gd name="connsiteY976" fmla="*/ 0 h 6858000"/>
              <a:gd name="connsiteX977" fmla="*/ 95283 w 7467600"/>
              <a:gd name="connsiteY977" fmla="*/ 0 h 6858000"/>
              <a:gd name="connsiteX978" fmla="*/ 300708 w 7467600"/>
              <a:gd name="connsiteY978" fmla="*/ 154571 h 6858000"/>
              <a:gd name="connsiteX979" fmla="*/ 530414 w 7467600"/>
              <a:gd name="connsiteY979" fmla="*/ 354673 h 6858000"/>
              <a:gd name="connsiteX980" fmla="*/ 333785 w 7467600"/>
              <a:gd name="connsiteY980" fmla="*/ 161564 h 6858000"/>
              <a:gd name="connsiteX981" fmla="*/ 147005 w 7467600"/>
              <a:gd name="connsiteY981" fmla="*/ 0 h 6858000"/>
              <a:gd name="connsiteX982" fmla="*/ 272509 w 7467600"/>
              <a:gd name="connsiteY982" fmla="*/ 0 h 6858000"/>
              <a:gd name="connsiteX983" fmla="*/ 326276 w 7467600"/>
              <a:gd name="connsiteY983" fmla="*/ 45847 h 6858000"/>
              <a:gd name="connsiteX984" fmla="*/ 823759 w 7467600"/>
              <a:gd name="connsiteY984" fmla="*/ 574145 h 6858000"/>
              <a:gd name="connsiteX985" fmla="*/ 811254 w 7467600"/>
              <a:gd name="connsiteY985" fmla="*/ 665546 h 6858000"/>
              <a:gd name="connsiteX986" fmla="*/ 154042 w 7467600"/>
              <a:gd name="connsiteY986" fmla="*/ 261522 h 6858000"/>
              <a:gd name="connsiteX987" fmla="*/ 13550 w 7467600"/>
              <a:gd name="connsiteY987" fmla="*/ 158423 h 6858000"/>
              <a:gd name="connsiteX988" fmla="*/ 0 w 7467600"/>
              <a:gd name="connsiteY988" fmla="*/ 146618 h 6858000"/>
              <a:gd name="connsiteX989" fmla="*/ 0 w 7467600"/>
              <a:gd name="connsiteY989" fmla="*/ 59161 h 6858000"/>
              <a:gd name="connsiteX990" fmla="*/ 45427 w 7467600"/>
              <a:gd name="connsiteY990" fmla="*/ 101078 h 6858000"/>
              <a:gd name="connsiteX991" fmla="*/ 630103 w 7467600"/>
              <a:gd name="connsiteY991" fmla="*/ 485885 h 6858000"/>
              <a:gd name="connsiteX992" fmla="*/ 532040 w 7467600"/>
              <a:gd name="connsiteY992" fmla="*/ 399359 h 6858000"/>
              <a:gd name="connsiteX993" fmla="*/ 517618 w 7467600"/>
              <a:gd name="connsiteY993" fmla="*/ 385726 h 6858000"/>
              <a:gd name="connsiteX994" fmla="*/ 285074 w 7467600"/>
              <a:gd name="connsiteY994" fmla="*/ 182755 h 6858000"/>
              <a:gd name="connsiteX995" fmla="*/ 43151 w 7467600"/>
              <a:gd name="connsiteY995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467600 w 7467600"/>
              <a:gd name="connsiteY127" fmla="*/ 5277736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7467600 w 7467600"/>
              <a:gd name="connsiteY137" fmla="*/ 5241225 h 6858000"/>
              <a:gd name="connsiteX138" fmla="*/ 7467600 w 7467600"/>
              <a:gd name="connsiteY138" fmla="*/ 5277736 h 6858000"/>
              <a:gd name="connsiteX139" fmla="*/ 1903353 w 7467600"/>
              <a:gd name="connsiteY139" fmla="*/ 5044827 h 6858000"/>
              <a:gd name="connsiteX140" fmla="*/ 1936931 w 7467600"/>
              <a:gd name="connsiteY140" fmla="*/ 5093954 h 6858000"/>
              <a:gd name="connsiteX141" fmla="*/ 2195868 w 7467600"/>
              <a:gd name="connsiteY141" fmla="*/ 5396574 h 6858000"/>
              <a:gd name="connsiteX142" fmla="*/ 2088852 w 7467600"/>
              <a:gd name="connsiteY142" fmla="*/ 5166123 h 6858000"/>
              <a:gd name="connsiteX143" fmla="*/ 1958241 w 7467600"/>
              <a:gd name="connsiteY143" fmla="*/ 5067955 h 6858000"/>
              <a:gd name="connsiteX144" fmla="*/ 1903353 w 7467600"/>
              <a:gd name="connsiteY144" fmla="*/ 5044827 h 6858000"/>
              <a:gd name="connsiteX145" fmla="*/ 1979378 w 7467600"/>
              <a:gd name="connsiteY145" fmla="*/ 4769504 h 6858000"/>
              <a:gd name="connsiteX146" fmla="*/ 2882120 w 7467600"/>
              <a:gd name="connsiteY146" fmla="*/ 5064547 h 6858000"/>
              <a:gd name="connsiteX147" fmla="*/ 2793103 w 7467600"/>
              <a:gd name="connsiteY147" fmla="*/ 5039699 h 6858000"/>
              <a:gd name="connsiteX148" fmla="*/ 2770041 w 7467600"/>
              <a:gd name="connsiteY148" fmla="*/ 5033634 h 6858000"/>
              <a:gd name="connsiteX149" fmla="*/ 1979378 w 7467600"/>
              <a:gd name="connsiteY149" fmla="*/ 4769504 h 6858000"/>
              <a:gd name="connsiteX150" fmla="*/ 1927410 w 7467600"/>
              <a:gd name="connsiteY150" fmla="*/ 4716164 h 6858000"/>
              <a:gd name="connsiteX151" fmla="*/ 1959587 w 7467600"/>
              <a:gd name="connsiteY151" fmla="*/ 4728849 h 6858000"/>
              <a:gd name="connsiteX152" fmla="*/ 2777707 w 7467600"/>
              <a:gd name="connsiteY152" fmla="*/ 5003991 h 6858000"/>
              <a:gd name="connsiteX153" fmla="*/ 2800768 w 7467600"/>
              <a:gd name="connsiteY153" fmla="*/ 5010056 h 6858000"/>
              <a:gd name="connsiteX154" fmla="*/ 2879408 w 7467600"/>
              <a:gd name="connsiteY154" fmla="*/ 5031590 h 6858000"/>
              <a:gd name="connsiteX155" fmla="*/ 2862295 w 7467600"/>
              <a:gd name="connsiteY155" fmla="*/ 5022958 h 6858000"/>
              <a:gd name="connsiteX156" fmla="*/ 2813343 w 7467600"/>
              <a:gd name="connsiteY156" fmla="*/ 4998369 h 6858000"/>
              <a:gd name="connsiteX157" fmla="*/ 2646245 w 7467600"/>
              <a:gd name="connsiteY157" fmla="*/ 4930999 h 6858000"/>
              <a:gd name="connsiteX158" fmla="*/ 1999243 w 7467600"/>
              <a:gd name="connsiteY158" fmla="*/ 4730524 h 6858000"/>
              <a:gd name="connsiteX159" fmla="*/ 1979527 w 7467600"/>
              <a:gd name="connsiteY159" fmla="*/ 4726651 h 6858000"/>
              <a:gd name="connsiteX160" fmla="*/ 1927410 w 7467600"/>
              <a:gd name="connsiteY160" fmla="*/ 4716164 h 6858000"/>
              <a:gd name="connsiteX161" fmla="*/ 1997014 w 7467600"/>
              <a:gd name="connsiteY161" fmla="*/ 4698007 h 6858000"/>
              <a:gd name="connsiteX162" fmla="*/ 2005458 w 7467600"/>
              <a:gd name="connsiteY162" fmla="*/ 4699540 h 6858000"/>
              <a:gd name="connsiteX163" fmla="*/ 2657186 w 7467600"/>
              <a:gd name="connsiteY163" fmla="*/ 4901687 h 6858000"/>
              <a:gd name="connsiteX164" fmla="*/ 2826662 w 7467600"/>
              <a:gd name="connsiteY164" fmla="*/ 4970362 h 6858000"/>
              <a:gd name="connsiteX165" fmla="*/ 2876100 w 7467600"/>
              <a:gd name="connsiteY165" fmla="*/ 4995397 h 6858000"/>
              <a:gd name="connsiteX166" fmla="*/ 3042600 w 7467600"/>
              <a:gd name="connsiteY166" fmla="*/ 5059532 h 6858000"/>
              <a:gd name="connsiteX167" fmla="*/ 1997014 w 7467600"/>
              <a:gd name="connsiteY167" fmla="*/ 4698007 h 6858000"/>
              <a:gd name="connsiteX168" fmla="*/ 2305292 w 7467600"/>
              <a:gd name="connsiteY168" fmla="*/ 4219492 h 6858000"/>
              <a:gd name="connsiteX169" fmla="*/ 3360922 w 7467600"/>
              <a:gd name="connsiteY169" fmla="*/ 4529373 h 6858000"/>
              <a:gd name="connsiteX170" fmla="*/ 3492420 w 7467600"/>
              <a:gd name="connsiteY170" fmla="*/ 4510145 h 6858000"/>
              <a:gd name="connsiteX171" fmla="*/ 3364086 w 7467600"/>
              <a:gd name="connsiteY171" fmla="*/ 4480340 h 6858000"/>
              <a:gd name="connsiteX172" fmla="*/ 3225818 w 7467600"/>
              <a:gd name="connsiteY172" fmla="*/ 4411822 h 6858000"/>
              <a:gd name="connsiteX173" fmla="*/ 3129696 w 7467600"/>
              <a:gd name="connsiteY173" fmla="*/ 4360704 h 6858000"/>
              <a:gd name="connsiteX174" fmla="*/ 2814545 w 7467600"/>
              <a:gd name="connsiteY174" fmla="*/ 4282955 h 6858000"/>
              <a:gd name="connsiteX175" fmla="*/ 2305292 w 7467600"/>
              <a:gd name="connsiteY175" fmla="*/ 4219492 h 6858000"/>
              <a:gd name="connsiteX176" fmla="*/ 2626982 w 7467600"/>
              <a:gd name="connsiteY176" fmla="*/ 4206450 h 6858000"/>
              <a:gd name="connsiteX177" fmla="*/ 2490617 w 7467600"/>
              <a:gd name="connsiteY177" fmla="*/ 4206951 h 6858000"/>
              <a:gd name="connsiteX178" fmla="*/ 2819869 w 7467600"/>
              <a:gd name="connsiteY178" fmla="*/ 4252936 h 6858000"/>
              <a:gd name="connsiteX179" fmla="*/ 3143018 w 7467600"/>
              <a:gd name="connsiteY179" fmla="*/ 4332698 h 6858000"/>
              <a:gd name="connsiteX180" fmla="*/ 3241520 w 7467600"/>
              <a:gd name="connsiteY180" fmla="*/ 4385112 h 6858000"/>
              <a:gd name="connsiteX181" fmla="*/ 3374575 w 7467600"/>
              <a:gd name="connsiteY181" fmla="*/ 4451517 h 6858000"/>
              <a:gd name="connsiteX182" fmla="*/ 3505221 w 7467600"/>
              <a:gd name="connsiteY182" fmla="*/ 4480757 h 6858000"/>
              <a:gd name="connsiteX183" fmla="*/ 2626982 w 7467600"/>
              <a:gd name="connsiteY183" fmla="*/ 4206450 h 6858000"/>
              <a:gd name="connsiteX184" fmla="*/ 1310106 w 7467600"/>
              <a:gd name="connsiteY184" fmla="*/ 3943217 h 6858000"/>
              <a:gd name="connsiteX185" fmla="*/ 854994 w 7467600"/>
              <a:gd name="connsiteY185" fmla="*/ 4399136 h 6858000"/>
              <a:gd name="connsiteX186" fmla="*/ 742462 w 7467600"/>
              <a:gd name="connsiteY186" fmla="*/ 4594648 h 6858000"/>
              <a:gd name="connsiteX187" fmla="*/ 820602 w 7467600"/>
              <a:gd name="connsiteY187" fmla="*/ 4485915 h 6858000"/>
              <a:gd name="connsiteX188" fmla="*/ 878295 w 7467600"/>
              <a:gd name="connsiteY188" fmla="*/ 4403594 h 6858000"/>
              <a:gd name="connsiteX189" fmla="*/ 1240607 w 7467600"/>
              <a:gd name="connsiteY189" fmla="*/ 4010401 h 6858000"/>
              <a:gd name="connsiteX190" fmla="*/ 1310106 w 7467600"/>
              <a:gd name="connsiteY190" fmla="*/ 3943217 h 6858000"/>
              <a:gd name="connsiteX191" fmla="*/ 1423113 w 7467600"/>
              <a:gd name="connsiteY191" fmla="*/ 3874565 h 6858000"/>
              <a:gd name="connsiteX192" fmla="*/ 1260565 w 7467600"/>
              <a:gd name="connsiteY192" fmla="*/ 4031982 h 6858000"/>
              <a:gd name="connsiteX193" fmla="*/ 901900 w 7467600"/>
              <a:gd name="connsiteY193" fmla="*/ 4421236 h 6858000"/>
              <a:gd name="connsiteX194" fmla="*/ 845044 w 7467600"/>
              <a:gd name="connsiteY194" fmla="*/ 4502436 h 6858000"/>
              <a:gd name="connsiteX195" fmla="*/ 685926 w 7467600"/>
              <a:gd name="connsiteY195" fmla="*/ 4703069 h 6858000"/>
              <a:gd name="connsiteX196" fmla="*/ 684248 w 7467600"/>
              <a:gd name="connsiteY196" fmla="*/ 4706721 h 6858000"/>
              <a:gd name="connsiteX197" fmla="*/ 1423113 w 7467600"/>
              <a:gd name="connsiteY197" fmla="*/ 3874565 h 6858000"/>
              <a:gd name="connsiteX198" fmla="*/ 3316479 w 7467600"/>
              <a:gd name="connsiteY198" fmla="*/ 3872136 h 6858000"/>
              <a:gd name="connsiteX199" fmla="*/ 3546806 w 7467600"/>
              <a:gd name="connsiteY199" fmla="*/ 4356139 h 6858000"/>
              <a:gd name="connsiteX200" fmla="*/ 3364433 w 7467600"/>
              <a:gd name="connsiteY200" fmla="*/ 3953121 h 6858000"/>
              <a:gd name="connsiteX201" fmla="*/ 3316479 w 7467600"/>
              <a:gd name="connsiteY201" fmla="*/ 3872136 h 6858000"/>
              <a:gd name="connsiteX202" fmla="*/ 3291335 w 7467600"/>
              <a:gd name="connsiteY202" fmla="*/ 3767420 h 6858000"/>
              <a:gd name="connsiteX203" fmla="*/ 3390805 w 7467600"/>
              <a:gd name="connsiteY203" fmla="*/ 3937163 h 6858000"/>
              <a:gd name="connsiteX204" fmla="*/ 3579062 w 7467600"/>
              <a:gd name="connsiteY204" fmla="*/ 4359040 h 6858000"/>
              <a:gd name="connsiteX205" fmla="*/ 3467355 w 7467600"/>
              <a:gd name="connsiteY205" fmla="*/ 3988130 h 6858000"/>
              <a:gd name="connsiteX206" fmla="*/ 3310753 w 7467600"/>
              <a:gd name="connsiteY206" fmla="*/ 3787140 h 6858000"/>
              <a:gd name="connsiteX207" fmla="*/ 3291335 w 7467600"/>
              <a:gd name="connsiteY207" fmla="*/ 3767420 h 6858000"/>
              <a:gd name="connsiteX208" fmla="*/ 1635889 w 7467600"/>
              <a:gd name="connsiteY208" fmla="*/ 3709494 h 6858000"/>
              <a:gd name="connsiteX209" fmla="*/ 1634800 w 7467600"/>
              <a:gd name="connsiteY209" fmla="*/ 3731111 h 6858000"/>
              <a:gd name="connsiteX210" fmla="*/ 1635889 w 7467600"/>
              <a:gd name="connsiteY210" fmla="*/ 3709494 h 6858000"/>
              <a:gd name="connsiteX211" fmla="*/ 1510397 w 7467600"/>
              <a:gd name="connsiteY211" fmla="*/ 3684705 h 6858000"/>
              <a:gd name="connsiteX212" fmla="*/ 1146550 w 7467600"/>
              <a:gd name="connsiteY212" fmla="*/ 3802012 h 6858000"/>
              <a:gd name="connsiteX213" fmla="*/ 698834 w 7467600"/>
              <a:gd name="connsiteY213" fmla="*/ 3952272 h 6858000"/>
              <a:gd name="connsiteX214" fmla="*/ 34256 w 7467600"/>
              <a:gd name="connsiteY214" fmla="*/ 4347603 h 6858000"/>
              <a:gd name="connsiteX215" fmla="*/ 527241 w 7467600"/>
              <a:gd name="connsiteY215" fmla="*/ 4065078 h 6858000"/>
              <a:gd name="connsiteX216" fmla="*/ 1510397 w 7467600"/>
              <a:gd name="connsiteY216" fmla="*/ 3684705 h 6858000"/>
              <a:gd name="connsiteX217" fmla="*/ 1313114 w 7467600"/>
              <a:gd name="connsiteY217" fmla="*/ 3655216 h 6858000"/>
              <a:gd name="connsiteX218" fmla="*/ 1109304 w 7467600"/>
              <a:gd name="connsiteY218" fmla="*/ 3669030 h 6858000"/>
              <a:gd name="connsiteX219" fmla="*/ 8129 w 7467600"/>
              <a:gd name="connsiteY219" fmla="*/ 4330519 h 6858000"/>
              <a:gd name="connsiteX220" fmla="*/ 687572 w 7467600"/>
              <a:gd name="connsiteY220" fmla="*/ 3925629 h 6858000"/>
              <a:gd name="connsiteX221" fmla="*/ 1138365 w 7467600"/>
              <a:gd name="connsiteY221" fmla="*/ 3774515 h 6858000"/>
              <a:gd name="connsiteX222" fmla="*/ 1505579 w 7467600"/>
              <a:gd name="connsiteY222" fmla="*/ 3655526 h 6858000"/>
              <a:gd name="connsiteX223" fmla="*/ 1313114 w 7467600"/>
              <a:gd name="connsiteY223" fmla="*/ 3655216 h 6858000"/>
              <a:gd name="connsiteX224" fmla="*/ 3655073 w 7467600"/>
              <a:gd name="connsiteY224" fmla="*/ 3650884 h 6858000"/>
              <a:gd name="connsiteX225" fmla="*/ 3989938 w 7467600"/>
              <a:gd name="connsiteY225" fmla="*/ 3991685 h 6858000"/>
              <a:gd name="connsiteX226" fmla="*/ 4393907 w 7467600"/>
              <a:gd name="connsiteY226" fmla="*/ 4261258 h 6858000"/>
              <a:gd name="connsiteX227" fmla="*/ 4648051 w 7467600"/>
              <a:gd name="connsiteY227" fmla="*/ 4374051 h 6858000"/>
              <a:gd name="connsiteX228" fmla="*/ 4383389 w 7467600"/>
              <a:gd name="connsiteY228" fmla="*/ 4184369 h 6858000"/>
              <a:gd name="connsiteX229" fmla="*/ 4165508 w 7467600"/>
              <a:gd name="connsiteY229" fmla="*/ 4035196 h 6858000"/>
              <a:gd name="connsiteX230" fmla="*/ 4068162 w 7467600"/>
              <a:gd name="connsiteY230" fmla="*/ 3953394 h 6858000"/>
              <a:gd name="connsiteX231" fmla="*/ 3981416 w 7467600"/>
              <a:gd name="connsiteY231" fmla="*/ 3880482 h 6858000"/>
              <a:gd name="connsiteX232" fmla="*/ 3800147 w 7467600"/>
              <a:gd name="connsiteY232" fmla="*/ 3749872 h 6858000"/>
              <a:gd name="connsiteX233" fmla="*/ 3655073 w 7467600"/>
              <a:gd name="connsiteY233" fmla="*/ 3650884 h 6858000"/>
              <a:gd name="connsiteX234" fmla="*/ 3670252 w 7467600"/>
              <a:gd name="connsiteY234" fmla="*/ 3622798 h 6858000"/>
              <a:gd name="connsiteX235" fmla="*/ 3817258 w 7467600"/>
              <a:gd name="connsiteY235" fmla="*/ 3723577 h 6858000"/>
              <a:gd name="connsiteX236" fmla="*/ 4000461 w 7467600"/>
              <a:gd name="connsiteY236" fmla="*/ 3855966 h 6858000"/>
              <a:gd name="connsiteX237" fmla="*/ 4088180 w 7467600"/>
              <a:gd name="connsiteY237" fmla="*/ 3929774 h 6858000"/>
              <a:gd name="connsiteX238" fmla="*/ 4184555 w 7467600"/>
              <a:gd name="connsiteY238" fmla="*/ 4010683 h 6858000"/>
              <a:gd name="connsiteX239" fmla="*/ 4399563 w 7467600"/>
              <a:gd name="connsiteY239" fmla="*/ 4158106 h 6858000"/>
              <a:gd name="connsiteX240" fmla="*/ 4684469 w 7467600"/>
              <a:gd name="connsiteY240" fmla="*/ 4364680 h 6858000"/>
              <a:gd name="connsiteX241" fmla="*/ 4690271 w 7467600"/>
              <a:gd name="connsiteY241" fmla="*/ 4370034 h 6858000"/>
              <a:gd name="connsiteX242" fmla="*/ 4136093 w 7467600"/>
              <a:gd name="connsiteY242" fmla="*/ 3858466 h 6858000"/>
              <a:gd name="connsiteX243" fmla="*/ 3670252 w 7467600"/>
              <a:gd name="connsiteY243" fmla="*/ 3622798 h 6858000"/>
              <a:gd name="connsiteX244" fmla="*/ 4440129 w 7467600"/>
              <a:gd name="connsiteY244" fmla="*/ 3448571 h 6858000"/>
              <a:gd name="connsiteX245" fmla="*/ 4856525 w 7467600"/>
              <a:gd name="connsiteY245" fmla="*/ 3915351 h 6858000"/>
              <a:gd name="connsiteX246" fmla="*/ 5059055 w 7467600"/>
              <a:gd name="connsiteY246" fmla="*/ 4108918 h 6858000"/>
              <a:gd name="connsiteX247" fmla="*/ 5290070 w 7467600"/>
              <a:gd name="connsiteY247" fmla="*/ 4263619 h 6858000"/>
              <a:gd name="connsiteX248" fmla="*/ 4834991 w 7467600"/>
              <a:gd name="connsiteY248" fmla="*/ 3830985 h 6858000"/>
              <a:gd name="connsiteX249" fmla="*/ 4440129 w 7467600"/>
              <a:gd name="connsiteY249" fmla="*/ 3448571 h 6858000"/>
              <a:gd name="connsiteX250" fmla="*/ 4441737 w 7467600"/>
              <a:gd name="connsiteY250" fmla="*/ 3399734 h 6858000"/>
              <a:gd name="connsiteX251" fmla="*/ 4431236 w 7467600"/>
              <a:gd name="connsiteY251" fmla="*/ 3400954 h 6858000"/>
              <a:gd name="connsiteX252" fmla="*/ 4557150 w 7467600"/>
              <a:gd name="connsiteY252" fmla="*/ 3510023 h 6858000"/>
              <a:gd name="connsiteX253" fmla="*/ 4856936 w 7467600"/>
              <a:gd name="connsiteY253" fmla="*/ 3809146 h 6858000"/>
              <a:gd name="connsiteX254" fmla="*/ 5111996 w 7467600"/>
              <a:gd name="connsiteY254" fmla="*/ 4065759 h 6858000"/>
              <a:gd name="connsiteX255" fmla="*/ 5388878 w 7467600"/>
              <a:gd name="connsiteY255" fmla="*/ 4300185 h 6858000"/>
              <a:gd name="connsiteX256" fmla="*/ 5425556 w 7467600"/>
              <a:gd name="connsiteY256" fmla="*/ 4308967 h 6858000"/>
              <a:gd name="connsiteX257" fmla="*/ 4943646 w 7467600"/>
              <a:gd name="connsiteY257" fmla="*/ 3822916 h 6858000"/>
              <a:gd name="connsiteX258" fmla="*/ 4594837 w 7467600"/>
              <a:gd name="connsiteY258" fmla="*/ 3532274 h 6858000"/>
              <a:gd name="connsiteX259" fmla="*/ 4441737 w 7467600"/>
              <a:gd name="connsiteY259" fmla="*/ 3399734 h 6858000"/>
              <a:gd name="connsiteX260" fmla="*/ 5425834 w 7467600"/>
              <a:gd name="connsiteY260" fmla="*/ 3162785 h 6858000"/>
              <a:gd name="connsiteX261" fmla="*/ 5401644 w 7467600"/>
              <a:gd name="connsiteY261" fmla="*/ 3617847 h 6858000"/>
              <a:gd name="connsiteX262" fmla="*/ 5467256 w 7467600"/>
              <a:gd name="connsiteY262" fmla="*/ 4175494 h 6858000"/>
              <a:gd name="connsiteX263" fmla="*/ 5448069 w 7467600"/>
              <a:gd name="connsiteY263" fmla="*/ 3567554 h 6858000"/>
              <a:gd name="connsiteX264" fmla="*/ 5425834 w 7467600"/>
              <a:gd name="connsiteY264" fmla="*/ 3162785 h 6858000"/>
              <a:gd name="connsiteX265" fmla="*/ 1318687 w 7467600"/>
              <a:gd name="connsiteY265" fmla="*/ 3113840 h 6858000"/>
              <a:gd name="connsiteX266" fmla="*/ 1066793 w 7467600"/>
              <a:gd name="connsiteY266" fmla="*/ 3212171 h 6858000"/>
              <a:gd name="connsiteX267" fmla="*/ 993319 w 7467600"/>
              <a:gd name="connsiteY267" fmla="*/ 3247648 h 6858000"/>
              <a:gd name="connsiteX268" fmla="*/ 853081 w 7467600"/>
              <a:gd name="connsiteY268" fmla="*/ 3312410 h 6858000"/>
              <a:gd name="connsiteX269" fmla="*/ 805957 w 7467600"/>
              <a:gd name="connsiteY269" fmla="*/ 3330443 h 6858000"/>
              <a:gd name="connsiteX270" fmla="*/ 1318687 w 7467600"/>
              <a:gd name="connsiteY270" fmla="*/ 3113840 h 6858000"/>
              <a:gd name="connsiteX271" fmla="*/ 5453702 w 7467600"/>
              <a:gd name="connsiteY271" fmla="*/ 3090882 h 6858000"/>
              <a:gd name="connsiteX272" fmla="*/ 5480135 w 7467600"/>
              <a:gd name="connsiteY272" fmla="*/ 3565802 h 6858000"/>
              <a:gd name="connsiteX273" fmla="*/ 5499023 w 7467600"/>
              <a:gd name="connsiteY273" fmla="*/ 4166310 h 6858000"/>
              <a:gd name="connsiteX274" fmla="*/ 5547022 w 7467600"/>
              <a:gd name="connsiteY274" fmla="*/ 3607838 h 6858000"/>
              <a:gd name="connsiteX275" fmla="*/ 5515964 w 7467600"/>
              <a:gd name="connsiteY275" fmla="*/ 3378541 h 6858000"/>
              <a:gd name="connsiteX276" fmla="*/ 5453702 w 7467600"/>
              <a:gd name="connsiteY276" fmla="*/ 3090882 h 6858000"/>
              <a:gd name="connsiteX277" fmla="*/ 1238695 w 7467600"/>
              <a:gd name="connsiteY277" fmla="*/ 3076820 h 6858000"/>
              <a:gd name="connsiteX278" fmla="*/ 716371 w 7467600"/>
              <a:gd name="connsiteY278" fmla="*/ 3293249 h 6858000"/>
              <a:gd name="connsiteX279" fmla="*/ 579522 w 7467600"/>
              <a:gd name="connsiteY279" fmla="*/ 3371759 h 6858000"/>
              <a:gd name="connsiteX280" fmla="*/ 600288 w 7467600"/>
              <a:gd name="connsiteY280" fmla="*/ 3365555 h 6858000"/>
              <a:gd name="connsiteX281" fmla="*/ 840692 w 7467600"/>
              <a:gd name="connsiteY281" fmla="*/ 3284921 h 6858000"/>
              <a:gd name="connsiteX282" fmla="*/ 979248 w 7467600"/>
              <a:gd name="connsiteY282" fmla="*/ 3221003 h 6858000"/>
              <a:gd name="connsiteX283" fmla="*/ 1053282 w 7467600"/>
              <a:gd name="connsiteY283" fmla="*/ 3185247 h 6858000"/>
              <a:gd name="connsiteX284" fmla="*/ 1320603 w 7467600"/>
              <a:gd name="connsiteY284" fmla="*/ 3081281 h 6858000"/>
              <a:gd name="connsiteX285" fmla="*/ 1238695 w 7467600"/>
              <a:gd name="connsiteY285" fmla="*/ 3076820 h 6858000"/>
              <a:gd name="connsiteX286" fmla="*/ 5425627 w 7467600"/>
              <a:gd name="connsiteY286" fmla="*/ 2954192 h 6858000"/>
              <a:gd name="connsiteX287" fmla="*/ 5470770 w 7467600"/>
              <a:gd name="connsiteY287" fmla="*/ 3005435 h 6858000"/>
              <a:gd name="connsiteX288" fmla="*/ 5519779 w 7467600"/>
              <a:gd name="connsiteY288" fmla="*/ 4359223 h 6858000"/>
              <a:gd name="connsiteX289" fmla="*/ 5520293 w 7467600"/>
              <a:gd name="connsiteY289" fmla="*/ 4360602 h 6858000"/>
              <a:gd name="connsiteX290" fmla="*/ 5767221 w 7467600"/>
              <a:gd name="connsiteY290" fmla="*/ 4665564 h 6858000"/>
              <a:gd name="connsiteX291" fmla="*/ 6937169 w 7467600"/>
              <a:gd name="connsiteY291" fmla="*/ 4815941 h 6858000"/>
              <a:gd name="connsiteX292" fmla="*/ 6953922 w 7467600"/>
              <a:gd name="connsiteY292" fmla="*/ 4890068 h 6858000"/>
              <a:gd name="connsiteX293" fmla="*/ 6071359 w 7467600"/>
              <a:gd name="connsiteY293" fmla="*/ 4770770 h 6858000"/>
              <a:gd name="connsiteX294" fmla="*/ 6038839 w 7467600"/>
              <a:gd name="connsiteY294" fmla="*/ 4764474 h 6858000"/>
              <a:gd name="connsiteX295" fmla="*/ 6038706 w 7467600"/>
              <a:gd name="connsiteY295" fmla="*/ 4763847 h 6858000"/>
              <a:gd name="connsiteX296" fmla="*/ 6037784 w 7467600"/>
              <a:gd name="connsiteY296" fmla="*/ 4764270 h 6858000"/>
              <a:gd name="connsiteX297" fmla="*/ 6038839 w 7467600"/>
              <a:gd name="connsiteY297" fmla="*/ 4764474 h 6858000"/>
              <a:gd name="connsiteX298" fmla="*/ 6040338 w 7467600"/>
              <a:gd name="connsiteY298" fmla="*/ 4771418 h 6858000"/>
              <a:gd name="connsiteX299" fmla="*/ 6024488 w 7467600"/>
              <a:gd name="connsiteY299" fmla="*/ 4809903 h 6858000"/>
              <a:gd name="connsiteX300" fmla="*/ 5599771 w 7467600"/>
              <a:gd name="connsiteY300" fmla="*/ 5509652 h 6858000"/>
              <a:gd name="connsiteX301" fmla="*/ 5548843 w 7467600"/>
              <a:gd name="connsiteY301" fmla="*/ 5563845 h 6858000"/>
              <a:gd name="connsiteX302" fmla="*/ 5940952 w 7467600"/>
              <a:gd name="connsiteY302" fmla="*/ 6250028 h 6858000"/>
              <a:gd name="connsiteX303" fmla="*/ 6043441 w 7467600"/>
              <a:gd name="connsiteY303" fmla="*/ 6665847 h 6858000"/>
              <a:gd name="connsiteX304" fmla="*/ 6093432 w 7467600"/>
              <a:gd name="connsiteY304" fmla="*/ 6858000 h 6858000"/>
              <a:gd name="connsiteX305" fmla="*/ 6034344 w 7467600"/>
              <a:gd name="connsiteY305" fmla="*/ 6858000 h 6858000"/>
              <a:gd name="connsiteX306" fmla="*/ 6026679 w 7467600"/>
              <a:gd name="connsiteY306" fmla="*/ 6836959 h 6858000"/>
              <a:gd name="connsiteX307" fmla="*/ 5800441 w 7467600"/>
              <a:gd name="connsiteY307" fmla="*/ 6335286 h 6858000"/>
              <a:gd name="connsiteX308" fmla="*/ 5526562 w 7467600"/>
              <a:gd name="connsiteY308" fmla="*/ 5705388 h 6858000"/>
              <a:gd name="connsiteX309" fmla="*/ 5519640 w 7467600"/>
              <a:gd name="connsiteY309" fmla="*/ 5683774 h 6858000"/>
              <a:gd name="connsiteX310" fmla="*/ 5844559 w 7467600"/>
              <a:gd name="connsiteY310" fmla="*/ 6553349 h 6858000"/>
              <a:gd name="connsiteX311" fmla="*/ 5975994 w 7467600"/>
              <a:gd name="connsiteY311" fmla="*/ 6858000 h 6858000"/>
              <a:gd name="connsiteX312" fmla="*/ 5898547 w 7467600"/>
              <a:gd name="connsiteY312" fmla="*/ 6858000 h 6858000"/>
              <a:gd name="connsiteX313" fmla="*/ 5682041 w 7467600"/>
              <a:gd name="connsiteY313" fmla="*/ 6355860 h 6858000"/>
              <a:gd name="connsiteX314" fmla="*/ 5461758 w 7467600"/>
              <a:gd name="connsiteY314" fmla="*/ 5820220 h 6858000"/>
              <a:gd name="connsiteX315" fmla="*/ 5237282 w 7467600"/>
              <a:gd name="connsiteY315" fmla="*/ 6579086 h 6858000"/>
              <a:gd name="connsiteX316" fmla="*/ 5115009 w 7467600"/>
              <a:gd name="connsiteY316" fmla="*/ 6858000 h 6858000"/>
              <a:gd name="connsiteX317" fmla="*/ 5028074 w 7467600"/>
              <a:gd name="connsiteY317" fmla="*/ 6858000 h 6858000"/>
              <a:gd name="connsiteX318" fmla="*/ 5079508 w 7467600"/>
              <a:gd name="connsiteY318" fmla="*/ 6749074 h 6858000"/>
              <a:gd name="connsiteX319" fmla="*/ 5371846 w 7467600"/>
              <a:gd name="connsiteY319" fmla="*/ 5924413 h 6858000"/>
              <a:gd name="connsiteX320" fmla="*/ 5270512 w 7467600"/>
              <a:gd name="connsiteY320" fmla="*/ 6138975 h 6858000"/>
              <a:gd name="connsiteX321" fmla="*/ 5062409 w 7467600"/>
              <a:gd name="connsiteY321" fmla="*/ 6653544 h 6858000"/>
              <a:gd name="connsiteX322" fmla="*/ 5036628 w 7467600"/>
              <a:gd name="connsiteY322" fmla="*/ 6754247 h 6858000"/>
              <a:gd name="connsiteX323" fmla="*/ 5009112 w 7467600"/>
              <a:gd name="connsiteY323" fmla="*/ 6858000 h 6858000"/>
              <a:gd name="connsiteX324" fmla="*/ 4976679 w 7467600"/>
              <a:gd name="connsiteY324" fmla="*/ 6858000 h 6858000"/>
              <a:gd name="connsiteX325" fmla="*/ 5006537 w 7467600"/>
              <a:gd name="connsiteY325" fmla="*/ 6747068 h 6858000"/>
              <a:gd name="connsiteX326" fmla="*/ 5032723 w 7467600"/>
              <a:gd name="connsiteY326" fmla="*/ 6644957 h 6858000"/>
              <a:gd name="connsiteX327" fmla="*/ 5242949 w 7467600"/>
              <a:gd name="connsiteY327" fmla="*/ 6125175 h 6858000"/>
              <a:gd name="connsiteX328" fmla="*/ 5286321 w 7467600"/>
              <a:gd name="connsiteY328" fmla="*/ 6033555 h 6858000"/>
              <a:gd name="connsiteX329" fmla="*/ 5008210 w 7467600"/>
              <a:gd name="connsiteY329" fmla="*/ 6649194 h 6858000"/>
              <a:gd name="connsiteX330" fmla="*/ 4986321 w 7467600"/>
              <a:gd name="connsiteY330" fmla="*/ 6765687 h 6858000"/>
              <a:gd name="connsiteX331" fmla="*/ 4973474 w 7467600"/>
              <a:gd name="connsiteY331" fmla="*/ 6858000 h 6858000"/>
              <a:gd name="connsiteX332" fmla="*/ 4907178 w 7467600"/>
              <a:gd name="connsiteY332" fmla="*/ 6858000 h 6858000"/>
              <a:gd name="connsiteX333" fmla="*/ 4910810 w 7467600"/>
              <a:gd name="connsiteY333" fmla="*/ 6829660 h 6858000"/>
              <a:gd name="connsiteX334" fmla="*/ 4987461 w 7467600"/>
              <a:gd name="connsiteY334" fmla="*/ 6432994 h 6858000"/>
              <a:gd name="connsiteX335" fmla="*/ 5179262 w 7467600"/>
              <a:gd name="connsiteY335" fmla="*/ 6035044 h 6858000"/>
              <a:gd name="connsiteX336" fmla="*/ 4689678 w 7467600"/>
              <a:gd name="connsiteY336" fmla="*/ 6440241 h 6858000"/>
              <a:gd name="connsiteX337" fmla="*/ 4477543 w 7467600"/>
              <a:gd name="connsiteY337" fmla="*/ 6674836 h 6858000"/>
              <a:gd name="connsiteX338" fmla="*/ 4329957 w 7467600"/>
              <a:gd name="connsiteY338" fmla="*/ 6858000 h 6858000"/>
              <a:gd name="connsiteX339" fmla="*/ 4218595 w 7467600"/>
              <a:gd name="connsiteY339" fmla="*/ 6858000 h 6858000"/>
              <a:gd name="connsiteX340" fmla="*/ 4368888 w 7467600"/>
              <a:gd name="connsiteY340" fmla="*/ 6668412 h 6858000"/>
              <a:gd name="connsiteX341" fmla="*/ 4563091 w 7467600"/>
              <a:gd name="connsiteY341" fmla="*/ 6442508 h 6858000"/>
              <a:gd name="connsiteX342" fmla="*/ 5387324 w 7467600"/>
              <a:gd name="connsiteY342" fmla="*/ 5705830 h 6858000"/>
              <a:gd name="connsiteX343" fmla="*/ 5073620 w 7467600"/>
              <a:gd name="connsiteY343" fmla="*/ 5955437 h 6858000"/>
              <a:gd name="connsiteX344" fmla="*/ 4689789 w 7467600"/>
              <a:gd name="connsiteY344" fmla="*/ 6268382 h 6858000"/>
              <a:gd name="connsiteX345" fmla="*/ 4418722 w 7467600"/>
              <a:gd name="connsiteY345" fmla="*/ 6570886 h 6858000"/>
              <a:gd name="connsiteX346" fmla="*/ 4214944 w 7467600"/>
              <a:gd name="connsiteY346" fmla="*/ 6858000 h 6858000"/>
              <a:gd name="connsiteX347" fmla="*/ 4177898 w 7467600"/>
              <a:gd name="connsiteY347" fmla="*/ 6858000 h 6858000"/>
              <a:gd name="connsiteX348" fmla="*/ 4391597 w 7467600"/>
              <a:gd name="connsiteY348" fmla="*/ 6556370 h 6858000"/>
              <a:gd name="connsiteX349" fmla="*/ 4668889 w 7467600"/>
              <a:gd name="connsiteY349" fmla="*/ 6246399 h 6858000"/>
              <a:gd name="connsiteX350" fmla="*/ 5055427 w 7467600"/>
              <a:gd name="connsiteY350" fmla="*/ 5931476 h 6858000"/>
              <a:gd name="connsiteX351" fmla="*/ 5371814 w 7467600"/>
              <a:gd name="connsiteY351" fmla="*/ 5678975 h 6858000"/>
              <a:gd name="connsiteX352" fmla="*/ 4987918 w 7467600"/>
              <a:gd name="connsiteY352" fmla="*/ 5838701 h 6858000"/>
              <a:gd name="connsiteX353" fmla="*/ 4317146 w 7467600"/>
              <a:gd name="connsiteY353" fmla="*/ 6587716 h 6858000"/>
              <a:gd name="connsiteX354" fmla="*/ 4171627 w 7467600"/>
              <a:gd name="connsiteY354" fmla="*/ 6858000 h 6858000"/>
              <a:gd name="connsiteX355" fmla="*/ 4081585 w 7467600"/>
              <a:gd name="connsiteY355" fmla="*/ 6858000 h 6858000"/>
              <a:gd name="connsiteX356" fmla="*/ 4238603 w 7467600"/>
              <a:gd name="connsiteY356" fmla="*/ 6559341 h 6858000"/>
              <a:gd name="connsiteX357" fmla="*/ 4778333 w 7467600"/>
              <a:gd name="connsiteY357" fmla="*/ 5873626 h 6858000"/>
              <a:gd name="connsiteX358" fmla="*/ 5414185 w 7467600"/>
              <a:gd name="connsiteY358" fmla="*/ 5573882 h 6858000"/>
              <a:gd name="connsiteX359" fmla="*/ 5959648 w 7467600"/>
              <a:gd name="connsiteY359" fmla="*/ 4760797 h 6858000"/>
              <a:gd name="connsiteX360" fmla="*/ 5355019 w 7467600"/>
              <a:gd name="connsiteY360" fmla="*/ 4734672 h 6858000"/>
              <a:gd name="connsiteX361" fmla="*/ 5083565 w 7467600"/>
              <a:gd name="connsiteY361" fmla="*/ 5179121 h 6858000"/>
              <a:gd name="connsiteX362" fmla="*/ 4713577 w 7467600"/>
              <a:gd name="connsiteY362" fmla="*/ 5616803 h 6858000"/>
              <a:gd name="connsiteX363" fmla="*/ 3989559 w 7467600"/>
              <a:gd name="connsiteY363" fmla="*/ 6145945 h 6858000"/>
              <a:gd name="connsiteX364" fmla="*/ 3939824 w 7467600"/>
              <a:gd name="connsiteY364" fmla="*/ 6066900 h 6858000"/>
              <a:gd name="connsiteX365" fmla="*/ 4584537 w 7467600"/>
              <a:gd name="connsiteY365" fmla="*/ 5324826 h 6858000"/>
              <a:gd name="connsiteX366" fmla="*/ 5037105 w 7467600"/>
              <a:gd name="connsiteY366" fmla="*/ 5088765 h 6858000"/>
              <a:gd name="connsiteX367" fmla="*/ 5039930 w 7467600"/>
              <a:gd name="connsiteY367" fmla="*/ 5089585 h 6858000"/>
              <a:gd name="connsiteX368" fmla="*/ 5263764 w 7467600"/>
              <a:gd name="connsiteY368" fmla="*/ 4735525 h 6858000"/>
              <a:gd name="connsiteX369" fmla="*/ 4086300 w 7467600"/>
              <a:gd name="connsiteY369" fmla="*/ 4884599 h 6858000"/>
              <a:gd name="connsiteX370" fmla="*/ 4085485 w 7467600"/>
              <a:gd name="connsiteY370" fmla="*/ 4899070 h 6858000"/>
              <a:gd name="connsiteX371" fmla="*/ 3871915 w 7467600"/>
              <a:gd name="connsiteY371" fmla="*/ 5253645 h 6858000"/>
              <a:gd name="connsiteX372" fmla="*/ 3799374 w 7467600"/>
              <a:gd name="connsiteY372" fmla="*/ 5466127 h 6858000"/>
              <a:gd name="connsiteX373" fmla="*/ 3498850 w 7467600"/>
              <a:gd name="connsiteY373" fmla="*/ 6661888 h 6858000"/>
              <a:gd name="connsiteX374" fmla="*/ 3399216 w 7467600"/>
              <a:gd name="connsiteY374" fmla="*/ 6858000 h 6858000"/>
              <a:gd name="connsiteX375" fmla="*/ 3303688 w 7467600"/>
              <a:gd name="connsiteY375" fmla="*/ 6858000 h 6858000"/>
              <a:gd name="connsiteX376" fmla="*/ 3391774 w 7467600"/>
              <a:gd name="connsiteY376" fmla="*/ 6697181 h 6858000"/>
              <a:gd name="connsiteX377" fmla="*/ 3735540 w 7467600"/>
              <a:gd name="connsiteY377" fmla="*/ 5546923 h 6858000"/>
              <a:gd name="connsiteX378" fmla="*/ 3729438 w 7467600"/>
              <a:gd name="connsiteY378" fmla="*/ 5569058 h 6858000"/>
              <a:gd name="connsiteX379" fmla="*/ 3707782 w 7467600"/>
              <a:gd name="connsiteY379" fmla="*/ 5644908 h 6858000"/>
              <a:gd name="connsiteX380" fmla="*/ 3583827 w 7467600"/>
              <a:gd name="connsiteY380" fmla="*/ 6039215 h 6858000"/>
              <a:gd name="connsiteX381" fmla="*/ 3547861 w 7467600"/>
              <a:gd name="connsiteY381" fmla="*/ 6129609 h 6858000"/>
              <a:gd name="connsiteX382" fmla="*/ 3490905 w 7467600"/>
              <a:gd name="connsiteY382" fmla="*/ 6277660 h 6858000"/>
              <a:gd name="connsiteX383" fmla="*/ 3455859 w 7467600"/>
              <a:gd name="connsiteY383" fmla="*/ 6391301 h 6858000"/>
              <a:gd name="connsiteX384" fmla="*/ 3429112 w 7467600"/>
              <a:gd name="connsiteY384" fmla="*/ 6479469 h 6858000"/>
              <a:gd name="connsiteX385" fmla="*/ 3304862 w 7467600"/>
              <a:gd name="connsiteY385" fmla="*/ 6796476 h 6858000"/>
              <a:gd name="connsiteX386" fmla="*/ 3276071 w 7467600"/>
              <a:gd name="connsiteY386" fmla="*/ 6858000 h 6858000"/>
              <a:gd name="connsiteX387" fmla="*/ 3240805 w 7467600"/>
              <a:gd name="connsiteY387" fmla="*/ 6858000 h 6858000"/>
              <a:gd name="connsiteX388" fmla="*/ 3275917 w 7467600"/>
              <a:gd name="connsiteY388" fmla="*/ 6783192 h 6858000"/>
              <a:gd name="connsiteX389" fmla="*/ 3399358 w 7467600"/>
              <a:gd name="connsiteY389" fmla="*/ 6469011 h 6858000"/>
              <a:gd name="connsiteX390" fmla="*/ 3425650 w 7467600"/>
              <a:gd name="connsiteY390" fmla="*/ 6381333 h 6858000"/>
              <a:gd name="connsiteX391" fmla="*/ 3460661 w 7467600"/>
              <a:gd name="connsiteY391" fmla="*/ 6266763 h 6858000"/>
              <a:gd name="connsiteX392" fmla="*/ 3518021 w 7467600"/>
              <a:gd name="connsiteY392" fmla="*/ 6117298 h 6858000"/>
              <a:gd name="connsiteX393" fmla="*/ 3554035 w 7467600"/>
              <a:gd name="connsiteY393" fmla="*/ 6027832 h 6858000"/>
              <a:gd name="connsiteX394" fmla="*/ 3677174 w 7467600"/>
              <a:gd name="connsiteY394" fmla="*/ 5636351 h 6858000"/>
              <a:gd name="connsiteX395" fmla="*/ 3698819 w 7467600"/>
              <a:gd name="connsiteY395" fmla="*/ 5560503 h 6858000"/>
              <a:gd name="connsiteX396" fmla="*/ 3702094 w 7467600"/>
              <a:gd name="connsiteY396" fmla="*/ 5549194 h 6858000"/>
              <a:gd name="connsiteX397" fmla="*/ 3398355 w 7467600"/>
              <a:gd name="connsiteY397" fmla="*/ 6094603 h 6858000"/>
              <a:gd name="connsiteX398" fmla="*/ 3193941 w 7467600"/>
              <a:gd name="connsiteY398" fmla="*/ 6798775 h 6858000"/>
              <a:gd name="connsiteX399" fmla="*/ 3184140 w 7467600"/>
              <a:gd name="connsiteY399" fmla="*/ 6858000 h 6858000"/>
              <a:gd name="connsiteX400" fmla="*/ 3099978 w 7467600"/>
              <a:gd name="connsiteY400" fmla="*/ 6858000 h 6858000"/>
              <a:gd name="connsiteX401" fmla="*/ 3101556 w 7467600"/>
              <a:gd name="connsiteY401" fmla="*/ 6843337 h 6858000"/>
              <a:gd name="connsiteX402" fmla="*/ 3370162 w 7467600"/>
              <a:gd name="connsiteY402" fmla="*/ 5785550 h 6858000"/>
              <a:gd name="connsiteX403" fmla="*/ 3746477 w 7467600"/>
              <a:gd name="connsiteY403" fmla="*/ 5377889 h 6858000"/>
              <a:gd name="connsiteX404" fmla="*/ 3863399 w 7467600"/>
              <a:gd name="connsiteY404" fmla="*/ 5087257 h 6858000"/>
              <a:gd name="connsiteX405" fmla="*/ 3968712 w 7467600"/>
              <a:gd name="connsiteY405" fmla="*/ 4913989 h 6858000"/>
              <a:gd name="connsiteX406" fmla="*/ 2792390 w 7467600"/>
              <a:gd name="connsiteY406" fmla="*/ 5382974 h 6858000"/>
              <a:gd name="connsiteX407" fmla="*/ 2714982 w 7467600"/>
              <a:gd name="connsiteY407" fmla="*/ 5427051 h 6858000"/>
              <a:gd name="connsiteX408" fmla="*/ 2813361 w 7467600"/>
              <a:gd name="connsiteY408" fmla="*/ 6023912 h 6858000"/>
              <a:gd name="connsiteX409" fmla="*/ 2688430 w 7467600"/>
              <a:gd name="connsiteY409" fmla="*/ 6801564 h 6858000"/>
              <a:gd name="connsiteX410" fmla="*/ 2629626 w 7467600"/>
              <a:gd name="connsiteY410" fmla="*/ 6763394 h 6858000"/>
              <a:gd name="connsiteX411" fmla="*/ 2565328 w 7467600"/>
              <a:gd name="connsiteY411" fmla="*/ 5516399 h 6858000"/>
              <a:gd name="connsiteX412" fmla="*/ 1922999 w 7467600"/>
              <a:gd name="connsiteY412" fmla="*/ 5980343 h 6858000"/>
              <a:gd name="connsiteX413" fmla="*/ 1950261 w 7467600"/>
              <a:gd name="connsiteY413" fmla="*/ 6405858 h 6858000"/>
              <a:gd name="connsiteX414" fmla="*/ 2365554 w 7467600"/>
              <a:gd name="connsiteY414" fmla="*/ 6759107 h 6858000"/>
              <a:gd name="connsiteX415" fmla="*/ 2424142 w 7467600"/>
              <a:gd name="connsiteY415" fmla="*/ 6858000 h 6858000"/>
              <a:gd name="connsiteX416" fmla="*/ 2395994 w 7467600"/>
              <a:gd name="connsiteY416" fmla="*/ 6858000 h 6858000"/>
              <a:gd name="connsiteX417" fmla="*/ 2392863 w 7467600"/>
              <a:gd name="connsiteY417" fmla="*/ 6852964 h 6858000"/>
              <a:gd name="connsiteX418" fmla="*/ 2017589 w 7467600"/>
              <a:gd name="connsiteY418" fmla="*/ 6493982 h 6858000"/>
              <a:gd name="connsiteX419" fmla="*/ 2147336 w 7467600"/>
              <a:gd name="connsiteY419" fmla="*/ 6594052 h 6858000"/>
              <a:gd name="connsiteX420" fmla="*/ 2207047 w 7467600"/>
              <a:gd name="connsiteY420" fmla="*/ 6654540 h 6858000"/>
              <a:gd name="connsiteX421" fmla="*/ 2299106 w 7467600"/>
              <a:gd name="connsiteY421" fmla="*/ 6778931 h 6858000"/>
              <a:gd name="connsiteX422" fmla="*/ 2314430 w 7467600"/>
              <a:gd name="connsiteY422" fmla="*/ 6801144 h 6858000"/>
              <a:gd name="connsiteX423" fmla="*/ 2352406 w 7467600"/>
              <a:gd name="connsiteY423" fmla="*/ 6858000 h 6858000"/>
              <a:gd name="connsiteX424" fmla="*/ 2314492 w 7467600"/>
              <a:gd name="connsiteY424" fmla="*/ 6858000 h 6858000"/>
              <a:gd name="connsiteX425" fmla="*/ 2288095 w 7467600"/>
              <a:gd name="connsiteY425" fmla="*/ 6818030 h 6858000"/>
              <a:gd name="connsiteX426" fmla="*/ 2272768 w 7467600"/>
              <a:gd name="connsiteY426" fmla="*/ 6795822 h 6858000"/>
              <a:gd name="connsiteX427" fmla="*/ 2182715 w 7467600"/>
              <a:gd name="connsiteY427" fmla="*/ 6675071 h 6858000"/>
              <a:gd name="connsiteX428" fmla="*/ 2032061 w 7467600"/>
              <a:gd name="connsiteY428" fmla="*/ 6541380 h 6858000"/>
              <a:gd name="connsiteX429" fmla="*/ 2257220 w 7467600"/>
              <a:gd name="connsiteY429" fmla="*/ 6826257 h 6858000"/>
              <a:gd name="connsiteX430" fmla="*/ 2281324 w 7467600"/>
              <a:gd name="connsiteY430" fmla="*/ 6858000 h 6858000"/>
              <a:gd name="connsiteX431" fmla="*/ 2242860 w 7467600"/>
              <a:gd name="connsiteY431" fmla="*/ 6858000 h 6858000"/>
              <a:gd name="connsiteX432" fmla="*/ 2232818 w 7467600"/>
              <a:gd name="connsiteY432" fmla="*/ 6844926 h 6858000"/>
              <a:gd name="connsiteX433" fmla="*/ 1990172 w 7467600"/>
              <a:gd name="connsiteY433" fmla="*/ 6542121 h 6858000"/>
              <a:gd name="connsiteX434" fmla="*/ 2124090 w 7467600"/>
              <a:gd name="connsiteY434" fmla="*/ 6761017 h 6858000"/>
              <a:gd name="connsiteX435" fmla="*/ 2200380 w 7467600"/>
              <a:gd name="connsiteY435" fmla="*/ 6858000 h 6858000"/>
              <a:gd name="connsiteX436" fmla="*/ 2147507 w 7467600"/>
              <a:gd name="connsiteY436" fmla="*/ 6858000 h 6858000"/>
              <a:gd name="connsiteX437" fmla="*/ 2070668 w 7467600"/>
              <a:gd name="connsiteY437" fmla="*/ 6761520 h 6858000"/>
              <a:gd name="connsiteX438" fmla="*/ 1975142 w 7467600"/>
              <a:gd name="connsiteY438" fmla="*/ 6585570 h 6858000"/>
              <a:gd name="connsiteX439" fmla="*/ 2050035 w 7467600"/>
              <a:gd name="connsiteY439" fmla="*/ 6813345 h 6858000"/>
              <a:gd name="connsiteX440" fmla="*/ 2063025 w 7467600"/>
              <a:gd name="connsiteY440" fmla="*/ 6858000 h 6858000"/>
              <a:gd name="connsiteX441" fmla="*/ 2021675 w 7467600"/>
              <a:gd name="connsiteY441" fmla="*/ 6858000 h 6858000"/>
              <a:gd name="connsiteX442" fmla="*/ 2019308 w 7467600"/>
              <a:gd name="connsiteY442" fmla="*/ 6847118 h 6858000"/>
              <a:gd name="connsiteX443" fmla="*/ 1938835 w 7467600"/>
              <a:gd name="connsiteY443" fmla="*/ 6551160 h 6858000"/>
              <a:gd name="connsiteX444" fmla="*/ 1953230 w 7467600"/>
              <a:gd name="connsiteY444" fmla="*/ 6759699 h 6858000"/>
              <a:gd name="connsiteX445" fmla="*/ 1956763 w 7467600"/>
              <a:gd name="connsiteY445" fmla="*/ 6778191 h 6858000"/>
              <a:gd name="connsiteX446" fmla="*/ 1967925 w 7467600"/>
              <a:gd name="connsiteY446" fmla="*/ 6858000 h 6858000"/>
              <a:gd name="connsiteX447" fmla="*/ 1936622 w 7467600"/>
              <a:gd name="connsiteY447" fmla="*/ 6858000 h 6858000"/>
              <a:gd name="connsiteX448" fmla="*/ 1926261 w 7467600"/>
              <a:gd name="connsiteY448" fmla="*/ 6784064 h 6858000"/>
              <a:gd name="connsiteX449" fmla="*/ 1922724 w 7467600"/>
              <a:gd name="connsiteY449" fmla="*/ 6765577 h 6858000"/>
              <a:gd name="connsiteX450" fmla="*/ 1904650 w 7467600"/>
              <a:gd name="connsiteY450" fmla="*/ 6639616 h 6858000"/>
              <a:gd name="connsiteX451" fmla="*/ 1885273 w 7467600"/>
              <a:gd name="connsiteY451" fmla="*/ 6858000 h 6858000"/>
              <a:gd name="connsiteX452" fmla="*/ 1854363 w 7467600"/>
              <a:gd name="connsiteY452" fmla="*/ 6858000 h 6858000"/>
              <a:gd name="connsiteX453" fmla="*/ 1880391 w 7467600"/>
              <a:gd name="connsiteY453" fmla="*/ 6603796 h 6858000"/>
              <a:gd name="connsiteX454" fmla="*/ 1818273 w 7467600"/>
              <a:gd name="connsiteY454" fmla="*/ 6715729 h 6858000"/>
              <a:gd name="connsiteX455" fmla="*/ 1794691 w 7467600"/>
              <a:gd name="connsiteY455" fmla="*/ 6843239 h 6858000"/>
              <a:gd name="connsiteX456" fmla="*/ 1794914 w 7467600"/>
              <a:gd name="connsiteY456" fmla="*/ 6858000 h 6858000"/>
              <a:gd name="connsiteX457" fmla="*/ 1746128 w 7467600"/>
              <a:gd name="connsiteY457" fmla="*/ 6858000 h 6858000"/>
              <a:gd name="connsiteX458" fmla="*/ 1753934 w 7467600"/>
              <a:gd name="connsiteY458" fmla="*/ 6724796 h 6858000"/>
              <a:gd name="connsiteX459" fmla="*/ 1792053 w 7467600"/>
              <a:gd name="connsiteY459" fmla="*/ 6572396 h 6858000"/>
              <a:gd name="connsiteX460" fmla="*/ 1862248 w 7467600"/>
              <a:gd name="connsiteY460" fmla="*/ 6266397 h 6858000"/>
              <a:gd name="connsiteX461" fmla="*/ 1862250 w 7467600"/>
              <a:gd name="connsiteY461" fmla="*/ 6033531 h 6858000"/>
              <a:gd name="connsiteX462" fmla="*/ 1211999 w 7467600"/>
              <a:gd name="connsiteY462" fmla="*/ 6683610 h 6858000"/>
              <a:gd name="connsiteX463" fmla="*/ 1213266 w 7467600"/>
              <a:gd name="connsiteY463" fmla="*/ 6691947 h 6858000"/>
              <a:gd name="connsiteX464" fmla="*/ 1203370 w 7467600"/>
              <a:gd name="connsiteY464" fmla="*/ 6850676 h 6858000"/>
              <a:gd name="connsiteX465" fmla="*/ 1203671 w 7467600"/>
              <a:gd name="connsiteY465" fmla="*/ 6858000 h 6858000"/>
              <a:gd name="connsiteX466" fmla="*/ 1143180 w 7467600"/>
              <a:gd name="connsiteY466" fmla="*/ 6858000 h 6858000"/>
              <a:gd name="connsiteX467" fmla="*/ 1142176 w 7467600"/>
              <a:gd name="connsiteY467" fmla="*/ 6766045 h 6858000"/>
              <a:gd name="connsiteX468" fmla="*/ 1067484 w 7467600"/>
              <a:gd name="connsiteY468" fmla="*/ 6858000 h 6858000"/>
              <a:gd name="connsiteX469" fmla="*/ 953928 w 7467600"/>
              <a:gd name="connsiteY469" fmla="*/ 6858000 h 6858000"/>
              <a:gd name="connsiteX470" fmla="*/ 959715 w 7467600"/>
              <a:gd name="connsiteY470" fmla="*/ 6850185 h 6858000"/>
              <a:gd name="connsiteX471" fmla="*/ 1483788 w 7467600"/>
              <a:gd name="connsiteY471" fmla="*/ 6259174 h 6858000"/>
              <a:gd name="connsiteX472" fmla="*/ 1100671 w 7467600"/>
              <a:gd name="connsiteY472" fmla="*/ 6252137 h 6858000"/>
              <a:gd name="connsiteX473" fmla="*/ 1090144 w 7467600"/>
              <a:gd name="connsiteY473" fmla="*/ 6256748 h 6858000"/>
              <a:gd name="connsiteX474" fmla="*/ 1095872 w 7467600"/>
              <a:gd name="connsiteY474" fmla="*/ 6271892 h 6858000"/>
              <a:gd name="connsiteX475" fmla="*/ 262785 w 7467600"/>
              <a:gd name="connsiteY475" fmla="*/ 6845450 h 6858000"/>
              <a:gd name="connsiteX476" fmla="*/ 209968 w 7467600"/>
              <a:gd name="connsiteY476" fmla="*/ 6770713 h 6858000"/>
              <a:gd name="connsiteX477" fmla="*/ 873460 w 7467600"/>
              <a:gd name="connsiteY477" fmla="*/ 6253768 h 6858000"/>
              <a:gd name="connsiteX478" fmla="*/ 192686 w 7467600"/>
              <a:gd name="connsiteY478" fmla="*/ 5849257 h 6858000"/>
              <a:gd name="connsiteX479" fmla="*/ 4696 w 7467600"/>
              <a:gd name="connsiteY479" fmla="*/ 5697668 h 6858000"/>
              <a:gd name="connsiteX480" fmla="*/ 0 w 7467600"/>
              <a:gd name="connsiteY480" fmla="*/ 5689984 h 6858000"/>
              <a:gd name="connsiteX481" fmla="*/ 0 w 7467600"/>
              <a:gd name="connsiteY481" fmla="*/ 5513472 h 6858000"/>
              <a:gd name="connsiteX482" fmla="*/ 174101 w 7467600"/>
              <a:gd name="connsiteY482" fmla="*/ 5620277 h 6858000"/>
              <a:gd name="connsiteX483" fmla="*/ 891800 w 7467600"/>
              <a:gd name="connsiteY483" fmla="*/ 6036935 h 6858000"/>
              <a:gd name="connsiteX484" fmla="*/ 1072219 w 7467600"/>
              <a:gd name="connsiteY484" fmla="*/ 6169443 h 6858000"/>
              <a:gd name="connsiteX485" fmla="*/ 1074117 w 7467600"/>
              <a:gd name="connsiteY485" fmla="*/ 6170301 h 6858000"/>
              <a:gd name="connsiteX486" fmla="*/ 1083114 w 7467600"/>
              <a:gd name="connsiteY486" fmla="*/ 6174131 h 6858000"/>
              <a:gd name="connsiteX487" fmla="*/ 1543010 w 7467600"/>
              <a:gd name="connsiteY487" fmla="*/ 6191140 h 6858000"/>
              <a:gd name="connsiteX488" fmla="*/ 1551080 w 7467600"/>
              <a:gd name="connsiteY488" fmla="*/ 6195006 h 6858000"/>
              <a:gd name="connsiteX489" fmla="*/ 2345443 w 7467600"/>
              <a:gd name="connsiteY489" fmla="*/ 5549882 h 6858000"/>
              <a:gd name="connsiteX490" fmla="*/ 1721499 w 7467600"/>
              <a:gd name="connsiteY490" fmla="*/ 5599969 h 6858000"/>
              <a:gd name="connsiteX491" fmla="*/ 767716 w 7467600"/>
              <a:gd name="connsiteY491" fmla="*/ 5472768 h 6858000"/>
              <a:gd name="connsiteX492" fmla="*/ 722147 w 7467600"/>
              <a:gd name="connsiteY492" fmla="*/ 5393091 h 6858000"/>
              <a:gd name="connsiteX493" fmla="*/ 1485552 w 7467600"/>
              <a:gd name="connsiteY493" fmla="*/ 5313202 h 6858000"/>
              <a:gd name="connsiteX494" fmla="*/ 2143004 w 7467600"/>
              <a:gd name="connsiteY494" fmla="*/ 5402420 h 6858000"/>
              <a:gd name="connsiteX495" fmla="*/ 1933391 w 7467600"/>
              <a:gd name="connsiteY495" fmla="*/ 5156971 h 6858000"/>
              <a:gd name="connsiteX496" fmla="*/ 1827118 w 7467600"/>
              <a:gd name="connsiteY496" fmla="*/ 4968410 h 6858000"/>
              <a:gd name="connsiteX497" fmla="*/ 1837349 w 7467600"/>
              <a:gd name="connsiteY497" fmla="*/ 4956357 h 6858000"/>
              <a:gd name="connsiteX498" fmla="*/ 2162835 w 7467600"/>
              <a:gd name="connsiteY498" fmla="*/ 5187853 h 6858000"/>
              <a:gd name="connsiteX499" fmla="*/ 2257167 w 7467600"/>
              <a:gd name="connsiteY499" fmla="*/ 5462123 h 6858000"/>
              <a:gd name="connsiteX500" fmla="*/ 2261598 w 7467600"/>
              <a:gd name="connsiteY500" fmla="*/ 5467998 h 6858000"/>
              <a:gd name="connsiteX501" fmla="*/ 2437177 w 7467600"/>
              <a:gd name="connsiteY501" fmla="*/ 5479608 h 6858000"/>
              <a:gd name="connsiteX502" fmla="*/ 2445247 w 7467600"/>
              <a:gd name="connsiteY502" fmla="*/ 5483476 h 6858000"/>
              <a:gd name="connsiteX503" fmla="*/ 2743626 w 7467600"/>
              <a:gd name="connsiteY503" fmla="*/ 5304819 h 6858000"/>
              <a:gd name="connsiteX504" fmla="*/ 3048102 w 7467600"/>
              <a:gd name="connsiteY504" fmla="*/ 5150595 h 6858000"/>
              <a:gd name="connsiteX505" fmla="*/ 1799414 w 7467600"/>
              <a:gd name="connsiteY505" fmla="*/ 4694732 h 6858000"/>
              <a:gd name="connsiteX506" fmla="*/ 1771735 w 7467600"/>
              <a:gd name="connsiteY506" fmla="*/ 4619929 h 6858000"/>
              <a:gd name="connsiteX507" fmla="*/ 3104273 w 7467600"/>
              <a:gd name="connsiteY507" fmla="*/ 5076159 h 6858000"/>
              <a:gd name="connsiteX508" fmla="*/ 3113245 w 7467600"/>
              <a:gd name="connsiteY508" fmla="*/ 5090705 h 6858000"/>
              <a:gd name="connsiteX509" fmla="*/ 3126294 w 7467600"/>
              <a:gd name="connsiteY509" fmla="*/ 5114400 h 6858000"/>
              <a:gd name="connsiteX510" fmla="*/ 3937433 w 7467600"/>
              <a:gd name="connsiteY510" fmla="*/ 4830473 h 6858000"/>
              <a:gd name="connsiteX511" fmla="*/ 3590475 w 7467600"/>
              <a:gd name="connsiteY511" fmla="*/ 4597974 h 6858000"/>
              <a:gd name="connsiteX512" fmla="*/ 3100264 w 7467600"/>
              <a:gd name="connsiteY512" fmla="*/ 4579845 h 6858000"/>
              <a:gd name="connsiteX513" fmla="*/ 2183576 w 7467600"/>
              <a:gd name="connsiteY513" fmla="*/ 4227150 h 6858000"/>
              <a:gd name="connsiteX514" fmla="*/ 2151029 w 7467600"/>
              <a:gd name="connsiteY514" fmla="*/ 4146947 h 6858000"/>
              <a:gd name="connsiteX515" fmla="*/ 3563434 w 7467600"/>
              <a:gd name="connsiteY515" fmla="*/ 4469115 h 6858000"/>
              <a:gd name="connsiteX516" fmla="*/ 3177952 w 7467600"/>
              <a:gd name="connsiteY516" fmla="*/ 3657386 h 6858000"/>
              <a:gd name="connsiteX517" fmla="*/ 3189263 w 7467600"/>
              <a:gd name="connsiteY517" fmla="*/ 3625726 h 6858000"/>
              <a:gd name="connsiteX518" fmla="*/ 3560912 w 7467600"/>
              <a:gd name="connsiteY518" fmla="*/ 4079863 h 6858000"/>
              <a:gd name="connsiteX519" fmla="*/ 3626636 w 7467600"/>
              <a:gd name="connsiteY519" fmla="*/ 4512230 h 6858000"/>
              <a:gd name="connsiteX520" fmla="*/ 3653088 w 7467600"/>
              <a:gd name="connsiteY520" fmla="*/ 4521417 h 6858000"/>
              <a:gd name="connsiteX521" fmla="*/ 3988128 w 7467600"/>
              <a:gd name="connsiteY521" fmla="*/ 4817267 h 6858000"/>
              <a:gd name="connsiteX522" fmla="*/ 4830582 w 7467600"/>
              <a:gd name="connsiteY522" fmla="*/ 4676000 h 6858000"/>
              <a:gd name="connsiteX523" fmla="*/ 4830100 w 7467600"/>
              <a:gd name="connsiteY523" fmla="*/ 4675554 h 6858000"/>
              <a:gd name="connsiteX524" fmla="*/ 4036318 w 7467600"/>
              <a:gd name="connsiteY524" fmla="*/ 4147013 h 6858000"/>
              <a:gd name="connsiteX525" fmla="*/ 3432098 w 7467600"/>
              <a:gd name="connsiteY525" fmla="*/ 3537312 h 6858000"/>
              <a:gd name="connsiteX526" fmla="*/ 3446761 w 7467600"/>
              <a:gd name="connsiteY526" fmla="*/ 3461278 h 6858000"/>
              <a:gd name="connsiteX527" fmla="*/ 4419733 w 7467600"/>
              <a:gd name="connsiteY527" fmla="*/ 3963555 h 6858000"/>
              <a:gd name="connsiteX528" fmla="*/ 4781371 w 7467600"/>
              <a:gd name="connsiteY528" fmla="*/ 4458604 h 6858000"/>
              <a:gd name="connsiteX529" fmla="*/ 4780440 w 7467600"/>
              <a:gd name="connsiteY529" fmla="*/ 4470290 h 6858000"/>
              <a:gd name="connsiteX530" fmla="*/ 4898954 w 7467600"/>
              <a:gd name="connsiteY530" fmla="*/ 4662092 h 6858000"/>
              <a:gd name="connsiteX531" fmla="*/ 4900699 w 7467600"/>
              <a:gd name="connsiteY531" fmla="*/ 4670867 h 6858000"/>
              <a:gd name="connsiteX532" fmla="*/ 5714511 w 7467600"/>
              <a:gd name="connsiteY532" fmla="*/ 4663483 h 6858000"/>
              <a:gd name="connsiteX533" fmla="*/ 5464793 w 7467600"/>
              <a:gd name="connsiteY533" fmla="*/ 4393556 h 6858000"/>
              <a:gd name="connsiteX534" fmla="*/ 5461897 w 7467600"/>
              <a:gd name="connsiteY534" fmla="*/ 4390879 h 6858000"/>
              <a:gd name="connsiteX535" fmla="*/ 4294126 w 7467600"/>
              <a:gd name="connsiteY535" fmla="*/ 3303048 h 6858000"/>
              <a:gd name="connsiteX536" fmla="*/ 4305321 w 7467600"/>
              <a:gd name="connsiteY536" fmla="*/ 3256953 h 6858000"/>
              <a:gd name="connsiteX537" fmla="*/ 4949299 w 7467600"/>
              <a:gd name="connsiteY537" fmla="*/ 3766336 h 6858000"/>
              <a:gd name="connsiteX538" fmla="*/ 5291452 w 7467600"/>
              <a:gd name="connsiteY538" fmla="*/ 4076801 h 6858000"/>
              <a:gd name="connsiteX539" fmla="*/ 5434998 w 7467600"/>
              <a:gd name="connsiteY539" fmla="*/ 4254100 h 6858000"/>
              <a:gd name="connsiteX540" fmla="*/ 5351015 w 7467600"/>
              <a:gd name="connsiteY540" fmla="*/ 3760989 h 6858000"/>
              <a:gd name="connsiteX541" fmla="*/ 5413780 w 7467600"/>
              <a:gd name="connsiteY541" fmla="*/ 2966265 h 6858000"/>
              <a:gd name="connsiteX542" fmla="*/ 5425627 w 7467600"/>
              <a:gd name="connsiteY542" fmla="*/ 2954192 h 6858000"/>
              <a:gd name="connsiteX543" fmla="*/ 6604735 w 7467600"/>
              <a:gd name="connsiteY543" fmla="*/ 2041381 h 6858000"/>
              <a:gd name="connsiteX544" fmla="*/ 7204487 w 7467600"/>
              <a:gd name="connsiteY544" fmla="*/ 2742112 h 6858000"/>
              <a:gd name="connsiteX545" fmla="*/ 7131592 w 7467600"/>
              <a:gd name="connsiteY545" fmla="*/ 2672096 h 6858000"/>
              <a:gd name="connsiteX546" fmla="*/ 6996344 w 7467600"/>
              <a:gd name="connsiteY546" fmla="*/ 2518310 h 6858000"/>
              <a:gd name="connsiteX547" fmla="*/ 6735495 w 7467600"/>
              <a:gd name="connsiteY547" fmla="*/ 2196890 h 6858000"/>
              <a:gd name="connsiteX548" fmla="*/ 6721901 w 7467600"/>
              <a:gd name="connsiteY548" fmla="*/ 2179274 h 6858000"/>
              <a:gd name="connsiteX549" fmla="*/ 6604735 w 7467600"/>
              <a:gd name="connsiteY549" fmla="*/ 2041381 h 6858000"/>
              <a:gd name="connsiteX550" fmla="*/ 6591670 w 7467600"/>
              <a:gd name="connsiteY550" fmla="*/ 1988277 h 6858000"/>
              <a:gd name="connsiteX551" fmla="*/ 6747349 w 7467600"/>
              <a:gd name="connsiteY551" fmla="*/ 2160069 h 6858000"/>
              <a:gd name="connsiteX552" fmla="*/ 6760943 w 7467600"/>
              <a:gd name="connsiteY552" fmla="*/ 2177686 h 6858000"/>
              <a:gd name="connsiteX553" fmla="*/ 7021065 w 7467600"/>
              <a:gd name="connsiteY553" fmla="*/ 2498102 h 6858000"/>
              <a:gd name="connsiteX554" fmla="*/ 7155223 w 7467600"/>
              <a:gd name="connsiteY554" fmla="*/ 2650386 h 6858000"/>
              <a:gd name="connsiteX555" fmla="*/ 7203167 w 7467600"/>
              <a:gd name="connsiteY555" fmla="*/ 2697288 h 6858000"/>
              <a:gd name="connsiteX556" fmla="*/ 6937703 w 7467600"/>
              <a:gd name="connsiteY556" fmla="*/ 2321981 h 6858000"/>
              <a:gd name="connsiteX557" fmla="*/ 6591670 w 7467600"/>
              <a:gd name="connsiteY557" fmla="*/ 1988277 h 6858000"/>
              <a:gd name="connsiteX558" fmla="*/ 5798671 w 7467600"/>
              <a:gd name="connsiteY558" fmla="*/ 1981601 h 6858000"/>
              <a:gd name="connsiteX559" fmla="*/ 5754709 w 7467600"/>
              <a:gd name="connsiteY559" fmla="*/ 2071454 h 6858000"/>
              <a:gd name="connsiteX560" fmla="*/ 5763044 w 7467600"/>
              <a:gd name="connsiteY560" fmla="*/ 2842206 h 6858000"/>
              <a:gd name="connsiteX561" fmla="*/ 5764974 w 7467600"/>
              <a:gd name="connsiteY561" fmla="*/ 2799609 h 6858000"/>
              <a:gd name="connsiteX562" fmla="*/ 5767665 w 7467600"/>
              <a:gd name="connsiteY562" fmla="*/ 2666409 h 6858000"/>
              <a:gd name="connsiteX563" fmla="*/ 5763055 w 7467600"/>
              <a:gd name="connsiteY563" fmla="*/ 2579705 h 6858000"/>
              <a:gd name="connsiteX564" fmla="*/ 5758079 w 7467600"/>
              <a:gd name="connsiteY564" fmla="*/ 2492508 h 6858000"/>
              <a:gd name="connsiteX565" fmla="*/ 5779325 w 7467600"/>
              <a:gd name="connsiteY565" fmla="*/ 2197069 h 6858000"/>
              <a:gd name="connsiteX566" fmla="*/ 5798671 w 7467600"/>
              <a:gd name="connsiteY566" fmla="*/ 1981601 h 6858000"/>
              <a:gd name="connsiteX567" fmla="*/ 5829202 w 7467600"/>
              <a:gd name="connsiteY567" fmla="*/ 1971679 h 6858000"/>
              <a:gd name="connsiteX568" fmla="*/ 5809558 w 7467600"/>
              <a:gd name="connsiteY568" fmla="*/ 2198043 h 6858000"/>
              <a:gd name="connsiteX569" fmla="*/ 5788653 w 7467600"/>
              <a:gd name="connsiteY569" fmla="*/ 2489430 h 6858000"/>
              <a:gd name="connsiteX570" fmla="*/ 5793439 w 7467600"/>
              <a:gd name="connsiteY570" fmla="*/ 2575235 h 6858000"/>
              <a:gd name="connsiteX571" fmla="*/ 5796837 w 7467600"/>
              <a:gd name="connsiteY571" fmla="*/ 2637633 h 6858000"/>
              <a:gd name="connsiteX572" fmla="*/ 5818614 w 7467600"/>
              <a:gd name="connsiteY572" fmla="*/ 2473055 h 6858000"/>
              <a:gd name="connsiteX573" fmla="*/ 5829202 w 7467600"/>
              <a:gd name="connsiteY573" fmla="*/ 1971679 h 6858000"/>
              <a:gd name="connsiteX574" fmla="*/ 5911389 w 7467600"/>
              <a:gd name="connsiteY574" fmla="*/ 1898371 h 6858000"/>
              <a:gd name="connsiteX575" fmla="*/ 6237627 w 7467600"/>
              <a:gd name="connsiteY575" fmla="*/ 2231921 h 6858000"/>
              <a:gd name="connsiteX576" fmla="*/ 5911389 w 7467600"/>
              <a:gd name="connsiteY576" fmla="*/ 1898371 h 6858000"/>
              <a:gd name="connsiteX577" fmla="*/ 6944437 w 7467600"/>
              <a:gd name="connsiteY577" fmla="*/ 1575402 h 6858000"/>
              <a:gd name="connsiteX578" fmla="*/ 6304730 w 7467600"/>
              <a:gd name="connsiteY578" fmla="*/ 1766654 h 6858000"/>
              <a:gd name="connsiteX579" fmla="*/ 6944437 w 7467600"/>
              <a:gd name="connsiteY579" fmla="*/ 1575402 h 6858000"/>
              <a:gd name="connsiteX580" fmla="*/ 7019523 w 7467600"/>
              <a:gd name="connsiteY580" fmla="*/ 1519450 h 6858000"/>
              <a:gd name="connsiteX581" fmla="*/ 6298091 w 7467600"/>
              <a:gd name="connsiteY581" fmla="*/ 1737122 h 6858000"/>
              <a:gd name="connsiteX582" fmla="*/ 7019523 w 7467600"/>
              <a:gd name="connsiteY582" fmla="*/ 1519450 h 6858000"/>
              <a:gd name="connsiteX583" fmla="*/ 2399523 w 7467600"/>
              <a:gd name="connsiteY583" fmla="*/ 1428234 h 6858000"/>
              <a:gd name="connsiteX584" fmla="*/ 2224982 w 7467600"/>
              <a:gd name="connsiteY584" fmla="*/ 1826201 h 6858000"/>
              <a:gd name="connsiteX585" fmla="*/ 2096099 w 7467600"/>
              <a:gd name="connsiteY585" fmla="*/ 2345900 h 6858000"/>
              <a:gd name="connsiteX586" fmla="*/ 2283317 w 7467600"/>
              <a:gd name="connsiteY586" fmla="*/ 1796925 h 6858000"/>
              <a:gd name="connsiteX587" fmla="*/ 2399523 w 7467600"/>
              <a:gd name="connsiteY587" fmla="*/ 1428234 h 6858000"/>
              <a:gd name="connsiteX588" fmla="*/ 2448558 w 7467600"/>
              <a:gd name="connsiteY588" fmla="*/ 1373435 h 6858000"/>
              <a:gd name="connsiteX589" fmla="*/ 2312521 w 7467600"/>
              <a:gd name="connsiteY589" fmla="*/ 1806140 h 6858000"/>
              <a:gd name="connsiteX590" fmla="*/ 2127533 w 7467600"/>
              <a:gd name="connsiteY590" fmla="*/ 2348380 h 6858000"/>
              <a:gd name="connsiteX591" fmla="*/ 2358080 w 7467600"/>
              <a:gd name="connsiteY591" fmla="*/ 1866134 h 6858000"/>
              <a:gd name="connsiteX592" fmla="*/ 2407436 w 7467600"/>
              <a:gd name="connsiteY592" fmla="*/ 1651070 h 6858000"/>
              <a:gd name="connsiteX593" fmla="*/ 2448558 w 7467600"/>
              <a:gd name="connsiteY593" fmla="*/ 1373435 h 6858000"/>
              <a:gd name="connsiteX594" fmla="*/ 278707 w 7467600"/>
              <a:gd name="connsiteY594" fmla="*/ 1352270 h 6858000"/>
              <a:gd name="connsiteX595" fmla="*/ 321570 w 7467600"/>
              <a:gd name="connsiteY595" fmla="*/ 1861610 h 6858000"/>
              <a:gd name="connsiteX596" fmla="*/ 294281 w 7467600"/>
              <a:gd name="connsiteY596" fmla="*/ 1440658 h 6858000"/>
              <a:gd name="connsiteX597" fmla="*/ 278707 w 7467600"/>
              <a:gd name="connsiteY597" fmla="*/ 1352270 h 6858000"/>
              <a:gd name="connsiteX598" fmla="*/ 1423821 w 7467600"/>
              <a:gd name="connsiteY598" fmla="*/ 1351958 h 6858000"/>
              <a:gd name="connsiteX599" fmla="*/ 1638521 w 7467600"/>
              <a:gd name="connsiteY599" fmla="*/ 1908470 h 6858000"/>
              <a:gd name="connsiteX600" fmla="*/ 1754199 w 7467600"/>
              <a:gd name="connsiteY600" fmla="*/ 2149284 h 6858000"/>
              <a:gd name="connsiteX601" fmla="*/ 1908359 w 7467600"/>
              <a:gd name="connsiteY601" fmla="*/ 2364988 h 6858000"/>
              <a:gd name="connsiteX602" fmla="*/ 1647661 w 7467600"/>
              <a:gd name="connsiteY602" fmla="*/ 1825945 h 6858000"/>
              <a:gd name="connsiteX603" fmla="*/ 1423821 w 7467600"/>
              <a:gd name="connsiteY603" fmla="*/ 1351958 h 6858000"/>
              <a:gd name="connsiteX604" fmla="*/ 1431890 w 7467600"/>
              <a:gd name="connsiteY604" fmla="*/ 1306475 h 6858000"/>
              <a:gd name="connsiteX605" fmla="*/ 1507597 w 7467600"/>
              <a:gd name="connsiteY605" fmla="*/ 1446132 h 6858000"/>
              <a:gd name="connsiteX606" fmla="*/ 1674586 w 7467600"/>
              <a:gd name="connsiteY606" fmla="*/ 1813832 h 6858000"/>
              <a:gd name="connsiteX607" fmla="*/ 1815950 w 7467600"/>
              <a:gd name="connsiteY607" fmla="*/ 2128564 h 6858000"/>
              <a:gd name="connsiteX608" fmla="*/ 1984242 w 7467600"/>
              <a:gd name="connsiteY608" fmla="*/ 2430829 h 6858000"/>
              <a:gd name="connsiteX609" fmla="*/ 2014023 w 7467600"/>
              <a:gd name="connsiteY609" fmla="*/ 2450995 h 6858000"/>
              <a:gd name="connsiteX610" fmla="*/ 1747337 w 7467600"/>
              <a:gd name="connsiteY610" fmla="*/ 1855264 h 6858000"/>
              <a:gd name="connsiteX611" fmla="*/ 1533749 w 7467600"/>
              <a:gd name="connsiteY611" fmla="*/ 1478656 h 6858000"/>
              <a:gd name="connsiteX612" fmla="*/ 1431890 w 7467600"/>
              <a:gd name="connsiteY612" fmla="*/ 1306475 h 6858000"/>
              <a:gd name="connsiteX613" fmla="*/ 5052692 w 7467600"/>
              <a:gd name="connsiteY613" fmla="*/ 1292994 h 6858000"/>
              <a:gd name="connsiteX614" fmla="*/ 5200661 w 7467600"/>
              <a:gd name="connsiteY614" fmla="*/ 1635186 h 6858000"/>
              <a:gd name="connsiteX615" fmla="*/ 5297138 w 7467600"/>
              <a:gd name="connsiteY615" fmla="*/ 1906351 h 6858000"/>
              <a:gd name="connsiteX616" fmla="*/ 5052692 w 7467600"/>
              <a:gd name="connsiteY616" fmla="*/ 1292994 h 6858000"/>
              <a:gd name="connsiteX617" fmla="*/ 5009948 w 7467600"/>
              <a:gd name="connsiteY617" fmla="*/ 1273619 h 6858000"/>
              <a:gd name="connsiteX618" fmla="*/ 5121777 w 7467600"/>
              <a:gd name="connsiteY618" fmla="*/ 1654213 h 6858000"/>
              <a:gd name="connsiteX619" fmla="*/ 5293545 w 7467600"/>
              <a:gd name="connsiteY619" fmla="*/ 2072247 h 6858000"/>
              <a:gd name="connsiteX620" fmla="*/ 5294042 w 7467600"/>
              <a:gd name="connsiteY620" fmla="*/ 2065019 h 6858000"/>
              <a:gd name="connsiteX621" fmla="*/ 5171936 w 7467600"/>
              <a:gd name="connsiteY621" fmla="*/ 1647613 h 6858000"/>
              <a:gd name="connsiteX622" fmla="*/ 5009948 w 7467600"/>
              <a:gd name="connsiteY622" fmla="*/ 1273619 h 6858000"/>
              <a:gd name="connsiteX623" fmla="*/ 655236 w 7467600"/>
              <a:gd name="connsiteY623" fmla="*/ 1268632 h 6858000"/>
              <a:gd name="connsiteX624" fmla="*/ 839521 w 7467600"/>
              <a:gd name="connsiteY624" fmla="*/ 1685315 h 6858000"/>
              <a:gd name="connsiteX625" fmla="*/ 1109416 w 7467600"/>
              <a:gd name="connsiteY625" fmla="*/ 2061663 h 6858000"/>
              <a:gd name="connsiteX626" fmla="*/ 1298300 w 7467600"/>
              <a:gd name="connsiteY626" fmla="*/ 2247742 h 6858000"/>
              <a:gd name="connsiteX627" fmla="*/ 1125871 w 7467600"/>
              <a:gd name="connsiteY627" fmla="*/ 1989513 h 6858000"/>
              <a:gd name="connsiteX628" fmla="*/ 981574 w 7467600"/>
              <a:gd name="connsiteY628" fmla="*/ 1783157 h 6858000"/>
              <a:gd name="connsiteX629" fmla="*/ 922198 w 7467600"/>
              <a:gd name="connsiteY629" fmla="*/ 1677437 h 6858000"/>
              <a:gd name="connsiteX630" fmla="*/ 869293 w 7467600"/>
              <a:gd name="connsiteY630" fmla="*/ 1583214 h 6858000"/>
              <a:gd name="connsiteX631" fmla="*/ 751431 w 7467600"/>
              <a:gd name="connsiteY631" fmla="*/ 1405731 h 6858000"/>
              <a:gd name="connsiteX632" fmla="*/ 655236 w 7467600"/>
              <a:gd name="connsiteY632" fmla="*/ 1268632 h 6858000"/>
              <a:gd name="connsiteX633" fmla="*/ 6516292 w 7467600"/>
              <a:gd name="connsiteY633" fmla="*/ 1263064 h 6858000"/>
              <a:gd name="connsiteX634" fmla="*/ 5736320 w 7467600"/>
              <a:gd name="connsiteY634" fmla="*/ 1501803 h 6858000"/>
              <a:gd name="connsiteX635" fmla="*/ 6516292 w 7467600"/>
              <a:gd name="connsiteY635" fmla="*/ 1263064 h 6858000"/>
              <a:gd name="connsiteX636" fmla="*/ 291466 w 7467600"/>
              <a:gd name="connsiteY636" fmla="*/ 1250369 h 6858000"/>
              <a:gd name="connsiteX637" fmla="*/ 323180 w 7467600"/>
              <a:gd name="connsiteY637" fmla="*/ 1435283 h 6858000"/>
              <a:gd name="connsiteX638" fmla="*/ 349381 w 7467600"/>
              <a:gd name="connsiteY638" fmla="*/ 1875041 h 6858000"/>
              <a:gd name="connsiteX639" fmla="*/ 374363 w 7467600"/>
              <a:gd name="connsiteY639" fmla="*/ 1506494 h 6858000"/>
              <a:gd name="connsiteX640" fmla="*/ 302168 w 7467600"/>
              <a:gd name="connsiteY640" fmla="*/ 1274495 h 6858000"/>
              <a:gd name="connsiteX641" fmla="*/ 291466 w 7467600"/>
              <a:gd name="connsiteY641" fmla="*/ 1250369 h 6858000"/>
              <a:gd name="connsiteX642" fmla="*/ 678222 w 7467600"/>
              <a:gd name="connsiteY642" fmla="*/ 1248670 h 6858000"/>
              <a:gd name="connsiteX643" fmla="*/ 775536 w 7467600"/>
              <a:gd name="connsiteY643" fmla="*/ 1388015 h 6858000"/>
              <a:gd name="connsiteX644" fmla="*/ 894529 w 7467600"/>
              <a:gd name="connsiteY644" fmla="*/ 1567739 h 6858000"/>
              <a:gd name="connsiteX645" fmla="*/ 948000 w 7467600"/>
              <a:gd name="connsiteY645" fmla="*/ 1663088 h 6858000"/>
              <a:gd name="connsiteX646" fmla="*/ 1006812 w 7467600"/>
              <a:gd name="connsiteY646" fmla="*/ 1767683 h 6858000"/>
              <a:gd name="connsiteX647" fmla="*/ 1149133 w 7467600"/>
              <a:gd name="connsiteY647" fmla="*/ 1971513 h 6858000"/>
              <a:gd name="connsiteX648" fmla="*/ 1333952 w 7467600"/>
              <a:gd name="connsiteY648" fmla="*/ 2251620 h 6858000"/>
              <a:gd name="connsiteX649" fmla="*/ 1337329 w 7467600"/>
              <a:gd name="connsiteY649" fmla="*/ 2258350 h 6858000"/>
              <a:gd name="connsiteX650" fmla="*/ 1014726 w 7467600"/>
              <a:gd name="connsiteY650" fmla="*/ 1615556 h 6858000"/>
              <a:gd name="connsiteX651" fmla="*/ 678222 w 7467600"/>
              <a:gd name="connsiteY651" fmla="*/ 1248670 h 6858000"/>
              <a:gd name="connsiteX652" fmla="*/ 6691602 w 7467600"/>
              <a:gd name="connsiteY652" fmla="*/ 1140573 h 6858000"/>
              <a:gd name="connsiteX653" fmla="*/ 6571100 w 7467600"/>
              <a:gd name="connsiteY653" fmla="*/ 1183662 h 6858000"/>
              <a:gd name="connsiteX654" fmla="*/ 6241687 w 7467600"/>
              <a:gd name="connsiteY654" fmla="*/ 1257600 h 6858000"/>
              <a:gd name="connsiteX655" fmla="*/ 5693009 w 7467600"/>
              <a:gd name="connsiteY655" fmla="*/ 1478256 h 6858000"/>
              <a:gd name="connsiteX656" fmla="*/ 6548420 w 7467600"/>
              <a:gd name="connsiteY656" fmla="*/ 1214599 h 6858000"/>
              <a:gd name="connsiteX657" fmla="*/ 6605473 w 7467600"/>
              <a:gd name="connsiteY657" fmla="*/ 1184686 h 6858000"/>
              <a:gd name="connsiteX658" fmla="*/ 6691602 w 7467600"/>
              <a:gd name="connsiteY658" fmla="*/ 1140573 h 6858000"/>
              <a:gd name="connsiteX659" fmla="*/ 4002475 w 7467600"/>
              <a:gd name="connsiteY659" fmla="*/ 1037802 h 6858000"/>
              <a:gd name="connsiteX660" fmla="*/ 4000324 w 7467600"/>
              <a:gd name="connsiteY660" fmla="*/ 1039362 h 6858000"/>
              <a:gd name="connsiteX661" fmla="*/ 4002862 w 7467600"/>
              <a:gd name="connsiteY661" fmla="*/ 1042866 h 6858000"/>
              <a:gd name="connsiteX662" fmla="*/ 4002475 w 7467600"/>
              <a:gd name="connsiteY662" fmla="*/ 1037802 h 6858000"/>
              <a:gd name="connsiteX663" fmla="*/ 506322 w 7467600"/>
              <a:gd name="connsiteY663" fmla="*/ 1020997 h 6858000"/>
              <a:gd name="connsiteX664" fmla="*/ 533068 w 7467600"/>
              <a:gd name="connsiteY664" fmla="*/ 1029409 h 6858000"/>
              <a:gd name="connsiteX665" fmla="*/ 1232525 w 7467600"/>
              <a:gd name="connsiteY665" fmla="*/ 1804675 h 6858000"/>
              <a:gd name="connsiteX666" fmla="*/ 1388858 w 7467600"/>
              <a:gd name="connsiteY666" fmla="*/ 2368011 h 6858000"/>
              <a:gd name="connsiteX667" fmla="*/ 1384098 w 7467600"/>
              <a:gd name="connsiteY667" fmla="*/ 2378125 h 6858000"/>
              <a:gd name="connsiteX668" fmla="*/ 1425393 w 7467600"/>
              <a:gd name="connsiteY668" fmla="*/ 2589124 h 6858000"/>
              <a:gd name="connsiteX669" fmla="*/ 1424001 w 7467600"/>
              <a:gd name="connsiteY669" fmla="*/ 2597541 h 6858000"/>
              <a:gd name="connsiteX670" fmla="*/ 2152729 w 7467600"/>
              <a:gd name="connsiteY670" fmla="*/ 2864487 h 6858000"/>
              <a:gd name="connsiteX671" fmla="*/ 2020609 w 7467600"/>
              <a:gd name="connsiteY671" fmla="*/ 2539671 h 6858000"/>
              <a:gd name="connsiteX672" fmla="*/ 2018920 w 7467600"/>
              <a:gd name="connsiteY672" fmla="*/ 2536309 h 6858000"/>
              <a:gd name="connsiteX673" fmla="*/ 1342441 w 7467600"/>
              <a:gd name="connsiteY673" fmla="*/ 1173017 h 6858000"/>
              <a:gd name="connsiteX674" fmla="*/ 1367925 w 7467600"/>
              <a:gd name="connsiteY674" fmla="*/ 1135648 h 6858000"/>
              <a:gd name="connsiteX675" fmla="*/ 1771401 w 7467600"/>
              <a:gd name="connsiteY675" fmla="*/ 1806673 h 6858000"/>
              <a:gd name="connsiteX676" fmla="*/ 1972385 w 7467600"/>
              <a:gd name="connsiteY676" fmla="*/ 2198735 h 6858000"/>
              <a:gd name="connsiteX677" fmla="*/ 2040892 w 7467600"/>
              <a:gd name="connsiteY677" fmla="*/ 2405205 h 6858000"/>
              <a:gd name="connsiteX678" fmla="*/ 2131689 w 7467600"/>
              <a:gd name="connsiteY678" fmla="*/ 1936926 h 6858000"/>
              <a:gd name="connsiteX679" fmla="*/ 2454820 w 7467600"/>
              <a:gd name="connsiteY679" fmla="*/ 1248808 h 6858000"/>
              <a:gd name="connsiteX680" fmla="*/ 2492512 w 7467600"/>
              <a:gd name="connsiteY680" fmla="*/ 1302920 h 6858000"/>
              <a:gd name="connsiteX681" fmla="*/ 2081216 w 7467600"/>
              <a:gd name="connsiteY681" fmla="*/ 2527513 h 6858000"/>
              <a:gd name="connsiteX682" fmla="*/ 2081211 w 7467600"/>
              <a:gd name="connsiteY682" fmla="*/ 2528916 h 6858000"/>
              <a:gd name="connsiteX683" fmla="*/ 2199067 w 7467600"/>
              <a:gd name="connsiteY683" fmla="*/ 2884061 h 6858000"/>
              <a:gd name="connsiteX684" fmla="*/ 3192586 w 7467600"/>
              <a:gd name="connsiteY684" fmla="*/ 3411496 h 6858000"/>
              <a:gd name="connsiteX685" fmla="*/ 3182620 w 7467600"/>
              <a:gd name="connsiteY685" fmla="*/ 3483279 h 6858000"/>
              <a:gd name="connsiteX686" fmla="*/ 2435119 w 7467600"/>
              <a:gd name="connsiteY686" fmla="*/ 3080173 h 6858000"/>
              <a:gd name="connsiteX687" fmla="*/ 2410152 w 7467600"/>
              <a:gd name="connsiteY687" fmla="*/ 3063751 h 6858000"/>
              <a:gd name="connsiteX688" fmla="*/ 2408099 w 7467600"/>
              <a:gd name="connsiteY688" fmla="*/ 3064403 h 6858000"/>
              <a:gd name="connsiteX689" fmla="*/ 2407218 w 7467600"/>
              <a:gd name="connsiteY689" fmla="*/ 3070324 h 6858000"/>
              <a:gd name="connsiteX690" fmla="*/ 2380138 w 7467600"/>
              <a:gd name="connsiteY690" fmla="*/ 3099341 h 6858000"/>
              <a:gd name="connsiteX691" fmla="*/ 1765923 w 7467600"/>
              <a:gd name="connsiteY691" fmla="*/ 3581043 h 6858000"/>
              <a:gd name="connsiteX692" fmla="*/ 1702258 w 7467600"/>
              <a:gd name="connsiteY692" fmla="*/ 3612286 h 6858000"/>
              <a:gd name="connsiteX693" fmla="*/ 1538370 w 7467600"/>
              <a:gd name="connsiteY693" fmla="*/ 3811804 h 6858000"/>
              <a:gd name="connsiteX694" fmla="*/ 542867 w 7467600"/>
              <a:gd name="connsiteY694" fmla="*/ 4944092 h 6858000"/>
              <a:gd name="connsiteX695" fmla="*/ 515800 w 7467600"/>
              <a:gd name="connsiteY695" fmla="*/ 4862180 h 6858000"/>
              <a:gd name="connsiteX696" fmla="*/ 909145 w 7467600"/>
              <a:gd name="connsiteY696" fmla="*/ 4199225 h 6858000"/>
              <a:gd name="connsiteX697" fmla="*/ 1214067 w 7467600"/>
              <a:gd name="connsiteY697" fmla="*/ 3908561 h 6858000"/>
              <a:gd name="connsiteX698" fmla="*/ 640967 w 7467600"/>
              <a:gd name="connsiteY698" fmla="*/ 4105601 h 6858000"/>
              <a:gd name="connsiteX699" fmla="*/ 112563 w 7467600"/>
              <a:gd name="connsiteY699" fmla="*/ 4396952 h 6858000"/>
              <a:gd name="connsiteX700" fmla="*/ 0 w 7467600"/>
              <a:gd name="connsiteY700" fmla="*/ 4466006 h 6858000"/>
              <a:gd name="connsiteX701" fmla="*/ 0 w 7467600"/>
              <a:gd name="connsiteY701" fmla="*/ 4233763 h 6858000"/>
              <a:gd name="connsiteX702" fmla="*/ 36881 w 7467600"/>
              <a:gd name="connsiteY702" fmla="*/ 4200118 h 6858000"/>
              <a:gd name="connsiteX703" fmla="*/ 910534 w 7467600"/>
              <a:gd name="connsiteY703" fmla="*/ 3629753 h 6858000"/>
              <a:gd name="connsiteX704" fmla="*/ 1578717 w 7467600"/>
              <a:gd name="connsiteY704" fmla="*/ 3575982 h 6858000"/>
              <a:gd name="connsiteX705" fmla="*/ 2338780 w 7467600"/>
              <a:gd name="connsiteY705" fmla="*/ 3033725 h 6858000"/>
              <a:gd name="connsiteX706" fmla="*/ 1807991 w 7467600"/>
              <a:gd name="connsiteY706" fmla="*/ 2807184 h 6858000"/>
              <a:gd name="connsiteX707" fmla="*/ 1416358 w 7467600"/>
              <a:gd name="connsiteY707" fmla="*/ 3112571 h 6858000"/>
              <a:gd name="connsiteX708" fmla="*/ 939066 w 7467600"/>
              <a:gd name="connsiteY708" fmla="*/ 3378798 h 6858000"/>
              <a:gd name="connsiteX709" fmla="*/ 115099 w 7467600"/>
              <a:gd name="connsiteY709" fmla="*/ 3607650 h 6858000"/>
              <a:gd name="connsiteX710" fmla="*/ 97284 w 7467600"/>
              <a:gd name="connsiteY710" fmla="*/ 3520393 h 6858000"/>
              <a:gd name="connsiteX711" fmla="*/ 922050 w 7467600"/>
              <a:gd name="connsiteY711" fmla="*/ 3074867 h 6858000"/>
              <a:gd name="connsiteX712" fmla="*/ 1405265 w 7467600"/>
              <a:gd name="connsiteY712" fmla="*/ 3016319 h 6858000"/>
              <a:gd name="connsiteX713" fmla="*/ 1407512 w 7467600"/>
              <a:gd name="connsiteY713" fmla="*/ 3018001 h 6858000"/>
              <a:gd name="connsiteX714" fmla="*/ 1726266 w 7467600"/>
              <a:gd name="connsiteY714" fmla="*/ 2777274 h 6858000"/>
              <a:gd name="connsiteX715" fmla="*/ 625390 w 7467600"/>
              <a:gd name="connsiteY715" fmla="*/ 2514541 h 6858000"/>
              <a:gd name="connsiteX716" fmla="*/ 619799 w 7467600"/>
              <a:gd name="connsiteY716" fmla="*/ 2527180 h 6858000"/>
              <a:gd name="connsiteX717" fmla="*/ 310030 w 7467600"/>
              <a:gd name="connsiteY717" fmla="*/ 2771818 h 6858000"/>
              <a:gd name="connsiteX718" fmla="*/ 173877 w 7467600"/>
              <a:gd name="connsiteY718" fmla="*/ 2937056 h 6858000"/>
              <a:gd name="connsiteX719" fmla="*/ 77889 w 7467600"/>
              <a:gd name="connsiteY719" fmla="*/ 3138440 h 6858000"/>
              <a:gd name="connsiteX720" fmla="*/ 0 w 7467600"/>
              <a:gd name="connsiteY720" fmla="*/ 3271395 h 6858000"/>
              <a:gd name="connsiteX721" fmla="*/ 0 w 7467600"/>
              <a:gd name="connsiteY721" fmla="*/ 3153002 h 6858000"/>
              <a:gd name="connsiteX722" fmla="*/ 2386 w 7467600"/>
              <a:gd name="connsiteY722" fmla="*/ 3149203 h 6858000"/>
              <a:gd name="connsiteX723" fmla="*/ 89753 w 7467600"/>
              <a:gd name="connsiteY723" fmla="*/ 2987702 h 6858000"/>
              <a:gd name="connsiteX724" fmla="*/ 76869 w 7467600"/>
              <a:gd name="connsiteY724" fmla="*/ 3005404 h 6858000"/>
              <a:gd name="connsiteX725" fmla="*/ 32049 w 7467600"/>
              <a:gd name="connsiteY725" fmla="*/ 3065814 h 6858000"/>
              <a:gd name="connsiteX726" fmla="*/ 0 w 7467600"/>
              <a:gd name="connsiteY726" fmla="*/ 3108744 h 6858000"/>
              <a:gd name="connsiteX727" fmla="*/ 0 w 7467600"/>
              <a:gd name="connsiteY727" fmla="*/ 3058059 h 6858000"/>
              <a:gd name="connsiteX728" fmla="*/ 7610 w 7467600"/>
              <a:gd name="connsiteY728" fmla="*/ 3047889 h 6858000"/>
              <a:gd name="connsiteX729" fmla="*/ 52419 w 7467600"/>
              <a:gd name="connsiteY729" fmla="*/ 2987479 h 6858000"/>
              <a:gd name="connsiteX730" fmla="*/ 59142 w 7467600"/>
              <a:gd name="connsiteY730" fmla="*/ 2978488 h 6858000"/>
              <a:gd name="connsiteX731" fmla="*/ 0 w 7467600"/>
              <a:gd name="connsiteY731" fmla="*/ 3015334 h 6858000"/>
              <a:gd name="connsiteX732" fmla="*/ 0 w 7467600"/>
              <a:gd name="connsiteY732" fmla="*/ 2914286 h 6858000"/>
              <a:gd name="connsiteX733" fmla="*/ 36383 w 7467600"/>
              <a:gd name="connsiteY733" fmla="*/ 2901128 h 6858000"/>
              <a:gd name="connsiteX734" fmla="*/ 156329 w 7467600"/>
              <a:gd name="connsiteY734" fmla="*/ 2840533 h 6858000"/>
              <a:gd name="connsiteX735" fmla="*/ 358355 w 7467600"/>
              <a:gd name="connsiteY735" fmla="*/ 2620471 h 6858000"/>
              <a:gd name="connsiteX736" fmla="*/ 510577 w 7467600"/>
              <a:gd name="connsiteY736" fmla="*/ 2501244 h 6858000"/>
              <a:gd name="connsiteX737" fmla="*/ 211967 w 7467600"/>
              <a:gd name="connsiteY737" fmla="*/ 2479171 h 6858000"/>
              <a:gd name="connsiteX738" fmla="*/ 0 w 7467600"/>
              <a:gd name="connsiteY738" fmla="*/ 2476398 h 6858000"/>
              <a:gd name="connsiteX739" fmla="*/ 0 w 7467600"/>
              <a:gd name="connsiteY739" fmla="*/ 2389189 h 6858000"/>
              <a:gd name="connsiteX740" fmla="*/ 103062 w 7467600"/>
              <a:gd name="connsiteY740" fmla="*/ 2389518 h 6858000"/>
              <a:gd name="connsiteX741" fmla="*/ 510734 w 7467600"/>
              <a:gd name="connsiteY741" fmla="*/ 2416201 h 6858000"/>
              <a:gd name="connsiteX742" fmla="*/ 279257 w 7467600"/>
              <a:gd name="connsiteY742" fmla="*/ 2092102 h 6858000"/>
              <a:gd name="connsiteX743" fmla="*/ 65265 w 7467600"/>
              <a:gd name="connsiteY743" fmla="*/ 2006049 h 6858000"/>
              <a:gd name="connsiteX744" fmla="*/ 0 w 7467600"/>
              <a:gd name="connsiteY744" fmla="*/ 1982532 h 6858000"/>
              <a:gd name="connsiteX745" fmla="*/ 0 w 7467600"/>
              <a:gd name="connsiteY745" fmla="*/ 1912789 h 6858000"/>
              <a:gd name="connsiteX746" fmla="*/ 97460 w 7467600"/>
              <a:gd name="connsiteY746" fmla="*/ 1953725 h 6858000"/>
              <a:gd name="connsiteX747" fmla="*/ 221272 w 7467600"/>
              <a:gd name="connsiteY747" fmla="*/ 1980766 h 6858000"/>
              <a:gd name="connsiteX748" fmla="*/ 116765 w 7467600"/>
              <a:gd name="connsiteY748" fmla="*/ 1911033 h 6858000"/>
              <a:gd name="connsiteX749" fmla="*/ 16405 w 7467600"/>
              <a:gd name="connsiteY749" fmla="*/ 1803412 h 6858000"/>
              <a:gd name="connsiteX750" fmla="*/ 0 w 7467600"/>
              <a:gd name="connsiteY750" fmla="*/ 1784777 h 6858000"/>
              <a:gd name="connsiteX751" fmla="*/ 0 w 7467600"/>
              <a:gd name="connsiteY751" fmla="*/ 1740082 h 6858000"/>
              <a:gd name="connsiteX752" fmla="*/ 39394 w 7467600"/>
              <a:gd name="connsiteY752" fmla="*/ 1784856 h 6858000"/>
              <a:gd name="connsiteX753" fmla="*/ 135813 w 7467600"/>
              <a:gd name="connsiteY753" fmla="*/ 1888838 h 6858000"/>
              <a:gd name="connsiteX754" fmla="*/ 242575 w 7467600"/>
              <a:gd name="connsiteY754" fmla="*/ 1958841 h 6858000"/>
              <a:gd name="connsiteX755" fmla="*/ 82197 w 7467600"/>
              <a:gd name="connsiteY755" fmla="*/ 1754826 h 6858000"/>
              <a:gd name="connsiteX756" fmla="*/ 0 w 7467600"/>
              <a:gd name="connsiteY756" fmla="*/ 1679650 h 6858000"/>
              <a:gd name="connsiteX757" fmla="*/ 0 w 7467600"/>
              <a:gd name="connsiteY757" fmla="*/ 1602463 h 6858000"/>
              <a:gd name="connsiteX758" fmla="*/ 84689 w 7467600"/>
              <a:gd name="connsiteY758" fmla="*/ 1677442 h 6858000"/>
              <a:gd name="connsiteX759" fmla="*/ 298437 w 7467600"/>
              <a:gd name="connsiteY759" fmla="*/ 1968019 h 6858000"/>
              <a:gd name="connsiteX760" fmla="*/ 227269 w 7467600"/>
              <a:gd name="connsiteY760" fmla="*/ 1114064 h 6858000"/>
              <a:gd name="connsiteX761" fmla="*/ 248003 w 7467600"/>
              <a:gd name="connsiteY761" fmla="*/ 1089613 h 6858000"/>
              <a:gd name="connsiteX762" fmla="*/ 427020 w 7467600"/>
              <a:gd name="connsiteY762" fmla="*/ 1619803 h 6858000"/>
              <a:gd name="connsiteX763" fmla="*/ 340345 w 7467600"/>
              <a:gd name="connsiteY763" fmla="*/ 2027739 h 6858000"/>
              <a:gd name="connsiteX764" fmla="*/ 360865 w 7467600"/>
              <a:gd name="connsiteY764" fmla="*/ 2044827 h 6858000"/>
              <a:gd name="connsiteX765" fmla="*/ 560414 w 7467600"/>
              <a:gd name="connsiteY765" fmla="*/ 2421457 h 6858000"/>
              <a:gd name="connsiteX766" fmla="*/ 1359703 w 7467600"/>
              <a:gd name="connsiteY766" fmla="*/ 2578554 h 6858000"/>
              <a:gd name="connsiteX767" fmla="*/ 1359422 w 7467600"/>
              <a:gd name="connsiteY767" fmla="*/ 2577994 h 6858000"/>
              <a:gd name="connsiteX768" fmla="*/ 828701 w 7467600"/>
              <a:gd name="connsiteY768" fmla="*/ 1839520 h 6858000"/>
              <a:gd name="connsiteX769" fmla="*/ 494427 w 7467600"/>
              <a:gd name="connsiteY769" fmla="*/ 1092333 h 6858000"/>
              <a:gd name="connsiteX770" fmla="*/ 506322 w 7467600"/>
              <a:gd name="connsiteY770" fmla="*/ 1020997 h 6858000"/>
              <a:gd name="connsiteX771" fmla="*/ 4570198 w 7467600"/>
              <a:gd name="connsiteY771" fmla="*/ 978081 h 6858000"/>
              <a:gd name="connsiteX772" fmla="*/ 4523691 w 7467600"/>
              <a:gd name="connsiteY772" fmla="*/ 1127776 h 6858000"/>
              <a:gd name="connsiteX773" fmla="*/ 4509875 w 7467600"/>
              <a:gd name="connsiteY773" fmla="*/ 1167552 h 6858000"/>
              <a:gd name="connsiteX774" fmla="*/ 4478168 w 7467600"/>
              <a:gd name="connsiteY774" fmla="*/ 1260735 h 6858000"/>
              <a:gd name="connsiteX775" fmla="*/ 4409309 w 7467600"/>
              <a:gd name="connsiteY775" fmla="*/ 1666996 h 6858000"/>
              <a:gd name="connsiteX776" fmla="*/ 4370031 w 7467600"/>
              <a:gd name="connsiteY776" fmla="*/ 1955666 h 6858000"/>
              <a:gd name="connsiteX777" fmla="*/ 4570198 w 7467600"/>
              <a:gd name="connsiteY777" fmla="*/ 978081 h 6858000"/>
              <a:gd name="connsiteX778" fmla="*/ 4557898 w 7467600"/>
              <a:gd name="connsiteY778" fmla="*/ 900011 h 6858000"/>
              <a:gd name="connsiteX779" fmla="*/ 4344840 w 7467600"/>
              <a:gd name="connsiteY779" fmla="*/ 1922038 h 6858000"/>
              <a:gd name="connsiteX780" fmla="*/ 4378710 w 7467600"/>
              <a:gd name="connsiteY780" fmla="*/ 1665516 h 6858000"/>
              <a:gd name="connsiteX781" fmla="*/ 4448798 w 7467600"/>
              <a:gd name="connsiteY781" fmla="*/ 1253024 h 6858000"/>
              <a:gd name="connsiteX782" fmla="*/ 4480315 w 7467600"/>
              <a:gd name="connsiteY782" fmla="*/ 1158454 h 6858000"/>
              <a:gd name="connsiteX783" fmla="*/ 4494133 w 7467600"/>
              <a:gd name="connsiteY783" fmla="*/ 1118676 h 6858000"/>
              <a:gd name="connsiteX784" fmla="*/ 4557898 w 7467600"/>
              <a:gd name="connsiteY784" fmla="*/ 900011 h 6858000"/>
              <a:gd name="connsiteX785" fmla="*/ 5870151 w 7467600"/>
              <a:gd name="connsiteY785" fmla="*/ 898890 h 6858000"/>
              <a:gd name="connsiteX786" fmla="*/ 5861335 w 7467600"/>
              <a:gd name="connsiteY786" fmla="*/ 899177 h 6858000"/>
              <a:gd name="connsiteX787" fmla="*/ 5843702 w 7467600"/>
              <a:gd name="connsiteY787" fmla="*/ 899748 h 6858000"/>
              <a:gd name="connsiteX788" fmla="*/ 5651107 w 7467600"/>
              <a:gd name="connsiteY788" fmla="*/ 920306 h 6858000"/>
              <a:gd name="connsiteX789" fmla="*/ 5459407 w 7467600"/>
              <a:gd name="connsiteY789" fmla="*/ 940975 h 6858000"/>
              <a:gd name="connsiteX790" fmla="*/ 5374846 w 7467600"/>
              <a:gd name="connsiteY790" fmla="*/ 941988 h 6858000"/>
              <a:gd name="connsiteX791" fmla="*/ 5256105 w 7467600"/>
              <a:gd name="connsiteY791" fmla="*/ 945632 h 6858000"/>
              <a:gd name="connsiteX792" fmla="*/ 5107071 w 7467600"/>
              <a:gd name="connsiteY792" fmla="*/ 969720 h 6858000"/>
              <a:gd name="connsiteX793" fmla="*/ 4998681 w 7467600"/>
              <a:gd name="connsiteY793" fmla="*/ 988771 h 6858000"/>
              <a:gd name="connsiteX794" fmla="*/ 5870151 w 7467600"/>
              <a:gd name="connsiteY794" fmla="*/ 898890 h 6858000"/>
              <a:gd name="connsiteX795" fmla="*/ 5504425 w 7467600"/>
              <a:gd name="connsiteY795" fmla="*/ 848067 h 6858000"/>
              <a:gd name="connsiteX796" fmla="*/ 4968849 w 7467600"/>
              <a:gd name="connsiteY796" fmla="*/ 962318 h 6858000"/>
              <a:gd name="connsiteX797" fmla="*/ 5104039 w 7467600"/>
              <a:gd name="connsiteY797" fmla="*/ 940634 h 6858000"/>
              <a:gd name="connsiteX798" fmla="*/ 5256311 w 7467600"/>
              <a:gd name="connsiteY798" fmla="*/ 916490 h 6858000"/>
              <a:gd name="connsiteX799" fmla="*/ 5377381 w 7467600"/>
              <a:gd name="connsiteY799" fmla="*/ 912671 h 6858000"/>
              <a:gd name="connsiteX800" fmla="*/ 5460148 w 7467600"/>
              <a:gd name="connsiteY800" fmla="*/ 911442 h 6858000"/>
              <a:gd name="connsiteX801" fmla="*/ 5648971 w 7467600"/>
              <a:gd name="connsiteY801" fmla="*/ 891331 h 6858000"/>
              <a:gd name="connsiteX802" fmla="*/ 5844807 w 7467600"/>
              <a:gd name="connsiteY802" fmla="*/ 870718 h 6858000"/>
              <a:gd name="connsiteX803" fmla="*/ 5862975 w 7467600"/>
              <a:gd name="connsiteY803" fmla="*/ 869756 h 6858000"/>
              <a:gd name="connsiteX804" fmla="*/ 5920887 w 7467600"/>
              <a:gd name="connsiteY804" fmla="*/ 865929 h 6858000"/>
              <a:gd name="connsiteX805" fmla="*/ 5504425 w 7467600"/>
              <a:gd name="connsiteY805" fmla="*/ 848067 h 6858000"/>
              <a:gd name="connsiteX806" fmla="*/ 3607114 w 7467600"/>
              <a:gd name="connsiteY806" fmla="*/ 467441 h 6858000"/>
              <a:gd name="connsiteX807" fmla="*/ 3296242 w 7467600"/>
              <a:gd name="connsiteY807" fmla="*/ 807991 h 6858000"/>
              <a:gd name="connsiteX808" fmla="*/ 3174674 w 7467600"/>
              <a:gd name="connsiteY808" fmla="*/ 919759 h 6858000"/>
              <a:gd name="connsiteX809" fmla="*/ 3042978 w 7467600"/>
              <a:gd name="connsiteY809" fmla="*/ 1054894 h 6858000"/>
              <a:gd name="connsiteX810" fmla="*/ 2968914 w 7467600"/>
              <a:gd name="connsiteY810" fmla="*/ 1133756 h 6858000"/>
              <a:gd name="connsiteX811" fmla="*/ 3103823 w 7467600"/>
              <a:gd name="connsiteY811" fmla="*/ 1026814 h 6858000"/>
              <a:gd name="connsiteX812" fmla="*/ 3607114 w 7467600"/>
              <a:gd name="connsiteY812" fmla="*/ 467441 h 6858000"/>
              <a:gd name="connsiteX813" fmla="*/ 3744487 w 7467600"/>
              <a:gd name="connsiteY813" fmla="*/ 383136 h 6858000"/>
              <a:gd name="connsiteX814" fmla="*/ 3970213 w 7467600"/>
              <a:gd name="connsiteY814" fmla="*/ 995559 h 6858000"/>
              <a:gd name="connsiteX815" fmla="*/ 3744487 w 7467600"/>
              <a:gd name="connsiteY815" fmla="*/ 383136 h 6858000"/>
              <a:gd name="connsiteX816" fmla="*/ 3624562 w 7467600"/>
              <a:gd name="connsiteY816" fmla="*/ 367041 h 6858000"/>
              <a:gd name="connsiteX817" fmla="*/ 3489712 w 7467600"/>
              <a:gd name="connsiteY817" fmla="*/ 485386 h 6858000"/>
              <a:gd name="connsiteX818" fmla="*/ 3182994 w 7467600"/>
              <a:gd name="connsiteY818" fmla="*/ 828265 h 6858000"/>
              <a:gd name="connsiteX819" fmla="*/ 2892114 w 7467600"/>
              <a:gd name="connsiteY819" fmla="*/ 1172635 h 6858000"/>
              <a:gd name="connsiteX820" fmla="*/ 3021459 w 7467600"/>
              <a:gd name="connsiteY820" fmla="*/ 1035385 h 6858000"/>
              <a:gd name="connsiteX821" fmla="*/ 3153873 w 7467600"/>
              <a:gd name="connsiteY821" fmla="*/ 898971 h 6858000"/>
              <a:gd name="connsiteX822" fmla="*/ 3276511 w 7467600"/>
              <a:gd name="connsiteY822" fmla="*/ 786423 h 6858000"/>
              <a:gd name="connsiteX823" fmla="*/ 3584154 w 7467600"/>
              <a:gd name="connsiteY823" fmla="*/ 448218 h 6858000"/>
              <a:gd name="connsiteX824" fmla="*/ 3624562 w 7467600"/>
              <a:gd name="connsiteY824" fmla="*/ 367041 h 6858000"/>
              <a:gd name="connsiteX825" fmla="*/ 3766672 w 7467600"/>
              <a:gd name="connsiteY825" fmla="*/ 359429 h 6858000"/>
              <a:gd name="connsiteX826" fmla="*/ 3996338 w 7467600"/>
              <a:gd name="connsiteY826" fmla="*/ 968237 h 6858000"/>
              <a:gd name="connsiteX827" fmla="*/ 3766672 w 7467600"/>
              <a:gd name="connsiteY827" fmla="*/ 359429 h 6858000"/>
              <a:gd name="connsiteX828" fmla="*/ 5805386 w 7467600"/>
              <a:gd name="connsiteY828" fmla="*/ 239240 h 6858000"/>
              <a:gd name="connsiteX829" fmla="*/ 5736947 w 7467600"/>
              <a:gd name="connsiteY829" fmla="*/ 261367 h 6858000"/>
              <a:gd name="connsiteX830" fmla="*/ 5427012 w 7467600"/>
              <a:gd name="connsiteY830" fmla="*/ 311272 h 6858000"/>
              <a:gd name="connsiteX831" fmla="*/ 5147818 w 7467600"/>
              <a:gd name="connsiteY831" fmla="*/ 322112 h 6858000"/>
              <a:gd name="connsiteX832" fmla="*/ 5060854 w 7467600"/>
              <a:gd name="connsiteY832" fmla="*/ 311882 h 6858000"/>
              <a:gd name="connsiteX833" fmla="*/ 4945989 w 7467600"/>
              <a:gd name="connsiteY833" fmla="*/ 300516 h 6858000"/>
              <a:gd name="connsiteX834" fmla="*/ 5410479 w 7467600"/>
              <a:gd name="connsiteY834" fmla="*/ 348434 h 6858000"/>
              <a:gd name="connsiteX835" fmla="*/ 5805386 w 7467600"/>
              <a:gd name="connsiteY835" fmla="*/ 239240 h 6858000"/>
              <a:gd name="connsiteX836" fmla="*/ 5905192 w 7467600"/>
              <a:gd name="connsiteY836" fmla="*/ 163079 h 6858000"/>
              <a:gd name="connsiteX837" fmla="*/ 5865655 w 7467600"/>
              <a:gd name="connsiteY837" fmla="*/ 171901 h 6858000"/>
              <a:gd name="connsiteX838" fmla="*/ 5259740 w 7467600"/>
              <a:gd name="connsiteY838" fmla="*/ 257013 h 6858000"/>
              <a:gd name="connsiteX839" fmla="*/ 5208466 w 7467600"/>
              <a:gd name="connsiteY839" fmla="*/ 257550 h 6858000"/>
              <a:gd name="connsiteX840" fmla="*/ 4980204 w 7467600"/>
              <a:gd name="connsiteY840" fmla="*/ 271903 h 6858000"/>
              <a:gd name="connsiteX841" fmla="*/ 5068068 w 7467600"/>
              <a:gd name="connsiteY841" fmla="*/ 282244 h 6858000"/>
              <a:gd name="connsiteX842" fmla="*/ 5153231 w 7467600"/>
              <a:gd name="connsiteY842" fmla="*/ 292240 h 6858000"/>
              <a:gd name="connsiteX843" fmla="*/ 5426491 w 7467600"/>
              <a:gd name="connsiteY843" fmla="*/ 281128 h 6858000"/>
              <a:gd name="connsiteX844" fmla="*/ 5731212 w 7467600"/>
              <a:gd name="connsiteY844" fmla="*/ 231951 h 6858000"/>
              <a:gd name="connsiteX845" fmla="*/ 5905192 w 7467600"/>
              <a:gd name="connsiteY845" fmla="*/ 163079 h 6858000"/>
              <a:gd name="connsiteX846" fmla="*/ 5944437 w 7467600"/>
              <a:gd name="connsiteY846" fmla="*/ 113829 h 6858000"/>
              <a:gd name="connsiteX847" fmla="*/ 5825032 w 7467600"/>
              <a:gd name="connsiteY847" fmla="*/ 146405 h 6858000"/>
              <a:gd name="connsiteX848" fmla="*/ 4955599 w 7467600"/>
              <a:gd name="connsiteY848" fmla="*/ 247008 h 6858000"/>
              <a:gd name="connsiteX849" fmla="*/ 5210104 w 7467600"/>
              <a:gd name="connsiteY849" fmla="*/ 228123 h 6858000"/>
              <a:gd name="connsiteX850" fmla="*/ 5261015 w 7467600"/>
              <a:gd name="connsiteY850" fmla="*/ 227087 h 6858000"/>
              <a:gd name="connsiteX851" fmla="*/ 5861181 w 7467600"/>
              <a:gd name="connsiteY851" fmla="*/ 143093 h 6858000"/>
              <a:gd name="connsiteX852" fmla="*/ 5961252 w 7467600"/>
              <a:gd name="connsiteY852" fmla="*/ 114820 h 6858000"/>
              <a:gd name="connsiteX853" fmla="*/ 5944437 w 7467600"/>
              <a:gd name="connsiteY853" fmla="*/ 113829 h 6858000"/>
              <a:gd name="connsiteX854" fmla="*/ 3882765 w 7467600"/>
              <a:gd name="connsiteY854" fmla="*/ 0 h 6858000"/>
              <a:gd name="connsiteX855" fmla="*/ 3995099 w 7467600"/>
              <a:gd name="connsiteY855" fmla="*/ 0 h 6858000"/>
              <a:gd name="connsiteX856" fmla="*/ 4163818 w 7467600"/>
              <a:gd name="connsiteY856" fmla="*/ 234104 h 6858000"/>
              <a:gd name="connsiteX857" fmla="*/ 4172099 w 7467600"/>
              <a:gd name="connsiteY857" fmla="*/ 234207 h 6858000"/>
              <a:gd name="connsiteX858" fmla="*/ 4784282 w 7467600"/>
              <a:gd name="connsiteY858" fmla="*/ 276561 h 6858000"/>
              <a:gd name="connsiteX859" fmla="*/ 4801687 w 7467600"/>
              <a:gd name="connsiteY859" fmla="*/ 267764 h 6858000"/>
              <a:gd name="connsiteX860" fmla="*/ 6082788 w 7467600"/>
              <a:gd name="connsiteY860" fmla="*/ 64119 h 6858000"/>
              <a:gd name="connsiteX861" fmla="*/ 6099442 w 7467600"/>
              <a:gd name="connsiteY861" fmla="*/ 82568 h 6858000"/>
              <a:gd name="connsiteX862" fmla="*/ 4804137 w 7467600"/>
              <a:gd name="connsiteY862" fmla="*/ 320931 h 6858000"/>
              <a:gd name="connsiteX863" fmla="*/ 4227047 w 7467600"/>
              <a:gd name="connsiteY863" fmla="*/ 313415 h 6858000"/>
              <a:gd name="connsiteX864" fmla="*/ 4346041 w 7467600"/>
              <a:gd name="connsiteY864" fmla="*/ 456086 h 6858000"/>
              <a:gd name="connsiteX865" fmla="*/ 4870967 w 7467600"/>
              <a:gd name="connsiteY865" fmla="*/ 963061 h 6858000"/>
              <a:gd name="connsiteX866" fmla="*/ 4889647 w 7467600"/>
              <a:gd name="connsiteY866" fmla="*/ 957147 h 6858000"/>
              <a:gd name="connsiteX867" fmla="*/ 5422504 w 7467600"/>
              <a:gd name="connsiteY867" fmla="*/ 805191 h 6858000"/>
              <a:gd name="connsiteX868" fmla="*/ 6087656 w 7467600"/>
              <a:gd name="connsiteY868" fmla="*/ 826703 h 6858000"/>
              <a:gd name="connsiteX869" fmla="*/ 6058717 w 7467600"/>
              <a:gd name="connsiteY869" fmla="*/ 865992 h 6858000"/>
              <a:gd name="connsiteX870" fmla="*/ 4974153 w 7467600"/>
              <a:gd name="connsiteY870" fmla="*/ 1045456 h 6858000"/>
              <a:gd name="connsiteX871" fmla="*/ 5627835 w 7467600"/>
              <a:gd name="connsiteY871" fmla="*/ 1472077 h 6858000"/>
              <a:gd name="connsiteX872" fmla="*/ 5629817 w 7467600"/>
              <a:gd name="connsiteY872" fmla="*/ 1471412 h 6858000"/>
              <a:gd name="connsiteX873" fmla="*/ 5634124 w 7467600"/>
              <a:gd name="connsiteY873" fmla="*/ 1470572 h 6858000"/>
              <a:gd name="connsiteX874" fmla="*/ 5755832 w 7467600"/>
              <a:gd name="connsiteY874" fmla="*/ 1383886 h 6858000"/>
              <a:gd name="connsiteX875" fmla="*/ 6014186 w 7467600"/>
              <a:gd name="connsiteY875" fmla="*/ 1279799 h 6858000"/>
              <a:gd name="connsiteX876" fmla="*/ 6901619 w 7467600"/>
              <a:gd name="connsiteY876" fmla="*/ 1047874 h 6858000"/>
              <a:gd name="connsiteX877" fmla="*/ 6931566 w 7467600"/>
              <a:gd name="connsiteY877" fmla="*/ 1062034 h 6858000"/>
              <a:gd name="connsiteX878" fmla="*/ 5790982 w 7467600"/>
              <a:gd name="connsiteY878" fmla="*/ 1561380 h 6858000"/>
              <a:gd name="connsiteX879" fmla="*/ 6188971 w 7467600"/>
              <a:gd name="connsiteY879" fmla="*/ 1755168 h 6858000"/>
              <a:gd name="connsiteX880" fmla="*/ 6202446 w 7467600"/>
              <a:gd name="connsiteY880" fmla="*/ 1752268 h 6858000"/>
              <a:gd name="connsiteX881" fmla="*/ 7179560 w 7467600"/>
              <a:gd name="connsiteY881" fmla="*/ 1467551 h 6858000"/>
              <a:gd name="connsiteX882" fmla="*/ 7158730 w 7467600"/>
              <a:gd name="connsiteY882" fmla="*/ 1507835 h 6858000"/>
              <a:gd name="connsiteX883" fmla="*/ 6326959 w 7467600"/>
              <a:gd name="connsiteY883" fmla="*/ 1817686 h 6858000"/>
              <a:gd name="connsiteX884" fmla="*/ 6537433 w 7467600"/>
              <a:gd name="connsiteY884" fmla="*/ 1907790 h 6858000"/>
              <a:gd name="connsiteX885" fmla="*/ 6550221 w 7467600"/>
              <a:gd name="connsiteY885" fmla="*/ 1910729 h 6858000"/>
              <a:gd name="connsiteX886" fmla="*/ 6964438 w 7467600"/>
              <a:gd name="connsiteY886" fmla="*/ 2209505 h 6858000"/>
              <a:gd name="connsiteX887" fmla="*/ 7367862 w 7467600"/>
              <a:gd name="connsiteY887" fmla="*/ 2806833 h 6858000"/>
              <a:gd name="connsiteX888" fmla="*/ 7364329 w 7467600"/>
              <a:gd name="connsiteY888" fmla="*/ 2826907 h 6858000"/>
              <a:gd name="connsiteX889" fmla="*/ 7290545 w 7467600"/>
              <a:gd name="connsiteY889" fmla="*/ 2850663 h 6858000"/>
              <a:gd name="connsiteX890" fmla="*/ 6472036 w 7467600"/>
              <a:gd name="connsiteY890" fmla="*/ 1959003 h 6858000"/>
              <a:gd name="connsiteX891" fmla="*/ 5792897 w 7467600"/>
              <a:gd name="connsiteY891" fmla="*/ 1647747 h 6858000"/>
              <a:gd name="connsiteX892" fmla="*/ 5842751 w 7467600"/>
              <a:gd name="connsiteY892" fmla="*/ 1816112 h 6858000"/>
              <a:gd name="connsiteX893" fmla="*/ 5847424 w 7467600"/>
              <a:gd name="connsiteY893" fmla="*/ 1815776 h 6858000"/>
              <a:gd name="connsiteX894" fmla="*/ 6399821 w 7467600"/>
              <a:gd name="connsiteY894" fmla="*/ 2344799 h 6858000"/>
              <a:gd name="connsiteX895" fmla="*/ 6323232 w 7467600"/>
              <a:gd name="connsiteY895" fmla="*/ 2389634 h 6858000"/>
              <a:gd name="connsiteX896" fmla="*/ 5942958 w 7467600"/>
              <a:gd name="connsiteY896" fmla="*/ 2077708 h 6858000"/>
              <a:gd name="connsiteX897" fmla="*/ 5921559 w 7467600"/>
              <a:gd name="connsiteY897" fmla="*/ 2378596 h 6858000"/>
              <a:gd name="connsiteX898" fmla="*/ 5817651 w 7467600"/>
              <a:gd name="connsiteY898" fmla="*/ 3023919 h 6858000"/>
              <a:gd name="connsiteX899" fmla="*/ 5729634 w 7467600"/>
              <a:gd name="connsiteY899" fmla="*/ 3051849 h 6858000"/>
              <a:gd name="connsiteX900" fmla="*/ 5611018 w 7467600"/>
              <a:gd name="connsiteY900" fmla="*/ 2316769 h 6858000"/>
              <a:gd name="connsiteX901" fmla="*/ 5687608 w 7467600"/>
              <a:gd name="connsiteY901" fmla="*/ 2039972 h 6858000"/>
              <a:gd name="connsiteX902" fmla="*/ 5657554 w 7467600"/>
              <a:gd name="connsiteY902" fmla="*/ 1576445 h 6858000"/>
              <a:gd name="connsiteX903" fmla="*/ 5150475 w 7467600"/>
              <a:gd name="connsiteY903" fmla="*/ 1274012 h 6858000"/>
              <a:gd name="connsiteX904" fmla="*/ 5349142 w 7467600"/>
              <a:gd name="connsiteY904" fmla="*/ 2204405 h 6858000"/>
              <a:gd name="connsiteX905" fmla="*/ 5262214 w 7467600"/>
              <a:gd name="connsiteY905" fmla="*/ 2233836 h 6858000"/>
              <a:gd name="connsiteX906" fmla="*/ 4981539 w 7467600"/>
              <a:gd name="connsiteY906" fmla="*/ 1542201 h 6858000"/>
              <a:gd name="connsiteX907" fmla="*/ 4958461 w 7467600"/>
              <a:gd name="connsiteY907" fmla="*/ 1136957 h 6858000"/>
              <a:gd name="connsiteX908" fmla="*/ 4655015 w 7467600"/>
              <a:gd name="connsiteY908" fmla="*/ 891426 h 6858000"/>
              <a:gd name="connsiteX909" fmla="*/ 4348002 w 7467600"/>
              <a:gd name="connsiteY909" fmla="*/ 2205895 h 6858000"/>
              <a:gd name="connsiteX910" fmla="*/ 4262250 w 7467600"/>
              <a:gd name="connsiteY910" fmla="*/ 2219972 h 6858000"/>
              <a:gd name="connsiteX911" fmla="*/ 4550611 w 7467600"/>
              <a:gd name="connsiteY911" fmla="*/ 817540 h 6858000"/>
              <a:gd name="connsiteX912" fmla="*/ 4564418 w 7467600"/>
              <a:gd name="connsiteY912" fmla="*/ 808293 h 6858000"/>
              <a:gd name="connsiteX913" fmla="*/ 4266388 w 7467600"/>
              <a:gd name="connsiteY913" fmla="*/ 500083 h 6858000"/>
              <a:gd name="connsiteX914" fmla="*/ 4032842 w 7467600"/>
              <a:gd name="connsiteY914" fmla="*/ 211809 h 6858000"/>
              <a:gd name="connsiteX915" fmla="*/ 3882765 w 7467600"/>
              <a:gd name="connsiteY915" fmla="*/ 0 h 6858000"/>
              <a:gd name="connsiteX916" fmla="*/ 3721337 w 7467600"/>
              <a:gd name="connsiteY916" fmla="*/ 0 h 6858000"/>
              <a:gd name="connsiteX917" fmla="*/ 3797544 w 7467600"/>
              <a:gd name="connsiteY917" fmla="*/ 0 h 6858000"/>
              <a:gd name="connsiteX918" fmla="*/ 3775734 w 7467600"/>
              <a:gd name="connsiteY918" fmla="*/ 95131 h 6858000"/>
              <a:gd name="connsiteX919" fmla="*/ 3724807 w 7467600"/>
              <a:gd name="connsiteY919" fmla="*/ 272257 h 6858000"/>
              <a:gd name="connsiteX920" fmla="*/ 3726844 w 7467600"/>
              <a:gd name="connsiteY920" fmla="*/ 282988 h 6858000"/>
              <a:gd name="connsiteX921" fmla="*/ 3742664 w 7467600"/>
              <a:gd name="connsiteY921" fmla="*/ 279918 h 6858000"/>
              <a:gd name="connsiteX922" fmla="*/ 4103910 w 7467600"/>
              <a:gd name="connsiteY922" fmla="*/ 1161917 h 6858000"/>
              <a:gd name="connsiteX923" fmla="*/ 4020269 w 7467600"/>
              <a:gd name="connsiteY923" fmla="*/ 1200406 h 6858000"/>
              <a:gd name="connsiteX924" fmla="*/ 3674882 w 7467600"/>
              <a:gd name="connsiteY924" fmla="*/ 488524 h 6858000"/>
              <a:gd name="connsiteX925" fmla="*/ 3132682 w 7467600"/>
              <a:gd name="connsiteY925" fmla="*/ 1072284 h 6858000"/>
              <a:gd name="connsiteX926" fmla="*/ 2716346 w 7467600"/>
              <a:gd name="connsiteY926" fmla="*/ 1276376 h 6858000"/>
              <a:gd name="connsiteX927" fmla="*/ 2716772 w 7467600"/>
              <a:gd name="connsiteY927" fmla="*/ 1255462 h 6858000"/>
              <a:gd name="connsiteX928" fmla="*/ 3471096 w 7467600"/>
              <a:gd name="connsiteY928" fmla="*/ 437072 h 6858000"/>
              <a:gd name="connsiteX929" fmla="*/ 3639057 w 7467600"/>
              <a:gd name="connsiteY929" fmla="*/ 286334 h 6858000"/>
              <a:gd name="connsiteX930" fmla="*/ 3640309 w 7467600"/>
              <a:gd name="connsiteY930" fmla="*/ 284664 h 6858000"/>
              <a:gd name="connsiteX931" fmla="*/ 3646022 w 7467600"/>
              <a:gd name="connsiteY931" fmla="*/ 276711 h 6858000"/>
              <a:gd name="connsiteX932" fmla="*/ 3707943 w 7467600"/>
              <a:gd name="connsiteY932" fmla="*/ 65958 h 6858000"/>
              <a:gd name="connsiteX933" fmla="*/ 3721337 w 7467600"/>
              <a:gd name="connsiteY933" fmla="*/ 0 h 6858000"/>
              <a:gd name="connsiteX934" fmla="*/ 2867960 w 7467600"/>
              <a:gd name="connsiteY934" fmla="*/ 0 h 6858000"/>
              <a:gd name="connsiteX935" fmla="*/ 2926351 w 7467600"/>
              <a:gd name="connsiteY935" fmla="*/ 0 h 6858000"/>
              <a:gd name="connsiteX936" fmla="*/ 2902823 w 7467600"/>
              <a:gd name="connsiteY936" fmla="*/ 262929 h 6858000"/>
              <a:gd name="connsiteX937" fmla="*/ 2940663 w 7467600"/>
              <a:gd name="connsiteY937" fmla="*/ 140884 h 6858000"/>
              <a:gd name="connsiteX938" fmla="*/ 2947039 w 7467600"/>
              <a:gd name="connsiteY938" fmla="*/ 122524 h 6858000"/>
              <a:gd name="connsiteX939" fmla="*/ 2984316 w 7467600"/>
              <a:gd name="connsiteY939" fmla="*/ 0 h 6858000"/>
              <a:gd name="connsiteX940" fmla="*/ 3016114 w 7467600"/>
              <a:gd name="connsiteY940" fmla="*/ 0 h 6858000"/>
              <a:gd name="connsiteX941" fmla="*/ 2979949 w 7467600"/>
              <a:gd name="connsiteY941" fmla="*/ 119274 h 6858000"/>
              <a:gd name="connsiteX942" fmla="*/ 3023879 w 7467600"/>
              <a:gd name="connsiteY942" fmla="*/ 0 h 6858000"/>
              <a:gd name="connsiteX943" fmla="*/ 3105400 w 7467600"/>
              <a:gd name="connsiteY943" fmla="*/ 0 h 6858000"/>
              <a:gd name="connsiteX944" fmla="*/ 3094669 w 7467600"/>
              <a:gd name="connsiteY944" fmla="*/ 30308 h 6858000"/>
              <a:gd name="connsiteX945" fmla="*/ 2901945 w 7467600"/>
              <a:gd name="connsiteY945" fmla="*/ 466538 h 6858000"/>
              <a:gd name="connsiteX946" fmla="*/ 2815209 w 7467600"/>
              <a:gd name="connsiteY946" fmla="*/ 497361 h 6858000"/>
              <a:gd name="connsiteX947" fmla="*/ 2844845 w 7467600"/>
              <a:gd name="connsiteY947" fmla="*/ 127638 h 6858000"/>
              <a:gd name="connsiteX948" fmla="*/ 2867960 w 7467600"/>
              <a:gd name="connsiteY948" fmla="*/ 0 h 6858000"/>
              <a:gd name="connsiteX949" fmla="*/ 1057230 w 7467600"/>
              <a:gd name="connsiteY949" fmla="*/ 0 h 6858000"/>
              <a:gd name="connsiteX950" fmla="*/ 1111003 w 7467600"/>
              <a:gd name="connsiteY950" fmla="*/ 0 h 6858000"/>
              <a:gd name="connsiteX951" fmla="*/ 1125553 w 7467600"/>
              <a:gd name="connsiteY951" fmla="*/ 52588 h 6858000"/>
              <a:gd name="connsiteX952" fmla="*/ 1304276 w 7467600"/>
              <a:gd name="connsiteY952" fmla="*/ 476275 h 6858000"/>
              <a:gd name="connsiteX953" fmla="*/ 1492066 w 7467600"/>
              <a:gd name="connsiteY953" fmla="*/ 886333 h 6858000"/>
              <a:gd name="connsiteX954" fmla="*/ 1423698 w 7467600"/>
              <a:gd name="connsiteY954" fmla="*/ 710817 h 6858000"/>
              <a:gd name="connsiteX955" fmla="*/ 1357609 w 7467600"/>
              <a:gd name="connsiteY955" fmla="*/ 532892 h 6858000"/>
              <a:gd name="connsiteX956" fmla="*/ 1309550 w 7467600"/>
              <a:gd name="connsiteY956" fmla="*/ 374031 h 6858000"/>
              <a:gd name="connsiteX957" fmla="*/ 1193673 w 7467600"/>
              <a:gd name="connsiteY957" fmla="*/ 49533 h 6858000"/>
              <a:gd name="connsiteX958" fmla="*/ 1164391 w 7467600"/>
              <a:gd name="connsiteY958" fmla="*/ 0 h 6858000"/>
              <a:gd name="connsiteX959" fmla="*/ 1200666 w 7467600"/>
              <a:gd name="connsiteY959" fmla="*/ 0 h 6858000"/>
              <a:gd name="connsiteX960" fmla="*/ 1223408 w 7467600"/>
              <a:gd name="connsiteY960" fmla="*/ 38996 h 6858000"/>
              <a:gd name="connsiteX961" fmla="*/ 1339635 w 7467600"/>
              <a:gd name="connsiteY961" fmla="*/ 365517 h 6858000"/>
              <a:gd name="connsiteX962" fmla="*/ 1387469 w 7467600"/>
              <a:gd name="connsiteY962" fmla="*/ 523079 h 6858000"/>
              <a:gd name="connsiteX963" fmla="*/ 1452685 w 7467600"/>
              <a:gd name="connsiteY963" fmla="*/ 699806 h 6858000"/>
              <a:gd name="connsiteX964" fmla="*/ 1492092 w 7467600"/>
              <a:gd name="connsiteY964" fmla="*/ 800424 h 6858000"/>
              <a:gd name="connsiteX965" fmla="*/ 1455302 w 7467600"/>
              <a:gd name="connsiteY965" fmla="*/ 632913 h 6858000"/>
              <a:gd name="connsiteX966" fmla="*/ 1222336 w 7467600"/>
              <a:gd name="connsiteY966" fmla="*/ 9480 h 6858000"/>
              <a:gd name="connsiteX967" fmla="*/ 1214634 w 7467600"/>
              <a:gd name="connsiteY967" fmla="*/ 0 h 6858000"/>
              <a:gd name="connsiteX968" fmla="*/ 1289827 w 7467600"/>
              <a:gd name="connsiteY968" fmla="*/ 0 h 6858000"/>
              <a:gd name="connsiteX969" fmla="*/ 1321076 w 7467600"/>
              <a:gd name="connsiteY969" fmla="*/ 59722 h 6858000"/>
              <a:gd name="connsiteX970" fmla="*/ 1512579 w 7467600"/>
              <a:gd name="connsiteY970" fmla="*/ 626441 h 6858000"/>
              <a:gd name="connsiteX971" fmla="*/ 1506076 w 7467600"/>
              <a:gd name="connsiteY971" fmla="*/ 1089289 h 6858000"/>
              <a:gd name="connsiteX972" fmla="*/ 1486346 w 7467600"/>
              <a:gd name="connsiteY972" fmla="*/ 1079919 h 6858000"/>
              <a:gd name="connsiteX973" fmla="*/ 1070511 w 7467600"/>
              <a:gd name="connsiteY973" fmla="*/ 48609 h 6858000"/>
              <a:gd name="connsiteX974" fmla="*/ 1057230 w 7467600"/>
              <a:gd name="connsiteY974" fmla="*/ 0 h 6858000"/>
              <a:gd name="connsiteX975" fmla="*/ 43151 w 7467600"/>
              <a:gd name="connsiteY975" fmla="*/ 0 h 6858000"/>
              <a:gd name="connsiteX976" fmla="*/ 95283 w 7467600"/>
              <a:gd name="connsiteY976" fmla="*/ 0 h 6858000"/>
              <a:gd name="connsiteX977" fmla="*/ 300708 w 7467600"/>
              <a:gd name="connsiteY977" fmla="*/ 154571 h 6858000"/>
              <a:gd name="connsiteX978" fmla="*/ 530414 w 7467600"/>
              <a:gd name="connsiteY978" fmla="*/ 354673 h 6858000"/>
              <a:gd name="connsiteX979" fmla="*/ 333785 w 7467600"/>
              <a:gd name="connsiteY979" fmla="*/ 161564 h 6858000"/>
              <a:gd name="connsiteX980" fmla="*/ 147005 w 7467600"/>
              <a:gd name="connsiteY980" fmla="*/ 0 h 6858000"/>
              <a:gd name="connsiteX981" fmla="*/ 272509 w 7467600"/>
              <a:gd name="connsiteY981" fmla="*/ 0 h 6858000"/>
              <a:gd name="connsiteX982" fmla="*/ 326276 w 7467600"/>
              <a:gd name="connsiteY982" fmla="*/ 45847 h 6858000"/>
              <a:gd name="connsiteX983" fmla="*/ 823759 w 7467600"/>
              <a:gd name="connsiteY983" fmla="*/ 574145 h 6858000"/>
              <a:gd name="connsiteX984" fmla="*/ 811254 w 7467600"/>
              <a:gd name="connsiteY984" fmla="*/ 665546 h 6858000"/>
              <a:gd name="connsiteX985" fmla="*/ 154042 w 7467600"/>
              <a:gd name="connsiteY985" fmla="*/ 261522 h 6858000"/>
              <a:gd name="connsiteX986" fmla="*/ 13550 w 7467600"/>
              <a:gd name="connsiteY986" fmla="*/ 158423 h 6858000"/>
              <a:gd name="connsiteX987" fmla="*/ 0 w 7467600"/>
              <a:gd name="connsiteY987" fmla="*/ 146618 h 6858000"/>
              <a:gd name="connsiteX988" fmla="*/ 0 w 7467600"/>
              <a:gd name="connsiteY988" fmla="*/ 59161 h 6858000"/>
              <a:gd name="connsiteX989" fmla="*/ 45427 w 7467600"/>
              <a:gd name="connsiteY989" fmla="*/ 101078 h 6858000"/>
              <a:gd name="connsiteX990" fmla="*/ 630103 w 7467600"/>
              <a:gd name="connsiteY990" fmla="*/ 485885 h 6858000"/>
              <a:gd name="connsiteX991" fmla="*/ 532040 w 7467600"/>
              <a:gd name="connsiteY991" fmla="*/ 399359 h 6858000"/>
              <a:gd name="connsiteX992" fmla="*/ 517618 w 7467600"/>
              <a:gd name="connsiteY992" fmla="*/ 385726 h 6858000"/>
              <a:gd name="connsiteX993" fmla="*/ 285074 w 7467600"/>
              <a:gd name="connsiteY993" fmla="*/ 182755 h 6858000"/>
              <a:gd name="connsiteX994" fmla="*/ 43151 w 7467600"/>
              <a:gd name="connsiteY994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467600 w 7467600"/>
              <a:gd name="connsiteY127" fmla="*/ 5277736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7467600 w 7467600"/>
              <a:gd name="connsiteY137" fmla="*/ 5277736 h 6858000"/>
              <a:gd name="connsiteX138" fmla="*/ 1903353 w 7467600"/>
              <a:gd name="connsiteY138" fmla="*/ 5044827 h 6858000"/>
              <a:gd name="connsiteX139" fmla="*/ 1936931 w 7467600"/>
              <a:gd name="connsiteY139" fmla="*/ 5093954 h 6858000"/>
              <a:gd name="connsiteX140" fmla="*/ 2195868 w 7467600"/>
              <a:gd name="connsiteY140" fmla="*/ 5396574 h 6858000"/>
              <a:gd name="connsiteX141" fmla="*/ 2088852 w 7467600"/>
              <a:gd name="connsiteY141" fmla="*/ 5166123 h 6858000"/>
              <a:gd name="connsiteX142" fmla="*/ 1958241 w 7467600"/>
              <a:gd name="connsiteY142" fmla="*/ 5067955 h 6858000"/>
              <a:gd name="connsiteX143" fmla="*/ 1903353 w 7467600"/>
              <a:gd name="connsiteY143" fmla="*/ 5044827 h 6858000"/>
              <a:gd name="connsiteX144" fmla="*/ 1979378 w 7467600"/>
              <a:gd name="connsiteY144" fmla="*/ 4769504 h 6858000"/>
              <a:gd name="connsiteX145" fmla="*/ 2882120 w 7467600"/>
              <a:gd name="connsiteY145" fmla="*/ 5064547 h 6858000"/>
              <a:gd name="connsiteX146" fmla="*/ 2793103 w 7467600"/>
              <a:gd name="connsiteY146" fmla="*/ 5039699 h 6858000"/>
              <a:gd name="connsiteX147" fmla="*/ 2770041 w 7467600"/>
              <a:gd name="connsiteY147" fmla="*/ 5033634 h 6858000"/>
              <a:gd name="connsiteX148" fmla="*/ 1979378 w 7467600"/>
              <a:gd name="connsiteY148" fmla="*/ 4769504 h 6858000"/>
              <a:gd name="connsiteX149" fmla="*/ 1927410 w 7467600"/>
              <a:gd name="connsiteY149" fmla="*/ 4716164 h 6858000"/>
              <a:gd name="connsiteX150" fmla="*/ 1959587 w 7467600"/>
              <a:gd name="connsiteY150" fmla="*/ 4728849 h 6858000"/>
              <a:gd name="connsiteX151" fmla="*/ 2777707 w 7467600"/>
              <a:gd name="connsiteY151" fmla="*/ 5003991 h 6858000"/>
              <a:gd name="connsiteX152" fmla="*/ 2800768 w 7467600"/>
              <a:gd name="connsiteY152" fmla="*/ 5010056 h 6858000"/>
              <a:gd name="connsiteX153" fmla="*/ 2879408 w 7467600"/>
              <a:gd name="connsiteY153" fmla="*/ 5031590 h 6858000"/>
              <a:gd name="connsiteX154" fmla="*/ 2862295 w 7467600"/>
              <a:gd name="connsiteY154" fmla="*/ 5022958 h 6858000"/>
              <a:gd name="connsiteX155" fmla="*/ 2813343 w 7467600"/>
              <a:gd name="connsiteY155" fmla="*/ 4998369 h 6858000"/>
              <a:gd name="connsiteX156" fmla="*/ 2646245 w 7467600"/>
              <a:gd name="connsiteY156" fmla="*/ 4930999 h 6858000"/>
              <a:gd name="connsiteX157" fmla="*/ 1999243 w 7467600"/>
              <a:gd name="connsiteY157" fmla="*/ 4730524 h 6858000"/>
              <a:gd name="connsiteX158" fmla="*/ 1979527 w 7467600"/>
              <a:gd name="connsiteY158" fmla="*/ 4726651 h 6858000"/>
              <a:gd name="connsiteX159" fmla="*/ 1927410 w 7467600"/>
              <a:gd name="connsiteY159" fmla="*/ 4716164 h 6858000"/>
              <a:gd name="connsiteX160" fmla="*/ 1997014 w 7467600"/>
              <a:gd name="connsiteY160" fmla="*/ 4698007 h 6858000"/>
              <a:gd name="connsiteX161" fmla="*/ 2005458 w 7467600"/>
              <a:gd name="connsiteY161" fmla="*/ 4699540 h 6858000"/>
              <a:gd name="connsiteX162" fmla="*/ 2657186 w 7467600"/>
              <a:gd name="connsiteY162" fmla="*/ 4901687 h 6858000"/>
              <a:gd name="connsiteX163" fmla="*/ 2826662 w 7467600"/>
              <a:gd name="connsiteY163" fmla="*/ 4970362 h 6858000"/>
              <a:gd name="connsiteX164" fmla="*/ 2876100 w 7467600"/>
              <a:gd name="connsiteY164" fmla="*/ 4995397 h 6858000"/>
              <a:gd name="connsiteX165" fmla="*/ 3042600 w 7467600"/>
              <a:gd name="connsiteY165" fmla="*/ 5059532 h 6858000"/>
              <a:gd name="connsiteX166" fmla="*/ 1997014 w 7467600"/>
              <a:gd name="connsiteY166" fmla="*/ 4698007 h 6858000"/>
              <a:gd name="connsiteX167" fmla="*/ 2305292 w 7467600"/>
              <a:gd name="connsiteY167" fmla="*/ 4219492 h 6858000"/>
              <a:gd name="connsiteX168" fmla="*/ 3360922 w 7467600"/>
              <a:gd name="connsiteY168" fmla="*/ 4529373 h 6858000"/>
              <a:gd name="connsiteX169" fmla="*/ 3492420 w 7467600"/>
              <a:gd name="connsiteY169" fmla="*/ 4510145 h 6858000"/>
              <a:gd name="connsiteX170" fmla="*/ 3364086 w 7467600"/>
              <a:gd name="connsiteY170" fmla="*/ 4480340 h 6858000"/>
              <a:gd name="connsiteX171" fmla="*/ 3225818 w 7467600"/>
              <a:gd name="connsiteY171" fmla="*/ 4411822 h 6858000"/>
              <a:gd name="connsiteX172" fmla="*/ 3129696 w 7467600"/>
              <a:gd name="connsiteY172" fmla="*/ 4360704 h 6858000"/>
              <a:gd name="connsiteX173" fmla="*/ 2814545 w 7467600"/>
              <a:gd name="connsiteY173" fmla="*/ 4282955 h 6858000"/>
              <a:gd name="connsiteX174" fmla="*/ 2305292 w 7467600"/>
              <a:gd name="connsiteY174" fmla="*/ 4219492 h 6858000"/>
              <a:gd name="connsiteX175" fmla="*/ 2626982 w 7467600"/>
              <a:gd name="connsiteY175" fmla="*/ 4206450 h 6858000"/>
              <a:gd name="connsiteX176" fmla="*/ 2490617 w 7467600"/>
              <a:gd name="connsiteY176" fmla="*/ 4206951 h 6858000"/>
              <a:gd name="connsiteX177" fmla="*/ 2819869 w 7467600"/>
              <a:gd name="connsiteY177" fmla="*/ 4252936 h 6858000"/>
              <a:gd name="connsiteX178" fmla="*/ 3143018 w 7467600"/>
              <a:gd name="connsiteY178" fmla="*/ 4332698 h 6858000"/>
              <a:gd name="connsiteX179" fmla="*/ 3241520 w 7467600"/>
              <a:gd name="connsiteY179" fmla="*/ 4385112 h 6858000"/>
              <a:gd name="connsiteX180" fmla="*/ 3374575 w 7467600"/>
              <a:gd name="connsiteY180" fmla="*/ 4451517 h 6858000"/>
              <a:gd name="connsiteX181" fmla="*/ 3505221 w 7467600"/>
              <a:gd name="connsiteY181" fmla="*/ 4480757 h 6858000"/>
              <a:gd name="connsiteX182" fmla="*/ 2626982 w 7467600"/>
              <a:gd name="connsiteY182" fmla="*/ 4206450 h 6858000"/>
              <a:gd name="connsiteX183" fmla="*/ 1310106 w 7467600"/>
              <a:gd name="connsiteY183" fmla="*/ 3943217 h 6858000"/>
              <a:gd name="connsiteX184" fmla="*/ 854994 w 7467600"/>
              <a:gd name="connsiteY184" fmla="*/ 4399136 h 6858000"/>
              <a:gd name="connsiteX185" fmla="*/ 742462 w 7467600"/>
              <a:gd name="connsiteY185" fmla="*/ 4594648 h 6858000"/>
              <a:gd name="connsiteX186" fmla="*/ 820602 w 7467600"/>
              <a:gd name="connsiteY186" fmla="*/ 4485915 h 6858000"/>
              <a:gd name="connsiteX187" fmla="*/ 878295 w 7467600"/>
              <a:gd name="connsiteY187" fmla="*/ 4403594 h 6858000"/>
              <a:gd name="connsiteX188" fmla="*/ 1240607 w 7467600"/>
              <a:gd name="connsiteY188" fmla="*/ 4010401 h 6858000"/>
              <a:gd name="connsiteX189" fmla="*/ 1310106 w 7467600"/>
              <a:gd name="connsiteY189" fmla="*/ 3943217 h 6858000"/>
              <a:gd name="connsiteX190" fmla="*/ 1423113 w 7467600"/>
              <a:gd name="connsiteY190" fmla="*/ 3874565 h 6858000"/>
              <a:gd name="connsiteX191" fmla="*/ 1260565 w 7467600"/>
              <a:gd name="connsiteY191" fmla="*/ 4031982 h 6858000"/>
              <a:gd name="connsiteX192" fmla="*/ 901900 w 7467600"/>
              <a:gd name="connsiteY192" fmla="*/ 4421236 h 6858000"/>
              <a:gd name="connsiteX193" fmla="*/ 845044 w 7467600"/>
              <a:gd name="connsiteY193" fmla="*/ 4502436 h 6858000"/>
              <a:gd name="connsiteX194" fmla="*/ 685926 w 7467600"/>
              <a:gd name="connsiteY194" fmla="*/ 4703069 h 6858000"/>
              <a:gd name="connsiteX195" fmla="*/ 684248 w 7467600"/>
              <a:gd name="connsiteY195" fmla="*/ 4706721 h 6858000"/>
              <a:gd name="connsiteX196" fmla="*/ 1423113 w 7467600"/>
              <a:gd name="connsiteY196" fmla="*/ 3874565 h 6858000"/>
              <a:gd name="connsiteX197" fmla="*/ 3316479 w 7467600"/>
              <a:gd name="connsiteY197" fmla="*/ 3872136 h 6858000"/>
              <a:gd name="connsiteX198" fmla="*/ 3546806 w 7467600"/>
              <a:gd name="connsiteY198" fmla="*/ 4356139 h 6858000"/>
              <a:gd name="connsiteX199" fmla="*/ 3364433 w 7467600"/>
              <a:gd name="connsiteY199" fmla="*/ 3953121 h 6858000"/>
              <a:gd name="connsiteX200" fmla="*/ 3316479 w 7467600"/>
              <a:gd name="connsiteY200" fmla="*/ 3872136 h 6858000"/>
              <a:gd name="connsiteX201" fmla="*/ 3291335 w 7467600"/>
              <a:gd name="connsiteY201" fmla="*/ 3767420 h 6858000"/>
              <a:gd name="connsiteX202" fmla="*/ 3390805 w 7467600"/>
              <a:gd name="connsiteY202" fmla="*/ 3937163 h 6858000"/>
              <a:gd name="connsiteX203" fmla="*/ 3579062 w 7467600"/>
              <a:gd name="connsiteY203" fmla="*/ 4359040 h 6858000"/>
              <a:gd name="connsiteX204" fmla="*/ 3467355 w 7467600"/>
              <a:gd name="connsiteY204" fmla="*/ 3988130 h 6858000"/>
              <a:gd name="connsiteX205" fmla="*/ 3310753 w 7467600"/>
              <a:gd name="connsiteY205" fmla="*/ 3787140 h 6858000"/>
              <a:gd name="connsiteX206" fmla="*/ 3291335 w 7467600"/>
              <a:gd name="connsiteY206" fmla="*/ 3767420 h 6858000"/>
              <a:gd name="connsiteX207" fmla="*/ 1635889 w 7467600"/>
              <a:gd name="connsiteY207" fmla="*/ 3709494 h 6858000"/>
              <a:gd name="connsiteX208" fmla="*/ 1634800 w 7467600"/>
              <a:gd name="connsiteY208" fmla="*/ 3731111 h 6858000"/>
              <a:gd name="connsiteX209" fmla="*/ 1635889 w 7467600"/>
              <a:gd name="connsiteY209" fmla="*/ 3709494 h 6858000"/>
              <a:gd name="connsiteX210" fmla="*/ 1510397 w 7467600"/>
              <a:gd name="connsiteY210" fmla="*/ 3684705 h 6858000"/>
              <a:gd name="connsiteX211" fmla="*/ 1146550 w 7467600"/>
              <a:gd name="connsiteY211" fmla="*/ 3802012 h 6858000"/>
              <a:gd name="connsiteX212" fmla="*/ 698834 w 7467600"/>
              <a:gd name="connsiteY212" fmla="*/ 3952272 h 6858000"/>
              <a:gd name="connsiteX213" fmla="*/ 34256 w 7467600"/>
              <a:gd name="connsiteY213" fmla="*/ 4347603 h 6858000"/>
              <a:gd name="connsiteX214" fmla="*/ 527241 w 7467600"/>
              <a:gd name="connsiteY214" fmla="*/ 4065078 h 6858000"/>
              <a:gd name="connsiteX215" fmla="*/ 1510397 w 7467600"/>
              <a:gd name="connsiteY215" fmla="*/ 3684705 h 6858000"/>
              <a:gd name="connsiteX216" fmla="*/ 1313114 w 7467600"/>
              <a:gd name="connsiteY216" fmla="*/ 3655216 h 6858000"/>
              <a:gd name="connsiteX217" fmla="*/ 1109304 w 7467600"/>
              <a:gd name="connsiteY217" fmla="*/ 3669030 h 6858000"/>
              <a:gd name="connsiteX218" fmla="*/ 8129 w 7467600"/>
              <a:gd name="connsiteY218" fmla="*/ 4330519 h 6858000"/>
              <a:gd name="connsiteX219" fmla="*/ 687572 w 7467600"/>
              <a:gd name="connsiteY219" fmla="*/ 3925629 h 6858000"/>
              <a:gd name="connsiteX220" fmla="*/ 1138365 w 7467600"/>
              <a:gd name="connsiteY220" fmla="*/ 3774515 h 6858000"/>
              <a:gd name="connsiteX221" fmla="*/ 1505579 w 7467600"/>
              <a:gd name="connsiteY221" fmla="*/ 3655526 h 6858000"/>
              <a:gd name="connsiteX222" fmla="*/ 1313114 w 7467600"/>
              <a:gd name="connsiteY222" fmla="*/ 3655216 h 6858000"/>
              <a:gd name="connsiteX223" fmla="*/ 3655073 w 7467600"/>
              <a:gd name="connsiteY223" fmla="*/ 3650884 h 6858000"/>
              <a:gd name="connsiteX224" fmla="*/ 3989938 w 7467600"/>
              <a:gd name="connsiteY224" fmla="*/ 3991685 h 6858000"/>
              <a:gd name="connsiteX225" fmla="*/ 4393907 w 7467600"/>
              <a:gd name="connsiteY225" fmla="*/ 4261258 h 6858000"/>
              <a:gd name="connsiteX226" fmla="*/ 4648051 w 7467600"/>
              <a:gd name="connsiteY226" fmla="*/ 4374051 h 6858000"/>
              <a:gd name="connsiteX227" fmla="*/ 4383389 w 7467600"/>
              <a:gd name="connsiteY227" fmla="*/ 4184369 h 6858000"/>
              <a:gd name="connsiteX228" fmla="*/ 4165508 w 7467600"/>
              <a:gd name="connsiteY228" fmla="*/ 4035196 h 6858000"/>
              <a:gd name="connsiteX229" fmla="*/ 4068162 w 7467600"/>
              <a:gd name="connsiteY229" fmla="*/ 3953394 h 6858000"/>
              <a:gd name="connsiteX230" fmla="*/ 3981416 w 7467600"/>
              <a:gd name="connsiteY230" fmla="*/ 3880482 h 6858000"/>
              <a:gd name="connsiteX231" fmla="*/ 3800147 w 7467600"/>
              <a:gd name="connsiteY231" fmla="*/ 3749872 h 6858000"/>
              <a:gd name="connsiteX232" fmla="*/ 3655073 w 7467600"/>
              <a:gd name="connsiteY232" fmla="*/ 3650884 h 6858000"/>
              <a:gd name="connsiteX233" fmla="*/ 3670252 w 7467600"/>
              <a:gd name="connsiteY233" fmla="*/ 3622798 h 6858000"/>
              <a:gd name="connsiteX234" fmla="*/ 3817258 w 7467600"/>
              <a:gd name="connsiteY234" fmla="*/ 3723577 h 6858000"/>
              <a:gd name="connsiteX235" fmla="*/ 4000461 w 7467600"/>
              <a:gd name="connsiteY235" fmla="*/ 3855966 h 6858000"/>
              <a:gd name="connsiteX236" fmla="*/ 4088180 w 7467600"/>
              <a:gd name="connsiteY236" fmla="*/ 3929774 h 6858000"/>
              <a:gd name="connsiteX237" fmla="*/ 4184555 w 7467600"/>
              <a:gd name="connsiteY237" fmla="*/ 4010683 h 6858000"/>
              <a:gd name="connsiteX238" fmla="*/ 4399563 w 7467600"/>
              <a:gd name="connsiteY238" fmla="*/ 4158106 h 6858000"/>
              <a:gd name="connsiteX239" fmla="*/ 4684469 w 7467600"/>
              <a:gd name="connsiteY239" fmla="*/ 4364680 h 6858000"/>
              <a:gd name="connsiteX240" fmla="*/ 4690271 w 7467600"/>
              <a:gd name="connsiteY240" fmla="*/ 4370034 h 6858000"/>
              <a:gd name="connsiteX241" fmla="*/ 4136093 w 7467600"/>
              <a:gd name="connsiteY241" fmla="*/ 3858466 h 6858000"/>
              <a:gd name="connsiteX242" fmla="*/ 3670252 w 7467600"/>
              <a:gd name="connsiteY242" fmla="*/ 3622798 h 6858000"/>
              <a:gd name="connsiteX243" fmla="*/ 4440129 w 7467600"/>
              <a:gd name="connsiteY243" fmla="*/ 3448571 h 6858000"/>
              <a:gd name="connsiteX244" fmla="*/ 4856525 w 7467600"/>
              <a:gd name="connsiteY244" fmla="*/ 3915351 h 6858000"/>
              <a:gd name="connsiteX245" fmla="*/ 5059055 w 7467600"/>
              <a:gd name="connsiteY245" fmla="*/ 4108918 h 6858000"/>
              <a:gd name="connsiteX246" fmla="*/ 5290070 w 7467600"/>
              <a:gd name="connsiteY246" fmla="*/ 4263619 h 6858000"/>
              <a:gd name="connsiteX247" fmla="*/ 4834991 w 7467600"/>
              <a:gd name="connsiteY247" fmla="*/ 3830985 h 6858000"/>
              <a:gd name="connsiteX248" fmla="*/ 4440129 w 7467600"/>
              <a:gd name="connsiteY248" fmla="*/ 3448571 h 6858000"/>
              <a:gd name="connsiteX249" fmla="*/ 4441737 w 7467600"/>
              <a:gd name="connsiteY249" fmla="*/ 3399734 h 6858000"/>
              <a:gd name="connsiteX250" fmla="*/ 4431236 w 7467600"/>
              <a:gd name="connsiteY250" fmla="*/ 3400954 h 6858000"/>
              <a:gd name="connsiteX251" fmla="*/ 4557150 w 7467600"/>
              <a:gd name="connsiteY251" fmla="*/ 3510023 h 6858000"/>
              <a:gd name="connsiteX252" fmla="*/ 4856936 w 7467600"/>
              <a:gd name="connsiteY252" fmla="*/ 3809146 h 6858000"/>
              <a:gd name="connsiteX253" fmla="*/ 5111996 w 7467600"/>
              <a:gd name="connsiteY253" fmla="*/ 4065759 h 6858000"/>
              <a:gd name="connsiteX254" fmla="*/ 5388878 w 7467600"/>
              <a:gd name="connsiteY254" fmla="*/ 4300185 h 6858000"/>
              <a:gd name="connsiteX255" fmla="*/ 5425556 w 7467600"/>
              <a:gd name="connsiteY255" fmla="*/ 4308967 h 6858000"/>
              <a:gd name="connsiteX256" fmla="*/ 4943646 w 7467600"/>
              <a:gd name="connsiteY256" fmla="*/ 3822916 h 6858000"/>
              <a:gd name="connsiteX257" fmla="*/ 4594837 w 7467600"/>
              <a:gd name="connsiteY257" fmla="*/ 3532274 h 6858000"/>
              <a:gd name="connsiteX258" fmla="*/ 4441737 w 7467600"/>
              <a:gd name="connsiteY258" fmla="*/ 3399734 h 6858000"/>
              <a:gd name="connsiteX259" fmla="*/ 5425834 w 7467600"/>
              <a:gd name="connsiteY259" fmla="*/ 3162785 h 6858000"/>
              <a:gd name="connsiteX260" fmla="*/ 5401644 w 7467600"/>
              <a:gd name="connsiteY260" fmla="*/ 3617847 h 6858000"/>
              <a:gd name="connsiteX261" fmla="*/ 5467256 w 7467600"/>
              <a:gd name="connsiteY261" fmla="*/ 4175494 h 6858000"/>
              <a:gd name="connsiteX262" fmla="*/ 5448069 w 7467600"/>
              <a:gd name="connsiteY262" fmla="*/ 3567554 h 6858000"/>
              <a:gd name="connsiteX263" fmla="*/ 5425834 w 7467600"/>
              <a:gd name="connsiteY263" fmla="*/ 3162785 h 6858000"/>
              <a:gd name="connsiteX264" fmla="*/ 1318687 w 7467600"/>
              <a:gd name="connsiteY264" fmla="*/ 3113840 h 6858000"/>
              <a:gd name="connsiteX265" fmla="*/ 1066793 w 7467600"/>
              <a:gd name="connsiteY265" fmla="*/ 3212171 h 6858000"/>
              <a:gd name="connsiteX266" fmla="*/ 993319 w 7467600"/>
              <a:gd name="connsiteY266" fmla="*/ 3247648 h 6858000"/>
              <a:gd name="connsiteX267" fmla="*/ 853081 w 7467600"/>
              <a:gd name="connsiteY267" fmla="*/ 3312410 h 6858000"/>
              <a:gd name="connsiteX268" fmla="*/ 805957 w 7467600"/>
              <a:gd name="connsiteY268" fmla="*/ 3330443 h 6858000"/>
              <a:gd name="connsiteX269" fmla="*/ 1318687 w 7467600"/>
              <a:gd name="connsiteY269" fmla="*/ 3113840 h 6858000"/>
              <a:gd name="connsiteX270" fmla="*/ 5453702 w 7467600"/>
              <a:gd name="connsiteY270" fmla="*/ 3090882 h 6858000"/>
              <a:gd name="connsiteX271" fmla="*/ 5480135 w 7467600"/>
              <a:gd name="connsiteY271" fmla="*/ 3565802 h 6858000"/>
              <a:gd name="connsiteX272" fmla="*/ 5499023 w 7467600"/>
              <a:gd name="connsiteY272" fmla="*/ 4166310 h 6858000"/>
              <a:gd name="connsiteX273" fmla="*/ 5547022 w 7467600"/>
              <a:gd name="connsiteY273" fmla="*/ 3607838 h 6858000"/>
              <a:gd name="connsiteX274" fmla="*/ 5515964 w 7467600"/>
              <a:gd name="connsiteY274" fmla="*/ 3378541 h 6858000"/>
              <a:gd name="connsiteX275" fmla="*/ 5453702 w 7467600"/>
              <a:gd name="connsiteY275" fmla="*/ 3090882 h 6858000"/>
              <a:gd name="connsiteX276" fmla="*/ 1238695 w 7467600"/>
              <a:gd name="connsiteY276" fmla="*/ 3076820 h 6858000"/>
              <a:gd name="connsiteX277" fmla="*/ 716371 w 7467600"/>
              <a:gd name="connsiteY277" fmla="*/ 3293249 h 6858000"/>
              <a:gd name="connsiteX278" fmla="*/ 579522 w 7467600"/>
              <a:gd name="connsiteY278" fmla="*/ 3371759 h 6858000"/>
              <a:gd name="connsiteX279" fmla="*/ 600288 w 7467600"/>
              <a:gd name="connsiteY279" fmla="*/ 3365555 h 6858000"/>
              <a:gd name="connsiteX280" fmla="*/ 840692 w 7467600"/>
              <a:gd name="connsiteY280" fmla="*/ 3284921 h 6858000"/>
              <a:gd name="connsiteX281" fmla="*/ 979248 w 7467600"/>
              <a:gd name="connsiteY281" fmla="*/ 3221003 h 6858000"/>
              <a:gd name="connsiteX282" fmla="*/ 1053282 w 7467600"/>
              <a:gd name="connsiteY282" fmla="*/ 3185247 h 6858000"/>
              <a:gd name="connsiteX283" fmla="*/ 1320603 w 7467600"/>
              <a:gd name="connsiteY283" fmla="*/ 3081281 h 6858000"/>
              <a:gd name="connsiteX284" fmla="*/ 1238695 w 7467600"/>
              <a:gd name="connsiteY284" fmla="*/ 3076820 h 6858000"/>
              <a:gd name="connsiteX285" fmla="*/ 5425627 w 7467600"/>
              <a:gd name="connsiteY285" fmla="*/ 2954192 h 6858000"/>
              <a:gd name="connsiteX286" fmla="*/ 5470770 w 7467600"/>
              <a:gd name="connsiteY286" fmla="*/ 3005435 h 6858000"/>
              <a:gd name="connsiteX287" fmla="*/ 5519779 w 7467600"/>
              <a:gd name="connsiteY287" fmla="*/ 4359223 h 6858000"/>
              <a:gd name="connsiteX288" fmla="*/ 5520293 w 7467600"/>
              <a:gd name="connsiteY288" fmla="*/ 4360602 h 6858000"/>
              <a:gd name="connsiteX289" fmla="*/ 5767221 w 7467600"/>
              <a:gd name="connsiteY289" fmla="*/ 4665564 h 6858000"/>
              <a:gd name="connsiteX290" fmla="*/ 6937169 w 7467600"/>
              <a:gd name="connsiteY290" fmla="*/ 4815941 h 6858000"/>
              <a:gd name="connsiteX291" fmla="*/ 6953922 w 7467600"/>
              <a:gd name="connsiteY291" fmla="*/ 4890068 h 6858000"/>
              <a:gd name="connsiteX292" fmla="*/ 6071359 w 7467600"/>
              <a:gd name="connsiteY292" fmla="*/ 4770770 h 6858000"/>
              <a:gd name="connsiteX293" fmla="*/ 6038839 w 7467600"/>
              <a:gd name="connsiteY293" fmla="*/ 4764474 h 6858000"/>
              <a:gd name="connsiteX294" fmla="*/ 6038706 w 7467600"/>
              <a:gd name="connsiteY294" fmla="*/ 4763847 h 6858000"/>
              <a:gd name="connsiteX295" fmla="*/ 6037784 w 7467600"/>
              <a:gd name="connsiteY295" fmla="*/ 4764270 h 6858000"/>
              <a:gd name="connsiteX296" fmla="*/ 6038839 w 7467600"/>
              <a:gd name="connsiteY296" fmla="*/ 4764474 h 6858000"/>
              <a:gd name="connsiteX297" fmla="*/ 6040338 w 7467600"/>
              <a:gd name="connsiteY297" fmla="*/ 4771418 h 6858000"/>
              <a:gd name="connsiteX298" fmla="*/ 6024488 w 7467600"/>
              <a:gd name="connsiteY298" fmla="*/ 4809903 h 6858000"/>
              <a:gd name="connsiteX299" fmla="*/ 5599771 w 7467600"/>
              <a:gd name="connsiteY299" fmla="*/ 5509652 h 6858000"/>
              <a:gd name="connsiteX300" fmla="*/ 5548843 w 7467600"/>
              <a:gd name="connsiteY300" fmla="*/ 5563845 h 6858000"/>
              <a:gd name="connsiteX301" fmla="*/ 5940952 w 7467600"/>
              <a:gd name="connsiteY301" fmla="*/ 6250028 h 6858000"/>
              <a:gd name="connsiteX302" fmla="*/ 6043441 w 7467600"/>
              <a:gd name="connsiteY302" fmla="*/ 6665847 h 6858000"/>
              <a:gd name="connsiteX303" fmla="*/ 6093432 w 7467600"/>
              <a:gd name="connsiteY303" fmla="*/ 6858000 h 6858000"/>
              <a:gd name="connsiteX304" fmla="*/ 6034344 w 7467600"/>
              <a:gd name="connsiteY304" fmla="*/ 6858000 h 6858000"/>
              <a:gd name="connsiteX305" fmla="*/ 6026679 w 7467600"/>
              <a:gd name="connsiteY305" fmla="*/ 6836959 h 6858000"/>
              <a:gd name="connsiteX306" fmla="*/ 5800441 w 7467600"/>
              <a:gd name="connsiteY306" fmla="*/ 6335286 h 6858000"/>
              <a:gd name="connsiteX307" fmla="*/ 5526562 w 7467600"/>
              <a:gd name="connsiteY307" fmla="*/ 5705388 h 6858000"/>
              <a:gd name="connsiteX308" fmla="*/ 5519640 w 7467600"/>
              <a:gd name="connsiteY308" fmla="*/ 5683774 h 6858000"/>
              <a:gd name="connsiteX309" fmla="*/ 5844559 w 7467600"/>
              <a:gd name="connsiteY309" fmla="*/ 6553349 h 6858000"/>
              <a:gd name="connsiteX310" fmla="*/ 5975994 w 7467600"/>
              <a:gd name="connsiteY310" fmla="*/ 6858000 h 6858000"/>
              <a:gd name="connsiteX311" fmla="*/ 5898547 w 7467600"/>
              <a:gd name="connsiteY311" fmla="*/ 6858000 h 6858000"/>
              <a:gd name="connsiteX312" fmla="*/ 5682041 w 7467600"/>
              <a:gd name="connsiteY312" fmla="*/ 6355860 h 6858000"/>
              <a:gd name="connsiteX313" fmla="*/ 5461758 w 7467600"/>
              <a:gd name="connsiteY313" fmla="*/ 5820220 h 6858000"/>
              <a:gd name="connsiteX314" fmla="*/ 5237282 w 7467600"/>
              <a:gd name="connsiteY314" fmla="*/ 6579086 h 6858000"/>
              <a:gd name="connsiteX315" fmla="*/ 5115009 w 7467600"/>
              <a:gd name="connsiteY315" fmla="*/ 6858000 h 6858000"/>
              <a:gd name="connsiteX316" fmla="*/ 5028074 w 7467600"/>
              <a:gd name="connsiteY316" fmla="*/ 6858000 h 6858000"/>
              <a:gd name="connsiteX317" fmla="*/ 5079508 w 7467600"/>
              <a:gd name="connsiteY317" fmla="*/ 6749074 h 6858000"/>
              <a:gd name="connsiteX318" fmla="*/ 5371846 w 7467600"/>
              <a:gd name="connsiteY318" fmla="*/ 5924413 h 6858000"/>
              <a:gd name="connsiteX319" fmla="*/ 5270512 w 7467600"/>
              <a:gd name="connsiteY319" fmla="*/ 6138975 h 6858000"/>
              <a:gd name="connsiteX320" fmla="*/ 5062409 w 7467600"/>
              <a:gd name="connsiteY320" fmla="*/ 6653544 h 6858000"/>
              <a:gd name="connsiteX321" fmla="*/ 5036628 w 7467600"/>
              <a:gd name="connsiteY321" fmla="*/ 6754247 h 6858000"/>
              <a:gd name="connsiteX322" fmla="*/ 5009112 w 7467600"/>
              <a:gd name="connsiteY322" fmla="*/ 6858000 h 6858000"/>
              <a:gd name="connsiteX323" fmla="*/ 4976679 w 7467600"/>
              <a:gd name="connsiteY323" fmla="*/ 6858000 h 6858000"/>
              <a:gd name="connsiteX324" fmla="*/ 5006537 w 7467600"/>
              <a:gd name="connsiteY324" fmla="*/ 6747068 h 6858000"/>
              <a:gd name="connsiteX325" fmla="*/ 5032723 w 7467600"/>
              <a:gd name="connsiteY325" fmla="*/ 6644957 h 6858000"/>
              <a:gd name="connsiteX326" fmla="*/ 5242949 w 7467600"/>
              <a:gd name="connsiteY326" fmla="*/ 6125175 h 6858000"/>
              <a:gd name="connsiteX327" fmla="*/ 5286321 w 7467600"/>
              <a:gd name="connsiteY327" fmla="*/ 6033555 h 6858000"/>
              <a:gd name="connsiteX328" fmla="*/ 5008210 w 7467600"/>
              <a:gd name="connsiteY328" fmla="*/ 6649194 h 6858000"/>
              <a:gd name="connsiteX329" fmla="*/ 4986321 w 7467600"/>
              <a:gd name="connsiteY329" fmla="*/ 6765687 h 6858000"/>
              <a:gd name="connsiteX330" fmla="*/ 4973474 w 7467600"/>
              <a:gd name="connsiteY330" fmla="*/ 6858000 h 6858000"/>
              <a:gd name="connsiteX331" fmla="*/ 4907178 w 7467600"/>
              <a:gd name="connsiteY331" fmla="*/ 6858000 h 6858000"/>
              <a:gd name="connsiteX332" fmla="*/ 4910810 w 7467600"/>
              <a:gd name="connsiteY332" fmla="*/ 6829660 h 6858000"/>
              <a:gd name="connsiteX333" fmla="*/ 4987461 w 7467600"/>
              <a:gd name="connsiteY333" fmla="*/ 6432994 h 6858000"/>
              <a:gd name="connsiteX334" fmla="*/ 5179262 w 7467600"/>
              <a:gd name="connsiteY334" fmla="*/ 6035044 h 6858000"/>
              <a:gd name="connsiteX335" fmla="*/ 4689678 w 7467600"/>
              <a:gd name="connsiteY335" fmla="*/ 6440241 h 6858000"/>
              <a:gd name="connsiteX336" fmla="*/ 4477543 w 7467600"/>
              <a:gd name="connsiteY336" fmla="*/ 6674836 h 6858000"/>
              <a:gd name="connsiteX337" fmla="*/ 4329957 w 7467600"/>
              <a:gd name="connsiteY337" fmla="*/ 6858000 h 6858000"/>
              <a:gd name="connsiteX338" fmla="*/ 4218595 w 7467600"/>
              <a:gd name="connsiteY338" fmla="*/ 6858000 h 6858000"/>
              <a:gd name="connsiteX339" fmla="*/ 4368888 w 7467600"/>
              <a:gd name="connsiteY339" fmla="*/ 6668412 h 6858000"/>
              <a:gd name="connsiteX340" fmla="*/ 4563091 w 7467600"/>
              <a:gd name="connsiteY340" fmla="*/ 6442508 h 6858000"/>
              <a:gd name="connsiteX341" fmla="*/ 5387324 w 7467600"/>
              <a:gd name="connsiteY341" fmla="*/ 5705830 h 6858000"/>
              <a:gd name="connsiteX342" fmla="*/ 5073620 w 7467600"/>
              <a:gd name="connsiteY342" fmla="*/ 5955437 h 6858000"/>
              <a:gd name="connsiteX343" fmla="*/ 4689789 w 7467600"/>
              <a:gd name="connsiteY343" fmla="*/ 6268382 h 6858000"/>
              <a:gd name="connsiteX344" fmla="*/ 4418722 w 7467600"/>
              <a:gd name="connsiteY344" fmla="*/ 6570886 h 6858000"/>
              <a:gd name="connsiteX345" fmla="*/ 4214944 w 7467600"/>
              <a:gd name="connsiteY345" fmla="*/ 6858000 h 6858000"/>
              <a:gd name="connsiteX346" fmla="*/ 4177898 w 7467600"/>
              <a:gd name="connsiteY346" fmla="*/ 6858000 h 6858000"/>
              <a:gd name="connsiteX347" fmla="*/ 4391597 w 7467600"/>
              <a:gd name="connsiteY347" fmla="*/ 6556370 h 6858000"/>
              <a:gd name="connsiteX348" fmla="*/ 4668889 w 7467600"/>
              <a:gd name="connsiteY348" fmla="*/ 6246399 h 6858000"/>
              <a:gd name="connsiteX349" fmla="*/ 5055427 w 7467600"/>
              <a:gd name="connsiteY349" fmla="*/ 5931476 h 6858000"/>
              <a:gd name="connsiteX350" fmla="*/ 5371814 w 7467600"/>
              <a:gd name="connsiteY350" fmla="*/ 5678975 h 6858000"/>
              <a:gd name="connsiteX351" fmla="*/ 4987918 w 7467600"/>
              <a:gd name="connsiteY351" fmla="*/ 5838701 h 6858000"/>
              <a:gd name="connsiteX352" fmla="*/ 4317146 w 7467600"/>
              <a:gd name="connsiteY352" fmla="*/ 6587716 h 6858000"/>
              <a:gd name="connsiteX353" fmla="*/ 4171627 w 7467600"/>
              <a:gd name="connsiteY353" fmla="*/ 6858000 h 6858000"/>
              <a:gd name="connsiteX354" fmla="*/ 4081585 w 7467600"/>
              <a:gd name="connsiteY354" fmla="*/ 6858000 h 6858000"/>
              <a:gd name="connsiteX355" fmla="*/ 4238603 w 7467600"/>
              <a:gd name="connsiteY355" fmla="*/ 6559341 h 6858000"/>
              <a:gd name="connsiteX356" fmla="*/ 4778333 w 7467600"/>
              <a:gd name="connsiteY356" fmla="*/ 5873626 h 6858000"/>
              <a:gd name="connsiteX357" fmla="*/ 5414185 w 7467600"/>
              <a:gd name="connsiteY357" fmla="*/ 5573882 h 6858000"/>
              <a:gd name="connsiteX358" fmla="*/ 5959648 w 7467600"/>
              <a:gd name="connsiteY358" fmla="*/ 4760797 h 6858000"/>
              <a:gd name="connsiteX359" fmla="*/ 5355019 w 7467600"/>
              <a:gd name="connsiteY359" fmla="*/ 4734672 h 6858000"/>
              <a:gd name="connsiteX360" fmla="*/ 5083565 w 7467600"/>
              <a:gd name="connsiteY360" fmla="*/ 5179121 h 6858000"/>
              <a:gd name="connsiteX361" fmla="*/ 4713577 w 7467600"/>
              <a:gd name="connsiteY361" fmla="*/ 5616803 h 6858000"/>
              <a:gd name="connsiteX362" fmla="*/ 3989559 w 7467600"/>
              <a:gd name="connsiteY362" fmla="*/ 6145945 h 6858000"/>
              <a:gd name="connsiteX363" fmla="*/ 3939824 w 7467600"/>
              <a:gd name="connsiteY363" fmla="*/ 6066900 h 6858000"/>
              <a:gd name="connsiteX364" fmla="*/ 4584537 w 7467600"/>
              <a:gd name="connsiteY364" fmla="*/ 5324826 h 6858000"/>
              <a:gd name="connsiteX365" fmla="*/ 5037105 w 7467600"/>
              <a:gd name="connsiteY365" fmla="*/ 5088765 h 6858000"/>
              <a:gd name="connsiteX366" fmla="*/ 5039930 w 7467600"/>
              <a:gd name="connsiteY366" fmla="*/ 5089585 h 6858000"/>
              <a:gd name="connsiteX367" fmla="*/ 5263764 w 7467600"/>
              <a:gd name="connsiteY367" fmla="*/ 4735525 h 6858000"/>
              <a:gd name="connsiteX368" fmla="*/ 4086300 w 7467600"/>
              <a:gd name="connsiteY368" fmla="*/ 4884599 h 6858000"/>
              <a:gd name="connsiteX369" fmla="*/ 4085485 w 7467600"/>
              <a:gd name="connsiteY369" fmla="*/ 4899070 h 6858000"/>
              <a:gd name="connsiteX370" fmla="*/ 3871915 w 7467600"/>
              <a:gd name="connsiteY370" fmla="*/ 5253645 h 6858000"/>
              <a:gd name="connsiteX371" fmla="*/ 3799374 w 7467600"/>
              <a:gd name="connsiteY371" fmla="*/ 5466127 h 6858000"/>
              <a:gd name="connsiteX372" fmla="*/ 3498850 w 7467600"/>
              <a:gd name="connsiteY372" fmla="*/ 6661888 h 6858000"/>
              <a:gd name="connsiteX373" fmla="*/ 3399216 w 7467600"/>
              <a:gd name="connsiteY373" fmla="*/ 6858000 h 6858000"/>
              <a:gd name="connsiteX374" fmla="*/ 3303688 w 7467600"/>
              <a:gd name="connsiteY374" fmla="*/ 6858000 h 6858000"/>
              <a:gd name="connsiteX375" fmla="*/ 3391774 w 7467600"/>
              <a:gd name="connsiteY375" fmla="*/ 6697181 h 6858000"/>
              <a:gd name="connsiteX376" fmla="*/ 3735540 w 7467600"/>
              <a:gd name="connsiteY376" fmla="*/ 5546923 h 6858000"/>
              <a:gd name="connsiteX377" fmla="*/ 3729438 w 7467600"/>
              <a:gd name="connsiteY377" fmla="*/ 5569058 h 6858000"/>
              <a:gd name="connsiteX378" fmla="*/ 3707782 w 7467600"/>
              <a:gd name="connsiteY378" fmla="*/ 5644908 h 6858000"/>
              <a:gd name="connsiteX379" fmla="*/ 3583827 w 7467600"/>
              <a:gd name="connsiteY379" fmla="*/ 6039215 h 6858000"/>
              <a:gd name="connsiteX380" fmla="*/ 3547861 w 7467600"/>
              <a:gd name="connsiteY380" fmla="*/ 6129609 h 6858000"/>
              <a:gd name="connsiteX381" fmla="*/ 3490905 w 7467600"/>
              <a:gd name="connsiteY381" fmla="*/ 6277660 h 6858000"/>
              <a:gd name="connsiteX382" fmla="*/ 3455859 w 7467600"/>
              <a:gd name="connsiteY382" fmla="*/ 6391301 h 6858000"/>
              <a:gd name="connsiteX383" fmla="*/ 3429112 w 7467600"/>
              <a:gd name="connsiteY383" fmla="*/ 6479469 h 6858000"/>
              <a:gd name="connsiteX384" fmla="*/ 3304862 w 7467600"/>
              <a:gd name="connsiteY384" fmla="*/ 6796476 h 6858000"/>
              <a:gd name="connsiteX385" fmla="*/ 3276071 w 7467600"/>
              <a:gd name="connsiteY385" fmla="*/ 6858000 h 6858000"/>
              <a:gd name="connsiteX386" fmla="*/ 3240805 w 7467600"/>
              <a:gd name="connsiteY386" fmla="*/ 6858000 h 6858000"/>
              <a:gd name="connsiteX387" fmla="*/ 3275917 w 7467600"/>
              <a:gd name="connsiteY387" fmla="*/ 6783192 h 6858000"/>
              <a:gd name="connsiteX388" fmla="*/ 3399358 w 7467600"/>
              <a:gd name="connsiteY388" fmla="*/ 6469011 h 6858000"/>
              <a:gd name="connsiteX389" fmla="*/ 3425650 w 7467600"/>
              <a:gd name="connsiteY389" fmla="*/ 6381333 h 6858000"/>
              <a:gd name="connsiteX390" fmla="*/ 3460661 w 7467600"/>
              <a:gd name="connsiteY390" fmla="*/ 6266763 h 6858000"/>
              <a:gd name="connsiteX391" fmla="*/ 3518021 w 7467600"/>
              <a:gd name="connsiteY391" fmla="*/ 6117298 h 6858000"/>
              <a:gd name="connsiteX392" fmla="*/ 3554035 w 7467600"/>
              <a:gd name="connsiteY392" fmla="*/ 6027832 h 6858000"/>
              <a:gd name="connsiteX393" fmla="*/ 3677174 w 7467600"/>
              <a:gd name="connsiteY393" fmla="*/ 5636351 h 6858000"/>
              <a:gd name="connsiteX394" fmla="*/ 3698819 w 7467600"/>
              <a:gd name="connsiteY394" fmla="*/ 5560503 h 6858000"/>
              <a:gd name="connsiteX395" fmla="*/ 3702094 w 7467600"/>
              <a:gd name="connsiteY395" fmla="*/ 5549194 h 6858000"/>
              <a:gd name="connsiteX396" fmla="*/ 3398355 w 7467600"/>
              <a:gd name="connsiteY396" fmla="*/ 6094603 h 6858000"/>
              <a:gd name="connsiteX397" fmla="*/ 3193941 w 7467600"/>
              <a:gd name="connsiteY397" fmla="*/ 6798775 h 6858000"/>
              <a:gd name="connsiteX398" fmla="*/ 3184140 w 7467600"/>
              <a:gd name="connsiteY398" fmla="*/ 6858000 h 6858000"/>
              <a:gd name="connsiteX399" fmla="*/ 3099978 w 7467600"/>
              <a:gd name="connsiteY399" fmla="*/ 6858000 h 6858000"/>
              <a:gd name="connsiteX400" fmla="*/ 3101556 w 7467600"/>
              <a:gd name="connsiteY400" fmla="*/ 6843337 h 6858000"/>
              <a:gd name="connsiteX401" fmla="*/ 3370162 w 7467600"/>
              <a:gd name="connsiteY401" fmla="*/ 5785550 h 6858000"/>
              <a:gd name="connsiteX402" fmla="*/ 3746477 w 7467600"/>
              <a:gd name="connsiteY402" fmla="*/ 5377889 h 6858000"/>
              <a:gd name="connsiteX403" fmla="*/ 3863399 w 7467600"/>
              <a:gd name="connsiteY403" fmla="*/ 5087257 h 6858000"/>
              <a:gd name="connsiteX404" fmla="*/ 3968712 w 7467600"/>
              <a:gd name="connsiteY404" fmla="*/ 4913989 h 6858000"/>
              <a:gd name="connsiteX405" fmla="*/ 2792390 w 7467600"/>
              <a:gd name="connsiteY405" fmla="*/ 5382974 h 6858000"/>
              <a:gd name="connsiteX406" fmla="*/ 2714982 w 7467600"/>
              <a:gd name="connsiteY406" fmla="*/ 5427051 h 6858000"/>
              <a:gd name="connsiteX407" fmla="*/ 2813361 w 7467600"/>
              <a:gd name="connsiteY407" fmla="*/ 6023912 h 6858000"/>
              <a:gd name="connsiteX408" fmla="*/ 2688430 w 7467600"/>
              <a:gd name="connsiteY408" fmla="*/ 6801564 h 6858000"/>
              <a:gd name="connsiteX409" fmla="*/ 2629626 w 7467600"/>
              <a:gd name="connsiteY409" fmla="*/ 6763394 h 6858000"/>
              <a:gd name="connsiteX410" fmla="*/ 2565328 w 7467600"/>
              <a:gd name="connsiteY410" fmla="*/ 5516399 h 6858000"/>
              <a:gd name="connsiteX411" fmla="*/ 1922999 w 7467600"/>
              <a:gd name="connsiteY411" fmla="*/ 5980343 h 6858000"/>
              <a:gd name="connsiteX412" fmla="*/ 1950261 w 7467600"/>
              <a:gd name="connsiteY412" fmla="*/ 6405858 h 6858000"/>
              <a:gd name="connsiteX413" fmla="*/ 2365554 w 7467600"/>
              <a:gd name="connsiteY413" fmla="*/ 6759107 h 6858000"/>
              <a:gd name="connsiteX414" fmla="*/ 2424142 w 7467600"/>
              <a:gd name="connsiteY414" fmla="*/ 6858000 h 6858000"/>
              <a:gd name="connsiteX415" fmla="*/ 2395994 w 7467600"/>
              <a:gd name="connsiteY415" fmla="*/ 6858000 h 6858000"/>
              <a:gd name="connsiteX416" fmla="*/ 2392863 w 7467600"/>
              <a:gd name="connsiteY416" fmla="*/ 6852964 h 6858000"/>
              <a:gd name="connsiteX417" fmla="*/ 2017589 w 7467600"/>
              <a:gd name="connsiteY417" fmla="*/ 6493982 h 6858000"/>
              <a:gd name="connsiteX418" fmla="*/ 2147336 w 7467600"/>
              <a:gd name="connsiteY418" fmla="*/ 6594052 h 6858000"/>
              <a:gd name="connsiteX419" fmla="*/ 2207047 w 7467600"/>
              <a:gd name="connsiteY419" fmla="*/ 6654540 h 6858000"/>
              <a:gd name="connsiteX420" fmla="*/ 2299106 w 7467600"/>
              <a:gd name="connsiteY420" fmla="*/ 6778931 h 6858000"/>
              <a:gd name="connsiteX421" fmla="*/ 2314430 w 7467600"/>
              <a:gd name="connsiteY421" fmla="*/ 6801144 h 6858000"/>
              <a:gd name="connsiteX422" fmla="*/ 2352406 w 7467600"/>
              <a:gd name="connsiteY422" fmla="*/ 6858000 h 6858000"/>
              <a:gd name="connsiteX423" fmla="*/ 2314492 w 7467600"/>
              <a:gd name="connsiteY423" fmla="*/ 6858000 h 6858000"/>
              <a:gd name="connsiteX424" fmla="*/ 2288095 w 7467600"/>
              <a:gd name="connsiteY424" fmla="*/ 6818030 h 6858000"/>
              <a:gd name="connsiteX425" fmla="*/ 2272768 w 7467600"/>
              <a:gd name="connsiteY425" fmla="*/ 6795822 h 6858000"/>
              <a:gd name="connsiteX426" fmla="*/ 2182715 w 7467600"/>
              <a:gd name="connsiteY426" fmla="*/ 6675071 h 6858000"/>
              <a:gd name="connsiteX427" fmla="*/ 2032061 w 7467600"/>
              <a:gd name="connsiteY427" fmla="*/ 6541380 h 6858000"/>
              <a:gd name="connsiteX428" fmla="*/ 2257220 w 7467600"/>
              <a:gd name="connsiteY428" fmla="*/ 6826257 h 6858000"/>
              <a:gd name="connsiteX429" fmla="*/ 2281324 w 7467600"/>
              <a:gd name="connsiteY429" fmla="*/ 6858000 h 6858000"/>
              <a:gd name="connsiteX430" fmla="*/ 2242860 w 7467600"/>
              <a:gd name="connsiteY430" fmla="*/ 6858000 h 6858000"/>
              <a:gd name="connsiteX431" fmla="*/ 2232818 w 7467600"/>
              <a:gd name="connsiteY431" fmla="*/ 6844926 h 6858000"/>
              <a:gd name="connsiteX432" fmla="*/ 1990172 w 7467600"/>
              <a:gd name="connsiteY432" fmla="*/ 6542121 h 6858000"/>
              <a:gd name="connsiteX433" fmla="*/ 2124090 w 7467600"/>
              <a:gd name="connsiteY433" fmla="*/ 6761017 h 6858000"/>
              <a:gd name="connsiteX434" fmla="*/ 2200380 w 7467600"/>
              <a:gd name="connsiteY434" fmla="*/ 6858000 h 6858000"/>
              <a:gd name="connsiteX435" fmla="*/ 2147507 w 7467600"/>
              <a:gd name="connsiteY435" fmla="*/ 6858000 h 6858000"/>
              <a:gd name="connsiteX436" fmla="*/ 2070668 w 7467600"/>
              <a:gd name="connsiteY436" fmla="*/ 6761520 h 6858000"/>
              <a:gd name="connsiteX437" fmla="*/ 1975142 w 7467600"/>
              <a:gd name="connsiteY437" fmla="*/ 6585570 h 6858000"/>
              <a:gd name="connsiteX438" fmla="*/ 2050035 w 7467600"/>
              <a:gd name="connsiteY438" fmla="*/ 6813345 h 6858000"/>
              <a:gd name="connsiteX439" fmla="*/ 2063025 w 7467600"/>
              <a:gd name="connsiteY439" fmla="*/ 6858000 h 6858000"/>
              <a:gd name="connsiteX440" fmla="*/ 2021675 w 7467600"/>
              <a:gd name="connsiteY440" fmla="*/ 6858000 h 6858000"/>
              <a:gd name="connsiteX441" fmla="*/ 2019308 w 7467600"/>
              <a:gd name="connsiteY441" fmla="*/ 6847118 h 6858000"/>
              <a:gd name="connsiteX442" fmla="*/ 1938835 w 7467600"/>
              <a:gd name="connsiteY442" fmla="*/ 6551160 h 6858000"/>
              <a:gd name="connsiteX443" fmla="*/ 1953230 w 7467600"/>
              <a:gd name="connsiteY443" fmla="*/ 6759699 h 6858000"/>
              <a:gd name="connsiteX444" fmla="*/ 1956763 w 7467600"/>
              <a:gd name="connsiteY444" fmla="*/ 6778191 h 6858000"/>
              <a:gd name="connsiteX445" fmla="*/ 1967925 w 7467600"/>
              <a:gd name="connsiteY445" fmla="*/ 6858000 h 6858000"/>
              <a:gd name="connsiteX446" fmla="*/ 1936622 w 7467600"/>
              <a:gd name="connsiteY446" fmla="*/ 6858000 h 6858000"/>
              <a:gd name="connsiteX447" fmla="*/ 1926261 w 7467600"/>
              <a:gd name="connsiteY447" fmla="*/ 6784064 h 6858000"/>
              <a:gd name="connsiteX448" fmla="*/ 1922724 w 7467600"/>
              <a:gd name="connsiteY448" fmla="*/ 6765577 h 6858000"/>
              <a:gd name="connsiteX449" fmla="*/ 1904650 w 7467600"/>
              <a:gd name="connsiteY449" fmla="*/ 6639616 h 6858000"/>
              <a:gd name="connsiteX450" fmla="*/ 1885273 w 7467600"/>
              <a:gd name="connsiteY450" fmla="*/ 6858000 h 6858000"/>
              <a:gd name="connsiteX451" fmla="*/ 1854363 w 7467600"/>
              <a:gd name="connsiteY451" fmla="*/ 6858000 h 6858000"/>
              <a:gd name="connsiteX452" fmla="*/ 1880391 w 7467600"/>
              <a:gd name="connsiteY452" fmla="*/ 6603796 h 6858000"/>
              <a:gd name="connsiteX453" fmla="*/ 1818273 w 7467600"/>
              <a:gd name="connsiteY453" fmla="*/ 6715729 h 6858000"/>
              <a:gd name="connsiteX454" fmla="*/ 1794691 w 7467600"/>
              <a:gd name="connsiteY454" fmla="*/ 6843239 h 6858000"/>
              <a:gd name="connsiteX455" fmla="*/ 1794914 w 7467600"/>
              <a:gd name="connsiteY455" fmla="*/ 6858000 h 6858000"/>
              <a:gd name="connsiteX456" fmla="*/ 1746128 w 7467600"/>
              <a:gd name="connsiteY456" fmla="*/ 6858000 h 6858000"/>
              <a:gd name="connsiteX457" fmla="*/ 1753934 w 7467600"/>
              <a:gd name="connsiteY457" fmla="*/ 6724796 h 6858000"/>
              <a:gd name="connsiteX458" fmla="*/ 1792053 w 7467600"/>
              <a:gd name="connsiteY458" fmla="*/ 6572396 h 6858000"/>
              <a:gd name="connsiteX459" fmla="*/ 1862248 w 7467600"/>
              <a:gd name="connsiteY459" fmla="*/ 6266397 h 6858000"/>
              <a:gd name="connsiteX460" fmla="*/ 1862250 w 7467600"/>
              <a:gd name="connsiteY460" fmla="*/ 6033531 h 6858000"/>
              <a:gd name="connsiteX461" fmla="*/ 1211999 w 7467600"/>
              <a:gd name="connsiteY461" fmla="*/ 6683610 h 6858000"/>
              <a:gd name="connsiteX462" fmla="*/ 1213266 w 7467600"/>
              <a:gd name="connsiteY462" fmla="*/ 6691947 h 6858000"/>
              <a:gd name="connsiteX463" fmla="*/ 1203370 w 7467600"/>
              <a:gd name="connsiteY463" fmla="*/ 6850676 h 6858000"/>
              <a:gd name="connsiteX464" fmla="*/ 1203671 w 7467600"/>
              <a:gd name="connsiteY464" fmla="*/ 6858000 h 6858000"/>
              <a:gd name="connsiteX465" fmla="*/ 1143180 w 7467600"/>
              <a:gd name="connsiteY465" fmla="*/ 6858000 h 6858000"/>
              <a:gd name="connsiteX466" fmla="*/ 1142176 w 7467600"/>
              <a:gd name="connsiteY466" fmla="*/ 6766045 h 6858000"/>
              <a:gd name="connsiteX467" fmla="*/ 1067484 w 7467600"/>
              <a:gd name="connsiteY467" fmla="*/ 6858000 h 6858000"/>
              <a:gd name="connsiteX468" fmla="*/ 953928 w 7467600"/>
              <a:gd name="connsiteY468" fmla="*/ 6858000 h 6858000"/>
              <a:gd name="connsiteX469" fmla="*/ 959715 w 7467600"/>
              <a:gd name="connsiteY469" fmla="*/ 6850185 h 6858000"/>
              <a:gd name="connsiteX470" fmla="*/ 1483788 w 7467600"/>
              <a:gd name="connsiteY470" fmla="*/ 6259174 h 6858000"/>
              <a:gd name="connsiteX471" fmla="*/ 1100671 w 7467600"/>
              <a:gd name="connsiteY471" fmla="*/ 6252137 h 6858000"/>
              <a:gd name="connsiteX472" fmla="*/ 1090144 w 7467600"/>
              <a:gd name="connsiteY472" fmla="*/ 6256748 h 6858000"/>
              <a:gd name="connsiteX473" fmla="*/ 1095872 w 7467600"/>
              <a:gd name="connsiteY473" fmla="*/ 6271892 h 6858000"/>
              <a:gd name="connsiteX474" fmla="*/ 262785 w 7467600"/>
              <a:gd name="connsiteY474" fmla="*/ 6845450 h 6858000"/>
              <a:gd name="connsiteX475" fmla="*/ 209968 w 7467600"/>
              <a:gd name="connsiteY475" fmla="*/ 6770713 h 6858000"/>
              <a:gd name="connsiteX476" fmla="*/ 873460 w 7467600"/>
              <a:gd name="connsiteY476" fmla="*/ 6253768 h 6858000"/>
              <a:gd name="connsiteX477" fmla="*/ 192686 w 7467600"/>
              <a:gd name="connsiteY477" fmla="*/ 5849257 h 6858000"/>
              <a:gd name="connsiteX478" fmla="*/ 4696 w 7467600"/>
              <a:gd name="connsiteY478" fmla="*/ 5697668 h 6858000"/>
              <a:gd name="connsiteX479" fmla="*/ 0 w 7467600"/>
              <a:gd name="connsiteY479" fmla="*/ 5689984 h 6858000"/>
              <a:gd name="connsiteX480" fmla="*/ 0 w 7467600"/>
              <a:gd name="connsiteY480" fmla="*/ 5513472 h 6858000"/>
              <a:gd name="connsiteX481" fmla="*/ 174101 w 7467600"/>
              <a:gd name="connsiteY481" fmla="*/ 5620277 h 6858000"/>
              <a:gd name="connsiteX482" fmla="*/ 891800 w 7467600"/>
              <a:gd name="connsiteY482" fmla="*/ 6036935 h 6858000"/>
              <a:gd name="connsiteX483" fmla="*/ 1072219 w 7467600"/>
              <a:gd name="connsiteY483" fmla="*/ 6169443 h 6858000"/>
              <a:gd name="connsiteX484" fmla="*/ 1074117 w 7467600"/>
              <a:gd name="connsiteY484" fmla="*/ 6170301 h 6858000"/>
              <a:gd name="connsiteX485" fmla="*/ 1083114 w 7467600"/>
              <a:gd name="connsiteY485" fmla="*/ 6174131 h 6858000"/>
              <a:gd name="connsiteX486" fmla="*/ 1543010 w 7467600"/>
              <a:gd name="connsiteY486" fmla="*/ 6191140 h 6858000"/>
              <a:gd name="connsiteX487" fmla="*/ 1551080 w 7467600"/>
              <a:gd name="connsiteY487" fmla="*/ 6195006 h 6858000"/>
              <a:gd name="connsiteX488" fmla="*/ 2345443 w 7467600"/>
              <a:gd name="connsiteY488" fmla="*/ 5549882 h 6858000"/>
              <a:gd name="connsiteX489" fmla="*/ 1721499 w 7467600"/>
              <a:gd name="connsiteY489" fmla="*/ 5599969 h 6858000"/>
              <a:gd name="connsiteX490" fmla="*/ 767716 w 7467600"/>
              <a:gd name="connsiteY490" fmla="*/ 5472768 h 6858000"/>
              <a:gd name="connsiteX491" fmla="*/ 722147 w 7467600"/>
              <a:gd name="connsiteY491" fmla="*/ 5393091 h 6858000"/>
              <a:gd name="connsiteX492" fmla="*/ 1485552 w 7467600"/>
              <a:gd name="connsiteY492" fmla="*/ 5313202 h 6858000"/>
              <a:gd name="connsiteX493" fmla="*/ 2143004 w 7467600"/>
              <a:gd name="connsiteY493" fmla="*/ 5402420 h 6858000"/>
              <a:gd name="connsiteX494" fmla="*/ 1933391 w 7467600"/>
              <a:gd name="connsiteY494" fmla="*/ 5156971 h 6858000"/>
              <a:gd name="connsiteX495" fmla="*/ 1827118 w 7467600"/>
              <a:gd name="connsiteY495" fmla="*/ 4968410 h 6858000"/>
              <a:gd name="connsiteX496" fmla="*/ 1837349 w 7467600"/>
              <a:gd name="connsiteY496" fmla="*/ 4956357 h 6858000"/>
              <a:gd name="connsiteX497" fmla="*/ 2162835 w 7467600"/>
              <a:gd name="connsiteY497" fmla="*/ 5187853 h 6858000"/>
              <a:gd name="connsiteX498" fmla="*/ 2257167 w 7467600"/>
              <a:gd name="connsiteY498" fmla="*/ 5462123 h 6858000"/>
              <a:gd name="connsiteX499" fmla="*/ 2261598 w 7467600"/>
              <a:gd name="connsiteY499" fmla="*/ 5467998 h 6858000"/>
              <a:gd name="connsiteX500" fmla="*/ 2437177 w 7467600"/>
              <a:gd name="connsiteY500" fmla="*/ 5479608 h 6858000"/>
              <a:gd name="connsiteX501" fmla="*/ 2445247 w 7467600"/>
              <a:gd name="connsiteY501" fmla="*/ 5483476 h 6858000"/>
              <a:gd name="connsiteX502" fmla="*/ 2743626 w 7467600"/>
              <a:gd name="connsiteY502" fmla="*/ 5304819 h 6858000"/>
              <a:gd name="connsiteX503" fmla="*/ 3048102 w 7467600"/>
              <a:gd name="connsiteY503" fmla="*/ 5150595 h 6858000"/>
              <a:gd name="connsiteX504" fmla="*/ 1799414 w 7467600"/>
              <a:gd name="connsiteY504" fmla="*/ 4694732 h 6858000"/>
              <a:gd name="connsiteX505" fmla="*/ 1771735 w 7467600"/>
              <a:gd name="connsiteY505" fmla="*/ 4619929 h 6858000"/>
              <a:gd name="connsiteX506" fmla="*/ 3104273 w 7467600"/>
              <a:gd name="connsiteY506" fmla="*/ 5076159 h 6858000"/>
              <a:gd name="connsiteX507" fmla="*/ 3113245 w 7467600"/>
              <a:gd name="connsiteY507" fmla="*/ 5090705 h 6858000"/>
              <a:gd name="connsiteX508" fmla="*/ 3126294 w 7467600"/>
              <a:gd name="connsiteY508" fmla="*/ 5114400 h 6858000"/>
              <a:gd name="connsiteX509" fmla="*/ 3937433 w 7467600"/>
              <a:gd name="connsiteY509" fmla="*/ 4830473 h 6858000"/>
              <a:gd name="connsiteX510" fmla="*/ 3590475 w 7467600"/>
              <a:gd name="connsiteY510" fmla="*/ 4597974 h 6858000"/>
              <a:gd name="connsiteX511" fmla="*/ 3100264 w 7467600"/>
              <a:gd name="connsiteY511" fmla="*/ 4579845 h 6858000"/>
              <a:gd name="connsiteX512" fmla="*/ 2183576 w 7467600"/>
              <a:gd name="connsiteY512" fmla="*/ 4227150 h 6858000"/>
              <a:gd name="connsiteX513" fmla="*/ 2151029 w 7467600"/>
              <a:gd name="connsiteY513" fmla="*/ 4146947 h 6858000"/>
              <a:gd name="connsiteX514" fmla="*/ 3563434 w 7467600"/>
              <a:gd name="connsiteY514" fmla="*/ 4469115 h 6858000"/>
              <a:gd name="connsiteX515" fmla="*/ 3177952 w 7467600"/>
              <a:gd name="connsiteY515" fmla="*/ 3657386 h 6858000"/>
              <a:gd name="connsiteX516" fmla="*/ 3189263 w 7467600"/>
              <a:gd name="connsiteY516" fmla="*/ 3625726 h 6858000"/>
              <a:gd name="connsiteX517" fmla="*/ 3560912 w 7467600"/>
              <a:gd name="connsiteY517" fmla="*/ 4079863 h 6858000"/>
              <a:gd name="connsiteX518" fmla="*/ 3626636 w 7467600"/>
              <a:gd name="connsiteY518" fmla="*/ 4512230 h 6858000"/>
              <a:gd name="connsiteX519" fmla="*/ 3653088 w 7467600"/>
              <a:gd name="connsiteY519" fmla="*/ 4521417 h 6858000"/>
              <a:gd name="connsiteX520" fmla="*/ 3988128 w 7467600"/>
              <a:gd name="connsiteY520" fmla="*/ 4817267 h 6858000"/>
              <a:gd name="connsiteX521" fmla="*/ 4830582 w 7467600"/>
              <a:gd name="connsiteY521" fmla="*/ 4676000 h 6858000"/>
              <a:gd name="connsiteX522" fmla="*/ 4830100 w 7467600"/>
              <a:gd name="connsiteY522" fmla="*/ 4675554 h 6858000"/>
              <a:gd name="connsiteX523" fmla="*/ 4036318 w 7467600"/>
              <a:gd name="connsiteY523" fmla="*/ 4147013 h 6858000"/>
              <a:gd name="connsiteX524" fmla="*/ 3432098 w 7467600"/>
              <a:gd name="connsiteY524" fmla="*/ 3537312 h 6858000"/>
              <a:gd name="connsiteX525" fmla="*/ 3446761 w 7467600"/>
              <a:gd name="connsiteY525" fmla="*/ 3461278 h 6858000"/>
              <a:gd name="connsiteX526" fmla="*/ 4419733 w 7467600"/>
              <a:gd name="connsiteY526" fmla="*/ 3963555 h 6858000"/>
              <a:gd name="connsiteX527" fmla="*/ 4781371 w 7467600"/>
              <a:gd name="connsiteY527" fmla="*/ 4458604 h 6858000"/>
              <a:gd name="connsiteX528" fmla="*/ 4780440 w 7467600"/>
              <a:gd name="connsiteY528" fmla="*/ 4470290 h 6858000"/>
              <a:gd name="connsiteX529" fmla="*/ 4898954 w 7467600"/>
              <a:gd name="connsiteY529" fmla="*/ 4662092 h 6858000"/>
              <a:gd name="connsiteX530" fmla="*/ 4900699 w 7467600"/>
              <a:gd name="connsiteY530" fmla="*/ 4670867 h 6858000"/>
              <a:gd name="connsiteX531" fmla="*/ 5714511 w 7467600"/>
              <a:gd name="connsiteY531" fmla="*/ 4663483 h 6858000"/>
              <a:gd name="connsiteX532" fmla="*/ 5464793 w 7467600"/>
              <a:gd name="connsiteY532" fmla="*/ 4393556 h 6858000"/>
              <a:gd name="connsiteX533" fmla="*/ 5461897 w 7467600"/>
              <a:gd name="connsiteY533" fmla="*/ 4390879 h 6858000"/>
              <a:gd name="connsiteX534" fmla="*/ 4294126 w 7467600"/>
              <a:gd name="connsiteY534" fmla="*/ 3303048 h 6858000"/>
              <a:gd name="connsiteX535" fmla="*/ 4305321 w 7467600"/>
              <a:gd name="connsiteY535" fmla="*/ 3256953 h 6858000"/>
              <a:gd name="connsiteX536" fmla="*/ 4949299 w 7467600"/>
              <a:gd name="connsiteY536" fmla="*/ 3766336 h 6858000"/>
              <a:gd name="connsiteX537" fmla="*/ 5291452 w 7467600"/>
              <a:gd name="connsiteY537" fmla="*/ 4076801 h 6858000"/>
              <a:gd name="connsiteX538" fmla="*/ 5434998 w 7467600"/>
              <a:gd name="connsiteY538" fmla="*/ 4254100 h 6858000"/>
              <a:gd name="connsiteX539" fmla="*/ 5351015 w 7467600"/>
              <a:gd name="connsiteY539" fmla="*/ 3760989 h 6858000"/>
              <a:gd name="connsiteX540" fmla="*/ 5413780 w 7467600"/>
              <a:gd name="connsiteY540" fmla="*/ 2966265 h 6858000"/>
              <a:gd name="connsiteX541" fmla="*/ 5425627 w 7467600"/>
              <a:gd name="connsiteY541" fmla="*/ 2954192 h 6858000"/>
              <a:gd name="connsiteX542" fmla="*/ 6604735 w 7467600"/>
              <a:gd name="connsiteY542" fmla="*/ 2041381 h 6858000"/>
              <a:gd name="connsiteX543" fmla="*/ 7204487 w 7467600"/>
              <a:gd name="connsiteY543" fmla="*/ 2742112 h 6858000"/>
              <a:gd name="connsiteX544" fmla="*/ 7131592 w 7467600"/>
              <a:gd name="connsiteY544" fmla="*/ 2672096 h 6858000"/>
              <a:gd name="connsiteX545" fmla="*/ 6996344 w 7467600"/>
              <a:gd name="connsiteY545" fmla="*/ 2518310 h 6858000"/>
              <a:gd name="connsiteX546" fmla="*/ 6735495 w 7467600"/>
              <a:gd name="connsiteY546" fmla="*/ 2196890 h 6858000"/>
              <a:gd name="connsiteX547" fmla="*/ 6721901 w 7467600"/>
              <a:gd name="connsiteY547" fmla="*/ 2179274 h 6858000"/>
              <a:gd name="connsiteX548" fmla="*/ 6604735 w 7467600"/>
              <a:gd name="connsiteY548" fmla="*/ 2041381 h 6858000"/>
              <a:gd name="connsiteX549" fmla="*/ 6591670 w 7467600"/>
              <a:gd name="connsiteY549" fmla="*/ 1988277 h 6858000"/>
              <a:gd name="connsiteX550" fmla="*/ 6747349 w 7467600"/>
              <a:gd name="connsiteY550" fmla="*/ 2160069 h 6858000"/>
              <a:gd name="connsiteX551" fmla="*/ 6760943 w 7467600"/>
              <a:gd name="connsiteY551" fmla="*/ 2177686 h 6858000"/>
              <a:gd name="connsiteX552" fmla="*/ 7021065 w 7467600"/>
              <a:gd name="connsiteY552" fmla="*/ 2498102 h 6858000"/>
              <a:gd name="connsiteX553" fmla="*/ 7155223 w 7467600"/>
              <a:gd name="connsiteY553" fmla="*/ 2650386 h 6858000"/>
              <a:gd name="connsiteX554" fmla="*/ 7203167 w 7467600"/>
              <a:gd name="connsiteY554" fmla="*/ 2697288 h 6858000"/>
              <a:gd name="connsiteX555" fmla="*/ 6937703 w 7467600"/>
              <a:gd name="connsiteY555" fmla="*/ 2321981 h 6858000"/>
              <a:gd name="connsiteX556" fmla="*/ 6591670 w 7467600"/>
              <a:gd name="connsiteY556" fmla="*/ 1988277 h 6858000"/>
              <a:gd name="connsiteX557" fmla="*/ 5798671 w 7467600"/>
              <a:gd name="connsiteY557" fmla="*/ 1981601 h 6858000"/>
              <a:gd name="connsiteX558" fmla="*/ 5754709 w 7467600"/>
              <a:gd name="connsiteY558" fmla="*/ 2071454 h 6858000"/>
              <a:gd name="connsiteX559" fmla="*/ 5763044 w 7467600"/>
              <a:gd name="connsiteY559" fmla="*/ 2842206 h 6858000"/>
              <a:gd name="connsiteX560" fmla="*/ 5764974 w 7467600"/>
              <a:gd name="connsiteY560" fmla="*/ 2799609 h 6858000"/>
              <a:gd name="connsiteX561" fmla="*/ 5767665 w 7467600"/>
              <a:gd name="connsiteY561" fmla="*/ 2666409 h 6858000"/>
              <a:gd name="connsiteX562" fmla="*/ 5763055 w 7467600"/>
              <a:gd name="connsiteY562" fmla="*/ 2579705 h 6858000"/>
              <a:gd name="connsiteX563" fmla="*/ 5758079 w 7467600"/>
              <a:gd name="connsiteY563" fmla="*/ 2492508 h 6858000"/>
              <a:gd name="connsiteX564" fmla="*/ 5779325 w 7467600"/>
              <a:gd name="connsiteY564" fmla="*/ 2197069 h 6858000"/>
              <a:gd name="connsiteX565" fmla="*/ 5798671 w 7467600"/>
              <a:gd name="connsiteY565" fmla="*/ 1981601 h 6858000"/>
              <a:gd name="connsiteX566" fmla="*/ 5829202 w 7467600"/>
              <a:gd name="connsiteY566" fmla="*/ 1971679 h 6858000"/>
              <a:gd name="connsiteX567" fmla="*/ 5809558 w 7467600"/>
              <a:gd name="connsiteY567" fmla="*/ 2198043 h 6858000"/>
              <a:gd name="connsiteX568" fmla="*/ 5788653 w 7467600"/>
              <a:gd name="connsiteY568" fmla="*/ 2489430 h 6858000"/>
              <a:gd name="connsiteX569" fmla="*/ 5793439 w 7467600"/>
              <a:gd name="connsiteY569" fmla="*/ 2575235 h 6858000"/>
              <a:gd name="connsiteX570" fmla="*/ 5796837 w 7467600"/>
              <a:gd name="connsiteY570" fmla="*/ 2637633 h 6858000"/>
              <a:gd name="connsiteX571" fmla="*/ 5818614 w 7467600"/>
              <a:gd name="connsiteY571" fmla="*/ 2473055 h 6858000"/>
              <a:gd name="connsiteX572" fmla="*/ 5829202 w 7467600"/>
              <a:gd name="connsiteY572" fmla="*/ 1971679 h 6858000"/>
              <a:gd name="connsiteX573" fmla="*/ 5911389 w 7467600"/>
              <a:gd name="connsiteY573" fmla="*/ 1898371 h 6858000"/>
              <a:gd name="connsiteX574" fmla="*/ 6237627 w 7467600"/>
              <a:gd name="connsiteY574" fmla="*/ 2231921 h 6858000"/>
              <a:gd name="connsiteX575" fmla="*/ 5911389 w 7467600"/>
              <a:gd name="connsiteY575" fmla="*/ 1898371 h 6858000"/>
              <a:gd name="connsiteX576" fmla="*/ 6944437 w 7467600"/>
              <a:gd name="connsiteY576" fmla="*/ 1575402 h 6858000"/>
              <a:gd name="connsiteX577" fmla="*/ 6304730 w 7467600"/>
              <a:gd name="connsiteY577" fmla="*/ 1766654 h 6858000"/>
              <a:gd name="connsiteX578" fmla="*/ 6944437 w 7467600"/>
              <a:gd name="connsiteY578" fmla="*/ 1575402 h 6858000"/>
              <a:gd name="connsiteX579" fmla="*/ 7019523 w 7467600"/>
              <a:gd name="connsiteY579" fmla="*/ 1519450 h 6858000"/>
              <a:gd name="connsiteX580" fmla="*/ 6298091 w 7467600"/>
              <a:gd name="connsiteY580" fmla="*/ 1737122 h 6858000"/>
              <a:gd name="connsiteX581" fmla="*/ 7019523 w 7467600"/>
              <a:gd name="connsiteY581" fmla="*/ 1519450 h 6858000"/>
              <a:gd name="connsiteX582" fmla="*/ 2399523 w 7467600"/>
              <a:gd name="connsiteY582" fmla="*/ 1428234 h 6858000"/>
              <a:gd name="connsiteX583" fmla="*/ 2224982 w 7467600"/>
              <a:gd name="connsiteY583" fmla="*/ 1826201 h 6858000"/>
              <a:gd name="connsiteX584" fmla="*/ 2096099 w 7467600"/>
              <a:gd name="connsiteY584" fmla="*/ 2345900 h 6858000"/>
              <a:gd name="connsiteX585" fmla="*/ 2283317 w 7467600"/>
              <a:gd name="connsiteY585" fmla="*/ 1796925 h 6858000"/>
              <a:gd name="connsiteX586" fmla="*/ 2399523 w 7467600"/>
              <a:gd name="connsiteY586" fmla="*/ 1428234 h 6858000"/>
              <a:gd name="connsiteX587" fmla="*/ 2448558 w 7467600"/>
              <a:gd name="connsiteY587" fmla="*/ 1373435 h 6858000"/>
              <a:gd name="connsiteX588" fmla="*/ 2312521 w 7467600"/>
              <a:gd name="connsiteY588" fmla="*/ 1806140 h 6858000"/>
              <a:gd name="connsiteX589" fmla="*/ 2127533 w 7467600"/>
              <a:gd name="connsiteY589" fmla="*/ 2348380 h 6858000"/>
              <a:gd name="connsiteX590" fmla="*/ 2358080 w 7467600"/>
              <a:gd name="connsiteY590" fmla="*/ 1866134 h 6858000"/>
              <a:gd name="connsiteX591" fmla="*/ 2407436 w 7467600"/>
              <a:gd name="connsiteY591" fmla="*/ 1651070 h 6858000"/>
              <a:gd name="connsiteX592" fmla="*/ 2448558 w 7467600"/>
              <a:gd name="connsiteY592" fmla="*/ 1373435 h 6858000"/>
              <a:gd name="connsiteX593" fmla="*/ 278707 w 7467600"/>
              <a:gd name="connsiteY593" fmla="*/ 1352270 h 6858000"/>
              <a:gd name="connsiteX594" fmla="*/ 321570 w 7467600"/>
              <a:gd name="connsiteY594" fmla="*/ 1861610 h 6858000"/>
              <a:gd name="connsiteX595" fmla="*/ 294281 w 7467600"/>
              <a:gd name="connsiteY595" fmla="*/ 1440658 h 6858000"/>
              <a:gd name="connsiteX596" fmla="*/ 278707 w 7467600"/>
              <a:gd name="connsiteY596" fmla="*/ 1352270 h 6858000"/>
              <a:gd name="connsiteX597" fmla="*/ 1423821 w 7467600"/>
              <a:gd name="connsiteY597" fmla="*/ 1351958 h 6858000"/>
              <a:gd name="connsiteX598" fmla="*/ 1638521 w 7467600"/>
              <a:gd name="connsiteY598" fmla="*/ 1908470 h 6858000"/>
              <a:gd name="connsiteX599" fmla="*/ 1754199 w 7467600"/>
              <a:gd name="connsiteY599" fmla="*/ 2149284 h 6858000"/>
              <a:gd name="connsiteX600" fmla="*/ 1908359 w 7467600"/>
              <a:gd name="connsiteY600" fmla="*/ 2364988 h 6858000"/>
              <a:gd name="connsiteX601" fmla="*/ 1647661 w 7467600"/>
              <a:gd name="connsiteY601" fmla="*/ 1825945 h 6858000"/>
              <a:gd name="connsiteX602" fmla="*/ 1423821 w 7467600"/>
              <a:gd name="connsiteY602" fmla="*/ 1351958 h 6858000"/>
              <a:gd name="connsiteX603" fmla="*/ 1431890 w 7467600"/>
              <a:gd name="connsiteY603" fmla="*/ 1306475 h 6858000"/>
              <a:gd name="connsiteX604" fmla="*/ 1507597 w 7467600"/>
              <a:gd name="connsiteY604" fmla="*/ 1446132 h 6858000"/>
              <a:gd name="connsiteX605" fmla="*/ 1674586 w 7467600"/>
              <a:gd name="connsiteY605" fmla="*/ 1813832 h 6858000"/>
              <a:gd name="connsiteX606" fmla="*/ 1815950 w 7467600"/>
              <a:gd name="connsiteY606" fmla="*/ 2128564 h 6858000"/>
              <a:gd name="connsiteX607" fmla="*/ 1984242 w 7467600"/>
              <a:gd name="connsiteY607" fmla="*/ 2430829 h 6858000"/>
              <a:gd name="connsiteX608" fmla="*/ 2014023 w 7467600"/>
              <a:gd name="connsiteY608" fmla="*/ 2450995 h 6858000"/>
              <a:gd name="connsiteX609" fmla="*/ 1747337 w 7467600"/>
              <a:gd name="connsiteY609" fmla="*/ 1855264 h 6858000"/>
              <a:gd name="connsiteX610" fmla="*/ 1533749 w 7467600"/>
              <a:gd name="connsiteY610" fmla="*/ 1478656 h 6858000"/>
              <a:gd name="connsiteX611" fmla="*/ 1431890 w 7467600"/>
              <a:gd name="connsiteY611" fmla="*/ 1306475 h 6858000"/>
              <a:gd name="connsiteX612" fmla="*/ 5052692 w 7467600"/>
              <a:gd name="connsiteY612" fmla="*/ 1292994 h 6858000"/>
              <a:gd name="connsiteX613" fmla="*/ 5200661 w 7467600"/>
              <a:gd name="connsiteY613" fmla="*/ 1635186 h 6858000"/>
              <a:gd name="connsiteX614" fmla="*/ 5297138 w 7467600"/>
              <a:gd name="connsiteY614" fmla="*/ 1906351 h 6858000"/>
              <a:gd name="connsiteX615" fmla="*/ 5052692 w 7467600"/>
              <a:gd name="connsiteY615" fmla="*/ 1292994 h 6858000"/>
              <a:gd name="connsiteX616" fmla="*/ 5009948 w 7467600"/>
              <a:gd name="connsiteY616" fmla="*/ 1273619 h 6858000"/>
              <a:gd name="connsiteX617" fmla="*/ 5121777 w 7467600"/>
              <a:gd name="connsiteY617" fmla="*/ 1654213 h 6858000"/>
              <a:gd name="connsiteX618" fmla="*/ 5293545 w 7467600"/>
              <a:gd name="connsiteY618" fmla="*/ 2072247 h 6858000"/>
              <a:gd name="connsiteX619" fmla="*/ 5294042 w 7467600"/>
              <a:gd name="connsiteY619" fmla="*/ 2065019 h 6858000"/>
              <a:gd name="connsiteX620" fmla="*/ 5171936 w 7467600"/>
              <a:gd name="connsiteY620" fmla="*/ 1647613 h 6858000"/>
              <a:gd name="connsiteX621" fmla="*/ 5009948 w 7467600"/>
              <a:gd name="connsiteY621" fmla="*/ 1273619 h 6858000"/>
              <a:gd name="connsiteX622" fmla="*/ 655236 w 7467600"/>
              <a:gd name="connsiteY622" fmla="*/ 1268632 h 6858000"/>
              <a:gd name="connsiteX623" fmla="*/ 839521 w 7467600"/>
              <a:gd name="connsiteY623" fmla="*/ 1685315 h 6858000"/>
              <a:gd name="connsiteX624" fmla="*/ 1109416 w 7467600"/>
              <a:gd name="connsiteY624" fmla="*/ 2061663 h 6858000"/>
              <a:gd name="connsiteX625" fmla="*/ 1298300 w 7467600"/>
              <a:gd name="connsiteY625" fmla="*/ 2247742 h 6858000"/>
              <a:gd name="connsiteX626" fmla="*/ 1125871 w 7467600"/>
              <a:gd name="connsiteY626" fmla="*/ 1989513 h 6858000"/>
              <a:gd name="connsiteX627" fmla="*/ 981574 w 7467600"/>
              <a:gd name="connsiteY627" fmla="*/ 1783157 h 6858000"/>
              <a:gd name="connsiteX628" fmla="*/ 922198 w 7467600"/>
              <a:gd name="connsiteY628" fmla="*/ 1677437 h 6858000"/>
              <a:gd name="connsiteX629" fmla="*/ 869293 w 7467600"/>
              <a:gd name="connsiteY629" fmla="*/ 1583214 h 6858000"/>
              <a:gd name="connsiteX630" fmla="*/ 751431 w 7467600"/>
              <a:gd name="connsiteY630" fmla="*/ 1405731 h 6858000"/>
              <a:gd name="connsiteX631" fmla="*/ 655236 w 7467600"/>
              <a:gd name="connsiteY631" fmla="*/ 1268632 h 6858000"/>
              <a:gd name="connsiteX632" fmla="*/ 6516292 w 7467600"/>
              <a:gd name="connsiteY632" fmla="*/ 1263064 h 6858000"/>
              <a:gd name="connsiteX633" fmla="*/ 5736320 w 7467600"/>
              <a:gd name="connsiteY633" fmla="*/ 1501803 h 6858000"/>
              <a:gd name="connsiteX634" fmla="*/ 6516292 w 7467600"/>
              <a:gd name="connsiteY634" fmla="*/ 1263064 h 6858000"/>
              <a:gd name="connsiteX635" fmla="*/ 291466 w 7467600"/>
              <a:gd name="connsiteY635" fmla="*/ 1250369 h 6858000"/>
              <a:gd name="connsiteX636" fmla="*/ 323180 w 7467600"/>
              <a:gd name="connsiteY636" fmla="*/ 1435283 h 6858000"/>
              <a:gd name="connsiteX637" fmla="*/ 349381 w 7467600"/>
              <a:gd name="connsiteY637" fmla="*/ 1875041 h 6858000"/>
              <a:gd name="connsiteX638" fmla="*/ 374363 w 7467600"/>
              <a:gd name="connsiteY638" fmla="*/ 1506494 h 6858000"/>
              <a:gd name="connsiteX639" fmla="*/ 302168 w 7467600"/>
              <a:gd name="connsiteY639" fmla="*/ 1274495 h 6858000"/>
              <a:gd name="connsiteX640" fmla="*/ 291466 w 7467600"/>
              <a:gd name="connsiteY640" fmla="*/ 1250369 h 6858000"/>
              <a:gd name="connsiteX641" fmla="*/ 678222 w 7467600"/>
              <a:gd name="connsiteY641" fmla="*/ 1248670 h 6858000"/>
              <a:gd name="connsiteX642" fmla="*/ 775536 w 7467600"/>
              <a:gd name="connsiteY642" fmla="*/ 1388015 h 6858000"/>
              <a:gd name="connsiteX643" fmla="*/ 894529 w 7467600"/>
              <a:gd name="connsiteY643" fmla="*/ 1567739 h 6858000"/>
              <a:gd name="connsiteX644" fmla="*/ 948000 w 7467600"/>
              <a:gd name="connsiteY644" fmla="*/ 1663088 h 6858000"/>
              <a:gd name="connsiteX645" fmla="*/ 1006812 w 7467600"/>
              <a:gd name="connsiteY645" fmla="*/ 1767683 h 6858000"/>
              <a:gd name="connsiteX646" fmla="*/ 1149133 w 7467600"/>
              <a:gd name="connsiteY646" fmla="*/ 1971513 h 6858000"/>
              <a:gd name="connsiteX647" fmla="*/ 1333952 w 7467600"/>
              <a:gd name="connsiteY647" fmla="*/ 2251620 h 6858000"/>
              <a:gd name="connsiteX648" fmla="*/ 1337329 w 7467600"/>
              <a:gd name="connsiteY648" fmla="*/ 2258350 h 6858000"/>
              <a:gd name="connsiteX649" fmla="*/ 1014726 w 7467600"/>
              <a:gd name="connsiteY649" fmla="*/ 1615556 h 6858000"/>
              <a:gd name="connsiteX650" fmla="*/ 678222 w 7467600"/>
              <a:gd name="connsiteY650" fmla="*/ 1248670 h 6858000"/>
              <a:gd name="connsiteX651" fmla="*/ 6691602 w 7467600"/>
              <a:gd name="connsiteY651" fmla="*/ 1140573 h 6858000"/>
              <a:gd name="connsiteX652" fmla="*/ 6571100 w 7467600"/>
              <a:gd name="connsiteY652" fmla="*/ 1183662 h 6858000"/>
              <a:gd name="connsiteX653" fmla="*/ 6241687 w 7467600"/>
              <a:gd name="connsiteY653" fmla="*/ 1257600 h 6858000"/>
              <a:gd name="connsiteX654" fmla="*/ 5693009 w 7467600"/>
              <a:gd name="connsiteY654" fmla="*/ 1478256 h 6858000"/>
              <a:gd name="connsiteX655" fmla="*/ 6548420 w 7467600"/>
              <a:gd name="connsiteY655" fmla="*/ 1214599 h 6858000"/>
              <a:gd name="connsiteX656" fmla="*/ 6605473 w 7467600"/>
              <a:gd name="connsiteY656" fmla="*/ 1184686 h 6858000"/>
              <a:gd name="connsiteX657" fmla="*/ 6691602 w 7467600"/>
              <a:gd name="connsiteY657" fmla="*/ 1140573 h 6858000"/>
              <a:gd name="connsiteX658" fmla="*/ 4002475 w 7467600"/>
              <a:gd name="connsiteY658" fmla="*/ 1037802 h 6858000"/>
              <a:gd name="connsiteX659" fmla="*/ 4000324 w 7467600"/>
              <a:gd name="connsiteY659" fmla="*/ 1039362 h 6858000"/>
              <a:gd name="connsiteX660" fmla="*/ 4002862 w 7467600"/>
              <a:gd name="connsiteY660" fmla="*/ 1042866 h 6858000"/>
              <a:gd name="connsiteX661" fmla="*/ 4002475 w 7467600"/>
              <a:gd name="connsiteY661" fmla="*/ 1037802 h 6858000"/>
              <a:gd name="connsiteX662" fmla="*/ 506322 w 7467600"/>
              <a:gd name="connsiteY662" fmla="*/ 1020997 h 6858000"/>
              <a:gd name="connsiteX663" fmla="*/ 533068 w 7467600"/>
              <a:gd name="connsiteY663" fmla="*/ 1029409 h 6858000"/>
              <a:gd name="connsiteX664" fmla="*/ 1232525 w 7467600"/>
              <a:gd name="connsiteY664" fmla="*/ 1804675 h 6858000"/>
              <a:gd name="connsiteX665" fmla="*/ 1388858 w 7467600"/>
              <a:gd name="connsiteY665" fmla="*/ 2368011 h 6858000"/>
              <a:gd name="connsiteX666" fmla="*/ 1384098 w 7467600"/>
              <a:gd name="connsiteY666" fmla="*/ 2378125 h 6858000"/>
              <a:gd name="connsiteX667" fmla="*/ 1425393 w 7467600"/>
              <a:gd name="connsiteY667" fmla="*/ 2589124 h 6858000"/>
              <a:gd name="connsiteX668" fmla="*/ 1424001 w 7467600"/>
              <a:gd name="connsiteY668" fmla="*/ 2597541 h 6858000"/>
              <a:gd name="connsiteX669" fmla="*/ 2152729 w 7467600"/>
              <a:gd name="connsiteY669" fmla="*/ 2864487 h 6858000"/>
              <a:gd name="connsiteX670" fmla="*/ 2020609 w 7467600"/>
              <a:gd name="connsiteY670" fmla="*/ 2539671 h 6858000"/>
              <a:gd name="connsiteX671" fmla="*/ 2018920 w 7467600"/>
              <a:gd name="connsiteY671" fmla="*/ 2536309 h 6858000"/>
              <a:gd name="connsiteX672" fmla="*/ 1342441 w 7467600"/>
              <a:gd name="connsiteY672" fmla="*/ 1173017 h 6858000"/>
              <a:gd name="connsiteX673" fmla="*/ 1367925 w 7467600"/>
              <a:gd name="connsiteY673" fmla="*/ 1135648 h 6858000"/>
              <a:gd name="connsiteX674" fmla="*/ 1771401 w 7467600"/>
              <a:gd name="connsiteY674" fmla="*/ 1806673 h 6858000"/>
              <a:gd name="connsiteX675" fmla="*/ 1972385 w 7467600"/>
              <a:gd name="connsiteY675" fmla="*/ 2198735 h 6858000"/>
              <a:gd name="connsiteX676" fmla="*/ 2040892 w 7467600"/>
              <a:gd name="connsiteY676" fmla="*/ 2405205 h 6858000"/>
              <a:gd name="connsiteX677" fmla="*/ 2131689 w 7467600"/>
              <a:gd name="connsiteY677" fmla="*/ 1936926 h 6858000"/>
              <a:gd name="connsiteX678" fmla="*/ 2454820 w 7467600"/>
              <a:gd name="connsiteY678" fmla="*/ 1248808 h 6858000"/>
              <a:gd name="connsiteX679" fmla="*/ 2492512 w 7467600"/>
              <a:gd name="connsiteY679" fmla="*/ 1302920 h 6858000"/>
              <a:gd name="connsiteX680" fmla="*/ 2081216 w 7467600"/>
              <a:gd name="connsiteY680" fmla="*/ 2527513 h 6858000"/>
              <a:gd name="connsiteX681" fmla="*/ 2081211 w 7467600"/>
              <a:gd name="connsiteY681" fmla="*/ 2528916 h 6858000"/>
              <a:gd name="connsiteX682" fmla="*/ 2199067 w 7467600"/>
              <a:gd name="connsiteY682" fmla="*/ 2884061 h 6858000"/>
              <a:gd name="connsiteX683" fmla="*/ 3192586 w 7467600"/>
              <a:gd name="connsiteY683" fmla="*/ 3411496 h 6858000"/>
              <a:gd name="connsiteX684" fmla="*/ 3182620 w 7467600"/>
              <a:gd name="connsiteY684" fmla="*/ 3483279 h 6858000"/>
              <a:gd name="connsiteX685" fmla="*/ 2435119 w 7467600"/>
              <a:gd name="connsiteY685" fmla="*/ 3080173 h 6858000"/>
              <a:gd name="connsiteX686" fmla="*/ 2410152 w 7467600"/>
              <a:gd name="connsiteY686" fmla="*/ 3063751 h 6858000"/>
              <a:gd name="connsiteX687" fmla="*/ 2408099 w 7467600"/>
              <a:gd name="connsiteY687" fmla="*/ 3064403 h 6858000"/>
              <a:gd name="connsiteX688" fmla="*/ 2407218 w 7467600"/>
              <a:gd name="connsiteY688" fmla="*/ 3070324 h 6858000"/>
              <a:gd name="connsiteX689" fmla="*/ 2380138 w 7467600"/>
              <a:gd name="connsiteY689" fmla="*/ 3099341 h 6858000"/>
              <a:gd name="connsiteX690" fmla="*/ 1765923 w 7467600"/>
              <a:gd name="connsiteY690" fmla="*/ 3581043 h 6858000"/>
              <a:gd name="connsiteX691" fmla="*/ 1702258 w 7467600"/>
              <a:gd name="connsiteY691" fmla="*/ 3612286 h 6858000"/>
              <a:gd name="connsiteX692" fmla="*/ 1538370 w 7467600"/>
              <a:gd name="connsiteY692" fmla="*/ 3811804 h 6858000"/>
              <a:gd name="connsiteX693" fmla="*/ 542867 w 7467600"/>
              <a:gd name="connsiteY693" fmla="*/ 4944092 h 6858000"/>
              <a:gd name="connsiteX694" fmla="*/ 515800 w 7467600"/>
              <a:gd name="connsiteY694" fmla="*/ 4862180 h 6858000"/>
              <a:gd name="connsiteX695" fmla="*/ 909145 w 7467600"/>
              <a:gd name="connsiteY695" fmla="*/ 4199225 h 6858000"/>
              <a:gd name="connsiteX696" fmla="*/ 1214067 w 7467600"/>
              <a:gd name="connsiteY696" fmla="*/ 3908561 h 6858000"/>
              <a:gd name="connsiteX697" fmla="*/ 640967 w 7467600"/>
              <a:gd name="connsiteY697" fmla="*/ 4105601 h 6858000"/>
              <a:gd name="connsiteX698" fmla="*/ 112563 w 7467600"/>
              <a:gd name="connsiteY698" fmla="*/ 4396952 h 6858000"/>
              <a:gd name="connsiteX699" fmla="*/ 0 w 7467600"/>
              <a:gd name="connsiteY699" fmla="*/ 4466006 h 6858000"/>
              <a:gd name="connsiteX700" fmla="*/ 0 w 7467600"/>
              <a:gd name="connsiteY700" fmla="*/ 4233763 h 6858000"/>
              <a:gd name="connsiteX701" fmla="*/ 36881 w 7467600"/>
              <a:gd name="connsiteY701" fmla="*/ 4200118 h 6858000"/>
              <a:gd name="connsiteX702" fmla="*/ 910534 w 7467600"/>
              <a:gd name="connsiteY702" fmla="*/ 3629753 h 6858000"/>
              <a:gd name="connsiteX703" fmla="*/ 1578717 w 7467600"/>
              <a:gd name="connsiteY703" fmla="*/ 3575982 h 6858000"/>
              <a:gd name="connsiteX704" fmla="*/ 2338780 w 7467600"/>
              <a:gd name="connsiteY704" fmla="*/ 3033725 h 6858000"/>
              <a:gd name="connsiteX705" fmla="*/ 1807991 w 7467600"/>
              <a:gd name="connsiteY705" fmla="*/ 2807184 h 6858000"/>
              <a:gd name="connsiteX706" fmla="*/ 1416358 w 7467600"/>
              <a:gd name="connsiteY706" fmla="*/ 3112571 h 6858000"/>
              <a:gd name="connsiteX707" fmla="*/ 939066 w 7467600"/>
              <a:gd name="connsiteY707" fmla="*/ 3378798 h 6858000"/>
              <a:gd name="connsiteX708" fmla="*/ 115099 w 7467600"/>
              <a:gd name="connsiteY708" fmla="*/ 3607650 h 6858000"/>
              <a:gd name="connsiteX709" fmla="*/ 97284 w 7467600"/>
              <a:gd name="connsiteY709" fmla="*/ 3520393 h 6858000"/>
              <a:gd name="connsiteX710" fmla="*/ 922050 w 7467600"/>
              <a:gd name="connsiteY710" fmla="*/ 3074867 h 6858000"/>
              <a:gd name="connsiteX711" fmla="*/ 1405265 w 7467600"/>
              <a:gd name="connsiteY711" fmla="*/ 3016319 h 6858000"/>
              <a:gd name="connsiteX712" fmla="*/ 1407512 w 7467600"/>
              <a:gd name="connsiteY712" fmla="*/ 3018001 h 6858000"/>
              <a:gd name="connsiteX713" fmla="*/ 1726266 w 7467600"/>
              <a:gd name="connsiteY713" fmla="*/ 2777274 h 6858000"/>
              <a:gd name="connsiteX714" fmla="*/ 625390 w 7467600"/>
              <a:gd name="connsiteY714" fmla="*/ 2514541 h 6858000"/>
              <a:gd name="connsiteX715" fmla="*/ 619799 w 7467600"/>
              <a:gd name="connsiteY715" fmla="*/ 2527180 h 6858000"/>
              <a:gd name="connsiteX716" fmla="*/ 310030 w 7467600"/>
              <a:gd name="connsiteY716" fmla="*/ 2771818 h 6858000"/>
              <a:gd name="connsiteX717" fmla="*/ 173877 w 7467600"/>
              <a:gd name="connsiteY717" fmla="*/ 2937056 h 6858000"/>
              <a:gd name="connsiteX718" fmla="*/ 77889 w 7467600"/>
              <a:gd name="connsiteY718" fmla="*/ 3138440 h 6858000"/>
              <a:gd name="connsiteX719" fmla="*/ 0 w 7467600"/>
              <a:gd name="connsiteY719" fmla="*/ 3271395 h 6858000"/>
              <a:gd name="connsiteX720" fmla="*/ 0 w 7467600"/>
              <a:gd name="connsiteY720" fmla="*/ 3153002 h 6858000"/>
              <a:gd name="connsiteX721" fmla="*/ 2386 w 7467600"/>
              <a:gd name="connsiteY721" fmla="*/ 3149203 h 6858000"/>
              <a:gd name="connsiteX722" fmla="*/ 89753 w 7467600"/>
              <a:gd name="connsiteY722" fmla="*/ 2987702 h 6858000"/>
              <a:gd name="connsiteX723" fmla="*/ 76869 w 7467600"/>
              <a:gd name="connsiteY723" fmla="*/ 3005404 h 6858000"/>
              <a:gd name="connsiteX724" fmla="*/ 32049 w 7467600"/>
              <a:gd name="connsiteY724" fmla="*/ 3065814 h 6858000"/>
              <a:gd name="connsiteX725" fmla="*/ 0 w 7467600"/>
              <a:gd name="connsiteY725" fmla="*/ 3108744 h 6858000"/>
              <a:gd name="connsiteX726" fmla="*/ 0 w 7467600"/>
              <a:gd name="connsiteY726" fmla="*/ 3058059 h 6858000"/>
              <a:gd name="connsiteX727" fmla="*/ 7610 w 7467600"/>
              <a:gd name="connsiteY727" fmla="*/ 3047889 h 6858000"/>
              <a:gd name="connsiteX728" fmla="*/ 52419 w 7467600"/>
              <a:gd name="connsiteY728" fmla="*/ 2987479 h 6858000"/>
              <a:gd name="connsiteX729" fmla="*/ 59142 w 7467600"/>
              <a:gd name="connsiteY729" fmla="*/ 2978488 h 6858000"/>
              <a:gd name="connsiteX730" fmla="*/ 0 w 7467600"/>
              <a:gd name="connsiteY730" fmla="*/ 3015334 h 6858000"/>
              <a:gd name="connsiteX731" fmla="*/ 0 w 7467600"/>
              <a:gd name="connsiteY731" fmla="*/ 2914286 h 6858000"/>
              <a:gd name="connsiteX732" fmla="*/ 36383 w 7467600"/>
              <a:gd name="connsiteY732" fmla="*/ 2901128 h 6858000"/>
              <a:gd name="connsiteX733" fmla="*/ 156329 w 7467600"/>
              <a:gd name="connsiteY733" fmla="*/ 2840533 h 6858000"/>
              <a:gd name="connsiteX734" fmla="*/ 358355 w 7467600"/>
              <a:gd name="connsiteY734" fmla="*/ 2620471 h 6858000"/>
              <a:gd name="connsiteX735" fmla="*/ 510577 w 7467600"/>
              <a:gd name="connsiteY735" fmla="*/ 2501244 h 6858000"/>
              <a:gd name="connsiteX736" fmla="*/ 211967 w 7467600"/>
              <a:gd name="connsiteY736" fmla="*/ 2479171 h 6858000"/>
              <a:gd name="connsiteX737" fmla="*/ 0 w 7467600"/>
              <a:gd name="connsiteY737" fmla="*/ 2476398 h 6858000"/>
              <a:gd name="connsiteX738" fmla="*/ 0 w 7467600"/>
              <a:gd name="connsiteY738" fmla="*/ 2389189 h 6858000"/>
              <a:gd name="connsiteX739" fmla="*/ 103062 w 7467600"/>
              <a:gd name="connsiteY739" fmla="*/ 2389518 h 6858000"/>
              <a:gd name="connsiteX740" fmla="*/ 510734 w 7467600"/>
              <a:gd name="connsiteY740" fmla="*/ 2416201 h 6858000"/>
              <a:gd name="connsiteX741" fmla="*/ 279257 w 7467600"/>
              <a:gd name="connsiteY741" fmla="*/ 2092102 h 6858000"/>
              <a:gd name="connsiteX742" fmla="*/ 65265 w 7467600"/>
              <a:gd name="connsiteY742" fmla="*/ 2006049 h 6858000"/>
              <a:gd name="connsiteX743" fmla="*/ 0 w 7467600"/>
              <a:gd name="connsiteY743" fmla="*/ 1982532 h 6858000"/>
              <a:gd name="connsiteX744" fmla="*/ 0 w 7467600"/>
              <a:gd name="connsiteY744" fmla="*/ 1912789 h 6858000"/>
              <a:gd name="connsiteX745" fmla="*/ 97460 w 7467600"/>
              <a:gd name="connsiteY745" fmla="*/ 1953725 h 6858000"/>
              <a:gd name="connsiteX746" fmla="*/ 221272 w 7467600"/>
              <a:gd name="connsiteY746" fmla="*/ 1980766 h 6858000"/>
              <a:gd name="connsiteX747" fmla="*/ 116765 w 7467600"/>
              <a:gd name="connsiteY747" fmla="*/ 1911033 h 6858000"/>
              <a:gd name="connsiteX748" fmla="*/ 16405 w 7467600"/>
              <a:gd name="connsiteY748" fmla="*/ 1803412 h 6858000"/>
              <a:gd name="connsiteX749" fmla="*/ 0 w 7467600"/>
              <a:gd name="connsiteY749" fmla="*/ 1784777 h 6858000"/>
              <a:gd name="connsiteX750" fmla="*/ 0 w 7467600"/>
              <a:gd name="connsiteY750" fmla="*/ 1740082 h 6858000"/>
              <a:gd name="connsiteX751" fmla="*/ 39394 w 7467600"/>
              <a:gd name="connsiteY751" fmla="*/ 1784856 h 6858000"/>
              <a:gd name="connsiteX752" fmla="*/ 135813 w 7467600"/>
              <a:gd name="connsiteY752" fmla="*/ 1888838 h 6858000"/>
              <a:gd name="connsiteX753" fmla="*/ 242575 w 7467600"/>
              <a:gd name="connsiteY753" fmla="*/ 1958841 h 6858000"/>
              <a:gd name="connsiteX754" fmla="*/ 82197 w 7467600"/>
              <a:gd name="connsiteY754" fmla="*/ 1754826 h 6858000"/>
              <a:gd name="connsiteX755" fmla="*/ 0 w 7467600"/>
              <a:gd name="connsiteY755" fmla="*/ 1679650 h 6858000"/>
              <a:gd name="connsiteX756" fmla="*/ 0 w 7467600"/>
              <a:gd name="connsiteY756" fmla="*/ 1602463 h 6858000"/>
              <a:gd name="connsiteX757" fmla="*/ 84689 w 7467600"/>
              <a:gd name="connsiteY757" fmla="*/ 1677442 h 6858000"/>
              <a:gd name="connsiteX758" fmla="*/ 298437 w 7467600"/>
              <a:gd name="connsiteY758" fmla="*/ 1968019 h 6858000"/>
              <a:gd name="connsiteX759" fmla="*/ 227269 w 7467600"/>
              <a:gd name="connsiteY759" fmla="*/ 1114064 h 6858000"/>
              <a:gd name="connsiteX760" fmla="*/ 248003 w 7467600"/>
              <a:gd name="connsiteY760" fmla="*/ 1089613 h 6858000"/>
              <a:gd name="connsiteX761" fmla="*/ 427020 w 7467600"/>
              <a:gd name="connsiteY761" fmla="*/ 1619803 h 6858000"/>
              <a:gd name="connsiteX762" fmla="*/ 340345 w 7467600"/>
              <a:gd name="connsiteY762" fmla="*/ 2027739 h 6858000"/>
              <a:gd name="connsiteX763" fmla="*/ 360865 w 7467600"/>
              <a:gd name="connsiteY763" fmla="*/ 2044827 h 6858000"/>
              <a:gd name="connsiteX764" fmla="*/ 560414 w 7467600"/>
              <a:gd name="connsiteY764" fmla="*/ 2421457 h 6858000"/>
              <a:gd name="connsiteX765" fmla="*/ 1359703 w 7467600"/>
              <a:gd name="connsiteY765" fmla="*/ 2578554 h 6858000"/>
              <a:gd name="connsiteX766" fmla="*/ 1359422 w 7467600"/>
              <a:gd name="connsiteY766" fmla="*/ 2577994 h 6858000"/>
              <a:gd name="connsiteX767" fmla="*/ 828701 w 7467600"/>
              <a:gd name="connsiteY767" fmla="*/ 1839520 h 6858000"/>
              <a:gd name="connsiteX768" fmla="*/ 494427 w 7467600"/>
              <a:gd name="connsiteY768" fmla="*/ 1092333 h 6858000"/>
              <a:gd name="connsiteX769" fmla="*/ 506322 w 7467600"/>
              <a:gd name="connsiteY769" fmla="*/ 1020997 h 6858000"/>
              <a:gd name="connsiteX770" fmla="*/ 4570198 w 7467600"/>
              <a:gd name="connsiteY770" fmla="*/ 978081 h 6858000"/>
              <a:gd name="connsiteX771" fmla="*/ 4523691 w 7467600"/>
              <a:gd name="connsiteY771" fmla="*/ 1127776 h 6858000"/>
              <a:gd name="connsiteX772" fmla="*/ 4509875 w 7467600"/>
              <a:gd name="connsiteY772" fmla="*/ 1167552 h 6858000"/>
              <a:gd name="connsiteX773" fmla="*/ 4478168 w 7467600"/>
              <a:gd name="connsiteY773" fmla="*/ 1260735 h 6858000"/>
              <a:gd name="connsiteX774" fmla="*/ 4409309 w 7467600"/>
              <a:gd name="connsiteY774" fmla="*/ 1666996 h 6858000"/>
              <a:gd name="connsiteX775" fmla="*/ 4370031 w 7467600"/>
              <a:gd name="connsiteY775" fmla="*/ 1955666 h 6858000"/>
              <a:gd name="connsiteX776" fmla="*/ 4570198 w 7467600"/>
              <a:gd name="connsiteY776" fmla="*/ 978081 h 6858000"/>
              <a:gd name="connsiteX777" fmla="*/ 4557898 w 7467600"/>
              <a:gd name="connsiteY777" fmla="*/ 900011 h 6858000"/>
              <a:gd name="connsiteX778" fmla="*/ 4344840 w 7467600"/>
              <a:gd name="connsiteY778" fmla="*/ 1922038 h 6858000"/>
              <a:gd name="connsiteX779" fmla="*/ 4378710 w 7467600"/>
              <a:gd name="connsiteY779" fmla="*/ 1665516 h 6858000"/>
              <a:gd name="connsiteX780" fmla="*/ 4448798 w 7467600"/>
              <a:gd name="connsiteY780" fmla="*/ 1253024 h 6858000"/>
              <a:gd name="connsiteX781" fmla="*/ 4480315 w 7467600"/>
              <a:gd name="connsiteY781" fmla="*/ 1158454 h 6858000"/>
              <a:gd name="connsiteX782" fmla="*/ 4494133 w 7467600"/>
              <a:gd name="connsiteY782" fmla="*/ 1118676 h 6858000"/>
              <a:gd name="connsiteX783" fmla="*/ 4557898 w 7467600"/>
              <a:gd name="connsiteY783" fmla="*/ 900011 h 6858000"/>
              <a:gd name="connsiteX784" fmla="*/ 5870151 w 7467600"/>
              <a:gd name="connsiteY784" fmla="*/ 898890 h 6858000"/>
              <a:gd name="connsiteX785" fmla="*/ 5861335 w 7467600"/>
              <a:gd name="connsiteY785" fmla="*/ 899177 h 6858000"/>
              <a:gd name="connsiteX786" fmla="*/ 5843702 w 7467600"/>
              <a:gd name="connsiteY786" fmla="*/ 899748 h 6858000"/>
              <a:gd name="connsiteX787" fmla="*/ 5651107 w 7467600"/>
              <a:gd name="connsiteY787" fmla="*/ 920306 h 6858000"/>
              <a:gd name="connsiteX788" fmla="*/ 5459407 w 7467600"/>
              <a:gd name="connsiteY788" fmla="*/ 940975 h 6858000"/>
              <a:gd name="connsiteX789" fmla="*/ 5374846 w 7467600"/>
              <a:gd name="connsiteY789" fmla="*/ 941988 h 6858000"/>
              <a:gd name="connsiteX790" fmla="*/ 5256105 w 7467600"/>
              <a:gd name="connsiteY790" fmla="*/ 945632 h 6858000"/>
              <a:gd name="connsiteX791" fmla="*/ 5107071 w 7467600"/>
              <a:gd name="connsiteY791" fmla="*/ 969720 h 6858000"/>
              <a:gd name="connsiteX792" fmla="*/ 4998681 w 7467600"/>
              <a:gd name="connsiteY792" fmla="*/ 988771 h 6858000"/>
              <a:gd name="connsiteX793" fmla="*/ 5870151 w 7467600"/>
              <a:gd name="connsiteY793" fmla="*/ 898890 h 6858000"/>
              <a:gd name="connsiteX794" fmla="*/ 5504425 w 7467600"/>
              <a:gd name="connsiteY794" fmla="*/ 848067 h 6858000"/>
              <a:gd name="connsiteX795" fmla="*/ 4968849 w 7467600"/>
              <a:gd name="connsiteY795" fmla="*/ 962318 h 6858000"/>
              <a:gd name="connsiteX796" fmla="*/ 5104039 w 7467600"/>
              <a:gd name="connsiteY796" fmla="*/ 940634 h 6858000"/>
              <a:gd name="connsiteX797" fmla="*/ 5256311 w 7467600"/>
              <a:gd name="connsiteY797" fmla="*/ 916490 h 6858000"/>
              <a:gd name="connsiteX798" fmla="*/ 5377381 w 7467600"/>
              <a:gd name="connsiteY798" fmla="*/ 912671 h 6858000"/>
              <a:gd name="connsiteX799" fmla="*/ 5460148 w 7467600"/>
              <a:gd name="connsiteY799" fmla="*/ 911442 h 6858000"/>
              <a:gd name="connsiteX800" fmla="*/ 5648971 w 7467600"/>
              <a:gd name="connsiteY800" fmla="*/ 891331 h 6858000"/>
              <a:gd name="connsiteX801" fmla="*/ 5844807 w 7467600"/>
              <a:gd name="connsiteY801" fmla="*/ 870718 h 6858000"/>
              <a:gd name="connsiteX802" fmla="*/ 5862975 w 7467600"/>
              <a:gd name="connsiteY802" fmla="*/ 869756 h 6858000"/>
              <a:gd name="connsiteX803" fmla="*/ 5920887 w 7467600"/>
              <a:gd name="connsiteY803" fmla="*/ 865929 h 6858000"/>
              <a:gd name="connsiteX804" fmla="*/ 5504425 w 7467600"/>
              <a:gd name="connsiteY804" fmla="*/ 848067 h 6858000"/>
              <a:gd name="connsiteX805" fmla="*/ 3607114 w 7467600"/>
              <a:gd name="connsiteY805" fmla="*/ 467441 h 6858000"/>
              <a:gd name="connsiteX806" fmla="*/ 3296242 w 7467600"/>
              <a:gd name="connsiteY806" fmla="*/ 807991 h 6858000"/>
              <a:gd name="connsiteX807" fmla="*/ 3174674 w 7467600"/>
              <a:gd name="connsiteY807" fmla="*/ 919759 h 6858000"/>
              <a:gd name="connsiteX808" fmla="*/ 3042978 w 7467600"/>
              <a:gd name="connsiteY808" fmla="*/ 1054894 h 6858000"/>
              <a:gd name="connsiteX809" fmla="*/ 2968914 w 7467600"/>
              <a:gd name="connsiteY809" fmla="*/ 1133756 h 6858000"/>
              <a:gd name="connsiteX810" fmla="*/ 3103823 w 7467600"/>
              <a:gd name="connsiteY810" fmla="*/ 1026814 h 6858000"/>
              <a:gd name="connsiteX811" fmla="*/ 3607114 w 7467600"/>
              <a:gd name="connsiteY811" fmla="*/ 467441 h 6858000"/>
              <a:gd name="connsiteX812" fmla="*/ 3744487 w 7467600"/>
              <a:gd name="connsiteY812" fmla="*/ 383136 h 6858000"/>
              <a:gd name="connsiteX813" fmla="*/ 3970213 w 7467600"/>
              <a:gd name="connsiteY813" fmla="*/ 995559 h 6858000"/>
              <a:gd name="connsiteX814" fmla="*/ 3744487 w 7467600"/>
              <a:gd name="connsiteY814" fmla="*/ 383136 h 6858000"/>
              <a:gd name="connsiteX815" fmla="*/ 3624562 w 7467600"/>
              <a:gd name="connsiteY815" fmla="*/ 367041 h 6858000"/>
              <a:gd name="connsiteX816" fmla="*/ 3489712 w 7467600"/>
              <a:gd name="connsiteY816" fmla="*/ 485386 h 6858000"/>
              <a:gd name="connsiteX817" fmla="*/ 3182994 w 7467600"/>
              <a:gd name="connsiteY817" fmla="*/ 828265 h 6858000"/>
              <a:gd name="connsiteX818" fmla="*/ 2892114 w 7467600"/>
              <a:gd name="connsiteY818" fmla="*/ 1172635 h 6858000"/>
              <a:gd name="connsiteX819" fmla="*/ 3021459 w 7467600"/>
              <a:gd name="connsiteY819" fmla="*/ 1035385 h 6858000"/>
              <a:gd name="connsiteX820" fmla="*/ 3153873 w 7467600"/>
              <a:gd name="connsiteY820" fmla="*/ 898971 h 6858000"/>
              <a:gd name="connsiteX821" fmla="*/ 3276511 w 7467600"/>
              <a:gd name="connsiteY821" fmla="*/ 786423 h 6858000"/>
              <a:gd name="connsiteX822" fmla="*/ 3584154 w 7467600"/>
              <a:gd name="connsiteY822" fmla="*/ 448218 h 6858000"/>
              <a:gd name="connsiteX823" fmla="*/ 3624562 w 7467600"/>
              <a:gd name="connsiteY823" fmla="*/ 367041 h 6858000"/>
              <a:gd name="connsiteX824" fmla="*/ 3766672 w 7467600"/>
              <a:gd name="connsiteY824" fmla="*/ 359429 h 6858000"/>
              <a:gd name="connsiteX825" fmla="*/ 3996338 w 7467600"/>
              <a:gd name="connsiteY825" fmla="*/ 968237 h 6858000"/>
              <a:gd name="connsiteX826" fmla="*/ 3766672 w 7467600"/>
              <a:gd name="connsiteY826" fmla="*/ 359429 h 6858000"/>
              <a:gd name="connsiteX827" fmla="*/ 5805386 w 7467600"/>
              <a:gd name="connsiteY827" fmla="*/ 239240 h 6858000"/>
              <a:gd name="connsiteX828" fmla="*/ 5736947 w 7467600"/>
              <a:gd name="connsiteY828" fmla="*/ 261367 h 6858000"/>
              <a:gd name="connsiteX829" fmla="*/ 5427012 w 7467600"/>
              <a:gd name="connsiteY829" fmla="*/ 311272 h 6858000"/>
              <a:gd name="connsiteX830" fmla="*/ 5147818 w 7467600"/>
              <a:gd name="connsiteY830" fmla="*/ 322112 h 6858000"/>
              <a:gd name="connsiteX831" fmla="*/ 5060854 w 7467600"/>
              <a:gd name="connsiteY831" fmla="*/ 311882 h 6858000"/>
              <a:gd name="connsiteX832" fmla="*/ 4945989 w 7467600"/>
              <a:gd name="connsiteY832" fmla="*/ 300516 h 6858000"/>
              <a:gd name="connsiteX833" fmla="*/ 5410479 w 7467600"/>
              <a:gd name="connsiteY833" fmla="*/ 348434 h 6858000"/>
              <a:gd name="connsiteX834" fmla="*/ 5805386 w 7467600"/>
              <a:gd name="connsiteY834" fmla="*/ 239240 h 6858000"/>
              <a:gd name="connsiteX835" fmla="*/ 5905192 w 7467600"/>
              <a:gd name="connsiteY835" fmla="*/ 163079 h 6858000"/>
              <a:gd name="connsiteX836" fmla="*/ 5865655 w 7467600"/>
              <a:gd name="connsiteY836" fmla="*/ 171901 h 6858000"/>
              <a:gd name="connsiteX837" fmla="*/ 5259740 w 7467600"/>
              <a:gd name="connsiteY837" fmla="*/ 257013 h 6858000"/>
              <a:gd name="connsiteX838" fmla="*/ 5208466 w 7467600"/>
              <a:gd name="connsiteY838" fmla="*/ 257550 h 6858000"/>
              <a:gd name="connsiteX839" fmla="*/ 4980204 w 7467600"/>
              <a:gd name="connsiteY839" fmla="*/ 271903 h 6858000"/>
              <a:gd name="connsiteX840" fmla="*/ 5068068 w 7467600"/>
              <a:gd name="connsiteY840" fmla="*/ 282244 h 6858000"/>
              <a:gd name="connsiteX841" fmla="*/ 5153231 w 7467600"/>
              <a:gd name="connsiteY841" fmla="*/ 292240 h 6858000"/>
              <a:gd name="connsiteX842" fmla="*/ 5426491 w 7467600"/>
              <a:gd name="connsiteY842" fmla="*/ 281128 h 6858000"/>
              <a:gd name="connsiteX843" fmla="*/ 5731212 w 7467600"/>
              <a:gd name="connsiteY843" fmla="*/ 231951 h 6858000"/>
              <a:gd name="connsiteX844" fmla="*/ 5905192 w 7467600"/>
              <a:gd name="connsiteY844" fmla="*/ 163079 h 6858000"/>
              <a:gd name="connsiteX845" fmla="*/ 5944437 w 7467600"/>
              <a:gd name="connsiteY845" fmla="*/ 113829 h 6858000"/>
              <a:gd name="connsiteX846" fmla="*/ 5825032 w 7467600"/>
              <a:gd name="connsiteY846" fmla="*/ 146405 h 6858000"/>
              <a:gd name="connsiteX847" fmla="*/ 4955599 w 7467600"/>
              <a:gd name="connsiteY847" fmla="*/ 247008 h 6858000"/>
              <a:gd name="connsiteX848" fmla="*/ 5210104 w 7467600"/>
              <a:gd name="connsiteY848" fmla="*/ 228123 h 6858000"/>
              <a:gd name="connsiteX849" fmla="*/ 5261015 w 7467600"/>
              <a:gd name="connsiteY849" fmla="*/ 227087 h 6858000"/>
              <a:gd name="connsiteX850" fmla="*/ 5861181 w 7467600"/>
              <a:gd name="connsiteY850" fmla="*/ 143093 h 6858000"/>
              <a:gd name="connsiteX851" fmla="*/ 5961252 w 7467600"/>
              <a:gd name="connsiteY851" fmla="*/ 114820 h 6858000"/>
              <a:gd name="connsiteX852" fmla="*/ 5944437 w 7467600"/>
              <a:gd name="connsiteY852" fmla="*/ 113829 h 6858000"/>
              <a:gd name="connsiteX853" fmla="*/ 3882765 w 7467600"/>
              <a:gd name="connsiteY853" fmla="*/ 0 h 6858000"/>
              <a:gd name="connsiteX854" fmla="*/ 3995099 w 7467600"/>
              <a:gd name="connsiteY854" fmla="*/ 0 h 6858000"/>
              <a:gd name="connsiteX855" fmla="*/ 4163818 w 7467600"/>
              <a:gd name="connsiteY855" fmla="*/ 234104 h 6858000"/>
              <a:gd name="connsiteX856" fmla="*/ 4172099 w 7467600"/>
              <a:gd name="connsiteY856" fmla="*/ 234207 h 6858000"/>
              <a:gd name="connsiteX857" fmla="*/ 4784282 w 7467600"/>
              <a:gd name="connsiteY857" fmla="*/ 276561 h 6858000"/>
              <a:gd name="connsiteX858" fmla="*/ 4801687 w 7467600"/>
              <a:gd name="connsiteY858" fmla="*/ 267764 h 6858000"/>
              <a:gd name="connsiteX859" fmla="*/ 6082788 w 7467600"/>
              <a:gd name="connsiteY859" fmla="*/ 64119 h 6858000"/>
              <a:gd name="connsiteX860" fmla="*/ 6099442 w 7467600"/>
              <a:gd name="connsiteY860" fmla="*/ 82568 h 6858000"/>
              <a:gd name="connsiteX861" fmla="*/ 4804137 w 7467600"/>
              <a:gd name="connsiteY861" fmla="*/ 320931 h 6858000"/>
              <a:gd name="connsiteX862" fmla="*/ 4227047 w 7467600"/>
              <a:gd name="connsiteY862" fmla="*/ 313415 h 6858000"/>
              <a:gd name="connsiteX863" fmla="*/ 4346041 w 7467600"/>
              <a:gd name="connsiteY863" fmla="*/ 456086 h 6858000"/>
              <a:gd name="connsiteX864" fmla="*/ 4870967 w 7467600"/>
              <a:gd name="connsiteY864" fmla="*/ 963061 h 6858000"/>
              <a:gd name="connsiteX865" fmla="*/ 4889647 w 7467600"/>
              <a:gd name="connsiteY865" fmla="*/ 957147 h 6858000"/>
              <a:gd name="connsiteX866" fmla="*/ 5422504 w 7467600"/>
              <a:gd name="connsiteY866" fmla="*/ 805191 h 6858000"/>
              <a:gd name="connsiteX867" fmla="*/ 6087656 w 7467600"/>
              <a:gd name="connsiteY867" fmla="*/ 826703 h 6858000"/>
              <a:gd name="connsiteX868" fmla="*/ 6058717 w 7467600"/>
              <a:gd name="connsiteY868" fmla="*/ 865992 h 6858000"/>
              <a:gd name="connsiteX869" fmla="*/ 4974153 w 7467600"/>
              <a:gd name="connsiteY869" fmla="*/ 1045456 h 6858000"/>
              <a:gd name="connsiteX870" fmla="*/ 5627835 w 7467600"/>
              <a:gd name="connsiteY870" fmla="*/ 1472077 h 6858000"/>
              <a:gd name="connsiteX871" fmla="*/ 5629817 w 7467600"/>
              <a:gd name="connsiteY871" fmla="*/ 1471412 h 6858000"/>
              <a:gd name="connsiteX872" fmla="*/ 5634124 w 7467600"/>
              <a:gd name="connsiteY872" fmla="*/ 1470572 h 6858000"/>
              <a:gd name="connsiteX873" fmla="*/ 5755832 w 7467600"/>
              <a:gd name="connsiteY873" fmla="*/ 1383886 h 6858000"/>
              <a:gd name="connsiteX874" fmla="*/ 6014186 w 7467600"/>
              <a:gd name="connsiteY874" fmla="*/ 1279799 h 6858000"/>
              <a:gd name="connsiteX875" fmla="*/ 6901619 w 7467600"/>
              <a:gd name="connsiteY875" fmla="*/ 1047874 h 6858000"/>
              <a:gd name="connsiteX876" fmla="*/ 6931566 w 7467600"/>
              <a:gd name="connsiteY876" fmla="*/ 1062034 h 6858000"/>
              <a:gd name="connsiteX877" fmla="*/ 5790982 w 7467600"/>
              <a:gd name="connsiteY877" fmla="*/ 1561380 h 6858000"/>
              <a:gd name="connsiteX878" fmla="*/ 6188971 w 7467600"/>
              <a:gd name="connsiteY878" fmla="*/ 1755168 h 6858000"/>
              <a:gd name="connsiteX879" fmla="*/ 6202446 w 7467600"/>
              <a:gd name="connsiteY879" fmla="*/ 1752268 h 6858000"/>
              <a:gd name="connsiteX880" fmla="*/ 7179560 w 7467600"/>
              <a:gd name="connsiteY880" fmla="*/ 1467551 h 6858000"/>
              <a:gd name="connsiteX881" fmla="*/ 7158730 w 7467600"/>
              <a:gd name="connsiteY881" fmla="*/ 1507835 h 6858000"/>
              <a:gd name="connsiteX882" fmla="*/ 6326959 w 7467600"/>
              <a:gd name="connsiteY882" fmla="*/ 1817686 h 6858000"/>
              <a:gd name="connsiteX883" fmla="*/ 6537433 w 7467600"/>
              <a:gd name="connsiteY883" fmla="*/ 1907790 h 6858000"/>
              <a:gd name="connsiteX884" fmla="*/ 6550221 w 7467600"/>
              <a:gd name="connsiteY884" fmla="*/ 1910729 h 6858000"/>
              <a:gd name="connsiteX885" fmla="*/ 6964438 w 7467600"/>
              <a:gd name="connsiteY885" fmla="*/ 2209505 h 6858000"/>
              <a:gd name="connsiteX886" fmla="*/ 7367862 w 7467600"/>
              <a:gd name="connsiteY886" fmla="*/ 2806833 h 6858000"/>
              <a:gd name="connsiteX887" fmla="*/ 7364329 w 7467600"/>
              <a:gd name="connsiteY887" fmla="*/ 2826907 h 6858000"/>
              <a:gd name="connsiteX888" fmla="*/ 7290545 w 7467600"/>
              <a:gd name="connsiteY888" fmla="*/ 2850663 h 6858000"/>
              <a:gd name="connsiteX889" fmla="*/ 6472036 w 7467600"/>
              <a:gd name="connsiteY889" fmla="*/ 1959003 h 6858000"/>
              <a:gd name="connsiteX890" fmla="*/ 5792897 w 7467600"/>
              <a:gd name="connsiteY890" fmla="*/ 1647747 h 6858000"/>
              <a:gd name="connsiteX891" fmla="*/ 5842751 w 7467600"/>
              <a:gd name="connsiteY891" fmla="*/ 1816112 h 6858000"/>
              <a:gd name="connsiteX892" fmla="*/ 5847424 w 7467600"/>
              <a:gd name="connsiteY892" fmla="*/ 1815776 h 6858000"/>
              <a:gd name="connsiteX893" fmla="*/ 6399821 w 7467600"/>
              <a:gd name="connsiteY893" fmla="*/ 2344799 h 6858000"/>
              <a:gd name="connsiteX894" fmla="*/ 6323232 w 7467600"/>
              <a:gd name="connsiteY894" fmla="*/ 2389634 h 6858000"/>
              <a:gd name="connsiteX895" fmla="*/ 5942958 w 7467600"/>
              <a:gd name="connsiteY895" fmla="*/ 2077708 h 6858000"/>
              <a:gd name="connsiteX896" fmla="*/ 5921559 w 7467600"/>
              <a:gd name="connsiteY896" fmla="*/ 2378596 h 6858000"/>
              <a:gd name="connsiteX897" fmla="*/ 5817651 w 7467600"/>
              <a:gd name="connsiteY897" fmla="*/ 3023919 h 6858000"/>
              <a:gd name="connsiteX898" fmla="*/ 5729634 w 7467600"/>
              <a:gd name="connsiteY898" fmla="*/ 3051849 h 6858000"/>
              <a:gd name="connsiteX899" fmla="*/ 5611018 w 7467600"/>
              <a:gd name="connsiteY899" fmla="*/ 2316769 h 6858000"/>
              <a:gd name="connsiteX900" fmla="*/ 5687608 w 7467600"/>
              <a:gd name="connsiteY900" fmla="*/ 2039972 h 6858000"/>
              <a:gd name="connsiteX901" fmla="*/ 5657554 w 7467600"/>
              <a:gd name="connsiteY901" fmla="*/ 1576445 h 6858000"/>
              <a:gd name="connsiteX902" fmla="*/ 5150475 w 7467600"/>
              <a:gd name="connsiteY902" fmla="*/ 1274012 h 6858000"/>
              <a:gd name="connsiteX903" fmla="*/ 5349142 w 7467600"/>
              <a:gd name="connsiteY903" fmla="*/ 2204405 h 6858000"/>
              <a:gd name="connsiteX904" fmla="*/ 5262214 w 7467600"/>
              <a:gd name="connsiteY904" fmla="*/ 2233836 h 6858000"/>
              <a:gd name="connsiteX905" fmla="*/ 4981539 w 7467600"/>
              <a:gd name="connsiteY905" fmla="*/ 1542201 h 6858000"/>
              <a:gd name="connsiteX906" fmla="*/ 4958461 w 7467600"/>
              <a:gd name="connsiteY906" fmla="*/ 1136957 h 6858000"/>
              <a:gd name="connsiteX907" fmla="*/ 4655015 w 7467600"/>
              <a:gd name="connsiteY907" fmla="*/ 891426 h 6858000"/>
              <a:gd name="connsiteX908" fmla="*/ 4348002 w 7467600"/>
              <a:gd name="connsiteY908" fmla="*/ 2205895 h 6858000"/>
              <a:gd name="connsiteX909" fmla="*/ 4262250 w 7467600"/>
              <a:gd name="connsiteY909" fmla="*/ 2219972 h 6858000"/>
              <a:gd name="connsiteX910" fmla="*/ 4550611 w 7467600"/>
              <a:gd name="connsiteY910" fmla="*/ 817540 h 6858000"/>
              <a:gd name="connsiteX911" fmla="*/ 4564418 w 7467600"/>
              <a:gd name="connsiteY911" fmla="*/ 808293 h 6858000"/>
              <a:gd name="connsiteX912" fmla="*/ 4266388 w 7467600"/>
              <a:gd name="connsiteY912" fmla="*/ 500083 h 6858000"/>
              <a:gd name="connsiteX913" fmla="*/ 4032842 w 7467600"/>
              <a:gd name="connsiteY913" fmla="*/ 211809 h 6858000"/>
              <a:gd name="connsiteX914" fmla="*/ 3882765 w 7467600"/>
              <a:gd name="connsiteY914" fmla="*/ 0 h 6858000"/>
              <a:gd name="connsiteX915" fmla="*/ 3721337 w 7467600"/>
              <a:gd name="connsiteY915" fmla="*/ 0 h 6858000"/>
              <a:gd name="connsiteX916" fmla="*/ 3797544 w 7467600"/>
              <a:gd name="connsiteY916" fmla="*/ 0 h 6858000"/>
              <a:gd name="connsiteX917" fmla="*/ 3775734 w 7467600"/>
              <a:gd name="connsiteY917" fmla="*/ 95131 h 6858000"/>
              <a:gd name="connsiteX918" fmla="*/ 3724807 w 7467600"/>
              <a:gd name="connsiteY918" fmla="*/ 272257 h 6858000"/>
              <a:gd name="connsiteX919" fmla="*/ 3726844 w 7467600"/>
              <a:gd name="connsiteY919" fmla="*/ 282988 h 6858000"/>
              <a:gd name="connsiteX920" fmla="*/ 3742664 w 7467600"/>
              <a:gd name="connsiteY920" fmla="*/ 279918 h 6858000"/>
              <a:gd name="connsiteX921" fmla="*/ 4103910 w 7467600"/>
              <a:gd name="connsiteY921" fmla="*/ 1161917 h 6858000"/>
              <a:gd name="connsiteX922" fmla="*/ 4020269 w 7467600"/>
              <a:gd name="connsiteY922" fmla="*/ 1200406 h 6858000"/>
              <a:gd name="connsiteX923" fmla="*/ 3674882 w 7467600"/>
              <a:gd name="connsiteY923" fmla="*/ 488524 h 6858000"/>
              <a:gd name="connsiteX924" fmla="*/ 3132682 w 7467600"/>
              <a:gd name="connsiteY924" fmla="*/ 1072284 h 6858000"/>
              <a:gd name="connsiteX925" fmla="*/ 2716346 w 7467600"/>
              <a:gd name="connsiteY925" fmla="*/ 1276376 h 6858000"/>
              <a:gd name="connsiteX926" fmla="*/ 2716772 w 7467600"/>
              <a:gd name="connsiteY926" fmla="*/ 1255462 h 6858000"/>
              <a:gd name="connsiteX927" fmla="*/ 3471096 w 7467600"/>
              <a:gd name="connsiteY927" fmla="*/ 437072 h 6858000"/>
              <a:gd name="connsiteX928" fmla="*/ 3639057 w 7467600"/>
              <a:gd name="connsiteY928" fmla="*/ 286334 h 6858000"/>
              <a:gd name="connsiteX929" fmla="*/ 3640309 w 7467600"/>
              <a:gd name="connsiteY929" fmla="*/ 284664 h 6858000"/>
              <a:gd name="connsiteX930" fmla="*/ 3646022 w 7467600"/>
              <a:gd name="connsiteY930" fmla="*/ 276711 h 6858000"/>
              <a:gd name="connsiteX931" fmla="*/ 3707943 w 7467600"/>
              <a:gd name="connsiteY931" fmla="*/ 65958 h 6858000"/>
              <a:gd name="connsiteX932" fmla="*/ 3721337 w 7467600"/>
              <a:gd name="connsiteY932" fmla="*/ 0 h 6858000"/>
              <a:gd name="connsiteX933" fmla="*/ 2867960 w 7467600"/>
              <a:gd name="connsiteY933" fmla="*/ 0 h 6858000"/>
              <a:gd name="connsiteX934" fmla="*/ 2926351 w 7467600"/>
              <a:gd name="connsiteY934" fmla="*/ 0 h 6858000"/>
              <a:gd name="connsiteX935" fmla="*/ 2902823 w 7467600"/>
              <a:gd name="connsiteY935" fmla="*/ 262929 h 6858000"/>
              <a:gd name="connsiteX936" fmla="*/ 2940663 w 7467600"/>
              <a:gd name="connsiteY936" fmla="*/ 140884 h 6858000"/>
              <a:gd name="connsiteX937" fmla="*/ 2947039 w 7467600"/>
              <a:gd name="connsiteY937" fmla="*/ 122524 h 6858000"/>
              <a:gd name="connsiteX938" fmla="*/ 2984316 w 7467600"/>
              <a:gd name="connsiteY938" fmla="*/ 0 h 6858000"/>
              <a:gd name="connsiteX939" fmla="*/ 3016114 w 7467600"/>
              <a:gd name="connsiteY939" fmla="*/ 0 h 6858000"/>
              <a:gd name="connsiteX940" fmla="*/ 2979949 w 7467600"/>
              <a:gd name="connsiteY940" fmla="*/ 119274 h 6858000"/>
              <a:gd name="connsiteX941" fmla="*/ 3023879 w 7467600"/>
              <a:gd name="connsiteY941" fmla="*/ 0 h 6858000"/>
              <a:gd name="connsiteX942" fmla="*/ 3105400 w 7467600"/>
              <a:gd name="connsiteY942" fmla="*/ 0 h 6858000"/>
              <a:gd name="connsiteX943" fmla="*/ 3094669 w 7467600"/>
              <a:gd name="connsiteY943" fmla="*/ 30308 h 6858000"/>
              <a:gd name="connsiteX944" fmla="*/ 2901945 w 7467600"/>
              <a:gd name="connsiteY944" fmla="*/ 466538 h 6858000"/>
              <a:gd name="connsiteX945" fmla="*/ 2815209 w 7467600"/>
              <a:gd name="connsiteY945" fmla="*/ 497361 h 6858000"/>
              <a:gd name="connsiteX946" fmla="*/ 2844845 w 7467600"/>
              <a:gd name="connsiteY946" fmla="*/ 127638 h 6858000"/>
              <a:gd name="connsiteX947" fmla="*/ 2867960 w 7467600"/>
              <a:gd name="connsiteY947" fmla="*/ 0 h 6858000"/>
              <a:gd name="connsiteX948" fmla="*/ 1057230 w 7467600"/>
              <a:gd name="connsiteY948" fmla="*/ 0 h 6858000"/>
              <a:gd name="connsiteX949" fmla="*/ 1111003 w 7467600"/>
              <a:gd name="connsiteY949" fmla="*/ 0 h 6858000"/>
              <a:gd name="connsiteX950" fmla="*/ 1125553 w 7467600"/>
              <a:gd name="connsiteY950" fmla="*/ 52588 h 6858000"/>
              <a:gd name="connsiteX951" fmla="*/ 1304276 w 7467600"/>
              <a:gd name="connsiteY951" fmla="*/ 476275 h 6858000"/>
              <a:gd name="connsiteX952" fmla="*/ 1492066 w 7467600"/>
              <a:gd name="connsiteY952" fmla="*/ 886333 h 6858000"/>
              <a:gd name="connsiteX953" fmla="*/ 1423698 w 7467600"/>
              <a:gd name="connsiteY953" fmla="*/ 710817 h 6858000"/>
              <a:gd name="connsiteX954" fmla="*/ 1357609 w 7467600"/>
              <a:gd name="connsiteY954" fmla="*/ 532892 h 6858000"/>
              <a:gd name="connsiteX955" fmla="*/ 1309550 w 7467600"/>
              <a:gd name="connsiteY955" fmla="*/ 374031 h 6858000"/>
              <a:gd name="connsiteX956" fmla="*/ 1193673 w 7467600"/>
              <a:gd name="connsiteY956" fmla="*/ 49533 h 6858000"/>
              <a:gd name="connsiteX957" fmla="*/ 1164391 w 7467600"/>
              <a:gd name="connsiteY957" fmla="*/ 0 h 6858000"/>
              <a:gd name="connsiteX958" fmla="*/ 1200666 w 7467600"/>
              <a:gd name="connsiteY958" fmla="*/ 0 h 6858000"/>
              <a:gd name="connsiteX959" fmla="*/ 1223408 w 7467600"/>
              <a:gd name="connsiteY959" fmla="*/ 38996 h 6858000"/>
              <a:gd name="connsiteX960" fmla="*/ 1339635 w 7467600"/>
              <a:gd name="connsiteY960" fmla="*/ 365517 h 6858000"/>
              <a:gd name="connsiteX961" fmla="*/ 1387469 w 7467600"/>
              <a:gd name="connsiteY961" fmla="*/ 523079 h 6858000"/>
              <a:gd name="connsiteX962" fmla="*/ 1452685 w 7467600"/>
              <a:gd name="connsiteY962" fmla="*/ 699806 h 6858000"/>
              <a:gd name="connsiteX963" fmla="*/ 1492092 w 7467600"/>
              <a:gd name="connsiteY963" fmla="*/ 800424 h 6858000"/>
              <a:gd name="connsiteX964" fmla="*/ 1455302 w 7467600"/>
              <a:gd name="connsiteY964" fmla="*/ 632913 h 6858000"/>
              <a:gd name="connsiteX965" fmla="*/ 1222336 w 7467600"/>
              <a:gd name="connsiteY965" fmla="*/ 9480 h 6858000"/>
              <a:gd name="connsiteX966" fmla="*/ 1214634 w 7467600"/>
              <a:gd name="connsiteY966" fmla="*/ 0 h 6858000"/>
              <a:gd name="connsiteX967" fmla="*/ 1289827 w 7467600"/>
              <a:gd name="connsiteY967" fmla="*/ 0 h 6858000"/>
              <a:gd name="connsiteX968" fmla="*/ 1321076 w 7467600"/>
              <a:gd name="connsiteY968" fmla="*/ 59722 h 6858000"/>
              <a:gd name="connsiteX969" fmla="*/ 1512579 w 7467600"/>
              <a:gd name="connsiteY969" fmla="*/ 626441 h 6858000"/>
              <a:gd name="connsiteX970" fmla="*/ 1506076 w 7467600"/>
              <a:gd name="connsiteY970" fmla="*/ 1089289 h 6858000"/>
              <a:gd name="connsiteX971" fmla="*/ 1486346 w 7467600"/>
              <a:gd name="connsiteY971" fmla="*/ 1079919 h 6858000"/>
              <a:gd name="connsiteX972" fmla="*/ 1070511 w 7467600"/>
              <a:gd name="connsiteY972" fmla="*/ 48609 h 6858000"/>
              <a:gd name="connsiteX973" fmla="*/ 1057230 w 7467600"/>
              <a:gd name="connsiteY973" fmla="*/ 0 h 6858000"/>
              <a:gd name="connsiteX974" fmla="*/ 43151 w 7467600"/>
              <a:gd name="connsiteY974" fmla="*/ 0 h 6858000"/>
              <a:gd name="connsiteX975" fmla="*/ 95283 w 7467600"/>
              <a:gd name="connsiteY975" fmla="*/ 0 h 6858000"/>
              <a:gd name="connsiteX976" fmla="*/ 300708 w 7467600"/>
              <a:gd name="connsiteY976" fmla="*/ 154571 h 6858000"/>
              <a:gd name="connsiteX977" fmla="*/ 530414 w 7467600"/>
              <a:gd name="connsiteY977" fmla="*/ 354673 h 6858000"/>
              <a:gd name="connsiteX978" fmla="*/ 333785 w 7467600"/>
              <a:gd name="connsiteY978" fmla="*/ 161564 h 6858000"/>
              <a:gd name="connsiteX979" fmla="*/ 147005 w 7467600"/>
              <a:gd name="connsiteY979" fmla="*/ 0 h 6858000"/>
              <a:gd name="connsiteX980" fmla="*/ 272509 w 7467600"/>
              <a:gd name="connsiteY980" fmla="*/ 0 h 6858000"/>
              <a:gd name="connsiteX981" fmla="*/ 326276 w 7467600"/>
              <a:gd name="connsiteY981" fmla="*/ 45847 h 6858000"/>
              <a:gd name="connsiteX982" fmla="*/ 823759 w 7467600"/>
              <a:gd name="connsiteY982" fmla="*/ 574145 h 6858000"/>
              <a:gd name="connsiteX983" fmla="*/ 811254 w 7467600"/>
              <a:gd name="connsiteY983" fmla="*/ 665546 h 6858000"/>
              <a:gd name="connsiteX984" fmla="*/ 154042 w 7467600"/>
              <a:gd name="connsiteY984" fmla="*/ 261522 h 6858000"/>
              <a:gd name="connsiteX985" fmla="*/ 13550 w 7467600"/>
              <a:gd name="connsiteY985" fmla="*/ 158423 h 6858000"/>
              <a:gd name="connsiteX986" fmla="*/ 0 w 7467600"/>
              <a:gd name="connsiteY986" fmla="*/ 146618 h 6858000"/>
              <a:gd name="connsiteX987" fmla="*/ 0 w 7467600"/>
              <a:gd name="connsiteY987" fmla="*/ 59161 h 6858000"/>
              <a:gd name="connsiteX988" fmla="*/ 45427 w 7467600"/>
              <a:gd name="connsiteY988" fmla="*/ 101078 h 6858000"/>
              <a:gd name="connsiteX989" fmla="*/ 630103 w 7467600"/>
              <a:gd name="connsiteY989" fmla="*/ 485885 h 6858000"/>
              <a:gd name="connsiteX990" fmla="*/ 532040 w 7467600"/>
              <a:gd name="connsiteY990" fmla="*/ 399359 h 6858000"/>
              <a:gd name="connsiteX991" fmla="*/ 517618 w 7467600"/>
              <a:gd name="connsiteY991" fmla="*/ 385726 h 6858000"/>
              <a:gd name="connsiteX992" fmla="*/ 285074 w 7467600"/>
              <a:gd name="connsiteY992" fmla="*/ 182755 h 6858000"/>
              <a:gd name="connsiteX993" fmla="*/ 43151 w 7467600"/>
              <a:gd name="connsiteY993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343603 w 7467600"/>
              <a:gd name="connsiteY127" fmla="*/ 5149746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1903353 w 7467600"/>
              <a:gd name="connsiteY137" fmla="*/ 5044827 h 6858000"/>
              <a:gd name="connsiteX138" fmla="*/ 1936931 w 7467600"/>
              <a:gd name="connsiteY138" fmla="*/ 5093954 h 6858000"/>
              <a:gd name="connsiteX139" fmla="*/ 2195868 w 7467600"/>
              <a:gd name="connsiteY139" fmla="*/ 5396574 h 6858000"/>
              <a:gd name="connsiteX140" fmla="*/ 2088852 w 7467600"/>
              <a:gd name="connsiteY140" fmla="*/ 5166123 h 6858000"/>
              <a:gd name="connsiteX141" fmla="*/ 1958241 w 7467600"/>
              <a:gd name="connsiteY141" fmla="*/ 5067955 h 6858000"/>
              <a:gd name="connsiteX142" fmla="*/ 1903353 w 7467600"/>
              <a:gd name="connsiteY142" fmla="*/ 5044827 h 6858000"/>
              <a:gd name="connsiteX143" fmla="*/ 1979378 w 7467600"/>
              <a:gd name="connsiteY143" fmla="*/ 4769504 h 6858000"/>
              <a:gd name="connsiteX144" fmla="*/ 2882120 w 7467600"/>
              <a:gd name="connsiteY144" fmla="*/ 5064547 h 6858000"/>
              <a:gd name="connsiteX145" fmla="*/ 2793103 w 7467600"/>
              <a:gd name="connsiteY145" fmla="*/ 5039699 h 6858000"/>
              <a:gd name="connsiteX146" fmla="*/ 2770041 w 7467600"/>
              <a:gd name="connsiteY146" fmla="*/ 5033634 h 6858000"/>
              <a:gd name="connsiteX147" fmla="*/ 1979378 w 7467600"/>
              <a:gd name="connsiteY147" fmla="*/ 4769504 h 6858000"/>
              <a:gd name="connsiteX148" fmla="*/ 1927410 w 7467600"/>
              <a:gd name="connsiteY148" fmla="*/ 4716164 h 6858000"/>
              <a:gd name="connsiteX149" fmla="*/ 1959587 w 7467600"/>
              <a:gd name="connsiteY149" fmla="*/ 4728849 h 6858000"/>
              <a:gd name="connsiteX150" fmla="*/ 2777707 w 7467600"/>
              <a:gd name="connsiteY150" fmla="*/ 5003991 h 6858000"/>
              <a:gd name="connsiteX151" fmla="*/ 2800768 w 7467600"/>
              <a:gd name="connsiteY151" fmla="*/ 5010056 h 6858000"/>
              <a:gd name="connsiteX152" fmla="*/ 2879408 w 7467600"/>
              <a:gd name="connsiteY152" fmla="*/ 5031590 h 6858000"/>
              <a:gd name="connsiteX153" fmla="*/ 2862295 w 7467600"/>
              <a:gd name="connsiteY153" fmla="*/ 5022958 h 6858000"/>
              <a:gd name="connsiteX154" fmla="*/ 2813343 w 7467600"/>
              <a:gd name="connsiteY154" fmla="*/ 4998369 h 6858000"/>
              <a:gd name="connsiteX155" fmla="*/ 2646245 w 7467600"/>
              <a:gd name="connsiteY155" fmla="*/ 4930999 h 6858000"/>
              <a:gd name="connsiteX156" fmla="*/ 1999243 w 7467600"/>
              <a:gd name="connsiteY156" fmla="*/ 4730524 h 6858000"/>
              <a:gd name="connsiteX157" fmla="*/ 1979527 w 7467600"/>
              <a:gd name="connsiteY157" fmla="*/ 4726651 h 6858000"/>
              <a:gd name="connsiteX158" fmla="*/ 1927410 w 7467600"/>
              <a:gd name="connsiteY158" fmla="*/ 4716164 h 6858000"/>
              <a:gd name="connsiteX159" fmla="*/ 1997014 w 7467600"/>
              <a:gd name="connsiteY159" fmla="*/ 4698007 h 6858000"/>
              <a:gd name="connsiteX160" fmla="*/ 2005458 w 7467600"/>
              <a:gd name="connsiteY160" fmla="*/ 4699540 h 6858000"/>
              <a:gd name="connsiteX161" fmla="*/ 2657186 w 7467600"/>
              <a:gd name="connsiteY161" fmla="*/ 4901687 h 6858000"/>
              <a:gd name="connsiteX162" fmla="*/ 2826662 w 7467600"/>
              <a:gd name="connsiteY162" fmla="*/ 4970362 h 6858000"/>
              <a:gd name="connsiteX163" fmla="*/ 2876100 w 7467600"/>
              <a:gd name="connsiteY163" fmla="*/ 4995397 h 6858000"/>
              <a:gd name="connsiteX164" fmla="*/ 3042600 w 7467600"/>
              <a:gd name="connsiteY164" fmla="*/ 5059532 h 6858000"/>
              <a:gd name="connsiteX165" fmla="*/ 1997014 w 7467600"/>
              <a:gd name="connsiteY165" fmla="*/ 4698007 h 6858000"/>
              <a:gd name="connsiteX166" fmla="*/ 2305292 w 7467600"/>
              <a:gd name="connsiteY166" fmla="*/ 4219492 h 6858000"/>
              <a:gd name="connsiteX167" fmla="*/ 3360922 w 7467600"/>
              <a:gd name="connsiteY167" fmla="*/ 4529373 h 6858000"/>
              <a:gd name="connsiteX168" fmla="*/ 3492420 w 7467600"/>
              <a:gd name="connsiteY168" fmla="*/ 4510145 h 6858000"/>
              <a:gd name="connsiteX169" fmla="*/ 3364086 w 7467600"/>
              <a:gd name="connsiteY169" fmla="*/ 4480340 h 6858000"/>
              <a:gd name="connsiteX170" fmla="*/ 3225818 w 7467600"/>
              <a:gd name="connsiteY170" fmla="*/ 4411822 h 6858000"/>
              <a:gd name="connsiteX171" fmla="*/ 3129696 w 7467600"/>
              <a:gd name="connsiteY171" fmla="*/ 4360704 h 6858000"/>
              <a:gd name="connsiteX172" fmla="*/ 2814545 w 7467600"/>
              <a:gd name="connsiteY172" fmla="*/ 4282955 h 6858000"/>
              <a:gd name="connsiteX173" fmla="*/ 2305292 w 7467600"/>
              <a:gd name="connsiteY173" fmla="*/ 4219492 h 6858000"/>
              <a:gd name="connsiteX174" fmla="*/ 2626982 w 7467600"/>
              <a:gd name="connsiteY174" fmla="*/ 4206450 h 6858000"/>
              <a:gd name="connsiteX175" fmla="*/ 2490617 w 7467600"/>
              <a:gd name="connsiteY175" fmla="*/ 4206951 h 6858000"/>
              <a:gd name="connsiteX176" fmla="*/ 2819869 w 7467600"/>
              <a:gd name="connsiteY176" fmla="*/ 4252936 h 6858000"/>
              <a:gd name="connsiteX177" fmla="*/ 3143018 w 7467600"/>
              <a:gd name="connsiteY177" fmla="*/ 4332698 h 6858000"/>
              <a:gd name="connsiteX178" fmla="*/ 3241520 w 7467600"/>
              <a:gd name="connsiteY178" fmla="*/ 4385112 h 6858000"/>
              <a:gd name="connsiteX179" fmla="*/ 3374575 w 7467600"/>
              <a:gd name="connsiteY179" fmla="*/ 4451517 h 6858000"/>
              <a:gd name="connsiteX180" fmla="*/ 3505221 w 7467600"/>
              <a:gd name="connsiteY180" fmla="*/ 4480757 h 6858000"/>
              <a:gd name="connsiteX181" fmla="*/ 2626982 w 7467600"/>
              <a:gd name="connsiteY181" fmla="*/ 4206450 h 6858000"/>
              <a:gd name="connsiteX182" fmla="*/ 1310106 w 7467600"/>
              <a:gd name="connsiteY182" fmla="*/ 3943217 h 6858000"/>
              <a:gd name="connsiteX183" fmla="*/ 854994 w 7467600"/>
              <a:gd name="connsiteY183" fmla="*/ 4399136 h 6858000"/>
              <a:gd name="connsiteX184" fmla="*/ 742462 w 7467600"/>
              <a:gd name="connsiteY184" fmla="*/ 4594648 h 6858000"/>
              <a:gd name="connsiteX185" fmla="*/ 820602 w 7467600"/>
              <a:gd name="connsiteY185" fmla="*/ 4485915 h 6858000"/>
              <a:gd name="connsiteX186" fmla="*/ 878295 w 7467600"/>
              <a:gd name="connsiteY186" fmla="*/ 4403594 h 6858000"/>
              <a:gd name="connsiteX187" fmla="*/ 1240607 w 7467600"/>
              <a:gd name="connsiteY187" fmla="*/ 4010401 h 6858000"/>
              <a:gd name="connsiteX188" fmla="*/ 1310106 w 7467600"/>
              <a:gd name="connsiteY188" fmla="*/ 3943217 h 6858000"/>
              <a:gd name="connsiteX189" fmla="*/ 1423113 w 7467600"/>
              <a:gd name="connsiteY189" fmla="*/ 3874565 h 6858000"/>
              <a:gd name="connsiteX190" fmla="*/ 1260565 w 7467600"/>
              <a:gd name="connsiteY190" fmla="*/ 4031982 h 6858000"/>
              <a:gd name="connsiteX191" fmla="*/ 901900 w 7467600"/>
              <a:gd name="connsiteY191" fmla="*/ 4421236 h 6858000"/>
              <a:gd name="connsiteX192" fmla="*/ 845044 w 7467600"/>
              <a:gd name="connsiteY192" fmla="*/ 4502436 h 6858000"/>
              <a:gd name="connsiteX193" fmla="*/ 685926 w 7467600"/>
              <a:gd name="connsiteY193" fmla="*/ 4703069 h 6858000"/>
              <a:gd name="connsiteX194" fmla="*/ 684248 w 7467600"/>
              <a:gd name="connsiteY194" fmla="*/ 4706721 h 6858000"/>
              <a:gd name="connsiteX195" fmla="*/ 1423113 w 7467600"/>
              <a:gd name="connsiteY195" fmla="*/ 3874565 h 6858000"/>
              <a:gd name="connsiteX196" fmla="*/ 3316479 w 7467600"/>
              <a:gd name="connsiteY196" fmla="*/ 3872136 h 6858000"/>
              <a:gd name="connsiteX197" fmla="*/ 3546806 w 7467600"/>
              <a:gd name="connsiteY197" fmla="*/ 4356139 h 6858000"/>
              <a:gd name="connsiteX198" fmla="*/ 3364433 w 7467600"/>
              <a:gd name="connsiteY198" fmla="*/ 3953121 h 6858000"/>
              <a:gd name="connsiteX199" fmla="*/ 3316479 w 7467600"/>
              <a:gd name="connsiteY199" fmla="*/ 3872136 h 6858000"/>
              <a:gd name="connsiteX200" fmla="*/ 3291335 w 7467600"/>
              <a:gd name="connsiteY200" fmla="*/ 3767420 h 6858000"/>
              <a:gd name="connsiteX201" fmla="*/ 3390805 w 7467600"/>
              <a:gd name="connsiteY201" fmla="*/ 3937163 h 6858000"/>
              <a:gd name="connsiteX202" fmla="*/ 3579062 w 7467600"/>
              <a:gd name="connsiteY202" fmla="*/ 4359040 h 6858000"/>
              <a:gd name="connsiteX203" fmla="*/ 3467355 w 7467600"/>
              <a:gd name="connsiteY203" fmla="*/ 3988130 h 6858000"/>
              <a:gd name="connsiteX204" fmla="*/ 3310753 w 7467600"/>
              <a:gd name="connsiteY204" fmla="*/ 3787140 h 6858000"/>
              <a:gd name="connsiteX205" fmla="*/ 3291335 w 7467600"/>
              <a:gd name="connsiteY205" fmla="*/ 3767420 h 6858000"/>
              <a:gd name="connsiteX206" fmla="*/ 1635889 w 7467600"/>
              <a:gd name="connsiteY206" fmla="*/ 3709494 h 6858000"/>
              <a:gd name="connsiteX207" fmla="*/ 1634800 w 7467600"/>
              <a:gd name="connsiteY207" fmla="*/ 3731111 h 6858000"/>
              <a:gd name="connsiteX208" fmla="*/ 1635889 w 7467600"/>
              <a:gd name="connsiteY208" fmla="*/ 3709494 h 6858000"/>
              <a:gd name="connsiteX209" fmla="*/ 1510397 w 7467600"/>
              <a:gd name="connsiteY209" fmla="*/ 3684705 h 6858000"/>
              <a:gd name="connsiteX210" fmla="*/ 1146550 w 7467600"/>
              <a:gd name="connsiteY210" fmla="*/ 3802012 h 6858000"/>
              <a:gd name="connsiteX211" fmla="*/ 698834 w 7467600"/>
              <a:gd name="connsiteY211" fmla="*/ 3952272 h 6858000"/>
              <a:gd name="connsiteX212" fmla="*/ 34256 w 7467600"/>
              <a:gd name="connsiteY212" fmla="*/ 4347603 h 6858000"/>
              <a:gd name="connsiteX213" fmla="*/ 527241 w 7467600"/>
              <a:gd name="connsiteY213" fmla="*/ 4065078 h 6858000"/>
              <a:gd name="connsiteX214" fmla="*/ 1510397 w 7467600"/>
              <a:gd name="connsiteY214" fmla="*/ 3684705 h 6858000"/>
              <a:gd name="connsiteX215" fmla="*/ 1313114 w 7467600"/>
              <a:gd name="connsiteY215" fmla="*/ 3655216 h 6858000"/>
              <a:gd name="connsiteX216" fmla="*/ 1109304 w 7467600"/>
              <a:gd name="connsiteY216" fmla="*/ 3669030 h 6858000"/>
              <a:gd name="connsiteX217" fmla="*/ 8129 w 7467600"/>
              <a:gd name="connsiteY217" fmla="*/ 4330519 h 6858000"/>
              <a:gd name="connsiteX218" fmla="*/ 687572 w 7467600"/>
              <a:gd name="connsiteY218" fmla="*/ 3925629 h 6858000"/>
              <a:gd name="connsiteX219" fmla="*/ 1138365 w 7467600"/>
              <a:gd name="connsiteY219" fmla="*/ 3774515 h 6858000"/>
              <a:gd name="connsiteX220" fmla="*/ 1505579 w 7467600"/>
              <a:gd name="connsiteY220" fmla="*/ 3655526 h 6858000"/>
              <a:gd name="connsiteX221" fmla="*/ 1313114 w 7467600"/>
              <a:gd name="connsiteY221" fmla="*/ 3655216 h 6858000"/>
              <a:gd name="connsiteX222" fmla="*/ 3655073 w 7467600"/>
              <a:gd name="connsiteY222" fmla="*/ 3650884 h 6858000"/>
              <a:gd name="connsiteX223" fmla="*/ 3989938 w 7467600"/>
              <a:gd name="connsiteY223" fmla="*/ 3991685 h 6858000"/>
              <a:gd name="connsiteX224" fmla="*/ 4393907 w 7467600"/>
              <a:gd name="connsiteY224" fmla="*/ 4261258 h 6858000"/>
              <a:gd name="connsiteX225" fmla="*/ 4648051 w 7467600"/>
              <a:gd name="connsiteY225" fmla="*/ 4374051 h 6858000"/>
              <a:gd name="connsiteX226" fmla="*/ 4383389 w 7467600"/>
              <a:gd name="connsiteY226" fmla="*/ 4184369 h 6858000"/>
              <a:gd name="connsiteX227" fmla="*/ 4165508 w 7467600"/>
              <a:gd name="connsiteY227" fmla="*/ 4035196 h 6858000"/>
              <a:gd name="connsiteX228" fmla="*/ 4068162 w 7467600"/>
              <a:gd name="connsiteY228" fmla="*/ 3953394 h 6858000"/>
              <a:gd name="connsiteX229" fmla="*/ 3981416 w 7467600"/>
              <a:gd name="connsiteY229" fmla="*/ 3880482 h 6858000"/>
              <a:gd name="connsiteX230" fmla="*/ 3800147 w 7467600"/>
              <a:gd name="connsiteY230" fmla="*/ 3749872 h 6858000"/>
              <a:gd name="connsiteX231" fmla="*/ 3655073 w 7467600"/>
              <a:gd name="connsiteY231" fmla="*/ 3650884 h 6858000"/>
              <a:gd name="connsiteX232" fmla="*/ 3670252 w 7467600"/>
              <a:gd name="connsiteY232" fmla="*/ 3622798 h 6858000"/>
              <a:gd name="connsiteX233" fmla="*/ 3817258 w 7467600"/>
              <a:gd name="connsiteY233" fmla="*/ 3723577 h 6858000"/>
              <a:gd name="connsiteX234" fmla="*/ 4000461 w 7467600"/>
              <a:gd name="connsiteY234" fmla="*/ 3855966 h 6858000"/>
              <a:gd name="connsiteX235" fmla="*/ 4088180 w 7467600"/>
              <a:gd name="connsiteY235" fmla="*/ 3929774 h 6858000"/>
              <a:gd name="connsiteX236" fmla="*/ 4184555 w 7467600"/>
              <a:gd name="connsiteY236" fmla="*/ 4010683 h 6858000"/>
              <a:gd name="connsiteX237" fmla="*/ 4399563 w 7467600"/>
              <a:gd name="connsiteY237" fmla="*/ 4158106 h 6858000"/>
              <a:gd name="connsiteX238" fmla="*/ 4684469 w 7467600"/>
              <a:gd name="connsiteY238" fmla="*/ 4364680 h 6858000"/>
              <a:gd name="connsiteX239" fmla="*/ 4690271 w 7467600"/>
              <a:gd name="connsiteY239" fmla="*/ 4370034 h 6858000"/>
              <a:gd name="connsiteX240" fmla="*/ 4136093 w 7467600"/>
              <a:gd name="connsiteY240" fmla="*/ 3858466 h 6858000"/>
              <a:gd name="connsiteX241" fmla="*/ 3670252 w 7467600"/>
              <a:gd name="connsiteY241" fmla="*/ 3622798 h 6858000"/>
              <a:gd name="connsiteX242" fmla="*/ 4440129 w 7467600"/>
              <a:gd name="connsiteY242" fmla="*/ 3448571 h 6858000"/>
              <a:gd name="connsiteX243" fmla="*/ 4856525 w 7467600"/>
              <a:gd name="connsiteY243" fmla="*/ 3915351 h 6858000"/>
              <a:gd name="connsiteX244" fmla="*/ 5059055 w 7467600"/>
              <a:gd name="connsiteY244" fmla="*/ 4108918 h 6858000"/>
              <a:gd name="connsiteX245" fmla="*/ 5290070 w 7467600"/>
              <a:gd name="connsiteY245" fmla="*/ 4263619 h 6858000"/>
              <a:gd name="connsiteX246" fmla="*/ 4834991 w 7467600"/>
              <a:gd name="connsiteY246" fmla="*/ 3830985 h 6858000"/>
              <a:gd name="connsiteX247" fmla="*/ 4440129 w 7467600"/>
              <a:gd name="connsiteY247" fmla="*/ 3448571 h 6858000"/>
              <a:gd name="connsiteX248" fmla="*/ 4441737 w 7467600"/>
              <a:gd name="connsiteY248" fmla="*/ 3399734 h 6858000"/>
              <a:gd name="connsiteX249" fmla="*/ 4431236 w 7467600"/>
              <a:gd name="connsiteY249" fmla="*/ 3400954 h 6858000"/>
              <a:gd name="connsiteX250" fmla="*/ 4557150 w 7467600"/>
              <a:gd name="connsiteY250" fmla="*/ 3510023 h 6858000"/>
              <a:gd name="connsiteX251" fmla="*/ 4856936 w 7467600"/>
              <a:gd name="connsiteY251" fmla="*/ 3809146 h 6858000"/>
              <a:gd name="connsiteX252" fmla="*/ 5111996 w 7467600"/>
              <a:gd name="connsiteY252" fmla="*/ 4065759 h 6858000"/>
              <a:gd name="connsiteX253" fmla="*/ 5388878 w 7467600"/>
              <a:gd name="connsiteY253" fmla="*/ 4300185 h 6858000"/>
              <a:gd name="connsiteX254" fmla="*/ 5425556 w 7467600"/>
              <a:gd name="connsiteY254" fmla="*/ 4308967 h 6858000"/>
              <a:gd name="connsiteX255" fmla="*/ 4943646 w 7467600"/>
              <a:gd name="connsiteY255" fmla="*/ 3822916 h 6858000"/>
              <a:gd name="connsiteX256" fmla="*/ 4594837 w 7467600"/>
              <a:gd name="connsiteY256" fmla="*/ 3532274 h 6858000"/>
              <a:gd name="connsiteX257" fmla="*/ 4441737 w 7467600"/>
              <a:gd name="connsiteY257" fmla="*/ 3399734 h 6858000"/>
              <a:gd name="connsiteX258" fmla="*/ 5425834 w 7467600"/>
              <a:gd name="connsiteY258" fmla="*/ 3162785 h 6858000"/>
              <a:gd name="connsiteX259" fmla="*/ 5401644 w 7467600"/>
              <a:gd name="connsiteY259" fmla="*/ 3617847 h 6858000"/>
              <a:gd name="connsiteX260" fmla="*/ 5467256 w 7467600"/>
              <a:gd name="connsiteY260" fmla="*/ 4175494 h 6858000"/>
              <a:gd name="connsiteX261" fmla="*/ 5448069 w 7467600"/>
              <a:gd name="connsiteY261" fmla="*/ 3567554 h 6858000"/>
              <a:gd name="connsiteX262" fmla="*/ 5425834 w 7467600"/>
              <a:gd name="connsiteY262" fmla="*/ 3162785 h 6858000"/>
              <a:gd name="connsiteX263" fmla="*/ 1318687 w 7467600"/>
              <a:gd name="connsiteY263" fmla="*/ 3113840 h 6858000"/>
              <a:gd name="connsiteX264" fmla="*/ 1066793 w 7467600"/>
              <a:gd name="connsiteY264" fmla="*/ 3212171 h 6858000"/>
              <a:gd name="connsiteX265" fmla="*/ 993319 w 7467600"/>
              <a:gd name="connsiteY265" fmla="*/ 3247648 h 6858000"/>
              <a:gd name="connsiteX266" fmla="*/ 853081 w 7467600"/>
              <a:gd name="connsiteY266" fmla="*/ 3312410 h 6858000"/>
              <a:gd name="connsiteX267" fmla="*/ 805957 w 7467600"/>
              <a:gd name="connsiteY267" fmla="*/ 3330443 h 6858000"/>
              <a:gd name="connsiteX268" fmla="*/ 1318687 w 7467600"/>
              <a:gd name="connsiteY268" fmla="*/ 3113840 h 6858000"/>
              <a:gd name="connsiteX269" fmla="*/ 5453702 w 7467600"/>
              <a:gd name="connsiteY269" fmla="*/ 3090882 h 6858000"/>
              <a:gd name="connsiteX270" fmla="*/ 5480135 w 7467600"/>
              <a:gd name="connsiteY270" fmla="*/ 3565802 h 6858000"/>
              <a:gd name="connsiteX271" fmla="*/ 5499023 w 7467600"/>
              <a:gd name="connsiteY271" fmla="*/ 4166310 h 6858000"/>
              <a:gd name="connsiteX272" fmla="*/ 5547022 w 7467600"/>
              <a:gd name="connsiteY272" fmla="*/ 3607838 h 6858000"/>
              <a:gd name="connsiteX273" fmla="*/ 5515964 w 7467600"/>
              <a:gd name="connsiteY273" fmla="*/ 3378541 h 6858000"/>
              <a:gd name="connsiteX274" fmla="*/ 5453702 w 7467600"/>
              <a:gd name="connsiteY274" fmla="*/ 3090882 h 6858000"/>
              <a:gd name="connsiteX275" fmla="*/ 1238695 w 7467600"/>
              <a:gd name="connsiteY275" fmla="*/ 3076820 h 6858000"/>
              <a:gd name="connsiteX276" fmla="*/ 716371 w 7467600"/>
              <a:gd name="connsiteY276" fmla="*/ 3293249 h 6858000"/>
              <a:gd name="connsiteX277" fmla="*/ 579522 w 7467600"/>
              <a:gd name="connsiteY277" fmla="*/ 3371759 h 6858000"/>
              <a:gd name="connsiteX278" fmla="*/ 600288 w 7467600"/>
              <a:gd name="connsiteY278" fmla="*/ 3365555 h 6858000"/>
              <a:gd name="connsiteX279" fmla="*/ 840692 w 7467600"/>
              <a:gd name="connsiteY279" fmla="*/ 3284921 h 6858000"/>
              <a:gd name="connsiteX280" fmla="*/ 979248 w 7467600"/>
              <a:gd name="connsiteY280" fmla="*/ 3221003 h 6858000"/>
              <a:gd name="connsiteX281" fmla="*/ 1053282 w 7467600"/>
              <a:gd name="connsiteY281" fmla="*/ 3185247 h 6858000"/>
              <a:gd name="connsiteX282" fmla="*/ 1320603 w 7467600"/>
              <a:gd name="connsiteY282" fmla="*/ 3081281 h 6858000"/>
              <a:gd name="connsiteX283" fmla="*/ 1238695 w 7467600"/>
              <a:gd name="connsiteY283" fmla="*/ 3076820 h 6858000"/>
              <a:gd name="connsiteX284" fmla="*/ 5425627 w 7467600"/>
              <a:gd name="connsiteY284" fmla="*/ 2954192 h 6858000"/>
              <a:gd name="connsiteX285" fmla="*/ 5470770 w 7467600"/>
              <a:gd name="connsiteY285" fmla="*/ 3005435 h 6858000"/>
              <a:gd name="connsiteX286" fmla="*/ 5519779 w 7467600"/>
              <a:gd name="connsiteY286" fmla="*/ 4359223 h 6858000"/>
              <a:gd name="connsiteX287" fmla="*/ 5520293 w 7467600"/>
              <a:gd name="connsiteY287" fmla="*/ 4360602 h 6858000"/>
              <a:gd name="connsiteX288" fmla="*/ 5767221 w 7467600"/>
              <a:gd name="connsiteY288" fmla="*/ 4665564 h 6858000"/>
              <a:gd name="connsiteX289" fmla="*/ 6937169 w 7467600"/>
              <a:gd name="connsiteY289" fmla="*/ 4815941 h 6858000"/>
              <a:gd name="connsiteX290" fmla="*/ 6953922 w 7467600"/>
              <a:gd name="connsiteY290" fmla="*/ 4890068 h 6858000"/>
              <a:gd name="connsiteX291" fmla="*/ 6071359 w 7467600"/>
              <a:gd name="connsiteY291" fmla="*/ 4770770 h 6858000"/>
              <a:gd name="connsiteX292" fmla="*/ 6038839 w 7467600"/>
              <a:gd name="connsiteY292" fmla="*/ 4764474 h 6858000"/>
              <a:gd name="connsiteX293" fmla="*/ 6038706 w 7467600"/>
              <a:gd name="connsiteY293" fmla="*/ 4763847 h 6858000"/>
              <a:gd name="connsiteX294" fmla="*/ 6037784 w 7467600"/>
              <a:gd name="connsiteY294" fmla="*/ 4764270 h 6858000"/>
              <a:gd name="connsiteX295" fmla="*/ 6038839 w 7467600"/>
              <a:gd name="connsiteY295" fmla="*/ 4764474 h 6858000"/>
              <a:gd name="connsiteX296" fmla="*/ 6040338 w 7467600"/>
              <a:gd name="connsiteY296" fmla="*/ 4771418 h 6858000"/>
              <a:gd name="connsiteX297" fmla="*/ 6024488 w 7467600"/>
              <a:gd name="connsiteY297" fmla="*/ 4809903 h 6858000"/>
              <a:gd name="connsiteX298" fmla="*/ 5599771 w 7467600"/>
              <a:gd name="connsiteY298" fmla="*/ 5509652 h 6858000"/>
              <a:gd name="connsiteX299" fmla="*/ 5548843 w 7467600"/>
              <a:gd name="connsiteY299" fmla="*/ 5563845 h 6858000"/>
              <a:gd name="connsiteX300" fmla="*/ 5940952 w 7467600"/>
              <a:gd name="connsiteY300" fmla="*/ 6250028 h 6858000"/>
              <a:gd name="connsiteX301" fmla="*/ 6043441 w 7467600"/>
              <a:gd name="connsiteY301" fmla="*/ 6665847 h 6858000"/>
              <a:gd name="connsiteX302" fmla="*/ 6093432 w 7467600"/>
              <a:gd name="connsiteY302" fmla="*/ 6858000 h 6858000"/>
              <a:gd name="connsiteX303" fmla="*/ 6034344 w 7467600"/>
              <a:gd name="connsiteY303" fmla="*/ 6858000 h 6858000"/>
              <a:gd name="connsiteX304" fmla="*/ 6026679 w 7467600"/>
              <a:gd name="connsiteY304" fmla="*/ 6836959 h 6858000"/>
              <a:gd name="connsiteX305" fmla="*/ 5800441 w 7467600"/>
              <a:gd name="connsiteY305" fmla="*/ 6335286 h 6858000"/>
              <a:gd name="connsiteX306" fmla="*/ 5526562 w 7467600"/>
              <a:gd name="connsiteY306" fmla="*/ 5705388 h 6858000"/>
              <a:gd name="connsiteX307" fmla="*/ 5519640 w 7467600"/>
              <a:gd name="connsiteY307" fmla="*/ 5683774 h 6858000"/>
              <a:gd name="connsiteX308" fmla="*/ 5844559 w 7467600"/>
              <a:gd name="connsiteY308" fmla="*/ 6553349 h 6858000"/>
              <a:gd name="connsiteX309" fmla="*/ 5975994 w 7467600"/>
              <a:gd name="connsiteY309" fmla="*/ 6858000 h 6858000"/>
              <a:gd name="connsiteX310" fmla="*/ 5898547 w 7467600"/>
              <a:gd name="connsiteY310" fmla="*/ 6858000 h 6858000"/>
              <a:gd name="connsiteX311" fmla="*/ 5682041 w 7467600"/>
              <a:gd name="connsiteY311" fmla="*/ 6355860 h 6858000"/>
              <a:gd name="connsiteX312" fmla="*/ 5461758 w 7467600"/>
              <a:gd name="connsiteY312" fmla="*/ 5820220 h 6858000"/>
              <a:gd name="connsiteX313" fmla="*/ 5237282 w 7467600"/>
              <a:gd name="connsiteY313" fmla="*/ 6579086 h 6858000"/>
              <a:gd name="connsiteX314" fmla="*/ 5115009 w 7467600"/>
              <a:gd name="connsiteY314" fmla="*/ 6858000 h 6858000"/>
              <a:gd name="connsiteX315" fmla="*/ 5028074 w 7467600"/>
              <a:gd name="connsiteY315" fmla="*/ 6858000 h 6858000"/>
              <a:gd name="connsiteX316" fmla="*/ 5079508 w 7467600"/>
              <a:gd name="connsiteY316" fmla="*/ 6749074 h 6858000"/>
              <a:gd name="connsiteX317" fmla="*/ 5371846 w 7467600"/>
              <a:gd name="connsiteY317" fmla="*/ 5924413 h 6858000"/>
              <a:gd name="connsiteX318" fmla="*/ 5270512 w 7467600"/>
              <a:gd name="connsiteY318" fmla="*/ 6138975 h 6858000"/>
              <a:gd name="connsiteX319" fmla="*/ 5062409 w 7467600"/>
              <a:gd name="connsiteY319" fmla="*/ 6653544 h 6858000"/>
              <a:gd name="connsiteX320" fmla="*/ 5036628 w 7467600"/>
              <a:gd name="connsiteY320" fmla="*/ 6754247 h 6858000"/>
              <a:gd name="connsiteX321" fmla="*/ 5009112 w 7467600"/>
              <a:gd name="connsiteY321" fmla="*/ 6858000 h 6858000"/>
              <a:gd name="connsiteX322" fmla="*/ 4976679 w 7467600"/>
              <a:gd name="connsiteY322" fmla="*/ 6858000 h 6858000"/>
              <a:gd name="connsiteX323" fmla="*/ 5006537 w 7467600"/>
              <a:gd name="connsiteY323" fmla="*/ 6747068 h 6858000"/>
              <a:gd name="connsiteX324" fmla="*/ 5032723 w 7467600"/>
              <a:gd name="connsiteY324" fmla="*/ 6644957 h 6858000"/>
              <a:gd name="connsiteX325" fmla="*/ 5242949 w 7467600"/>
              <a:gd name="connsiteY325" fmla="*/ 6125175 h 6858000"/>
              <a:gd name="connsiteX326" fmla="*/ 5286321 w 7467600"/>
              <a:gd name="connsiteY326" fmla="*/ 6033555 h 6858000"/>
              <a:gd name="connsiteX327" fmla="*/ 5008210 w 7467600"/>
              <a:gd name="connsiteY327" fmla="*/ 6649194 h 6858000"/>
              <a:gd name="connsiteX328" fmla="*/ 4986321 w 7467600"/>
              <a:gd name="connsiteY328" fmla="*/ 6765687 h 6858000"/>
              <a:gd name="connsiteX329" fmla="*/ 4973474 w 7467600"/>
              <a:gd name="connsiteY329" fmla="*/ 6858000 h 6858000"/>
              <a:gd name="connsiteX330" fmla="*/ 4907178 w 7467600"/>
              <a:gd name="connsiteY330" fmla="*/ 6858000 h 6858000"/>
              <a:gd name="connsiteX331" fmla="*/ 4910810 w 7467600"/>
              <a:gd name="connsiteY331" fmla="*/ 6829660 h 6858000"/>
              <a:gd name="connsiteX332" fmla="*/ 4987461 w 7467600"/>
              <a:gd name="connsiteY332" fmla="*/ 6432994 h 6858000"/>
              <a:gd name="connsiteX333" fmla="*/ 5179262 w 7467600"/>
              <a:gd name="connsiteY333" fmla="*/ 6035044 h 6858000"/>
              <a:gd name="connsiteX334" fmla="*/ 4689678 w 7467600"/>
              <a:gd name="connsiteY334" fmla="*/ 6440241 h 6858000"/>
              <a:gd name="connsiteX335" fmla="*/ 4477543 w 7467600"/>
              <a:gd name="connsiteY335" fmla="*/ 6674836 h 6858000"/>
              <a:gd name="connsiteX336" fmla="*/ 4329957 w 7467600"/>
              <a:gd name="connsiteY336" fmla="*/ 6858000 h 6858000"/>
              <a:gd name="connsiteX337" fmla="*/ 4218595 w 7467600"/>
              <a:gd name="connsiteY337" fmla="*/ 6858000 h 6858000"/>
              <a:gd name="connsiteX338" fmla="*/ 4368888 w 7467600"/>
              <a:gd name="connsiteY338" fmla="*/ 6668412 h 6858000"/>
              <a:gd name="connsiteX339" fmla="*/ 4563091 w 7467600"/>
              <a:gd name="connsiteY339" fmla="*/ 6442508 h 6858000"/>
              <a:gd name="connsiteX340" fmla="*/ 5387324 w 7467600"/>
              <a:gd name="connsiteY340" fmla="*/ 5705830 h 6858000"/>
              <a:gd name="connsiteX341" fmla="*/ 5073620 w 7467600"/>
              <a:gd name="connsiteY341" fmla="*/ 5955437 h 6858000"/>
              <a:gd name="connsiteX342" fmla="*/ 4689789 w 7467600"/>
              <a:gd name="connsiteY342" fmla="*/ 6268382 h 6858000"/>
              <a:gd name="connsiteX343" fmla="*/ 4418722 w 7467600"/>
              <a:gd name="connsiteY343" fmla="*/ 6570886 h 6858000"/>
              <a:gd name="connsiteX344" fmla="*/ 4214944 w 7467600"/>
              <a:gd name="connsiteY344" fmla="*/ 6858000 h 6858000"/>
              <a:gd name="connsiteX345" fmla="*/ 4177898 w 7467600"/>
              <a:gd name="connsiteY345" fmla="*/ 6858000 h 6858000"/>
              <a:gd name="connsiteX346" fmla="*/ 4391597 w 7467600"/>
              <a:gd name="connsiteY346" fmla="*/ 6556370 h 6858000"/>
              <a:gd name="connsiteX347" fmla="*/ 4668889 w 7467600"/>
              <a:gd name="connsiteY347" fmla="*/ 6246399 h 6858000"/>
              <a:gd name="connsiteX348" fmla="*/ 5055427 w 7467600"/>
              <a:gd name="connsiteY348" fmla="*/ 5931476 h 6858000"/>
              <a:gd name="connsiteX349" fmla="*/ 5371814 w 7467600"/>
              <a:gd name="connsiteY349" fmla="*/ 5678975 h 6858000"/>
              <a:gd name="connsiteX350" fmla="*/ 4987918 w 7467600"/>
              <a:gd name="connsiteY350" fmla="*/ 5838701 h 6858000"/>
              <a:gd name="connsiteX351" fmla="*/ 4317146 w 7467600"/>
              <a:gd name="connsiteY351" fmla="*/ 6587716 h 6858000"/>
              <a:gd name="connsiteX352" fmla="*/ 4171627 w 7467600"/>
              <a:gd name="connsiteY352" fmla="*/ 6858000 h 6858000"/>
              <a:gd name="connsiteX353" fmla="*/ 4081585 w 7467600"/>
              <a:gd name="connsiteY353" fmla="*/ 6858000 h 6858000"/>
              <a:gd name="connsiteX354" fmla="*/ 4238603 w 7467600"/>
              <a:gd name="connsiteY354" fmla="*/ 6559341 h 6858000"/>
              <a:gd name="connsiteX355" fmla="*/ 4778333 w 7467600"/>
              <a:gd name="connsiteY355" fmla="*/ 5873626 h 6858000"/>
              <a:gd name="connsiteX356" fmla="*/ 5414185 w 7467600"/>
              <a:gd name="connsiteY356" fmla="*/ 5573882 h 6858000"/>
              <a:gd name="connsiteX357" fmla="*/ 5959648 w 7467600"/>
              <a:gd name="connsiteY357" fmla="*/ 4760797 h 6858000"/>
              <a:gd name="connsiteX358" fmla="*/ 5355019 w 7467600"/>
              <a:gd name="connsiteY358" fmla="*/ 4734672 h 6858000"/>
              <a:gd name="connsiteX359" fmla="*/ 5083565 w 7467600"/>
              <a:gd name="connsiteY359" fmla="*/ 5179121 h 6858000"/>
              <a:gd name="connsiteX360" fmla="*/ 4713577 w 7467600"/>
              <a:gd name="connsiteY360" fmla="*/ 5616803 h 6858000"/>
              <a:gd name="connsiteX361" fmla="*/ 3989559 w 7467600"/>
              <a:gd name="connsiteY361" fmla="*/ 6145945 h 6858000"/>
              <a:gd name="connsiteX362" fmla="*/ 3939824 w 7467600"/>
              <a:gd name="connsiteY362" fmla="*/ 6066900 h 6858000"/>
              <a:gd name="connsiteX363" fmla="*/ 4584537 w 7467600"/>
              <a:gd name="connsiteY363" fmla="*/ 5324826 h 6858000"/>
              <a:gd name="connsiteX364" fmla="*/ 5037105 w 7467600"/>
              <a:gd name="connsiteY364" fmla="*/ 5088765 h 6858000"/>
              <a:gd name="connsiteX365" fmla="*/ 5039930 w 7467600"/>
              <a:gd name="connsiteY365" fmla="*/ 5089585 h 6858000"/>
              <a:gd name="connsiteX366" fmla="*/ 5263764 w 7467600"/>
              <a:gd name="connsiteY366" fmla="*/ 4735525 h 6858000"/>
              <a:gd name="connsiteX367" fmla="*/ 4086300 w 7467600"/>
              <a:gd name="connsiteY367" fmla="*/ 4884599 h 6858000"/>
              <a:gd name="connsiteX368" fmla="*/ 4085485 w 7467600"/>
              <a:gd name="connsiteY368" fmla="*/ 4899070 h 6858000"/>
              <a:gd name="connsiteX369" fmla="*/ 3871915 w 7467600"/>
              <a:gd name="connsiteY369" fmla="*/ 5253645 h 6858000"/>
              <a:gd name="connsiteX370" fmla="*/ 3799374 w 7467600"/>
              <a:gd name="connsiteY370" fmla="*/ 5466127 h 6858000"/>
              <a:gd name="connsiteX371" fmla="*/ 3498850 w 7467600"/>
              <a:gd name="connsiteY371" fmla="*/ 6661888 h 6858000"/>
              <a:gd name="connsiteX372" fmla="*/ 3399216 w 7467600"/>
              <a:gd name="connsiteY372" fmla="*/ 6858000 h 6858000"/>
              <a:gd name="connsiteX373" fmla="*/ 3303688 w 7467600"/>
              <a:gd name="connsiteY373" fmla="*/ 6858000 h 6858000"/>
              <a:gd name="connsiteX374" fmla="*/ 3391774 w 7467600"/>
              <a:gd name="connsiteY374" fmla="*/ 6697181 h 6858000"/>
              <a:gd name="connsiteX375" fmla="*/ 3735540 w 7467600"/>
              <a:gd name="connsiteY375" fmla="*/ 5546923 h 6858000"/>
              <a:gd name="connsiteX376" fmla="*/ 3729438 w 7467600"/>
              <a:gd name="connsiteY376" fmla="*/ 5569058 h 6858000"/>
              <a:gd name="connsiteX377" fmla="*/ 3707782 w 7467600"/>
              <a:gd name="connsiteY377" fmla="*/ 5644908 h 6858000"/>
              <a:gd name="connsiteX378" fmla="*/ 3583827 w 7467600"/>
              <a:gd name="connsiteY378" fmla="*/ 6039215 h 6858000"/>
              <a:gd name="connsiteX379" fmla="*/ 3547861 w 7467600"/>
              <a:gd name="connsiteY379" fmla="*/ 6129609 h 6858000"/>
              <a:gd name="connsiteX380" fmla="*/ 3490905 w 7467600"/>
              <a:gd name="connsiteY380" fmla="*/ 6277660 h 6858000"/>
              <a:gd name="connsiteX381" fmla="*/ 3455859 w 7467600"/>
              <a:gd name="connsiteY381" fmla="*/ 6391301 h 6858000"/>
              <a:gd name="connsiteX382" fmla="*/ 3429112 w 7467600"/>
              <a:gd name="connsiteY382" fmla="*/ 6479469 h 6858000"/>
              <a:gd name="connsiteX383" fmla="*/ 3304862 w 7467600"/>
              <a:gd name="connsiteY383" fmla="*/ 6796476 h 6858000"/>
              <a:gd name="connsiteX384" fmla="*/ 3276071 w 7467600"/>
              <a:gd name="connsiteY384" fmla="*/ 6858000 h 6858000"/>
              <a:gd name="connsiteX385" fmla="*/ 3240805 w 7467600"/>
              <a:gd name="connsiteY385" fmla="*/ 6858000 h 6858000"/>
              <a:gd name="connsiteX386" fmla="*/ 3275917 w 7467600"/>
              <a:gd name="connsiteY386" fmla="*/ 6783192 h 6858000"/>
              <a:gd name="connsiteX387" fmla="*/ 3399358 w 7467600"/>
              <a:gd name="connsiteY387" fmla="*/ 6469011 h 6858000"/>
              <a:gd name="connsiteX388" fmla="*/ 3425650 w 7467600"/>
              <a:gd name="connsiteY388" fmla="*/ 6381333 h 6858000"/>
              <a:gd name="connsiteX389" fmla="*/ 3460661 w 7467600"/>
              <a:gd name="connsiteY389" fmla="*/ 6266763 h 6858000"/>
              <a:gd name="connsiteX390" fmla="*/ 3518021 w 7467600"/>
              <a:gd name="connsiteY390" fmla="*/ 6117298 h 6858000"/>
              <a:gd name="connsiteX391" fmla="*/ 3554035 w 7467600"/>
              <a:gd name="connsiteY391" fmla="*/ 6027832 h 6858000"/>
              <a:gd name="connsiteX392" fmla="*/ 3677174 w 7467600"/>
              <a:gd name="connsiteY392" fmla="*/ 5636351 h 6858000"/>
              <a:gd name="connsiteX393" fmla="*/ 3698819 w 7467600"/>
              <a:gd name="connsiteY393" fmla="*/ 5560503 h 6858000"/>
              <a:gd name="connsiteX394" fmla="*/ 3702094 w 7467600"/>
              <a:gd name="connsiteY394" fmla="*/ 5549194 h 6858000"/>
              <a:gd name="connsiteX395" fmla="*/ 3398355 w 7467600"/>
              <a:gd name="connsiteY395" fmla="*/ 6094603 h 6858000"/>
              <a:gd name="connsiteX396" fmla="*/ 3193941 w 7467600"/>
              <a:gd name="connsiteY396" fmla="*/ 6798775 h 6858000"/>
              <a:gd name="connsiteX397" fmla="*/ 3184140 w 7467600"/>
              <a:gd name="connsiteY397" fmla="*/ 6858000 h 6858000"/>
              <a:gd name="connsiteX398" fmla="*/ 3099978 w 7467600"/>
              <a:gd name="connsiteY398" fmla="*/ 6858000 h 6858000"/>
              <a:gd name="connsiteX399" fmla="*/ 3101556 w 7467600"/>
              <a:gd name="connsiteY399" fmla="*/ 6843337 h 6858000"/>
              <a:gd name="connsiteX400" fmla="*/ 3370162 w 7467600"/>
              <a:gd name="connsiteY400" fmla="*/ 5785550 h 6858000"/>
              <a:gd name="connsiteX401" fmla="*/ 3746477 w 7467600"/>
              <a:gd name="connsiteY401" fmla="*/ 5377889 h 6858000"/>
              <a:gd name="connsiteX402" fmla="*/ 3863399 w 7467600"/>
              <a:gd name="connsiteY402" fmla="*/ 5087257 h 6858000"/>
              <a:gd name="connsiteX403" fmla="*/ 3968712 w 7467600"/>
              <a:gd name="connsiteY403" fmla="*/ 4913989 h 6858000"/>
              <a:gd name="connsiteX404" fmla="*/ 2792390 w 7467600"/>
              <a:gd name="connsiteY404" fmla="*/ 5382974 h 6858000"/>
              <a:gd name="connsiteX405" fmla="*/ 2714982 w 7467600"/>
              <a:gd name="connsiteY405" fmla="*/ 5427051 h 6858000"/>
              <a:gd name="connsiteX406" fmla="*/ 2813361 w 7467600"/>
              <a:gd name="connsiteY406" fmla="*/ 6023912 h 6858000"/>
              <a:gd name="connsiteX407" fmla="*/ 2688430 w 7467600"/>
              <a:gd name="connsiteY407" fmla="*/ 6801564 h 6858000"/>
              <a:gd name="connsiteX408" fmla="*/ 2629626 w 7467600"/>
              <a:gd name="connsiteY408" fmla="*/ 6763394 h 6858000"/>
              <a:gd name="connsiteX409" fmla="*/ 2565328 w 7467600"/>
              <a:gd name="connsiteY409" fmla="*/ 5516399 h 6858000"/>
              <a:gd name="connsiteX410" fmla="*/ 1922999 w 7467600"/>
              <a:gd name="connsiteY410" fmla="*/ 5980343 h 6858000"/>
              <a:gd name="connsiteX411" fmla="*/ 1950261 w 7467600"/>
              <a:gd name="connsiteY411" fmla="*/ 6405858 h 6858000"/>
              <a:gd name="connsiteX412" fmla="*/ 2365554 w 7467600"/>
              <a:gd name="connsiteY412" fmla="*/ 6759107 h 6858000"/>
              <a:gd name="connsiteX413" fmla="*/ 2424142 w 7467600"/>
              <a:gd name="connsiteY413" fmla="*/ 6858000 h 6858000"/>
              <a:gd name="connsiteX414" fmla="*/ 2395994 w 7467600"/>
              <a:gd name="connsiteY414" fmla="*/ 6858000 h 6858000"/>
              <a:gd name="connsiteX415" fmla="*/ 2392863 w 7467600"/>
              <a:gd name="connsiteY415" fmla="*/ 6852964 h 6858000"/>
              <a:gd name="connsiteX416" fmla="*/ 2017589 w 7467600"/>
              <a:gd name="connsiteY416" fmla="*/ 6493982 h 6858000"/>
              <a:gd name="connsiteX417" fmla="*/ 2147336 w 7467600"/>
              <a:gd name="connsiteY417" fmla="*/ 6594052 h 6858000"/>
              <a:gd name="connsiteX418" fmla="*/ 2207047 w 7467600"/>
              <a:gd name="connsiteY418" fmla="*/ 6654540 h 6858000"/>
              <a:gd name="connsiteX419" fmla="*/ 2299106 w 7467600"/>
              <a:gd name="connsiteY419" fmla="*/ 6778931 h 6858000"/>
              <a:gd name="connsiteX420" fmla="*/ 2314430 w 7467600"/>
              <a:gd name="connsiteY420" fmla="*/ 6801144 h 6858000"/>
              <a:gd name="connsiteX421" fmla="*/ 2352406 w 7467600"/>
              <a:gd name="connsiteY421" fmla="*/ 6858000 h 6858000"/>
              <a:gd name="connsiteX422" fmla="*/ 2314492 w 7467600"/>
              <a:gd name="connsiteY422" fmla="*/ 6858000 h 6858000"/>
              <a:gd name="connsiteX423" fmla="*/ 2288095 w 7467600"/>
              <a:gd name="connsiteY423" fmla="*/ 6818030 h 6858000"/>
              <a:gd name="connsiteX424" fmla="*/ 2272768 w 7467600"/>
              <a:gd name="connsiteY424" fmla="*/ 6795822 h 6858000"/>
              <a:gd name="connsiteX425" fmla="*/ 2182715 w 7467600"/>
              <a:gd name="connsiteY425" fmla="*/ 6675071 h 6858000"/>
              <a:gd name="connsiteX426" fmla="*/ 2032061 w 7467600"/>
              <a:gd name="connsiteY426" fmla="*/ 6541380 h 6858000"/>
              <a:gd name="connsiteX427" fmla="*/ 2257220 w 7467600"/>
              <a:gd name="connsiteY427" fmla="*/ 6826257 h 6858000"/>
              <a:gd name="connsiteX428" fmla="*/ 2281324 w 7467600"/>
              <a:gd name="connsiteY428" fmla="*/ 6858000 h 6858000"/>
              <a:gd name="connsiteX429" fmla="*/ 2242860 w 7467600"/>
              <a:gd name="connsiteY429" fmla="*/ 6858000 h 6858000"/>
              <a:gd name="connsiteX430" fmla="*/ 2232818 w 7467600"/>
              <a:gd name="connsiteY430" fmla="*/ 6844926 h 6858000"/>
              <a:gd name="connsiteX431" fmla="*/ 1990172 w 7467600"/>
              <a:gd name="connsiteY431" fmla="*/ 6542121 h 6858000"/>
              <a:gd name="connsiteX432" fmla="*/ 2124090 w 7467600"/>
              <a:gd name="connsiteY432" fmla="*/ 6761017 h 6858000"/>
              <a:gd name="connsiteX433" fmla="*/ 2200380 w 7467600"/>
              <a:gd name="connsiteY433" fmla="*/ 6858000 h 6858000"/>
              <a:gd name="connsiteX434" fmla="*/ 2147507 w 7467600"/>
              <a:gd name="connsiteY434" fmla="*/ 6858000 h 6858000"/>
              <a:gd name="connsiteX435" fmla="*/ 2070668 w 7467600"/>
              <a:gd name="connsiteY435" fmla="*/ 6761520 h 6858000"/>
              <a:gd name="connsiteX436" fmla="*/ 1975142 w 7467600"/>
              <a:gd name="connsiteY436" fmla="*/ 6585570 h 6858000"/>
              <a:gd name="connsiteX437" fmla="*/ 2050035 w 7467600"/>
              <a:gd name="connsiteY437" fmla="*/ 6813345 h 6858000"/>
              <a:gd name="connsiteX438" fmla="*/ 2063025 w 7467600"/>
              <a:gd name="connsiteY438" fmla="*/ 6858000 h 6858000"/>
              <a:gd name="connsiteX439" fmla="*/ 2021675 w 7467600"/>
              <a:gd name="connsiteY439" fmla="*/ 6858000 h 6858000"/>
              <a:gd name="connsiteX440" fmla="*/ 2019308 w 7467600"/>
              <a:gd name="connsiteY440" fmla="*/ 6847118 h 6858000"/>
              <a:gd name="connsiteX441" fmla="*/ 1938835 w 7467600"/>
              <a:gd name="connsiteY441" fmla="*/ 6551160 h 6858000"/>
              <a:gd name="connsiteX442" fmla="*/ 1953230 w 7467600"/>
              <a:gd name="connsiteY442" fmla="*/ 6759699 h 6858000"/>
              <a:gd name="connsiteX443" fmla="*/ 1956763 w 7467600"/>
              <a:gd name="connsiteY443" fmla="*/ 6778191 h 6858000"/>
              <a:gd name="connsiteX444" fmla="*/ 1967925 w 7467600"/>
              <a:gd name="connsiteY444" fmla="*/ 6858000 h 6858000"/>
              <a:gd name="connsiteX445" fmla="*/ 1936622 w 7467600"/>
              <a:gd name="connsiteY445" fmla="*/ 6858000 h 6858000"/>
              <a:gd name="connsiteX446" fmla="*/ 1926261 w 7467600"/>
              <a:gd name="connsiteY446" fmla="*/ 6784064 h 6858000"/>
              <a:gd name="connsiteX447" fmla="*/ 1922724 w 7467600"/>
              <a:gd name="connsiteY447" fmla="*/ 6765577 h 6858000"/>
              <a:gd name="connsiteX448" fmla="*/ 1904650 w 7467600"/>
              <a:gd name="connsiteY448" fmla="*/ 6639616 h 6858000"/>
              <a:gd name="connsiteX449" fmla="*/ 1885273 w 7467600"/>
              <a:gd name="connsiteY449" fmla="*/ 6858000 h 6858000"/>
              <a:gd name="connsiteX450" fmla="*/ 1854363 w 7467600"/>
              <a:gd name="connsiteY450" fmla="*/ 6858000 h 6858000"/>
              <a:gd name="connsiteX451" fmla="*/ 1880391 w 7467600"/>
              <a:gd name="connsiteY451" fmla="*/ 6603796 h 6858000"/>
              <a:gd name="connsiteX452" fmla="*/ 1818273 w 7467600"/>
              <a:gd name="connsiteY452" fmla="*/ 6715729 h 6858000"/>
              <a:gd name="connsiteX453" fmla="*/ 1794691 w 7467600"/>
              <a:gd name="connsiteY453" fmla="*/ 6843239 h 6858000"/>
              <a:gd name="connsiteX454" fmla="*/ 1794914 w 7467600"/>
              <a:gd name="connsiteY454" fmla="*/ 6858000 h 6858000"/>
              <a:gd name="connsiteX455" fmla="*/ 1746128 w 7467600"/>
              <a:gd name="connsiteY455" fmla="*/ 6858000 h 6858000"/>
              <a:gd name="connsiteX456" fmla="*/ 1753934 w 7467600"/>
              <a:gd name="connsiteY456" fmla="*/ 6724796 h 6858000"/>
              <a:gd name="connsiteX457" fmla="*/ 1792053 w 7467600"/>
              <a:gd name="connsiteY457" fmla="*/ 6572396 h 6858000"/>
              <a:gd name="connsiteX458" fmla="*/ 1862248 w 7467600"/>
              <a:gd name="connsiteY458" fmla="*/ 6266397 h 6858000"/>
              <a:gd name="connsiteX459" fmla="*/ 1862250 w 7467600"/>
              <a:gd name="connsiteY459" fmla="*/ 6033531 h 6858000"/>
              <a:gd name="connsiteX460" fmla="*/ 1211999 w 7467600"/>
              <a:gd name="connsiteY460" fmla="*/ 6683610 h 6858000"/>
              <a:gd name="connsiteX461" fmla="*/ 1213266 w 7467600"/>
              <a:gd name="connsiteY461" fmla="*/ 6691947 h 6858000"/>
              <a:gd name="connsiteX462" fmla="*/ 1203370 w 7467600"/>
              <a:gd name="connsiteY462" fmla="*/ 6850676 h 6858000"/>
              <a:gd name="connsiteX463" fmla="*/ 1203671 w 7467600"/>
              <a:gd name="connsiteY463" fmla="*/ 6858000 h 6858000"/>
              <a:gd name="connsiteX464" fmla="*/ 1143180 w 7467600"/>
              <a:gd name="connsiteY464" fmla="*/ 6858000 h 6858000"/>
              <a:gd name="connsiteX465" fmla="*/ 1142176 w 7467600"/>
              <a:gd name="connsiteY465" fmla="*/ 6766045 h 6858000"/>
              <a:gd name="connsiteX466" fmla="*/ 1067484 w 7467600"/>
              <a:gd name="connsiteY466" fmla="*/ 6858000 h 6858000"/>
              <a:gd name="connsiteX467" fmla="*/ 953928 w 7467600"/>
              <a:gd name="connsiteY467" fmla="*/ 6858000 h 6858000"/>
              <a:gd name="connsiteX468" fmla="*/ 959715 w 7467600"/>
              <a:gd name="connsiteY468" fmla="*/ 6850185 h 6858000"/>
              <a:gd name="connsiteX469" fmla="*/ 1483788 w 7467600"/>
              <a:gd name="connsiteY469" fmla="*/ 6259174 h 6858000"/>
              <a:gd name="connsiteX470" fmla="*/ 1100671 w 7467600"/>
              <a:gd name="connsiteY470" fmla="*/ 6252137 h 6858000"/>
              <a:gd name="connsiteX471" fmla="*/ 1090144 w 7467600"/>
              <a:gd name="connsiteY471" fmla="*/ 6256748 h 6858000"/>
              <a:gd name="connsiteX472" fmla="*/ 1095872 w 7467600"/>
              <a:gd name="connsiteY472" fmla="*/ 6271892 h 6858000"/>
              <a:gd name="connsiteX473" fmla="*/ 262785 w 7467600"/>
              <a:gd name="connsiteY473" fmla="*/ 6845450 h 6858000"/>
              <a:gd name="connsiteX474" fmla="*/ 209968 w 7467600"/>
              <a:gd name="connsiteY474" fmla="*/ 6770713 h 6858000"/>
              <a:gd name="connsiteX475" fmla="*/ 873460 w 7467600"/>
              <a:gd name="connsiteY475" fmla="*/ 6253768 h 6858000"/>
              <a:gd name="connsiteX476" fmla="*/ 192686 w 7467600"/>
              <a:gd name="connsiteY476" fmla="*/ 5849257 h 6858000"/>
              <a:gd name="connsiteX477" fmla="*/ 4696 w 7467600"/>
              <a:gd name="connsiteY477" fmla="*/ 5697668 h 6858000"/>
              <a:gd name="connsiteX478" fmla="*/ 0 w 7467600"/>
              <a:gd name="connsiteY478" fmla="*/ 5689984 h 6858000"/>
              <a:gd name="connsiteX479" fmla="*/ 0 w 7467600"/>
              <a:gd name="connsiteY479" fmla="*/ 5513472 h 6858000"/>
              <a:gd name="connsiteX480" fmla="*/ 174101 w 7467600"/>
              <a:gd name="connsiteY480" fmla="*/ 5620277 h 6858000"/>
              <a:gd name="connsiteX481" fmla="*/ 891800 w 7467600"/>
              <a:gd name="connsiteY481" fmla="*/ 6036935 h 6858000"/>
              <a:gd name="connsiteX482" fmla="*/ 1072219 w 7467600"/>
              <a:gd name="connsiteY482" fmla="*/ 6169443 h 6858000"/>
              <a:gd name="connsiteX483" fmla="*/ 1074117 w 7467600"/>
              <a:gd name="connsiteY483" fmla="*/ 6170301 h 6858000"/>
              <a:gd name="connsiteX484" fmla="*/ 1083114 w 7467600"/>
              <a:gd name="connsiteY484" fmla="*/ 6174131 h 6858000"/>
              <a:gd name="connsiteX485" fmla="*/ 1543010 w 7467600"/>
              <a:gd name="connsiteY485" fmla="*/ 6191140 h 6858000"/>
              <a:gd name="connsiteX486" fmla="*/ 1551080 w 7467600"/>
              <a:gd name="connsiteY486" fmla="*/ 6195006 h 6858000"/>
              <a:gd name="connsiteX487" fmla="*/ 2345443 w 7467600"/>
              <a:gd name="connsiteY487" fmla="*/ 5549882 h 6858000"/>
              <a:gd name="connsiteX488" fmla="*/ 1721499 w 7467600"/>
              <a:gd name="connsiteY488" fmla="*/ 5599969 h 6858000"/>
              <a:gd name="connsiteX489" fmla="*/ 767716 w 7467600"/>
              <a:gd name="connsiteY489" fmla="*/ 5472768 h 6858000"/>
              <a:gd name="connsiteX490" fmla="*/ 722147 w 7467600"/>
              <a:gd name="connsiteY490" fmla="*/ 5393091 h 6858000"/>
              <a:gd name="connsiteX491" fmla="*/ 1485552 w 7467600"/>
              <a:gd name="connsiteY491" fmla="*/ 5313202 h 6858000"/>
              <a:gd name="connsiteX492" fmla="*/ 2143004 w 7467600"/>
              <a:gd name="connsiteY492" fmla="*/ 5402420 h 6858000"/>
              <a:gd name="connsiteX493" fmla="*/ 1933391 w 7467600"/>
              <a:gd name="connsiteY493" fmla="*/ 5156971 h 6858000"/>
              <a:gd name="connsiteX494" fmla="*/ 1827118 w 7467600"/>
              <a:gd name="connsiteY494" fmla="*/ 4968410 h 6858000"/>
              <a:gd name="connsiteX495" fmla="*/ 1837349 w 7467600"/>
              <a:gd name="connsiteY495" fmla="*/ 4956357 h 6858000"/>
              <a:gd name="connsiteX496" fmla="*/ 2162835 w 7467600"/>
              <a:gd name="connsiteY496" fmla="*/ 5187853 h 6858000"/>
              <a:gd name="connsiteX497" fmla="*/ 2257167 w 7467600"/>
              <a:gd name="connsiteY497" fmla="*/ 5462123 h 6858000"/>
              <a:gd name="connsiteX498" fmla="*/ 2261598 w 7467600"/>
              <a:gd name="connsiteY498" fmla="*/ 5467998 h 6858000"/>
              <a:gd name="connsiteX499" fmla="*/ 2437177 w 7467600"/>
              <a:gd name="connsiteY499" fmla="*/ 5479608 h 6858000"/>
              <a:gd name="connsiteX500" fmla="*/ 2445247 w 7467600"/>
              <a:gd name="connsiteY500" fmla="*/ 5483476 h 6858000"/>
              <a:gd name="connsiteX501" fmla="*/ 2743626 w 7467600"/>
              <a:gd name="connsiteY501" fmla="*/ 5304819 h 6858000"/>
              <a:gd name="connsiteX502" fmla="*/ 3048102 w 7467600"/>
              <a:gd name="connsiteY502" fmla="*/ 5150595 h 6858000"/>
              <a:gd name="connsiteX503" fmla="*/ 1799414 w 7467600"/>
              <a:gd name="connsiteY503" fmla="*/ 4694732 h 6858000"/>
              <a:gd name="connsiteX504" fmla="*/ 1771735 w 7467600"/>
              <a:gd name="connsiteY504" fmla="*/ 4619929 h 6858000"/>
              <a:gd name="connsiteX505" fmla="*/ 3104273 w 7467600"/>
              <a:gd name="connsiteY505" fmla="*/ 5076159 h 6858000"/>
              <a:gd name="connsiteX506" fmla="*/ 3113245 w 7467600"/>
              <a:gd name="connsiteY506" fmla="*/ 5090705 h 6858000"/>
              <a:gd name="connsiteX507" fmla="*/ 3126294 w 7467600"/>
              <a:gd name="connsiteY507" fmla="*/ 5114400 h 6858000"/>
              <a:gd name="connsiteX508" fmla="*/ 3937433 w 7467600"/>
              <a:gd name="connsiteY508" fmla="*/ 4830473 h 6858000"/>
              <a:gd name="connsiteX509" fmla="*/ 3590475 w 7467600"/>
              <a:gd name="connsiteY509" fmla="*/ 4597974 h 6858000"/>
              <a:gd name="connsiteX510" fmla="*/ 3100264 w 7467600"/>
              <a:gd name="connsiteY510" fmla="*/ 4579845 h 6858000"/>
              <a:gd name="connsiteX511" fmla="*/ 2183576 w 7467600"/>
              <a:gd name="connsiteY511" fmla="*/ 4227150 h 6858000"/>
              <a:gd name="connsiteX512" fmla="*/ 2151029 w 7467600"/>
              <a:gd name="connsiteY512" fmla="*/ 4146947 h 6858000"/>
              <a:gd name="connsiteX513" fmla="*/ 3563434 w 7467600"/>
              <a:gd name="connsiteY513" fmla="*/ 4469115 h 6858000"/>
              <a:gd name="connsiteX514" fmla="*/ 3177952 w 7467600"/>
              <a:gd name="connsiteY514" fmla="*/ 3657386 h 6858000"/>
              <a:gd name="connsiteX515" fmla="*/ 3189263 w 7467600"/>
              <a:gd name="connsiteY515" fmla="*/ 3625726 h 6858000"/>
              <a:gd name="connsiteX516" fmla="*/ 3560912 w 7467600"/>
              <a:gd name="connsiteY516" fmla="*/ 4079863 h 6858000"/>
              <a:gd name="connsiteX517" fmla="*/ 3626636 w 7467600"/>
              <a:gd name="connsiteY517" fmla="*/ 4512230 h 6858000"/>
              <a:gd name="connsiteX518" fmla="*/ 3653088 w 7467600"/>
              <a:gd name="connsiteY518" fmla="*/ 4521417 h 6858000"/>
              <a:gd name="connsiteX519" fmla="*/ 3988128 w 7467600"/>
              <a:gd name="connsiteY519" fmla="*/ 4817267 h 6858000"/>
              <a:gd name="connsiteX520" fmla="*/ 4830582 w 7467600"/>
              <a:gd name="connsiteY520" fmla="*/ 4676000 h 6858000"/>
              <a:gd name="connsiteX521" fmla="*/ 4830100 w 7467600"/>
              <a:gd name="connsiteY521" fmla="*/ 4675554 h 6858000"/>
              <a:gd name="connsiteX522" fmla="*/ 4036318 w 7467600"/>
              <a:gd name="connsiteY522" fmla="*/ 4147013 h 6858000"/>
              <a:gd name="connsiteX523" fmla="*/ 3432098 w 7467600"/>
              <a:gd name="connsiteY523" fmla="*/ 3537312 h 6858000"/>
              <a:gd name="connsiteX524" fmla="*/ 3446761 w 7467600"/>
              <a:gd name="connsiteY524" fmla="*/ 3461278 h 6858000"/>
              <a:gd name="connsiteX525" fmla="*/ 4419733 w 7467600"/>
              <a:gd name="connsiteY525" fmla="*/ 3963555 h 6858000"/>
              <a:gd name="connsiteX526" fmla="*/ 4781371 w 7467600"/>
              <a:gd name="connsiteY526" fmla="*/ 4458604 h 6858000"/>
              <a:gd name="connsiteX527" fmla="*/ 4780440 w 7467600"/>
              <a:gd name="connsiteY527" fmla="*/ 4470290 h 6858000"/>
              <a:gd name="connsiteX528" fmla="*/ 4898954 w 7467600"/>
              <a:gd name="connsiteY528" fmla="*/ 4662092 h 6858000"/>
              <a:gd name="connsiteX529" fmla="*/ 4900699 w 7467600"/>
              <a:gd name="connsiteY529" fmla="*/ 4670867 h 6858000"/>
              <a:gd name="connsiteX530" fmla="*/ 5714511 w 7467600"/>
              <a:gd name="connsiteY530" fmla="*/ 4663483 h 6858000"/>
              <a:gd name="connsiteX531" fmla="*/ 5464793 w 7467600"/>
              <a:gd name="connsiteY531" fmla="*/ 4393556 h 6858000"/>
              <a:gd name="connsiteX532" fmla="*/ 5461897 w 7467600"/>
              <a:gd name="connsiteY532" fmla="*/ 4390879 h 6858000"/>
              <a:gd name="connsiteX533" fmla="*/ 4294126 w 7467600"/>
              <a:gd name="connsiteY533" fmla="*/ 3303048 h 6858000"/>
              <a:gd name="connsiteX534" fmla="*/ 4305321 w 7467600"/>
              <a:gd name="connsiteY534" fmla="*/ 3256953 h 6858000"/>
              <a:gd name="connsiteX535" fmla="*/ 4949299 w 7467600"/>
              <a:gd name="connsiteY535" fmla="*/ 3766336 h 6858000"/>
              <a:gd name="connsiteX536" fmla="*/ 5291452 w 7467600"/>
              <a:gd name="connsiteY536" fmla="*/ 4076801 h 6858000"/>
              <a:gd name="connsiteX537" fmla="*/ 5434998 w 7467600"/>
              <a:gd name="connsiteY537" fmla="*/ 4254100 h 6858000"/>
              <a:gd name="connsiteX538" fmla="*/ 5351015 w 7467600"/>
              <a:gd name="connsiteY538" fmla="*/ 3760989 h 6858000"/>
              <a:gd name="connsiteX539" fmla="*/ 5413780 w 7467600"/>
              <a:gd name="connsiteY539" fmla="*/ 2966265 h 6858000"/>
              <a:gd name="connsiteX540" fmla="*/ 5425627 w 7467600"/>
              <a:gd name="connsiteY540" fmla="*/ 2954192 h 6858000"/>
              <a:gd name="connsiteX541" fmla="*/ 6604735 w 7467600"/>
              <a:gd name="connsiteY541" fmla="*/ 2041381 h 6858000"/>
              <a:gd name="connsiteX542" fmla="*/ 7204487 w 7467600"/>
              <a:gd name="connsiteY542" fmla="*/ 2742112 h 6858000"/>
              <a:gd name="connsiteX543" fmla="*/ 7131592 w 7467600"/>
              <a:gd name="connsiteY543" fmla="*/ 2672096 h 6858000"/>
              <a:gd name="connsiteX544" fmla="*/ 6996344 w 7467600"/>
              <a:gd name="connsiteY544" fmla="*/ 2518310 h 6858000"/>
              <a:gd name="connsiteX545" fmla="*/ 6735495 w 7467600"/>
              <a:gd name="connsiteY545" fmla="*/ 2196890 h 6858000"/>
              <a:gd name="connsiteX546" fmla="*/ 6721901 w 7467600"/>
              <a:gd name="connsiteY546" fmla="*/ 2179274 h 6858000"/>
              <a:gd name="connsiteX547" fmla="*/ 6604735 w 7467600"/>
              <a:gd name="connsiteY547" fmla="*/ 2041381 h 6858000"/>
              <a:gd name="connsiteX548" fmla="*/ 6591670 w 7467600"/>
              <a:gd name="connsiteY548" fmla="*/ 1988277 h 6858000"/>
              <a:gd name="connsiteX549" fmla="*/ 6747349 w 7467600"/>
              <a:gd name="connsiteY549" fmla="*/ 2160069 h 6858000"/>
              <a:gd name="connsiteX550" fmla="*/ 6760943 w 7467600"/>
              <a:gd name="connsiteY550" fmla="*/ 2177686 h 6858000"/>
              <a:gd name="connsiteX551" fmla="*/ 7021065 w 7467600"/>
              <a:gd name="connsiteY551" fmla="*/ 2498102 h 6858000"/>
              <a:gd name="connsiteX552" fmla="*/ 7155223 w 7467600"/>
              <a:gd name="connsiteY552" fmla="*/ 2650386 h 6858000"/>
              <a:gd name="connsiteX553" fmla="*/ 7203167 w 7467600"/>
              <a:gd name="connsiteY553" fmla="*/ 2697288 h 6858000"/>
              <a:gd name="connsiteX554" fmla="*/ 6937703 w 7467600"/>
              <a:gd name="connsiteY554" fmla="*/ 2321981 h 6858000"/>
              <a:gd name="connsiteX555" fmla="*/ 6591670 w 7467600"/>
              <a:gd name="connsiteY555" fmla="*/ 1988277 h 6858000"/>
              <a:gd name="connsiteX556" fmla="*/ 5798671 w 7467600"/>
              <a:gd name="connsiteY556" fmla="*/ 1981601 h 6858000"/>
              <a:gd name="connsiteX557" fmla="*/ 5754709 w 7467600"/>
              <a:gd name="connsiteY557" fmla="*/ 2071454 h 6858000"/>
              <a:gd name="connsiteX558" fmla="*/ 5763044 w 7467600"/>
              <a:gd name="connsiteY558" fmla="*/ 2842206 h 6858000"/>
              <a:gd name="connsiteX559" fmla="*/ 5764974 w 7467600"/>
              <a:gd name="connsiteY559" fmla="*/ 2799609 h 6858000"/>
              <a:gd name="connsiteX560" fmla="*/ 5767665 w 7467600"/>
              <a:gd name="connsiteY560" fmla="*/ 2666409 h 6858000"/>
              <a:gd name="connsiteX561" fmla="*/ 5763055 w 7467600"/>
              <a:gd name="connsiteY561" fmla="*/ 2579705 h 6858000"/>
              <a:gd name="connsiteX562" fmla="*/ 5758079 w 7467600"/>
              <a:gd name="connsiteY562" fmla="*/ 2492508 h 6858000"/>
              <a:gd name="connsiteX563" fmla="*/ 5779325 w 7467600"/>
              <a:gd name="connsiteY563" fmla="*/ 2197069 h 6858000"/>
              <a:gd name="connsiteX564" fmla="*/ 5798671 w 7467600"/>
              <a:gd name="connsiteY564" fmla="*/ 1981601 h 6858000"/>
              <a:gd name="connsiteX565" fmla="*/ 5829202 w 7467600"/>
              <a:gd name="connsiteY565" fmla="*/ 1971679 h 6858000"/>
              <a:gd name="connsiteX566" fmla="*/ 5809558 w 7467600"/>
              <a:gd name="connsiteY566" fmla="*/ 2198043 h 6858000"/>
              <a:gd name="connsiteX567" fmla="*/ 5788653 w 7467600"/>
              <a:gd name="connsiteY567" fmla="*/ 2489430 h 6858000"/>
              <a:gd name="connsiteX568" fmla="*/ 5793439 w 7467600"/>
              <a:gd name="connsiteY568" fmla="*/ 2575235 h 6858000"/>
              <a:gd name="connsiteX569" fmla="*/ 5796837 w 7467600"/>
              <a:gd name="connsiteY569" fmla="*/ 2637633 h 6858000"/>
              <a:gd name="connsiteX570" fmla="*/ 5818614 w 7467600"/>
              <a:gd name="connsiteY570" fmla="*/ 2473055 h 6858000"/>
              <a:gd name="connsiteX571" fmla="*/ 5829202 w 7467600"/>
              <a:gd name="connsiteY571" fmla="*/ 1971679 h 6858000"/>
              <a:gd name="connsiteX572" fmla="*/ 5911389 w 7467600"/>
              <a:gd name="connsiteY572" fmla="*/ 1898371 h 6858000"/>
              <a:gd name="connsiteX573" fmla="*/ 6237627 w 7467600"/>
              <a:gd name="connsiteY573" fmla="*/ 2231921 h 6858000"/>
              <a:gd name="connsiteX574" fmla="*/ 5911389 w 7467600"/>
              <a:gd name="connsiteY574" fmla="*/ 1898371 h 6858000"/>
              <a:gd name="connsiteX575" fmla="*/ 6944437 w 7467600"/>
              <a:gd name="connsiteY575" fmla="*/ 1575402 h 6858000"/>
              <a:gd name="connsiteX576" fmla="*/ 6304730 w 7467600"/>
              <a:gd name="connsiteY576" fmla="*/ 1766654 h 6858000"/>
              <a:gd name="connsiteX577" fmla="*/ 6944437 w 7467600"/>
              <a:gd name="connsiteY577" fmla="*/ 1575402 h 6858000"/>
              <a:gd name="connsiteX578" fmla="*/ 7019523 w 7467600"/>
              <a:gd name="connsiteY578" fmla="*/ 1519450 h 6858000"/>
              <a:gd name="connsiteX579" fmla="*/ 6298091 w 7467600"/>
              <a:gd name="connsiteY579" fmla="*/ 1737122 h 6858000"/>
              <a:gd name="connsiteX580" fmla="*/ 7019523 w 7467600"/>
              <a:gd name="connsiteY580" fmla="*/ 1519450 h 6858000"/>
              <a:gd name="connsiteX581" fmla="*/ 2399523 w 7467600"/>
              <a:gd name="connsiteY581" fmla="*/ 1428234 h 6858000"/>
              <a:gd name="connsiteX582" fmla="*/ 2224982 w 7467600"/>
              <a:gd name="connsiteY582" fmla="*/ 1826201 h 6858000"/>
              <a:gd name="connsiteX583" fmla="*/ 2096099 w 7467600"/>
              <a:gd name="connsiteY583" fmla="*/ 2345900 h 6858000"/>
              <a:gd name="connsiteX584" fmla="*/ 2283317 w 7467600"/>
              <a:gd name="connsiteY584" fmla="*/ 1796925 h 6858000"/>
              <a:gd name="connsiteX585" fmla="*/ 2399523 w 7467600"/>
              <a:gd name="connsiteY585" fmla="*/ 1428234 h 6858000"/>
              <a:gd name="connsiteX586" fmla="*/ 2448558 w 7467600"/>
              <a:gd name="connsiteY586" fmla="*/ 1373435 h 6858000"/>
              <a:gd name="connsiteX587" fmla="*/ 2312521 w 7467600"/>
              <a:gd name="connsiteY587" fmla="*/ 1806140 h 6858000"/>
              <a:gd name="connsiteX588" fmla="*/ 2127533 w 7467600"/>
              <a:gd name="connsiteY588" fmla="*/ 2348380 h 6858000"/>
              <a:gd name="connsiteX589" fmla="*/ 2358080 w 7467600"/>
              <a:gd name="connsiteY589" fmla="*/ 1866134 h 6858000"/>
              <a:gd name="connsiteX590" fmla="*/ 2407436 w 7467600"/>
              <a:gd name="connsiteY590" fmla="*/ 1651070 h 6858000"/>
              <a:gd name="connsiteX591" fmla="*/ 2448558 w 7467600"/>
              <a:gd name="connsiteY591" fmla="*/ 1373435 h 6858000"/>
              <a:gd name="connsiteX592" fmla="*/ 278707 w 7467600"/>
              <a:gd name="connsiteY592" fmla="*/ 1352270 h 6858000"/>
              <a:gd name="connsiteX593" fmla="*/ 321570 w 7467600"/>
              <a:gd name="connsiteY593" fmla="*/ 1861610 h 6858000"/>
              <a:gd name="connsiteX594" fmla="*/ 294281 w 7467600"/>
              <a:gd name="connsiteY594" fmla="*/ 1440658 h 6858000"/>
              <a:gd name="connsiteX595" fmla="*/ 278707 w 7467600"/>
              <a:gd name="connsiteY595" fmla="*/ 1352270 h 6858000"/>
              <a:gd name="connsiteX596" fmla="*/ 1423821 w 7467600"/>
              <a:gd name="connsiteY596" fmla="*/ 1351958 h 6858000"/>
              <a:gd name="connsiteX597" fmla="*/ 1638521 w 7467600"/>
              <a:gd name="connsiteY597" fmla="*/ 1908470 h 6858000"/>
              <a:gd name="connsiteX598" fmla="*/ 1754199 w 7467600"/>
              <a:gd name="connsiteY598" fmla="*/ 2149284 h 6858000"/>
              <a:gd name="connsiteX599" fmla="*/ 1908359 w 7467600"/>
              <a:gd name="connsiteY599" fmla="*/ 2364988 h 6858000"/>
              <a:gd name="connsiteX600" fmla="*/ 1647661 w 7467600"/>
              <a:gd name="connsiteY600" fmla="*/ 1825945 h 6858000"/>
              <a:gd name="connsiteX601" fmla="*/ 1423821 w 7467600"/>
              <a:gd name="connsiteY601" fmla="*/ 1351958 h 6858000"/>
              <a:gd name="connsiteX602" fmla="*/ 1431890 w 7467600"/>
              <a:gd name="connsiteY602" fmla="*/ 1306475 h 6858000"/>
              <a:gd name="connsiteX603" fmla="*/ 1507597 w 7467600"/>
              <a:gd name="connsiteY603" fmla="*/ 1446132 h 6858000"/>
              <a:gd name="connsiteX604" fmla="*/ 1674586 w 7467600"/>
              <a:gd name="connsiteY604" fmla="*/ 1813832 h 6858000"/>
              <a:gd name="connsiteX605" fmla="*/ 1815950 w 7467600"/>
              <a:gd name="connsiteY605" fmla="*/ 2128564 h 6858000"/>
              <a:gd name="connsiteX606" fmla="*/ 1984242 w 7467600"/>
              <a:gd name="connsiteY606" fmla="*/ 2430829 h 6858000"/>
              <a:gd name="connsiteX607" fmla="*/ 2014023 w 7467600"/>
              <a:gd name="connsiteY607" fmla="*/ 2450995 h 6858000"/>
              <a:gd name="connsiteX608" fmla="*/ 1747337 w 7467600"/>
              <a:gd name="connsiteY608" fmla="*/ 1855264 h 6858000"/>
              <a:gd name="connsiteX609" fmla="*/ 1533749 w 7467600"/>
              <a:gd name="connsiteY609" fmla="*/ 1478656 h 6858000"/>
              <a:gd name="connsiteX610" fmla="*/ 1431890 w 7467600"/>
              <a:gd name="connsiteY610" fmla="*/ 1306475 h 6858000"/>
              <a:gd name="connsiteX611" fmla="*/ 5052692 w 7467600"/>
              <a:gd name="connsiteY611" fmla="*/ 1292994 h 6858000"/>
              <a:gd name="connsiteX612" fmla="*/ 5200661 w 7467600"/>
              <a:gd name="connsiteY612" fmla="*/ 1635186 h 6858000"/>
              <a:gd name="connsiteX613" fmla="*/ 5297138 w 7467600"/>
              <a:gd name="connsiteY613" fmla="*/ 1906351 h 6858000"/>
              <a:gd name="connsiteX614" fmla="*/ 5052692 w 7467600"/>
              <a:gd name="connsiteY614" fmla="*/ 1292994 h 6858000"/>
              <a:gd name="connsiteX615" fmla="*/ 5009948 w 7467600"/>
              <a:gd name="connsiteY615" fmla="*/ 1273619 h 6858000"/>
              <a:gd name="connsiteX616" fmla="*/ 5121777 w 7467600"/>
              <a:gd name="connsiteY616" fmla="*/ 1654213 h 6858000"/>
              <a:gd name="connsiteX617" fmla="*/ 5293545 w 7467600"/>
              <a:gd name="connsiteY617" fmla="*/ 2072247 h 6858000"/>
              <a:gd name="connsiteX618" fmla="*/ 5294042 w 7467600"/>
              <a:gd name="connsiteY618" fmla="*/ 2065019 h 6858000"/>
              <a:gd name="connsiteX619" fmla="*/ 5171936 w 7467600"/>
              <a:gd name="connsiteY619" fmla="*/ 1647613 h 6858000"/>
              <a:gd name="connsiteX620" fmla="*/ 5009948 w 7467600"/>
              <a:gd name="connsiteY620" fmla="*/ 1273619 h 6858000"/>
              <a:gd name="connsiteX621" fmla="*/ 655236 w 7467600"/>
              <a:gd name="connsiteY621" fmla="*/ 1268632 h 6858000"/>
              <a:gd name="connsiteX622" fmla="*/ 839521 w 7467600"/>
              <a:gd name="connsiteY622" fmla="*/ 1685315 h 6858000"/>
              <a:gd name="connsiteX623" fmla="*/ 1109416 w 7467600"/>
              <a:gd name="connsiteY623" fmla="*/ 2061663 h 6858000"/>
              <a:gd name="connsiteX624" fmla="*/ 1298300 w 7467600"/>
              <a:gd name="connsiteY624" fmla="*/ 2247742 h 6858000"/>
              <a:gd name="connsiteX625" fmla="*/ 1125871 w 7467600"/>
              <a:gd name="connsiteY625" fmla="*/ 1989513 h 6858000"/>
              <a:gd name="connsiteX626" fmla="*/ 981574 w 7467600"/>
              <a:gd name="connsiteY626" fmla="*/ 1783157 h 6858000"/>
              <a:gd name="connsiteX627" fmla="*/ 922198 w 7467600"/>
              <a:gd name="connsiteY627" fmla="*/ 1677437 h 6858000"/>
              <a:gd name="connsiteX628" fmla="*/ 869293 w 7467600"/>
              <a:gd name="connsiteY628" fmla="*/ 1583214 h 6858000"/>
              <a:gd name="connsiteX629" fmla="*/ 751431 w 7467600"/>
              <a:gd name="connsiteY629" fmla="*/ 1405731 h 6858000"/>
              <a:gd name="connsiteX630" fmla="*/ 655236 w 7467600"/>
              <a:gd name="connsiteY630" fmla="*/ 1268632 h 6858000"/>
              <a:gd name="connsiteX631" fmla="*/ 6516292 w 7467600"/>
              <a:gd name="connsiteY631" fmla="*/ 1263064 h 6858000"/>
              <a:gd name="connsiteX632" fmla="*/ 5736320 w 7467600"/>
              <a:gd name="connsiteY632" fmla="*/ 1501803 h 6858000"/>
              <a:gd name="connsiteX633" fmla="*/ 6516292 w 7467600"/>
              <a:gd name="connsiteY633" fmla="*/ 1263064 h 6858000"/>
              <a:gd name="connsiteX634" fmla="*/ 291466 w 7467600"/>
              <a:gd name="connsiteY634" fmla="*/ 1250369 h 6858000"/>
              <a:gd name="connsiteX635" fmla="*/ 323180 w 7467600"/>
              <a:gd name="connsiteY635" fmla="*/ 1435283 h 6858000"/>
              <a:gd name="connsiteX636" fmla="*/ 349381 w 7467600"/>
              <a:gd name="connsiteY636" fmla="*/ 1875041 h 6858000"/>
              <a:gd name="connsiteX637" fmla="*/ 374363 w 7467600"/>
              <a:gd name="connsiteY637" fmla="*/ 1506494 h 6858000"/>
              <a:gd name="connsiteX638" fmla="*/ 302168 w 7467600"/>
              <a:gd name="connsiteY638" fmla="*/ 1274495 h 6858000"/>
              <a:gd name="connsiteX639" fmla="*/ 291466 w 7467600"/>
              <a:gd name="connsiteY639" fmla="*/ 1250369 h 6858000"/>
              <a:gd name="connsiteX640" fmla="*/ 678222 w 7467600"/>
              <a:gd name="connsiteY640" fmla="*/ 1248670 h 6858000"/>
              <a:gd name="connsiteX641" fmla="*/ 775536 w 7467600"/>
              <a:gd name="connsiteY641" fmla="*/ 1388015 h 6858000"/>
              <a:gd name="connsiteX642" fmla="*/ 894529 w 7467600"/>
              <a:gd name="connsiteY642" fmla="*/ 1567739 h 6858000"/>
              <a:gd name="connsiteX643" fmla="*/ 948000 w 7467600"/>
              <a:gd name="connsiteY643" fmla="*/ 1663088 h 6858000"/>
              <a:gd name="connsiteX644" fmla="*/ 1006812 w 7467600"/>
              <a:gd name="connsiteY644" fmla="*/ 1767683 h 6858000"/>
              <a:gd name="connsiteX645" fmla="*/ 1149133 w 7467600"/>
              <a:gd name="connsiteY645" fmla="*/ 1971513 h 6858000"/>
              <a:gd name="connsiteX646" fmla="*/ 1333952 w 7467600"/>
              <a:gd name="connsiteY646" fmla="*/ 2251620 h 6858000"/>
              <a:gd name="connsiteX647" fmla="*/ 1337329 w 7467600"/>
              <a:gd name="connsiteY647" fmla="*/ 2258350 h 6858000"/>
              <a:gd name="connsiteX648" fmla="*/ 1014726 w 7467600"/>
              <a:gd name="connsiteY648" fmla="*/ 1615556 h 6858000"/>
              <a:gd name="connsiteX649" fmla="*/ 678222 w 7467600"/>
              <a:gd name="connsiteY649" fmla="*/ 1248670 h 6858000"/>
              <a:gd name="connsiteX650" fmla="*/ 6691602 w 7467600"/>
              <a:gd name="connsiteY650" fmla="*/ 1140573 h 6858000"/>
              <a:gd name="connsiteX651" fmla="*/ 6571100 w 7467600"/>
              <a:gd name="connsiteY651" fmla="*/ 1183662 h 6858000"/>
              <a:gd name="connsiteX652" fmla="*/ 6241687 w 7467600"/>
              <a:gd name="connsiteY652" fmla="*/ 1257600 h 6858000"/>
              <a:gd name="connsiteX653" fmla="*/ 5693009 w 7467600"/>
              <a:gd name="connsiteY653" fmla="*/ 1478256 h 6858000"/>
              <a:gd name="connsiteX654" fmla="*/ 6548420 w 7467600"/>
              <a:gd name="connsiteY654" fmla="*/ 1214599 h 6858000"/>
              <a:gd name="connsiteX655" fmla="*/ 6605473 w 7467600"/>
              <a:gd name="connsiteY655" fmla="*/ 1184686 h 6858000"/>
              <a:gd name="connsiteX656" fmla="*/ 6691602 w 7467600"/>
              <a:gd name="connsiteY656" fmla="*/ 1140573 h 6858000"/>
              <a:gd name="connsiteX657" fmla="*/ 4002475 w 7467600"/>
              <a:gd name="connsiteY657" fmla="*/ 1037802 h 6858000"/>
              <a:gd name="connsiteX658" fmla="*/ 4000324 w 7467600"/>
              <a:gd name="connsiteY658" fmla="*/ 1039362 h 6858000"/>
              <a:gd name="connsiteX659" fmla="*/ 4002862 w 7467600"/>
              <a:gd name="connsiteY659" fmla="*/ 1042866 h 6858000"/>
              <a:gd name="connsiteX660" fmla="*/ 4002475 w 7467600"/>
              <a:gd name="connsiteY660" fmla="*/ 1037802 h 6858000"/>
              <a:gd name="connsiteX661" fmla="*/ 506322 w 7467600"/>
              <a:gd name="connsiteY661" fmla="*/ 1020997 h 6858000"/>
              <a:gd name="connsiteX662" fmla="*/ 533068 w 7467600"/>
              <a:gd name="connsiteY662" fmla="*/ 1029409 h 6858000"/>
              <a:gd name="connsiteX663" fmla="*/ 1232525 w 7467600"/>
              <a:gd name="connsiteY663" fmla="*/ 1804675 h 6858000"/>
              <a:gd name="connsiteX664" fmla="*/ 1388858 w 7467600"/>
              <a:gd name="connsiteY664" fmla="*/ 2368011 h 6858000"/>
              <a:gd name="connsiteX665" fmla="*/ 1384098 w 7467600"/>
              <a:gd name="connsiteY665" fmla="*/ 2378125 h 6858000"/>
              <a:gd name="connsiteX666" fmla="*/ 1425393 w 7467600"/>
              <a:gd name="connsiteY666" fmla="*/ 2589124 h 6858000"/>
              <a:gd name="connsiteX667" fmla="*/ 1424001 w 7467600"/>
              <a:gd name="connsiteY667" fmla="*/ 2597541 h 6858000"/>
              <a:gd name="connsiteX668" fmla="*/ 2152729 w 7467600"/>
              <a:gd name="connsiteY668" fmla="*/ 2864487 h 6858000"/>
              <a:gd name="connsiteX669" fmla="*/ 2020609 w 7467600"/>
              <a:gd name="connsiteY669" fmla="*/ 2539671 h 6858000"/>
              <a:gd name="connsiteX670" fmla="*/ 2018920 w 7467600"/>
              <a:gd name="connsiteY670" fmla="*/ 2536309 h 6858000"/>
              <a:gd name="connsiteX671" fmla="*/ 1342441 w 7467600"/>
              <a:gd name="connsiteY671" fmla="*/ 1173017 h 6858000"/>
              <a:gd name="connsiteX672" fmla="*/ 1367925 w 7467600"/>
              <a:gd name="connsiteY672" fmla="*/ 1135648 h 6858000"/>
              <a:gd name="connsiteX673" fmla="*/ 1771401 w 7467600"/>
              <a:gd name="connsiteY673" fmla="*/ 1806673 h 6858000"/>
              <a:gd name="connsiteX674" fmla="*/ 1972385 w 7467600"/>
              <a:gd name="connsiteY674" fmla="*/ 2198735 h 6858000"/>
              <a:gd name="connsiteX675" fmla="*/ 2040892 w 7467600"/>
              <a:gd name="connsiteY675" fmla="*/ 2405205 h 6858000"/>
              <a:gd name="connsiteX676" fmla="*/ 2131689 w 7467600"/>
              <a:gd name="connsiteY676" fmla="*/ 1936926 h 6858000"/>
              <a:gd name="connsiteX677" fmla="*/ 2454820 w 7467600"/>
              <a:gd name="connsiteY677" fmla="*/ 1248808 h 6858000"/>
              <a:gd name="connsiteX678" fmla="*/ 2492512 w 7467600"/>
              <a:gd name="connsiteY678" fmla="*/ 1302920 h 6858000"/>
              <a:gd name="connsiteX679" fmla="*/ 2081216 w 7467600"/>
              <a:gd name="connsiteY679" fmla="*/ 2527513 h 6858000"/>
              <a:gd name="connsiteX680" fmla="*/ 2081211 w 7467600"/>
              <a:gd name="connsiteY680" fmla="*/ 2528916 h 6858000"/>
              <a:gd name="connsiteX681" fmla="*/ 2199067 w 7467600"/>
              <a:gd name="connsiteY681" fmla="*/ 2884061 h 6858000"/>
              <a:gd name="connsiteX682" fmla="*/ 3192586 w 7467600"/>
              <a:gd name="connsiteY682" fmla="*/ 3411496 h 6858000"/>
              <a:gd name="connsiteX683" fmla="*/ 3182620 w 7467600"/>
              <a:gd name="connsiteY683" fmla="*/ 3483279 h 6858000"/>
              <a:gd name="connsiteX684" fmla="*/ 2435119 w 7467600"/>
              <a:gd name="connsiteY684" fmla="*/ 3080173 h 6858000"/>
              <a:gd name="connsiteX685" fmla="*/ 2410152 w 7467600"/>
              <a:gd name="connsiteY685" fmla="*/ 3063751 h 6858000"/>
              <a:gd name="connsiteX686" fmla="*/ 2408099 w 7467600"/>
              <a:gd name="connsiteY686" fmla="*/ 3064403 h 6858000"/>
              <a:gd name="connsiteX687" fmla="*/ 2407218 w 7467600"/>
              <a:gd name="connsiteY687" fmla="*/ 3070324 h 6858000"/>
              <a:gd name="connsiteX688" fmla="*/ 2380138 w 7467600"/>
              <a:gd name="connsiteY688" fmla="*/ 3099341 h 6858000"/>
              <a:gd name="connsiteX689" fmla="*/ 1765923 w 7467600"/>
              <a:gd name="connsiteY689" fmla="*/ 3581043 h 6858000"/>
              <a:gd name="connsiteX690" fmla="*/ 1702258 w 7467600"/>
              <a:gd name="connsiteY690" fmla="*/ 3612286 h 6858000"/>
              <a:gd name="connsiteX691" fmla="*/ 1538370 w 7467600"/>
              <a:gd name="connsiteY691" fmla="*/ 3811804 h 6858000"/>
              <a:gd name="connsiteX692" fmla="*/ 542867 w 7467600"/>
              <a:gd name="connsiteY692" fmla="*/ 4944092 h 6858000"/>
              <a:gd name="connsiteX693" fmla="*/ 515800 w 7467600"/>
              <a:gd name="connsiteY693" fmla="*/ 4862180 h 6858000"/>
              <a:gd name="connsiteX694" fmla="*/ 909145 w 7467600"/>
              <a:gd name="connsiteY694" fmla="*/ 4199225 h 6858000"/>
              <a:gd name="connsiteX695" fmla="*/ 1214067 w 7467600"/>
              <a:gd name="connsiteY695" fmla="*/ 3908561 h 6858000"/>
              <a:gd name="connsiteX696" fmla="*/ 640967 w 7467600"/>
              <a:gd name="connsiteY696" fmla="*/ 4105601 h 6858000"/>
              <a:gd name="connsiteX697" fmla="*/ 112563 w 7467600"/>
              <a:gd name="connsiteY697" fmla="*/ 4396952 h 6858000"/>
              <a:gd name="connsiteX698" fmla="*/ 0 w 7467600"/>
              <a:gd name="connsiteY698" fmla="*/ 4466006 h 6858000"/>
              <a:gd name="connsiteX699" fmla="*/ 0 w 7467600"/>
              <a:gd name="connsiteY699" fmla="*/ 4233763 h 6858000"/>
              <a:gd name="connsiteX700" fmla="*/ 36881 w 7467600"/>
              <a:gd name="connsiteY700" fmla="*/ 4200118 h 6858000"/>
              <a:gd name="connsiteX701" fmla="*/ 910534 w 7467600"/>
              <a:gd name="connsiteY701" fmla="*/ 3629753 h 6858000"/>
              <a:gd name="connsiteX702" fmla="*/ 1578717 w 7467600"/>
              <a:gd name="connsiteY702" fmla="*/ 3575982 h 6858000"/>
              <a:gd name="connsiteX703" fmla="*/ 2338780 w 7467600"/>
              <a:gd name="connsiteY703" fmla="*/ 3033725 h 6858000"/>
              <a:gd name="connsiteX704" fmla="*/ 1807991 w 7467600"/>
              <a:gd name="connsiteY704" fmla="*/ 2807184 h 6858000"/>
              <a:gd name="connsiteX705" fmla="*/ 1416358 w 7467600"/>
              <a:gd name="connsiteY705" fmla="*/ 3112571 h 6858000"/>
              <a:gd name="connsiteX706" fmla="*/ 939066 w 7467600"/>
              <a:gd name="connsiteY706" fmla="*/ 3378798 h 6858000"/>
              <a:gd name="connsiteX707" fmla="*/ 115099 w 7467600"/>
              <a:gd name="connsiteY707" fmla="*/ 3607650 h 6858000"/>
              <a:gd name="connsiteX708" fmla="*/ 97284 w 7467600"/>
              <a:gd name="connsiteY708" fmla="*/ 3520393 h 6858000"/>
              <a:gd name="connsiteX709" fmla="*/ 922050 w 7467600"/>
              <a:gd name="connsiteY709" fmla="*/ 3074867 h 6858000"/>
              <a:gd name="connsiteX710" fmla="*/ 1405265 w 7467600"/>
              <a:gd name="connsiteY710" fmla="*/ 3016319 h 6858000"/>
              <a:gd name="connsiteX711" fmla="*/ 1407512 w 7467600"/>
              <a:gd name="connsiteY711" fmla="*/ 3018001 h 6858000"/>
              <a:gd name="connsiteX712" fmla="*/ 1726266 w 7467600"/>
              <a:gd name="connsiteY712" fmla="*/ 2777274 h 6858000"/>
              <a:gd name="connsiteX713" fmla="*/ 625390 w 7467600"/>
              <a:gd name="connsiteY713" fmla="*/ 2514541 h 6858000"/>
              <a:gd name="connsiteX714" fmla="*/ 619799 w 7467600"/>
              <a:gd name="connsiteY714" fmla="*/ 2527180 h 6858000"/>
              <a:gd name="connsiteX715" fmla="*/ 310030 w 7467600"/>
              <a:gd name="connsiteY715" fmla="*/ 2771818 h 6858000"/>
              <a:gd name="connsiteX716" fmla="*/ 173877 w 7467600"/>
              <a:gd name="connsiteY716" fmla="*/ 2937056 h 6858000"/>
              <a:gd name="connsiteX717" fmla="*/ 77889 w 7467600"/>
              <a:gd name="connsiteY717" fmla="*/ 3138440 h 6858000"/>
              <a:gd name="connsiteX718" fmla="*/ 0 w 7467600"/>
              <a:gd name="connsiteY718" fmla="*/ 3271395 h 6858000"/>
              <a:gd name="connsiteX719" fmla="*/ 0 w 7467600"/>
              <a:gd name="connsiteY719" fmla="*/ 3153002 h 6858000"/>
              <a:gd name="connsiteX720" fmla="*/ 2386 w 7467600"/>
              <a:gd name="connsiteY720" fmla="*/ 3149203 h 6858000"/>
              <a:gd name="connsiteX721" fmla="*/ 89753 w 7467600"/>
              <a:gd name="connsiteY721" fmla="*/ 2987702 h 6858000"/>
              <a:gd name="connsiteX722" fmla="*/ 76869 w 7467600"/>
              <a:gd name="connsiteY722" fmla="*/ 3005404 h 6858000"/>
              <a:gd name="connsiteX723" fmla="*/ 32049 w 7467600"/>
              <a:gd name="connsiteY723" fmla="*/ 3065814 h 6858000"/>
              <a:gd name="connsiteX724" fmla="*/ 0 w 7467600"/>
              <a:gd name="connsiteY724" fmla="*/ 3108744 h 6858000"/>
              <a:gd name="connsiteX725" fmla="*/ 0 w 7467600"/>
              <a:gd name="connsiteY725" fmla="*/ 3058059 h 6858000"/>
              <a:gd name="connsiteX726" fmla="*/ 7610 w 7467600"/>
              <a:gd name="connsiteY726" fmla="*/ 3047889 h 6858000"/>
              <a:gd name="connsiteX727" fmla="*/ 52419 w 7467600"/>
              <a:gd name="connsiteY727" fmla="*/ 2987479 h 6858000"/>
              <a:gd name="connsiteX728" fmla="*/ 59142 w 7467600"/>
              <a:gd name="connsiteY728" fmla="*/ 2978488 h 6858000"/>
              <a:gd name="connsiteX729" fmla="*/ 0 w 7467600"/>
              <a:gd name="connsiteY729" fmla="*/ 3015334 h 6858000"/>
              <a:gd name="connsiteX730" fmla="*/ 0 w 7467600"/>
              <a:gd name="connsiteY730" fmla="*/ 2914286 h 6858000"/>
              <a:gd name="connsiteX731" fmla="*/ 36383 w 7467600"/>
              <a:gd name="connsiteY731" fmla="*/ 2901128 h 6858000"/>
              <a:gd name="connsiteX732" fmla="*/ 156329 w 7467600"/>
              <a:gd name="connsiteY732" fmla="*/ 2840533 h 6858000"/>
              <a:gd name="connsiteX733" fmla="*/ 358355 w 7467600"/>
              <a:gd name="connsiteY733" fmla="*/ 2620471 h 6858000"/>
              <a:gd name="connsiteX734" fmla="*/ 510577 w 7467600"/>
              <a:gd name="connsiteY734" fmla="*/ 2501244 h 6858000"/>
              <a:gd name="connsiteX735" fmla="*/ 211967 w 7467600"/>
              <a:gd name="connsiteY735" fmla="*/ 2479171 h 6858000"/>
              <a:gd name="connsiteX736" fmla="*/ 0 w 7467600"/>
              <a:gd name="connsiteY736" fmla="*/ 2476398 h 6858000"/>
              <a:gd name="connsiteX737" fmla="*/ 0 w 7467600"/>
              <a:gd name="connsiteY737" fmla="*/ 2389189 h 6858000"/>
              <a:gd name="connsiteX738" fmla="*/ 103062 w 7467600"/>
              <a:gd name="connsiteY738" fmla="*/ 2389518 h 6858000"/>
              <a:gd name="connsiteX739" fmla="*/ 510734 w 7467600"/>
              <a:gd name="connsiteY739" fmla="*/ 2416201 h 6858000"/>
              <a:gd name="connsiteX740" fmla="*/ 279257 w 7467600"/>
              <a:gd name="connsiteY740" fmla="*/ 2092102 h 6858000"/>
              <a:gd name="connsiteX741" fmla="*/ 65265 w 7467600"/>
              <a:gd name="connsiteY741" fmla="*/ 2006049 h 6858000"/>
              <a:gd name="connsiteX742" fmla="*/ 0 w 7467600"/>
              <a:gd name="connsiteY742" fmla="*/ 1982532 h 6858000"/>
              <a:gd name="connsiteX743" fmla="*/ 0 w 7467600"/>
              <a:gd name="connsiteY743" fmla="*/ 1912789 h 6858000"/>
              <a:gd name="connsiteX744" fmla="*/ 97460 w 7467600"/>
              <a:gd name="connsiteY744" fmla="*/ 1953725 h 6858000"/>
              <a:gd name="connsiteX745" fmla="*/ 221272 w 7467600"/>
              <a:gd name="connsiteY745" fmla="*/ 1980766 h 6858000"/>
              <a:gd name="connsiteX746" fmla="*/ 116765 w 7467600"/>
              <a:gd name="connsiteY746" fmla="*/ 1911033 h 6858000"/>
              <a:gd name="connsiteX747" fmla="*/ 16405 w 7467600"/>
              <a:gd name="connsiteY747" fmla="*/ 1803412 h 6858000"/>
              <a:gd name="connsiteX748" fmla="*/ 0 w 7467600"/>
              <a:gd name="connsiteY748" fmla="*/ 1784777 h 6858000"/>
              <a:gd name="connsiteX749" fmla="*/ 0 w 7467600"/>
              <a:gd name="connsiteY749" fmla="*/ 1740082 h 6858000"/>
              <a:gd name="connsiteX750" fmla="*/ 39394 w 7467600"/>
              <a:gd name="connsiteY750" fmla="*/ 1784856 h 6858000"/>
              <a:gd name="connsiteX751" fmla="*/ 135813 w 7467600"/>
              <a:gd name="connsiteY751" fmla="*/ 1888838 h 6858000"/>
              <a:gd name="connsiteX752" fmla="*/ 242575 w 7467600"/>
              <a:gd name="connsiteY752" fmla="*/ 1958841 h 6858000"/>
              <a:gd name="connsiteX753" fmla="*/ 82197 w 7467600"/>
              <a:gd name="connsiteY753" fmla="*/ 1754826 h 6858000"/>
              <a:gd name="connsiteX754" fmla="*/ 0 w 7467600"/>
              <a:gd name="connsiteY754" fmla="*/ 1679650 h 6858000"/>
              <a:gd name="connsiteX755" fmla="*/ 0 w 7467600"/>
              <a:gd name="connsiteY755" fmla="*/ 1602463 h 6858000"/>
              <a:gd name="connsiteX756" fmla="*/ 84689 w 7467600"/>
              <a:gd name="connsiteY756" fmla="*/ 1677442 h 6858000"/>
              <a:gd name="connsiteX757" fmla="*/ 298437 w 7467600"/>
              <a:gd name="connsiteY757" fmla="*/ 1968019 h 6858000"/>
              <a:gd name="connsiteX758" fmla="*/ 227269 w 7467600"/>
              <a:gd name="connsiteY758" fmla="*/ 1114064 h 6858000"/>
              <a:gd name="connsiteX759" fmla="*/ 248003 w 7467600"/>
              <a:gd name="connsiteY759" fmla="*/ 1089613 h 6858000"/>
              <a:gd name="connsiteX760" fmla="*/ 427020 w 7467600"/>
              <a:gd name="connsiteY760" fmla="*/ 1619803 h 6858000"/>
              <a:gd name="connsiteX761" fmla="*/ 340345 w 7467600"/>
              <a:gd name="connsiteY761" fmla="*/ 2027739 h 6858000"/>
              <a:gd name="connsiteX762" fmla="*/ 360865 w 7467600"/>
              <a:gd name="connsiteY762" fmla="*/ 2044827 h 6858000"/>
              <a:gd name="connsiteX763" fmla="*/ 560414 w 7467600"/>
              <a:gd name="connsiteY763" fmla="*/ 2421457 h 6858000"/>
              <a:gd name="connsiteX764" fmla="*/ 1359703 w 7467600"/>
              <a:gd name="connsiteY764" fmla="*/ 2578554 h 6858000"/>
              <a:gd name="connsiteX765" fmla="*/ 1359422 w 7467600"/>
              <a:gd name="connsiteY765" fmla="*/ 2577994 h 6858000"/>
              <a:gd name="connsiteX766" fmla="*/ 828701 w 7467600"/>
              <a:gd name="connsiteY766" fmla="*/ 1839520 h 6858000"/>
              <a:gd name="connsiteX767" fmla="*/ 494427 w 7467600"/>
              <a:gd name="connsiteY767" fmla="*/ 1092333 h 6858000"/>
              <a:gd name="connsiteX768" fmla="*/ 506322 w 7467600"/>
              <a:gd name="connsiteY768" fmla="*/ 1020997 h 6858000"/>
              <a:gd name="connsiteX769" fmla="*/ 4570198 w 7467600"/>
              <a:gd name="connsiteY769" fmla="*/ 978081 h 6858000"/>
              <a:gd name="connsiteX770" fmla="*/ 4523691 w 7467600"/>
              <a:gd name="connsiteY770" fmla="*/ 1127776 h 6858000"/>
              <a:gd name="connsiteX771" fmla="*/ 4509875 w 7467600"/>
              <a:gd name="connsiteY771" fmla="*/ 1167552 h 6858000"/>
              <a:gd name="connsiteX772" fmla="*/ 4478168 w 7467600"/>
              <a:gd name="connsiteY772" fmla="*/ 1260735 h 6858000"/>
              <a:gd name="connsiteX773" fmla="*/ 4409309 w 7467600"/>
              <a:gd name="connsiteY773" fmla="*/ 1666996 h 6858000"/>
              <a:gd name="connsiteX774" fmla="*/ 4370031 w 7467600"/>
              <a:gd name="connsiteY774" fmla="*/ 1955666 h 6858000"/>
              <a:gd name="connsiteX775" fmla="*/ 4570198 w 7467600"/>
              <a:gd name="connsiteY775" fmla="*/ 978081 h 6858000"/>
              <a:gd name="connsiteX776" fmla="*/ 4557898 w 7467600"/>
              <a:gd name="connsiteY776" fmla="*/ 900011 h 6858000"/>
              <a:gd name="connsiteX777" fmla="*/ 4344840 w 7467600"/>
              <a:gd name="connsiteY777" fmla="*/ 1922038 h 6858000"/>
              <a:gd name="connsiteX778" fmla="*/ 4378710 w 7467600"/>
              <a:gd name="connsiteY778" fmla="*/ 1665516 h 6858000"/>
              <a:gd name="connsiteX779" fmla="*/ 4448798 w 7467600"/>
              <a:gd name="connsiteY779" fmla="*/ 1253024 h 6858000"/>
              <a:gd name="connsiteX780" fmla="*/ 4480315 w 7467600"/>
              <a:gd name="connsiteY780" fmla="*/ 1158454 h 6858000"/>
              <a:gd name="connsiteX781" fmla="*/ 4494133 w 7467600"/>
              <a:gd name="connsiteY781" fmla="*/ 1118676 h 6858000"/>
              <a:gd name="connsiteX782" fmla="*/ 4557898 w 7467600"/>
              <a:gd name="connsiteY782" fmla="*/ 900011 h 6858000"/>
              <a:gd name="connsiteX783" fmla="*/ 5870151 w 7467600"/>
              <a:gd name="connsiteY783" fmla="*/ 898890 h 6858000"/>
              <a:gd name="connsiteX784" fmla="*/ 5861335 w 7467600"/>
              <a:gd name="connsiteY784" fmla="*/ 899177 h 6858000"/>
              <a:gd name="connsiteX785" fmla="*/ 5843702 w 7467600"/>
              <a:gd name="connsiteY785" fmla="*/ 899748 h 6858000"/>
              <a:gd name="connsiteX786" fmla="*/ 5651107 w 7467600"/>
              <a:gd name="connsiteY786" fmla="*/ 920306 h 6858000"/>
              <a:gd name="connsiteX787" fmla="*/ 5459407 w 7467600"/>
              <a:gd name="connsiteY787" fmla="*/ 940975 h 6858000"/>
              <a:gd name="connsiteX788" fmla="*/ 5374846 w 7467600"/>
              <a:gd name="connsiteY788" fmla="*/ 941988 h 6858000"/>
              <a:gd name="connsiteX789" fmla="*/ 5256105 w 7467600"/>
              <a:gd name="connsiteY789" fmla="*/ 945632 h 6858000"/>
              <a:gd name="connsiteX790" fmla="*/ 5107071 w 7467600"/>
              <a:gd name="connsiteY790" fmla="*/ 969720 h 6858000"/>
              <a:gd name="connsiteX791" fmla="*/ 4998681 w 7467600"/>
              <a:gd name="connsiteY791" fmla="*/ 988771 h 6858000"/>
              <a:gd name="connsiteX792" fmla="*/ 5870151 w 7467600"/>
              <a:gd name="connsiteY792" fmla="*/ 898890 h 6858000"/>
              <a:gd name="connsiteX793" fmla="*/ 5504425 w 7467600"/>
              <a:gd name="connsiteY793" fmla="*/ 848067 h 6858000"/>
              <a:gd name="connsiteX794" fmla="*/ 4968849 w 7467600"/>
              <a:gd name="connsiteY794" fmla="*/ 962318 h 6858000"/>
              <a:gd name="connsiteX795" fmla="*/ 5104039 w 7467600"/>
              <a:gd name="connsiteY795" fmla="*/ 940634 h 6858000"/>
              <a:gd name="connsiteX796" fmla="*/ 5256311 w 7467600"/>
              <a:gd name="connsiteY796" fmla="*/ 916490 h 6858000"/>
              <a:gd name="connsiteX797" fmla="*/ 5377381 w 7467600"/>
              <a:gd name="connsiteY797" fmla="*/ 912671 h 6858000"/>
              <a:gd name="connsiteX798" fmla="*/ 5460148 w 7467600"/>
              <a:gd name="connsiteY798" fmla="*/ 911442 h 6858000"/>
              <a:gd name="connsiteX799" fmla="*/ 5648971 w 7467600"/>
              <a:gd name="connsiteY799" fmla="*/ 891331 h 6858000"/>
              <a:gd name="connsiteX800" fmla="*/ 5844807 w 7467600"/>
              <a:gd name="connsiteY800" fmla="*/ 870718 h 6858000"/>
              <a:gd name="connsiteX801" fmla="*/ 5862975 w 7467600"/>
              <a:gd name="connsiteY801" fmla="*/ 869756 h 6858000"/>
              <a:gd name="connsiteX802" fmla="*/ 5920887 w 7467600"/>
              <a:gd name="connsiteY802" fmla="*/ 865929 h 6858000"/>
              <a:gd name="connsiteX803" fmla="*/ 5504425 w 7467600"/>
              <a:gd name="connsiteY803" fmla="*/ 848067 h 6858000"/>
              <a:gd name="connsiteX804" fmla="*/ 3607114 w 7467600"/>
              <a:gd name="connsiteY804" fmla="*/ 467441 h 6858000"/>
              <a:gd name="connsiteX805" fmla="*/ 3296242 w 7467600"/>
              <a:gd name="connsiteY805" fmla="*/ 807991 h 6858000"/>
              <a:gd name="connsiteX806" fmla="*/ 3174674 w 7467600"/>
              <a:gd name="connsiteY806" fmla="*/ 919759 h 6858000"/>
              <a:gd name="connsiteX807" fmla="*/ 3042978 w 7467600"/>
              <a:gd name="connsiteY807" fmla="*/ 1054894 h 6858000"/>
              <a:gd name="connsiteX808" fmla="*/ 2968914 w 7467600"/>
              <a:gd name="connsiteY808" fmla="*/ 1133756 h 6858000"/>
              <a:gd name="connsiteX809" fmla="*/ 3103823 w 7467600"/>
              <a:gd name="connsiteY809" fmla="*/ 1026814 h 6858000"/>
              <a:gd name="connsiteX810" fmla="*/ 3607114 w 7467600"/>
              <a:gd name="connsiteY810" fmla="*/ 467441 h 6858000"/>
              <a:gd name="connsiteX811" fmla="*/ 3744487 w 7467600"/>
              <a:gd name="connsiteY811" fmla="*/ 383136 h 6858000"/>
              <a:gd name="connsiteX812" fmla="*/ 3970213 w 7467600"/>
              <a:gd name="connsiteY812" fmla="*/ 995559 h 6858000"/>
              <a:gd name="connsiteX813" fmla="*/ 3744487 w 7467600"/>
              <a:gd name="connsiteY813" fmla="*/ 383136 h 6858000"/>
              <a:gd name="connsiteX814" fmla="*/ 3624562 w 7467600"/>
              <a:gd name="connsiteY814" fmla="*/ 367041 h 6858000"/>
              <a:gd name="connsiteX815" fmla="*/ 3489712 w 7467600"/>
              <a:gd name="connsiteY815" fmla="*/ 485386 h 6858000"/>
              <a:gd name="connsiteX816" fmla="*/ 3182994 w 7467600"/>
              <a:gd name="connsiteY816" fmla="*/ 828265 h 6858000"/>
              <a:gd name="connsiteX817" fmla="*/ 2892114 w 7467600"/>
              <a:gd name="connsiteY817" fmla="*/ 1172635 h 6858000"/>
              <a:gd name="connsiteX818" fmla="*/ 3021459 w 7467600"/>
              <a:gd name="connsiteY818" fmla="*/ 1035385 h 6858000"/>
              <a:gd name="connsiteX819" fmla="*/ 3153873 w 7467600"/>
              <a:gd name="connsiteY819" fmla="*/ 898971 h 6858000"/>
              <a:gd name="connsiteX820" fmla="*/ 3276511 w 7467600"/>
              <a:gd name="connsiteY820" fmla="*/ 786423 h 6858000"/>
              <a:gd name="connsiteX821" fmla="*/ 3584154 w 7467600"/>
              <a:gd name="connsiteY821" fmla="*/ 448218 h 6858000"/>
              <a:gd name="connsiteX822" fmla="*/ 3624562 w 7467600"/>
              <a:gd name="connsiteY822" fmla="*/ 367041 h 6858000"/>
              <a:gd name="connsiteX823" fmla="*/ 3766672 w 7467600"/>
              <a:gd name="connsiteY823" fmla="*/ 359429 h 6858000"/>
              <a:gd name="connsiteX824" fmla="*/ 3996338 w 7467600"/>
              <a:gd name="connsiteY824" fmla="*/ 968237 h 6858000"/>
              <a:gd name="connsiteX825" fmla="*/ 3766672 w 7467600"/>
              <a:gd name="connsiteY825" fmla="*/ 359429 h 6858000"/>
              <a:gd name="connsiteX826" fmla="*/ 5805386 w 7467600"/>
              <a:gd name="connsiteY826" fmla="*/ 239240 h 6858000"/>
              <a:gd name="connsiteX827" fmla="*/ 5736947 w 7467600"/>
              <a:gd name="connsiteY827" fmla="*/ 261367 h 6858000"/>
              <a:gd name="connsiteX828" fmla="*/ 5427012 w 7467600"/>
              <a:gd name="connsiteY828" fmla="*/ 311272 h 6858000"/>
              <a:gd name="connsiteX829" fmla="*/ 5147818 w 7467600"/>
              <a:gd name="connsiteY829" fmla="*/ 322112 h 6858000"/>
              <a:gd name="connsiteX830" fmla="*/ 5060854 w 7467600"/>
              <a:gd name="connsiteY830" fmla="*/ 311882 h 6858000"/>
              <a:gd name="connsiteX831" fmla="*/ 4945989 w 7467600"/>
              <a:gd name="connsiteY831" fmla="*/ 300516 h 6858000"/>
              <a:gd name="connsiteX832" fmla="*/ 5410479 w 7467600"/>
              <a:gd name="connsiteY832" fmla="*/ 348434 h 6858000"/>
              <a:gd name="connsiteX833" fmla="*/ 5805386 w 7467600"/>
              <a:gd name="connsiteY833" fmla="*/ 239240 h 6858000"/>
              <a:gd name="connsiteX834" fmla="*/ 5905192 w 7467600"/>
              <a:gd name="connsiteY834" fmla="*/ 163079 h 6858000"/>
              <a:gd name="connsiteX835" fmla="*/ 5865655 w 7467600"/>
              <a:gd name="connsiteY835" fmla="*/ 171901 h 6858000"/>
              <a:gd name="connsiteX836" fmla="*/ 5259740 w 7467600"/>
              <a:gd name="connsiteY836" fmla="*/ 257013 h 6858000"/>
              <a:gd name="connsiteX837" fmla="*/ 5208466 w 7467600"/>
              <a:gd name="connsiteY837" fmla="*/ 257550 h 6858000"/>
              <a:gd name="connsiteX838" fmla="*/ 4980204 w 7467600"/>
              <a:gd name="connsiteY838" fmla="*/ 271903 h 6858000"/>
              <a:gd name="connsiteX839" fmla="*/ 5068068 w 7467600"/>
              <a:gd name="connsiteY839" fmla="*/ 282244 h 6858000"/>
              <a:gd name="connsiteX840" fmla="*/ 5153231 w 7467600"/>
              <a:gd name="connsiteY840" fmla="*/ 292240 h 6858000"/>
              <a:gd name="connsiteX841" fmla="*/ 5426491 w 7467600"/>
              <a:gd name="connsiteY841" fmla="*/ 281128 h 6858000"/>
              <a:gd name="connsiteX842" fmla="*/ 5731212 w 7467600"/>
              <a:gd name="connsiteY842" fmla="*/ 231951 h 6858000"/>
              <a:gd name="connsiteX843" fmla="*/ 5905192 w 7467600"/>
              <a:gd name="connsiteY843" fmla="*/ 163079 h 6858000"/>
              <a:gd name="connsiteX844" fmla="*/ 5944437 w 7467600"/>
              <a:gd name="connsiteY844" fmla="*/ 113829 h 6858000"/>
              <a:gd name="connsiteX845" fmla="*/ 5825032 w 7467600"/>
              <a:gd name="connsiteY845" fmla="*/ 146405 h 6858000"/>
              <a:gd name="connsiteX846" fmla="*/ 4955599 w 7467600"/>
              <a:gd name="connsiteY846" fmla="*/ 247008 h 6858000"/>
              <a:gd name="connsiteX847" fmla="*/ 5210104 w 7467600"/>
              <a:gd name="connsiteY847" fmla="*/ 228123 h 6858000"/>
              <a:gd name="connsiteX848" fmla="*/ 5261015 w 7467600"/>
              <a:gd name="connsiteY848" fmla="*/ 227087 h 6858000"/>
              <a:gd name="connsiteX849" fmla="*/ 5861181 w 7467600"/>
              <a:gd name="connsiteY849" fmla="*/ 143093 h 6858000"/>
              <a:gd name="connsiteX850" fmla="*/ 5961252 w 7467600"/>
              <a:gd name="connsiteY850" fmla="*/ 114820 h 6858000"/>
              <a:gd name="connsiteX851" fmla="*/ 5944437 w 7467600"/>
              <a:gd name="connsiteY851" fmla="*/ 113829 h 6858000"/>
              <a:gd name="connsiteX852" fmla="*/ 3882765 w 7467600"/>
              <a:gd name="connsiteY852" fmla="*/ 0 h 6858000"/>
              <a:gd name="connsiteX853" fmla="*/ 3995099 w 7467600"/>
              <a:gd name="connsiteY853" fmla="*/ 0 h 6858000"/>
              <a:gd name="connsiteX854" fmla="*/ 4163818 w 7467600"/>
              <a:gd name="connsiteY854" fmla="*/ 234104 h 6858000"/>
              <a:gd name="connsiteX855" fmla="*/ 4172099 w 7467600"/>
              <a:gd name="connsiteY855" fmla="*/ 234207 h 6858000"/>
              <a:gd name="connsiteX856" fmla="*/ 4784282 w 7467600"/>
              <a:gd name="connsiteY856" fmla="*/ 276561 h 6858000"/>
              <a:gd name="connsiteX857" fmla="*/ 4801687 w 7467600"/>
              <a:gd name="connsiteY857" fmla="*/ 267764 h 6858000"/>
              <a:gd name="connsiteX858" fmla="*/ 6082788 w 7467600"/>
              <a:gd name="connsiteY858" fmla="*/ 64119 h 6858000"/>
              <a:gd name="connsiteX859" fmla="*/ 6099442 w 7467600"/>
              <a:gd name="connsiteY859" fmla="*/ 82568 h 6858000"/>
              <a:gd name="connsiteX860" fmla="*/ 4804137 w 7467600"/>
              <a:gd name="connsiteY860" fmla="*/ 320931 h 6858000"/>
              <a:gd name="connsiteX861" fmla="*/ 4227047 w 7467600"/>
              <a:gd name="connsiteY861" fmla="*/ 313415 h 6858000"/>
              <a:gd name="connsiteX862" fmla="*/ 4346041 w 7467600"/>
              <a:gd name="connsiteY862" fmla="*/ 456086 h 6858000"/>
              <a:gd name="connsiteX863" fmla="*/ 4870967 w 7467600"/>
              <a:gd name="connsiteY863" fmla="*/ 963061 h 6858000"/>
              <a:gd name="connsiteX864" fmla="*/ 4889647 w 7467600"/>
              <a:gd name="connsiteY864" fmla="*/ 957147 h 6858000"/>
              <a:gd name="connsiteX865" fmla="*/ 5422504 w 7467600"/>
              <a:gd name="connsiteY865" fmla="*/ 805191 h 6858000"/>
              <a:gd name="connsiteX866" fmla="*/ 6087656 w 7467600"/>
              <a:gd name="connsiteY866" fmla="*/ 826703 h 6858000"/>
              <a:gd name="connsiteX867" fmla="*/ 6058717 w 7467600"/>
              <a:gd name="connsiteY867" fmla="*/ 865992 h 6858000"/>
              <a:gd name="connsiteX868" fmla="*/ 4974153 w 7467600"/>
              <a:gd name="connsiteY868" fmla="*/ 1045456 h 6858000"/>
              <a:gd name="connsiteX869" fmla="*/ 5627835 w 7467600"/>
              <a:gd name="connsiteY869" fmla="*/ 1472077 h 6858000"/>
              <a:gd name="connsiteX870" fmla="*/ 5629817 w 7467600"/>
              <a:gd name="connsiteY870" fmla="*/ 1471412 h 6858000"/>
              <a:gd name="connsiteX871" fmla="*/ 5634124 w 7467600"/>
              <a:gd name="connsiteY871" fmla="*/ 1470572 h 6858000"/>
              <a:gd name="connsiteX872" fmla="*/ 5755832 w 7467600"/>
              <a:gd name="connsiteY872" fmla="*/ 1383886 h 6858000"/>
              <a:gd name="connsiteX873" fmla="*/ 6014186 w 7467600"/>
              <a:gd name="connsiteY873" fmla="*/ 1279799 h 6858000"/>
              <a:gd name="connsiteX874" fmla="*/ 6901619 w 7467600"/>
              <a:gd name="connsiteY874" fmla="*/ 1047874 h 6858000"/>
              <a:gd name="connsiteX875" fmla="*/ 6931566 w 7467600"/>
              <a:gd name="connsiteY875" fmla="*/ 1062034 h 6858000"/>
              <a:gd name="connsiteX876" fmla="*/ 5790982 w 7467600"/>
              <a:gd name="connsiteY876" fmla="*/ 1561380 h 6858000"/>
              <a:gd name="connsiteX877" fmla="*/ 6188971 w 7467600"/>
              <a:gd name="connsiteY877" fmla="*/ 1755168 h 6858000"/>
              <a:gd name="connsiteX878" fmla="*/ 6202446 w 7467600"/>
              <a:gd name="connsiteY878" fmla="*/ 1752268 h 6858000"/>
              <a:gd name="connsiteX879" fmla="*/ 7179560 w 7467600"/>
              <a:gd name="connsiteY879" fmla="*/ 1467551 h 6858000"/>
              <a:gd name="connsiteX880" fmla="*/ 7158730 w 7467600"/>
              <a:gd name="connsiteY880" fmla="*/ 1507835 h 6858000"/>
              <a:gd name="connsiteX881" fmla="*/ 6326959 w 7467600"/>
              <a:gd name="connsiteY881" fmla="*/ 1817686 h 6858000"/>
              <a:gd name="connsiteX882" fmla="*/ 6537433 w 7467600"/>
              <a:gd name="connsiteY882" fmla="*/ 1907790 h 6858000"/>
              <a:gd name="connsiteX883" fmla="*/ 6550221 w 7467600"/>
              <a:gd name="connsiteY883" fmla="*/ 1910729 h 6858000"/>
              <a:gd name="connsiteX884" fmla="*/ 6964438 w 7467600"/>
              <a:gd name="connsiteY884" fmla="*/ 2209505 h 6858000"/>
              <a:gd name="connsiteX885" fmla="*/ 7367862 w 7467600"/>
              <a:gd name="connsiteY885" fmla="*/ 2806833 h 6858000"/>
              <a:gd name="connsiteX886" fmla="*/ 7364329 w 7467600"/>
              <a:gd name="connsiteY886" fmla="*/ 2826907 h 6858000"/>
              <a:gd name="connsiteX887" fmla="*/ 7290545 w 7467600"/>
              <a:gd name="connsiteY887" fmla="*/ 2850663 h 6858000"/>
              <a:gd name="connsiteX888" fmla="*/ 6472036 w 7467600"/>
              <a:gd name="connsiteY888" fmla="*/ 1959003 h 6858000"/>
              <a:gd name="connsiteX889" fmla="*/ 5792897 w 7467600"/>
              <a:gd name="connsiteY889" fmla="*/ 1647747 h 6858000"/>
              <a:gd name="connsiteX890" fmla="*/ 5842751 w 7467600"/>
              <a:gd name="connsiteY890" fmla="*/ 1816112 h 6858000"/>
              <a:gd name="connsiteX891" fmla="*/ 5847424 w 7467600"/>
              <a:gd name="connsiteY891" fmla="*/ 1815776 h 6858000"/>
              <a:gd name="connsiteX892" fmla="*/ 6399821 w 7467600"/>
              <a:gd name="connsiteY892" fmla="*/ 2344799 h 6858000"/>
              <a:gd name="connsiteX893" fmla="*/ 6323232 w 7467600"/>
              <a:gd name="connsiteY893" fmla="*/ 2389634 h 6858000"/>
              <a:gd name="connsiteX894" fmla="*/ 5942958 w 7467600"/>
              <a:gd name="connsiteY894" fmla="*/ 2077708 h 6858000"/>
              <a:gd name="connsiteX895" fmla="*/ 5921559 w 7467600"/>
              <a:gd name="connsiteY895" fmla="*/ 2378596 h 6858000"/>
              <a:gd name="connsiteX896" fmla="*/ 5817651 w 7467600"/>
              <a:gd name="connsiteY896" fmla="*/ 3023919 h 6858000"/>
              <a:gd name="connsiteX897" fmla="*/ 5729634 w 7467600"/>
              <a:gd name="connsiteY897" fmla="*/ 3051849 h 6858000"/>
              <a:gd name="connsiteX898" fmla="*/ 5611018 w 7467600"/>
              <a:gd name="connsiteY898" fmla="*/ 2316769 h 6858000"/>
              <a:gd name="connsiteX899" fmla="*/ 5687608 w 7467600"/>
              <a:gd name="connsiteY899" fmla="*/ 2039972 h 6858000"/>
              <a:gd name="connsiteX900" fmla="*/ 5657554 w 7467600"/>
              <a:gd name="connsiteY900" fmla="*/ 1576445 h 6858000"/>
              <a:gd name="connsiteX901" fmla="*/ 5150475 w 7467600"/>
              <a:gd name="connsiteY901" fmla="*/ 1274012 h 6858000"/>
              <a:gd name="connsiteX902" fmla="*/ 5349142 w 7467600"/>
              <a:gd name="connsiteY902" fmla="*/ 2204405 h 6858000"/>
              <a:gd name="connsiteX903" fmla="*/ 5262214 w 7467600"/>
              <a:gd name="connsiteY903" fmla="*/ 2233836 h 6858000"/>
              <a:gd name="connsiteX904" fmla="*/ 4981539 w 7467600"/>
              <a:gd name="connsiteY904" fmla="*/ 1542201 h 6858000"/>
              <a:gd name="connsiteX905" fmla="*/ 4958461 w 7467600"/>
              <a:gd name="connsiteY905" fmla="*/ 1136957 h 6858000"/>
              <a:gd name="connsiteX906" fmla="*/ 4655015 w 7467600"/>
              <a:gd name="connsiteY906" fmla="*/ 891426 h 6858000"/>
              <a:gd name="connsiteX907" fmla="*/ 4348002 w 7467600"/>
              <a:gd name="connsiteY907" fmla="*/ 2205895 h 6858000"/>
              <a:gd name="connsiteX908" fmla="*/ 4262250 w 7467600"/>
              <a:gd name="connsiteY908" fmla="*/ 2219972 h 6858000"/>
              <a:gd name="connsiteX909" fmla="*/ 4550611 w 7467600"/>
              <a:gd name="connsiteY909" fmla="*/ 817540 h 6858000"/>
              <a:gd name="connsiteX910" fmla="*/ 4564418 w 7467600"/>
              <a:gd name="connsiteY910" fmla="*/ 808293 h 6858000"/>
              <a:gd name="connsiteX911" fmla="*/ 4266388 w 7467600"/>
              <a:gd name="connsiteY911" fmla="*/ 500083 h 6858000"/>
              <a:gd name="connsiteX912" fmla="*/ 4032842 w 7467600"/>
              <a:gd name="connsiteY912" fmla="*/ 211809 h 6858000"/>
              <a:gd name="connsiteX913" fmla="*/ 3882765 w 7467600"/>
              <a:gd name="connsiteY913" fmla="*/ 0 h 6858000"/>
              <a:gd name="connsiteX914" fmla="*/ 3721337 w 7467600"/>
              <a:gd name="connsiteY914" fmla="*/ 0 h 6858000"/>
              <a:gd name="connsiteX915" fmla="*/ 3797544 w 7467600"/>
              <a:gd name="connsiteY915" fmla="*/ 0 h 6858000"/>
              <a:gd name="connsiteX916" fmla="*/ 3775734 w 7467600"/>
              <a:gd name="connsiteY916" fmla="*/ 95131 h 6858000"/>
              <a:gd name="connsiteX917" fmla="*/ 3724807 w 7467600"/>
              <a:gd name="connsiteY917" fmla="*/ 272257 h 6858000"/>
              <a:gd name="connsiteX918" fmla="*/ 3726844 w 7467600"/>
              <a:gd name="connsiteY918" fmla="*/ 282988 h 6858000"/>
              <a:gd name="connsiteX919" fmla="*/ 3742664 w 7467600"/>
              <a:gd name="connsiteY919" fmla="*/ 279918 h 6858000"/>
              <a:gd name="connsiteX920" fmla="*/ 4103910 w 7467600"/>
              <a:gd name="connsiteY920" fmla="*/ 1161917 h 6858000"/>
              <a:gd name="connsiteX921" fmla="*/ 4020269 w 7467600"/>
              <a:gd name="connsiteY921" fmla="*/ 1200406 h 6858000"/>
              <a:gd name="connsiteX922" fmla="*/ 3674882 w 7467600"/>
              <a:gd name="connsiteY922" fmla="*/ 488524 h 6858000"/>
              <a:gd name="connsiteX923" fmla="*/ 3132682 w 7467600"/>
              <a:gd name="connsiteY923" fmla="*/ 1072284 h 6858000"/>
              <a:gd name="connsiteX924" fmla="*/ 2716346 w 7467600"/>
              <a:gd name="connsiteY924" fmla="*/ 1276376 h 6858000"/>
              <a:gd name="connsiteX925" fmla="*/ 2716772 w 7467600"/>
              <a:gd name="connsiteY925" fmla="*/ 1255462 h 6858000"/>
              <a:gd name="connsiteX926" fmla="*/ 3471096 w 7467600"/>
              <a:gd name="connsiteY926" fmla="*/ 437072 h 6858000"/>
              <a:gd name="connsiteX927" fmla="*/ 3639057 w 7467600"/>
              <a:gd name="connsiteY927" fmla="*/ 286334 h 6858000"/>
              <a:gd name="connsiteX928" fmla="*/ 3640309 w 7467600"/>
              <a:gd name="connsiteY928" fmla="*/ 284664 h 6858000"/>
              <a:gd name="connsiteX929" fmla="*/ 3646022 w 7467600"/>
              <a:gd name="connsiteY929" fmla="*/ 276711 h 6858000"/>
              <a:gd name="connsiteX930" fmla="*/ 3707943 w 7467600"/>
              <a:gd name="connsiteY930" fmla="*/ 65958 h 6858000"/>
              <a:gd name="connsiteX931" fmla="*/ 3721337 w 7467600"/>
              <a:gd name="connsiteY931" fmla="*/ 0 h 6858000"/>
              <a:gd name="connsiteX932" fmla="*/ 2867960 w 7467600"/>
              <a:gd name="connsiteY932" fmla="*/ 0 h 6858000"/>
              <a:gd name="connsiteX933" fmla="*/ 2926351 w 7467600"/>
              <a:gd name="connsiteY933" fmla="*/ 0 h 6858000"/>
              <a:gd name="connsiteX934" fmla="*/ 2902823 w 7467600"/>
              <a:gd name="connsiteY934" fmla="*/ 262929 h 6858000"/>
              <a:gd name="connsiteX935" fmla="*/ 2940663 w 7467600"/>
              <a:gd name="connsiteY935" fmla="*/ 140884 h 6858000"/>
              <a:gd name="connsiteX936" fmla="*/ 2947039 w 7467600"/>
              <a:gd name="connsiteY936" fmla="*/ 122524 h 6858000"/>
              <a:gd name="connsiteX937" fmla="*/ 2984316 w 7467600"/>
              <a:gd name="connsiteY937" fmla="*/ 0 h 6858000"/>
              <a:gd name="connsiteX938" fmla="*/ 3016114 w 7467600"/>
              <a:gd name="connsiteY938" fmla="*/ 0 h 6858000"/>
              <a:gd name="connsiteX939" fmla="*/ 2979949 w 7467600"/>
              <a:gd name="connsiteY939" fmla="*/ 119274 h 6858000"/>
              <a:gd name="connsiteX940" fmla="*/ 3023879 w 7467600"/>
              <a:gd name="connsiteY940" fmla="*/ 0 h 6858000"/>
              <a:gd name="connsiteX941" fmla="*/ 3105400 w 7467600"/>
              <a:gd name="connsiteY941" fmla="*/ 0 h 6858000"/>
              <a:gd name="connsiteX942" fmla="*/ 3094669 w 7467600"/>
              <a:gd name="connsiteY942" fmla="*/ 30308 h 6858000"/>
              <a:gd name="connsiteX943" fmla="*/ 2901945 w 7467600"/>
              <a:gd name="connsiteY943" fmla="*/ 466538 h 6858000"/>
              <a:gd name="connsiteX944" fmla="*/ 2815209 w 7467600"/>
              <a:gd name="connsiteY944" fmla="*/ 497361 h 6858000"/>
              <a:gd name="connsiteX945" fmla="*/ 2844845 w 7467600"/>
              <a:gd name="connsiteY945" fmla="*/ 127638 h 6858000"/>
              <a:gd name="connsiteX946" fmla="*/ 2867960 w 7467600"/>
              <a:gd name="connsiteY946" fmla="*/ 0 h 6858000"/>
              <a:gd name="connsiteX947" fmla="*/ 1057230 w 7467600"/>
              <a:gd name="connsiteY947" fmla="*/ 0 h 6858000"/>
              <a:gd name="connsiteX948" fmla="*/ 1111003 w 7467600"/>
              <a:gd name="connsiteY948" fmla="*/ 0 h 6858000"/>
              <a:gd name="connsiteX949" fmla="*/ 1125553 w 7467600"/>
              <a:gd name="connsiteY949" fmla="*/ 52588 h 6858000"/>
              <a:gd name="connsiteX950" fmla="*/ 1304276 w 7467600"/>
              <a:gd name="connsiteY950" fmla="*/ 476275 h 6858000"/>
              <a:gd name="connsiteX951" fmla="*/ 1492066 w 7467600"/>
              <a:gd name="connsiteY951" fmla="*/ 886333 h 6858000"/>
              <a:gd name="connsiteX952" fmla="*/ 1423698 w 7467600"/>
              <a:gd name="connsiteY952" fmla="*/ 710817 h 6858000"/>
              <a:gd name="connsiteX953" fmla="*/ 1357609 w 7467600"/>
              <a:gd name="connsiteY953" fmla="*/ 532892 h 6858000"/>
              <a:gd name="connsiteX954" fmla="*/ 1309550 w 7467600"/>
              <a:gd name="connsiteY954" fmla="*/ 374031 h 6858000"/>
              <a:gd name="connsiteX955" fmla="*/ 1193673 w 7467600"/>
              <a:gd name="connsiteY955" fmla="*/ 49533 h 6858000"/>
              <a:gd name="connsiteX956" fmla="*/ 1164391 w 7467600"/>
              <a:gd name="connsiteY956" fmla="*/ 0 h 6858000"/>
              <a:gd name="connsiteX957" fmla="*/ 1200666 w 7467600"/>
              <a:gd name="connsiteY957" fmla="*/ 0 h 6858000"/>
              <a:gd name="connsiteX958" fmla="*/ 1223408 w 7467600"/>
              <a:gd name="connsiteY958" fmla="*/ 38996 h 6858000"/>
              <a:gd name="connsiteX959" fmla="*/ 1339635 w 7467600"/>
              <a:gd name="connsiteY959" fmla="*/ 365517 h 6858000"/>
              <a:gd name="connsiteX960" fmla="*/ 1387469 w 7467600"/>
              <a:gd name="connsiteY960" fmla="*/ 523079 h 6858000"/>
              <a:gd name="connsiteX961" fmla="*/ 1452685 w 7467600"/>
              <a:gd name="connsiteY961" fmla="*/ 699806 h 6858000"/>
              <a:gd name="connsiteX962" fmla="*/ 1492092 w 7467600"/>
              <a:gd name="connsiteY962" fmla="*/ 800424 h 6858000"/>
              <a:gd name="connsiteX963" fmla="*/ 1455302 w 7467600"/>
              <a:gd name="connsiteY963" fmla="*/ 632913 h 6858000"/>
              <a:gd name="connsiteX964" fmla="*/ 1222336 w 7467600"/>
              <a:gd name="connsiteY964" fmla="*/ 9480 h 6858000"/>
              <a:gd name="connsiteX965" fmla="*/ 1214634 w 7467600"/>
              <a:gd name="connsiteY965" fmla="*/ 0 h 6858000"/>
              <a:gd name="connsiteX966" fmla="*/ 1289827 w 7467600"/>
              <a:gd name="connsiteY966" fmla="*/ 0 h 6858000"/>
              <a:gd name="connsiteX967" fmla="*/ 1321076 w 7467600"/>
              <a:gd name="connsiteY967" fmla="*/ 59722 h 6858000"/>
              <a:gd name="connsiteX968" fmla="*/ 1512579 w 7467600"/>
              <a:gd name="connsiteY968" fmla="*/ 626441 h 6858000"/>
              <a:gd name="connsiteX969" fmla="*/ 1506076 w 7467600"/>
              <a:gd name="connsiteY969" fmla="*/ 1089289 h 6858000"/>
              <a:gd name="connsiteX970" fmla="*/ 1486346 w 7467600"/>
              <a:gd name="connsiteY970" fmla="*/ 1079919 h 6858000"/>
              <a:gd name="connsiteX971" fmla="*/ 1070511 w 7467600"/>
              <a:gd name="connsiteY971" fmla="*/ 48609 h 6858000"/>
              <a:gd name="connsiteX972" fmla="*/ 1057230 w 7467600"/>
              <a:gd name="connsiteY972" fmla="*/ 0 h 6858000"/>
              <a:gd name="connsiteX973" fmla="*/ 43151 w 7467600"/>
              <a:gd name="connsiteY973" fmla="*/ 0 h 6858000"/>
              <a:gd name="connsiteX974" fmla="*/ 95283 w 7467600"/>
              <a:gd name="connsiteY974" fmla="*/ 0 h 6858000"/>
              <a:gd name="connsiteX975" fmla="*/ 300708 w 7467600"/>
              <a:gd name="connsiteY975" fmla="*/ 154571 h 6858000"/>
              <a:gd name="connsiteX976" fmla="*/ 530414 w 7467600"/>
              <a:gd name="connsiteY976" fmla="*/ 354673 h 6858000"/>
              <a:gd name="connsiteX977" fmla="*/ 333785 w 7467600"/>
              <a:gd name="connsiteY977" fmla="*/ 161564 h 6858000"/>
              <a:gd name="connsiteX978" fmla="*/ 147005 w 7467600"/>
              <a:gd name="connsiteY978" fmla="*/ 0 h 6858000"/>
              <a:gd name="connsiteX979" fmla="*/ 272509 w 7467600"/>
              <a:gd name="connsiteY979" fmla="*/ 0 h 6858000"/>
              <a:gd name="connsiteX980" fmla="*/ 326276 w 7467600"/>
              <a:gd name="connsiteY980" fmla="*/ 45847 h 6858000"/>
              <a:gd name="connsiteX981" fmla="*/ 823759 w 7467600"/>
              <a:gd name="connsiteY981" fmla="*/ 574145 h 6858000"/>
              <a:gd name="connsiteX982" fmla="*/ 811254 w 7467600"/>
              <a:gd name="connsiteY982" fmla="*/ 665546 h 6858000"/>
              <a:gd name="connsiteX983" fmla="*/ 154042 w 7467600"/>
              <a:gd name="connsiteY983" fmla="*/ 261522 h 6858000"/>
              <a:gd name="connsiteX984" fmla="*/ 13550 w 7467600"/>
              <a:gd name="connsiteY984" fmla="*/ 158423 h 6858000"/>
              <a:gd name="connsiteX985" fmla="*/ 0 w 7467600"/>
              <a:gd name="connsiteY985" fmla="*/ 146618 h 6858000"/>
              <a:gd name="connsiteX986" fmla="*/ 0 w 7467600"/>
              <a:gd name="connsiteY986" fmla="*/ 59161 h 6858000"/>
              <a:gd name="connsiteX987" fmla="*/ 45427 w 7467600"/>
              <a:gd name="connsiteY987" fmla="*/ 101078 h 6858000"/>
              <a:gd name="connsiteX988" fmla="*/ 630103 w 7467600"/>
              <a:gd name="connsiteY988" fmla="*/ 485885 h 6858000"/>
              <a:gd name="connsiteX989" fmla="*/ 532040 w 7467600"/>
              <a:gd name="connsiteY989" fmla="*/ 399359 h 6858000"/>
              <a:gd name="connsiteX990" fmla="*/ 517618 w 7467600"/>
              <a:gd name="connsiteY990" fmla="*/ 385726 h 6858000"/>
              <a:gd name="connsiteX991" fmla="*/ 285074 w 7467600"/>
              <a:gd name="connsiteY991" fmla="*/ 182755 h 6858000"/>
              <a:gd name="connsiteX992" fmla="*/ 43151 w 7467600"/>
              <a:gd name="connsiteY992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312201 w 7467600"/>
              <a:gd name="connsiteY127" fmla="*/ 5128278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1903353 w 7467600"/>
              <a:gd name="connsiteY136" fmla="*/ 5044827 h 6858000"/>
              <a:gd name="connsiteX137" fmla="*/ 1936931 w 7467600"/>
              <a:gd name="connsiteY137" fmla="*/ 5093954 h 6858000"/>
              <a:gd name="connsiteX138" fmla="*/ 2195868 w 7467600"/>
              <a:gd name="connsiteY138" fmla="*/ 5396574 h 6858000"/>
              <a:gd name="connsiteX139" fmla="*/ 2088852 w 7467600"/>
              <a:gd name="connsiteY139" fmla="*/ 5166123 h 6858000"/>
              <a:gd name="connsiteX140" fmla="*/ 1958241 w 7467600"/>
              <a:gd name="connsiteY140" fmla="*/ 5067955 h 6858000"/>
              <a:gd name="connsiteX141" fmla="*/ 1903353 w 7467600"/>
              <a:gd name="connsiteY141" fmla="*/ 5044827 h 6858000"/>
              <a:gd name="connsiteX142" fmla="*/ 1979378 w 7467600"/>
              <a:gd name="connsiteY142" fmla="*/ 4769504 h 6858000"/>
              <a:gd name="connsiteX143" fmla="*/ 2882120 w 7467600"/>
              <a:gd name="connsiteY143" fmla="*/ 5064547 h 6858000"/>
              <a:gd name="connsiteX144" fmla="*/ 2793103 w 7467600"/>
              <a:gd name="connsiteY144" fmla="*/ 5039699 h 6858000"/>
              <a:gd name="connsiteX145" fmla="*/ 2770041 w 7467600"/>
              <a:gd name="connsiteY145" fmla="*/ 5033634 h 6858000"/>
              <a:gd name="connsiteX146" fmla="*/ 1979378 w 7467600"/>
              <a:gd name="connsiteY146" fmla="*/ 4769504 h 6858000"/>
              <a:gd name="connsiteX147" fmla="*/ 1927410 w 7467600"/>
              <a:gd name="connsiteY147" fmla="*/ 4716164 h 6858000"/>
              <a:gd name="connsiteX148" fmla="*/ 1959587 w 7467600"/>
              <a:gd name="connsiteY148" fmla="*/ 4728849 h 6858000"/>
              <a:gd name="connsiteX149" fmla="*/ 2777707 w 7467600"/>
              <a:gd name="connsiteY149" fmla="*/ 5003991 h 6858000"/>
              <a:gd name="connsiteX150" fmla="*/ 2800768 w 7467600"/>
              <a:gd name="connsiteY150" fmla="*/ 5010056 h 6858000"/>
              <a:gd name="connsiteX151" fmla="*/ 2879408 w 7467600"/>
              <a:gd name="connsiteY151" fmla="*/ 5031590 h 6858000"/>
              <a:gd name="connsiteX152" fmla="*/ 2862295 w 7467600"/>
              <a:gd name="connsiteY152" fmla="*/ 5022958 h 6858000"/>
              <a:gd name="connsiteX153" fmla="*/ 2813343 w 7467600"/>
              <a:gd name="connsiteY153" fmla="*/ 4998369 h 6858000"/>
              <a:gd name="connsiteX154" fmla="*/ 2646245 w 7467600"/>
              <a:gd name="connsiteY154" fmla="*/ 4930999 h 6858000"/>
              <a:gd name="connsiteX155" fmla="*/ 1999243 w 7467600"/>
              <a:gd name="connsiteY155" fmla="*/ 4730524 h 6858000"/>
              <a:gd name="connsiteX156" fmla="*/ 1979527 w 7467600"/>
              <a:gd name="connsiteY156" fmla="*/ 4726651 h 6858000"/>
              <a:gd name="connsiteX157" fmla="*/ 1927410 w 7467600"/>
              <a:gd name="connsiteY157" fmla="*/ 4716164 h 6858000"/>
              <a:gd name="connsiteX158" fmla="*/ 1997014 w 7467600"/>
              <a:gd name="connsiteY158" fmla="*/ 4698007 h 6858000"/>
              <a:gd name="connsiteX159" fmla="*/ 2005458 w 7467600"/>
              <a:gd name="connsiteY159" fmla="*/ 4699540 h 6858000"/>
              <a:gd name="connsiteX160" fmla="*/ 2657186 w 7467600"/>
              <a:gd name="connsiteY160" fmla="*/ 4901687 h 6858000"/>
              <a:gd name="connsiteX161" fmla="*/ 2826662 w 7467600"/>
              <a:gd name="connsiteY161" fmla="*/ 4970362 h 6858000"/>
              <a:gd name="connsiteX162" fmla="*/ 2876100 w 7467600"/>
              <a:gd name="connsiteY162" fmla="*/ 4995397 h 6858000"/>
              <a:gd name="connsiteX163" fmla="*/ 3042600 w 7467600"/>
              <a:gd name="connsiteY163" fmla="*/ 5059532 h 6858000"/>
              <a:gd name="connsiteX164" fmla="*/ 1997014 w 7467600"/>
              <a:gd name="connsiteY164" fmla="*/ 4698007 h 6858000"/>
              <a:gd name="connsiteX165" fmla="*/ 2305292 w 7467600"/>
              <a:gd name="connsiteY165" fmla="*/ 4219492 h 6858000"/>
              <a:gd name="connsiteX166" fmla="*/ 3360922 w 7467600"/>
              <a:gd name="connsiteY166" fmla="*/ 4529373 h 6858000"/>
              <a:gd name="connsiteX167" fmla="*/ 3492420 w 7467600"/>
              <a:gd name="connsiteY167" fmla="*/ 4510145 h 6858000"/>
              <a:gd name="connsiteX168" fmla="*/ 3364086 w 7467600"/>
              <a:gd name="connsiteY168" fmla="*/ 4480340 h 6858000"/>
              <a:gd name="connsiteX169" fmla="*/ 3225818 w 7467600"/>
              <a:gd name="connsiteY169" fmla="*/ 4411822 h 6858000"/>
              <a:gd name="connsiteX170" fmla="*/ 3129696 w 7467600"/>
              <a:gd name="connsiteY170" fmla="*/ 4360704 h 6858000"/>
              <a:gd name="connsiteX171" fmla="*/ 2814545 w 7467600"/>
              <a:gd name="connsiteY171" fmla="*/ 4282955 h 6858000"/>
              <a:gd name="connsiteX172" fmla="*/ 2305292 w 7467600"/>
              <a:gd name="connsiteY172" fmla="*/ 4219492 h 6858000"/>
              <a:gd name="connsiteX173" fmla="*/ 2626982 w 7467600"/>
              <a:gd name="connsiteY173" fmla="*/ 4206450 h 6858000"/>
              <a:gd name="connsiteX174" fmla="*/ 2490617 w 7467600"/>
              <a:gd name="connsiteY174" fmla="*/ 4206951 h 6858000"/>
              <a:gd name="connsiteX175" fmla="*/ 2819869 w 7467600"/>
              <a:gd name="connsiteY175" fmla="*/ 4252936 h 6858000"/>
              <a:gd name="connsiteX176" fmla="*/ 3143018 w 7467600"/>
              <a:gd name="connsiteY176" fmla="*/ 4332698 h 6858000"/>
              <a:gd name="connsiteX177" fmla="*/ 3241520 w 7467600"/>
              <a:gd name="connsiteY177" fmla="*/ 4385112 h 6858000"/>
              <a:gd name="connsiteX178" fmla="*/ 3374575 w 7467600"/>
              <a:gd name="connsiteY178" fmla="*/ 4451517 h 6858000"/>
              <a:gd name="connsiteX179" fmla="*/ 3505221 w 7467600"/>
              <a:gd name="connsiteY179" fmla="*/ 4480757 h 6858000"/>
              <a:gd name="connsiteX180" fmla="*/ 2626982 w 7467600"/>
              <a:gd name="connsiteY180" fmla="*/ 4206450 h 6858000"/>
              <a:gd name="connsiteX181" fmla="*/ 1310106 w 7467600"/>
              <a:gd name="connsiteY181" fmla="*/ 3943217 h 6858000"/>
              <a:gd name="connsiteX182" fmla="*/ 854994 w 7467600"/>
              <a:gd name="connsiteY182" fmla="*/ 4399136 h 6858000"/>
              <a:gd name="connsiteX183" fmla="*/ 742462 w 7467600"/>
              <a:gd name="connsiteY183" fmla="*/ 4594648 h 6858000"/>
              <a:gd name="connsiteX184" fmla="*/ 820602 w 7467600"/>
              <a:gd name="connsiteY184" fmla="*/ 4485915 h 6858000"/>
              <a:gd name="connsiteX185" fmla="*/ 878295 w 7467600"/>
              <a:gd name="connsiteY185" fmla="*/ 4403594 h 6858000"/>
              <a:gd name="connsiteX186" fmla="*/ 1240607 w 7467600"/>
              <a:gd name="connsiteY186" fmla="*/ 4010401 h 6858000"/>
              <a:gd name="connsiteX187" fmla="*/ 1310106 w 7467600"/>
              <a:gd name="connsiteY187" fmla="*/ 3943217 h 6858000"/>
              <a:gd name="connsiteX188" fmla="*/ 1423113 w 7467600"/>
              <a:gd name="connsiteY188" fmla="*/ 3874565 h 6858000"/>
              <a:gd name="connsiteX189" fmla="*/ 1260565 w 7467600"/>
              <a:gd name="connsiteY189" fmla="*/ 4031982 h 6858000"/>
              <a:gd name="connsiteX190" fmla="*/ 901900 w 7467600"/>
              <a:gd name="connsiteY190" fmla="*/ 4421236 h 6858000"/>
              <a:gd name="connsiteX191" fmla="*/ 845044 w 7467600"/>
              <a:gd name="connsiteY191" fmla="*/ 4502436 h 6858000"/>
              <a:gd name="connsiteX192" fmla="*/ 685926 w 7467600"/>
              <a:gd name="connsiteY192" fmla="*/ 4703069 h 6858000"/>
              <a:gd name="connsiteX193" fmla="*/ 684248 w 7467600"/>
              <a:gd name="connsiteY193" fmla="*/ 4706721 h 6858000"/>
              <a:gd name="connsiteX194" fmla="*/ 1423113 w 7467600"/>
              <a:gd name="connsiteY194" fmla="*/ 3874565 h 6858000"/>
              <a:gd name="connsiteX195" fmla="*/ 3316479 w 7467600"/>
              <a:gd name="connsiteY195" fmla="*/ 3872136 h 6858000"/>
              <a:gd name="connsiteX196" fmla="*/ 3546806 w 7467600"/>
              <a:gd name="connsiteY196" fmla="*/ 4356139 h 6858000"/>
              <a:gd name="connsiteX197" fmla="*/ 3364433 w 7467600"/>
              <a:gd name="connsiteY197" fmla="*/ 3953121 h 6858000"/>
              <a:gd name="connsiteX198" fmla="*/ 3316479 w 7467600"/>
              <a:gd name="connsiteY198" fmla="*/ 3872136 h 6858000"/>
              <a:gd name="connsiteX199" fmla="*/ 3291335 w 7467600"/>
              <a:gd name="connsiteY199" fmla="*/ 3767420 h 6858000"/>
              <a:gd name="connsiteX200" fmla="*/ 3390805 w 7467600"/>
              <a:gd name="connsiteY200" fmla="*/ 3937163 h 6858000"/>
              <a:gd name="connsiteX201" fmla="*/ 3579062 w 7467600"/>
              <a:gd name="connsiteY201" fmla="*/ 4359040 h 6858000"/>
              <a:gd name="connsiteX202" fmla="*/ 3467355 w 7467600"/>
              <a:gd name="connsiteY202" fmla="*/ 3988130 h 6858000"/>
              <a:gd name="connsiteX203" fmla="*/ 3310753 w 7467600"/>
              <a:gd name="connsiteY203" fmla="*/ 3787140 h 6858000"/>
              <a:gd name="connsiteX204" fmla="*/ 3291335 w 7467600"/>
              <a:gd name="connsiteY204" fmla="*/ 3767420 h 6858000"/>
              <a:gd name="connsiteX205" fmla="*/ 1635889 w 7467600"/>
              <a:gd name="connsiteY205" fmla="*/ 3709494 h 6858000"/>
              <a:gd name="connsiteX206" fmla="*/ 1634800 w 7467600"/>
              <a:gd name="connsiteY206" fmla="*/ 3731111 h 6858000"/>
              <a:gd name="connsiteX207" fmla="*/ 1635889 w 7467600"/>
              <a:gd name="connsiteY207" fmla="*/ 3709494 h 6858000"/>
              <a:gd name="connsiteX208" fmla="*/ 1510397 w 7467600"/>
              <a:gd name="connsiteY208" fmla="*/ 3684705 h 6858000"/>
              <a:gd name="connsiteX209" fmla="*/ 1146550 w 7467600"/>
              <a:gd name="connsiteY209" fmla="*/ 3802012 h 6858000"/>
              <a:gd name="connsiteX210" fmla="*/ 698834 w 7467600"/>
              <a:gd name="connsiteY210" fmla="*/ 3952272 h 6858000"/>
              <a:gd name="connsiteX211" fmla="*/ 34256 w 7467600"/>
              <a:gd name="connsiteY211" fmla="*/ 4347603 h 6858000"/>
              <a:gd name="connsiteX212" fmla="*/ 527241 w 7467600"/>
              <a:gd name="connsiteY212" fmla="*/ 4065078 h 6858000"/>
              <a:gd name="connsiteX213" fmla="*/ 1510397 w 7467600"/>
              <a:gd name="connsiteY213" fmla="*/ 3684705 h 6858000"/>
              <a:gd name="connsiteX214" fmla="*/ 1313114 w 7467600"/>
              <a:gd name="connsiteY214" fmla="*/ 3655216 h 6858000"/>
              <a:gd name="connsiteX215" fmla="*/ 1109304 w 7467600"/>
              <a:gd name="connsiteY215" fmla="*/ 3669030 h 6858000"/>
              <a:gd name="connsiteX216" fmla="*/ 8129 w 7467600"/>
              <a:gd name="connsiteY216" fmla="*/ 4330519 h 6858000"/>
              <a:gd name="connsiteX217" fmla="*/ 687572 w 7467600"/>
              <a:gd name="connsiteY217" fmla="*/ 3925629 h 6858000"/>
              <a:gd name="connsiteX218" fmla="*/ 1138365 w 7467600"/>
              <a:gd name="connsiteY218" fmla="*/ 3774515 h 6858000"/>
              <a:gd name="connsiteX219" fmla="*/ 1505579 w 7467600"/>
              <a:gd name="connsiteY219" fmla="*/ 3655526 h 6858000"/>
              <a:gd name="connsiteX220" fmla="*/ 1313114 w 7467600"/>
              <a:gd name="connsiteY220" fmla="*/ 3655216 h 6858000"/>
              <a:gd name="connsiteX221" fmla="*/ 3655073 w 7467600"/>
              <a:gd name="connsiteY221" fmla="*/ 3650884 h 6858000"/>
              <a:gd name="connsiteX222" fmla="*/ 3989938 w 7467600"/>
              <a:gd name="connsiteY222" fmla="*/ 3991685 h 6858000"/>
              <a:gd name="connsiteX223" fmla="*/ 4393907 w 7467600"/>
              <a:gd name="connsiteY223" fmla="*/ 4261258 h 6858000"/>
              <a:gd name="connsiteX224" fmla="*/ 4648051 w 7467600"/>
              <a:gd name="connsiteY224" fmla="*/ 4374051 h 6858000"/>
              <a:gd name="connsiteX225" fmla="*/ 4383389 w 7467600"/>
              <a:gd name="connsiteY225" fmla="*/ 4184369 h 6858000"/>
              <a:gd name="connsiteX226" fmla="*/ 4165508 w 7467600"/>
              <a:gd name="connsiteY226" fmla="*/ 4035196 h 6858000"/>
              <a:gd name="connsiteX227" fmla="*/ 4068162 w 7467600"/>
              <a:gd name="connsiteY227" fmla="*/ 3953394 h 6858000"/>
              <a:gd name="connsiteX228" fmla="*/ 3981416 w 7467600"/>
              <a:gd name="connsiteY228" fmla="*/ 3880482 h 6858000"/>
              <a:gd name="connsiteX229" fmla="*/ 3800147 w 7467600"/>
              <a:gd name="connsiteY229" fmla="*/ 3749872 h 6858000"/>
              <a:gd name="connsiteX230" fmla="*/ 3655073 w 7467600"/>
              <a:gd name="connsiteY230" fmla="*/ 3650884 h 6858000"/>
              <a:gd name="connsiteX231" fmla="*/ 3670252 w 7467600"/>
              <a:gd name="connsiteY231" fmla="*/ 3622798 h 6858000"/>
              <a:gd name="connsiteX232" fmla="*/ 3817258 w 7467600"/>
              <a:gd name="connsiteY232" fmla="*/ 3723577 h 6858000"/>
              <a:gd name="connsiteX233" fmla="*/ 4000461 w 7467600"/>
              <a:gd name="connsiteY233" fmla="*/ 3855966 h 6858000"/>
              <a:gd name="connsiteX234" fmla="*/ 4088180 w 7467600"/>
              <a:gd name="connsiteY234" fmla="*/ 3929774 h 6858000"/>
              <a:gd name="connsiteX235" fmla="*/ 4184555 w 7467600"/>
              <a:gd name="connsiteY235" fmla="*/ 4010683 h 6858000"/>
              <a:gd name="connsiteX236" fmla="*/ 4399563 w 7467600"/>
              <a:gd name="connsiteY236" fmla="*/ 4158106 h 6858000"/>
              <a:gd name="connsiteX237" fmla="*/ 4684469 w 7467600"/>
              <a:gd name="connsiteY237" fmla="*/ 4364680 h 6858000"/>
              <a:gd name="connsiteX238" fmla="*/ 4690271 w 7467600"/>
              <a:gd name="connsiteY238" fmla="*/ 4370034 h 6858000"/>
              <a:gd name="connsiteX239" fmla="*/ 4136093 w 7467600"/>
              <a:gd name="connsiteY239" fmla="*/ 3858466 h 6858000"/>
              <a:gd name="connsiteX240" fmla="*/ 3670252 w 7467600"/>
              <a:gd name="connsiteY240" fmla="*/ 3622798 h 6858000"/>
              <a:gd name="connsiteX241" fmla="*/ 4440129 w 7467600"/>
              <a:gd name="connsiteY241" fmla="*/ 3448571 h 6858000"/>
              <a:gd name="connsiteX242" fmla="*/ 4856525 w 7467600"/>
              <a:gd name="connsiteY242" fmla="*/ 3915351 h 6858000"/>
              <a:gd name="connsiteX243" fmla="*/ 5059055 w 7467600"/>
              <a:gd name="connsiteY243" fmla="*/ 4108918 h 6858000"/>
              <a:gd name="connsiteX244" fmla="*/ 5290070 w 7467600"/>
              <a:gd name="connsiteY244" fmla="*/ 4263619 h 6858000"/>
              <a:gd name="connsiteX245" fmla="*/ 4834991 w 7467600"/>
              <a:gd name="connsiteY245" fmla="*/ 3830985 h 6858000"/>
              <a:gd name="connsiteX246" fmla="*/ 4440129 w 7467600"/>
              <a:gd name="connsiteY246" fmla="*/ 3448571 h 6858000"/>
              <a:gd name="connsiteX247" fmla="*/ 4441737 w 7467600"/>
              <a:gd name="connsiteY247" fmla="*/ 3399734 h 6858000"/>
              <a:gd name="connsiteX248" fmla="*/ 4431236 w 7467600"/>
              <a:gd name="connsiteY248" fmla="*/ 3400954 h 6858000"/>
              <a:gd name="connsiteX249" fmla="*/ 4557150 w 7467600"/>
              <a:gd name="connsiteY249" fmla="*/ 3510023 h 6858000"/>
              <a:gd name="connsiteX250" fmla="*/ 4856936 w 7467600"/>
              <a:gd name="connsiteY250" fmla="*/ 3809146 h 6858000"/>
              <a:gd name="connsiteX251" fmla="*/ 5111996 w 7467600"/>
              <a:gd name="connsiteY251" fmla="*/ 4065759 h 6858000"/>
              <a:gd name="connsiteX252" fmla="*/ 5388878 w 7467600"/>
              <a:gd name="connsiteY252" fmla="*/ 4300185 h 6858000"/>
              <a:gd name="connsiteX253" fmla="*/ 5425556 w 7467600"/>
              <a:gd name="connsiteY253" fmla="*/ 4308967 h 6858000"/>
              <a:gd name="connsiteX254" fmla="*/ 4943646 w 7467600"/>
              <a:gd name="connsiteY254" fmla="*/ 3822916 h 6858000"/>
              <a:gd name="connsiteX255" fmla="*/ 4594837 w 7467600"/>
              <a:gd name="connsiteY255" fmla="*/ 3532274 h 6858000"/>
              <a:gd name="connsiteX256" fmla="*/ 4441737 w 7467600"/>
              <a:gd name="connsiteY256" fmla="*/ 3399734 h 6858000"/>
              <a:gd name="connsiteX257" fmla="*/ 5425834 w 7467600"/>
              <a:gd name="connsiteY257" fmla="*/ 3162785 h 6858000"/>
              <a:gd name="connsiteX258" fmla="*/ 5401644 w 7467600"/>
              <a:gd name="connsiteY258" fmla="*/ 3617847 h 6858000"/>
              <a:gd name="connsiteX259" fmla="*/ 5467256 w 7467600"/>
              <a:gd name="connsiteY259" fmla="*/ 4175494 h 6858000"/>
              <a:gd name="connsiteX260" fmla="*/ 5448069 w 7467600"/>
              <a:gd name="connsiteY260" fmla="*/ 3567554 h 6858000"/>
              <a:gd name="connsiteX261" fmla="*/ 5425834 w 7467600"/>
              <a:gd name="connsiteY261" fmla="*/ 3162785 h 6858000"/>
              <a:gd name="connsiteX262" fmla="*/ 1318687 w 7467600"/>
              <a:gd name="connsiteY262" fmla="*/ 3113840 h 6858000"/>
              <a:gd name="connsiteX263" fmla="*/ 1066793 w 7467600"/>
              <a:gd name="connsiteY263" fmla="*/ 3212171 h 6858000"/>
              <a:gd name="connsiteX264" fmla="*/ 993319 w 7467600"/>
              <a:gd name="connsiteY264" fmla="*/ 3247648 h 6858000"/>
              <a:gd name="connsiteX265" fmla="*/ 853081 w 7467600"/>
              <a:gd name="connsiteY265" fmla="*/ 3312410 h 6858000"/>
              <a:gd name="connsiteX266" fmla="*/ 805957 w 7467600"/>
              <a:gd name="connsiteY266" fmla="*/ 3330443 h 6858000"/>
              <a:gd name="connsiteX267" fmla="*/ 1318687 w 7467600"/>
              <a:gd name="connsiteY267" fmla="*/ 3113840 h 6858000"/>
              <a:gd name="connsiteX268" fmla="*/ 5453702 w 7467600"/>
              <a:gd name="connsiteY268" fmla="*/ 3090882 h 6858000"/>
              <a:gd name="connsiteX269" fmla="*/ 5480135 w 7467600"/>
              <a:gd name="connsiteY269" fmla="*/ 3565802 h 6858000"/>
              <a:gd name="connsiteX270" fmla="*/ 5499023 w 7467600"/>
              <a:gd name="connsiteY270" fmla="*/ 4166310 h 6858000"/>
              <a:gd name="connsiteX271" fmla="*/ 5547022 w 7467600"/>
              <a:gd name="connsiteY271" fmla="*/ 3607838 h 6858000"/>
              <a:gd name="connsiteX272" fmla="*/ 5515964 w 7467600"/>
              <a:gd name="connsiteY272" fmla="*/ 3378541 h 6858000"/>
              <a:gd name="connsiteX273" fmla="*/ 5453702 w 7467600"/>
              <a:gd name="connsiteY273" fmla="*/ 3090882 h 6858000"/>
              <a:gd name="connsiteX274" fmla="*/ 1238695 w 7467600"/>
              <a:gd name="connsiteY274" fmla="*/ 3076820 h 6858000"/>
              <a:gd name="connsiteX275" fmla="*/ 716371 w 7467600"/>
              <a:gd name="connsiteY275" fmla="*/ 3293249 h 6858000"/>
              <a:gd name="connsiteX276" fmla="*/ 579522 w 7467600"/>
              <a:gd name="connsiteY276" fmla="*/ 3371759 h 6858000"/>
              <a:gd name="connsiteX277" fmla="*/ 600288 w 7467600"/>
              <a:gd name="connsiteY277" fmla="*/ 3365555 h 6858000"/>
              <a:gd name="connsiteX278" fmla="*/ 840692 w 7467600"/>
              <a:gd name="connsiteY278" fmla="*/ 3284921 h 6858000"/>
              <a:gd name="connsiteX279" fmla="*/ 979248 w 7467600"/>
              <a:gd name="connsiteY279" fmla="*/ 3221003 h 6858000"/>
              <a:gd name="connsiteX280" fmla="*/ 1053282 w 7467600"/>
              <a:gd name="connsiteY280" fmla="*/ 3185247 h 6858000"/>
              <a:gd name="connsiteX281" fmla="*/ 1320603 w 7467600"/>
              <a:gd name="connsiteY281" fmla="*/ 3081281 h 6858000"/>
              <a:gd name="connsiteX282" fmla="*/ 1238695 w 7467600"/>
              <a:gd name="connsiteY282" fmla="*/ 3076820 h 6858000"/>
              <a:gd name="connsiteX283" fmla="*/ 5425627 w 7467600"/>
              <a:gd name="connsiteY283" fmla="*/ 2954192 h 6858000"/>
              <a:gd name="connsiteX284" fmla="*/ 5470770 w 7467600"/>
              <a:gd name="connsiteY284" fmla="*/ 3005435 h 6858000"/>
              <a:gd name="connsiteX285" fmla="*/ 5519779 w 7467600"/>
              <a:gd name="connsiteY285" fmla="*/ 4359223 h 6858000"/>
              <a:gd name="connsiteX286" fmla="*/ 5520293 w 7467600"/>
              <a:gd name="connsiteY286" fmla="*/ 4360602 h 6858000"/>
              <a:gd name="connsiteX287" fmla="*/ 5767221 w 7467600"/>
              <a:gd name="connsiteY287" fmla="*/ 4665564 h 6858000"/>
              <a:gd name="connsiteX288" fmla="*/ 6937169 w 7467600"/>
              <a:gd name="connsiteY288" fmla="*/ 4815941 h 6858000"/>
              <a:gd name="connsiteX289" fmla="*/ 6953922 w 7467600"/>
              <a:gd name="connsiteY289" fmla="*/ 4890068 h 6858000"/>
              <a:gd name="connsiteX290" fmla="*/ 6071359 w 7467600"/>
              <a:gd name="connsiteY290" fmla="*/ 4770770 h 6858000"/>
              <a:gd name="connsiteX291" fmla="*/ 6038839 w 7467600"/>
              <a:gd name="connsiteY291" fmla="*/ 4764474 h 6858000"/>
              <a:gd name="connsiteX292" fmla="*/ 6038706 w 7467600"/>
              <a:gd name="connsiteY292" fmla="*/ 4763847 h 6858000"/>
              <a:gd name="connsiteX293" fmla="*/ 6037784 w 7467600"/>
              <a:gd name="connsiteY293" fmla="*/ 4764270 h 6858000"/>
              <a:gd name="connsiteX294" fmla="*/ 6038839 w 7467600"/>
              <a:gd name="connsiteY294" fmla="*/ 4764474 h 6858000"/>
              <a:gd name="connsiteX295" fmla="*/ 6040338 w 7467600"/>
              <a:gd name="connsiteY295" fmla="*/ 4771418 h 6858000"/>
              <a:gd name="connsiteX296" fmla="*/ 6024488 w 7467600"/>
              <a:gd name="connsiteY296" fmla="*/ 4809903 h 6858000"/>
              <a:gd name="connsiteX297" fmla="*/ 5599771 w 7467600"/>
              <a:gd name="connsiteY297" fmla="*/ 5509652 h 6858000"/>
              <a:gd name="connsiteX298" fmla="*/ 5548843 w 7467600"/>
              <a:gd name="connsiteY298" fmla="*/ 5563845 h 6858000"/>
              <a:gd name="connsiteX299" fmla="*/ 5940952 w 7467600"/>
              <a:gd name="connsiteY299" fmla="*/ 6250028 h 6858000"/>
              <a:gd name="connsiteX300" fmla="*/ 6043441 w 7467600"/>
              <a:gd name="connsiteY300" fmla="*/ 6665847 h 6858000"/>
              <a:gd name="connsiteX301" fmla="*/ 6093432 w 7467600"/>
              <a:gd name="connsiteY301" fmla="*/ 6858000 h 6858000"/>
              <a:gd name="connsiteX302" fmla="*/ 6034344 w 7467600"/>
              <a:gd name="connsiteY302" fmla="*/ 6858000 h 6858000"/>
              <a:gd name="connsiteX303" fmla="*/ 6026679 w 7467600"/>
              <a:gd name="connsiteY303" fmla="*/ 6836959 h 6858000"/>
              <a:gd name="connsiteX304" fmla="*/ 5800441 w 7467600"/>
              <a:gd name="connsiteY304" fmla="*/ 6335286 h 6858000"/>
              <a:gd name="connsiteX305" fmla="*/ 5526562 w 7467600"/>
              <a:gd name="connsiteY305" fmla="*/ 5705388 h 6858000"/>
              <a:gd name="connsiteX306" fmla="*/ 5519640 w 7467600"/>
              <a:gd name="connsiteY306" fmla="*/ 5683774 h 6858000"/>
              <a:gd name="connsiteX307" fmla="*/ 5844559 w 7467600"/>
              <a:gd name="connsiteY307" fmla="*/ 6553349 h 6858000"/>
              <a:gd name="connsiteX308" fmla="*/ 5975994 w 7467600"/>
              <a:gd name="connsiteY308" fmla="*/ 6858000 h 6858000"/>
              <a:gd name="connsiteX309" fmla="*/ 5898547 w 7467600"/>
              <a:gd name="connsiteY309" fmla="*/ 6858000 h 6858000"/>
              <a:gd name="connsiteX310" fmla="*/ 5682041 w 7467600"/>
              <a:gd name="connsiteY310" fmla="*/ 6355860 h 6858000"/>
              <a:gd name="connsiteX311" fmla="*/ 5461758 w 7467600"/>
              <a:gd name="connsiteY311" fmla="*/ 5820220 h 6858000"/>
              <a:gd name="connsiteX312" fmla="*/ 5237282 w 7467600"/>
              <a:gd name="connsiteY312" fmla="*/ 6579086 h 6858000"/>
              <a:gd name="connsiteX313" fmla="*/ 5115009 w 7467600"/>
              <a:gd name="connsiteY313" fmla="*/ 6858000 h 6858000"/>
              <a:gd name="connsiteX314" fmla="*/ 5028074 w 7467600"/>
              <a:gd name="connsiteY314" fmla="*/ 6858000 h 6858000"/>
              <a:gd name="connsiteX315" fmla="*/ 5079508 w 7467600"/>
              <a:gd name="connsiteY315" fmla="*/ 6749074 h 6858000"/>
              <a:gd name="connsiteX316" fmla="*/ 5371846 w 7467600"/>
              <a:gd name="connsiteY316" fmla="*/ 5924413 h 6858000"/>
              <a:gd name="connsiteX317" fmla="*/ 5270512 w 7467600"/>
              <a:gd name="connsiteY317" fmla="*/ 6138975 h 6858000"/>
              <a:gd name="connsiteX318" fmla="*/ 5062409 w 7467600"/>
              <a:gd name="connsiteY318" fmla="*/ 6653544 h 6858000"/>
              <a:gd name="connsiteX319" fmla="*/ 5036628 w 7467600"/>
              <a:gd name="connsiteY319" fmla="*/ 6754247 h 6858000"/>
              <a:gd name="connsiteX320" fmla="*/ 5009112 w 7467600"/>
              <a:gd name="connsiteY320" fmla="*/ 6858000 h 6858000"/>
              <a:gd name="connsiteX321" fmla="*/ 4976679 w 7467600"/>
              <a:gd name="connsiteY321" fmla="*/ 6858000 h 6858000"/>
              <a:gd name="connsiteX322" fmla="*/ 5006537 w 7467600"/>
              <a:gd name="connsiteY322" fmla="*/ 6747068 h 6858000"/>
              <a:gd name="connsiteX323" fmla="*/ 5032723 w 7467600"/>
              <a:gd name="connsiteY323" fmla="*/ 6644957 h 6858000"/>
              <a:gd name="connsiteX324" fmla="*/ 5242949 w 7467600"/>
              <a:gd name="connsiteY324" fmla="*/ 6125175 h 6858000"/>
              <a:gd name="connsiteX325" fmla="*/ 5286321 w 7467600"/>
              <a:gd name="connsiteY325" fmla="*/ 6033555 h 6858000"/>
              <a:gd name="connsiteX326" fmla="*/ 5008210 w 7467600"/>
              <a:gd name="connsiteY326" fmla="*/ 6649194 h 6858000"/>
              <a:gd name="connsiteX327" fmla="*/ 4986321 w 7467600"/>
              <a:gd name="connsiteY327" fmla="*/ 6765687 h 6858000"/>
              <a:gd name="connsiteX328" fmla="*/ 4973474 w 7467600"/>
              <a:gd name="connsiteY328" fmla="*/ 6858000 h 6858000"/>
              <a:gd name="connsiteX329" fmla="*/ 4907178 w 7467600"/>
              <a:gd name="connsiteY329" fmla="*/ 6858000 h 6858000"/>
              <a:gd name="connsiteX330" fmla="*/ 4910810 w 7467600"/>
              <a:gd name="connsiteY330" fmla="*/ 6829660 h 6858000"/>
              <a:gd name="connsiteX331" fmla="*/ 4987461 w 7467600"/>
              <a:gd name="connsiteY331" fmla="*/ 6432994 h 6858000"/>
              <a:gd name="connsiteX332" fmla="*/ 5179262 w 7467600"/>
              <a:gd name="connsiteY332" fmla="*/ 6035044 h 6858000"/>
              <a:gd name="connsiteX333" fmla="*/ 4689678 w 7467600"/>
              <a:gd name="connsiteY333" fmla="*/ 6440241 h 6858000"/>
              <a:gd name="connsiteX334" fmla="*/ 4477543 w 7467600"/>
              <a:gd name="connsiteY334" fmla="*/ 6674836 h 6858000"/>
              <a:gd name="connsiteX335" fmla="*/ 4329957 w 7467600"/>
              <a:gd name="connsiteY335" fmla="*/ 6858000 h 6858000"/>
              <a:gd name="connsiteX336" fmla="*/ 4218595 w 7467600"/>
              <a:gd name="connsiteY336" fmla="*/ 6858000 h 6858000"/>
              <a:gd name="connsiteX337" fmla="*/ 4368888 w 7467600"/>
              <a:gd name="connsiteY337" fmla="*/ 6668412 h 6858000"/>
              <a:gd name="connsiteX338" fmla="*/ 4563091 w 7467600"/>
              <a:gd name="connsiteY338" fmla="*/ 6442508 h 6858000"/>
              <a:gd name="connsiteX339" fmla="*/ 5387324 w 7467600"/>
              <a:gd name="connsiteY339" fmla="*/ 5705830 h 6858000"/>
              <a:gd name="connsiteX340" fmla="*/ 5073620 w 7467600"/>
              <a:gd name="connsiteY340" fmla="*/ 5955437 h 6858000"/>
              <a:gd name="connsiteX341" fmla="*/ 4689789 w 7467600"/>
              <a:gd name="connsiteY341" fmla="*/ 6268382 h 6858000"/>
              <a:gd name="connsiteX342" fmla="*/ 4418722 w 7467600"/>
              <a:gd name="connsiteY342" fmla="*/ 6570886 h 6858000"/>
              <a:gd name="connsiteX343" fmla="*/ 4214944 w 7467600"/>
              <a:gd name="connsiteY343" fmla="*/ 6858000 h 6858000"/>
              <a:gd name="connsiteX344" fmla="*/ 4177898 w 7467600"/>
              <a:gd name="connsiteY344" fmla="*/ 6858000 h 6858000"/>
              <a:gd name="connsiteX345" fmla="*/ 4391597 w 7467600"/>
              <a:gd name="connsiteY345" fmla="*/ 6556370 h 6858000"/>
              <a:gd name="connsiteX346" fmla="*/ 4668889 w 7467600"/>
              <a:gd name="connsiteY346" fmla="*/ 6246399 h 6858000"/>
              <a:gd name="connsiteX347" fmla="*/ 5055427 w 7467600"/>
              <a:gd name="connsiteY347" fmla="*/ 5931476 h 6858000"/>
              <a:gd name="connsiteX348" fmla="*/ 5371814 w 7467600"/>
              <a:gd name="connsiteY348" fmla="*/ 5678975 h 6858000"/>
              <a:gd name="connsiteX349" fmla="*/ 4987918 w 7467600"/>
              <a:gd name="connsiteY349" fmla="*/ 5838701 h 6858000"/>
              <a:gd name="connsiteX350" fmla="*/ 4317146 w 7467600"/>
              <a:gd name="connsiteY350" fmla="*/ 6587716 h 6858000"/>
              <a:gd name="connsiteX351" fmla="*/ 4171627 w 7467600"/>
              <a:gd name="connsiteY351" fmla="*/ 6858000 h 6858000"/>
              <a:gd name="connsiteX352" fmla="*/ 4081585 w 7467600"/>
              <a:gd name="connsiteY352" fmla="*/ 6858000 h 6858000"/>
              <a:gd name="connsiteX353" fmla="*/ 4238603 w 7467600"/>
              <a:gd name="connsiteY353" fmla="*/ 6559341 h 6858000"/>
              <a:gd name="connsiteX354" fmla="*/ 4778333 w 7467600"/>
              <a:gd name="connsiteY354" fmla="*/ 5873626 h 6858000"/>
              <a:gd name="connsiteX355" fmla="*/ 5414185 w 7467600"/>
              <a:gd name="connsiteY355" fmla="*/ 5573882 h 6858000"/>
              <a:gd name="connsiteX356" fmla="*/ 5959648 w 7467600"/>
              <a:gd name="connsiteY356" fmla="*/ 4760797 h 6858000"/>
              <a:gd name="connsiteX357" fmla="*/ 5355019 w 7467600"/>
              <a:gd name="connsiteY357" fmla="*/ 4734672 h 6858000"/>
              <a:gd name="connsiteX358" fmla="*/ 5083565 w 7467600"/>
              <a:gd name="connsiteY358" fmla="*/ 5179121 h 6858000"/>
              <a:gd name="connsiteX359" fmla="*/ 4713577 w 7467600"/>
              <a:gd name="connsiteY359" fmla="*/ 5616803 h 6858000"/>
              <a:gd name="connsiteX360" fmla="*/ 3989559 w 7467600"/>
              <a:gd name="connsiteY360" fmla="*/ 6145945 h 6858000"/>
              <a:gd name="connsiteX361" fmla="*/ 3939824 w 7467600"/>
              <a:gd name="connsiteY361" fmla="*/ 6066900 h 6858000"/>
              <a:gd name="connsiteX362" fmla="*/ 4584537 w 7467600"/>
              <a:gd name="connsiteY362" fmla="*/ 5324826 h 6858000"/>
              <a:gd name="connsiteX363" fmla="*/ 5037105 w 7467600"/>
              <a:gd name="connsiteY363" fmla="*/ 5088765 h 6858000"/>
              <a:gd name="connsiteX364" fmla="*/ 5039930 w 7467600"/>
              <a:gd name="connsiteY364" fmla="*/ 5089585 h 6858000"/>
              <a:gd name="connsiteX365" fmla="*/ 5263764 w 7467600"/>
              <a:gd name="connsiteY365" fmla="*/ 4735525 h 6858000"/>
              <a:gd name="connsiteX366" fmla="*/ 4086300 w 7467600"/>
              <a:gd name="connsiteY366" fmla="*/ 4884599 h 6858000"/>
              <a:gd name="connsiteX367" fmla="*/ 4085485 w 7467600"/>
              <a:gd name="connsiteY367" fmla="*/ 4899070 h 6858000"/>
              <a:gd name="connsiteX368" fmla="*/ 3871915 w 7467600"/>
              <a:gd name="connsiteY368" fmla="*/ 5253645 h 6858000"/>
              <a:gd name="connsiteX369" fmla="*/ 3799374 w 7467600"/>
              <a:gd name="connsiteY369" fmla="*/ 5466127 h 6858000"/>
              <a:gd name="connsiteX370" fmla="*/ 3498850 w 7467600"/>
              <a:gd name="connsiteY370" fmla="*/ 6661888 h 6858000"/>
              <a:gd name="connsiteX371" fmla="*/ 3399216 w 7467600"/>
              <a:gd name="connsiteY371" fmla="*/ 6858000 h 6858000"/>
              <a:gd name="connsiteX372" fmla="*/ 3303688 w 7467600"/>
              <a:gd name="connsiteY372" fmla="*/ 6858000 h 6858000"/>
              <a:gd name="connsiteX373" fmla="*/ 3391774 w 7467600"/>
              <a:gd name="connsiteY373" fmla="*/ 6697181 h 6858000"/>
              <a:gd name="connsiteX374" fmla="*/ 3735540 w 7467600"/>
              <a:gd name="connsiteY374" fmla="*/ 5546923 h 6858000"/>
              <a:gd name="connsiteX375" fmla="*/ 3729438 w 7467600"/>
              <a:gd name="connsiteY375" fmla="*/ 5569058 h 6858000"/>
              <a:gd name="connsiteX376" fmla="*/ 3707782 w 7467600"/>
              <a:gd name="connsiteY376" fmla="*/ 5644908 h 6858000"/>
              <a:gd name="connsiteX377" fmla="*/ 3583827 w 7467600"/>
              <a:gd name="connsiteY377" fmla="*/ 6039215 h 6858000"/>
              <a:gd name="connsiteX378" fmla="*/ 3547861 w 7467600"/>
              <a:gd name="connsiteY378" fmla="*/ 6129609 h 6858000"/>
              <a:gd name="connsiteX379" fmla="*/ 3490905 w 7467600"/>
              <a:gd name="connsiteY379" fmla="*/ 6277660 h 6858000"/>
              <a:gd name="connsiteX380" fmla="*/ 3455859 w 7467600"/>
              <a:gd name="connsiteY380" fmla="*/ 6391301 h 6858000"/>
              <a:gd name="connsiteX381" fmla="*/ 3429112 w 7467600"/>
              <a:gd name="connsiteY381" fmla="*/ 6479469 h 6858000"/>
              <a:gd name="connsiteX382" fmla="*/ 3304862 w 7467600"/>
              <a:gd name="connsiteY382" fmla="*/ 6796476 h 6858000"/>
              <a:gd name="connsiteX383" fmla="*/ 3276071 w 7467600"/>
              <a:gd name="connsiteY383" fmla="*/ 6858000 h 6858000"/>
              <a:gd name="connsiteX384" fmla="*/ 3240805 w 7467600"/>
              <a:gd name="connsiteY384" fmla="*/ 6858000 h 6858000"/>
              <a:gd name="connsiteX385" fmla="*/ 3275917 w 7467600"/>
              <a:gd name="connsiteY385" fmla="*/ 6783192 h 6858000"/>
              <a:gd name="connsiteX386" fmla="*/ 3399358 w 7467600"/>
              <a:gd name="connsiteY386" fmla="*/ 6469011 h 6858000"/>
              <a:gd name="connsiteX387" fmla="*/ 3425650 w 7467600"/>
              <a:gd name="connsiteY387" fmla="*/ 6381333 h 6858000"/>
              <a:gd name="connsiteX388" fmla="*/ 3460661 w 7467600"/>
              <a:gd name="connsiteY388" fmla="*/ 6266763 h 6858000"/>
              <a:gd name="connsiteX389" fmla="*/ 3518021 w 7467600"/>
              <a:gd name="connsiteY389" fmla="*/ 6117298 h 6858000"/>
              <a:gd name="connsiteX390" fmla="*/ 3554035 w 7467600"/>
              <a:gd name="connsiteY390" fmla="*/ 6027832 h 6858000"/>
              <a:gd name="connsiteX391" fmla="*/ 3677174 w 7467600"/>
              <a:gd name="connsiteY391" fmla="*/ 5636351 h 6858000"/>
              <a:gd name="connsiteX392" fmla="*/ 3698819 w 7467600"/>
              <a:gd name="connsiteY392" fmla="*/ 5560503 h 6858000"/>
              <a:gd name="connsiteX393" fmla="*/ 3702094 w 7467600"/>
              <a:gd name="connsiteY393" fmla="*/ 5549194 h 6858000"/>
              <a:gd name="connsiteX394" fmla="*/ 3398355 w 7467600"/>
              <a:gd name="connsiteY394" fmla="*/ 6094603 h 6858000"/>
              <a:gd name="connsiteX395" fmla="*/ 3193941 w 7467600"/>
              <a:gd name="connsiteY395" fmla="*/ 6798775 h 6858000"/>
              <a:gd name="connsiteX396" fmla="*/ 3184140 w 7467600"/>
              <a:gd name="connsiteY396" fmla="*/ 6858000 h 6858000"/>
              <a:gd name="connsiteX397" fmla="*/ 3099978 w 7467600"/>
              <a:gd name="connsiteY397" fmla="*/ 6858000 h 6858000"/>
              <a:gd name="connsiteX398" fmla="*/ 3101556 w 7467600"/>
              <a:gd name="connsiteY398" fmla="*/ 6843337 h 6858000"/>
              <a:gd name="connsiteX399" fmla="*/ 3370162 w 7467600"/>
              <a:gd name="connsiteY399" fmla="*/ 5785550 h 6858000"/>
              <a:gd name="connsiteX400" fmla="*/ 3746477 w 7467600"/>
              <a:gd name="connsiteY400" fmla="*/ 5377889 h 6858000"/>
              <a:gd name="connsiteX401" fmla="*/ 3863399 w 7467600"/>
              <a:gd name="connsiteY401" fmla="*/ 5087257 h 6858000"/>
              <a:gd name="connsiteX402" fmla="*/ 3968712 w 7467600"/>
              <a:gd name="connsiteY402" fmla="*/ 4913989 h 6858000"/>
              <a:gd name="connsiteX403" fmla="*/ 2792390 w 7467600"/>
              <a:gd name="connsiteY403" fmla="*/ 5382974 h 6858000"/>
              <a:gd name="connsiteX404" fmla="*/ 2714982 w 7467600"/>
              <a:gd name="connsiteY404" fmla="*/ 5427051 h 6858000"/>
              <a:gd name="connsiteX405" fmla="*/ 2813361 w 7467600"/>
              <a:gd name="connsiteY405" fmla="*/ 6023912 h 6858000"/>
              <a:gd name="connsiteX406" fmla="*/ 2688430 w 7467600"/>
              <a:gd name="connsiteY406" fmla="*/ 6801564 h 6858000"/>
              <a:gd name="connsiteX407" fmla="*/ 2629626 w 7467600"/>
              <a:gd name="connsiteY407" fmla="*/ 6763394 h 6858000"/>
              <a:gd name="connsiteX408" fmla="*/ 2565328 w 7467600"/>
              <a:gd name="connsiteY408" fmla="*/ 5516399 h 6858000"/>
              <a:gd name="connsiteX409" fmla="*/ 1922999 w 7467600"/>
              <a:gd name="connsiteY409" fmla="*/ 5980343 h 6858000"/>
              <a:gd name="connsiteX410" fmla="*/ 1950261 w 7467600"/>
              <a:gd name="connsiteY410" fmla="*/ 6405858 h 6858000"/>
              <a:gd name="connsiteX411" fmla="*/ 2365554 w 7467600"/>
              <a:gd name="connsiteY411" fmla="*/ 6759107 h 6858000"/>
              <a:gd name="connsiteX412" fmla="*/ 2424142 w 7467600"/>
              <a:gd name="connsiteY412" fmla="*/ 6858000 h 6858000"/>
              <a:gd name="connsiteX413" fmla="*/ 2395994 w 7467600"/>
              <a:gd name="connsiteY413" fmla="*/ 6858000 h 6858000"/>
              <a:gd name="connsiteX414" fmla="*/ 2392863 w 7467600"/>
              <a:gd name="connsiteY414" fmla="*/ 6852964 h 6858000"/>
              <a:gd name="connsiteX415" fmla="*/ 2017589 w 7467600"/>
              <a:gd name="connsiteY415" fmla="*/ 6493982 h 6858000"/>
              <a:gd name="connsiteX416" fmla="*/ 2147336 w 7467600"/>
              <a:gd name="connsiteY416" fmla="*/ 6594052 h 6858000"/>
              <a:gd name="connsiteX417" fmla="*/ 2207047 w 7467600"/>
              <a:gd name="connsiteY417" fmla="*/ 6654540 h 6858000"/>
              <a:gd name="connsiteX418" fmla="*/ 2299106 w 7467600"/>
              <a:gd name="connsiteY418" fmla="*/ 6778931 h 6858000"/>
              <a:gd name="connsiteX419" fmla="*/ 2314430 w 7467600"/>
              <a:gd name="connsiteY419" fmla="*/ 6801144 h 6858000"/>
              <a:gd name="connsiteX420" fmla="*/ 2352406 w 7467600"/>
              <a:gd name="connsiteY420" fmla="*/ 6858000 h 6858000"/>
              <a:gd name="connsiteX421" fmla="*/ 2314492 w 7467600"/>
              <a:gd name="connsiteY421" fmla="*/ 6858000 h 6858000"/>
              <a:gd name="connsiteX422" fmla="*/ 2288095 w 7467600"/>
              <a:gd name="connsiteY422" fmla="*/ 6818030 h 6858000"/>
              <a:gd name="connsiteX423" fmla="*/ 2272768 w 7467600"/>
              <a:gd name="connsiteY423" fmla="*/ 6795822 h 6858000"/>
              <a:gd name="connsiteX424" fmla="*/ 2182715 w 7467600"/>
              <a:gd name="connsiteY424" fmla="*/ 6675071 h 6858000"/>
              <a:gd name="connsiteX425" fmla="*/ 2032061 w 7467600"/>
              <a:gd name="connsiteY425" fmla="*/ 6541380 h 6858000"/>
              <a:gd name="connsiteX426" fmla="*/ 2257220 w 7467600"/>
              <a:gd name="connsiteY426" fmla="*/ 6826257 h 6858000"/>
              <a:gd name="connsiteX427" fmla="*/ 2281324 w 7467600"/>
              <a:gd name="connsiteY427" fmla="*/ 6858000 h 6858000"/>
              <a:gd name="connsiteX428" fmla="*/ 2242860 w 7467600"/>
              <a:gd name="connsiteY428" fmla="*/ 6858000 h 6858000"/>
              <a:gd name="connsiteX429" fmla="*/ 2232818 w 7467600"/>
              <a:gd name="connsiteY429" fmla="*/ 6844926 h 6858000"/>
              <a:gd name="connsiteX430" fmla="*/ 1990172 w 7467600"/>
              <a:gd name="connsiteY430" fmla="*/ 6542121 h 6858000"/>
              <a:gd name="connsiteX431" fmla="*/ 2124090 w 7467600"/>
              <a:gd name="connsiteY431" fmla="*/ 6761017 h 6858000"/>
              <a:gd name="connsiteX432" fmla="*/ 2200380 w 7467600"/>
              <a:gd name="connsiteY432" fmla="*/ 6858000 h 6858000"/>
              <a:gd name="connsiteX433" fmla="*/ 2147507 w 7467600"/>
              <a:gd name="connsiteY433" fmla="*/ 6858000 h 6858000"/>
              <a:gd name="connsiteX434" fmla="*/ 2070668 w 7467600"/>
              <a:gd name="connsiteY434" fmla="*/ 6761520 h 6858000"/>
              <a:gd name="connsiteX435" fmla="*/ 1975142 w 7467600"/>
              <a:gd name="connsiteY435" fmla="*/ 6585570 h 6858000"/>
              <a:gd name="connsiteX436" fmla="*/ 2050035 w 7467600"/>
              <a:gd name="connsiteY436" fmla="*/ 6813345 h 6858000"/>
              <a:gd name="connsiteX437" fmla="*/ 2063025 w 7467600"/>
              <a:gd name="connsiteY437" fmla="*/ 6858000 h 6858000"/>
              <a:gd name="connsiteX438" fmla="*/ 2021675 w 7467600"/>
              <a:gd name="connsiteY438" fmla="*/ 6858000 h 6858000"/>
              <a:gd name="connsiteX439" fmla="*/ 2019308 w 7467600"/>
              <a:gd name="connsiteY439" fmla="*/ 6847118 h 6858000"/>
              <a:gd name="connsiteX440" fmla="*/ 1938835 w 7467600"/>
              <a:gd name="connsiteY440" fmla="*/ 6551160 h 6858000"/>
              <a:gd name="connsiteX441" fmla="*/ 1953230 w 7467600"/>
              <a:gd name="connsiteY441" fmla="*/ 6759699 h 6858000"/>
              <a:gd name="connsiteX442" fmla="*/ 1956763 w 7467600"/>
              <a:gd name="connsiteY442" fmla="*/ 6778191 h 6858000"/>
              <a:gd name="connsiteX443" fmla="*/ 1967925 w 7467600"/>
              <a:gd name="connsiteY443" fmla="*/ 6858000 h 6858000"/>
              <a:gd name="connsiteX444" fmla="*/ 1936622 w 7467600"/>
              <a:gd name="connsiteY444" fmla="*/ 6858000 h 6858000"/>
              <a:gd name="connsiteX445" fmla="*/ 1926261 w 7467600"/>
              <a:gd name="connsiteY445" fmla="*/ 6784064 h 6858000"/>
              <a:gd name="connsiteX446" fmla="*/ 1922724 w 7467600"/>
              <a:gd name="connsiteY446" fmla="*/ 6765577 h 6858000"/>
              <a:gd name="connsiteX447" fmla="*/ 1904650 w 7467600"/>
              <a:gd name="connsiteY447" fmla="*/ 6639616 h 6858000"/>
              <a:gd name="connsiteX448" fmla="*/ 1885273 w 7467600"/>
              <a:gd name="connsiteY448" fmla="*/ 6858000 h 6858000"/>
              <a:gd name="connsiteX449" fmla="*/ 1854363 w 7467600"/>
              <a:gd name="connsiteY449" fmla="*/ 6858000 h 6858000"/>
              <a:gd name="connsiteX450" fmla="*/ 1880391 w 7467600"/>
              <a:gd name="connsiteY450" fmla="*/ 6603796 h 6858000"/>
              <a:gd name="connsiteX451" fmla="*/ 1818273 w 7467600"/>
              <a:gd name="connsiteY451" fmla="*/ 6715729 h 6858000"/>
              <a:gd name="connsiteX452" fmla="*/ 1794691 w 7467600"/>
              <a:gd name="connsiteY452" fmla="*/ 6843239 h 6858000"/>
              <a:gd name="connsiteX453" fmla="*/ 1794914 w 7467600"/>
              <a:gd name="connsiteY453" fmla="*/ 6858000 h 6858000"/>
              <a:gd name="connsiteX454" fmla="*/ 1746128 w 7467600"/>
              <a:gd name="connsiteY454" fmla="*/ 6858000 h 6858000"/>
              <a:gd name="connsiteX455" fmla="*/ 1753934 w 7467600"/>
              <a:gd name="connsiteY455" fmla="*/ 6724796 h 6858000"/>
              <a:gd name="connsiteX456" fmla="*/ 1792053 w 7467600"/>
              <a:gd name="connsiteY456" fmla="*/ 6572396 h 6858000"/>
              <a:gd name="connsiteX457" fmla="*/ 1862248 w 7467600"/>
              <a:gd name="connsiteY457" fmla="*/ 6266397 h 6858000"/>
              <a:gd name="connsiteX458" fmla="*/ 1862250 w 7467600"/>
              <a:gd name="connsiteY458" fmla="*/ 6033531 h 6858000"/>
              <a:gd name="connsiteX459" fmla="*/ 1211999 w 7467600"/>
              <a:gd name="connsiteY459" fmla="*/ 6683610 h 6858000"/>
              <a:gd name="connsiteX460" fmla="*/ 1213266 w 7467600"/>
              <a:gd name="connsiteY460" fmla="*/ 6691947 h 6858000"/>
              <a:gd name="connsiteX461" fmla="*/ 1203370 w 7467600"/>
              <a:gd name="connsiteY461" fmla="*/ 6850676 h 6858000"/>
              <a:gd name="connsiteX462" fmla="*/ 1203671 w 7467600"/>
              <a:gd name="connsiteY462" fmla="*/ 6858000 h 6858000"/>
              <a:gd name="connsiteX463" fmla="*/ 1143180 w 7467600"/>
              <a:gd name="connsiteY463" fmla="*/ 6858000 h 6858000"/>
              <a:gd name="connsiteX464" fmla="*/ 1142176 w 7467600"/>
              <a:gd name="connsiteY464" fmla="*/ 6766045 h 6858000"/>
              <a:gd name="connsiteX465" fmla="*/ 1067484 w 7467600"/>
              <a:gd name="connsiteY465" fmla="*/ 6858000 h 6858000"/>
              <a:gd name="connsiteX466" fmla="*/ 953928 w 7467600"/>
              <a:gd name="connsiteY466" fmla="*/ 6858000 h 6858000"/>
              <a:gd name="connsiteX467" fmla="*/ 959715 w 7467600"/>
              <a:gd name="connsiteY467" fmla="*/ 6850185 h 6858000"/>
              <a:gd name="connsiteX468" fmla="*/ 1483788 w 7467600"/>
              <a:gd name="connsiteY468" fmla="*/ 6259174 h 6858000"/>
              <a:gd name="connsiteX469" fmla="*/ 1100671 w 7467600"/>
              <a:gd name="connsiteY469" fmla="*/ 6252137 h 6858000"/>
              <a:gd name="connsiteX470" fmla="*/ 1090144 w 7467600"/>
              <a:gd name="connsiteY470" fmla="*/ 6256748 h 6858000"/>
              <a:gd name="connsiteX471" fmla="*/ 1095872 w 7467600"/>
              <a:gd name="connsiteY471" fmla="*/ 6271892 h 6858000"/>
              <a:gd name="connsiteX472" fmla="*/ 262785 w 7467600"/>
              <a:gd name="connsiteY472" fmla="*/ 6845450 h 6858000"/>
              <a:gd name="connsiteX473" fmla="*/ 209968 w 7467600"/>
              <a:gd name="connsiteY473" fmla="*/ 6770713 h 6858000"/>
              <a:gd name="connsiteX474" fmla="*/ 873460 w 7467600"/>
              <a:gd name="connsiteY474" fmla="*/ 6253768 h 6858000"/>
              <a:gd name="connsiteX475" fmla="*/ 192686 w 7467600"/>
              <a:gd name="connsiteY475" fmla="*/ 5849257 h 6858000"/>
              <a:gd name="connsiteX476" fmla="*/ 4696 w 7467600"/>
              <a:gd name="connsiteY476" fmla="*/ 5697668 h 6858000"/>
              <a:gd name="connsiteX477" fmla="*/ 0 w 7467600"/>
              <a:gd name="connsiteY477" fmla="*/ 5689984 h 6858000"/>
              <a:gd name="connsiteX478" fmla="*/ 0 w 7467600"/>
              <a:gd name="connsiteY478" fmla="*/ 5513472 h 6858000"/>
              <a:gd name="connsiteX479" fmla="*/ 174101 w 7467600"/>
              <a:gd name="connsiteY479" fmla="*/ 5620277 h 6858000"/>
              <a:gd name="connsiteX480" fmla="*/ 891800 w 7467600"/>
              <a:gd name="connsiteY480" fmla="*/ 6036935 h 6858000"/>
              <a:gd name="connsiteX481" fmla="*/ 1072219 w 7467600"/>
              <a:gd name="connsiteY481" fmla="*/ 6169443 h 6858000"/>
              <a:gd name="connsiteX482" fmla="*/ 1074117 w 7467600"/>
              <a:gd name="connsiteY482" fmla="*/ 6170301 h 6858000"/>
              <a:gd name="connsiteX483" fmla="*/ 1083114 w 7467600"/>
              <a:gd name="connsiteY483" fmla="*/ 6174131 h 6858000"/>
              <a:gd name="connsiteX484" fmla="*/ 1543010 w 7467600"/>
              <a:gd name="connsiteY484" fmla="*/ 6191140 h 6858000"/>
              <a:gd name="connsiteX485" fmla="*/ 1551080 w 7467600"/>
              <a:gd name="connsiteY485" fmla="*/ 6195006 h 6858000"/>
              <a:gd name="connsiteX486" fmla="*/ 2345443 w 7467600"/>
              <a:gd name="connsiteY486" fmla="*/ 5549882 h 6858000"/>
              <a:gd name="connsiteX487" fmla="*/ 1721499 w 7467600"/>
              <a:gd name="connsiteY487" fmla="*/ 5599969 h 6858000"/>
              <a:gd name="connsiteX488" fmla="*/ 767716 w 7467600"/>
              <a:gd name="connsiteY488" fmla="*/ 5472768 h 6858000"/>
              <a:gd name="connsiteX489" fmla="*/ 722147 w 7467600"/>
              <a:gd name="connsiteY489" fmla="*/ 5393091 h 6858000"/>
              <a:gd name="connsiteX490" fmla="*/ 1485552 w 7467600"/>
              <a:gd name="connsiteY490" fmla="*/ 5313202 h 6858000"/>
              <a:gd name="connsiteX491" fmla="*/ 2143004 w 7467600"/>
              <a:gd name="connsiteY491" fmla="*/ 5402420 h 6858000"/>
              <a:gd name="connsiteX492" fmla="*/ 1933391 w 7467600"/>
              <a:gd name="connsiteY492" fmla="*/ 5156971 h 6858000"/>
              <a:gd name="connsiteX493" fmla="*/ 1827118 w 7467600"/>
              <a:gd name="connsiteY493" fmla="*/ 4968410 h 6858000"/>
              <a:gd name="connsiteX494" fmla="*/ 1837349 w 7467600"/>
              <a:gd name="connsiteY494" fmla="*/ 4956357 h 6858000"/>
              <a:gd name="connsiteX495" fmla="*/ 2162835 w 7467600"/>
              <a:gd name="connsiteY495" fmla="*/ 5187853 h 6858000"/>
              <a:gd name="connsiteX496" fmla="*/ 2257167 w 7467600"/>
              <a:gd name="connsiteY496" fmla="*/ 5462123 h 6858000"/>
              <a:gd name="connsiteX497" fmla="*/ 2261598 w 7467600"/>
              <a:gd name="connsiteY497" fmla="*/ 5467998 h 6858000"/>
              <a:gd name="connsiteX498" fmla="*/ 2437177 w 7467600"/>
              <a:gd name="connsiteY498" fmla="*/ 5479608 h 6858000"/>
              <a:gd name="connsiteX499" fmla="*/ 2445247 w 7467600"/>
              <a:gd name="connsiteY499" fmla="*/ 5483476 h 6858000"/>
              <a:gd name="connsiteX500" fmla="*/ 2743626 w 7467600"/>
              <a:gd name="connsiteY500" fmla="*/ 5304819 h 6858000"/>
              <a:gd name="connsiteX501" fmla="*/ 3048102 w 7467600"/>
              <a:gd name="connsiteY501" fmla="*/ 5150595 h 6858000"/>
              <a:gd name="connsiteX502" fmla="*/ 1799414 w 7467600"/>
              <a:gd name="connsiteY502" fmla="*/ 4694732 h 6858000"/>
              <a:gd name="connsiteX503" fmla="*/ 1771735 w 7467600"/>
              <a:gd name="connsiteY503" fmla="*/ 4619929 h 6858000"/>
              <a:gd name="connsiteX504" fmla="*/ 3104273 w 7467600"/>
              <a:gd name="connsiteY504" fmla="*/ 5076159 h 6858000"/>
              <a:gd name="connsiteX505" fmla="*/ 3113245 w 7467600"/>
              <a:gd name="connsiteY505" fmla="*/ 5090705 h 6858000"/>
              <a:gd name="connsiteX506" fmla="*/ 3126294 w 7467600"/>
              <a:gd name="connsiteY506" fmla="*/ 5114400 h 6858000"/>
              <a:gd name="connsiteX507" fmla="*/ 3937433 w 7467600"/>
              <a:gd name="connsiteY507" fmla="*/ 4830473 h 6858000"/>
              <a:gd name="connsiteX508" fmla="*/ 3590475 w 7467600"/>
              <a:gd name="connsiteY508" fmla="*/ 4597974 h 6858000"/>
              <a:gd name="connsiteX509" fmla="*/ 3100264 w 7467600"/>
              <a:gd name="connsiteY509" fmla="*/ 4579845 h 6858000"/>
              <a:gd name="connsiteX510" fmla="*/ 2183576 w 7467600"/>
              <a:gd name="connsiteY510" fmla="*/ 4227150 h 6858000"/>
              <a:gd name="connsiteX511" fmla="*/ 2151029 w 7467600"/>
              <a:gd name="connsiteY511" fmla="*/ 4146947 h 6858000"/>
              <a:gd name="connsiteX512" fmla="*/ 3563434 w 7467600"/>
              <a:gd name="connsiteY512" fmla="*/ 4469115 h 6858000"/>
              <a:gd name="connsiteX513" fmla="*/ 3177952 w 7467600"/>
              <a:gd name="connsiteY513" fmla="*/ 3657386 h 6858000"/>
              <a:gd name="connsiteX514" fmla="*/ 3189263 w 7467600"/>
              <a:gd name="connsiteY514" fmla="*/ 3625726 h 6858000"/>
              <a:gd name="connsiteX515" fmla="*/ 3560912 w 7467600"/>
              <a:gd name="connsiteY515" fmla="*/ 4079863 h 6858000"/>
              <a:gd name="connsiteX516" fmla="*/ 3626636 w 7467600"/>
              <a:gd name="connsiteY516" fmla="*/ 4512230 h 6858000"/>
              <a:gd name="connsiteX517" fmla="*/ 3653088 w 7467600"/>
              <a:gd name="connsiteY517" fmla="*/ 4521417 h 6858000"/>
              <a:gd name="connsiteX518" fmla="*/ 3988128 w 7467600"/>
              <a:gd name="connsiteY518" fmla="*/ 4817267 h 6858000"/>
              <a:gd name="connsiteX519" fmla="*/ 4830582 w 7467600"/>
              <a:gd name="connsiteY519" fmla="*/ 4676000 h 6858000"/>
              <a:gd name="connsiteX520" fmla="*/ 4830100 w 7467600"/>
              <a:gd name="connsiteY520" fmla="*/ 4675554 h 6858000"/>
              <a:gd name="connsiteX521" fmla="*/ 4036318 w 7467600"/>
              <a:gd name="connsiteY521" fmla="*/ 4147013 h 6858000"/>
              <a:gd name="connsiteX522" fmla="*/ 3432098 w 7467600"/>
              <a:gd name="connsiteY522" fmla="*/ 3537312 h 6858000"/>
              <a:gd name="connsiteX523" fmla="*/ 3446761 w 7467600"/>
              <a:gd name="connsiteY523" fmla="*/ 3461278 h 6858000"/>
              <a:gd name="connsiteX524" fmla="*/ 4419733 w 7467600"/>
              <a:gd name="connsiteY524" fmla="*/ 3963555 h 6858000"/>
              <a:gd name="connsiteX525" fmla="*/ 4781371 w 7467600"/>
              <a:gd name="connsiteY525" fmla="*/ 4458604 h 6858000"/>
              <a:gd name="connsiteX526" fmla="*/ 4780440 w 7467600"/>
              <a:gd name="connsiteY526" fmla="*/ 4470290 h 6858000"/>
              <a:gd name="connsiteX527" fmla="*/ 4898954 w 7467600"/>
              <a:gd name="connsiteY527" fmla="*/ 4662092 h 6858000"/>
              <a:gd name="connsiteX528" fmla="*/ 4900699 w 7467600"/>
              <a:gd name="connsiteY528" fmla="*/ 4670867 h 6858000"/>
              <a:gd name="connsiteX529" fmla="*/ 5714511 w 7467600"/>
              <a:gd name="connsiteY529" fmla="*/ 4663483 h 6858000"/>
              <a:gd name="connsiteX530" fmla="*/ 5464793 w 7467600"/>
              <a:gd name="connsiteY530" fmla="*/ 4393556 h 6858000"/>
              <a:gd name="connsiteX531" fmla="*/ 5461897 w 7467600"/>
              <a:gd name="connsiteY531" fmla="*/ 4390879 h 6858000"/>
              <a:gd name="connsiteX532" fmla="*/ 4294126 w 7467600"/>
              <a:gd name="connsiteY532" fmla="*/ 3303048 h 6858000"/>
              <a:gd name="connsiteX533" fmla="*/ 4305321 w 7467600"/>
              <a:gd name="connsiteY533" fmla="*/ 3256953 h 6858000"/>
              <a:gd name="connsiteX534" fmla="*/ 4949299 w 7467600"/>
              <a:gd name="connsiteY534" fmla="*/ 3766336 h 6858000"/>
              <a:gd name="connsiteX535" fmla="*/ 5291452 w 7467600"/>
              <a:gd name="connsiteY535" fmla="*/ 4076801 h 6858000"/>
              <a:gd name="connsiteX536" fmla="*/ 5434998 w 7467600"/>
              <a:gd name="connsiteY536" fmla="*/ 4254100 h 6858000"/>
              <a:gd name="connsiteX537" fmla="*/ 5351015 w 7467600"/>
              <a:gd name="connsiteY537" fmla="*/ 3760989 h 6858000"/>
              <a:gd name="connsiteX538" fmla="*/ 5413780 w 7467600"/>
              <a:gd name="connsiteY538" fmla="*/ 2966265 h 6858000"/>
              <a:gd name="connsiteX539" fmla="*/ 5425627 w 7467600"/>
              <a:gd name="connsiteY539" fmla="*/ 2954192 h 6858000"/>
              <a:gd name="connsiteX540" fmla="*/ 6604735 w 7467600"/>
              <a:gd name="connsiteY540" fmla="*/ 2041381 h 6858000"/>
              <a:gd name="connsiteX541" fmla="*/ 7204487 w 7467600"/>
              <a:gd name="connsiteY541" fmla="*/ 2742112 h 6858000"/>
              <a:gd name="connsiteX542" fmla="*/ 7131592 w 7467600"/>
              <a:gd name="connsiteY542" fmla="*/ 2672096 h 6858000"/>
              <a:gd name="connsiteX543" fmla="*/ 6996344 w 7467600"/>
              <a:gd name="connsiteY543" fmla="*/ 2518310 h 6858000"/>
              <a:gd name="connsiteX544" fmla="*/ 6735495 w 7467600"/>
              <a:gd name="connsiteY544" fmla="*/ 2196890 h 6858000"/>
              <a:gd name="connsiteX545" fmla="*/ 6721901 w 7467600"/>
              <a:gd name="connsiteY545" fmla="*/ 2179274 h 6858000"/>
              <a:gd name="connsiteX546" fmla="*/ 6604735 w 7467600"/>
              <a:gd name="connsiteY546" fmla="*/ 2041381 h 6858000"/>
              <a:gd name="connsiteX547" fmla="*/ 6591670 w 7467600"/>
              <a:gd name="connsiteY547" fmla="*/ 1988277 h 6858000"/>
              <a:gd name="connsiteX548" fmla="*/ 6747349 w 7467600"/>
              <a:gd name="connsiteY548" fmla="*/ 2160069 h 6858000"/>
              <a:gd name="connsiteX549" fmla="*/ 6760943 w 7467600"/>
              <a:gd name="connsiteY549" fmla="*/ 2177686 h 6858000"/>
              <a:gd name="connsiteX550" fmla="*/ 7021065 w 7467600"/>
              <a:gd name="connsiteY550" fmla="*/ 2498102 h 6858000"/>
              <a:gd name="connsiteX551" fmla="*/ 7155223 w 7467600"/>
              <a:gd name="connsiteY551" fmla="*/ 2650386 h 6858000"/>
              <a:gd name="connsiteX552" fmla="*/ 7203167 w 7467600"/>
              <a:gd name="connsiteY552" fmla="*/ 2697288 h 6858000"/>
              <a:gd name="connsiteX553" fmla="*/ 6937703 w 7467600"/>
              <a:gd name="connsiteY553" fmla="*/ 2321981 h 6858000"/>
              <a:gd name="connsiteX554" fmla="*/ 6591670 w 7467600"/>
              <a:gd name="connsiteY554" fmla="*/ 1988277 h 6858000"/>
              <a:gd name="connsiteX555" fmla="*/ 5798671 w 7467600"/>
              <a:gd name="connsiteY555" fmla="*/ 1981601 h 6858000"/>
              <a:gd name="connsiteX556" fmla="*/ 5754709 w 7467600"/>
              <a:gd name="connsiteY556" fmla="*/ 2071454 h 6858000"/>
              <a:gd name="connsiteX557" fmla="*/ 5763044 w 7467600"/>
              <a:gd name="connsiteY557" fmla="*/ 2842206 h 6858000"/>
              <a:gd name="connsiteX558" fmla="*/ 5764974 w 7467600"/>
              <a:gd name="connsiteY558" fmla="*/ 2799609 h 6858000"/>
              <a:gd name="connsiteX559" fmla="*/ 5767665 w 7467600"/>
              <a:gd name="connsiteY559" fmla="*/ 2666409 h 6858000"/>
              <a:gd name="connsiteX560" fmla="*/ 5763055 w 7467600"/>
              <a:gd name="connsiteY560" fmla="*/ 2579705 h 6858000"/>
              <a:gd name="connsiteX561" fmla="*/ 5758079 w 7467600"/>
              <a:gd name="connsiteY561" fmla="*/ 2492508 h 6858000"/>
              <a:gd name="connsiteX562" fmla="*/ 5779325 w 7467600"/>
              <a:gd name="connsiteY562" fmla="*/ 2197069 h 6858000"/>
              <a:gd name="connsiteX563" fmla="*/ 5798671 w 7467600"/>
              <a:gd name="connsiteY563" fmla="*/ 1981601 h 6858000"/>
              <a:gd name="connsiteX564" fmla="*/ 5829202 w 7467600"/>
              <a:gd name="connsiteY564" fmla="*/ 1971679 h 6858000"/>
              <a:gd name="connsiteX565" fmla="*/ 5809558 w 7467600"/>
              <a:gd name="connsiteY565" fmla="*/ 2198043 h 6858000"/>
              <a:gd name="connsiteX566" fmla="*/ 5788653 w 7467600"/>
              <a:gd name="connsiteY566" fmla="*/ 2489430 h 6858000"/>
              <a:gd name="connsiteX567" fmla="*/ 5793439 w 7467600"/>
              <a:gd name="connsiteY567" fmla="*/ 2575235 h 6858000"/>
              <a:gd name="connsiteX568" fmla="*/ 5796837 w 7467600"/>
              <a:gd name="connsiteY568" fmla="*/ 2637633 h 6858000"/>
              <a:gd name="connsiteX569" fmla="*/ 5818614 w 7467600"/>
              <a:gd name="connsiteY569" fmla="*/ 2473055 h 6858000"/>
              <a:gd name="connsiteX570" fmla="*/ 5829202 w 7467600"/>
              <a:gd name="connsiteY570" fmla="*/ 1971679 h 6858000"/>
              <a:gd name="connsiteX571" fmla="*/ 5911389 w 7467600"/>
              <a:gd name="connsiteY571" fmla="*/ 1898371 h 6858000"/>
              <a:gd name="connsiteX572" fmla="*/ 6237627 w 7467600"/>
              <a:gd name="connsiteY572" fmla="*/ 2231921 h 6858000"/>
              <a:gd name="connsiteX573" fmla="*/ 5911389 w 7467600"/>
              <a:gd name="connsiteY573" fmla="*/ 1898371 h 6858000"/>
              <a:gd name="connsiteX574" fmla="*/ 6944437 w 7467600"/>
              <a:gd name="connsiteY574" fmla="*/ 1575402 h 6858000"/>
              <a:gd name="connsiteX575" fmla="*/ 6304730 w 7467600"/>
              <a:gd name="connsiteY575" fmla="*/ 1766654 h 6858000"/>
              <a:gd name="connsiteX576" fmla="*/ 6944437 w 7467600"/>
              <a:gd name="connsiteY576" fmla="*/ 1575402 h 6858000"/>
              <a:gd name="connsiteX577" fmla="*/ 7019523 w 7467600"/>
              <a:gd name="connsiteY577" fmla="*/ 1519450 h 6858000"/>
              <a:gd name="connsiteX578" fmla="*/ 6298091 w 7467600"/>
              <a:gd name="connsiteY578" fmla="*/ 1737122 h 6858000"/>
              <a:gd name="connsiteX579" fmla="*/ 7019523 w 7467600"/>
              <a:gd name="connsiteY579" fmla="*/ 1519450 h 6858000"/>
              <a:gd name="connsiteX580" fmla="*/ 2399523 w 7467600"/>
              <a:gd name="connsiteY580" fmla="*/ 1428234 h 6858000"/>
              <a:gd name="connsiteX581" fmla="*/ 2224982 w 7467600"/>
              <a:gd name="connsiteY581" fmla="*/ 1826201 h 6858000"/>
              <a:gd name="connsiteX582" fmla="*/ 2096099 w 7467600"/>
              <a:gd name="connsiteY582" fmla="*/ 2345900 h 6858000"/>
              <a:gd name="connsiteX583" fmla="*/ 2283317 w 7467600"/>
              <a:gd name="connsiteY583" fmla="*/ 1796925 h 6858000"/>
              <a:gd name="connsiteX584" fmla="*/ 2399523 w 7467600"/>
              <a:gd name="connsiteY584" fmla="*/ 1428234 h 6858000"/>
              <a:gd name="connsiteX585" fmla="*/ 2448558 w 7467600"/>
              <a:gd name="connsiteY585" fmla="*/ 1373435 h 6858000"/>
              <a:gd name="connsiteX586" fmla="*/ 2312521 w 7467600"/>
              <a:gd name="connsiteY586" fmla="*/ 1806140 h 6858000"/>
              <a:gd name="connsiteX587" fmla="*/ 2127533 w 7467600"/>
              <a:gd name="connsiteY587" fmla="*/ 2348380 h 6858000"/>
              <a:gd name="connsiteX588" fmla="*/ 2358080 w 7467600"/>
              <a:gd name="connsiteY588" fmla="*/ 1866134 h 6858000"/>
              <a:gd name="connsiteX589" fmla="*/ 2407436 w 7467600"/>
              <a:gd name="connsiteY589" fmla="*/ 1651070 h 6858000"/>
              <a:gd name="connsiteX590" fmla="*/ 2448558 w 7467600"/>
              <a:gd name="connsiteY590" fmla="*/ 1373435 h 6858000"/>
              <a:gd name="connsiteX591" fmla="*/ 278707 w 7467600"/>
              <a:gd name="connsiteY591" fmla="*/ 1352270 h 6858000"/>
              <a:gd name="connsiteX592" fmla="*/ 321570 w 7467600"/>
              <a:gd name="connsiteY592" fmla="*/ 1861610 h 6858000"/>
              <a:gd name="connsiteX593" fmla="*/ 294281 w 7467600"/>
              <a:gd name="connsiteY593" fmla="*/ 1440658 h 6858000"/>
              <a:gd name="connsiteX594" fmla="*/ 278707 w 7467600"/>
              <a:gd name="connsiteY594" fmla="*/ 1352270 h 6858000"/>
              <a:gd name="connsiteX595" fmla="*/ 1423821 w 7467600"/>
              <a:gd name="connsiteY595" fmla="*/ 1351958 h 6858000"/>
              <a:gd name="connsiteX596" fmla="*/ 1638521 w 7467600"/>
              <a:gd name="connsiteY596" fmla="*/ 1908470 h 6858000"/>
              <a:gd name="connsiteX597" fmla="*/ 1754199 w 7467600"/>
              <a:gd name="connsiteY597" fmla="*/ 2149284 h 6858000"/>
              <a:gd name="connsiteX598" fmla="*/ 1908359 w 7467600"/>
              <a:gd name="connsiteY598" fmla="*/ 2364988 h 6858000"/>
              <a:gd name="connsiteX599" fmla="*/ 1647661 w 7467600"/>
              <a:gd name="connsiteY599" fmla="*/ 1825945 h 6858000"/>
              <a:gd name="connsiteX600" fmla="*/ 1423821 w 7467600"/>
              <a:gd name="connsiteY600" fmla="*/ 1351958 h 6858000"/>
              <a:gd name="connsiteX601" fmla="*/ 1431890 w 7467600"/>
              <a:gd name="connsiteY601" fmla="*/ 1306475 h 6858000"/>
              <a:gd name="connsiteX602" fmla="*/ 1507597 w 7467600"/>
              <a:gd name="connsiteY602" fmla="*/ 1446132 h 6858000"/>
              <a:gd name="connsiteX603" fmla="*/ 1674586 w 7467600"/>
              <a:gd name="connsiteY603" fmla="*/ 1813832 h 6858000"/>
              <a:gd name="connsiteX604" fmla="*/ 1815950 w 7467600"/>
              <a:gd name="connsiteY604" fmla="*/ 2128564 h 6858000"/>
              <a:gd name="connsiteX605" fmla="*/ 1984242 w 7467600"/>
              <a:gd name="connsiteY605" fmla="*/ 2430829 h 6858000"/>
              <a:gd name="connsiteX606" fmla="*/ 2014023 w 7467600"/>
              <a:gd name="connsiteY606" fmla="*/ 2450995 h 6858000"/>
              <a:gd name="connsiteX607" fmla="*/ 1747337 w 7467600"/>
              <a:gd name="connsiteY607" fmla="*/ 1855264 h 6858000"/>
              <a:gd name="connsiteX608" fmla="*/ 1533749 w 7467600"/>
              <a:gd name="connsiteY608" fmla="*/ 1478656 h 6858000"/>
              <a:gd name="connsiteX609" fmla="*/ 1431890 w 7467600"/>
              <a:gd name="connsiteY609" fmla="*/ 1306475 h 6858000"/>
              <a:gd name="connsiteX610" fmla="*/ 5052692 w 7467600"/>
              <a:gd name="connsiteY610" fmla="*/ 1292994 h 6858000"/>
              <a:gd name="connsiteX611" fmla="*/ 5200661 w 7467600"/>
              <a:gd name="connsiteY611" fmla="*/ 1635186 h 6858000"/>
              <a:gd name="connsiteX612" fmla="*/ 5297138 w 7467600"/>
              <a:gd name="connsiteY612" fmla="*/ 1906351 h 6858000"/>
              <a:gd name="connsiteX613" fmla="*/ 5052692 w 7467600"/>
              <a:gd name="connsiteY613" fmla="*/ 1292994 h 6858000"/>
              <a:gd name="connsiteX614" fmla="*/ 5009948 w 7467600"/>
              <a:gd name="connsiteY614" fmla="*/ 1273619 h 6858000"/>
              <a:gd name="connsiteX615" fmla="*/ 5121777 w 7467600"/>
              <a:gd name="connsiteY615" fmla="*/ 1654213 h 6858000"/>
              <a:gd name="connsiteX616" fmla="*/ 5293545 w 7467600"/>
              <a:gd name="connsiteY616" fmla="*/ 2072247 h 6858000"/>
              <a:gd name="connsiteX617" fmla="*/ 5294042 w 7467600"/>
              <a:gd name="connsiteY617" fmla="*/ 2065019 h 6858000"/>
              <a:gd name="connsiteX618" fmla="*/ 5171936 w 7467600"/>
              <a:gd name="connsiteY618" fmla="*/ 1647613 h 6858000"/>
              <a:gd name="connsiteX619" fmla="*/ 5009948 w 7467600"/>
              <a:gd name="connsiteY619" fmla="*/ 1273619 h 6858000"/>
              <a:gd name="connsiteX620" fmla="*/ 655236 w 7467600"/>
              <a:gd name="connsiteY620" fmla="*/ 1268632 h 6858000"/>
              <a:gd name="connsiteX621" fmla="*/ 839521 w 7467600"/>
              <a:gd name="connsiteY621" fmla="*/ 1685315 h 6858000"/>
              <a:gd name="connsiteX622" fmla="*/ 1109416 w 7467600"/>
              <a:gd name="connsiteY622" fmla="*/ 2061663 h 6858000"/>
              <a:gd name="connsiteX623" fmla="*/ 1298300 w 7467600"/>
              <a:gd name="connsiteY623" fmla="*/ 2247742 h 6858000"/>
              <a:gd name="connsiteX624" fmla="*/ 1125871 w 7467600"/>
              <a:gd name="connsiteY624" fmla="*/ 1989513 h 6858000"/>
              <a:gd name="connsiteX625" fmla="*/ 981574 w 7467600"/>
              <a:gd name="connsiteY625" fmla="*/ 1783157 h 6858000"/>
              <a:gd name="connsiteX626" fmla="*/ 922198 w 7467600"/>
              <a:gd name="connsiteY626" fmla="*/ 1677437 h 6858000"/>
              <a:gd name="connsiteX627" fmla="*/ 869293 w 7467600"/>
              <a:gd name="connsiteY627" fmla="*/ 1583214 h 6858000"/>
              <a:gd name="connsiteX628" fmla="*/ 751431 w 7467600"/>
              <a:gd name="connsiteY628" fmla="*/ 1405731 h 6858000"/>
              <a:gd name="connsiteX629" fmla="*/ 655236 w 7467600"/>
              <a:gd name="connsiteY629" fmla="*/ 1268632 h 6858000"/>
              <a:gd name="connsiteX630" fmla="*/ 6516292 w 7467600"/>
              <a:gd name="connsiteY630" fmla="*/ 1263064 h 6858000"/>
              <a:gd name="connsiteX631" fmla="*/ 5736320 w 7467600"/>
              <a:gd name="connsiteY631" fmla="*/ 1501803 h 6858000"/>
              <a:gd name="connsiteX632" fmla="*/ 6516292 w 7467600"/>
              <a:gd name="connsiteY632" fmla="*/ 1263064 h 6858000"/>
              <a:gd name="connsiteX633" fmla="*/ 291466 w 7467600"/>
              <a:gd name="connsiteY633" fmla="*/ 1250369 h 6858000"/>
              <a:gd name="connsiteX634" fmla="*/ 323180 w 7467600"/>
              <a:gd name="connsiteY634" fmla="*/ 1435283 h 6858000"/>
              <a:gd name="connsiteX635" fmla="*/ 349381 w 7467600"/>
              <a:gd name="connsiteY635" fmla="*/ 1875041 h 6858000"/>
              <a:gd name="connsiteX636" fmla="*/ 374363 w 7467600"/>
              <a:gd name="connsiteY636" fmla="*/ 1506494 h 6858000"/>
              <a:gd name="connsiteX637" fmla="*/ 302168 w 7467600"/>
              <a:gd name="connsiteY637" fmla="*/ 1274495 h 6858000"/>
              <a:gd name="connsiteX638" fmla="*/ 291466 w 7467600"/>
              <a:gd name="connsiteY638" fmla="*/ 1250369 h 6858000"/>
              <a:gd name="connsiteX639" fmla="*/ 678222 w 7467600"/>
              <a:gd name="connsiteY639" fmla="*/ 1248670 h 6858000"/>
              <a:gd name="connsiteX640" fmla="*/ 775536 w 7467600"/>
              <a:gd name="connsiteY640" fmla="*/ 1388015 h 6858000"/>
              <a:gd name="connsiteX641" fmla="*/ 894529 w 7467600"/>
              <a:gd name="connsiteY641" fmla="*/ 1567739 h 6858000"/>
              <a:gd name="connsiteX642" fmla="*/ 948000 w 7467600"/>
              <a:gd name="connsiteY642" fmla="*/ 1663088 h 6858000"/>
              <a:gd name="connsiteX643" fmla="*/ 1006812 w 7467600"/>
              <a:gd name="connsiteY643" fmla="*/ 1767683 h 6858000"/>
              <a:gd name="connsiteX644" fmla="*/ 1149133 w 7467600"/>
              <a:gd name="connsiteY644" fmla="*/ 1971513 h 6858000"/>
              <a:gd name="connsiteX645" fmla="*/ 1333952 w 7467600"/>
              <a:gd name="connsiteY645" fmla="*/ 2251620 h 6858000"/>
              <a:gd name="connsiteX646" fmla="*/ 1337329 w 7467600"/>
              <a:gd name="connsiteY646" fmla="*/ 2258350 h 6858000"/>
              <a:gd name="connsiteX647" fmla="*/ 1014726 w 7467600"/>
              <a:gd name="connsiteY647" fmla="*/ 1615556 h 6858000"/>
              <a:gd name="connsiteX648" fmla="*/ 678222 w 7467600"/>
              <a:gd name="connsiteY648" fmla="*/ 1248670 h 6858000"/>
              <a:gd name="connsiteX649" fmla="*/ 6691602 w 7467600"/>
              <a:gd name="connsiteY649" fmla="*/ 1140573 h 6858000"/>
              <a:gd name="connsiteX650" fmla="*/ 6571100 w 7467600"/>
              <a:gd name="connsiteY650" fmla="*/ 1183662 h 6858000"/>
              <a:gd name="connsiteX651" fmla="*/ 6241687 w 7467600"/>
              <a:gd name="connsiteY651" fmla="*/ 1257600 h 6858000"/>
              <a:gd name="connsiteX652" fmla="*/ 5693009 w 7467600"/>
              <a:gd name="connsiteY652" fmla="*/ 1478256 h 6858000"/>
              <a:gd name="connsiteX653" fmla="*/ 6548420 w 7467600"/>
              <a:gd name="connsiteY653" fmla="*/ 1214599 h 6858000"/>
              <a:gd name="connsiteX654" fmla="*/ 6605473 w 7467600"/>
              <a:gd name="connsiteY654" fmla="*/ 1184686 h 6858000"/>
              <a:gd name="connsiteX655" fmla="*/ 6691602 w 7467600"/>
              <a:gd name="connsiteY655" fmla="*/ 1140573 h 6858000"/>
              <a:gd name="connsiteX656" fmla="*/ 4002475 w 7467600"/>
              <a:gd name="connsiteY656" fmla="*/ 1037802 h 6858000"/>
              <a:gd name="connsiteX657" fmla="*/ 4000324 w 7467600"/>
              <a:gd name="connsiteY657" fmla="*/ 1039362 h 6858000"/>
              <a:gd name="connsiteX658" fmla="*/ 4002862 w 7467600"/>
              <a:gd name="connsiteY658" fmla="*/ 1042866 h 6858000"/>
              <a:gd name="connsiteX659" fmla="*/ 4002475 w 7467600"/>
              <a:gd name="connsiteY659" fmla="*/ 1037802 h 6858000"/>
              <a:gd name="connsiteX660" fmla="*/ 506322 w 7467600"/>
              <a:gd name="connsiteY660" fmla="*/ 1020997 h 6858000"/>
              <a:gd name="connsiteX661" fmla="*/ 533068 w 7467600"/>
              <a:gd name="connsiteY661" fmla="*/ 1029409 h 6858000"/>
              <a:gd name="connsiteX662" fmla="*/ 1232525 w 7467600"/>
              <a:gd name="connsiteY662" fmla="*/ 1804675 h 6858000"/>
              <a:gd name="connsiteX663" fmla="*/ 1388858 w 7467600"/>
              <a:gd name="connsiteY663" fmla="*/ 2368011 h 6858000"/>
              <a:gd name="connsiteX664" fmla="*/ 1384098 w 7467600"/>
              <a:gd name="connsiteY664" fmla="*/ 2378125 h 6858000"/>
              <a:gd name="connsiteX665" fmla="*/ 1425393 w 7467600"/>
              <a:gd name="connsiteY665" fmla="*/ 2589124 h 6858000"/>
              <a:gd name="connsiteX666" fmla="*/ 1424001 w 7467600"/>
              <a:gd name="connsiteY666" fmla="*/ 2597541 h 6858000"/>
              <a:gd name="connsiteX667" fmla="*/ 2152729 w 7467600"/>
              <a:gd name="connsiteY667" fmla="*/ 2864487 h 6858000"/>
              <a:gd name="connsiteX668" fmla="*/ 2020609 w 7467600"/>
              <a:gd name="connsiteY668" fmla="*/ 2539671 h 6858000"/>
              <a:gd name="connsiteX669" fmla="*/ 2018920 w 7467600"/>
              <a:gd name="connsiteY669" fmla="*/ 2536309 h 6858000"/>
              <a:gd name="connsiteX670" fmla="*/ 1342441 w 7467600"/>
              <a:gd name="connsiteY670" fmla="*/ 1173017 h 6858000"/>
              <a:gd name="connsiteX671" fmla="*/ 1367925 w 7467600"/>
              <a:gd name="connsiteY671" fmla="*/ 1135648 h 6858000"/>
              <a:gd name="connsiteX672" fmla="*/ 1771401 w 7467600"/>
              <a:gd name="connsiteY672" fmla="*/ 1806673 h 6858000"/>
              <a:gd name="connsiteX673" fmla="*/ 1972385 w 7467600"/>
              <a:gd name="connsiteY673" fmla="*/ 2198735 h 6858000"/>
              <a:gd name="connsiteX674" fmla="*/ 2040892 w 7467600"/>
              <a:gd name="connsiteY674" fmla="*/ 2405205 h 6858000"/>
              <a:gd name="connsiteX675" fmla="*/ 2131689 w 7467600"/>
              <a:gd name="connsiteY675" fmla="*/ 1936926 h 6858000"/>
              <a:gd name="connsiteX676" fmla="*/ 2454820 w 7467600"/>
              <a:gd name="connsiteY676" fmla="*/ 1248808 h 6858000"/>
              <a:gd name="connsiteX677" fmla="*/ 2492512 w 7467600"/>
              <a:gd name="connsiteY677" fmla="*/ 1302920 h 6858000"/>
              <a:gd name="connsiteX678" fmla="*/ 2081216 w 7467600"/>
              <a:gd name="connsiteY678" fmla="*/ 2527513 h 6858000"/>
              <a:gd name="connsiteX679" fmla="*/ 2081211 w 7467600"/>
              <a:gd name="connsiteY679" fmla="*/ 2528916 h 6858000"/>
              <a:gd name="connsiteX680" fmla="*/ 2199067 w 7467600"/>
              <a:gd name="connsiteY680" fmla="*/ 2884061 h 6858000"/>
              <a:gd name="connsiteX681" fmla="*/ 3192586 w 7467600"/>
              <a:gd name="connsiteY681" fmla="*/ 3411496 h 6858000"/>
              <a:gd name="connsiteX682" fmla="*/ 3182620 w 7467600"/>
              <a:gd name="connsiteY682" fmla="*/ 3483279 h 6858000"/>
              <a:gd name="connsiteX683" fmla="*/ 2435119 w 7467600"/>
              <a:gd name="connsiteY683" fmla="*/ 3080173 h 6858000"/>
              <a:gd name="connsiteX684" fmla="*/ 2410152 w 7467600"/>
              <a:gd name="connsiteY684" fmla="*/ 3063751 h 6858000"/>
              <a:gd name="connsiteX685" fmla="*/ 2408099 w 7467600"/>
              <a:gd name="connsiteY685" fmla="*/ 3064403 h 6858000"/>
              <a:gd name="connsiteX686" fmla="*/ 2407218 w 7467600"/>
              <a:gd name="connsiteY686" fmla="*/ 3070324 h 6858000"/>
              <a:gd name="connsiteX687" fmla="*/ 2380138 w 7467600"/>
              <a:gd name="connsiteY687" fmla="*/ 3099341 h 6858000"/>
              <a:gd name="connsiteX688" fmla="*/ 1765923 w 7467600"/>
              <a:gd name="connsiteY688" fmla="*/ 3581043 h 6858000"/>
              <a:gd name="connsiteX689" fmla="*/ 1702258 w 7467600"/>
              <a:gd name="connsiteY689" fmla="*/ 3612286 h 6858000"/>
              <a:gd name="connsiteX690" fmla="*/ 1538370 w 7467600"/>
              <a:gd name="connsiteY690" fmla="*/ 3811804 h 6858000"/>
              <a:gd name="connsiteX691" fmla="*/ 542867 w 7467600"/>
              <a:gd name="connsiteY691" fmla="*/ 4944092 h 6858000"/>
              <a:gd name="connsiteX692" fmla="*/ 515800 w 7467600"/>
              <a:gd name="connsiteY692" fmla="*/ 4862180 h 6858000"/>
              <a:gd name="connsiteX693" fmla="*/ 909145 w 7467600"/>
              <a:gd name="connsiteY693" fmla="*/ 4199225 h 6858000"/>
              <a:gd name="connsiteX694" fmla="*/ 1214067 w 7467600"/>
              <a:gd name="connsiteY694" fmla="*/ 3908561 h 6858000"/>
              <a:gd name="connsiteX695" fmla="*/ 640967 w 7467600"/>
              <a:gd name="connsiteY695" fmla="*/ 4105601 h 6858000"/>
              <a:gd name="connsiteX696" fmla="*/ 112563 w 7467600"/>
              <a:gd name="connsiteY696" fmla="*/ 4396952 h 6858000"/>
              <a:gd name="connsiteX697" fmla="*/ 0 w 7467600"/>
              <a:gd name="connsiteY697" fmla="*/ 4466006 h 6858000"/>
              <a:gd name="connsiteX698" fmla="*/ 0 w 7467600"/>
              <a:gd name="connsiteY698" fmla="*/ 4233763 h 6858000"/>
              <a:gd name="connsiteX699" fmla="*/ 36881 w 7467600"/>
              <a:gd name="connsiteY699" fmla="*/ 4200118 h 6858000"/>
              <a:gd name="connsiteX700" fmla="*/ 910534 w 7467600"/>
              <a:gd name="connsiteY700" fmla="*/ 3629753 h 6858000"/>
              <a:gd name="connsiteX701" fmla="*/ 1578717 w 7467600"/>
              <a:gd name="connsiteY701" fmla="*/ 3575982 h 6858000"/>
              <a:gd name="connsiteX702" fmla="*/ 2338780 w 7467600"/>
              <a:gd name="connsiteY702" fmla="*/ 3033725 h 6858000"/>
              <a:gd name="connsiteX703" fmla="*/ 1807991 w 7467600"/>
              <a:gd name="connsiteY703" fmla="*/ 2807184 h 6858000"/>
              <a:gd name="connsiteX704" fmla="*/ 1416358 w 7467600"/>
              <a:gd name="connsiteY704" fmla="*/ 3112571 h 6858000"/>
              <a:gd name="connsiteX705" fmla="*/ 939066 w 7467600"/>
              <a:gd name="connsiteY705" fmla="*/ 3378798 h 6858000"/>
              <a:gd name="connsiteX706" fmla="*/ 115099 w 7467600"/>
              <a:gd name="connsiteY706" fmla="*/ 3607650 h 6858000"/>
              <a:gd name="connsiteX707" fmla="*/ 97284 w 7467600"/>
              <a:gd name="connsiteY707" fmla="*/ 3520393 h 6858000"/>
              <a:gd name="connsiteX708" fmla="*/ 922050 w 7467600"/>
              <a:gd name="connsiteY708" fmla="*/ 3074867 h 6858000"/>
              <a:gd name="connsiteX709" fmla="*/ 1405265 w 7467600"/>
              <a:gd name="connsiteY709" fmla="*/ 3016319 h 6858000"/>
              <a:gd name="connsiteX710" fmla="*/ 1407512 w 7467600"/>
              <a:gd name="connsiteY710" fmla="*/ 3018001 h 6858000"/>
              <a:gd name="connsiteX711" fmla="*/ 1726266 w 7467600"/>
              <a:gd name="connsiteY711" fmla="*/ 2777274 h 6858000"/>
              <a:gd name="connsiteX712" fmla="*/ 625390 w 7467600"/>
              <a:gd name="connsiteY712" fmla="*/ 2514541 h 6858000"/>
              <a:gd name="connsiteX713" fmla="*/ 619799 w 7467600"/>
              <a:gd name="connsiteY713" fmla="*/ 2527180 h 6858000"/>
              <a:gd name="connsiteX714" fmla="*/ 310030 w 7467600"/>
              <a:gd name="connsiteY714" fmla="*/ 2771818 h 6858000"/>
              <a:gd name="connsiteX715" fmla="*/ 173877 w 7467600"/>
              <a:gd name="connsiteY715" fmla="*/ 2937056 h 6858000"/>
              <a:gd name="connsiteX716" fmla="*/ 77889 w 7467600"/>
              <a:gd name="connsiteY716" fmla="*/ 3138440 h 6858000"/>
              <a:gd name="connsiteX717" fmla="*/ 0 w 7467600"/>
              <a:gd name="connsiteY717" fmla="*/ 3271395 h 6858000"/>
              <a:gd name="connsiteX718" fmla="*/ 0 w 7467600"/>
              <a:gd name="connsiteY718" fmla="*/ 3153002 h 6858000"/>
              <a:gd name="connsiteX719" fmla="*/ 2386 w 7467600"/>
              <a:gd name="connsiteY719" fmla="*/ 3149203 h 6858000"/>
              <a:gd name="connsiteX720" fmla="*/ 89753 w 7467600"/>
              <a:gd name="connsiteY720" fmla="*/ 2987702 h 6858000"/>
              <a:gd name="connsiteX721" fmla="*/ 76869 w 7467600"/>
              <a:gd name="connsiteY721" fmla="*/ 3005404 h 6858000"/>
              <a:gd name="connsiteX722" fmla="*/ 32049 w 7467600"/>
              <a:gd name="connsiteY722" fmla="*/ 3065814 h 6858000"/>
              <a:gd name="connsiteX723" fmla="*/ 0 w 7467600"/>
              <a:gd name="connsiteY723" fmla="*/ 3108744 h 6858000"/>
              <a:gd name="connsiteX724" fmla="*/ 0 w 7467600"/>
              <a:gd name="connsiteY724" fmla="*/ 3058059 h 6858000"/>
              <a:gd name="connsiteX725" fmla="*/ 7610 w 7467600"/>
              <a:gd name="connsiteY725" fmla="*/ 3047889 h 6858000"/>
              <a:gd name="connsiteX726" fmla="*/ 52419 w 7467600"/>
              <a:gd name="connsiteY726" fmla="*/ 2987479 h 6858000"/>
              <a:gd name="connsiteX727" fmla="*/ 59142 w 7467600"/>
              <a:gd name="connsiteY727" fmla="*/ 2978488 h 6858000"/>
              <a:gd name="connsiteX728" fmla="*/ 0 w 7467600"/>
              <a:gd name="connsiteY728" fmla="*/ 3015334 h 6858000"/>
              <a:gd name="connsiteX729" fmla="*/ 0 w 7467600"/>
              <a:gd name="connsiteY729" fmla="*/ 2914286 h 6858000"/>
              <a:gd name="connsiteX730" fmla="*/ 36383 w 7467600"/>
              <a:gd name="connsiteY730" fmla="*/ 2901128 h 6858000"/>
              <a:gd name="connsiteX731" fmla="*/ 156329 w 7467600"/>
              <a:gd name="connsiteY731" fmla="*/ 2840533 h 6858000"/>
              <a:gd name="connsiteX732" fmla="*/ 358355 w 7467600"/>
              <a:gd name="connsiteY732" fmla="*/ 2620471 h 6858000"/>
              <a:gd name="connsiteX733" fmla="*/ 510577 w 7467600"/>
              <a:gd name="connsiteY733" fmla="*/ 2501244 h 6858000"/>
              <a:gd name="connsiteX734" fmla="*/ 211967 w 7467600"/>
              <a:gd name="connsiteY734" fmla="*/ 2479171 h 6858000"/>
              <a:gd name="connsiteX735" fmla="*/ 0 w 7467600"/>
              <a:gd name="connsiteY735" fmla="*/ 2476398 h 6858000"/>
              <a:gd name="connsiteX736" fmla="*/ 0 w 7467600"/>
              <a:gd name="connsiteY736" fmla="*/ 2389189 h 6858000"/>
              <a:gd name="connsiteX737" fmla="*/ 103062 w 7467600"/>
              <a:gd name="connsiteY737" fmla="*/ 2389518 h 6858000"/>
              <a:gd name="connsiteX738" fmla="*/ 510734 w 7467600"/>
              <a:gd name="connsiteY738" fmla="*/ 2416201 h 6858000"/>
              <a:gd name="connsiteX739" fmla="*/ 279257 w 7467600"/>
              <a:gd name="connsiteY739" fmla="*/ 2092102 h 6858000"/>
              <a:gd name="connsiteX740" fmla="*/ 65265 w 7467600"/>
              <a:gd name="connsiteY740" fmla="*/ 2006049 h 6858000"/>
              <a:gd name="connsiteX741" fmla="*/ 0 w 7467600"/>
              <a:gd name="connsiteY741" fmla="*/ 1982532 h 6858000"/>
              <a:gd name="connsiteX742" fmla="*/ 0 w 7467600"/>
              <a:gd name="connsiteY742" fmla="*/ 1912789 h 6858000"/>
              <a:gd name="connsiteX743" fmla="*/ 97460 w 7467600"/>
              <a:gd name="connsiteY743" fmla="*/ 1953725 h 6858000"/>
              <a:gd name="connsiteX744" fmla="*/ 221272 w 7467600"/>
              <a:gd name="connsiteY744" fmla="*/ 1980766 h 6858000"/>
              <a:gd name="connsiteX745" fmla="*/ 116765 w 7467600"/>
              <a:gd name="connsiteY745" fmla="*/ 1911033 h 6858000"/>
              <a:gd name="connsiteX746" fmla="*/ 16405 w 7467600"/>
              <a:gd name="connsiteY746" fmla="*/ 1803412 h 6858000"/>
              <a:gd name="connsiteX747" fmla="*/ 0 w 7467600"/>
              <a:gd name="connsiteY747" fmla="*/ 1784777 h 6858000"/>
              <a:gd name="connsiteX748" fmla="*/ 0 w 7467600"/>
              <a:gd name="connsiteY748" fmla="*/ 1740082 h 6858000"/>
              <a:gd name="connsiteX749" fmla="*/ 39394 w 7467600"/>
              <a:gd name="connsiteY749" fmla="*/ 1784856 h 6858000"/>
              <a:gd name="connsiteX750" fmla="*/ 135813 w 7467600"/>
              <a:gd name="connsiteY750" fmla="*/ 1888838 h 6858000"/>
              <a:gd name="connsiteX751" fmla="*/ 242575 w 7467600"/>
              <a:gd name="connsiteY751" fmla="*/ 1958841 h 6858000"/>
              <a:gd name="connsiteX752" fmla="*/ 82197 w 7467600"/>
              <a:gd name="connsiteY752" fmla="*/ 1754826 h 6858000"/>
              <a:gd name="connsiteX753" fmla="*/ 0 w 7467600"/>
              <a:gd name="connsiteY753" fmla="*/ 1679650 h 6858000"/>
              <a:gd name="connsiteX754" fmla="*/ 0 w 7467600"/>
              <a:gd name="connsiteY754" fmla="*/ 1602463 h 6858000"/>
              <a:gd name="connsiteX755" fmla="*/ 84689 w 7467600"/>
              <a:gd name="connsiteY755" fmla="*/ 1677442 h 6858000"/>
              <a:gd name="connsiteX756" fmla="*/ 298437 w 7467600"/>
              <a:gd name="connsiteY756" fmla="*/ 1968019 h 6858000"/>
              <a:gd name="connsiteX757" fmla="*/ 227269 w 7467600"/>
              <a:gd name="connsiteY757" fmla="*/ 1114064 h 6858000"/>
              <a:gd name="connsiteX758" fmla="*/ 248003 w 7467600"/>
              <a:gd name="connsiteY758" fmla="*/ 1089613 h 6858000"/>
              <a:gd name="connsiteX759" fmla="*/ 427020 w 7467600"/>
              <a:gd name="connsiteY759" fmla="*/ 1619803 h 6858000"/>
              <a:gd name="connsiteX760" fmla="*/ 340345 w 7467600"/>
              <a:gd name="connsiteY760" fmla="*/ 2027739 h 6858000"/>
              <a:gd name="connsiteX761" fmla="*/ 360865 w 7467600"/>
              <a:gd name="connsiteY761" fmla="*/ 2044827 h 6858000"/>
              <a:gd name="connsiteX762" fmla="*/ 560414 w 7467600"/>
              <a:gd name="connsiteY762" fmla="*/ 2421457 h 6858000"/>
              <a:gd name="connsiteX763" fmla="*/ 1359703 w 7467600"/>
              <a:gd name="connsiteY763" fmla="*/ 2578554 h 6858000"/>
              <a:gd name="connsiteX764" fmla="*/ 1359422 w 7467600"/>
              <a:gd name="connsiteY764" fmla="*/ 2577994 h 6858000"/>
              <a:gd name="connsiteX765" fmla="*/ 828701 w 7467600"/>
              <a:gd name="connsiteY765" fmla="*/ 1839520 h 6858000"/>
              <a:gd name="connsiteX766" fmla="*/ 494427 w 7467600"/>
              <a:gd name="connsiteY766" fmla="*/ 1092333 h 6858000"/>
              <a:gd name="connsiteX767" fmla="*/ 506322 w 7467600"/>
              <a:gd name="connsiteY767" fmla="*/ 1020997 h 6858000"/>
              <a:gd name="connsiteX768" fmla="*/ 4570198 w 7467600"/>
              <a:gd name="connsiteY768" fmla="*/ 978081 h 6858000"/>
              <a:gd name="connsiteX769" fmla="*/ 4523691 w 7467600"/>
              <a:gd name="connsiteY769" fmla="*/ 1127776 h 6858000"/>
              <a:gd name="connsiteX770" fmla="*/ 4509875 w 7467600"/>
              <a:gd name="connsiteY770" fmla="*/ 1167552 h 6858000"/>
              <a:gd name="connsiteX771" fmla="*/ 4478168 w 7467600"/>
              <a:gd name="connsiteY771" fmla="*/ 1260735 h 6858000"/>
              <a:gd name="connsiteX772" fmla="*/ 4409309 w 7467600"/>
              <a:gd name="connsiteY772" fmla="*/ 1666996 h 6858000"/>
              <a:gd name="connsiteX773" fmla="*/ 4370031 w 7467600"/>
              <a:gd name="connsiteY773" fmla="*/ 1955666 h 6858000"/>
              <a:gd name="connsiteX774" fmla="*/ 4570198 w 7467600"/>
              <a:gd name="connsiteY774" fmla="*/ 978081 h 6858000"/>
              <a:gd name="connsiteX775" fmla="*/ 4557898 w 7467600"/>
              <a:gd name="connsiteY775" fmla="*/ 900011 h 6858000"/>
              <a:gd name="connsiteX776" fmla="*/ 4344840 w 7467600"/>
              <a:gd name="connsiteY776" fmla="*/ 1922038 h 6858000"/>
              <a:gd name="connsiteX777" fmla="*/ 4378710 w 7467600"/>
              <a:gd name="connsiteY777" fmla="*/ 1665516 h 6858000"/>
              <a:gd name="connsiteX778" fmla="*/ 4448798 w 7467600"/>
              <a:gd name="connsiteY778" fmla="*/ 1253024 h 6858000"/>
              <a:gd name="connsiteX779" fmla="*/ 4480315 w 7467600"/>
              <a:gd name="connsiteY779" fmla="*/ 1158454 h 6858000"/>
              <a:gd name="connsiteX780" fmla="*/ 4494133 w 7467600"/>
              <a:gd name="connsiteY780" fmla="*/ 1118676 h 6858000"/>
              <a:gd name="connsiteX781" fmla="*/ 4557898 w 7467600"/>
              <a:gd name="connsiteY781" fmla="*/ 900011 h 6858000"/>
              <a:gd name="connsiteX782" fmla="*/ 5870151 w 7467600"/>
              <a:gd name="connsiteY782" fmla="*/ 898890 h 6858000"/>
              <a:gd name="connsiteX783" fmla="*/ 5861335 w 7467600"/>
              <a:gd name="connsiteY783" fmla="*/ 899177 h 6858000"/>
              <a:gd name="connsiteX784" fmla="*/ 5843702 w 7467600"/>
              <a:gd name="connsiteY784" fmla="*/ 899748 h 6858000"/>
              <a:gd name="connsiteX785" fmla="*/ 5651107 w 7467600"/>
              <a:gd name="connsiteY785" fmla="*/ 920306 h 6858000"/>
              <a:gd name="connsiteX786" fmla="*/ 5459407 w 7467600"/>
              <a:gd name="connsiteY786" fmla="*/ 940975 h 6858000"/>
              <a:gd name="connsiteX787" fmla="*/ 5374846 w 7467600"/>
              <a:gd name="connsiteY787" fmla="*/ 941988 h 6858000"/>
              <a:gd name="connsiteX788" fmla="*/ 5256105 w 7467600"/>
              <a:gd name="connsiteY788" fmla="*/ 945632 h 6858000"/>
              <a:gd name="connsiteX789" fmla="*/ 5107071 w 7467600"/>
              <a:gd name="connsiteY789" fmla="*/ 969720 h 6858000"/>
              <a:gd name="connsiteX790" fmla="*/ 4998681 w 7467600"/>
              <a:gd name="connsiteY790" fmla="*/ 988771 h 6858000"/>
              <a:gd name="connsiteX791" fmla="*/ 5870151 w 7467600"/>
              <a:gd name="connsiteY791" fmla="*/ 898890 h 6858000"/>
              <a:gd name="connsiteX792" fmla="*/ 5504425 w 7467600"/>
              <a:gd name="connsiteY792" fmla="*/ 848067 h 6858000"/>
              <a:gd name="connsiteX793" fmla="*/ 4968849 w 7467600"/>
              <a:gd name="connsiteY793" fmla="*/ 962318 h 6858000"/>
              <a:gd name="connsiteX794" fmla="*/ 5104039 w 7467600"/>
              <a:gd name="connsiteY794" fmla="*/ 940634 h 6858000"/>
              <a:gd name="connsiteX795" fmla="*/ 5256311 w 7467600"/>
              <a:gd name="connsiteY795" fmla="*/ 916490 h 6858000"/>
              <a:gd name="connsiteX796" fmla="*/ 5377381 w 7467600"/>
              <a:gd name="connsiteY796" fmla="*/ 912671 h 6858000"/>
              <a:gd name="connsiteX797" fmla="*/ 5460148 w 7467600"/>
              <a:gd name="connsiteY797" fmla="*/ 911442 h 6858000"/>
              <a:gd name="connsiteX798" fmla="*/ 5648971 w 7467600"/>
              <a:gd name="connsiteY798" fmla="*/ 891331 h 6858000"/>
              <a:gd name="connsiteX799" fmla="*/ 5844807 w 7467600"/>
              <a:gd name="connsiteY799" fmla="*/ 870718 h 6858000"/>
              <a:gd name="connsiteX800" fmla="*/ 5862975 w 7467600"/>
              <a:gd name="connsiteY800" fmla="*/ 869756 h 6858000"/>
              <a:gd name="connsiteX801" fmla="*/ 5920887 w 7467600"/>
              <a:gd name="connsiteY801" fmla="*/ 865929 h 6858000"/>
              <a:gd name="connsiteX802" fmla="*/ 5504425 w 7467600"/>
              <a:gd name="connsiteY802" fmla="*/ 848067 h 6858000"/>
              <a:gd name="connsiteX803" fmla="*/ 3607114 w 7467600"/>
              <a:gd name="connsiteY803" fmla="*/ 467441 h 6858000"/>
              <a:gd name="connsiteX804" fmla="*/ 3296242 w 7467600"/>
              <a:gd name="connsiteY804" fmla="*/ 807991 h 6858000"/>
              <a:gd name="connsiteX805" fmla="*/ 3174674 w 7467600"/>
              <a:gd name="connsiteY805" fmla="*/ 919759 h 6858000"/>
              <a:gd name="connsiteX806" fmla="*/ 3042978 w 7467600"/>
              <a:gd name="connsiteY806" fmla="*/ 1054894 h 6858000"/>
              <a:gd name="connsiteX807" fmla="*/ 2968914 w 7467600"/>
              <a:gd name="connsiteY807" fmla="*/ 1133756 h 6858000"/>
              <a:gd name="connsiteX808" fmla="*/ 3103823 w 7467600"/>
              <a:gd name="connsiteY808" fmla="*/ 1026814 h 6858000"/>
              <a:gd name="connsiteX809" fmla="*/ 3607114 w 7467600"/>
              <a:gd name="connsiteY809" fmla="*/ 467441 h 6858000"/>
              <a:gd name="connsiteX810" fmla="*/ 3744487 w 7467600"/>
              <a:gd name="connsiteY810" fmla="*/ 383136 h 6858000"/>
              <a:gd name="connsiteX811" fmla="*/ 3970213 w 7467600"/>
              <a:gd name="connsiteY811" fmla="*/ 995559 h 6858000"/>
              <a:gd name="connsiteX812" fmla="*/ 3744487 w 7467600"/>
              <a:gd name="connsiteY812" fmla="*/ 383136 h 6858000"/>
              <a:gd name="connsiteX813" fmla="*/ 3624562 w 7467600"/>
              <a:gd name="connsiteY813" fmla="*/ 367041 h 6858000"/>
              <a:gd name="connsiteX814" fmla="*/ 3489712 w 7467600"/>
              <a:gd name="connsiteY814" fmla="*/ 485386 h 6858000"/>
              <a:gd name="connsiteX815" fmla="*/ 3182994 w 7467600"/>
              <a:gd name="connsiteY815" fmla="*/ 828265 h 6858000"/>
              <a:gd name="connsiteX816" fmla="*/ 2892114 w 7467600"/>
              <a:gd name="connsiteY816" fmla="*/ 1172635 h 6858000"/>
              <a:gd name="connsiteX817" fmla="*/ 3021459 w 7467600"/>
              <a:gd name="connsiteY817" fmla="*/ 1035385 h 6858000"/>
              <a:gd name="connsiteX818" fmla="*/ 3153873 w 7467600"/>
              <a:gd name="connsiteY818" fmla="*/ 898971 h 6858000"/>
              <a:gd name="connsiteX819" fmla="*/ 3276511 w 7467600"/>
              <a:gd name="connsiteY819" fmla="*/ 786423 h 6858000"/>
              <a:gd name="connsiteX820" fmla="*/ 3584154 w 7467600"/>
              <a:gd name="connsiteY820" fmla="*/ 448218 h 6858000"/>
              <a:gd name="connsiteX821" fmla="*/ 3624562 w 7467600"/>
              <a:gd name="connsiteY821" fmla="*/ 367041 h 6858000"/>
              <a:gd name="connsiteX822" fmla="*/ 3766672 w 7467600"/>
              <a:gd name="connsiteY822" fmla="*/ 359429 h 6858000"/>
              <a:gd name="connsiteX823" fmla="*/ 3996338 w 7467600"/>
              <a:gd name="connsiteY823" fmla="*/ 968237 h 6858000"/>
              <a:gd name="connsiteX824" fmla="*/ 3766672 w 7467600"/>
              <a:gd name="connsiteY824" fmla="*/ 359429 h 6858000"/>
              <a:gd name="connsiteX825" fmla="*/ 5805386 w 7467600"/>
              <a:gd name="connsiteY825" fmla="*/ 239240 h 6858000"/>
              <a:gd name="connsiteX826" fmla="*/ 5736947 w 7467600"/>
              <a:gd name="connsiteY826" fmla="*/ 261367 h 6858000"/>
              <a:gd name="connsiteX827" fmla="*/ 5427012 w 7467600"/>
              <a:gd name="connsiteY827" fmla="*/ 311272 h 6858000"/>
              <a:gd name="connsiteX828" fmla="*/ 5147818 w 7467600"/>
              <a:gd name="connsiteY828" fmla="*/ 322112 h 6858000"/>
              <a:gd name="connsiteX829" fmla="*/ 5060854 w 7467600"/>
              <a:gd name="connsiteY829" fmla="*/ 311882 h 6858000"/>
              <a:gd name="connsiteX830" fmla="*/ 4945989 w 7467600"/>
              <a:gd name="connsiteY830" fmla="*/ 300516 h 6858000"/>
              <a:gd name="connsiteX831" fmla="*/ 5410479 w 7467600"/>
              <a:gd name="connsiteY831" fmla="*/ 348434 h 6858000"/>
              <a:gd name="connsiteX832" fmla="*/ 5805386 w 7467600"/>
              <a:gd name="connsiteY832" fmla="*/ 239240 h 6858000"/>
              <a:gd name="connsiteX833" fmla="*/ 5905192 w 7467600"/>
              <a:gd name="connsiteY833" fmla="*/ 163079 h 6858000"/>
              <a:gd name="connsiteX834" fmla="*/ 5865655 w 7467600"/>
              <a:gd name="connsiteY834" fmla="*/ 171901 h 6858000"/>
              <a:gd name="connsiteX835" fmla="*/ 5259740 w 7467600"/>
              <a:gd name="connsiteY835" fmla="*/ 257013 h 6858000"/>
              <a:gd name="connsiteX836" fmla="*/ 5208466 w 7467600"/>
              <a:gd name="connsiteY836" fmla="*/ 257550 h 6858000"/>
              <a:gd name="connsiteX837" fmla="*/ 4980204 w 7467600"/>
              <a:gd name="connsiteY837" fmla="*/ 271903 h 6858000"/>
              <a:gd name="connsiteX838" fmla="*/ 5068068 w 7467600"/>
              <a:gd name="connsiteY838" fmla="*/ 282244 h 6858000"/>
              <a:gd name="connsiteX839" fmla="*/ 5153231 w 7467600"/>
              <a:gd name="connsiteY839" fmla="*/ 292240 h 6858000"/>
              <a:gd name="connsiteX840" fmla="*/ 5426491 w 7467600"/>
              <a:gd name="connsiteY840" fmla="*/ 281128 h 6858000"/>
              <a:gd name="connsiteX841" fmla="*/ 5731212 w 7467600"/>
              <a:gd name="connsiteY841" fmla="*/ 231951 h 6858000"/>
              <a:gd name="connsiteX842" fmla="*/ 5905192 w 7467600"/>
              <a:gd name="connsiteY842" fmla="*/ 163079 h 6858000"/>
              <a:gd name="connsiteX843" fmla="*/ 5944437 w 7467600"/>
              <a:gd name="connsiteY843" fmla="*/ 113829 h 6858000"/>
              <a:gd name="connsiteX844" fmla="*/ 5825032 w 7467600"/>
              <a:gd name="connsiteY844" fmla="*/ 146405 h 6858000"/>
              <a:gd name="connsiteX845" fmla="*/ 4955599 w 7467600"/>
              <a:gd name="connsiteY845" fmla="*/ 247008 h 6858000"/>
              <a:gd name="connsiteX846" fmla="*/ 5210104 w 7467600"/>
              <a:gd name="connsiteY846" fmla="*/ 228123 h 6858000"/>
              <a:gd name="connsiteX847" fmla="*/ 5261015 w 7467600"/>
              <a:gd name="connsiteY847" fmla="*/ 227087 h 6858000"/>
              <a:gd name="connsiteX848" fmla="*/ 5861181 w 7467600"/>
              <a:gd name="connsiteY848" fmla="*/ 143093 h 6858000"/>
              <a:gd name="connsiteX849" fmla="*/ 5961252 w 7467600"/>
              <a:gd name="connsiteY849" fmla="*/ 114820 h 6858000"/>
              <a:gd name="connsiteX850" fmla="*/ 5944437 w 7467600"/>
              <a:gd name="connsiteY850" fmla="*/ 113829 h 6858000"/>
              <a:gd name="connsiteX851" fmla="*/ 3882765 w 7467600"/>
              <a:gd name="connsiteY851" fmla="*/ 0 h 6858000"/>
              <a:gd name="connsiteX852" fmla="*/ 3995099 w 7467600"/>
              <a:gd name="connsiteY852" fmla="*/ 0 h 6858000"/>
              <a:gd name="connsiteX853" fmla="*/ 4163818 w 7467600"/>
              <a:gd name="connsiteY853" fmla="*/ 234104 h 6858000"/>
              <a:gd name="connsiteX854" fmla="*/ 4172099 w 7467600"/>
              <a:gd name="connsiteY854" fmla="*/ 234207 h 6858000"/>
              <a:gd name="connsiteX855" fmla="*/ 4784282 w 7467600"/>
              <a:gd name="connsiteY855" fmla="*/ 276561 h 6858000"/>
              <a:gd name="connsiteX856" fmla="*/ 4801687 w 7467600"/>
              <a:gd name="connsiteY856" fmla="*/ 267764 h 6858000"/>
              <a:gd name="connsiteX857" fmla="*/ 6082788 w 7467600"/>
              <a:gd name="connsiteY857" fmla="*/ 64119 h 6858000"/>
              <a:gd name="connsiteX858" fmla="*/ 6099442 w 7467600"/>
              <a:gd name="connsiteY858" fmla="*/ 82568 h 6858000"/>
              <a:gd name="connsiteX859" fmla="*/ 4804137 w 7467600"/>
              <a:gd name="connsiteY859" fmla="*/ 320931 h 6858000"/>
              <a:gd name="connsiteX860" fmla="*/ 4227047 w 7467600"/>
              <a:gd name="connsiteY860" fmla="*/ 313415 h 6858000"/>
              <a:gd name="connsiteX861" fmla="*/ 4346041 w 7467600"/>
              <a:gd name="connsiteY861" fmla="*/ 456086 h 6858000"/>
              <a:gd name="connsiteX862" fmla="*/ 4870967 w 7467600"/>
              <a:gd name="connsiteY862" fmla="*/ 963061 h 6858000"/>
              <a:gd name="connsiteX863" fmla="*/ 4889647 w 7467600"/>
              <a:gd name="connsiteY863" fmla="*/ 957147 h 6858000"/>
              <a:gd name="connsiteX864" fmla="*/ 5422504 w 7467600"/>
              <a:gd name="connsiteY864" fmla="*/ 805191 h 6858000"/>
              <a:gd name="connsiteX865" fmla="*/ 6087656 w 7467600"/>
              <a:gd name="connsiteY865" fmla="*/ 826703 h 6858000"/>
              <a:gd name="connsiteX866" fmla="*/ 6058717 w 7467600"/>
              <a:gd name="connsiteY866" fmla="*/ 865992 h 6858000"/>
              <a:gd name="connsiteX867" fmla="*/ 4974153 w 7467600"/>
              <a:gd name="connsiteY867" fmla="*/ 1045456 h 6858000"/>
              <a:gd name="connsiteX868" fmla="*/ 5627835 w 7467600"/>
              <a:gd name="connsiteY868" fmla="*/ 1472077 h 6858000"/>
              <a:gd name="connsiteX869" fmla="*/ 5629817 w 7467600"/>
              <a:gd name="connsiteY869" fmla="*/ 1471412 h 6858000"/>
              <a:gd name="connsiteX870" fmla="*/ 5634124 w 7467600"/>
              <a:gd name="connsiteY870" fmla="*/ 1470572 h 6858000"/>
              <a:gd name="connsiteX871" fmla="*/ 5755832 w 7467600"/>
              <a:gd name="connsiteY871" fmla="*/ 1383886 h 6858000"/>
              <a:gd name="connsiteX872" fmla="*/ 6014186 w 7467600"/>
              <a:gd name="connsiteY872" fmla="*/ 1279799 h 6858000"/>
              <a:gd name="connsiteX873" fmla="*/ 6901619 w 7467600"/>
              <a:gd name="connsiteY873" fmla="*/ 1047874 h 6858000"/>
              <a:gd name="connsiteX874" fmla="*/ 6931566 w 7467600"/>
              <a:gd name="connsiteY874" fmla="*/ 1062034 h 6858000"/>
              <a:gd name="connsiteX875" fmla="*/ 5790982 w 7467600"/>
              <a:gd name="connsiteY875" fmla="*/ 1561380 h 6858000"/>
              <a:gd name="connsiteX876" fmla="*/ 6188971 w 7467600"/>
              <a:gd name="connsiteY876" fmla="*/ 1755168 h 6858000"/>
              <a:gd name="connsiteX877" fmla="*/ 6202446 w 7467600"/>
              <a:gd name="connsiteY877" fmla="*/ 1752268 h 6858000"/>
              <a:gd name="connsiteX878" fmla="*/ 7179560 w 7467600"/>
              <a:gd name="connsiteY878" fmla="*/ 1467551 h 6858000"/>
              <a:gd name="connsiteX879" fmla="*/ 7158730 w 7467600"/>
              <a:gd name="connsiteY879" fmla="*/ 1507835 h 6858000"/>
              <a:gd name="connsiteX880" fmla="*/ 6326959 w 7467600"/>
              <a:gd name="connsiteY880" fmla="*/ 1817686 h 6858000"/>
              <a:gd name="connsiteX881" fmla="*/ 6537433 w 7467600"/>
              <a:gd name="connsiteY881" fmla="*/ 1907790 h 6858000"/>
              <a:gd name="connsiteX882" fmla="*/ 6550221 w 7467600"/>
              <a:gd name="connsiteY882" fmla="*/ 1910729 h 6858000"/>
              <a:gd name="connsiteX883" fmla="*/ 6964438 w 7467600"/>
              <a:gd name="connsiteY883" fmla="*/ 2209505 h 6858000"/>
              <a:gd name="connsiteX884" fmla="*/ 7367862 w 7467600"/>
              <a:gd name="connsiteY884" fmla="*/ 2806833 h 6858000"/>
              <a:gd name="connsiteX885" fmla="*/ 7364329 w 7467600"/>
              <a:gd name="connsiteY885" fmla="*/ 2826907 h 6858000"/>
              <a:gd name="connsiteX886" fmla="*/ 7290545 w 7467600"/>
              <a:gd name="connsiteY886" fmla="*/ 2850663 h 6858000"/>
              <a:gd name="connsiteX887" fmla="*/ 6472036 w 7467600"/>
              <a:gd name="connsiteY887" fmla="*/ 1959003 h 6858000"/>
              <a:gd name="connsiteX888" fmla="*/ 5792897 w 7467600"/>
              <a:gd name="connsiteY888" fmla="*/ 1647747 h 6858000"/>
              <a:gd name="connsiteX889" fmla="*/ 5842751 w 7467600"/>
              <a:gd name="connsiteY889" fmla="*/ 1816112 h 6858000"/>
              <a:gd name="connsiteX890" fmla="*/ 5847424 w 7467600"/>
              <a:gd name="connsiteY890" fmla="*/ 1815776 h 6858000"/>
              <a:gd name="connsiteX891" fmla="*/ 6399821 w 7467600"/>
              <a:gd name="connsiteY891" fmla="*/ 2344799 h 6858000"/>
              <a:gd name="connsiteX892" fmla="*/ 6323232 w 7467600"/>
              <a:gd name="connsiteY892" fmla="*/ 2389634 h 6858000"/>
              <a:gd name="connsiteX893" fmla="*/ 5942958 w 7467600"/>
              <a:gd name="connsiteY893" fmla="*/ 2077708 h 6858000"/>
              <a:gd name="connsiteX894" fmla="*/ 5921559 w 7467600"/>
              <a:gd name="connsiteY894" fmla="*/ 2378596 h 6858000"/>
              <a:gd name="connsiteX895" fmla="*/ 5817651 w 7467600"/>
              <a:gd name="connsiteY895" fmla="*/ 3023919 h 6858000"/>
              <a:gd name="connsiteX896" fmla="*/ 5729634 w 7467600"/>
              <a:gd name="connsiteY896" fmla="*/ 3051849 h 6858000"/>
              <a:gd name="connsiteX897" fmla="*/ 5611018 w 7467600"/>
              <a:gd name="connsiteY897" fmla="*/ 2316769 h 6858000"/>
              <a:gd name="connsiteX898" fmla="*/ 5687608 w 7467600"/>
              <a:gd name="connsiteY898" fmla="*/ 2039972 h 6858000"/>
              <a:gd name="connsiteX899" fmla="*/ 5657554 w 7467600"/>
              <a:gd name="connsiteY899" fmla="*/ 1576445 h 6858000"/>
              <a:gd name="connsiteX900" fmla="*/ 5150475 w 7467600"/>
              <a:gd name="connsiteY900" fmla="*/ 1274012 h 6858000"/>
              <a:gd name="connsiteX901" fmla="*/ 5349142 w 7467600"/>
              <a:gd name="connsiteY901" fmla="*/ 2204405 h 6858000"/>
              <a:gd name="connsiteX902" fmla="*/ 5262214 w 7467600"/>
              <a:gd name="connsiteY902" fmla="*/ 2233836 h 6858000"/>
              <a:gd name="connsiteX903" fmla="*/ 4981539 w 7467600"/>
              <a:gd name="connsiteY903" fmla="*/ 1542201 h 6858000"/>
              <a:gd name="connsiteX904" fmla="*/ 4958461 w 7467600"/>
              <a:gd name="connsiteY904" fmla="*/ 1136957 h 6858000"/>
              <a:gd name="connsiteX905" fmla="*/ 4655015 w 7467600"/>
              <a:gd name="connsiteY905" fmla="*/ 891426 h 6858000"/>
              <a:gd name="connsiteX906" fmla="*/ 4348002 w 7467600"/>
              <a:gd name="connsiteY906" fmla="*/ 2205895 h 6858000"/>
              <a:gd name="connsiteX907" fmla="*/ 4262250 w 7467600"/>
              <a:gd name="connsiteY907" fmla="*/ 2219972 h 6858000"/>
              <a:gd name="connsiteX908" fmla="*/ 4550611 w 7467600"/>
              <a:gd name="connsiteY908" fmla="*/ 817540 h 6858000"/>
              <a:gd name="connsiteX909" fmla="*/ 4564418 w 7467600"/>
              <a:gd name="connsiteY909" fmla="*/ 808293 h 6858000"/>
              <a:gd name="connsiteX910" fmla="*/ 4266388 w 7467600"/>
              <a:gd name="connsiteY910" fmla="*/ 500083 h 6858000"/>
              <a:gd name="connsiteX911" fmla="*/ 4032842 w 7467600"/>
              <a:gd name="connsiteY911" fmla="*/ 211809 h 6858000"/>
              <a:gd name="connsiteX912" fmla="*/ 3882765 w 7467600"/>
              <a:gd name="connsiteY912" fmla="*/ 0 h 6858000"/>
              <a:gd name="connsiteX913" fmla="*/ 3721337 w 7467600"/>
              <a:gd name="connsiteY913" fmla="*/ 0 h 6858000"/>
              <a:gd name="connsiteX914" fmla="*/ 3797544 w 7467600"/>
              <a:gd name="connsiteY914" fmla="*/ 0 h 6858000"/>
              <a:gd name="connsiteX915" fmla="*/ 3775734 w 7467600"/>
              <a:gd name="connsiteY915" fmla="*/ 95131 h 6858000"/>
              <a:gd name="connsiteX916" fmla="*/ 3724807 w 7467600"/>
              <a:gd name="connsiteY916" fmla="*/ 272257 h 6858000"/>
              <a:gd name="connsiteX917" fmla="*/ 3726844 w 7467600"/>
              <a:gd name="connsiteY917" fmla="*/ 282988 h 6858000"/>
              <a:gd name="connsiteX918" fmla="*/ 3742664 w 7467600"/>
              <a:gd name="connsiteY918" fmla="*/ 279918 h 6858000"/>
              <a:gd name="connsiteX919" fmla="*/ 4103910 w 7467600"/>
              <a:gd name="connsiteY919" fmla="*/ 1161917 h 6858000"/>
              <a:gd name="connsiteX920" fmla="*/ 4020269 w 7467600"/>
              <a:gd name="connsiteY920" fmla="*/ 1200406 h 6858000"/>
              <a:gd name="connsiteX921" fmla="*/ 3674882 w 7467600"/>
              <a:gd name="connsiteY921" fmla="*/ 488524 h 6858000"/>
              <a:gd name="connsiteX922" fmla="*/ 3132682 w 7467600"/>
              <a:gd name="connsiteY922" fmla="*/ 1072284 h 6858000"/>
              <a:gd name="connsiteX923" fmla="*/ 2716346 w 7467600"/>
              <a:gd name="connsiteY923" fmla="*/ 1276376 h 6858000"/>
              <a:gd name="connsiteX924" fmla="*/ 2716772 w 7467600"/>
              <a:gd name="connsiteY924" fmla="*/ 1255462 h 6858000"/>
              <a:gd name="connsiteX925" fmla="*/ 3471096 w 7467600"/>
              <a:gd name="connsiteY925" fmla="*/ 437072 h 6858000"/>
              <a:gd name="connsiteX926" fmla="*/ 3639057 w 7467600"/>
              <a:gd name="connsiteY926" fmla="*/ 286334 h 6858000"/>
              <a:gd name="connsiteX927" fmla="*/ 3640309 w 7467600"/>
              <a:gd name="connsiteY927" fmla="*/ 284664 h 6858000"/>
              <a:gd name="connsiteX928" fmla="*/ 3646022 w 7467600"/>
              <a:gd name="connsiteY928" fmla="*/ 276711 h 6858000"/>
              <a:gd name="connsiteX929" fmla="*/ 3707943 w 7467600"/>
              <a:gd name="connsiteY929" fmla="*/ 65958 h 6858000"/>
              <a:gd name="connsiteX930" fmla="*/ 3721337 w 7467600"/>
              <a:gd name="connsiteY930" fmla="*/ 0 h 6858000"/>
              <a:gd name="connsiteX931" fmla="*/ 2867960 w 7467600"/>
              <a:gd name="connsiteY931" fmla="*/ 0 h 6858000"/>
              <a:gd name="connsiteX932" fmla="*/ 2926351 w 7467600"/>
              <a:gd name="connsiteY932" fmla="*/ 0 h 6858000"/>
              <a:gd name="connsiteX933" fmla="*/ 2902823 w 7467600"/>
              <a:gd name="connsiteY933" fmla="*/ 262929 h 6858000"/>
              <a:gd name="connsiteX934" fmla="*/ 2940663 w 7467600"/>
              <a:gd name="connsiteY934" fmla="*/ 140884 h 6858000"/>
              <a:gd name="connsiteX935" fmla="*/ 2947039 w 7467600"/>
              <a:gd name="connsiteY935" fmla="*/ 122524 h 6858000"/>
              <a:gd name="connsiteX936" fmla="*/ 2984316 w 7467600"/>
              <a:gd name="connsiteY936" fmla="*/ 0 h 6858000"/>
              <a:gd name="connsiteX937" fmla="*/ 3016114 w 7467600"/>
              <a:gd name="connsiteY937" fmla="*/ 0 h 6858000"/>
              <a:gd name="connsiteX938" fmla="*/ 2979949 w 7467600"/>
              <a:gd name="connsiteY938" fmla="*/ 119274 h 6858000"/>
              <a:gd name="connsiteX939" fmla="*/ 3023879 w 7467600"/>
              <a:gd name="connsiteY939" fmla="*/ 0 h 6858000"/>
              <a:gd name="connsiteX940" fmla="*/ 3105400 w 7467600"/>
              <a:gd name="connsiteY940" fmla="*/ 0 h 6858000"/>
              <a:gd name="connsiteX941" fmla="*/ 3094669 w 7467600"/>
              <a:gd name="connsiteY941" fmla="*/ 30308 h 6858000"/>
              <a:gd name="connsiteX942" fmla="*/ 2901945 w 7467600"/>
              <a:gd name="connsiteY942" fmla="*/ 466538 h 6858000"/>
              <a:gd name="connsiteX943" fmla="*/ 2815209 w 7467600"/>
              <a:gd name="connsiteY943" fmla="*/ 497361 h 6858000"/>
              <a:gd name="connsiteX944" fmla="*/ 2844845 w 7467600"/>
              <a:gd name="connsiteY944" fmla="*/ 127638 h 6858000"/>
              <a:gd name="connsiteX945" fmla="*/ 2867960 w 7467600"/>
              <a:gd name="connsiteY945" fmla="*/ 0 h 6858000"/>
              <a:gd name="connsiteX946" fmla="*/ 1057230 w 7467600"/>
              <a:gd name="connsiteY946" fmla="*/ 0 h 6858000"/>
              <a:gd name="connsiteX947" fmla="*/ 1111003 w 7467600"/>
              <a:gd name="connsiteY947" fmla="*/ 0 h 6858000"/>
              <a:gd name="connsiteX948" fmla="*/ 1125553 w 7467600"/>
              <a:gd name="connsiteY948" fmla="*/ 52588 h 6858000"/>
              <a:gd name="connsiteX949" fmla="*/ 1304276 w 7467600"/>
              <a:gd name="connsiteY949" fmla="*/ 476275 h 6858000"/>
              <a:gd name="connsiteX950" fmla="*/ 1492066 w 7467600"/>
              <a:gd name="connsiteY950" fmla="*/ 886333 h 6858000"/>
              <a:gd name="connsiteX951" fmla="*/ 1423698 w 7467600"/>
              <a:gd name="connsiteY951" fmla="*/ 710817 h 6858000"/>
              <a:gd name="connsiteX952" fmla="*/ 1357609 w 7467600"/>
              <a:gd name="connsiteY952" fmla="*/ 532892 h 6858000"/>
              <a:gd name="connsiteX953" fmla="*/ 1309550 w 7467600"/>
              <a:gd name="connsiteY953" fmla="*/ 374031 h 6858000"/>
              <a:gd name="connsiteX954" fmla="*/ 1193673 w 7467600"/>
              <a:gd name="connsiteY954" fmla="*/ 49533 h 6858000"/>
              <a:gd name="connsiteX955" fmla="*/ 1164391 w 7467600"/>
              <a:gd name="connsiteY955" fmla="*/ 0 h 6858000"/>
              <a:gd name="connsiteX956" fmla="*/ 1200666 w 7467600"/>
              <a:gd name="connsiteY956" fmla="*/ 0 h 6858000"/>
              <a:gd name="connsiteX957" fmla="*/ 1223408 w 7467600"/>
              <a:gd name="connsiteY957" fmla="*/ 38996 h 6858000"/>
              <a:gd name="connsiteX958" fmla="*/ 1339635 w 7467600"/>
              <a:gd name="connsiteY958" fmla="*/ 365517 h 6858000"/>
              <a:gd name="connsiteX959" fmla="*/ 1387469 w 7467600"/>
              <a:gd name="connsiteY959" fmla="*/ 523079 h 6858000"/>
              <a:gd name="connsiteX960" fmla="*/ 1452685 w 7467600"/>
              <a:gd name="connsiteY960" fmla="*/ 699806 h 6858000"/>
              <a:gd name="connsiteX961" fmla="*/ 1492092 w 7467600"/>
              <a:gd name="connsiteY961" fmla="*/ 800424 h 6858000"/>
              <a:gd name="connsiteX962" fmla="*/ 1455302 w 7467600"/>
              <a:gd name="connsiteY962" fmla="*/ 632913 h 6858000"/>
              <a:gd name="connsiteX963" fmla="*/ 1222336 w 7467600"/>
              <a:gd name="connsiteY963" fmla="*/ 9480 h 6858000"/>
              <a:gd name="connsiteX964" fmla="*/ 1214634 w 7467600"/>
              <a:gd name="connsiteY964" fmla="*/ 0 h 6858000"/>
              <a:gd name="connsiteX965" fmla="*/ 1289827 w 7467600"/>
              <a:gd name="connsiteY965" fmla="*/ 0 h 6858000"/>
              <a:gd name="connsiteX966" fmla="*/ 1321076 w 7467600"/>
              <a:gd name="connsiteY966" fmla="*/ 59722 h 6858000"/>
              <a:gd name="connsiteX967" fmla="*/ 1512579 w 7467600"/>
              <a:gd name="connsiteY967" fmla="*/ 626441 h 6858000"/>
              <a:gd name="connsiteX968" fmla="*/ 1506076 w 7467600"/>
              <a:gd name="connsiteY968" fmla="*/ 1089289 h 6858000"/>
              <a:gd name="connsiteX969" fmla="*/ 1486346 w 7467600"/>
              <a:gd name="connsiteY969" fmla="*/ 1079919 h 6858000"/>
              <a:gd name="connsiteX970" fmla="*/ 1070511 w 7467600"/>
              <a:gd name="connsiteY970" fmla="*/ 48609 h 6858000"/>
              <a:gd name="connsiteX971" fmla="*/ 1057230 w 7467600"/>
              <a:gd name="connsiteY971" fmla="*/ 0 h 6858000"/>
              <a:gd name="connsiteX972" fmla="*/ 43151 w 7467600"/>
              <a:gd name="connsiteY972" fmla="*/ 0 h 6858000"/>
              <a:gd name="connsiteX973" fmla="*/ 95283 w 7467600"/>
              <a:gd name="connsiteY973" fmla="*/ 0 h 6858000"/>
              <a:gd name="connsiteX974" fmla="*/ 300708 w 7467600"/>
              <a:gd name="connsiteY974" fmla="*/ 154571 h 6858000"/>
              <a:gd name="connsiteX975" fmla="*/ 530414 w 7467600"/>
              <a:gd name="connsiteY975" fmla="*/ 354673 h 6858000"/>
              <a:gd name="connsiteX976" fmla="*/ 333785 w 7467600"/>
              <a:gd name="connsiteY976" fmla="*/ 161564 h 6858000"/>
              <a:gd name="connsiteX977" fmla="*/ 147005 w 7467600"/>
              <a:gd name="connsiteY977" fmla="*/ 0 h 6858000"/>
              <a:gd name="connsiteX978" fmla="*/ 272509 w 7467600"/>
              <a:gd name="connsiteY978" fmla="*/ 0 h 6858000"/>
              <a:gd name="connsiteX979" fmla="*/ 326276 w 7467600"/>
              <a:gd name="connsiteY979" fmla="*/ 45847 h 6858000"/>
              <a:gd name="connsiteX980" fmla="*/ 823759 w 7467600"/>
              <a:gd name="connsiteY980" fmla="*/ 574145 h 6858000"/>
              <a:gd name="connsiteX981" fmla="*/ 811254 w 7467600"/>
              <a:gd name="connsiteY981" fmla="*/ 665546 h 6858000"/>
              <a:gd name="connsiteX982" fmla="*/ 154042 w 7467600"/>
              <a:gd name="connsiteY982" fmla="*/ 261522 h 6858000"/>
              <a:gd name="connsiteX983" fmla="*/ 13550 w 7467600"/>
              <a:gd name="connsiteY983" fmla="*/ 158423 h 6858000"/>
              <a:gd name="connsiteX984" fmla="*/ 0 w 7467600"/>
              <a:gd name="connsiteY984" fmla="*/ 146618 h 6858000"/>
              <a:gd name="connsiteX985" fmla="*/ 0 w 7467600"/>
              <a:gd name="connsiteY985" fmla="*/ 59161 h 6858000"/>
              <a:gd name="connsiteX986" fmla="*/ 45427 w 7467600"/>
              <a:gd name="connsiteY986" fmla="*/ 101078 h 6858000"/>
              <a:gd name="connsiteX987" fmla="*/ 630103 w 7467600"/>
              <a:gd name="connsiteY987" fmla="*/ 485885 h 6858000"/>
              <a:gd name="connsiteX988" fmla="*/ 532040 w 7467600"/>
              <a:gd name="connsiteY988" fmla="*/ 399359 h 6858000"/>
              <a:gd name="connsiteX989" fmla="*/ 517618 w 7467600"/>
              <a:gd name="connsiteY989" fmla="*/ 385726 h 6858000"/>
              <a:gd name="connsiteX990" fmla="*/ 285074 w 7467600"/>
              <a:gd name="connsiteY990" fmla="*/ 182755 h 6858000"/>
              <a:gd name="connsiteX991" fmla="*/ 43151 w 7467600"/>
              <a:gd name="connsiteY991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312201 w 7467600"/>
              <a:gd name="connsiteY127" fmla="*/ 5128278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12201 w 7467600"/>
              <a:gd name="connsiteY134" fmla="*/ 5128278 h 6858000"/>
              <a:gd name="connsiteX135" fmla="*/ 1903353 w 7467600"/>
              <a:gd name="connsiteY135" fmla="*/ 5044827 h 6858000"/>
              <a:gd name="connsiteX136" fmla="*/ 1936931 w 7467600"/>
              <a:gd name="connsiteY136" fmla="*/ 5093954 h 6858000"/>
              <a:gd name="connsiteX137" fmla="*/ 2195868 w 7467600"/>
              <a:gd name="connsiteY137" fmla="*/ 5396574 h 6858000"/>
              <a:gd name="connsiteX138" fmla="*/ 2088852 w 7467600"/>
              <a:gd name="connsiteY138" fmla="*/ 5166123 h 6858000"/>
              <a:gd name="connsiteX139" fmla="*/ 1958241 w 7467600"/>
              <a:gd name="connsiteY139" fmla="*/ 5067955 h 6858000"/>
              <a:gd name="connsiteX140" fmla="*/ 1903353 w 7467600"/>
              <a:gd name="connsiteY140" fmla="*/ 5044827 h 6858000"/>
              <a:gd name="connsiteX141" fmla="*/ 1979378 w 7467600"/>
              <a:gd name="connsiteY141" fmla="*/ 4769504 h 6858000"/>
              <a:gd name="connsiteX142" fmla="*/ 2882120 w 7467600"/>
              <a:gd name="connsiteY142" fmla="*/ 5064547 h 6858000"/>
              <a:gd name="connsiteX143" fmla="*/ 2793103 w 7467600"/>
              <a:gd name="connsiteY143" fmla="*/ 5039699 h 6858000"/>
              <a:gd name="connsiteX144" fmla="*/ 2770041 w 7467600"/>
              <a:gd name="connsiteY144" fmla="*/ 5033634 h 6858000"/>
              <a:gd name="connsiteX145" fmla="*/ 1979378 w 7467600"/>
              <a:gd name="connsiteY145" fmla="*/ 4769504 h 6858000"/>
              <a:gd name="connsiteX146" fmla="*/ 1927410 w 7467600"/>
              <a:gd name="connsiteY146" fmla="*/ 4716164 h 6858000"/>
              <a:gd name="connsiteX147" fmla="*/ 1959587 w 7467600"/>
              <a:gd name="connsiteY147" fmla="*/ 4728849 h 6858000"/>
              <a:gd name="connsiteX148" fmla="*/ 2777707 w 7467600"/>
              <a:gd name="connsiteY148" fmla="*/ 5003991 h 6858000"/>
              <a:gd name="connsiteX149" fmla="*/ 2800768 w 7467600"/>
              <a:gd name="connsiteY149" fmla="*/ 5010056 h 6858000"/>
              <a:gd name="connsiteX150" fmla="*/ 2879408 w 7467600"/>
              <a:gd name="connsiteY150" fmla="*/ 5031590 h 6858000"/>
              <a:gd name="connsiteX151" fmla="*/ 2862295 w 7467600"/>
              <a:gd name="connsiteY151" fmla="*/ 5022958 h 6858000"/>
              <a:gd name="connsiteX152" fmla="*/ 2813343 w 7467600"/>
              <a:gd name="connsiteY152" fmla="*/ 4998369 h 6858000"/>
              <a:gd name="connsiteX153" fmla="*/ 2646245 w 7467600"/>
              <a:gd name="connsiteY153" fmla="*/ 4930999 h 6858000"/>
              <a:gd name="connsiteX154" fmla="*/ 1999243 w 7467600"/>
              <a:gd name="connsiteY154" fmla="*/ 4730524 h 6858000"/>
              <a:gd name="connsiteX155" fmla="*/ 1979527 w 7467600"/>
              <a:gd name="connsiteY155" fmla="*/ 4726651 h 6858000"/>
              <a:gd name="connsiteX156" fmla="*/ 1927410 w 7467600"/>
              <a:gd name="connsiteY156" fmla="*/ 4716164 h 6858000"/>
              <a:gd name="connsiteX157" fmla="*/ 1997014 w 7467600"/>
              <a:gd name="connsiteY157" fmla="*/ 4698007 h 6858000"/>
              <a:gd name="connsiteX158" fmla="*/ 2005458 w 7467600"/>
              <a:gd name="connsiteY158" fmla="*/ 4699540 h 6858000"/>
              <a:gd name="connsiteX159" fmla="*/ 2657186 w 7467600"/>
              <a:gd name="connsiteY159" fmla="*/ 4901687 h 6858000"/>
              <a:gd name="connsiteX160" fmla="*/ 2826662 w 7467600"/>
              <a:gd name="connsiteY160" fmla="*/ 4970362 h 6858000"/>
              <a:gd name="connsiteX161" fmla="*/ 2876100 w 7467600"/>
              <a:gd name="connsiteY161" fmla="*/ 4995397 h 6858000"/>
              <a:gd name="connsiteX162" fmla="*/ 3042600 w 7467600"/>
              <a:gd name="connsiteY162" fmla="*/ 5059532 h 6858000"/>
              <a:gd name="connsiteX163" fmla="*/ 1997014 w 7467600"/>
              <a:gd name="connsiteY163" fmla="*/ 4698007 h 6858000"/>
              <a:gd name="connsiteX164" fmla="*/ 2305292 w 7467600"/>
              <a:gd name="connsiteY164" fmla="*/ 4219492 h 6858000"/>
              <a:gd name="connsiteX165" fmla="*/ 3360922 w 7467600"/>
              <a:gd name="connsiteY165" fmla="*/ 4529373 h 6858000"/>
              <a:gd name="connsiteX166" fmla="*/ 3492420 w 7467600"/>
              <a:gd name="connsiteY166" fmla="*/ 4510145 h 6858000"/>
              <a:gd name="connsiteX167" fmla="*/ 3364086 w 7467600"/>
              <a:gd name="connsiteY167" fmla="*/ 4480340 h 6858000"/>
              <a:gd name="connsiteX168" fmla="*/ 3225818 w 7467600"/>
              <a:gd name="connsiteY168" fmla="*/ 4411822 h 6858000"/>
              <a:gd name="connsiteX169" fmla="*/ 3129696 w 7467600"/>
              <a:gd name="connsiteY169" fmla="*/ 4360704 h 6858000"/>
              <a:gd name="connsiteX170" fmla="*/ 2814545 w 7467600"/>
              <a:gd name="connsiteY170" fmla="*/ 4282955 h 6858000"/>
              <a:gd name="connsiteX171" fmla="*/ 2305292 w 7467600"/>
              <a:gd name="connsiteY171" fmla="*/ 4219492 h 6858000"/>
              <a:gd name="connsiteX172" fmla="*/ 2626982 w 7467600"/>
              <a:gd name="connsiteY172" fmla="*/ 4206450 h 6858000"/>
              <a:gd name="connsiteX173" fmla="*/ 2490617 w 7467600"/>
              <a:gd name="connsiteY173" fmla="*/ 4206951 h 6858000"/>
              <a:gd name="connsiteX174" fmla="*/ 2819869 w 7467600"/>
              <a:gd name="connsiteY174" fmla="*/ 4252936 h 6858000"/>
              <a:gd name="connsiteX175" fmla="*/ 3143018 w 7467600"/>
              <a:gd name="connsiteY175" fmla="*/ 4332698 h 6858000"/>
              <a:gd name="connsiteX176" fmla="*/ 3241520 w 7467600"/>
              <a:gd name="connsiteY176" fmla="*/ 4385112 h 6858000"/>
              <a:gd name="connsiteX177" fmla="*/ 3374575 w 7467600"/>
              <a:gd name="connsiteY177" fmla="*/ 4451517 h 6858000"/>
              <a:gd name="connsiteX178" fmla="*/ 3505221 w 7467600"/>
              <a:gd name="connsiteY178" fmla="*/ 4480757 h 6858000"/>
              <a:gd name="connsiteX179" fmla="*/ 2626982 w 7467600"/>
              <a:gd name="connsiteY179" fmla="*/ 4206450 h 6858000"/>
              <a:gd name="connsiteX180" fmla="*/ 1310106 w 7467600"/>
              <a:gd name="connsiteY180" fmla="*/ 3943217 h 6858000"/>
              <a:gd name="connsiteX181" fmla="*/ 854994 w 7467600"/>
              <a:gd name="connsiteY181" fmla="*/ 4399136 h 6858000"/>
              <a:gd name="connsiteX182" fmla="*/ 742462 w 7467600"/>
              <a:gd name="connsiteY182" fmla="*/ 4594648 h 6858000"/>
              <a:gd name="connsiteX183" fmla="*/ 820602 w 7467600"/>
              <a:gd name="connsiteY183" fmla="*/ 4485915 h 6858000"/>
              <a:gd name="connsiteX184" fmla="*/ 878295 w 7467600"/>
              <a:gd name="connsiteY184" fmla="*/ 4403594 h 6858000"/>
              <a:gd name="connsiteX185" fmla="*/ 1240607 w 7467600"/>
              <a:gd name="connsiteY185" fmla="*/ 4010401 h 6858000"/>
              <a:gd name="connsiteX186" fmla="*/ 1310106 w 7467600"/>
              <a:gd name="connsiteY186" fmla="*/ 3943217 h 6858000"/>
              <a:gd name="connsiteX187" fmla="*/ 1423113 w 7467600"/>
              <a:gd name="connsiteY187" fmla="*/ 3874565 h 6858000"/>
              <a:gd name="connsiteX188" fmla="*/ 1260565 w 7467600"/>
              <a:gd name="connsiteY188" fmla="*/ 4031982 h 6858000"/>
              <a:gd name="connsiteX189" fmla="*/ 901900 w 7467600"/>
              <a:gd name="connsiteY189" fmla="*/ 4421236 h 6858000"/>
              <a:gd name="connsiteX190" fmla="*/ 845044 w 7467600"/>
              <a:gd name="connsiteY190" fmla="*/ 4502436 h 6858000"/>
              <a:gd name="connsiteX191" fmla="*/ 685926 w 7467600"/>
              <a:gd name="connsiteY191" fmla="*/ 4703069 h 6858000"/>
              <a:gd name="connsiteX192" fmla="*/ 684248 w 7467600"/>
              <a:gd name="connsiteY192" fmla="*/ 4706721 h 6858000"/>
              <a:gd name="connsiteX193" fmla="*/ 1423113 w 7467600"/>
              <a:gd name="connsiteY193" fmla="*/ 3874565 h 6858000"/>
              <a:gd name="connsiteX194" fmla="*/ 3316479 w 7467600"/>
              <a:gd name="connsiteY194" fmla="*/ 3872136 h 6858000"/>
              <a:gd name="connsiteX195" fmla="*/ 3546806 w 7467600"/>
              <a:gd name="connsiteY195" fmla="*/ 4356139 h 6858000"/>
              <a:gd name="connsiteX196" fmla="*/ 3364433 w 7467600"/>
              <a:gd name="connsiteY196" fmla="*/ 3953121 h 6858000"/>
              <a:gd name="connsiteX197" fmla="*/ 3316479 w 7467600"/>
              <a:gd name="connsiteY197" fmla="*/ 3872136 h 6858000"/>
              <a:gd name="connsiteX198" fmla="*/ 3291335 w 7467600"/>
              <a:gd name="connsiteY198" fmla="*/ 3767420 h 6858000"/>
              <a:gd name="connsiteX199" fmla="*/ 3390805 w 7467600"/>
              <a:gd name="connsiteY199" fmla="*/ 3937163 h 6858000"/>
              <a:gd name="connsiteX200" fmla="*/ 3579062 w 7467600"/>
              <a:gd name="connsiteY200" fmla="*/ 4359040 h 6858000"/>
              <a:gd name="connsiteX201" fmla="*/ 3467355 w 7467600"/>
              <a:gd name="connsiteY201" fmla="*/ 3988130 h 6858000"/>
              <a:gd name="connsiteX202" fmla="*/ 3310753 w 7467600"/>
              <a:gd name="connsiteY202" fmla="*/ 3787140 h 6858000"/>
              <a:gd name="connsiteX203" fmla="*/ 3291335 w 7467600"/>
              <a:gd name="connsiteY203" fmla="*/ 3767420 h 6858000"/>
              <a:gd name="connsiteX204" fmla="*/ 1635889 w 7467600"/>
              <a:gd name="connsiteY204" fmla="*/ 3709494 h 6858000"/>
              <a:gd name="connsiteX205" fmla="*/ 1634800 w 7467600"/>
              <a:gd name="connsiteY205" fmla="*/ 3731111 h 6858000"/>
              <a:gd name="connsiteX206" fmla="*/ 1635889 w 7467600"/>
              <a:gd name="connsiteY206" fmla="*/ 3709494 h 6858000"/>
              <a:gd name="connsiteX207" fmla="*/ 1510397 w 7467600"/>
              <a:gd name="connsiteY207" fmla="*/ 3684705 h 6858000"/>
              <a:gd name="connsiteX208" fmla="*/ 1146550 w 7467600"/>
              <a:gd name="connsiteY208" fmla="*/ 3802012 h 6858000"/>
              <a:gd name="connsiteX209" fmla="*/ 698834 w 7467600"/>
              <a:gd name="connsiteY209" fmla="*/ 3952272 h 6858000"/>
              <a:gd name="connsiteX210" fmla="*/ 34256 w 7467600"/>
              <a:gd name="connsiteY210" fmla="*/ 4347603 h 6858000"/>
              <a:gd name="connsiteX211" fmla="*/ 527241 w 7467600"/>
              <a:gd name="connsiteY211" fmla="*/ 4065078 h 6858000"/>
              <a:gd name="connsiteX212" fmla="*/ 1510397 w 7467600"/>
              <a:gd name="connsiteY212" fmla="*/ 3684705 h 6858000"/>
              <a:gd name="connsiteX213" fmla="*/ 1313114 w 7467600"/>
              <a:gd name="connsiteY213" fmla="*/ 3655216 h 6858000"/>
              <a:gd name="connsiteX214" fmla="*/ 1109304 w 7467600"/>
              <a:gd name="connsiteY214" fmla="*/ 3669030 h 6858000"/>
              <a:gd name="connsiteX215" fmla="*/ 8129 w 7467600"/>
              <a:gd name="connsiteY215" fmla="*/ 4330519 h 6858000"/>
              <a:gd name="connsiteX216" fmla="*/ 687572 w 7467600"/>
              <a:gd name="connsiteY216" fmla="*/ 3925629 h 6858000"/>
              <a:gd name="connsiteX217" fmla="*/ 1138365 w 7467600"/>
              <a:gd name="connsiteY217" fmla="*/ 3774515 h 6858000"/>
              <a:gd name="connsiteX218" fmla="*/ 1505579 w 7467600"/>
              <a:gd name="connsiteY218" fmla="*/ 3655526 h 6858000"/>
              <a:gd name="connsiteX219" fmla="*/ 1313114 w 7467600"/>
              <a:gd name="connsiteY219" fmla="*/ 3655216 h 6858000"/>
              <a:gd name="connsiteX220" fmla="*/ 3655073 w 7467600"/>
              <a:gd name="connsiteY220" fmla="*/ 3650884 h 6858000"/>
              <a:gd name="connsiteX221" fmla="*/ 3989938 w 7467600"/>
              <a:gd name="connsiteY221" fmla="*/ 3991685 h 6858000"/>
              <a:gd name="connsiteX222" fmla="*/ 4393907 w 7467600"/>
              <a:gd name="connsiteY222" fmla="*/ 4261258 h 6858000"/>
              <a:gd name="connsiteX223" fmla="*/ 4648051 w 7467600"/>
              <a:gd name="connsiteY223" fmla="*/ 4374051 h 6858000"/>
              <a:gd name="connsiteX224" fmla="*/ 4383389 w 7467600"/>
              <a:gd name="connsiteY224" fmla="*/ 4184369 h 6858000"/>
              <a:gd name="connsiteX225" fmla="*/ 4165508 w 7467600"/>
              <a:gd name="connsiteY225" fmla="*/ 4035196 h 6858000"/>
              <a:gd name="connsiteX226" fmla="*/ 4068162 w 7467600"/>
              <a:gd name="connsiteY226" fmla="*/ 3953394 h 6858000"/>
              <a:gd name="connsiteX227" fmla="*/ 3981416 w 7467600"/>
              <a:gd name="connsiteY227" fmla="*/ 3880482 h 6858000"/>
              <a:gd name="connsiteX228" fmla="*/ 3800147 w 7467600"/>
              <a:gd name="connsiteY228" fmla="*/ 3749872 h 6858000"/>
              <a:gd name="connsiteX229" fmla="*/ 3655073 w 7467600"/>
              <a:gd name="connsiteY229" fmla="*/ 3650884 h 6858000"/>
              <a:gd name="connsiteX230" fmla="*/ 3670252 w 7467600"/>
              <a:gd name="connsiteY230" fmla="*/ 3622798 h 6858000"/>
              <a:gd name="connsiteX231" fmla="*/ 3817258 w 7467600"/>
              <a:gd name="connsiteY231" fmla="*/ 3723577 h 6858000"/>
              <a:gd name="connsiteX232" fmla="*/ 4000461 w 7467600"/>
              <a:gd name="connsiteY232" fmla="*/ 3855966 h 6858000"/>
              <a:gd name="connsiteX233" fmla="*/ 4088180 w 7467600"/>
              <a:gd name="connsiteY233" fmla="*/ 3929774 h 6858000"/>
              <a:gd name="connsiteX234" fmla="*/ 4184555 w 7467600"/>
              <a:gd name="connsiteY234" fmla="*/ 4010683 h 6858000"/>
              <a:gd name="connsiteX235" fmla="*/ 4399563 w 7467600"/>
              <a:gd name="connsiteY235" fmla="*/ 4158106 h 6858000"/>
              <a:gd name="connsiteX236" fmla="*/ 4684469 w 7467600"/>
              <a:gd name="connsiteY236" fmla="*/ 4364680 h 6858000"/>
              <a:gd name="connsiteX237" fmla="*/ 4690271 w 7467600"/>
              <a:gd name="connsiteY237" fmla="*/ 4370034 h 6858000"/>
              <a:gd name="connsiteX238" fmla="*/ 4136093 w 7467600"/>
              <a:gd name="connsiteY238" fmla="*/ 3858466 h 6858000"/>
              <a:gd name="connsiteX239" fmla="*/ 3670252 w 7467600"/>
              <a:gd name="connsiteY239" fmla="*/ 3622798 h 6858000"/>
              <a:gd name="connsiteX240" fmla="*/ 4440129 w 7467600"/>
              <a:gd name="connsiteY240" fmla="*/ 3448571 h 6858000"/>
              <a:gd name="connsiteX241" fmla="*/ 4856525 w 7467600"/>
              <a:gd name="connsiteY241" fmla="*/ 3915351 h 6858000"/>
              <a:gd name="connsiteX242" fmla="*/ 5059055 w 7467600"/>
              <a:gd name="connsiteY242" fmla="*/ 4108918 h 6858000"/>
              <a:gd name="connsiteX243" fmla="*/ 5290070 w 7467600"/>
              <a:gd name="connsiteY243" fmla="*/ 4263619 h 6858000"/>
              <a:gd name="connsiteX244" fmla="*/ 4834991 w 7467600"/>
              <a:gd name="connsiteY244" fmla="*/ 3830985 h 6858000"/>
              <a:gd name="connsiteX245" fmla="*/ 4440129 w 7467600"/>
              <a:gd name="connsiteY245" fmla="*/ 3448571 h 6858000"/>
              <a:gd name="connsiteX246" fmla="*/ 4441737 w 7467600"/>
              <a:gd name="connsiteY246" fmla="*/ 3399734 h 6858000"/>
              <a:gd name="connsiteX247" fmla="*/ 4431236 w 7467600"/>
              <a:gd name="connsiteY247" fmla="*/ 3400954 h 6858000"/>
              <a:gd name="connsiteX248" fmla="*/ 4557150 w 7467600"/>
              <a:gd name="connsiteY248" fmla="*/ 3510023 h 6858000"/>
              <a:gd name="connsiteX249" fmla="*/ 4856936 w 7467600"/>
              <a:gd name="connsiteY249" fmla="*/ 3809146 h 6858000"/>
              <a:gd name="connsiteX250" fmla="*/ 5111996 w 7467600"/>
              <a:gd name="connsiteY250" fmla="*/ 4065759 h 6858000"/>
              <a:gd name="connsiteX251" fmla="*/ 5388878 w 7467600"/>
              <a:gd name="connsiteY251" fmla="*/ 4300185 h 6858000"/>
              <a:gd name="connsiteX252" fmla="*/ 5425556 w 7467600"/>
              <a:gd name="connsiteY252" fmla="*/ 4308967 h 6858000"/>
              <a:gd name="connsiteX253" fmla="*/ 4943646 w 7467600"/>
              <a:gd name="connsiteY253" fmla="*/ 3822916 h 6858000"/>
              <a:gd name="connsiteX254" fmla="*/ 4594837 w 7467600"/>
              <a:gd name="connsiteY254" fmla="*/ 3532274 h 6858000"/>
              <a:gd name="connsiteX255" fmla="*/ 4441737 w 7467600"/>
              <a:gd name="connsiteY255" fmla="*/ 3399734 h 6858000"/>
              <a:gd name="connsiteX256" fmla="*/ 5425834 w 7467600"/>
              <a:gd name="connsiteY256" fmla="*/ 3162785 h 6858000"/>
              <a:gd name="connsiteX257" fmla="*/ 5401644 w 7467600"/>
              <a:gd name="connsiteY257" fmla="*/ 3617847 h 6858000"/>
              <a:gd name="connsiteX258" fmla="*/ 5467256 w 7467600"/>
              <a:gd name="connsiteY258" fmla="*/ 4175494 h 6858000"/>
              <a:gd name="connsiteX259" fmla="*/ 5448069 w 7467600"/>
              <a:gd name="connsiteY259" fmla="*/ 3567554 h 6858000"/>
              <a:gd name="connsiteX260" fmla="*/ 5425834 w 7467600"/>
              <a:gd name="connsiteY260" fmla="*/ 3162785 h 6858000"/>
              <a:gd name="connsiteX261" fmla="*/ 1318687 w 7467600"/>
              <a:gd name="connsiteY261" fmla="*/ 3113840 h 6858000"/>
              <a:gd name="connsiteX262" fmla="*/ 1066793 w 7467600"/>
              <a:gd name="connsiteY262" fmla="*/ 3212171 h 6858000"/>
              <a:gd name="connsiteX263" fmla="*/ 993319 w 7467600"/>
              <a:gd name="connsiteY263" fmla="*/ 3247648 h 6858000"/>
              <a:gd name="connsiteX264" fmla="*/ 853081 w 7467600"/>
              <a:gd name="connsiteY264" fmla="*/ 3312410 h 6858000"/>
              <a:gd name="connsiteX265" fmla="*/ 805957 w 7467600"/>
              <a:gd name="connsiteY265" fmla="*/ 3330443 h 6858000"/>
              <a:gd name="connsiteX266" fmla="*/ 1318687 w 7467600"/>
              <a:gd name="connsiteY266" fmla="*/ 3113840 h 6858000"/>
              <a:gd name="connsiteX267" fmla="*/ 5453702 w 7467600"/>
              <a:gd name="connsiteY267" fmla="*/ 3090882 h 6858000"/>
              <a:gd name="connsiteX268" fmla="*/ 5480135 w 7467600"/>
              <a:gd name="connsiteY268" fmla="*/ 3565802 h 6858000"/>
              <a:gd name="connsiteX269" fmla="*/ 5499023 w 7467600"/>
              <a:gd name="connsiteY269" fmla="*/ 4166310 h 6858000"/>
              <a:gd name="connsiteX270" fmla="*/ 5547022 w 7467600"/>
              <a:gd name="connsiteY270" fmla="*/ 3607838 h 6858000"/>
              <a:gd name="connsiteX271" fmla="*/ 5515964 w 7467600"/>
              <a:gd name="connsiteY271" fmla="*/ 3378541 h 6858000"/>
              <a:gd name="connsiteX272" fmla="*/ 5453702 w 7467600"/>
              <a:gd name="connsiteY272" fmla="*/ 3090882 h 6858000"/>
              <a:gd name="connsiteX273" fmla="*/ 1238695 w 7467600"/>
              <a:gd name="connsiteY273" fmla="*/ 3076820 h 6858000"/>
              <a:gd name="connsiteX274" fmla="*/ 716371 w 7467600"/>
              <a:gd name="connsiteY274" fmla="*/ 3293249 h 6858000"/>
              <a:gd name="connsiteX275" fmla="*/ 579522 w 7467600"/>
              <a:gd name="connsiteY275" fmla="*/ 3371759 h 6858000"/>
              <a:gd name="connsiteX276" fmla="*/ 600288 w 7467600"/>
              <a:gd name="connsiteY276" fmla="*/ 3365555 h 6858000"/>
              <a:gd name="connsiteX277" fmla="*/ 840692 w 7467600"/>
              <a:gd name="connsiteY277" fmla="*/ 3284921 h 6858000"/>
              <a:gd name="connsiteX278" fmla="*/ 979248 w 7467600"/>
              <a:gd name="connsiteY278" fmla="*/ 3221003 h 6858000"/>
              <a:gd name="connsiteX279" fmla="*/ 1053282 w 7467600"/>
              <a:gd name="connsiteY279" fmla="*/ 3185247 h 6858000"/>
              <a:gd name="connsiteX280" fmla="*/ 1320603 w 7467600"/>
              <a:gd name="connsiteY280" fmla="*/ 3081281 h 6858000"/>
              <a:gd name="connsiteX281" fmla="*/ 1238695 w 7467600"/>
              <a:gd name="connsiteY281" fmla="*/ 3076820 h 6858000"/>
              <a:gd name="connsiteX282" fmla="*/ 5425627 w 7467600"/>
              <a:gd name="connsiteY282" fmla="*/ 2954192 h 6858000"/>
              <a:gd name="connsiteX283" fmla="*/ 5470770 w 7467600"/>
              <a:gd name="connsiteY283" fmla="*/ 3005435 h 6858000"/>
              <a:gd name="connsiteX284" fmla="*/ 5519779 w 7467600"/>
              <a:gd name="connsiteY284" fmla="*/ 4359223 h 6858000"/>
              <a:gd name="connsiteX285" fmla="*/ 5520293 w 7467600"/>
              <a:gd name="connsiteY285" fmla="*/ 4360602 h 6858000"/>
              <a:gd name="connsiteX286" fmla="*/ 5767221 w 7467600"/>
              <a:gd name="connsiteY286" fmla="*/ 4665564 h 6858000"/>
              <a:gd name="connsiteX287" fmla="*/ 6937169 w 7467600"/>
              <a:gd name="connsiteY287" fmla="*/ 4815941 h 6858000"/>
              <a:gd name="connsiteX288" fmla="*/ 6953922 w 7467600"/>
              <a:gd name="connsiteY288" fmla="*/ 4890068 h 6858000"/>
              <a:gd name="connsiteX289" fmla="*/ 6071359 w 7467600"/>
              <a:gd name="connsiteY289" fmla="*/ 4770770 h 6858000"/>
              <a:gd name="connsiteX290" fmla="*/ 6038839 w 7467600"/>
              <a:gd name="connsiteY290" fmla="*/ 4764474 h 6858000"/>
              <a:gd name="connsiteX291" fmla="*/ 6038706 w 7467600"/>
              <a:gd name="connsiteY291" fmla="*/ 4763847 h 6858000"/>
              <a:gd name="connsiteX292" fmla="*/ 6037784 w 7467600"/>
              <a:gd name="connsiteY292" fmla="*/ 4764270 h 6858000"/>
              <a:gd name="connsiteX293" fmla="*/ 6038839 w 7467600"/>
              <a:gd name="connsiteY293" fmla="*/ 4764474 h 6858000"/>
              <a:gd name="connsiteX294" fmla="*/ 6040338 w 7467600"/>
              <a:gd name="connsiteY294" fmla="*/ 4771418 h 6858000"/>
              <a:gd name="connsiteX295" fmla="*/ 6024488 w 7467600"/>
              <a:gd name="connsiteY295" fmla="*/ 4809903 h 6858000"/>
              <a:gd name="connsiteX296" fmla="*/ 5599771 w 7467600"/>
              <a:gd name="connsiteY296" fmla="*/ 5509652 h 6858000"/>
              <a:gd name="connsiteX297" fmla="*/ 5548843 w 7467600"/>
              <a:gd name="connsiteY297" fmla="*/ 5563845 h 6858000"/>
              <a:gd name="connsiteX298" fmla="*/ 5940952 w 7467600"/>
              <a:gd name="connsiteY298" fmla="*/ 6250028 h 6858000"/>
              <a:gd name="connsiteX299" fmla="*/ 6043441 w 7467600"/>
              <a:gd name="connsiteY299" fmla="*/ 6665847 h 6858000"/>
              <a:gd name="connsiteX300" fmla="*/ 6093432 w 7467600"/>
              <a:gd name="connsiteY300" fmla="*/ 6858000 h 6858000"/>
              <a:gd name="connsiteX301" fmla="*/ 6034344 w 7467600"/>
              <a:gd name="connsiteY301" fmla="*/ 6858000 h 6858000"/>
              <a:gd name="connsiteX302" fmla="*/ 6026679 w 7467600"/>
              <a:gd name="connsiteY302" fmla="*/ 6836959 h 6858000"/>
              <a:gd name="connsiteX303" fmla="*/ 5800441 w 7467600"/>
              <a:gd name="connsiteY303" fmla="*/ 6335286 h 6858000"/>
              <a:gd name="connsiteX304" fmla="*/ 5526562 w 7467600"/>
              <a:gd name="connsiteY304" fmla="*/ 5705388 h 6858000"/>
              <a:gd name="connsiteX305" fmla="*/ 5519640 w 7467600"/>
              <a:gd name="connsiteY305" fmla="*/ 5683774 h 6858000"/>
              <a:gd name="connsiteX306" fmla="*/ 5844559 w 7467600"/>
              <a:gd name="connsiteY306" fmla="*/ 6553349 h 6858000"/>
              <a:gd name="connsiteX307" fmla="*/ 5975994 w 7467600"/>
              <a:gd name="connsiteY307" fmla="*/ 6858000 h 6858000"/>
              <a:gd name="connsiteX308" fmla="*/ 5898547 w 7467600"/>
              <a:gd name="connsiteY308" fmla="*/ 6858000 h 6858000"/>
              <a:gd name="connsiteX309" fmla="*/ 5682041 w 7467600"/>
              <a:gd name="connsiteY309" fmla="*/ 6355860 h 6858000"/>
              <a:gd name="connsiteX310" fmla="*/ 5461758 w 7467600"/>
              <a:gd name="connsiteY310" fmla="*/ 5820220 h 6858000"/>
              <a:gd name="connsiteX311" fmla="*/ 5237282 w 7467600"/>
              <a:gd name="connsiteY311" fmla="*/ 6579086 h 6858000"/>
              <a:gd name="connsiteX312" fmla="*/ 5115009 w 7467600"/>
              <a:gd name="connsiteY312" fmla="*/ 6858000 h 6858000"/>
              <a:gd name="connsiteX313" fmla="*/ 5028074 w 7467600"/>
              <a:gd name="connsiteY313" fmla="*/ 6858000 h 6858000"/>
              <a:gd name="connsiteX314" fmla="*/ 5079508 w 7467600"/>
              <a:gd name="connsiteY314" fmla="*/ 6749074 h 6858000"/>
              <a:gd name="connsiteX315" fmla="*/ 5371846 w 7467600"/>
              <a:gd name="connsiteY315" fmla="*/ 5924413 h 6858000"/>
              <a:gd name="connsiteX316" fmla="*/ 5270512 w 7467600"/>
              <a:gd name="connsiteY316" fmla="*/ 6138975 h 6858000"/>
              <a:gd name="connsiteX317" fmla="*/ 5062409 w 7467600"/>
              <a:gd name="connsiteY317" fmla="*/ 6653544 h 6858000"/>
              <a:gd name="connsiteX318" fmla="*/ 5036628 w 7467600"/>
              <a:gd name="connsiteY318" fmla="*/ 6754247 h 6858000"/>
              <a:gd name="connsiteX319" fmla="*/ 5009112 w 7467600"/>
              <a:gd name="connsiteY319" fmla="*/ 6858000 h 6858000"/>
              <a:gd name="connsiteX320" fmla="*/ 4976679 w 7467600"/>
              <a:gd name="connsiteY320" fmla="*/ 6858000 h 6858000"/>
              <a:gd name="connsiteX321" fmla="*/ 5006537 w 7467600"/>
              <a:gd name="connsiteY321" fmla="*/ 6747068 h 6858000"/>
              <a:gd name="connsiteX322" fmla="*/ 5032723 w 7467600"/>
              <a:gd name="connsiteY322" fmla="*/ 6644957 h 6858000"/>
              <a:gd name="connsiteX323" fmla="*/ 5242949 w 7467600"/>
              <a:gd name="connsiteY323" fmla="*/ 6125175 h 6858000"/>
              <a:gd name="connsiteX324" fmla="*/ 5286321 w 7467600"/>
              <a:gd name="connsiteY324" fmla="*/ 6033555 h 6858000"/>
              <a:gd name="connsiteX325" fmla="*/ 5008210 w 7467600"/>
              <a:gd name="connsiteY325" fmla="*/ 6649194 h 6858000"/>
              <a:gd name="connsiteX326" fmla="*/ 4986321 w 7467600"/>
              <a:gd name="connsiteY326" fmla="*/ 6765687 h 6858000"/>
              <a:gd name="connsiteX327" fmla="*/ 4973474 w 7467600"/>
              <a:gd name="connsiteY327" fmla="*/ 6858000 h 6858000"/>
              <a:gd name="connsiteX328" fmla="*/ 4907178 w 7467600"/>
              <a:gd name="connsiteY328" fmla="*/ 6858000 h 6858000"/>
              <a:gd name="connsiteX329" fmla="*/ 4910810 w 7467600"/>
              <a:gd name="connsiteY329" fmla="*/ 6829660 h 6858000"/>
              <a:gd name="connsiteX330" fmla="*/ 4987461 w 7467600"/>
              <a:gd name="connsiteY330" fmla="*/ 6432994 h 6858000"/>
              <a:gd name="connsiteX331" fmla="*/ 5179262 w 7467600"/>
              <a:gd name="connsiteY331" fmla="*/ 6035044 h 6858000"/>
              <a:gd name="connsiteX332" fmla="*/ 4689678 w 7467600"/>
              <a:gd name="connsiteY332" fmla="*/ 6440241 h 6858000"/>
              <a:gd name="connsiteX333" fmla="*/ 4477543 w 7467600"/>
              <a:gd name="connsiteY333" fmla="*/ 6674836 h 6858000"/>
              <a:gd name="connsiteX334" fmla="*/ 4329957 w 7467600"/>
              <a:gd name="connsiteY334" fmla="*/ 6858000 h 6858000"/>
              <a:gd name="connsiteX335" fmla="*/ 4218595 w 7467600"/>
              <a:gd name="connsiteY335" fmla="*/ 6858000 h 6858000"/>
              <a:gd name="connsiteX336" fmla="*/ 4368888 w 7467600"/>
              <a:gd name="connsiteY336" fmla="*/ 6668412 h 6858000"/>
              <a:gd name="connsiteX337" fmla="*/ 4563091 w 7467600"/>
              <a:gd name="connsiteY337" fmla="*/ 6442508 h 6858000"/>
              <a:gd name="connsiteX338" fmla="*/ 5387324 w 7467600"/>
              <a:gd name="connsiteY338" fmla="*/ 5705830 h 6858000"/>
              <a:gd name="connsiteX339" fmla="*/ 5073620 w 7467600"/>
              <a:gd name="connsiteY339" fmla="*/ 5955437 h 6858000"/>
              <a:gd name="connsiteX340" fmla="*/ 4689789 w 7467600"/>
              <a:gd name="connsiteY340" fmla="*/ 6268382 h 6858000"/>
              <a:gd name="connsiteX341" fmla="*/ 4418722 w 7467600"/>
              <a:gd name="connsiteY341" fmla="*/ 6570886 h 6858000"/>
              <a:gd name="connsiteX342" fmla="*/ 4214944 w 7467600"/>
              <a:gd name="connsiteY342" fmla="*/ 6858000 h 6858000"/>
              <a:gd name="connsiteX343" fmla="*/ 4177898 w 7467600"/>
              <a:gd name="connsiteY343" fmla="*/ 6858000 h 6858000"/>
              <a:gd name="connsiteX344" fmla="*/ 4391597 w 7467600"/>
              <a:gd name="connsiteY344" fmla="*/ 6556370 h 6858000"/>
              <a:gd name="connsiteX345" fmla="*/ 4668889 w 7467600"/>
              <a:gd name="connsiteY345" fmla="*/ 6246399 h 6858000"/>
              <a:gd name="connsiteX346" fmla="*/ 5055427 w 7467600"/>
              <a:gd name="connsiteY346" fmla="*/ 5931476 h 6858000"/>
              <a:gd name="connsiteX347" fmla="*/ 5371814 w 7467600"/>
              <a:gd name="connsiteY347" fmla="*/ 5678975 h 6858000"/>
              <a:gd name="connsiteX348" fmla="*/ 4987918 w 7467600"/>
              <a:gd name="connsiteY348" fmla="*/ 5838701 h 6858000"/>
              <a:gd name="connsiteX349" fmla="*/ 4317146 w 7467600"/>
              <a:gd name="connsiteY349" fmla="*/ 6587716 h 6858000"/>
              <a:gd name="connsiteX350" fmla="*/ 4171627 w 7467600"/>
              <a:gd name="connsiteY350" fmla="*/ 6858000 h 6858000"/>
              <a:gd name="connsiteX351" fmla="*/ 4081585 w 7467600"/>
              <a:gd name="connsiteY351" fmla="*/ 6858000 h 6858000"/>
              <a:gd name="connsiteX352" fmla="*/ 4238603 w 7467600"/>
              <a:gd name="connsiteY352" fmla="*/ 6559341 h 6858000"/>
              <a:gd name="connsiteX353" fmla="*/ 4778333 w 7467600"/>
              <a:gd name="connsiteY353" fmla="*/ 5873626 h 6858000"/>
              <a:gd name="connsiteX354" fmla="*/ 5414185 w 7467600"/>
              <a:gd name="connsiteY354" fmla="*/ 5573882 h 6858000"/>
              <a:gd name="connsiteX355" fmla="*/ 5959648 w 7467600"/>
              <a:gd name="connsiteY355" fmla="*/ 4760797 h 6858000"/>
              <a:gd name="connsiteX356" fmla="*/ 5355019 w 7467600"/>
              <a:gd name="connsiteY356" fmla="*/ 4734672 h 6858000"/>
              <a:gd name="connsiteX357" fmla="*/ 5083565 w 7467600"/>
              <a:gd name="connsiteY357" fmla="*/ 5179121 h 6858000"/>
              <a:gd name="connsiteX358" fmla="*/ 4713577 w 7467600"/>
              <a:gd name="connsiteY358" fmla="*/ 5616803 h 6858000"/>
              <a:gd name="connsiteX359" fmla="*/ 3989559 w 7467600"/>
              <a:gd name="connsiteY359" fmla="*/ 6145945 h 6858000"/>
              <a:gd name="connsiteX360" fmla="*/ 3939824 w 7467600"/>
              <a:gd name="connsiteY360" fmla="*/ 6066900 h 6858000"/>
              <a:gd name="connsiteX361" fmla="*/ 4584537 w 7467600"/>
              <a:gd name="connsiteY361" fmla="*/ 5324826 h 6858000"/>
              <a:gd name="connsiteX362" fmla="*/ 5037105 w 7467600"/>
              <a:gd name="connsiteY362" fmla="*/ 5088765 h 6858000"/>
              <a:gd name="connsiteX363" fmla="*/ 5039930 w 7467600"/>
              <a:gd name="connsiteY363" fmla="*/ 5089585 h 6858000"/>
              <a:gd name="connsiteX364" fmla="*/ 5263764 w 7467600"/>
              <a:gd name="connsiteY364" fmla="*/ 4735525 h 6858000"/>
              <a:gd name="connsiteX365" fmla="*/ 4086300 w 7467600"/>
              <a:gd name="connsiteY365" fmla="*/ 4884599 h 6858000"/>
              <a:gd name="connsiteX366" fmla="*/ 4085485 w 7467600"/>
              <a:gd name="connsiteY366" fmla="*/ 4899070 h 6858000"/>
              <a:gd name="connsiteX367" fmla="*/ 3871915 w 7467600"/>
              <a:gd name="connsiteY367" fmla="*/ 5253645 h 6858000"/>
              <a:gd name="connsiteX368" fmla="*/ 3799374 w 7467600"/>
              <a:gd name="connsiteY368" fmla="*/ 5466127 h 6858000"/>
              <a:gd name="connsiteX369" fmla="*/ 3498850 w 7467600"/>
              <a:gd name="connsiteY369" fmla="*/ 6661888 h 6858000"/>
              <a:gd name="connsiteX370" fmla="*/ 3399216 w 7467600"/>
              <a:gd name="connsiteY370" fmla="*/ 6858000 h 6858000"/>
              <a:gd name="connsiteX371" fmla="*/ 3303688 w 7467600"/>
              <a:gd name="connsiteY371" fmla="*/ 6858000 h 6858000"/>
              <a:gd name="connsiteX372" fmla="*/ 3391774 w 7467600"/>
              <a:gd name="connsiteY372" fmla="*/ 6697181 h 6858000"/>
              <a:gd name="connsiteX373" fmla="*/ 3735540 w 7467600"/>
              <a:gd name="connsiteY373" fmla="*/ 5546923 h 6858000"/>
              <a:gd name="connsiteX374" fmla="*/ 3729438 w 7467600"/>
              <a:gd name="connsiteY374" fmla="*/ 5569058 h 6858000"/>
              <a:gd name="connsiteX375" fmla="*/ 3707782 w 7467600"/>
              <a:gd name="connsiteY375" fmla="*/ 5644908 h 6858000"/>
              <a:gd name="connsiteX376" fmla="*/ 3583827 w 7467600"/>
              <a:gd name="connsiteY376" fmla="*/ 6039215 h 6858000"/>
              <a:gd name="connsiteX377" fmla="*/ 3547861 w 7467600"/>
              <a:gd name="connsiteY377" fmla="*/ 6129609 h 6858000"/>
              <a:gd name="connsiteX378" fmla="*/ 3490905 w 7467600"/>
              <a:gd name="connsiteY378" fmla="*/ 6277660 h 6858000"/>
              <a:gd name="connsiteX379" fmla="*/ 3455859 w 7467600"/>
              <a:gd name="connsiteY379" fmla="*/ 6391301 h 6858000"/>
              <a:gd name="connsiteX380" fmla="*/ 3429112 w 7467600"/>
              <a:gd name="connsiteY380" fmla="*/ 6479469 h 6858000"/>
              <a:gd name="connsiteX381" fmla="*/ 3304862 w 7467600"/>
              <a:gd name="connsiteY381" fmla="*/ 6796476 h 6858000"/>
              <a:gd name="connsiteX382" fmla="*/ 3276071 w 7467600"/>
              <a:gd name="connsiteY382" fmla="*/ 6858000 h 6858000"/>
              <a:gd name="connsiteX383" fmla="*/ 3240805 w 7467600"/>
              <a:gd name="connsiteY383" fmla="*/ 6858000 h 6858000"/>
              <a:gd name="connsiteX384" fmla="*/ 3275917 w 7467600"/>
              <a:gd name="connsiteY384" fmla="*/ 6783192 h 6858000"/>
              <a:gd name="connsiteX385" fmla="*/ 3399358 w 7467600"/>
              <a:gd name="connsiteY385" fmla="*/ 6469011 h 6858000"/>
              <a:gd name="connsiteX386" fmla="*/ 3425650 w 7467600"/>
              <a:gd name="connsiteY386" fmla="*/ 6381333 h 6858000"/>
              <a:gd name="connsiteX387" fmla="*/ 3460661 w 7467600"/>
              <a:gd name="connsiteY387" fmla="*/ 6266763 h 6858000"/>
              <a:gd name="connsiteX388" fmla="*/ 3518021 w 7467600"/>
              <a:gd name="connsiteY388" fmla="*/ 6117298 h 6858000"/>
              <a:gd name="connsiteX389" fmla="*/ 3554035 w 7467600"/>
              <a:gd name="connsiteY389" fmla="*/ 6027832 h 6858000"/>
              <a:gd name="connsiteX390" fmla="*/ 3677174 w 7467600"/>
              <a:gd name="connsiteY390" fmla="*/ 5636351 h 6858000"/>
              <a:gd name="connsiteX391" fmla="*/ 3698819 w 7467600"/>
              <a:gd name="connsiteY391" fmla="*/ 5560503 h 6858000"/>
              <a:gd name="connsiteX392" fmla="*/ 3702094 w 7467600"/>
              <a:gd name="connsiteY392" fmla="*/ 5549194 h 6858000"/>
              <a:gd name="connsiteX393" fmla="*/ 3398355 w 7467600"/>
              <a:gd name="connsiteY393" fmla="*/ 6094603 h 6858000"/>
              <a:gd name="connsiteX394" fmla="*/ 3193941 w 7467600"/>
              <a:gd name="connsiteY394" fmla="*/ 6798775 h 6858000"/>
              <a:gd name="connsiteX395" fmla="*/ 3184140 w 7467600"/>
              <a:gd name="connsiteY395" fmla="*/ 6858000 h 6858000"/>
              <a:gd name="connsiteX396" fmla="*/ 3099978 w 7467600"/>
              <a:gd name="connsiteY396" fmla="*/ 6858000 h 6858000"/>
              <a:gd name="connsiteX397" fmla="*/ 3101556 w 7467600"/>
              <a:gd name="connsiteY397" fmla="*/ 6843337 h 6858000"/>
              <a:gd name="connsiteX398" fmla="*/ 3370162 w 7467600"/>
              <a:gd name="connsiteY398" fmla="*/ 5785550 h 6858000"/>
              <a:gd name="connsiteX399" fmla="*/ 3746477 w 7467600"/>
              <a:gd name="connsiteY399" fmla="*/ 5377889 h 6858000"/>
              <a:gd name="connsiteX400" fmla="*/ 3863399 w 7467600"/>
              <a:gd name="connsiteY400" fmla="*/ 5087257 h 6858000"/>
              <a:gd name="connsiteX401" fmla="*/ 3968712 w 7467600"/>
              <a:gd name="connsiteY401" fmla="*/ 4913989 h 6858000"/>
              <a:gd name="connsiteX402" fmla="*/ 2792390 w 7467600"/>
              <a:gd name="connsiteY402" fmla="*/ 5382974 h 6858000"/>
              <a:gd name="connsiteX403" fmla="*/ 2714982 w 7467600"/>
              <a:gd name="connsiteY403" fmla="*/ 5427051 h 6858000"/>
              <a:gd name="connsiteX404" fmla="*/ 2813361 w 7467600"/>
              <a:gd name="connsiteY404" fmla="*/ 6023912 h 6858000"/>
              <a:gd name="connsiteX405" fmla="*/ 2688430 w 7467600"/>
              <a:gd name="connsiteY405" fmla="*/ 6801564 h 6858000"/>
              <a:gd name="connsiteX406" fmla="*/ 2629626 w 7467600"/>
              <a:gd name="connsiteY406" fmla="*/ 6763394 h 6858000"/>
              <a:gd name="connsiteX407" fmla="*/ 2565328 w 7467600"/>
              <a:gd name="connsiteY407" fmla="*/ 5516399 h 6858000"/>
              <a:gd name="connsiteX408" fmla="*/ 1922999 w 7467600"/>
              <a:gd name="connsiteY408" fmla="*/ 5980343 h 6858000"/>
              <a:gd name="connsiteX409" fmla="*/ 1950261 w 7467600"/>
              <a:gd name="connsiteY409" fmla="*/ 6405858 h 6858000"/>
              <a:gd name="connsiteX410" fmla="*/ 2365554 w 7467600"/>
              <a:gd name="connsiteY410" fmla="*/ 6759107 h 6858000"/>
              <a:gd name="connsiteX411" fmla="*/ 2424142 w 7467600"/>
              <a:gd name="connsiteY411" fmla="*/ 6858000 h 6858000"/>
              <a:gd name="connsiteX412" fmla="*/ 2395994 w 7467600"/>
              <a:gd name="connsiteY412" fmla="*/ 6858000 h 6858000"/>
              <a:gd name="connsiteX413" fmla="*/ 2392863 w 7467600"/>
              <a:gd name="connsiteY413" fmla="*/ 6852964 h 6858000"/>
              <a:gd name="connsiteX414" fmla="*/ 2017589 w 7467600"/>
              <a:gd name="connsiteY414" fmla="*/ 6493982 h 6858000"/>
              <a:gd name="connsiteX415" fmla="*/ 2147336 w 7467600"/>
              <a:gd name="connsiteY415" fmla="*/ 6594052 h 6858000"/>
              <a:gd name="connsiteX416" fmla="*/ 2207047 w 7467600"/>
              <a:gd name="connsiteY416" fmla="*/ 6654540 h 6858000"/>
              <a:gd name="connsiteX417" fmla="*/ 2299106 w 7467600"/>
              <a:gd name="connsiteY417" fmla="*/ 6778931 h 6858000"/>
              <a:gd name="connsiteX418" fmla="*/ 2314430 w 7467600"/>
              <a:gd name="connsiteY418" fmla="*/ 6801144 h 6858000"/>
              <a:gd name="connsiteX419" fmla="*/ 2352406 w 7467600"/>
              <a:gd name="connsiteY419" fmla="*/ 6858000 h 6858000"/>
              <a:gd name="connsiteX420" fmla="*/ 2314492 w 7467600"/>
              <a:gd name="connsiteY420" fmla="*/ 6858000 h 6858000"/>
              <a:gd name="connsiteX421" fmla="*/ 2288095 w 7467600"/>
              <a:gd name="connsiteY421" fmla="*/ 6818030 h 6858000"/>
              <a:gd name="connsiteX422" fmla="*/ 2272768 w 7467600"/>
              <a:gd name="connsiteY422" fmla="*/ 6795822 h 6858000"/>
              <a:gd name="connsiteX423" fmla="*/ 2182715 w 7467600"/>
              <a:gd name="connsiteY423" fmla="*/ 6675071 h 6858000"/>
              <a:gd name="connsiteX424" fmla="*/ 2032061 w 7467600"/>
              <a:gd name="connsiteY424" fmla="*/ 6541380 h 6858000"/>
              <a:gd name="connsiteX425" fmla="*/ 2257220 w 7467600"/>
              <a:gd name="connsiteY425" fmla="*/ 6826257 h 6858000"/>
              <a:gd name="connsiteX426" fmla="*/ 2281324 w 7467600"/>
              <a:gd name="connsiteY426" fmla="*/ 6858000 h 6858000"/>
              <a:gd name="connsiteX427" fmla="*/ 2242860 w 7467600"/>
              <a:gd name="connsiteY427" fmla="*/ 6858000 h 6858000"/>
              <a:gd name="connsiteX428" fmla="*/ 2232818 w 7467600"/>
              <a:gd name="connsiteY428" fmla="*/ 6844926 h 6858000"/>
              <a:gd name="connsiteX429" fmla="*/ 1990172 w 7467600"/>
              <a:gd name="connsiteY429" fmla="*/ 6542121 h 6858000"/>
              <a:gd name="connsiteX430" fmla="*/ 2124090 w 7467600"/>
              <a:gd name="connsiteY430" fmla="*/ 6761017 h 6858000"/>
              <a:gd name="connsiteX431" fmla="*/ 2200380 w 7467600"/>
              <a:gd name="connsiteY431" fmla="*/ 6858000 h 6858000"/>
              <a:gd name="connsiteX432" fmla="*/ 2147507 w 7467600"/>
              <a:gd name="connsiteY432" fmla="*/ 6858000 h 6858000"/>
              <a:gd name="connsiteX433" fmla="*/ 2070668 w 7467600"/>
              <a:gd name="connsiteY433" fmla="*/ 6761520 h 6858000"/>
              <a:gd name="connsiteX434" fmla="*/ 1975142 w 7467600"/>
              <a:gd name="connsiteY434" fmla="*/ 6585570 h 6858000"/>
              <a:gd name="connsiteX435" fmla="*/ 2050035 w 7467600"/>
              <a:gd name="connsiteY435" fmla="*/ 6813345 h 6858000"/>
              <a:gd name="connsiteX436" fmla="*/ 2063025 w 7467600"/>
              <a:gd name="connsiteY436" fmla="*/ 6858000 h 6858000"/>
              <a:gd name="connsiteX437" fmla="*/ 2021675 w 7467600"/>
              <a:gd name="connsiteY437" fmla="*/ 6858000 h 6858000"/>
              <a:gd name="connsiteX438" fmla="*/ 2019308 w 7467600"/>
              <a:gd name="connsiteY438" fmla="*/ 6847118 h 6858000"/>
              <a:gd name="connsiteX439" fmla="*/ 1938835 w 7467600"/>
              <a:gd name="connsiteY439" fmla="*/ 6551160 h 6858000"/>
              <a:gd name="connsiteX440" fmla="*/ 1953230 w 7467600"/>
              <a:gd name="connsiteY440" fmla="*/ 6759699 h 6858000"/>
              <a:gd name="connsiteX441" fmla="*/ 1956763 w 7467600"/>
              <a:gd name="connsiteY441" fmla="*/ 6778191 h 6858000"/>
              <a:gd name="connsiteX442" fmla="*/ 1967925 w 7467600"/>
              <a:gd name="connsiteY442" fmla="*/ 6858000 h 6858000"/>
              <a:gd name="connsiteX443" fmla="*/ 1936622 w 7467600"/>
              <a:gd name="connsiteY443" fmla="*/ 6858000 h 6858000"/>
              <a:gd name="connsiteX444" fmla="*/ 1926261 w 7467600"/>
              <a:gd name="connsiteY444" fmla="*/ 6784064 h 6858000"/>
              <a:gd name="connsiteX445" fmla="*/ 1922724 w 7467600"/>
              <a:gd name="connsiteY445" fmla="*/ 6765577 h 6858000"/>
              <a:gd name="connsiteX446" fmla="*/ 1904650 w 7467600"/>
              <a:gd name="connsiteY446" fmla="*/ 6639616 h 6858000"/>
              <a:gd name="connsiteX447" fmla="*/ 1885273 w 7467600"/>
              <a:gd name="connsiteY447" fmla="*/ 6858000 h 6858000"/>
              <a:gd name="connsiteX448" fmla="*/ 1854363 w 7467600"/>
              <a:gd name="connsiteY448" fmla="*/ 6858000 h 6858000"/>
              <a:gd name="connsiteX449" fmla="*/ 1880391 w 7467600"/>
              <a:gd name="connsiteY449" fmla="*/ 6603796 h 6858000"/>
              <a:gd name="connsiteX450" fmla="*/ 1818273 w 7467600"/>
              <a:gd name="connsiteY450" fmla="*/ 6715729 h 6858000"/>
              <a:gd name="connsiteX451" fmla="*/ 1794691 w 7467600"/>
              <a:gd name="connsiteY451" fmla="*/ 6843239 h 6858000"/>
              <a:gd name="connsiteX452" fmla="*/ 1794914 w 7467600"/>
              <a:gd name="connsiteY452" fmla="*/ 6858000 h 6858000"/>
              <a:gd name="connsiteX453" fmla="*/ 1746128 w 7467600"/>
              <a:gd name="connsiteY453" fmla="*/ 6858000 h 6858000"/>
              <a:gd name="connsiteX454" fmla="*/ 1753934 w 7467600"/>
              <a:gd name="connsiteY454" fmla="*/ 6724796 h 6858000"/>
              <a:gd name="connsiteX455" fmla="*/ 1792053 w 7467600"/>
              <a:gd name="connsiteY455" fmla="*/ 6572396 h 6858000"/>
              <a:gd name="connsiteX456" fmla="*/ 1862248 w 7467600"/>
              <a:gd name="connsiteY456" fmla="*/ 6266397 h 6858000"/>
              <a:gd name="connsiteX457" fmla="*/ 1862250 w 7467600"/>
              <a:gd name="connsiteY457" fmla="*/ 6033531 h 6858000"/>
              <a:gd name="connsiteX458" fmla="*/ 1211999 w 7467600"/>
              <a:gd name="connsiteY458" fmla="*/ 6683610 h 6858000"/>
              <a:gd name="connsiteX459" fmla="*/ 1213266 w 7467600"/>
              <a:gd name="connsiteY459" fmla="*/ 6691947 h 6858000"/>
              <a:gd name="connsiteX460" fmla="*/ 1203370 w 7467600"/>
              <a:gd name="connsiteY460" fmla="*/ 6850676 h 6858000"/>
              <a:gd name="connsiteX461" fmla="*/ 1203671 w 7467600"/>
              <a:gd name="connsiteY461" fmla="*/ 6858000 h 6858000"/>
              <a:gd name="connsiteX462" fmla="*/ 1143180 w 7467600"/>
              <a:gd name="connsiteY462" fmla="*/ 6858000 h 6858000"/>
              <a:gd name="connsiteX463" fmla="*/ 1142176 w 7467600"/>
              <a:gd name="connsiteY463" fmla="*/ 6766045 h 6858000"/>
              <a:gd name="connsiteX464" fmla="*/ 1067484 w 7467600"/>
              <a:gd name="connsiteY464" fmla="*/ 6858000 h 6858000"/>
              <a:gd name="connsiteX465" fmla="*/ 953928 w 7467600"/>
              <a:gd name="connsiteY465" fmla="*/ 6858000 h 6858000"/>
              <a:gd name="connsiteX466" fmla="*/ 959715 w 7467600"/>
              <a:gd name="connsiteY466" fmla="*/ 6850185 h 6858000"/>
              <a:gd name="connsiteX467" fmla="*/ 1483788 w 7467600"/>
              <a:gd name="connsiteY467" fmla="*/ 6259174 h 6858000"/>
              <a:gd name="connsiteX468" fmla="*/ 1100671 w 7467600"/>
              <a:gd name="connsiteY468" fmla="*/ 6252137 h 6858000"/>
              <a:gd name="connsiteX469" fmla="*/ 1090144 w 7467600"/>
              <a:gd name="connsiteY469" fmla="*/ 6256748 h 6858000"/>
              <a:gd name="connsiteX470" fmla="*/ 1095872 w 7467600"/>
              <a:gd name="connsiteY470" fmla="*/ 6271892 h 6858000"/>
              <a:gd name="connsiteX471" fmla="*/ 262785 w 7467600"/>
              <a:gd name="connsiteY471" fmla="*/ 6845450 h 6858000"/>
              <a:gd name="connsiteX472" fmla="*/ 209968 w 7467600"/>
              <a:gd name="connsiteY472" fmla="*/ 6770713 h 6858000"/>
              <a:gd name="connsiteX473" fmla="*/ 873460 w 7467600"/>
              <a:gd name="connsiteY473" fmla="*/ 6253768 h 6858000"/>
              <a:gd name="connsiteX474" fmla="*/ 192686 w 7467600"/>
              <a:gd name="connsiteY474" fmla="*/ 5849257 h 6858000"/>
              <a:gd name="connsiteX475" fmla="*/ 4696 w 7467600"/>
              <a:gd name="connsiteY475" fmla="*/ 5697668 h 6858000"/>
              <a:gd name="connsiteX476" fmla="*/ 0 w 7467600"/>
              <a:gd name="connsiteY476" fmla="*/ 5689984 h 6858000"/>
              <a:gd name="connsiteX477" fmla="*/ 0 w 7467600"/>
              <a:gd name="connsiteY477" fmla="*/ 5513472 h 6858000"/>
              <a:gd name="connsiteX478" fmla="*/ 174101 w 7467600"/>
              <a:gd name="connsiteY478" fmla="*/ 5620277 h 6858000"/>
              <a:gd name="connsiteX479" fmla="*/ 891800 w 7467600"/>
              <a:gd name="connsiteY479" fmla="*/ 6036935 h 6858000"/>
              <a:gd name="connsiteX480" fmla="*/ 1072219 w 7467600"/>
              <a:gd name="connsiteY480" fmla="*/ 6169443 h 6858000"/>
              <a:gd name="connsiteX481" fmla="*/ 1074117 w 7467600"/>
              <a:gd name="connsiteY481" fmla="*/ 6170301 h 6858000"/>
              <a:gd name="connsiteX482" fmla="*/ 1083114 w 7467600"/>
              <a:gd name="connsiteY482" fmla="*/ 6174131 h 6858000"/>
              <a:gd name="connsiteX483" fmla="*/ 1543010 w 7467600"/>
              <a:gd name="connsiteY483" fmla="*/ 6191140 h 6858000"/>
              <a:gd name="connsiteX484" fmla="*/ 1551080 w 7467600"/>
              <a:gd name="connsiteY484" fmla="*/ 6195006 h 6858000"/>
              <a:gd name="connsiteX485" fmla="*/ 2345443 w 7467600"/>
              <a:gd name="connsiteY485" fmla="*/ 5549882 h 6858000"/>
              <a:gd name="connsiteX486" fmla="*/ 1721499 w 7467600"/>
              <a:gd name="connsiteY486" fmla="*/ 5599969 h 6858000"/>
              <a:gd name="connsiteX487" fmla="*/ 767716 w 7467600"/>
              <a:gd name="connsiteY487" fmla="*/ 5472768 h 6858000"/>
              <a:gd name="connsiteX488" fmla="*/ 722147 w 7467600"/>
              <a:gd name="connsiteY488" fmla="*/ 5393091 h 6858000"/>
              <a:gd name="connsiteX489" fmla="*/ 1485552 w 7467600"/>
              <a:gd name="connsiteY489" fmla="*/ 5313202 h 6858000"/>
              <a:gd name="connsiteX490" fmla="*/ 2143004 w 7467600"/>
              <a:gd name="connsiteY490" fmla="*/ 5402420 h 6858000"/>
              <a:gd name="connsiteX491" fmla="*/ 1933391 w 7467600"/>
              <a:gd name="connsiteY491" fmla="*/ 5156971 h 6858000"/>
              <a:gd name="connsiteX492" fmla="*/ 1827118 w 7467600"/>
              <a:gd name="connsiteY492" fmla="*/ 4968410 h 6858000"/>
              <a:gd name="connsiteX493" fmla="*/ 1837349 w 7467600"/>
              <a:gd name="connsiteY493" fmla="*/ 4956357 h 6858000"/>
              <a:gd name="connsiteX494" fmla="*/ 2162835 w 7467600"/>
              <a:gd name="connsiteY494" fmla="*/ 5187853 h 6858000"/>
              <a:gd name="connsiteX495" fmla="*/ 2257167 w 7467600"/>
              <a:gd name="connsiteY495" fmla="*/ 5462123 h 6858000"/>
              <a:gd name="connsiteX496" fmla="*/ 2261598 w 7467600"/>
              <a:gd name="connsiteY496" fmla="*/ 5467998 h 6858000"/>
              <a:gd name="connsiteX497" fmla="*/ 2437177 w 7467600"/>
              <a:gd name="connsiteY497" fmla="*/ 5479608 h 6858000"/>
              <a:gd name="connsiteX498" fmla="*/ 2445247 w 7467600"/>
              <a:gd name="connsiteY498" fmla="*/ 5483476 h 6858000"/>
              <a:gd name="connsiteX499" fmla="*/ 2743626 w 7467600"/>
              <a:gd name="connsiteY499" fmla="*/ 5304819 h 6858000"/>
              <a:gd name="connsiteX500" fmla="*/ 3048102 w 7467600"/>
              <a:gd name="connsiteY500" fmla="*/ 5150595 h 6858000"/>
              <a:gd name="connsiteX501" fmla="*/ 1799414 w 7467600"/>
              <a:gd name="connsiteY501" fmla="*/ 4694732 h 6858000"/>
              <a:gd name="connsiteX502" fmla="*/ 1771735 w 7467600"/>
              <a:gd name="connsiteY502" fmla="*/ 4619929 h 6858000"/>
              <a:gd name="connsiteX503" fmla="*/ 3104273 w 7467600"/>
              <a:gd name="connsiteY503" fmla="*/ 5076159 h 6858000"/>
              <a:gd name="connsiteX504" fmla="*/ 3113245 w 7467600"/>
              <a:gd name="connsiteY504" fmla="*/ 5090705 h 6858000"/>
              <a:gd name="connsiteX505" fmla="*/ 3126294 w 7467600"/>
              <a:gd name="connsiteY505" fmla="*/ 5114400 h 6858000"/>
              <a:gd name="connsiteX506" fmla="*/ 3937433 w 7467600"/>
              <a:gd name="connsiteY506" fmla="*/ 4830473 h 6858000"/>
              <a:gd name="connsiteX507" fmla="*/ 3590475 w 7467600"/>
              <a:gd name="connsiteY507" fmla="*/ 4597974 h 6858000"/>
              <a:gd name="connsiteX508" fmla="*/ 3100264 w 7467600"/>
              <a:gd name="connsiteY508" fmla="*/ 4579845 h 6858000"/>
              <a:gd name="connsiteX509" fmla="*/ 2183576 w 7467600"/>
              <a:gd name="connsiteY509" fmla="*/ 4227150 h 6858000"/>
              <a:gd name="connsiteX510" fmla="*/ 2151029 w 7467600"/>
              <a:gd name="connsiteY510" fmla="*/ 4146947 h 6858000"/>
              <a:gd name="connsiteX511" fmla="*/ 3563434 w 7467600"/>
              <a:gd name="connsiteY511" fmla="*/ 4469115 h 6858000"/>
              <a:gd name="connsiteX512" fmla="*/ 3177952 w 7467600"/>
              <a:gd name="connsiteY512" fmla="*/ 3657386 h 6858000"/>
              <a:gd name="connsiteX513" fmla="*/ 3189263 w 7467600"/>
              <a:gd name="connsiteY513" fmla="*/ 3625726 h 6858000"/>
              <a:gd name="connsiteX514" fmla="*/ 3560912 w 7467600"/>
              <a:gd name="connsiteY514" fmla="*/ 4079863 h 6858000"/>
              <a:gd name="connsiteX515" fmla="*/ 3626636 w 7467600"/>
              <a:gd name="connsiteY515" fmla="*/ 4512230 h 6858000"/>
              <a:gd name="connsiteX516" fmla="*/ 3653088 w 7467600"/>
              <a:gd name="connsiteY516" fmla="*/ 4521417 h 6858000"/>
              <a:gd name="connsiteX517" fmla="*/ 3988128 w 7467600"/>
              <a:gd name="connsiteY517" fmla="*/ 4817267 h 6858000"/>
              <a:gd name="connsiteX518" fmla="*/ 4830582 w 7467600"/>
              <a:gd name="connsiteY518" fmla="*/ 4676000 h 6858000"/>
              <a:gd name="connsiteX519" fmla="*/ 4830100 w 7467600"/>
              <a:gd name="connsiteY519" fmla="*/ 4675554 h 6858000"/>
              <a:gd name="connsiteX520" fmla="*/ 4036318 w 7467600"/>
              <a:gd name="connsiteY520" fmla="*/ 4147013 h 6858000"/>
              <a:gd name="connsiteX521" fmla="*/ 3432098 w 7467600"/>
              <a:gd name="connsiteY521" fmla="*/ 3537312 h 6858000"/>
              <a:gd name="connsiteX522" fmla="*/ 3446761 w 7467600"/>
              <a:gd name="connsiteY522" fmla="*/ 3461278 h 6858000"/>
              <a:gd name="connsiteX523" fmla="*/ 4419733 w 7467600"/>
              <a:gd name="connsiteY523" fmla="*/ 3963555 h 6858000"/>
              <a:gd name="connsiteX524" fmla="*/ 4781371 w 7467600"/>
              <a:gd name="connsiteY524" fmla="*/ 4458604 h 6858000"/>
              <a:gd name="connsiteX525" fmla="*/ 4780440 w 7467600"/>
              <a:gd name="connsiteY525" fmla="*/ 4470290 h 6858000"/>
              <a:gd name="connsiteX526" fmla="*/ 4898954 w 7467600"/>
              <a:gd name="connsiteY526" fmla="*/ 4662092 h 6858000"/>
              <a:gd name="connsiteX527" fmla="*/ 4900699 w 7467600"/>
              <a:gd name="connsiteY527" fmla="*/ 4670867 h 6858000"/>
              <a:gd name="connsiteX528" fmla="*/ 5714511 w 7467600"/>
              <a:gd name="connsiteY528" fmla="*/ 4663483 h 6858000"/>
              <a:gd name="connsiteX529" fmla="*/ 5464793 w 7467600"/>
              <a:gd name="connsiteY529" fmla="*/ 4393556 h 6858000"/>
              <a:gd name="connsiteX530" fmla="*/ 5461897 w 7467600"/>
              <a:gd name="connsiteY530" fmla="*/ 4390879 h 6858000"/>
              <a:gd name="connsiteX531" fmla="*/ 4294126 w 7467600"/>
              <a:gd name="connsiteY531" fmla="*/ 3303048 h 6858000"/>
              <a:gd name="connsiteX532" fmla="*/ 4305321 w 7467600"/>
              <a:gd name="connsiteY532" fmla="*/ 3256953 h 6858000"/>
              <a:gd name="connsiteX533" fmla="*/ 4949299 w 7467600"/>
              <a:gd name="connsiteY533" fmla="*/ 3766336 h 6858000"/>
              <a:gd name="connsiteX534" fmla="*/ 5291452 w 7467600"/>
              <a:gd name="connsiteY534" fmla="*/ 4076801 h 6858000"/>
              <a:gd name="connsiteX535" fmla="*/ 5434998 w 7467600"/>
              <a:gd name="connsiteY535" fmla="*/ 4254100 h 6858000"/>
              <a:gd name="connsiteX536" fmla="*/ 5351015 w 7467600"/>
              <a:gd name="connsiteY536" fmla="*/ 3760989 h 6858000"/>
              <a:gd name="connsiteX537" fmla="*/ 5413780 w 7467600"/>
              <a:gd name="connsiteY537" fmla="*/ 2966265 h 6858000"/>
              <a:gd name="connsiteX538" fmla="*/ 5425627 w 7467600"/>
              <a:gd name="connsiteY538" fmla="*/ 2954192 h 6858000"/>
              <a:gd name="connsiteX539" fmla="*/ 6604735 w 7467600"/>
              <a:gd name="connsiteY539" fmla="*/ 2041381 h 6858000"/>
              <a:gd name="connsiteX540" fmla="*/ 7204487 w 7467600"/>
              <a:gd name="connsiteY540" fmla="*/ 2742112 h 6858000"/>
              <a:gd name="connsiteX541" fmla="*/ 7131592 w 7467600"/>
              <a:gd name="connsiteY541" fmla="*/ 2672096 h 6858000"/>
              <a:gd name="connsiteX542" fmla="*/ 6996344 w 7467600"/>
              <a:gd name="connsiteY542" fmla="*/ 2518310 h 6858000"/>
              <a:gd name="connsiteX543" fmla="*/ 6735495 w 7467600"/>
              <a:gd name="connsiteY543" fmla="*/ 2196890 h 6858000"/>
              <a:gd name="connsiteX544" fmla="*/ 6721901 w 7467600"/>
              <a:gd name="connsiteY544" fmla="*/ 2179274 h 6858000"/>
              <a:gd name="connsiteX545" fmla="*/ 6604735 w 7467600"/>
              <a:gd name="connsiteY545" fmla="*/ 2041381 h 6858000"/>
              <a:gd name="connsiteX546" fmla="*/ 6591670 w 7467600"/>
              <a:gd name="connsiteY546" fmla="*/ 1988277 h 6858000"/>
              <a:gd name="connsiteX547" fmla="*/ 6747349 w 7467600"/>
              <a:gd name="connsiteY547" fmla="*/ 2160069 h 6858000"/>
              <a:gd name="connsiteX548" fmla="*/ 6760943 w 7467600"/>
              <a:gd name="connsiteY548" fmla="*/ 2177686 h 6858000"/>
              <a:gd name="connsiteX549" fmla="*/ 7021065 w 7467600"/>
              <a:gd name="connsiteY549" fmla="*/ 2498102 h 6858000"/>
              <a:gd name="connsiteX550" fmla="*/ 7155223 w 7467600"/>
              <a:gd name="connsiteY550" fmla="*/ 2650386 h 6858000"/>
              <a:gd name="connsiteX551" fmla="*/ 7203167 w 7467600"/>
              <a:gd name="connsiteY551" fmla="*/ 2697288 h 6858000"/>
              <a:gd name="connsiteX552" fmla="*/ 6937703 w 7467600"/>
              <a:gd name="connsiteY552" fmla="*/ 2321981 h 6858000"/>
              <a:gd name="connsiteX553" fmla="*/ 6591670 w 7467600"/>
              <a:gd name="connsiteY553" fmla="*/ 1988277 h 6858000"/>
              <a:gd name="connsiteX554" fmla="*/ 5798671 w 7467600"/>
              <a:gd name="connsiteY554" fmla="*/ 1981601 h 6858000"/>
              <a:gd name="connsiteX555" fmla="*/ 5754709 w 7467600"/>
              <a:gd name="connsiteY555" fmla="*/ 2071454 h 6858000"/>
              <a:gd name="connsiteX556" fmla="*/ 5763044 w 7467600"/>
              <a:gd name="connsiteY556" fmla="*/ 2842206 h 6858000"/>
              <a:gd name="connsiteX557" fmla="*/ 5764974 w 7467600"/>
              <a:gd name="connsiteY557" fmla="*/ 2799609 h 6858000"/>
              <a:gd name="connsiteX558" fmla="*/ 5767665 w 7467600"/>
              <a:gd name="connsiteY558" fmla="*/ 2666409 h 6858000"/>
              <a:gd name="connsiteX559" fmla="*/ 5763055 w 7467600"/>
              <a:gd name="connsiteY559" fmla="*/ 2579705 h 6858000"/>
              <a:gd name="connsiteX560" fmla="*/ 5758079 w 7467600"/>
              <a:gd name="connsiteY560" fmla="*/ 2492508 h 6858000"/>
              <a:gd name="connsiteX561" fmla="*/ 5779325 w 7467600"/>
              <a:gd name="connsiteY561" fmla="*/ 2197069 h 6858000"/>
              <a:gd name="connsiteX562" fmla="*/ 5798671 w 7467600"/>
              <a:gd name="connsiteY562" fmla="*/ 1981601 h 6858000"/>
              <a:gd name="connsiteX563" fmla="*/ 5829202 w 7467600"/>
              <a:gd name="connsiteY563" fmla="*/ 1971679 h 6858000"/>
              <a:gd name="connsiteX564" fmla="*/ 5809558 w 7467600"/>
              <a:gd name="connsiteY564" fmla="*/ 2198043 h 6858000"/>
              <a:gd name="connsiteX565" fmla="*/ 5788653 w 7467600"/>
              <a:gd name="connsiteY565" fmla="*/ 2489430 h 6858000"/>
              <a:gd name="connsiteX566" fmla="*/ 5793439 w 7467600"/>
              <a:gd name="connsiteY566" fmla="*/ 2575235 h 6858000"/>
              <a:gd name="connsiteX567" fmla="*/ 5796837 w 7467600"/>
              <a:gd name="connsiteY567" fmla="*/ 2637633 h 6858000"/>
              <a:gd name="connsiteX568" fmla="*/ 5818614 w 7467600"/>
              <a:gd name="connsiteY568" fmla="*/ 2473055 h 6858000"/>
              <a:gd name="connsiteX569" fmla="*/ 5829202 w 7467600"/>
              <a:gd name="connsiteY569" fmla="*/ 1971679 h 6858000"/>
              <a:gd name="connsiteX570" fmla="*/ 5911389 w 7467600"/>
              <a:gd name="connsiteY570" fmla="*/ 1898371 h 6858000"/>
              <a:gd name="connsiteX571" fmla="*/ 6237627 w 7467600"/>
              <a:gd name="connsiteY571" fmla="*/ 2231921 h 6858000"/>
              <a:gd name="connsiteX572" fmla="*/ 5911389 w 7467600"/>
              <a:gd name="connsiteY572" fmla="*/ 1898371 h 6858000"/>
              <a:gd name="connsiteX573" fmla="*/ 6944437 w 7467600"/>
              <a:gd name="connsiteY573" fmla="*/ 1575402 h 6858000"/>
              <a:gd name="connsiteX574" fmla="*/ 6304730 w 7467600"/>
              <a:gd name="connsiteY574" fmla="*/ 1766654 h 6858000"/>
              <a:gd name="connsiteX575" fmla="*/ 6944437 w 7467600"/>
              <a:gd name="connsiteY575" fmla="*/ 1575402 h 6858000"/>
              <a:gd name="connsiteX576" fmla="*/ 7019523 w 7467600"/>
              <a:gd name="connsiteY576" fmla="*/ 1519450 h 6858000"/>
              <a:gd name="connsiteX577" fmla="*/ 6298091 w 7467600"/>
              <a:gd name="connsiteY577" fmla="*/ 1737122 h 6858000"/>
              <a:gd name="connsiteX578" fmla="*/ 7019523 w 7467600"/>
              <a:gd name="connsiteY578" fmla="*/ 1519450 h 6858000"/>
              <a:gd name="connsiteX579" fmla="*/ 2399523 w 7467600"/>
              <a:gd name="connsiteY579" fmla="*/ 1428234 h 6858000"/>
              <a:gd name="connsiteX580" fmla="*/ 2224982 w 7467600"/>
              <a:gd name="connsiteY580" fmla="*/ 1826201 h 6858000"/>
              <a:gd name="connsiteX581" fmla="*/ 2096099 w 7467600"/>
              <a:gd name="connsiteY581" fmla="*/ 2345900 h 6858000"/>
              <a:gd name="connsiteX582" fmla="*/ 2283317 w 7467600"/>
              <a:gd name="connsiteY582" fmla="*/ 1796925 h 6858000"/>
              <a:gd name="connsiteX583" fmla="*/ 2399523 w 7467600"/>
              <a:gd name="connsiteY583" fmla="*/ 1428234 h 6858000"/>
              <a:gd name="connsiteX584" fmla="*/ 2448558 w 7467600"/>
              <a:gd name="connsiteY584" fmla="*/ 1373435 h 6858000"/>
              <a:gd name="connsiteX585" fmla="*/ 2312521 w 7467600"/>
              <a:gd name="connsiteY585" fmla="*/ 1806140 h 6858000"/>
              <a:gd name="connsiteX586" fmla="*/ 2127533 w 7467600"/>
              <a:gd name="connsiteY586" fmla="*/ 2348380 h 6858000"/>
              <a:gd name="connsiteX587" fmla="*/ 2358080 w 7467600"/>
              <a:gd name="connsiteY587" fmla="*/ 1866134 h 6858000"/>
              <a:gd name="connsiteX588" fmla="*/ 2407436 w 7467600"/>
              <a:gd name="connsiteY588" fmla="*/ 1651070 h 6858000"/>
              <a:gd name="connsiteX589" fmla="*/ 2448558 w 7467600"/>
              <a:gd name="connsiteY589" fmla="*/ 1373435 h 6858000"/>
              <a:gd name="connsiteX590" fmla="*/ 278707 w 7467600"/>
              <a:gd name="connsiteY590" fmla="*/ 1352270 h 6858000"/>
              <a:gd name="connsiteX591" fmla="*/ 321570 w 7467600"/>
              <a:gd name="connsiteY591" fmla="*/ 1861610 h 6858000"/>
              <a:gd name="connsiteX592" fmla="*/ 294281 w 7467600"/>
              <a:gd name="connsiteY592" fmla="*/ 1440658 h 6858000"/>
              <a:gd name="connsiteX593" fmla="*/ 278707 w 7467600"/>
              <a:gd name="connsiteY593" fmla="*/ 1352270 h 6858000"/>
              <a:gd name="connsiteX594" fmla="*/ 1423821 w 7467600"/>
              <a:gd name="connsiteY594" fmla="*/ 1351958 h 6858000"/>
              <a:gd name="connsiteX595" fmla="*/ 1638521 w 7467600"/>
              <a:gd name="connsiteY595" fmla="*/ 1908470 h 6858000"/>
              <a:gd name="connsiteX596" fmla="*/ 1754199 w 7467600"/>
              <a:gd name="connsiteY596" fmla="*/ 2149284 h 6858000"/>
              <a:gd name="connsiteX597" fmla="*/ 1908359 w 7467600"/>
              <a:gd name="connsiteY597" fmla="*/ 2364988 h 6858000"/>
              <a:gd name="connsiteX598" fmla="*/ 1647661 w 7467600"/>
              <a:gd name="connsiteY598" fmla="*/ 1825945 h 6858000"/>
              <a:gd name="connsiteX599" fmla="*/ 1423821 w 7467600"/>
              <a:gd name="connsiteY599" fmla="*/ 1351958 h 6858000"/>
              <a:gd name="connsiteX600" fmla="*/ 1431890 w 7467600"/>
              <a:gd name="connsiteY600" fmla="*/ 1306475 h 6858000"/>
              <a:gd name="connsiteX601" fmla="*/ 1507597 w 7467600"/>
              <a:gd name="connsiteY601" fmla="*/ 1446132 h 6858000"/>
              <a:gd name="connsiteX602" fmla="*/ 1674586 w 7467600"/>
              <a:gd name="connsiteY602" fmla="*/ 1813832 h 6858000"/>
              <a:gd name="connsiteX603" fmla="*/ 1815950 w 7467600"/>
              <a:gd name="connsiteY603" fmla="*/ 2128564 h 6858000"/>
              <a:gd name="connsiteX604" fmla="*/ 1984242 w 7467600"/>
              <a:gd name="connsiteY604" fmla="*/ 2430829 h 6858000"/>
              <a:gd name="connsiteX605" fmla="*/ 2014023 w 7467600"/>
              <a:gd name="connsiteY605" fmla="*/ 2450995 h 6858000"/>
              <a:gd name="connsiteX606" fmla="*/ 1747337 w 7467600"/>
              <a:gd name="connsiteY606" fmla="*/ 1855264 h 6858000"/>
              <a:gd name="connsiteX607" fmla="*/ 1533749 w 7467600"/>
              <a:gd name="connsiteY607" fmla="*/ 1478656 h 6858000"/>
              <a:gd name="connsiteX608" fmla="*/ 1431890 w 7467600"/>
              <a:gd name="connsiteY608" fmla="*/ 1306475 h 6858000"/>
              <a:gd name="connsiteX609" fmla="*/ 5052692 w 7467600"/>
              <a:gd name="connsiteY609" fmla="*/ 1292994 h 6858000"/>
              <a:gd name="connsiteX610" fmla="*/ 5200661 w 7467600"/>
              <a:gd name="connsiteY610" fmla="*/ 1635186 h 6858000"/>
              <a:gd name="connsiteX611" fmla="*/ 5297138 w 7467600"/>
              <a:gd name="connsiteY611" fmla="*/ 1906351 h 6858000"/>
              <a:gd name="connsiteX612" fmla="*/ 5052692 w 7467600"/>
              <a:gd name="connsiteY612" fmla="*/ 1292994 h 6858000"/>
              <a:gd name="connsiteX613" fmla="*/ 5009948 w 7467600"/>
              <a:gd name="connsiteY613" fmla="*/ 1273619 h 6858000"/>
              <a:gd name="connsiteX614" fmla="*/ 5121777 w 7467600"/>
              <a:gd name="connsiteY614" fmla="*/ 1654213 h 6858000"/>
              <a:gd name="connsiteX615" fmla="*/ 5293545 w 7467600"/>
              <a:gd name="connsiteY615" fmla="*/ 2072247 h 6858000"/>
              <a:gd name="connsiteX616" fmla="*/ 5294042 w 7467600"/>
              <a:gd name="connsiteY616" fmla="*/ 2065019 h 6858000"/>
              <a:gd name="connsiteX617" fmla="*/ 5171936 w 7467600"/>
              <a:gd name="connsiteY617" fmla="*/ 1647613 h 6858000"/>
              <a:gd name="connsiteX618" fmla="*/ 5009948 w 7467600"/>
              <a:gd name="connsiteY618" fmla="*/ 1273619 h 6858000"/>
              <a:gd name="connsiteX619" fmla="*/ 655236 w 7467600"/>
              <a:gd name="connsiteY619" fmla="*/ 1268632 h 6858000"/>
              <a:gd name="connsiteX620" fmla="*/ 839521 w 7467600"/>
              <a:gd name="connsiteY620" fmla="*/ 1685315 h 6858000"/>
              <a:gd name="connsiteX621" fmla="*/ 1109416 w 7467600"/>
              <a:gd name="connsiteY621" fmla="*/ 2061663 h 6858000"/>
              <a:gd name="connsiteX622" fmla="*/ 1298300 w 7467600"/>
              <a:gd name="connsiteY622" fmla="*/ 2247742 h 6858000"/>
              <a:gd name="connsiteX623" fmla="*/ 1125871 w 7467600"/>
              <a:gd name="connsiteY623" fmla="*/ 1989513 h 6858000"/>
              <a:gd name="connsiteX624" fmla="*/ 981574 w 7467600"/>
              <a:gd name="connsiteY624" fmla="*/ 1783157 h 6858000"/>
              <a:gd name="connsiteX625" fmla="*/ 922198 w 7467600"/>
              <a:gd name="connsiteY625" fmla="*/ 1677437 h 6858000"/>
              <a:gd name="connsiteX626" fmla="*/ 869293 w 7467600"/>
              <a:gd name="connsiteY626" fmla="*/ 1583214 h 6858000"/>
              <a:gd name="connsiteX627" fmla="*/ 751431 w 7467600"/>
              <a:gd name="connsiteY627" fmla="*/ 1405731 h 6858000"/>
              <a:gd name="connsiteX628" fmla="*/ 655236 w 7467600"/>
              <a:gd name="connsiteY628" fmla="*/ 1268632 h 6858000"/>
              <a:gd name="connsiteX629" fmla="*/ 6516292 w 7467600"/>
              <a:gd name="connsiteY629" fmla="*/ 1263064 h 6858000"/>
              <a:gd name="connsiteX630" fmla="*/ 5736320 w 7467600"/>
              <a:gd name="connsiteY630" fmla="*/ 1501803 h 6858000"/>
              <a:gd name="connsiteX631" fmla="*/ 6516292 w 7467600"/>
              <a:gd name="connsiteY631" fmla="*/ 1263064 h 6858000"/>
              <a:gd name="connsiteX632" fmla="*/ 291466 w 7467600"/>
              <a:gd name="connsiteY632" fmla="*/ 1250369 h 6858000"/>
              <a:gd name="connsiteX633" fmla="*/ 323180 w 7467600"/>
              <a:gd name="connsiteY633" fmla="*/ 1435283 h 6858000"/>
              <a:gd name="connsiteX634" fmla="*/ 349381 w 7467600"/>
              <a:gd name="connsiteY634" fmla="*/ 1875041 h 6858000"/>
              <a:gd name="connsiteX635" fmla="*/ 374363 w 7467600"/>
              <a:gd name="connsiteY635" fmla="*/ 1506494 h 6858000"/>
              <a:gd name="connsiteX636" fmla="*/ 302168 w 7467600"/>
              <a:gd name="connsiteY636" fmla="*/ 1274495 h 6858000"/>
              <a:gd name="connsiteX637" fmla="*/ 291466 w 7467600"/>
              <a:gd name="connsiteY637" fmla="*/ 1250369 h 6858000"/>
              <a:gd name="connsiteX638" fmla="*/ 678222 w 7467600"/>
              <a:gd name="connsiteY638" fmla="*/ 1248670 h 6858000"/>
              <a:gd name="connsiteX639" fmla="*/ 775536 w 7467600"/>
              <a:gd name="connsiteY639" fmla="*/ 1388015 h 6858000"/>
              <a:gd name="connsiteX640" fmla="*/ 894529 w 7467600"/>
              <a:gd name="connsiteY640" fmla="*/ 1567739 h 6858000"/>
              <a:gd name="connsiteX641" fmla="*/ 948000 w 7467600"/>
              <a:gd name="connsiteY641" fmla="*/ 1663088 h 6858000"/>
              <a:gd name="connsiteX642" fmla="*/ 1006812 w 7467600"/>
              <a:gd name="connsiteY642" fmla="*/ 1767683 h 6858000"/>
              <a:gd name="connsiteX643" fmla="*/ 1149133 w 7467600"/>
              <a:gd name="connsiteY643" fmla="*/ 1971513 h 6858000"/>
              <a:gd name="connsiteX644" fmla="*/ 1333952 w 7467600"/>
              <a:gd name="connsiteY644" fmla="*/ 2251620 h 6858000"/>
              <a:gd name="connsiteX645" fmla="*/ 1337329 w 7467600"/>
              <a:gd name="connsiteY645" fmla="*/ 2258350 h 6858000"/>
              <a:gd name="connsiteX646" fmla="*/ 1014726 w 7467600"/>
              <a:gd name="connsiteY646" fmla="*/ 1615556 h 6858000"/>
              <a:gd name="connsiteX647" fmla="*/ 678222 w 7467600"/>
              <a:gd name="connsiteY647" fmla="*/ 1248670 h 6858000"/>
              <a:gd name="connsiteX648" fmla="*/ 6691602 w 7467600"/>
              <a:gd name="connsiteY648" fmla="*/ 1140573 h 6858000"/>
              <a:gd name="connsiteX649" fmla="*/ 6571100 w 7467600"/>
              <a:gd name="connsiteY649" fmla="*/ 1183662 h 6858000"/>
              <a:gd name="connsiteX650" fmla="*/ 6241687 w 7467600"/>
              <a:gd name="connsiteY650" fmla="*/ 1257600 h 6858000"/>
              <a:gd name="connsiteX651" fmla="*/ 5693009 w 7467600"/>
              <a:gd name="connsiteY651" fmla="*/ 1478256 h 6858000"/>
              <a:gd name="connsiteX652" fmla="*/ 6548420 w 7467600"/>
              <a:gd name="connsiteY652" fmla="*/ 1214599 h 6858000"/>
              <a:gd name="connsiteX653" fmla="*/ 6605473 w 7467600"/>
              <a:gd name="connsiteY653" fmla="*/ 1184686 h 6858000"/>
              <a:gd name="connsiteX654" fmla="*/ 6691602 w 7467600"/>
              <a:gd name="connsiteY654" fmla="*/ 1140573 h 6858000"/>
              <a:gd name="connsiteX655" fmla="*/ 4002475 w 7467600"/>
              <a:gd name="connsiteY655" fmla="*/ 1037802 h 6858000"/>
              <a:gd name="connsiteX656" fmla="*/ 4000324 w 7467600"/>
              <a:gd name="connsiteY656" fmla="*/ 1039362 h 6858000"/>
              <a:gd name="connsiteX657" fmla="*/ 4002862 w 7467600"/>
              <a:gd name="connsiteY657" fmla="*/ 1042866 h 6858000"/>
              <a:gd name="connsiteX658" fmla="*/ 4002475 w 7467600"/>
              <a:gd name="connsiteY658" fmla="*/ 1037802 h 6858000"/>
              <a:gd name="connsiteX659" fmla="*/ 506322 w 7467600"/>
              <a:gd name="connsiteY659" fmla="*/ 1020997 h 6858000"/>
              <a:gd name="connsiteX660" fmla="*/ 533068 w 7467600"/>
              <a:gd name="connsiteY660" fmla="*/ 1029409 h 6858000"/>
              <a:gd name="connsiteX661" fmla="*/ 1232525 w 7467600"/>
              <a:gd name="connsiteY661" fmla="*/ 1804675 h 6858000"/>
              <a:gd name="connsiteX662" fmla="*/ 1388858 w 7467600"/>
              <a:gd name="connsiteY662" fmla="*/ 2368011 h 6858000"/>
              <a:gd name="connsiteX663" fmla="*/ 1384098 w 7467600"/>
              <a:gd name="connsiteY663" fmla="*/ 2378125 h 6858000"/>
              <a:gd name="connsiteX664" fmla="*/ 1425393 w 7467600"/>
              <a:gd name="connsiteY664" fmla="*/ 2589124 h 6858000"/>
              <a:gd name="connsiteX665" fmla="*/ 1424001 w 7467600"/>
              <a:gd name="connsiteY665" fmla="*/ 2597541 h 6858000"/>
              <a:gd name="connsiteX666" fmla="*/ 2152729 w 7467600"/>
              <a:gd name="connsiteY666" fmla="*/ 2864487 h 6858000"/>
              <a:gd name="connsiteX667" fmla="*/ 2020609 w 7467600"/>
              <a:gd name="connsiteY667" fmla="*/ 2539671 h 6858000"/>
              <a:gd name="connsiteX668" fmla="*/ 2018920 w 7467600"/>
              <a:gd name="connsiteY668" fmla="*/ 2536309 h 6858000"/>
              <a:gd name="connsiteX669" fmla="*/ 1342441 w 7467600"/>
              <a:gd name="connsiteY669" fmla="*/ 1173017 h 6858000"/>
              <a:gd name="connsiteX670" fmla="*/ 1367925 w 7467600"/>
              <a:gd name="connsiteY670" fmla="*/ 1135648 h 6858000"/>
              <a:gd name="connsiteX671" fmla="*/ 1771401 w 7467600"/>
              <a:gd name="connsiteY671" fmla="*/ 1806673 h 6858000"/>
              <a:gd name="connsiteX672" fmla="*/ 1972385 w 7467600"/>
              <a:gd name="connsiteY672" fmla="*/ 2198735 h 6858000"/>
              <a:gd name="connsiteX673" fmla="*/ 2040892 w 7467600"/>
              <a:gd name="connsiteY673" fmla="*/ 2405205 h 6858000"/>
              <a:gd name="connsiteX674" fmla="*/ 2131689 w 7467600"/>
              <a:gd name="connsiteY674" fmla="*/ 1936926 h 6858000"/>
              <a:gd name="connsiteX675" fmla="*/ 2454820 w 7467600"/>
              <a:gd name="connsiteY675" fmla="*/ 1248808 h 6858000"/>
              <a:gd name="connsiteX676" fmla="*/ 2492512 w 7467600"/>
              <a:gd name="connsiteY676" fmla="*/ 1302920 h 6858000"/>
              <a:gd name="connsiteX677" fmla="*/ 2081216 w 7467600"/>
              <a:gd name="connsiteY677" fmla="*/ 2527513 h 6858000"/>
              <a:gd name="connsiteX678" fmla="*/ 2081211 w 7467600"/>
              <a:gd name="connsiteY678" fmla="*/ 2528916 h 6858000"/>
              <a:gd name="connsiteX679" fmla="*/ 2199067 w 7467600"/>
              <a:gd name="connsiteY679" fmla="*/ 2884061 h 6858000"/>
              <a:gd name="connsiteX680" fmla="*/ 3192586 w 7467600"/>
              <a:gd name="connsiteY680" fmla="*/ 3411496 h 6858000"/>
              <a:gd name="connsiteX681" fmla="*/ 3182620 w 7467600"/>
              <a:gd name="connsiteY681" fmla="*/ 3483279 h 6858000"/>
              <a:gd name="connsiteX682" fmla="*/ 2435119 w 7467600"/>
              <a:gd name="connsiteY682" fmla="*/ 3080173 h 6858000"/>
              <a:gd name="connsiteX683" fmla="*/ 2410152 w 7467600"/>
              <a:gd name="connsiteY683" fmla="*/ 3063751 h 6858000"/>
              <a:gd name="connsiteX684" fmla="*/ 2408099 w 7467600"/>
              <a:gd name="connsiteY684" fmla="*/ 3064403 h 6858000"/>
              <a:gd name="connsiteX685" fmla="*/ 2407218 w 7467600"/>
              <a:gd name="connsiteY685" fmla="*/ 3070324 h 6858000"/>
              <a:gd name="connsiteX686" fmla="*/ 2380138 w 7467600"/>
              <a:gd name="connsiteY686" fmla="*/ 3099341 h 6858000"/>
              <a:gd name="connsiteX687" fmla="*/ 1765923 w 7467600"/>
              <a:gd name="connsiteY687" fmla="*/ 3581043 h 6858000"/>
              <a:gd name="connsiteX688" fmla="*/ 1702258 w 7467600"/>
              <a:gd name="connsiteY688" fmla="*/ 3612286 h 6858000"/>
              <a:gd name="connsiteX689" fmla="*/ 1538370 w 7467600"/>
              <a:gd name="connsiteY689" fmla="*/ 3811804 h 6858000"/>
              <a:gd name="connsiteX690" fmla="*/ 542867 w 7467600"/>
              <a:gd name="connsiteY690" fmla="*/ 4944092 h 6858000"/>
              <a:gd name="connsiteX691" fmla="*/ 515800 w 7467600"/>
              <a:gd name="connsiteY691" fmla="*/ 4862180 h 6858000"/>
              <a:gd name="connsiteX692" fmla="*/ 909145 w 7467600"/>
              <a:gd name="connsiteY692" fmla="*/ 4199225 h 6858000"/>
              <a:gd name="connsiteX693" fmla="*/ 1214067 w 7467600"/>
              <a:gd name="connsiteY693" fmla="*/ 3908561 h 6858000"/>
              <a:gd name="connsiteX694" fmla="*/ 640967 w 7467600"/>
              <a:gd name="connsiteY694" fmla="*/ 4105601 h 6858000"/>
              <a:gd name="connsiteX695" fmla="*/ 112563 w 7467600"/>
              <a:gd name="connsiteY695" fmla="*/ 4396952 h 6858000"/>
              <a:gd name="connsiteX696" fmla="*/ 0 w 7467600"/>
              <a:gd name="connsiteY696" fmla="*/ 4466006 h 6858000"/>
              <a:gd name="connsiteX697" fmla="*/ 0 w 7467600"/>
              <a:gd name="connsiteY697" fmla="*/ 4233763 h 6858000"/>
              <a:gd name="connsiteX698" fmla="*/ 36881 w 7467600"/>
              <a:gd name="connsiteY698" fmla="*/ 4200118 h 6858000"/>
              <a:gd name="connsiteX699" fmla="*/ 910534 w 7467600"/>
              <a:gd name="connsiteY699" fmla="*/ 3629753 h 6858000"/>
              <a:gd name="connsiteX700" fmla="*/ 1578717 w 7467600"/>
              <a:gd name="connsiteY700" fmla="*/ 3575982 h 6858000"/>
              <a:gd name="connsiteX701" fmla="*/ 2338780 w 7467600"/>
              <a:gd name="connsiteY701" fmla="*/ 3033725 h 6858000"/>
              <a:gd name="connsiteX702" fmla="*/ 1807991 w 7467600"/>
              <a:gd name="connsiteY702" fmla="*/ 2807184 h 6858000"/>
              <a:gd name="connsiteX703" fmla="*/ 1416358 w 7467600"/>
              <a:gd name="connsiteY703" fmla="*/ 3112571 h 6858000"/>
              <a:gd name="connsiteX704" fmla="*/ 939066 w 7467600"/>
              <a:gd name="connsiteY704" fmla="*/ 3378798 h 6858000"/>
              <a:gd name="connsiteX705" fmla="*/ 115099 w 7467600"/>
              <a:gd name="connsiteY705" fmla="*/ 3607650 h 6858000"/>
              <a:gd name="connsiteX706" fmla="*/ 97284 w 7467600"/>
              <a:gd name="connsiteY706" fmla="*/ 3520393 h 6858000"/>
              <a:gd name="connsiteX707" fmla="*/ 922050 w 7467600"/>
              <a:gd name="connsiteY707" fmla="*/ 3074867 h 6858000"/>
              <a:gd name="connsiteX708" fmla="*/ 1405265 w 7467600"/>
              <a:gd name="connsiteY708" fmla="*/ 3016319 h 6858000"/>
              <a:gd name="connsiteX709" fmla="*/ 1407512 w 7467600"/>
              <a:gd name="connsiteY709" fmla="*/ 3018001 h 6858000"/>
              <a:gd name="connsiteX710" fmla="*/ 1726266 w 7467600"/>
              <a:gd name="connsiteY710" fmla="*/ 2777274 h 6858000"/>
              <a:gd name="connsiteX711" fmla="*/ 625390 w 7467600"/>
              <a:gd name="connsiteY711" fmla="*/ 2514541 h 6858000"/>
              <a:gd name="connsiteX712" fmla="*/ 619799 w 7467600"/>
              <a:gd name="connsiteY712" fmla="*/ 2527180 h 6858000"/>
              <a:gd name="connsiteX713" fmla="*/ 310030 w 7467600"/>
              <a:gd name="connsiteY713" fmla="*/ 2771818 h 6858000"/>
              <a:gd name="connsiteX714" fmla="*/ 173877 w 7467600"/>
              <a:gd name="connsiteY714" fmla="*/ 2937056 h 6858000"/>
              <a:gd name="connsiteX715" fmla="*/ 77889 w 7467600"/>
              <a:gd name="connsiteY715" fmla="*/ 3138440 h 6858000"/>
              <a:gd name="connsiteX716" fmla="*/ 0 w 7467600"/>
              <a:gd name="connsiteY716" fmla="*/ 3271395 h 6858000"/>
              <a:gd name="connsiteX717" fmla="*/ 0 w 7467600"/>
              <a:gd name="connsiteY717" fmla="*/ 3153002 h 6858000"/>
              <a:gd name="connsiteX718" fmla="*/ 2386 w 7467600"/>
              <a:gd name="connsiteY718" fmla="*/ 3149203 h 6858000"/>
              <a:gd name="connsiteX719" fmla="*/ 89753 w 7467600"/>
              <a:gd name="connsiteY719" fmla="*/ 2987702 h 6858000"/>
              <a:gd name="connsiteX720" fmla="*/ 76869 w 7467600"/>
              <a:gd name="connsiteY720" fmla="*/ 3005404 h 6858000"/>
              <a:gd name="connsiteX721" fmla="*/ 32049 w 7467600"/>
              <a:gd name="connsiteY721" fmla="*/ 3065814 h 6858000"/>
              <a:gd name="connsiteX722" fmla="*/ 0 w 7467600"/>
              <a:gd name="connsiteY722" fmla="*/ 3108744 h 6858000"/>
              <a:gd name="connsiteX723" fmla="*/ 0 w 7467600"/>
              <a:gd name="connsiteY723" fmla="*/ 3058059 h 6858000"/>
              <a:gd name="connsiteX724" fmla="*/ 7610 w 7467600"/>
              <a:gd name="connsiteY724" fmla="*/ 3047889 h 6858000"/>
              <a:gd name="connsiteX725" fmla="*/ 52419 w 7467600"/>
              <a:gd name="connsiteY725" fmla="*/ 2987479 h 6858000"/>
              <a:gd name="connsiteX726" fmla="*/ 59142 w 7467600"/>
              <a:gd name="connsiteY726" fmla="*/ 2978488 h 6858000"/>
              <a:gd name="connsiteX727" fmla="*/ 0 w 7467600"/>
              <a:gd name="connsiteY727" fmla="*/ 3015334 h 6858000"/>
              <a:gd name="connsiteX728" fmla="*/ 0 w 7467600"/>
              <a:gd name="connsiteY728" fmla="*/ 2914286 h 6858000"/>
              <a:gd name="connsiteX729" fmla="*/ 36383 w 7467600"/>
              <a:gd name="connsiteY729" fmla="*/ 2901128 h 6858000"/>
              <a:gd name="connsiteX730" fmla="*/ 156329 w 7467600"/>
              <a:gd name="connsiteY730" fmla="*/ 2840533 h 6858000"/>
              <a:gd name="connsiteX731" fmla="*/ 358355 w 7467600"/>
              <a:gd name="connsiteY731" fmla="*/ 2620471 h 6858000"/>
              <a:gd name="connsiteX732" fmla="*/ 510577 w 7467600"/>
              <a:gd name="connsiteY732" fmla="*/ 2501244 h 6858000"/>
              <a:gd name="connsiteX733" fmla="*/ 211967 w 7467600"/>
              <a:gd name="connsiteY733" fmla="*/ 2479171 h 6858000"/>
              <a:gd name="connsiteX734" fmla="*/ 0 w 7467600"/>
              <a:gd name="connsiteY734" fmla="*/ 2476398 h 6858000"/>
              <a:gd name="connsiteX735" fmla="*/ 0 w 7467600"/>
              <a:gd name="connsiteY735" fmla="*/ 2389189 h 6858000"/>
              <a:gd name="connsiteX736" fmla="*/ 103062 w 7467600"/>
              <a:gd name="connsiteY736" fmla="*/ 2389518 h 6858000"/>
              <a:gd name="connsiteX737" fmla="*/ 510734 w 7467600"/>
              <a:gd name="connsiteY737" fmla="*/ 2416201 h 6858000"/>
              <a:gd name="connsiteX738" fmla="*/ 279257 w 7467600"/>
              <a:gd name="connsiteY738" fmla="*/ 2092102 h 6858000"/>
              <a:gd name="connsiteX739" fmla="*/ 65265 w 7467600"/>
              <a:gd name="connsiteY739" fmla="*/ 2006049 h 6858000"/>
              <a:gd name="connsiteX740" fmla="*/ 0 w 7467600"/>
              <a:gd name="connsiteY740" fmla="*/ 1982532 h 6858000"/>
              <a:gd name="connsiteX741" fmla="*/ 0 w 7467600"/>
              <a:gd name="connsiteY741" fmla="*/ 1912789 h 6858000"/>
              <a:gd name="connsiteX742" fmla="*/ 97460 w 7467600"/>
              <a:gd name="connsiteY742" fmla="*/ 1953725 h 6858000"/>
              <a:gd name="connsiteX743" fmla="*/ 221272 w 7467600"/>
              <a:gd name="connsiteY743" fmla="*/ 1980766 h 6858000"/>
              <a:gd name="connsiteX744" fmla="*/ 116765 w 7467600"/>
              <a:gd name="connsiteY744" fmla="*/ 1911033 h 6858000"/>
              <a:gd name="connsiteX745" fmla="*/ 16405 w 7467600"/>
              <a:gd name="connsiteY745" fmla="*/ 1803412 h 6858000"/>
              <a:gd name="connsiteX746" fmla="*/ 0 w 7467600"/>
              <a:gd name="connsiteY746" fmla="*/ 1784777 h 6858000"/>
              <a:gd name="connsiteX747" fmla="*/ 0 w 7467600"/>
              <a:gd name="connsiteY747" fmla="*/ 1740082 h 6858000"/>
              <a:gd name="connsiteX748" fmla="*/ 39394 w 7467600"/>
              <a:gd name="connsiteY748" fmla="*/ 1784856 h 6858000"/>
              <a:gd name="connsiteX749" fmla="*/ 135813 w 7467600"/>
              <a:gd name="connsiteY749" fmla="*/ 1888838 h 6858000"/>
              <a:gd name="connsiteX750" fmla="*/ 242575 w 7467600"/>
              <a:gd name="connsiteY750" fmla="*/ 1958841 h 6858000"/>
              <a:gd name="connsiteX751" fmla="*/ 82197 w 7467600"/>
              <a:gd name="connsiteY751" fmla="*/ 1754826 h 6858000"/>
              <a:gd name="connsiteX752" fmla="*/ 0 w 7467600"/>
              <a:gd name="connsiteY752" fmla="*/ 1679650 h 6858000"/>
              <a:gd name="connsiteX753" fmla="*/ 0 w 7467600"/>
              <a:gd name="connsiteY753" fmla="*/ 1602463 h 6858000"/>
              <a:gd name="connsiteX754" fmla="*/ 84689 w 7467600"/>
              <a:gd name="connsiteY754" fmla="*/ 1677442 h 6858000"/>
              <a:gd name="connsiteX755" fmla="*/ 298437 w 7467600"/>
              <a:gd name="connsiteY755" fmla="*/ 1968019 h 6858000"/>
              <a:gd name="connsiteX756" fmla="*/ 227269 w 7467600"/>
              <a:gd name="connsiteY756" fmla="*/ 1114064 h 6858000"/>
              <a:gd name="connsiteX757" fmla="*/ 248003 w 7467600"/>
              <a:gd name="connsiteY757" fmla="*/ 1089613 h 6858000"/>
              <a:gd name="connsiteX758" fmla="*/ 427020 w 7467600"/>
              <a:gd name="connsiteY758" fmla="*/ 1619803 h 6858000"/>
              <a:gd name="connsiteX759" fmla="*/ 340345 w 7467600"/>
              <a:gd name="connsiteY759" fmla="*/ 2027739 h 6858000"/>
              <a:gd name="connsiteX760" fmla="*/ 360865 w 7467600"/>
              <a:gd name="connsiteY760" fmla="*/ 2044827 h 6858000"/>
              <a:gd name="connsiteX761" fmla="*/ 560414 w 7467600"/>
              <a:gd name="connsiteY761" fmla="*/ 2421457 h 6858000"/>
              <a:gd name="connsiteX762" fmla="*/ 1359703 w 7467600"/>
              <a:gd name="connsiteY762" fmla="*/ 2578554 h 6858000"/>
              <a:gd name="connsiteX763" fmla="*/ 1359422 w 7467600"/>
              <a:gd name="connsiteY763" fmla="*/ 2577994 h 6858000"/>
              <a:gd name="connsiteX764" fmla="*/ 828701 w 7467600"/>
              <a:gd name="connsiteY764" fmla="*/ 1839520 h 6858000"/>
              <a:gd name="connsiteX765" fmla="*/ 494427 w 7467600"/>
              <a:gd name="connsiteY765" fmla="*/ 1092333 h 6858000"/>
              <a:gd name="connsiteX766" fmla="*/ 506322 w 7467600"/>
              <a:gd name="connsiteY766" fmla="*/ 1020997 h 6858000"/>
              <a:gd name="connsiteX767" fmla="*/ 4570198 w 7467600"/>
              <a:gd name="connsiteY767" fmla="*/ 978081 h 6858000"/>
              <a:gd name="connsiteX768" fmla="*/ 4523691 w 7467600"/>
              <a:gd name="connsiteY768" fmla="*/ 1127776 h 6858000"/>
              <a:gd name="connsiteX769" fmla="*/ 4509875 w 7467600"/>
              <a:gd name="connsiteY769" fmla="*/ 1167552 h 6858000"/>
              <a:gd name="connsiteX770" fmla="*/ 4478168 w 7467600"/>
              <a:gd name="connsiteY770" fmla="*/ 1260735 h 6858000"/>
              <a:gd name="connsiteX771" fmla="*/ 4409309 w 7467600"/>
              <a:gd name="connsiteY771" fmla="*/ 1666996 h 6858000"/>
              <a:gd name="connsiteX772" fmla="*/ 4370031 w 7467600"/>
              <a:gd name="connsiteY772" fmla="*/ 1955666 h 6858000"/>
              <a:gd name="connsiteX773" fmla="*/ 4570198 w 7467600"/>
              <a:gd name="connsiteY773" fmla="*/ 978081 h 6858000"/>
              <a:gd name="connsiteX774" fmla="*/ 4557898 w 7467600"/>
              <a:gd name="connsiteY774" fmla="*/ 900011 h 6858000"/>
              <a:gd name="connsiteX775" fmla="*/ 4344840 w 7467600"/>
              <a:gd name="connsiteY775" fmla="*/ 1922038 h 6858000"/>
              <a:gd name="connsiteX776" fmla="*/ 4378710 w 7467600"/>
              <a:gd name="connsiteY776" fmla="*/ 1665516 h 6858000"/>
              <a:gd name="connsiteX777" fmla="*/ 4448798 w 7467600"/>
              <a:gd name="connsiteY777" fmla="*/ 1253024 h 6858000"/>
              <a:gd name="connsiteX778" fmla="*/ 4480315 w 7467600"/>
              <a:gd name="connsiteY778" fmla="*/ 1158454 h 6858000"/>
              <a:gd name="connsiteX779" fmla="*/ 4494133 w 7467600"/>
              <a:gd name="connsiteY779" fmla="*/ 1118676 h 6858000"/>
              <a:gd name="connsiteX780" fmla="*/ 4557898 w 7467600"/>
              <a:gd name="connsiteY780" fmla="*/ 900011 h 6858000"/>
              <a:gd name="connsiteX781" fmla="*/ 5870151 w 7467600"/>
              <a:gd name="connsiteY781" fmla="*/ 898890 h 6858000"/>
              <a:gd name="connsiteX782" fmla="*/ 5861335 w 7467600"/>
              <a:gd name="connsiteY782" fmla="*/ 899177 h 6858000"/>
              <a:gd name="connsiteX783" fmla="*/ 5843702 w 7467600"/>
              <a:gd name="connsiteY783" fmla="*/ 899748 h 6858000"/>
              <a:gd name="connsiteX784" fmla="*/ 5651107 w 7467600"/>
              <a:gd name="connsiteY784" fmla="*/ 920306 h 6858000"/>
              <a:gd name="connsiteX785" fmla="*/ 5459407 w 7467600"/>
              <a:gd name="connsiteY785" fmla="*/ 940975 h 6858000"/>
              <a:gd name="connsiteX786" fmla="*/ 5374846 w 7467600"/>
              <a:gd name="connsiteY786" fmla="*/ 941988 h 6858000"/>
              <a:gd name="connsiteX787" fmla="*/ 5256105 w 7467600"/>
              <a:gd name="connsiteY787" fmla="*/ 945632 h 6858000"/>
              <a:gd name="connsiteX788" fmla="*/ 5107071 w 7467600"/>
              <a:gd name="connsiteY788" fmla="*/ 969720 h 6858000"/>
              <a:gd name="connsiteX789" fmla="*/ 4998681 w 7467600"/>
              <a:gd name="connsiteY789" fmla="*/ 988771 h 6858000"/>
              <a:gd name="connsiteX790" fmla="*/ 5870151 w 7467600"/>
              <a:gd name="connsiteY790" fmla="*/ 898890 h 6858000"/>
              <a:gd name="connsiteX791" fmla="*/ 5504425 w 7467600"/>
              <a:gd name="connsiteY791" fmla="*/ 848067 h 6858000"/>
              <a:gd name="connsiteX792" fmla="*/ 4968849 w 7467600"/>
              <a:gd name="connsiteY792" fmla="*/ 962318 h 6858000"/>
              <a:gd name="connsiteX793" fmla="*/ 5104039 w 7467600"/>
              <a:gd name="connsiteY793" fmla="*/ 940634 h 6858000"/>
              <a:gd name="connsiteX794" fmla="*/ 5256311 w 7467600"/>
              <a:gd name="connsiteY794" fmla="*/ 916490 h 6858000"/>
              <a:gd name="connsiteX795" fmla="*/ 5377381 w 7467600"/>
              <a:gd name="connsiteY795" fmla="*/ 912671 h 6858000"/>
              <a:gd name="connsiteX796" fmla="*/ 5460148 w 7467600"/>
              <a:gd name="connsiteY796" fmla="*/ 911442 h 6858000"/>
              <a:gd name="connsiteX797" fmla="*/ 5648971 w 7467600"/>
              <a:gd name="connsiteY797" fmla="*/ 891331 h 6858000"/>
              <a:gd name="connsiteX798" fmla="*/ 5844807 w 7467600"/>
              <a:gd name="connsiteY798" fmla="*/ 870718 h 6858000"/>
              <a:gd name="connsiteX799" fmla="*/ 5862975 w 7467600"/>
              <a:gd name="connsiteY799" fmla="*/ 869756 h 6858000"/>
              <a:gd name="connsiteX800" fmla="*/ 5920887 w 7467600"/>
              <a:gd name="connsiteY800" fmla="*/ 865929 h 6858000"/>
              <a:gd name="connsiteX801" fmla="*/ 5504425 w 7467600"/>
              <a:gd name="connsiteY801" fmla="*/ 848067 h 6858000"/>
              <a:gd name="connsiteX802" fmla="*/ 3607114 w 7467600"/>
              <a:gd name="connsiteY802" fmla="*/ 467441 h 6858000"/>
              <a:gd name="connsiteX803" fmla="*/ 3296242 w 7467600"/>
              <a:gd name="connsiteY803" fmla="*/ 807991 h 6858000"/>
              <a:gd name="connsiteX804" fmla="*/ 3174674 w 7467600"/>
              <a:gd name="connsiteY804" fmla="*/ 919759 h 6858000"/>
              <a:gd name="connsiteX805" fmla="*/ 3042978 w 7467600"/>
              <a:gd name="connsiteY805" fmla="*/ 1054894 h 6858000"/>
              <a:gd name="connsiteX806" fmla="*/ 2968914 w 7467600"/>
              <a:gd name="connsiteY806" fmla="*/ 1133756 h 6858000"/>
              <a:gd name="connsiteX807" fmla="*/ 3103823 w 7467600"/>
              <a:gd name="connsiteY807" fmla="*/ 1026814 h 6858000"/>
              <a:gd name="connsiteX808" fmla="*/ 3607114 w 7467600"/>
              <a:gd name="connsiteY808" fmla="*/ 467441 h 6858000"/>
              <a:gd name="connsiteX809" fmla="*/ 3744487 w 7467600"/>
              <a:gd name="connsiteY809" fmla="*/ 383136 h 6858000"/>
              <a:gd name="connsiteX810" fmla="*/ 3970213 w 7467600"/>
              <a:gd name="connsiteY810" fmla="*/ 995559 h 6858000"/>
              <a:gd name="connsiteX811" fmla="*/ 3744487 w 7467600"/>
              <a:gd name="connsiteY811" fmla="*/ 383136 h 6858000"/>
              <a:gd name="connsiteX812" fmla="*/ 3624562 w 7467600"/>
              <a:gd name="connsiteY812" fmla="*/ 367041 h 6858000"/>
              <a:gd name="connsiteX813" fmla="*/ 3489712 w 7467600"/>
              <a:gd name="connsiteY813" fmla="*/ 485386 h 6858000"/>
              <a:gd name="connsiteX814" fmla="*/ 3182994 w 7467600"/>
              <a:gd name="connsiteY814" fmla="*/ 828265 h 6858000"/>
              <a:gd name="connsiteX815" fmla="*/ 2892114 w 7467600"/>
              <a:gd name="connsiteY815" fmla="*/ 1172635 h 6858000"/>
              <a:gd name="connsiteX816" fmla="*/ 3021459 w 7467600"/>
              <a:gd name="connsiteY816" fmla="*/ 1035385 h 6858000"/>
              <a:gd name="connsiteX817" fmla="*/ 3153873 w 7467600"/>
              <a:gd name="connsiteY817" fmla="*/ 898971 h 6858000"/>
              <a:gd name="connsiteX818" fmla="*/ 3276511 w 7467600"/>
              <a:gd name="connsiteY818" fmla="*/ 786423 h 6858000"/>
              <a:gd name="connsiteX819" fmla="*/ 3584154 w 7467600"/>
              <a:gd name="connsiteY819" fmla="*/ 448218 h 6858000"/>
              <a:gd name="connsiteX820" fmla="*/ 3624562 w 7467600"/>
              <a:gd name="connsiteY820" fmla="*/ 367041 h 6858000"/>
              <a:gd name="connsiteX821" fmla="*/ 3766672 w 7467600"/>
              <a:gd name="connsiteY821" fmla="*/ 359429 h 6858000"/>
              <a:gd name="connsiteX822" fmla="*/ 3996338 w 7467600"/>
              <a:gd name="connsiteY822" fmla="*/ 968237 h 6858000"/>
              <a:gd name="connsiteX823" fmla="*/ 3766672 w 7467600"/>
              <a:gd name="connsiteY823" fmla="*/ 359429 h 6858000"/>
              <a:gd name="connsiteX824" fmla="*/ 5805386 w 7467600"/>
              <a:gd name="connsiteY824" fmla="*/ 239240 h 6858000"/>
              <a:gd name="connsiteX825" fmla="*/ 5736947 w 7467600"/>
              <a:gd name="connsiteY825" fmla="*/ 261367 h 6858000"/>
              <a:gd name="connsiteX826" fmla="*/ 5427012 w 7467600"/>
              <a:gd name="connsiteY826" fmla="*/ 311272 h 6858000"/>
              <a:gd name="connsiteX827" fmla="*/ 5147818 w 7467600"/>
              <a:gd name="connsiteY827" fmla="*/ 322112 h 6858000"/>
              <a:gd name="connsiteX828" fmla="*/ 5060854 w 7467600"/>
              <a:gd name="connsiteY828" fmla="*/ 311882 h 6858000"/>
              <a:gd name="connsiteX829" fmla="*/ 4945989 w 7467600"/>
              <a:gd name="connsiteY829" fmla="*/ 300516 h 6858000"/>
              <a:gd name="connsiteX830" fmla="*/ 5410479 w 7467600"/>
              <a:gd name="connsiteY830" fmla="*/ 348434 h 6858000"/>
              <a:gd name="connsiteX831" fmla="*/ 5805386 w 7467600"/>
              <a:gd name="connsiteY831" fmla="*/ 239240 h 6858000"/>
              <a:gd name="connsiteX832" fmla="*/ 5905192 w 7467600"/>
              <a:gd name="connsiteY832" fmla="*/ 163079 h 6858000"/>
              <a:gd name="connsiteX833" fmla="*/ 5865655 w 7467600"/>
              <a:gd name="connsiteY833" fmla="*/ 171901 h 6858000"/>
              <a:gd name="connsiteX834" fmla="*/ 5259740 w 7467600"/>
              <a:gd name="connsiteY834" fmla="*/ 257013 h 6858000"/>
              <a:gd name="connsiteX835" fmla="*/ 5208466 w 7467600"/>
              <a:gd name="connsiteY835" fmla="*/ 257550 h 6858000"/>
              <a:gd name="connsiteX836" fmla="*/ 4980204 w 7467600"/>
              <a:gd name="connsiteY836" fmla="*/ 271903 h 6858000"/>
              <a:gd name="connsiteX837" fmla="*/ 5068068 w 7467600"/>
              <a:gd name="connsiteY837" fmla="*/ 282244 h 6858000"/>
              <a:gd name="connsiteX838" fmla="*/ 5153231 w 7467600"/>
              <a:gd name="connsiteY838" fmla="*/ 292240 h 6858000"/>
              <a:gd name="connsiteX839" fmla="*/ 5426491 w 7467600"/>
              <a:gd name="connsiteY839" fmla="*/ 281128 h 6858000"/>
              <a:gd name="connsiteX840" fmla="*/ 5731212 w 7467600"/>
              <a:gd name="connsiteY840" fmla="*/ 231951 h 6858000"/>
              <a:gd name="connsiteX841" fmla="*/ 5905192 w 7467600"/>
              <a:gd name="connsiteY841" fmla="*/ 163079 h 6858000"/>
              <a:gd name="connsiteX842" fmla="*/ 5944437 w 7467600"/>
              <a:gd name="connsiteY842" fmla="*/ 113829 h 6858000"/>
              <a:gd name="connsiteX843" fmla="*/ 5825032 w 7467600"/>
              <a:gd name="connsiteY843" fmla="*/ 146405 h 6858000"/>
              <a:gd name="connsiteX844" fmla="*/ 4955599 w 7467600"/>
              <a:gd name="connsiteY844" fmla="*/ 247008 h 6858000"/>
              <a:gd name="connsiteX845" fmla="*/ 5210104 w 7467600"/>
              <a:gd name="connsiteY845" fmla="*/ 228123 h 6858000"/>
              <a:gd name="connsiteX846" fmla="*/ 5261015 w 7467600"/>
              <a:gd name="connsiteY846" fmla="*/ 227087 h 6858000"/>
              <a:gd name="connsiteX847" fmla="*/ 5861181 w 7467600"/>
              <a:gd name="connsiteY847" fmla="*/ 143093 h 6858000"/>
              <a:gd name="connsiteX848" fmla="*/ 5961252 w 7467600"/>
              <a:gd name="connsiteY848" fmla="*/ 114820 h 6858000"/>
              <a:gd name="connsiteX849" fmla="*/ 5944437 w 7467600"/>
              <a:gd name="connsiteY849" fmla="*/ 113829 h 6858000"/>
              <a:gd name="connsiteX850" fmla="*/ 3882765 w 7467600"/>
              <a:gd name="connsiteY850" fmla="*/ 0 h 6858000"/>
              <a:gd name="connsiteX851" fmla="*/ 3995099 w 7467600"/>
              <a:gd name="connsiteY851" fmla="*/ 0 h 6858000"/>
              <a:gd name="connsiteX852" fmla="*/ 4163818 w 7467600"/>
              <a:gd name="connsiteY852" fmla="*/ 234104 h 6858000"/>
              <a:gd name="connsiteX853" fmla="*/ 4172099 w 7467600"/>
              <a:gd name="connsiteY853" fmla="*/ 234207 h 6858000"/>
              <a:gd name="connsiteX854" fmla="*/ 4784282 w 7467600"/>
              <a:gd name="connsiteY854" fmla="*/ 276561 h 6858000"/>
              <a:gd name="connsiteX855" fmla="*/ 4801687 w 7467600"/>
              <a:gd name="connsiteY855" fmla="*/ 267764 h 6858000"/>
              <a:gd name="connsiteX856" fmla="*/ 6082788 w 7467600"/>
              <a:gd name="connsiteY856" fmla="*/ 64119 h 6858000"/>
              <a:gd name="connsiteX857" fmla="*/ 6099442 w 7467600"/>
              <a:gd name="connsiteY857" fmla="*/ 82568 h 6858000"/>
              <a:gd name="connsiteX858" fmla="*/ 4804137 w 7467600"/>
              <a:gd name="connsiteY858" fmla="*/ 320931 h 6858000"/>
              <a:gd name="connsiteX859" fmla="*/ 4227047 w 7467600"/>
              <a:gd name="connsiteY859" fmla="*/ 313415 h 6858000"/>
              <a:gd name="connsiteX860" fmla="*/ 4346041 w 7467600"/>
              <a:gd name="connsiteY860" fmla="*/ 456086 h 6858000"/>
              <a:gd name="connsiteX861" fmla="*/ 4870967 w 7467600"/>
              <a:gd name="connsiteY861" fmla="*/ 963061 h 6858000"/>
              <a:gd name="connsiteX862" fmla="*/ 4889647 w 7467600"/>
              <a:gd name="connsiteY862" fmla="*/ 957147 h 6858000"/>
              <a:gd name="connsiteX863" fmla="*/ 5422504 w 7467600"/>
              <a:gd name="connsiteY863" fmla="*/ 805191 h 6858000"/>
              <a:gd name="connsiteX864" fmla="*/ 6087656 w 7467600"/>
              <a:gd name="connsiteY864" fmla="*/ 826703 h 6858000"/>
              <a:gd name="connsiteX865" fmla="*/ 6058717 w 7467600"/>
              <a:gd name="connsiteY865" fmla="*/ 865992 h 6858000"/>
              <a:gd name="connsiteX866" fmla="*/ 4974153 w 7467600"/>
              <a:gd name="connsiteY866" fmla="*/ 1045456 h 6858000"/>
              <a:gd name="connsiteX867" fmla="*/ 5627835 w 7467600"/>
              <a:gd name="connsiteY867" fmla="*/ 1472077 h 6858000"/>
              <a:gd name="connsiteX868" fmla="*/ 5629817 w 7467600"/>
              <a:gd name="connsiteY868" fmla="*/ 1471412 h 6858000"/>
              <a:gd name="connsiteX869" fmla="*/ 5634124 w 7467600"/>
              <a:gd name="connsiteY869" fmla="*/ 1470572 h 6858000"/>
              <a:gd name="connsiteX870" fmla="*/ 5755832 w 7467600"/>
              <a:gd name="connsiteY870" fmla="*/ 1383886 h 6858000"/>
              <a:gd name="connsiteX871" fmla="*/ 6014186 w 7467600"/>
              <a:gd name="connsiteY871" fmla="*/ 1279799 h 6858000"/>
              <a:gd name="connsiteX872" fmla="*/ 6901619 w 7467600"/>
              <a:gd name="connsiteY872" fmla="*/ 1047874 h 6858000"/>
              <a:gd name="connsiteX873" fmla="*/ 6931566 w 7467600"/>
              <a:gd name="connsiteY873" fmla="*/ 1062034 h 6858000"/>
              <a:gd name="connsiteX874" fmla="*/ 5790982 w 7467600"/>
              <a:gd name="connsiteY874" fmla="*/ 1561380 h 6858000"/>
              <a:gd name="connsiteX875" fmla="*/ 6188971 w 7467600"/>
              <a:gd name="connsiteY875" fmla="*/ 1755168 h 6858000"/>
              <a:gd name="connsiteX876" fmla="*/ 6202446 w 7467600"/>
              <a:gd name="connsiteY876" fmla="*/ 1752268 h 6858000"/>
              <a:gd name="connsiteX877" fmla="*/ 7179560 w 7467600"/>
              <a:gd name="connsiteY877" fmla="*/ 1467551 h 6858000"/>
              <a:gd name="connsiteX878" fmla="*/ 7158730 w 7467600"/>
              <a:gd name="connsiteY878" fmla="*/ 1507835 h 6858000"/>
              <a:gd name="connsiteX879" fmla="*/ 6326959 w 7467600"/>
              <a:gd name="connsiteY879" fmla="*/ 1817686 h 6858000"/>
              <a:gd name="connsiteX880" fmla="*/ 6537433 w 7467600"/>
              <a:gd name="connsiteY880" fmla="*/ 1907790 h 6858000"/>
              <a:gd name="connsiteX881" fmla="*/ 6550221 w 7467600"/>
              <a:gd name="connsiteY881" fmla="*/ 1910729 h 6858000"/>
              <a:gd name="connsiteX882" fmla="*/ 6964438 w 7467600"/>
              <a:gd name="connsiteY882" fmla="*/ 2209505 h 6858000"/>
              <a:gd name="connsiteX883" fmla="*/ 7367862 w 7467600"/>
              <a:gd name="connsiteY883" fmla="*/ 2806833 h 6858000"/>
              <a:gd name="connsiteX884" fmla="*/ 7364329 w 7467600"/>
              <a:gd name="connsiteY884" fmla="*/ 2826907 h 6858000"/>
              <a:gd name="connsiteX885" fmla="*/ 7290545 w 7467600"/>
              <a:gd name="connsiteY885" fmla="*/ 2850663 h 6858000"/>
              <a:gd name="connsiteX886" fmla="*/ 6472036 w 7467600"/>
              <a:gd name="connsiteY886" fmla="*/ 1959003 h 6858000"/>
              <a:gd name="connsiteX887" fmla="*/ 5792897 w 7467600"/>
              <a:gd name="connsiteY887" fmla="*/ 1647747 h 6858000"/>
              <a:gd name="connsiteX888" fmla="*/ 5842751 w 7467600"/>
              <a:gd name="connsiteY888" fmla="*/ 1816112 h 6858000"/>
              <a:gd name="connsiteX889" fmla="*/ 5847424 w 7467600"/>
              <a:gd name="connsiteY889" fmla="*/ 1815776 h 6858000"/>
              <a:gd name="connsiteX890" fmla="*/ 6399821 w 7467600"/>
              <a:gd name="connsiteY890" fmla="*/ 2344799 h 6858000"/>
              <a:gd name="connsiteX891" fmla="*/ 6323232 w 7467600"/>
              <a:gd name="connsiteY891" fmla="*/ 2389634 h 6858000"/>
              <a:gd name="connsiteX892" fmla="*/ 5942958 w 7467600"/>
              <a:gd name="connsiteY892" fmla="*/ 2077708 h 6858000"/>
              <a:gd name="connsiteX893" fmla="*/ 5921559 w 7467600"/>
              <a:gd name="connsiteY893" fmla="*/ 2378596 h 6858000"/>
              <a:gd name="connsiteX894" fmla="*/ 5817651 w 7467600"/>
              <a:gd name="connsiteY894" fmla="*/ 3023919 h 6858000"/>
              <a:gd name="connsiteX895" fmla="*/ 5729634 w 7467600"/>
              <a:gd name="connsiteY895" fmla="*/ 3051849 h 6858000"/>
              <a:gd name="connsiteX896" fmla="*/ 5611018 w 7467600"/>
              <a:gd name="connsiteY896" fmla="*/ 2316769 h 6858000"/>
              <a:gd name="connsiteX897" fmla="*/ 5687608 w 7467600"/>
              <a:gd name="connsiteY897" fmla="*/ 2039972 h 6858000"/>
              <a:gd name="connsiteX898" fmla="*/ 5657554 w 7467600"/>
              <a:gd name="connsiteY898" fmla="*/ 1576445 h 6858000"/>
              <a:gd name="connsiteX899" fmla="*/ 5150475 w 7467600"/>
              <a:gd name="connsiteY899" fmla="*/ 1274012 h 6858000"/>
              <a:gd name="connsiteX900" fmla="*/ 5349142 w 7467600"/>
              <a:gd name="connsiteY900" fmla="*/ 2204405 h 6858000"/>
              <a:gd name="connsiteX901" fmla="*/ 5262214 w 7467600"/>
              <a:gd name="connsiteY901" fmla="*/ 2233836 h 6858000"/>
              <a:gd name="connsiteX902" fmla="*/ 4981539 w 7467600"/>
              <a:gd name="connsiteY902" fmla="*/ 1542201 h 6858000"/>
              <a:gd name="connsiteX903" fmla="*/ 4958461 w 7467600"/>
              <a:gd name="connsiteY903" fmla="*/ 1136957 h 6858000"/>
              <a:gd name="connsiteX904" fmla="*/ 4655015 w 7467600"/>
              <a:gd name="connsiteY904" fmla="*/ 891426 h 6858000"/>
              <a:gd name="connsiteX905" fmla="*/ 4348002 w 7467600"/>
              <a:gd name="connsiteY905" fmla="*/ 2205895 h 6858000"/>
              <a:gd name="connsiteX906" fmla="*/ 4262250 w 7467600"/>
              <a:gd name="connsiteY906" fmla="*/ 2219972 h 6858000"/>
              <a:gd name="connsiteX907" fmla="*/ 4550611 w 7467600"/>
              <a:gd name="connsiteY907" fmla="*/ 817540 h 6858000"/>
              <a:gd name="connsiteX908" fmla="*/ 4564418 w 7467600"/>
              <a:gd name="connsiteY908" fmla="*/ 808293 h 6858000"/>
              <a:gd name="connsiteX909" fmla="*/ 4266388 w 7467600"/>
              <a:gd name="connsiteY909" fmla="*/ 500083 h 6858000"/>
              <a:gd name="connsiteX910" fmla="*/ 4032842 w 7467600"/>
              <a:gd name="connsiteY910" fmla="*/ 211809 h 6858000"/>
              <a:gd name="connsiteX911" fmla="*/ 3882765 w 7467600"/>
              <a:gd name="connsiteY911" fmla="*/ 0 h 6858000"/>
              <a:gd name="connsiteX912" fmla="*/ 3721337 w 7467600"/>
              <a:gd name="connsiteY912" fmla="*/ 0 h 6858000"/>
              <a:gd name="connsiteX913" fmla="*/ 3797544 w 7467600"/>
              <a:gd name="connsiteY913" fmla="*/ 0 h 6858000"/>
              <a:gd name="connsiteX914" fmla="*/ 3775734 w 7467600"/>
              <a:gd name="connsiteY914" fmla="*/ 95131 h 6858000"/>
              <a:gd name="connsiteX915" fmla="*/ 3724807 w 7467600"/>
              <a:gd name="connsiteY915" fmla="*/ 272257 h 6858000"/>
              <a:gd name="connsiteX916" fmla="*/ 3726844 w 7467600"/>
              <a:gd name="connsiteY916" fmla="*/ 282988 h 6858000"/>
              <a:gd name="connsiteX917" fmla="*/ 3742664 w 7467600"/>
              <a:gd name="connsiteY917" fmla="*/ 279918 h 6858000"/>
              <a:gd name="connsiteX918" fmla="*/ 4103910 w 7467600"/>
              <a:gd name="connsiteY918" fmla="*/ 1161917 h 6858000"/>
              <a:gd name="connsiteX919" fmla="*/ 4020269 w 7467600"/>
              <a:gd name="connsiteY919" fmla="*/ 1200406 h 6858000"/>
              <a:gd name="connsiteX920" fmla="*/ 3674882 w 7467600"/>
              <a:gd name="connsiteY920" fmla="*/ 488524 h 6858000"/>
              <a:gd name="connsiteX921" fmla="*/ 3132682 w 7467600"/>
              <a:gd name="connsiteY921" fmla="*/ 1072284 h 6858000"/>
              <a:gd name="connsiteX922" fmla="*/ 2716346 w 7467600"/>
              <a:gd name="connsiteY922" fmla="*/ 1276376 h 6858000"/>
              <a:gd name="connsiteX923" fmla="*/ 2716772 w 7467600"/>
              <a:gd name="connsiteY923" fmla="*/ 1255462 h 6858000"/>
              <a:gd name="connsiteX924" fmla="*/ 3471096 w 7467600"/>
              <a:gd name="connsiteY924" fmla="*/ 437072 h 6858000"/>
              <a:gd name="connsiteX925" fmla="*/ 3639057 w 7467600"/>
              <a:gd name="connsiteY925" fmla="*/ 286334 h 6858000"/>
              <a:gd name="connsiteX926" fmla="*/ 3640309 w 7467600"/>
              <a:gd name="connsiteY926" fmla="*/ 284664 h 6858000"/>
              <a:gd name="connsiteX927" fmla="*/ 3646022 w 7467600"/>
              <a:gd name="connsiteY927" fmla="*/ 276711 h 6858000"/>
              <a:gd name="connsiteX928" fmla="*/ 3707943 w 7467600"/>
              <a:gd name="connsiteY928" fmla="*/ 65958 h 6858000"/>
              <a:gd name="connsiteX929" fmla="*/ 3721337 w 7467600"/>
              <a:gd name="connsiteY929" fmla="*/ 0 h 6858000"/>
              <a:gd name="connsiteX930" fmla="*/ 2867960 w 7467600"/>
              <a:gd name="connsiteY930" fmla="*/ 0 h 6858000"/>
              <a:gd name="connsiteX931" fmla="*/ 2926351 w 7467600"/>
              <a:gd name="connsiteY931" fmla="*/ 0 h 6858000"/>
              <a:gd name="connsiteX932" fmla="*/ 2902823 w 7467600"/>
              <a:gd name="connsiteY932" fmla="*/ 262929 h 6858000"/>
              <a:gd name="connsiteX933" fmla="*/ 2940663 w 7467600"/>
              <a:gd name="connsiteY933" fmla="*/ 140884 h 6858000"/>
              <a:gd name="connsiteX934" fmla="*/ 2947039 w 7467600"/>
              <a:gd name="connsiteY934" fmla="*/ 122524 h 6858000"/>
              <a:gd name="connsiteX935" fmla="*/ 2984316 w 7467600"/>
              <a:gd name="connsiteY935" fmla="*/ 0 h 6858000"/>
              <a:gd name="connsiteX936" fmla="*/ 3016114 w 7467600"/>
              <a:gd name="connsiteY936" fmla="*/ 0 h 6858000"/>
              <a:gd name="connsiteX937" fmla="*/ 2979949 w 7467600"/>
              <a:gd name="connsiteY937" fmla="*/ 119274 h 6858000"/>
              <a:gd name="connsiteX938" fmla="*/ 3023879 w 7467600"/>
              <a:gd name="connsiteY938" fmla="*/ 0 h 6858000"/>
              <a:gd name="connsiteX939" fmla="*/ 3105400 w 7467600"/>
              <a:gd name="connsiteY939" fmla="*/ 0 h 6858000"/>
              <a:gd name="connsiteX940" fmla="*/ 3094669 w 7467600"/>
              <a:gd name="connsiteY940" fmla="*/ 30308 h 6858000"/>
              <a:gd name="connsiteX941" fmla="*/ 2901945 w 7467600"/>
              <a:gd name="connsiteY941" fmla="*/ 466538 h 6858000"/>
              <a:gd name="connsiteX942" fmla="*/ 2815209 w 7467600"/>
              <a:gd name="connsiteY942" fmla="*/ 497361 h 6858000"/>
              <a:gd name="connsiteX943" fmla="*/ 2844845 w 7467600"/>
              <a:gd name="connsiteY943" fmla="*/ 127638 h 6858000"/>
              <a:gd name="connsiteX944" fmla="*/ 2867960 w 7467600"/>
              <a:gd name="connsiteY944" fmla="*/ 0 h 6858000"/>
              <a:gd name="connsiteX945" fmla="*/ 1057230 w 7467600"/>
              <a:gd name="connsiteY945" fmla="*/ 0 h 6858000"/>
              <a:gd name="connsiteX946" fmla="*/ 1111003 w 7467600"/>
              <a:gd name="connsiteY946" fmla="*/ 0 h 6858000"/>
              <a:gd name="connsiteX947" fmla="*/ 1125553 w 7467600"/>
              <a:gd name="connsiteY947" fmla="*/ 52588 h 6858000"/>
              <a:gd name="connsiteX948" fmla="*/ 1304276 w 7467600"/>
              <a:gd name="connsiteY948" fmla="*/ 476275 h 6858000"/>
              <a:gd name="connsiteX949" fmla="*/ 1492066 w 7467600"/>
              <a:gd name="connsiteY949" fmla="*/ 886333 h 6858000"/>
              <a:gd name="connsiteX950" fmla="*/ 1423698 w 7467600"/>
              <a:gd name="connsiteY950" fmla="*/ 710817 h 6858000"/>
              <a:gd name="connsiteX951" fmla="*/ 1357609 w 7467600"/>
              <a:gd name="connsiteY951" fmla="*/ 532892 h 6858000"/>
              <a:gd name="connsiteX952" fmla="*/ 1309550 w 7467600"/>
              <a:gd name="connsiteY952" fmla="*/ 374031 h 6858000"/>
              <a:gd name="connsiteX953" fmla="*/ 1193673 w 7467600"/>
              <a:gd name="connsiteY953" fmla="*/ 49533 h 6858000"/>
              <a:gd name="connsiteX954" fmla="*/ 1164391 w 7467600"/>
              <a:gd name="connsiteY954" fmla="*/ 0 h 6858000"/>
              <a:gd name="connsiteX955" fmla="*/ 1200666 w 7467600"/>
              <a:gd name="connsiteY955" fmla="*/ 0 h 6858000"/>
              <a:gd name="connsiteX956" fmla="*/ 1223408 w 7467600"/>
              <a:gd name="connsiteY956" fmla="*/ 38996 h 6858000"/>
              <a:gd name="connsiteX957" fmla="*/ 1339635 w 7467600"/>
              <a:gd name="connsiteY957" fmla="*/ 365517 h 6858000"/>
              <a:gd name="connsiteX958" fmla="*/ 1387469 w 7467600"/>
              <a:gd name="connsiteY958" fmla="*/ 523079 h 6858000"/>
              <a:gd name="connsiteX959" fmla="*/ 1452685 w 7467600"/>
              <a:gd name="connsiteY959" fmla="*/ 699806 h 6858000"/>
              <a:gd name="connsiteX960" fmla="*/ 1492092 w 7467600"/>
              <a:gd name="connsiteY960" fmla="*/ 800424 h 6858000"/>
              <a:gd name="connsiteX961" fmla="*/ 1455302 w 7467600"/>
              <a:gd name="connsiteY961" fmla="*/ 632913 h 6858000"/>
              <a:gd name="connsiteX962" fmla="*/ 1222336 w 7467600"/>
              <a:gd name="connsiteY962" fmla="*/ 9480 h 6858000"/>
              <a:gd name="connsiteX963" fmla="*/ 1214634 w 7467600"/>
              <a:gd name="connsiteY963" fmla="*/ 0 h 6858000"/>
              <a:gd name="connsiteX964" fmla="*/ 1289827 w 7467600"/>
              <a:gd name="connsiteY964" fmla="*/ 0 h 6858000"/>
              <a:gd name="connsiteX965" fmla="*/ 1321076 w 7467600"/>
              <a:gd name="connsiteY965" fmla="*/ 59722 h 6858000"/>
              <a:gd name="connsiteX966" fmla="*/ 1512579 w 7467600"/>
              <a:gd name="connsiteY966" fmla="*/ 626441 h 6858000"/>
              <a:gd name="connsiteX967" fmla="*/ 1506076 w 7467600"/>
              <a:gd name="connsiteY967" fmla="*/ 1089289 h 6858000"/>
              <a:gd name="connsiteX968" fmla="*/ 1486346 w 7467600"/>
              <a:gd name="connsiteY968" fmla="*/ 1079919 h 6858000"/>
              <a:gd name="connsiteX969" fmla="*/ 1070511 w 7467600"/>
              <a:gd name="connsiteY969" fmla="*/ 48609 h 6858000"/>
              <a:gd name="connsiteX970" fmla="*/ 1057230 w 7467600"/>
              <a:gd name="connsiteY970" fmla="*/ 0 h 6858000"/>
              <a:gd name="connsiteX971" fmla="*/ 43151 w 7467600"/>
              <a:gd name="connsiteY971" fmla="*/ 0 h 6858000"/>
              <a:gd name="connsiteX972" fmla="*/ 95283 w 7467600"/>
              <a:gd name="connsiteY972" fmla="*/ 0 h 6858000"/>
              <a:gd name="connsiteX973" fmla="*/ 300708 w 7467600"/>
              <a:gd name="connsiteY973" fmla="*/ 154571 h 6858000"/>
              <a:gd name="connsiteX974" fmla="*/ 530414 w 7467600"/>
              <a:gd name="connsiteY974" fmla="*/ 354673 h 6858000"/>
              <a:gd name="connsiteX975" fmla="*/ 333785 w 7467600"/>
              <a:gd name="connsiteY975" fmla="*/ 161564 h 6858000"/>
              <a:gd name="connsiteX976" fmla="*/ 147005 w 7467600"/>
              <a:gd name="connsiteY976" fmla="*/ 0 h 6858000"/>
              <a:gd name="connsiteX977" fmla="*/ 272509 w 7467600"/>
              <a:gd name="connsiteY977" fmla="*/ 0 h 6858000"/>
              <a:gd name="connsiteX978" fmla="*/ 326276 w 7467600"/>
              <a:gd name="connsiteY978" fmla="*/ 45847 h 6858000"/>
              <a:gd name="connsiteX979" fmla="*/ 823759 w 7467600"/>
              <a:gd name="connsiteY979" fmla="*/ 574145 h 6858000"/>
              <a:gd name="connsiteX980" fmla="*/ 811254 w 7467600"/>
              <a:gd name="connsiteY980" fmla="*/ 665546 h 6858000"/>
              <a:gd name="connsiteX981" fmla="*/ 154042 w 7467600"/>
              <a:gd name="connsiteY981" fmla="*/ 261522 h 6858000"/>
              <a:gd name="connsiteX982" fmla="*/ 13550 w 7467600"/>
              <a:gd name="connsiteY982" fmla="*/ 158423 h 6858000"/>
              <a:gd name="connsiteX983" fmla="*/ 0 w 7467600"/>
              <a:gd name="connsiteY983" fmla="*/ 146618 h 6858000"/>
              <a:gd name="connsiteX984" fmla="*/ 0 w 7467600"/>
              <a:gd name="connsiteY984" fmla="*/ 59161 h 6858000"/>
              <a:gd name="connsiteX985" fmla="*/ 45427 w 7467600"/>
              <a:gd name="connsiteY985" fmla="*/ 101078 h 6858000"/>
              <a:gd name="connsiteX986" fmla="*/ 630103 w 7467600"/>
              <a:gd name="connsiteY986" fmla="*/ 485885 h 6858000"/>
              <a:gd name="connsiteX987" fmla="*/ 532040 w 7467600"/>
              <a:gd name="connsiteY987" fmla="*/ 399359 h 6858000"/>
              <a:gd name="connsiteX988" fmla="*/ 517618 w 7467600"/>
              <a:gd name="connsiteY988" fmla="*/ 385726 h 6858000"/>
              <a:gd name="connsiteX989" fmla="*/ 285074 w 7467600"/>
              <a:gd name="connsiteY989" fmla="*/ 182755 h 6858000"/>
              <a:gd name="connsiteX990" fmla="*/ 43151 w 7467600"/>
              <a:gd name="connsiteY990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312201 w 7467600"/>
              <a:gd name="connsiteY127" fmla="*/ 5128278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312201 w 7467600"/>
              <a:gd name="connsiteY133" fmla="*/ 5128278 h 6858000"/>
              <a:gd name="connsiteX134" fmla="*/ 1903353 w 7467600"/>
              <a:gd name="connsiteY134" fmla="*/ 5044827 h 6858000"/>
              <a:gd name="connsiteX135" fmla="*/ 1936931 w 7467600"/>
              <a:gd name="connsiteY135" fmla="*/ 5093954 h 6858000"/>
              <a:gd name="connsiteX136" fmla="*/ 2195868 w 7467600"/>
              <a:gd name="connsiteY136" fmla="*/ 5396574 h 6858000"/>
              <a:gd name="connsiteX137" fmla="*/ 2088852 w 7467600"/>
              <a:gd name="connsiteY137" fmla="*/ 5166123 h 6858000"/>
              <a:gd name="connsiteX138" fmla="*/ 1958241 w 7467600"/>
              <a:gd name="connsiteY138" fmla="*/ 5067955 h 6858000"/>
              <a:gd name="connsiteX139" fmla="*/ 1903353 w 7467600"/>
              <a:gd name="connsiteY139" fmla="*/ 5044827 h 6858000"/>
              <a:gd name="connsiteX140" fmla="*/ 1979378 w 7467600"/>
              <a:gd name="connsiteY140" fmla="*/ 4769504 h 6858000"/>
              <a:gd name="connsiteX141" fmla="*/ 2882120 w 7467600"/>
              <a:gd name="connsiteY141" fmla="*/ 5064547 h 6858000"/>
              <a:gd name="connsiteX142" fmla="*/ 2793103 w 7467600"/>
              <a:gd name="connsiteY142" fmla="*/ 5039699 h 6858000"/>
              <a:gd name="connsiteX143" fmla="*/ 2770041 w 7467600"/>
              <a:gd name="connsiteY143" fmla="*/ 5033634 h 6858000"/>
              <a:gd name="connsiteX144" fmla="*/ 1979378 w 7467600"/>
              <a:gd name="connsiteY144" fmla="*/ 4769504 h 6858000"/>
              <a:gd name="connsiteX145" fmla="*/ 1927410 w 7467600"/>
              <a:gd name="connsiteY145" fmla="*/ 4716164 h 6858000"/>
              <a:gd name="connsiteX146" fmla="*/ 1959587 w 7467600"/>
              <a:gd name="connsiteY146" fmla="*/ 4728849 h 6858000"/>
              <a:gd name="connsiteX147" fmla="*/ 2777707 w 7467600"/>
              <a:gd name="connsiteY147" fmla="*/ 5003991 h 6858000"/>
              <a:gd name="connsiteX148" fmla="*/ 2800768 w 7467600"/>
              <a:gd name="connsiteY148" fmla="*/ 5010056 h 6858000"/>
              <a:gd name="connsiteX149" fmla="*/ 2879408 w 7467600"/>
              <a:gd name="connsiteY149" fmla="*/ 5031590 h 6858000"/>
              <a:gd name="connsiteX150" fmla="*/ 2862295 w 7467600"/>
              <a:gd name="connsiteY150" fmla="*/ 5022958 h 6858000"/>
              <a:gd name="connsiteX151" fmla="*/ 2813343 w 7467600"/>
              <a:gd name="connsiteY151" fmla="*/ 4998369 h 6858000"/>
              <a:gd name="connsiteX152" fmla="*/ 2646245 w 7467600"/>
              <a:gd name="connsiteY152" fmla="*/ 4930999 h 6858000"/>
              <a:gd name="connsiteX153" fmla="*/ 1999243 w 7467600"/>
              <a:gd name="connsiteY153" fmla="*/ 4730524 h 6858000"/>
              <a:gd name="connsiteX154" fmla="*/ 1979527 w 7467600"/>
              <a:gd name="connsiteY154" fmla="*/ 4726651 h 6858000"/>
              <a:gd name="connsiteX155" fmla="*/ 1927410 w 7467600"/>
              <a:gd name="connsiteY155" fmla="*/ 4716164 h 6858000"/>
              <a:gd name="connsiteX156" fmla="*/ 1997014 w 7467600"/>
              <a:gd name="connsiteY156" fmla="*/ 4698007 h 6858000"/>
              <a:gd name="connsiteX157" fmla="*/ 2005458 w 7467600"/>
              <a:gd name="connsiteY157" fmla="*/ 4699540 h 6858000"/>
              <a:gd name="connsiteX158" fmla="*/ 2657186 w 7467600"/>
              <a:gd name="connsiteY158" fmla="*/ 4901687 h 6858000"/>
              <a:gd name="connsiteX159" fmla="*/ 2826662 w 7467600"/>
              <a:gd name="connsiteY159" fmla="*/ 4970362 h 6858000"/>
              <a:gd name="connsiteX160" fmla="*/ 2876100 w 7467600"/>
              <a:gd name="connsiteY160" fmla="*/ 4995397 h 6858000"/>
              <a:gd name="connsiteX161" fmla="*/ 3042600 w 7467600"/>
              <a:gd name="connsiteY161" fmla="*/ 5059532 h 6858000"/>
              <a:gd name="connsiteX162" fmla="*/ 1997014 w 7467600"/>
              <a:gd name="connsiteY162" fmla="*/ 4698007 h 6858000"/>
              <a:gd name="connsiteX163" fmla="*/ 2305292 w 7467600"/>
              <a:gd name="connsiteY163" fmla="*/ 4219492 h 6858000"/>
              <a:gd name="connsiteX164" fmla="*/ 3360922 w 7467600"/>
              <a:gd name="connsiteY164" fmla="*/ 4529373 h 6858000"/>
              <a:gd name="connsiteX165" fmla="*/ 3492420 w 7467600"/>
              <a:gd name="connsiteY165" fmla="*/ 4510145 h 6858000"/>
              <a:gd name="connsiteX166" fmla="*/ 3364086 w 7467600"/>
              <a:gd name="connsiteY166" fmla="*/ 4480340 h 6858000"/>
              <a:gd name="connsiteX167" fmla="*/ 3225818 w 7467600"/>
              <a:gd name="connsiteY167" fmla="*/ 4411822 h 6858000"/>
              <a:gd name="connsiteX168" fmla="*/ 3129696 w 7467600"/>
              <a:gd name="connsiteY168" fmla="*/ 4360704 h 6858000"/>
              <a:gd name="connsiteX169" fmla="*/ 2814545 w 7467600"/>
              <a:gd name="connsiteY169" fmla="*/ 4282955 h 6858000"/>
              <a:gd name="connsiteX170" fmla="*/ 2305292 w 7467600"/>
              <a:gd name="connsiteY170" fmla="*/ 4219492 h 6858000"/>
              <a:gd name="connsiteX171" fmla="*/ 2626982 w 7467600"/>
              <a:gd name="connsiteY171" fmla="*/ 4206450 h 6858000"/>
              <a:gd name="connsiteX172" fmla="*/ 2490617 w 7467600"/>
              <a:gd name="connsiteY172" fmla="*/ 4206951 h 6858000"/>
              <a:gd name="connsiteX173" fmla="*/ 2819869 w 7467600"/>
              <a:gd name="connsiteY173" fmla="*/ 4252936 h 6858000"/>
              <a:gd name="connsiteX174" fmla="*/ 3143018 w 7467600"/>
              <a:gd name="connsiteY174" fmla="*/ 4332698 h 6858000"/>
              <a:gd name="connsiteX175" fmla="*/ 3241520 w 7467600"/>
              <a:gd name="connsiteY175" fmla="*/ 4385112 h 6858000"/>
              <a:gd name="connsiteX176" fmla="*/ 3374575 w 7467600"/>
              <a:gd name="connsiteY176" fmla="*/ 4451517 h 6858000"/>
              <a:gd name="connsiteX177" fmla="*/ 3505221 w 7467600"/>
              <a:gd name="connsiteY177" fmla="*/ 4480757 h 6858000"/>
              <a:gd name="connsiteX178" fmla="*/ 2626982 w 7467600"/>
              <a:gd name="connsiteY178" fmla="*/ 4206450 h 6858000"/>
              <a:gd name="connsiteX179" fmla="*/ 1310106 w 7467600"/>
              <a:gd name="connsiteY179" fmla="*/ 3943217 h 6858000"/>
              <a:gd name="connsiteX180" fmla="*/ 854994 w 7467600"/>
              <a:gd name="connsiteY180" fmla="*/ 4399136 h 6858000"/>
              <a:gd name="connsiteX181" fmla="*/ 742462 w 7467600"/>
              <a:gd name="connsiteY181" fmla="*/ 4594648 h 6858000"/>
              <a:gd name="connsiteX182" fmla="*/ 820602 w 7467600"/>
              <a:gd name="connsiteY182" fmla="*/ 4485915 h 6858000"/>
              <a:gd name="connsiteX183" fmla="*/ 878295 w 7467600"/>
              <a:gd name="connsiteY183" fmla="*/ 4403594 h 6858000"/>
              <a:gd name="connsiteX184" fmla="*/ 1240607 w 7467600"/>
              <a:gd name="connsiteY184" fmla="*/ 4010401 h 6858000"/>
              <a:gd name="connsiteX185" fmla="*/ 1310106 w 7467600"/>
              <a:gd name="connsiteY185" fmla="*/ 3943217 h 6858000"/>
              <a:gd name="connsiteX186" fmla="*/ 1423113 w 7467600"/>
              <a:gd name="connsiteY186" fmla="*/ 3874565 h 6858000"/>
              <a:gd name="connsiteX187" fmla="*/ 1260565 w 7467600"/>
              <a:gd name="connsiteY187" fmla="*/ 4031982 h 6858000"/>
              <a:gd name="connsiteX188" fmla="*/ 901900 w 7467600"/>
              <a:gd name="connsiteY188" fmla="*/ 4421236 h 6858000"/>
              <a:gd name="connsiteX189" fmla="*/ 845044 w 7467600"/>
              <a:gd name="connsiteY189" fmla="*/ 4502436 h 6858000"/>
              <a:gd name="connsiteX190" fmla="*/ 685926 w 7467600"/>
              <a:gd name="connsiteY190" fmla="*/ 4703069 h 6858000"/>
              <a:gd name="connsiteX191" fmla="*/ 684248 w 7467600"/>
              <a:gd name="connsiteY191" fmla="*/ 4706721 h 6858000"/>
              <a:gd name="connsiteX192" fmla="*/ 1423113 w 7467600"/>
              <a:gd name="connsiteY192" fmla="*/ 3874565 h 6858000"/>
              <a:gd name="connsiteX193" fmla="*/ 3316479 w 7467600"/>
              <a:gd name="connsiteY193" fmla="*/ 3872136 h 6858000"/>
              <a:gd name="connsiteX194" fmla="*/ 3546806 w 7467600"/>
              <a:gd name="connsiteY194" fmla="*/ 4356139 h 6858000"/>
              <a:gd name="connsiteX195" fmla="*/ 3364433 w 7467600"/>
              <a:gd name="connsiteY195" fmla="*/ 3953121 h 6858000"/>
              <a:gd name="connsiteX196" fmla="*/ 3316479 w 7467600"/>
              <a:gd name="connsiteY196" fmla="*/ 3872136 h 6858000"/>
              <a:gd name="connsiteX197" fmla="*/ 3291335 w 7467600"/>
              <a:gd name="connsiteY197" fmla="*/ 3767420 h 6858000"/>
              <a:gd name="connsiteX198" fmla="*/ 3390805 w 7467600"/>
              <a:gd name="connsiteY198" fmla="*/ 3937163 h 6858000"/>
              <a:gd name="connsiteX199" fmla="*/ 3579062 w 7467600"/>
              <a:gd name="connsiteY199" fmla="*/ 4359040 h 6858000"/>
              <a:gd name="connsiteX200" fmla="*/ 3467355 w 7467600"/>
              <a:gd name="connsiteY200" fmla="*/ 3988130 h 6858000"/>
              <a:gd name="connsiteX201" fmla="*/ 3310753 w 7467600"/>
              <a:gd name="connsiteY201" fmla="*/ 3787140 h 6858000"/>
              <a:gd name="connsiteX202" fmla="*/ 3291335 w 7467600"/>
              <a:gd name="connsiteY202" fmla="*/ 3767420 h 6858000"/>
              <a:gd name="connsiteX203" fmla="*/ 1635889 w 7467600"/>
              <a:gd name="connsiteY203" fmla="*/ 3709494 h 6858000"/>
              <a:gd name="connsiteX204" fmla="*/ 1634800 w 7467600"/>
              <a:gd name="connsiteY204" fmla="*/ 3731111 h 6858000"/>
              <a:gd name="connsiteX205" fmla="*/ 1635889 w 7467600"/>
              <a:gd name="connsiteY205" fmla="*/ 3709494 h 6858000"/>
              <a:gd name="connsiteX206" fmla="*/ 1510397 w 7467600"/>
              <a:gd name="connsiteY206" fmla="*/ 3684705 h 6858000"/>
              <a:gd name="connsiteX207" fmla="*/ 1146550 w 7467600"/>
              <a:gd name="connsiteY207" fmla="*/ 3802012 h 6858000"/>
              <a:gd name="connsiteX208" fmla="*/ 698834 w 7467600"/>
              <a:gd name="connsiteY208" fmla="*/ 3952272 h 6858000"/>
              <a:gd name="connsiteX209" fmla="*/ 34256 w 7467600"/>
              <a:gd name="connsiteY209" fmla="*/ 4347603 h 6858000"/>
              <a:gd name="connsiteX210" fmla="*/ 527241 w 7467600"/>
              <a:gd name="connsiteY210" fmla="*/ 4065078 h 6858000"/>
              <a:gd name="connsiteX211" fmla="*/ 1510397 w 7467600"/>
              <a:gd name="connsiteY211" fmla="*/ 3684705 h 6858000"/>
              <a:gd name="connsiteX212" fmla="*/ 1313114 w 7467600"/>
              <a:gd name="connsiteY212" fmla="*/ 3655216 h 6858000"/>
              <a:gd name="connsiteX213" fmla="*/ 1109304 w 7467600"/>
              <a:gd name="connsiteY213" fmla="*/ 3669030 h 6858000"/>
              <a:gd name="connsiteX214" fmla="*/ 8129 w 7467600"/>
              <a:gd name="connsiteY214" fmla="*/ 4330519 h 6858000"/>
              <a:gd name="connsiteX215" fmla="*/ 687572 w 7467600"/>
              <a:gd name="connsiteY215" fmla="*/ 3925629 h 6858000"/>
              <a:gd name="connsiteX216" fmla="*/ 1138365 w 7467600"/>
              <a:gd name="connsiteY216" fmla="*/ 3774515 h 6858000"/>
              <a:gd name="connsiteX217" fmla="*/ 1505579 w 7467600"/>
              <a:gd name="connsiteY217" fmla="*/ 3655526 h 6858000"/>
              <a:gd name="connsiteX218" fmla="*/ 1313114 w 7467600"/>
              <a:gd name="connsiteY218" fmla="*/ 3655216 h 6858000"/>
              <a:gd name="connsiteX219" fmla="*/ 3655073 w 7467600"/>
              <a:gd name="connsiteY219" fmla="*/ 3650884 h 6858000"/>
              <a:gd name="connsiteX220" fmla="*/ 3989938 w 7467600"/>
              <a:gd name="connsiteY220" fmla="*/ 3991685 h 6858000"/>
              <a:gd name="connsiteX221" fmla="*/ 4393907 w 7467600"/>
              <a:gd name="connsiteY221" fmla="*/ 4261258 h 6858000"/>
              <a:gd name="connsiteX222" fmla="*/ 4648051 w 7467600"/>
              <a:gd name="connsiteY222" fmla="*/ 4374051 h 6858000"/>
              <a:gd name="connsiteX223" fmla="*/ 4383389 w 7467600"/>
              <a:gd name="connsiteY223" fmla="*/ 4184369 h 6858000"/>
              <a:gd name="connsiteX224" fmla="*/ 4165508 w 7467600"/>
              <a:gd name="connsiteY224" fmla="*/ 4035196 h 6858000"/>
              <a:gd name="connsiteX225" fmla="*/ 4068162 w 7467600"/>
              <a:gd name="connsiteY225" fmla="*/ 3953394 h 6858000"/>
              <a:gd name="connsiteX226" fmla="*/ 3981416 w 7467600"/>
              <a:gd name="connsiteY226" fmla="*/ 3880482 h 6858000"/>
              <a:gd name="connsiteX227" fmla="*/ 3800147 w 7467600"/>
              <a:gd name="connsiteY227" fmla="*/ 3749872 h 6858000"/>
              <a:gd name="connsiteX228" fmla="*/ 3655073 w 7467600"/>
              <a:gd name="connsiteY228" fmla="*/ 3650884 h 6858000"/>
              <a:gd name="connsiteX229" fmla="*/ 3670252 w 7467600"/>
              <a:gd name="connsiteY229" fmla="*/ 3622798 h 6858000"/>
              <a:gd name="connsiteX230" fmla="*/ 3817258 w 7467600"/>
              <a:gd name="connsiteY230" fmla="*/ 3723577 h 6858000"/>
              <a:gd name="connsiteX231" fmla="*/ 4000461 w 7467600"/>
              <a:gd name="connsiteY231" fmla="*/ 3855966 h 6858000"/>
              <a:gd name="connsiteX232" fmla="*/ 4088180 w 7467600"/>
              <a:gd name="connsiteY232" fmla="*/ 3929774 h 6858000"/>
              <a:gd name="connsiteX233" fmla="*/ 4184555 w 7467600"/>
              <a:gd name="connsiteY233" fmla="*/ 4010683 h 6858000"/>
              <a:gd name="connsiteX234" fmla="*/ 4399563 w 7467600"/>
              <a:gd name="connsiteY234" fmla="*/ 4158106 h 6858000"/>
              <a:gd name="connsiteX235" fmla="*/ 4684469 w 7467600"/>
              <a:gd name="connsiteY235" fmla="*/ 4364680 h 6858000"/>
              <a:gd name="connsiteX236" fmla="*/ 4690271 w 7467600"/>
              <a:gd name="connsiteY236" fmla="*/ 4370034 h 6858000"/>
              <a:gd name="connsiteX237" fmla="*/ 4136093 w 7467600"/>
              <a:gd name="connsiteY237" fmla="*/ 3858466 h 6858000"/>
              <a:gd name="connsiteX238" fmla="*/ 3670252 w 7467600"/>
              <a:gd name="connsiteY238" fmla="*/ 3622798 h 6858000"/>
              <a:gd name="connsiteX239" fmla="*/ 4440129 w 7467600"/>
              <a:gd name="connsiteY239" fmla="*/ 3448571 h 6858000"/>
              <a:gd name="connsiteX240" fmla="*/ 4856525 w 7467600"/>
              <a:gd name="connsiteY240" fmla="*/ 3915351 h 6858000"/>
              <a:gd name="connsiteX241" fmla="*/ 5059055 w 7467600"/>
              <a:gd name="connsiteY241" fmla="*/ 4108918 h 6858000"/>
              <a:gd name="connsiteX242" fmla="*/ 5290070 w 7467600"/>
              <a:gd name="connsiteY242" fmla="*/ 4263619 h 6858000"/>
              <a:gd name="connsiteX243" fmla="*/ 4834991 w 7467600"/>
              <a:gd name="connsiteY243" fmla="*/ 3830985 h 6858000"/>
              <a:gd name="connsiteX244" fmla="*/ 4440129 w 7467600"/>
              <a:gd name="connsiteY244" fmla="*/ 3448571 h 6858000"/>
              <a:gd name="connsiteX245" fmla="*/ 4441737 w 7467600"/>
              <a:gd name="connsiteY245" fmla="*/ 3399734 h 6858000"/>
              <a:gd name="connsiteX246" fmla="*/ 4431236 w 7467600"/>
              <a:gd name="connsiteY246" fmla="*/ 3400954 h 6858000"/>
              <a:gd name="connsiteX247" fmla="*/ 4557150 w 7467600"/>
              <a:gd name="connsiteY247" fmla="*/ 3510023 h 6858000"/>
              <a:gd name="connsiteX248" fmla="*/ 4856936 w 7467600"/>
              <a:gd name="connsiteY248" fmla="*/ 3809146 h 6858000"/>
              <a:gd name="connsiteX249" fmla="*/ 5111996 w 7467600"/>
              <a:gd name="connsiteY249" fmla="*/ 4065759 h 6858000"/>
              <a:gd name="connsiteX250" fmla="*/ 5388878 w 7467600"/>
              <a:gd name="connsiteY250" fmla="*/ 4300185 h 6858000"/>
              <a:gd name="connsiteX251" fmla="*/ 5425556 w 7467600"/>
              <a:gd name="connsiteY251" fmla="*/ 4308967 h 6858000"/>
              <a:gd name="connsiteX252" fmla="*/ 4943646 w 7467600"/>
              <a:gd name="connsiteY252" fmla="*/ 3822916 h 6858000"/>
              <a:gd name="connsiteX253" fmla="*/ 4594837 w 7467600"/>
              <a:gd name="connsiteY253" fmla="*/ 3532274 h 6858000"/>
              <a:gd name="connsiteX254" fmla="*/ 4441737 w 7467600"/>
              <a:gd name="connsiteY254" fmla="*/ 3399734 h 6858000"/>
              <a:gd name="connsiteX255" fmla="*/ 5425834 w 7467600"/>
              <a:gd name="connsiteY255" fmla="*/ 3162785 h 6858000"/>
              <a:gd name="connsiteX256" fmla="*/ 5401644 w 7467600"/>
              <a:gd name="connsiteY256" fmla="*/ 3617847 h 6858000"/>
              <a:gd name="connsiteX257" fmla="*/ 5467256 w 7467600"/>
              <a:gd name="connsiteY257" fmla="*/ 4175494 h 6858000"/>
              <a:gd name="connsiteX258" fmla="*/ 5448069 w 7467600"/>
              <a:gd name="connsiteY258" fmla="*/ 3567554 h 6858000"/>
              <a:gd name="connsiteX259" fmla="*/ 5425834 w 7467600"/>
              <a:gd name="connsiteY259" fmla="*/ 3162785 h 6858000"/>
              <a:gd name="connsiteX260" fmla="*/ 1318687 w 7467600"/>
              <a:gd name="connsiteY260" fmla="*/ 3113840 h 6858000"/>
              <a:gd name="connsiteX261" fmla="*/ 1066793 w 7467600"/>
              <a:gd name="connsiteY261" fmla="*/ 3212171 h 6858000"/>
              <a:gd name="connsiteX262" fmla="*/ 993319 w 7467600"/>
              <a:gd name="connsiteY262" fmla="*/ 3247648 h 6858000"/>
              <a:gd name="connsiteX263" fmla="*/ 853081 w 7467600"/>
              <a:gd name="connsiteY263" fmla="*/ 3312410 h 6858000"/>
              <a:gd name="connsiteX264" fmla="*/ 805957 w 7467600"/>
              <a:gd name="connsiteY264" fmla="*/ 3330443 h 6858000"/>
              <a:gd name="connsiteX265" fmla="*/ 1318687 w 7467600"/>
              <a:gd name="connsiteY265" fmla="*/ 3113840 h 6858000"/>
              <a:gd name="connsiteX266" fmla="*/ 5453702 w 7467600"/>
              <a:gd name="connsiteY266" fmla="*/ 3090882 h 6858000"/>
              <a:gd name="connsiteX267" fmla="*/ 5480135 w 7467600"/>
              <a:gd name="connsiteY267" fmla="*/ 3565802 h 6858000"/>
              <a:gd name="connsiteX268" fmla="*/ 5499023 w 7467600"/>
              <a:gd name="connsiteY268" fmla="*/ 4166310 h 6858000"/>
              <a:gd name="connsiteX269" fmla="*/ 5547022 w 7467600"/>
              <a:gd name="connsiteY269" fmla="*/ 3607838 h 6858000"/>
              <a:gd name="connsiteX270" fmla="*/ 5515964 w 7467600"/>
              <a:gd name="connsiteY270" fmla="*/ 3378541 h 6858000"/>
              <a:gd name="connsiteX271" fmla="*/ 5453702 w 7467600"/>
              <a:gd name="connsiteY271" fmla="*/ 3090882 h 6858000"/>
              <a:gd name="connsiteX272" fmla="*/ 1238695 w 7467600"/>
              <a:gd name="connsiteY272" fmla="*/ 3076820 h 6858000"/>
              <a:gd name="connsiteX273" fmla="*/ 716371 w 7467600"/>
              <a:gd name="connsiteY273" fmla="*/ 3293249 h 6858000"/>
              <a:gd name="connsiteX274" fmla="*/ 579522 w 7467600"/>
              <a:gd name="connsiteY274" fmla="*/ 3371759 h 6858000"/>
              <a:gd name="connsiteX275" fmla="*/ 600288 w 7467600"/>
              <a:gd name="connsiteY275" fmla="*/ 3365555 h 6858000"/>
              <a:gd name="connsiteX276" fmla="*/ 840692 w 7467600"/>
              <a:gd name="connsiteY276" fmla="*/ 3284921 h 6858000"/>
              <a:gd name="connsiteX277" fmla="*/ 979248 w 7467600"/>
              <a:gd name="connsiteY277" fmla="*/ 3221003 h 6858000"/>
              <a:gd name="connsiteX278" fmla="*/ 1053282 w 7467600"/>
              <a:gd name="connsiteY278" fmla="*/ 3185247 h 6858000"/>
              <a:gd name="connsiteX279" fmla="*/ 1320603 w 7467600"/>
              <a:gd name="connsiteY279" fmla="*/ 3081281 h 6858000"/>
              <a:gd name="connsiteX280" fmla="*/ 1238695 w 7467600"/>
              <a:gd name="connsiteY280" fmla="*/ 3076820 h 6858000"/>
              <a:gd name="connsiteX281" fmla="*/ 5425627 w 7467600"/>
              <a:gd name="connsiteY281" fmla="*/ 2954192 h 6858000"/>
              <a:gd name="connsiteX282" fmla="*/ 5470770 w 7467600"/>
              <a:gd name="connsiteY282" fmla="*/ 3005435 h 6858000"/>
              <a:gd name="connsiteX283" fmla="*/ 5519779 w 7467600"/>
              <a:gd name="connsiteY283" fmla="*/ 4359223 h 6858000"/>
              <a:gd name="connsiteX284" fmla="*/ 5520293 w 7467600"/>
              <a:gd name="connsiteY284" fmla="*/ 4360602 h 6858000"/>
              <a:gd name="connsiteX285" fmla="*/ 5767221 w 7467600"/>
              <a:gd name="connsiteY285" fmla="*/ 4665564 h 6858000"/>
              <a:gd name="connsiteX286" fmla="*/ 6937169 w 7467600"/>
              <a:gd name="connsiteY286" fmla="*/ 4815941 h 6858000"/>
              <a:gd name="connsiteX287" fmla="*/ 6953922 w 7467600"/>
              <a:gd name="connsiteY287" fmla="*/ 4890068 h 6858000"/>
              <a:gd name="connsiteX288" fmla="*/ 6071359 w 7467600"/>
              <a:gd name="connsiteY288" fmla="*/ 4770770 h 6858000"/>
              <a:gd name="connsiteX289" fmla="*/ 6038839 w 7467600"/>
              <a:gd name="connsiteY289" fmla="*/ 4764474 h 6858000"/>
              <a:gd name="connsiteX290" fmla="*/ 6038706 w 7467600"/>
              <a:gd name="connsiteY290" fmla="*/ 4763847 h 6858000"/>
              <a:gd name="connsiteX291" fmla="*/ 6037784 w 7467600"/>
              <a:gd name="connsiteY291" fmla="*/ 4764270 h 6858000"/>
              <a:gd name="connsiteX292" fmla="*/ 6038839 w 7467600"/>
              <a:gd name="connsiteY292" fmla="*/ 4764474 h 6858000"/>
              <a:gd name="connsiteX293" fmla="*/ 6040338 w 7467600"/>
              <a:gd name="connsiteY293" fmla="*/ 4771418 h 6858000"/>
              <a:gd name="connsiteX294" fmla="*/ 6024488 w 7467600"/>
              <a:gd name="connsiteY294" fmla="*/ 4809903 h 6858000"/>
              <a:gd name="connsiteX295" fmla="*/ 5599771 w 7467600"/>
              <a:gd name="connsiteY295" fmla="*/ 5509652 h 6858000"/>
              <a:gd name="connsiteX296" fmla="*/ 5548843 w 7467600"/>
              <a:gd name="connsiteY296" fmla="*/ 5563845 h 6858000"/>
              <a:gd name="connsiteX297" fmla="*/ 5940952 w 7467600"/>
              <a:gd name="connsiteY297" fmla="*/ 6250028 h 6858000"/>
              <a:gd name="connsiteX298" fmla="*/ 6043441 w 7467600"/>
              <a:gd name="connsiteY298" fmla="*/ 6665847 h 6858000"/>
              <a:gd name="connsiteX299" fmla="*/ 6093432 w 7467600"/>
              <a:gd name="connsiteY299" fmla="*/ 6858000 h 6858000"/>
              <a:gd name="connsiteX300" fmla="*/ 6034344 w 7467600"/>
              <a:gd name="connsiteY300" fmla="*/ 6858000 h 6858000"/>
              <a:gd name="connsiteX301" fmla="*/ 6026679 w 7467600"/>
              <a:gd name="connsiteY301" fmla="*/ 6836959 h 6858000"/>
              <a:gd name="connsiteX302" fmla="*/ 5800441 w 7467600"/>
              <a:gd name="connsiteY302" fmla="*/ 6335286 h 6858000"/>
              <a:gd name="connsiteX303" fmla="*/ 5526562 w 7467600"/>
              <a:gd name="connsiteY303" fmla="*/ 5705388 h 6858000"/>
              <a:gd name="connsiteX304" fmla="*/ 5519640 w 7467600"/>
              <a:gd name="connsiteY304" fmla="*/ 5683774 h 6858000"/>
              <a:gd name="connsiteX305" fmla="*/ 5844559 w 7467600"/>
              <a:gd name="connsiteY305" fmla="*/ 6553349 h 6858000"/>
              <a:gd name="connsiteX306" fmla="*/ 5975994 w 7467600"/>
              <a:gd name="connsiteY306" fmla="*/ 6858000 h 6858000"/>
              <a:gd name="connsiteX307" fmla="*/ 5898547 w 7467600"/>
              <a:gd name="connsiteY307" fmla="*/ 6858000 h 6858000"/>
              <a:gd name="connsiteX308" fmla="*/ 5682041 w 7467600"/>
              <a:gd name="connsiteY308" fmla="*/ 6355860 h 6858000"/>
              <a:gd name="connsiteX309" fmla="*/ 5461758 w 7467600"/>
              <a:gd name="connsiteY309" fmla="*/ 5820220 h 6858000"/>
              <a:gd name="connsiteX310" fmla="*/ 5237282 w 7467600"/>
              <a:gd name="connsiteY310" fmla="*/ 6579086 h 6858000"/>
              <a:gd name="connsiteX311" fmla="*/ 5115009 w 7467600"/>
              <a:gd name="connsiteY311" fmla="*/ 6858000 h 6858000"/>
              <a:gd name="connsiteX312" fmla="*/ 5028074 w 7467600"/>
              <a:gd name="connsiteY312" fmla="*/ 6858000 h 6858000"/>
              <a:gd name="connsiteX313" fmla="*/ 5079508 w 7467600"/>
              <a:gd name="connsiteY313" fmla="*/ 6749074 h 6858000"/>
              <a:gd name="connsiteX314" fmla="*/ 5371846 w 7467600"/>
              <a:gd name="connsiteY314" fmla="*/ 5924413 h 6858000"/>
              <a:gd name="connsiteX315" fmla="*/ 5270512 w 7467600"/>
              <a:gd name="connsiteY315" fmla="*/ 6138975 h 6858000"/>
              <a:gd name="connsiteX316" fmla="*/ 5062409 w 7467600"/>
              <a:gd name="connsiteY316" fmla="*/ 6653544 h 6858000"/>
              <a:gd name="connsiteX317" fmla="*/ 5036628 w 7467600"/>
              <a:gd name="connsiteY317" fmla="*/ 6754247 h 6858000"/>
              <a:gd name="connsiteX318" fmla="*/ 5009112 w 7467600"/>
              <a:gd name="connsiteY318" fmla="*/ 6858000 h 6858000"/>
              <a:gd name="connsiteX319" fmla="*/ 4976679 w 7467600"/>
              <a:gd name="connsiteY319" fmla="*/ 6858000 h 6858000"/>
              <a:gd name="connsiteX320" fmla="*/ 5006537 w 7467600"/>
              <a:gd name="connsiteY320" fmla="*/ 6747068 h 6858000"/>
              <a:gd name="connsiteX321" fmla="*/ 5032723 w 7467600"/>
              <a:gd name="connsiteY321" fmla="*/ 6644957 h 6858000"/>
              <a:gd name="connsiteX322" fmla="*/ 5242949 w 7467600"/>
              <a:gd name="connsiteY322" fmla="*/ 6125175 h 6858000"/>
              <a:gd name="connsiteX323" fmla="*/ 5286321 w 7467600"/>
              <a:gd name="connsiteY323" fmla="*/ 6033555 h 6858000"/>
              <a:gd name="connsiteX324" fmla="*/ 5008210 w 7467600"/>
              <a:gd name="connsiteY324" fmla="*/ 6649194 h 6858000"/>
              <a:gd name="connsiteX325" fmla="*/ 4986321 w 7467600"/>
              <a:gd name="connsiteY325" fmla="*/ 6765687 h 6858000"/>
              <a:gd name="connsiteX326" fmla="*/ 4973474 w 7467600"/>
              <a:gd name="connsiteY326" fmla="*/ 6858000 h 6858000"/>
              <a:gd name="connsiteX327" fmla="*/ 4907178 w 7467600"/>
              <a:gd name="connsiteY327" fmla="*/ 6858000 h 6858000"/>
              <a:gd name="connsiteX328" fmla="*/ 4910810 w 7467600"/>
              <a:gd name="connsiteY328" fmla="*/ 6829660 h 6858000"/>
              <a:gd name="connsiteX329" fmla="*/ 4987461 w 7467600"/>
              <a:gd name="connsiteY329" fmla="*/ 6432994 h 6858000"/>
              <a:gd name="connsiteX330" fmla="*/ 5179262 w 7467600"/>
              <a:gd name="connsiteY330" fmla="*/ 6035044 h 6858000"/>
              <a:gd name="connsiteX331" fmla="*/ 4689678 w 7467600"/>
              <a:gd name="connsiteY331" fmla="*/ 6440241 h 6858000"/>
              <a:gd name="connsiteX332" fmla="*/ 4477543 w 7467600"/>
              <a:gd name="connsiteY332" fmla="*/ 6674836 h 6858000"/>
              <a:gd name="connsiteX333" fmla="*/ 4329957 w 7467600"/>
              <a:gd name="connsiteY333" fmla="*/ 6858000 h 6858000"/>
              <a:gd name="connsiteX334" fmla="*/ 4218595 w 7467600"/>
              <a:gd name="connsiteY334" fmla="*/ 6858000 h 6858000"/>
              <a:gd name="connsiteX335" fmla="*/ 4368888 w 7467600"/>
              <a:gd name="connsiteY335" fmla="*/ 6668412 h 6858000"/>
              <a:gd name="connsiteX336" fmla="*/ 4563091 w 7467600"/>
              <a:gd name="connsiteY336" fmla="*/ 6442508 h 6858000"/>
              <a:gd name="connsiteX337" fmla="*/ 5387324 w 7467600"/>
              <a:gd name="connsiteY337" fmla="*/ 5705830 h 6858000"/>
              <a:gd name="connsiteX338" fmla="*/ 5073620 w 7467600"/>
              <a:gd name="connsiteY338" fmla="*/ 5955437 h 6858000"/>
              <a:gd name="connsiteX339" fmla="*/ 4689789 w 7467600"/>
              <a:gd name="connsiteY339" fmla="*/ 6268382 h 6858000"/>
              <a:gd name="connsiteX340" fmla="*/ 4418722 w 7467600"/>
              <a:gd name="connsiteY340" fmla="*/ 6570886 h 6858000"/>
              <a:gd name="connsiteX341" fmla="*/ 4214944 w 7467600"/>
              <a:gd name="connsiteY341" fmla="*/ 6858000 h 6858000"/>
              <a:gd name="connsiteX342" fmla="*/ 4177898 w 7467600"/>
              <a:gd name="connsiteY342" fmla="*/ 6858000 h 6858000"/>
              <a:gd name="connsiteX343" fmla="*/ 4391597 w 7467600"/>
              <a:gd name="connsiteY343" fmla="*/ 6556370 h 6858000"/>
              <a:gd name="connsiteX344" fmla="*/ 4668889 w 7467600"/>
              <a:gd name="connsiteY344" fmla="*/ 6246399 h 6858000"/>
              <a:gd name="connsiteX345" fmla="*/ 5055427 w 7467600"/>
              <a:gd name="connsiteY345" fmla="*/ 5931476 h 6858000"/>
              <a:gd name="connsiteX346" fmla="*/ 5371814 w 7467600"/>
              <a:gd name="connsiteY346" fmla="*/ 5678975 h 6858000"/>
              <a:gd name="connsiteX347" fmla="*/ 4987918 w 7467600"/>
              <a:gd name="connsiteY347" fmla="*/ 5838701 h 6858000"/>
              <a:gd name="connsiteX348" fmla="*/ 4317146 w 7467600"/>
              <a:gd name="connsiteY348" fmla="*/ 6587716 h 6858000"/>
              <a:gd name="connsiteX349" fmla="*/ 4171627 w 7467600"/>
              <a:gd name="connsiteY349" fmla="*/ 6858000 h 6858000"/>
              <a:gd name="connsiteX350" fmla="*/ 4081585 w 7467600"/>
              <a:gd name="connsiteY350" fmla="*/ 6858000 h 6858000"/>
              <a:gd name="connsiteX351" fmla="*/ 4238603 w 7467600"/>
              <a:gd name="connsiteY351" fmla="*/ 6559341 h 6858000"/>
              <a:gd name="connsiteX352" fmla="*/ 4778333 w 7467600"/>
              <a:gd name="connsiteY352" fmla="*/ 5873626 h 6858000"/>
              <a:gd name="connsiteX353" fmla="*/ 5414185 w 7467600"/>
              <a:gd name="connsiteY353" fmla="*/ 5573882 h 6858000"/>
              <a:gd name="connsiteX354" fmla="*/ 5959648 w 7467600"/>
              <a:gd name="connsiteY354" fmla="*/ 4760797 h 6858000"/>
              <a:gd name="connsiteX355" fmla="*/ 5355019 w 7467600"/>
              <a:gd name="connsiteY355" fmla="*/ 4734672 h 6858000"/>
              <a:gd name="connsiteX356" fmla="*/ 5083565 w 7467600"/>
              <a:gd name="connsiteY356" fmla="*/ 5179121 h 6858000"/>
              <a:gd name="connsiteX357" fmla="*/ 4713577 w 7467600"/>
              <a:gd name="connsiteY357" fmla="*/ 5616803 h 6858000"/>
              <a:gd name="connsiteX358" fmla="*/ 3989559 w 7467600"/>
              <a:gd name="connsiteY358" fmla="*/ 6145945 h 6858000"/>
              <a:gd name="connsiteX359" fmla="*/ 3939824 w 7467600"/>
              <a:gd name="connsiteY359" fmla="*/ 6066900 h 6858000"/>
              <a:gd name="connsiteX360" fmla="*/ 4584537 w 7467600"/>
              <a:gd name="connsiteY360" fmla="*/ 5324826 h 6858000"/>
              <a:gd name="connsiteX361" fmla="*/ 5037105 w 7467600"/>
              <a:gd name="connsiteY361" fmla="*/ 5088765 h 6858000"/>
              <a:gd name="connsiteX362" fmla="*/ 5039930 w 7467600"/>
              <a:gd name="connsiteY362" fmla="*/ 5089585 h 6858000"/>
              <a:gd name="connsiteX363" fmla="*/ 5263764 w 7467600"/>
              <a:gd name="connsiteY363" fmla="*/ 4735525 h 6858000"/>
              <a:gd name="connsiteX364" fmla="*/ 4086300 w 7467600"/>
              <a:gd name="connsiteY364" fmla="*/ 4884599 h 6858000"/>
              <a:gd name="connsiteX365" fmla="*/ 4085485 w 7467600"/>
              <a:gd name="connsiteY365" fmla="*/ 4899070 h 6858000"/>
              <a:gd name="connsiteX366" fmla="*/ 3871915 w 7467600"/>
              <a:gd name="connsiteY366" fmla="*/ 5253645 h 6858000"/>
              <a:gd name="connsiteX367" fmla="*/ 3799374 w 7467600"/>
              <a:gd name="connsiteY367" fmla="*/ 5466127 h 6858000"/>
              <a:gd name="connsiteX368" fmla="*/ 3498850 w 7467600"/>
              <a:gd name="connsiteY368" fmla="*/ 6661888 h 6858000"/>
              <a:gd name="connsiteX369" fmla="*/ 3399216 w 7467600"/>
              <a:gd name="connsiteY369" fmla="*/ 6858000 h 6858000"/>
              <a:gd name="connsiteX370" fmla="*/ 3303688 w 7467600"/>
              <a:gd name="connsiteY370" fmla="*/ 6858000 h 6858000"/>
              <a:gd name="connsiteX371" fmla="*/ 3391774 w 7467600"/>
              <a:gd name="connsiteY371" fmla="*/ 6697181 h 6858000"/>
              <a:gd name="connsiteX372" fmla="*/ 3735540 w 7467600"/>
              <a:gd name="connsiteY372" fmla="*/ 5546923 h 6858000"/>
              <a:gd name="connsiteX373" fmla="*/ 3729438 w 7467600"/>
              <a:gd name="connsiteY373" fmla="*/ 5569058 h 6858000"/>
              <a:gd name="connsiteX374" fmla="*/ 3707782 w 7467600"/>
              <a:gd name="connsiteY374" fmla="*/ 5644908 h 6858000"/>
              <a:gd name="connsiteX375" fmla="*/ 3583827 w 7467600"/>
              <a:gd name="connsiteY375" fmla="*/ 6039215 h 6858000"/>
              <a:gd name="connsiteX376" fmla="*/ 3547861 w 7467600"/>
              <a:gd name="connsiteY376" fmla="*/ 6129609 h 6858000"/>
              <a:gd name="connsiteX377" fmla="*/ 3490905 w 7467600"/>
              <a:gd name="connsiteY377" fmla="*/ 6277660 h 6858000"/>
              <a:gd name="connsiteX378" fmla="*/ 3455859 w 7467600"/>
              <a:gd name="connsiteY378" fmla="*/ 6391301 h 6858000"/>
              <a:gd name="connsiteX379" fmla="*/ 3429112 w 7467600"/>
              <a:gd name="connsiteY379" fmla="*/ 6479469 h 6858000"/>
              <a:gd name="connsiteX380" fmla="*/ 3304862 w 7467600"/>
              <a:gd name="connsiteY380" fmla="*/ 6796476 h 6858000"/>
              <a:gd name="connsiteX381" fmla="*/ 3276071 w 7467600"/>
              <a:gd name="connsiteY381" fmla="*/ 6858000 h 6858000"/>
              <a:gd name="connsiteX382" fmla="*/ 3240805 w 7467600"/>
              <a:gd name="connsiteY382" fmla="*/ 6858000 h 6858000"/>
              <a:gd name="connsiteX383" fmla="*/ 3275917 w 7467600"/>
              <a:gd name="connsiteY383" fmla="*/ 6783192 h 6858000"/>
              <a:gd name="connsiteX384" fmla="*/ 3399358 w 7467600"/>
              <a:gd name="connsiteY384" fmla="*/ 6469011 h 6858000"/>
              <a:gd name="connsiteX385" fmla="*/ 3425650 w 7467600"/>
              <a:gd name="connsiteY385" fmla="*/ 6381333 h 6858000"/>
              <a:gd name="connsiteX386" fmla="*/ 3460661 w 7467600"/>
              <a:gd name="connsiteY386" fmla="*/ 6266763 h 6858000"/>
              <a:gd name="connsiteX387" fmla="*/ 3518021 w 7467600"/>
              <a:gd name="connsiteY387" fmla="*/ 6117298 h 6858000"/>
              <a:gd name="connsiteX388" fmla="*/ 3554035 w 7467600"/>
              <a:gd name="connsiteY388" fmla="*/ 6027832 h 6858000"/>
              <a:gd name="connsiteX389" fmla="*/ 3677174 w 7467600"/>
              <a:gd name="connsiteY389" fmla="*/ 5636351 h 6858000"/>
              <a:gd name="connsiteX390" fmla="*/ 3698819 w 7467600"/>
              <a:gd name="connsiteY390" fmla="*/ 5560503 h 6858000"/>
              <a:gd name="connsiteX391" fmla="*/ 3702094 w 7467600"/>
              <a:gd name="connsiteY391" fmla="*/ 5549194 h 6858000"/>
              <a:gd name="connsiteX392" fmla="*/ 3398355 w 7467600"/>
              <a:gd name="connsiteY392" fmla="*/ 6094603 h 6858000"/>
              <a:gd name="connsiteX393" fmla="*/ 3193941 w 7467600"/>
              <a:gd name="connsiteY393" fmla="*/ 6798775 h 6858000"/>
              <a:gd name="connsiteX394" fmla="*/ 3184140 w 7467600"/>
              <a:gd name="connsiteY394" fmla="*/ 6858000 h 6858000"/>
              <a:gd name="connsiteX395" fmla="*/ 3099978 w 7467600"/>
              <a:gd name="connsiteY395" fmla="*/ 6858000 h 6858000"/>
              <a:gd name="connsiteX396" fmla="*/ 3101556 w 7467600"/>
              <a:gd name="connsiteY396" fmla="*/ 6843337 h 6858000"/>
              <a:gd name="connsiteX397" fmla="*/ 3370162 w 7467600"/>
              <a:gd name="connsiteY397" fmla="*/ 5785550 h 6858000"/>
              <a:gd name="connsiteX398" fmla="*/ 3746477 w 7467600"/>
              <a:gd name="connsiteY398" fmla="*/ 5377889 h 6858000"/>
              <a:gd name="connsiteX399" fmla="*/ 3863399 w 7467600"/>
              <a:gd name="connsiteY399" fmla="*/ 5087257 h 6858000"/>
              <a:gd name="connsiteX400" fmla="*/ 3968712 w 7467600"/>
              <a:gd name="connsiteY400" fmla="*/ 4913989 h 6858000"/>
              <a:gd name="connsiteX401" fmla="*/ 2792390 w 7467600"/>
              <a:gd name="connsiteY401" fmla="*/ 5382974 h 6858000"/>
              <a:gd name="connsiteX402" fmla="*/ 2714982 w 7467600"/>
              <a:gd name="connsiteY402" fmla="*/ 5427051 h 6858000"/>
              <a:gd name="connsiteX403" fmla="*/ 2813361 w 7467600"/>
              <a:gd name="connsiteY403" fmla="*/ 6023912 h 6858000"/>
              <a:gd name="connsiteX404" fmla="*/ 2688430 w 7467600"/>
              <a:gd name="connsiteY404" fmla="*/ 6801564 h 6858000"/>
              <a:gd name="connsiteX405" fmla="*/ 2629626 w 7467600"/>
              <a:gd name="connsiteY405" fmla="*/ 6763394 h 6858000"/>
              <a:gd name="connsiteX406" fmla="*/ 2565328 w 7467600"/>
              <a:gd name="connsiteY406" fmla="*/ 5516399 h 6858000"/>
              <a:gd name="connsiteX407" fmla="*/ 1922999 w 7467600"/>
              <a:gd name="connsiteY407" fmla="*/ 5980343 h 6858000"/>
              <a:gd name="connsiteX408" fmla="*/ 1950261 w 7467600"/>
              <a:gd name="connsiteY408" fmla="*/ 6405858 h 6858000"/>
              <a:gd name="connsiteX409" fmla="*/ 2365554 w 7467600"/>
              <a:gd name="connsiteY409" fmla="*/ 6759107 h 6858000"/>
              <a:gd name="connsiteX410" fmla="*/ 2424142 w 7467600"/>
              <a:gd name="connsiteY410" fmla="*/ 6858000 h 6858000"/>
              <a:gd name="connsiteX411" fmla="*/ 2395994 w 7467600"/>
              <a:gd name="connsiteY411" fmla="*/ 6858000 h 6858000"/>
              <a:gd name="connsiteX412" fmla="*/ 2392863 w 7467600"/>
              <a:gd name="connsiteY412" fmla="*/ 6852964 h 6858000"/>
              <a:gd name="connsiteX413" fmla="*/ 2017589 w 7467600"/>
              <a:gd name="connsiteY413" fmla="*/ 6493982 h 6858000"/>
              <a:gd name="connsiteX414" fmla="*/ 2147336 w 7467600"/>
              <a:gd name="connsiteY414" fmla="*/ 6594052 h 6858000"/>
              <a:gd name="connsiteX415" fmla="*/ 2207047 w 7467600"/>
              <a:gd name="connsiteY415" fmla="*/ 6654540 h 6858000"/>
              <a:gd name="connsiteX416" fmla="*/ 2299106 w 7467600"/>
              <a:gd name="connsiteY416" fmla="*/ 6778931 h 6858000"/>
              <a:gd name="connsiteX417" fmla="*/ 2314430 w 7467600"/>
              <a:gd name="connsiteY417" fmla="*/ 6801144 h 6858000"/>
              <a:gd name="connsiteX418" fmla="*/ 2352406 w 7467600"/>
              <a:gd name="connsiteY418" fmla="*/ 6858000 h 6858000"/>
              <a:gd name="connsiteX419" fmla="*/ 2314492 w 7467600"/>
              <a:gd name="connsiteY419" fmla="*/ 6858000 h 6858000"/>
              <a:gd name="connsiteX420" fmla="*/ 2288095 w 7467600"/>
              <a:gd name="connsiteY420" fmla="*/ 6818030 h 6858000"/>
              <a:gd name="connsiteX421" fmla="*/ 2272768 w 7467600"/>
              <a:gd name="connsiteY421" fmla="*/ 6795822 h 6858000"/>
              <a:gd name="connsiteX422" fmla="*/ 2182715 w 7467600"/>
              <a:gd name="connsiteY422" fmla="*/ 6675071 h 6858000"/>
              <a:gd name="connsiteX423" fmla="*/ 2032061 w 7467600"/>
              <a:gd name="connsiteY423" fmla="*/ 6541380 h 6858000"/>
              <a:gd name="connsiteX424" fmla="*/ 2257220 w 7467600"/>
              <a:gd name="connsiteY424" fmla="*/ 6826257 h 6858000"/>
              <a:gd name="connsiteX425" fmla="*/ 2281324 w 7467600"/>
              <a:gd name="connsiteY425" fmla="*/ 6858000 h 6858000"/>
              <a:gd name="connsiteX426" fmla="*/ 2242860 w 7467600"/>
              <a:gd name="connsiteY426" fmla="*/ 6858000 h 6858000"/>
              <a:gd name="connsiteX427" fmla="*/ 2232818 w 7467600"/>
              <a:gd name="connsiteY427" fmla="*/ 6844926 h 6858000"/>
              <a:gd name="connsiteX428" fmla="*/ 1990172 w 7467600"/>
              <a:gd name="connsiteY428" fmla="*/ 6542121 h 6858000"/>
              <a:gd name="connsiteX429" fmla="*/ 2124090 w 7467600"/>
              <a:gd name="connsiteY429" fmla="*/ 6761017 h 6858000"/>
              <a:gd name="connsiteX430" fmla="*/ 2200380 w 7467600"/>
              <a:gd name="connsiteY430" fmla="*/ 6858000 h 6858000"/>
              <a:gd name="connsiteX431" fmla="*/ 2147507 w 7467600"/>
              <a:gd name="connsiteY431" fmla="*/ 6858000 h 6858000"/>
              <a:gd name="connsiteX432" fmla="*/ 2070668 w 7467600"/>
              <a:gd name="connsiteY432" fmla="*/ 6761520 h 6858000"/>
              <a:gd name="connsiteX433" fmla="*/ 1975142 w 7467600"/>
              <a:gd name="connsiteY433" fmla="*/ 6585570 h 6858000"/>
              <a:gd name="connsiteX434" fmla="*/ 2050035 w 7467600"/>
              <a:gd name="connsiteY434" fmla="*/ 6813345 h 6858000"/>
              <a:gd name="connsiteX435" fmla="*/ 2063025 w 7467600"/>
              <a:gd name="connsiteY435" fmla="*/ 6858000 h 6858000"/>
              <a:gd name="connsiteX436" fmla="*/ 2021675 w 7467600"/>
              <a:gd name="connsiteY436" fmla="*/ 6858000 h 6858000"/>
              <a:gd name="connsiteX437" fmla="*/ 2019308 w 7467600"/>
              <a:gd name="connsiteY437" fmla="*/ 6847118 h 6858000"/>
              <a:gd name="connsiteX438" fmla="*/ 1938835 w 7467600"/>
              <a:gd name="connsiteY438" fmla="*/ 6551160 h 6858000"/>
              <a:gd name="connsiteX439" fmla="*/ 1953230 w 7467600"/>
              <a:gd name="connsiteY439" fmla="*/ 6759699 h 6858000"/>
              <a:gd name="connsiteX440" fmla="*/ 1956763 w 7467600"/>
              <a:gd name="connsiteY440" fmla="*/ 6778191 h 6858000"/>
              <a:gd name="connsiteX441" fmla="*/ 1967925 w 7467600"/>
              <a:gd name="connsiteY441" fmla="*/ 6858000 h 6858000"/>
              <a:gd name="connsiteX442" fmla="*/ 1936622 w 7467600"/>
              <a:gd name="connsiteY442" fmla="*/ 6858000 h 6858000"/>
              <a:gd name="connsiteX443" fmla="*/ 1926261 w 7467600"/>
              <a:gd name="connsiteY443" fmla="*/ 6784064 h 6858000"/>
              <a:gd name="connsiteX444" fmla="*/ 1922724 w 7467600"/>
              <a:gd name="connsiteY444" fmla="*/ 6765577 h 6858000"/>
              <a:gd name="connsiteX445" fmla="*/ 1904650 w 7467600"/>
              <a:gd name="connsiteY445" fmla="*/ 6639616 h 6858000"/>
              <a:gd name="connsiteX446" fmla="*/ 1885273 w 7467600"/>
              <a:gd name="connsiteY446" fmla="*/ 6858000 h 6858000"/>
              <a:gd name="connsiteX447" fmla="*/ 1854363 w 7467600"/>
              <a:gd name="connsiteY447" fmla="*/ 6858000 h 6858000"/>
              <a:gd name="connsiteX448" fmla="*/ 1880391 w 7467600"/>
              <a:gd name="connsiteY448" fmla="*/ 6603796 h 6858000"/>
              <a:gd name="connsiteX449" fmla="*/ 1818273 w 7467600"/>
              <a:gd name="connsiteY449" fmla="*/ 6715729 h 6858000"/>
              <a:gd name="connsiteX450" fmla="*/ 1794691 w 7467600"/>
              <a:gd name="connsiteY450" fmla="*/ 6843239 h 6858000"/>
              <a:gd name="connsiteX451" fmla="*/ 1794914 w 7467600"/>
              <a:gd name="connsiteY451" fmla="*/ 6858000 h 6858000"/>
              <a:gd name="connsiteX452" fmla="*/ 1746128 w 7467600"/>
              <a:gd name="connsiteY452" fmla="*/ 6858000 h 6858000"/>
              <a:gd name="connsiteX453" fmla="*/ 1753934 w 7467600"/>
              <a:gd name="connsiteY453" fmla="*/ 6724796 h 6858000"/>
              <a:gd name="connsiteX454" fmla="*/ 1792053 w 7467600"/>
              <a:gd name="connsiteY454" fmla="*/ 6572396 h 6858000"/>
              <a:gd name="connsiteX455" fmla="*/ 1862248 w 7467600"/>
              <a:gd name="connsiteY455" fmla="*/ 6266397 h 6858000"/>
              <a:gd name="connsiteX456" fmla="*/ 1862250 w 7467600"/>
              <a:gd name="connsiteY456" fmla="*/ 6033531 h 6858000"/>
              <a:gd name="connsiteX457" fmla="*/ 1211999 w 7467600"/>
              <a:gd name="connsiteY457" fmla="*/ 6683610 h 6858000"/>
              <a:gd name="connsiteX458" fmla="*/ 1213266 w 7467600"/>
              <a:gd name="connsiteY458" fmla="*/ 6691947 h 6858000"/>
              <a:gd name="connsiteX459" fmla="*/ 1203370 w 7467600"/>
              <a:gd name="connsiteY459" fmla="*/ 6850676 h 6858000"/>
              <a:gd name="connsiteX460" fmla="*/ 1203671 w 7467600"/>
              <a:gd name="connsiteY460" fmla="*/ 6858000 h 6858000"/>
              <a:gd name="connsiteX461" fmla="*/ 1143180 w 7467600"/>
              <a:gd name="connsiteY461" fmla="*/ 6858000 h 6858000"/>
              <a:gd name="connsiteX462" fmla="*/ 1142176 w 7467600"/>
              <a:gd name="connsiteY462" fmla="*/ 6766045 h 6858000"/>
              <a:gd name="connsiteX463" fmla="*/ 1067484 w 7467600"/>
              <a:gd name="connsiteY463" fmla="*/ 6858000 h 6858000"/>
              <a:gd name="connsiteX464" fmla="*/ 953928 w 7467600"/>
              <a:gd name="connsiteY464" fmla="*/ 6858000 h 6858000"/>
              <a:gd name="connsiteX465" fmla="*/ 959715 w 7467600"/>
              <a:gd name="connsiteY465" fmla="*/ 6850185 h 6858000"/>
              <a:gd name="connsiteX466" fmla="*/ 1483788 w 7467600"/>
              <a:gd name="connsiteY466" fmla="*/ 6259174 h 6858000"/>
              <a:gd name="connsiteX467" fmla="*/ 1100671 w 7467600"/>
              <a:gd name="connsiteY467" fmla="*/ 6252137 h 6858000"/>
              <a:gd name="connsiteX468" fmla="*/ 1090144 w 7467600"/>
              <a:gd name="connsiteY468" fmla="*/ 6256748 h 6858000"/>
              <a:gd name="connsiteX469" fmla="*/ 1095872 w 7467600"/>
              <a:gd name="connsiteY469" fmla="*/ 6271892 h 6858000"/>
              <a:gd name="connsiteX470" fmla="*/ 262785 w 7467600"/>
              <a:gd name="connsiteY470" fmla="*/ 6845450 h 6858000"/>
              <a:gd name="connsiteX471" fmla="*/ 209968 w 7467600"/>
              <a:gd name="connsiteY471" fmla="*/ 6770713 h 6858000"/>
              <a:gd name="connsiteX472" fmla="*/ 873460 w 7467600"/>
              <a:gd name="connsiteY472" fmla="*/ 6253768 h 6858000"/>
              <a:gd name="connsiteX473" fmla="*/ 192686 w 7467600"/>
              <a:gd name="connsiteY473" fmla="*/ 5849257 h 6858000"/>
              <a:gd name="connsiteX474" fmla="*/ 4696 w 7467600"/>
              <a:gd name="connsiteY474" fmla="*/ 5697668 h 6858000"/>
              <a:gd name="connsiteX475" fmla="*/ 0 w 7467600"/>
              <a:gd name="connsiteY475" fmla="*/ 5689984 h 6858000"/>
              <a:gd name="connsiteX476" fmla="*/ 0 w 7467600"/>
              <a:gd name="connsiteY476" fmla="*/ 5513472 h 6858000"/>
              <a:gd name="connsiteX477" fmla="*/ 174101 w 7467600"/>
              <a:gd name="connsiteY477" fmla="*/ 5620277 h 6858000"/>
              <a:gd name="connsiteX478" fmla="*/ 891800 w 7467600"/>
              <a:gd name="connsiteY478" fmla="*/ 6036935 h 6858000"/>
              <a:gd name="connsiteX479" fmla="*/ 1072219 w 7467600"/>
              <a:gd name="connsiteY479" fmla="*/ 6169443 h 6858000"/>
              <a:gd name="connsiteX480" fmla="*/ 1074117 w 7467600"/>
              <a:gd name="connsiteY480" fmla="*/ 6170301 h 6858000"/>
              <a:gd name="connsiteX481" fmla="*/ 1083114 w 7467600"/>
              <a:gd name="connsiteY481" fmla="*/ 6174131 h 6858000"/>
              <a:gd name="connsiteX482" fmla="*/ 1543010 w 7467600"/>
              <a:gd name="connsiteY482" fmla="*/ 6191140 h 6858000"/>
              <a:gd name="connsiteX483" fmla="*/ 1551080 w 7467600"/>
              <a:gd name="connsiteY483" fmla="*/ 6195006 h 6858000"/>
              <a:gd name="connsiteX484" fmla="*/ 2345443 w 7467600"/>
              <a:gd name="connsiteY484" fmla="*/ 5549882 h 6858000"/>
              <a:gd name="connsiteX485" fmla="*/ 1721499 w 7467600"/>
              <a:gd name="connsiteY485" fmla="*/ 5599969 h 6858000"/>
              <a:gd name="connsiteX486" fmla="*/ 767716 w 7467600"/>
              <a:gd name="connsiteY486" fmla="*/ 5472768 h 6858000"/>
              <a:gd name="connsiteX487" fmla="*/ 722147 w 7467600"/>
              <a:gd name="connsiteY487" fmla="*/ 5393091 h 6858000"/>
              <a:gd name="connsiteX488" fmla="*/ 1485552 w 7467600"/>
              <a:gd name="connsiteY488" fmla="*/ 5313202 h 6858000"/>
              <a:gd name="connsiteX489" fmla="*/ 2143004 w 7467600"/>
              <a:gd name="connsiteY489" fmla="*/ 5402420 h 6858000"/>
              <a:gd name="connsiteX490" fmla="*/ 1933391 w 7467600"/>
              <a:gd name="connsiteY490" fmla="*/ 5156971 h 6858000"/>
              <a:gd name="connsiteX491" fmla="*/ 1827118 w 7467600"/>
              <a:gd name="connsiteY491" fmla="*/ 4968410 h 6858000"/>
              <a:gd name="connsiteX492" fmla="*/ 1837349 w 7467600"/>
              <a:gd name="connsiteY492" fmla="*/ 4956357 h 6858000"/>
              <a:gd name="connsiteX493" fmla="*/ 2162835 w 7467600"/>
              <a:gd name="connsiteY493" fmla="*/ 5187853 h 6858000"/>
              <a:gd name="connsiteX494" fmla="*/ 2257167 w 7467600"/>
              <a:gd name="connsiteY494" fmla="*/ 5462123 h 6858000"/>
              <a:gd name="connsiteX495" fmla="*/ 2261598 w 7467600"/>
              <a:gd name="connsiteY495" fmla="*/ 5467998 h 6858000"/>
              <a:gd name="connsiteX496" fmla="*/ 2437177 w 7467600"/>
              <a:gd name="connsiteY496" fmla="*/ 5479608 h 6858000"/>
              <a:gd name="connsiteX497" fmla="*/ 2445247 w 7467600"/>
              <a:gd name="connsiteY497" fmla="*/ 5483476 h 6858000"/>
              <a:gd name="connsiteX498" fmla="*/ 2743626 w 7467600"/>
              <a:gd name="connsiteY498" fmla="*/ 5304819 h 6858000"/>
              <a:gd name="connsiteX499" fmla="*/ 3048102 w 7467600"/>
              <a:gd name="connsiteY499" fmla="*/ 5150595 h 6858000"/>
              <a:gd name="connsiteX500" fmla="*/ 1799414 w 7467600"/>
              <a:gd name="connsiteY500" fmla="*/ 4694732 h 6858000"/>
              <a:gd name="connsiteX501" fmla="*/ 1771735 w 7467600"/>
              <a:gd name="connsiteY501" fmla="*/ 4619929 h 6858000"/>
              <a:gd name="connsiteX502" fmla="*/ 3104273 w 7467600"/>
              <a:gd name="connsiteY502" fmla="*/ 5076159 h 6858000"/>
              <a:gd name="connsiteX503" fmla="*/ 3113245 w 7467600"/>
              <a:gd name="connsiteY503" fmla="*/ 5090705 h 6858000"/>
              <a:gd name="connsiteX504" fmla="*/ 3126294 w 7467600"/>
              <a:gd name="connsiteY504" fmla="*/ 5114400 h 6858000"/>
              <a:gd name="connsiteX505" fmla="*/ 3937433 w 7467600"/>
              <a:gd name="connsiteY505" fmla="*/ 4830473 h 6858000"/>
              <a:gd name="connsiteX506" fmla="*/ 3590475 w 7467600"/>
              <a:gd name="connsiteY506" fmla="*/ 4597974 h 6858000"/>
              <a:gd name="connsiteX507" fmla="*/ 3100264 w 7467600"/>
              <a:gd name="connsiteY507" fmla="*/ 4579845 h 6858000"/>
              <a:gd name="connsiteX508" fmla="*/ 2183576 w 7467600"/>
              <a:gd name="connsiteY508" fmla="*/ 4227150 h 6858000"/>
              <a:gd name="connsiteX509" fmla="*/ 2151029 w 7467600"/>
              <a:gd name="connsiteY509" fmla="*/ 4146947 h 6858000"/>
              <a:gd name="connsiteX510" fmla="*/ 3563434 w 7467600"/>
              <a:gd name="connsiteY510" fmla="*/ 4469115 h 6858000"/>
              <a:gd name="connsiteX511" fmla="*/ 3177952 w 7467600"/>
              <a:gd name="connsiteY511" fmla="*/ 3657386 h 6858000"/>
              <a:gd name="connsiteX512" fmla="*/ 3189263 w 7467600"/>
              <a:gd name="connsiteY512" fmla="*/ 3625726 h 6858000"/>
              <a:gd name="connsiteX513" fmla="*/ 3560912 w 7467600"/>
              <a:gd name="connsiteY513" fmla="*/ 4079863 h 6858000"/>
              <a:gd name="connsiteX514" fmla="*/ 3626636 w 7467600"/>
              <a:gd name="connsiteY514" fmla="*/ 4512230 h 6858000"/>
              <a:gd name="connsiteX515" fmla="*/ 3653088 w 7467600"/>
              <a:gd name="connsiteY515" fmla="*/ 4521417 h 6858000"/>
              <a:gd name="connsiteX516" fmla="*/ 3988128 w 7467600"/>
              <a:gd name="connsiteY516" fmla="*/ 4817267 h 6858000"/>
              <a:gd name="connsiteX517" fmla="*/ 4830582 w 7467600"/>
              <a:gd name="connsiteY517" fmla="*/ 4676000 h 6858000"/>
              <a:gd name="connsiteX518" fmla="*/ 4830100 w 7467600"/>
              <a:gd name="connsiteY518" fmla="*/ 4675554 h 6858000"/>
              <a:gd name="connsiteX519" fmla="*/ 4036318 w 7467600"/>
              <a:gd name="connsiteY519" fmla="*/ 4147013 h 6858000"/>
              <a:gd name="connsiteX520" fmla="*/ 3432098 w 7467600"/>
              <a:gd name="connsiteY520" fmla="*/ 3537312 h 6858000"/>
              <a:gd name="connsiteX521" fmla="*/ 3446761 w 7467600"/>
              <a:gd name="connsiteY521" fmla="*/ 3461278 h 6858000"/>
              <a:gd name="connsiteX522" fmla="*/ 4419733 w 7467600"/>
              <a:gd name="connsiteY522" fmla="*/ 3963555 h 6858000"/>
              <a:gd name="connsiteX523" fmla="*/ 4781371 w 7467600"/>
              <a:gd name="connsiteY523" fmla="*/ 4458604 h 6858000"/>
              <a:gd name="connsiteX524" fmla="*/ 4780440 w 7467600"/>
              <a:gd name="connsiteY524" fmla="*/ 4470290 h 6858000"/>
              <a:gd name="connsiteX525" fmla="*/ 4898954 w 7467600"/>
              <a:gd name="connsiteY525" fmla="*/ 4662092 h 6858000"/>
              <a:gd name="connsiteX526" fmla="*/ 4900699 w 7467600"/>
              <a:gd name="connsiteY526" fmla="*/ 4670867 h 6858000"/>
              <a:gd name="connsiteX527" fmla="*/ 5714511 w 7467600"/>
              <a:gd name="connsiteY527" fmla="*/ 4663483 h 6858000"/>
              <a:gd name="connsiteX528" fmla="*/ 5464793 w 7467600"/>
              <a:gd name="connsiteY528" fmla="*/ 4393556 h 6858000"/>
              <a:gd name="connsiteX529" fmla="*/ 5461897 w 7467600"/>
              <a:gd name="connsiteY529" fmla="*/ 4390879 h 6858000"/>
              <a:gd name="connsiteX530" fmla="*/ 4294126 w 7467600"/>
              <a:gd name="connsiteY530" fmla="*/ 3303048 h 6858000"/>
              <a:gd name="connsiteX531" fmla="*/ 4305321 w 7467600"/>
              <a:gd name="connsiteY531" fmla="*/ 3256953 h 6858000"/>
              <a:gd name="connsiteX532" fmla="*/ 4949299 w 7467600"/>
              <a:gd name="connsiteY532" fmla="*/ 3766336 h 6858000"/>
              <a:gd name="connsiteX533" fmla="*/ 5291452 w 7467600"/>
              <a:gd name="connsiteY533" fmla="*/ 4076801 h 6858000"/>
              <a:gd name="connsiteX534" fmla="*/ 5434998 w 7467600"/>
              <a:gd name="connsiteY534" fmla="*/ 4254100 h 6858000"/>
              <a:gd name="connsiteX535" fmla="*/ 5351015 w 7467600"/>
              <a:gd name="connsiteY535" fmla="*/ 3760989 h 6858000"/>
              <a:gd name="connsiteX536" fmla="*/ 5413780 w 7467600"/>
              <a:gd name="connsiteY536" fmla="*/ 2966265 h 6858000"/>
              <a:gd name="connsiteX537" fmla="*/ 5425627 w 7467600"/>
              <a:gd name="connsiteY537" fmla="*/ 2954192 h 6858000"/>
              <a:gd name="connsiteX538" fmla="*/ 6604735 w 7467600"/>
              <a:gd name="connsiteY538" fmla="*/ 2041381 h 6858000"/>
              <a:gd name="connsiteX539" fmla="*/ 7204487 w 7467600"/>
              <a:gd name="connsiteY539" fmla="*/ 2742112 h 6858000"/>
              <a:gd name="connsiteX540" fmla="*/ 7131592 w 7467600"/>
              <a:gd name="connsiteY540" fmla="*/ 2672096 h 6858000"/>
              <a:gd name="connsiteX541" fmla="*/ 6996344 w 7467600"/>
              <a:gd name="connsiteY541" fmla="*/ 2518310 h 6858000"/>
              <a:gd name="connsiteX542" fmla="*/ 6735495 w 7467600"/>
              <a:gd name="connsiteY542" fmla="*/ 2196890 h 6858000"/>
              <a:gd name="connsiteX543" fmla="*/ 6721901 w 7467600"/>
              <a:gd name="connsiteY543" fmla="*/ 2179274 h 6858000"/>
              <a:gd name="connsiteX544" fmla="*/ 6604735 w 7467600"/>
              <a:gd name="connsiteY544" fmla="*/ 2041381 h 6858000"/>
              <a:gd name="connsiteX545" fmla="*/ 6591670 w 7467600"/>
              <a:gd name="connsiteY545" fmla="*/ 1988277 h 6858000"/>
              <a:gd name="connsiteX546" fmla="*/ 6747349 w 7467600"/>
              <a:gd name="connsiteY546" fmla="*/ 2160069 h 6858000"/>
              <a:gd name="connsiteX547" fmla="*/ 6760943 w 7467600"/>
              <a:gd name="connsiteY547" fmla="*/ 2177686 h 6858000"/>
              <a:gd name="connsiteX548" fmla="*/ 7021065 w 7467600"/>
              <a:gd name="connsiteY548" fmla="*/ 2498102 h 6858000"/>
              <a:gd name="connsiteX549" fmla="*/ 7155223 w 7467600"/>
              <a:gd name="connsiteY549" fmla="*/ 2650386 h 6858000"/>
              <a:gd name="connsiteX550" fmla="*/ 7203167 w 7467600"/>
              <a:gd name="connsiteY550" fmla="*/ 2697288 h 6858000"/>
              <a:gd name="connsiteX551" fmla="*/ 6937703 w 7467600"/>
              <a:gd name="connsiteY551" fmla="*/ 2321981 h 6858000"/>
              <a:gd name="connsiteX552" fmla="*/ 6591670 w 7467600"/>
              <a:gd name="connsiteY552" fmla="*/ 1988277 h 6858000"/>
              <a:gd name="connsiteX553" fmla="*/ 5798671 w 7467600"/>
              <a:gd name="connsiteY553" fmla="*/ 1981601 h 6858000"/>
              <a:gd name="connsiteX554" fmla="*/ 5754709 w 7467600"/>
              <a:gd name="connsiteY554" fmla="*/ 2071454 h 6858000"/>
              <a:gd name="connsiteX555" fmla="*/ 5763044 w 7467600"/>
              <a:gd name="connsiteY555" fmla="*/ 2842206 h 6858000"/>
              <a:gd name="connsiteX556" fmla="*/ 5764974 w 7467600"/>
              <a:gd name="connsiteY556" fmla="*/ 2799609 h 6858000"/>
              <a:gd name="connsiteX557" fmla="*/ 5767665 w 7467600"/>
              <a:gd name="connsiteY557" fmla="*/ 2666409 h 6858000"/>
              <a:gd name="connsiteX558" fmla="*/ 5763055 w 7467600"/>
              <a:gd name="connsiteY558" fmla="*/ 2579705 h 6858000"/>
              <a:gd name="connsiteX559" fmla="*/ 5758079 w 7467600"/>
              <a:gd name="connsiteY559" fmla="*/ 2492508 h 6858000"/>
              <a:gd name="connsiteX560" fmla="*/ 5779325 w 7467600"/>
              <a:gd name="connsiteY560" fmla="*/ 2197069 h 6858000"/>
              <a:gd name="connsiteX561" fmla="*/ 5798671 w 7467600"/>
              <a:gd name="connsiteY561" fmla="*/ 1981601 h 6858000"/>
              <a:gd name="connsiteX562" fmla="*/ 5829202 w 7467600"/>
              <a:gd name="connsiteY562" fmla="*/ 1971679 h 6858000"/>
              <a:gd name="connsiteX563" fmla="*/ 5809558 w 7467600"/>
              <a:gd name="connsiteY563" fmla="*/ 2198043 h 6858000"/>
              <a:gd name="connsiteX564" fmla="*/ 5788653 w 7467600"/>
              <a:gd name="connsiteY564" fmla="*/ 2489430 h 6858000"/>
              <a:gd name="connsiteX565" fmla="*/ 5793439 w 7467600"/>
              <a:gd name="connsiteY565" fmla="*/ 2575235 h 6858000"/>
              <a:gd name="connsiteX566" fmla="*/ 5796837 w 7467600"/>
              <a:gd name="connsiteY566" fmla="*/ 2637633 h 6858000"/>
              <a:gd name="connsiteX567" fmla="*/ 5818614 w 7467600"/>
              <a:gd name="connsiteY567" fmla="*/ 2473055 h 6858000"/>
              <a:gd name="connsiteX568" fmla="*/ 5829202 w 7467600"/>
              <a:gd name="connsiteY568" fmla="*/ 1971679 h 6858000"/>
              <a:gd name="connsiteX569" fmla="*/ 5911389 w 7467600"/>
              <a:gd name="connsiteY569" fmla="*/ 1898371 h 6858000"/>
              <a:gd name="connsiteX570" fmla="*/ 6237627 w 7467600"/>
              <a:gd name="connsiteY570" fmla="*/ 2231921 h 6858000"/>
              <a:gd name="connsiteX571" fmla="*/ 5911389 w 7467600"/>
              <a:gd name="connsiteY571" fmla="*/ 1898371 h 6858000"/>
              <a:gd name="connsiteX572" fmla="*/ 6944437 w 7467600"/>
              <a:gd name="connsiteY572" fmla="*/ 1575402 h 6858000"/>
              <a:gd name="connsiteX573" fmla="*/ 6304730 w 7467600"/>
              <a:gd name="connsiteY573" fmla="*/ 1766654 h 6858000"/>
              <a:gd name="connsiteX574" fmla="*/ 6944437 w 7467600"/>
              <a:gd name="connsiteY574" fmla="*/ 1575402 h 6858000"/>
              <a:gd name="connsiteX575" fmla="*/ 7019523 w 7467600"/>
              <a:gd name="connsiteY575" fmla="*/ 1519450 h 6858000"/>
              <a:gd name="connsiteX576" fmla="*/ 6298091 w 7467600"/>
              <a:gd name="connsiteY576" fmla="*/ 1737122 h 6858000"/>
              <a:gd name="connsiteX577" fmla="*/ 7019523 w 7467600"/>
              <a:gd name="connsiteY577" fmla="*/ 1519450 h 6858000"/>
              <a:gd name="connsiteX578" fmla="*/ 2399523 w 7467600"/>
              <a:gd name="connsiteY578" fmla="*/ 1428234 h 6858000"/>
              <a:gd name="connsiteX579" fmla="*/ 2224982 w 7467600"/>
              <a:gd name="connsiteY579" fmla="*/ 1826201 h 6858000"/>
              <a:gd name="connsiteX580" fmla="*/ 2096099 w 7467600"/>
              <a:gd name="connsiteY580" fmla="*/ 2345900 h 6858000"/>
              <a:gd name="connsiteX581" fmla="*/ 2283317 w 7467600"/>
              <a:gd name="connsiteY581" fmla="*/ 1796925 h 6858000"/>
              <a:gd name="connsiteX582" fmla="*/ 2399523 w 7467600"/>
              <a:gd name="connsiteY582" fmla="*/ 1428234 h 6858000"/>
              <a:gd name="connsiteX583" fmla="*/ 2448558 w 7467600"/>
              <a:gd name="connsiteY583" fmla="*/ 1373435 h 6858000"/>
              <a:gd name="connsiteX584" fmla="*/ 2312521 w 7467600"/>
              <a:gd name="connsiteY584" fmla="*/ 1806140 h 6858000"/>
              <a:gd name="connsiteX585" fmla="*/ 2127533 w 7467600"/>
              <a:gd name="connsiteY585" fmla="*/ 2348380 h 6858000"/>
              <a:gd name="connsiteX586" fmla="*/ 2358080 w 7467600"/>
              <a:gd name="connsiteY586" fmla="*/ 1866134 h 6858000"/>
              <a:gd name="connsiteX587" fmla="*/ 2407436 w 7467600"/>
              <a:gd name="connsiteY587" fmla="*/ 1651070 h 6858000"/>
              <a:gd name="connsiteX588" fmla="*/ 2448558 w 7467600"/>
              <a:gd name="connsiteY588" fmla="*/ 1373435 h 6858000"/>
              <a:gd name="connsiteX589" fmla="*/ 278707 w 7467600"/>
              <a:gd name="connsiteY589" fmla="*/ 1352270 h 6858000"/>
              <a:gd name="connsiteX590" fmla="*/ 321570 w 7467600"/>
              <a:gd name="connsiteY590" fmla="*/ 1861610 h 6858000"/>
              <a:gd name="connsiteX591" fmla="*/ 294281 w 7467600"/>
              <a:gd name="connsiteY591" fmla="*/ 1440658 h 6858000"/>
              <a:gd name="connsiteX592" fmla="*/ 278707 w 7467600"/>
              <a:gd name="connsiteY592" fmla="*/ 1352270 h 6858000"/>
              <a:gd name="connsiteX593" fmla="*/ 1423821 w 7467600"/>
              <a:gd name="connsiteY593" fmla="*/ 1351958 h 6858000"/>
              <a:gd name="connsiteX594" fmla="*/ 1638521 w 7467600"/>
              <a:gd name="connsiteY594" fmla="*/ 1908470 h 6858000"/>
              <a:gd name="connsiteX595" fmla="*/ 1754199 w 7467600"/>
              <a:gd name="connsiteY595" fmla="*/ 2149284 h 6858000"/>
              <a:gd name="connsiteX596" fmla="*/ 1908359 w 7467600"/>
              <a:gd name="connsiteY596" fmla="*/ 2364988 h 6858000"/>
              <a:gd name="connsiteX597" fmla="*/ 1647661 w 7467600"/>
              <a:gd name="connsiteY597" fmla="*/ 1825945 h 6858000"/>
              <a:gd name="connsiteX598" fmla="*/ 1423821 w 7467600"/>
              <a:gd name="connsiteY598" fmla="*/ 1351958 h 6858000"/>
              <a:gd name="connsiteX599" fmla="*/ 1431890 w 7467600"/>
              <a:gd name="connsiteY599" fmla="*/ 1306475 h 6858000"/>
              <a:gd name="connsiteX600" fmla="*/ 1507597 w 7467600"/>
              <a:gd name="connsiteY600" fmla="*/ 1446132 h 6858000"/>
              <a:gd name="connsiteX601" fmla="*/ 1674586 w 7467600"/>
              <a:gd name="connsiteY601" fmla="*/ 1813832 h 6858000"/>
              <a:gd name="connsiteX602" fmla="*/ 1815950 w 7467600"/>
              <a:gd name="connsiteY602" fmla="*/ 2128564 h 6858000"/>
              <a:gd name="connsiteX603" fmla="*/ 1984242 w 7467600"/>
              <a:gd name="connsiteY603" fmla="*/ 2430829 h 6858000"/>
              <a:gd name="connsiteX604" fmla="*/ 2014023 w 7467600"/>
              <a:gd name="connsiteY604" fmla="*/ 2450995 h 6858000"/>
              <a:gd name="connsiteX605" fmla="*/ 1747337 w 7467600"/>
              <a:gd name="connsiteY605" fmla="*/ 1855264 h 6858000"/>
              <a:gd name="connsiteX606" fmla="*/ 1533749 w 7467600"/>
              <a:gd name="connsiteY606" fmla="*/ 1478656 h 6858000"/>
              <a:gd name="connsiteX607" fmla="*/ 1431890 w 7467600"/>
              <a:gd name="connsiteY607" fmla="*/ 1306475 h 6858000"/>
              <a:gd name="connsiteX608" fmla="*/ 5052692 w 7467600"/>
              <a:gd name="connsiteY608" fmla="*/ 1292994 h 6858000"/>
              <a:gd name="connsiteX609" fmla="*/ 5200661 w 7467600"/>
              <a:gd name="connsiteY609" fmla="*/ 1635186 h 6858000"/>
              <a:gd name="connsiteX610" fmla="*/ 5297138 w 7467600"/>
              <a:gd name="connsiteY610" fmla="*/ 1906351 h 6858000"/>
              <a:gd name="connsiteX611" fmla="*/ 5052692 w 7467600"/>
              <a:gd name="connsiteY611" fmla="*/ 1292994 h 6858000"/>
              <a:gd name="connsiteX612" fmla="*/ 5009948 w 7467600"/>
              <a:gd name="connsiteY612" fmla="*/ 1273619 h 6858000"/>
              <a:gd name="connsiteX613" fmla="*/ 5121777 w 7467600"/>
              <a:gd name="connsiteY613" fmla="*/ 1654213 h 6858000"/>
              <a:gd name="connsiteX614" fmla="*/ 5293545 w 7467600"/>
              <a:gd name="connsiteY614" fmla="*/ 2072247 h 6858000"/>
              <a:gd name="connsiteX615" fmla="*/ 5294042 w 7467600"/>
              <a:gd name="connsiteY615" fmla="*/ 2065019 h 6858000"/>
              <a:gd name="connsiteX616" fmla="*/ 5171936 w 7467600"/>
              <a:gd name="connsiteY616" fmla="*/ 1647613 h 6858000"/>
              <a:gd name="connsiteX617" fmla="*/ 5009948 w 7467600"/>
              <a:gd name="connsiteY617" fmla="*/ 1273619 h 6858000"/>
              <a:gd name="connsiteX618" fmla="*/ 655236 w 7467600"/>
              <a:gd name="connsiteY618" fmla="*/ 1268632 h 6858000"/>
              <a:gd name="connsiteX619" fmla="*/ 839521 w 7467600"/>
              <a:gd name="connsiteY619" fmla="*/ 1685315 h 6858000"/>
              <a:gd name="connsiteX620" fmla="*/ 1109416 w 7467600"/>
              <a:gd name="connsiteY620" fmla="*/ 2061663 h 6858000"/>
              <a:gd name="connsiteX621" fmla="*/ 1298300 w 7467600"/>
              <a:gd name="connsiteY621" fmla="*/ 2247742 h 6858000"/>
              <a:gd name="connsiteX622" fmla="*/ 1125871 w 7467600"/>
              <a:gd name="connsiteY622" fmla="*/ 1989513 h 6858000"/>
              <a:gd name="connsiteX623" fmla="*/ 981574 w 7467600"/>
              <a:gd name="connsiteY623" fmla="*/ 1783157 h 6858000"/>
              <a:gd name="connsiteX624" fmla="*/ 922198 w 7467600"/>
              <a:gd name="connsiteY624" fmla="*/ 1677437 h 6858000"/>
              <a:gd name="connsiteX625" fmla="*/ 869293 w 7467600"/>
              <a:gd name="connsiteY625" fmla="*/ 1583214 h 6858000"/>
              <a:gd name="connsiteX626" fmla="*/ 751431 w 7467600"/>
              <a:gd name="connsiteY626" fmla="*/ 1405731 h 6858000"/>
              <a:gd name="connsiteX627" fmla="*/ 655236 w 7467600"/>
              <a:gd name="connsiteY627" fmla="*/ 1268632 h 6858000"/>
              <a:gd name="connsiteX628" fmla="*/ 6516292 w 7467600"/>
              <a:gd name="connsiteY628" fmla="*/ 1263064 h 6858000"/>
              <a:gd name="connsiteX629" fmla="*/ 5736320 w 7467600"/>
              <a:gd name="connsiteY629" fmla="*/ 1501803 h 6858000"/>
              <a:gd name="connsiteX630" fmla="*/ 6516292 w 7467600"/>
              <a:gd name="connsiteY630" fmla="*/ 1263064 h 6858000"/>
              <a:gd name="connsiteX631" fmla="*/ 291466 w 7467600"/>
              <a:gd name="connsiteY631" fmla="*/ 1250369 h 6858000"/>
              <a:gd name="connsiteX632" fmla="*/ 323180 w 7467600"/>
              <a:gd name="connsiteY632" fmla="*/ 1435283 h 6858000"/>
              <a:gd name="connsiteX633" fmla="*/ 349381 w 7467600"/>
              <a:gd name="connsiteY633" fmla="*/ 1875041 h 6858000"/>
              <a:gd name="connsiteX634" fmla="*/ 374363 w 7467600"/>
              <a:gd name="connsiteY634" fmla="*/ 1506494 h 6858000"/>
              <a:gd name="connsiteX635" fmla="*/ 302168 w 7467600"/>
              <a:gd name="connsiteY635" fmla="*/ 1274495 h 6858000"/>
              <a:gd name="connsiteX636" fmla="*/ 291466 w 7467600"/>
              <a:gd name="connsiteY636" fmla="*/ 1250369 h 6858000"/>
              <a:gd name="connsiteX637" fmla="*/ 678222 w 7467600"/>
              <a:gd name="connsiteY637" fmla="*/ 1248670 h 6858000"/>
              <a:gd name="connsiteX638" fmla="*/ 775536 w 7467600"/>
              <a:gd name="connsiteY638" fmla="*/ 1388015 h 6858000"/>
              <a:gd name="connsiteX639" fmla="*/ 894529 w 7467600"/>
              <a:gd name="connsiteY639" fmla="*/ 1567739 h 6858000"/>
              <a:gd name="connsiteX640" fmla="*/ 948000 w 7467600"/>
              <a:gd name="connsiteY640" fmla="*/ 1663088 h 6858000"/>
              <a:gd name="connsiteX641" fmla="*/ 1006812 w 7467600"/>
              <a:gd name="connsiteY641" fmla="*/ 1767683 h 6858000"/>
              <a:gd name="connsiteX642" fmla="*/ 1149133 w 7467600"/>
              <a:gd name="connsiteY642" fmla="*/ 1971513 h 6858000"/>
              <a:gd name="connsiteX643" fmla="*/ 1333952 w 7467600"/>
              <a:gd name="connsiteY643" fmla="*/ 2251620 h 6858000"/>
              <a:gd name="connsiteX644" fmla="*/ 1337329 w 7467600"/>
              <a:gd name="connsiteY644" fmla="*/ 2258350 h 6858000"/>
              <a:gd name="connsiteX645" fmla="*/ 1014726 w 7467600"/>
              <a:gd name="connsiteY645" fmla="*/ 1615556 h 6858000"/>
              <a:gd name="connsiteX646" fmla="*/ 678222 w 7467600"/>
              <a:gd name="connsiteY646" fmla="*/ 1248670 h 6858000"/>
              <a:gd name="connsiteX647" fmla="*/ 6691602 w 7467600"/>
              <a:gd name="connsiteY647" fmla="*/ 1140573 h 6858000"/>
              <a:gd name="connsiteX648" fmla="*/ 6571100 w 7467600"/>
              <a:gd name="connsiteY648" fmla="*/ 1183662 h 6858000"/>
              <a:gd name="connsiteX649" fmla="*/ 6241687 w 7467600"/>
              <a:gd name="connsiteY649" fmla="*/ 1257600 h 6858000"/>
              <a:gd name="connsiteX650" fmla="*/ 5693009 w 7467600"/>
              <a:gd name="connsiteY650" fmla="*/ 1478256 h 6858000"/>
              <a:gd name="connsiteX651" fmla="*/ 6548420 w 7467600"/>
              <a:gd name="connsiteY651" fmla="*/ 1214599 h 6858000"/>
              <a:gd name="connsiteX652" fmla="*/ 6605473 w 7467600"/>
              <a:gd name="connsiteY652" fmla="*/ 1184686 h 6858000"/>
              <a:gd name="connsiteX653" fmla="*/ 6691602 w 7467600"/>
              <a:gd name="connsiteY653" fmla="*/ 1140573 h 6858000"/>
              <a:gd name="connsiteX654" fmla="*/ 4002475 w 7467600"/>
              <a:gd name="connsiteY654" fmla="*/ 1037802 h 6858000"/>
              <a:gd name="connsiteX655" fmla="*/ 4000324 w 7467600"/>
              <a:gd name="connsiteY655" fmla="*/ 1039362 h 6858000"/>
              <a:gd name="connsiteX656" fmla="*/ 4002862 w 7467600"/>
              <a:gd name="connsiteY656" fmla="*/ 1042866 h 6858000"/>
              <a:gd name="connsiteX657" fmla="*/ 4002475 w 7467600"/>
              <a:gd name="connsiteY657" fmla="*/ 1037802 h 6858000"/>
              <a:gd name="connsiteX658" fmla="*/ 506322 w 7467600"/>
              <a:gd name="connsiteY658" fmla="*/ 1020997 h 6858000"/>
              <a:gd name="connsiteX659" fmla="*/ 533068 w 7467600"/>
              <a:gd name="connsiteY659" fmla="*/ 1029409 h 6858000"/>
              <a:gd name="connsiteX660" fmla="*/ 1232525 w 7467600"/>
              <a:gd name="connsiteY660" fmla="*/ 1804675 h 6858000"/>
              <a:gd name="connsiteX661" fmla="*/ 1388858 w 7467600"/>
              <a:gd name="connsiteY661" fmla="*/ 2368011 h 6858000"/>
              <a:gd name="connsiteX662" fmla="*/ 1384098 w 7467600"/>
              <a:gd name="connsiteY662" fmla="*/ 2378125 h 6858000"/>
              <a:gd name="connsiteX663" fmla="*/ 1425393 w 7467600"/>
              <a:gd name="connsiteY663" fmla="*/ 2589124 h 6858000"/>
              <a:gd name="connsiteX664" fmla="*/ 1424001 w 7467600"/>
              <a:gd name="connsiteY664" fmla="*/ 2597541 h 6858000"/>
              <a:gd name="connsiteX665" fmla="*/ 2152729 w 7467600"/>
              <a:gd name="connsiteY665" fmla="*/ 2864487 h 6858000"/>
              <a:gd name="connsiteX666" fmla="*/ 2020609 w 7467600"/>
              <a:gd name="connsiteY666" fmla="*/ 2539671 h 6858000"/>
              <a:gd name="connsiteX667" fmla="*/ 2018920 w 7467600"/>
              <a:gd name="connsiteY667" fmla="*/ 2536309 h 6858000"/>
              <a:gd name="connsiteX668" fmla="*/ 1342441 w 7467600"/>
              <a:gd name="connsiteY668" fmla="*/ 1173017 h 6858000"/>
              <a:gd name="connsiteX669" fmla="*/ 1367925 w 7467600"/>
              <a:gd name="connsiteY669" fmla="*/ 1135648 h 6858000"/>
              <a:gd name="connsiteX670" fmla="*/ 1771401 w 7467600"/>
              <a:gd name="connsiteY670" fmla="*/ 1806673 h 6858000"/>
              <a:gd name="connsiteX671" fmla="*/ 1972385 w 7467600"/>
              <a:gd name="connsiteY671" fmla="*/ 2198735 h 6858000"/>
              <a:gd name="connsiteX672" fmla="*/ 2040892 w 7467600"/>
              <a:gd name="connsiteY672" fmla="*/ 2405205 h 6858000"/>
              <a:gd name="connsiteX673" fmla="*/ 2131689 w 7467600"/>
              <a:gd name="connsiteY673" fmla="*/ 1936926 h 6858000"/>
              <a:gd name="connsiteX674" fmla="*/ 2454820 w 7467600"/>
              <a:gd name="connsiteY674" fmla="*/ 1248808 h 6858000"/>
              <a:gd name="connsiteX675" fmla="*/ 2492512 w 7467600"/>
              <a:gd name="connsiteY675" fmla="*/ 1302920 h 6858000"/>
              <a:gd name="connsiteX676" fmla="*/ 2081216 w 7467600"/>
              <a:gd name="connsiteY676" fmla="*/ 2527513 h 6858000"/>
              <a:gd name="connsiteX677" fmla="*/ 2081211 w 7467600"/>
              <a:gd name="connsiteY677" fmla="*/ 2528916 h 6858000"/>
              <a:gd name="connsiteX678" fmla="*/ 2199067 w 7467600"/>
              <a:gd name="connsiteY678" fmla="*/ 2884061 h 6858000"/>
              <a:gd name="connsiteX679" fmla="*/ 3192586 w 7467600"/>
              <a:gd name="connsiteY679" fmla="*/ 3411496 h 6858000"/>
              <a:gd name="connsiteX680" fmla="*/ 3182620 w 7467600"/>
              <a:gd name="connsiteY680" fmla="*/ 3483279 h 6858000"/>
              <a:gd name="connsiteX681" fmla="*/ 2435119 w 7467600"/>
              <a:gd name="connsiteY681" fmla="*/ 3080173 h 6858000"/>
              <a:gd name="connsiteX682" fmla="*/ 2410152 w 7467600"/>
              <a:gd name="connsiteY682" fmla="*/ 3063751 h 6858000"/>
              <a:gd name="connsiteX683" fmla="*/ 2408099 w 7467600"/>
              <a:gd name="connsiteY683" fmla="*/ 3064403 h 6858000"/>
              <a:gd name="connsiteX684" fmla="*/ 2407218 w 7467600"/>
              <a:gd name="connsiteY684" fmla="*/ 3070324 h 6858000"/>
              <a:gd name="connsiteX685" fmla="*/ 2380138 w 7467600"/>
              <a:gd name="connsiteY685" fmla="*/ 3099341 h 6858000"/>
              <a:gd name="connsiteX686" fmla="*/ 1765923 w 7467600"/>
              <a:gd name="connsiteY686" fmla="*/ 3581043 h 6858000"/>
              <a:gd name="connsiteX687" fmla="*/ 1702258 w 7467600"/>
              <a:gd name="connsiteY687" fmla="*/ 3612286 h 6858000"/>
              <a:gd name="connsiteX688" fmla="*/ 1538370 w 7467600"/>
              <a:gd name="connsiteY688" fmla="*/ 3811804 h 6858000"/>
              <a:gd name="connsiteX689" fmla="*/ 542867 w 7467600"/>
              <a:gd name="connsiteY689" fmla="*/ 4944092 h 6858000"/>
              <a:gd name="connsiteX690" fmla="*/ 515800 w 7467600"/>
              <a:gd name="connsiteY690" fmla="*/ 4862180 h 6858000"/>
              <a:gd name="connsiteX691" fmla="*/ 909145 w 7467600"/>
              <a:gd name="connsiteY691" fmla="*/ 4199225 h 6858000"/>
              <a:gd name="connsiteX692" fmla="*/ 1214067 w 7467600"/>
              <a:gd name="connsiteY692" fmla="*/ 3908561 h 6858000"/>
              <a:gd name="connsiteX693" fmla="*/ 640967 w 7467600"/>
              <a:gd name="connsiteY693" fmla="*/ 4105601 h 6858000"/>
              <a:gd name="connsiteX694" fmla="*/ 112563 w 7467600"/>
              <a:gd name="connsiteY694" fmla="*/ 4396952 h 6858000"/>
              <a:gd name="connsiteX695" fmla="*/ 0 w 7467600"/>
              <a:gd name="connsiteY695" fmla="*/ 4466006 h 6858000"/>
              <a:gd name="connsiteX696" fmla="*/ 0 w 7467600"/>
              <a:gd name="connsiteY696" fmla="*/ 4233763 h 6858000"/>
              <a:gd name="connsiteX697" fmla="*/ 36881 w 7467600"/>
              <a:gd name="connsiteY697" fmla="*/ 4200118 h 6858000"/>
              <a:gd name="connsiteX698" fmla="*/ 910534 w 7467600"/>
              <a:gd name="connsiteY698" fmla="*/ 3629753 h 6858000"/>
              <a:gd name="connsiteX699" fmla="*/ 1578717 w 7467600"/>
              <a:gd name="connsiteY699" fmla="*/ 3575982 h 6858000"/>
              <a:gd name="connsiteX700" fmla="*/ 2338780 w 7467600"/>
              <a:gd name="connsiteY700" fmla="*/ 3033725 h 6858000"/>
              <a:gd name="connsiteX701" fmla="*/ 1807991 w 7467600"/>
              <a:gd name="connsiteY701" fmla="*/ 2807184 h 6858000"/>
              <a:gd name="connsiteX702" fmla="*/ 1416358 w 7467600"/>
              <a:gd name="connsiteY702" fmla="*/ 3112571 h 6858000"/>
              <a:gd name="connsiteX703" fmla="*/ 939066 w 7467600"/>
              <a:gd name="connsiteY703" fmla="*/ 3378798 h 6858000"/>
              <a:gd name="connsiteX704" fmla="*/ 115099 w 7467600"/>
              <a:gd name="connsiteY704" fmla="*/ 3607650 h 6858000"/>
              <a:gd name="connsiteX705" fmla="*/ 97284 w 7467600"/>
              <a:gd name="connsiteY705" fmla="*/ 3520393 h 6858000"/>
              <a:gd name="connsiteX706" fmla="*/ 922050 w 7467600"/>
              <a:gd name="connsiteY706" fmla="*/ 3074867 h 6858000"/>
              <a:gd name="connsiteX707" fmla="*/ 1405265 w 7467600"/>
              <a:gd name="connsiteY707" fmla="*/ 3016319 h 6858000"/>
              <a:gd name="connsiteX708" fmla="*/ 1407512 w 7467600"/>
              <a:gd name="connsiteY708" fmla="*/ 3018001 h 6858000"/>
              <a:gd name="connsiteX709" fmla="*/ 1726266 w 7467600"/>
              <a:gd name="connsiteY709" fmla="*/ 2777274 h 6858000"/>
              <a:gd name="connsiteX710" fmla="*/ 625390 w 7467600"/>
              <a:gd name="connsiteY710" fmla="*/ 2514541 h 6858000"/>
              <a:gd name="connsiteX711" fmla="*/ 619799 w 7467600"/>
              <a:gd name="connsiteY711" fmla="*/ 2527180 h 6858000"/>
              <a:gd name="connsiteX712" fmla="*/ 310030 w 7467600"/>
              <a:gd name="connsiteY712" fmla="*/ 2771818 h 6858000"/>
              <a:gd name="connsiteX713" fmla="*/ 173877 w 7467600"/>
              <a:gd name="connsiteY713" fmla="*/ 2937056 h 6858000"/>
              <a:gd name="connsiteX714" fmla="*/ 77889 w 7467600"/>
              <a:gd name="connsiteY714" fmla="*/ 3138440 h 6858000"/>
              <a:gd name="connsiteX715" fmla="*/ 0 w 7467600"/>
              <a:gd name="connsiteY715" fmla="*/ 3271395 h 6858000"/>
              <a:gd name="connsiteX716" fmla="*/ 0 w 7467600"/>
              <a:gd name="connsiteY716" fmla="*/ 3153002 h 6858000"/>
              <a:gd name="connsiteX717" fmla="*/ 2386 w 7467600"/>
              <a:gd name="connsiteY717" fmla="*/ 3149203 h 6858000"/>
              <a:gd name="connsiteX718" fmla="*/ 89753 w 7467600"/>
              <a:gd name="connsiteY718" fmla="*/ 2987702 h 6858000"/>
              <a:gd name="connsiteX719" fmla="*/ 76869 w 7467600"/>
              <a:gd name="connsiteY719" fmla="*/ 3005404 h 6858000"/>
              <a:gd name="connsiteX720" fmla="*/ 32049 w 7467600"/>
              <a:gd name="connsiteY720" fmla="*/ 3065814 h 6858000"/>
              <a:gd name="connsiteX721" fmla="*/ 0 w 7467600"/>
              <a:gd name="connsiteY721" fmla="*/ 3108744 h 6858000"/>
              <a:gd name="connsiteX722" fmla="*/ 0 w 7467600"/>
              <a:gd name="connsiteY722" fmla="*/ 3058059 h 6858000"/>
              <a:gd name="connsiteX723" fmla="*/ 7610 w 7467600"/>
              <a:gd name="connsiteY723" fmla="*/ 3047889 h 6858000"/>
              <a:gd name="connsiteX724" fmla="*/ 52419 w 7467600"/>
              <a:gd name="connsiteY724" fmla="*/ 2987479 h 6858000"/>
              <a:gd name="connsiteX725" fmla="*/ 59142 w 7467600"/>
              <a:gd name="connsiteY725" fmla="*/ 2978488 h 6858000"/>
              <a:gd name="connsiteX726" fmla="*/ 0 w 7467600"/>
              <a:gd name="connsiteY726" fmla="*/ 3015334 h 6858000"/>
              <a:gd name="connsiteX727" fmla="*/ 0 w 7467600"/>
              <a:gd name="connsiteY727" fmla="*/ 2914286 h 6858000"/>
              <a:gd name="connsiteX728" fmla="*/ 36383 w 7467600"/>
              <a:gd name="connsiteY728" fmla="*/ 2901128 h 6858000"/>
              <a:gd name="connsiteX729" fmla="*/ 156329 w 7467600"/>
              <a:gd name="connsiteY729" fmla="*/ 2840533 h 6858000"/>
              <a:gd name="connsiteX730" fmla="*/ 358355 w 7467600"/>
              <a:gd name="connsiteY730" fmla="*/ 2620471 h 6858000"/>
              <a:gd name="connsiteX731" fmla="*/ 510577 w 7467600"/>
              <a:gd name="connsiteY731" fmla="*/ 2501244 h 6858000"/>
              <a:gd name="connsiteX732" fmla="*/ 211967 w 7467600"/>
              <a:gd name="connsiteY732" fmla="*/ 2479171 h 6858000"/>
              <a:gd name="connsiteX733" fmla="*/ 0 w 7467600"/>
              <a:gd name="connsiteY733" fmla="*/ 2476398 h 6858000"/>
              <a:gd name="connsiteX734" fmla="*/ 0 w 7467600"/>
              <a:gd name="connsiteY734" fmla="*/ 2389189 h 6858000"/>
              <a:gd name="connsiteX735" fmla="*/ 103062 w 7467600"/>
              <a:gd name="connsiteY735" fmla="*/ 2389518 h 6858000"/>
              <a:gd name="connsiteX736" fmla="*/ 510734 w 7467600"/>
              <a:gd name="connsiteY736" fmla="*/ 2416201 h 6858000"/>
              <a:gd name="connsiteX737" fmla="*/ 279257 w 7467600"/>
              <a:gd name="connsiteY737" fmla="*/ 2092102 h 6858000"/>
              <a:gd name="connsiteX738" fmla="*/ 65265 w 7467600"/>
              <a:gd name="connsiteY738" fmla="*/ 2006049 h 6858000"/>
              <a:gd name="connsiteX739" fmla="*/ 0 w 7467600"/>
              <a:gd name="connsiteY739" fmla="*/ 1982532 h 6858000"/>
              <a:gd name="connsiteX740" fmla="*/ 0 w 7467600"/>
              <a:gd name="connsiteY740" fmla="*/ 1912789 h 6858000"/>
              <a:gd name="connsiteX741" fmla="*/ 97460 w 7467600"/>
              <a:gd name="connsiteY741" fmla="*/ 1953725 h 6858000"/>
              <a:gd name="connsiteX742" fmla="*/ 221272 w 7467600"/>
              <a:gd name="connsiteY742" fmla="*/ 1980766 h 6858000"/>
              <a:gd name="connsiteX743" fmla="*/ 116765 w 7467600"/>
              <a:gd name="connsiteY743" fmla="*/ 1911033 h 6858000"/>
              <a:gd name="connsiteX744" fmla="*/ 16405 w 7467600"/>
              <a:gd name="connsiteY744" fmla="*/ 1803412 h 6858000"/>
              <a:gd name="connsiteX745" fmla="*/ 0 w 7467600"/>
              <a:gd name="connsiteY745" fmla="*/ 1784777 h 6858000"/>
              <a:gd name="connsiteX746" fmla="*/ 0 w 7467600"/>
              <a:gd name="connsiteY746" fmla="*/ 1740082 h 6858000"/>
              <a:gd name="connsiteX747" fmla="*/ 39394 w 7467600"/>
              <a:gd name="connsiteY747" fmla="*/ 1784856 h 6858000"/>
              <a:gd name="connsiteX748" fmla="*/ 135813 w 7467600"/>
              <a:gd name="connsiteY748" fmla="*/ 1888838 h 6858000"/>
              <a:gd name="connsiteX749" fmla="*/ 242575 w 7467600"/>
              <a:gd name="connsiteY749" fmla="*/ 1958841 h 6858000"/>
              <a:gd name="connsiteX750" fmla="*/ 82197 w 7467600"/>
              <a:gd name="connsiteY750" fmla="*/ 1754826 h 6858000"/>
              <a:gd name="connsiteX751" fmla="*/ 0 w 7467600"/>
              <a:gd name="connsiteY751" fmla="*/ 1679650 h 6858000"/>
              <a:gd name="connsiteX752" fmla="*/ 0 w 7467600"/>
              <a:gd name="connsiteY752" fmla="*/ 1602463 h 6858000"/>
              <a:gd name="connsiteX753" fmla="*/ 84689 w 7467600"/>
              <a:gd name="connsiteY753" fmla="*/ 1677442 h 6858000"/>
              <a:gd name="connsiteX754" fmla="*/ 298437 w 7467600"/>
              <a:gd name="connsiteY754" fmla="*/ 1968019 h 6858000"/>
              <a:gd name="connsiteX755" fmla="*/ 227269 w 7467600"/>
              <a:gd name="connsiteY755" fmla="*/ 1114064 h 6858000"/>
              <a:gd name="connsiteX756" fmla="*/ 248003 w 7467600"/>
              <a:gd name="connsiteY756" fmla="*/ 1089613 h 6858000"/>
              <a:gd name="connsiteX757" fmla="*/ 427020 w 7467600"/>
              <a:gd name="connsiteY757" fmla="*/ 1619803 h 6858000"/>
              <a:gd name="connsiteX758" fmla="*/ 340345 w 7467600"/>
              <a:gd name="connsiteY758" fmla="*/ 2027739 h 6858000"/>
              <a:gd name="connsiteX759" fmla="*/ 360865 w 7467600"/>
              <a:gd name="connsiteY759" fmla="*/ 2044827 h 6858000"/>
              <a:gd name="connsiteX760" fmla="*/ 560414 w 7467600"/>
              <a:gd name="connsiteY760" fmla="*/ 2421457 h 6858000"/>
              <a:gd name="connsiteX761" fmla="*/ 1359703 w 7467600"/>
              <a:gd name="connsiteY761" fmla="*/ 2578554 h 6858000"/>
              <a:gd name="connsiteX762" fmla="*/ 1359422 w 7467600"/>
              <a:gd name="connsiteY762" fmla="*/ 2577994 h 6858000"/>
              <a:gd name="connsiteX763" fmla="*/ 828701 w 7467600"/>
              <a:gd name="connsiteY763" fmla="*/ 1839520 h 6858000"/>
              <a:gd name="connsiteX764" fmla="*/ 494427 w 7467600"/>
              <a:gd name="connsiteY764" fmla="*/ 1092333 h 6858000"/>
              <a:gd name="connsiteX765" fmla="*/ 506322 w 7467600"/>
              <a:gd name="connsiteY765" fmla="*/ 1020997 h 6858000"/>
              <a:gd name="connsiteX766" fmla="*/ 4570198 w 7467600"/>
              <a:gd name="connsiteY766" fmla="*/ 978081 h 6858000"/>
              <a:gd name="connsiteX767" fmla="*/ 4523691 w 7467600"/>
              <a:gd name="connsiteY767" fmla="*/ 1127776 h 6858000"/>
              <a:gd name="connsiteX768" fmla="*/ 4509875 w 7467600"/>
              <a:gd name="connsiteY768" fmla="*/ 1167552 h 6858000"/>
              <a:gd name="connsiteX769" fmla="*/ 4478168 w 7467600"/>
              <a:gd name="connsiteY769" fmla="*/ 1260735 h 6858000"/>
              <a:gd name="connsiteX770" fmla="*/ 4409309 w 7467600"/>
              <a:gd name="connsiteY770" fmla="*/ 1666996 h 6858000"/>
              <a:gd name="connsiteX771" fmla="*/ 4370031 w 7467600"/>
              <a:gd name="connsiteY771" fmla="*/ 1955666 h 6858000"/>
              <a:gd name="connsiteX772" fmla="*/ 4570198 w 7467600"/>
              <a:gd name="connsiteY772" fmla="*/ 978081 h 6858000"/>
              <a:gd name="connsiteX773" fmla="*/ 4557898 w 7467600"/>
              <a:gd name="connsiteY773" fmla="*/ 900011 h 6858000"/>
              <a:gd name="connsiteX774" fmla="*/ 4344840 w 7467600"/>
              <a:gd name="connsiteY774" fmla="*/ 1922038 h 6858000"/>
              <a:gd name="connsiteX775" fmla="*/ 4378710 w 7467600"/>
              <a:gd name="connsiteY775" fmla="*/ 1665516 h 6858000"/>
              <a:gd name="connsiteX776" fmla="*/ 4448798 w 7467600"/>
              <a:gd name="connsiteY776" fmla="*/ 1253024 h 6858000"/>
              <a:gd name="connsiteX777" fmla="*/ 4480315 w 7467600"/>
              <a:gd name="connsiteY777" fmla="*/ 1158454 h 6858000"/>
              <a:gd name="connsiteX778" fmla="*/ 4494133 w 7467600"/>
              <a:gd name="connsiteY778" fmla="*/ 1118676 h 6858000"/>
              <a:gd name="connsiteX779" fmla="*/ 4557898 w 7467600"/>
              <a:gd name="connsiteY779" fmla="*/ 900011 h 6858000"/>
              <a:gd name="connsiteX780" fmla="*/ 5870151 w 7467600"/>
              <a:gd name="connsiteY780" fmla="*/ 898890 h 6858000"/>
              <a:gd name="connsiteX781" fmla="*/ 5861335 w 7467600"/>
              <a:gd name="connsiteY781" fmla="*/ 899177 h 6858000"/>
              <a:gd name="connsiteX782" fmla="*/ 5843702 w 7467600"/>
              <a:gd name="connsiteY782" fmla="*/ 899748 h 6858000"/>
              <a:gd name="connsiteX783" fmla="*/ 5651107 w 7467600"/>
              <a:gd name="connsiteY783" fmla="*/ 920306 h 6858000"/>
              <a:gd name="connsiteX784" fmla="*/ 5459407 w 7467600"/>
              <a:gd name="connsiteY784" fmla="*/ 940975 h 6858000"/>
              <a:gd name="connsiteX785" fmla="*/ 5374846 w 7467600"/>
              <a:gd name="connsiteY785" fmla="*/ 941988 h 6858000"/>
              <a:gd name="connsiteX786" fmla="*/ 5256105 w 7467600"/>
              <a:gd name="connsiteY786" fmla="*/ 945632 h 6858000"/>
              <a:gd name="connsiteX787" fmla="*/ 5107071 w 7467600"/>
              <a:gd name="connsiteY787" fmla="*/ 969720 h 6858000"/>
              <a:gd name="connsiteX788" fmla="*/ 4998681 w 7467600"/>
              <a:gd name="connsiteY788" fmla="*/ 988771 h 6858000"/>
              <a:gd name="connsiteX789" fmla="*/ 5870151 w 7467600"/>
              <a:gd name="connsiteY789" fmla="*/ 898890 h 6858000"/>
              <a:gd name="connsiteX790" fmla="*/ 5504425 w 7467600"/>
              <a:gd name="connsiteY790" fmla="*/ 848067 h 6858000"/>
              <a:gd name="connsiteX791" fmla="*/ 4968849 w 7467600"/>
              <a:gd name="connsiteY791" fmla="*/ 962318 h 6858000"/>
              <a:gd name="connsiteX792" fmla="*/ 5104039 w 7467600"/>
              <a:gd name="connsiteY792" fmla="*/ 940634 h 6858000"/>
              <a:gd name="connsiteX793" fmla="*/ 5256311 w 7467600"/>
              <a:gd name="connsiteY793" fmla="*/ 916490 h 6858000"/>
              <a:gd name="connsiteX794" fmla="*/ 5377381 w 7467600"/>
              <a:gd name="connsiteY794" fmla="*/ 912671 h 6858000"/>
              <a:gd name="connsiteX795" fmla="*/ 5460148 w 7467600"/>
              <a:gd name="connsiteY795" fmla="*/ 911442 h 6858000"/>
              <a:gd name="connsiteX796" fmla="*/ 5648971 w 7467600"/>
              <a:gd name="connsiteY796" fmla="*/ 891331 h 6858000"/>
              <a:gd name="connsiteX797" fmla="*/ 5844807 w 7467600"/>
              <a:gd name="connsiteY797" fmla="*/ 870718 h 6858000"/>
              <a:gd name="connsiteX798" fmla="*/ 5862975 w 7467600"/>
              <a:gd name="connsiteY798" fmla="*/ 869756 h 6858000"/>
              <a:gd name="connsiteX799" fmla="*/ 5920887 w 7467600"/>
              <a:gd name="connsiteY799" fmla="*/ 865929 h 6858000"/>
              <a:gd name="connsiteX800" fmla="*/ 5504425 w 7467600"/>
              <a:gd name="connsiteY800" fmla="*/ 848067 h 6858000"/>
              <a:gd name="connsiteX801" fmla="*/ 3607114 w 7467600"/>
              <a:gd name="connsiteY801" fmla="*/ 467441 h 6858000"/>
              <a:gd name="connsiteX802" fmla="*/ 3296242 w 7467600"/>
              <a:gd name="connsiteY802" fmla="*/ 807991 h 6858000"/>
              <a:gd name="connsiteX803" fmla="*/ 3174674 w 7467600"/>
              <a:gd name="connsiteY803" fmla="*/ 919759 h 6858000"/>
              <a:gd name="connsiteX804" fmla="*/ 3042978 w 7467600"/>
              <a:gd name="connsiteY804" fmla="*/ 1054894 h 6858000"/>
              <a:gd name="connsiteX805" fmla="*/ 2968914 w 7467600"/>
              <a:gd name="connsiteY805" fmla="*/ 1133756 h 6858000"/>
              <a:gd name="connsiteX806" fmla="*/ 3103823 w 7467600"/>
              <a:gd name="connsiteY806" fmla="*/ 1026814 h 6858000"/>
              <a:gd name="connsiteX807" fmla="*/ 3607114 w 7467600"/>
              <a:gd name="connsiteY807" fmla="*/ 467441 h 6858000"/>
              <a:gd name="connsiteX808" fmla="*/ 3744487 w 7467600"/>
              <a:gd name="connsiteY808" fmla="*/ 383136 h 6858000"/>
              <a:gd name="connsiteX809" fmla="*/ 3970213 w 7467600"/>
              <a:gd name="connsiteY809" fmla="*/ 995559 h 6858000"/>
              <a:gd name="connsiteX810" fmla="*/ 3744487 w 7467600"/>
              <a:gd name="connsiteY810" fmla="*/ 383136 h 6858000"/>
              <a:gd name="connsiteX811" fmla="*/ 3624562 w 7467600"/>
              <a:gd name="connsiteY811" fmla="*/ 367041 h 6858000"/>
              <a:gd name="connsiteX812" fmla="*/ 3489712 w 7467600"/>
              <a:gd name="connsiteY812" fmla="*/ 485386 h 6858000"/>
              <a:gd name="connsiteX813" fmla="*/ 3182994 w 7467600"/>
              <a:gd name="connsiteY813" fmla="*/ 828265 h 6858000"/>
              <a:gd name="connsiteX814" fmla="*/ 2892114 w 7467600"/>
              <a:gd name="connsiteY814" fmla="*/ 1172635 h 6858000"/>
              <a:gd name="connsiteX815" fmla="*/ 3021459 w 7467600"/>
              <a:gd name="connsiteY815" fmla="*/ 1035385 h 6858000"/>
              <a:gd name="connsiteX816" fmla="*/ 3153873 w 7467600"/>
              <a:gd name="connsiteY816" fmla="*/ 898971 h 6858000"/>
              <a:gd name="connsiteX817" fmla="*/ 3276511 w 7467600"/>
              <a:gd name="connsiteY817" fmla="*/ 786423 h 6858000"/>
              <a:gd name="connsiteX818" fmla="*/ 3584154 w 7467600"/>
              <a:gd name="connsiteY818" fmla="*/ 448218 h 6858000"/>
              <a:gd name="connsiteX819" fmla="*/ 3624562 w 7467600"/>
              <a:gd name="connsiteY819" fmla="*/ 367041 h 6858000"/>
              <a:gd name="connsiteX820" fmla="*/ 3766672 w 7467600"/>
              <a:gd name="connsiteY820" fmla="*/ 359429 h 6858000"/>
              <a:gd name="connsiteX821" fmla="*/ 3996338 w 7467600"/>
              <a:gd name="connsiteY821" fmla="*/ 968237 h 6858000"/>
              <a:gd name="connsiteX822" fmla="*/ 3766672 w 7467600"/>
              <a:gd name="connsiteY822" fmla="*/ 359429 h 6858000"/>
              <a:gd name="connsiteX823" fmla="*/ 5805386 w 7467600"/>
              <a:gd name="connsiteY823" fmla="*/ 239240 h 6858000"/>
              <a:gd name="connsiteX824" fmla="*/ 5736947 w 7467600"/>
              <a:gd name="connsiteY824" fmla="*/ 261367 h 6858000"/>
              <a:gd name="connsiteX825" fmla="*/ 5427012 w 7467600"/>
              <a:gd name="connsiteY825" fmla="*/ 311272 h 6858000"/>
              <a:gd name="connsiteX826" fmla="*/ 5147818 w 7467600"/>
              <a:gd name="connsiteY826" fmla="*/ 322112 h 6858000"/>
              <a:gd name="connsiteX827" fmla="*/ 5060854 w 7467600"/>
              <a:gd name="connsiteY827" fmla="*/ 311882 h 6858000"/>
              <a:gd name="connsiteX828" fmla="*/ 4945989 w 7467600"/>
              <a:gd name="connsiteY828" fmla="*/ 300516 h 6858000"/>
              <a:gd name="connsiteX829" fmla="*/ 5410479 w 7467600"/>
              <a:gd name="connsiteY829" fmla="*/ 348434 h 6858000"/>
              <a:gd name="connsiteX830" fmla="*/ 5805386 w 7467600"/>
              <a:gd name="connsiteY830" fmla="*/ 239240 h 6858000"/>
              <a:gd name="connsiteX831" fmla="*/ 5905192 w 7467600"/>
              <a:gd name="connsiteY831" fmla="*/ 163079 h 6858000"/>
              <a:gd name="connsiteX832" fmla="*/ 5865655 w 7467600"/>
              <a:gd name="connsiteY832" fmla="*/ 171901 h 6858000"/>
              <a:gd name="connsiteX833" fmla="*/ 5259740 w 7467600"/>
              <a:gd name="connsiteY833" fmla="*/ 257013 h 6858000"/>
              <a:gd name="connsiteX834" fmla="*/ 5208466 w 7467600"/>
              <a:gd name="connsiteY834" fmla="*/ 257550 h 6858000"/>
              <a:gd name="connsiteX835" fmla="*/ 4980204 w 7467600"/>
              <a:gd name="connsiteY835" fmla="*/ 271903 h 6858000"/>
              <a:gd name="connsiteX836" fmla="*/ 5068068 w 7467600"/>
              <a:gd name="connsiteY836" fmla="*/ 282244 h 6858000"/>
              <a:gd name="connsiteX837" fmla="*/ 5153231 w 7467600"/>
              <a:gd name="connsiteY837" fmla="*/ 292240 h 6858000"/>
              <a:gd name="connsiteX838" fmla="*/ 5426491 w 7467600"/>
              <a:gd name="connsiteY838" fmla="*/ 281128 h 6858000"/>
              <a:gd name="connsiteX839" fmla="*/ 5731212 w 7467600"/>
              <a:gd name="connsiteY839" fmla="*/ 231951 h 6858000"/>
              <a:gd name="connsiteX840" fmla="*/ 5905192 w 7467600"/>
              <a:gd name="connsiteY840" fmla="*/ 163079 h 6858000"/>
              <a:gd name="connsiteX841" fmla="*/ 5944437 w 7467600"/>
              <a:gd name="connsiteY841" fmla="*/ 113829 h 6858000"/>
              <a:gd name="connsiteX842" fmla="*/ 5825032 w 7467600"/>
              <a:gd name="connsiteY842" fmla="*/ 146405 h 6858000"/>
              <a:gd name="connsiteX843" fmla="*/ 4955599 w 7467600"/>
              <a:gd name="connsiteY843" fmla="*/ 247008 h 6858000"/>
              <a:gd name="connsiteX844" fmla="*/ 5210104 w 7467600"/>
              <a:gd name="connsiteY844" fmla="*/ 228123 h 6858000"/>
              <a:gd name="connsiteX845" fmla="*/ 5261015 w 7467600"/>
              <a:gd name="connsiteY845" fmla="*/ 227087 h 6858000"/>
              <a:gd name="connsiteX846" fmla="*/ 5861181 w 7467600"/>
              <a:gd name="connsiteY846" fmla="*/ 143093 h 6858000"/>
              <a:gd name="connsiteX847" fmla="*/ 5961252 w 7467600"/>
              <a:gd name="connsiteY847" fmla="*/ 114820 h 6858000"/>
              <a:gd name="connsiteX848" fmla="*/ 5944437 w 7467600"/>
              <a:gd name="connsiteY848" fmla="*/ 113829 h 6858000"/>
              <a:gd name="connsiteX849" fmla="*/ 3882765 w 7467600"/>
              <a:gd name="connsiteY849" fmla="*/ 0 h 6858000"/>
              <a:gd name="connsiteX850" fmla="*/ 3995099 w 7467600"/>
              <a:gd name="connsiteY850" fmla="*/ 0 h 6858000"/>
              <a:gd name="connsiteX851" fmla="*/ 4163818 w 7467600"/>
              <a:gd name="connsiteY851" fmla="*/ 234104 h 6858000"/>
              <a:gd name="connsiteX852" fmla="*/ 4172099 w 7467600"/>
              <a:gd name="connsiteY852" fmla="*/ 234207 h 6858000"/>
              <a:gd name="connsiteX853" fmla="*/ 4784282 w 7467600"/>
              <a:gd name="connsiteY853" fmla="*/ 276561 h 6858000"/>
              <a:gd name="connsiteX854" fmla="*/ 4801687 w 7467600"/>
              <a:gd name="connsiteY854" fmla="*/ 267764 h 6858000"/>
              <a:gd name="connsiteX855" fmla="*/ 6082788 w 7467600"/>
              <a:gd name="connsiteY855" fmla="*/ 64119 h 6858000"/>
              <a:gd name="connsiteX856" fmla="*/ 6099442 w 7467600"/>
              <a:gd name="connsiteY856" fmla="*/ 82568 h 6858000"/>
              <a:gd name="connsiteX857" fmla="*/ 4804137 w 7467600"/>
              <a:gd name="connsiteY857" fmla="*/ 320931 h 6858000"/>
              <a:gd name="connsiteX858" fmla="*/ 4227047 w 7467600"/>
              <a:gd name="connsiteY858" fmla="*/ 313415 h 6858000"/>
              <a:gd name="connsiteX859" fmla="*/ 4346041 w 7467600"/>
              <a:gd name="connsiteY859" fmla="*/ 456086 h 6858000"/>
              <a:gd name="connsiteX860" fmla="*/ 4870967 w 7467600"/>
              <a:gd name="connsiteY860" fmla="*/ 963061 h 6858000"/>
              <a:gd name="connsiteX861" fmla="*/ 4889647 w 7467600"/>
              <a:gd name="connsiteY861" fmla="*/ 957147 h 6858000"/>
              <a:gd name="connsiteX862" fmla="*/ 5422504 w 7467600"/>
              <a:gd name="connsiteY862" fmla="*/ 805191 h 6858000"/>
              <a:gd name="connsiteX863" fmla="*/ 6087656 w 7467600"/>
              <a:gd name="connsiteY863" fmla="*/ 826703 h 6858000"/>
              <a:gd name="connsiteX864" fmla="*/ 6058717 w 7467600"/>
              <a:gd name="connsiteY864" fmla="*/ 865992 h 6858000"/>
              <a:gd name="connsiteX865" fmla="*/ 4974153 w 7467600"/>
              <a:gd name="connsiteY865" fmla="*/ 1045456 h 6858000"/>
              <a:gd name="connsiteX866" fmla="*/ 5627835 w 7467600"/>
              <a:gd name="connsiteY866" fmla="*/ 1472077 h 6858000"/>
              <a:gd name="connsiteX867" fmla="*/ 5629817 w 7467600"/>
              <a:gd name="connsiteY867" fmla="*/ 1471412 h 6858000"/>
              <a:gd name="connsiteX868" fmla="*/ 5634124 w 7467600"/>
              <a:gd name="connsiteY868" fmla="*/ 1470572 h 6858000"/>
              <a:gd name="connsiteX869" fmla="*/ 5755832 w 7467600"/>
              <a:gd name="connsiteY869" fmla="*/ 1383886 h 6858000"/>
              <a:gd name="connsiteX870" fmla="*/ 6014186 w 7467600"/>
              <a:gd name="connsiteY870" fmla="*/ 1279799 h 6858000"/>
              <a:gd name="connsiteX871" fmla="*/ 6901619 w 7467600"/>
              <a:gd name="connsiteY871" fmla="*/ 1047874 h 6858000"/>
              <a:gd name="connsiteX872" fmla="*/ 6931566 w 7467600"/>
              <a:gd name="connsiteY872" fmla="*/ 1062034 h 6858000"/>
              <a:gd name="connsiteX873" fmla="*/ 5790982 w 7467600"/>
              <a:gd name="connsiteY873" fmla="*/ 1561380 h 6858000"/>
              <a:gd name="connsiteX874" fmla="*/ 6188971 w 7467600"/>
              <a:gd name="connsiteY874" fmla="*/ 1755168 h 6858000"/>
              <a:gd name="connsiteX875" fmla="*/ 6202446 w 7467600"/>
              <a:gd name="connsiteY875" fmla="*/ 1752268 h 6858000"/>
              <a:gd name="connsiteX876" fmla="*/ 7179560 w 7467600"/>
              <a:gd name="connsiteY876" fmla="*/ 1467551 h 6858000"/>
              <a:gd name="connsiteX877" fmla="*/ 7158730 w 7467600"/>
              <a:gd name="connsiteY877" fmla="*/ 1507835 h 6858000"/>
              <a:gd name="connsiteX878" fmla="*/ 6326959 w 7467600"/>
              <a:gd name="connsiteY878" fmla="*/ 1817686 h 6858000"/>
              <a:gd name="connsiteX879" fmla="*/ 6537433 w 7467600"/>
              <a:gd name="connsiteY879" fmla="*/ 1907790 h 6858000"/>
              <a:gd name="connsiteX880" fmla="*/ 6550221 w 7467600"/>
              <a:gd name="connsiteY880" fmla="*/ 1910729 h 6858000"/>
              <a:gd name="connsiteX881" fmla="*/ 6964438 w 7467600"/>
              <a:gd name="connsiteY881" fmla="*/ 2209505 h 6858000"/>
              <a:gd name="connsiteX882" fmla="*/ 7367862 w 7467600"/>
              <a:gd name="connsiteY882" fmla="*/ 2806833 h 6858000"/>
              <a:gd name="connsiteX883" fmla="*/ 7364329 w 7467600"/>
              <a:gd name="connsiteY883" fmla="*/ 2826907 h 6858000"/>
              <a:gd name="connsiteX884" fmla="*/ 7290545 w 7467600"/>
              <a:gd name="connsiteY884" fmla="*/ 2850663 h 6858000"/>
              <a:gd name="connsiteX885" fmla="*/ 6472036 w 7467600"/>
              <a:gd name="connsiteY885" fmla="*/ 1959003 h 6858000"/>
              <a:gd name="connsiteX886" fmla="*/ 5792897 w 7467600"/>
              <a:gd name="connsiteY886" fmla="*/ 1647747 h 6858000"/>
              <a:gd name="connsiteX887" fmla="*/ 5842751 w 7467600"/>
              <a:gd name="connsiteY887" fmla="*/ 1816112 h 6858000"/>
              <a:gd name="connsiteX888" fmla="*/ 5847424 w 7467600"/>
              <a:gd name="connsiteY888" fmla="*/ 1815776 h 6858000"/>
              <a:gd name="connsiteX889" fmla="*/ 6399821 w 7467600"/>
              <a:gd name="connsiteY889" fmla="*/ 2344799 h 6858000"/>
              <a:gd name="connsiteX890" fmla="*/ 6323232 w 7467600"/>
              <a:gd name="connsiteY890" fmla="*/ 2389634 h 6858000"/>
              <a:gd name="connsiteX891" fmla="*/ 5942958 w 7467600"/>
              <a:gd name="connsiteY891" fmla="*/ 2077708 h 6858000"/>
              <a:gd name="connsiteX892" fmla="*/ 5921559 w 7467600"/>
              <a:gd name="connsiteY892" fmla="*/ 2378596 h 6858000"/>
              <a:gd name="connsiteX893" fmla="*/ 5817651 w 7467600"/>
              <a:gd name="connsiteY893" fmla="*/ 3023919 h 6858000"/>
              <a:gd name="connsiteX894" fmla="*/ 5729634 w 7467600"/>
              <a:gd name="connsiteY894" fmla="*/ 3051849 h 6858000"/>
              <a:gd name="connsiteX895" fmla="*/ 5611018 w 7467600"/>
              <a:gd name="connsiteY895" fmla="*/ 2316769 h 6858000"/>
              <a:gd name="connsiteX896" fmla="*/ 5687608 w 7467600"/>
              <a:gd name="connsiteY896" fmla="*/ 2039972 h 6858000"/>
              <a:gd name="connsiteX897" fmla="*/ 5657554 w 7467600"/>
              <a:gd name="connsiteY897" fmla="*/ 1576445 h 6858000"/>
              <a:gd name="connsiteX898" fmla="*/ 5150475 w 7467600"/>
              <a:gd name="connsiteY898" fmla="*/ 1274012 h 6858000"/>
              <a:gd name="connsiteX899" fmla="*/ 5349142 w 7467600"/>
              <a:gd name="connsiteY899" fmla="*/ 2204405 h 6858000"/>
              <a:gd name="connsiteX900" fmla="*/ 5262214 w 7467600"/>
              <a:gd name="connsiteY900" fmla="*/ 2233836 h 6858000"/>
              <a:gd name="connsiteX901" fmla="*/ 4981539 w 7467600"/>
              <a:gd name="connsiteY901" fmla="*/ 1542201 h 6858000"/>
              <a:gd name="connsiteX902" fmla="*/ 4958461 w 7467600"/>
              <a:gd name="connsiteY902" fmla="*/ 1136957 h 6858000"/>
              <a:gd name="connsiteX903" fmla="*/ 4655015 w 7467600"/>
              <a:gd name="connsiteY903" fmla="*/ 891426 h 6858000"/>
              <a:gd name="connsiteX904" fmla="*/ 4348002 w 7467600"/>
              <a:gd name="connsiteY904" fmla="*/ 2205895 h 6858000"/>
              <a:gd name="connsiteX905" fmla="*/ 4262250 w 7467600"/>
              <a:gd name="connsiteY905" fmla="*/ 2219972 h 6858000"/>
              <a:gd name="connsiteX906" fmla="*/ 4550611 w 7467600"/>
              <a:gd name="connsiteY906" fmla="*/ 817540 h 6858000"/>
              <a:gd name="connsiteX907" fmla="*/ 4564418 w 7467600"/>
              <a:gd name="connsiteY907" fmla="*/ 808293 h 6858000"/>
              <a:gd name="connsiteX908" fmla="*/ 4266388 w 7467600"/>
              <a:gd name="connsiteY908" fmla="*/ 500083 h 6858000"/>
              <a:gd name="connsiteX909" fmla="*/ 4032842 w 7467600"/>
              <a:gd name="connsiteY909" fmla="*/ 211809 h 6858000"/>
              <a:gd name="connsiteX910" fmla="*/ 3882765 w 7467600"/>
              <a:gd name="connsiteY910" fmla="*/ 0 h 6858000"/>
              <a:gd name="connsiteX911" fmla="*/ 3721337 w 7467600"/>
              <a:gd name="connsiteY911" fmla="*/ 0 h 6858000"/>
              <a:gd name="connsiteX912" fmla="*/ 3797544 w 7467600"/>
              <a:gd name="connsiteY912" fmla="*/ 0 h 6858000"/>
              <a:gd name="connsiteX913" fmla="*/ 3775734 w 7467600"/>
              <a:gd name="connsiteY913" fmla="*/ 95131 h 6858000"/>
              <a:gd name="connsiteX914" fmla="*/ 3724807 w 7467600"/>
              <a:gd name="connsiteY914" fmla="*/ 272257 h 6858000"/>
              <a:gd name="connsiteX915" fmla="*/ 3726844 w 7467600"/>
              <a:gd name="connsiteY915" fmla="*/ 282988 h 6858000"/>
              <a:gd name="connsiteX916" fmla="*/ 3742664 w 7467600"/>
              <a:gd name="connsiteY916" fmla="*/ 279918 h 6858000"/>
              <a:gd name="connsiteX917" fmla="*/ 4103910 w 7467600"/>
              <a:gd name="connsiteY917" fmla="*/ 1161917 h 6858000"/>
              <a:gd name="connsiteX918" fmla="*/ 4020269 w 7467600"/>
              <a:gd name="connsiteY918" fmla="*/ 1200406 h 6858000"/>
              <a:gd name="connsiteX919" fmla="*/ 3674882 w 7467600"/>
              <a:gd name="connsiteY919" fmla="*/ 488524 h 6858000"/>
              <a:gd name="connsiteX920" fmla="*/ 3132682 w 7467600"/>
              <a:gd name="connsiteY920" fmla="*/ 1072284 h 6858000"/>
              <a:gd name="connsiteX921" fmla="*/ 2716346 w 7467600"/>
              <a:gd name="connsiteY921" fmla="*/ 1276376 h 6858000"/>
              <a:gd name="connsiteX922" fmla="*/ 2716772 w 7467600"/>
              <a:gd name="connsiteY922" fmla="*/ 1255462 h 6858000"/>
              <a:gd name="connsiteX923" fmla="*/ 3471096 w 7467600"/>
              <a:gd name="connsiteY923" fmla="*/ 437072 h 6858000"/>
              <a:gd name="connsiteX924" fmla="*/ 3639057 w 7467600"/>
              <a:gd name="connsiteY924" fmla="*/ 286334 h 6858000"/>
              <a:gd name="connsiteX925" fmla="*/ 3640309 w 7467600"/>
              <a:gd name="connsiteY925" fmla="*/ 284664 h 6858000"/>
              <a:gd name="connsiteX926" fmla="*/ 3646022 w 7467600"/>
              <a:gd name="connsiteY926" fmla="*/ 276711 h 6858000"/>
              <a:gd name="connsiteX927" fmla="*/ 3707943 w 7467600"/>
              <a:gd name="connsiteY927" fmla="*/ 65958 h 6858000"/>
              <a:gd name="connsiteX928" fmla="*/ 3721337 w 7467600"/>
              <a:gd name="connsiteY928" fmla="*/ 0 h 6858000"/>
              <a:gd name="connsiteX929" fmla="*/ 2867960 w 7467600"/>
              <a:gd name="connsiteY929" fmla="*/ 0 h 6858000"/>
              <a:gd name="connsiteX930" fmla="*/ 2926351 w 7467600"/>
              <a:gd name="connsiteY930" fmla="*/ 0 h 6858000"/>
              <a:gd name="connsiteX931" fmla="*/ 2902823 w 7467600"/>
              <a:gd name="connsiteY931" fmla="*/ 262929 h 6858000"/>
              <a:gd name="connsiteX932" fmla="*/ 2940663 w 7467600"/>
              <a:gd name="connsiteY932" fmla="*/ 140884 h 6858000"/>
              <a:gd name="connsiteX933" fmla="*/ 2947039 w 7467600"/>
              <a:gd name="connsiteY933" fmla="*/ 122524 h 6858000"/>
              <a:gd name="connsiteX934" fmla="*/ 2984316 w 7467600"/>
              <a:gd name="connsiteY934" fmla="*/ 0 h 6858000"/>
              <a:gd name="connsiteX935" fmla="*/ 3016114 w 7467600"/>
              <a:gd name="connsiteY935" fmla="*/ 0 h 6858000"/>
              <a:gd name="connsiteX936" fmla="*/ 2979949 w 7467600"/>
              <a:gd name="connsiteY936" fmla="*/ 119274 h 6858000"/>
              <a:gd name="connsiteX937" fmla="*/ 3023879 w 7467600"/>
              <a:gd name="connsiteY937" fmla="*/ 0 h 6858000"/>
              <a:gd name="connsiteX938" fmla="*/ 3105400 w 7467600"/>
              <a:gd name="connsiteY938" fmla="*/ 0 h 6858000"/>
              <a:gd name="connsiteX939" fmla="*/ 3094669 w 7467600"/>
              <a:gd name="connsiteY939" fmla="*/ 30308 h 6858000"/>
              <a:gd name="connsiteX940" fmla="*/ 2901945 w 7467600"/>
              <a:gd name="connsiteY940" fmla="*/ 466538 h 6858000"/>
              <a:gd name="connsiteX941" fmla="*/ 2815209 w 7467600"/>
              <a:gd name="connsiteY941" fmla="*/ 497361 h 6858000"/>
              <a:gd name="connsiteX942" fmla="*/ 2844845 w 7467600"/>
              <a:gd name="connsiteY942" fmla="*/ 127638 h 6858000"/>
              <a:gd name="connsiteX943" fmla="*/ 2867960 w 7467600"/>
              <a:gd name="connsiteY943" fmla="*/ 0 h 6858000"/>
              <a:gd name="connsiteX944" fmla="*/ 1057230 w 7467600"/>
              <a:gd name="connsiteY944" fmla="*/ 0 h 6858000"/>
              <a:gd name="connsiteX945" fmla="*/ 1111003 w 7467600"/>
              <a:gd name="connsiteY945" fmla="*/ 0 h 6858000"/>
              <a:gd name="connsiteX946" fmla="*/ 1125553 w 7467600"/>
              <a:gd name="connsiteY946" fmla="*/ 52588 h 6858000"/>
              <a:gd name="connsiteX947" fmla="*/ 1304276 w 7467600"/>
              <a:gd name="connsiteY947" fmla="*/ 476275 h 6858000"/>
              <a:gd name="connsiteX948" fmla="*/ 1492066 w 7467600"/>
              <a:gd name="connsiteY948" fmla="*/ 886333 h 6858000"/>
              <a:gd name="connsiteX949" fmla="*/ 1423698 w 7467600"/>
              <a:gd name="connsiteY949" fmla="*/ 710817 h 6858000"/>
              <a:gd name="connsiteX950" fmla="*/ 1357609 w 7467600"/>
              <a:gd name="connsiteY950" fmla="*/ 532892 h 6858000"/>
              <a:gd name="connsiteX951" fmla="*/ 1309550 w 7467600"/>
              <a:gd name="connsiteY951" fmla="*/ 374031 h 6858000"/>
              <a:gd name="connsiteX952" fmla="*/ 1193673 w 7467600"/>
              <a:gd name="connsiteY952" fmla="*/ 49533 h 6858000"/>
              <a:gd name="connsiteX953" fmla="*/ 1164391 w 7467600"/>
              <a:gd name="connsiteY953" fmla="*/ 0 h 6858000"/>
              <a:gd name="connsiteX954" fmla="*/ 1200666 w 7467600"/>
              <a:gd name="connsiteY954" fmla="*/ 0 h 6858000"/>
              <a:gd name="connsiteX955" fmla="*/ 1223408 w 7467600"/>
              <a:gd name="connsiteY955" fmla="*/ 38996 h 6858000"/>
              <a:gd name="connsiteX956" fmla="*/ 1339635 w 7467600"/>
              <a:gd name="connsiteY956" fmla="*/ 365517 h 6858000"/>
              <a:gd name="connsiteX957" fmla="*/ 1387469 w 7467600"/>
              <a:gd name="connsiteY957" fmla="*/ 523079 h 6858000"/>
              <a:gd name="connsiteX958" fmla="*/ 1452685 w 7467600"/>
              <a:gd name="connsiteY958" fmla="*/ 699806 h 6858000"/>
              <a:gd name="connsiteX959" fmla="*/ 1492092 w 7467600"/>
              <a:gd name="connsiteY959" fmla="*/ 800424 h 6858000"/>
              <a:gd name="connsiteX960" fmla="*/ 1455302 w 7467600"/>
              <a:gd name="connsiteY960" fmla="*/ 632913 h 6858000"/>
              <a:gd name="connsiteX961" fmla="*/ 1222336 w 7467600"/>
              <a:gd name="connsiteY961" fmla="*/ 9480 h 6858000"/>
              <a:gd name="connsiteX962" fmla="*/ 1214634 w 7467600"/>
              <a:gd name="connsiteY962" fmla="*/ 0 h 6858000"/>
              <a:gd name="connsiteX963" fmla="*/ 1289827 w 7467600"/>
              <a:gd name="connsiteY963" fmla="*/ 0 h 6858000"/>
              <a:gd name="connsiteX964" fmla="*/ 1321076 w 7467600"/>
              <a:gd name="connsiteY964" fmla="*/ 59722 h 6858000"/>
              <a:gd name="connsiteX965" fmla="*/ 1512579 w 7467600"/>
              <a:gd name="connsiteY965" fmla="*/ 626441 h 6858000"/>
              <a:gd name="connsiteX966" fmla="*/ 1506076 w 7467600"/>
              <a:gd name="connsiteY966" fmla="*/ 1089289 h 6858000"/>
              <a:gd name="connsiteX967" fmla="*/ 1486346 w 7467600"/>
              <a:gd name="connsiteY967" fmla="*/ 1079919 h 6858000"/>
              <a:gd name="connsiteX968" fmla="*/ 1070511 w 7467600"/>
              <a:gd name="connsiteY968" fmla="*/ 48609 h 6858000"/>
              <a:gd name="connsiteX969" fmla="*/ 1057230 w 7467600"/>
              <a:gd name="connsiteY969" fmla="*/ 0 h 6858000"/>
              <a:gd name="connsiteX970" fmla="*/ 43151 w 7467600"/>
              <a:gd name="connsiteY970" fmla="*/ 0 h 6858000"/>
              <a:gd name="connsiteX971" fmla="*/ 95283 w 7467600"/>
              <a:gd name="connsiteY971" fmla="*/ 0 h 6858000"/>
              <a:gd name="connsiteX972" fmla="*/ 300708 w 7467600"/>
              <a:gd name="connsiteY972" fmla="*/ 154571 h 6858000"/>
              <a:gd name="connsiteX973" fmla="*/ 530414 w 7467600"/>
              <a:gd name="connsiteY973" fmla="*/ 354673 h 6858000"/>
              <a:gd name="connsiteX974" fmla="*/ 333785 w 7467600"/>
              <a:gd name="connsiteY974" fmla="*/ 161564 h 6858000"/>
              <a:gd name="connsiteX975" fmla="*/ 147005 w 7467600"/>
              <a:gd name="connsiteY975" fmla="*/ 0 h 6858000"/>
              <a:gd name="connsiteX976" fmla="*/ 272509 w 7467600"/>
              <a:gd name="connsiteY976" fmla="*/ 0 h 6858000"/>
              <a:gd name="connsiteX977" fmla="*/ 326276 w 7467600"/>
              <a:gd name="connsiteY977" fmla="*/ 45847 h 6858000"/>
              <a:gd name="connsiteX978" fmla="*/ 823759 w 7467600"/>
              <a:gd name="connsiteY978" fmla="*/ 574145 h 6858000"/>
              <a:gd name="connsiteX979" fmla="*/ 811254 w 7467600"/>
              <a:gd name="connsiteY979" fmla="*/ 665546 h 6858000"/>
              <a:gd name="connsiteX980" fmla="*/ 154042 w 7467600"/>
              <a:gd name="connsiteY980" fmla="*/ 261522 h 6858000"/>
              <a:gd name="connsiteX981" fmla="*/ 13550 w 7467600"/>
              <a:gd name="connsiteY981" fmla="*/ 158423 h 6858000"/>
              <a:gd name="connsiteX982" fmla="*/ 0 w 7467600"/>
              <a:gd name="connsiteY982" fmla="*/ 146618 h 6858000"/>
              <a:gd name="connsiteX983" fmla="*/ 0 w 7467600"/>
              <a:gd name="connsiteY983" fmla="*/ 59161 h 6858000"/>
              <a:gd name="connsiteX984" fmla="*/ 45427 w 7467600"/>
              <a:gd name="connsiteY984" fmla="*/ 101078 h 6858000"/>
              <a:gd name="connsiteX985" fmla="*/ 630103 w 7467600"/>
              <a:gd name="connsiteY985" fmla="*/ 485885 h 6858000"/>
              <a:gd name="connsiteX986" fmla="*/ 532040 w 7467600"/>
              <a:gd name="connsiteY986" fmla="*/ 399359 h 6858000"/>
              <a:gd name="connsiteX987" fmla="*/ 517618 w 7467600"/>
              <a:gd name="connsiteY987" fmla="*/ 385726 h 6858000"/>
              <a:gd name="connsiteX988" fmla="*/ 285074 w 7467600"/>
              <a:gd name="connsiteY988" fmla="*/ 182755 h 6858000"/>
              <a:gd name="connsiteX989" fmla="*/ 43151 w 7467600"/>
              <a:gd name="connsiteY989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312201 w 7467600"/>
              <a:gd name="connsiteY127" fmla="*/ 5128278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312201 w 7467600"/>
              <a:gd name="connsiteY132" fmla="*/ 5128278 h 6858000"/>
              <a:gd name="connsiteX133" fmla="*/ 1903353 w 7467600"/>
              <a:gd name="connsiteY133" fmla="*/ 5044827 h 6858000"/>
              <a:gd name="connsiteX134" fmla="*/ 1936931 w 7467600"/>
              <a:gd name="connsiteY134" fmla="*/ 5093954 h 6858000"/>
              <a:gd name="connsiteX135" fmla="*/ 2195868 w 7467600"/>
              <a:gd name="connsiteY135" fmla="*/ 5396574 h 6858000"/>
              <a:gd name="connsiteX136" fmla="*/ 2088852 w 7467600"/>
              <a:gd name="connsiteY136" fmla="*/ 5166123 h 6858000"/>
              <a:gd name="connsiteX137" fmla="*/ 1958241 w 7467600"/>
              <a:gd name="connsiteY137" fmla="*/ 5067955 h 6858000"/>
              <a:gd name="connsiteX138" fmla="*/ 1903353 w 7467600"/>
              <a:gd name="connsiteY138" fmla="*/ 5044827 h 6858000"/>
              <a:gd name="connsiteX139" fmla="*/ 1979378 w 7467600"/>
              <a:gd name="connsiteY139" fmla="*/ 4769504 h 6858000"/>
              <a:gd name="connsiteX140" fmla="*/ 2882120 w 7467600"/>
              <a:gd name="connsiteY140" fmla="*/ 5064547 h 6858000"/>
              <a:gd name="connsiteX141" fmla="*/ 2793103 w 7467600"/>
              <a:gd name="connsiteY141" fmla="*/ 5039699 h 6858000"/>
              <a:gd name="connsiteX142" fmla="*/ 2770041 w 7467600"/>
              <a:gd name="connsiteY142" fmla="*/ 5033634 h 6858000"/>
              <a:gd name="connsiteX143" fmla="*/ 1979378 w 7467600"/>
              <a:gd name="connsiteY143" fmla="*/ 4769504 h 6858000"/>
              <a:gd name="connsiteX144" fmla="*/ 1927410 w 7467600"/>
              <a:gd name="connsiteY144" fmla="*/ 4716164 h 6858000"/>
              <a:gd name="connsiteX145" fmla="*/ 1959587 w 7467600"/>
              <a:gd name="connsiteY145" fmla="*/ 4728849 h 6858000"/>
              <a:gd name="connsiteX146" fmla="*/ 2777707 w 7467600"/>
              <a:gd name="connsiteY146" fmla="*/ 5003991 h 6858000"/>
              <a:gd name="connsiteX147" fmla="*/ 2800768 w 7467600"/>
              <a:gd name="connsiteY147" fmla="*/ 5010056 h 6858000"/>
              <a:gd name="connsiteX148" fmla="*/ 2879408 w 7467600"/>
              <a:gd name="connsiteY148" fmla="*/ 5031590 h 6858000"/>
              <a:gd name="connsiteX149" fmla="*/ 2862295 w 7467600"/>
              <a:gd name="connsiteY149" fmla="*/ 5022958 h 6858000"/>
              <a:gd name="connsiteX150" fmla="*/ 2813343 w 7467600"/>
              <a:gd name="connsiteY150" fmla="*/ 4998369 h 6858000"/>
              <a:gd name="connsiteX151" fmla="*/ 2646245 w 7467600"/>
              <a:gd name="connsiteY151" fmla="*/ 4930999 h 6858000"/>
              <a:gd name="connsiteX152" fmla="*/ 1999243 w 7467600"/>
              <a:gd name="connsiteY152" fmla="*/ 4730524 h 6858000"/>
              <a:gd name="connsiteX153" fmla="*/ 1979527 w 7467600"/>
              <a:gd name="connsiteY153" fmla="*/ 4726651 h 6858000"/>
              <a:gd name="connsiteX154" fmla="*/ 1927410 w 7467600"/>
              <a:gd name="connsiteY154" fmla="*/ 4716164 h 6858000"/>
              <a:gd name="connsiteX155" fmla="*/ 1997014 w 7467600"/>
              <a:gd name="connsiteY155" fmla="*/ 4698007 h 6858000"/>
              <a:gd name="connsiteX156" fmla="*/ 2005458 w 7467600"/>
              <a:gd name="connsiteY156" fmla="*/ 4699540 h 6858000"/>
              <a:gd name="connsiteX157" fmla="*/ 2657186 w 7467600"/>
              <a:gd name="connsiteY157" fmla="*/ 4901687 h 6858000"/>
              <a:gd name="connsiteX158" fmla="*/ 2826662 w 7467600"/>
              <a:gd name="connsiteY158" fmla="*/ 4970362 h 6858000"/>
              <a:gd name="connsiteX159" fmla="*/ 2876100 w 7467600"/>
              <a:gd name="connsiteY159" fmla="*/ 4995397 h 6858000"/>
              <a:gd name="connsiteX160" fmla="*/ 3042600 w 7467600"/>
              <a:gd name="connsiteY160" fmla="*/ 5059532 h 6858000"/>
              <a:gd name="connsiteX161" fmla="*/ 1997014 w 7467600"/>
              <a:gd name="connsiteY161" fmla="*/ 4698007 h 6858000"/>
              <a:gd name="connsiteX162" fmla="*/ 2305292 w 7467600"/>
              <a:gd name="connsiteY162" fmla="*/ 4219492 h 6858000"/>
              <a:gd name="connsiteX163" fmla="*/ 3360922 w 7467600"/>
              <a:gd name="connsiteY163" fmla="*/ 4529373 h 6858000"/>
              <a:gd name="connsiteX164" fmla="*/ 3492420 w 7467600"/>
              <a:gd name="connsiteY164" fmla="*/ 4510145 h 6858000"/>
              <a:gd name="connsiteX165" fmla="*/ 3364086 w 7467600"/>
              <a:gd name="connsiteY165" fmla="*/ 4480340 h 6858000"/>
              <a:gd name="connsiteX166" fmla="*/ 3225818 w 7467600"/>
              <a:gd name="connsiteY166" fmla="*/ 4411822 h 6858000"/>
              <a:gd name="connsiteX167" fmla="*/ 3129696 w 7467600"/>
              <a:gd name="connsiteY167" fmla="*/ 4360704 h 6858000"/>
              <a:gd name="connsiteX168" fmla="*/ 2814545 w 7467600"/>
              <a:gd name="connsiteY168" fmla="*/ 4282955 h 6858000"/>
              <a:gd name="connsiteX169" fmla="*/ 2305292 w 7467600"/>
              <a:gd name="connsiteY169" fmla="*/ 4219492 h 6858000"/>
              <a:gd name="connsiteX170" fmla="*/ 2626982 w 7467600"/>
              <a:gd name="connsiteY170" fmla="*/ 4206450 h 6858000"/>
              <a:gd name="connsiteX171" fmla="*/ 2490617 w 7467600"/>
              <a:gd name="connsiteY171" fmla="*/ 4206951 h 6858000"/>
              <a:gd name="connsiteX172" fmla="*/ 2819869 w 7467600"/>
              <a:gd name="connsiteY172" fmla="*/ 4252936 h 6858000"/>
              <a:gd name="connsiteX173" fmla="*/ 3143018 w 7467600"/>
              <a:gd name="connsiteY173" fmla="*/ 4332698 h 6858000"/>
              <a:gd name="connsiteX174" fmla="*/ 3241520 w 7467600"/>
              <a:gd name="connsiteY174" fmla="*/ 4385112 h 6858000"/>
              <a:gd name="connsiteX175" fmla="*/ 3374575 w 7467600"/>
              <a:gd name="connsiteY175" fmla="*/ 4451517 h 6858000"/>
              <a:gd name="connsiteX176" fmla="*/ 3505221 w 7467600"/>
              <a:gd name="connsiteY176" fmla="*/ 4480757 h 6858000"/>
              <a:gd name="connsiteX177" fmla="*/ 2626982 w 7467600"/>
              <a:gd name="connsiteY177" fmla="*/ 4206450 h 6858000"/>
              <a:gd name="connsiteX178" fmla="*/ 1310106 w 7467600"/>
              <a:gd name="connsiteY178" fmla="*/ 3943217 h 6858000"/>
              <a:gd name="connsiteX179" fmla="*/ 854994 w 7467600"/>
              <a:gd name="connsiteY179" fmla="*/ 4399136 h 6858000"/>
              <a:gd name="connsiteX180" fmla="*/ 742462 w 7467600"/>
              <a:gd name="connsiteY180" fmla="*/ 4594648 h 6858000"/>
              <a:gd name="connsiteX181" fmla="*/ 820602 w 7467600"/>
              <a:gd name="connsiteY181" fmla="*/ 4485915 h 6858000"/>
              <a:gd name="connsiteX182" fmla="*/ 878295 w 7467600"/>
              <a:gd name="connsiteY182" fmla="*/ 4403594 h 6858000"/>
              <a:gd name="connsiteX183" fmla="*/ 1240607 w 7467600"/>
              <a:gd name="connsiteY183" fmla="*/ 4010401 h 6858000"/>
              <a:gd name="connsiteX184" fmla="*/ 1310106 w 7467600"/>
              <a:gd name="connsiteY184" fmla="*/ 3943217 h 6858000"/>
              <a:gd name="connsiteX185" fmla="*/ 1423113 w 7467600"/>
              <a:gd name="connsiteY185" fmla="*/ 3874565 h 6858000"/>
              <a:gd name="connsiteX186" fmla="*/ 1260565 w 7467600"/>
              <a:gd name="connsiteY186" fmla="*/ 4031982 h 6858000"/>
              <a:gd name="connsiteX187" fmla="*/ 901900 w 7467600"/>
              <a:gd name="connsiteY187" fmla="*/ 4421236 h 6858000"/>
              <a:gd name="connsiteX188" fmla="*/ 845044 w 7467600"/>
              <a:gd name="connsiteY188" fmla="*/ 4502436 h 6858000"/>
              <a:gd name="connsiteX189" fmla="*/ 685926 w 7467600"/>
              <a:gd name="connsiteY189" fmla="*/ 4703069 h 6858000"/>
              <a:gd name="connsiteX190" fmla="*/ 684248 w 7467600"/>
              <a:gd name="connsiteY190" fmla="*/ 4706721 h 6858000"/>
              <a:gd name="connsiteX191" fmla="*/ 1423113 w 7467600"/>
              <a:gd name="connsiteY191" fmla="*/ 3874565 h 6858000"/>
              <a:gd name="connsiteX192" fmla="*/ 3316479 w 7467600"/>
              <a:gd name="connsiteY192" fmla="*/ 3872136 h 6858000"/>
              <a:gd name="connsiteX193" fmla="*/ 3546806 w 7467600"/>
              <a:gd name="connsiteY193" fmla="*/ 4356139 h 6858000"/>
              <a:gd name="connsiteX194" fmla="*/ 3364433 w 7467600"/>
              <a:gd name="connsiteY194" fmla="*/ 3953121 h 6858000"/>
              <a:gd name="connsiteX195" fmla="*/ 3316479 w 7467600"/>
              <a:gd name="connsiteY195" fmla="*/ 3872136 h 6858000"/>
              <a:gd name="connsiteX196" fmla="*/ 3291335 w 7467600"/>
              <a:gd name="connsiteY196" fmla="*/ 3767420 h 6858000"/>
              <a:gd name="connsiteX197" fmla="*/ 3390805 w 7467600"/>
              <a:gd name="connsiteY197" fmla="*/ 3937163 h 6858000"/>
              <a:gd name="connsiteX198" fmla="*/ 3579062 w 7467600"/>
              <a:gd name="connsiteY198" fmla="*/ 4359040 h 6858000"/>
              <a:gd name="connsiteX199" fmla="*/ 3467355 w 7467600"/>
              <a:gd name="connsiteY199" fmla="*/ 3988130 h 6858000"/>
              <a:gd name="connsiteX200" fmla="*/ 3310753 w 7467600"/>
              <a:gd name="connsiteY200" fmla="*/ 3787140 h 6858000"/>
              <a:gd name="connsiteX201" fmla="*/ 3291335 w 7467600"/>
              <a:gd name="connsiteY201" fmla="*/ 3767420 h 6858000"/>
              <a:gd name="connsiteX202" fmla="*/ 1635889 w 7467600"/>
              <a:gd name="connsiteY202" fmla="*/ 3709494 h 6858000"/>
              <a:gd name="connsiteX203" fmla="*/ 1634800 w 7467600"/>
              <a:gd name="connsiteY203" fmla="*/ 3731111 h 6858000"/>
              <a:gd name="connsiteX204" fmla="*/ 1635889 w 7467600"/>
              <a:gd name="connsiteY204" fmla="*/ 3709494 h 6858000"/>
              <a:gd name="connsiteX205" fmla="*/ 1510397 w 7467600"/>
              <a:gd name="connsiteY205" fmla="*/ 3684705 h 6858000"/>
              <a:gd name="connsiteX206" fmla="*/ 1146550 w 7467600"/>
              <a:gd name="connsiteY206" fmla="*/ 3802012 h 6858000"/>
              <a:gd name="connsiteX207" fmla="*/ 698834 w 7467600"/>
              <a:gd name="connsiteY207" fmla="*/ 3952272 h 6858000"/>
              <a:gd name="connsiteX208" fmla="*/ 34256 w 7467600"/>
              <a:gd name="connsiteY208" fmla="*/ 4347603 h 6858000"/>
              <a:gd name="connsiteX209" fmla="*/ 527241 w 7467600"/>
              <a:gd name="connsiteY209" fmla="*/ 4065078 h 6858000"/>
              <a:gd name="connsiteX210" fmla="*/ 1510397 w 7467600"/>
              <a:gd name="connsiteY210" fmla="*/ 3684705 h 6858000"/>
              <a:gd name="connsiteX211" fmla="*/ 1313114 w 7467600"/>
              <a:gd name="connsiteY211" fmla="*/ 3655216 h 6858000"/>
              <a:gd name="connsiteX212" fmla="*/ 1109304 w 7467600"/>
              <a:gd name="connsiteY212" fmla="*/ 3669030 h 6858000"/>
              <a:gd name="connsiteX213" fmla="*/ 8129 w 7467600"/>
              <a:gd name="connsiteY213" fmla="*/ 4330519 h 6858000"/>
              <a:gd name="connsiteX214" fmla="*/ 687572 w 7467600"/>
              <a:gd name="connsiteY214" fmla="*/ 3925629 h 6858000"/>
              <a:gd name="connsiteX215" fmla="*/ 1138365 w 7467600"/>
              <a:gd name="connsiteY215" fmla="*/ 3774515 h 6858000"/>
              <a:gd name="connsiteX216" fmla="*/ 1505579 w 7467600"/>
              <a:gd name="connsiteY216" fmla="*/ 3655526 h 6858000"/>
              <a:gd name="connsiteX217" fmla="*/ 1313114 w 7467600"/>
              <a:gd name="connsiteY217" fmla="*/ 3655216 h 6858000"/>
              <a:gd name="connsiteX218" fmla="*/ 3655073 w 7467600"/>
              <a:gd name="connsiteY218" fmla="*/ 3650884 h 6858000"/>
              <a:gd name="connsiteX219" fmla="*/ 3989938 w 7467600"/>
              <a:gd name="connsiteY219" fmla="*/ 3991685 h 6858000"/>
              <a:gd name="connsiteX220" fmla="*/ 4393907 w 7467600"/>
              <a:gd name="connsiteY220" fmla="*/ 4261258 h 6858000"/>
              <a:gd name="connsiteX221" fmla="*/ 4648051 w 7467600"/>
              <a:gd name="connsiteY221" fmla="*/ 4374051 h 6858000"/>
              <a:gd name="connsiteX222" fmla="*/ 4383389 w 7467600"/>
              <a:gd name="connsiteY222" fmla="*/ 4184369 h 6858000"/>
              <a:gd name="connsiteX223" fmla="*/ 4165508 w 7467600"/>
              <a:gd name="connsiteY223" fmla="*/ 4035196 h 6858000"/>
              <a:gd name="connsiteX224" fmla="*/ 4068162 w 7467600"/>
              <a:gd name="connsiteY224" fmla="*/ 3953394 h 6858000"/>
              <a:gd name="connsiteX225" fmla="*/ 3981416 w 7467600"/>
              <a:gd name="connsiteY225" fmla="*/ 3880482 h 6858000"/>
              <a:gd name="connsiteX226" fmla="*/ 3800147 w 7467600"/>
              <a:gd name="connsiteY226" fmla="*/ 3749872 h 6858000"/>
              <a:gd name="connsiteX227" fmla="*/ 3655073 w 7467600"/>
              <a:gd name="connsiteY227" fmla="*/ 3650884 h 6858000"/>
              <a:gd name="connsiteX228" fmla="*/ 3670252 w 7467600"/>
              <a:gd name="connsiteY228" fmla="*/ 3622798 h 6858000"/>
              <a:gd name="connsiteX229" fmla="*/ 3817258 w 7467600"/>
              <a:gd name="connsiteY229" fmla="*/ 3723577 h 6858000"/>
              <a:gd name="connsiteX230" fmla="*/ 4000461 w 7467600"/>
              <a:gd name="connsiteY230" fmla="*/ 3855966 h 6858000"/>
              <a:gd name="connsiteX231" fmla="*/ 4088180 w 7467600"/>
              <a:gd name="connsiteY231" fmla="*/ 3929774 h 6858000"/>
              <a:gd name="connsiteX232" fmla="*/ 4184555 w 7467600"/>
              <a:gd name="connsiteY232" fmla="*/ 4010683 h 6858000"/>
              <a:gd name="connsiteX233" fmla="*/ 4399563 w 7467600"/>
              <a:gd name="connsiteY233" fmla="*/ 4158106 h 6858000"/>
              <a:gd name="connsiteX234" fmla="*/ 4684469 w 7467600"/>
              <a:gd name="connsiteY234" fmla="*/ 4364680 h 6858000"/>
              <a:gd name="connsiteX235" fmla="*/ 4690271 w 7467600"/>
              <a:gd name="connsiteY235" fmla="*/ 4370034 h 6858000"/>
              <a:gd name="connsiteX236" fmla="*/ 4136093 w 7467600"/>
              <a:gd name="connsiteY236" fmla="*/ 3858466 h 6858000"/>
              <a:gd name="connsiteX237" fmla="*/ 3670252 w 7467600"/>
              <a:gd name="connsiteY237" fmla="*/ 3622798 h 6858000"/>
              <a:gd name="connsiteX238" fmla="*/ 4440129 w 7467600"/>
              <a:gd name="connsiteY238" fmla="*/ 3448571 h 6858000"/>
              <a:gd name="connsiteX239" fmla="*/ 4856525 w 7467600"/>
              <a:gd name="connsiteY239" fmla="*/ 3915351 h 6858000"/>
              <a:gd name="connsiteX240" fmla="*/ 5059055 w 7467600"/>
              <a:gd name="connsiteY240" fmla="*/ 4108918 h 6858000"/>
              <a:gd name="connsiteX241" fmla="*/ 5290070 w 7467600"/>
              <a:gd name="connsiteY241" fmla="*/ 4263619 h 6858000"/>
              <a:gd name="connsiteX242" fmla="*/ 4834991 w 7467600"/>
              <a:gd name="connsiteY242" fmla="*/ 3830985 h 6858000"/>
              <a:gd name="connsiteX243" fmla="*/ 4440129 w 7467600"/>
              <a:gd name="connsiteY243" fmla="*/ 3448571 h 6858000"/>
              <a:gd name="connsiteX244" fmla="*/ 4441737 w 7467600"/>
              <a:gd name="connsiteY244" fmla="*/ 3399734 h 6858000"/>
              <a:gd name="connsiteX245" fmla="*/ 4431236 w 7467600"/>
              <a:gd name="connsiteY245" fmla="*/ 3400954 h 6858000"/>
              <a:gd name="connsiteX246" fmla="*/ 4557150 w 7467600"/>
              <a:gd name="connsiteY246" fmla="*/ 3510023 h 6858000"/>
              <a:gd name="connsiteX247" fmla="*/ 4856936 w 7467600"/>
              <a:gd name="connsiteY247" fmla="*/ 3809146 h 6858000"/>
              <a:gd name="connsiteX248" fmla="*/ 5111996 w 7467600"/>
              <a:gd name="connsiteY248" fmla="*/ 4065759 h 6858000"/>
              <a:gd name="connsiteX249" fmla="*/ 5388878 w 7467600"/>
              <a:gd name="connsiteY249" fmla="*/ 4300185 h 6858000"/>
              <a:gd name="connsiteX250" fmla="*/ 5425556 w 7467600"/>
              <a:gd name="connsiteY250" fmla="*/ 4308967 h 6858000"/>
              <a:gd name="connsiteX251" fmla="*/ 4943646 w 7467600"/>
              <a:gd name="connsiteY251" fmla="*/ 3822916 h 6858000"/>
              <a:gd name="connsiteX252" fmla="*/ 4594837 w 7467600"/>
              <a:gd name="connsiteY252" fmla="*/ 3532274 h 6858000"/>
              <a:gd name="connsiteX253" fmla="*/ 4441737 w 7467600"/>
              <a:gd name="connsiteY253" fmla="*/ 3399734 h 6858000"/>
              <a:gd name="connsiteX254" fmla="*/ 5425834 w 7467600"/>
              <a:gd name="connsiteY254" fmla="*/ 3162785 h 6858000"/>
              <a:gd name="connsiteX255" fmla="*/ 5401644 w 7467600"/>
              <a:gd name="connsiteY255" fmla="*/ 3617847 h 6858000"/>
              <a:gd name="connsiteX256" fmla="*/ 5467256 w 7467600"/>
              <a:gd name="connsiteY256" fmla="*/ 4175494 h 6858000"/>
              <a:gd name="connsiteX257" fmla="*/ 5448069 w 7467600"/>
              <a:gd name="connsiteY257" fmla="*/ 3567554 h 6858000"/>
              <a:gd name="connsiteX258" fmla="*/ 5425834 w 7467600"/>
              <a:gd name="connsiteY258" fmla="*/ 3162785 h 6858000"/>
              <a:gd name="connsiteX259" fmla="*/ 1318687 w 7467600"/>
              <a:gd name="connsiteY259" fmla="*/ 3113840 h 6858000"/>
              <a:gd name="connsiteX260" fmla="*/ 1066793 w 7467600"/>
              <a:gd name="connsiteY260" fmla="*/ 3212171 h 6858000"/>
              <a:gd name="connsiteX261" fmla="*/ 993319 w 7467600"/>
              <a:gd name="connsiteY261" fmla="*/ 3247648 h 6858000"/>
              <a:gd name="connsiteX262" fmla="*/ 853081 w 7467600"/>
              <a:gd name="connsiteY262" fmla="*/ 3312410 h 6858000"/>
              <a:gd name="connsiteX263" fmla="*/ 805957 w 7467600"/>
              <a:gd name="connsiteY263" fmla="*/ 3330443 h 6858000"/>
              <a:gd name="connsiteX264" fmla="*/ 1318687 w 7467600"/>
              <a:gd name="connsiteY264" fmla="*/ 3113840 h 6858000"/>
              <a:gd name="connsiteX265" fmla="*/ 5453702 w 7467600"/>
              <a:gd name="connsiteY265" fmla="*/ 3090882 h 6858000"/>
              <a:gd name="connsiteX266" fmla="*/ 5480135 w 7467600"/>
              <a:gd name="connsiteY266" fmla="*/ 3565802 h 6858000"/>
              <a:gd name="connsiteX267" fmla="*/ 5499023 w 7467600"/>
              <a:gd name="connsiteY267" fmla="*/ 4166310 h 6858000"/>
              <a:gd name="connsiteX268" fmla="*/ 5547022 w 7467600"/>
              <a:gd name="connsiteY268" fmla="*/ 3607838 h 6858000"/>
              <a:gd name="connsiteX269" fmla="*/ 5515964 w 7467600"/>
              <a:gd name="connsiteY269" fmla="*/ 3378541 h 6858000"/>
              <a:gd name="connsiteX270" fmla="*/ 5453702 w 7467600"/>
              <a:gd name="connsiteY270" fmla="*/ 3090882 h 6858000"/>
              <a:gd name="connsiteX271" fmla="*/ 1238695 w 7467600"/>
              <a:gd name="connsiteY271" fmla="*/ 3076820 h 6858000"/>
              <a:gd name="connsiteX272" fmla="*/ 716371 w 7467600"/>
              <a:gd name="connsiteY272" fmla="*/ 3293249 h 6858000"/>
              <a:gd name="connsiteX273" fmla="*/ 579522 w 7467600"/>
              <a:gd name="connsiteY273" fmla="*/ 3371759 h 6858000"/>
              <a:gd name="connsiteX274" fmla="*/ 600288 w 7467600"/>
              <a:gd name="connsiteY274" fmla="*/ 3365555 h 6858000"/>
              <a:gd name="connsiteX275" fmla="*/ 840692 w 7467600"/>
              <a:gd name="connsiteY275" fmla="*/ 3284921 h 6858000"/>
              <a:gd name="connsiteX276" fmla="*/ 979248 w 7467600"/>
              <a:gd name="connsiteY276" fmla="*/ 3221003 h 6858000"/>
              <a:gd name="connsiteX277" fmla="*/ 1053282 w 7467600"/>
              <a:gd name="connsiteY277" fmla="*/ 3185247 h 6858000"/>
              <a:gd name="connsiteX278" fmla="*/ 1320603 w 7467600"/>
              <a:gd name="connsiteY278" fmla="*/ 3081281 h 6858000"/>
              <a:gd name="connsiteX279" fmla="*/ 1238695 w 7467600"/>
              <a:gd name="connsiteY279" fmla="*/ 3076820 h 6858000"/>
              <a:gd name="connsiteX280" fmla="*/ 5425627 w 7467600"/>
              <a:gd name="connsiteY280" fmla="*/ 2954192 h 6858000"/>
              <a:gd name="connsiteX281" fmla="*/ 5470770 w 7467600"/>
              <a:gd name="connsiteY281" fmla="*/ 3005435 h 6858000"/>
              <a:gd name="connsiteX282" fmla="*/ 5519779 w 7467600"/>
              <a:gd name="connsiteY282" fmla="*/ 4359223 h 6858000"/>
              <a:gd name="connsiteX283" fmla="*/ 5520293 w 7467600"/>
              <a:gd name="connsiteY283" fmla="*/ 4360602 h 6858000"/>
              <a:gd name="connsiteX284" fmla="*/ 5767221 w 7467600"/>
              <a:gd name="connsiteY284" fmla="*/ 4665564 h 6858000"/>
              <a:gd name="connsiteX285" fmla="*/ 6937169 w 7467600"/>
              <a:gd name="connsiteY285" fmla="*/ 4815941 h 6858000"/>
              <a:gd name="connsiteX286" fmla="*/ 6953922 w 7467600"/>
              <a:gd name="connsiteY286" fmla="*/ 4890068 h 6858000"/>
              <a:gd name="connsiteX287" fmla="*/ 6071359 w 7467600"/>
              <a:gd name="connsiteY287" fmla="*/ 4770770 h 6858000"/>
              <a:gd name="connsiteX288" fmla="*/ 6038839 w 7467600"/>
              <a:gd name="connsiteY288" fmla="*/ 4764474 h 6858000"/>
              <a:gd name="connsiteX289" fmla="*/ 6038706 w 7467600"/>
              <a:gd name="connsiteY289" fmla="*/ 4763847 h 6858000"/>
              <a:gd name="connsiteX290" fmla="*/ 6037784 w 7467600"/>
              <a:gd name="connsiteY290" fmla="*/ 4764270 h 6858000"/>
              <a:gd name="connsiteX291" fmla="*/ 6038839 w 7467600"/>
              <a:gd name="connsiteY291" fmla="*/ 4764474 h 6858000"/>
              <a:gd name="connsiteX292" fmla="*/ 6040338 w 7467600"/>
              <a:gd name="connsiteY292" fmla="*/ 4771418 h 6858000"/>
              <a:gd name="connsiteX293" fmla="*/ 6024488 w 7467600"/>
              <a:gd name="connsiteY293" fmla="*/ 4809903 h 6858000"/>
              <a:gd name="connsiteX294" fmla="*/ 5599771 w 7467600"/>
              <a:gd name="connsiteY294" fmla="*/ 5509652 h 6858000"/>
              <a:gd name="connsiteX295" fmla="*/ 5548843 w 7467600"/>
              <a:gd name="connsiteY295" fmla="*/ 5563845 h 6858000"/>
              <a:gd name="connsiteX296" fmla="*/ 5940952 w 7467600"/>
              <a:gd name="connsiteY296" fmla="*/ 6250028 h 6858000"/>
              <a:gd name="connsiteX297" fmla="*/ 6043441 w 7467600"/>
              <a:gd name="connsiteY297" fmla="*/ 6665847 h 6858000"/>
              <a:gd name="connsiteX298" fmla="*/ 6093432 w 7467600"/>
              <a:gd name="connsiteY298" fmla="*/ 6858000 h 6858000"/>
              <a:gd name="connsiteX299" fmla="*/ 6034344 w 7467600"/>
              <a:gd name="connsiteY299" fmla="*/ 6858000 h 6858000"/>
              <a:gd name="connsiteX300" fmla="*/ 6026679 w 7467600"/>
              <a:gd name="connsiteY300" fmla="*/ 6836959 h 6858000"/>
              <a:gd name="connsiteX301" fmla="*/ 5800441 w 7467600"/>
              <a:gd name="connsiteY301" fmla="*/ 6335286 h 6858000"/>
              <a:gd name="connsiteX302" fmla="*/ 5526562 w 7467600"/>
              <a:gd name="connsiteY302" fmla="*/ 5705388 h 6858000"/>
              <a:gd name="connsiteX303" fmla="*/ 5519640 w 7467600"/>
              <a:gd name="connsiteY303" fmla="*/ 5683774 h 6858000"/>
              <a:gd name="connsiteX304" fmla="*/ 5844559 w 7467600"/>
              <a:gd name="connsiteY304" fmla="*/ 6553349 h 6858000"/>
              <a:gd name="connsiteX305" fmla="*/ 5975994 w 7467600"/>
              <a:gd name="connsiteY305" fmla="*/ 6858000 h 6858000"/>
              <a:gd name="connsiteX306" fmla="*/ 5898547 w 7467600"/>
              <a:gd name="connsiteY306" fmla="*/ 6858000 h 6858000"/>
              <a:gd name="connsiteX307" fmla="*/ 5682041 w 7467600"/>
              <a:gd name="connsiteY307" fmla="*/ 6355860 h 6858000"/>
              <a:gd name="connsiteX308" fmla="*/ 5461758 w 7467600"/>
              <a:gd name="connsiteY308" fmla="*/ 5820220 h 6858000"/>
              <a:gd name="connsiteX309" fmla="*/ 5237282 w 7467600"/>
              <a:gd name="connsiteY309" fmla="*/ 6579086 h 6858000"/>
              <a:gd name="connsiteX310" fmla="*/ 5115009 w 7467600"/>
              <a:gd name="connsiteY310" fmla="*/ 6858000 h 6858000"/>
              <a:gd name="connsiteX311" fmla="*/ 5028074 w 7467600"/>
              <a:gd name="connsiteY311" fmla="*/ 6858000 h 6858000"/>
              <a:gd name="connsiteX312" fmla="*/ 5079508 w 7467600"/>
              <a:gd name="connsiteY312" fmla="*/ 6749074 h 6858000"/>
              <a:gd name="connsiteX313" fmla="*/ 5371846 w 7467600"/>
              <a:gd name="connsiteY313" fmla="*/ 5924413 h 6858000"/>
              <a:gd name="connsiteX314" fmla="*/ 5270512 w 7467600"/>
              <a:gd name="connsiteY314" fmla="*/ 6138975 h 6858000"/>
              <a:gd name="connsiteX315" fmla="*/ 5062409 w 7467600"/>
              <a:gd name="connsiteY315" fmla="*/ 6653544 h 6858000"/>
              <a:gd name="connsiteX316" fmla="*/ 5036628 w 7467600"/>
              <a:gd name="connsiteY316" fmla="*/ 6754247 h 6858000"/>
              <a:gd name="connsiteX317" fmla="*/ 5009112 w 7467600"/>
              <a:gd name="connsiteY317" fmla="*/ 6858000 h 6858000"/>
              <a:gd name="connsiteX318" fmla="*/ 4976679 w 7467600"/>
              <a:gd name="connsiteY318" fmla="*/ 6858000 h 6858000"/>
              <a:gd name="connsiteX319" fmla="*/ 5006537 w 7467600"/>
              <a:gd name="connsiteY319" fmla="*/ 6747068 h 6858000"/>
              <a:gd name="connsiteX320" fmla="*/ 5032723 w 7467600"/>
              <a:gd name="connsiteY320" fmla="*/ 6644957 h 6858000"/>
              <a:gd name="connsiteX321" fmla="*/ 5242949 w 7467600"/>
              <a:gd name="connsiteY321" fmla="*/ 6125175 h 6858000"/>
              <a:gd name="connsiteX322" fmla="*/ 5286321 w 7467600"/>
              <a:gd name="connsiteY322" fmla="*/ 6033555 h 6858000"/>
              <a:gd name="connsiteX323" fmla="*/ 5008210 w 7467600"/>
              <a:gd name="connsiteY323" fmla="*/ 6649194 h 6858000"/>
              <a:gd name="connsiteX324" fmla="*/ 4986321 w 7467600"/>
              <a:gd name="connsiteY324" fmla="*/ 6765687 h 6858000"/>
              <a:gd name="connsiteX325" fmla="*/ 4973474 w 7467600"/>
              <a:gd name="connsiteY325" fmla="*/ 6858000 h 6858000"/>
              <a:gd name="connsiteX326" fmla="*/ 4907178 w 7467600"/>
              <a:gd name="connsiteY326" fmla="*/ 6858000 h 6858000"/>
              <a:gd name="connsiteX327" fmla="*/ 4910810 w 7467600"/>
              <a:gd name="connsiteY327" fmla="*/ 6829660 h 6858000"/>
              <a:gd name="connsiteX328" fmla="*/ 4987461 w 7467600"/>
              <a:gd name="connsiteY328" fmla="*/ 6432994 h 6858000"/>
              <a:gd name="connsiteX329" fmla="*/ 5179262 w 7467600"/>
              <a:gd name="connsiteY329" fmla="*/ 6035044 h 6858000"/>
              <a:gd name="connsiteX330" fmla="*/ 4689678 w 7467600"/>
              <a:gd name="connsiteY330" fmla="*/ 6440241 h 6858000"/>
              <a:gd name="connsiteX331" fmla="*/ 4477543 w 7467600"/>
              <a:gd name="connsiteY331" fmla="*/ 6674836 h 6858000"/>
              <a:gd name="connsiteX332" fmla="*/ 4329957 w 7467600"/>
              <a:gd name="connsiteY332" fmla="*/ 6858000 h 6858000"/>
              <a:gd name="connsiteX333" fmla="*/ 4218595 w 7467600"/>
              <a:gd name="connsiteY333" fmla="*/ 6858000 h 6858000"/>
              <a:gd name="connsiteX334" fmla="*/ 4368888 w 7467600"/>
              <a:gd name="connsiteY334" fmla="*/ 6668412 h 6858000"/>
              <a:gd name="connsiteX335" fmla="*/ 4563091 w 7467600"/>
              <a:gd name="connsiteY335" fmla="*/ 6442508 h 6858000"/>
              <a:gd name="connsiteX336" fmla="*/ 5387324 w 7467600"/>
              <a:gd name="connsiteY336" fmla="*/ 5705830 h 6858000"/>
              <a:gd name="connsiteX337" fmla="*/ 5073620 w 7467600"/>
              <a:gd name="connsiteY337" fmla="*/ 5955437 h 6858000"/>
              <a:gd name="connsiteX338" fmla="*/ 4689789 w 7467600"/>
              <a:gd name="connsiteY338" fmla="*/ 6268382 h 6858000"/>
              <a:gd name="connsiteX339" fmla="*/ 4418722 w 7467600"/>
              <a:gd name="connsiteY339" fmla="*/ 6570886 h 6858000"/>
              <a:gd name="connsiteX340" fmla="*/ 4214944 w 7467600"/>
              <a:gd name="connsiteY340" fmla="*/ 6858000 h 6858000"/>
              <a:gd name="connsiteX341" fmla="*/ 4177898 w 7467600"/>
              <a:gd name="connsiteY341" fmla="*/ 6858000 h 6858000"/>
              <a:gd name="connsiteX342" fmla="*/ 4391597 w 7467600"/>
              <a:gd name="connsiteY342" fmla="*/ 6556370 h 6858000"/>
              <a:gd name="connsiteX343" fmla="*/ 4668889 w 7467600"/>
              <a:gd name="connsiteY343" fmla="*/ 6246399 h 6858000"/>
              <a:gd name="connsiteX344" fmla="*/ 5055427 w 7467600"/>
              <a:gd name="connsiteY344" fmla="*/ 5931476 h 6858000"/>
              <a:gd name="connsiteX345" fmla="*/ 5371814 w 7467600"/>
              <a:gd name="connsiteY345" fmla="*/ 5678975 h 6858000"/>
              <a:gd name="connsiteX346" fmla="*/ 4987918 w 7467600"/>
              <a:gd name="connsiteY346" fmla="*/ 5838701 h 6858000"/>
              <a:gd name="connsiteX347" fmla="*/ 4317146 w 7467600"/>
              <a:gd name="connsiteY347" fmla="*/ 6587716 h 6858000"/>
              <a:gd name="connsiteX348" fmla="*/ 4171627 w 7467600"/>
              <a:gd name="connsiteY348" fmla="*/ 6858000 h 6858000"/>
              <a:gd name="connsiteX349" fmla="*/ 4081585 w 7467600"/>
              <a:gd name="connsiteY349" fmla="*/ 6858000 h 6858000"/>
              <a:gd name="connsiteX350" fmla="*/ 4238603 w 7467600"/>
              <a:gd name="connsiteY350" fmla="*/ 6559341 h 6858000"/>
              <a:gd name="connsiteX351" fmla="*/ 4778333 w 7467600"/>
              <a:gd name="connsiteY351" fmla="*/ 5873626 h 6858000"/>
              <a:gd name="connsiteX352" fmla="*/ 5414185 w 7467600"/>
              <a:gd name="connsiteY352" fmla="*/ 5573882 h 6858000"/>
              <a:gd name="connsiteX353" fmla="*/ 5959648 w 7467600"/>
              <a:gd name="connsiteY353" fmla="*/ 4760797 h 6858000"/>
              <a:gd name="connsiteX354" fmla="*/ 5355019 w 7467600"/>
              <a:gd name="connsiteY354" fmla="*/ 4734672 h 6858000"/>
              <a:gd name="connsiteX355" fmla="*/ 5083565 w 7467600"/>
              <a:gd name="connsiteY355" fmla="*/ 5179121 h 6858000"/>
              <a:gd name="connsiteX356" fmla="*/ 4713577 w 7467600"/>
              <a:gd name="connsiteY356" fmla="*/ 5616803 h 6858000"/>
              <a:gd name="connsiteX357" fmla="*/ 3989559 w 7467600"/>
              <a:gd name="connsiteY357" fmla="*/ 6145945 h 6858000"/>
              <a:gd name="connsiteX358" fmla="*/ 3939824 w 7467600"/>
              <a:gd name="connsiteY358" fmla="*/ 6066900 h 6858000"/>
              <a:gd name="connsiteX359" fmla="*/ 4584537 w 7467600"/>
              <a:gd name="connsiteY359" fmla="*/ 5324826 h 6858000"/>
              <a:gd name="connsiteX360" fmla="*/ 5037105 w 7467600"/>
              <a:gd name="connsiteY360" fmla="*/ 5088765 h 6858000"/>
              <a:gd name="connsiteX361" fmla="*/ 5039930 w 7467600"/>
              <a:gd name="connsiteY361" fmla="*/ 5089585 h 6858000"/>
              <a:gd name="connsiteX362" fmla="*/ 5263764 w 7467600"/>
              <a:gd name="connsiteY362" fmla="*/ 4735525 h 6858000"/>
              <a:gd name="connsiteX363" fmla="*/ 4086300 w 7467600"/>
              <a:gd name="connsiteY363" fmla="*/ 4884599 h 6858000"/>
              <a:gd name="connsiteX364" fmla="*/ 4085485 w 7467600"/>
              <a:gd name="connsiteY364" fmla="*/ 4899070 h 6858000"/>
              <a:gd name="connsiteX365" fmla="*/ 3871915 w 7467600"/>
              <a:gd name="connsiteY365" fmla="*/ 5253645 h 6858000"/>
              <a:gd name="connsiteX366" fmla="*/ 3799374 w 7467600"/>
              <a:gd name="connsiteY366" fmla="*/ 5466127 h 6858000"/>
              <a:gd name="connsiteX367" fmla="*/ 3498850 w 7467600"/>
              <a:gd name="connsiteY367" fmla="*/ 6661888 h 6858000"/>
              <a:gd name="connsiteX368" fmla="*/ 3399216 w 7467600"/>
              <a:gd name="connsiteY368" fmla="*/ 6858000 h 6858000"/>
              <a:gd name="connsiteX369" fmla="*/ 3303688 w 7467600"/>
              <a:gd name="connsiteY369" fmla="*/ 6858000 h 6858000"/>
              <a:gd name="connsiteX370" fmla="*/ 3391774 w 7467600"/>
              <a:gd name="connsiteY370" fmla="*/ 6697181 h 6858000"/>
              <a:gd name="connsiteX371" fmla="*/ 3735540 w 7467600"/>
              <a:gd name="connsiteY371" fmla="*/ 5546923 h 6858000"/>
              <a:gd name="connsiteX372" fmla="*/ 3729438 w 7467600"/>
              <a:gd name="connsiteY372" fmla="*/ 5569058 h 6858000"/>
              <a:gd name="connsiteX373" fmla="*/ 3707782 w 7467600"/>
              <a:gd name="connsiteY373" fmla="*/ 5644908 h 6858000"/>
              <a:gd name="connsiteX374" fmla="*/ 3583827 w 7467600"/>
              <a:gd name="connsiteY374" fmla="*/ 6039215 h 6858000"/>
              <a:gd name="connsiteX375" fmla="*/ 3547861 w 7467600"/>
              <a:gd name="connsiteY375" fmla="*/ 6129609 h 6858000"/>
              <a:gd name="connsiteX376" fmla="*/ 3490905 w 7467600"/>
              <a:gd name="connsiteY376" fmla="*/ 6277660 h 6858000"/>
              <a:gd name="connsiteX377" fmla="*/ 3455859 w 7467600"/>
              <a:gd name="connsiteY377" fmla="*/ 6391301 h 6858000"/>
              <a:gd name="connsiteX378" fmla="*/ 3429112 w 7467600"/>
              <a:gd name="connsiteY378" fmla="*/ 6479469 h 6858000"/>
              <a:gd name="connsiteX379" fmla="*/ 3304862 w 7467600"/>
              <a:gd name="connsiteY379" fmla="*/ 6796476 h 6858000"/>
              <a:gd name="connsiteX380" fmla="*/ 3276071 w 7467600"/>
              <a:gd name="connsiteY380" fmla="*/ 6858000 h 6858000"/>
              <a:gd name="connsiteX381" fmla="*/ 3240805 w 7467600"/>
              <a:gd name="connsiteY381" fmla="*/ 6858000 h 6858000"/>
              <a:gd name="connsiteX382" fmla="*/ 3275917 w 7467600"/>
              <a:gd name="connsiteY382" fmla="*/ 6783192 h 6858000"/>
              <a:gd name="connsiteX383" fmla="*/ 3399358 w 7467600"/>
              <a:gd name="connsiteY383" fmla="*/ 6469011 h 6858000"/>
              <a:gd name="connsiteX384" fmla="*/ 3425650 w 7467600"/>
              <a:gd name="connsiteY384" fmla="*/ 6381333 h 6858000"/>
              <a:gd name="connsiteX385" fmla="*/ 3460661 w 7467600"/>
              <a:gd name="connsiteY385" fmla="*/ 6266763 h 6858000"/>
              <a:gd name="connsiteX386" fmla="*/ 3518021 w 7467600"/>
              <a:gd name="connsiteY386" fmla="*/ 6117298 h 6858000"/>
              <a:gd name="connsiteX387" fmla="*/ 3554035 w 7467600"/>
              <a:gd name="connsiteY387" fmla="*/ 6027832 h 6858000"/>
              <a:gd name="connsiteX388" fmla="*/ 3677174 w 7467600"/>
              <a:gd name="connsiteY388" fmla="*/ 5636351 h 6858000"/>
              <a:gd name="connsiteX389" fmla="*/ 3698819 w 7467600"/>
              <a:gd name="connsiteY389" fmla="*/ 5560503 h 6858000"/>
              <a:gd name="connsiteX390" fmla="*/ 3702094 w 7467600"/>
              <a:gd name="connsiteY390" fmla="*/ 5549194 h 6858000"/>
              <a:gd name="connsiteX391" fmla="*/ 3398355 w 7467600"/>
              <a:gd name="connsiteY391" fmla="*/ 6094603 h 6858000"/>
              <a:gd name="connsiteX392" fmla="*/ 3193941 w 7467600"/>
              <a:gd name="connsiteY392" fmla="*/ 6798775 h 6858000"/>
              <a:gd name="connsiteX393" fmla="*/ 3184140 w 7467600"/>
              <a:gd name="connsiteY393" fmla="*/ 6858000 h 6858000"/>
              <a:gd name="connsiteX394" fmla="*/ 3099978 w 7467600"/>
              <a:gd name="connsiteY394" fmla="*/ 6858000 h 6858000"/>
              <a:gd name="connsiteX395" fmla="*/ 3101556 w 7467600"/>
              <a:gd name="connsiteY395" fmla="*/ 6843337 h 6858000"/>
              <a:gd name="connsiteX396" fmla="*/ 3370162 w 7467600"/>
              <a:gd name="connsiteY396" fmla="*/ 5785550 h 6858000"/>
              <a:gd name="connsiteX397" fmla="*/ 3746477 w 7467600"/>
              <a:gd name="connsiteY397" fmla="*/ 5377889 h 6858000"/>
              <a:gd name="connsiteX398" fmla="*/ 3863399 w 7467600"/>
              <a:gd name="connsiteY398" fmla="*/ 5087257 h 6858000"/>
              <a:gd name="connsiteX399" fmla="*/ 3968712 w 7467600"/>
              <a:gd name="connsiteY399" fmla="*/ 4913989 h 6858000"/>
              <a:gd name="connsiteX400" fmla="*/ 2792390 w 7467600"/>
              <a:gd name="connsiteY400" fmla="*/ 5382974 h 6858000"/>
              <a:gd name="connsiteX401" fmla="*/ 2714982 w 7467600"/>
              <a:gd name="connsiteY401" fmla="*/ 5427051 h 6858000"/>
              <a:gd name="connsiteX402" fmla="*/ 2813361 w 7467600"/>
              <a:gd name="connsiteY402" fmla="*/ 6023912 h 6858000"/>
              <a:gd name="connsiteX403" fmla="*/ 2688430 w 7467600"/>
              <a:gd name="connsiteY403" fmla="*/ 6801564 h 6858000"/>
              <a:gd name="connsiteX404" fmla="*/ 2629626 w 7467600"/>
              <a:gd name="connsiteY404" fmla="*/ 6763394 h 6858000"/>
              <a:gd name="connsiteX405" fmla="*/ 2565328 w 7467600"/>
              <a:gd name="connsiteY405" fmla="*/ 5516399 h 6858000"/>
              <a:gd name="connsiteX406" fmla="*/ 1922999 w 7467600"/>
              <a:gd name="connsiteY406" fmla="*/ 5980343 h 6858000"/>
              <a:gd name="connsiteX407" fmla="*/ 1950261 w 7467600"/>
              <a:gd name="connsiteY407" fmla="*/ 6405858 h 6858000"/>
              <a:gd name="connsiteX408" fmla="*/ 2365554 w 7467600"/>
              <a:gd name="connsiteY408" fmla="*/ 6759107 h 6858000"/>
              <a:gd name="connsiteX409" fmla="*/ 2424142 w 7467600"/>
              <a:gd name="connsiteY409" fmla="*/ 6858000 h 6858000"/>
              <a:gd name="connsiteX410" fmla="*/ 2395994 w 7467600"/>
              <a:gd name="connsiteY410" fmla="*/ 6858000 h 6858000"/>
              <a:gd name="connsiteX411" fmla="*/ 2392863 w 7467600"/>
              <a:gd name="connsiteY411" fmla="*/ 6852964 h 6858000"/>
              <a:gd name="connsiteX412" fmla="*/ 2017589 w 7467600"/>
              <a:gd name="connsiteY412" fmla="*/ 6493982 h 6858000"/>
              <a:gd name="connsiteX413" fmla="*/ 2147336 w 7467600"/>
              <a:gd name="connsiteY413" fmla="*/ 6594052 h 6858000"/>
              <a:gd name="connsiteX414" fmla="*/ 2207047 w 7467600"/>
              <a:gd name="connsiteY414" fmla="*/ 6654540 h 6858000"/>
              <a:gd name="connsiteX415" fmla="*/ 2299106 w 7467600"/>
              <a:gd name="connsiteY415" fmla="*/ 6778931 h 6858000"/>
              <a:gd name="connsiteX416" fmla="*/ 2314430 w 7467600"/>
              <a:gd name="connsiteY416" fmla="*/ 6801144 h 6858000"/>
              <a:gd name="connsiteX417" fmla="*/ 2352406 w 7467600"/>
              <a:gd name="connsiteY417" fmla="*/ 6858000 h 6858000"/>
              <a:gd name="connsiteX418" fmla="*/ 2314492 w 7467600"/>
              <a:gd name="connsiteY418" fmla="*/ 6858000 h 6858000"/>
              <a:gd name="connsiteX419" fmla="*/ 2288095 w 7467600"/>
              <a:gd name="connsiteY419" fmla="*/ 6818030 h 6858000"/>
              <a:gd name="connsiteX420" fmla="*/ 2272768 w 7467600"/>
              <a:gd name="connsiteY420" fmla="*/ 6795822 h 6858000"/>
              <a:gd name="connsiteX421" fmla="*/ 2182715 w 7467600"/>
              <a:gd name="connsiteY421" fmla="*/ 6675071 h 6858000"/>
              <a:gd name="connsiteX422" fmla="*/ 2032061 w 7467600"/>
              <a:gd name="connsiteY422" fmla="*/ 6541380 h 6858000"/>
              <a:gd name="connsiteX423" fmla="*/ 2257220 w 7467600"/>
              <a:gd name="connsiteY423" fmla="*/ 6826257 h 6858000"/>
              <a:gd name="connsiteX424" fmla="*/ 2281324 w 7467600"/>
              <a:gd name="connsiteY424" fmla="*/ 6858000 h 6858000"/>
              <a:gd name="connsiteX425" fmla="*/ 2242860 w 7467600"/>
              <a:gd name="connsiteY425" fmla="*/ 6858000 h 6858000"/>
              <a:gd name="connsiteX426" fmla="*/ 2232818 w 7467600"/>
              <a:gd name="connsiteY426" fmla="*/ 6844926 h 6858000"/>
              <a:gd name="connsiteX427" fmla="*/ 1990172 w 7467600"/>
              <a:gd name="connsiteY427" fmla="*/ 6542121 h 6858000"/>
              <a:gd name="connsiteX428" fmla="*/ 2124090 w 7467600"/>
              <a:gd name="connsiteY428" fmla="*/ 6761017 h 6858000"/>
              <a:gd name="connsiteX429" fmla="*/ 2200380 w 7467600"/>
              <a:gd name="connsiteY429" fmla="*/ 6858000 h 6858000"/>
              <a:gd name="connsiteX430" fmla="*/ 2147507 w 7467600"/>
              <a:gd name="connsiteY430" fmla="*/ 6858000 h 6858000"/>
              <a:gd name="connsiteX431" fmla="*/ 2070668 w 7467600"/>
              <a:gd name="connsiteY431" fmla="*/ 6761520 h 6858000"/>
              <a:gd name="connsiteX432" fmla="*/ 1975142 w 7467600"/>
              <a:gd name="connsiteY432" fmla="*/ 6585570 h 6858000"/>
              <a:gd name="connsiteX433" fmla="*/ 2050035 w 7467600"/>
              <a:gd name="connsiteY433" fmla="*/ 6813345 h 6858000"/>
              <a:gd name="connsiteX434" fmla="*/ 2063025 w 7467600"/>
              <a:gd name="connsiteY434" fmla="*/ 6858000 h 6858000"/>
              <a:gd name="connsiteX435" fmla="*/ 2021675 w 7467600"/>
              <a:gd name="connsiteY435" fmla="*/ 6858000 h 6858000"/>
              <a:gd name="connsiteX436" fmla="*/ 2019308 w 7467600"/>
              <a:gd name="connsiteY436" fmla="*/ 6847118 h 6858000"/>
              <a:gd name="connsiteX437" fmla="*/ 1938835 w 7467600"/>
              <a:gd name="connsiteY437" fmla="*/ 6551160 h 6858000"/>
              <a:gd name="connsiteX438" fmla="*/ 1953230 w 7467600"/>
              <a:gd name="connsiteY438" fmla="*/ 6759699 h 6858000"/>
              <a:gd name="connsiteX439" fmla="*/ 1956763 w 7467600"/>
              <a:gd name="connsiteY439" fmla="*/ 6778191 h 6858000"/>
              <a:gd name="connsiteX440" fmla="*/ 1967925 w 7467600"/>
              <a:gd name="connsiteY440" fmla="*/ 6858000 h 6858000"/>
              <a:gd name="connsiteX441" fmla="*/ 1936622 w 7467600"/>
              <a:gd name="connsiteY441" fmla="*/ 6858000 h 6858000"/>
              <a:gd name="connsiteX442" fmla="*/ 1926261 w 7467600"/>
              <a:gd name="connsiteY442" fmla="*/ 6784064 h 6858000"/>
              <a:gd name="connsiteX443" fmla="*/ 1922724 w 7467600"/>
              <a:gd name="connsiteY443" fmla="*/ 6765577 h 6858000"/>
              <a:gd name="connsiteX444" fmla="*/ 1904650 w 7467600"/>
              <a:gd name="connsiteY444" fmla="*/ 6639616 h 6858000"/>
              <a:gd name="connsiteX445" fmla="*/ 1885273 w 7467600"/>
              <a:gd name="connsiteY445" fmla="*/ 6858000 h 6858000"/>
              <a:gd name="connsiteX446" fmla="*/ 1854363 w 7467600"/>
              <a:gd name="connsiteY446" fmla="*/ 6858000 h 6858000"/>
              <a:gd name="connsiteX447" fmla="*/ 1880391 w 7467600"/>
              <a:gd name="connsiteY447" fmla="*/ 6603796 h 6858000"/>
              <a:gd name="connsiteX448" fmla="*/ 1818273 w 7467600"/>
              <a:gd name="connsiteY448" fmla="*/ 6715729 h 6858000"/>
              <a:gd name="connsiteX449" fmla="*/ 1794691 w 7467600"/>
              <a:gd name="connsiteY449" fmla="*/ 6843239 h 6858000"/>
              <a:gd name="connsiteX450" fmla="*/ 1794914 w 7467600"/>
              <a:gd name="connsiteY450" fmla="*/ 6858000 h 6858000"/>
              <a:gd name="connsiteX451" fmla="*/ 1746128 w 7467600"/>
              <a:gd name="connsiteY451" fmla="*/ 6858000 h 6858000"/>
              <a:gd name="connsiteX452" fmla="*/ 1753934 w 7467600"/>
              <a:gd name="connsiteY452" fmla="*/ 6724796 h 6858000"/>
              <a:gd name="connsiteX453" fmla="*/ 1792053 w 7467600"/>
              <a:gd name="connsiteY453" fmla="*/ 6572396 h 6858000"/>
              <a:gd name="connsiteX454" fmla="*/ 1862248 w 7467600"/>
              <a:gd name="connsiteY454" fmla="*/ 6266397 h 6858000"/>
              <a:gd name="connsiteX455" fmla="*/ 1862250 w 7467600"/>
              <a:gd name="connsiteY455" fmla="*/ 6033531 h 6858000"/>
              <a:gd name="connsiteX456" fmla="*/ 1211999 w 7467600"/>
              <a:gd name="connsiteY456" fmla="*/ 6683610 h 6858000"/>
              <a:gd name="connsiteX457" fmla="*/ 1213266 w 7467600"/>
              <a:gd name="connsiteY457" fmla="*/ 6691947 h 6858000"/>
              <a:gd name="connsiteX458" fmla="*/ 1203370 w 7467600"/>
              <a:gd name="connsiteY458" fmla="*/ 6850676 h 6858000"/>
              <a:gd name="connsiteX459" fmla="*/ 1203671 w 7467600"/>
              <a:gd name="connsiteY459" fmla="*/ 6858000 h 6858000"/>
              <a:gd name="connsiteX460" fmla="*/ 1143180 w 7467600"/>
              <a:gd name="connsiteY460" fmla="*/ 6858000 h 6858000"/>
              <a:gd name="connsiteX461" fmla="*/ 1142176 w 7467600"/>
              <a:gd name="connsiteY461" fmla="*/ 6766045 h 6858000"/>
              <a:gd name="connsiteX462" fmla="*/ 1067484 w 7467600"/>
              <a:gd name="connsiteY462" fmla="*/ 6858000 h 6858000"/>
              <a:gd name="connsiteX463" fmla="*/ 953928 w 7467600"/>
              <a:gd name="connsiteY463" fmla="*/ 6858000 h 6858000"/>
              <a:gd name="connsiteX464" fmla="*/ 959715 w 7467600"/>
              <a:gd name="connsiteY464" fmla="*/ 6850185 h 6858000"/>
              <a:gd name="connsiteX465" fmla="*/ 1483788 w 7467600"/>
              <a:gd name="connsiteY465" fmla="*/ 6259174 h 6858000"/>
              <a:gd name="connsiteX466" fmla="*/ 1100671 w 7467600"/>
              <a:gd name="connsiteY466" fmla="*/ 6252137 h 6858000"/>
              <a:gd name="connsiteX467" fmla="*/ 1090144 w 7467600"/>
              <a:gd name="connsiteY467" fmla="*/ 6256748 h 6858000"/>
              <a:gd name="connsiteX468" fmla="*/ 1095872 w 7467600"/>
              <a:gd name="connsiteY468" fmla="*/ 6271892 h 6858000"/>
              <a:gd name="connsiteX469" fmla="*/ 262785 w 7467600"/>
              <a:gd name="connsiteY469" fmla="*/ 6845450 h 6858000"/>
              <a:gd name="connsiteX470" fmla="*/ 209968 w 7467600"/>
              <a:gd name="connsiteY470" fmla="*/ 6770713 h 6858000"/>
              <a:gd name="connsiteX471" fmla="*/ 873460 w 7467600"/>
              <a:gd name="connsiteY471" fmla="*/ 6253768 h 6858000"/>
              <a:gd name="connsiteX472" fmla="*/ 192686 w 7467600"/>
              <a:gd name="connsiteY472" fmla="*/ 5849257 h 6858000"/>
              <a:gd name="connsiteX473" fmla="*/ 4696 w 7467600"/>
              <a:gd name="connsiteY473" fmla="*/ 5697668 h 6858000"/>
              <a:gd name="connsiteX474" fmla="*/ 0 w 7467600"/>
              <a:gd name="connsiteY474" fmla="*/ 5689984 h 6858000"/>
              <a:gd name="connsiteX475" fmla="*/ 0 w 7467600"/>
              <a:gd name="connsiteY475" fmla="*/ 5513472 h 6858000"/>
              <a:gd name="connsiteX476" fmla="*/ 174101 w 7467600"/>
              <a:gd name="connsiteY476" fmla="*/ 5620277 h 6858000"/>
              <a:gd name="connsiteX477" fmla="*/ 891800 w 7467600"/>
              <a:gd name="connsiteY477" fmla="*/ 6036935 h 6858000"/>
              <a:gd name="connsiteX478" fmla="*/ 1072219 w 7467600"/>
              <a:gd name="connsiteY478" fmla="*/ 6169443 h 6858000"/>
              <a:gd name="connsiteX479" fmla="*/ 1074117 w 7467600"/>
              <a:gd name="connsiteY479" fmla="*/ 6170301 h 6858000"/>
              <a:gd name="connsiteX480" fmla="*/ 1083114 w 7467600"/>
              <a:gd name="connsiteY480" fmla="*/ 6174131 h 6858000"/>
              <a:gd name="connsiteX481" fmla="*/ 1543010 w 7467600"/>
              <a:gd name="connsiteY481" fmla="*/ 6191140 h 6858000"/>
              <a:gd name="connsiteX482" fmla="*/ 1551080 w 7467600"/>
              <a:gd name="connsiteY482" fmla="*/ 6195006 h 6858000"/>
              <a:gd name="connsiteX483" fmla="*/ 2345443 w 7467600"/>
              <a:gd name="connsiteY483" fmla="*/ 5549882 h 6858000"/>
              <a:gd name="connsiteX484" fmla="*/ 1721499 w 7467600"/>
              <a:gd name="connsiteY484" fmla="*/ 5599969 h 6858000"/>
              <a:gd name="connsiteX485" fmla="*/ 767716 w 7467600"/>
              <a:gd name="connsiteY485" fmla="*/ 5472768 h 6858000"/>
              <a:gd name="connsiteX486" fmla="*/ 722147 w 7467600"/>
              <a:gd name="connsiteY486" fmla="*/ 5393091 h 6858000"/>
              <a:gd name="connsiteX487" fmla="*/ 1485552 w 7467600"/>
              <a:gd name="connsiteY487" fmla="*/ 5313202 h 6858000"/>
              <a:gd name="connsiteX488" fmla="*/ 2143004 w 7467600"/>
              <a:gd name="connsiteY488" fmla="*/ 5402420 h 6858000"/>
              <a:gd name="connsiteX489" fmla="*/ 1933391 w 7467600"/>
              <a:gd name="connsiteY489" fmla="*/ 5156971 h 6858000"/>
              <a:gd name="connsiteX490" fmla="*/ 1827118 w 7467600"/>
              <a:gd name="connsiteY490" fmla="*/ 4968410 h 6858000"/>
              <a:gd name="connsiteX491" fmla="*/ 1837349 w 7467600"/>
              <a:gd name="connsiteY491" fmla="*/ 4956357 h 6858000"/>
              <a:gd name="connsiteX492" fmla="*/ 2162835 w 7467600"/>
              <a:gd name="connsiteY492" fmla="*/ 5187853 h 6858000"/>
              <a:gd name="connsiteX493" fmla="*/ 2257167 w 7467600"/>
              <a:gd name="connsiteY493" fmla="*/ 5462123 h 6858000"/>
              <a:gd name="connsiteX494" fmla="*/ 2261598 w 7467600"/>
              <a:gd name="connsiteY494" fmla="*/ 5467998 h 6858000"/>
              <a:gd name="connsiteX495" fmla="*/ 2437177 w 7467600"/>
              <a:gd name="connsiteY495" fmla="*/ 5479608 h 6858000"/>
              <a:gd name="connsiteX496" fmla="*/ 2445247 w 7467600"/>
              <a:gd name="connsiteY496" fmla="*/ 5483476 h 6858000"/>
              <a:gd name="connsiteX497" fmla="*/ 2743626 w 7467600"/>
              <a:gd name="connsiteY497" fmla="*/ 5304819 h 6858000"/>
              <a:gd name="connsiteX498" fmla="*/ 3048102 w 7467600"/>
              <a:gd name="connsiteY498" fmla="*/ 5150595 h 6858000"/>
              <a:gd name="connsiteX499" fmla="*/ 1799414 w 7467600"/>
              <a:gd name="connsiteY499" fmla="*/ 4694732 h 6858000"/>
              <a:gd name="connsiteX500" fmla="*/ 1771735 w 7467600"/>
              <a:gd name="connsiteY500" fmla="*/ 4619929 h 6858000"/>
              <a:gd name="connsiteX501" fmla="*/ 3104273 w 7467600"/>
              <a:gd name="connsiteY501" fmla="*/ 5076159 h 6858000"/>
              <a:gd name="connsiteX502" fmla="*/ 3113245 w 7467600"/>
              <a:gd name="connsiteY502" fmla="*/ 5090705 h 6858000"/>
              <a:gd name="connsiteX503" fmla="*/ 3126294 w 7467600"/>
              <a:gd name="connsiteY503" fmla="*/ 5114400 h 6858000"/>
              <a:gd name="connsiteX504" fmla="*/ 3937433 w 7467600"/>
              <a:gd name="connsiteY504" fmla="*/ 4830473 h 6858000"/>
              <a:gd name="connsiteX505" fmla="*/ 3590475 w 7467600"/>
              <a:gd name="connsiteY505" fmla="*/ 4597974 h 6858000"/>
              <a:gd name="connsiteX506" fmla="*/ 3100264 w 7467600"/>
              <a:gd name="connsiteY506" fmla="*/ 4579845 h 6858000"/>
              <a:gd name="connsiteX507" fmla="*/ 2183576 w 7467600"/>
              <a:gd name="connsiteY507" fmla="*/ 4227150 h 6858000"/>
              <a:gd name="connsiteX508" fmla="*/ 2151029 w 7467600"/>
              <a:gd name="connsiteY508" fmla="*/ 4146947 h 6858000"/>
              <a:gd name="connsiteX509" fmla="*/ 3563434 w 7467600"/>
              <a:gd name="connsiteY509" fmla="*/ 4469115 h 6858000"/>
              <a:gd name="connsiteX510" fmla="*/ 3177952 w 7467600"/>
              <a:gd name="connsiteY510" fmla="*/ 3657386 h 6858000"/>
              <a:gd name="connsiteX511" fmla="*/ 3189263 w 7467600"/>
              <a:gd name="connsiteY511" fmla="*/ 3625726 h 6858000"/>
              <a:gd name="connsiteX512" fmla="*/ 3560912 w 7467600"/>
              <a:gd name="connsiteY512" fmla="*/ 4079863 h 6858000"/>
              <a:gd name="connsiteX513" fmla="*/ 3626636 w 7467600"/>
              <a:gd name="connsiteY513" fmla="*/ 4512230 h 6858000"/>
              <a:gd name="connsiteX514" fmla="*/ 3653088 w 7467600"/>
              <a:gd name="connsiteY514" fmla="*/ 4521417 h 6858000"/>
              <a:gd name="connsiteX515" fmla="*/ 3988128 w 7467600"/>
              <a:gd name="connsiteY515" fmla="*/ 4817267 h 6858000"/>
              <a:gd name="connsiteX516" fmla="*/ 4830582 w 7467600"/>
              <a:gd name="connsiteY516" fmla="*/ 4676000 h 6858000"/>
              <a:gd name="connsiteX517" fmla="*/ 4830100 w 7467600"/>
              <a:gd name="connsiteY517" fmla="*/ 4675554 h 6858000"/>
              <a:gd name="connsiteX518" fmla="*/ 4036318 w 7467600"/>
              <a:gd name="connsiteY518" fmla="*/ 4147013 h 6858000"/>
              <a:gd name="connsiteX519" fmla="*/ 3432098 w 7467600"/>
              <a:gd name="connsiteY519" fmla="*/ 3537312 h 6858000"/>
              <a:gd name="connsiteX520" fmla="*/ 3446761 w 7467600"/>
              <a:gd name="connsiteY520" fmla="*/ 3461278 h 6858000"/>
              <a:gd name="connsiteX521" fmla="*/ 4419733 w 7467600"/>
              <a:gd name="connsiteY521" fmla="*/ 3963555 h 6858000"/>
              <a:gd name="connsiteX522" fmla="*/ 4781371 w 7467600"/>
              <a:gd name="connsiteY522" fmla="*/ 4458604 h 6858000"/>
              <a:gd name="connsiteX523" fmla="*/ 4780440 w 7467600"/>
              <a:gd name="connsiteY523" fmla="*/ 4470290 h 6858000"/>
              <a:gd name="connsiteX524" fmla="*/ 4898954 w 7467600"/>
              <a:gd name="connsiteY524" fmla="*/ 4662092 h 6858000"/>
              <a:gd name="connsiteX525" fmla="*/ 4900699 w 7467600"/>
              <a:gd name="connsiteY525" fmla="*/ 4670867 h 6858000"/>
              <a:gd name="connsiteX526" fmla="*/ 5714511 w 7467600"/>
              <a:gd name="connsiteY526" fmla="*/ 4663483 h 6858000"/>
              <a:gd name="connsiteX527" fmla="*/ 5464793 w 7467600"/>
              <a:gd name="connsiteY527" fmla="*/ 4393556 h 6858000"/>
              <a:gd name="connsiteX528" fmla="*/ 5461897 w 7467600"/>
              <a:gd name="connsiteY528" fmla="*/ 4390879 h 6858000"/>
              <a:gd name="connsiteX529" fmla="*/ 4294126 w 7467600"/>
              <a:gd name="connsiteY529" fmla="*/ 3303048 h 6858000"/>
              <a:gd name="connsiteX530" fmla="*/ 4305321 w 7467600"/>
              <a:gd name="connsiteY530" fmla="*/ 3256953 h 6858000"/>
              <a:gd name="connsiteX531" fmla="*/ 4949299 w 7467600"/>
              <a:gd name="connsiteY531" fmla="*/ 3766336 h 6858000"/>
              <a:gd name="connsiteX532" fmla="*/ 5291452 w 7467600"/>
              <a:gd name="connsiteY532" fmla="*/ 4076801 h 6858000"/>
              <a:gd name="connsiteX533" fmla="*/ 5434998 w 7467600"/>
              <a:gd name="connsiteY533" fmla="*/ 4254100 h 6858000"/>
              <a:gd name="connsiteX534" fmla="*/ 5351015 w 7467600"/>
              <a:gd name="connsiteY534" fmla="*/ 3760989 h 6858000"/>
              <a:gd name="connsiteX535" fmla="*/ 5413780 w 7467600"/>
              <a:gd name="connsiteY535" fmla="*/ 2966265 h 6858000"/>
              <a:gd name="connsiteX536" fmla="*/ 5425627 w 7467600"/>
              <a:gd name="connsiteY536" fmla="*/ 2954192 h 6858000"/>
              <a:gd name="connsiteX537" fmla="*/ 6604735 w 7467600"/>
              <a:gd name="connsiteY537" fmla="*/ 2041381 h 6858000"/>
              <a:gd name="connsiteX538" fmla="*/ 7204487 w 7467600"/>
              <a:gd name="connsiteY538" fmla="*/ 2742112 h 6858000"/>
              <a:gd name="connsiteX539" fmla="*/ 7131592 w 7467600"/>
              <a:gd name="connsiteY539" fmla="*/ 2672096 h 6858000"/>
              <a:gd name="connsiteX540" fmla="*/ 6996344 w 7467600"/>
              <a:gd name="connsiteY540" fmla="*/ 2518310 h 6858000"/>
              <a:gd name="connsiteX541" fmla="*/ 6735495 w 7467600"/>
              <a:gd name="connsiteY541" fmla="*/ 2196890 h 6858000"/>
              <a:gd name="connsiteX542" fmla="*/ 6721901 w 7467600"/>
              <a:gd name="connsiteY542" fmla="*/ 2179274 h 6858000"/>
              <a:gd name="connsiteX543" fmla="*/ 6604735 w 7467600"/>
              <a:gd name="connsiteY543" fmla="*/ 2041381 h 6858000"/>
              <a:gd name="connsiteX544" fmla="*/ 6591670 w 7467600"/>
              <a:gd name="connsiteY544" fmla="*/ 1988277 h 6858000"/>
              <a:gd name="connsiteX545" fmla="*/ 6747349 w 7467600"/>
              <a:gd name="connsiteY545" fmla="*/ 2160069 h 6858000"/>
              <a:gd name="connsiteX546" fmla="*/ 6760943 w 7467600"/>
              <a:gd name="connsiteY546" fmla="*/ 2177686 h 6858000"/>
              <a:gd name="connsiteX547" fmla="*/ 7021065 w 7467600"/>
              <a:gd name="connsiteY547" fmla="*/ 2498102 h 6858000"/>
              <a:gd name="connsiteX548" fmla="*/ 7155223 w 7467600"/>
              <a:gd name="connsiteY548" fmla="*/ 2650386 h 6858000"/>
              <a:gd name="connsiteX549" fmla="*/ 7203167 w 7467600"/>
              <a:gd name="connsiteY549" fmla="*/ 2697288 h 6858000"/>
              <a:gd name="connsiteX550" fmla="*/ 6937703 w 7467600"/>
              <a:gd name="connsiteY550" fmla="*/ 2321981 h 6858000"/>
              <a:gd name="connsiteX551" fmla="*/ 6591670 w 7467600"/>
              <a:gd name="connsiteY551" fmla="*/ 1988277 h 6858000"/>
              <a:gd name="connsiteX552" fmla="*/ 5798671 w 7467600"/>
              <a:gd name="connsiteY552" fmla="*/ 1981601 h 6858000"/>
              <a:gd name="connsiteX553" fmla="*/ 5754709 w 7467600"/>
              <a:gd name="connsiteY553" fmla="*/ 2071454 h 6858000"/>
              <a:gd name="connsiteX554" fmla="*/ 5763044 w 7467600"/>
              <a:gd name="connsiteY554" fmla="*/ 2842206 h 6858000"/>
              <a:gd name="connsiteX555" fmla="*/ 5764974 w 7467600"/>
              <a:gd name="connsiteY555" fmla="*/ 2799609 h 6858000"/>
              <a:gd name="connsiteX556" fmla="*/ 5767665 w 7467600"/>
              <a:gd name="connsiteY556" fmla="*/ 2666409 h 6858000"/>
              <a:gd name="connsiteX557" fmla="*/ 5763055 w 7467600"/>
              <a:gd name="connsiteY557" fmla="*/ 2579705 h 6858000"/>
              <a:gd name="connsiteX558" fmla="*/ 5758079 w 7467600"/>
              <a:gd name="connsiteY558" fmla="*/ 2492508 h 6858000"/>
              <a:gd name="connsiteX559" fmla="*/ 5779325 w 7467600"/>
              <a:gd name="connsiteY559" fmla="*/ 2197069 h 6858000"/>
              <a:gd name="connsiteX560" fmla="*/ 5798671 w 7467600"/>
              <a:gd name="connsiteY560" fmla="*/ 1981601 h 6858000"/>
              <a:gd name="connsiteX561" fmla="*/ 5829202 w 7467600"/>
              <a:gd name="connsiteY561" fmla="*/ 1971679 h 6858000"/>
              <a:gd name="connsiteX562" fmla="*/ 5809558 w 7467600"/>
              <a:gd name="connsiteY562" fmla="*/ 2198043 h 6858000"/>
              <a:gd name="connsiteX563" fmla="*/ 5788653 w 7467600"/>
              <a:gd name="connsiteY563" fmla="*/ 2489430 h 6858000"/>
              <a:gd name="connsiteX564" fmla="*/ 5793439 w 7467600"/>
              <a:gd name="connsiteY564" fmla="*/ 2575235 h 6858000"/>
              <a:gd name="connsiteX565" fmla="*/ 5796837 w 7467600"/>
              <a:gd name="connsiteY565" fmla="*/ 2637633 h 6858000"/>
              <a:gd name="connsiteX566" fmla="*/ 5818614 w 7467600"/>
              <a:gd name="connsiteY566" fmla="*/ 2473055 h 6858000"/>
              <a:gd name="connsiteX567" fmla="*/ 5829202 w 7467600"/>
              <a:gd name="connsiteY567" fmla="*/ 1971679 h 6858000"/>
              <a:gd name="connsiteX568" fmla="*/ 5911389 w 7467600"/>
              <a:gd name="connsiteY568" fmla="*/ 1898371 h 6858000"/>
              <a:gd name="connsiteX569" fmla="*/ 6237627 w 7467600"/>
              <a:gd name="connsiteY569" fmla="*/ 2231921 h 6858000"/>
              <a:gd name="connsiteX570" fmla="*/ 5911389 w 7467600"/>
              <a:gd name="connsiteY570" fmla="*/ 1898371 h 6858000"/>
              <a:gd name="connsiteX571" fmla="*/ 6944437 w 7467600"/>
              <a:gd name="connsiteY571" fmla="*/ 1575402 h 6858000"/>
              <a:gd name="connsiteX572" fmla="*/ 6304730 w 7467600"/>
              <a:gd name="connsiteY572" fmla="*/ 1766654 h 6858000"/>
              <a:gd name="connsiteX573" fmla="*/ 6944437 w 7467600"/>
              <a:gd name="connsiteY573" fmla="*/ 1575402 h 6858000"/>
              <a:gd name="connsiteX574" fmla="*/ 7019523 w 7467600"/>
              <a:gd name="connsiteY574" fmla="*/ 1519450 h 6858000"/>
              <a:gd name="connsiteX575" fmla="*/ 6298091 w 7467600"/>
              <a:gd name="connsiteY575" fmla="*/ 1737122 h 6858000"/>
              <a:gd name="connsiteX576" fmla="*/ 7019523 w 7467600"/>
              <a:gd name="connsiteY576" fmla="*/ 1519450 h 6858000"/>
              <a:gd name="connsiteX577" fmla="*/ 2399523 w 7467600"/>
              <a:gd name="connsiteY577" fmla="*/ 1428234 h 6858000"/>
              <a:gd name="connsiteX578" fmla="*/ 2224982 w 7467600"/>
              <a:gd name="connsiteY578" fmla="*/ 1826201 h 6858000"/>
              <a:gd name="connsiteX579" fmla="*/ 2096099 w 7467600"/>
              <a:gd name="connsiteY579" fmla="*/ 2345900 h 6858000"/>
              <a:gd name="connsiteX580" fmla="*/ 2283317 w 7467600"/>
              <a:gd name="connsiteY580" fmla="*/ 1796925 h 6858000"/>
              <a:gd name="connsiteX581" fmla="*/ 2399523 w 7467600"/>
              <a:gd name="connsiteY581" fmla="*/ 1428234 h 6858000"/>
              <a:gd name="connsiteX582" fmla="*/ 2448558 w 7467600"/>
              <a:gd name="connsiteY582" fmla="*/ 1373435 h 6858000"/>
              <a:gd name="connsiteX583" fmla="*/ 2312521 w 7467600"/>
              <a:gd name="connsiteY583" fmla="*/ 1806140 h 6858000"/>
              <a:gd name="connsiteX584" fmla="*/ 2127533 w 7467600"/>
              <a:gd name="connsiteY584" fmla="*/ 2348380 h 6858000"/>
              <a:gd name="connsiteX585" fmla="*/ 2358080 w 7467600"/>
              <a:gd name="connsiteY585" fmla="*/ 1866134 h 6858000"/>
              <a:gd name="connsiteX586" fmla="*/ 2407436 w 7467600"/>
              <a:gd name="connsiteY586" fmla="*/ 1651070 h 6858000"/>
              <a:gd name="connsiteX587" fmla="*/ 2448558 w 7467600"/>
              <a:gd name="connsiteY587" fmla="*/ 1373435 h 6858000"/>
              <a:gd name="connsiteX588" fmla="*/ 278707 w 7467600"/>
              <a:gd name="connsiteY588" fmla="*/ 1352270 h 6858000"/>
              <a:gd name="connsiteX589" fmla="*/ 321570 w 7467600"/>
              <a:gd name="connsiteY589" fmla="*/ 1861610 h 6858000"/>
              <a:gd name="connsiteX590" fmla="*/ 294281 w 7467600"/>
              <a:gd name="connsiteY590" fmla="*/ 1440658 h 6858000"/>
              <a:gd name="connsiteX591" fmla="*/ 278707 w 7467600"/>
              <a:gd name="connsiteY591" fmla="*/ 1352270 h 6858000"/>
              <a:gd name="connsiteX592" fmla="*/ 1423821 w 7467600"/>
              <a:gd name="connsiteY592" fmla="*/ 1351958 h 6858000"/>
              <a:gd name="connsiteX593" fmla="*/ 1638521 w 7467600"/>
              <a:gd name="connsiteY593" fmla="*/ 1908470 h 6858000"/>
              <a:gd name="connsiteX594" fmla="*/ 1754199 w 7467600"/>
              <a:gd name="connsiteY594" fmla="*/ 2149284 h 6858000"/>
              <a:gd name="connsiteX595" fmla="*/ 1908359 w 7467600"/>
              <a:gd name="connsiteY595" fmla="*/ 2364988 h 6858000"/>
              <a:gd name="connsiteX596" fmla="*/ 1647661 w 7467600"/>
              <a:gd name="connsiteY596" fmla="*/ 1825945 h 6858000"/>
              <a:gd name="connsiteX597" fmla="*/ 1423821 w 7467600"/>
              <a:gd name="connsiteY597" fmla="*/ 1351958 h 6858000"/>
              <a:gd name="connsiteX598" fmla="*/ 1431890 w 7467600"/>
              <a:gd name="connsiteY598" fmla="*/ 1306475 h 6858000"/>
              <a:gd name="connsiteX599" fmla="*/ 1507597 w 7467600"/>
              <a:gd name="connsiteY599" fmla="*/ 1446132 h 6858000"/>
              <a:gd name="connsiteX600" fmla="*/ 1674586 w 7467600"/>
              <a:gd name="connsiteY600" fmla="*/ 1813832 h 6858000"/>
              <a:gd name="connsiteX601" fmla="*/ 1815950 w 7467600"/>
              <a:gd name="connsiteY601" fmla="*/ 2128564 h 6858000"/>
              <a:gd name="connsiteX602" fmla="*/ 1984242 w 7467600"/>
              <a:gd name="connsiteY602" fmla="*/ 2430829 h 6858000"/>
              <a:gd name="connsiteX603" fmla="*/ 2014023 w 7467600"/>
              <a:gd name="connsiteY603" fmla="*/ 2450995 h 6858000"/>
              <a:gd name="connsiteX604" fmla="*/ 1747337 w 7467600"/>
              <a:gd name="connsiteY604" fmla="*/ 1855264 h 6858000"/>
              <a:gd name="connsiteX605" fmla="*/ 1533749 w 7467600"/>
              <a:gd name="connsiteY605" fmla="*/ 1478656 h 6858000"/>
              <a:gd name="connsiteX606" fmla="*/ 1431890 w 7467600"/>
              <a:gd name="connsiteY606" fmla="*/ 1306475 h 6858000"/>
              <a:gd name="connsiteX607" fmla="*/ 5052692 w 7467600"/>
              <a:gd name="connsiteY607" fmla="*/ 1292994 h 6858000"/>
              <a:gd name="connsiteX608" fmla="*/ 5200661 w 7467600"/>
              <a:gd name="connsiteY608" fmla="*/ 1635186 h 6858000"/>
              <a:gd name="connsiteX609" fmla="*/ 5297138 w 7467600"/>
              <a:gd name="connsiteY609" fmla="*/ 1906351 h 6858000"/>
              <a:gd name="connsiteX610" fmla="*/ 5052692 w 7467600"/>
              <a:gd name="connsiteY610" fmla="*/ 1292994 h 6858000"/>
              <a:gd name="connsiteX611" fmla="*/ 5009948 w 7467600"/>
              <a:gd name="connsiteY611" fmla="*/ 1273619 h 6858000"/>
              <a:gd name="connsiteX612" fmla="*/ 5121777 w 7467600"/>
              <a:gd name="connsiteY612" fmla="*/ 1654213 h 6858000"/>
              <a:gd name="connsiteX613" fmla="*/ 5293545 w 7467600"/>
              <a:gd name="connsiteY613" fmla="*/ 2072247 h 6858000"/>
              <a:gd name="connsiteX614" fmla="*/ 5294042 w 7467600"/>
              <a:gd name="connsiteY614" fmla="*/ 2065019 h 6858000"/>
              <a:gd name="connsiteX615" fmla="*/ 5171936 w 7467600"/>
              <a:gd name="connsiteY615" fmla="*/ 1647613 h 6858000"/>
              <a:gd name="connsiteX616" fmla="*/ 5009948 w 7467600"/>
              <a:gd name="connsiteY616" fmla="*/ 1273619 h 6858000"/>
              <a:gd name="connsiteX617" fmla="*/ 655236 w 7467600"/>
              <a:gd name="connsiteY617" fmla="*/ 1268632 h 6858000"/>
              <a:gd name="connsiteX618" fmla="*/ 839521 w 7467600"/>
              <a:gd name="connsiteY618" fmla="*/ 1685315 h 6858000"/>
              <a:gd name="connsiteX619" fmla="*/ 1109416 w 7467600"/>
              <a:gd name="connsiteY619" fmla="*/ 2061663 h 6858000"/>
              <a:gd name="connsiteX620" fmla="*/ 1298300 w 7467600"/>
              <a:gd name="connsiteY620" fmla="*/ 2247742 h 6858000"/>
              <a:gd name="connsiteX621" fmla="*/ 1125871 w 7467600"/>
              <a:gd name="connsiteY621" fmla="*/ 1989513 h 6858000"/>
              <a:gd name="connsiteX622" fmla="*/ 981574 w 7467600"/>
              <a:gd name="connsiteY622" fmla="*/ 1783157 h 6858000"/>
              <a:gd name="connsiteX623" fmla="*/ 922198 w 7467600"/>
              <a:gd name="connsiteY623" fmla="*/ 1677437 h 6858000"/>
              <a:gd name="connsiteX624" fmla="*/ 869293 w 7467600"/>
              <a:gd name="connsiteY624" fmla="*/ 1583214 h 6858000"/>
              <a:gd name="connsiteX625" fmla="*/ 751431 w 7467600"/>
              <a:gd name="connsiteY625" fmla="*/ 1405731 h 6858000"/>
              <a:gd name="connsiteX626" fmla="*/ 655236 w 7467600"/>
              <a:gd name="connsiteY626" fmla="*/ 1268632 h 6858000"/>
              <a:gd name="connsiteX627" fmla="*/ 6516292 w 7467600"/>
              <a:gd name="connsiteY627" fmla="*/ 1263064 h 6858000"/>
              <a:gd name="connsiteX628" fmla="*/ 5736320 w 7467600"/>
              <a:gd name="connsiteY628" fmla="*/ 1501803 h 6858000"/>
              <a:gd name="connsiteX629" fmla="*/ 6516292 w 7467600"/>
              <a:gd name="connsiteY629" fmla="*/ 1263064 h 6858000"/>
              <a:gd name="connsiteX630" fmla="*/ 291466 w 7467600"/>
              <a:gd name="connsiteY630" fmla="*/ 1250369 h 6858000"/>
              <a:gd name="connsiteX631" fmla="*/ 323180 w 7467600"/>
              <a:gd name="connsiteY631" fmla="*/ 1435283 h 6858000"/>
              <a:gd name="connsiteX632" fmla="*/ 349381 w 7467600"/>
              <a:gd name="connsiteY632" fmla="*/ 1875041 h 6858000"/>
              <a:gd name="connsiteX633" fmla="*/ 374363 w 7467600"/>
              <a:gd name="connsiteY633" fmla="*/ 1506494 h 6858000"/>
              <a:gd name="connsiteX634" fmla="*/ 302168 w 7467600"/>
              <a:gd name="connsiteY634" fmla="*/ 1274495 h 6858000"/>
              <a:gd name="connsiteX635" fmla="*/ 291466 w 7467600"/>
              <a:gd name="connsiteY635" fmla="*/ 1250369 h 6858000"/>
              <a:gd name="connsiteX636" fmla="*/ 678222 w 7467600"/>
              <a:gd name="connsiteY636" fmla="*/ 1248670 h 6858000"/>
              <a:gd name="connsiteX637" fmla="*/ 775536 w 7467600"/>
              <a:gd name="connsiteY637" fmla="*/ 1388015 h 6858000"/>
              <a:gd name="connsiteX638" fmla="*/ 894529 w 7467600"/>
              <a:gd name="connsiteY638" fmla="*/ 1567739 h 6858000"/>
              <a:gd name="connsiteX639" fmla="*/ 948000 w 7467600"/>
              <a:gd name="connsiteY639" fmla="*/ 1663088 h 6858000"/>
              <a:gd name="connsiteX640" fmla="*/ 1006812 w 7467600"/>
              <a:gd name="connsiteY640" fmla="*/ 1767683 h 6858000"/>
              <a:gd name="connsiteX641" fmla="*/ 1149133 w 7467600"/>
              <a:gd name="connsiteY641" fmla="*/ 1971513 h 6858000"/>
              <a:gd name="connsiteX642" fmla="*/ 1333952 w 7467600"/>
              <a:gd name="connsiteY642" fmla="*/ 2251620 h 6858000"/>
              <a:gd name="connsiteX643" fmla="*/ 1337329 w 7467600"/>
              <a:gd name="connsiteY643" fmla="*/ 2258350 h 6858000"/>
              <a:gd name="connsiteX644" fmla="*/ 1014726 w 7467600"/>
              <a:gd name="connsiteY644" fmla="*/ 1615556 h 6858000"/>
              <a:gd name="connsiteX645" fmla="*/ 678222 w 7467600"/>
              <a:gd name="connsiteY645" fmla="*/ 1248670 h 6858000"/>
              <a:gd name="connsiteX646" fmla="*/ 6691602 w 7467600"/>
              <a:gd name="connsiteY646" fmla="*/ 1140573 h 6858000"/>
              <a:gd name="connsiteX647" fmla="*/ 6571100 w 7467600"/>
              <a:gd name="connsiteY647" fmla="*/ 1183662 h 6858000"/>
              <a:gd name="connsiteX648" fmla="*/ 6241687 w 7467600"/>
              <a:gd name="connsiteY648" fmla="*/ 1257600 h 6858000"/>
              <a:gd name="connsiteX649" fmla="*/ 5693009 w 7467600"/>
              <a:gd name="connsiteY649" fmla="*/ 1478256 h 6858000"/>
              <a:gd name="connsiteX650" fmla="*/ 6548420 w 7467600"/>
              <a:gd name="connsiteY650" fmla="*/ 1214599 h 6858000"/>
              <a:gd name="connsiteX651" fmla="*/ 6605473 w 7467600"/>
              <a:gd name="connsiteY651" fmla="*/ 1184686 h 6858000"/>
              <a:gd name="connsiteX652" fmla="*/ 6691602 w 7467600"/>
              <a:gd name="connsiteY652" fmla="*/ 1140573 h 6858000"/>
              <a:gd name="connsiteX653" fmla="*/ 4002475 w 7467600"/>
              <a:gd name="connsiteY653" fmla="*/ 1037802 h 6858000"/>
              <a:gd name="connsiteX654" fmla="*/ 4000324 w 7467600"/>
              <a:gd name="connsiteY654" fmla="*/ 1039362 h 6858000"/>
              <a:gd name="connsiteX655" fmla="*/ 4002862 w 7467600"/>
              <a:gd name="connsiteY655" fmla="*/ 1042866 h 6858000"/>
              <a:gd name="connsiteX656" fmla="*/ 4002475 w 7467600"/>
              <a:gd name="connsiteY656" fmla="*/ 1037802 h 6858000"/>
              <a:gd name="connsiteX657" fmla="*/ 506322 w 7467600"/>
              <a:gd name="connsiteY657" fmla="*/ 1020997 h 6858000"/>
              <a:gd name="connsiteX658" fmla="*/ 533068 w 7467600"/>
              <a:gd name="connsiteY658" fmla="*/ 1029409 h 6858000"/>
              <a:gd name="connsiteX659" fmla="*/ 1232525 w 7467600"/>
              <a:gd name="connsiteY659" fmla="*/ 1804675 h 6858000"/>
              <a:gd name="connsiteX660" fmla="*/ 1388858 w 7467600"/>
              <a:gd name="connsiteY660" fmla="*/ 2368011 h 6858000"/>
              <a:gd name="connsiteX661" fmla="*/ 1384098 w 7467600"/>
              <a:gd name="connsiteY661" fmla="*/ 2378125 h 6858000"/>
              <a:gd name="connsiteX662" fmla="*/ 1425393 w 7467600"/>
              <a:gd name="connsiteY662" fmla="*/ 2589124 h 6858000"/>
              <a:gd name="connsiteX663" fmla="*/ 1424001 w 7467600"/>
              <a:gd name="connsiteY663" fmla="*/ 2597541 h 6858000"/>
              <a:gd name="connsiteX664" fmla="*/ 2152729 w 7467600"/>
              <a:gd name="connsiteY664" fmla="*/ 2864487 h 6858000"/>
              <a:gd name="connsiteX665" fmla="*/ 2020609 w 7467600"/>
              <a:gd name="connsiteY665" fmla="*/ 2539671 h 6858000"/>
              <a:gd name="connsiteX666" fmla="*/ 2018920 w 7467600"/>
              <a:gd name="connsiteY666" fmla="*/ 2536309 h 6858000"/>
              <a:gd name="connsiteX667" fmla="*/ 1342441 w 7467600"/>
              <a:gd name="connsiteY667" fmla="*/ 1173017 h 6858000"/>
              <a:gd name="connsiteX668" fmla="*/ 1367925 w 7467600"/>
              <a:gd name="connsiteY668" fmla="*/ 1135648 h 6858000"/>
              <a:gd name="connsiteX669" fmla="*/ 1771401 w 7467600"/>
              <a:gd name="connsiteY669" fmla="*/ 1806673 h 6858000"/>
              <a:gd name="connsiteX670" fmla="*/ 1972385 w 7467600"/>
              <a:gd name="connsiteY670" fmla="*/ 2198735 h 6858000"/>
              <a:gd name="connsiteX671" fmla="*/ 2040892 w 7467600"/>
              <a:gd name="connsiteY671" fmla="*/ 2405205 h 6858000"/>
              <a:gd name="connsiteX672" fmla="*/ 2131689 w 7467600"/>
              <a:gd name="connsiteY672" fmla="*/ 1936926 h 6858000"/>
              <a:gd name="connsiteX673" fmla="*/ 2454820 w 7467600"/>
              <a:gd name="connsiteY673" fmla="*/ 1248808 h 6858000"/>
              <a:gd name="connsiteX674" fmla="*/ 2492512 w 7467600"/>
              <a:gd name="connsiteY674" fmla="*/ 1302920 h 6858000"/>
              <a:gd name="connsiteX675" fmla="*/ 2081216 w 7467600"/>
              <a:gd name="connsiteY675" fmla="*/ 2527513 h 6858000"/>
              <a:gd name="connsiteX676" fmla="*/ 2081211 w 7467600"/>
              <a:gd name="connsiteY676" fmla="*/ 2528916 h 6858000"/>
              <a:gd name="connsiteX677" fmla="*/ 2199067 w 7467600"/>
              <a:gd name="connsiteY677" fmla="*/ 2884061 h 6858000"/>
              <a:gd name="connsiteX678" fmla="*/ 3192586 w 7467600"/>
              <a:gd name="connsiteY678" fmla="*/ 3411496 h 6858000"/>
              <a:gd name="connsiteX679" fmla="*/ 3182620 w 7467600"/>
              <a:gd name="connsiteY679" fmla="*/ 3483279 h 6858000"/>
              <a:gd name="connsiteX680" fmla="*/ 2435119 w 7467600"/>
              <a:gd name="connsiteY680" fmla="*/ 3080173 h 6858000"/>
              <a:gd name="connsiteX681" fmla="*/ 2410152 w 7467600"/>
              <a:gd name="connsiteY681" fmla="*/ 3063751 h 6858000"/>
              <a:gd name="connsiteX682" fmla="*/ 2408099 w 7467600"/>
              <a:gd name="connsiteY682" fmla="*/ 3064403 h 6858000"/>
              <a:gd name="connsiteX683" fmla="*/ 2407218 w 7467600"/>
              <a:gd name="connsiteY683" fmla="*/ 3070324 h 6858000"/>
              <a:gd name="connsiteX684" fmla="*/ 2380138 w 7467600"/>
              <a:gd name="connsiteY684" fmla="*/ 3099341 h 6858000"/>
              <a:gd name="connsiteX685" fmla="*/ 1765923 w 7467600"/>
              <a:gd name="connsiteY685" fmla="*/ 3581043 h 6858000"/>
              <a:gd name="connsiteX686" fmla="*/ 1702258 w 7467600"/>
              <a:gd name="connsiteY686" fmla="*/ 3612286 h 6858000"/>
              <a:gd name="connsiteX687" fmla="*/ 1538370 w 7467600"/>
              <a:gd name="connsiteY687" fmla="*/ 3811804 h 6858000"/>
              <a:gd name="connsiteX688" fmla="*/ 542867 w 7467600"/>
              <a:gd name="connsiteY688" fmla="*/ 4944092 h 6858000"/>
              <a:gd name="connsiteX689" fmla="*/ 515800 w 7467600"/>
              <a:gd name="connsiteY689" fmla="*/ 4862180 h 6858000"/>
              <a:gd name="connsiteX690" fmla="*/ 909145 w 7467600"/>
              <a:gd name="connsiteY690" fmla="*/ 4199225 h 6858000"/>
              <a:gd name="connsiteX691" fmla="*/ 1214067 w 7467600"/>
              <a:gd name="connsiteY691" fmla="*/ 3908561 h 6858000"/>
              <a:gd name="connsiteX692" fmla="*/ 640967 w 7467600"/>
              <a:gd name="connsiteY692" fmla="*/ 4105601 h 6858000"/>
              <a:gd name="connsiteX693" fmla="*/ 112563 w 7467600"/>
              <a:gd name="connsiteY693" fmla="*/ 4396952 h 6858000"/>
              <a:gd name="connsiteX694" fmla="*/ 0 w 7467600"/>
              <a:gd name="connsiteY694" fmla="*/ 4466006 h 6858000"/>
              <a:gd name="connsiteX695" fmla="*/ 0 w 7467600"/>
              <a:gd name="connsiteY695" fmla="*/ 4233763 h 6858000"/>
              <a:gd name="connsiteX696" fmla="*/ 36881 w 7467600"/>
              <a:gd name="connsiteY696" fmla="*/ 4200118 h 6858000"/>
              <a:gd name="connsiteX697" fmla="*/ 910534 w 7467600"/>
              <a:gd name="connsiteY697" fmla="*/ 3629753 h 6858000"/>
              <a:gd name="connsiteX698" fmla="*/ 1578717 w 7467600"/>
              <a:gd name="connsiteY698" fmla="*/ 3575982 h 6858000"/>
              <a:gd name="connsiteX699" fmla="*/ 2338780 w 7467600"/>
              <a:gd name="connsiteY699" fmla="*/ 3033725 h 6858000"/>
              <a:gd name="connsiteX700" fmla="*/ 1807991 w 7467600"/>
              <a:gd name="connsiteY700" fmla="*/ 2807184 h 6858000"/>
              <a:gd name="connsiteX701" fmla="*/ 1416358 w 7467600"/>
              <a:gd name="connsiteY701" fmla="*/ 3112571 h 6858000"/>
              <a:gd name="connsiteX702" fmla="*/ 939066 w 7467600"/>
              <a:gd name="connsiteY702" fmla="*/ 3378798 h 6858000"/>
              <a:gd name="connsiteX703" fmla="*/ 115099 w 7467600"/>
              <a:gd name="connsiteY703" fmla="*/ 3607650 h 6858000"/>
              <a:gd name="connsiteX704" fmla="*/ 97284 w 7467600"/>
              <a:gd name="connsiteY704" fmla="*/ 3520393 h 6858000"/>
              <a:gd name="connsiteX705" fmla="*/ 922050 w 7467600"/>
              <a:gd name="connsiteY705" fmla="*/ 3074867 h 6858000"/>
              <a:gd name="connsiteX706" fmla="*/ 1405265 w 7467600"/>
              <a:gd name="connsiteY706" fmla="*/ 3016319 h 6858000"/>
              <a:gd name="connsiteX707" fmla="*/ 1407512 w 7467600"/>
              <a:gd name="connsiteY707" fmla="*/ 3018001 h 6858000"/>
              <a:gd name="connsiteX708" fmla="*/ 1726266 w 7467600"/>
              <a:gd name="connsiteY708" fmla="*/ 2777274 h 6858000"/>
              <a:gd name="connsiteX709" fmla="*/ 625390 w 7467600"/>
              <a:gd name="connsiteY709" fmla="*/ 2514541 h 6858000"/>
              <a:gd name="connsiteX710" fmla="*/ 619799 w 7467600"/>
              <a:gd name="connsiteY710" fmla="*/ 2527180 h 6858000"/>
              <a:gd name="connsiteX711" fmla="*/ 310030 w 7467600"/>
              <a:gd name="connsiteY711" fmla="*/ 2771818 h 6858000"/>
              <a:gd name="connsiteX712" fmla="*/ 173877 w 7467600"/>
              <a:gd name="connsiteY712" fmla="*/ 2937056 h 6858000"/>
              <a:gd name="connsiteX713" fmla="*/ 77889 w 7467600"/>
              <a:gd name="connsiteY713" fmla="*/ 3138440 h 6858000"/>
              <a:gd name="connsiteX714" fmla="*/ 0 w 7467600"/>
              <a:gd name="connsiteY714" fmla="*/ 3271395 h 6858000"/>
              <a:gd name="connsiteX715" fmla="*/ 0 w 7467600"/>
              <a:gd name="connsiteY715" fmla="*/ 3153002 h 6858000"/>
              <a:gd name="connsiteX716" fmla="*/ 2386 w 7467600"/>
              <a:gd name="connsiteY716" fmla="*/ 3149203 h 6858000"/>
              <a:gd name="connsiteX717" fmla="*/ 89753 w 7467600"/>
              <a:gd name="connsiteY717" fmla="*/ 2987702 h 6858000"/>
              <a:gd name="connsiteX718" fmla="*/ 76869 w 7467600"/>
              <a:gd name="connsiteY718" fmla="*/ 3005404 h 6858000"/>
              <a:gd name="connsiteX719" fmla="*/ 32049 w 7467600"/>
              <a:gd name="connsiteY719" fmla="*/ 3065814 h 6858000"/>
              <a:gd name="connsiteX720" fmla="*/ 0 w 7467600"/>
              <a:gd name="connsiteY720" fmla="*/ 3108744 h 6858000"/>
              <a:gd name="connsiteX721" fmla="*/ 0 w 7467600"/>
              <a:gd name="connsiteY721" fmla="*/ 3058059 h 6858000"/>
              <a:gd name="connsiteX722" fmla="*/ 7610 w 7467600"/>
              <a:gd name="connsiteY722" fmla="*/ 3047889 h 6858000"/>
              <a:gd name="connsiteX723" fmla="*/ 52419 w 7467600"/>
              <a:gd name="connsiteY723" fmla="*/ 2987479 h 6858000"/>
              <a:gd name="connsiteX724" fmla="*/ 59142 w 7467600"/>
              <a:gd name="connsiteY724" fmla="*/ 2978488 h 6858000"/>
              <a:gd name="connsiteX725" fmla="*/ 0 w 7467600"/>
              <a:gd name="connsiteY725" fmla="*/ 3015334 h 6858000"/>
              <a:gd name="connsiteX726" fmla="*/ 0 w 7467600"/>
              <a:gd name="connsiteY726" fmla="*/ 2914286 h 6858000"/>
              <a:gd name="connsiteX727" fmla="*/ 36383 w 7467600"/>
              <a:gd name="connsiteY727" fmla="*/ 2901128 h 6858000"/>
              <a:gd name="connsiteX728" fmla="*/ 156329 w 7467600"/>
              <a:gd name="connsiteY728" fmla="*/ 2840533 h 6858000"/>
              <a:gd name="connsiteX729" fmla="*/ 358355 w 7467600"/>
              <a:gd name="connsiteY729" fmla="*/ 2620471 h 6858000"/>
              <a:gd name="connsiteX730" fmla="*/ 510577 w 7467600"/>
              <a:gd name="connsiteY730" fmla="*/ 2501244 h 6858000"/>
              <a:gd name="connsiteX731" fmla="*/ 211967 w 7467600"/>
              <a:gd name="connsiteY731" fmla="*/ 2479171 h 6858000"/>
              <a:gd name="connsiteX732" fmla="*/ 0 w 7467600"/>
              <a:gd name="connsiteY732" fmla="*/ 2476398 h 6858000"/>
              <a:gd name="connsiteX733" fmla="*/ 0 w 7467600"/>
              <a:gd name="connsiteY733" fmla="*/ 2389189 h 6858000"/>
              <a:gd name="connsiteX734" fmla="*/ 103062 w 7467600"/>
              <a:gd name="connsiteY734" fmla="*/ 2389518 h 6858000"/>
              <a:gd name="connsiteX735" fmla="*/ 510734 w 7467600"/>
              <a:gd name="connsiteY735" fmla="*/ 2416201 h 6858000"/>
              <a:gd name="connsiteX736" fmla="*/ 279257 w 7467600"/>
              <a:gd name="connsiteY736" fmla="*/ 2092102 h 6858000"/>
              <a:gd name="connsiteX737" fmla="*/ 65265 w 7467600"/>
              <a:gd name="connsiteY737" fmla="*/ 2006049 h 6858000"/>
              <a:gd name="connsiteX738" fmla="*/ 0 w 7467600"/>
              <a:gd name="connsiteY738" fmla="*/ 1982532 h 6858000"/>
              <a:gd name="connsiteX739" fmla="*/ 0 w 7467600"/>
              <a:gd name="connsiteY739" fmla="*/ 1912789 h 6858000"/>
              <a:gd name="connsiteX740" fmla="*/ 97460 w 7467600"/>
              <a:gd name="connsiteY740" fmla="*/ 1953725 h 6858000"/>
              <a:gd name="connsiteX741" fmla="*/ 221272 w 7467600"/>
              <a:gd name="connsiteY741" fmla="*/ 1980766 h 6858000"/>
              <a:gd name="connsiteX742" fmla="*/ 116765 w 7467600"/>
              <a:gd name="connsiteY742" fmla="*/ 1911033 h 6858000"/>
              <a:gd name="connsiteX743" fmla="*/ 16405 w 7467600"/>
              <a:gd name="connsiteY743" fmla="*/ 1803412 h 6858000"/>
              <a:gd name="connsiteX744" fmla="*/ 0 w 7467600"/>
              <a:gd name="connsiteY744" fmla="*/ 1784777 h 6858000"/>
              <a:gd name="connsiteX745" fmla="*/ 0 w 7467600"/>
              <a:gd name="connsiteY745" fmla="*/ 1740082 h 6858000"/>
              <a:gd name="connsiteX746" fmla="*/ 39394 w 7467600"/>
              <a:gd name="connsiteY746" fmla="*/ 1784856 h 6858000"/>
              <a:gd name="connsiteX747" fmla="*/ 135813 w 7467600"/>
              <a:gd name="connsiteY747" fmla="*/ 1888838 h 6858000"/>
              <a:gd name="connsiteX748" fmla="*/ 242575 w 7467600"/>
              <a:gd name="connsiteY748" fmla="*/ 1958841 h 6858000"/>
              <a:gd name="connsiteX749" fmla="*/ 82197 w 7467600"/>
              <a:gd name="connsiteY749" fmla="*/ 1754826 h 6858000"/>
              <a:gd name="connsiteX750" fmla="*/ 0 w 7467600"/>
              <a:gd name="connsiteY750" fmla="*/ 1679650 h 6858000"/>
              <a:gd name="connsiteX751" fmla="*/ 0 w 7467600"/>
              <a:gd name="connsiteY751" fmla="*/ 1602463 h 6858000"/>
              <a:gd name="connsiteX752" fmla="*/ 84689 w 7467600"/>
              <a:gd name="connsiteY752" fmla="*/ 1677442 h 6858000"/>
              <a:gd name="connsiteX753" fmla="*/ 298437 w 7467600"/>
              <a:gd name="connsiteY753" fmla="*/ 1968019 h 6858000"/>
              <a:gd name="connsiteX754" fmla="*/ 227269 w 7467600"/>
              <a:gd name="connsiteY754" fmla="*/ 1114064 h 6858000"/>
              <a:gd name="connsiteX755" fmla="*/ 248003 w 7467600"/>
              <a:gd name="connsiteY755" fmla="*/ 1089613 h 6858000"/>
              <a:gd name="connsiteX756" fmla="*/ 427020 w 7467600"/>
              <a:gd name="connsiteY756" fmla="*/ 1619803 h 6858000"/>
              <a:gd name="connsiteX757" fmla="*/ 340345 w 7467600"/>
              <a:gd name="connsiteY757" fmla="*/ 2027739 h 6858000"/>
              <a:gd name="connsiteX758" fmla="*/ 360865 w 7467600"/>
              <a:gd name="connsiteY758" fmla="*/ 2044827 h 6858000"/>
              <a:gd name="connsiteX759" fmla="*/ 560414 w 7467600"/>
              <a:gd name="connsiteY759" fmla="*/ 2421457 h 6858000"/>
              <a:gd name="connsiteX760" fmla="*/ 1359703 w 7467600"/>
              <a:gd name="connsiteY760" fmla="*/ 2578554 h 6858000"/>
              <a:gd name="connsiteX761" fmla="*/ 1359422 w 7467600"/>
              <a:gd name="connsiteY761" fmla="*/ 2577994 h 6858000"/>
              <a:gd name="connsiteX762" fmla="*/ 828701 w 7467600"/>
              <a:gd name="connsiteY762" fmla="*/ 1839520 h 6858000"/>
              <a:gd name="connsiteX763" fmla="*/ 494427 w 7467600"/>
              <a:gd name="connsiteY763" fmla="*/ 1092333 h 6858000"/>
              <a:gd name="connsiteX764" fmla="*/ 506322 w 7467600"/>
              <a:gd name="connsiteY764" fmla="*/ 1020997 h 6858000"/>
              <a:gd name="connsiteX765" fmla="*/ 4570198 w 7467600"/>
              <a:gd name="connsiteY765" fmla="*/ 978081 h 6858000"/>
              <a:gd name="connsiteX766" fmla="*/ 4523691 w 7467600"/>
              <a:gd name="connsiteY766" fmla="*/ 1127776 h 6858000"/>
              <a:gd name="connsiteX767" fmla="*/ 4509875 w 7467600"/>
              <a:gd name="connsiteY767" fmla="*/ 1167552 h 6858000"/>
              <a:gd name="connsiteX768" fmla="*/ 4478168 w 7467600"/>
              <a:gd name="connsiteY768" fmla="*/ 1260735 h 6858000"/>
              <a:gd name="connsiteX769" fmla="*/ 4409309 w 7467600"/>
              <a:gd name="connsiteY769" fmla="*/ 1666996 h 6858000"/>
              <a:gd name="connsiteX770" fmla="*/ 4370031 w 7467600"/>
              <a:gd name="connsiteY770" fmla="*/ 1955666 h 6858000"/>
              <a:gd name="connsiteX771" fmla="*/ 4570198 w 7467600"/>
              <a:gd name="connsiteY771" fmla="*/ 978081 h 6858000"/>
              <a:gd name="connsiteX772" fmla="*/ 4557898 w 7467600"/>
              <a:gd name="connsiteY772" fmla="*/ 900011 h 6858000"/>
              <a:gd name="connsiteX773" fmla="*/ 4344840 w 7467600"/>
              <a:gd name="connsiteY773" fmla="*/ 1922038 h 6858000"/>
              <a:gd name="connsiteX774" fmla="*/ 4378710 w 7467600"/>
              <a:gd name="connsiteY774" fmla="*/ 1665516 h 6858000"/>
              <a:gd name="connsiteX775" fmla="*/ 4448798 w 7467600"/>
              <a:gd name="connsiteY775" fmla="*/ 1253024 h 6858000"/>
              <a:gd name="connsiteX776" fmla="*/ 4480315 w 7467600"/>
              <a:gd name="connsiteY776" fmla="*/ 1158454 h 6858000"/>
              <a:gd name="connsiteX777" fmla="*/ 4494133 w 7467600"/>
              <a:gd name="connsiteY777" fmla="*/ 1118676 h 6858000"/>
              <a:gd name="connsiteX778" fmla="*/ 4557898 w 7467600"/>
              <a:gd name="connsiteY778" fmla="*/ 900011 h 6858000"/>
              <a:gd name="connsiteX779" fmla="*/ 5870151 w 7467600"/>
              <a:gd name="connsiteY779" fmla="*/ 898890 h 6858000"/>
              <a:gd name="connsiteX780" fmla="*/ 5861335 w 7467600"/>
              <a:gd name="connsiteY780" fmla="*/ 899177 h 6858000"/>
              <a:gd name="connsiteX781" fmla="*/ 5843702 w 7467600"/>
              <a:gd name="connsiteY781" fmla="*/ 899748 h 6858000"/>
              <a:gd name="connsiteX782" fmla="*/ 5651107 w 7467600"/>
              <a:gd name="connsiteY782" fmla="*/ 920306 h 6858000"/>
              <a:gd name="connsiteX783" fmla="*/ 5459407 w 7467600"/>
              <a:gd name="connsiteY783" fmla="*/ 940975 h 6858000"/>
              <a:gd name="connsiteX784" fmla="*/ 5374846 w 7467600"/>
              <a:gd name="connsiteY784" fmla="*/ 941988 h 6858000"/>
              <a:gd name="connsiteX785" fmla="*/ 5256105 w 7467600"/>
              <a:gd name="connsiteY785" fmla="*/ 945632 h 6858000"/>
              <a:gd name="connsiteX786" fmla="*/ 5107071 w 7467600"/>
              <a:gd name="connsiteY786" fmla="*/ 969720 h 6858000"/>
              <a:gd name="connsiteX787" fmla="*/ 4998681 w 7467600"/>
              <a:gd name="connsiteY787" fmla="*/ 988771 h 6858000"/>
              <a:gd name="connsiteX788" fmla="*/ 5870151 w 7467600"/>
              <a:gd name="connsiteY788" fmla="*/ 898890 h 6858000"/>
              <a:gd name="connsiteX789" fmla="*/ 5504425 w 7467600"/>
              <a:gd name="connsiteY789" fmla="*/ 848067 h 6858000"/>
              <a:gd name="connsiteX790" fmla="*/ 4968849 w 7467600"/>
              <a:gd name="connsiteY790" fmla="*/ 962318 h 6858000"/>
              <a:gd name="connsiteX791" fmla="*/ 5104039 w 7467600"/>
              <a:gd name="connsiteY791" fmla="*/ 940634 h 6858000"/>
              <a:gd name="connsiteX792" fmla="*/ 5256311 w 7467600"/>
              <a:gd name="connsiteY792" fmla="*/ 916490 h 6858000"/>
              <a:gd name="connsiteX793" fmla="*/ 5377381 w 7467600"/>
              <a:gd name="connsiteY793" fmla="*/ 912671 h 6858000"/>
              <a:gd name="connsiteX794" fmla="*/ 5460148 w 7467600"/>
              <a:gd name="connsiteY794" fmla="*/ 911442 h 6858000"/>
              <a:gd name="connsiteX795" fmla="*/ 5648971 w 7467600"/>
              <a:gd name="connsiteY795" fmla="*/ 891331 h 6858000"/>
              <a:gd name="connsiteX796" fmla="*/ 5844807 w 7467600"/>
              <a:gd name="connsiteY796" fmla="*/ 870718 h 6858000"/>
              <a:gd name="connsiteX797" fmla="*/ 5862975 w 7467600"/>
              <a:gd name="connsiteY797" fmla="*/ 869756 h 6858000"/>
              <a:gd name="connsiteX798" fmla="*/ 5920887 w 7467600"/>
              <a:gd name="connsiteY798" fmla="*/ 865929 h 6858000"/>
              <a:gd name="connsiteX799" fmla="*/ 5504425 w 7467600"/>
              <a:gd name="connsiteY799" fmla="*/ 848067 h 6858000"/>
              <a:gd name="connsiteX800" fmla="*/ 3607114 w 7467600"/>
              <a:gd name="connsiteY800" fmla="*/ 467441 h 6858000"/>
              <a:gd name="connsiteX801" fmla="*/ 3296242 w 7467600"/>
              <a:gd name="connsiteY801" fmla="*/ 807991 h 6858000"/>
              <a:gd name="connsiteX802" fmla="*/ 3174674 w 7467600"/>
              <a:gd name="connsiteY802" fmla="*/ 919759 h 6858000"/>
              <a:gd name="connsiteX803" fmla="*/ 3042978 w 7467600"/>
              <a:gd name="connsiteY803" fmla="*/ 1054894 h 6858000"/>
              <a:gd name="connsiteX804" fmla="*/ 2968914 w 7467600"/>
              <a:gd name="connsiteY804" fmla="*/ 1133756 h 6858000"/>
              <a:gd name="connsiteX805" fmla="*/ 3103823 w 7467600"/>
              <a:gd name="connsiteY805" fmla="*/ 1026814 h 6858000"/>
              <a:gd name="connsiteX806" fmla="*/ 3607114 w 7467600"/>
              <a:gd name="connsiteY806" fmla="*/ 467441 h 6858000"/>
              <a:gd name="connsiteX807" fmla="*/ 3744487 w 7467600"/>
              <a:gd name="connsiteY807" fmla="*/ 383136 h 6858000"/>
              <a:gd name="connsiteX808" fmla="*/ 3970213 w 7467600"/>
              <a:gd name="connsiteY808" fmla="*/ 995559 h 6858000"/>
              <a:gd name="connsiteX809" fmla="*/ 3744487 w 7467600"/>
              <a:gd name="connsiteY809" fmla="*/ 383136 h 6858000"/>
              <a:gd name="connsiteX810" fmla="*/ 3624562 w 7467600"/>
              <a:gd name="connsiteY810" fmla="*/ 367041 h 6858000"/>
              <a:gd name="connsiteX811" fmla="*/ 3489712 w 7467600"/>
              <a:gd name="connsiteY811" fmla="*/ 485386 h 6858000"/>
              <a:gd name="connsiteX812" fmla="*/ 3182994 w 7467600"/>
              <a:gd name="connsiteY812" fmla="*/ 828265 h 6858000"/>
              <a:gd name="connsiteX813" fmla="*/ 2892114 w 7467600"/>
              <a:gd name="connsiteY813" fmla="*/ 1172635 h 6858000"/>
              <a:gd name="connsiteX814" fmla="*/ 3021459 w 7467600"/>
              <a:gd name="connsiteY814" fmla="*/ 1035385 h 6858000"/>
              <a:gd name="connsiteX815" fmla="*/ 3153873 w 7467600"/>
              <a:gd name="connsiteY815" fmla="*/ 898971 h 6858000"/>
              <a:gd name="connsiteX816" fmla="*/ 3276511 w 7467600"/>
              <a:gd name="connsiteY816" fmla="*/ 786423 h 6858000"/>
              <a:gd name="connsiteX817" fmla="*/ 3584154 w 7467600"/>
              <a:gd name="connsiteY817" fmla="*/ 448218 h 6858000"/>
              <a:gd name="connsiteX818" fmla="*/ 3624562 w 7467600"/>
              <a:gd name="connsiteY818" fmla="*/ 367041 h 6858000"/>
              <a:gd name="connsiteX819" fmla="*/ 3766672 w 7467600"/>
              <a:gd name="connsiteY819" fmla="*/ 359429 h 6858000"/>
              <a:gd name="connsiteX820" fmla="*/ 3996338 w 7467600"/>
              <a:gd name="connsiteY820" fmla="*/ 968237 h 6858000"/>
              <a:gd name="connsiteX821" fmla="*/ 3766672 w 7467600"/>
              <a:gd name="connsiteY821" fmla="*/ 359429 h 6858000"/>
              <a:gd name="connsiteX822" fmla="*/ 5805386 w 7467600"/>
              <a:gd name="connsiteY822" fmla="*/ 239240 h 6858000"/>
              <a:gd name="connsiteX823" fmla="*/ 5736947 w 7467600"/>
              <a:gd name="connsiteY823" fmla="*/ 261367 h 6858000"/>
              <a:gd name="connsiteX824" fmla="*/ 5427012 w 7467600"/>
              <a:gd name="connsiteY824" fmla="*/ 311272 h 6858000"/>
              <a:gd name="connsiteX825" fmla="*/ 5147818 w 7467600"/>
              <a:gd name="connsiteY825" fmla="*/ 322112 h 6858000"/>
              <a:gd name="connsiteX826" fmla="*/ 5060854 w 7467600"/>
              <a:gd name="connsiteY826" fmla="*/ 311882 h 6858000"/>
              <a:gd name="connsiteX827" fmla="*/ 4945989 w 7467600"/>
              <a:gd name="connsiteY827" fmla="*/ 300516 h 6858000"/>
              <a:gd name="connsiteX828" fmla="*/ 5410479 w 7467600"/>
              <a:gd name="connsiteY828" fmla="*/ 348434 h 6858000"/>
              <a:gd name="connsiteX829" fmla="*/ 5805386 w 7467600"/>
              <a:gd name="connsiteY829" fmla="*/ 239240 h 6858000"/>
              <a:gd name="connsiteX830" fmla="*/ 5905192 w 7467600"/>
              <a:gd name="connsiteY830" fmla="*/ 163079 h 6858000"/>
              <a:gd name="connsiteX831" fmla="*/ 5865655 w 7467600"/>
              <a:gd name="connsiteY831" fmla="*/ 171901 h 6858000"/>
              <a:gd name="connsiteX832" fmla="*/ 5259740 w 7467600"/>
              <a:gd name="connsiteY832" fmla="*/ 257013 h 6858000"/>
              <a:gd name="connsiteX833" fmla="*/ 5208466 w 7467600"/>
              <a:gd name="connsiteY833" fmla="*/ 257550 h 6858000"/>
              <a:gd name="connsiteX834" fmla="*/ 4980204 w 7467600"/>
              <a:gd name="connsiteY834" fmla="*/ 271903 h 6858000"/>
              <a:gd name="connsiteX835" fmla="*/ 5068068 w 7467600"/>
              <a:gd name="connsiteY835" fmla="*/ 282244 h 6858000"/>
              <a:gd name="connsiteX836" fmla="*/ 5153231 w 7467600"/>
              <a:gd name="connsiteY836" fmla="*/ 292240 h 6858000"/>
              <a:gd name="connsiteX837" fmla="*/ 5426491 w 7467600"/>
              <a:gd name="connsiteY837" fmla="*/ 281128 h 6858000"/>
              <a:gd name="connsiteX838" fmla="*/ 5731212 w 7467600"/>
              <a:gd name="connsiteY838" fmla="*/ 231951 h 6858000"/>
              <a:gd name="connsiteX839" fmla="*/ 5905192 w 7467600"/>
              <a:gd name="connsiteY839" fmla="*/ 163079 h 6858000"/>
              <a:gd name="connsiteX840" fmla="*/ 5944437 w 7467600"/>
              <a:gd name="connsiteY840" fmla="*/ 113829 h 6858000"/>
              <a:gd name="connsiteX841" fmla="*/ 5825032 w 7467600"/>
              <a:gd name="connsiteY841" fmla="*/ 146405 h 6858000"/>
              <a:gd name="connsiteX842" fmla="*/ 4955599 w 7467600"/>
              <a:gd name="connsiteY842" fmla="*/ 247008 h 6858000"/>
              <a:gd name="connsiteX843" fmla="*/ 5210104 w 7467600"/>
              <a:gd name="connsiteY843" fmla="*/ 228123 h 6858000"/>
              <a:gd name="connsiteX844" fmla="*/ 5261015 w 7467600"/>
              <a:gd name="connsiteY844" fmla="*/ 227087 h 6858000"/>
              <a:gd name="connsiteX845" fmla="*/ 5861181 w 7467600"/>
              <a:gd name="connsiteY845" fmla="*/ 143093 h 6858000"/>
              <a:gd name="connsiteX846" fmla="*/ 5961252 w 7467600"/>
              <a:gd name="connsiteY846" fmla="*/ 114820 h 6858000"/>
              <a:gd name="connsiteX847" fmla="*/ 5944437 w 7467600"/>
              <a:gd name="connsiteY847" fmla="*/ 113829 h 6858000"/>
              <a:gd name="connsiteX848" fmla="*/ 3882765 w 7467600"/>
              <a:gd name="connsiteY848" fmla="*/ 0 h 6858000"/>
              <a:gd name="connsiteX849" fmla="*/ 3995099 w 7467600"/>
              <a:gd name="connsiteY849" fmla="*/ 0 h 6858000"/>
              <a:gd name="connsiteX850" fmla="*/ 4163818 w 7467600"/>
              <a:gd name="connsiteY850" fmla="*/ 234104 h 6858000"/>
              <a:gd name="connsiteX851" fmla="*/ 4172099 w 7467600"/>
              <a:gd name="connsiteY851" fmla="*/ 234207 h 6858000"/>
              <a:gd name="connsiteX852" fmla="*/ 4784282 w 7467600"/>
              <a:gd name="connsiteY852" fmla="*/ 276561 h 6858000"/>
              <a:gd name="connsiteX853" fmla="*/ 4801687 w 7467600"/>
              <a:gd name="connsiteY853" fmla="*/ 267764 h 6858000"/>
              <a:gd name="connsiteX854" fmla="*/ 6082788 w 7467600"/>
              <a:gd name="connsiteY854" fmla="*/ 64119 h 6858000"/>
              <a:gd name="connsiteX855" fmla="*/ 6099442 w 7467600"/>
              <a:gd name="connsiteY855" fmla="*/ 82568 h 6858000"/>
              <a:gd name="connsiteX856" fmla="*/ 4804137 w 7467600"/>
              <a:gd name="connsiteY856" fmla="*/ 320931 h 6858000"/>
              <a:gd name="connsiteX857" fmla="*/ 4227047 w 7467600"/>
              <a:gd name="connsiteY857" fmla="*/ 313415 h 6858000"/>
              <a:gd name="connsiteX858" fmla="*/ 4346041 w 7467600"/>
              <a:gd name="connsiteY858" fmla="*/ 456086 h 6858000"/>
              <a:gd name="connsiteX859" fmla="*/ 4870967 w 7467600"/>
              <a:gd name="connsiteY859" fmla="*/ 963061 h 6858000"/>
              <a:gd name="connsiteX860" fmla="*/ 4889647 w 7467600"/>
              <a:gd name="connsiteY860" fmla="*/ 957147 h 6858000"/>
              <a:gd name="connsiteX861" fmla="*/ 5422504 w 7467600"/>
              <a:gd name="connsiteY861" fmla="*/ 805191 h 6858000"/>
              <a:gd name="connsiteX862" fmla="*/ 6087656 w 7467600"/>
              <a:gd name="connsiteY862" fmla="*/ 826703 h 6858000"/>
              <a:gd name="connsiteX863" fmla="*/ 6058717 w 7467600"/>
              <a:gd name="connsiteY863" fmla="*/ 865992 h 6858000"/>
              <a:gd name="connsiteX864" fmla="*/ 4974153 w 7467600"/>
              <a:gd name="connsiteY864" fmla="*/ 1045456 h 6858000"/>
              <a:gd name="connsiteX865" fmla="*/ 5627835 w 7467600"/>
              <a:gd name="connsiteY865" fmla="*/ 1472077 h 6858000"/>
              <a:gd name="connsiteX866" fmla="*/ 5629817 w 7467600"/>
              <a:gd name="connsiteY866" fmla="*/ 1471412 h 6858000"/>
              <a:gd name="connsiteX867" fmla="*/ 5634124 w 7467600"/>
              <a:gd name="connsiteY867" fmla="*/ 1470572 h 6858000"/>
              <a:gd name="connsiteX868" fmla="*/ 5755832 w 7467600"/>
              <a:gd name="connsiteY868" fmla="*/ 1383886 h 6858000"/>
              <a:gd name="connsiteX869" fmla="*/ 6014186 w 7467600"/>
              <a:gd name="connsiteY869" fmla="*/ 1279799 h 6858000"/>
              <a:gd name="connsiteX870" fmla="*/ 6901619 w 7467600"/>
              <a:gd name="connsiteY870" fmla="*/ 1047874 h 6858000"/>
              <a:gd name="connsiteX871" fmla="*/ 6931566 w 7467600"/>
              <a:gd name="connsiteY871" fmla="*/ 1062034 h 6858000"/>
              <a:gd name="connsiteX872" fmla="*/ 5790982 w 7467600"/>
              <a:gd name="connsiteY872" fmla="*/ 1561380 h 6858000"/>
              <a:gd name="connsiteX873" fmla="*/ 6188971 w 7467600"/>
              <a:gd name="connsiteY873" fmla="*/ 1755168 h 6858000"/>
              <a:gd name="connsiteX874" fmla="*/ 6202446 w 7467600"/>
              <a:gd name="connsiteY874" fmla="*/ 1752268 h 6858000"/>
              <a:gd name="connsiteX875" fmla="*/ 7179560 w 7467600"/>
              <a:gd name="connsiteY875" fmla="*/ 1467551 h 6858000"/>
              <a:gd name="connsiteX876" fmla="*/ 7158730 w 7467600"/>
              <a:gd name="connsiteY876" fmla="*/ 1507835 h 6858000"/>
              <a:gd name="connsiteX877" fmla="*/ 6326959 w 7467600"/>
              <a:gd name="connsiteY877" fmla="*/ 1817686 h 6858000"/>
              <a:gd name="connsiteX878" fmla="*/ 6537433 w 7467600"/>
              <a:gd name="connsiteY878" fmla="*/ 1907790 h 6858000"/>
              <a:gd name="connsiteX879" fmla="*/ 6550221 w 7467600"/>
              <a:gd name="connsiteY879" fmla="*/ 1910729 h 6858000"/>
              <a:gd name="connsiteX880" fmla="*/ 6964438 w 7467600"/>
              <a:gd name="connsiteY880" fmla="*/ 2209505 h 6858000"/>
              <a:gd name="connsiteX881" fmla="*/ 7367862 w 7467600"/>
              <a:gd name="connsiteY881" fmla="*/ 2806833 h 6858000"/>
              <a:gd name="connsiteX882" fmla="*/ 7364329 w 7467600"/>
              <a:gd name="connsiteY882" fmla="*/ 2826907 h 6858000"/>
              <a:gd name="connsiteX883" fmla="*/ 7290545 w 7467600"/>
              <a:gd name="connsiteY883" fmla="*/ 2850663 h 6858000"/>
              <a:gd name="connsiteX884" fmla="*/ 6472036 w 7467600"/>
              <a:gd name="connsiteY884" fmla="*/ 1959003 h 6858000"/>
              <a:gd name="connsiteX885" fmla="*/ 5792897 w 7467600"/>
              <a:gd name="connsiteY885" fmla="*/ 1647747 h 6858000"/>
              <a:gd name="connsiteX886" fmla="*/ 5842751 w 7467600"/>
              <a:gd name="connsiteY886" fmla="*/ 1816112 h 6858000"/>
              <a:gd name="connsiteX887" fmla="*/ 5847424 w 7467600"/>
              <a:gd name="connsiteY887" fmla="*/ 1815776 h 6858000"/>
              <a:gd name="connsiteX888" fmla="*/ 6399821 w 7467600"/>
              <a:gd name="connsiteY888" fmla="*/ 2344799 h 6858000"/>
              <a:gd name="connsiteX889" fmla="*/ 6323232 w 7467600"/>
              <a:gd name="connsiteY889" fmla="*/ 2389634 h 6858000"/>
              <a:gd name="connsiteX890" fmla="*/ 5942958 w 7467600"/>
              <a:gd name="connsiteY890" fmla="*/ 2077708 h 6858000"/>
              <a:gd name="connsiteX891" fmla="*/ 5921559 w 7467600"/>
              <a:gd name="connsiteY891" fmla="*/ 2378596 h 6858000"/>
              <a:gd name="connsiteX892" fmla="*/ 5817651 w 7467600"/>
              <a:gd name="connsiteY892" fmla="*/ 3023919 h 6858000"/>
              <a:gd name="connsiteX893" fmla="*/ 5729634 w 7467600"/>
              <a:gd name="connsiteY893" fmla="*/ 3051849 h 6858000"/>
              <a:gd name="connsiteX894" fmla="*/ 5611018 w 7467600"/>
              <a:gd name="connsiteY894" fmla="*/ 2316769 h 6858000"/>
              <a:gd name="connsiteX895" fmla="*/ 5687608 w 7467600"/>
              <a:gd name="connsiteY895" fmla="*/ 2039972 h 6858000"/>
              <a:gd name="connsiteX896" fmla="*/ 5657554 w 7467600"/>
              <a:gd name="connsiteY896" fmla="*/ 1576445 h 6858000"/>
              <a:gd name="connsiteX897" fmla="*/ 5150475 w 7467600"/>
              <a:gd name="connsiteY897" fmla="*/ 1274012 h 6858000"/>
              <a:gd name="connsiteX898" fmla="*/ 5349142 w 7467600"/>
              <a:gd name="connsiteY898" fmla="*/ 2204405 h 6858000"/>
              <a:gd name="connsiteX899" fmla="*/ 5262214 w 7467600"/>
              <a:gd name="connsiteY899" fmla="*/ 2233836 h 6858000"/>
              <a:gd name="connsiteX900" fmla="*/ 4981539 w 7467600"/>
              <a:gd name="connsiteY900" fmla="*/ 1542201 h 6858000"/>
              <a:gd name="connsiteX901" fmla="*/ 4958461 w 7467600"/>
              <a:gd name="connsiteY901" fmla="*/ 1136957 h 6858000"/>
              <a:gd name="connsiteX902" fmla="*/ 4655015 w 7467600"/>
              <a:gd name="connsiteY902" fmla="*/ 891426 h 6858000"/>
              <a:gd name="connsiteX903" fmla="*/ 4348002 w 7467600"/>
              <a:gd name="connsiteY903" fmla="*/ 2205895 h 6858000"/>
              <a:gd name="connsiteX904" fmla="*/ 4262250 w 7467600"/>
              <a:gd name="connsiteY904" fmla="*/ 2219972 h 6858000"/>
              <a:gd name="connsiteX905" fmla="*/ 4550611 w 7467600"/>
              <a:gd name="connsiteY905" fmla="*/ 817540 h 6858000"/>
              <a:gd name="connsiteX906" fmla="*/ 4564418 w 7467600"/>
              <a:gd name="connsiteY906" fmla="*/ 808293 h 6858000"/>
              <a:gd name="connsiteX907" fmla="*/ 4266388 w 7467600"/>
              <a:gd name="connsiteY907" fmla="*/ 500083 h 6858000"/>
              <a:gd name="connsiteX908" fmla="*/ 4032842 w 7467600"/>
              <a:gd name="connsiteY908" fmla="*/ 211809 h 6858000"/>
              <a:gd name="connsiteX909" fmla="*/ 3882765 w 7467600"/>
              <a:gd name="connsiteY909" fmla="*/ 0 h 6858000"/>
              <a:gd name="connsiteX910" fmla="*/ 3721337 w 7467600"/>
              <a:gd name="connsiteY910" fmla="*/ 0 h 6858000"/>
              <a:gd name="connsiteX911" fmla="*/ 3797544 w 7467600"/>
              <a:gd name="connsiteY911" fmla="*/ 0 h 6858000"/>
              <a:gd name="connsiteX912" fmla="*/ 3775734 w 7467600"/>
              <a:gd name="connsiteY912" fmla="*/ 95131 h 6858000"/>
              <a:gd name="connsiteX913" fmla="*/ 3724807 w 7467600"/>
              <a:gd name="connsiteY913" fmla="*/ 272257 h 6858000"/>
              <a:gd name="connsiteX914" fmla="*/ 3726844 w 7467600"/>
              <a:gd name="connsiteY914" fmla="*/ 282988 h 6858000"/>
              <a:gd name="connsiteX915" fmla="*/ 3742664 w 7467600"/>
              <a:gd name="connsiteY915" fmla="*/ 279918 h 6858000"/>
              <a:gd name="connsiteX916" fmla="*/ 4103910 w 7467600"/>
              <a:gd name="connsiteY916" fmla="*/ 1161917 h 6858000"/>
              <a:gd name="connsiteX917" fmla="*/ 4020269 w 7467600"/>
              <a:gd name="connsiteY917" fmla="*/ 1200406 h 6858000"/>
              <a:gd name="connsiteX918" fmla="*/ 3674882 w 7467600"/>
              <a:gd name="connsiteY918" fmla="*/ 488524 h 6858000"/>
              <a:gd name="connsiteX919" fmla="*/ 3132682 w 7467600"/>
              <a:gd name="connsiteY919" fmla="*/ 1072284 h 6858000"/>
              <a:gd name="connsiteX920" fmla="*/ 2716346 w 7467600"/>
              <a:gd name="connsiteY920" fmla="*/ 1276376 h 6858000"/>
              <a:gd name="connsiteX921" fmla="*/ 2716772 w 7467600"/>
              <a:gd name="connsiteY921" fmla="*/ 1255462 h 6858000"/>
              <a:gd name="connsiteX922" fmla="*/ 3471096 w 7467600"/>
              <a:gd name="connsiteY922" fmla="*/ 437072 h 6858000"/>
              <a:gd name="connsiteX923" fmla="*/ 3639057 w 7467600"/>
              <a:gd name="connsiteY923" fmla="*/ 286334 h 6858000"/>
              <a:gd name="connsiteX924" fmla="*/ 3640309 w 7467600"/>
              <a:gd name="connsiteY924" fmla="*/ 284664 h 6858000"/>
              <a:gd name="connsiteX925" fmla="*/ 3646022 w 7467600"/>
              <a:gd name="connsiteY925" fmla="*/ 276711 h 6858000"/>
              <a:gd name="connsiteX926" fmla="*/ 3707943 w 7467600"/>
              <a:gd name="connsiteY926" fmla="*/ 65958 h 6858000"/>
              <a:gd name="connsiteX927" fmla="*/ 3721337 w 7467600"/>
              <a:gd name="connsiteY927" fmla="*/ 0 h 6858000"/>
              <a:gd name="connsiteX928" fmla="*/ 2867960 w 7467600"/>
              <a:gd name="connsiteY928" fmla="*/ 0 h 6858000"/>
              <a:gd name="connsiteX929" fmla="*/ 2926351 w 7467600"/>
              <a:gd name="connsiteY929" fmla="*/ 0 h 6858000"/>
              <a:gd name="connsiteX930" fmla="*/ 2902823 w 7467600"/>
              <a:gd name="connsiteY930" fmla="*/ 262929 h 6858000"/>
              <a:gd name="connsiteX931" fmla="*/ 2940663 w 7467600"/>
              <a:gd name="connsiteY931" fmla="*/ 140884 h 6858000"/>
              <a:gd name="connsiteX932" fmla="*/ 2947039 w 7467600"/>
              <a:gd name="connsiteY932" fmla="*/ 122524 h 6858000"/>
              <a:gd name="connsiteX933" fmla="*/ 2984316 w 7467600"/>
              <a:gd name="connsiteY933" fmla="*/ 0 h 6858000"/>
              <a:gd name="connsiteX934" fmla="*/ 3016114 w 7467600"/>
              <a:gd name="connsiteY934" fmla="*/ 0 h 6858000"/>
              <a:gd name="connsiteX935" fmla="*/ 2979949 w 7467600"/>
              <a:gd name="connsiteY935" fmla="*/ 119274 h 6858000"/>
              <a:gd name="connsiteX936" fmla="*/ 3023879 w 7467600"/>
              <a:gd name="connsiteY936" fmla="*/ 0 h 6858000"/>
              <a:gd name="connsiteX937" fmla="*/ 3105400 w 7467600"/>
              <a:gd name="connsiteY937" fmla="*/ 0 h 6858000"/>
              <a:gd name="connsiteX938" fmla="*/ 3094669 w 7467600"/>
              <a:gd name="connsiteY938" fmla="*/ 30308 h 6858000"/>
              <a:gd name="connsiteX939" fmla="*/ 2901945 w 7467600"/>
              <a:gd name="connsiteY939" fmla="*/ 466538 h 6858000"/>
              <a:gd name="connsiteX940" fmla="*/ 2815209 w 7467600"/>
              <a:gd name="connsiteY940" fmla="*/ 497361 h 6858000"/>
              <a:gd name="connsiteX941" fmla="*/ 2844845 w 7467600"/>
              <a:gd name="connsiteY941" fmla="*/ 127638 h 6858000"/>
              <a:gd name="connsiteX942" fmla="*/ 2867960 w 7467600"/>
              <a:gd name="connsiteY942" fmla="*/ 0 h 6858000"/>
              <a:gd name="connsiteX943" fmla="*/ 1057230 w 7467600"/>
              <a:gd name="connsiteY943" fmla="*/ 0 h 6858000"/>
              <a:gd name="connsiteX944" fmla="*/ 1111003 w 7467600"/>
              <a:gd name="connsiteY944" fmla="*/ 0 h 6858000"/>
              <a:gd name="connsiteX945" fmla="*/ 1125553 w 7467600"/>
              <a:gd name="connsiteY945" fmla="*/ 52588 h 6858000"/>
              <a:gd name="connsiteX946" fmla="*/ 1304276 w 7467600"/>
              <a:gd name="connsiteY946" fmla="*/ 476275 h 6858000"/>
              <a:gd name="connsiteX947" fmla="*/ 1492066 w 7467600"/>
              <a:gd name="connsiteY947" fmla="*/ 886333 h 6858000"/>
              <a:gd name="connsiteX948" fmla="*/ 1423698 w 7467600"/>
              <a:gd name="connsiteY948" fmla="*/ 710817 h 6858000"/>
              <a:gd name="connsiteX949" fmla="*/ 1357609 w 7467600"/>
              <a:gd name="connsiteY949" fmla="*/ 532892 h 6858000"/>
              <a:gd name="connsiteX950" fmla="*/ 1309550 w 7467600"/>
              <a:gd name="connsiteY950" fmla="*/ 374031 h 6858000"/>
              <a:gd name="connsiteX951" fmla="*/ 1193673 w 7467600"/>
              <a:gd name="connsiteY951" fmla="*/ 49533 h 6858000"/>
              <a:gd name="connsiteX952" fmla="*/ 1164391 w 7467600"/>
              <a:gd name="connsiteY952" fmla="*/ 0 h 6858000"/>
              <a:gd name="connsiteX953" fmla="*/ 1200666 w 7467600"/>
              <a:gd name="connsiteY953" fmla="*/ 0 h 6858000"/>
              <a:gd name="connsiteX954" fmla="*/ 1223408 w 7467600"/>
              <a:gd name="connsiteY954" fmla="*/ 38996 h 6858000"/>
              <a:gd name="connsiteX955" fmla="*/ 1339635 w 7467600"/>
              <a:gd name="connsiteY955" fmla="*/ 365517 h 6858000"/>
              <a:gd name="connsiteX956" fmla="*/ 1387469 w 7467600"/>
              <a:gd name="connsiteY956" fmla="*/ 523079 h 6858000"/>
              <a:gd name="connsiteX957" fmla="*/ 1452685 w 7467600"/>
              <a:gd name="connsiteY957" fmla="*/ 699806 h 6858000"/>
              <a:gd name="connsiteX958" fmla="*/ 1492092 w 7467600"/>
              <a:gd name="connsiteY958" fmla="*/ 800424 h 6858000"/>
              <a:gd name="connsiteX959" fmla="*/ 1455302 w 7467600"/>
              <a:gd name="connsiteY959" fmla="*/ 632913 h 6858000"/>
              <a:gd name="connsiteX960" fmla="*/ 1222336 w 7467600"/>
              <a:gd name="connsiteY960" fmla="*/ 9480 h 6858000"/>
              <a:gd name="connsiteX961" fmla="*/ 1214634 w 7467600"/>
              <a:gd name="connsiteY961" fmla="*/ 0 h 6858000"/>
              <a:gd name="connsiteX962" fmla="*/ 1289827 w 7467600"/>
              <a:gd name="connsiteY962" fmla="*/ 0 h 6858000"/>
              <a:gd name="connsiteX963" fmla="*/ 1321076 w 7467600"/>
              <a:gd name="connsiteY963" fmla="*/ 59722 h 6858000"/>
              <a:gd name="connsiteX964" fmla="*/ 1512579 w 7467600"/>
              <a:gd name="connsiteY964" fmla="*/ 626441 h 6858000"/>
              <a:gd name="connsiteX965" fmla="*/ 1506076 w 7467600"/>
              <a:gd name="connsiteY965" fmla="*/ 1089289 h 6858000"/>
              <a:gd name="connsiteX966" fmla="*/ 1486346 w 7467600"/>
              <a:gd name="connsiteY966" fmla="*/ 1079919 h 6858000"/>
              <a:gd name="connsiteX967" fmla="*/ 1070511 w 7467600"/>
              <a:gd name="connsiteY967" fmla="*/ 48609 h 6858000"/>
              <a:gd name="connsiteX968" fmla="*/ 1057230 w 7467600"/>
              <a:gd name="connsiteY968" fmla="*/ 0 h 6858000"/>
              <a:gd name="connsiteX969" fmla="*/ 43151 w 7467600"/>
              <a:gd name="connsiteY969" fmla="*/ 0 h 6858000"/>
              <a:gd name="connsiteX970" fmla="*/ 95283 w 7467600"/>
              <a:gd name="connsiteY970" fmla="*/ 0 h 6858000"/>
              <a:gd name="connsiteX971" fmla="*/ 300708 w 7467600"/>
              <a:gd name="connsiteY971" fmla="*/ 154571 h 6858000"/>
              <a:gd name="connsiteX972" fmla="*/ 530414 w 7467600"/>
              <a:gd name="connsiteY972" fmla="*/ 354673 h 6858000"/>
              <a:gd name="connsiteX973" fmla="*/ 333785 w 7467600"/>
              <a:gd name="connsiteY973" fmla="*/ 161564 h 6858000"/>
              <a:gd name="connsiteX974" fmla="*/ 147005 w 7467600"/>
              <a:gd name="connsiteY974" fmla="*/ 0 h 6858000"/>
              <a:gd name="connsiteX975" fmla="*/ 272509 w 7467600"/>
              <a:gd name="connsiteY975" fmla="*/ 0 h 6858000"/>
              <a:gd name="connsiteX976" fmla="*/ 326276 w 7467600"/>
              <a:gd name="connsiteY976" fmla="*/ 45847 h 6858000"/>
              <a:gd name="connsiteX977" fmla="*/ 823759 w 7467600"/>
              <a:gd name="connsiteY977" fmla="*/ 574145 h 6858000"/>
              <a:gd name="connsiteX978" fmla="*/ 811254 w 7467600"/>
              <a:gd name="connsiteY978" fmla="*/ 665546 h 6858000"/>
              <a:gd name="connsiteX979" fmla="*/ 154042 w 7467600"/>
              <a:gd name="connsiteY979" fmla="*/ 261522 h 6858000"/>
              <a:gd name="connsiteX980" fmla="*/ 13550 w 7467600"/>
              <a:gd name="connsiteY980" fmla="*/ 158423 h 6858000"/>
              <a:gd name="connsiteX981" fmla="*/ 0 w 7467600"/>
              <a:gd name="connsiteY981" fmla="*/ 146618 h 6858000"/>
              <a:gd name="connsiteX982" fmla="*/ 0 w 7467600"/>
              <a:gd name="connsiteY982" fmla="*/ 59161 h 6858000"/>
              <a:gd name="connsiteX983" fmla="*/ 45427 w 7467600"/>
              <a:gd name="connsiteY983" fmla="*/ 101078 h 6858000"/>
              <a:gd name="connsiteX984" fmla="*/ 630103 w 7467600"/>
              <a:gd name="connsiteY984" fmla="*/ 485885 h 6858000"/>
              <a:gd name="connsiteX985" fmla="*/ 532040 w 7467600"/>
              <a:gd name="connsiteY985" fmla="*/ 399359 h 6858000"/>
              <a:gd name="connsiteX986" fmla="*/ 517618 w 7467600"/>
              <a:gd name="connsiteY986" fmla="*/ 385726 h 6858000"/>
              <a:gd name="connsiteX987" fmla="*/ 285074 w 7467600"/>
              <a:gd name="connsiteY987" fmla="*/ 182755 h 6858000"/>
              <a:gd name="connsiteX988" fmla="*/ 43151 w 7467600"/>
              <a:gd name="connsiteY988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312201 w 7467600"/>
              <a:gd name="connsiteY127" fmla="*/ 5128278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312201 w 7467600"/>
              <a:gd name="connsiteY131" fmla="*/ 5128278 h 6858000"/>
              <a:gd name="connsiteX132" fmla="*/ 1903353 w 7467600"/>
              <a:gd name="connsiteY132" fmla="*/ 5044827 h 6858000"/>
              <a:gd name="connsiteX133" fmla="*/ 1936931 w 7467600"/>
              <a:gd name="connsiteY133" fmla="*/ 5093954 h 6858000"/>
              <a:gd name="connsiteX134" fmla="*/ 2195868 w 7467600"/>
              <a:gd name="connsiteY134" fmla="*/ 5396574 h 6858000"/>
              <a:gd name="connsiteX135" fmla="*/ 2088852 w 7467600"/>
              <a:gd name="connsiteY135" fmla="*/ 5166123 h 6858000"/>
              <a:gd name="connsiteX136" fmla="*/ 1958241 w 7467600"/>
              <a:gd name="connsiteY136" fmla="*/ 5067955 h 6858000"/>
              <a:gd name="connsiteX137" fmla="*/ 1903353 w 7467600"/>
              <a:gd name="connsiteY137" fmla="*/ 5044827 h 6858000"/>
              <a:gd name="connsiteX138" fmla="*/ 1979378 w 7467600"/>
              <a:gd name="connsiteY138" fmla="*/ 4769504 h 6858000"/>
              <a:gd name="connsiteX139" fmla="*/ 2882120 w 7467600"/>
              <a:gd name="connsiteY139" fmla="*/ 5064547 h 6858000"/>
              <a:gd name="connsiteX140" fmla="*/ 2793103 w 7467600"/>
              <a:gd name="connsiteY140" fmla="*/ 5039699 h 6858000"/>
              <a:gd name="connsiteX141" fmla="*/ 2770041 w 7467600"/>
              <a:gd name="connsiteY141" fmla="*/ 5033634 h 6858000"/>
              <a:gd name="connsiteX142" fmla="*/ 1979378 w 7467600"/>
              <a:gd name="connsiteY142" fmla="*/ 4769504 h 6858000"/>
              <a:gd name="connsiteX143" fmla="*/ 1927410 w 7467600"/>
              <a:gd name="connsiteY143" fmla="*/ 4716164 h 6858000"/>
              <a:gd name="connsiteX144" fmla="*/ 1959587 w 7467600"/>
              <a:gd name="connsiteY144" fmla="*/ 4728849 h 6858000"/>
              <a:gd name="connsiteX145" fmla="*/ 2777707 w 7467600"/>
              <a:gd name="connsiteY145" fmla="*/ 5003991 h 6858000"/>
              <a:gd name="connsiteX146" fmla="*/ 2800768 w 7467600"/>
              <a:gd name="connsiteY146" fmla="*/ 5010056 h 6858000"/>
              <a:gd name="connsiteX147" fmla="*/ 2879408 w 7467600"/>
              <a:gd name="connsiteY147" fmla="*/ 5031590 h 6858000"/>
              <a:gd name="connsiteX148" fmla="*/ 2862295 w 7467600"/>
              <a:gd name="connsiteY148" fmla="*/ 5022958 h 6858000"/>
              <a:gd name="connsiteX149" fmla="*/ 2813343 w 7467600"/>
              <a:gd name="connsiteY149" fmla="*/ 4998369 h 6858000"/>
              <a:gd name="connsiteX150" fmla="*/ 2646245 w 7467600"/>
              <a:gd name="connsiteY150" fmla="*/ 4930999 h 6858000"/>
              <a:gd name="connsiteX151" fmla="*/ 1999243 w 7467600"/>
              <a:gd name="connsiteY151" fmla="*/ 4730524 h 6858000"/>
              <a:gd name="connsiteX152" fmla="*/ 1979527 w 7467600"/>
              <a:gd name="connsiteY152" fmla="*/ 4726651 h 6858000"/>
              <a:gd name="connsiteX153" fmla="*/ 1927410 w 7467600"/>
              <a:gd name="connsiteY153" fmla="*/ 4716164 h 6858000"/>
              <a:gd name="connsiteX154" fmla="*/ 1997014 w 7467600"/>
              <a:gd name="connsiteY154" fmla="*/ 4698007 h 6858000"/>
              <a:gd name="connsiteX155" fmla="*/ 2005458 w 7467600"/>
              <a:gd name="connsiteY155" fmla="*/ 4699540 h 6858000"/>
              <a:gd name="connsiteX156" fmla="*/ 2657186 w 7467600"/>
              <a:gd name="connsiteY156" fmla="*/ 4901687 h 6858000"/>
              <a:gd name="connsiteX157" fmla="*/ 2826662 w 7467600"/>
              <a:gd name="connsiteY157" fmla="*/ 4970362 h 6858000"/>
              <a:gd name="connsiteX158" fmla="*/ 2876100 w 7467600"/>
              <a:gd name="connsiteY158" fmla="*/ 4995397 h 6858000"/>
              <a:gd name="connsiteX159" fmla="*/ 3042600 w 7467600"/>
              <a:gd name="connsiteY159" fmla="*/ 5059532 h 6858000"/>
              <a:gd name="connsiteX160" fmla="*/ 1997014 w 7467600"/>
              <a:gd name="connsiteY160" fmla="*/ 4698007 h 6858000"/>
              <a:gd name="connsiteX161" fmla="*/ 2305292 w 7467600"/>
              <a:gd name="connsiteY161" fmla="*/ 4219492 h 6858000"/>
              <a:gd name="connsiteX162" fmla="*/ 3360922 w 7467600"/>
              <a:gd name="connsiteY162" fmla="*/ 4529373 h 6858000"/>
              <a:gd name="connsiteX163" fmla="*/ 3492420 w 7467600"/>
              <a:gd name="connsiteY163" fmla="*/ 4510145 h 6858000"/>
              <a:gd name="connsiteX164" fmla="*/ 3364086 w 7467600"/>
              <a:gd name="connsiteY164" fmla="*/ 4480340 h 6858000"/>
              <a:gd name="connsiteX165" fmla="*/ 3225818 w 7467600"/>
              <a:gd name="connsiteY165" fmla="*/ 4411822 h 6858000"/>
              <a:gd name="connsiteX166" fmla="*/ 3129696 w 7467600"/>
              <a:gd name="connsiteY166" fmla="*/ 4360704 h 6858000"/>
              <a:gd name="connsiteX167" fmla="*/ 2814545 w 7467600"/>
              <a:gd name="connsiteY167" fmla="*/ 4282955 h 6858000"/>
              <a:gd name="connsiteX168" fmla="*/ 2305292 w 7467600"/>
              <a:gd name="connsiteY168" fmla="*/ 4219492 h 6858000"/>
              <a:gd name="connsiteX169" fmla="*/ 2626982 w 7467600"/>
              <a:gd name="connsiteY169" fmla="*/ 4206450 h 6858000"/>
              <a:gd name="connsiteX170" fmla="*/ 2490617 w 7467600"/>
              <a:gd name="connsiteY170" fmla="*/ 4206951 h 6858000"/>
              <a:gd name="connsiteX171" fmla="*/ 2819869 w 7467600"/>
              <a:gd name="connsiteY171" fmla="*/ 4252936 h 6858000"/>
              <a:gd name="connsiteX172" fmla="*/ 3143018 w 7467600"/>
              <a:gd name="connsiteY172" fmla="*/ 4332698 h 6858000"/>
              <a:gd name="connsiteX173" fmla="*/ 3241520 w 7467600"/>
              <a:gd name="connsiteY173" fmla="*/ 4385112 h 6858000"/>
              <a:gd name="connsiteX174" fmla="*/ 3374575 w 7467600"/>
              <a:gd name="connsiteY174" fmla="*/ 4451517 h 6858000"/>
              <a:gd name="connsiteX175" fmla="*/ 3505221 w 7467600"/>
              <a:gd name="connsiteY175" fmla="*/ 4480757 h 6858000"/>
              <a:gd name="connsiteX176" fmla="*/ 2626982 w 7467600"/>
              <a:gd name="connsiteY176" fmla="*/ 4206450 h 6858000"/>
              <a:gd name="connsiteX177" fmla="*/ 1310106 w 7467600"/>
              <a:gd name="connsiteY177" fmla="*/ 3943217 h 6858000"/>
              <a:gd name="connsiteX178" fmla="*/ 854994 w 7467600"/>
              <a:gd name="connsiteY178" fmla="*/ 4399136 h 6858000"/>
              <a:gd name="connsiteX179" fmla="*/ 742462 w 7467600"/>
              <a:gd name="connsiteY179" fmla="*/ 4594648 h 6858000"/>
              <a:gd name="connsiteX180" fmla="*/ 820602 w 7467600"/>
              <a:gd name="connsiteY180" fmla="*/ 4485915 h 6858000"/>
              <a:gd name="connsiteX181" fmla="*/ 878295 w 7467600"/>
              <a:gd name="connsiteY181" fmla="*/ 4403594 h 6858000"/>
              <a:gd name="connsiteX182" fmla="*/ 1240607 w 7467600"/>
              <a:gd name="connsiteY182" fmla="*/ 4010401 h 6858000"/>
              <a:gd name="connsiteX183" fmla="*/ 1310106 w 7467600"/>
              <a:gd name="connsiteY183" fmla="*/ 3943217 h 6858000"/>
              <a:gd name="connsiteX184" fmla="*/ 1423113 w 7467600"/>
              <a:gd name="connsiteY184" fmla="*/ 3874565 h 6858000"/>
              <a:gd name="connsiteX185" fmla="*/ 1260565 w 7467600"/>
              <a:gd name="connsiteY185" fmla="*/ 4031982 h 6858000"/>
              <a:gd name="connsiteX186" fmla="*/ 901900 w 7467600"/>
              <a:gd name="connsiteY186" fmla="*/ 4421236 h 6858000"/>
              <a:gd name="connsiteX187" fmla="*/ 845044 w 7467600"/>
              <a:gd name="connsiteY187" fmla="*/ 4502436 h 6858000"/>
              <a:gd name="connsiteX188" fmla="*/ 685926 w 7467600"/>
              <a:gd name="connsiteY188" fmla="*/ 4703069 h 6858000"/>
              <a:gd name="connsiteX189" fmla="*/ 684248 w 7467600"/>
              <a:gd name="connsiteY189" fmla="*/ 4706721 h 6858000"/>
              <a:gd name="connsiteX190" fmla="*/ 1423113 w 7467600"/>
              <a:gd name="connsiteY190" fmla="*/ 3874565 h 6858000"/>
              <a:gd name="connsiteX191" fmla="*/ 3316479 w 7467600"/>
              <a:gd name="connsiteY191" fmla="*/ 3872136 h 6858000"/>
              <a:gd name="connsiteX192" fmla="*/ 3546806 w 7467600"/>
              <a:gd name="connsiteY192" fmla="*/ 4356139 h 6858000"/>
              <a:gd name="connsiteX193" fmla="*/ 3364433 w 7467600"/>
              <a:gd name="connsiteY193" fmla="*/ 3953121 h 6858000"/>
              <a:gd name="connsiteX194" fmla="*/ 3316479 w 7467600"/>
              <a:gd name="connsiteY194" fmla="*/ 3872136 h 6858000"/>
              <a:gd name="connsiteX195" fmla="*/ 3291335 w 7467600"/>
              <a:gd name="connsiteY195" fmla="*/ 3767420 h 6858000"/>
              <a:gd name="connsiteX196" fmla="*/ 3390805 w 7467600"/>
              <a:gd name="connsiteY196" fmla="*/ 3937163 h 6858000"/>
              <a:gd name="connsiteX197" fmla="*/ 3579062 w 7467600"/>
              <a:gd name="connsiteY197" fmla="*/ 4359040 h 6858000"/>
              <a:gd name="connsiteX198" fmla="*/ 3467355 w 7467600"/>
              <a:gd name="connsiteY198" fmla="*/ 3988130 h 6858000"/>
              <a:gd name="connsiteX199" fmla="*/ 3310753 w 7467600"/>
              <a:gd name="connsiteY199" fmla="*/ 3787140 h 6858000"/>
              <a:gd name="connsiteX200" fmla="*/ 3291335 w 7467600"/>
              <a:gd name="connsiteY200" fmla="*/ 3767420 h 6858000"/>
              <a:gd name="connsiteX201" fmla="*/ 1635889 w 7467600"/>
              <a:gd name="connsiteY201" fmla="*/ 3709494 h 6858000"/>
              <a:gd name="connsiteX202" fmla="*/ 1634800 w 7467600"/>
              <a:gd name="connsiteY202" fmla="*/ 3731111 h 6858000"/>
              <a:gd name="connsiteX203" fmla="*/ 1635889 w 7467600"/>
              <a:gd name="connsiteY203" fmla="*/ 3709494 h 6858000"/>
              <a:gd name="connsiteX204" fmla="*/ 1510397 w 7467600"/>
              <a:gd name="connsiteY204" fmla="*/ 3684705 h 6858000"/>
              <a:gd name="connsiteX205" fmla="*/ 1146550 w 7467600"/>
              <a:gd name="connsiteY205" fmla="*/ 3802012 h 6858000"/>
              <a:gd name="connsiteX206" fmla="*/ 698834 w 7467600"/>
              <a:gd name="connsiteY206" fmla="*/ 3952272 h 6858000"/>
              <a:gd name="connsiteX207" fmla="*/ 34256 w 7467600"/>
              <a:gd name="connsiteY207" fmla="*/ 4347603 h 6858000"/>
              <a:gd name="connsiteX208" fmla="*/ 527241 w 7467600"/>
              <a:gd name="connsiteY208" fmla="*/ 4065078 h 6858000"/>
              <a:gd name="connsiteX209" fmla="*/ 1510397 w 7467600"/>
              <a:gd name="connsiteY209" fmla="*/ 3684705 h 6858000"/>
              <a:gd name="connsiteX210" fmla="*/ 1313114 w 7467600"/>
              <a:gd name="connsiteY210" fmla="*/ 3655216 h 6858000"/>
              <a:gd name="connsiteX211" fmla="*/ 1109304 w 7467600"/>
              <a:gd name="connsiteY211" fmla="*/ 3669030 h 6858000"/>
              <a:gd name="connsiteX212" fmla="*/ 8129 w 7467600"/>
              <a:gd name="connsiteY212" fmla="*/ 4330519 h 6858000"/>
              <a:gd name="connsiteX213" fmla="*/ 687572 w 7467600"/>
              <a:gd name="connsiteY213" fmla="*/ 3925629 h 6858000"/>
              <a:gd name="connsiteX214" fmla="*/ 1138365 w 7467600"/>
              <a:gd name="connsiteY214" fmla="*/ 3774515 h 6858000"/>
              <a:gd name="connsiteX215" fmla="*/ 1505579 w 7467600"/>
              <a:gd name="connsiteY215" fmla="*/ 3655526 h 6858000"/>
              <a:gd name="connsiteX216" fmla="*/ 1313114 w 7467600"/>
              <a:gd name="connsiteY216" fmla="*/ 3655216 h 6858000"/>
              <a:gd name="connsiteX217" fmla="*/ 3655073 w 7467600"/>
              <a:gd name="connsiteY217" fmla="*/ 3650884 h 6858000"/>
              <a:gd name="connsiteX218" fmla="*/ 3989938 w 7467600"/>
              <a:gd name="connsiteY218" fmla="*/ 3991685 h 6858000"/>
              <a:gd name="connsiteX219" fmla="*/ 4393907 w 7467600"/>
              <a:gd name="connsiteY219" fmla="*/ 4261258 h 6858000"/>
              <a:gd name="connsiteX220" fmla="*/ 4648051 w 7467600"/>
              <a:gd name="connsiteY220" fmla="*/ 4374051 h 6858000"/>
              <a:gd name="connsiteX221" fmla="*/ 4383389 w 7467600"/>
              <a:gd name="connsiteY221" fmla="*/ 4184369 h 6858000"/>
              <a:gd name="connsiteX222" fmla="*/ 4165508 w 7467600"/>
              <a:gd name="connsiteY222" fmla="*/ 4035196 h 6858000"/>
              <a:gd name="connsiteX223" fmla="*/ 4068162 w 7467600"/>
              <a:gd name="connsiteY223" fmla="*/ 3953394 h 6858000"/>
              <a:gd name="connsiteX224" fmla="*/ 3981416 w 7467600"/>
              <a:gd name="connsiteY224" fmla="*/ 3880482 h 6858000"/>
              <a:gd name="connsiteX225" fmla="*/ 3800147 w 7467600"/>
              <a:gd name="connsiteY225" fmla="*/ 3749872 h 6858000"/>
              <a:gd name="connsiteX226" fmla="*/ 3655073 w 7467600"/>
              <a:gd name="connsiteY226" fmla="*/ 3650884 h 6858000"/>
              <a:gd name="connsiteX227" fmla="*/ 3670252 w 7467600"/>
              <a:gd name="connsiteY227" fmla="*/ 3622798 h 6858000"/>
              <a:gd name="connsiteX228" fmla="*/ 3817258 w 7467600"/>
              <a:gd name="connsiteY228" fmla="*/ 3723577 h 6858000"/>
              <a:gd name="connsiteX229" fmla="*/ 4000461 w 7467600"/>
              <a:gd name="connsiteY229" fmla="*/ 3855966 h 6858000"/>
              <a:gd name="connsiteX230" fmla="*/ 4088180 w 7467600"/>
              <a:gd name="connsiteY230" fmla="*/ 3929774 h 6858000"/>
              <a:gd name="connsiteX231" fmla="*/ 4184555 w 7467600"/>
              <a:gd name="connsiteY231" fmla="*/ 4010683 h 6858000"/>
              <a:gd name="connsiteX232" fmla="*/ 4399563 w 7467600"/>
              <a:gd name="connsiteY232" fmla="*/ 4158106 h 6858000"/>
              <a:gd name="connsiteX233" fmla="*/ 4684469 w 7467600"/>
              <a:gd name="connsiteY233" fmla="*/ 4364680 h 6858000"/>
              <a:gd name="connsiteX234" fmla="*/ 4690271 w 7467600"/>
              <a:gd name="connsiteY234" fmla="*/ 4370034 h 6858000"/>
              <a:gd name="connsiteX235" fmla="*/ 4136093 w 7467600"/>
              <a:gd name="connsiteY235" fmla="*/ 3858466 h 6858000"/>
              <a:gd name="connsiteX236" fmla="*/ 3670252 w 7467600"/>
              <a:gd name="connsiteY236" fmla="*/ 3622798 h 6858000"/>
              <a:gd name="connsiteX237" fmla="*/ 4440129 w 7467600"/>
              <a:gd name="connsiteY237" fmla="*/ 3448571 h 6858000"/>
              <a:gd name="connsiteX238" fmla="*/ 4856525 w 7467600"/>
              <a:gd name="connsiteY238" fmla="*/ 3915351 h 6858000"/>
              <a:gd name="connsiteX239" fmla="*/ 5059055 w 7467600"/>
              <a:gd name="connsiteY239" fmla="*/ 4108918 h 6858000"/>
              <a:gd name="connsiteX240" fmla="*/ 5290070 w 7467600"/>
              <a:gd name="connsiteY240" fmla="*/ 4263619 h 6858000"/>
              <a:gd name="connsiteX241" fmla="*/ 4834991 w 7467600"/>
              <a:gd name="connsiteY241" fmla="*/ 3830985 h 6858000"/>
              <a:gd name="connsiteX242" fmla="*/ 4440129 w 7467600"/>
              <a:gd name="connsiteY242" fmla="*/ 3448571 h 6858000"/>
              <a:gd name="connsiteX243" fmla="*/ 4441737 w 7467600"/>
              <a:gd name="connsiteY243" fmla="*/ 3399734 h 6858000"/>
              <a:gd name="connsiteX244" fmla="*/ 4431236 w 7467600"/>
              <a:gd name="connsiteY244" fmla="*/ 3400954 h 6858000"/>
              <a:gd name="connsiteX245" fmla="*/ 4557150 w 7467600"/>
              <a:gd name="connsiteY245" fmla="*/ 3510023 h 6858000"/>
              <a:gd name="connsiteX246" fmla="*/ 4856936 w 7467600"/>
              <a:gd name="connsiteY246" fmla="*/ 3809146 h 6858000"/>
              <a:gd name="connsiteX247" fmla="*/ 5111996 w 7467600"/>
              <a:gd name="connsiteY247" fmla="*/ 4065759 h 6858000"/>
              <a:gd name="connsiteX248" fmla="*/ 5388878 w 7467600"/>
              <a:gd name="connsiteY248" fmla="*/ 4300185 h 6858000"/>
              <a:gd name="connsiteX249" fmla="*/ 5425556 w 7467600"/>
              <a:gd name="connsiteY249" fmla="*/ 4308967 h 6858000"/>
              <a:gd name="connsiteX250" fmla="*/ 4943646 w 7467600"/>
              <a:gd name="connsiteY250" fmla="*/ 3822916 h 6858000"/>
              <a:gd name="connsiteX251" fmla="*/ 4594837 w 7467600"/>
              <a:gd name="connsiteY251" fmla="*/ 3532274 h 6858000"/>
              <a:gd name="connsiteX252" fmla="*/ 4441737 w 7467600"/>
              <a:gd name="connsiteY252" fmla="*/ 3399734 h 6858000"/>
              <a:gd name="connsiteX253" fmla="*/ 5425834 w 7467600"/>
              <a:gd name="connsiteY253" fmla="*/ 3162785 h 6858000"/>
              <a:gd name="connsiteX254" fmla="*/ 5401644 w 7467600"/>
              <a:gd name="connsiteY254" fmla="*/ 3617847 h 6858000"/>
              <a:gd name="connsiteX255" fmla="*/ 5467256 w 7467600"/>
              <a:gd name="connsiteY255" fmla="*/ 4175494 h 6858000"/>
              <a:gd name="connsiteX256" fmla="*/ 5448069 w 7467600"/>
              <a:gd name="connsiteY256" fmla="*/ 3567554 h 6858000"/>
              <a:gd name="connsiteX257" fmla="*/ 5425834 w 7467600"/>
              <a:gd name="connsiteY257" fmla="*/ 3162785 h 6858000"/>
              <a:gd name="connsiteX258" fmla="*/ 1318687 w 7467600"/>
              <a:gd name="connsiteY258" fmla="*/ 3113840 h 6858000"/>
              <a:gd name="connsiteX259" fmla="*/ 1066793 w 7467600"/>
              <a:gd name="connsiteY259" fmla="*/ 3212171 h 6858000"/>
              <a:gd name="connsiteX260" fmla="*/ 993319 w 7467600"/>
              <a:gd name="connsiteY260" fmla="*/ 3247648 h 6858000"/>
              <a:gd name="connsiteX261" fmla="*/ 853081 w 7467600"/>
              <a:gd name="connsiteY261" fmla="*/ 3312410 h 6858000"/>
              <a:gd name="connsiteX262" fmla="*/ 805957 w 7467600"/>
              <a:gd name="connsiteY262" fmla="*/ 3330443 h 6858000"/>
              <a:gd name="connsiteX263" fmla="*/ 1318687 w 7467600"/>
              <a:gd name="connsiteY263" fmla="*/ 3113840 h 6858000"/>
              <a:gd name="connsiteX264" fmla="*/ 5453702 w 7467600"/>
              <a:gd name="connsiteY264" fmla="*/ 3090882 h 6858000"/>
              <a:gd name="connsiteX265" fmla="*/ 5480135 w 7467600"/>
              <a:gd name="connsiteY265" fmla="*/ 3565802 h 6858000"/>
              <a:gd name="connsiteX266" fmla="*/ 5499023 w 7467600"/>
              <a:gd name="connsiteY266" fmla="*/ 4166310 h 6858000"/>
              <a:gd name="connsiteX267" fmla="*/ 5547022 w 7467600"/>
              <a:gd name="connsiteY267" fmla="*/ 3607838 h 6858000"/>
              <a:gd name="connsiteX268" fmla="*/ 5515964 w 7467600"/>
              <a:gd name="connsiteY268" fmla="*/ 3378541 h 6858000"/>
              <a:gd name="connsiteX269" fmla="*/ 5453702 w 7467600"/>
              <a:gd name="connsiteY269" fmla="*/ 3090882 h 6858000"/>
              <a:gd name="connsiteX270" fmla="*/ 1238695 w 7467600"/>
              <a:gd name="connsiteY270" fmla="*/ 3076820 h 6858000"/>
              <a:gd name="connsiteX271" fmla="*/ 716371 w 7467600"/>
              <a:gd name="connsiteY271" fmla="*/ 3293249 h 6858000"/>
              <a:gd name="connsiteX272" fmla="*/ 579522 w 7467600"/>
              <a:gd name="connsiteY272" fmla="*/ 3371759 h 6858000"/>
              <a:gd name="connsiteX273" fmla="*/ 600288 w 7467600"/>
              <a:gd name="connsiteY273" fmla="*/ 3365555 h 6858000"/>
              <a:gd name="connsiteX274" fmla="*/ 840692 w 7467600"/>
              <a:gd name="connsiteY274" fmla="*/ 3284921 h 6858000"/>
              <a:gd name="connsiteX275" fmla="*/ 979248 w 7467600"/>
              <a:gd name="connsiteY275" fmla="*/ 3221003 h 6858000"/>
              <a:gd name="connsiteX276" fmla="*/ 1053282 w 7467600"/>
              <a:gd name="connsiteY276" fmla="*/ 3185247 h 6858000"/>
              <a:gd name="connsiteX277" fmla="*/ 1320603 w 7467600"/>
              <a:gd name="connsiteY277" fmla="*/ 3081281 h 6858000"/>
              <a:gd name="connsiteX278" fmla="*/ 1238695 w 7467600"/>
              <a:gd name="connsiteY278" fmla="*/ 3076820 h 6858000"/>
              <a:gd name="connsiteX279" fmla="*/ 5425627 w 7467600"/>
              <a:gd name="connsiteY279" fmla="*/ 2954192 h 6858000"/>
              <a:gd name="connsiteX280" fmla="*/ 5470770 w 7467600"/>
              <a:gd name="connsiteY280" fmla="*/ 3005435 h 6858000"/>
              <a:gd name="connsiteX281" fmla="*/ 5519779 w 7467600"/>
              <a:gd name="connsiteY281" fmla="*/ 4359223 h 6858000"/>
              <a:gd name="connsiteX282" fmla="*/ 5520293 w 7467600"/>
              <a:gd name="connsiteY282" fmla="*/ 4360602 h 6858000"/>
              <a:gd name="connsiteX283" fmla="*/ 5767221 w 7467600"/>
              <a:gd name="connsiteY283" fmla="*/ 4665564 h 6858000"/>
              <a:gd name="connsiteX284" fmla="*/ 6937169 w 7467600"/>
              <a:gd name="connsiteY284" fmla="*/ 4815941 h 6858000"/>
              <a:gd name="connsiteX285" fmla="*/ 6953922 w 7467600"/>
              <a:gd name="connsiteY285" fmla="*/ 4890068 h 6858000"/>
              <a:gd name="connsiteX286" fmla="*/ 6071359 w 7467600"/>
              <a:gd name="connsiteY286" fmla="*/ 4770770 h 6858000"/>
              <a:gd name="connsiteX287" fmla="*/ 6038839 w 7467600"/>
              <a:gd name="connsiteY287" fmla="*/ 4764474 h 6858000"/>
              <a:gd name="connsiteX288" fmla="*/ 6038706 w 7467600"/>
              <a:gd name="connsiteY288" fmla="*/ 4763847 h 6858000"/>
              <a:gd name="connsiteX289" fmla="*/ 6037784 w 7467600"/>
              <a:gd name="connsiteY289" fmla="*/ 4764270 h 6858000"/>
              <a:gd name="connsiteX290" fmla="*/ 6038839 w 7467600"/>
              <a:gd name="connsiteY290" fmla="*/ 4764474 h 6858000"/>
              <a:gd name="connsiteX291" fmla="*/ 6040338 w 7467600"/>
              <a:gd name="connsiteY291" fmla="*/ 4771418 h 6858000"/>
              <a:gd name="connsiteX292" fmla="*/ 6024488 w 7467600"/>
              <a:gd name="connsiteY292" fmla="*/ 4809903 h 6858000"/>
              <a:gd name="connsiteX293" fmla="*/ 5599771 w 7467600"/>
              <a:gd name="connsiteY293" fmla="*/ 5509652 h 6858000"/>
              <a:gd name="connsiteX294" fmla="*/ 5548843 w 7467600"/>
              <a:gd name="connsiteY294" fmla="*/ 5563845 h 6858000"/>
              <a:gd name="connsiteX295" fmla="*/ 5940952 w 7467600"/>
              <a:gd name="connsiteY295" fmla="*/ 6250028 h 6858000"/>
              <a:gd name="connsiteX296" fmla="*/ 6043441 w 7467600"/>
              <a:gd name="connsiteY296" fmla="*/ 6665847 h 6858000"/>
              <a:gd name="connsiteX297" fmla="*/ 6093432 w 7467600"/>
              <a:gd name="connsiteY297" fmla="*/ 6858000 h 6858000"/>
              <a:gd name="connsiteX298" fmla="*/ 6034344 w 7467600"/>
              <a:gd name="connsiteY298" fmla="*/ 6858000 h 6858000"/>
              <a:gd name="connsiteX299" fmla="*/ 6026679 w 7467600"/>
              <a:gd name="connsiteY299" fmla="*/ 6836959 h 6858000"/>
              <a:gd name="connsiteX300" fmla="*/ 5800441 w 7467600"/>
              <a:gd name="connsiteY300" fmla="*/ 6335286 h 6858000"/>
              <a:gd name="connsiteX301" fmla="*/ 5526562 w 7467600"/>
              <a:gd name="connsiteY301" fmla="*/ 5705388 h 6858000"/>
              <a:gd name="connsiteX302" fmla="*/ 5519640 w 7467600"/>
              <a:gd name="connsiteY302" fmla="*/ 5683774 h 6858000"/>
              <a:gd name="connsiteX303" fmla="*/ 5844559 w 7467600"/>
              <a:gd name="connsiteY303" fmla="*/ 6553349 h 6858000"/>
              <a:gd name="connsiteX304" fmla="*/ 5975994 w 7467600"/>
              <a:gd name="connsiteY304" fmla="*/ 6858000 h 6858000"/>
              <a:gd name="connsiteX305" fmla="*/ 5898547 w 7467600"/>
              <a:gd name="connsiteY305" fmla="*/ 6858000 h 6858000"/>
              <a:gd name="connsiteX306" fmla="*/ 5682041 w 7467600"/>
              <a:gd name="connsiteY306" fmla="*/ 6355860 h 6858000"/>
              <a:gd name="connsiteX307" fmla="*/ 5461758 w 7467600"/>
              <a:gd name="connsiteY307" fmla="*/ 5820220 h 6858000"/>
              <a:gd name="connsiteX308" fmla="*/ 5237282 w 7467600"/>
              <a:gd name="connsiteY308" fmla="*/ 6579086 h 6858000"/>
              <a:gd name="connsiteX309" fmla="*/ 5115009 w 7467600"/>
              <a:gd name="connsiteY309" fmla="*/ 6858000 h 6858000"/>
              <a:gd name="connsiteX310" fmla="*/ 5028074 w 7467600"/>
              <a:gd name="connsiteY310" fmla="*/ 6858000 h 6858000"/>
              <a:gd name="connsiteX311" fmla="*/ 5079508 w 7467600"/>
              <a:gd name="connsiteY311" fmla="*/ 6749074 h 6858000"/>
              <a:gd name="connsiteX312" fmla="*/ 5371846 w 7467600"/>
              <a:gd name="connsiteY312" fmla="*/ 5924413 h 6858000"/>
              <a:gd name="connsiteX313" fmla="*/ 5270512 w 7467600"/>
              <a:gd name="connsiteY313" fmla="*/ 6138975 h 6858000"/>
              <a:gd name="connsiteX314" fmla="*/ 5062409 w 7467600"/>
              <a:gd name="connsiteY314" fmla="*/ 6653544 h 6858000"/>
              <a:gd name="connsiteX315" fmla="*/ 5036628 w 7467600"/>
              <a:gd name="connsiteY315" fmla="*/ 6754247 h 6858000"/>
              <a:gd name="connsiteX316" fmla="*/ 5009112 w 7467600"/>
              <a:gd name="connsiteY316" fmla="*/ 6858000 h 6858000"/>
              <a:gd name="connsiteX317" fmla="*/ 4976679 w 7467600"/>
              <a:gd name="connsiteY317" fmla="*/ 6858000 h 6858000"/>
              <a:gd name="connsiteX318" fmla="*/ 5006537 w 7467600"/>
              <a:gd name="connsiteY318" fmla="*/ 6747068 h 6858000"/>
              <a:gd name="connsiteX319" fmla="*/ 5032723 w 7467600"/>
              <a:gd name="connsiteY319" fmla="*/ 6644957 h 6858000"/>
              <a:gd name="connsiteX320" fmla="*/ 5242949 w 7467600"/>
              <a:gd name="connsiteY320" fmla="*/ 6125175 h 6858000"/>
              <a:gd name="connsiteX321" fmla="*/ 5286321 w 7467600"/>
              <a:gd name="connsiteY321" fmla="*/ 6033555 h 6858000"/>
              <a:gd name="connsiteX322" fmla="*/ 5008210 w 7467600"/>
              <a:gd name="connsiteY322" fmla="*/ 6649194 h 6858000"/>
              <a:gd name="connsiteX323" fmla="*/ 4986321 w 7467600"/>
              <a:gd name="connsiteY323" fmla="*/ 6765687 h 6858000"/>
              <a:gd name="connsiteX324" fmla="*/ 4973474 w 7467600"/>
              <a:gd name="connsiteY324" fmla="*/ 6858000 h 6858000"/>
              <a:gd name="connsiteX325" fmla="*/ 4907178 w 7467600"/>
              <a:gd name="connsiteY325" fmla="*/ 6858000 h 6858000"/>
              <a:gd name="connsiteX326" fmla="*/ 4910810 w 7467600"/>
              <a:gd name="connsiteY326" fmla="*/ 6829660 h 6858000"/>
              <a:gd name="connsiteX327" fmla="*/ 4987461 w 7467600"/>
              <a:gd name="connsiteY327" fmla="*/ 6432994 h 6858000"/>
              <a:gd name="connsiteX328" fmla="*/ 5179262 w 7467600"/>
              <a:gd name="connsiteY328" fmla="*/ 6035044 h 6858000"/>
              <a:gd name="connsiteX329" fmla="*/ 4689678 w 7467600"/>
              <a:gd name="connsiteY329" fmla="*/ 6440241 h 6858000"/>
              <a:gd name="connsiteX330" fmla="*/ 4477543 w 7467600"/>
              <a:gd name="connsiteY330" fmla="*/ 6674836 h 6858000"/>
              <a:gd name="connsiteX331" fmla="*/ 4329957 w 7467600"/>
              <a:gd name="connsiteY331" fmla="*/ 6858000 h 6858000"/>
              <a:gd name="connsiteX332" fmla="*/ 4218595 w 7467600"/>
              <a:gd name="connsiteY332" fmla="*/ 6858000 h 6858000"/>
              <a:gd name="connsiteX333" fmla="*/ 4368888 w 7467600"/>
              <a:gd name="connsiteY333" fmla="*/ 6668412 h 6858000"/>
              <a:gd name="connsiteX334" fmla="*/ 4563091 w 7467600"/>
              <a:gd name="connsiteY334" fmla="*/ 6442508 h 6858000"/>
              <a:gd name="connsiteX335" fmla="*/ 5387324 w 7467600"/>
              <a:gd name="connsiteY335" fmla="*/ 5705830 h 6858000"/>
              <a:gd name="connsiteX336" fmla="*/ 5073620 w 7467600"/>
              <a:gd name="connsiteY336" fmla="*/ 5955437 h 6858000"/>
              <a:gd name="connsiteX337" fmla="*/ 4689789 w 7467600"/>
              <a:gd name="connsiteY337" fmla="*/ 6268382 h 6858000"/>
              <a:gd name="connsiteX338" fmla="*/ 4418722 w 7467600"/>
              <a:gd name="connsiteY338" fmla="*/ 6570886 h 6858000"/>
              <a:gd name="connsiteX339" fmla="*/ 4214944 w 7467600"/>
              <a:gd name="connsiteY339" fmla="*/ 6858000 h 6858000"/>
              <a:gd name="connsiteX340" fmla="*/ 4177898 w 7467600"/>
              <a:gd name="connsiteY340" fmla="*/ 6858000 h 6858000"/>
              <a:gd name="connsiteX341" fmla="*/ 4391597 w 7467600"/>
              <a:gd name="connsiteY341" fmla="*/ 6556370 h 6858000"/>
              <a:gd name="connsiteX342" fmla="*/ 4668889 w 7467600"/>
              <a:gd name="connsiteY342" fmla="*/ 6246399 h 6858000"/>
              <a:gd name="connsiteX343" fmla="*/ 5055427 w 7467600"/>
              <a:gd name="connsiteY343" fmla="*/ 5931476 h 6858000"/>
              <a:gd name="connsiteX344" fmla="*/ 5371814 w 7467600"/>
              <a:gd name="connsiteY344" fmla="*/ 5678975 h 6858000"/>
              <a:gd name="connsiteX345" fmla="*/ 4987918 w 7467600"/>
              <a:gd name="connsiteY345" fmla="*/ 5838701 h 6858000"/>
              <a:gd name="connsiteX346" fmla="*/ 4317146 w 7467600"/>
              <a:gd name="connsiteY346" fmla="*/ 6587716 h 6858000"/>
              <a:gd name="connsiteX347" fmla="*/ 4171627 w 7467600"/>
              <a:gd name="connsiteY347" fmla="*/ 6858000 h 6858000"/>
              <a:gd name="connsiteX348" fmla="*/ 4081585 w 7467600"/>
              <a:gd name="connsiteY348" fmla="*/ 6858000 h 6858000"/>
              <a:gd name="connsiteX349" fmla="*/ 4238603 w 7467600"/>
              <a:gd name="connsiteY349" fmla="*/ 6559341 h 6858000"/>
              <a:gd name="connsiteX350" fmla="*/ 4778333 w 7467600"/>
              <a:gd name="connsiteY350" fmla="*/ 5873626 h 6858000"/>
              <a:gd name="connsiteX351" fmla="*/ 5414185 w 7467600"/>
              <a:gd name="connsiteY351" fmla="*/ 5573882 h 6858000"/>
              <a:gd name="connsiteX352" fmla="*/ 5959648 w 7467600"/>
              <a:gd name="connsiteY352" fmla="*/ 4760797 h 6858000"/>
              <a:gd name="connsiteX353" fmla="*/ 5355019 w 7467600"/>
              <a:gd name="connsiteY353" fmla="*/ 4734672 h 6858000"/>
              <a:gd name="connsiteX354" fmla="*/ 5083565 w 7467600"/>
              <a:gd name="connsiteY354" fmla="*/ 5179121 h 6858000"/>
              <a:gd name="connsiteX355" fmla="*/ 4713577 w 7467600"/>
              <a:gd name="connsiteY355" fmla="*/ 5616803 h 6858000"/>
              <a:gd name="connsiteX356" fmla="*/ 3989559 w 7467600"/>
              <a:gd name="connsiteY356" fmla="*/ 6145945 h 6858000"/>
              <a:gd name="connsiteX357" fmla="*/ 3939824 w 7467600"/>
              <a:gd name="connsiteY357" fmla="*/ 6066900 h 6858000"/>
              <a:gd name="connsiteX358" fmla="*/ 4584537 w 7467600"/>
              <a:gd name="connsiteY358" fmla="*/ 5324826 h 6858000"/>
              <a:gd name="connsiteX359" fmla="*/ 5037105 w 7467600"/>
              <a:gd name="connsiteY359" fmla="*/ 5088765 h 6858000"/>
              <a:gd name="connsiteX360" fmla="*/ 5039930 w 7467600"/>
              <a:gd name="connsiteY360" fmla="*/ 5089585 h 6858000"/>
              <a:gd name="connsiteX361" fmla="*/ 5263764 w 7467600"/>
              <a:gd name="connsiteY361" fmla="*/ 4735525 h 6858000"/>
              <a:gd name="connsiteX362" fmla="*/ 4086300 w 7467600"/>
              <a:gd name="connsiteY362" fmla="*/ 4884599 h 6858000"/>
              <a:gd name="connsiteX363" fmla="*/ 4085485 w 7467600"/>
              <a:gd name="connsiteY363" fmla="*/ 4899070 h 6858000"/>
              <a:gd name="connsiteX364" fmla="*/ 3871915 w 7467600"/>
              <a:gd name="connsiteY364" fmla="*/ 5253645 h 6858000"/>
              <a:gd name="connsiteX365" fmla="*/ 3799374 w 7467600"/>
              <a:gd name="connsiteY365" fmla="*/ 5466127 h 6858000"/>
              <a:gd name="connsiteX366" fmla="*/ 3498850 w 7467600"/>
              <a:gd name="connsiteY366" fmla="*/ 6661888 h 6858000"/>
              <a:gd name="connsiteX367" fmla="*/ 3399216 w 7467600"/>
              <a:gd name="connsiteY367" fmla="*/ 6858000 h 6858000"/>
              <a:gd name="connsiteX368" fmla="*/ 3303688 w 7467600"/>
              <a:gd name="connsiteY368" fmla="*/ 6858000 h 6858000"/>
              <a:gd name="connsiteX369" fmla="*/ 3391774 w 7467600"/>
              <a:gd name="connsiteY369" fmla="*/ 6697181 h 6858000"/>
              <a:gd name="connsiteX370" fmla="*/ 3735540 w 7467600"/>
              <a:gd name="connsiteY370" fmla="*/ 5546923 h 6858000"/>
              <a:gd name="connsiteX371" fmla="*/ 3729438 w 7467600"/>
              <a:gd name="connsiteY371" fmla="*/ 5569058 h 6858000"/>
              <a:gd name="connsiteX372" fmla="*/ 3707782 w 7467600"/>
              <a:gd name="connsiteY372" fmla="*/ 5644908 h 6858000"/>
              <a:gd name="connsiteX373" fmla="*/ 3583827 w 7467600"/>
              <a:gd name="connsiteY373" fmla="*/ 6039215 h 6858000"/>
              <a:gd name="connsiteX374" fmla="*/ 3547861 w 7467600"/>
              <a:gd name="connsiteY374" fmla="*/ 6129609 h 6858000"/>
              <a:gd name="connsiteX375" fmla="*/ 3490905 w 7467600"/>
              <a:gd name="connsiteY375" fmla="*/ 6277660 h 6858000"/>
              <a:gd name="connsiteX376" fmla="*/ 3455859 w 7467600"/>
              <a:gd name="connsiteY376" fmla="*/ 6391301 h 6858000"/>
              <a:gd name="connsiteX377" fmla="*/ 3429112 w 7467600"/>
              <a:gd name="connsiteY377" fmla="*/ 6479469 h 6858000"/>
              <a:gd name="connsiteX378" fmla="*/ 3304862 w 7467600"/>
              <a:gd name="connsiteY378" fmla="*/ 6796476 h 6858000"/>
              <a:gd name="connsiteX379" fmla="*/ 3276071 w 7467600"/>
              <a:gd name="connsiteY379" fmla="*/ 6858000 h 6858000"/>
              <a:gd name="connsiteX380" fmla="*/ 3240805 w 7467600"/>
              <a:gd name="connsiteY380" fmla="*/ 6858000 h 6858000"/>
              <a:gd name="connsiteX381" fmla="*/ 3275917 w 7467600"/>
              <a:gd name="connsiteY381" fmla="*/ 6783192 h 6858000"/>
              <a:gd name="connsiteX382" fmla="*/ 3399358 w 7467600"/>
              <a:gd name="connsiteY382" fmla="*/ 6469011 h 6858000"/>
              <a:gd name="connsiteX383" fmla="*/ 3425650 w 7467600"/>
              <a:gd name="connsiteY383" fmla="*/ 6381333 h 6858000"/>
              <a:gd name="connsiteX384" fmla="*/ 3460661 w 7467600"/>
              <a:gd name="connsiteY384" fmla="*/ 6266763 h 6858000"/>
              <a:gd name="connsiteX385" fmla="*/ 3518021 w 7467600"/>
              <a:gd name="connsiteY385" fmla="*/ 6117298 h 6858000"/>
              <a:gd name="connsiteX386" fmla="*/ 3554035 w 7467600"/>
              <a:gd name="connsiteY386" fmla="*/ 6027832 h 6858000"/>
              <a:gd name="connsiteX387" fmla="*/ 3677174 w 7467600"/>
              <a:gd name="connsiteY387" fmla="*/ 5636351 h 6858000"/>
              <a:gd name="connsiteX388" fmla="*/ 3698819 w 7467600"/>
              <a:gd name="connsiteY388" fmla="*/ 5560503 h 6858000"/>
              <a:gd name="connsiteX389" fmla="*/ 3702094 w 7467600"/>
              <a:gd name="connsiteY389" fmla="*/ 5549194 h 6858000"/>
              <a:gd name="connsiteX390" fmla="*/ 3398355 w 7467600"/>
              <a:gd name="connsiteY390" fmla="*/ 6094603 h 6858000"/>
              <a:gd name="connsiteX391" fmla="*/ 3193941 w 7467600"/>
              <a:gd name="connsiteY391" fmla="*/ 6798775 h 6858000"/>
              <a:gd name="connsiteX392" fmla="*/ 3184140 w 7467600"/>
              <a:gd name="connsiteY392" fmla="*/ 6858000 h 6858000"/>
              <a:gd name="connsiteX393" fmla="*/ 3099978 w 7467600"/>
              <a:gd name="connsiteY393" fmla="*/ 6858000 h 6858000"/>
              <a:gd name="connsiteX394" fmla="*/ 3101556 w 7467600"/>
              <a:gd name="connsiteY394" fmla="*/ 6843337 h 6858000"/>
              <a:gd name="connsiteX395" fmla="*/ 3370162 w 7467600"/>
              <a:gd name="connsiteY395" fmla="*/ 5785550 h 6858000"/>
              <a:gd name="connsiteX396" fmla="*/ 3746477 w 7467600"/>
              <a:gd name="connsiteY396" fmla="*/ 5377889 h 6858000"/>
              <a:gd name="connsiteX397" fmla="*/ 3863399 w 7467600"/>
              <a:gd name="connsiteY397" fmla="*/ 5087257 h 6858000"/>
              <a:gd name="connsiteX398" fmla="*/ 3968712 w 7467600"/>
              <a:gd name="connsiteY398" fmla="*/ 4913989 h 6858000"/>
              <a:gd name="connsiteX399" fmla="*/ 2792390 w 7467600"/>
              <a:gd name="connsiteY399" fmla="*/ 5382974 h 6858000"/>
              <a:gd name="connsiteX400" fmla="*/ 2714982 w 7467600"/>
              <a:gd name="connsiteY400" fmla="*/ 5427051 h 6858000"/>
              <a:gd name="connsiteX401" fmla="*/ 2813361 w 7467600"/>
              <a:gd name="connsiteY401" fmla="*/ 6023912 h 6858000"/>
              <a:gd name="connsiteX402" fmla="*/ 2688430 w 7467600"/>
              <a:gd name="connsiteY402" fmla="*/ 6801564 h 6858000"/>
              <a:gd name="connsiteX403" fmla="*/ 2629626 w 7467600"/>
              <a:gd name="connsiteY403" fmla="*/ 6763394 h 6858000"/>
              <a:gd name="connsiteX404" fmla="*/ 2565328 w 7467600"/>
              <a:gd name="connsiteY404" fmla="*/ 5516399 h 6858000"/>
              <a:gd name="connsiteX405" fmla="*/ 1922999 w 7467600"/>
              <a:gd name="connsiteY405" fmla="*/ 5980343 h 6858000"/>
              <a:gd name="connsiteX406" fmla="*/ 1950261 w 7467600"/>
              <a:gd name="connsiteY406" fmla="*/ 6405858 h 6858000"/>
              <a:gd name="connsiteX407" fmla="*/ 2365554 w 7467600"/>
              <a:gd name="connsiteY407" fmla="*/ 6759107 h 6858000"/>
              <a:gd name="connsiteX408" fmla="*/ 2424142 w 7467600"/>
              <a:gd name="connsiteY408" fmla="*/ 6858000 h 6858000"/>
              <a:gd name="connsiteX409" fmla="*/ 2395994 w 7467600"/>
              <a:gd name="connsiteY409" fmla="*/ 6858000 h 6858000"/>
              <a:gd name="connsiteX410" fmla="*/ 2392863 w 7467600"/>
              <a:gd name="connsiteY410" fmla="*/ 6852964 h 6858000"/>
              <a:gd name="connsiteX411" fmla="*/ 2017589 w 7467600"/>
              <a:gd name="connsiteY411" fmla="*/ 6493982 h 6858000"/>
              <a:gd name="connsiteX412" fmla="*/ 2147336 w 7467600"/>
              <a:gd name="connsiteY412" fmla="*/ 6594052 h 6858000"/>
              <a:gd name="connsiteX413" fmla="*/ 2207047 w 7467600"/>
              <a:gd name="connsiteY413" fmla="*/ 6654540 h 6858000"/>
              <a:gd name="connsiteX414" fmla="*/ 2299106 w 7467600"/>
              <a:gd name="connsiteY414" fmla="*/ 6778931 h 6858000"/>
              <a:gd name="connsiteX415" fmla="*/ 2314430 w 7467600"/>
              <a:gd name="connsiteY415" fmla="*/ 6801144 h 6858000"/>
              <a:gd name="connsiteX416" fmla="*/ 2352406 w 7467600"/>
              <a:gd name="connsiteY416" fmla="*/ 6858000 h 6858000"/>
              <a:gd name="connsiteX417" fmla="*/ 2314492 w 7467600"/>
              <a:gd name="connsiteY417" fmla="*/ 6858000 h 6858000"/>
              <a:gd name="connsiteX418" fmla="*/ 2288095 w 7467600"/>
              <a:gd name="connsiteY418" fmla="*/ 6818030 h 6858000"/>
              <a:gd name="connsiteX419" fmla="*/ 2272768 w 7467600"/>
              <a:gd name="connsiteY419" fmla="*/ 6795822 h 6858000"/>
              <a:gd name="connsiteX420" fmla="*/ 2182715 w 7467600"/>
              <a:gd name="connsiteY420" fmla="*/ 6675071 h 6858000"/>
              <a:gd name="connsiteX421" fmla="*/ 2032061 w 7467600"/>
              <a:gd name="connsiteY421" fmla="*/ 6541380 h 6858000"/>
              <a:gd name="connsiteX422" fmla="*/ 2257220 w 7467600"/>
              <a:gd name="connsiteY422" fmla="*/ 6826257 h 6858000"/>
              <a:gd name="connsiteX423" fmla="*/ 2281324 w 7467600"/>
              <a:gd name="connsiteY423" fmla="*/ 6858000 h 6858000"/>
              <a:gd name="connsiteX424" fmla="*/ 2242860 w 7467600"/>
              <a:gd name="connsiteY424" fmla="*/ 6858000 h 6858000"/>
              <a:gd name="connsiteX425" fmla="*/ 2232818 w 7467600"/>
              <a:gd name="connsiteY425" fmla="*/ 6844926 h 6858000"/>
              <a:gd name="connsiteX426" fmla="*/ 1990172 w 7467600"/>
              <a:gd name="connsiteY426" fmla="*/ 6542121 h 6858000"/>
              <a:gd name="connsiteX427" fmla="*/ 2124090 w 7467600"/>
              <a:gd name="connsiteY427" fmla="*/ 6761017 h 6858000"/>
              <a:gd name="connsiteX428" fmla="*/ 2200380 w 7467600"/>
              <a:gd name="connsiteY428" fmla="*/ 6858000 h 6858000"/>
              <a:gd name="connsiteX429" fmla="*/ 2147507 w 7467600"/>
              <a:gd name="connsiteY429" fmla="*/ 6858000 h 6858000"/>
              <a:gd name="connsiteX430" fmla="*/ 2070668 w 7467600"/>
              <a:gd name="connsiteY430" fmla="*/ 6761520 h 6858000"/>
              <a:gd name="connsiteX431" fmla="*/ 1975142 w 7467600"/>
              <a:gd name="connsiteY431" fmla="*/ 6585570 h 6858000"/>
              <a:gd name="connsiteX432" fmla="*/ 2050035 w 7467600"/>
              <a:gd name="connsiteY432" fmla="*/ 6813345 h 6858000"/>
              <a:gd name="connsiteX433" fmla="*/ 2063025 w 7467600"/>
              <a:gd name="connsiteY433" fmla="*/ 6858000 h 6858000"/>
              <a:gd name="connsiteX434" fmla="*/ 2021675 w 7467600"/>
              <a:gd name="connsiteY434" fmla="*/ 6858000 h 6858000"/>
              <a:gd name="connsiteX435" fmla="*/ 2019308 w 7467600"/>
              <a:gd name="connsiteY435" fmla="*/ 6847118 h 6858000"/>
              <a:gd name="connsiteX436" fmla="*/ 1938835 w 7467600"/>
              <a:gd name="connsiteY436" fmla="*/ 6551160 h 6858000"/>
              <a:gd name="connsiteX437" fmla="*/ 1953230 w 7467600"/>
              <a:gd name="connsiteY437" fmla="*/ 6759699 h 6858000"/>
              <a:gd name="connsiteX438" fmla="*/ 1956763 w 7467600"/>
              <a:gd name="connsiteY438" fmla="*/ 6778191 h 6858000"/>
              <a:gd name="connsiteX439" fmla="*/ 1967925 w 7467600"/>
              <a:gd name="connsiteY439" fmla="*/ 6858000 h 6858000"/>
              <a:gd name="connsiteX440" fmla="*/ 1936622 w 7467600"/>
              <a:gd name="connsiteY440" fmla="*/ 6858000 h 6858000"/>
              <a:gd name="connsiteX441" fmla="*/ 1926261 w 7467600"/>
              <a:gd name="connsiteY441" fmla="*/ 6784064 h 6858000"/>
              <a:gd name="connsiteX442" fmla="*/ 1922724 w 7467600"/>
              <a:gd name="connsiteY442" fmla="*/ 6765577 h 6858000"/>
              <a:gd name="connsiteX443" fmla="*/ 1904650 w 7467600"/>
              <a:gd name="connsiteY443" fmla="*/ 6639616 h 6858000"/>
              <a:gd name="connsiteX444" fmla="*/ 1885273 w 7467600"/>
              <a:gd name="connsiteY444" fmla="*/ 6858000 h 6858000"/>
              <a:gd name="connsiteX445" fmla="*/ 1854363 w 7467600"/>
              <a:gd name="connsiteY445" fmla="*/ 6858000 h 6858000"/>
              <a:gd name="connsiteX446" fmla="*/ 1880391 w 7467600"/>
              <a:gd name="connsiteY446" fmla="*/ 6603796 h 6858000"/>
              <a:gd name="connsiteX447" fmla="*/ 1818273 w 7467600"/>
              <a:gd name="connsiteY447" fmla="*/ 6715729 h 6858000"/>
              <a:gd name="connsiteX448" fmla="*/ 1794691 w 7467600"/>
              <a:gd name="connsiteY448" fmla="*/ 6843239 h 6858000"/>
              <a:gd name="connsiteX449" fmla="*/ 1794914 w 7467600"/>
              <a:gd name="connsiteY449" fmla="*/ 6858000 h 6858000"/>
              <a:gd name="connsiteX450" fmla="*/ 1746128 w 7467600"/>
              <a:gd name="connsiteY450" fmla="*/ 6858000 h 6858000"/>
              <a:gd name="connsiteX451" fmla="*/ 1753934 w 7467600"/>
              <a:gd name="connsiteY451" fmla="*/ 6724796 h 6858000"/>
              <a:gd name="connsiteX452" fmla="*/ 1792053 w 7467600"/>
              <a:gd name="connsiteY452" fmla="*/ 6572396 h 6858000"/>
              <a:gd name="connsiteX453" fmla="*/ 1862248 w 7467600"/>
              <a:gd name="connsiteY453" fmla="*/ 6266397 h 6858000"/>
              <a:gd name="connsiteX454" fmla="*/ 1862250 w 7467600"/>
              <a:gd name="connsiteY454" fmla="*/ 6033531 h 6858000"/>
              <a:gd name="connsiteX455" fmla="*/ 1211999 w 7467600"/>
              <a:gd name="connsiteY455" fmla="*/ 6683610 h 6858000"/>
              <a:gd name="connsiteX456" fmla="*/ 1213266 w 7467600"/>
              <a:gd name="connsiteY456" fmla="*/ 6691947 h 6858000"/>
              <a:gd name="connsiteX457" fmla="*/ 1203370 w 7467600"/>
              <a:gd name="connsiteY457" fmla="*/ 6850676 h 6858000"/>
              <a:gd name="connsiteX458" fmla="*/ 1203671 w 7467600"/>
              <a:gd name="connsiteY458" fmla="*/ 6858000 h 6858000"/>
              <a:gd name="connsiteX459" fmla="*/ 1143180 w 7467600"/>
              <a:gd name="connsiteY459" fmla="*/ 6858000 h 6858000"/>
              <a:gd name="connsiteX460" fmla="*/ 1142176 w 7467600"/>
              <a:gd name="connsiteY460" fmla="*/ 6766045 h 6858000"/>
              <a:gd name="connsiteX461" fmla="*/ 1067484 w 7467600"/>
              <a:gd name="connsiteY461" fmla="*/ 6858000 h 6858000"/>
              <a:gd name="connsiteX462" fmla="*/ 953928 w 7467600"/>
              <a:gd name="connsiteY462" fmla="*/ 6858000 h 6858000"/>
              <a:gd name="connsiteX463" fmla="*/ 959715 w 7467600"/>
              <a:gd name="connsiteY463" fmla="*/ 6850185 h 6858000"/>
              <a:gd name="connsiteX464" fmla="*/ 1483788 w 7467600"/>
              <a:gd name="connsiteY464" fmla="*/ 6259174 h 6858000"/>
              <a:gd name="connsiteX465" fmla="*/ 1100671 w 7467600"/>
              <a:gd name="connsiteY465" fmla="*/ 6252137 h 6858000"/>
              <a:gd name="connsiteX466" fmla="*/ 1090144 w 7467600"/>
              <a:gd name="connsiteY466" fmla="*/ 6256748 h 6858000"/>
              <a:gd name="connsiteX467" fmla="*/ 1095872 w 7467600"/>
              <a:gd name="connsiteY467" fmla="*/ 6271892 h 6858000"/>
              <a:gd name="connsiteX468" fmla="*/ 262785 w 7467600"/>
              <a:gd name="connsiteY468" fmla="*/ 6845450 h 6858000"/>
              <a:gd name="connsiteX469" fmla="*/ 209968 w 7467600"/>
              <a:gd name="connsiteY469" fmla="*/ 6770713 h 6858000"/>
              <a:gd name="connsiteX470" fmla="*/ 873460 w 7467600"/>
              <a:gd name="connsiteY470" fmla="*/ 6253768 h 6858000"/>
              <a:gd name="connsiteX471" fmla="*/ 192686 w 7467600"/>
              <a:gd name="connsiteY471" fmla="*/ 5849257 h 6858000"/>
              <a:gd name="connsiteX472" fmla="*/ 4696 w 7467600"/>
              <a:gd name="connsiteY472" fmla="*/ 5697668 h 6858000"/>
              <a:gd name="connsiteX473" fmla="*/ 0 w 7467600"/>
              <a:gd name="connsiteY473" fmla="*/ 5689984 h 6858000"/>
              <a:gd name="connsiteX474" fmla="*/ 0 w 7467600"/>
              <a:gd name="connsiteY474" fmla="*/ 5513472 h 6858000"/>
              <a:gd name="connsiteX475" fmla="*/ 174101 w 7467600"/>
              <a:gd name="connsiteY475" fmla="*/ 5620277 h 6858000"/>
              <a:gd name="connsiteX476" fmla="*/ 891800 w 7467600"/>
              <a:gd name="connsiteY476" fmla="*/ 6036935 h 6858000"/>
              <a:gd name="connsiteX477" fmla="*/ 1072219 w 7467600"/>
              <a:gd name="connsiteY477" fmla="*/ 6169443 h 6858000"/>
              <a:gd name="connsiteX478" fmla="*/ 1074117 w 7467600"/>
              <a:gd name="connsiteY478" fmla="*/ 6170301 h 6858000"/>
              <a:gd name="connsiteX479" fmla="*/ 1083114 w 7467600"/>
              <a:gd name="connsiteY479" fmla="*/ 6174131 h 6858000"/>
              <a:gd name="connsiteX480" fmla="*/ 1543010 w 7467600"/>
              <a:gd name="connsiteY480" fmla="*/ 6191140 h 6858000"/>
              <a:gd name="connsiteX481" fmla="*/ 1551080 w 7467600"/>
              <a:gd name="connsiteY481" fmla="*/ 6195006 h 6858000"/>
              <a:gd name="connsiteX482" fmla="*/ 2345443 w 7467600"/>
              <a:gd name="connsiteY482" fmla="*/ 5549882 h 6858000"/>
              <a:gd name="connsiteX483" fmla="*/ 1721499 w 7467600"/>
              <a:gd name="connsiteY483" fmla="*/ 5599969 h 6858000"/>
              <a:gd name="connsiteX484" fmla="*/ 767716 w 7467600"/>
              <a:gd name="connsiteY484" fmla="*/ 5472768 h 6858000"/>
              <a:gd name="connsiteX485" fmla="*/ 722147 w 7467600"/>
              <a:gd name="connsiteY485" fmla="*/ 5393091 h 6858000"/>
              <a:gd name="connsiteX486" fmla="*/ 1485552 w 7467600"/>
              <a:gd name="connsiteY486" fmla="*/ 5313202 h 6858000"/>
              <a:gd name="connsiteX487" fmla="*/ 2143004 w 7467600"/>
              <a:gd name="connsiteY487" fmla="*/ 5402420 h 6858000"/>
              <a:gd name="connsiteX488" fmla="*/ 1933391 w 7467600"/>
              <a:gd name="connsiteY488" fmla="*/ 5156971 h 6858000"/>
              <a:gd name="connsiteX489" fmla="*/ 1827118 w 7467600"/>
              <a:gd name="connsiteY489" fmla="*/ 4968410 h 6858000"/>
              <a:gd name="connsiteX490" fmla="*/ 1837349 w 7467600"/>
              <a:gd name="connsiteY490" fmla="*/ 4956357 h 6858000"/>
              <a:gd name="connsiteX491" fmla="*/ 2162835 w 7467600"/>
              <a:gd name="connsiteY491" fmla="*/ 5187853 h 6858000"/>
              <a:gd name="connsiteX492" fmla="*/ 2257167 w 7467600"/>
              <a:gd name="connsiteY492" fmla="*/ 5462123 h 6858000"/>
              <a:gd name="connsiteX493" fmla="*/ 2261598 w 7467600"/>
              <a:gd name="connsiteY493" fmla="*/ 5467998 h 6858000"/>
              <a:gd name="connsiteX494" fmla="*/ 2437177 w 7467600"/>
              <a:gd name="connsiteY494" fmla="*/ 5479608 h 6858000"/>
              <a:gd name="connsiteX495" fmla="*/ 2445247 w 7467600"/>
              <a:gd name="connsiteY495" fmla="*/ 5483476 h 6858000"/>
              <a:gd name="connsiteX496" fmla="*/ 2743626 w 7467600"/>
              <a:gd name="connsiteY496" fmla="*/ 5304819 h 6858000"/>
              <a:gd name="connsiteX497" fmla="*/ 3048102 w 7467600"/>
              <a:gd name="connsiteY497" fmla="*/ 5150595 h 6858000"/>
              <a:gd name="connsiteX498" fmla="*/ 1799414 w 7467600"/>
              <a:gd name="connsiteY498" fmla="*/ 4694732 h 6858000"/>
              <a:gd name="connsiteX499" fmla="*/ 1771735 w 7467600"/>
              <a:gd name="connsiteY499" fmla="*/ 4619929 h 6858000"/>
              <a:gd name="connsiteX500" fmla="*/ 3104273 w 7467600"/>
              <a:gd name="connsiteY500" fmla="*/ 5076159 h 6858000"/>
              <a:gd name="connsiteX501" fmla="*/ 3113245 w 7467600"/>
              <a:gd name="connsiteY501" fmla="*/ 5090705 h 6858000"/>
              <a:gd name="connsiteX502" fmla="*/ 3126294 w 7467600"/>
              <a:gd name="connsiteY502" fmla="*/ 5114400 h 6858000"/>
              <a:gd name="connsiteX503" fmla="*/ 3937433 w 7467600"/>
              <a:gd name="connsiteY503" fmla="*/ 4830473 h 6858000"/>
              <a:gd name="connsiteX504" fmla="*/ 3590475 w 7467600"/>
              <a:gd name="connsiteY504" fmla="*/ 4597974 h 6858000"/>
              <a:gd name="connsiteX505" fmla="*/ 3100264 w 7467600"/>
              <a:gd name="connsiteY505" fmla="*/ 4579845 h 6858000"/>
              <a:gd name="connsiteX506" fmla="*/ 2183576 w 7467600"/>
              <a:gd name="connsiteY506" fmla="*/ 4227150 h 6858000"/>
              <a:gd name="connsiteX507" fmla="*/ 2151029 w 7467600"/>
              <a:gd name="connsiteY507" fmla="*/ 4146947 h 6858000"/>
              <a:gd name="connsiteX508" fmla="*/ 3563434 w 7467600"/>
              <a:gd name="connsiteY508" fmla="*/ 4469115 h 6858000"/>
              <a:gd name="connsiteX509" fmla="*/ 3177952 w 7467600"/>
              <a:gd name="connsiteY509" fmla="*/ 3657386 h 6858000"/>
              <a:gd name="connsiteX510" fmla="*/ 3189263 w 7467600"/>
              <a:gd name="connsiteY510" fmla="*/ 3625726 h 6858000"/>
              <a:gd name="connsiteX511" fmla="*/ 3560912 w 7467600"/>
              <a:gd name="connsiteY511" fmla="*/ 4079863 h 6858000"/>
              <a:gd name="connsiteX512" fmla="*/ 3626636 w 7467600"/>
              <a:gd name="connsiteY512" fmla="*/ 4512230 h 6858000"/>
              <a:gd name="connsiteX513" fmla="*/ 3653088 w 7467600"/>
              <a:gd name="connsiteY513" fmla="*/ 4521417 h 6858000"/>
              <a:gd name="connsiteX514" fmla="*/ 3988128 w 7467600"/>
              <a:gd name="connsiteY514" fmla="*/ 4817267 h 6858000"/>
              <a:gd name="connsiteX515" fmla="*/ 4830582 w 7467600"/>
              <a:gd name="connsiteY515" fmla="*/ 4676000 h 6858000"/>
              <a:gd name="connsiteX516" fmla="*/ 4830100 w 7467600"/>
              <a:gd name="connsiteY516" fmla="*/ 4675554 h 6858000"/>
              <a:gd name="connsiteX517" fmla="*/ 4036318 w 7467600"/>
              <a:gd name="connsiteY517" fmla="*/ 4147013 h 6858000"/>
              <a:gd name="connsiteX518" fmla="*/ 3432098 w 7467600"/>
              <a:gd name="connsiteY518" fmla="*/ 3537312 h 6858000"/>
              <a:gd name="connsiteX519" fmla="*/ 3446761 w 7467600"/>
              <a:gd name="connsiteY519" fmla="*/ 3461278 h 6858000"/>
              <a:gd name="connsiteX520" fmla="*/ 4419733 w 7467600"/>
              <a:gd name="connsiteY520" fmla="*/ 3963555 h 6858000"/>
              <a:gd name="connsiteX521" fmla="*/ 4781371 w 7467600"/>
              <a:gd name="connsiteY521" fmla="*/ 4458604 h 6858000"/>
              <a:gd name="connsiteX522" fmla="*/ 4780440 w 7467600"/>
              <a:gd name="connsiteY522" fmla="*/ 4470290 h 6858000"/>
              <a:gd name="connsiteX523" fmla="*/ 4898954 w 7467600"/>
              <a:gd name="connsiteY523" fmla="*/ 4662092 h 6858000"/>
              <a:gd name="connsiteX524" fmla="*/ 4900699 w 7467600"/>
              <a:gd name="connsiteY524" fmla="*/ 4670867 h 6858000"/>
              <a:gd name="connsiteX525" fmla="*/ 5714511 w 7467600"/>
              <a:gd name="connsiteY525" fmla="*/ 4663483 h 6858000"/>
              <a:gd name="connsiteX526" fmla="*/ 5464793 w 7467600"/>
              <a:gd name="connsiteY526" fmla="*/ 4393556 h 6858000"/>
              <a:gd name="connsiteX527" fmla="*/ 5461897 w 7467600"/>
              <a:gd name="connsiteY527" fmla="*/ 4390879 h 6858000"/>
              <a:gd name="connsiteX528" fmla="*/ 4294126 w 7467600"/>
              <a:gd name="connsiteY528" fmla="*/ 3303048 h 6858000"/>
              <a:gd name="connsiteX529" fmla="*/ 4305321 w 7467600"/>
              <a:gd name="connsiteY529" fmla="*/ 3256953 h 6858000"/>
              <a:gd name="connsiteX530" fmla="*/ 4949299 w 7467600"/>
              <a:gd name="connsiteY530" fmla="*/ 3766336 h 6858000"/>
              <a:gd name="connsiteX531" fmla="*/ 5291452 w 7467600"/>
              <a:gd name="connsiteY531" fmla="*/ 4076801 h 6858000"/>
              <a:gd name="connsiteX532" fmla="*/ 5434998 w 7467600"/>
              <a:gd name="connsiteY532" fmla="*/ 4254100 h 6858000"/>
              <a:gd name="connsiteX533" fmla="*/ 5351015 w 7467600"/>
              <a:gd name="connsiteY533" fmla="*/ 3760989 h 6858000"/>
              <a:gd name="connsiteX534" fmla="*/ 5413780 w 7467600"/>
              <a:gd name="connsiteY534" fmla="*/ 2966265 h 6858000"/>
              <a:gd name="connsiteX535" fmla="*/ 5425627 w 7467600"/>
              <a:gd name="connsiteY535" fmla="*/ 2954192 h 6858000"/>
              <a:gd name="connsiteX536" fmla="*/ 6604735 w 7467600"/>
              <a:gd name="connsiteY536" fmla="*/ 2041381 h 6858000"/>
              <a:gd name="connsiteX537" fmla="*/ 7204487 w 7467600"/>
              <a:gd name="connsiteY537" fmla="*/ 2742112 h 6858000"/>
              <a:gd name="connsiteX538" fmla="*/ 7131592 w 7467600"/>
              <a:gd name="connsiteY538" fmla="*/ 2672096 h 6858000"/>
              <a:gd name="connsiteX539" fmla="*/ 6996344 w 7467600"/>
              <a:gd name="connsiteY539" fmla="*/ 2518310 h 6858000"/>
              <a:gd name="connsiteX540" fmla="*/ 6735495 w 7467600"/>
              <a:gd name="connsiteY540" fmla="*/ 2196890 h 6858000"/>
              <a:gd name="connsiteX541" fmla="*/ 6721901 w 7467600"/>
              <a:gd name="connsiteY541" fmla="*/ 2179274 h 6858000"/>
              <a:gd name="connsiteX542" fmla="*/ 6604735 w 7467600"/>
              <a:gd name="connsiteY542" fmla="*/ 2041381 h 6858000"/>
              <a:gd name="connsiteX543" fmla="*/ 6591670 w 7467600"/>
              <a:gd name="connsiteY543" fmla="*/ 1988277 h 6858000"/>
              <a:gd name="connsiteX544" fmla="*/ 6747349 w 7467600"/>
              <a:gd name="connsiteY544" fmla="*/ 2160069 h 6858000"/>
              <a:gd name="connsiteX545" fmla="*/ 6760943 w 7467600"/>
              <a:gd name="connsiteY545" fmla="*/ 2177686 h 6858000"/>
              <a:gd name="connsiteX546" fmla="*/ 7021065 w 7467600"/>
              <a:gd name="connsiteY546" fmla="*/ 2498102 h 6858000"/>
              <a:gd name="connsiteX547" fmla="*/ 7155223 w 7467600"/>
              <a:gd name="connsiteY547" fmla="*/ 2650386 h 6858000"/>
              <a:gd name="connsiteX548" fmla="*/ 7203167 w 7467600"/>
              <a:gd name="connsiteY548" fmla="*/ 2697288 h 6858000"/>
              <a:gd name="connsiteX549" fmla="*/ 6937703 w 7467600"/>
              <a:gd name="connsiteY549" fmla="*/ 2321981 h 6858000"/>
              <a:gd name="connsiteX550" fmla="*/ 6591670 w 7467600"/>
              <a:gd name="connsiteY550" fmla="*/ 1988277 h 6858000"/>
              <a:gd name="connsiteX551" fmla="*/ 5798671 w 7467600"/>
              <a:gd name="connsiteY551" fmla="*/ 1981601 h 6858000"/>
              <a:gd name="connsiteX552" fmla="*/ 5754709 w 7467600"/>
              <a:gd name="connsiteY552" fmla="*/ 2071454 h 6858000"/>
              <a:gd name="connsiteX553" fmla="*/ 5763044 w 7467600"/>
              <a:gd name="connsiteY553" fmla="*/ 2842206 h 6858000"/>
              <a:gd name="connsiteX554" fmla="*/ 5764974 w 7467600"/>
              <a:gd name="connsiteY554" fmla="*/ 2799609 h 6858000"/>
              <a:gd name="connsiteX555" fmla="*/ 5767665 w 7467600"/>
              <a:gd name="connsiteY555" fmla="*/ 2666409 h 6858000"/>
              <a:gd name="connsiteX556" fmla="*/ 5763055 w 7467600"/>
              <a:gd name="connsiteY556" fmla="*/ 2579705 h 6858000"/>
              <a:gd name="connsiteX557" fmla="*/ 5758079 w 7467600"/>
              <a:gd name="connsiteY557" fmla="*/ 2492508 h 6858000"/>
              <a:gd name="connsiteX558" fmla="*/ 5779325 w 7467600"/>
              <a:gd name="connsiteY558" fmla="*/ 2197069 h 6858000"/>
              <a:gd name="connsiteX559" fmla="*/ 5798671 w 7467600"/>
              <a:gd name="connsiteY559" fmla="*/ 1981601 h 6858000"/>
              <a:gd name="connsiteX560" fmla="*/ 5829202 w 7467600"/>
              <a:gd name="connsiteY560" fmla="*/ 1971679 h 6858000"/>
              <a:gd name="connsiteX561" fmla="*/ 5809558 w 7467600"/>
              <a:gd name="connsiteY561" fmla="*/ 2198043 h 6858000"/>
              <a:gd name="connsiteX562" fmla="*/ 5788653 w 7467600"/>
              <a:gd name="connsiteY562" fmla="*/ 2489430 h 6858000"/>
              <a:gd name="connsiteX563" fmla="*/ 5793439 w 7467600"/>
              <a:gd name="connsiteY563" fmla="*/ 2575235 h 6858000"/>
              <a:gd name="connsiteX564" fmla="*/ 5796837 w 7467600"/>
              <a:gd name="connsiteY564" fmla="*/ 2637633 h 6858000"/>
              <a:gd name="connsiteX565" fmla="*/ 5818614 w 7467600"/>
              <a:gd name="connsiteY565" fmla="*/ 2473055 h 6858000"/>
              <a:gd name="connsiteX566" fmla="*/ 5829202 w 7467600"/>
              <a:gd name="connsiteY566" fmla="*/ 1971679 h 6858000"/>
              <a:gd name="connsiteX567" fmla="*/ 5911389 w 7467600"/>
              <a:gd name="connsiteY567" fmla="*/ 1898371 h 6858000"/>
              <a:gd name="connsiteX568" fmla="*/ 6237627 w 7467600"/>
              <a:gd name="connsiteY568" fmla="*/ 2231921 h 6858000"/>
              <a:gd name="connsiteX569" fmla="*/ 5911389 w 7467600"/>
              <a:gd name="connsiteY569" fmla="*/ 1898371 h 6858000"/>
              <a:gd name="connsiteX570" fmla="*/ 6944437 w 7467600"/>
              <a:gd name="connsiteY570" fmla="*/ 1575402 h 6858000"/>
              <a:gd name="connsiteX571" fmla="*/ 6304730 w 7467600"/>
              <a:gd name="connsiteY571" fmla="*/ 1766654 h 6858000"/>
              <a:gd name="connsiteX572" fmla="*/ 6944437 w 7467600"/>
              <a:gd name="connsiteY572" fmla="*/ 1575402 h 6858000"/>
              <a:gd name="connsiteX573" fmla="*/ 7019523 w 7467600"/>
              <a:gd name="connsiteY573" fmla="*/ 1519450 h 6858000"/>
              <a:gd name="connsiteX574" fmla="*/ 6298091 w 7467600"/>
              <a:gd name="connsiteY574" fmla="*/ 1737122 h 6858000"/>
              <a:gd name="connsiteX575" fmla="*/ 7019523 w 7467600"/>
              <a:gd name="connsiteY575" fmla="*/ 1519450 h 6858000"/>
              <a:gd name="connsiteX576" fmla="*/ 2399523 w 7467600"/>
              <a:gd name="connsiteY576" fmla="*/ 1428234 h 6858000"/>
              <a:gd name="connsiteX577" fmla="*/ 2224982 w 7467600"/>
              <a:gd name="connsiteY577" fmla="*/ 1826201 h 6858000"/>
              <a:gd name="connsiteX578" fmla="*/ 2096099 w 7467600"/>
              <a:gd name="connsiteY578" fmla="*/ 2345900 h 6858000"/>
              <a:gd name="connsiteX579" fmla="*/ 2283317 w 7467600"/>
              <a:gd name="connsiteY579" fmla="*/ 1796925 h 6858000"/>
              <a:gd name="connsiteX580" fmla="*/ 2399523 w 7467600"/>
              <a:gd name="connsiteY580" fmla="*/ 1428234 h 6858000"/>
              <a:gd name="connsiteX581" fmla="*/ 2448558 w 7467600"/>
              <a:gd name="connsiteY581" fmla="*/ 1373435 h 6858000"/>
              <a:gd name="connsiteX582" fmla="*/ 2312521 w 7467600"/>
              <a:gd name="connsiteY582" fmla="*/ 1806140 h 6858000"/>
              <a:gd name="connsiteX583" fmla="*/ 2127533 w 7467600"/>
              <a:gd name="connsiteY583" fmla="*/ 2348380 h 6858000"/>
              <a:gd name="connsiteX584" fmla="*/ 2358080 w 7467600"/>
              <a:gd name="connsiteY584" fmla="*/ 1866134 h 6858000"/>
              <a:gd name="connsiteX585" fmla="*/ 2407436 w 7467600"/>
              <a:gd name="connsiteY585" fmla="*/ 1651070 h 6858000"/>
              <a:gd name="connsiteX586" fmla="*/ 2448558 w 7467600"/>
              <a:gd name="connsiteY586" fmla="*/ 1373435 h 6858000"/>
              <a:gd name="connsiteX587" fmla="*/ 278707 w 7467600"/>
              <a:gd name="connsiteY587" fmla="*/ 1352270 h 6858000"/>
              <a:gd name="connsiteX588" fmla="*/ 321570 w 7467600"/>
              <a:gd name="connsiteY588" fmla="*/ 1861610 h 6858000"/>
              <a:gd name="connsiteX589" fmla="*/ 294281 w 7467600"/>
              <a:gd name="connsiteY589" fmla="*/ 1440658 h 6858000"/>
              <a:gd name="connsiteX590" fmla="*/ 278707 w 7467600"/>
              <a:gd name="connsiteY590" fmla="*/ 1352270 h 6858000"/>
              <a:gd name="connsiteX591" fmla="*/ 1423821 w 7467600"/>
              <a:gd name="connsiteY591" fmla="*/ 1351958 h 6858000"/>
              <a:gd name="connsiteX592" fmla="*/ 1638521 w 7467600"/>
              <a:gd name="connsiteY592" fmla="*/ 1908470 h 6858000"/>
              <a:gd name="connsiteX593" fmla="*/ 1754199 w 7467600"/>
              <a:gd name="connsiteY593" fmla="*/ 2149284 h 6858000"/>
              <a:gd name="connsiteX594" fmla="*/ 1908359 w 7467600"/>
              <a:gd name="connsiteY594" fmla="*/ 2364988 h 6858000"/>
              <a:gd name="connsiteX595" fmla="*/ 1647661 w 7467600"/>
              <a:gd name="connsiteY595" fmla="*/ 1825945 h 6858000"/>
              <a:gd name="connsiteX596" fmla="*/ 1423821 w 7467600"/>
              <a:gd name="connsiteY596" fmla="*/ 1351958 h 6858000"/>
              <a:gd name="connsiteX597" fmla="*/ 1431890 w 7467600"/>
              <a:gd name="connsiteY597" fmla="*/ 1306475 h 6858000"/>
              <a:gd name="connsiteX598" fmla="*/ 1507597 w 7467600"/>
              <a:gd name="connsiteY598" fmla="*/ 1446132 h 6858000"/>
              <a:gd name="connsiteX599" fmla="*/ 1674586 w 7467600"/>
              <a:gd name="connsiteY599" fmla="*/ 1813832 h 6858000"/>
              <a:gd name="connsiteX600" fmla="*/ 1815950 w 7467600"/>
              <a:gd name="connsiteY600" fmla="*/ 2128564 h 6858000"/>
              <a:gd name="connsiteX601" fmla="*/ 1984242 w 7467600"/>
              <a:gd name="connsiteY601" fmla="*/ 2430829 h 6858000"/>
              <a:gd name="connsiteX602" fmla="*/ 2014023 w 7467600"/>
              <a:gd name="connsiteY602" fmla="*/ 2450995 h 6858000"/>
              <a:gd name="connsiteX603" fmla="*/ 1747337 w 7467600"/>
              <a:gd name="connsiteY603" fmla="*/ 1855264 h 6858000"/>
              <a:gd name="connsiteX604" fmla="*/ 1533749 w 7467600"/>
              <a:gd name="connsiteY604" fmla="*/ 1478656 h 6858000"/>
              <a:gd name="connsiteX605" fmla="*/ 1431890 w 7467600"/>
              <a:gd name="connsiteY605" fmla="*/ 1306475 h 6858000"/>
              <a:gd name="connsiteX606" fmla="*/ 5052692 w 7467600"/>
              <a:gd name="connsiteY606" fmla="*/ 1292994 h 6858000"/>
              <a:gd name="connsiteX607" fmla="*/ 5200661 w 7467600"/>
              <a:gd name="connsiteY607" fmla="*/ 1635186 h 6858000"/>
              <a:gd name="connsiteX608" fmla="*/ 5297138 w 7467600"/>
              <a:gd name="connsiteY608" fmla="*/ 1906351 h 6858000"/>
              <a:gd name="connsiteX609" fmla="*/ 5052692 w 7467600"/>
              <a:gd name="connsiteY609" fmla="*/ 1292994 h 6858000"/>
              <a:gd name="connsiteX610" fmla="*/ 5009948 w 7467600"/>
              <a:gd name="connsiteY610" fmla="*/ 1273619 h 6858000"/>
              <a:gd name="connsiteX611" fmla="*/ 5121777 w 7467600"/>
              <a:gd name="connsiteY611" fmla="*/ 1654213 h 6858000"/>
              <a:gd name="connsiteX612" fmla="*/ 5293545 w 7467600"/>
              <a:gd name="connsiteY612" fmla="*/ 2072247 h 6858000"/>
              <a:gd name="connsiteX613" fmla="*/ 5294042 w 7467600"/>
              <a:gd name="connsiteY613" fmla="*/ 2065019 h 6858000"/>
              <a:gd name="connsiteX614" fmla="*/ 5171936 w 7467600"/>
              <a:gd name="connsiteY614" fmla="*/ 1647613 h 6858000"/>
              <a:gd name="connsiteX615" fmla="*/ 5009948 w 7467600"/>
              <a:gd name="connsiteY615" fmla="*/ 1273619 h 6858000"/>
              <a:gd name="connsiteX616" fmla="*/ 655236 w 7467600"/>
              <a:gd name="connsiteY616" fmla="*/ 1268632 h 6858000"/>
              <a:gd name="connsiteX617" fmla="*/ 839521 w 7467600"/>
              <a:gd name="connsiteY617" fmla="*/ 1685315 h 6858000"/>
              <a:gd name="connsiteX618" fmla="*/ 1109416 w 7467600"/>
              <a:gd name="connsiteY618" fmla="*/ 2061663 h 6858000"/>
              <a:gd name="connsiteX619" fmla="*/ 1298300 w 7467600"/>
              <a:gd name="connsiteY619" fmla="*/ 2247742 h 6858000"/>
              <a:gd name="connsiteX620" fmla="*/ 1125871 w 7467600"/>
              <a:gd name="connsiteY620" fmla="*/ 1989513 h 6858000"/>
              <a:gd name="connsiteX621" fmla="*/ 981574 w 7467600"/>
              <a:gd name="connsiteY621" fmla="*/ 1783157 h 6858000"/>
              <a:gd name="connsiteX622" fmla="*/ 922198 w 7467600"/>
              <a:gd name="connsiteY622" fmla="*/ 1677437 h 6858000"/>
              <a:gd name="connsiteX623" fmla="*/ 869293 w 7467600"/>
              <a:gd name="connsiteY623" fmla="*/ 1583214 h 6858000"/>
              <a:gd name="connsiteX624" fmla="*/ 751431 w 7467600"/>
              <a:gd name="connsiteY624" fmla="*/ 1405731 h 6858000"/>
              <a:gd name="connsiteX625" fmla="*/ 655236 w 7467600"/>
              <a:gd name="connsiteY625" fmla="*/ 1268632 h 6858000"/>
              <a:gd name="connsiteX626" fmla="*/ 6516292 w 7467600"/>
              <a:gd name="connsiteY626" fmla="*/ 1263064 h 6858000"/>
              <a:gd name="connsiteX627" fmla="*/ 5736320 w 7467600"/>
              <a:gd name="connsiteY627" fmla="*/ 1501803 h 6858000"/>
              <a:gd name="connsiteX628" fmla="*/ 6516292 w 7467600"/>
              <a:gd name="connsiteY628" fmla="*/ 1263064 h 6858000"/>
              <a:gd name="connsiteX629" fmla="*/ 291466 w 7467600"/>
              <a:gd name="connsiteY629" fmla="*/ 1250369 h 6858000"/>
              <a:gd name="connsiteX630" fmla="*/ 323180 w 7467600"/>
              <a:gd name="connsiteY630" fmla="*/ 1435283 h 6858000"/>
              <a:gd name="connsiteX631" fmla="*/ 349381 w 7467600"/>
              <a:gd name="connsiteY631" fmla="*/ 1875041 h 6858000"/>
              <a:gd name="connsiteX632" fmla="*/ 374363 w 7467600"/>
              <a:gd name="connsiteY632" fmla="*/ 1506494 h 6858000"/>
              <a:gd name="connsiteX633" fmla="*/ 302168 w 7467600"/>
              <a:gd name="connsiteY633" fmla="*/ 1274495 h 6858000"/>
              <a:gd name="connsiteX634" fmla="*/ 291466 w 7467600"/>
              <a:gd name="connsiteY634" fmla="*/ 1250369 h 6858000"/>
              <a:gd name="connsiteX635" fmla="*/ 678222 w 7467600"/>
              <a:gd name="connsiteY635" fmla="*/ 1248670 h 6858000"/>
              <a:gd name="connsiteX636" fmla="*/ 775536 w 7467600"/>
              <a:gd name="connsiteY636" fmla="*/ 1388015 h 6858000"/>
              <a:gd name="connsiteX637" fmla="*/ 894529 w 7467600"/>
              <a:gd name="connsiteY637" fmla="*/ 1567739 h 6858000"/>
              <a:gd name="connsiteX638" fmla="*/ 948000 w 7467600"/>
              <a:gd name="connsiteY638" fmla="*/ 1663088 h 6858000"/>
              <a:gd name="connsiteX639" fmla="*/ 1006812 w 7467600"/>
              <a:gd name="connsiteY639" fmla="*/ 1767683 h 6858000"/>
              <a:gd name="connsiteX640" fmla="*/ 1149133 w 7467600"/>
              <a:gd name="connsiteY640" fmla="*/ 1971513 h 6858000"/>
              <a:gd name="connsiteX641" fmla="*/ 1333952 w 7467600"/>
              <a:gd name="connsiteY641" fmla="*/ 2251620 h 6858000"/>
              <a:gd name="connsiteX642" fmla="*/ 1337329 w 7467600"/>
              <a:gd name="connsiteY642" fmla="*/ 2258350 h 6858000"/>
              <a:gd name="connsiteX643" fmla="*/ 1014726 w 7467600"/>
              <a:gd name="connsiteY643" fmla="*/ 1615556 h 6858000"/>
              <a:gd name="connsiteX644" fmla="*/ 678222 w 7467600"/>
              <a:gd name="connsiteY644" fmla="*/ 1248670 h 6858000"/>
              <a:gd name="connsiteX645" fmla="*/ 6691602 w 7467600"/>
              <a:gd name="connsiteY645" fmla="*/ 1140573 h 6858000"/>
              <a:gd name="connsiteX646" fmla="*/ 6571100 w 7467600"/>
              <a:gd name="connsiteY646" fmla="*/ 1183662 h 6858000"/>
              <a:gd name="connsiteX647" fmla="*/ 6241687 w 7467600"/>
              <a:gd name="connsiteY647" fmla="*/ 1257600 h 6858000"/>
              <a:gd name="connsiteX648" fmla="*/ 5693009 w 7467600"/>
              <a:gd name="connsiteY648" fmla="*/ 1478256 h 6858000"/>
              <a:gd name="connsiteX649" fmla="*/ 6548420 w 7467600"/>
              <a:gd name="connsiteY649" fmla="*/ 1214599 h 6858000"/>
              <a:gd name="connsiteX650" fmla="*/ 6605473 w 7467600"/>
              <a:gd name="connsiteY650" fmla="*/ 1184686 h 6858000"/>
              <a:gd name="connsiteX651" fmla="*/ 6691602 w 7467600"/>
              <a:gd name="connsiteY651" fmla="*/ 1140573 h 6858000"/>
              <a:gd name="connsiteX652" fmla="*/ 4002475 w 7467600"/>
              <a:gd name="connsiteY652" fmla="*/ 1037802 h 6858000"/>
              <a:gd name="connsiteX653" fmla="*/ 4000324 w 7467600"/>
              <a:gd name="connsiteY653" fmla="*/ 1039362 h 6858000"/>
              <a:gd name="connsiteX654" fmla="*/ 4002862 w 7467600"/>
              <a:gd name="connsiteY654" fmla="*/ 1042866 h 6858000"/>
              <a:gd name="connsiteX655" fmla="*/ 4002475 w 7467600"/>
              <a:gd name="connsiteY655" fmla="*/ 1037802 h 6858000"/>
              <a:gd name="connsiteX656" fmla="*/ 506322 w 7467600"/>
              <a:gd name="connsiteY656" fmla="*/ 1020997 h 6858000"/>
              <a:gd name="connsiteX657" fmla="*/ 533068 w 7467600"/>
              <a:gd name="connsiteY657" fmla="*/ 1029409 h 6858000"/>
              <a:gd name="connsiteX658" fmla="*/ 1232525 w 7467600"/>
              <a:gd name="connsiteY658" fmla="*/ 1804675 h 6858000"/>
              <a:gd name="connsiteX659" fmla="*/ 1388858 w 7467600"/>
              <a:gd name="connsiteY659" fmla="*/ 2368011 h 6858000"/>
              <a:gd name="connsiteX660" fmla="*/ 1384098 w 7467600"/>
              <a:gd name="connsiteY660" fmla="*/ 2378125 h 6858000"/>
              <a:gd name="connsiteX661" fmla="*/ 1425393 w 7467600"/>
              <a:gd name="connsiteY661" fmla="*/ 2589124 h 6858000"/>
              <a:gd name="connsiteX662" fmla="*/ 1424001 w 7467600"/>
              <a:gd name="connsiteY662" fmla="*/ 2597541 h 6858000"/>
              <a:gd name="connsiteX663" fmla="*/ 2152729 w 7467600"/>
              <a:gd name="connsiteY663" fmla="*/ 2864487 h 6858000"/>
              <a:gd name="connsiteX664" fmla="*/ 2020609 w 7467600"/>
              <a:gd name="connsiteY664" fmla="*/ 2539671 h 6858000"/>
              <a:gd name="connsiteX665" fmla="*/ 2018920 w 7467600"/>
              <a:gd name="connsiteY665" fmla="*/ 2536309 h 6858000"/>
              <a:gd name="connsiteX666" fmla="*/ 1342441 w 7467600"/>
              <a:gd name="connsiteY666" fmla="*/ 1173017 h 6858000"/>
              <a:gd name="connsiteX667" fmla="*/ 1367925 w 7467600"/>
              <a:gd name="connsiteY667" fmla="*/ 1135648 h 6858000"/>
              <a:gd name="connsiteX668" fmla="*/ 1771401 w 7467600"/>
              <a:gd name="connsiteY668" fmla="*/ 1806673 h 6858000"/>
              <a:gd name="connsiteX669" fmla="*/ 1972385 w 7467600"/>
              <a:gd name="connsiteY669" fmla="*/ 2198735 h 6858000"/>
              <a:gd name="connsiteX670" fmla="*/ 2040892 w 7467600"/>
              <a:gd name="connsiteY670" fmla="*/ 2405205 h 6858000"/>
              <a:gd name="connsiteX671" fmla="*/ 2131689 w 7467600"/>
              <a:gd name="connsiteY671" fmla="*/ 1936926 h 6858000"/>
              <a:gd name="connsiteX672" fmla="*/ 2454820 w 7467600"/>
              <a:gd name="connsiteY672" fmla="*/ 1248808 h 6858000"/>
              <a:gd name="connsiteX673" fmla="*/ 2492512 w 7467600"/>
              <a:gd name="connsiteY673" fmla="*/ 1302920 h 6858000"/>
              <a:gd name="connsiteX674" fmla="*/ 2081216 w 7467600"/>
              <a:gd name="connsiteY674" fmla="*/ 2527513 h 6858000"/>
              <a:gd name="connsiteX675" fmla="*/ 2081211 w 7467600"/>
              <a:gd name="connsiteY675" fmla="*/ 2528916 h 6858000"/>
              <a:gd name="connsiteX676" fmla="*/ 2199067 w 7467600"/>
              <a:gd name="connsiteY676" fmla="*/ 2884061 h 6858000"/>
              <a:gd name="connsiteX677" fmla="*/ 3192586 w 7467600"/>
              <a:gd name="connsiteY677" fmla="*/ 3411496 h 6858000"/>
              <a:gd name="connsiteX678" fmla="*/ 3182620 w 7467600"/>
              <a:gd name="connsiteY678" fmla="*/ 3483279 h 6858000"/>
              <a:gd name="connsiteX679" fmla="*/ 2435119 w 7467600"/>
              <a:gd name="connsiteY679" fmla="*/ 3080173 h 6858000"/>
              <a:gd name="connsiteX680" fmla="*/ 2410152 w 7467600"/>
              <a:gd name="connsiteY680" fmla="*/ 3063751 h 6858000"/>
              <a:gd name="connsiteX681" fmla="*/ 2408099 w 7467600"/>
              <a:gd name="connsiteY681" fmla="*/ 3064403 h 6858000"/>
              <a:gd name="connsiteX682" fmla="*/ 2407218 w 7467600"/>
              <a:gd name="connsiteY682" fmla="*/ 3070324 h 6858000"/>
              <a:gd name="connsiteX683" fmla="*/ 2380138 w 7467600"/>
              <a:gd name="connsiteY683" fmla="*/ 3099341 h 6858000"/>
              <a:gd name="connsiteX684" fmla="*/ 1765923 w 7467600"/>
              <a:gd name="connsiteY684" fmla="*/ 3581043 h 6858000"/>
              <a:gd name="connsiteX685" fmla="*/ 1702258 w 7467600"/>
              <a:gd name="connsiteY685" fmla="*/ 3612286 h 6858000"/>
              <a:gd name="connsiteX686" fmla="*/ 1538370 w 7467600"/>
              <a:gd name="connsiteY686" fmla="*/ 3811804 h 6858000"/>
              <a:gd name="connsiteX687" fmla="*/ 542867 w 7467600"/>
              <a:gd name="connsiteY687" fmla="*/ 4944092 h 6858000"/>
              <a:gd name="connsiteX688" fmla="*/ 515800 w 7467600"/>
              <a:gd name="connsiteY688" fmla="*/ 4862180 h 6858000"/>
              <a:gd name="connsiteX689" fmla="*/ 909145 w 7467600"/>
              <a:gd name="connsiteY689" fmla="*/ 4199225 h 6858000"/>
              <a:gd name="connsiteX690" fmla="*/ 1214067 w 7467600"/>
              <a:gd name="connsiteY690" fmla="*/ 3908561 h 6858000"/>
              <a:gd name="connsiteX691" fmla="*/ 640967 w 7467600"/>
              <a:gd name="connsiteY691" fmla="*/ 4105601 h 6858000"/>
              <a:gd name="connsiteX692" fmla="*/ 112563 w 7467600"/>
              <a:gd name="connsiteY692" fmla="*/ 4396952 h 6858000"/>
              <a:gd name="connsiteX693" fmla="*/ 0 w 7467600"/>
              <a:gd name="connsiteY693" fmla="*/ 4466006 h 6858000"/>
              <a:gd name="connsiteX694" fmla="*/ 0 w 7467600"/>
              <a:gd name="connsiteY694" fmla="*/ 4233763 h 6858000"/>
              <a:gd name="connsiteX695" fmla="*/ 36881 w 7467600"/>
              <a:gd name="connsiteY695" fmla="*/ 4200118 h 6858000"/>
              <a:gd name="connsiteX696" fmla="*/ 910534 w 7467600"/>
              <a:gd name="connsiteY696" fmla="*/ 3629753 h 6858000"/>
              <a:gd name="connsiteX697" fmla="*/ 1578717 w 7467600"/>
              <a:gd name="connsiteY697" fmla="*/ 3575982 h 6858000"/>
              <a:gd name="connsiteX698" fmla="*/ 2338780 w 7467600"/>
              <a:gd name="connsiteY698" fmla="*/ 3033725 h 6858000"/>
              <a:gd name="connsiteX699" fmla="*/ 1807991 w 7467600"/>
              <a:gd name="connsiteY699" fmla="*/ 2807184 h 6858000"/>
              <a:gd name="connsiteX700" fmla="*/ 1416358 w 7467600"/>
              <a:gd name="connsiteY700" fmla="*/ 3112571 h 6858000"/>
              <a:gd name="connsiteX701" fmla="*/ 939066 w 7467600"/>
              <a:gd name="connsiteY701" fmla="*/ 3378798 h 6858000"/>
              <a:gd name="connsiteX702" fmla="*/ 115099 w 7467600"/>
              <a:gd name="connsiteY702" fmla="*/ 3607650 h 6858000"/>
              <a:gd name="connsiteX703" fmla="*/ 97284 w 7467600"/>
              <a:gd name="connsiteY703" fmla="*/ 3520393 h 6858000"/>
              <a:gd name="connsiteX704" fmla="*/ 922050 w 7467600"/>
              <a:gd name="connsiteY704" fmla="*/ 3074867 h 6858000"/>
              <a:gd name="connsiteX705" fmla="*/ 1405265 w 7467600"/>
              <a:gd name="connsiteY705" fmla="*/ 3016319 h 6858000"/>
              <a:gd name="connsiteX706" fmla="*/ 1407512 w 7467600"/>
              <a:gd name="connsiteY706" fmla="*/ 3018001 h 6858000"/>
              <a:gd name="connsiteX707" fmla="*/ 1726266 w 7467600"/>
              <a:gd name="connsiteY707" fmla="*/ 2777274 h 6858000"/>
              <a:gd name="connsiteX708" fmla="*/ 625390 w 7467600"/>
              <a:gd name="connsiteY708" fmla="*/ 2514541 h 6858000"/>
              <a:gd name="connsiteX709" fmla="*/ 619799 w 7467600"/>
              <a:gd name="connsiteY709" fmla="*/ 2527180 h 6858000"/>
              <a:gd name="connsiteX710" fmla="*/ 310030 w 7467600"/>
              <a:gd name="connsiteY710" fmla="*/ 2771818 h 6858000"/>
              <a:gd name="connsiteX711" fmla="*/ 173877 w 7467600"/>
              <a:gd name="connsiteY711" fmla="*/ 2937056 h 6858000"/>
              <a:gd name="connsiteX712" fmla="*/ 77889 w 7467600"/>
              <a:gd name="connsiteY712" fmla="*/ 3138440 h 6858000"/>
              <a:gd name="connsiteX713" fmla="*/ 0 w 7467600"/>
              <a:gd name="connsiteY713" fmla="*/ 3271395 h 6858000"/>
              <a:gd name="connsiteX714" fmla="*/ 0 w 7467600"/>
              <a:gd name="connsiteY714" fmla="*/ 3153002 h 6858000"/>
              <a:gd name="connsiteX715" fmla="*/ 2386 w 7467600"/>
              <a:gd name="connsiteY715" fmla="*/ 3149203 h 6858000"/>
              <a:gd name="connsiteX716" fmla="*/ 89753 w 7467600"/>
              <a:gd name="connsiteY716" fmla="*/ 2987702 h 6858000"/>
              <a:gd name="connsiteX717" fmla="*/ 76869 w 7467600"/>
              <a:gd name="connsiteY717" fmla="*/ 3005404 h 6858000"/>
              <a:gd name="connsiteX718" fmla="*/ 32049 w 7467600"/>
              <a:gd name="connsiteY718" fmla="*/ 3065814 h 6858000"/>
              <a:gd name="connsiteX719" fmla="*/ 0 w 7467600"/>
              <a:gd name="connsiteY719" fmla="*/ 3108744 h 6858000"/>
              <a:gd name="connsiteX720" fmla="*/ 0 w 7467600"/>
              <a:gd name="connsiteY720" fmla="*/ 3058059 h 6858000"/>
              <a:gd name="connsiteX721" fmla="*/ 7610 w 7467600"/>
              <a:gd name="connsiteY721" fmla="*/ 3047889 h 6858000"/>
              <a:gd name="connsiteX722" fmla="*/ 52419 w 7467600"/>
              <a:gd name="connsiteY722" fmla="*/ 2987479 h 6858000"/>
              <a:gd name="connsiteX723" fmla="*/ 59142 w 7467600"/>
              <a:gd name="connsiteY723" fmla="*/ 2978488 h 6858000"/>
              <a:gd name="connsiteX724" fmla="*/ 0 w 7467600"/>
              <a:gd name="connsiteY724" fmla="*/ 3015334 h 6858000"/>
              <a:gd name="connsiteX725" fmla="*/ 0 w 7467600"/>
              <a:gd name="connsiteY725" fmla="*/ 2914286 h 6858000"/>
              <a:gd name="connsiteX726" fmla="*/ 36383 w 7467600"/>
              <a:gd name="connsiteY726" fmla="*/ 2901128 h 6858000"/>
              <a:gd name="connsiteX727" fmla="*/ 156329 w 7467600"/>
              <a:gd name="connsiteY727" fmla="*/ 2840533 h 6858000"/>
              <a:gd name="connsiteX728" fmla="*/ 358355 w 7467600"/>
              <a:gd name="connsiteY728" fmla="*/ 2620471 h 6858000"/>
              <a:gd name="connsiteX729" fmla="*/ 510577 w 7467600"/>
              <a:gd name="connsiteY729" fmla="*/ 2501244 h 6858000"/>
              <a:gd name="connsiteX730" fmla="*/ 211967 w 7467600"/>
              <a:gd name="connsiteY730" fmla="*/ 2479171 h 6858000"/>
              <a:gd name="connsiteX731" fmla="*/ 0 w 7467600"/>
              <a:gd name="connsiteY731" fmla="*/ 2476398 h 6858000"/>
              <a:gd name="connsiteX732" fmla="*/ 0 w 7467600"/>
              <a:gd name="connsiteY732" fmla="*/ 2389189 h 6858000"/>
              <a:gd name="connsiteX733" fmla="*/ 103062 w 7467600"/>
              <a:gd name="connsiteY733" fmla="*/ 2389518 h 6858000"/>
              <a:gd name="connsiteX734" fmla="*/ 510734 w 7467600"/>
              <a:gd name="connsiteY734" fmla="*/ 2416201 h 6858000"/>
              <a:gd name="connsiteX735" fmla="*/ 279257 w 7467600"/>
              <a:gd name="connsiteY735" fmla="*/ 2092102 h 6858000"/>
              <a:gd name="connsiteX736" fmla="*/ 65265 w 7467600"/>
              <a:gd name="connsiteY736" fmla="*/ 2006049 h 6858000"/>
              <a:gd name="connsiteX737" fmla="*/ 0 w 7467600"/>
              <a:gd name="connsiteY737" fmla="*/ 1982532 h 6858000"/>
              <a:gd name="connsiteX738" fmla="*/ 0 w 7467600"/>
              <a:gd name="connsiteY738" fmla="*/ 1912789 h 6858000"/>
              <a:gd name="connsiteX739" fmla="*/ 97460 w 7467600"/>
              <a:gd name="connsiteY739" fmla="*/ 1953725 h 6858000"/>
              <a:gd name="connsiteX740" fmla="*/ 221272 w 7467600"/>
              <a:gd name="connsiteY740" fmla="*/ 1980766 h 6858000"/>
              <a:gd name="connsiteX741" fmla="*/ 116765 w 7467600"/>
              <a:gd name="connsiteY741" fmla="*/ 1911033 h 6858000"/>
              <a:gd name="connsiteX742" fmla="*/ 16405 w 7467600"/>
              <a:gd name="connsiteY742" fmla="*/ 1803412 h 6858000"/>
              <a:gd name="connsiteX743" fmla="*/ 0 w 7467600"/>
              <a:gd name="connsiteY743" fmla="*/ 1784777 h 6858000"/>
              <a:gd name="connsiteX744" fmla="*/ 0 w 7467600"/>
              <a:gd name="connsiteY744" fmla="*/ 1740082 h 6858000"/>
              <a:gd name="connsiteX745" fmla="*/ 39394 w 7467600"/>
              <a:gd name="connsiteY745" fmla="*/ 1784856 h 6858000"/>
              <a:gd name="connsiteX746" fmla="*/ 135813 w 7467600"/>
              <a:gd name="connsiteY746" fmla="*/ 1888838 h 6858000"/>
              <a:gd name="connsiteX747" fmla="*/ 242575 w 7467600"/>
              <a:gd name="connsiteY747" fmla="*/ 1958841 h 6858000"/>
              <a:gd name="connsiteX748" fmla="*/ 82197 w 7467600"/>
              <a:gd name="connsiteY748" fmla="*/ 1754826 h 6858000"/>
              <a:gd name="connsiteX749" fmla="*/ 0 w 7467600"/>
              <a:gd name="connsiteY749" fmla="*/ 1679650 h 6858000"/>
              <a:gd name="connsiteX750" fmla="*/ 0 w 7467600"/>
              <a:gd name="connsiteY750" fmla="*/ 1602463 h 6858000"/>
              <a:gd name="connsiteX751" fmla="*/ 84689 w 7467600"/>
              <a:gd name="connsiteY751" fmla="*/ 1677442 h 6858000"/>
              <a:gd name="connsiteX752" fmla="*/ 298437 w 7467600"/>
              <a:gd name="connsiteY752" fmla="*/ 1968019 h 6858000"/>
              <a:gd name="connsiteX753" fmla="*/ 227269 w 7467600"/>
              <a:gd name="connsiteY753" fmla="*/ 1114064 h 6858000"/>
              <a:gd name="connsiteX754" fmla="*/ 248003 w 7467600"/>
              <a:gd name="connsiteY754" fmla="*/ 1089613 h 6858000"/>
              <a:gd name="connsiteX755" fmla="*/ 427020 w 7467600"/>
              <a:gd name="connsiteY755" fmla="*/ 1619803 h 6858000"/>
              <a:gd name="connsiteX756" fmla="*/ 340345 w 7467600"/>
              <a:gd name="connsiteY756" fmla="*/ 2027739 h 6858000"/>
              <a:gd name="connsiteX757" fmla="*/ 360865 w 7467600"/>
              <a:gd name="connsiteY757" fmla="*/ 2044827 h 6858000"/>
              <a:gd name="connsiteX758" fmla="*/ 560414 w 7467600"/>
              <a:gd name="connsiteY758" fmla="*/ 2421457 h 6858000"/>
              <a:gd name="connsiteX759" fmla="*/ 1359703 w 7467600"/>
              <a:gd name="connsiteY759" fmla="*/ 2578554 h 6858000"/>
              <a:gd name="connsiteX760" fmla="*/ 1359422 w 7467600"/>
              <a:gd name="connsiteY760" fmla="*/ 2577994 h 6858000"/>
              <a:gd name="connsiteX761" fmla="*/ 828701 w 7467600"/>
              <a:gd name="connsiteY761" fmla="*/ 1839520 h 6858000"/>
              <a:gd name="connsiteX762" fmla="*/ 494427 w 7467600"/>
              <a:gd name="connsiteY762" fmla="*/ 1092333 h 6858000"/>
              <a:gd name="connsiteX763" fmla="*/ 506322 w 7467600"/>
              <a:gd name="connsiteY763" fmla="*/ 1020997 h 6858000"/>
              <a:gd name="connsiteX764" fmla="*/ 4570198 w 7467600"/>
              <a:gd name="connsiteY764" fmla="*/ 978081 h 6858000"/>
              <a:gd name="connsiteX765" fmla="*/ 4523691 w 7467600"/>
              <a:gd name="connsiteY765" fmla="*/ 1127776 h 6858000"/>
              <a:gd name="connsiteX766" fmla="*/ 4509875 w 7467600"/>
              <a:gd name="connsiteY766" fmla="*/ 1167552 h 6858000"/>
              <a:gd name="connsiteX767" fmla="*/ 4478168 w 7467600"/>
              <a:gd name="connsiteY767" fmla="*/ 1260735 h 6858000"/>
              <a:gd name="connsiteX768" fmla="*/ 4409309 w 7467600"/>
              <a:gd name="connsiteY768" fmla="*/ 1666996 h 6858000"/>
              <a:gd name="connsiteX769" fmla="*/ 4370031 w 7467600"/>
              <a:gd name="connsiteY769" fmla="*/ 1955666 h 6858000"/>
              <a:gd name="connsiteX770" fmla="*/ 4570198 w 7467600"/>
              <a:gd name="connsiteY770" fmla="*/ 978081 h 6858000"/>
              <a:gd name="connsiteX771" fmla="*/ 4557898 w 7467600"/>
              <a:gd name="connsiteY771" fmla="*/ 900011 h 6858000"/>
              <a:gd name="connsiteX772" fmla="*/ 4344840 w 7467600"/>
              <a:gd name="connsiteY772" fmla="*/ 1922038 h 6858000"/>
              <a:gd name="connsiteX773" fmla="*/ 4378710 w 7467600"/>
              <a:gd name="connsiteY773" fmla="*/ 1665516 h 6858000"/>
              <a:gd name="connsiteX774" fmla="*/ 4448798 w 7467600"/>
              <a:gd name="connsiteY774" fmla="*/ 1253024 h 6858000"/>
              <a:gd name="connsiteX775" fmla="*/ 4480315 w 7467600"/>
              <a:gd name="connsiteY775" fmla="*/ 1158454 h 6858000"/>
              <a:gd name="connsiteX776" fmla="*/ 4494133 w 7467600"/>
              <a:gd name="connsiteY776" fmla="*/ 1118676 h 6858000"/>
              <a:gd name="connsiteX777" fmla="*/ 4557898 w 7467600"/>
              <a:gd name="connsiteY777" fmla="*/ 900011 h 6858000"/>
              <a:gd name="connsiteX778" fmla="*/ 5870151 w 7467600"/>
              <a:gd name="connsiteY778" fmla="*/ 898890 h 6858000"/>
              <a:gd name="connsiteX779" fmla="*/ 5861335 w 7467600"/>
              <a:gd name="connsiteY779" fmla="*/ 899177 h 6858000"/>
              <a:gd name="connsiteX780" fmla="*/ 5843702 w 7467600"/>
              <a:gd name="connsiteY780" fmla="*/ 899748 h 6858000"/>
              <a:gd name="connsiteX781" fmla="*/ 5651107 w 7467600"/>
              <a:gd name="connsiteY781" fmla="*/ 920306 h 6858000"/>
              <a:gd name="connsiteX782" fmla="*/ 5459407 w 7467600"/>
              <a:gd name="connsiteY782" fmla="*/ 940975 h 6858000"/>
              <a:gd name="connsiteX783" fmla="*/ 5374846 w 7467600"/>
              <a:gd name="connsiteY783" fmla="*/ 941988 h 6858000"/>
              <a:gd name="connsiteX784" fmla="*/ 5256105 w 7467600"/>
              <a:gd name="connsiteY784" fmla="*/ 945632 h 6858000"/>
              <a:gd name="connsiteX785" fmla="*/ 5107071 w 7467600"/>
              <a:gd name="connsiteY785" fmla="*/ 969720 h 6858000"/>
              <a:gd name="connsiteX786" fmla="*/ 4998681 w 7467600"/>
              <a:gd name="connsiteY786" fmla="*/ 988771 h 6858000"/>
              <a:gd name="connsiteX787" fmla="*/ 5870151 w 7467600"/>
              <a:gd name="connsiteY787" fmla="*/ 898890 h 6858000"/>
              <a:gd name="connsiteX788" fmla="*/ 5504425 w 7467600"/>
              <a:gd name="connsiteY788" fmla="*/ 848067 h 6858000"/>
              <a:gd name="connsiteX789" fmla="*/ 4968849 w 7467600"/>
              <a:gd name="connsiteY789" fmla="*/ 962318 h 6858000"/>
              <a:gd name="connsiteX790" fmla="*/ 5104039 w 7467600"/>
              <a:gd name="connsiteY790" fmla="*/ 940634 h 6858000"/>
              <a:gd name="connsiteX791" fmla="*/ 5256311 w 7467600"/>
              <a:gd name="connsiteY791" fmla="*/ 916490 h 6858000"/>
              <a:gd name="connsiteX792" fmla="*/ 5377381 w 7467600"/>
              <a:gd name="connsiteY792" fmla="*/ 912671 h 6858000"/>
              <a:gd name="connsiteX793" fmla="*/ 5460148 w 7467600"/>
              <a:gd name="connsiteY793" fmla="*/ 911442 h 6858000"/>
              <a:gd name="connsiteX794" fmla="*/ 5648971 w 7467600"/>
              <a:gd name="connsiteY794" fmla="*/ 891331 h 6858000"/>
              <a:gd name="connsiteX795" fmla="*/ 5844807 w 7467600"/>
              <a:gd name="connsiteY795" fmla="*/ 870718 h 6858000"/>
              <a:gd name="connsiteX796" fmla="*/ 5862975 w 7467600"/>
              <a:gd name="connsiteY796" fmla="*/ 869756 h 6858000"/>
              <a:gd name="connsiteX797" fmla="*/ 5920887 w 7467600"/>
              <a:gd name="connsiteY797" fmla="*/ 865929 h 6858000"/>
              <a:gd name="connsiteX798" fmla="*/ 5504425 w 7467600"/>
              <a:gd name="connsiteY798" fmla="*/ 848067 h 6858000"/>
              <a:gd name="connsiteX799" fmla="*/ 3607114 w 7467600"/>
              <a:gd name="connsiteY799" fmla="*/ 467441 h 6858000"/>
              <a:gd name="connsiteX800" fmla="*/ 3296242 w 7467600"/>
              <a:gd name="connsiteY800" fmla="*/ 807991 h 6858000"/>
              <a:gd name="connsiteX801" fmla="*/ 3174674 w 7467600"/>
              <a:gd name="connsiteY801" fmla="*/ 919759 h 6858000"/>
              <a:gd name="connsiteX802" fmla="*/ 3042978 w 7467600"/>
              <a:gd name="connsiteY802" fmla="*/ 1054894 h 6858000"/>
              <a:gd name="connsiteX803" fmla="*/ 2968914 w 7467600"/>
              <a:gd name="connsiteY803" fmla="*/ 1133756 h 6858000"/>
              <a:gd name="connsiteX804" fmla="*/ 3103823 w 7467600"/>
              <a:gd name="connsiteY804" fmla="*/ 1026814 h 6858000"/>
              <a:gd name="connsiteX805" fmla="*/ 3607114 w 7467600"/>
              <a:gd name="connsiteY805" fmla="*/ 467441 h 6858000"/>
              <a:gd name="connsiteX806" fmla="*/ 3744487 w 7467600"/>
              <a:gd name="connsiteY806" fmla="*/ 383136 h 6858000"/>
              <a:gd name="connsiteX807" fmla="*/ 3970213 w 7467600"/>
              <a:gd name="connsiteY807" fmla="*/ 995559 h 6858000"/>
              <a:gd name="connsiteX808" fmla="*/ 3744487 w 7467600"/>
              <a:gd name="connsiteY808" fmla="*/ 383136 h 6858000"/>
              <a:gd name="connsiteX809" fmla="*/ 3624562 w 7467600"/>
              <a:gd name="connsiteY809" fmla="*/ 367041 h 6858000"/>
              <a:gd name="connsiteX810" fmla="*/ 3489712 w 7467600"/>
              <a:gd name="connsiteY810" fmla="*/ 485386 h 6858000"/>
              <a:gd name="connsiteX811" fmla="*/ 3182994 w 7467600"/>
              <a:gd name="connsiteY811" fmla="*/ 828265 h 6858000"/>
              <a:gd name="connsiteX812" fmla="*/ 2892114 w 7467600"/>
              <a:gd name="connsiteY812" fmla="*/ 1172635 h 6858000"/>
              <a:gd name="connsiteX813" fmla="*/ 3021459 w 7467600"/>
              <a:gd name="connsiteY813" fmla="*/ 1035385 h 6858000"/>
              <a:gd name="connsiteX814" fmla="*/ 3153873 w 7467600"/>
              <a:gd name="connsiteY814" fmla="*/ 898971 h 6858000"/>
              <a:gd name="connsiteX815" fmla="*/ 3276511 w 7467600"/>
              <a:gd name="connsiteY815" fmla="*/ 786423 h 6858000"/>
              <a:gd name="connsiteX816" fmla="*/ 3584154 w 7467600"/>
              <a:gd name="connsiteY816" fmla="*/ 448218 h 6858000"/>
              <a:gd name="connsiteX817" fmla="*/ 3624562 w 7467600"/>
              <a:gd name="connsiteY817" fmla="*/ 367041 h 6858000"/>
              <a:gd name="connsiteX818" fmla="*/ 3766672 w 7467600"/>
              <a:gd name="connsiteY818" fmla="*/ 359429 h 6858000"/>
              <a:gd name="connsiteX819" fmla="*/ 3996338 w 7467600"/>
              <a:gd name="connsiteY819" fmla="*/ 968237 h 6858000"/>
              <a:gd name="connsiteX820" fmla="*/ 3766672 w 7467600"/>
              <a:gd name="connsiteY820" fmla="*/ 359429 h 6858000"/>
              <a:gd name="connsiteX821" fmla="*/ 5805386 w 7467600"/>
              <a:gd name="connsiteY821" fmla="*/ 239240 h 6858000"/>
              <a:gd name="connsiteX822" fmla="*/ 5736947 w 7467600"/>
              <a:gd name="connsiteY822" fmla="*/ 261367 h 6858000"/>
              <a:gd name="connsiteX823" fmla="*/ 5427012 w 7467600"/>
              <a:gd name="connsiteY823" fmla="*/ 311272 h 6858000"/>
              <a:gd name="connsiteX824" fmla="*/ 5147818 w 7467600"/>
              <a:gd name="connsiteY824" fmla="*/ 322112 h 6858000"/>
              <a:gd name="connsiteX825" fmla="*/ 5060854 w 7467600"/>
              <a:gd name="connsiteY825" fmla="*/ 311882 h 6858000"/>
              <a:gd name="connsiteX826" fmla="*/ 4945989 w 7467600"/>
              <a:gd name="connsiteY826" fmla="*/ 300516 h 6858000"/>
              <a:gd name="connsiteX827" fmla="*/ 5410479 w 7467600"/>
              <a:gd name="connsiteY827" fmla="*/ 348434 h 6858000"/>
              <a:gd name="connsiteX828" fmla="*/ 5805386 w 7467600"/>
              <a:gd name="connsiteY828" fmla="*/ 239240 h 6858000"/>
              <a:gd name="connsiteX829" fmla="*/ 5905192 w 7467600"/>
              <a:gd name="connsiteY829" fmla="*/ 163079 h 6858000"/>
              <a:gd name="connsiteX830" fmla="*/ 5865655 w 7467600"/>
              <a:gd name="connsiteY830" fmla="*/ 171901 h 6858000"/>
              <a:gd name="connsiteX831" fmla="*/ 5259740 w 7467600"/>
              <a:gd name="connsiteY831" fmla="*/ 257013 h 6858000"/>
              <a:gd name="connsiteX832" fmla="*/ 5208466 w 7467600"/>
              <a:gd name="connsiteY832" fmla="*/ 257550 h 6858000"/>
              <a:gd name="connsiteX833" fmla="*/ 4980204 w 7467600"/>
              <a:gd name="connsiteY833" fmla="*/ 271903 h 6858000"/>
              <a:gd name="connsiteX834" fmla="*/ 5068068 w 7467600"/>
              <a:gd name="connsiteY834" fmla="*/ 282244 h 6858000"/>
              <a:gd name="connsiteX835" fmla="*/ 5153231 w 7467600"/>
              <a:gd name="connsiteY835" fmla="*/ 292240 h 6858000"/>
              <a:gd name="connsiteX836" fmla="*/ 5426491 w 7467600"/>
              <a:gd name="connsiteY836" fmla="*/ 281128 h 6858000"/>
              <a:gd name="connsiteX837" fmla="*/ 5731212 w 7467600"/>
              <a:gd name="connsiteY837" fmla="*/ 231951 h 6858000"/>
              <a:gd name="connsiteX838" fmla="*/ 5905192 w 7467600"/>
              <a:gd name="connsiteY838" fmla="*/ 163079 h 6858000"/>
              <a:gd name="connsiteX839" fmla="*/ 5944437 w 7467600"/>
              <a:gd name="connsiteY839" fmla="*/ 113829 h 6858000"/>
              <a:gd name="connsiteX840" fmla="*/ 5825032 w 7467600"/>
              <a:gd name="connsiteY840" fmla="*/ 146405 h 6858000"/>
              <a:gd name="connsiteX841" fmla="*/ 4955599 w 7467600"/>
              <a:gd name="connsiteY841" fmla="*/ 247008 h 6858000"/>
              <a:gd name="connsiteX842" fmla="*/ 5210104 w 7467600"/>
              <a:gd name="connsiteY842" fmla="*/ 228123 h 6858000"/>
              <a:gd name="connsiteX843" fmla="*/ 5261015 w 7467600"/>
              <a:gd name="connsiteY843" fmla="*/ 227087 h 6858000"/>
              <a:gd name="connsiteX844" fmla="*/ 5861181 w 7467600"/>
              <a:gd name="connsiteY844" fmla="*/ 143093 h 6858000"/>
              <a:gd name="connsiteX845" fmla="*/ 5961252 w 7467600"/>
              <a:gd name="connsiteY845" fmla="*/ 114820 h 6858000"/>
              <a:gd name="connsiteX846" fmla="*/ 5944437 w 7467600"/>
              <a:gd name="connsiteY846" fmla="*/ 113829 h 6858000"/>
              <a:gd name="connsiteX847" fmla="*/ 3882765 w 7467600"/>
              <a:gd name="connsiteY847" fmla="*/ 0 h 6858000"/>
              <a:gd name="connsiteX848" fmla="*/ 3995099 w 7467600"/>
              <a:gd name="connsiteY848" fmla="*/ 0 h 6858000"/>
              <a:gd name="connsiteX849" fmla="*/ 4163818 w 7467600"/>
              <a:gd name="connsiteY849" fmla="*/ 234104 h 6858000"/>
              <a:gd name="connsiteX850" fmla="*/ 4172099 w 7467600"/>
              <a:gd name="connsiteY850" fmla="*/ 234207 h 6858000"/>
              <a:gd name="connsiteX851" fmla="*/ 4784282 w 7467600"/>
              <a:gd name="connsiteY851" fmla="*/ 276561 h 6858000"/>
              <a:gd name="connsiteX852" fmla="*/ 4801687 w 7467600"/>
              <a:gd name="connsiteY852" fmla="*/ 267764 h 6858000"/>
              <a:gd name="connsiteX853" fmla="*/ 6082788 w 7467600"/>
              <a:gd name="connsiteY853" fmla="*/ 64119 h 6858000"/>
              <a:gd name="connsiteX854" fmla="*/ 6099442 w 7467600"/>
              <a:gd name="connsiteY854" fmla="*/ 82568 h 6858000"/>
              <a:gd name="connsiteX855" fmla="*/ 4804137 w 7467600"/>
              <a:gd name="connsiteY855" fmla="*/ 320931 h 6858000"/>
              <a:gd name="connsiteX856" fmla="*/ 4227047 w 7467600"/>
              <a:gd name="connsiteY856" fmla="*/ 313415 h 6858000"/>
              <a:gd name="connsiteX857" fmla="*/ 4346041 w 7467600"/>
              <a:gd name="connsiteY857" fmla="*/ 456086 h 6858000"/>
              <a:gd name="connsiteX858" fmla="*/ 4870967 w 7467600"/>
              <a:gd name="connsiteY858" fmla="*/ 963061 h 6858000"/>
              <a:gd name="connsiteX859" fmla="*/ 4889647 w 7467600"/>
              <a:gd name="connsiteY859" fmla="*/ 957147 h 6858000"/>
              <a:gd name="connsiteX860" fmla="*/ 5422504 w 7467600"/>
              <a:gd name="connsiteY860" fmla="*/ 805191 h 6858000"/>
              <a:gd name="connsiteX861" fmla="*/ 6087656 w 7467600"/>
              <a:gd name="connsiteY861" fmla="*/ 826703 h 6858000"/>
              <a:gd name="connsiteX862" fmla="*/ 6058717 w 7467600"/>
              <a:gd name="connsiteY862" fmla="*/ 865992 h 6858000"/>
              <a:gd name="connsiteX863" fmla="*/ 4974153 w 7467600"/>
              <a:gd name="connsiteY863" fmla="*/ 1045456 h 6858000"/>
              <a:gd name="connsiteX864" fmla="*/ 5627835 w 7467600"/>
              <a:gd name="connsiteY864" fmla="*/ 1472077 h 6858000"/>
              <a:gd name="connsiteX865" fmla="*/ 5629817 w 7467600"/>
              <a:gd name="connsiteY865" fmla="*/ 1471412 h 6858000"/>
              <a:gd name="connsiteX866" fmla="*/ 5634124 w 7467600"/>
              <a:gd name="connsiteY866" fmla="*/ 1470572 h 6858000"/>
              <a:gd name="connsiteX867" fmla="*/ 5755832 w 7467600"/>
              <a:gd name="connsiteY867" fmla="*/ 1383886 h 6858000"/>
              <a:gd name="connsiteX868" fmla="*/ 6014186 w 7467600"/>
              <a:gd name="connsiteY868" fmla="*/ 1279799 h 6858000"/>
              <a:gd name="connsiteX869" fmla="*/ 6901619 w 7467600"/>
              <a:gd name="connsiteY869" fmla="*/ 1047874 h 6858000"/>
              <a:gd name="connsiteX870" fmla="*/ 6931566 w 7467600"/>
              <a:gd name="connsiteY870" fmla="*/ 1062034 h 6858000"/>
              <a:gd name="connsiteX871" fmla="*/ 5790982 w 7467600"/>
              <a:gd name="connsiteY871" fmla="*/ 1561380 h 6858000"/>
              <a:gd name="connsiteX872" fmla="*/ 6188971 w 7467600"/>
              <a:gd name="connsiteY872" fmla="*/ 1755168 h 6858000"/>
              <a:gd name="connsiteX873" fmla="*/ 6202446 w 7467600"/>
              <a:gd name="connsiteY873" fmla="*/ 1752268 h 6858000"/>
              <a:gd name="connsiteX874" fmla="*/ 7179560 w 7467600"/>
              <a:gd name="connsiteY874" fmla="*/ 1467551 h 6858000"/>
              <a:gd name="connsiteX875" fmla="*/ 7158730 w 7467600"/>
              <a:gd name="connsiteY875" fmla="*/ 1507835 h 6858000"/>
              <a:gd name="connsiteX876" fmla="*/ 6326959 w 7467600"/>
              <a:gd name="connsiteY876" fmla="*/ 1817686 h 6858000"/>
              <a:gd name="connsiteX877" fmla="*/ 6537433 w 7467600"/>
              <a:gd name="connsiteY877" fmla="*/ 1907790 h 6858000"/>
              <a:gd name="connsiteX878" fmla="*/ 6550221 w 7467600"/>
              <a:gd name="connsiteY878" fmla="*/ 1910729 h 6858000"/>
              <a:gd name="connsiteX879" fmla="*/ 6964438 w 7467600"/>
              <a:gd name="connsiteY879" fmla="*/ 2209505 h 6858000"/>
              <a:gd name="connsiteX880" fmla="*/ 7367862 w 7467600"/>
              <a:gd name="connsiteY880" fmla="*/ 2806833 h 6858000"/>
              <a:gd name="connsiteX881" fmla="*/ 7364329 w 7467600"/>
              <a:gd name="connsiteY881" fmla="*/ 2826907 h 6858000"/>
              <a:gd name="connsiteX882" fmla="*/ 7290545 w 7467600"/>
              <a:gd name="connsiteY882" fmla="*/ 2850663 h 6858000"/>
              <a:gd name="connsiteX883" fmla="*/ 6472036 w 7467600"/>
              <a:gd name="connsiteY883" fmla="*/ 1959003 h 6858000"/>
              <a:gd name="connsiteX884" fmla="*/ 5792897 w 7467600"/>
              <a:gd name="connsiteY884" fmla="*/ 1647747 h 6858000"/>
              <a:gd name="connsiteX885" fmla="*/ 5842751 w 7467600"/>
              <a:gd name="connsiteY885" fmla="*/ 1816112 h 6858000"/>
              <a:gd name="connsiteX886" fmla="*/ 5847424 w 7467600"/>
              <a:gd name="connsiteY886" fmla="*/ 1815776 h 6858000"/>
              <a:gd name="connsiteX887" fmla="*/ 6399821 w 7467600"/>
              <a:gd name="connsiteY887" fmla="*/ 2344799 h 6858000"/>
              <a:gd name="connsiteX888" fmla="*/ 6323232 w 7467600"/>
              <a:gd name="connsiteY888" fmla="*/ 2389634 h 6858000"/>
              <a:gd name="connsiteX889" fmla="*/ 5942958 w 7467600"/>
              <a:gd name="connsiteY889" fmla="*/ 2077708 h 6858000"/>
              <a:gd name="connsiteX890" fmla="*/ 5921559 w 7467600"/>
              <a:gd name="connsiteY890" fmla="*/ 2378596 h 6858000"/>
              <a:gd name="connsiteX891" fmla="*/ 5817651 w 7467600"/>
              <a:gd name="connsiteY891" fmla="*/ 3023919 h 6858000"/>
              <a:gd name="connsiteX892" fmla="*/ 5729634 w 7467600"/>
              <a:gd name="connsiteY892" fmla="*/ 3051849 h 6858000"/>
              <a:gd name="connsiteX893" fmla="*/ 5611018 w 7467600"/>
              <a:gd name="connsiteY893" fmla="*/ 2316769 h 6858000"/>
              <a:gd name="connsiteX894" fmla="*/ 5687608 w 7467600"/>
              <a:gd name="connsiteY894" fmla="*/ 2039972 h 6858000"/>
              <a:gd name="connsiteX895" fmla="*/ 5657554 w 7467600"/>
              <a:gd name="connsiteY895" fmla="*/ 1576445 h 6858000"/>
              <a:gd name="connsiteX896" fmla="*/ 5150475 w 7467600"/>
              <a:gd name="connsiteY896" fmla="*/ 1274012 h 6858000"/>
              <a:gd name="connsiteX897" fmla="*/ 5349142 w 7467600"/>
              <a:gd name="connsiteY897" fmla="*/ 2204405 h 6858000"/>
              <a:gd name="connsiteX898" fmla="*/ 5262214 w 7467600"/>
              <a:gd name="connsiteY898" fmla="*/ 2233836 h 6858000"/>
              <a:gd name="connsiteX899" fmla="*/ 4981539 w 7467600"/>
              <a:gd name="connsiteY899" fmla="*/ 1542201 h 6858000"/>
              <a:gd name="connsiteX900" fmla="*/ 4958461 w 7467600"/>
              <a:gd name="connsiteY900" fmla="*/ 1136957 h 6858000"/>
              <a:gd name="connsiteX901" fmla="*/ 4655015 w 7467600"/>
              <a:gd name="connsiteY901" fmla="*/ 891426 h 6858000"/>
              <a:gd name="connsiteX902" fmla="*/ 4348002 w 7467600"/>
              <a:gd name="connsiteY902" fmla="*/ 2205895 h 6858000"/>
              <a:gd name="connsiteX903" fmla="*/ 4262250 w 7467600"/>
              <a:gd name="connsiteY903" fmla="*/ 2219972 h 6858000"/>
              <a:gd name="connsiteX904" fmla="*/ 4550611 w 7467600"/>
              <a:gd name="connsiteY904" fmla="*/ 817540 h 6858000"/>
              <a:gd name="connsiteX905" fmla="*/ 4564418 w 7467600"/>
              <a:gd name="connsiteY905" fmla="*/ 808293 h 6858000"/>
              <a:gd name="connsiteX906" fmla="*/ 4266388 w 7467600"/>
              <a:gd name="connsiteY906" fmla="*/ 500083 h 6858000"/>
              <a:gd name="connsiteX907" fmla="*/ 4032842 w 7467600"/>
              <a:gd name="connsiteY907" fmla="*/ 211809 h 6858000"/>
              <a:gd name="connsiteX908" fmla="*/ 3882765 w 7467600"/>
              <a:gd name="connsiteY908" fmla="*/ 0 h 6858000"/>
              <a:gd name="connsiteX909" fmla="*/ 3721337 w 7467600"/>
              <a:gd name="connsiteY909" fmla="*/ 0 h 6858000"/>
              <a:gd name="connsiteX910" fmla="*/ 3797544 w 7467600"/>
              <a:gd name="connsiteY910" fmla="*/ 0 h 6858000"/>
              <a:gd name="connsiteX911" fmla="*/ 3775734 w 7467600"/>
              <a:gd name="connsiteY911" fmla="*/ 95131 h 6858000"/>
              <a:gd name="connsiteX912" fmla="*/ 3724807 w 7467600"/>
              <a:gd name="connsiteY912" fmla="*/ 272257 h 6858000"/>
              <a:gd name="connsiteX913" fmla="*/ 3726844 w 7467600"/>
              <a:gd name="connsiteY913" fmla="*/ 282988 h 6858000"/>
              <a:gd name="connsiteX914" fmla="*/ 3742664 w 7467600"/>
              <a:gd name="connsiteY914" fmla="*/ 279918 h 6858000"/>
              <a:gd name="connsiteX915" fmla="*/ 4103910 w 7467600"/>
              <a:gd name="connsiteY915" fmla="*/ 1161917 h 6858000"/>
              <a:gd name="connsiteX916" fmla="*/ 4020269 w 7467600"/>
              <a:gd name="connsiteY916" fmla="*/ 1200406 h 6858000"/>
              <a:gd name="connsiteX917" fmla="*/ 3674882 w 7467600"/>
              <a:gd name="connsiteY917" fmla="*/ 488524 h 6858000"/>
              <a:gd name="connsiteX918" fmla="*/ 3132682 w 7467600"/>
              <a:gd name="connsiteY918" fmla="*/ 1072284 h 6858000"/>
              <a:gd name="connsiteX919" fmla="*/ 2716346 w 7467600"/>
              <a:gd name="connsiteY919" fmla="*/ 1276376 h 6858000"/>
              <a:gd name="connsiteX920" fmla="*/ 2716772 w 7467600"/>
              <a:gd name="connsiteY920" fmla="*/ 1255462 h 6858000"/>
              <a:gd name="connsiteX921" fmla="*/ 3471096 w 7467600"/>
              <a:gd name="connsiteY921" fmla="*/ 437072 h 6858000"/>
              <a:gd name="connsiteX922" fmla="*/ 3639057 w 7467600"/>
              <a:gd name="connsiteY922" fmla="*/ 286334 h 6858000"/>
              <a:gd name="connsiteX923" fmla="*/ 3640309 w 7467600"/>
              <a:gd name="connsiteY923" fmla="*/ 284664 h 6858000"/>
              <a:gd name="connsiteX924" fmla="*/ 3646022 w 7467600"/>
              <a:gd name="connsiteY924" fmla="*/ 276711 h 6858000"/>
              <a:gd name="connsiteX925" fmla="*/ 3707943 w 7467600"/>
              <a:gd name="connsiteY925" fmla="*/ 65958 h 6858000"/>
              <a:gd name="connsiteX926" fmla="*/ 3721337 w 7467600"/>
              <a:gd name="connsiteY926" fmla="*/ 0 h 6858000"/>
              <a:gd name="connsiteX927" fmla="*/ 2867960 w 7467600"/>
              <a:gd name="connsiteY927" fmla="*/ 0 h 6858000"/>
              <a:gd name="connsiteX928" fmla="*/ 2926351 w 7467600"/>
              <a:gd name="connsiteY928" fmla="*/ 0 h 6858000"/>
              <a:gd name="connsiteX929" fmla="*/ 2902823 w 7467600"/>
              <a:gd name="connsiteY929" fmla="*/ 262929 h 6858000"/>
              <a:gd name="connsiteX930" fmla="*/ 2940663 w 7467600"/>
              <a:gd name="connsiteY930" fmla="*/ 140884 h 6858000"/>
              <a:gd name="connsiteX931" fmla="*/ 2947039 w 7467600"/>
              <a:gd name="connsiteY931" fmla="*/ 122524 h 6858000"/>
              <a:gd name="connsiteX932" fmla="*/ 2984316 w 7467600"/>
              <a:gd name="connsiteY932" fmla="*/ 0 h 6858000"/>
              <a:gd name="connsiteX933" fmla="*/ 3016114 w 7467600"/>
              <a:gd name="connsiteY933" fmla="*/ 0 h 6858000"/>
              <a:gd name="connsiteX934" fmla="*/ 2979949 w 7467600"/>
              <a:gd name="connsiteY934" fmla="*/ 119274 h 6858000"/>
              <a:gd name="connsiteX935" fmla="*/ 3023879 w 7467600"/>
              <a:gd name="connsiteY935" fmla="*/ 0 h 6858000"/>
              <a:gd name="connsiteX936" fmla="*/ 3105400 w 7467600"/>
              <a:gd name="connsiteY936" fmla="*/ 0 h 6858000"/>
              <a:gd name="connsiteX937" fmla="*/ 3094669 w 7467600"/>
              <a:gd name="connsiteY937" fmla="*/ 30308 h 6858000"/>
              <a:gd name="connsiteX938" fmla="*/ 2901945 w 7467600"/>
              <a:gd name="connsiteY938" fmla="*/ 466538 h 6858000"/>
              <a:gd name="connsiteX939" fmla="*/ 2815209 w 7467600"/>
              <a:gd name="connsiteY939" fmla="*/ 497361 h 6858000"/>
              <a:gd name="connsiteX940" fmla="*/ 2844845 w 7467600"/>
              <a:gd name="connsiteY940" fmla="*/ 127638 h 6858000"/>
              <a:gd name="connsiteX941" fmla="*/ 2867960 w 7467600"/>
              <a:gd name="connsiteY941" fmla="*/ 0 h 6858000"/>
              <a:gd name="connsiteX942" fmla="*/ 1057230 w 7467600"/>
              <a:gd name="connsiteY942" fmla="*/ 0 h 6858000"/>
              <a:gd name="connsiteX943" fmla="*/ 1111003 w 7467600"/>
              <a:gd name="connsiteY943" fmla="*/ 0 h 6858000"/>
              <a:gd name="connsiteX944" fmla="*/ 1125553 w 7467600"/>
              <a:gd name="connsiteY944" fmla="*/ 52588 h 6858000"/>
              <a:gd name="connsiteX945" fmla="*/ 1304276 w 7467600"/>
              <a:gd name="connsiteY945" fmla="*/ 476275 h 6858000"/>
              <a:gd name="connsiteX946" fmla="*/ 1492066 w 7467600"/>
              <a:gd name="connsiteY946" fmla="*/ 886333 h 6858000"/>
              <a:gd name="connsiteX947" fmla="*/ 1423698 w 7467600"/>
              <a:gd name="connsiteY947" fmla="*/ 710817 h 6858000"/>
              <a:gd name="connsiteX948" fmla="*/ 1357609 w 7467600"/>
              <a:gd name="connsiteY948" fmla="*/ 532892 h 6858000"/>
              <a:gd name="connsiteX949" fmla="*/ 1309550 w 7467600"/>
              <a:gd name="connsiteY949" fmla="*/ 374031 h 6858000"/>
              <a:gd name="connsiteX950" fmla="*/ 1193673 w 7467600"/>
              <a:gd name="connsiteY950" fmla="*/ 49533 h 6858000"/>
              <a:gd name="connsiteX951" fmla="*/ 1164391 w 7467600"/>
              <a:gd name="connsiteY951" fmla="*/ 0 h 6858000"/>
              <a:gd name="connsiteX952" fmla="*/ 1200666 w 7467600"/>
              <a:gd name="connsiteY952" fmla="*/ 0 h 6858000"/>
              <a:gd name="connsiteX953" fmla="*/ 1223408 w 7467600"/>
              <a:gd name="connsiteY953" fmla="*/ 38996 h 6858000"/>
              <a:gd name="connsiteX954" fmla="*/ 1339635 w 7467600"/>
              <a:gd name="connsiteY954" fmla="*/ 365517 h 6858000"/>
              <a:gd name="connsiteX955" fmla="*/ 1387469 w 7467600"/>
              <a:gd name="connsiteY955" fmla="*/ 523079 h 6858000"/>
              <a:gd name="connsiteX956" fmla="*/ 1452685 w 7467600"/>
              <a:gd name="connsiteY956" fmla="*/ 699806 h 6858000"/>
              <a:gd name="connsiteX957" fmla="*/ 1492092 w 7467600"/>
              <a:gd name="connsiteY957" fmla="*/ 800424 h 6858000"/>
              <a:gd name="connsiteX958" fmla="*/ 1455302 w 7467600"/>
              <a:gd name="connsiteY958" fmla="*/ 632913 h 6858000"/>
              <a:gd name="connsiteX959" fmla="*/ 1222336 w 7467600"/>
              <a:gd name="connsiteY959" fmla="*/ 9480 h 6858000"/>
              <a:gd name="connsiteX960" fmla="*/ 1214634 w 7467600"/>
              <a:gd name="connsiteY960" fmla="*/ 0 h 6858000"/>
              <a:gd name="connsiteX961" fmla="*/ 1289827 w 7467600"/>
              <a:gd name="connsiteY961" fmla="*/ 0 h 6858000"/>
              <a:gd name="connsiteX962" fmla="*/ 1321076 w 7467600"/>
              <a:gd name="connsiteY962" fmla="*/ 59722 h 6858000"/>
              <a:gd name="connsiteX963" fmla="*/ 1512579 w 7467600"/>
              <a:gd name="connsiteY963" fmla="*/ 626441 h 6858000"/>
              <a:gd name="connsiteX964" fmla="*/ 1506076 w 7467600"/>
              <a:gd name="connsiteY964" fmla="*/ 1089289 h 6858000"/>
              <a:gd name="connsiteX965" fmla="*/ 1486346 w 7467600"/>
              <a:gd name="connsiteY965" fmla="*/ 1079919 h 6858000"/>
              <a:gd name="connsiteX966" fmla="*/ 1070511 w 7467600"/>
              <a:gd name="connsiteY966" fmla="*/ 48609 h 6858000"/>
              <a:gd name="connsiteX967" fmla="*/ 1057230 w 7467600"/>
              <a:gd name="connsiteY967" fmla="*/ 0 h 6858000"/>
              <a:gd name="connsiteX968" fmla="*/ 43151 w 7467600"/>
              <a:gd name="connsiteY968" fmla="*/ 0 h 6858000"/>
              <a:gd name="connsiteX969" fmla="*/ 95283 w 7467600"/>
              <a:gd name="connsiteY969" fmla="*/ 0 h 6858000"/>
              <a:gd name="connsiteX970" fmla="*/ 300708 w 7467600"/>
              <a:gd name="connsiteY970" fmla="*/ 154571 h 6858000"/>
              <a:gd name="connsiteX971" fmla="*/ 530414 w 7467600"/>
              <a:gd name="connsiteY971" fmla="*/ 354673 h 6858000"/>
              <a:gd name="connsiteX972" fmla="*/ 333785 w 7467600"/>
              <a:gd name="connsiteY972" fmla="*/ 161564 h 6858000"/>
              <a:gd name="connsiteX973" fmla="*/ 147005 w 7467600"/>
              <a:gd name="connsiteY973" fmla="*/ 0 h 6858000"/>
              <a:gd name="connsiteX974" fmla="*/ 272509 w 7467600"/>
              <a:gd name="connsiteY974" fmla="*/ 0 h 6858000"/>
              <a:gd name="connsiteX975" fmla="*/ 326276 w 7467600"/>
              <a:gd name="connsiteY975" fmla="*/ 45847 h 6858000"/>
              <a:gd name="connsiteX976" fmla="*/ 823759 w 7467600"/>
              <a:gd name="connsiteY976" fmla="*/ 574145 h 6858000"/>
              <a:gd name="connsiteX977" fmla="*/ 811254 w 7467600"/>
              <a:gd name="connsiteY977" fmla="*/ 665546 h 6858000"/>
              <a:gd name="connsiteX978" fmla="*/ 154042 w 7467600"/>
              <a:gd name="connsiteY978" fmla="*/ 261522 h 6858000"/>
              <a:gd name="connsiteX979" fmla="*/ 13550 w 7467600"/>
              <a:gd name="connsiteY979" fmla="*/ 158423 h 6858000"/>
              <a:gd name="connsiteX980" fmla="*/ 0 w 7467600"/>
              <a:gd name="connsiteY980" fmla="*/ 146618 h 6858000"/>
              <a:gd name="connsiteX981" fmla="*/ 0 w 7467600"/>
              <a:gd name="connsiteY981" fmla="*/ 59161 h 6858000"/>
              <a:gd name="connsiteX982" fmla="*/ 45427 w 7467600"/>
              <a:gd name="connsiteY982" fmla="*/ 101078 h 6858000"/>
              <a:gd name="connsiteX983" fmla="*/ 630103 w 7467600"/>
              <a:gd name="connsiteY983" fmla="*/ 485885 h 6858000"/>
              <a:gd name="connsiteX984" fmla="*/ 532040 w 7467600"/>
              <a:gd name="connsiteY984" fmla="*/ 399359 h 6858000"/>
              <a:gd name="connsiteX985" fmla="*/ 517618 w 7467600"/>
              <a:gd name="connsiteY985" fmla="*/ 385726 h 6858000"/>
              <a:gd name="connsiteX986" fmla="*/ 285074 w 7467600"/>
              <a:gd name="connsiteY986" fmla="*/ 182755 h 6858000"/>
              <a:gd name="connsiteX987" fmla="*/ 43151 w 7467600"/>
              <a:gd name="connsiteY987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312201 w 7467600"/>
              <a:gd name="connsiteY127" fmla="*/ 5128278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312201 w 7467600"/>
              <a:gd name="connsiteY130" fmla="*/ 5128278 h 6858000"/>
              <a:gd name="connsiteX131" fmla="*/ 1903353 w 7467600"/>
              <a:gd name="connsiteY131" fmla="*/ 5044827 h 6858000"/>
              <a:gd name="connsiteX132" fmla="*/ 1936931 w 7467600"/>
              <a:gd name="connsiteY132" fmla="*/ 5093954 h 6858000"/>
              <a:gd name="connsiteX133" fmla="*/ 2195868 w 7467600"/>
              <a:gd name="connsiteY133" fmla="*/ 5396574 h 6858000"/>
              <a:gd name="connsiteX134" fmla="*/ 2088852 w 7467600"/>
              <a:gd name="connsiteY134" fmla="*/ 5166123 h 6858000"/>
              <a:gd name="connsiteX135" fmla="*/ 1958241 w 7467600"/>
              <a:gd name="connsiteY135" fmla="*/ 5067955 h 6858000"/>
              <a:gd name="connsiteX136" fmla="*/ 1903353 w 7467600"/>
              <a:gd name="connsiteY136" fmla="*/ 5044827 h 6858000"/>
              <a:gd name="connsiteX137" fmla="*/ 1979378 w 7467600"/>
              <a:gd name="connsiteY137" fmla="*/ 4769504 h 6858000"/>
              <a:gd name="connsiteX138" fmla="*/ 2882120 w 7467600"/>
              <a:gd name="connsiteY138" fmla="*/ 5064547 h 6858000"/>
              <a:gd name="connsiteX139" fmla="*/ 2793103 w 7467600"/>
              <a:gd name="connsiteY139" fmla="*/ 5039699 h 6858000"/>
              <a:gd name="connsiteX140" fmla="*/ 2770041 w 7467600"/>
              <a:gd name="connsiteY140" fmla="*/ 5033634 h 6858000"/>
              <a:gd name="connsiteX141" fmla="*/ 1979378 w 7467600"/>
              <a:gd name="connsiteY141" fmla="*/ 4769504 h 6858000"/>
              <a:gd name="connsiteX142" fmla="*/ 1927410 w 7467600"/>
              <a:gd name="connsiteY142" fmla="*/ 4716164 h 6858000"/>
              <a:gd name="connsiteX143" fmla="*/ 1959587 w 7467600"/>
              <a:gd name="connsiteY143" fmla="*/ 4728849 h 6858000"/>
              <a:gd name="connsiteX144" fmla="*/ 2777707 w 7467600"/>
              <a:gd name="connsiteY144" fmla="*/ 5003991 h 6858000"/>
              <a:gd name="connsiteX145" fmla="*/ 2800768 w 7467600"/>
              <a:gd name="connsiteY145" fmla="*/ 5010056 h 6858000"/>
              <a:gd name="connsiteX146" fmla="*/ 2879408 w 7467600"/>
              <a:gd name="connsiteY146" fmla="*/ 5031590 h 6858000"/>
              <a:gd name="connsiteX147" fmla="*/ 2862295 w 7467600"/>
              <a:gd name="connsiteY147" fmla="*/ 5022958 h 6858000"/>
              <a:gd name="connsiteX148" fmla="*/ 2813343 w 7467600"/>
              <a:gd name="connsiteY148" fmla="*/ 4998369 h 6858000"/>
              <a:gd name="connsiteX149" fmla="*/ 2646245 w 7467600"/>
              <a:gd name="connsiteY149" fmla="*/ 4930999 h 6858000"/>
              <a:gd name="connsiteX150" fmla="*/ 1999243 w 7467600"/>
              <a:gd name="connsiteY150" fmla="*/ 4730524 h 6858000"/>
              <a:gd name="connsiteX151" fmla="*/ 1979527 w 7467600"/>
              <a:gd name="connsiteY151" fmla="*/ 4726651 h 6858000"/>
              <a:gd name="connsiteX152" fmla="*/ 1927410 w 7467600"/>
              <a:gd name="connsiteY152" fmla="*/ 4716164 h 6858000"/>
              <a:gd name="connsiteX153" fmla="*/ 1997014 w 7467600"/>
              <a:gd name="connsiteY153" fmla="*/ 4698007 h 6858000"/>
              <a:gd name="connsiteX154" fmla="*/ 2005458 w 7467600"/>
              <a:gd name="connsiteY154" fmla="*/ 4699540 h 6858000"/>
              <a:gd name="connsiteX155" fmla="*/ 2657186 w 7467600"/>
              <a:gd name="connsiteY155" fmla="*/ 4901687 h 6858000"/>
              <a:gd name="connsiteX156" fmla="*/ 2826662 w 7467600"/>
              <a:gd name="connsiteY156" fmla="*/ 4970362 h 6858000"/>
              <a:gd name="connsiteX157" fmla="*/ 2876100 w 7467600"/>
              <a:gd name="connsiteY157" fmla="*/ 4995397 h 6858000"/>
              <a:gd name="connsiteX158" fmla="*/ 3042600 w 7467600"/>
              <a:gd name="connsiteY158" fmla="*/ 5059532 h 6858000"/>
              <a:gd name="connsiteX159" fmla="*/ 1997014 w 7467600"/>
              <a:gd name="connsiteY159" fmla="*/ 4698007 h 6858000"/>
              <a:gd name="connsiteX160" fmla="*/ 2305292 w 7467600"/>
              <a:gd name="connsiteY160" fmla="*/ 4219492 h 6858000"/>
              <a:gd name="connsiteX161" fmla="*/ 3360922 w 7467600"/>
              <a:gd name="connsiteY161" fmla="*/ 4529373 h 6858000"/>
              <a:gd name="connsiteX162" fmla="*/ 3492420 w 7467600"/>
              <a:gd name="connsiteY162" fmla="*/ 4510145 h 6858000"/>
              <a:gd name="connsiteX163" fmla="*/ 3364086 w 7467600"/>
              <a:gd name="connsiteY163" fmla="*/ 4480340 h 6858000"/>
              <a:gd name="connsiteX164" fmla="*/ 3225818 w 7467600"/>
              <a:gd name="connsiteY164" fmla="*/ 4411822 h 6858000"/>
              <a:gd name="connsiteX165" fmla="*/ 3129696 w 7467600"/>
              <a:gd name="connsiteY165" fmla="*/ 4360704 h 6858000"/>
              <a:gd name="connsiteX166" fmla="*/ 2814545 w 7467600"/>
              <a:gd name="connsiteY166" fmla="*/ 4282955 h 6858000"/>
              <a:gd name="connsiteX167" fmla="*/ 2305292 w 7467600"/>
              <a:gd name="connsiteY167" fmla="*/ 4219492 h 6858000"/>
              <a:gd name="connsiteX168" fmla="*/ 2626982 w 7467600"/>
              <a:gd name="connsiteY168" fmla="*/ 4206450 h 6858000"/>
              <a:gd name="connsiteX169" fmla="*/ 2490617 w 7467600"/>
              <a:gd name="connsiteY169" fmla="*/ 4206951 h 6858000"/>
              <a:gd name="connsiteX170" fmla="*/ 2819869 w 7467600"/>
              <a:gd name="connsiteY170" fmla="*/ 4252936 h 6858000"/>
              <a:gd name="connsiteX171" fmla="*/ 3143018 w 7467600"/>
              <a:gd name="connsiteY171" fmla="*/ 4332698 h 6858000"/>
              <a:gd name="connsiteX172" fmla="*/ 3241520 w 7467600"/>
              <a:gd name="connsiteY172" fmla="*/ 4385112 h 6858000"/>
              <a:gd name="connsiteX173" fmla="*/ 3374575 w 7467600"/>
              <a:gd name="connsiteY173" fmla="*/ 4451517 h 6858000"/>
              <a:gd name="connsiteX174" fmla="*/ 3505221 w 7467600"/>
              <a:gd name="connsiteY174" fmla="*/ 4480757 h 6858000"/>
              <a:gd name="connsiteX175" fmla="*/ 2626982 w 7467600"/>
              <a:gd name="connsiteY175" fmla="*/ 4206450 h 6858000"/>
              <a:gd name="connsiteX176" fmla="*/ 1310106 w 7467600"/>
              <a:gd name="connsiteY176" fmla="*/ 3943217 h 6858000"/>
              <a:gd name="connsiteX177" fmla="*/ 854994 w 7467600"/>
              <a:gd name="connsiteY177" fmla="*/ 4399136 h 6858000"/>
              <a:gd name="connsiteX178" fmla="*/ 742462 w 7467600"/>
              <a:gd name="connsiteY178" fmla="*/ 4594648 h 6858000"/>
              <a:gd name="connsiteX179" fmla="*/ 820602 w 7467600"/>
              <a:gd name="connsiteY179" fmla="*/ 4485915 h 6858000"/>
              <a:gd name="connsiteX180" fmla="*/ 878295 w 7467600"/>
              <a:gd name="connsiteY180" fmla="*/ 4403594 h 6858000"/>
              <a:gd name="connsiteX181" fmla="*/ 1240607 w 7467600"/>
              <a:gd name="connsiteY181" fmla="*/ 4010401 h 6858000"/>
              <a:gd name="connsiteX182" fmla="*/ 1310106 w 7467600"/>
              <a:gd name="connsiteY182" fmla="*/ 3943217 h 6858000"/>
              <a:gd name="connsiteX183" fmla="*/ 1423113 w 7467600"/>
              <a:gd name="connsiteY183" fmla="*/ 3874565 h 6858000"/>
              <a:gd name="connsiteX184" fmla="*/ 1260565 w 7467600"/>
              <a:gd name="connsiteY184" fmla="*/ 4031982 h 6858000"/>
              <a:gd name="connsiteX185" fmla="*/ 901900 w 7467600"/>
              <a:gd name="connsiteY185" fmla="*/ 4421236 h 6858000"/>
              <a:gd name="connsiteX186" fmla="*/ 845044 w 7467600"/>
              <a:gd name="connsiteY186" fmla="*/ 4502436 h 6858000"/>
              <a:gd name="connsiteX187" fmla="*/ 685926 w 7467600"/>
              <a:gd name="connsiteY187" fmla="*/ 4703069 h 6858000"/>
              <a:gd name="connsiteX188" fmla="*/ 684248 w 7467600"/>
              <a:gd name="connsiteY188" fmla="*/ 4706721 h 6858000"/>
              <a:gd name="connsiteX189" fmla="*/ 1423113 w 7467600"/>
              <a:gd name="connsiteY189" fmla="*/ 3874565 h 6858000"/>
              <a:gd name="connsiteX190" fmla="*/ 3316479 w 7467600"/>
              <a:gd name="connsiteY190" fmla="*/ 3872136 h 6858000"/>
              <a:gd name="connsiteX191" fmla="*/ 3546806 w 7467600"/>
              <a:gd name="connsiteY191" fmla="*/ 4356139 h 6858000"/>
              <a:gd name="connsiteX192" fmla="*/ 3364433 w 7467600"/>
              <a:gd name="connsiteY192" fmla="*/ 3953121 h 6858000"/>
              <a:gd name="connsiteX193" fmla="*/ 3316479 w 7467600"/>
              <a:gd name="connsiteY193" fmla="*/ 3872136 h 6858000"/>
              <a:gd name="connsiteX194" fmla="*/ 3291335 w 7467600"/>
              <a:gd name="connsiteY194" fmla="*/ 3767420 h 6858000"/>
              <a:gd name="connsiteX195" fmla="*/ 3390805 w 7467600"/>
              <a:gd name="connsiteY195" fmla="*/ 3937163 h 6858000"/>
              <a:gd name="connsiteX196" fmla="*/ 3579062 w 7467600"/>
              <a:gd name="connsiteY196" fmla="*/ 4359040 h 6858000"/>
              <a:gd name="connsiteX197" fmla="*/ 3467355 w 7467600"/>
              <a:gd name="connsiteY197" fmla="*/ 3988130 h 6858000"/>
              <a:gd name="connsiteX198" fmla="*/ 3310753 w 7467600"/>
              <a:gd name="connsiteY198" fmla="*/ 3787140 h 6858000"/>
              <a:gd name="connsiteX199" fmla="*/ 3291335 w 7467600"/>
              <a:gd name="connsiteY199" fmla="*/ 3767420 h 6858000"/>
              <a:gd name="connsiteX200" fmla="*/ 1635889 w 7467600"/>
              <a:gd name="connsiteY200" fmla="*/ 3709494 h 6858000"/>
              <a:gd name="connsiteX201" fmla="*/ 1634800 w 7467600"/>
              <a:gd name="connsiteY201" fmla="*/ 3731111 h 6858000"/>
              <a:gd name="connsiteX202" fmla="*/ 1635889 w 7467600"/>
              <a:gd name="connsiteY202" fmla="*/ 3709494 h 6858000"/>
              <a:gd name="connsiteX203" fmla="*/ 1510397 w 7467600"/>
              <a:gd name="connsiteY203" fmla="*/ 3684705 h 6858000"/>
              <a:gd name="connsiteX204" fmla="*/ 1146550 w 7467600"/>
              <a:gd name="connsiteY204" fmla="*/ 3802012 h 6858000"/>
              <a:gd name="connsiteX205" fmla="*/ 698834 w 7467600"/>
              <a:gd name="connsiteY205" fmla="*/ 3952272 h 6858000"/>
              <a:gd name="connsiteX206" fmla="*/ 34256 w 7467600"/>
              <a:gd name="connsiteY206" fmla="*/ 4347603 h 6858000"/>
              <a:gd name="connsiteX207" fmla="*/ 527241 w 7467600"/>
              <a:gd name="connsiteY207" fmla="*/ 4065078 h 6858000"/>
              <a:gd name="connsiteX208" fmla="*/ 1510397 w 7467600"/>
              <a:gd name="connsiteY208" fmla="*/ 3684705 h 6858000"/>
              <a:gd name="connsiteX209" fmla="*/ 1313114 w 7467600"/>
              <a:gd name="connsiteY209" fmla="*/ 3655216 h 6858000"/>
              <a:gd name="connsiteX210" fmla="*/ 1109304 w 7467600"/>
              <a:gd name="connsiteY210" fmla="*/ 3669030 h 6858000"/>
              <a:gd name="connsiteX211" fmla="*/ 8129 w 7467600"/>
              <a:gd name="connsiteY211" fmla="*/ 4330519 h 6858000"/>
              <a:gd name="connsiteX212" fmla="*/ 687572 w 7467600"/>
              <a:gd name="connsiteY212" fmla="*/ 3925629 h 6858000"/>
              <a:gd name="connsiteX213" fmla="*/ 1138365 w 7467600"/>
              <a:gd name="connsiteY213" fmla="*/ 3774515 h 6858000"/>
              <a:gd name="connsiteX214" fmla="*/ 1505579 w 7467600"/>
              <a:gd name="connsiteY214" fmla="*/ 3655526 h 6858000"/>
              <a:gd name="connsiteX215" fmla="*/ 1313114 w 7467600"/>
              <a:gd name="connsiteY215" fmla="*/ 3655216 h 6858000"/>
              <a:gd name="connsiteX216" fmla="*/ 3655073 w 7467600"/>
              <a:gd name="connsiteY216" fmla="*/ 3650884 h 6858000"/>
              <a:gd name="connsiteX217" fmla="*/ 3989938 w 7467600"/>
              <a:gd name="connsiteY217" fmla="*/ 3991685 h 6858000"/>
              <a:gd name="connsiteX218" fmla="*/ 4393907 w 7467600"/>
              <a:gd name="connsiteY218" fmla="*/ 4261258 h 6858000"/>
              <a:gd name="connsiteX219" fmla="*/ 4648051 w 7467600"/>
              <a:gd name="connsiteY219" fmla="*/ 4374051 h 6858000"/>
              <a:gd name="connsiteX220" fmla="*/ 4383389 w 7467600"/>
              <a:gd name="connsiteY220" fmla="*/ 4184369 h 6858000"/>
              <a:gd name="connsiteX221" fmla="*/ 4165508 w 7467600"/>
              <a:gd name="connsiteY221" fmla="*/ 4035196 h 6858000"/>
              <a:gd name="connsiteX222" fmla="*/ 4068162 w 7467600"/>
              <a:gd name="connsiteY222" fmla="*/ 3953394 h 6858000"/>
              <a:gd name="connsiteX223" fmla="*/ 3981416 w 7467600"/>
              <a:gd name="connsiteY223" fmla="*/ 3880482 h 6858000"/>
              <a:gd name="connsiteX224" fmla="*/ 3800147 w 7467600"/>
              <a:gd name="connsiteY224" fmla="*/ 3749872 h 6858000"/>
              <a:gd name="connsiteX225" fmla="*/ 3655073 w 7467600"/>
              <a:gd name="connsiteY225" fmla="*/ 3650884 h 6858000"/>
              <a:gd name="connsiteX226" fmla="*/ 3670252 w 7467600"/>
              <a:gd name="connsiteY226" fmla="*/ 3622798 h 6858000"/>
              <a:gd name="connsiteX227" fmla="*/ 3817258 w 7467600"/>
              <a:gd name="connsiteY227" fmla="*/ 3723577 h 6858000"/>
              <a:gd name="connsiteX228" fmla="*/ 4000461 w 7467600"/>
              <a:gd name="connsiteY228" fmla="*/ 3855966 h 6858000"/>
              <a:gd name="connsiteX229" fmla="*/ 4088180 w 7467600"/>
              <a:gd name="connsiteY229" fmla="*/ 3929774 h 6858000"/>
              <a:gd name="connsiteX230" fmla="*/ 4184555 w 7467600"/>
              <a:gd name="connsiteY230" fmla="*/ 4010683 h 6858000"/>
              <a:gd name="connsiteX231" fmla="*/ 4399563 w 7467600"/>
              <a:gd name="connsiteY231" fmla="*/ 4158106 h 6858000"/>
              <a:gd name="connsiteX232" fmla="*/ 4684469 w 7467600"/>
              <a:gd name="connsiteY232" fmla="*/ 4364680 h 6858000"/>
              <a:gd name="connsiteX233" fmla="*/ 4690271 w 7467600"/>
              <a:gd name="connsiteY233" fmla="*/ 4370034 h 6858000"/>
              <a:gd name="connsiteX234" fmla="*/ 4136093 w 7467600"/>
              <a:gd name="connsiteY234" fmla="*/ 3858466 h 6858000"/>
              <a:gd name="connsiteX235" fmla="*/ 3670252 w 7467600"/>
              <a:gd name="connsiteY235" fmla="*/ 3622798 h 6858000"/>
              <a:gd name="connsiteX236" fmla="*/ 4440129 w 7467600"/>
              <a:gd name="connsiteY236" fmla="*/ 3448571 h 6858000"/>
              <a:gd name="connsiteX237" fmla="*/ 4856525 w 7467600"/>
              <a:gd name="connsiteY237" fmla="*/ 3915351 h 6858000"/>
              <a:gd name="connsiteX238" fmla="*/ 5059055 w 7467600"/>
              <a:gd name="connsiteY238" fmla="*/ 4108918 h 6858000"/>
              <a:gd name="connsiteX239" fmla="*/ 5290070 w 7467600"/>
              <a:gd name="connsiteY239" fmla="*/ 4263619 h 6858000"/>
              <a:gd name="connsiteX240" fmla="*/ 4834991 w 7467600"/>
              <a:gd name="connsiteY240" fmla="*/ 3830985 h 6858000"/>
              <a:gd name="connsiteX241" fmla="*/ 4440129 w 7467600"/>
              <a:gd name="connsiteY241" fmla="*/ 3448571 h 6858000"/>
              <a:gd name="connsiteX242" fmla="*/ 4441737 w 7467600"/>
              <a:gd name="connsiteY242" fmla="*/ 3399734 h 6858000"/>
              <a:gd name="connsiteX243" fmla="*/ 4431236 w 7467600"/>
              <a:gd name="connsiteY243" fmla="*/ 3400954 h 6858000"/>
              <a:gd name="connsiteX244" fmla="*/ 4557150 w 7467600"/>
              <a:gd name="connsiteY244" fmla="*/ 3510023 h 6858000"/>
              <a:gd name="connsiteX245" fmla="*/ 4856936 w 7467600"/>
              <a:gd name="connsiteY245" fmla="*/ 3809146 h 6858000"/>
              <a:gd name="connsiteX246" fmla="*/ 5111996 w 7467600"/>
              <a:gd name="connsiteY246" fmla="*/ 4065759 h 6858000"/>
              <a:gd name="connsiteX247" fmla="*/ 5388878 w 7467600"/>
              <a:gd name="connsiteY247" fmla="*/ 4300185 h 6858000"/>
              <a:gd name="connsiteX248" fmla="*/ 5425556 w 7467600"/>
              <a:gd name="connsiteY248" fmla="*/ 4308967 h 6858000"/>
              <a:gd name="connsiteX249" fmla="*/ 4943646 w 7467600"/>
              <a:gd name="connsiteY249" fmla="*/ 3822916 h 6858000"/>
              <a:gd name="connsiteX250" fmla="*/ 4594837 w 7467600"/>
              <a:gd name="connsiteY250" fmla="*/ 3532274 h 6858000"/>
              <a:gd name="connsiteX251" fmla="*/ 4441737 w 7467600"/>
              <a:gd name="connsiteY251" fmla="*/ 3399734 h 6858000"/>
              <a:gd name="connsiteX252" fmla="*/ 5425834 w 7467600"/>
              <a:gd name="connsiteY252" fmla="*/ 3162785 h 6858000"/>
              <a:gd name="connsiteX253" fmla="*/ 5401644 w 7467600"/>
              <a:gd name="connsiteY253" fmla="*/ 3617847 h 6858000"/>
              <a:gd name="connsiteX254" fmla="*/ 5467256 w 7467600"/>
              <a:gd name="connsiteY254" fmla="*/ 4175494 h 6858000"/>
              <a:gd name="connsiteX255" fmla="*/ 5448069 w 7467600"/>
              <a:gd name="connsiteY255" fmla="*/ 3567554 h 6858000"/>
              <a:gd name="connsiteX256" fmla="*/ 5425834 w 7467600"/>
              <a:gd name="connsiteY256" fmla="*/ 3162785 h 6858000"/>
              <a:gd name="connsiteX257" fmla="*/ 1318687 w 7467600"/>
              <a:gd name="connsiteY257" fmla="*/ 3113840 h 6858000"/>
              <a:gd name="connsiteX258" fmla="*/ 1066793 w 7467600"/>
              <a:gd name="connsiteY258" fmla="*/ 3212171 h 6858000"/>
              <a:gd name="connsiteX259" fmla="*/ 993319 w 7467600"/>
              <a:gd name="connsiteY259" fmla="*/ 3247648 h 6858000"/>
              <a:gd name="connsiteX260" fmla="*/ 853081 w 7467600"/>
              <a:gd name="connsiteY260" fmla="*/ 3312410 h 6858000"/>
              <a:gd name="connsiteX261" fmla="*/ 805957 w 7467600"/>
              <a:gd name="connsiteY261" fmla="*/ 3330443 h 6858000"/>
              <a:gd name="connsiteX262" fmla="*/ 1318687 w 7467600"/>
              <a:gd name="connsiteY262" fmla="*/ 3113840 h 6858000"/>
              <a:gd name="connsiteX263" fmla="*/ 5453702 w 7467600"/>
              <a:gd name="connsiteY263" fmla="*/ 3090882 h 6858000"/>
              <a:gd name="connsiteX264" fmla="*/ 5480135 w 7467600"/>
              <a:gd name="connsiteY264" fmla="*/ 3565802 h 6858000"/>
              <a:gd name="connsiteX265" fmla="*/ 5499023 w 7467600"/>
              <a:gd name="connsiteY265" fmla="*/ 4166310 h 6858000"/>
              <a:gd name="connsiteX266" fmla="*/ 5547022 w 7467600"/>
              <a:gd name="connsiteY266" fmla="*/ 3607838 h 6858000"/>
              <a:gd name="connsiteX267" fmla="*/ 5515964 w 7467600"/>
              <a:gd name="connsiteY267" fmla="*/ 3378541 h 6858000"/>
              <a:gd name="connsiteX268" fmla="*/ 5453702 w 7467600"/>
              <a:gd name="connsiteY268" fmla="*/ 3090882 h 6858000"/>
              <a:gd name="connsiteX269" fmla="*/ 1238695 w 7467600"/>
              <a:gd name="connsiteY269" fmla="*/ 3076820 h 6858000"/>
              <a:gd name="connsiteX270" fmla="*/ 716371 w 7467600"/>
              <a:gd name="connsiteY270" fmla="*/ 3293249 h 6858000"/>
              <a:gd name="connsiteX271" fmla="*/ 579522 w 7467600"/>
              <a:gd name="connsiteY271" fmla="*/ 3371759 h 6858000"/>
              <a:gd name="connsiteX272" fmla="*/ 600288 w 7467600"/>
              <a:gd name="connsiteY272" fmla="*/ 3365555 h 6858000"/>
              <a:gd name="connsiteX273" fmla="*/ 840692 w 7467600"/>
              <a:gd name="connsiteY273" fmla="*/ 3284921 h 6858000"/>
              <a:gd name="connsiteX274" fmla="*/ 979248 w 7467600"/>
              <a:gd name="connsiteY274" fmla="*/ 3221003 h 6858000"/>
              <a:gd name="connsiteX275" fmla="*/ 1053282 w 7467600"/>
              <a:gd name="connsiteY275" fmla="*/ 3185247 h 6858000"/>
              <a:gd name="connsiteX276" fmla="*/ 1320603 w 7467600"/>
              <a:gd name="connsiteY276" fmla="*/ 3081281 h 6858000"/>
              <a:gd name="connsiteX277" fmla="*/ 1238695 w 7467600"/>
              <a:gd name="connsiteY277" fmla="*/ 3076820 h 6858000"/>
              <a:gd name="connsiteX278" fmla="*/ 5425627 w 7467600"/>
              <a:gd name="connsiteY278" fmla="*/ 2954192 h 6858000"/>
              <a:gd name="connsiteX279" fmla="*/ 5470770 w 7467600"/>
              <a:gd name="connsiteY279" fmla="*/ 3005435 h 6858000"/>
              <a:gd name="connsiteX280" fmla="*/ 5519779 w 7467600"/>
              <a:gd name="connsiteY280" fmla="*/ 4359223 h 6858000"/>
              <a:gd name="connsiteX281" fmla="*/ 5520293 w 7467600"/>
              <a:gd name="connsiteY281" fmla="*/ 4360602 h 6858000"/>
              <a:gd name="connsiteX282" fmla="*/ 5767221 w 7467600"/>
              <a:gd name="connsiteY282" fmla="*/ 4665564 h 6858000"/>
              <a:gd name="connsiteX283" fmla="*/ 6937169 w 7467600"/>
              <a:gd name="connsiteY283" fmla="*/ 4815941 h 6858000"/>
              <a:gd name="connsiteX284" fmla="*/ 6953922 w 7467600"/>
              <a:gd name="connsiteY284" fmla="*/ 4890068 h 6858000"/>
              <a:gd name="connsiteX285" fmla="*/ 6071359 w 7467600"/>
              <a:gd name="connsiteY285" fmla="*/ 4770770 h 6858000"/>
              <a:gd name="connsiteX286" fmla="*/ 6038839 w 7467600"/>
              <a:gd name="connsiteY286" fmla="*/ 4764474 h 6858000"/>
              <a:gd name="connsiteX287" fmla="*/ 6038706 w 7467600"/>
              <a:gd name="connsiteY287" fmla="*/ 4763847 h 6858000"/>
              <a:gd name="connsiteX288" fmla="*/ 6037784 w 7467600"/>
              <a:gd name="connsiteY288" fmla="*/ 4764270 h 6858000"/>
              <a:gd name="connsiteX289" fmla="*/ 6038839 w 7467600"/>
              <a:gd name="connsiteY289" fmla="*/ 4764474 h 6858000"/>
              <a:gd name="connsiteX290" fmla="*/ 6040338 w 7467600"/>
              <a:gd name="connsiteY290" fmla="*/ 4771418 h 6858000"/>
              <a:gd name="connsiteX291" fmla="*/ 6024488 w 7467600"/>
              <a:gd name="connsiteY291" fmla="*/ 4809903 h 6858000"/>
              <a:gd name="connsiteX292" fmla="*/ 5599771 w 7467600"/>
              <a:gd name="connsiteY292" fmla="*/ 5509652 h 6858000"/>
              <a:gd name="connsiteX293" fmla="*/ 5548843 w 7467600"/>
              <a:gd name="connsiteY293" fmla="*/ 5563845 h 6858000"/>
              <a:gd name="connsiteX294" fmla="*/ 5940952 w 7467600"/>
              <a:gd name="connsiteY294" fmla="*/ 6250028 h 6858000"/>
              <a:gd name="connsiteX295" fmla="*/ 6043441 w 7467600"/>
              <a:gd name="connsiteY295" fmla="*/ 6665847 h 6858000"/>
              <a:gd name="connsiteX296" fmla="*/ 6093432 w 7467600"/>
              <a:gd name="connsiteY296" fmla="*/ 6858000 h 6858000"/>
              <a:gd name="connsiteX297" fmla="*/ 6034344 w 7467600"/>
              <a:gd name="connsiteY297" fmla="*/ 6858000 h 6858000"/>
              <a:gd name="connsiteX298" fmla="*/ 6026679 w 7467600"/>
              <a:gd name="connsiteY298" fmla="*/ 6836959 h 6858000"/>
              <a:gd name="connsiteX299" fmla="*/ 5800441 w 7467600"/>
              <a:gd name="connsiteY299" fmla="*/ 6335286 h 6858000"/>
              <a:gd name="connsiteX300" fmla="*/ 5526562 w 7467600"/>
              <a:gd name="connsiteY300" fmla="*/ 5705388 h 6858000"/>
              <a:gd name="connsiteX301" fmla="*/ 5519640 w 7467600"/>
              <a:gd name="connsiteY301" fmla="*/ 5683774 h 6858000"/>
              <a:gd name="connsiteX302" fmla="*/ 5844559 w 7467600"/>
              <a:gd name="connsiteY302" fmla="*/ 6553349 h 6858000"/>
              <a:gd name="connsiteX303" fmla="*/ 5975994 w 7467600"/>
              <a:gd name="connsiteY303" fmla="*/ 6858000 h 6858000"/>
              <a:gd name="connsiteX304" fmla="*/ 5898547 w 7467600"/>
              <a:gd name="connsiteY304" fmla="*/ 6858000 h 6858000"/>
              <a:gd name="connsiteX305" fmla="*/ 5682041 w 7467600"/>
              <a:gd name="connsiteY305" fmla="*/ 6355860 h 6858000"/>
              <a:gd name="connsiteX306" fmla="*/ 5461758 w 7467600"/>
              <a:gd name="connsiteY306" fmla="*/ 5820220 h 6858000"/>
              <a:gd name="connsiteX307" fmla="*/ 5237282 w 7467600"/>
              <a:gd name="connsiteY307" fmla="*/ 6579086 h 6858000"/>
              <a:gd name="connsiteX308" fmla="*/ 5115009 w 7467600"/>
              <a:gd name="connsiteY308" fmla="*/ 6858000 h 6858000"/>
              <a:gd name="connsiteX309" fmla="*/ 5028074 w 7467600"/>
              <a:gd name="connsiteY309" fmla="*/ 6858000 h 6858000"/>
              <a:gd name="connsiteX310" fmla="*/ 5079508 w 7467600"/>
              <a:gd name="connsiteY310" fmla="*/ 6749074 h 6858000"/>
              <a:gd name="connsiteX311" fmla="*/ 5371846 w 7467600"/>
              <a:gd name="connsiteY311" fmla="*/ 5924413 h 6858000"/>
              <a:gd name="connsiteX312" fmla="*/ 5270512 w 7467600"/>
              <a:gd name="connsiteY312" fmla="*/ 6138975 h 6858000"/>
              <a:gd name="connsiteX313" fmla="*/ 5062409 w 7467600"/>
              <a:gd name="connsiteY313" fmla="*/ 6653544 h 6858000"/>
              <a:gd name="connsiteX314" fmla="*/ 5036628 w 7467600"/>
              <a:gd name="connsiteY314" fmla="*/ 6754247 h 6858000"/>
              <a:gd name="connsiteX315" fmla="*/ 5009112 w 7467600"/>
              <a:gd name="connsiteY315" fmla="*/ 6858000 h 6858000"/>
              <a:gd name="connsiteX316" fmla="*/ 4976679 w 7467600"/>
              <a:gd name="connsiteY316" fmla="*/ 6858000 h 6858000"/>
              <a:gd name="connsiteX317" fmla="*/ 5006537 w 7467600"/>
              <a:gd name="connsiteY317" fmla="*/ 6747068 h 6858000"/>
              <a:gd name="connsiteX318" fmla="*/ 5032723 w 7467600"/>
              <a:gd name="connsiteY318" fmla="*/ 6644957 h 6858000"/>
              <a:gd name="connsiteX319" fmla="*/ 5242949 w 7467600"/>
              <a:gd name="connsiteY319" fmla="*/ 6125175 h 6858000"/>
              <a:gd name="connsiteX320" fmla="*/ 5286321 w 7467600"/>
              <a:gd name="connsiteY320" fmla="*/ 6033555 h 6858000"/>
              <a:gd name="connsiteX321" fmla="*/ 5008210 w 7467600"/>
              <a:gd name="connsiteY321" fmla="*/ 6649194 h 6858000"/>
              <a:gd name="connsiteX322" fmla="*/ 4986321 w 7467600"/>
              <a:gd name="connsiteY322" fmla="*/ 6765687 h 6858000"/>
              <a:gd name="connsiteX323" fmla="*/ 4973474 w 7467600"/>
              <a:gd name="connsiteY323" fmla="*/ 6858000 h 6858000"/>
              <a:gd name="connsiteX324" fmla="*/ 4907178 w 7467600"/>
              <a:gd name="connsiteY324" fmla="*/ 6858000 h 6858000"/>
              <a:gd name="connsiteX325" fmla="*/ 4910810 w 7467600"/>
              <a:gd name="connsiteY325" fmla="*/ 6829660 h 6858000"/>
              <a:gd name="connsiteX326" fmla="*/ 4987461 w 7467600"/>
              <a:gd name="connsiteY326" fmla="*/ 6432994 h 6858000"/>
              <a:gd name="connsiteX327" fmla="*/ 5179262 w 7467600"/>
              <a:gd name="connsiteY327" fmla="*/ 6035044 h 6858000"/>
              <a:gd name="connsiteX328" fmla="*/ 4689678 w 7467600"/>
              <a:gd name="connsiteY328" fmla="*/ 6440241 h 6858000"/>
              <a:gd name="connsiteX329" fmla="*/ 4477543 w 7467600"/>
              <a:gd name="connsiteY329" fmla="*/ 6674836 h 6858000"/>
              <a:gd name="connsiteX330" fmla="*/ 4329957 w 7467600"/>
              <a:gd name="connsiteY330" fmla="*/ 6858000 h 6858000"/>
              <a:gd name="connsiteX331" fmla="*/ 4218595 w 7467600"/>
              <a:gd name="connsiteY331" fmla="*/ 6858000 h 6858000"/>
              <a:gd name="connsiteX332" fmla="*/ 4368888 w 7467600"/>
              <a:gd name="connsiteY332" fmla="*/ 6668412 h 6858000"/>
              <a:gd name="connsiteX333" fmla="*/ 4563091 w 7467600"/>
              <a:gd name="connsiteY333" fmla="*/ 6442508 h 6858000"/>
              <a:gd name="connsiteX334" fmla="*/ 5387324 w 7467600"/>
              <a:gd name="connsiteY334" fmla="*/ 5705830 h 6858000"/>
              <a:gd name="connsiteX335" fmla="*/ 5073620 w 7467600"/>
              <a:gd name="connsiteY335" fmla="*/ 5955437 h 6858000"/>
              <a:gd name="connsiteX336" fmla="*/ 4689789 w 7467600"/>
              <a:gd name="connsiteY336" fmla="*/ 6268382 h 6858000"/>
              <a:gd name="connsiteX337" fmla="*/ 4418722 w 7467600"/>
              <a:gd name="connsiteY337" fmla="*/ 6570886 h 6858000"/>
              <a:gd name="connsiteX338" fmla="*/ 4214944 w 7467600"/>
              <a:gd name="connsiteY338" fmla="*/ 6858000 h 6858000"/>
              <a:gd name="connsiteX339" fmla="*/ 4177898 w 7467600"/>
              <a:gd name="connsiteY339" fmla="*/ 6858000 h 6858000"/>
              <a:gd name="connsiteX340" fmla="*/ 4391597 w 7467600"/>
              <a:gd name="connsiteY340" fmla="*/ 6556370 h 6858000"/>
              <a:gd name="connsiteX341" fmla="*/ 4668889 w 7467600"/>
              <a:gd name="connsiteY341" fmla="*/ 6246399 h 6858000"/>
              <a:gd name="connsiteX342" fmla="*/ 5055427 w 7467600"/>
              <a:gd name="connsiteY342" fmla="*/ 5931476 h 6858000"/>
              <a:gd name="connsiteX343" fmla="*/ 5371814 w 7467600"/>
              <a:gd name="connsiteY343" fmla="*/ 5678975 h 6858000"/>
              <a:gd name="connsiteX344" fmla="*/ 4987918 w 7467600"/>
              <a:gd name="connsiteY344" fmla="*/ 5838701 h 6858000"/>
              <a:gd name="connsiteX345" fmla="*/ 4317146 w 7467600"/>
              <a:gd name="connsiteY345" fmla="*/ 6587716 h 6858000"/>
              <a:gd name="connsiteX346" fmla="*/ 4171627 w 7467600"/>
              <a:gd name="connsiteY346" fmla="*/ 6858000 h 6858000"/>
              <a:gd name="connsiteX347" fmla="*/ 4081585 w 7467600"/>
              <a:gd name="connsiteY347" fmla="*/ 6858000 h 6858000"/>
              <a:gd name="connsiteX348" fmla="*/ 4238603 w 7467600"/>
              <a:gd name="connsiteY348" fmla="*/ 6559341 h 6858000"/>
              <a:gd name="connsiteX349" fmla="*/ 4778333 w 7467600"/>
              <a:gd name="connsiteY349" fmla="*/ 5873626 h 6858000"/>
              <a:gd name="connsiteX350" fmla="*/ 5414185 w 7467600"/>
              <a:gd name="connsiteY350" fmla="*/ 5573882 h 6858000"/>
              <a:gd name="connsiteX351" fmla="*/ 5959648 w 7467600"/>
              <a:gd name="connsiteY351" fmla="*/ 4760797 h 6858000"/>
              <a:gd name="connsiteX352" fmla="*/ 5355019 w 7467600"/>
              <a:gd name="connsiteY352" fmla="*/ 4734672 h 6858000"/>
              <a:gd name="connsiteX353" fmla="*/ 5083565 w 7467600"/>
              <a:gd name="connsiteY353" fmla="*/ 5179121 h 6858000"/>
              <a:gd name="connsiteX354" fmla="*/ 4713577 w 7467600"/>
              <a:gd name="connsiteY354" fmla="*/ 5616803 h 6858000"/>
              <a:gd name="connsiteX355" fmla="*/ 3989559 w 7467600"/>
              <a:gd name="connsiteY355" fmla="*/ 6145945 h 6858000"/>
              <a:gd name="connsiteX356" fmla="*/ 3939824 w 7467600"/>
              <a:gd name="connsiteY356" fmla="*/ 6066900 h 6858000"/>
              <a:gd name="connsiteX357" fmla="*/ 4584537 w 7467600"/>
              <a:gd name="connsiteY357" fmla="*/ 5324826 h 6858000"/>
              <a:gd name="connsiteX358" fmla="*/ 5037105 w 7467600"/>
              <a:gd name="connsiteY358" fmla="*/ 5088765 h 6858000"/>
              <a:gd name="connsiteX359" fmla="*/ 5039930 w 7467600"/>
              <a:gd name="connsiteY359" fmla="*/ 5089585 h 6858000"/>
              <a:gd name="connsiteX360" fmla="*/ 5263764 w 7467600"/>
              <a:gd name="connsiteY360" fmla="*/ 4735525 h 6858000"/>
              <a:gd name="connsiteX361" fmla="*/ 4086300 w 7467600"/>
              <a:gd name="connsiteY361" fmla="*/ 4884599 h 6858000"/>
              <a:gd name="connsiteX362" fmla="*/ 4085485 w 7467600"/>
              <a:gd name="connsiteY362" fmla="*/ 4899070 h 6858000"/>
              <a:gd name="connsiteX363" fmla="*/ 3871915 w 7467600"/>
              <a:gd name="connsiteY363" fmla="*/ 5253645 h 6858000"/>
              <a:gd name="connsiteX364" fmla="*/ 3799374 w 7467600"/>
              <a:gd name="connsiteY364" fmla="*/ 5466127 h 6858000"/>
              <a:gd name="connsiteX365" fmla="*/ 3498850 w 7467600"/>
              <a:gd name="connsiteY365" fmla="*/ 6661888 h 6858000"/>
              <a:gd name="connsiteX366" fmla="*/ 3399216 w 7467600"/>
              <a:gd name="connsiteY366" fmla="*/ 6858000 h 6858000"/>
              <a:gd name="connsiteX367" fmla="*/ 3303688 w 7467600"/>
              <a:gd name="connsiteY367" fmla="*/ 6858000 h 6858000"/>
              <a:gd name="connsiteX368" fmla="*/ 3391774 w 7467600"/>
              <a:gd name="connsiteY368" fmla="*/ 6697181 h 6858000"/>
              <a:gd name="connsiteX369" fmla="*/ 3735540 w 7467600"/>
              <a:gd name="connsiteY369" fmla="*/ 5546923 h 6858000"/>
              <a:gd name="connsiteX370" fmla="*/ 3729438 w 7467600"/>
              <a:gd name="connsiteY370" fmla="*/ 5569058 h 6858000"/>
              <a:gd name="connsiteX371" fmla="*/ 3707782 w 7467600"/>
              <a:gd name="connsiteY371" fmla="*/ 5644908 h 6858000"/>
              <a:gd name="connsiteX372" fmla="*/ 3583827 w 7467600"/>
              <a:gd name="connsiteY372" fmla="*/ 6039215 h 6858000"/>
              <a:gd name="connsiteX373" fmla="*/ 3547861 w 7467600"/>
              <a:gd name="connsiteY373" fmla="*/ 6129609 h 6858000"/>
              <a:gd name="connsiteX374" fmla="*/ 3490905 w 7467600"/>
              <a:gd name="connsiteY374" fmla="*/ 6277660 h 6858000"/>
              <a:gd name="connsiteX375" fmla="*/ 3455859 w 7467600"/>
              <a:gd name="connsiteY375" fmla="*/ 6391301 h 6858000"/>
              <a:gd name="connsiteX376" fmla="*/ 3429112 w 7467600"/>
              <a:gd name="connsiteY376" fmla="*/ 6479469 h 6858000"/>
              <a:gd name="connsiteX377" fmla="*/ 3304862 w 7467600"/>
              <a:gd name="connsiteY377" fmla="*/ 6796476 h 6858000"/>
              <a:gd name="connsiteX378" fmla="*/ 3276071 w 7467600"/>
              <a:gd name="connsiteY378" fmla="*/ 6858000 h 6858000"/>
              <a:gd name="connsiteX379" fmla="*/ 3240805 w 7467600"/>
              <a:gd name="connsiteY379" fmla="*/ 6858000 h 6858000"/>
              <a:gd name="connsiteX380" fmla="*/ 3275917 w 7467600"/>
              <a:gd name="connsiteY380" fmla="*/ 6783192 h 6858000"/>
              <a:gd name="connsiteX381" fmla="*/ 3399358 w 7467600"/>
              <a:gd name="connsiteY381" fmla="*/ 6469011 h 6858000"/>
              <a:gd name="connsiteX382" fmla="*/ 3425650 w 7467600"/>
              <a:gd name="connsiteY382" fmla="*/ 6381333 h 6858000"/>
              <a:gd name="connsiteX383" fmla="*/ 3460661 w 7467600"/>
              <a:gd name="connsiteY383" fmla="*/ 6266763 h 6858000"/>
              <a:gd name="connsiteX384" fmla="*/ 3518021 w 7467600"/>
              <a:gd name="connsiteY384" fmla="*/ 6117298 h 6858000"/>
              <a:gd name="connsiteX385" fmla="*/ 3554035 w 7467600"/>
              <a:gd name="connsiteY385" fmla="*/ 6027832 h 6858000"/>
              <a:gd name="connsiteX386" fmla="*/ 3677174 w 7467600"/>
              <a:gd name="connsiteY386" fmla="*/ 5636351 h 6858000"/>
              <a:gd name="connsiteX387" fmla="*/ 3698819 w 7467600"/>
              <a:gd name="connsiteY387" fmla="*/ 5560503 h 6858000"/>
              <a:gd name="connsiteX388" fmla="*/ 3702094 w 7467600"/>
              <a:gd name="connsiteY388" fmla="*/ 5549194 h 6858000"/>
              <a:gd name="connsiteX389" fmla="*/ 3398355 w 7467600"/>
              <a:gd name="connsiteY389" fmla="*/ 6094603 h 6858000"/>
              <a:gd name="connsiteX390" fmla="*/ 3193941 w 7467600"/>
              <a:gd name="connsiteY390" fmla="*/ 6798775 h 6858000"/>
              <a:gd name="connsiteX391" fmla="*/ 3184140 w 7467600"/>
              <a:gd name="connsiteY391" fmla="*/ 6858000 h 6858000"/>
              <a:gd name="connsiteX392" fmla="*/ 3099978 w 7467600"/>
              <a:gd name="connsiteY392" fmla="*/ 6858000 h 6858000"/>
              <a:gd name="connsiteX393" fmla="*/ 3101556 w 7467600"/>
              <a:gd name="connsiteY393" fmla="*/ 6843337 h 6858000"/>
              <a:gd name="connsiteX394" fmla="*/ 3370162 w 7467600"/>
              <a:gd name="connsiteY394" fmla="*/ 5785550 h 6858000"/>
              <a:gd name="connsiteX395" fmla="*/ 3746477 w 7467600"/>
              <a:gd name="connsiteY395" fmla="*/ 5377889 h 6858000"/>
              <a:gd name="connsiteX396" fmla="*/ 3863399 w 7467600"/>
              <a:gd name="connsiteY396" fmla="*/ 5087257 h 6858000"/>
              <a:gd name="connsiteX397" fmla="*/ 3968712 w 7467600"/>
              <a:gd name="connsiteY397" fmla="*/ 4913989 h 6858000"/>
              <a:gd name="connsiteX398" fmla="*/ 2792390 w 7467600"/>
              <a:gd name="connsiteY398" fmla="*/ 5382974 h 6858000"/>
              <a:gd name="connsiteX399" fmla="*/ 2714982 w 7467600"/>
              <a:gd name="connsiteY399" fmla="*/ 5427051 h 6858000"/>
              <a:gd name="connsiteX400" fmla="*/ 2813361 w 7467600"/>
              <a:gd name="connsiteY400" fmla="*/ 6023912 h 6858000"/>
              <a:gd name="connsiteX401" fmla="*/ 2688430 w 7467600"/>
              <a:gd name="connsiteY401" fmla="*/ 6801564 h 6858000"/>
              <a:gd name="connsiteX402" fmla="*/ 2629626 w 7467600"/>
              <a:gd name="connsiteY402" fmla="*/ 6763394 h 6858000"/>
              <a:gd name="connsiteX403" fmla="*/ 2565328 w 7467600"/>
              <a:gd name="connsiteY403" fmla="*/ 5516399 h 6858000"/>
              <a:gd name="connsiteX404" fmla="*/ 1922999 w 7467600"/>
              <a:gd name="connsiteY404" fmla="*/ 5980343 h 6858000"/>
              <a:gd name="connsiteX405" fmla="*/ 1950261 w 7467600"/>
              <a:gd name="connsiteY405" fmla="*/ 6405858 h 6858000"/>
              <a:gd name="connsiteX406" fmla="*/ 2365554 w 7467600"/>
              <a:gd name="connsiteY406" fmla="*/ 6759107 h 6858000"/>
              <a:gd name="connsiteX407" fmla="*/ 2424142 w 7467600"/>
              <a:gd name="connsiteY407" fmla="*/ 6858000 h 6858000"/>
              <a:gd name="connsiteX408" fmla="*/ 2395994 w 7467600"/>
              <a:gd name="connsiteY408" fmla="*/ 6858000 h 6858000"/>
              <a:gd name="connsiteX409" fmla="*/ 2392863 w 7467600"/>
              <a:gd name="connsiteY409" fmla="*/ 6852964 h 6858000"/>
              <a:gd name="connsiteX410" fmla="*/ 2017589 w 7467600"/>
              <a:gd name="connsiteY410" fmla="*/ 6493982 h 6858000"/>
              <a:gd name="connsiteX411" fmla="*/ 2147336 w 7467600"/>
              <a:gd name="connsiteY411" fmla="*/ 6594052 h 6858000"/>
              <a:gd name="connsiteX412" fmla="*/ 2207047 w 7467600"/>
              <a:gd name="connsiteY412" fmla="*/ 6654540 h 6858000"/>
              <a:gd name="connsiteX413" fmla="*/ 2299106 w 7467600"/>
              <a:gd name="connsiteY413" fmla="*/ 6778931 h 6858000"/>
              <a:gd name="connsiteX414" fmla="*/ 2314430 w 7467600"/>
              <a:gd name="connsiteY414" fmla="*/ 6801144 h 6858000"/>
              <a:gd name="connsiteX415" fmla="*/ 2352406 w 7467600"/>
              <a:gd name="connsiteY415" fmla="*/ 6858000 h 6858000"/>
              <a:gd name="connsiteX416" fmla="*/ 2314492 w 7467600"/>
              <a:gd name="connsiteY416" fmla="*/ 6858000 h 6858000"/>
              <a:gd name="connsiteX417" fmla="*/ 2288095 w 7467600"/>
              <a:gd name="connsiteY417" fmla="*/ 6818030 h 6858000"/>
              <a:gd name="connsiteX418" fmla="*/ 2272768 w 7467600"/>
              <a:gd name="connsiteY418" fmla="*/ 6795822 h 6858000"/>
              <a:gd name="connsiteX419" fmla="*/ 2182715 w 7467600"/>
              <a:gd name="connsiteY419" fmla="*/ 6675071 h 6858000"/>
              <a:gd name="connsiteX420" fmla="*/ 2032061 w 7467600"/>
              <a:gd name="connsiteY420" fmla="*/ 6541380 h 6858000"/>
              <a:gd name="connsiteX421" fmla="*/ 2257220 w 7467600"/>
              <a:gd name="connsiteY421" fmla="*/ 6826257 h 6858000"/>
              <a:gd name="connsiteX422" fmla="*/ 2281324 w 7467600"/>
              <a:gd name="connsiteY422" fmla="*/ 6858000 h 6858000"/>
              <a:gd name="connsiteX423" fmla="*/ 2242860 w 7467600"/>
              <a:gd name="connsiteY423" fmla="*/ 6858000 h 6858000"/>
              <a:gd name="connsiteX424" fmla="*/ 2232818 w 7467600"/>
              <a:gd name="connsiteY424" fmla="*/ 6844926 h 6858000"/>
              <a:gd name="connsiteX425" fmla="*/ 1990172 w 7467600"/>
              <a:gd name="connsiteY425" fmla="*/ 6542121 h 6858000"/>
              <a:gd name="connsiteX426" fmla="*/ 2124090 w 7467600"/>
              <a:gd name="connsiteY426" fmla="*/ 6761017 h 6858000"/>
              <a:gd name="connsiteX427" fmla="*/ 2200380 w 7467600"/>
              <a:gd name="connsiteY427" fmla="*/ 6858000 h 6858000"/>
              <a:gd name="connsiteX428" fmla="*/ 2147507 w 7467600"/>
              <a:gd name="connsiteY428" fmla="*/ 6858000 h 6858000"/>
              <a:gd name="connsiteX429" fmla="*/ 2070668 w 7467600"/>
              <a:gd name="connsiteY429" fmla="*/ 6761520 h 6858000"/>
              <a:gd name="connsiteX430" fmla="*/ 1975142 w 7467600"/>
              <a:gd name="connsiteY430" fmla="*/ 6585570 h 6858000"/>
              <a:gd name="connsiteX431" fmla="*/ 2050035 w 7467600"/>
              <a:gd name="connsiteY431" fmla="*/ 6813345 h 6858000"/>
              <a:gd name="connsiteX432" fmla="*/ 2063025 w 7467600"/>
              <a:gd name="connsiteY432" fmla="*/ 6858000 h 6858000"/>
              <a:gd name="connsiteX433" fmla="*/ 2021675 w 7467600"/>
              <a:gd name="connsiteY433" fmla="*/ 6858000 h 6858000"/>
              <a:gd name="connsiteX434" fmla="*/ 2019308 w 7467600"/>
              <a:gd name="connsiteY434" fmla="*/ 6847118 h 6858000"/>
              <a:gd name="connsiteX435" fmla="*/ 1938835 w 7467600"/>
              <a:gd name="connsiteY435" fmla="*/ 6551160 h 6858000"/>
              <a:gd name="connsiteX436" fmla="*/ 1953230 w 7467600"/>
              <a:gd name="connsiteY436" fmla="*/ 6759699 h 6858000"/>
              <a:gd name="connsiteX437" fmla="*/ 1956763 w 7467600"/>
              <a:gd name="connsiteY437" fmla="*/ 6778191 h 6858000"/>
              <a:gd name="connsiteX438" fmla="*/ 1967925 w 7467600"/>
              <a:gd name="connsiteY438" fmla="*/ 6858000 h 6858000"/>
              <a:gd name="connsiteX439" fmla="*/ 1936622 w 7467600"/>
              <a:gd name="connsiteY439" fmla="*/ 6858000 h 6858000"/>
              <a:gd name="connsiteX440" fmla="*/ 1926261 w 7467600"/>
              <a:gd name="connsiteY440" fmla="*/ 6784064 h 6858000"/>
              <a:gd name="connsiteX441" fmla="*/ 1922724 w 7467600"/>
              <a:gd name="connsiteY441" fmla="*/ 6765577 h 6858000"/>
              <a:gd name="connsiteX442" fmla="*/ 1904650 w 7467600"/>
              <a:gd name="connsiteY442" fmla="*/ 6639616 h 6858000"/>
              <a:gd name="connsiteX443" fmla="*/ 1885273 w 7467600"/>
              <a:gd name="connsiteY443" fmla="*/ 6858000 h 6858000"/>
              <a:gd name="connsiteX444" fmla="*/ 1854363 w 7467600"/>
              <a:gd name="connsiteY444" fmla="*/ 6858000 h 6858000"/>
              <a:gd name="connsiteX445" fmla="*/ 1880391 w 7467600"/>
              <a:gd name="connsiteY445" fmla="*/ 6603796 h 6858000"/>
              <a:gd name="connsiteX446" fmla="*/ 1818273 w 7467600"/>
              <a:gd name="connsiteY446" fmla="*/ 6715729 h 6858000"/>
              <a:gd name="connsiteX447" fmla="*/ 1794691 w 7467600"/>
              <a:gd name="connsiteY447" fmla="*/ 6843239 h 6858000"/>
              <a:gd name="connsiteX448" fmla="*/ 1794914 w 7467600"/>
              <a:gd name="connsiteY448" fmla="*/ 6858000 h 6858000"/>
              <a:gd name="connsiteX449" fmla="*/ 1746128 w 7467600"/>
              <a:gd name="connsiteY449" fmla="*/ 6858000 h 6858000"/>
              <a:gd name="connsiteX450" fmla="*/ 1753934 w 7467600"/>
              <a:gd name="connsiteY450" fmla="*/ 6724796 h 6858000"/>
              <a:gd name="connsiteX451" fmla="*/ 1792053 w 7467600"/>
              <a:gd name="connsiteY451" fmla="*/ 6572396 h 6858000"/>
              <a:gd name="connsiteX452" fmla="*/ 1862248 w 7467600"/>
              <a:gd name="connsiteY452" fmla="*/ 6266397 h 6858000"/>
              <a:gd name="connsiteX453" fmla="*/ 1862250 w 7467600"/>
              <a:gd name="connsiteY453" fmla="*/ 6033531 h 6858000"/>
              <a:gd name="connsiteX454" fmla="*/ 1211999 w 7467600"/>
              <a:gd name="connsiteY454" fmla="*/ 6683610 h 6858000"/>
              <a:gd name="connsiteX455" fmla="*/ 1213266 w 7467600"/>
              <a:gd name="connsiteY455" fmla="*/ 6691947 h 6858000"/>
              <a:gd name="connsiteX456" fmla="*/ 1203370 w 7467600"/>
              <a:gd name="connsiteY456" fmla="*/ 6850676 h 6858000"/>
              <a:gd name="connsiteX457" fmla="*/ 1203671 w 7467600"/>
              <a:gd name="connsiteY457" fmla="*/ 6858000 h 6858000"/>
              <a:gd name="connsiteX458" fmla="*/ 1143180 w 7467600"/>
              <a:gd name="connsiteY458" fmla="*/ 6858000 h 6858000"/>
              <a:gd name="connsiteX459" fmla="*/ 1142176 w 7467600"/>
              <a:gd name="connsiteY459" fmla="*/ 6766045 h 6858000"/>
              <a:gd name="connsiteX460" fmla="*/ 1067484 w 7467600"/>
              <a:gd name="connsiteY460" fmla="*/ 6858000 h 6858000"/>
              <a:gd name="connsiteX461" fmla="*/ 953928 w 7467600"/>
              <a:gd name="connsiteY461" fmla="*/ 6858000 h 6858000"/>
              <a:gd name="connsiteX462" fmla="*/ 959715 w 7467600"/>
              <a:gd name="connsiteY462" fmla="*/ 6850185 h 6858000"/>
              <a:gd name="connsiteX463" fmla="*/ 1483788 w 7467600"/>
              <a:gd name="connsiteY463" fmla="*/ 6259174 h 6858000"/>
              <a:gd name="connsiteX464" fmla="*/ 1100671 w 7467600"/>
              <a:gd name="connsiteY464" fmla="*/ 6252137 h 6858000"/>
              <a:gd name="connsiteX465" fmla="*/ 1090144 w 7467600"/>
              <a:gd name="connsiteY465" fmla="*/ 6256748 h 6858000"/>
              <a:gd name="connsiteX466" fmla="*/ 1095872 w 7467600"/>
              <a:gd name="connsiteY466" fmla="*/ 6271892 h 6858000"/>
              <a:gd name="connsiteX467" fmla="*/ 262785 w 7467600"/>
              <a:gd name="connsiteY467" fmla="*/ 6845450 h 6858000"/>
              <a:gd name="connsiteX468" fmla="*/ 209968 w 7467600"/>
              <a:gd name="connsiteY468" fmla="*/ 6770713 h 6858000"/>
              <a:gd name="connsiteX469" fmla="*/ 873460 w 7467600"/>
              <a:gd name="connsiteY469" fmla="*/ 6253768 h 6858000"/>
              <a:gd name="connsiteX470" fmla="*/ 192686 w 7467600"/>
              <a:gd name="connsiteY470" fmla="*/ 5849257 h 6858000"/>
              <a:gd name="connsiteX471" fmla="*/ 4696 w 7467600"/>
              <a:gd name="connsiteY471" fmla="*/ 5697668 h 6858000"/>
              <a:gd name="connsiteX472" fmla="*/ 0 w 7467600"/>
              <a:gd name="connsiteY472" fmla="*/ 5689984 h 6858000"/>
              <a:gd name="connsiteX473" fmla="*/ 0 w 7467600"/>
              <a:gd name="connsiteY473" fmla="*/ 5513472 h 6858000"/>
              <a:gd name="connsiteX474" fmla="*/ 174101 w 7467600"/>
              <a:gd name="connsiteY474" fmla="*/ 5620277 h 6858000"/>
              <a:gd name="connsiteX475" fmla="*/ 891800 w 7467600"/>
              <a:gd name="connsiteY475" fmla="*/ 6036935 h 6858000"/>
              <a:gd name="connsiteX476" fmla="*/ 1072219 w 7467600"/>
              <a:gd name="connsiteY476" fmla="*/ 6169443 h 6858000"/>
              <a:gd name="connsiteX477" fmla="*/ 1074117 w 7467600"/>
              <a:gd name="connsiteY477" fmla="*/ 6170301 h 6858000"/>
              <a:gd name="connsiteX478" fmla="*/ 1083114 w 7467600"/>
              <a:gd name="connsiteY478" fmla="*/ 6174131 h 6858000"/>
              <a:gd name="connsiteX479" fmla="*/ 1543010 w 7467600"/>
              <a:gd name="connsiteY479" fmla="*/ 6191140 h 6858000"/>
              <a:gd name="connsiteX480" fmla="*/ 1551080 w 7467600"/>
              <a:gd name="connsiteY480" fmla="*/ 6195006 h 6858000"/>
              <a:gd name="connsiteX481" fmla="*/ 2345443 w 7467600"/>
              <a:gd name="connsiteY481" fmla="*/ 5549882 h 6858000"/>
              <a:gd name="connsiteX482" fmla="*/ 1721499 w 7467600"/>
              <a:gd name="connsiteY482" fmla="*/ 5599969 h 6858000"/>
              <a:gd name="connsiteX483" fmla="*/ 767716 w 7467600"/>
              <a:gd name="connsiteY483" fmla="*/ 5472768 h 6858000"/>
              <a:gd name="connsiteX484" fmla="*/ 722147 w 7467600"/>
              <a:gd name="connsiteY484" fmla="*/ 5393091 h 6858000"/>
              <a:gd name="connsiteX485" fmla="*/ 1485552 w 7467600"/>
              <a:gd name="connsiteY485" fmla="*/ 5313202 h 6858000"/>
              <a:gd name="connsiteX486" fmla="*/ 2143004 w 7467600"/>
              <a:gd name="connsiteY486" fmla="*/ 5402420 h 6858000"/>
              <a:gd name="connsiteX487" fmla="*/ 1933391 w 7467600"/>
              <a:gd name="connsiteY487" fmla="*/ 5156971 h 6858000"/>
              <a:gd name="connsiteX488" fmla="*/ 1827118 w 7467600"/>
              <a:gd name="connsiteY488" fmla="*/ 4968410 h 6858000"/>
              <a:gd name="connsiteX489" fmla="*/ 1837349 w 7467600"/>
              <a:gd name="connsiteY489" fmla="*/ 4956357 h 6858000"/>
              <a:gd name="connsiteX490" fmla="*/ 2162835 w 7467600"/>
              <a:gd name="connsiteY490" fmla="*/ 5187853 h 6858000"/>
              <a:gd name="connsiteX491" fmla="*/ 2257167 w 7467600"/>
              <a:gd name="connsiteY491" fmla="*/ 5462123 h 6858000"/>
              <a:gd name="connsiteX492" fmla="*/ 2261598 w 7467600"/>
              <a:gd name="connsiteY492" fmla="*/ 5467998 h 6858000"/>
              <a:gd name="connsiteX493" fmla="*/ 2437177 w 7467600"/>
              <a:gd name="connsiteY493" fmla="*/ 5479608 h 6858000"/>
              <a:gd name="connsiteX494" fmla="*/ 2445247 w 7467600"/>
              <a:gd name="connsiteY494" fmla="*/ 5483476 h 6858000"/>
              <a:gd name="connsiteX495" fmla="*/ 2743626 w 7467600"/>
              <a:gd name="connsiteY495" fmla="*/ 5304819 h 6858000"/>
              <a:gd name="connsiteX496" fmla="*/ 3048102 w 7467600"/>
              <a:gd name="connsiteY496" fmla="*/ 5150595 h 6858000"/>
              <a:gd name="connsiteX497" fmla="*/ 1799414 w 7467600"/>
              <a:gd name="connsiteY497" fmla="*/ 4694732 h 6858000"/>
              <a:gd name="connsiteX498" fmla="*/ 1771735 w 7467600"/>
              <a:gd name="connsiteY498" fmla="*/ 4619929 h 6858000"/>
              <a:gd name="connsiteX499" fmla="*/ 3104273 w 7467600"/>
              <a:gd name="connsiteY499" fmla="*/ 5076159 h 6858000"/>
              <a:gd name="connsiteX500" fmla="*/ 3113245 w 7467600"/>
              <a:gd name="connsiteY500" fmla="*/ 5090705 h 6858000"/>
              <a:gd name="connsiteX501" fmla="*/ 3126294 w 7467600"/>
              <a:gd name="connsiteY501" fmla="*/ 5114400 h 6858000"/>
              <a:gd name="connsiteX502" fmla="*/ 3937433 w 7467600"/>
              <a:gd name="connsiteY502" fmla="*/ 4830473 h 6858000"/>
              <a:gd name="connsiteX503" fmla="*/ 3590475 w 7467600"/>
              <a:gd name="connsiteY503" fmla="*/ 4597974 h 6858000"/>
              <a:gd name="connsiteX504" fmla="*/ 3100264 w 7467600"/>
              <a:gd name="connsiteY504" fmla="*/ 4579845 h 6858000"/>
              <a:gd name="connsiteX505" fmla="*/ 2183576 w 7467600"/>
              <a:gd name="connsiteY505" fmla="*/ 4227150 h 6858000"/>
              <a:gd name="connsiteX506" fmla="*/ 2151029 w 7467600"/>
              <a:gd name="connsiteY506" fmla="*/ 4146947 h 6858000"/>
              <a:gd name="connsiteX507" fmla="*/ 3563434 w 7467600"/>
              <a:gd name="connsiteY507" fmla="*/ 4469115 h 6858000"/>
              <a:gd name="connsiteX508" fmla="*/ 3177952 w 7467600"/>
              <a:gd name="connsiteY508" fmla="*/ 3657386 h 6858000"/>
              <a:gd name="connsiteX509" fmla="*/ 3189263 w 7467600"/>
              <a:gd name="connsiteY509" fmla="*/ 3625726 h 6858000"/>
              <a:gd name="connsiteX510" fmla="*/ 3560912 w 7467600"/>
              <a:gd name="connsiteY510" fmla="*/ 4079863 h 6858000"/>
              <a:gd name="connsiteX511" fmla="*/ 3626636 w 7467600"/>
              <a:gd name="connsiteY511" fmla="*/ 4512230 h 6858000"/>
              <a:gd name="connsiteX512" fmla="*/ 3653088 w 7467600"/>
              <a:gd name="connsiteY512" fmla="*/ 4521417 h 6858000"/>
              <a:gd name="connsiteX513" fmla="*/ 3988128 w 7467600"/>
              <a:gd name="connsiteY513" fmla="*/ 4817267 h 6858000"/>
              <a:gd name="connsiteX514" fmla="*/ 4830582 w 7467600"/>
              <a:gd name="connsiteY514" fmla="*/ 4676000 h 6858000"/>
              <a:gd name="connsiteX515" fmla="*/ 4830100 w 7467600"/>
              <a:gd name="connsiteY515" fmla="*/ 4675554 h 6858000"/>
              <a:gd name="connsiteX516" fmla="*/ 4036318 w 7467600"/>
              <a:gd name="connsiteY516" fmla="*/ 4147013 h 6858000"/>
              <a:gd name="connsiteX517" fmla="*/ 3432098 w 7467600"/>
              <a:gd name="connsiteY517" fmla="*/ 3537312 h 6858000"/>
              <a:gd name="connsiteX518" fmla="*/ 3446761 w 7467600"/>
              <a:gd name="connsiteY518" fmla="*/ 3461278 h 6858000"/>
              <a:gd name="connsiteX519" fmla="*/ 4419733 w 7467600"/>
              <a:gd name="connsiteY519" fmla="*/ 3963555 h 6858000"/>
              <a:gd name="connsiteX520" fmla="*/ 4781371 w 7467600"/>
              <a:gd name="connsiteY520" fmla="*/ 4458604 h 6858000"/>
              <a:gd name="connsiteX521" fmla="*/ 4780440 w 7467600"/>
              <a:gd name="connsiteY521" fmla="*/ 4470290 h 6858000"/>
              <a:gd name="connsiteX522" fmla="*/ 4898954 w 7467600"/>
              <a:gd name="connsiteY522" fmla="*/ 4662092 h 6858000"/>
              <a:gd name="connsiteX523" fmla="*/ 4900699 w 7467600"/>
              <a:gd name="connsiteY523" fmla="*/ 4670867 h 6858000"/>
              <a:gd name="connsiteX524" fmla="*/ 5714511 w 7467600"/>
              <a:gd name="connsiteY524" fmla="*/ 4663483 h 6858000"/>
              <a:gd name="connsiteX525" fmla="*/ 5464793 w 7467600"/>
              <a:gd name="connsiteY525" fmla="*/ 4393556 h 6858000"/>
              <a:gd name="connsiteX526" fmla="*/ 5461897 w 7467600"/>
              <a:gd name="connsiteY526" fmla="*/ 4390879 h 6858000"/>
              <a:gd name="connsiteX527" fmla="*/ 4294126 w 7467600"/>
              <a:gd name="connsiteY527" fmla="*/ 3303048 h 6858000"/>
              <a:gd name="connsiteX528" fmla="*/ 4305321 w 7467600"/>
              <a:gd name="connsiteY528" fmla="*/ 3256953 h 6858000"/>
              <a:gd name="connsiteX529" fmla="*/ 4949299 w 7467600"/>
              <a:gd name="connsiteY529" fmla="*/ 3766336 h 6858000"/>
              <a:gd name="connsiteX530" fmla="*/ 5291452 w 7467600"/>
              <a:gd name="connsiteY530" fmla="*/ 4076801 h 6858000"/>
              <a:gd name="connsiteX531" fmla="*/ 5434998 w 7467600"/>
              <a:gd name="connsiteY531" fmla="*/ 4254100 h 6858000"/>
              <a:gd name="connsiteX532" fmla="*/ 5351015 w 7467600"/>
              <a:gd name="connsiteY532" fmla="*/ 3760989 h 6858000"/>
              <a:gd name="connsiteX533" fmla="*/ 5413780 w 7467600"/>
              <a:gd name="connsiteY533" fmla="*/ 2966265 h 6858000"/>
              <a:gd name="connsiteX534" fmla="*/ 5425627 w 7467600"/>
              <a:gd name="connsiteY534" fmla="*/ 2954192 h 6858000"/>
              <a:gd name="connsiteX535" fmla="*/ 6604735 w 7467600"/>
              <a:gd name="connsiteY535" fmla="*/ 2041381 h 6858000"/>
              <a:gd name="connsiteX536" fmla="*/ 7204487 w 7467600"/>
              <a:gd name="connsiteY536" fmla="*/ 2742112 h 6858000"/>
              <a:gd name="connsiteX537" fmla="*/ 7131592 w 7467600"/>
              <a:gd name="connsiteY537" fmla="*/ 2672096 h 6858000"/>
              <a:gd name="connsiteX538" fmla="*/ 6996344 w 7467600"/>
              <a:gd name="connsiteY538" fmla="*/ 2518310 h 6858000"/>
              <a:gd name="connsiteX539" fmla="*/ 6735495 w 7467600"/>
              <a:gd name="connsiteY539" fmla="*/ 2196890 h 6858000"/>
              <a:gd name="connsiteX540" fmla="*/ 6721901 w 7467600"/>
              <a:gd name="connsiteY540" fmla="*/ 2179274 h 6858000"/>
              <a:gd name="connsiteX541" fmla="*/ 6604735 w 7467600"/>
              <a:gd name="connsiteY541" fmla="*/ 2041381 h 6858000"/>
              <a:gd name="connsiteX542" fmla="*/ 6591670 w 7467600"/>
              <a:gd name="connsiteY542" fmla="*/ 1988277 h 6858000"/>
              <a:gd name="connsiteX543" fmla="*/ 6747349 w 7467600"/>
              <a:gd name="connsiteY543" fmla="*/ 2160069 h 6858000"/>
              <a:gd name="connsiteX544" fmla="*/ 6760943 w 7467600"/>
              <a:gd name="connsiteY544" fmla="*/ 2177686 h 6858000"/>
              <a:gd name="connsiteX545" fmla="*/ 7021065 w 7467600"/>
              <a:gd name="connsiteY545" fmla="*/ 2498102 h 6858000"/>
              <a:gd name="connsiteX546" fmla="*/ 7155223 w 7467600"/>
              <a:gd name="connsiteY546" fmla="*/ 2650386 h 6858000"/>
              <a:gd name="connsiteX547" fmla="*/ 7203167 w 7467600"/>
              <a:gd name="connsiteY547" fmla="*/ 2697288 h 6858000"/>
              <a:gd name="connsiteX548" fmla="*/ 6937703 w 7467600"/>
              <a:gd name="connsiteY548" fmla="*/ 2321981 h 6858000"/>
              <a:gd name="connsiteX549" fmla="*/ 6591670 w 7467600"/>
              <a:gd name="connsiteY549" fmla="*/ 1988277 h 6858000"/>
              <a:gd name="connsiteX550" fmla="*/ 5798671 w 7467600"/>
              <a:gd name="connsiteY550" fmla="*/ 1981601 h 6858000"/>
              <a:gd name="connsiteX551" fmla="*/ 5754709 w 7467600"/>
              <a:gd name="connsiteY551" fmla="*/ 2071454 h 6858000"/>
              <a:gd name="connsiteX552" fmla="*/ 5763044 w 7467600"/>
              <a:gd name="connsiteY552" fmla="*/ 2842206 h 6858000"/>
              <a:gd name="connsiteX553" fmla="*/ 5764974 w 7467600"/>
              <a:gd name="connsiteY553" fmla="*/ 2799609 h 6858000"/>
              <a:gd name="connsiteX554" fmla="*/ 5767665 w 7467600"/>
              <a:gd name="connsiteY554" fmla="*/ 2666409 h 6858000"/>
              <a:gd name="connsiteX555" fmla="*/ 5763055 w 7467600"/>
              <a:gd name="connsiteY555" fmla="*/ 2579705 h 6858000"/>
              <a:gd name="connsiteX556" fmla="*/ 5758079 w 7467600"/>
              <a:gd name="connsiteY556" fmla="*/ 2492508 h 6858000"/>
              <a:gd name="connsiteX557" fmla="*/ 5779325 w 7467600"/>
              <a:gd name="connsiteY557" fmla="*/ 2197069 h 6858000"/>
              <a:gd name="connsiteX558" fmla="*/ 5798671 w 7467600"/>
              <a:gd name="connsiteY558" fmla="*/ 1981601 h 6858000"/>
              <a:gd name="connsiteX559" fmla="*/ 5829202 w 7467600"/>
              <a:gd name="connsiteY559" fmla="*/ 1971679 h 6858000"/>
              <a:gd name="connsiteX560" fmla="*/ 5809558 w 7467600"/>
              <a:gd name="connsiteY560" fmla="*/ 2198043 h 6858000"/>
              <a:gd name="connsiteX561" fmla="*/ 5788653 w 7467600"/>
              <a:gd name="connsiteY561" fmla="*/ 2489430 h 6858000"/>
              <a:gd name="connsiteX562" fmla="*/ 5793439 w 7467600"/>
              <a:gd name="connsiteY562" fmla="*/ 2575235 h 6858000"/>
              <a:gd name="connsiteX563" fmla="*/ 5796837 w 7467600"/>
              <a:gd name="connsiteY563" fmla="*/ 2637633 h 6858000"/>
              <a:gd name="connsiteX564" fmla="*/ 5818614 w 7467600"/>
              <a:gd name="connsiteY564" fmla="*/ 2473055 h 6858000"/>
              <a:gd name="connsiteX565" fmla="*/ 5829202 w 7467600"/>
              <a:gd name="connsiteY565" fmla="*/ 1971679 h 6858000"/>
              <a:gd name="connsiteX566" fmla="*/ 5911389 w 7467600"/>
              <a:gd name="connsiteY566" fmla="*/ 1898371 h 6858000"/>
              <a:gd name="connsiteX567" fmla="*/ 6237627 w 7467600"/>
              <a:gd name="connsiteY567" fmla="*/ 2231921 h 6858000"/>
              <a:gd name="connsiteX568" fmla="*/ 5911389 w 7467600"/>
              <a:gd name="connsiteY568" fmla="*/ 1898371 h 6858000"/>
              <a:gd name="connsiteX569" fmla="*/ 6944437 w 7467600"/>
              <a:gd name="connsiteY569" fmla="*/ 1575402 h 6858000"/>
              <a:gd name="connsiteX570" fmla="*/ 6304730 w 7467600"/>
              <a:gd name="connsiteY570" fmla="*/ 1766654 h 6858000"/>
              <a:gd name="connsiteX571" fmla="*/ 6944437 w 7467600"/>
              <a:gd name="connsiteY571" fmla="*/ 1575402 h 6858000"/>
              <a:gd name="connsiteX572" fmla="*/ 7019523 w 7467600"/>
              <a:gd name="connsiteY572" fmla="*/ 1519450 h 6858000"/>
              <a:gd name="connsiteX573" fmla="*/ 6298091 w 7467600"/>
              <a:gd name="connsiteY573" fmla="*/ 1737122 h 6858000"/>
              <a:gd name="connsiteX574" fmla="*/ 7019523 w 7467600"/>
              <a:gd name="connsiteY574" fmla="*/ 1519450 h 6858000"/>
              <a:gd name="connsiteX575" fmla="*/ 2399523 w 7467600"/>
              <a:gd name="connsiteY575" fmla="*/ 1428234 h 6858000"/>
              <a:gd name="connsiteX576" fmla="*/ 2224982 w 7467600"/>
              <a:gd name="connsiteY576" fmla="*/ 1826201 h 6858000"/>
              <a:gd name="connsiteX577" fmla="*/ 2096099 w 7467600"/>
              <a:gd name="connsiteY577" fmla="*/ 2345900 h 6858000"/>
              <a:gd name="connsiteX578" fmla="*/ 2283317 w 7467600"/>
              <a:gd name="connsiteY578" fmla="*/ 1796925 h 6858000"/>
              <a:gd name="connsiteX579" fmla="*/ 2399523 w 7467600"/>
              <a:gd name="connsiteY579" fmla="*/ 1428234 h 6858000"/>
              <a:gd name="connsiteX580" fmla="*/ 2448558 w 7467600"/>
              <a:gd name="connsiteY580" fmla="*/ 1373435 h 6858000"/>
              <a:gd name="connsiteX581" fmla="*/ 2312521 w 7467600"/>
              <a:gd name="connsiteY581" fmla="*/ 1806140 h 6858000"/>
              <a:gd name="connsiteX582" fmla="*/ 2127533 w 7467600"/>
              <a:gd name="connsiteY582" fmla="*/ 2348380 h 6858000"/>
              <a:gd name="connsiteX583" fmla="*/ 2358080 w 7467600"/>
              <a:gd name="connsiteY583" fmla="*/ 1866134 h 6858000"/>
              <a:gd name="connsiteX584" fmla="*/ 2407436 w 7467600"/>
              <a:gd name="connsiteY584" fmla="*/ 1651070 h 6858000"/>
              <a:gd name="connsiteX585" fmla="*/ 2448558 w 7467600"/>
              <a:gd name="connsiteY585" fmla="*/ 1373435 h 6858000"/>
              <a:gd name="connsiteX586" fmla="*/ 278707 w 7467600"/>
              <a:gd name="connsiteY586" fmla="*/ 1352270 h 6858000"/>
              <a:gd name="connsiteX587" fmla="*/ 321570 w 7467600"/>
              <a:gd name="connsiteY587" fmla="*/ 1861610 h 6858000"/>
              <a:gd name="connsiteX588" fmla="*/ 294281 w 7467600"/>
              <a:gd name="connsiteY588" fmla="*/ 1440658 h 6858000"/>
              <a:gd name="connsiteX589" fmla="*/ 278707 w 7467600"/>
              <a:gd name="connsiteY589" fmla="*/ 1352270 h 6858000"/>
              <a:gd name="connsiteX590" fmla="*/ 1423821 w 7467600"/>
              <a:gd name="connsiteY590" fmla="*/ 1351958 h 6858000"/>
              <a:gd name="connsiteX591" fmla="*/ 1638521 w 7467600"/>
              <a:gd name="connsiteY591" fmla="*/ 1908470 h 6858000"/>
              <a:gd name="connsiteX592" fmla="*/ 1754199 w 7467600"/>
              <a:gd name="connsiteY592" fmla="*/ 2149284 h 6858000"/>
              <a:gd name="connsiteX593" fmla="*/ 1908359 w 7467600"/>
              <a:gd name="connsiteY593" fmla="*/ 2364988 h 6858000"/>
              <a:gd name="connsiteX594" fmla="*/ 1647661 w 7467600"/>
              <a:gd name="connsiteY594" fmla="*/ 1825945 h 6858000"/>
              <a:gd name="connsiteX595" fmla="*/ 1423821 w 7467600"/>
              <a:gd name="connsiteY595" fmla="*/ 1351958 h 6858000"/>
              <a:gd name="connsiteX596" fmla="*/ 1431890 w 7467600"/>
              <a:gd name="connsiteY596" fmla="*/ 1306475 h 6858000"/>
              <a:gd name="connsiteX597" fmla="*/ 1507597 w 7467600"/>
              <a:gd name="connsiteY597" fmla="*/ 1446132 h 6858000"/>
              <a:gd name="connsiteX598" fmla="*/ 1674586 w 7467600"/>
              <a:gd name="connsiteY598" fmla="*/ 1813832 h 6858000"/>
              <a:gd name="connsiteX599" fmla="*/ 1815950 w 7467600"/>
              <a:gd name="connsiteY599" fmla="*/ 2128564 h 6858000"/>
              <a:gd name="connsiteX600" fmla="*/ 1984242 w 7467600"/>
              <a:gd name="connsiteY600" fmla="*/ 2430829 h 6858000"/>
              <a:gd name="connsiteX601" fmla="*/ 2014023 w 7467600"/>
              <a:gd name="connsiteY601" fmla="*/ 2450995 h 6858000"/>
              <a:gd name="connsiteX602" fmla="*/ 1747337 w 7467600"/>
              <a:gd name="connsiteY602" fmla="*/ 1855264 h 6858000"/>
              <a:gd name="connsiteX603" fmla="*/ 1533749 w 7467600"/>
              <a:gd name="connsiteY603" fmla="*/ 1478656 h 6858000"/>
              <a:gd name="connsiteX604" fmla="*/ 1431890 w 7467600"/>
              <a:gd name="connsiteY604" fmla="*/ 1306475 h 6858000"/>
              <a:gd name="connsiteX605" fmla="*/ 5052692 w 7467600"/>
              <a:gd name="connsiteY605" fmla="*/ 1292994 h 6858000"/>
              <a:gd name="connsiteX606" fmla="*/ 5200661 w 7467600"/>
              <a:gd name="connsiteY606" fmla="*/ 1635186 h 6858000"/>
              <a:gd name="connsiteX607" fmla="*/ 5297138 w 7467600"/>
              <a:gd name="connsiteY607" fmla="*/ 1906351 h 6858000"/>
              <a:gd name="connsiteX608" fmla="*/ 5052692 w 7467600"/>
              <a:gd name="connsiteY608" fmla="*/ 1292994 h 6858000"/>
              <a:gd name="connsiteX609" fmla="*/ 5009948 w 7467600"/>
              <a:gd name="connsiteY609" fmla="*/ 1273619 h 6858000"/>
              <a:gd name="connsiteX610" fmla="*/ 5121777 w 7467600"/>
              <a:gd name="connsiteY610" fmla="*/ 1654213 h 6858000"/>
              <a:gd name="connsiteX611" fmla="*/ 5293545 w 7467600"/>
              <a:gd name="connsiteY611" fmla="*/ 2072247 h 6858000"/>
              <a:gd name="connsiteX612" fmla="*/ 5294042 w 7467600"/>
              <a:gd name="connsiteY612" fmla="*/ 2065019 h 6858000"/>
              <a:gd name="connsiteX613" fmla="*/ 5171936 w 7467600"/>
              <a:gd name="connsiteY613" fmla="*/ 1647613 h 6858000"/>
              <a:gd name="connsiteX614" fmla="*/ 5009948 w 7467600"/>
              <a:gd name="connsiteY614" fmla="*/ 1273619 h 6858000"/>
              <a:gd name="connsiteX615" fmla="*/ 655236 w 7467600"/>
              <a:gd name="connsiteY615" fmla="*/ 1268632 h 6858000"/>
              <a:gd name="connsiteX616" fmla="*/ 839521 w 7467600"/>
              <a:gd name="connsiteY616" fmla="*/ 1685315 h 6858000"/>
              <a:gd name="connsiteX617" fmla="*/ 1109416 w 7467600"/>
              <a:gd name="connsiteY617" fmla="*/ 2061663 h 6858000"/>
              <a:gd name="connsiteX618" fmla="*/ 1298300 w 7467600"/>
              <a:gd name="connsiteY618" fmla="*/ 2247742 h 6858000"/>
              <a:gd name="connsiteX619" fmla="*/ 1125871 w 7467600"/>
              <a:gd name="connsiteY619" fmla="*/ 1989513 h 6858000"/>
              <a:gd name="connsiteX620" fmla="*/ 981574 w 7467600"/>
              <a:gd name="connsiteY620" fmla="*/ 1783157 h 6858000"/>
              <a:gd name="connsiteX621" fmla="*/ 922198 w 7467600"/>
              <a:gd name="connsiteY621" fmla="*/ 1677437 h 6858000"/>
              <a:gd name="connsiteX622" fmla="*/ 869293 w 7467600"/>
              <a:gd name="connsiteY622" fmla="*/ 1583214 h 6858000"/>
              <a:gd name="connsiteX623" fmla="*/ 751431 w 7467600"/>
              <a:gd name="connsiteY623" fmla="*/ 1405731 h 6858000"/>
              <a:gd name="connsiteX624" fmla="*/ 655236 w 7467600"/>
              <a:gd name="connsiteY624" fmla="*/ 1268632 h 6858000"/>
              <a:gd name="connsiteX625" fmla="*/ 6516292 w 7467600"/>
              <a:gd name="connsiteY625" fmla="*/ 1263064 h 6858000"/>
              <a:gd name="connsiteX626" fmla="*/ 5736320 w 7467600"/>
              <a:gd name="connsiteY626" fmla="*/ 1501803 h 6858000"/>
              <a:gd name="connsiteX627" fmla="*/ 6516292 w 7467600"/>
              <a:gd name="connsiteY627" fmla="*/ 1263064 h 6858000"/>
              <a:gd name="connsiteX628" fmla="*/ 291466 w 7467600"/>
              <a:gd name="connsiteY628" fmla="*/ 1250369 h 6858000"/>
              <a:gd name="connsiteX629" fmla="*/ 323180 w 7467600"/>
              <a:gd name="connsiteY629" fmla="*/ 1435283 h 6858000"/>
              <a:gd name="connsiteX630" fmla="*/ 349381 w 7467600"/>
              <a:gd name="connsiteY630" fmla="*/ 1875041 h 6858000"/>
              <a:gd name="connsiteX631" fmla="*/ 374363 w 7467600"/>
              <a:gd name="connsiteY631" fmla="*/ 1506494 h 6858000"/>
              <a:gd name="connsiteX632" fmla="*/ 302168 w 7467600"/>
              <a:gd name="connsiteY632" fmla="*/ 1274495 h 6858000"/>
              <a:gd name="connsiteX633" fmla="*/ 291466 w 7467600"/>
              <a:gd name="connsiteY633" fmla="*/ 1250369 h 6858000"/>
              <a:gd name="connsiteX634" fmla="*/ 678222 w 7467600"/>
              <a:gd name="connsiteY634" fmla="*/ 1248670 h 6858000"/>
              <a:gd name="connsiteX635" fmla="*/ 775536 w 7467600"/>
              <a:gd name="connsiteY635" fmla="*/ 1388015 h 6858000"/>
              <a:gd name="connsiteX636" fmla="*/ 894529 w 7467600"/>
              <a:gd name="connsiteY636" fmla="*/ 1567739 h 6858000"/>
              <a:gd name="connsiteX637" fmla="*/ 948000 w 7467600"/>
              <a:gd name="connsiteY637" fmla="*/ 1663088 h 6858000"/>
              <a:gd name="connsiteX638" fmla="*/ 1006812 w 7467600"/>
              <a:gd name="connsiteY638" fmla="*/ 1767683 h 6858000"/>
              <a:gd name="connsiteX639" fmla="*/ 1149133 w 7467600"/>
              <a:gd name="connsiteY639" fmla="*/ 1971513 h 6858000"/>
              <a:gd name="connsiteX640" fmla="*/ 1333952 w 7467600"/>
              <a:gd name="connsiteY640" fmla="*/ 2251620 h 6858000"/>
              <a:gd name="connsiteX641" fmla="*/ 1337329 w 7467600"/>
              <a:gd name="connsiteY641" fmla="*/ 2258350 h 6858000"/>
              <a:gd name="connsiteX642" fmla="*/ 1014726 w 7467600"/>
              <a:gd name="connsiteY642" fmla="*/ 1615556 h 6858000"/>
              <a:gd name="connsiteX643" fmla="*/ 678222 w 7467600"/>
              <a:gd name="connsiteY643" fmla="*/ 1248670 h 6858000"/>
              <a:gd name="connsiteX644" fmla="*/ 6691602 w 7467600"/>
              <a:gd name="connsiteY644" fmla="*/ 1140573 h 6858000"/>
              <a:gd name="connsiteX645" fmla="*/ 6571100 w 7467600"/>
              <a:gd name="connsiteY645" fmla="*/ 1183662 h 6858000"/>
              <a:gd name="connsiteX646" fmla="*/ 6241687 w 7467600"/>
              <a:gd name="connsiteY646" fmla="*/ 1257600 h 6858000"/>
              <a:gd name="connsiteX647" fmla="*/ 5693009 w 7467600"/>
              <a:gd name="connsiteY647" fmla="*/ 1478256 h 6858000"/>
              <a:gd name="connsiteX648" fmla="*/ 6548420 w 7467600"/>
              <a:gd name="connsiteY648" fmla="*/ 1214599 h 6858000"/>
              <a:gd name="connsiteX649" fmla="*/ 6605473 w 7467600"/>
              <a:gd name="connsiteY649" fmla="*/ 1184686 h 6858000"/>
              <a:gd name="connsiteX650" fmla="*/ 6691602 w 7467600"/>
              <a:gd name="connsiteY650" fmla="*/ 1140573 h 6858000"/>
              <a:gd name="connsiteX651" fmla="*/ 4002475 w 7467600"/>
              <a:gd name="connsiteY651" fmla="*/ 1037802 h 6858000"/>
              <a:gd name="connsiteX652" fmla="*/ 4000324 w 7467600"/>
              <a:gd name="connsiteY652" fmla="*/ 1039362 h 6858000"/>
              <a:gd name="connsiteX653" fmla="*/ 4002862 w 7467600"/>
              <a:gd name="connsiteY653" fmla="*/ 1042866 h 6858000"/>
              <a:gd name="connsiteX654" fmla="*/ 4002475 w 7467600"/>
              <a:gd name="connsiteY654" fmla="*/ 1037802 h 6858000"/>
              <a:gd name="connsiteX655" fmla="*/ 506322 w 7467600"/>
              <a:gd name="connsiteY655" fmla="*/ 1020997 h 6858000"/>
              <a:gd name="connsiteX656" fmla="*/ 533068 w 7467600"/>
              <a:gd name="connsiteY656" fmla="*/ 1029409 h 6858000"/>
              <a:gd name="connsiteX657" fmla="*/ 1232525 w 7467600"/>
              <a:gd name="connsiteY657" fmla="*/ 1804675 h 6858000"/>
              <a:gd name="connsiteX658" fmla="*/ 1388858 w 7467600"/>
              <a:gd name="connsiteY658" fmla="*/ 2368011 h 6858000"/>
              <a:gd name="connsiteX659" fmla="*/ 1384098 w 7467600"/>
              <a:gd name="connsiteY659" fmla="*/ 2378125 h 6858000"/>
              <a:gd name="connsiteX660" fmla="*/ 1425393 w 7467600"/>
              <a:gd name="connsiteY660" fmla="*/ 2589124 h 6858000"/>
              <a:gd name="connsiteX661" fmla="*/ 1424001 w 7467600"/>
              <a:gd name="connsiteY661" fmla="*/ 2597541 h 6858000"/>
              <a:gd name="connsiteX662" fmla="*/ 2152729 w 7467600"/>
              <a:gd name="connsiteY662" fmla="*/ 2864487 h 6858000"/>
              <a:gd name="connsiteX663" fmla="*/ 2020609 w 7467600"/>
              <a:gd name="connsiteY663" fmla="*/ 2539671 h 6858000"/>
              <a:gd name="connsiteX664" fmla="*/ 2018920 w 7467600"/>
              <a:gd name="connsiteY664" fmla="*/ 2536309 h 6858000"/>
              <a:gd name="connsiteX665" fmla="*/ 1342441 w 7467600"/>
              <a:gd name="connsiteY665" fmla="*/ 1173017 h 6858000"/>
              <a:gd name="connsiteX666" fmla="*/ 1367925 w 7467600"/>
              <a:gd name="connsiteY666" fmla="*/ 1135648 h 6858000"/>
              <a:gd name="connsiteX667" fmla="*/ 1771401 w 7467600"/>
              <a:gd name="connsiteY667" fmla="*/ 1806673 h 6858000"/>
              <a:gd name="connsiteX668" fmla="*/ 1972385 w 7467600"/>
              <a:gd name="connsiteY668" fmla="*/ 2198735 h 6858000"/>
              <a:gd name="connsiteX669" fmla="*/ 2040892 w 7467600"/>
              <a:gd name="connsiteY669" fmla="*/ 2405205 h 6858000"/>
              <a:gd name="connsiteX670" fmla="*/ 2131689 w 7467600"/>
              <a:gd name="connsiteY670" fmla="*/ 1936926 h 6858000"/>
              <a:gd name="connsiteX671" fmla="*/ 2454820 w 7467600"/>
              <a:gd name="connsiteY671" fmla="*/ 1248808 h 6858000"/>
              <a:gd name="connsiteX672" fmla="*/ 2492512 w 7467600"/>
              <a:gd name="connsiteY672" fmla="*/ 1302920 h 6858000"/>
              <a:gd name="connsiteX673" fmla="*/ 2081216 w 7467600"/>
              <a:gd name="connsiteY673" fmla="*/ 2527513 h 6858000"/>
              <a:gd name="connsiteX674" fmla="*/ 2081211 w 7467600"/>
              <a:gd name="connsiteY674" fmla="*/ 2528916 h 6858000"/>
              <a:gd name="connsiteX675" fmla="*/ 2199067 w 7467600"/>
              <a:gd name="connsiteY675" fmla="*/ 2884061 h 6858000"/>
              <a:gd name="connsiteX676" fmla="*/ 3192586 w 7467600"/>
              <a:gd name="connsiteY676" fmla="*/ 3411496 h 6858000"/>
              <a:gd name="connsiteX677" fmla="*/ 3182620 w 7467600"/>
              <a:gd name="connsiteY677" fmla="*/ 3483279 h 6858000"/>
              <a:gd name="connsiteX678" fmla="*/ 2435119 w 7467600"/>
              <a:gd name="connsiteY678" fmla="*/ 3080173 h 6858000"/>
              <a:gd name="connsiteX679" fmla="*/ 2410152 w 7467600"/>
              <a:gd name="connsiteY679" fmla="*/ 3063751 h 6858000"/>
              <a:gd name="connsiteX680" fmla="*/ 2408099 w 7467600"/>
              <a:gd name="connsiteY680" fmla="*/ 3064403 h 6858000"/>
              <a:gd name="connsiteX681" fmla="*/ 2407218 w 7467600"/>
              <a:gd name="connsiteY681" fmla="*/ 3070324 h 6858000"/>
              <a:gd name="connsiteX682" fmla="*/ 2380138 w 7467600"/>
              <a:gd name="connsiteY682" fmla="*/ 3099341 h 6858000"/>
              <a:gd name="connsiteX683" fmla="*/ 1765923 w 7467600"/>
              <a:gd name="connsiteY683" fmla="*/ 3581043 h 6858000"/>
              <a:gd name="connsiteX684" fmla="*/ 1702258 w 7467600"/>
              <a:gd name="connsiteY684" fmla="*/ 3612286 h 6858000"/>
              <a:gd name="connsiteX685" fmla="*/ 1538370 w 7467600"/>
              <a:gd name="connsiteY685" fmla="*/ 3811804 h 6858000"/>
              <a:gd name="connsiteX686" fmla="*/ 542867 w 7467600"/>
              <a:gd name="connsiteY686" fmla="*/ 4944092 h 6858000"/>
              <a:gd name="connsiteX687" fmla="*/ 515800 w 7467600"/>
              <a:gd name="connsiteY687" fmla="*/ 4862180 h 6858000"/>
              <a:gd name="connsiteX688" fmla="*/ 909145 w 7467600"/>
              <a:gd name="connsiteY688" fmla="*/ 4199225 h 6858000"/>
              <a:gd name="connsiteX689" fmla="*/ 1214067 w 7467600"/>
              <a:gd name="connsiteY689" fmla="*/ 3908561 h 6858000"/>
              <a:gd name="connsiteX690" fmla="*/ 640967 w 7467600"/>
              <a:gd name="connsiteY690" fmla="*/ 4105601 h 6858000"/>
              <a:gd name="connsiteX691" fmla="*/ 112563 w 7467600"/>
              <a:gd name="connsiteY691" fmla="*/ 4396952 h 6858000"/>
              <a:gd name="connsiteX692" fmla="*/ 0 w 7467600"/>
              <a:gd name="connsiteY692" fmla="*/ 4466006 h 6858000"/>
              <a:gd name="connsiteX693" fmla="*/ 0 w 7467600"/>
              <a:gd name="connsiteY693" fmla="*/ 4233763 h 6858000"/>
              <a:gd name="connsiteX694" fmla="*/ 36881 w 7467600"/>
              <a:gd name="connsiteY694" fmla="*/ 4200118 h 6858000"/>
              <a:gd name="connsiteX695" fmla="*/ 910534 w 7467600"/>
              <a:gd name="connsiteY695" fmla="*/ 3629753 h 6858000"/>
              <a:gd name="connsiteX696" fmla="*/ 1578717 w 7467600"/>
              <a:gd name="connsiteY696" fmla="*/ 3575982 h 6858000"/>
              <a:gd name="connsiteX697" fmla="*/ 2338780 w 7467600"/>
              <a:gd name="connsiteY697" fmla="*/ 3033725 h 6858000"/>
              <a:gd name="connsiteX698" fmla="*/ 1807991 w 7467600"/>
              <a:gd name="connsiteY698" fmla="*/ 2807184 h 6858000"/>
              <a:gd name="connsiteX699" fmla="*/ 1416358 w 7467600"/>
              <a:gd name="connsiteY699" fmla="*/ 3112571 h 6858000"/>
              <a:gd name="connsiteX700" fmla="*/ 939066 w 7467600"/>
              <a:gd name="connsiteY700" fmla="*/ 3378798 h 6858000"/>
              <a:gd name="connsiteX701" fmla="*/ 115099 w 7467600"/>
              <a:gd name="connsiteY701" fmla="*/ 3607650 h 6858000"/>
              <a:gd name="connsiteX702" fmla="*/ 97284 w 7467600"/>
              <a:gd name="connsiteY702" fmla="*/ 3520393 h 6858000"/>
              <a:gd name="connsiteX703" fmla="*/ 922050 w 7467600"/>
              <a:gd name="connsiteY703" fmla="*/ 3074867 h 6858000"/>
              <a:gd name="connsiteX704" fmla="*/ 1405265 w 7467600"/>
              <a:gd name="connsiteY704" fmla="*/ 3016319 h 6858000"/>
              <a:gd name="connsiteX705" fmla="*/ 1407512 w 7467600"/>
              <a:gd name="connsiteY705" fmla="*/ 3018001 h 6858000"/>
              <a:gd name="connsiteX706" fmla="*/ 1726266 w 7467600"/>
              <a:gd name="connsiteY706" fmla="*/ 2777274 h 6858000"/>
              <a:gd name="connsiteX707" fmla="*/ 625390 w 7467600"/>
              <a:gd name="connsiteY707" fmla="*/ 2514541 h 6858000"/>
              <a:gd name="connsiteX708" fmla="*/ 619799 w 7467600"/>
              <a:gd name="connsiteY708" fmla="*/ 2527180 h 6858000"/>
              <a:gd name="connsiteX709" fmla="*/ 310030 w 7467600"/>
              <a:gd name="connsiteY709" fmla="*/ 2771818 h 6858000"/>
              <a:gd name="connsiteX710" fmla="*/ 173877 w 7467600"/>
              <a:gd name="connsiteY710" fmla="*/ 2937056 h 6858000"/>
              <a:gd name="connsiteX711" fmla="*/ 77889 w 7467600"/>
              <a:gd name="connsiteY711" fmla="*/ 3138440 h 6858000"/>
              <a:gd name="connsiteX712" fmla="*/ 0 w 7467600"/>
              <a:gd name="connsiteY712" fmla="*/ 3271395 h 6858000"/>
              <a:gd name="connsiteX713" fmla="*/ 0 w 7467600"/>
              <a:gd name="connsiteY713" fmla="*/ 3153002 h 6858000"/>
              <a:gd name="connsiteX714" fmla="*/ 2386 w 7467600"/>
              <a:gd name="connsiteY714" fmla="*/ 3149203 h 6858000"/>
              <a:gd name="connsiteX715" fmla="*/ 89753 w 7467600"/>
              <a:gd name="connsiteY715" fmla="*/ 2987702 h 6858000"/>
              <a:gd name="connsiteX716" fmla="*/ 76869 w 7467600"/>
              <a:gd name="connsiteY716" fmla="*/ 3005404 h 6858000"/>
              <a:gd name="connsiteX717" fmla="*/ 32049 w 7467600"/>
              <a:gd name="connsiteY717" fmla="*/ 3065814 h 6858000"/>
              <a:gd name="connsiteX718" fmla="*/ 0 w 7467600"/>
              <a:gd name="connsiteY718" fmla="*/ 3108744 h 6858000"/>
              <a:gd name="connsiteX719" fmla="*/ 0 w 7467600"/>
              <a:gd name="connsiteY719" fmla="*/ 3058059 h 6858000"/>
              <a:gd name="connsiteX720" fmla="*/ 7610 w 7467600"/>
              <a:gd name="connsiteY720" fmla="*/ 3047889 h 6858000"/>
              <a:gd name="connsiteX721" fmla="*/ 52419 w 7467600"/>
              <a:gd name="connsiteY721" fmla="*/ 2987479 h 6858000"/>
              <a:gd name="connsiteX722" fmla="*/ 59142 w 7467600"/>
              <a:gd name="connsiteY722" fmla="*/ 2978488 h 6858000"/>
              <a:gd name="connsiteX723" fmla="*/ 0 w 7467600"/>
              <a:gd name="connsiteY723" fmla="*/ 3015334 h 6858000"/>
              <a:gd name="connsiteX724" fmla="*/ 0 w 7467600"/>
              <a:gd name="connsiteY724" fmla="*/ 2914286 h 6858000"/>
              <a:gd name="connsiteX725" fmla="*/ 36383 w 7467600"/>
              <a:gd name="connsiteY725" fmla="*/ 2901128 h 6858000"/>
              <a:gd name="connsiteX726" fmla="*/ 156329 w 7467600"/>
              <a:gd name="connsiteY726" fmla="*/ 2840533 h 6858000"/>
              <a:gd name="connsiteX727" fmla="*/ 358355 w 7467600"/>
              <a:gd name="connsiteY727" fmla="*/ 2620471 h 6858000"/>
              <a:gd name="connsiteX728" fmla="*/ 510577 w 7467600"/>
              <a:gd name="connsiteY728" fmla="*/ 2501244 h 6858000"/>
              <a:gd name="connsiteX729" fmla="*/ 211967 w 7467600"/>
              <a:gd name="connsiteY729" fmla="*/ 2479171 h 6858000"/>
              <a:gd name="connsiteX730" fmla="*/ 0 w 7467600"/>
              <a:gd name="connsiteY730" fmla="*/ 2476398 h 6858000"/>
              <a:gd name="connsiteX731" fmla="*/ 0 w 7467600"/>
              <a:gd name="connsiteY731" fmla="*/ 2389189 h 6858000"/>
              <a:gd name="connsiteX732" fmla="*/ 103062 w 7467600"/>
              <a:gd name="connsiteY732" fmla="*/ 2389518 h 6858000"/>
              <a:gd name="connsiteX733" fmla="*/ 510734 w 7467600"/>
              <a:gd name="connsiteY733" fmla="*/ 2416201 h 6858000"/>
              <a:gd name="connsiteX734" fmla="*/ 279257 w 7467600"/>
              <a:gd name="connsiteY734" fmla="*/ 2092102 h 6858000"/>
              <a:gd name="connsiteX735" fmla="*/ 65265 w 7467600"/>
              <a:gd name="connsiteY735" fmla="*/ 2006049 h 6858000"/>
              <a:gd name="connsiteX736" fmla="*/ 0 w 7467600"/>
              <a:gd name="connsiteY736" fmla="*/ 1982532 h 6858000"/>
              <a:gd name="connsiteX737" fmla="*/ 0 w 7467600"/>
              <a:gd name="connsiteY737" fmla="*/ 1912789 h 6858000"/>
              <a:gd name="connsiteX738" fmla="*/ 97460 w 7467600"/>
              <a:gd name="connsiteY738" fmla="*/ 1953725 h 6858000"/>
              <a:gd name="connsiteX739" fmla="*/ 221272 w 7467600"/>
              <a:gd name="connsiteY739" fmla="*/ 1980766 h 6858000"/>
              <a:gd name="connsiteX740" fmla="*/ 116765 w 7467600"/>
              <a:gd name="connsiteY740" fmla="*/ 1911033 h 6858000"/>
              <a:gd name="connsiteX741" fmla="*/ 16405 w 7467600"/>
              <a:gd name="connsiteY741" fmla="*/ 1803412 h 6858000"/>
              <a:gd name="connsiteX742" fmla="*/ 0 w 7467600"/>
              <a:gd name="connsiteY742" fmla="*/ 1784777 h 6858000"/>
              <a:gd name="connsiteX743" fmla="*/ 0 w 7467600"/>
              <a:gd name="connsiteY743" fmla="*/ 1740082 h 6858000"/>
              <a:gd name="connsiteX744" fmla="*/ 39394 w 7467600"/>
              <a:gd name="connsiteY744" fmla="*/ 1784856 h 6858000"/>
              <a:gd name="connsiteX745" fmla="*/ 135813 w 7467600"/>
              <a:gd name="connsiteY745" fmla="*/ 1888838 h 6858000"/>
              <a:gd name="connsiteX746" fmla="*/ 242575 w 7467600"/>
              <a:gd name="connsiteY746" fmla="*/ 1958841 h 6858000"/>
              <a:gd name="connsiteX747" fmla="*/ 82197 w 7467600"/>
              <a:gd name="connsiteY747" fmla="*/ 1754826 h 6858000"/>
              <a:gd name="connsiteX748" fmla="*/ 0 w 7467600"/>
              <a:gd name="connsiteY748" fmla="*/ 1679650 h 6858000"/>
              <a:gd name="connsiteX749" fmla="*/ 0 w 7467600"/>
              <a:gd name="connsiteY749" fmla="*/ 1602463 h 6858000"/>
              <a:gd name="connsiteX750" fmla="*/ 84689 w 7467600"/>
              <a:gd name="connsiteY750" fmla="*/ 1677442 h 6858000"/>
              <a:gd name="connsiteX751" fmla="*/ 298437 w 7467600"/>
              <a:gd name="connsiteY751" fmla="*/ 1968019 h 6858000"/>
              <a:gd name="connsiteX752" fmla="*/ 227269 w 7467600"/>
              <a:gd name="connsiteY752" fmla="*/ 1114064 h 6858000"/>
              <a:gd name="connsiteX753" fmla="*/ 248003 w 7467600"/>
              <a:gd name="connsiteY753" fmla="*/ 1089613 h 6858000"/>
              <a:gd name="connsiteX754" fmla="*/ 427020 w 7467600"/>
              <a:gd name="connsiteY754" fmla="*/ 1619803 h 6858000"/>
              <a:gd name="connsiteX755" fmla="*/ 340345 w 7467600"/>
              <a:gd name="connsiteY755" fmla="*/ 2027739 h 6858000"/>
              <a:gd name="connsiteX756" fmla="*/ 360865 w 7467600"/>
              <a:gd name="connsiteY756" fmla="*/ 2044827 h 6858000"/>
              <a:gd name="connsiteX757" fmla="*/ 560414 w 7467600"/>
              <a:gd name="connsiteY757" fmla="*/ 2421457 h 6858000"/>
              <a:gd name="connsiteX758" fmla="*/ 1359703 w 7467600"/>
              <a:gd name="connsiteY758" fmla="*/ 2578554 h 6858000"/>
              <a:gd name="connsiteX759" fmla="*/ 1359422 w 7467600"/>
              <a:gd name="connsiteY759" fmla="*/ 2577994 h 6858000"/>
              <a:gd name="connsiteX760" fmla="*/ 828701 w 7467600"/>
              <a:gd name="connsiteY760" fmla="*/ 1839520 h 6858000"/>
              <a:gd name="connsiteX761" fmla="*/ 494427 w 7467600"/>
              <a:gd name="connsiteY761" fmla="*/ 1092333 h 6858000"/>
              <a:gd name="connsiteX762" fmla="*/ 506322 w 7467600"/>
              <a:gd name="connsiteY762" fmla="*/ 1020997 h 6858000"/>
              <a:gd name="connsiteX763" fmla="*/ 4570198 w 7467600"/>
              <a:gd name="connsiteY763" fmla="*/ 978081 h 6858000"/>
              <a:gd name="connsiteX764" fmla="*/ 4523691 w 7467600"/>
              <a:gd name="connsiteY764" fmla="*/ 1127776 h 6858000"/>
              <a:gd name="connsiteX765" fmla="*/ 4509875 w 7467600"/>
              <a:gd name="connsiteY765" fmla="*/ 1167552 h 6858000"/>
              <a:gd name="connsiteX766" fmla="*/ 4478168 w 7467600"/>
              <a:gd name="connsiteY766" fmla="*/ 1260735 h 6858000"/>
              <a:gd name="connsiteX767" fmla="*/ 4409309 w 7467600"/>
              <a:gd name="connsiteY767" fmla="*/ 1666996 h 6858000"/>
              <a:gd name="connsiteX768" fmla="*/ 4370031 w 7467600"/>
              <a:gd name="connsiteY768" fmla="*/ 1955666 h 6858000"/>
              <a:gd name="connsiteX769" fmla="*/ 4570198 w 7467600"/>
              <a:gd name="connsiteY769" fmla="*/ 978081 h 6858000"/>
              <a:gd name="connsiteX770" fmla="*/ 4557898 w 7467600"/>
              <a:gd name="connsiteY770" fmla="*/ 900011 h 6858000"/>
              <a:gd name="connsiteX771" fmla="*/ 4344840 w 7467600"/>
              <a:gd name="connsiteY771" fmla="*/ 1922038 h 6858000"/>
              <a:gd name="connsiteX772" fmla="*/ 4378710 w 7467600"/>
              <a:gd name="connsiteY772" fmla="*/ 1665516 h 6858000"/>
              <a:gd name="connsiteX773" fmla="*/ 4448798 w 7467600"/>
              <a:gd name="connsiteY773" fmla="*/ 1253024 h 6858000"/>
              <a:gd name="connsiteX774" fmla="*/ 4480315 w 7467600"/>
              <a:gd name="connsiteY774" fmla="*/ 1158454 h 6858000"/>
              <a:gd name="connsiteX775" fmla="*/ 4494133 w 7467600"/>
              <a:gd name="connsiteY775" fmla="*/ 1118676 h 6858000"/>
              <a:gd name="connsiteX776" fmla="*/ 4557898 w 7467600"/>
              <a:gd name="connsiteY776" fmla="*/ 900011 h 6858000"/>
              <a:gd name="connsiteX777" fmla="*/ 5870151 w 7467600"/>
              <a:gd name="connsiteY777" fmla="*/ 898890 h 6858000"/>
              <a:gd name="connsiteX778" fmla="*/ 5861335 w 7467600"/>
              <a:gd name="connsiteY778" fmla="*/ 899177 h 6858000"/>
              <a:gd name="connsiteX779" fmla="*/ 5843702 w 7467600"/>
              <a:gd name="connsiteY779" fmla="*/ 899748 h 6858000"/>
              <a:gd name="connsiteX780" fmla="*/ 5651107 w 7467600"/>
              <a:gd name="connsiteY780" fmla="*/ 920306 h 6858000"/>
              <a:gd name="connsiteX781" fmla="*/ 5459407 w 7467600"/>
              <a:gd name="connsiteY781" fmla="*/ 940975 h 6858000"/>
              <a:gd name="connsiteX782" fmla="*/ 5374846 w 7467600"/>
              <a:gd name="connsiteY782" fmla="*/ 941988 h 6858000"/>
              <a:gd name="connsiteX783" fmla="*/ 5256105 w 7467600"/>
              <a:gd name="connsiteY783" fmla="*/ 945632 h 6858000"/>
              <a:gd name="connsiteX784" fmla="*/ 5107071 w 7467600"/>
              <a:gd name="connsiteY784" fmla="*/ 969720 h 6858000"/>
              <a:gd name="connsiteX785" fmla="*/ 4998681 w 7467600"/>
              <a:gd name="connsiteY785" fmla="*/ 988771 h 6858000"/>
              <a:gd name="connsiteX786" fmla="*/ 5870151 w 7467600"/>
              <a:gd name="connsiteY786" fmla="*/ 898890 h 6858000"/>
              <a:gd name="connsiteX787" fmla="*/ 5504425 w 7467600"/>
              <a:gd name="connsiteY787" fmla="*/ 848067 h 6858000"/>
              <a:gd name="connsiteX788" fmla="*/ 4968849 w 7467600"/>
              <a:gd name="connsiteY788" fmla="*/ 962318 h 6858000"/>
              <a:gd name="connsiteX789" fmla="*/ 5104039 w 7467600"/>
              <a:gd name="connsiteY789" fmla="*/ 940634 h 6858000"/>
              <a:gd name="connsiteX790" fmla="*/ 5256311 w 7467600"/>
              <a:gd name="connsiteY790" fmla="*/ 916490 h 6858000"/>
              <a:gd name="connsiteX791" fmla="*/ 5377381 w 7467600"/>
              <a:gd name="connsiteY791" fmla="*/ 912671 h 6858000"/>
              <a:gd name="connsiteX792" fmla="*/ 5460148 w 7467600"/>
              <a:gd name="connsiteY792" fmla="*/ 911442 h 6858000"/>
              <a:gd name="connsiteX793" fmla="*/ 5648971 w 7467600"/>
              <a:gd name="connsiteY793" fmla="*/ 891331 h 6858000"/>
              <a:gd name="connsiteX794" fmla="*/ 5844807 w 7467600"/>
              <a:gd name="connsiteY794" fmla="*/ 870718 h 6858000"/>
              <a:gd name="connsiteX795" fmla="*/ 5862975 w 7467600"/>
              <a:gd name="connsiteY795" fmla="*/ 869756 h 6858000"/>
              <a:gd name="connsiteX796" fmla="*/ 5920887 w 7467600"/>
              <a:gd name="connsiteY796" fmla="*/ 865929 h 6858000"/>
              <a:gd name="connsiteX797" fmla="*/ 5504425 w 7467600"/>
              <a:gd name="connsiteY797" fmla="*/ 848067 h 6858000"/>
              <a:gd name="connsiteX798" fmla="*/ 3607114 w 7467600"/>
              <a:gd name="connsiteY798" fmla="*/ 467441 h 6858000"/>
              <a:gd name="connsiteX799" fmla="*/ 3296242 w 7467600"/>
              <a:gd name="connsiteY799" fmla="*/ 807991 h 6858000"/>
              <a:gd name="connsiteX800" fmla="*/ 3174674 w 7467600"/>
              <a:gd name="connsiteY800" fmla="*/ 919759 h 6858000"/>
              <a:gd name="connsiteX801" fmla="*/ 3042978 w 7467600"/>
              <a:gd name="connsiteY801" fmla="*/ 1054894 h 6858000"/>
              <a:gd name="connsiteX802" fmla="*/ 2968914 w 7467600"/>
              <a:gd name="connsiteY802" fmla="*/ 1133756 h 6858000"/>
              <a:gd name="connsiteX803" fmla="*/ 3103823 w 7467600"/>
              <a:gd name="connsiteY803" fmla="*/ 1026814 h 6858000"/>
              <a:gd name="connsiteX804" fmla="*/ 3607114 w 7467600"/>
              <a:gd name="connsiteY804" fmla="*/ 467441 h 6858000"/>
              <a:gd name="connsiteX805" fmla="*/ 3744487 w 7467600"/>
              <a:gd name="connsiteY805" fmla="*/ 383136 h 6858000"/>
              <a:gd name="connsiteX806" fmla="*/ 3970213 w 7467600"/>
              <a:gd name="connsiteY806" fmla="*/ 995559 h 6858000"/>
              <a:gd name="connsiteX807" fmla="*/ 3744487 w 7467600"/>
              <a:gd name="connsiteY807" fmla="*/ 383136 h 6858000"/>
              <a:gd name="connsiteX808" fmla="*/ 3624562 w 7467600"/>
              <a:gd name="connsiteY808" fmla="*/ 367041 h 6858000"/>
              <a:gd name="connsiteX809" fmla="*/ 3489712 w 7467600"/>
              <a:gd name="connsiteY809" fmla="*/ 485386 h 6858000"/>
              <a:gd name="connsiteX810" fmla="*/ 3182994 w 7467600"/>
              <a:gd name="connsiteY810" fmla="*/ 828265 h 6858000"/>
              <a:gd name="connsiteX811" fmla="*/ 2892114 w 7467600"/>
              <a:gd name="connsiteY811" fmla="*/ 1172635 h 6858000"/>
              <a:gd name="connsiteX812" fmla="*/ 3021459 w 7467600"/>
              <a:gd name="connsiteY812" fmla="*/ 1035385 h 6858000"/>
              <a:gd name="connsiteX813" fmla="*/ 3153873 w 7467600"/>
              <a:gd name="connsiteY813" fmla="*/ 898971 h 6858000"/>
              <a:gd name="connsiteX814" fmla="*/ 3276511 w 7467600"/>
              <a:gd name="connsiteY814" fmla="*/ 786423 h 6858000"/>
              <a:gd name="connsiteX815" fmla="*/ 3584154 w 7467600"/>
              <a:gd name="connsiteY815" fmla="*/ 448218 h 6858000"/>
              <a:gd name="connsiteX816" fmla="*/ 3624562 w 7467600"/>
              <a:gd name="connsiteY816" fmla="*/ 367041 h 6858000"/>
              <a:gd name="connsiteX817" fmla="*/ 3766672 w 7467600"/>
              <a:gd name="connsiteY817" fmla="*/ 359429 h 6858000"/>
              <a:gd name="connsiteX818" fmla="*/ 3996338 w 7467600"/>
              <a:gd name="connsiteY818" fmla="*/ 968237 h 6858000"/>
              <a:gd name="connsiteX819" fmla="*/ 3766672 w 7467600"/>
              <a:gd name="connsiteY819" fmla="*/ 359429 h 6858000"/>
              <a:gd name="connsiteX820" fmla="*/ 5805386 w 7467600"/>
              <a:gd name="connsiteY820" fmla="*/ 239240 h 6858000"/>
              <a:gd name="connsiteX821" fmla="*/ 5736947 w 7467600"/>
              <a:gd name="connsiteY821" fmla="*/ 261367 h 6858000"/>
              <a:gd name="connsiteX822" fmla="*/ 5427012 w 7467600"/>
              <a:gd name="connsiteY822" fmla="*/ 311272 h 6858000"/>
              <a:gd name="connsiteX823" fmla="*/ 5147818 w 7467600"/>
              <a:gd name="connsiteY823" fmla="*/ 322112 h 6858000"/>
              <a:gd name="connsiteX824" fmla="*/ 5060854 w 7467600"/>
              <a:gd name="connsiteY824" fmla="*/ 311882 h 6858000"/>
              <a:gd name="connsiteX825" fmla="*/ 4945989 w 7467600"/>
              <a:gd name="connsiteY825" fmla="*/ 300516 h 6858000"/>
              <a:gd name="connsiteX826" fmla="*/ 5410479 w 7467600"/>
              <a:gd name="connsiteY826" fmla="*/ 348434 h 6858000"/>
              <a:gd name="connsiteX827" fmla="*/ 5805386 w 7467600"/>
              <a:gd name="connsiteY827" fmla="*/ 239240 h 6858000"/>
              <a:gd name="connsiteX828" fmla="*/ 5905192 w 7467600"/>
              <a:gd name="connsiteY828" fmla="*/ 163079 h 6858000"/>
              <a:gd name="connsiteX829" fmla="*/ 5865655 w 7467600"/>
              <a:gd name="connsiteY829" fmla="*/ 171901 h 6858000"/>
              <a:gd name="connsiteX830" fmla="*/ 5259740 w 7467600"/>
              <a:gd name="connsiteY830" fmla="*/ 257013 h 6858000"/>
              <a:gd name="connsiteX831" fmla="*/ 5208466 w 7467600"/>
              <a:gd name="connsiteY831" fmla="*/ 257550 h 6858000"/>
              <a:gd name="connsiteX832" fmla="*/ 4980204 w 7467600"/>
              <a:gd name="connsiteY832" fmla="*/ 271903 h 6858000"/>
              <a:gd name="connsiteX833" fmla="*/ 5068068 w 7467600"/>
              <a:gd name="connsiteY833" fmla="*/ 282244 h 6858000"/>
              <a:gd name="connsiteX834" fmla="*/ 5153231 w 7467600"/>
              <a:gd name="connsiteY834" fmla="*/ 292240 h 6858000"/>
              <a:gd name="connsiteX835" fmla="*/ 5426491 w 7467600"/>
              <a:gd name="connsiteY835" fmla="*/ 281128 h 6858000"/>
              <a:gd name="connsiteX836" fmla="*/ 5731212 w 7467600"/>
              <a:gd name="connsiteY836" fmla="*/ 231951 h 6858000"/>
              <a:gd name="connsiteX837" fmla="*/ 5905192 w 7467600"/>
              <a:gd name="connsiteY837" fmla="*/ 163079 h 6858000"/>
              <a:gd name="connsiteX838" fmla="*/ 5944437 w 7467600"/>
              <a:gd name="connsiteY838" fmla="*/ 113829 h 6858000"/>
              <a:gd name="connsiteX839" fmla="*/ 5825032 w 7467600"/>
              <a:gd name="connsiteY839" fmla="*/ 146405 h 6858000"/>
              <a:gd name="connsiteX840" fmla="*/ 4955599 w 7467600"/>
              <a:gd name="connsiteY840" fmla="*/ 247008 h 6858000"/>
              <a:gd name="connsiteX841" fmla="*/ 5210104 w 7467600"/>
              <a:gd name="connsiteY841" fmla="*/ 228123 h 6858000"/>
              <a:gd name="connsiteX842" fmla="*/ 5261015 w 7467600"/>
              <a:gd name="connsiteY842" fmla="*/ 227087 h 6858000"/>
              <a:gd name="connsiteX843" fmla="*/ 5861181 w 7467600"/>
              <a:gd name="connsiteY843" fmla="*/ 143093 h 6858000"/>
              <a:gd name="connsiteX844" fmla="*/ 5961252 w 7467600"/>
              <a:gd name="connsiteY844" fmla="*/ 114820 h 6858000"/>
              <a:gd name="connsiteX845" fmla="*/ 5944437 w 7467600"/>
              <a:gd name="connsiteY845" fmla="*/ 113829 h 6858000"/>
              <a:gd name="connsiteX846" fmla="*/ 3882765 w 7467600"/>
              <a:gd name="connsiteY846" fmla="*/ 0 h 6858000"/>
              <a:gd name="connsiteX847" fmla="*/ 3995099 w 7467600"/>
              <a:gd name="connsiteY847" fmla="*/ 0 h 6858000"/>
              <a:gd name="connsiteX848" fmla="*/ 4163818 w 7467600"/>
              <a:gd name="connsiteY848" fmla="*/ 234104 h 6858000"/>
              <a:gd name="connsiteX849" fmla="*/ 4172099 w 7467600"/>
              <a:gd name="connsiteY849" fmla="*/ 234207 h 6858000"/>
              <a:gd name="connsiteX850" fmla="*/ 4784282 w 7467600"/>
              <a:gd name="connsiteY850" fmla="*/ 276561 h 6858000"/>
              <a:gd name="connsiteX851" fmla="*/ 4801687 w 7467600"/>
              <a:gd name="connsiteY851" fmla="*/ 267764 h 6858000"/>
              <a:gd name="connsiteX852" fmla="*/ 6082788 w 7467600"/>
              <a:gd name="connsiteY852" fmla="*/ 64119 h 6858000"/>
              <a:gd name="connsiteX853" fmla="*/ 6099442 w 7467600"/>
              <a:gd name="connsiteY853" fmla="*/ 82568 h 6858000"/>
              <a:gd name="connsiteX854" fmla="*/ 4804137 w 7467600"/>
              <a:gd name="connsiteY854" fmla="*/ 320931 h 6858000"/>
              <a:gd name="connsiteX855" fmla="*/ 4227047 w 7467600"/>
              <a:gd name="connsiteY855" fmla="*/ 313415 h 6858000"/>
              <a:gd name="connsiteX856" fmla="*/ 4346041 w 7467600"/>
              <a:gd name="connsiteY856" fmla="*/ 456086 h 6858000"/>
              <a:gd name="connsiteX857" fmla="*/ 4870967 w 7467600"/>
              <a:gd name="connsiteY857" fmla="*/ 963061 h 6858000"/>
              <a:gd name="connsiteX858" fmla="*/ 4889647 w 7467600"/>
              <a:gd name="connsiteY858" fmla="*/ 957147 h 6858000"/>
              <a:gd name="connsiteX859" fmla="*/ 5422504 w 7467600"/>
              <a:gd name="connsiteY859" fmla="*/ 805191 h 6858000"/>
              <a:gd name="connsiteX860" fmla="*/ 6087656 w 7467600"/>
              <a:gd name="connsiteY860" fmla="*/ 826703 h 6858000"/>
              <a:gd name="connsiteX861" fmla="*/ 6058717 w 7467600"/>
              <a:gd name="connsiteY861" fmla="*/ 865992 h 6858000"/>
              <a:gd name="connsiteX862" fmla="*/ 4974153 w 7467600"/>
              <a:gd name="connsiteY862" fmla="*/ 1045456 h 6858000"/>
              <a:gd name="connsiteX863" fmla="*/ 5627835 w 7467600"/>
              <a:gd name="connsiteY863" fmla="*/ 1472077 h 6858000"/>
              <a:gd name="connsiteX864" fmla="*/ 5629817 w 7467600"/>
              <a:gd name="connsiteY864" fmla="*/ 1471412 h 6858000"/>
              <a:gd name="connsiteX865" fmla="*/ 5634124 w 7467600"/>
              <a:gd name="connsiteY865" fmla="*/ 1470572 h 6858000"/>
              <a:gd name="connsiteX866" fmla="*/ 5755832 w 7467600"/>
              <a:gd name="connsiteY866" fmla="*/ 1383886 h 6858000"/>
              <a:gd name="connsiteX867" fmla="*/ 6014186 w 7467600"/>
              <a:gd name="connsiteY867" fmla="*/ 1279799 h 6858000"/>
              <a:gd name="connsiteX868" fmla="*/ 6901619 w 7467600"/>
              <a:gd name="connsiteY868" fmla="*/ 1047874 h 6858000"/>
              <a:gd name="connsiteX869" fmla="*/ 6931566 w 7467600"/>
              <a:gd name="connsiteY869" fmla="*/ 1062034 h 6858000"/>
              <a:gd name="connsiteX870" fmla="*/ 5790982 w 7467600"/>
              <a:gd name="connsiteY870" fmla="*/ 1561380 h 6858000"/>
              <a:gd name="connsiteX871" fmla="*/ 6188971 w 7467600"/>
              <a:gd name="connsiteY871" fmla="*/ 1755168 h 6858000"/>
              <a:gd name="connsiteX872" fmla="*/ 6202446 w 7467600"/>
              <a:gd name="connsiteY872" fmla="*/ 1752268 h 6858000"/>
              <a:gd name="connsiteX873" fmla="*/ 7179560 w 7467600"/>
              <a:gd name="connsiteY873" fmla="*/ 1467551 h 6858000"/>
              <a:gd name="connsiteX874" fmla="*/ 7158730 w 7467600"/>
              <a:gd name="connsiteY874" fmla="*/ 1507835 h 6858000"/>
              <a:gd name="connsiteX875" fmla="*/ 6326959 w 7467600"/>
              <a:gd name="connsiteY875" fmla="*/ 1817686 h 6858000"/>
              <a:gd name="connsiteX876" fmla="*/ 6537433 w 7467600"/>
              <a:gd name="connsiteY876" fmla="*/ 1907790 h 6858000"/>
              <a:gd name="connsiteX877" fmla="*/ 6550221 w 7467600"/>
              <a:gd name="connsiteY877" fmla="*/ 1910729 h 6858000"/>
              <a:gd name="connsiteX878" fmla="*/ 6964438 w 7467600"/>
              <a:gd name="connsiteY878" fmla="*/ 2209505 h 6858000"/>
              <a:gd name="connsiteX879" fmla="*/ 7367862 w 7467600"/>
              <a:gd name="connsiteY879" fmla="*/ 2806833 h 6858000"/>
              <a:gd name="connsiteX880" fmla="*/ 7364329 w 7467600"/>
              <a:gd name="connsiteY880" fmla="*/ 2826907 h 6858000"/>
              <a:gd name="connsiteX881" fmla="*/ 7290545 w 7467600"/>
              <a:gd name="connsiteY881" fmla="*/ 2850663 h 6858000"/>
              <a:gd name="connsiteX882" fmla="*/ 6472036 w 7467600"/>
              <a:gd name="connsiteY882" fmla="*/ 1959003 h 6858000"/>
              <a:gd name="connsiteX883" fmla="*/ 5792897 w 7467600"/>
              <a:gd name="connsiteY883" fmla="*/ 1647747 h 6858000"/>
              <a:gd name="connsiteX884" fmla="*/ 5842751 w 7467600"/>
              <a:gd name="connsiteY884" fmla="*/ 1816112 h 6858000"/>
              <a:gd name="connsiteX885" fmla="*/ 5847424 w 7467600"/>
              <a:gd name="connsiteY885" fmla="*/ 1815776 h 6858000"/>
              <a:gd name="connsiteX886" fmla="*/ 6399821 w 7467600"/>
              <a:gd name="connsiteY886" fmla="*/ 2344799 h 6858000"/>
              <a:gd name="connsiteX887" fmla="*/ 6323232 w 7467600"/>
              <a:gd name="connsiteY887" fmla="*/ 2389634 h 6858000"/>
              <a:gd name="connsiteX888" fmla="*/ 5942958 w 7467600"/>
              <a:gd name="connsiteY888" fmla="*/ 2077708 h 6858000"/>
              <a:gd name="connsiteX889" fmla="*/ 5921559 w 7467600"/>
              <a:gd name="connsiteY889" fmla="*/ 2378596 h 6858000"/>
              <a:gd name="connsiteX890" fmla="*/ 5817651 w 7467600"/>
              <a:gd name="connsiteY890" fmla="*/ 3023919 h 6858000"/>
              <a:gd name="connsiteX891" fmla="*/ 5729634 w 7467600"/>
              <a:gd name="connsiteY891" fmla="*/ 3051849 h 6858000"/>
              <a:gd name="connsiteX892" fmla="*/ 5611018 w 7467600"/>
              <a:gd name="connsiteY892" fmla="*/ 2316769 h 6858000"/>
              <a:gd name="connsiteX893" fmla="*/ 5687608 w 7467600"/>
              <a:gd name="connsiteY893" fmla="*/ 2039972 h 6858000"/>
              <a:gd name="connsiteX894" fmla="*/ 5657554 w 7467600"/>
              <a:gd name="connsiteY894" fmla="*/ 1576445 h 6858000"/>
              <a:gd name="connsiteX895" fmla="*/ 5150475 w 7467600"/>
              <a:gd name="connsiteY895" fmla="*/ 1274012 h 6858000"/>
              <a:gd name="connsiteX896" fmla="*/ 5349142 w 7467600"/>
              <a:gd name="connsiteY896" fmla="*/ 2204405 h 6858000"/>
              <a:gd name="connsiteX897" fmla="*/ 5262214 w 7467600"/>
              <a:gd name="connsiteY897" fmla="*/ 2233836 h 6858000"/>
              <a:gd name="connsiteX898" fmla="*/ 4981539 w 7467600"/>
              <a:gd name="connsiteY898" fmla="*/ 1542201 h 6858000"/>
              <a:gd name="connsiteX899" fmla="*/ 4958461 w 7467600"/>
              <a:gd name="connsiteY899" fmla="*/ 1136957 h 6858000"/>
              <a:gd name="connsiteX900" fmla="*/ 4655015 w 7467600"/>
              <a:gd name="connsiteY900" fmla="*/ 891426 h 6858000"/>
              <a:gd name="connsiteX901" fmla="*/ 4348002 w 7467600"/>
              <a:gd name="connsiteY901" fmla="*/ 2205895 h 6858000"/>
              <a:gd name="connsiteX902" fmla="*/ 4262250 w 7467600"/>
              <a:gd name="connsiteY902" fmla="*/ 2219972 h 6858000"/>
              <a:gd name="connsiteX903" fmla="*/ 4550611 w 7467600"/>
              <a:gd name="connsiteY903" fmla="*/ 817540 h 6858000"/>
              <a:gd name="connsiteX904" fmla="*/ 4564418 w 7467600"/>
              <a:gd name="connsiteY904" fmla="*/ 808293 h 6858000"/>
              <a:gd name="connsiteX905" fmla="*/ 4266388 w 7467600"/>
              <a:gd name="connsiteY905" fmla="*/ 500083 h 6858000"/>
              <a:gd name="connsiteX906" fmla="*/ 4032842 w 7467600"/>
              <a:gd name="connsiteY906" fmla="*/ 211809 h 6858000"/>
              <a:gd name="connsiteX907" fmla="*/ 3882765 w 7467600"/>
              <a:gd name="connsiteY907" fmla="*/ 0 h 6858000"/>
              <a:gd name="connsiteX908" fmla="*/ 3721337 w 7467600"/>
              <a:gd name="connsiteY908" fmla="*/ 0 h 6858000"/>
              <a:gd name="connsiteX909" fmla="*/ 3797544 w 7467600"/>
              <a:gd name="connsiteY909" fmla="*/ 0 h 6858000"/>
              <a:gd name="connsiteX910" fmla="*/ 3775734 w 7467600"/>
              <a:gd name="connsiteY910" fmla="*/ 95131 h 6858000"/>
              <a:gd name="connsiteX911" fmla="*/ 3724807 w 7467600"/>
              <a:gd name="connsiteY911" fmla="*/ 272257 h 6858000"/>
              <a:gd name="connsiteX912" fmla="*/ 3726844 w 7467600"/>
              <a:gd name="connsiteY912" fmla="*/ 282988 h 6858000"/>
              <a:gd name="connsiteX913" fmla="*/ 3742664 w 7467600"/>
              <a:gd name="connsiteY913" fmla="*/ 279918 h 6858000"/>
              <a:gd name="connsiteX914" fmla="*/ 4103910 w 7467600"/>
              <a:gd name="connsiteY914" fmla="*/ 1161917 h 6858000"/>
              <a:gd name="connsiteX915" fmla="*/ 4020269 w 7467600"/>
              <a:gd name="connsiteY915" fmla="*/ 1200406 h 6858000"/>
              <a:gd name="connsiteX916" fmla="*/ 3674882 w 7467600"/>
              <a:gd name="connsiteY916" fmla="*/ 488524 h 6858000"/>
              <a:gd name="connsiteX917" fmla="*/ 3132682 w 7467600"/>
              <a:gd name="connsiteY917" fmla="*/ 1072284 h 6858000"/>
              <a:gd name="connsiteX918" fmla="*/ 2716346 w 7467600"/>
              <a:gd name="connsiteY918" fmla="*/ 1276376 h 6858000"/>
              <a:gd name="connsiteX919" fmla="*/ 2716772 w 7467600"/>
              <a:gd name="connsiteY919" fmla="*/ 1255462 h 6858000"/>
              <a:gd name="connsiteX920" fmla="*/ 3471096 w 7467600"/>
              <a:gd name="connsiteY920" fmla="*/ 437072 h 6858000"/>
              <a:gd name="connsiteX921" fmla="*/ 3639057 w 7467600"/>
              <a:gd name="connsiteY921" fmla="*/ 286334 h 6858000"/>
              <a:gd name="connsiteX922" fmla="*/ 3640309 w 7467600"/>
              <a:gd name="connsiteY922" fmla="*/ 284664 h 6858000"/>
              <a:gd name="connsiteX923" fmla="*/ 3646022 w 7467600"/>
              <a:gd name="connsiteY923" fmla="*/ 276711 h 6858000"/>
              <a:gd name="connsiteX924" fmla="*/ 3707943 w 7467600"/>
              <a:gd name="connsiteY924" fmla="*/ 65958 h 6858000"/>
              <a:gd name="connsiteX925" fmla="*/ 3721337 w 7467600"/>
              <a:gd name="connsiteY925" fmla="*/ 0 h 6858000"/>
              <a:gd name="connsiteX926" fmla="*/ 2867960 w 7467600"/>
              <a:gd name="connsiteY926" fmla="*/ 0 h 6858000"/>
              <a:gd name="connsiteX927" fmla="*/ 2926351 w 7467600"/>
              <a:gd name="connsiteY927" fmla="*/ 0 h 6858000"/>
              <a:gd name="connsiteX928" fmla="*/ 2902823 w 7467600"/>
              <a:gd name="connsiteY928" fmla="*/ 262929 h 6858000"/>
              <a:gd name="connsiteX929" fmla="*/ 2940663 w 7467600"/>
              <a:gd name="connsiteY929" fmla="*/ 140884 h 6858000"/>
              <a:gd name="connsiteX930" fmla="*/ 2947039 w 7467600"/>
              <a:gd name="connsiteY930" fmla="*/ 122524 h 6858000"/>
              <a:gd name="connsiteX931" fmla="*/ 2984316 w 7467600"/>
              <a:gd name="connsiteY931" fmla="*/ 0 h 6858000"/>
              <a:gd name="connsiteX932" fmla="*/ 3016114 w 7467600"/>
              <a:gd name="connsiteY932" fmla="*/ 0 h 6858000"/>
              <a:gd name="connsiteX933" fmla="*/ 2979949 w 7467600"/>
              <a:gd name="connsiteY933" fmla="*/ 119274 h 6858000"/>
              <a:gd name="connsiteX934" fmla="*/ 3023879 w 7467600"/>
              <a:gd name="connsiteY934" fmla="*/ 0 h 6858000"/>
              <a:gd name="connsiteX935" fmla="*/ 3105400 w 7467600"/>
              <a:gd name="connsiteY935" fmla="*/ 0 h 6858000"/>
              <a:gd name="connsiteX936" fmla="*/ 3094669 w 7467600"/>
              <a:gd name="connsiteY936" fmla="*/ 30308 h 6858000"/>
              <a:gd name="connsiteX937" fmla="*/ 2901945 w 7467600"/>
              <a:gd name="connsiteY937" fmla="*/ 466538 h 6858000"/>
              <a:gd name="connsiteX938" fmla="*/ 2815209 w 7467600"/>
              <a:gd name="connsiteY938" fmla="*/ 497361 h 6858000"/>
              <a:gd name="connsiteX939" fmla="*/ 2844845 w 7467600"/>
              <a:gd name="connsiteY939" fmla="*/ 127638 h 6858000"/>
              <a:gd name="connsiteX940" fmla="*/ 2867960 w 7467600"/>
              <a:gd name="connsiteY940" fmla="*/ 0 h 6858000"/>
              <a:gd name="connsiteX941" fmla="*/ 1057230 w 7467600"/>
              <a:gd name="connsiteY941" fmla="*/ 0 h 6858000"/>
              <a:gd name="connsiteX942" fmla="*/ 1111003 w 7467600"/>
              <a:gd name="connsiteY942" fmla="*/ 0 h 6858000"/>
              <a:gd name="connsiteX943" fmla="*/ 1125553 w 7467600"/>
              <a:gd name="connsiteY943" fmla="*/ 52588 h 6858000"/>
              <a:gd name="connsiteX944" fmla="*/ 1304276 w 7467600"/>
              <a:gd name="connsiteY944" fmla="*/ 476275 h 6858000"/>
              <a:gd name="connsiteX945" fmla="*/ 1492066 w 7467600"/>
              <a:gd name="connsiteY945" fmla="*/ 886333 h 6858000"/>
              <a:gd name="connsiteX946" fmla="*/ 1423698 w 7467600"/>
              <a:gd name="connsiteY946" fmla="*/ 710817 h 6858000"/>
              <a:gd name="connsiteX947" fmla="*/ 1357609 w 7467600"/>
              <a:gd name="connsiteY947" fmla="*/ 532892 h 6858000"/>
              <a:gd name="connsiteX948" fmla="*/ 1309550 w 7467600"/>
              <a:gd name="connsiteY948" fmla="*/ 374031 h 6858000"/>
              <a:gd name="connsiteX949" fmla="*/ 1193673 w 7467600"/>
              <a:gd name="connsiteY949" fmla="*/ 49533 h 6858000"/>
              <a:gd name="connsiteX950" fmla="*/ 1164391 w 7467600"/>
              <a:gd name="connsiteY950" fmla="*/ 0 h 6858000"/>
              <a:gd name="connsiteX951" fmla="*/ 1200666 w 7467600"/>
              <a:gd name="connsiteY951" fmla="*/ 0 h 6858000"/>
              <a:gd name="connsiteX952" fmla="*/ 1223408 w 7467600"/>
              <a:gd name="connsiteY952" fmla="*/ 38996 h 6858000"/>
              <a:gd name="connsiteX953" fmla="*/ 1339635 w 7467600"/>
              <a:gd name="connsiteY953" fmla="*/ 365517 h 6858000"/>
              <a:gd name="connsiteX954" fmla="*/ 1387469 w 7467600"/>
              <a:gd name="connsiteY954" fmla="*/ 523079 h 6858000"/>
              <a:gd name="connsiteX955" fmla="*/ 1452685 w 7467600"/>
              <a:gd name="connsiteY955" fmla="*/ 699806 h 6858000"/>
              <a:gd name="connsiteX956" fmla="*/ 1492092 w 7467600"/>
              <a:gd name="connsiteY956" fmla="*/ 800424 h 6858000"/>
              <a:gd name="connsiteX957" fmla="*/ 1455302 w 7467600"/>
              <a:gd name="connsiteY957" fmla="*/ 632913 h 6858000"/>
              <a:gd name="connsiteX958" fmla="*/ 1222336 w 7467600"/>
              <a:gd name="connsiteY958" fmla="*/ 9480 h 6858000"/>
              <a:gd name="connsiteX959" fmla="*/ 1214634 w 7467600"/>
              <a:gd name="connsiteY959" fmla="*/ 0 h 6858000"/>
              <a:gd name="connsiteX960" fmla="*/ 1289827 w 7467600"/>
              <a:gd name="connsiteY960" fmla="*/ 0 h 6858000"/>
              <a:gd name="connsiteX961" fmla="*/ 1321076 w 7467600"/>
              <a:gd name="connsiteY961" fmla="*/ 59722 h 6858000"/>
              <a:gd name="connsiteX962" fmla="*/ 1512579 w 7467600"/>
              <a:gd name="connsiteY962" fmla="*/ 626441 h 6858000"/>
              <a:gd name="connsiteX963" fmla="*/ 1506076 w 7467600"/>
              <a:gd name="connsiteY963" fmla="*/ 1089289 h 6858000"/>
              <a:gd name="connsiteX964" fmla="*/ 1486346 w 7467600"/>
              <a:gd name="connsiteY964" fmla="*/ 1079919 h 6858000"/>
              <a:gd name="connsiteX965" fmla="*/ 1070511 w 7467600"/>
              <a:gd name="connsiteY965" fmla="*/ 48609 h 6858000"/>
              <a:gd name="connsiteX966" fmla="*/ 1057230 w 7467600"/>
              <a:gd name="connsiteY966" fmla="*/ 0 h 6858000"/>
              <a:gd name="connsiteX967" fmla="*/ 43151 w 7467600"/>
              <a:gd name="connsiteY967" fmla="*/ 0 h 6858000"/>
              <a:gd name="connsiteX968" fmla="*/ 95283 w 7467600"/>
              <a:gd name="connsiteY968" fmla="*/ 0 h 6858000"/>
              <a:gd name="connsiteX969" fmla="*/ 300708 w 7467600"/>
              <a:gd name="connsiteY969" fmla="*/ 154571 h 6858000"/>
              <a:gd name="connsiteX970" fmla="*/ 530414 w 7467600"/>
              <a:gd name="connsiteY970" fmla="*/ 354673 h 6858000"/>
              <a:gd name="connsiteX971" fmla="*/ 333785 w 7467600"/>
              <a:gd name="connsiteY971" fmla="*/ 161564 h 6858000"/>
              <a:gd name="connsiteX972" fmla="*/ 147005 w 7467600"/>
              <a:gd name="connsiteY972" fmla="*/ 0 h 6858000"/>
              <a:gd name="connsiteX973" fmla="*/ 272509 w 7467600"/>
              <a:gd name="connsiteY973" fmla="*/ 0 h 6858000"/>
              <a:gd name="connsiteX974" fmla="*/ 326276 w 7467600"/>
              <a:gd name="connsiteY974" fmla="*/ 45847 h 6858000"/>
              <a:gd name="connsiteX975" fmla="*/ 823759 w 7467600"/>
              <a:gd name="connsiteY975" fmla="*/ 574145 h 6858000"/>
              <a:gd name="connsiteX976" fmla="*/ 811254 w 7467600"/>
              <a:gd name="connsiteY976" fmla="*/ 665546 h 6858000"/>
              <a:gd name="connsiteX977" fmla="*/ 154042 w 7467600"/>
              <a:gd name="connsiteY977" fmla="*/ 261522 h 6858000"/>
              <a:gd name="connsiteX978" fmla="*/ 13550 w 7467600"/>
              <a:gd name="connsiteY978" fmla="*/ 158423 h 6858000"/>
              <a:gd name="connsiteX979" fmla="*/ 0 w 7467600"/>
              <a:gd name="connsiteY979" fmla="*/ 146618 h 6858000"/>
              <a:gd name="connsiteX980" fmla="*/ 0 w 7467600"/>
              <a:gd name="connsiteY980" fmla="*/ 59161 h 6858000"/>
              <a:gd name="connsiteX981" fmla="*/ 45427 w 7467600"/>
              <a:gd name="connsiteY981" fmla="*/ 101078 h 6858000"/>
              <a:gd name="connsiteX982" fmla="*/ 630103 w 7467600"/>
              <a:gd name="connsiteY982" fmla="*/ 485885 h 6858000"/>
              <a:gd name="connsiteX983" fmla="*/ 532040 w 7467600"/>
              <a:gd name="connsiteY983" fmla="*/ 399359 h 6858000"/>
              <a:gd name="connsiteX984" fmla="*/ 517618 w 7467600"/>
              <a:gd name="connsiteY984" fmla="*/ 385726 h 6858000"/>
              <a:gd name="connsiteX985" fmla="*/ 285074 w 7467600"/>
              <a:gd name="connsiteY985" fmla="*/ 182755 h 6858000"/>
              <a:gd name="connsiteX986" fmla="*/ 43151 w 7467600"/>
              <a:gd name="connsiteY986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312201 w 7467600"/>
              <a:gd name="connsiteY127" fmla="*/ 5128278 h 6858000"/>
              <a:gd name="connsiteX128" fmla="*/ 7450656 w 7467600"/>
              <a:gd name="connsiteY128" fmla="*/ 5134750 h 6858000"/>
              <a:gd name="connsiteX129" fmla="*/ 7312201 w 7467600"/>
              <a:gd name="connsiteY129" fmla="*/ 5128278 h 6858000"/>
              <a:gd name="connsiteX130" fmla="*/ 1903353 w 7467600"/>
              <a:gd name="connsiteY130" fmla="*/ 5044827 h 6858000"/>
              <a:gd name="connsiteX131" fmla="*/ 1936931 w 7467600"/>
              <a:gd name="connsiteY131" fmla="*/ 5093954 h 6858000"/>
              <a:gd name="connsiteX132" fmla="*/ 2195868 w 7467600"/>
              <a:gd name="connsiteY132" fmla="*/ 5396574 h 6858000"/>
              <a:gd name="connsiteX133" fmla="*/ 2088852 w 7467600"/>
              <a:gd name="connsiteY133" fmla="*/ 5166123 h 6858000"/>
              <a:gd name="connsiteX134" fmla="*/ 1958241 w 7467600"/>
              <a:gd name="connsiteY134" fmla="*/ 5067955 h 6858000"/>
              <a:gd name="connsiteX135" fmla="*/ 1903353 w 7467600"/>
              <a:gd name="connsiteY135" fmla="*/ 5044827 h 6858000"/>
              <a:gd name="connsiteX136" fmla="*/ 1979378 w 7467600"/>
              <a:gd name="connsiteY136" fmla="*/ 4769504 h 6858000"/>
              <a:gd name="connsiteX137" fmla="*/ 2882120 w 7467600"/>
              <a:gd name="connsiteY137" fmla="*/ 5064547 h 6858000"/>
              <a:gd name="connsiteX138" fmla="*/ 2793103 w 7467600"/>
              <a:gd name="connsiteY138" fmla="*/ 5039699 h 6858000"/>
              <a:gd name="connsiteX139" fmla="*/ 2770041 w 7467600"/>
              <a:gd name="connsiteY139" fmla="*/ 5033634 h 6858000"/>
              <a:gd name="connsiteX140" fmla="*/ 1979378 w 7467600"/>
              <a:gd name="connsiteY140" fmla="*/ 4769504 h 6858000"/>
              <a:gd name="connsiteX141" fmla="*/ 1927410 w 7467600"/>
              <a:gd name="connsiteY141" fmla="*/ 4716164 h 6858000"/>
              <a:gd name="connsiteX142" fmla="*/ 1959587 w 7467600"/>
              <a:gd name="connsiteY142" fmla="*/ 4728849 h 6858000"/>
              <a:gd name="connsiteX143" fmla="*/ 2777707 w 7467600"/>
              <a:gd name="connsiteY143" fmla="*/ 5003991 h 6858000"/>
              <a:gd name="connsiteX144" fmla="*/ 2800768 w 7467600"/>
              <a:gd name="connsiteY144" fmla="*/ 5010056 h 6858000"/>
              <a:gd name="connsiteX145" fmla="*/ 2879408 w 7467600"/>
              <a:gd name="connsiteY145" fmla="*/ 5031590 h 6858000"/>
              <a:gd name="connsiteX146" fmla="*/ 2862295 w 7467600"/>
              <a:gd name="connsiteY146" fmla="*/ 5022958 h 6858000"/>
              <a:gd name="connsiteX147" fmla="*/ 2813343 w 7467600"/>
              <a:gd name="connsiteY147" fmla="*/ 4998369 h 6858000"/>
              <a:gd name="connsiteX148" fmla="*/ 2646245 w 7467600"/>
              <a:gd name="connsiteY148" fmla="*/ 4930999 h 6858000"/>
              <a:gd name="connsiteX149" fmla="*/ 1999243 w 7467600"/>
              <a:gd name="connsiteY149" fmla="*/ 4730524 h 6858000"/>
              <a:gd name="connsiteX150" fmla="*/ 1979527 w 7467600"/>
              <a:gd name="connsiteY150" fmla="*/ 4726651 h 6858000"/>
              <a:gd name="connsiteX151" fmla="*/ 1927410 w 7467600"/>
              <a:gd name="connsiteY151" fmla="*/ 4716164 h 6858000"/>
              <a:gd name="connsiteX152" fmla="*/ 1997014 w 7467600"/>
              <a:gd name="connsiteY152" fmla="*/ 4698007 h 6858000"/>
              <a:gd name="connsiteX153" fmla="*/ 2005458 w 7467600"/>
              <a:gd name="connsiteY153" fmla="*/ 4699540 h 6858000"/>
              <a:gd name="connsiteX154" fmla="*/ 2657186 w 7467600"/>
              <a:gd name="connsiteY154" fmla="*/ 4901687 h 6858000"/>
              <a:gd name="connsiteX155" fmla="*/ 2826662 w 7467600"/>
              <a:gd name="connsiteY155" fmla="*/ 4970362 h 6858000"/>
              <a:gd name="connsiteX156" fmla="*/ 2876100 w 7467600"/>
              <a:gd name="connsiteY156" fmla="*/ 4995397 h 6858000"/>
              <a:gd name="connsiteX157" fmla="*/ 3042600 w 7467600"/>
              <a:gd name="connsiteY157" fmla="*/ 5059532 h 6858000"/>
              <a:gd name="connsiteX158" fmla="*/ 1997014 w 7467600"/>
              <a:gd name="connsiteY158" fmla="*/ 4698007 h 6858000"/>
              <a:gd name="connsiteX159" fmla="*/ 2305292 w 7467600"/>
              <a:gd name="connsiteY159" fmla="*/ 4219492 h 6858000"/>
              <a:gd name="connsiteX160" fmla="*/ 3360922 w 7467600"/>
              <a:gd name="connsiteY160" fmla="*/ 4529373 h 6858000"/>
              <a:gd name="connsiteX161" fmla="*/ 3492420 w 7467600"/>
              <a:gd name="connsiteY161" fmla="*/ 4510145 h 6858000"/>
              <a:gd name="connsiteX162" fmla="*/ 3364086 w 7467600"/>
              <a:gd name="connsiteY162" fmla="*/ 4480340 h 6858000"/>
              <a:gd name="connsiteX163" fmla="*/ 3225818 w 7467600"/>
              <a:gd name="connsiteY163" fmla="*/ 4411822 h 6858000"/>
              <a:gd name="connsiteX164" fmla="*/ 3129696 w 7467600"/>
              <a:gd name="connsiteY164" fmla="*/ 4360704 h 6858000"/>
              <a:gd name="connsiteX165" fmla="*/ 2814545 w 7467600"/>
              <a:gd name="connsiteY165" fmla="*/ 4282955 h 6858000"/>
              <a:gd name="connsiteX166" fmla="*/ 2305292 w 7467600"/>
              <a:gd name="connsiteY166" fmla="*/ 4219492 h 6858000"/>
              <a:gd name="connsiteX167" fmla="*/ 2626982 w 7467600"/>
              <a:gd name="connsiteY167" fmla="*/ 4206450 h 6858000"/>
              <a:gd name="connsiteX168" fmla="*/ 2490617 w 7467600"/>
              <a:gd name="connsiteY168" fmla="*/ 4206951 h 6858000"/>
              <a:gd name="connsiteX169" fmla="*/ 2819869 w 7467600"/>
              <a:gd name="connsiteY169" fmla="*/ 4252936 h 6858000"/>
              <a:gd name="connsiteX170" fmla="*/ 3143018 w 7467600"/>
              <a:gd name="connsiteY170" fmla="*/ 4332698 h 6858000"/>
              <a:gd name="connsiteX171" fmla="*/ 3241520 w 7467600"/>
              <a:gd name="connsiteY171" fmla="*/ 4385112 h 6858000"/>
              <a:gd name="connsiteX172" fmla="*/ 3374575 w 7467600"/>
              <a:gd name="connsiteY172" fmla="*/ 4451517 h 6858000"/>
              <a:gd name="connsiteX173" fmla="*/ 3505221 w 7467600"/>
              <a:gd name="connsiteY173" fmla="*/ 4480757 h 6858000"/>
              <a:gd name="connsiteX174" fmla="*/ 2626982 w 7467600"/>
              <a:gd name="connsiteY174" fmla="*/ 4206450 h 6858000"/>
              <a:gd name="connsiteX175" fmla="*/ 1310106 w 7467600"/>
              <a:gd name="connsiteY175" fmla="*/ 3943217 h 6858000"/>
              <a:gd name="connsiteX176" fmla="*/ 854994 w 7467600"/>
              <a:gd name="connsiteY176" fmla="*/ 4399136 h 6858000"/>
              <a:gd name="connsiteX177" fmla="*/ 742462 w 7467600"/>
              <a:gd name="connsiteY177" fmla="*/ 4594648 h 6858000"/>
              <a:gd name="connsiteX178" fmla="*/ 820602 w 7467600"/>
              <a:gd name="connsiteY178" fmla="*/ 4485915 h 6858000"/>
              <a:gd name="connsiteX179" fmla="*/ 878295 w 7467600"/>
              <a:gd name="connsiteY179" fmla="*/ 4403594 h 6858000"/>
              <a:gd name="connsiteX180" fmla="*/ 1240607 w 7467600"/>
              <a:gd name="connsiteY180" fmla="*/ 4010401 h 6858000"/>
              <a:gd name="connsiteX181" fmla="*/ 1310106 w 7467600"/>
              <a:gd name="connsiteY181" fmla="*/ 3943217 h 6858000"/>
              <a:gd name="connsiteX182" fmla="*/ 1423113 w 7467600"/>
              <a:gd name="connsiteY182" fmla="*/ 3874565 h 6858000"/>
              <a:gd name="connsiteX183" fmla="*/ 1260565 w 7467600"/>
              <a:gd name="connsiteY183" fmla="*/ 4031982 h 6858000"/>
              <a:gd name="connsiteX184" fmla="*/ 901900 w 7467600"/>
              <a:gd name="connsiteY184" fmla="*/ 4421236 h 6858000"/>
              <a:gd name="connsiteX185" fmla="*/ 845044 w 7467600"/>
              <a:gd name="connsiteY185" fmla="*/ 4502436 h 6858000"/>
              <a:gd name="connsiteX186" fmla="*/ 685926 w 7467600"/>
              <a:gd name="connsiteY186" fmla="*/ 4703069 h 6858000"/>
              <a:gd name="connsiteX187" fmla="*/ 684248 w 7467600"/>
              <a:gd name="connsiteY187" fmla="*/ 4706721 h 6858000"/>
              <a:gd name="connsiteX188" fmla="*/ 1423113 w 7467600"/>
              <a:gd name="connsiteY188" fmla="*/ 3874565 h 6858000"/>
              <a:gd name="connsiteX189" fmla="*/ 3316479 w 7467600"/>
              <a:gd name="connsiteY189" fmla="*/ 3872136 h 6858000"/>
              <a:gd name="connsiteX190" fmla="*/ 3546806 w 7467600"/>
              <a:gd name="connsiteY190" fmla="*/ 4356139 h 6858000"/>
              <a:gd name="connsiteX191" fmla="*/ 3364433 w 7467600"/>
              <a:gd name="connsiteY191" fmla="*/ 3953121 h 6858000"/>
              <a:gd name="connsiteX192" fmla="*/ 3316479 w 7467600"/>
              <a:gd name="connsiteY192" fmla="*/ 3872136 h 6858000"/>
              <a:gd name="connsiteX193" fmla="*/ 3291335 w 7467600"/>
              <a:gd name="connsiteY193" fmla="*/ 3767420 h 6858000"/>
              <a:gd name="connsiteX194" fmla="*/ 3390805 w 7467600"/>
              <a:gd name="connsiteY194" fmla="*/ 3937163 h 6858000"/>
              <a:gd name="connsiteX195" fmla="*/ 3579062 w 7467600"/>
              <a:gd name="connsiteY195" fmla="*/ 4359040 h 6858000"/>
              <a:gd name="connsiteX196" fmla="*/ 3467355 w 7467600"/>
              <a:gd name="connsiteY196" fmla="*/ 3988130 h 6858000"/>
              <a:gd name="connsiteX197" fmla="*/ 3310753 w 7467600"/>
              <a:gd name="connsiteY197" fmla="*/ 3787140 h 6858000"/>
              <a:gd name="connsiteX198" fmla="*/ 3291335 w 7467600"/>
              <a:gd name="connsiteY198" fmla="*/ 3767420 h 6858000"/>
              <a:gd name="connsiteX199" fmla="*/ 1635889 w 7467600"/>
              <a:gd name="connsiteY199" fmla="*/ 3709494 h 6858000"/>
              <a:gd name="connsiteX200" fmla="*/ 1634800 w 7467600"/>
              <a:gd name="connsiteY200" fmla="*/ 3731111 h 6858000"/>
              <a:gd name="connsiteX201" fmla="*/ 1635889 w 7467600"/>
              <a:gd name="connsiteY201" fmla="*/ 3709494 h 6858000"/>
              <a:gd name="connsiteX202" fmla="*/ 1510397 w 7467600"/>
              <a:gd name="connsiteY202" fmla="*/ 3684705 h 6858000"/>
              <a:gd name="connsiteX203" fmla="*/ 1146550 w 7467600"/>
              <a:gd name="connsiteY203" fmla="*/ 3802012 h 6858000"/>
              <a:gd name="connsiteX204" fmla="*/ 698834 w 7467600"/>
              <a:gd name="connsiteY204" fmla="*/ 3952272 h 6858000"/>
              <a:gd name="connsiteX205" fmla="*/ 34256 w 7467600"/>
              <a:gd name="connsiteY205" fmla="*/ 4347603 h 6858000"/>
              <a:gd name="connsiteX206" fmla="*/ 527241 w 7467600"/>
              <a:gd name="connsiteY206" fmla="*/ 4065078 h 6858000"/>
              <a:gd name="connsiteX207" fmla="*/ 1510397 w 7467600"/>
              <a:gd name="connsiteY207" fmla="*/ 3684705 h 6858000"/>
              <a:gd name="connsiteX208" fmla="*/ 1313114 w 7467600"/>
              <a:gd name="connsiteY208" fmla="*/ 3655216 h 6858000"/>
              <a:gd name="connsiteX209" fmla="*/ 1109304 w 7467600"/>
              <a:gd name="connsiteY209" fmla="*/ 3669030 h 6858000"/>
              <a:gd name="connsiteX210" fmla="*/ 8129 w 7467600"/>
              <a:gd name="connsiteY210" fmla="*/ 4330519 h 6858000"/>
              <a:gd name="connsiteX211" fmla="*/ 687572 w 7467600"/>
              <a:gd name="connsiteY211" fmla="*/ 3925629 h 6858000"/>
              <a:gd name="connsiteX212" fmla="*/ 1138365 w 7467600"/>
              <a:gd name="connsiteY212" fmla="*/ 3774515 h 6858000"/>
              <a:gd name="connsiteX213" fmla="*/ 1505579 w 7467600"/>
              <a:gd name="connsiteY213" fmla="*/ 3655526 h 6858000"/>
              <a:gd name="connsiteX214" fmla="*/ 1313114 w 7467600"/>
              <a:gd name="connsiteY214" fmla="*/ 3655216 h 6858000"/>
              <a:gd name="connsiteX215" fmla="*/ 3655073 w 7467600"/>
              <a:gd name="connsiteY215" fmla="*/ 3650884 h 6858000"/>
              <a:gd name="connsiteX216" fmla="*/ 3989938 w 7467600"/>
              <a:gd name="connsiteY216" fmla="*/ 3991685 h 6858000"/>
              <a:gd name="connsiteX217" fmla="*/ 4393907 w 7467600"/>
              <a:gd name="connsiteY217" fmla="*/ 4261258 h 6858000"/>
              <a:gd name="connsiteX218" fmla="*/ 4648051 w 7467600"/>
              <a:gd name="connsiteY218" fmla="*/ 4374051 h 6858000"/>
              <a:gd name="connsiteX219" fmla="*/ 4383389 w 7467600"/>
              <a:gd name="connsiteY219" fmla="*/ 4184369 h 6858000"/>
              <a:gd name="connsiteX220" fmla="*/ 4165508 w 7467600"/>
              <a:gd name="connsiteY220" fmla="*/ 4035196 h 6858000"/>
              <a:gd name="connsiteX221" fmla="*/ 4068162 w 7467600"/>
              <a:gd name="connsiteY221" fmla="*/ 3953394 h 6858000"/>
              <a:gd name="connsiteX222" fmla="*/ 3981416 w 7467600"/>
              <a:gd name="connsiteY222" fmla="*/ 3880482 h 6858000"/>
              <a:gd name="connsiteX223" fmla="*/ 3800147 w 7467600"/>
              <a:gd name="connsiteY223" fmla="*/ 3749872 h 6858000"/>
              <a:gd name="connsiteX224" fmla="*/ 3655073 w 7467600"/>
              <a:gd name="connsiteY224" fmla="*/ 3650884 h 6858000"/>
              <a:gd name="connsiteX225" fmla="*/ 3670252 w 7467600"/>
              <a:gd name="connsiteY225" fmla="*/ 3622798 h 6858000"/>
              <a:gd name="connsiteX226" fmla="*/ 3817258 w 7467600"/>
              <a:gd name="connsiteY226" fmla="*/ 3723577 h 6858000"/>
              <a:gd name="connsiteX227" fmla="*/ 4000461 w 7467600"/>
              <a:gd name="connsiteY227" fmla="*/ 3855966 h 6858000"/>
              <a:gd name="connsiteX228" fmla="*/ 4088180 w 7467600"/>
              <a:gd name="connsiteY228" fmla="*/ 3929774 h 6858000"/>
              <a:gd name="connsiteX229" fmla="*/ 4184555 w 7467600"/>
              <a:gd name="connsiteY229" fmla="*/ 4010683 h 6858000"/>
              <a:gd name="connsiteX230" fmla="*/ 4399563 w 7467600"/>
              <a:gd name="connsiteY230" fmla="*/ 4158106 h 6858000"/>
              <a:gd name="connsiteX231" fmla="*/ 4684469 w 7467600"/>
              <a:gd name="connsiteY231" fmla="*/ 4364680 h 6858000"/>
              <a:gd name="connsiteX232" fmla="*/ 4690271 w 7467600"/>
              <a:gd name="connsiteY232" fmla="*/ 4370034 h 6858000"/>
              <a:gd name="connsiteX233" fmla="*/ 4136093 w 7467600"/>
              <a:gd name="connsiteY233" fmla="*/ 3858466 h 6858000"/>
              <a:gd name="connsiteX234" fmla="*/ 3670252 w 7467600"/>
              <a:gd name="connsiteY234" fmla="*/ 3622798 h 6858000"/>
              <a:gd name="connsiteX235" fmla="*/ 4440129 w 7467600"/>
              <a:gd name="connsiteY235" fmla="*/ 3448571 h 6858000"/>
              <a:gd name="connsiteX236" fmla="*/ 4856525 w 7467600"/>
              <a:gd name="connsiteY236" fmla="*/ 3915351 h 6858000"/>
              <a:gd name="connsiteX237" fmla="*/ 5059055 w 7467600"/>
              <a:gd name="connsiteY237" fmla="*/ 4108918 h 6858000"/>
              <a:gd name="connsiteX238" fmla="*/ 5290070 w 7467600"/>
              <a:gd name="connsiteY238" fmla="*/ 4263619 h 6858000"/>
              <a:gd name="connsiteX239" fmla="*/ 4834991 w 7467600"/>
              <a:gd name="connsiteY239" fmla="*/ 3830985 h 6858000"/>
              <a:gd name="connsiteX240" fmla="*/ 4440129 w 7467600"/>
              <a:gd name="connsiteY240" fmla="*/ 3448571 h 6858000"/>
              <a:gd name="connsiteX241" fmla="*/ 4441737 w 7467600"/>
              <a:gd name="connsiteY241" fmla="*/ 3399734 h 6858000"/>
              <a:gd name="connsiteX242" fmla="*/ 4431236 w 7467600"/>
              <a:gd name="connsiteY242" fmla="*/ 3400954 h 6858000"/>
              <a:gd name="connsiteX243" fmla="*/ 4557150 w 7467600"/>
              <a:gd name="connsiteY243" fmla="*/ 3510023 h 6858000"/>
              <a:gd name="connsiteX244" fmla="*/ 4856936 w 7467600"/>
              <a:gd name="connsiteY244" fmla="*/ 3809146 h 6858000"/>
              <a:gd name="connsiteX245" fmla="*/ 5111996 w 7467600"/>
              <a:gd name="connsiteY245" fmla="*/ 4065759 h 6858000"/>
              <a:gd name="connsiteX246" fmla="*/ 5388878 w 7467600"/>
              <a:gd name="connsiteY246" fmla="*/ 4300185 h 6858000"/>
              <a:gd name="connsiteX247" fmla="*/ 5425556 w 7467600"/>
              <a:gd name="connsiteY247" fmla="*/ 4308967 h 6858000"/>
              <a:gd name="connsiteX248" fmla="*/ 4943646 w 7467600"/>
              <a:gd name="connsiteY248" fmla="*/ 3822916 h 6858000"/>
              <a:gd name="connsiteX249" fmla="*/ 4594837 w 7467600"/>
              <a:gd name="connsiteY249" fmla="*/ 3532274 h 6858000"/>
              <a:gd name="connsiteX250" fmla="*/ 4441737 w 7467600"/>
              <a:gd name="connsiteY250" fmla="*/ 3399734 h 6858000"/>
              <a:gd name="connsiteX251" fmla="*/ 5425834 w 7467600"/>
              <a:gd name="connsiteY251" fmla="*/ 3162785 h 6858000"/>
              <a:gd name="connsiteX252" fmla="*/ 5401644 w 7467600"/>
              <a:gd name="connsiteY252" fmla="*/ 3617847 h 6858000"/>
              <a:gd name="connsiteX253" fmla="*/ 5467256 w 7467600"/>
              <a:gd name="connsiteY253" fmla="*/ 4175494 h 6858000"/>
              <a:gd name="connsiteX254" fmla="*/ 5448069 w 7467600"/>
              <a:gd name="connsiteY254" fmla="*/ 3567554 h 6858000"/>
              <a:gd name="connsiteX255" fmla="*/ 5425834 w 7467600"/>
              <a:gd name="connsiteY255" fmla="*/ 3162785 h 6858000"/>
              <a:gd name="connsiteX256" fmla="*/ 1318687 w 7467600"/>
              <a:gd name="connsiteY256" fmla="*/ 3113840 h 6858000"/>
              <a:gd name="connsiteX257" fmla="*/ 1066793 w 7467600"/>
              <a:gd name="connsiteY257" fmla="*/ 3212171 h 6858000"/>
              <a:gd name="connsiteX258" fmla="*/ 993319 w 7467600"/>
              <a:gd name="connsiteY258" fmla="*/ 3247648 h 6858000"/>
              <a:gd name="connsiteX259" fmla="*/ 853081 w 7467600"/>
              <a:gd name="connsiteY259" fmla="*/ 3312410 h 6858000"/>
              <a:gd name="connsiteX260" fmla="*/ 805957 w 7467600"/>
              <a:gd name="connsiteY260" fmla="*/ 3330443 h 6858000"/>
              <a:gd name="connsiteX261" fmla="*/ 1318687 w 7467600"/>
              <a:gd name="connsiteY261" fmla="*/ 3113840 h 6858000"/>
              <a:gd name="connsiteX262" fmla="*/ 5453702 w 7467600"/>
              <a:gd name="connsiteY262" fmla="*/ 3090882 h 6858000"/>
              <a:gd name="connsiteX263" fmla="*/ 5480135 w 7467600"/>
              <a:gd name="connsiteY263" fmla="*/ 3565802 h 6858000"/>
              <a:gd name="connsiteX264" fmla="*/ 5499023 w 7467600"/>
              <a:gd name="connsiteY264" fmla="*/ 4166310 h 6858000"/>
              <a:gd name="connsiteX265" fmla="*/ 5547022 w 7467600"/>
              <a:gd name="connsiteY265" fmla="*/ 3607838 h 6858000"/>
              <a:gd name="connsiteX266" fmla="*/ 5515964 w 7467600"/>
              <a:gd name="connsiteY266" fmla="*/ 3378541 h 6858000"/>
              <a:gd name="connsiteX267" fmla="*/ 5453702 w 7467600"/>
              <a:gd name="connsiteY267" fmla="*/ 3090882 h 6858000"/>
              <a:gd name="connsiteX268" fmla="*/ 1238695 w 7467600"/>
              <a:gd name="connsiteY268" fmla="*/ 3076820 h 6858000"/>
              <a:gd name="connsiteX269" fmla="*/ 716371 w 7467600"/>
              <a:gd name="connsiteY269" fmla="*/ 3293249 h 6858000"/>
              <a:gd name="connsiteX270" fmla="*/ 579522 w 7467600"/>
              <a:gd name="connsiteY270" fmla="*/ 3371759 h 6858000"/>
              <a:gd name="connsiteX271" fmla="*/ 600288 w 7467600"/>
              <a:gd name="connsiteY271" fmla="*/ 3365555 h 6858000"/>
              <a:gd name="connsiteX272" fmla="*/ 840692 w 7467600"/>
              <a:gd name="connsiteY272" fmla="*/ 3284921 h 6858000"/>
              <a:gd name="connsiteX273" fmla="*/ 979248 w 7467600"/>
              <a:gd name="connsiteY273" fmla="*/ 3221003 h 6858000"/>
              <a:gd name="connsiteX274" fmla="*/ 1053282 w 7467600"/>
              <a:gd name="connsiteY274" fmla="*/ 3185247 h 6858000"/>
              <a:gd name="connsiteX275" fmla="*/ 1320603 w 7467600"/>
              <a:gd name="connsiteY275" fmla="*/ 3081281 h 6858000"/>
              <a:gd name="connsiteX276" fmla="*/ 1238695 w 7467600"/>
              <a:gd name="connsiteY276" fmla="*/ 3076820 h 6858000"/>
              <a:gd name="connsiteX277" fmla="*/ 5425627 w 7467600"/>
              <a:gd name="connsiteY277" fmla="*/ 2954192 h 6858000"/>
              <a:gd name="connsiteX278" fmla="*/ 5470770 w 7467600"/>
              <a:gd name="connsiteY278" fmla="*/ 3005435 h 6858000"/>
              <a:gd name="connsiteX279" fmla="*/ 5519779 w 7467600"/>
              <a:gd name="connsiteY279" fmla="*/ 4359223 h 6858000"/>
              <a:gd name="connsiteX280" fmla="*/ 5520293 w 7467600"/>
              <a:gd name="connsiteY280" fmla="*/ 4360602 h 6858000"/>
              <a:gd name="connsiteX281" fmla="*/ 5767221 w 7467600"/>
              <a:gd name="connsiteY281" fmla="*/ 4665564 h 6858000"/>
              <a:gd name="connsiteX282" fmla="*/ 6937169 w 7467600"/>
              <a:gd name="connsiteY282" fmla="*/ 4815941 h 6858000"/>
              <a:gd name="connsiteX283" fmla="*/ 6953922 w 7467600"/>
              <a:gd name="connsiteY283" fmla="*/ 4890068 h 6858000"/>
              <a:gd name="connsiteX284" fmla="*/ 6071359 w 7467600"/>
              <a:gd name="connsiteY284" fmla="*/ 4770770 h 6858000"/>
              <a:gd name="connsiteX285" fmla="*/ 6038839 w 7467600"/>
              <a:gd name="connsiteY285" fmla="*/ 4764474 h 6858000"/>
              <a:gd name="connsiteX286" fmla="*/ 6038706 w 7467600"/>
              <a:gd name="connsiteY286" fmla="*/ 4763847 h 6858000"/>
              <a:gd name="connsiteX287" fmla="*/ 6037784 w 7467600"/>
              <a:gd name="connsiteY287" fmla="*/ 4764270 h 6858000"/>
              <a:gd name="connsiteX288" fmla="*/ 6038839 w 7467600"/>
              <a:gd name="connsiteY288" fmla="*/ 4764474 h 6858000"/>
              <a:gd name="connsiteX289" fmla="*/ 6040338 w 7467600"/>
              <a:gd name="connsiteY289" fmla="*/ 4771418 h 6858000"/>
              <a:gd name="connsiteX290" fmla="*/ 6024488 w 7467600"/>
              <a:gd name="connsiteY290" fmla="*/ 4809903 h 6858000"/>
              <a:gd name="connsiteX291" fmla="*/ 5599771 w 7467600"/>
              <a:gd name="connsiteY291" fmla="*/ 5509652 h 6858000"/>
              <a:gd name="connsiteX292" fmla="*/ 5548843 w 7467600"/>
              <a:gd name="connsiteY292" fmla="*/ 5563845 h 6858000"/>
              <a:gd name="connsiteX293" fmla="*/ 5940952 w 7467600"/>
              <a:gd name="connsiteY293" fmla="*/ 6250028 h 6858000"/>
              <a:gd name="connsiteX294" fmla="*/ 6043441 w 7467600"/>
              <a:gd name="connsiteY294" fmla="*/ 6665847 h 6858000"/>
              <a:gd name="connsiteX295" fmla="*/ 6093432 w 7467600"/>
              <a:gd name="connsiteY295" fmla="*/ 6858000 h 6858000"/>
              <a:gd name="connsiteX296" fmla="*/ 6034344 w 7467600"/>
              <a:gd name="connsiteY296" fmla="*/ 6858000 h 6858000"/>
              <a:gd name="connsiteX297" fmla="*/ 6026679 w 7467600"/>
              <a:gd name="connsiteY297" fmla="*/ 6836959 h 6858000"/>
              <a:gd name="connsiteX298" fmla="*/ 5800441 w 7467600"/>
              <a:gd name="connsiteY298" fmla="*/ 6335286 h 6858000"/>
              <a:gd name="connsiteX299" fmla="*/ 5526562 w 7467600"/>
              <a:gd name="connsiteY299" fmla="*/ 5705388 h 6858000"/>
              <a:gd name="connsiteX300" fmla="*/ 5519640 w 7467600"/>
              <a:gd name="connsiteY300" fmla="*/ 5683774 h 6858000"/>
              <a:gd name="connsiteX301" fmla="*/ 5844559 w 7467600"/>
              <a:gd name="connsiteY301" fmla="*/ 6553349 h 6858000"/>
              <a:gd name="connsiteX302" fmla="*/ 5975994 w 7467600"/>
              <a:gd name="connsiteY302" fmla="*/ 6858000 h 6858000"/>
              <a:gd name="connsiteX303" fmla="*/ 5898547 w 7467600"/>
              <a:gd name="connsiteY303" fmla="*/ 6858000 h 6858000"/>
              <a:gd name="connsiteX304" fmla="*/ 5682041 w 7467600"/>
              <a:gd name="connsiteY304" fmla="*/ 6355860 h 6858000"/>
              <a:gd name="connsiteX305" fmla="*/ 5461758 w 7467600"/>
              <a:gd name="connsiteY305" fmla="*/ 5820220 h 6858000"/>
              <a:gd name="connsiteX306" fmla="*/ 5237282 w 7467600"/>
              <a:gd name="connsiteY306" fmla="*/ 6579086 h 6858000"/>
              <a:gd name="connsiteX307" fmla="*/ 5115009 w 7467600"/>
              <a:gd name="connsiteY307" fmla="*/ 6858000 h 6858000"/>
              <a:gd name="connsiteX308" fmla="*/ 5028074 w 7467600"/>
              <a:gd name="connsiteY308" fmla="*/ 6858000 h 6858000"/>
              <a:gd name="connsiteX309" fmla="*/ 5079508 w 7467600"/>
              <a:gd name="connsiteY309" fmla="*/ 6749074 h 6858000"/>
              <a:gd name="connsiteX310" fmla="*/ 5371846 w 7467600"/>
              <a:gd name="connsiteY310" fmla="*/ 5924413 h 6858000"/>
              <a:gd name="connsiteX311" fmla="*/ 5270512 w 7467600"/>
              <a:gd name="connsiteY311" fmla="*/ 6138975 h 6858000"/>
              <a:gd name="connsiteX312" fmla="*/ 5062409 w 7467600"/>
              <a:gd name="connsiteY312" fmla="*/ 6653544 h 6858000"/>
              <a:gd name="connsiteX313" fmla="*/ 5036628 w 7467600"/>
              <a:gd name="connsiteY313" fmla="*/ 6754247 h 6858000"/>
              <a:gd name="connsiteX314" fmla="*/ 5009112 w 7467600"/>
              <a:gd name="connsiteY314" fmla="*/ 6858000 h 6858000"/>
              <a:gd name="connsiteX315" fmla="*/ 4976679 w 7467600"/>
              <a:gd name="connsiteY315" fmla="*/ 6858000 h 6858000"/>
              <a:gd name="connsiteX316" fmla="*/ 5006537 w 7467600"/>
              <a:gd name="connsiteY316" fmla="*/ 6747068 h 6858000"/>
              <a:gd name="connsiteX317" fmla="*/ 5032723 w 7467600"/>
              <a:gd name="connsiteY317" fmla="*/ 6644957 h 6858000"/>
              <a:gd name="connsiteX318" fmla="*/ 5242949 w 7467600"/>
              <a:gd name="connsiteY318" fmla="*/ 6125175 h 6858000"/>
              <a:gd name="connsiteX319" fmla="*/ 5286321 w 7467600"/>
              <a:gd name="connsiteY319" fmla="*/ 6033555 h 6858000"/>
              <a:gd name="connsiteX320" fmla="*/ 5008210 w 7467600"/>
              <a:gd name="connsiteY320" fmla="*/ 6649194 h 6858000"/>
              <a:gd name="connsiteX321" fmla="*/ 4986321 w 7467600"/>
              <a:gd name="connsiteY321" fmla="*/ 6765687 h 6858000"/>
              <a:gd name="connsiteX322" fmla="*/ 4973474 w 7467600"/>
              <a:gd name="connsiteY322" fmla="*/ 6858000 h 6858000"/>
              <a:gd name="connsiteX323" fmla="*/ 4907178 w 7467600"/>
              <a:gd name="connsiteY323" fmla="*/ 6858000 h 6858000"/>
              <a:gd name="connsiteX324" fmla="*/ 4910810 w 7467600"/>
              <a:gd name="connsiteY324" fmla="*/ 6829660 h 6858000"/>
              <a:gd name="connsiteX325" fmla="*/ 4987461 w 7467600"/>
              <a:gd name="connsiteY325" fmla="*/ 6432994 h 6858000"/>
              <a:gd name="connsiteX326" fmla="*/ 5179262 w 7467600"/>
              <a:gd name="connsiteY326" fmla="*/ 6035044 h 6858000"/>
              <a:gd name="connsiteX327" fmla="*/ 4689678 w 7467600"/>
              <a:gd name="connsiteY327" fmla="*/ 6440241 h 6858000"/>
              <a:gd name="connsiteX328" fmla="*/ 4477543 w 7467600"/>
              <a:gd name="connsiteY328" fmla="*/ 6674836 h 6858000"/>
              <a:gd name="connsiteX329" fmla="*/ 4329957 w 7467600"/>
              <a:gd name="connsiteY329" fmla="*/ 6858000 h 6858000"/>
              <a:gd name="connsiteX330" fmla="*/ 4218595 w 7467600"/>
              <a:gd name="connsiteY330" fmla="*/ 6858000 h 6858000"/>
              <a:gd name="connsiteX331" fmla="*/ 4368888 w 7467600"/>
              <a:gd name="connsiteY331" fmla="*/ 6668412 h 6858000"/>
              <a:gd name="connsiteX332" fmla="*/ 4563091 w 7467600"/>
              <a:gd name="connsiteY332" fmla="*/ 6442508 h 6858000"/>
              <a:gd name="connsiteX333" fmla="*/ 5387324 w 7467600"/>
              <a:gd name="connsiteY333" fmla="*/ 5705830 h 6858000"/>
              <a:gd name="connsiteX334" fmla="*/ 5073620 w 7467600"/>
              <a:gd name="connsiteY334" fmla="*/ 5955437 h 6858000"/>
              <a:gd name="connsiteX335" fmla="*/ 4689789 w 7467600"/>
              <a:gd name="connsiteY335" fmla="*/ 6268382 h 6858000"/>
              <a:gd name="connsiteX336" fmla="*/ 4418722 w 7467600"/>
              <a:gd name="connsiteY336" fmla="*/ 6570886 h 6858000"/>
              <a:gd name="connsiteX337" fmla="*/ 4214944 w 7467600"/>
              <a:gd name="connsiteY337" fmla="*/ 6858000 h 6858000"/>
              <a:gd name="connsiteX338" fmla="*/ 4177898 w 7467600"/>
              <a:gd name="connsiteY338" fmla="*/ 6858000 h 6858000"/>
              <a:gd name="connsiteX339" fmla="*/ 4391597 w 7467600"/>
              <a:gd name="connsiteY339" fmla="*/ 6556370 h 6858000"/>
              <a:gd name="connsiteX340" fmla="*/ 4668889 w 7467600"/>
              <a:gd name="connsiteY340" fmla="*/ 6246399 h 6858000"/>
              <a:gd name="connsiteX341" fmla="*/ 5055427 w 7467600"/>
              <a:gd name="connsiteY341" fmla="*/ 5931476 h 6858000"/>
              <a:gd name="connsiteX342" fmla="*/ 5371814 w 7467600"/>
              <a:gd name="connsiteY342" fmla="*/ 5678975 h 6858000"/>
              <a:gd name="connsiteX343" fmla="*/ 4987918 w 7467600"/>
              <a:gd name="connsiteY343" fmla="*/ 5838701 h 6858000"/>
              <a:gd name="connsiteX344" fmla="*/ 4317146 w 7467600"/>
              <a:gd name="connsiteY344" fmla="*/ 6587716 h 6858000"/>
              <a:gd name="connsiteX345" fmla="*/ 4171627 w 7467600"/>
              <a:gd name="connsiteY345" fmla="*/ 6858000 h 6858000"/>
              <a:gd name="connsiteX346" fmla="*/ 4081585 w 7467600"/>
              <a:gd name="connsiteY346" fmla="*/ 6858000 h 6858000"/>
              <a:gd name="connsiteX347" fmla="*/ 4238603 w 7467600"/>
              <a:gd name="connsiteY347" fmla="*/ 6559341 h 6858000"/>
              <a:gd name="connsiteX348" fmla="*/ 4778333 w 7467600"/>
              <a:gd name="connsiteY348" fmla="*/ 5873626 h 6858000"/>
              <a:gd name="connsiteX349" fmla="*/ 5414185 w 7467600"/>
              <a:gd name="connsiteY349" fmla="*/ 5573882 h 6858000"/>
              <a:gd name="connsiteX350" fmla="*/ 5959648 w 7467600"/>
              <a:gd name="connsiteY350" fmla="*/ 4760797 h 6858000"/>
              <a:gd name="connsiteX351" fmla="*/ 5355019 w 7467600"/>
              <a:gd name="connsiteY351" fmla="*/ 4734672 h 6858000"/>
              <a:gd name="connsiteX352" fmla="*/ 5083565 w 7467600"/>
              <a:gd name="connsiteY352" fmla="*/ 5179121 h 6858000"/>
              <a:gd name="connsiteX353" fmla="*/ 4713577 w 7467600"/>
              <a:gd name="connsiteY353" fmla="*/ 5616803 h 6858000"/>
              <a:gd name="connsiteX354" fmla="*/ 3989559 w 7467600"/>
              <a:gd name="connsiteY354" fmla="*/ 6145945 h 6858000"/>
              <a:gd name="connsiteX355" fmla="*/ 3939824 w 7467600"/>
              <a:gd name="connsiteY355" fmla="*/ 6066900 h 6858000"/>
              <a:gd name="connsiteX356" fmla="*/ 4584537 w 7467600"/>
              <a:gd name="connsiteY356" fmla="*/ 5324826 h 6858000"/>
              <a:gd name="connsiteX357" fmla="*/ 5037105 w 7467600"/>
              <a:gd name="connsiteY357" fmla="*/ 5088765 h 6858000"/>
              <a:gd name="connsiteX358" fmla="*/ 5039930 w 7467600"/>
              <a:gd name="connsiteY358" fmla="*/ 5089585 h 6858000"/>
              <a:gd name="connsiteX359" fmla="*/ 5263764 w 7467600"/>
              <a:gd name="connsiteY359" fmla="*/ 4735525 h 6858000"/>
              <a:gd name="connsiteX360" fmla="*/ 4086300 w 7467600"/>
              <a:gd name="connsiteY360" fmla="*/ 4884599 h 6858000"/>
              <a:gd name="connsiteX361" fmla="*/ 4085485 w 7467600"/>
              <a:gd name="connsiteY361" fmla="*/ 4899070 h 6858000"/>
              <a:gd name="connsiteX362" fmla="*/ 3871915 w 7467600"/>
              <a:gd name="connsiteY362" fmla="*/ 5253645 h 6858000"/>
              <a:gd name="connsiteX363" fmla="*/ 3799374 w 7467600"/>
              <a:gd name="connsiteY363" fmla="*/ 5466127 h 6858000"/>
              <a:gd name="connsiteX364" fmla="*/ 3498850 w 7467600"/>
              <a:gd name="connsiteY364" fmla="*/ 6661888 h 6858000"/>
              <a:gd name="connsiteX365" fmla="*/ 3399216 w 7467600"/>
              <a:gd name="connsiteY365" fmla="*/ 6858000 h 6858000"/>
              <a:gd name="connsiteX366" fmla="*/ 3303688 w 7467600"/>
              <a:gd name="connsiteY366" fmla="*/ 6858000 h 6858000"/>
              <a:gd name="connsiteX367" fmla="*/ 3391774 w 7467600"/>
              <a:gd name="connsiteY367" fmla="*/ 6697181 h 6858000"/>
              <a:gd name="connsiteX368" fmla="*/ 3735540 w 7467600"/>
              <a:gd name="connsiteY368" fmla="*/ 5546923 h 6858000"/>
              <a:gd name="connsiteX369" fmla="*/ 3729438 w 7467600"/>
              <a:gd name="connsiteY369" fmla="*/ 5569058 h 6858000"/>
              <a:gd name="connsiteX370" fmla="*/ 3707782 w 7467600"/>
              <a:gd name="connsiteY370" fmla="*/ 5644908 h 6858000"/>
              <a:gd name="connsiteX371" fmla="*/ 3583827 w 7467600"/>
              <a:gd name="connsiteY371" fmla="*/ 6039215 h 6858000"/>
              <a:gd name="connsiteX372" fmla="*/ 3547861 w 7467600"/>
              <a:gd name="connsiteY372" fmla="*/ 6129609 h 6858000"/>
              <a:gd name="connsiteX373" fmla="*/ 3490905 w 7467600"/>
              <a:gd name="connsiteY373" fmla="*/ 6277660 h 6858000"/>
              <a:gd name="connsiteX374" fmla="*/ 3455859 w 7467600"/>
              <a:gd name="connsiteY374" fmla="*/ 6391301 h 6858000"/>
              <a:gd name="connsiteX375" fmla="*/ 3429112 w 7467600"/>
              <a:gd name="connsiteY375" fmla="*/ 6479469 h 6858000"/>
              <a:gd name="connsiteX376" fmla="*/ 3304862 w 7467600"/>
              <a:gd name="connsiteY376" fmla="*/ 6796476 h 6858000"/>
              <a:gd name="connsiteX377" fmla="*/ 3276071 w 7467600"/>
              <a:gd name="connsiteY377" fmla="*/ 6858000 h 6858000"/>
              <a:gd name="connsiteX378" fmla="*/ 3240805 w 7467600"/>
              <a:gd name="connsiteY378" fmla="*/ 6858000 h 6858000"/>
              <a:gd name="connsiteX379" fmla="*/ 3275917 w 7467600"/>
              <a:gd name="connsiteY379" fmla="*/ 6783192 h 6858000"/>
              <a:gd name="connsiteX380" fmla="*/ 3399358 w 7467600"/>
              <a:gd name="connsiteY380" fmla="*/ 6469011 h 6858000"/>
              <a:gd name="connsiteX381" fmla="*/ 3425650 w 7467600"/>
              <a:gd name="connsiteY381" fmla="*/ 6381333 h 6858000"/>
              <a:gd name="connsiteX382" fmla="*/ 3460661 w 7467600"/>
              <a:gd name="connsiteY382" fmla="*/ 6266763 h 6858000"/>
              <a:gd name="connsiteX383" fmla="*/ 3518021 w 7467600"/>
              <a:gd name="connsiteY383" fmla="*/ 6117298 h 6858000"/>
              <a:gd name="connsiteX384" fmla="*/ 3554035 w 7467600"/>
              <a:gd name="connsiteY384" fmla="*/ 6027832 h 6858000"/>
              <a:gd name="connsiteX385" fmla="*/ 3677174 w 7467600"/>
              <a:gd name="connsiteY385" fmla="*/ 5636351 h 6858000"/>
              <a:gd name="connsiteX386" fmla="*/ 3698819 w 7467600"/>
              <a:gd name="connsiteY386" fmla="*/ 5560503 h 6858000"/>
              <a:gd name="connsiteX387" fmla="*/ 3702094 w 7467600"/>
              <a:gd name="connsiteY387" fmla="*/ 5549194 h 6858000"/>
              <a:gd name="connsiteX388" fmla="*/ 3398355 w 7467600"/>
              <a:gd name="connsiteY388" fmla="*/ 6094603 h 6858000"/>
              <a:gd name="connsiteX389" fmla="*/ 3193941 w 7467600"/>
              <a:gd name="connsiteY389" fmla="*/ 6798775 h 6858000"/>
              <a:gd name="connsiteX390" fmla="*/ 3184140 w 7467600"/>
              <a:gd name="connsiteY390" fmla="*/ 6858000 h 6858000"/>
              <a:gd name="connsiteX391" fmla="*/ 3099978 w 7467600"/>
              <a:gd name="connsiteY391" fmla="*/ 6858000 h 6858000"/>
              <a:gd name="connsiteX392" fmla="*/ 3101556 w 7467600"/>
              <a:gd name="connsiteY392" fmla="*/ 6843337 h 6858000"/>
              <a:gd name="connsiteX393" fmla="*/ 3370162 w 7467600"/>
              <a:gd name="connsiteY393" fmla="*/ 5785550 h 6858000"/>
              <a:gd name="connsiteX394" fmla="*/ 3746477 w 7467600"/>
              <a:gd name="connsiteY394" fmla="*/ 5377889 h 6858000"/>
              <a:gd name="connsiteX395" fmla="*/ 3863399 w 7467600"/>
              <a:gd name="connsiteY395" fmla="*/ 5087257 h 6858000"/>
              <a:gd name="connsiteX396" fmla="*/ 3968712 w 7467600"/>
              <a:gd name="connsiteY396" fmla="*/ 4913989 h 6858000"/>
              <a:gd name="connsiteX397" fmla="*/ 2792390 w 7467600"/>
              <a:gd name="connsiteY397" fmla="*/ 5382974 h 6858000"/>
              <a:gd name="connsiteX398" fmla="*/ 2714982 w 7467600"/>
              <a:gd name="connsiteY398" fmla="*/ 5427051 h 6858000"/>
              <a:gd name="connsiteX399" fmla="*/ 2813361 w 7467600"/>
              <a:gd name="connsiteY399" fmla="*/ 6023912 h 6858000"/>
              <a:gd name="connsiteX400" fmla="*/ 2688430 w 7467600"/>
              <a:gd name="connsiteY400" fmla="*/ 6801564 h 6858000"/>
              <a:gd name="connsiteX401" fmla="*/ 2629626 w 7467600"/>
              <a:gd name="connsiteY401" fmla="*/ 6763394 h 6858000"/>
              <a:gd name="connsiteX402" fmla="*/ 2565328 w 7467600"/>
              <a:gd name="connsiteY402" fmla="*/ 5516399 h 6858000"/>
              <a:gd name="connsiteX403" fmla="*/ 1922999 w 7467600"/>
              <a:gd name="connsiteY403" fmla="*/ 5980343 h 6858000"/>
              <a:gd name="connsiteX404" fmla="*/ 1950261 w 7467600"/>
              <a:gd name="connsiteY404" fmla="*/ 6405858 h 6858000"/>
              <a:gd name="connsiteX405" fmla="*/ 2365554 w 7467600"/>
              <a:gd name="connsiteY405" fmla="*/ 6759107 h 6858000"/>
              <a:gd name="connsiteX406" fmla="*/ 2424142 w 7467600"/>
              <a:gd name="connsiteY406" fmla="*/ 6858000 h 6858000"/>
              <a:gd name="connsiteX407" fmla="*/ 2395994 w 7467600"/>
              <a:gd name="connsiteY407" fmla="*/ 6858000 h 6858000"/>
              <a:gd name="connsiteX408" fmla="*/ 2392863 w 7467600"/>
              <a:gd name="connsiteY408" fmla="*/ 6852964 h 6858000"/>
              <a:gd name="connsiteX409" fmla="*/ 2017589 w 7467600"/>
              <a:gd name="connsiteY409" fmla="*/ 6493982 h 6858000"/>
              <a:gd name="connsiteX410" fmla="*/ 2147336 w 7467600"/>
              <a:gd name="connsiteY410" fmla="*/ 6594052 h 6858000"/>
              <a:gd name="connsiteX411" fmla="*/ 2207047 w 7467600"/>
              <a:gd name="connsiteY411" fmla="*/ 6654540 h 6858000"/>
              <a:gd name="connsiteX412" fmla="*/ 2299106 w 7467600"/>
              <a:gd name="connsiteY412" fmla="*/ 6778931 h 6858000"/>
              <a:gd name="connsiteX413" fmla="*/ 2314430 w 7467600"/>
              <a:gd name="connsiteY413" fmla="*/ 6801144 h 6858000"/>
              <a:gd name="connsiteX414" fmla="*/ 2352406 w 7467600"/>
              <a:gd name="connsiteY414" fmla="*/ 6858000 h 6858000"/>
              <a:gd name="connsiteX415" fmla="*/ 2314492 w 7467600"/>
              <a:gd name="connsiteY415" fmla="*/ 6858000 h 6858000"/>
              <a:gd name="connsiteX416" fmla="*/ 2288095 w 7467600"/>
              <a:gd name="connsiteY416" fmla="*/ 6818030 h 6858000"/>
              <a:gd name="connsiteX417" fmla="*/ 2272768 w 7467600"/>
              <a:gd name="connsiteY417" fmla="*/ 6795822 h 6858000"/>
              <a:gd name="connsiteX418" fmla="*/ 2182715 w 7467600"/>
              <a:gd name="connsiteY418" fmla="*/ 6675071 h 6858000"/>
              <a:gd name="connsiteX419" fmla="*/ 2032061 w 7467600"/>
              <a:gd name="connsiteY419" fmla="*/ 6541380 h 6858000"/>
              <a:gd name="connsiteX420" fmla="*/ 2257220 w 7467600"/>
              <a:gd name="connsiteY420" fmla="*/ 6826257 h 6858000"/>
              <a:gd name="connsiteX421" fmla="*/ 2281324 w 7467600"/>
              <a:gd name="connsiteY421" fmla="*/ 6858000 h 6858000"/>
              <a:gd name="connsiteX422" fmla="*/ 2242860 w 7467600"/>
              <a:gd name="connsiteY422" fmla="*/ 6858000 h 6858000"/>
              <a:gd name="connsiteX423" fmla="*/ 2232818 w 7467600"/>
              <a:gd name="connsiteY423" fmla="*/ 6844926 h 6858000"/>
              <a:gd name="connsiteX424" fmla="*/ 1990172 w 7467600"/>
              <a:gd name="connsiteY424" fmla="*/ 6542121 h 6858000"/>
              <a:gd name="connsiteX425" fmla="*/ 2124090 w 7467600"/>
              <a:gd name="connsiteY425" fmla="*/ 6761017 h 6858000"/>
              <a:gd name="connsiteX426" fmla="*/ 2200380 w 7467600"/>
              <a:gd name="connsiteY426" fmla="*/ 6858000 h 6858000"/>
              <a:gd name="connsiteX427" fmla="*/ 2147507 w 7467600"/>
              <a:gd name="connsiteY427" fmla="*/ 6858000 h 6858000"/>
              <a:gd name="connsiteX428" fmla="*/ 2070668 w 7467600"/>
              <a:gd name="connsiteY428" fmla="*/ 6761520 h 6858000"/>
              <a:gd name="connsiteX429" fmla="*/ 1975142 w 7467600"/>
              <a:gd name="connsiteY429" fmla="*/ 6585570 h 6858000"/>
              <a:gd name="connsiteX430" fmla="*/ 2050035 w 7467600"/>
              <a:gd name="connsiteY430" fmla="*/ 6813345 h 6858000"/>
              <a:gd name="connsiteX431" fmla="*/ 2063025 w 7467600"/>
              <a:gd name="connsiteY431" fmla="*/ 6858000 h 6858000"/>
              <a:gd name="connsiteX432" fmla="*/ 2021675 w 7467600"/>
              <a:gd name="connsiteY432" fmla="*/ 6858000 h 6858000"/>
              <a:gd name="connsiteX433" fmla="*/ 2019308 w 7467600"/>
              <a:gd name="connsiteY433" fmla="*/ 6847118 h 6858000"/>
              <a:gd name="connsiteX434" fmla="*/ 1938835 w 7467600"/>
              <a:gd name="connsiteY434" fmla="*/ 6551160 h 6858000"/>
              <a:gd name="connsiteX435" fmla="*/ 1953230 w 7467600"/>
              <a:gd name="connsiteY435" fmla="*/ 6759699 h 6858000"/>
              <a:gd name="connsiteX436" fmla="*/ 1956763 w 7467600"/>
              <a:gd name="connsiteY436" fmla="*/ 6778191 h 6858000"/>
              <a:gd name="connsiteX437" fmla="*/ 1967925 w 7467600"/>
              <a:gd name="connsiteY437" fmla="*/ 6858000 h 6858000"/>
              <a:gd name="connsiteX438" fmla="*/ 1936622 w 7467600"/>
              <a:gd name="connsiteY438" fmla="*/ 6858000 h 6858000"/>
              <a:gd name="connsiteX439" fmla="*/ 1926261 w 7467600"/>
              <a:gd name="connsiteY439" fmla="*/ 6784064 h 6858000"/>
              <a:gd name="connsiteX440" fmla="*/ 1922724 w 7467600"/>
              <a:gd name="connsiteY440" fmla="*/ 6765577 h 6858000"/>
              <a:gd name="connsiteX441" fmla="*/ 1904650 w 7467600"/>
              <a:gd name="connsiteY441" fmla="*/ 6639616 h 6858000"/>
              <a:gd name="connsiteX442" fmla="*/ 1885273 w 7467600"/>
              <a:gd name="connsiteY442" fmla="*/ 6858000 h 6858000"/>
              <a:gd name="connsiteX443" fmla="*/ 1854363 w 7467600"/>
              <a:gd name="connsiteY443" fmla="*/ 6858000 h 6858000"/>
              <a:gd name="connsiteX444" fmla="*/ 1880391 w 7467600"/>
              <a:gd name="connsiteY444" fmla="*/ 6603796 h 6858000"/>
              <a:gd name="connsiteX445" fmla="*/ 1818273 w 7467600"/>
              <a:gd name="connsiteY445" fmla="*/ 6715729 h 6858000"/>
              <a:gd name="connsiteX446" fmla="*/ 1794691 w 7467600"/>
              <a:gd name="connsiteY446" fmla="*/ 6843239 h 6858000"/>
              <a:gd name="connsiteX447" fmla="*/ 1794914 w 7467600"/>
              <a:gd name="connsiteY447" fmla="*/ 6858000 h 6858000"/>
              <a:gd name="connsiteX448" fmla="*/ 1746128 w 7467600"/>
              <a:gd name="connsiteY448" fmla="*/ 6858000 h 6858000"/>
              <a:gd name="connsiteX449" fmla="*/ 1753934 w 7467600"/>
              <a:gd name="connsiteY449" fmla="*/ 6724796 h 6858000"/>
              <a:gd name="connsiteX450" fmla="*/ 1792053 w 7467600"/>
              <a:gd name="connsiteY450" fmla="*/ 6572396 h 6858000"/>
              <a:gd name="connsiteX451" fmla="*/ 1862248 w 7467600"/>
              <a:gd name="connsiteY451" fmla="*/ 6266397 h 6858000"/>
              <a:gd name="connsiteX452" fmla="*/ 1862250 w 7467600"/>
              <a:gd name="connsiteY452" fmla="*/ 6033531 h 6858000"/>
              <a:gd name="connsiteX453" fmla="*/ 1211999 w 7467600"/>
              <a:gd name="connsiteY453" fmla="*/ 6683610 h 6858000"/>
              <a:gd name="connsiteX454" fmla="*/ 1213266 w 7467600"/>
              <a:gd name="connsiteY454" fmla="*/ 6691947 h 6858000"/>
              <a:gd name="connsiteX455" fmla="*/ 1203370 w 7467600"/>
              <a:gd name="connsiteY455" fmla="*/ 6850676 h 6858000"/>
              <a:gd name="connsiteX456" fmla="*/ 1203671 w 7467600"/>
              <a:gd name="connsiteY456" fmla="*/ 6858000 h 6858000"/>
              <a:gd name="connsiteX457" fmla="*/ 1143180 w 7467600"/>
              <a:gd name="connsiteY457" fmla="*/ 6858000 h 6858000"/>
              <a:gd name="connsiteX458" fmla="*/ 1142176 w 7467600"/>
              <a:gd name="connsiteY458" fmla="*/ 6766045 h 6858000"/>
              <a:gd name="connsiteX459" fmla="*/ 1067484 w 7467600"/>
              <a:gd name="connsiteY459" fmla="*/ 6858000 h 6858000"/>
              <a:gd name="connsiteX460" fmla="*/ 953928 w 7467600"/>
              <a:gd name="connsiteY460" fmla="*/ 6858000 h 6858000"/>
              <a:gd name="connsiteX461" fmla="*/ 959715 w 7467600"/>
              <a:gd name="connsiteY461" fmla="*/ 6850185 h 6858000"/>
              <a:gd name="connsiteX462" fmla="*/ 1483788 w 7467600"/>
              <a:gd name="connsiteY462" fmla="*/ 6259174 h 6858000"/>
              <a:gd name="connsiteX463" fmla="*/ 1100671 w 7467600"/>
              <a:gd name="connsiteY463" fmla="*/ 6252137 h 6858000"/>
              <a:gd name="connsiteX464" fmla="*/ 1090144 w 7467600"/>
              <a:gd name="connsiteY464" fmla="*/ 6256748 h 6858000"/>
              <a:gd name="connsiteX465" fmla="*/ 1095872 w 7467600"/>
              <a:gd name="connsiteY465" fmla="*/ 6271892 h 6858000"/>
              <a:gd name="connsiteX466" fmla="*/ 262785 w 7467600"/>
              <a:gd name="connsiteY466" fmla="*/ 6845450 h 6858000"/>
              <a:gd name="connsiteX467" fmla="*/ 209968 w 7467600"/>
              <a:gd name="connsiteY467" fmla="*/ 6770713 h 6858000"/>
              <a:gd name="connsiteX468" fmla="*/ 873460 w 7467600"/>
              <a:gd name="connsiteY468" fmla="*/ 6253768 h 6858000"/>
              <a:gd name="connsiteX469" fmla="*/ 192686 w 7467600"/>
              <a:gd name="connsiteY469" fmla="*/ 5849257 h 6858000"/>
              <a:gd name="connsiteX470" fmla="*/ 4696 w 7467600"/>
              <a:gd name="connsiteY470" fmla="*/ 5697668 h 6858000"/>
              <a:gd name="connsiteX471" fmla="*/ 0 w 7467600"/>
              <a:gd name="connsiteY471" fmla="*/ 5689984 h 6858000"/>
              <a:gd name="connsiteX472" fmla="*/ 0 w 7467600"/>
              <a:gd name="connsiteY472" fmla="*/ 5513472 h 6858000"/>
              <a:gd name="connsiteX473" fmla="*/ 174101 w 7467600"/>
              <a:gd name="connsiteY473" fmla="*/ 5620277 h 6858000"/>
              <a:gd name="connsiteX474" fmla="*/ 891800 w 7467600"/>
              <a:gd name="connsiteY474" fmla="*/ 6036935 h 6858000"/>
              <a:gd name="connsiteX475" fmla="*/ 1072219 w 7467600"/>
              <a:gd name="connsiteY475" fmla="*/ 6169443 h 6858000"/>
              <a:gd name="connsiteX476" fmla="*/ 1074117 w 7467600"/>
              <a:gd name="connsiteY476" fmla="*/ 6170301 h 6858000"/>
              <a:gd name="connsiteX477" fmla="*/ 1083114 w 7467600"/>
              <a:gd name="connsiteY477" fmla="*/ 6174131 h 6858000"/>
              <a:gd name="connsiteX478" fmla="*/ 1543010 w 7467600"/>
              <a:gd name="connsiteY478" fmla="*/ 6191140 h 6858000"/>
              <a:gd name="connsiteX479" fmla="*/ 1551080 w 7467600"/>
              <a:gd name="connsiteY479" fmla="*/ 6195006 h 6858000"/>
              <a:gd name="connsiteX480" fmla="*/ 2345443 w 7467600"/>
              <a:gd name="connsiteY480" fmla="*/ 5549882 h 6858000"/>
              <a:gd name="connsiteX481" fmla="*/ 1721499 w 7467600"/>
              <a:gd name="connsiteY481" fmla="*/ 5599969 h 6858000"/>
              <a:gd name="connsiteX482" fmla="*/ 767716 w 7467600"/>
              <a:gd name="connsiteY482" fmla="*/ 5472768 h 6858000"/>
              <a:gd name="connsiteX483" fmla="*/ 722147 w 7467600"/>
              <a:gd name="connsiteY483" fmla="*/ 5393091 h 6858000"/>
              <a:gd name="connsiteX484" fmla="*/ 1485552 w 7467600"/>
              <a:gd name="connsiteY484" fmla="*/ 5313202 h 6858000"/>
              <a:gd name="connsiteX485" fmla="*/ 2143004 w 7467600"/>
              <a:gd name="connsiteY485" fmla="*/ 5402420 h 6858000"/>
              <a:gd name="connsiteX486" fmla="*/ 1933391 w 7467600"/>
              <a:gd name="connsiteY486" fmla="*/ 5156971 h 6858000"/>
              <a:gd name="connsiteX487" fmla="*/ 1827118 w 7467600"/>
              <a:gd name="connsiteY487" fmla="*/ 4968410 h 6858000"/>
              <a:gd name="connsiteX488" fmla="*/ 1837349 w 7467600"/>
              <a:gd name="connsiteY488" fmla="*/ 4956357 h 6858000"/>
              <a:gd name="connsiteX489" fmla="*/ 2162835 w 7467600"/>
              <a:gd name="connsiteY489" fmla="*/ 5187853 h 6858000"/>
              <a:gd name="connsiteX490" fmla="*/ 2257167 w 7467600"/>
              <a:gd name="connsiteY490" fmla="*/ 5462123 h 6858000"/>
              <a:gd name="connsiteX491" fmla="*/ 2261598 w 7467600"/>
              <a:gd name="connsiteY491" fmla="*/ 5467998 h 6858000"/>
              <a:gd name="connsiteX492" fmla="*/ 2437177 w 7467600"/>
              <a:gd name="connsiteY492" fmla="*/ 5479608 h 6858000"/>
              <a:gd name="connsiteX493" fmla="*/ 2445247 w 7467600"/>
              <a:gd name="connsiteY493" fmla="*/ 5483476 h 6858000"/>
              <a:gd name="connsiteX494" fmla="*/ 2743626 w 7467600"/>
              <a:gd name="connsiteY494" fmla="*/ 5304819 h 6858000"/>
              <a:gd name="connsiteX495" fmla="*/ 3048102 w 7467600"/>
              <a:gd name="connsiteY495" fmla="*/ 5150595 h 6858000"/>
              <a:gd name="connsiteX496" fmla="*/ 1799414 w 7467600"/>
              <a:gd name="connsiteY496" fmla="*/ 4694732 h 6858000"/>
              <a:gd name="connsiteX497" fmla="*/ 1771735 w 7467600"/>
              <a:gd name="connsiteY497" fmla="*/ 4619929 h 6858000"/>
              <a:gd name="connsiteX498" fmla="*/ 3104273 w 7467600"/>
              <a:gd name="connsiteY498" fmla="*/ 5076159 h 6858000"/>
              <a:gd name="connsiteX499" fmla="*/ 3113245 w 7467600"/>
              <a:gd name="connsiteY499" fmla="*/ 5090705 h 6858000"/>
              <a:gd name="connsiteX500" fmla="*/ 3126294 w 7467600"/>
              <a:gd name="connsiteY500" fmla="*/ 5114400 h 6858000"/>
              <a:gd name="connsiteX501" fmla="*/ 3937433 w 7467600"/>
              <a:gd name="connsiteY501" fmla="*/ 4830473 h 6858000"/>
              <a:gd name="connsiteX502" fmla="*/ 3590475 w 7467600"/>
              <a:gd name="connsiteY502" fmla="*/ 4597974 h 6858000"/>
              <a:gd name="connsiteX503" fmla="*/ 3100264 w 7467600"/>
              <a:gd name="connsiteY503" fmla="*/ 4579845 h 6858000"/>
              <a:gd name="connsiteX504" fmla="*/ 2183576 w 7467600"/>
              <a:gd name="connsiteY504" fmla="*/ 4227150 h 6858000"/>
              <a:gd name="connsiteX505" fmla="*/ 2151029 w 7467600"/>
              <a:gd name="connsiteY505" fmla="*/ 4146947 h 6858000"/>
              <a:gd name="connsiteX506" fmla="*/ 3563434 w 7467600"/>
              <a:gd name="connsiteY506" fmla="*/ 4469115 h 6858000"/>
              <a:gd name="connsiteX507" fmla="*/ 3177952 w 7467600"/>
              <a:gd name="connsiteY507" fmla="*/ 3657386 h 6858000"/>
              <a:gd name="connsiteX508" fmla="*/ 3189263 w 7467600"/>
              <a:gd name="connsiteY508" fmla="*/ 3625726 h 6858000"/>
              <a:gd name="connsiteX509" fmla="*/ 3560912 w 7467600"/>
              <a:gd name="connsiteY509" fmla="*/ 4079863 h 6858000"/>
              <a:gd name="connsiteX510" fmla="*/ 3626636 w 7467600"/>
              <a:gd name="connsiteY510" fmla="*/ 4512230 h 6858000"/>
              <a:gd name="connsiteX511" fmla="*/ 3653088 w 7467600"/>
              <a:gd name="connsiteY511" fmla="*/ 4521417 h 6858000"/>
              <a:gd name="connsiteX512" fmla="*/ 3988128 w 7467600"/>
              <a:gd name="connsiteY512" fmla="*/ 4817267 h 6858000"/>
              <a:gd name="connsiteX513" fmla="*/ 4830582 w 7467600"/>
              <a:gd name="connsiteY513" fmla="*/ 4676000 h 6858000"/>
              <a:gd name="connsiteX514" fmla="*/ 4830100 w 7467600"/>
              <a:gd name="connsiteY514" fmla="*/ 4675554 h 6858000"/>
              <a:gd name="connsiteX515" fmla="*/ 4036318 w 7467600"/>
              <a:gd name="connsiteY515" fmla="*/ 4147013 h 6858000"/>
              <a:gd name="connsiteX516" fmla="*/ 3432098 w 7467600"/>
              <a:gd name="connsiteY516" fmla="*/ 3537312 h 6858000"/>
              <a:gd name="connsiteX517" fmla="*/ 3446761 w 7467600"/>
              <a:gd name="connsiteY517" fmla="*/ 3461278 h 6858000"/>
              <a:gd name="connsiteX518" fmla="*/ 4419733 w 7467600"/>
              <a:gd name="connsiteY518" fmla="*/ 3963555 h 6858000"/>
              <a:gd name="connsiteX519" fmla="*/ 4781371 w 7467600"/>
              <a:gd name="connsiteY519" fmla="*/ 4458604 h 6858000"/>
              <a:gd name="connsiteX520" fmla="*/ 4780440 w 7467600"/>
              <a:gd name="connsiteY520" fmla="*/ 4470290 h 6858000"/>
              <a:gd name="connsiteX521" fmla="*/ 4898954 w 7467600"/>
              <a:gd name="connsiteY521" fmla="*/ 4662092 h 6858000"/>
              <a:gd name="connsiteX522" fmla="*/ 4900699 w 7467600"/>
              <a:gd name="connsiteY522" fmla="*/ 4670867 h 6858000"/>
              <a:gd name="connsiteX523" fmla="*/ 5714511 w 7467600"/>
              <a:gd name="connsiteY523" fmla="*/ 4663483 h 6858000"/>
              <a:gd name="connsiteX524" fmla="*/ 5464793 w 7467600"/>
              <a:gd name="connsiteY524" fmla="*/ 4393556 h 6858000"/>
              <a:gd name="connsiteX525" fmla="*/ 5461897 w 7467600"/>
              <a:gd name="connsiteY525" fmla="*/ 4390879 h 6858000"/>
              <a:gd name="connsiteX526" fmla="*/ 4294126 w 7467600"/>
              <a:gd name="connsiteY526" fmla="*/ 3303048 h 6858000"/>
              <a:gd name="connsiteX527" fmla="*/ 4305321 w 7467600"/>
              <a:gd name="connsiteY527" fmla="*/ 3256953 h 6858000"/>
              <a:gd name="connsiteX528" fmla="*/ 4949299 w 7467600"/>
              <a:gd name="connsiteY528" fmla="*/ 3766336 h 6858000"/>
              <a:gd name="connsiteX529" fmla="*/ 5291452 w 7467600"/>
              <a:gd name="connsiteY529" fmla="*/ 4076801 h 6858000"/>
              <a:gd name="connsiteX530" fmla="*/ 5434998 w 7467600"/>
              <a:gd name="connsiteY530" fmla="*/ 4254100 h 6858000"/>
              <a:gd name="connsiteX531" fmla="*/ 5351015 w 7467600"/>
              <a:gd name="connsiteY531" fmla="*/ 3760989 h 6858000"/>
              <a:gd name="connsiteX532" fmla="*/ 5413780 w 7467600"/>
              <a:gd name="connsiteY532" fmla="*/ 2966265 h 6858000"/>
              <a:gd name="connsiteX533" fmla="*/ 5425627 w 7467600"/>
              <a:gd name="connsiteY533" fmla="*/ 2954192 h 6858000"/>
              <a:gd name="connsiteX534" fmla="*/ 6604735 w 7467600"/>
              <a:gd name="connsiteY534" fmla="*/ 2041381 h 6858000"/>
              <a:gd name="connsiteX535" fmla="*/ 7204487 w 7467600"/>
              <a:gd name="connsiteY535" fmla="*/ 2742112 h 6858000"/>
              <a:gd name="connsiteX536" fmla="*/ 7131592 w 7467600"/>
              <a:gd name="connsiteY536" fmla="*/ 2672096 h 6858000"/>
              <a:gd name="connsiteX537" fmla="*/ 6996344 w 7467600"/>
              <a:gd name="connsiteY537" fmla="*/ 2518310 h 6858000"/>
              <a:gd name="connsiteX538" fmla="*/ 6735495 w 7467600"/>
              <a:gd name="connsiteY538" fmla="*/ 2196890 h 6858000"/>
              <a:gd name="connsiteX539" fmla="*/ 6721901 w 7467600"/>
              <a:gd name="connsiteY539" fmla="*/ 2179274 h 6858000"/>
              <a:gd name="connsiteX540" fmla="*/ 6604735 w 7467600"/>
              <a:gd name="connsiteY540" fmla="*/ 2041381 h 6858000"/>
              <a:gd name="connsiteX541" fmla="*/ 6591670 w 7467600"/>
              <a:gd name="connsiteY541" fmla="*/ 1988277 h 6858000"/>
              <a:gd name="connsiteX542" fmla="*/ 6747349 w 7467600"/>
              <a:gd name="connsiteY542" fmla="*/ 2160069 h 6858000"/>
              <a:gd name="connsiteX543" fmla="*/ 6760943 w 7467600"/>
              <a:gd name="connsiteY543" fmla="*/ 2177686 h 6858000"/>
              <a:gd name="connsiteX544" fmla="*/ 7021065 w 7467600"/>
              <a:gd name="connsiteY544" fmla="*/ 2498102 h 6858000"/>
              <a:gd name="connsiteX545" fmla="*/ 7155223 w 7467600"/>
              <a:gd name="connsiteY545" fmla="*/ 2650386 h 6858000"/>
              <a:gd name="connsiteX546" fmla="*/ 7203167 w 7467600"/>
              <a:gd name="connsiteY546" fmla="*/ 2697288 h 6858000"/>
              <a:gd name="connsiteX547" fmla="*/ 6937703 w 7467600"/>
              <a:gd name="connsiteY547" fmla="*/ 2321981 h 6858000"/>
              <a:gd name="connsiteX548" fmla="*/ 6591670 w 7467600"/>
              <a:gd name="connsiteY548" fmla="*/ 1988277 h 6858000"/>
              <a:gd name="connsiteX549" fmla="*/ 5798671 w 7467600"/>
              <a:gd name="connsiteY549" fmla="*/ 1981601 h 6858000"/>
              <a:gd name="connsiteX550" fmla="*/ 5754709 w 7467600"/>
              <a:gd name="connsiteY550" fmla="*/ 2071454 h 6858000"/>
              <a:gd name="connsiteX551" fmla="*/ 5763044 w 7467600"/>
              <a:gd name="connsiteY551" fmla="*/ 2842206 h 6858000"/>
              <a:gd name="connsiteX552" fmla="*/ 5764974 w 7467600"/>
              <a:gd name="connsiteY552" fmla="*/ 2799609 h 6858000"/>
              <a:gd name="connsiteX553" fmla="*/ 5767665 w 7467600"/>
              <a:gd name="connsiteY553" fmla="*/ 2666409 h 6858000"/>
              <a:gd name="connsiteX554" fmla="*/ 5763055 w 7467600"/>
              <a:gd name="connsiteY554" fmla="*/ 2579705 h 6858000"/>
              <a:gd name="connsiteX555" fmla="*/ 5758079 w 7467600"/>
              <a:gd name="connsiteY555" fmla="*/ 2492508 h 6858000"/>
              <a:gd name="connsiteX556" fmla="*/ 5779325 w 7467600"/>
              <a:gd name="connsiteY556" fmla="*/ 2197069 h 6858000"/>
              <a:gd name="connsiteX557" fmla="*/ 5798671 w 7467600"/>
              <a:gd name="connsiteY557" fmla="*/ 1981601 h 6858000"/>
              <a:gd name="connsiteX558" fmla="*/ 5829202 w 7467600"/>
              <a:gd name="connsiteY558" fmla="*/ 1971679 h 6858000"/>
              <a:gd name="connsiteX559" fmla="*/ 5809558 w 7467600"/>
              <a:gd name="connsiteY559" fmla="*/ 2198043 h 6858000"/>
              <a:gd name="connsiteX560" fmla="*/ 5788653 w 7467600"/>
              <a:gd name="connsiteY560" fmla="*/ 2489430 h 6858000"/>
              <a:gd name="connsiteX561" fmla="*/ 5793439 w 7467600"/>
              <a:gd name="connsiteY561" fmla="*/ 2575235 h 6858000"/>
              <a:gd name="connsiteX562" fmla="*/ 5796837 w 7467600"/>
              <a:gd name="connsiteY562" fmla="*/ 2637633 h 6858000"/>
              <a:gd name="connsiteX563" fmla="*/ 5818614 w 7467600"/>
              <a:gd name="connsiteY563" fmla="*/ 2473055 h 6858000"/>
              <a:gd name="connsiteX564" fmla="*/ 5829202 w 7467600"/>
              <a:gd name="connsiteY564" fmla="*/ 1971679 h 6858000"/>
              <a:gd name="connsiteX565" fmla="*/ 5911389 w 7467600"/>
              <a:gd name="connsiteY565" fmla="*/ 1898371 h 6858000"/>
              <a:gd name="connsiteX566" fmla="*/ 6237627 w 7467600"/>
              <a:gd name="connsiteY566" fmla="*/ 2231921 h 6858000"/>
              <a:gd name="connsiteX567" fmla="*/ 5911389 w 7467600"/>
              <a:gd name="connsiteY567" fmla="*/ 1898371 h 6858000"/>
              <a:gd name="connsiteX568" fmla="*/ 6944437 w 7467600"/>
              <a:gd name="connsiteY568" fmla="*/ 1575402 h 6858000"/>
              <a:gd name="connsiteX569" fmla="*/ 6304730 w 7467600"/>
              <a:gd name="connsiteY569" fmla="*/ 1766654 h 6858000"/>
              <a:gd name="connsiteX570" fmla="*/ 6944437 w 7467600"/>
              <a:gd name="connsiteY570" fmla="*/ 1575402 h 6858000"/>
              <a:gd name="connsiteX571" fmla="*/ 7019523 w 7467600"/>
              <a:gd name="connsiteY571" fmla="*/ 1519450 h 6858000"/>
              <a:gd name="connsiteX572" fmla="*/ 6298091 w 7467600"/>
              <a:gd name="connsiteY572" fmla="*/ 1737122 h 6858000"/>
              <a:gd name="connsiteX573" fmla="*/ 7019523 w 7467600"/>
              <a:gd name="connsiteY573" fmla="*/ 1519450 h 6858000"/>
              <a:gd name="connsiteX574" fmla="*/ 2399523 w 7467600"/>
              <a:gd name="connsiteY574" fmla="*/ 1428234 h 6858000"/>
              <a:gd name="connsiteX575" fmla="*/ 2224982 w 7467600"/>
              <a:gd name="connsiteY575" fmla="*/ 1826201 h 6858000"/>
              <a:gd name="connsiteX576" fmla="*/ 2096099 w 7467600"/>
              <a:gd name="connsiteY576" fmla="*/ 2345900 h 6858000"/>
              <a:gd name="connsiteX577" fmla="*/ 2283317 w 7467600"/>
              <a:gd name="connsiteY577" fmla="*/ 1796925 h 6858000"/>
              <a:gd name="connsiteX578" fmla="*/ 2399523 w 7467600"/>
              <a:gd name="connsiteY578" fmla="*/ 1428234 h 6858000"/>
              <a:gd name="connsiteX579" fmla="*/ 2448558 w 7467600"/>
              <a:gd name="connsiteY579" fmla="*/ 1373435 h 6858000"/>
              <a:gd name="connsiteX580" fmla="*/ 2312521 w 7467600"/>
              <a:gd name="connsiteY580" fmla="*/ 1806140 h 6858000"/>
              <a:gd name="connsiteX581" fmla="*/ 2127533 w 7467600"/>
              <a:gd name="connsiteY581" fmla="*/ 2348380 h 6858000"/>
              <a:gd name="connsiteX582" fmla="*/ 2358080 w 7467600"/>
              <a:gd name="connsiteY582" fmla="*/ 1866134 h 6858000"/>
              <a:gd name="connsiteX583" fmla="*/ 2407436 w 7467600"/>
              <a:gd name="connsiteY583" fmla="*/ 1651070 h 6858000"/>
              <a:gd name="connsiteX584" fmla="*/ 2448558 w 7467600"/>
              <a:gd name="connsiteY584" fmla="*/ 1373435 h 6858000"/>
              <a:gd name="connsiteX585" fmla="*/ 278707 w 7467600"/>
              <a:gd name="connsiteY585" fmla="*/ 1352270 h 6858000"/>
              <a:gd name="connsiteX586" fmla="*/ 321570 w 7467600"/>
              <a:gd name="connsiteY586" fmla="*/ 1861610 h 6858000"/>
              <a:gd name="connsiteX587" fmla="*/ 294281 w 7467600"/>
              <a:gd name="connsiteY587" fmla="*/ 1440658 h 6858000"/>
              <a:gd name="connsiteX588" fmla="*/ 278707 w 7467600"/>
              <a:gd name="connsiteY588" fmla="*/ 1352270 h 6858000"/>
              <a:gd name="connsiteX589" fmla="*/ 1423821 w 7467600"/>
              <a:gd name="connsiteY589" fmla="*/ 1351958 h 6858000"/>
              <a:gd name="connsiteX590" fmla="*/ 1638521 w 7467600"/>
              <a:gd name="connsiteY590" fmla="*/ 1908470 h 6858000"/>
              <a:gd name="connsiteX591" fmla="*/ 1754199 w 7467600"/>
              <a:gd name="connsiteY591" fmla="*/ 2149284 h 6858000"/>
              <a:gd name="connsiteX592" fmla="*/ 1908359 w 7467600"/>
              <a:gd name="connsiteY592" fmla="*/ 2364988 h 6858000"/>
              <a:gd name="connsiteX593" fmla="*/ 1647661 w 7467600"/>
              <a:gd name="connsiteY593" fmla="*/ 1825945 h 6858000"/>
              <a:gd name="connsiteX594" fmla="*/ 1423821 w 7467600"/>
              <a:gd name="connsiteY594" fmla="*/ 1351958 h 6858000"/>
              <a:gd name="connsiteX595" fmla="*/ 1431890 w 7467600"/>
              <a:gd name="connsiteY595" fmla="*/ 1306475 h 6858000"/>
              <a:gd name="connsiteX596" fmla="*/ 1507597 w 7467600"/>
              <a:gd name="connsiteY596" fmla="*/ 1446132 h 6858000"/>
              <a:gd name="connsiteX597" fmla="*/ 1674586 w 7467600"/>
              <a:gd name="connsiteY597" fmla="*/ 1813832 h 6858000"/>
              <a:gd name="connsiteX598" fmla="*/ 1815950 w 7467600"/>
              <a:gd name="connsiteY598" fmla="*/ 2128564 h 6858000"/>
              <a:gd name="connsiteX599" fmla="*/ 1984242 w 7467600"/>
              <a:gd name="connsiteY599" fmla="*/ 2430829 h 6858000"/>
              <a:gd name="connsiteX600" fmla="*/ 2014023 w 7467600"/>
              <a:gd name="connsiteY600" fmla="*/ 2450995 h 6858000"/>
              <a:gd name="connsiteX601" fmla="*/ 1747337 w 7467600"/>
              <a:gd name="connsiteY601" fmla="*/ 1855264 h 6858000"/>
              <a:gd name="connsiteX602" fmla="*/ 1533749 w 7467600"/>
              <a:gd name="connsiteY602" fmla="*/ 1478656 h 6858000"/>
              <a:gd name="connsiteX603" fmla="*/ 1431890 w 7467600"/>
              <a:gd name="connsiteY603" fmla="*/ 1306475 h 6858000"/>
              <a:gd name="connsiteX604" fmla="*/ 5052692 w 7467600"/>
              <a:gd name="connsiteY604" fmla="*/ 1292994 h 6858000"/>
              <a:gd name="connsiteX605" fmla="*/ 5200661 w 7467600"/>
              <a:gd name="connsiteY605" fmla="*/ 1635186 h 6858000"/>
              <a:gd name="connsiteX606" fmla="*/ 5297138 w 7467600"/>
              <a:gd name="connsiteY606" fmla="*/ 1906351 h 6858000"/>
              <a:gd name="connsiteX607" fmla="*/ 5052692 w 7467600"/>
              <a:gd name="connsiteY607" fmla="*/ 1292994 h 6858000"/>
              <a:gd name="connsiteX608" fmla="*/ 5009948 w 7467600"/>
              <a:gd name="connsiteY608" fmla="*/ 1273619 h 6858000"/>
              <a:gd name="connsiteX609" fmla="*/ 5121777 w 7467600"/>
              <a:gd name="connsiteY609" fmla="*/ 1654213 h 6858000"/>
              <a:gd name="connsiteX610" fmla="*/ 5293545 w 7467600"/>
              <a:gd name="connsiteY610" fmla="*/ 2072247 h 6858000"/>
              <a:gd name="connsiteX611" fmla="*/ 5294042 w 7467600"/>
              <a:gd name="connsiteY611" fmla="*/ 2065019 h 6858000"/>
              <a:gd name="connsiteX612" fmla="*/ 5171936 w 7467600"/>
              <a:gd name="connsiteY612" fmla="*/ 1647613 h 6858000"/>
              <a:gd name="connsiteX613" fmla="*/ 5009948 w 7467600"/>
              <a:gd name="connsiteY613" fmla="*/ 1273619 h 6858000"/>
              <a:gd name="connsiteX614" fmla="*/ 655236 w 7467600"/>
              <a:gd name="connsiteY614" fmla="*/ 1268632 h 6858000"/>
              <a:gd name="connsiteX615" fmla="*/ 839521 w 7467600"/>
              <a:gd name="connsiteY615" fmla="*/ 1685315 h 6858000"/>
              <a:gd name="connsiteX616" fmla="*/ 1109416 w 7467600"/>
              <a:gd name="connsiteY616" fmla="*/ 2061663 h 6858000"/>
              <a:gd name="connsiteX617" fmla="*/ 1298300 w 7467600"/>
              <a:gd name="connsiteY617" fmla="*/ 2247742 h 6858000"/>
              <a:gd name="connsiteX618" fmla="*/ 1125871 w 7467600"/>
              <a:gd name="connsiteY618" fmla="*/ 1989513 h 6858000"/>
              <a:gd name="connsiteX619" fmla="*/ 981574 w 7467600"/>
              <a:gd name="connsiteY619" fmla="*/ 1783157 h 6858000"/>
              <a:gd name="connsiteX620" fmla="*/ 922198 w 7467600"/>
              <a:gd name="connsiteY620" fmla="*/ 1677437 h 6858000"/>
              <a:gd name="connsiteX621" fmla="*/ 869293 w 7467600"/>
              <a:gd name="connsiteY621" fmla="*/ 1583214 h 6858000"/>
              <a:gd name="connsiteX622" fmla="*/ 751431 w 7467600"/>
              <a:gd name="connsiteY622" fmla="*/ 1405731 h 6858000"/>
              <a:gd name="connsiteX623" fmla="*/ 655236 w 7467600"/>
              <a:gd name="connsiteY623" fmla="*/ 1268632 h 6858000"/>
              <a:gd name="connsiteX624" fmla="*/ 6516292 w 7467600"/>
              <a:gd name="connsiteY624" fmla="*/ 1263064 h 6858000"/>
              <a:gd name="connsiteX625" fmla="*/ 5736320 w 7467600"/>
              <a:gd name="connsiteY625" fmla="*/ 1501803 h 6858000"/>
              <a:gd name="connsiteX626" fmla="*/ 6516292 w 7467600"/>
              <a:gd name="connsiteY626" fmla="*/ 1263064 h 6858000"/>
              <a:gd name="connsiteX627" fmla="*/ 291466 w 7467600"/>
              <a:gd name="connsiteY627" fmla="*/ 1250369 h 6858000"/>
              <a:gd name="connsiteX628" fmla="*/ 323180 w 7467600"/>
              <a:gd name="connsiteY628" fmla="*/ 1435283 h 6858000"/>
              <a:gd name="connsiteX629" fmla="*/ 349381 w 7467600"/>
              <a:gd name="connsiteY629" fmla="*/ 1875041 h 6858000"/>
              <a:gd name="connsiteX630" fmla="*/ 374363 w 7467600"/>
              <a:gd name="connsiteY630" fmla="*/ 1506494 h 6858000"/>
              <a:gd name="connsiteX631" fmla="*/ 302168 w 7467600"/>
              <a:gd name="connsiteY631" fmla="*/ 1274495 h 6858000"/>
              <a:gd name="connsiteX632" fmla="*/ 291466 w 7467600"/>
              <a:gd name="connsiteY632" fmla="*/ 1250369 h 6858000"/>
              <a:gd name="connsiteX633" fmla="*/ 678222 w 7467600"/>
              <a:gd name="connsiteY633" fmla="*/ 1248670 h 6858000"/>
              <a:gd name="connsiteX634" fmla="*/ 775536 w 7467600"/>
              <a:gd name="connsiteY634" fmla="*/ 1388015 h 6858000"/>
              <a:gd name="connsiteX635" fmla="*/ 894529 w 7467600"/>
              <a:gd name="connsiteY635" fmla="*/ 1567739 h 6858000"/>
              <a:gd name="connsiteX636" fmla="*/ 948000 w 7467600"/>
              <a:gd name="connsiteY636" fmla="*/ 1663088 h 6858000"/>
              <a:gd name="connsiteX637" fmla="*/ 1006812 w 7467600"/>
              <a:gd name="connsiteY637" fmla="*/ 1767683 h 6858000"/>
              <a:gd name="connsiteX638" fmla="*/ 1149133 w 7467600"/>
              <a:gd name="connsiteY638" fmla="*/ 1971513 h 6858000"/>
              <a:gd name="connsiteX639" fmla="*/ 1333952 w 7467600"/>
              <a:gd name="connsiteY639" fmla="*/ 2251620 h 6858000"/>
              <a:gd name="connsiteX640" fmla="*/ 1337329 w 7467600"/>
              <a:gd name="connsiteY640" fmla="*/ 2258350 h 6858000"/>
              <a:gd name="connsiteX641" fmla="*/ 1014726 w 7467600"/>
              <a:gd name="connsiteY641" fmla="*/ 1615556 h 6858000"/>
              <a:gd name="connsiteX642" fmla="*/ 678222 w 7467600"/>
              <a:gd name="connsiteY642" fmla="*/ 1248670 h 6858000"/>
              <a:gd name="connsiteX643" fmla="*/ 6691602 w 7467600"/>
              <a:gd name="connsiteY643" fmla="*/ 1140573 h 6858000"/>
              <a:gd name="connsiteX644" fmla="*/ 6571100 w 7467600"/>
              <a:gd name="connsiteY644" fmla="*/ 1183662 h 6858000"/>
              <a:gd name="connsiteX645" fmla="*/ 6241687 w 7467600"/>
              <a:gd name="connsiteY645" fmla="*/ 1257600 h 6858000"/>
              <a:gd name="connsiteX646" fmla="*/ 5693009 w 7467600"/>
              <a:gd name="connsiteY646" fmla="*/ 1478256 h 6858000"/>
              <a:gd name="connsiteX647" fmla="*/ 6548420 w 7467600"/>
              <a:gd name="connsiteY647" fmla="*/ 1214599 h 6858000"/>
              <a:gd name="connsiteX648" fmla="*/ 6605473 w 7467600"/>
              <a:gd name="connsiteY648" fmla="*/ 1184686 h 6858000"/>
              <a:gd name="connsiteX649" fmla="*/ 6691602 w 7467600"/>
              <a:gd name="connsiteY649" fmla="*/ 1140573 h 6858000"/>
              <a:gd name="connsiteX650" fmla="*/ 4002475 w 7467600"/>
              <a:gd name="connsiteY650" fmla="*/ 1037802 h 6858000"/>
              <a:gd name="connsiteX651" fmla="*/ 4000324 w 7467600"/>
              <a:gd name="connsiteY651" fmla="*/ 1039362 h 6858000"/>
              <a:gd name="connsiteX652" fmla="*/ 4002862 w 7467600"/>
              <a:gd name="connsiteY652" fmla="*/ 1042866 h 6858000"/>
              <a:gd name="connsiteX653" fmla="*/ 4002475 w 7467600"/>
              <a:gd name="connsiteY653" fmla="*/ 1037802 h 6858000"/>
              <a:gd name="connsiteX654" fmla="*/ 506322 w 7467600"/>
              <a:gd name="connsiteY654" fmla="*/ 1020997 h 6858000"/>
              <a:gd name="connsiteX655" fmla="*/ 533068 w 7467600"/>
              <a:gd name="connsiteY655" fmla="*/ 1029409 h 6858000"/>
              <a:gd name="connsiteX656" fmla="*/ 1232525 w 7467600"/>
              <a:gd name="connsiteY656" fmla="*/ 1804675 h 6858000"/>
              <a:gd name="connsiteX657" fmla="*/ 1388858 w 7467600"/>
              <a:gd name="connsiteY657" fmla="*/ 2368011 h 6858000"/>
              <a:gd name="connsiteX658" fmla="*/ 1384098 w 7467600"/>
              <a:gd name="connsiteY658" fmla="*/ 2378125 h 6858000"/>
              <a:gd name="connsiteX659" fmla="*/ 1425393 w 7467600"/>
              <a:gd name="connsiteY659" fmla="*/ 2589124 h 6858000"/>
              <a:gd name="connsiteX660" fmla="*/ 1424001 w 7467600"/>
              <a:gd name="connsiteY660" fmla="*/ 2597541 h 6858000"/>
              <a:gd name="connsiteX661" fmla="*/ 2152729 w 7467600"/>
              <a:gd name="connsiteY661" fmla="*/ 2864487 h 6858000"/>
              <a:gd name="connsiteX662" fmla="*/ 2020609 w 7467600"/>
              <a:gd name="connsiteY662" fmla="*/ 2539671 h 6858000"/>
              <a:gd name="connsiteX663" fmla="*/ 2018920 w 7467600"/>
              <a:gd name="connsiteY663" fmla="*/ 2536309 h 6858000"/>
              <a:gd name="connsiteX664" fmla="*/ 1342441 w 7467600"/>
              <a:gd name="connsiteY664" fmla="*/ 1173017 h 6858000"/>
              <a:gd name="connsiteX665" fmla="*/ 1367925 w 7467600"/>
              <a:gd name="connsiteY665" fmla="*/ 1135648 h 6858000"/>
              <a:gd name="connsiteX666" fmla="*/ 1771401 w 7467600"/>
              <a:gd name="connsiteY666" fmla="*/ 1806673 h 6858000"/>
              <a:gd name="connsiteX667" fmla="*/ 1972385 w 7467600"/>
              <a:gd name="connsiteY667" fmla="*/ 2198735 h 6858000"/>
              <a:gd name="connsiteX668" fmla="*/ 2040892 w 7467600"/>
              <a:gd name="connsiteY668" fmla="*/ 2405205 h 6858000"/>
              <a:gd name="connsiteX669" fmla="*/ 2131689 w 7467600"/>
              <a:gd name="connsiteY669" fmla="*/ 1936926 h 6858000"/>
              <a:gd name="connsiteX670" fmla="*/ 2454820 w 7467600"/>
              <a:gd name="connsiteY670" fmla="*/ 1248808 h 6858000"/>
              <a:gd name="connsiteX671" fmla="*/ 2492512 w 7467600"/>
              <a:gd name="connsiteY671" fmla="*/ 1302920 h 6858000"/>
              <a:gd name="connsiteX672" fmla="*/ 2081216 w 7467600"/>
              <a:gd name="connsiteY672" fmla="*/ 2527513 h 6858000"/>
              <a:gd name="connsiteX673" fmla="*/ 2081211 w 7467600"/>
              <a:gd name="connsiteY673" fmla="*/ 2528916 h 6858000"/>
              <a:gd name="connsiteX674" fmla="*/ 2199067 w 7467600"/>
              <a:gd name="connsiteY674" fmla="*/ 2884061 h 6858000"/>
              <a:gd name="connsiteX675" fmla="*/ 3192586 w 7467600"/>
              <a:gd name="connsiteY675" fmla="*/ 3411496 h 6858000"/>
              <a:gd name="connsiteX676" fmla="*/ 3182620 w 7467600"/>
              <a:gd name="connsiteY676" fmla="*/ 3483279 h 6858000"/>
              <a:gd name="connsiteX677" fmla="*/ 2435119 w 7467600"/>
              <a:gd name="connsiteY677" fmla="*/ 3080173 h 6858000"/>
              <a:gd name="connsiteX678" fmla="*/ 2410152 w 7467600"/>
              <a:gd name="connsiteY678" fmla="*/ 3063751 h 6858000"/>
              <a:gd name="connsiteX679" fmla="*/ 2408099 w 7467600"/>
              <a:gd name="connsiteY679" fmla="*/ 3064403 h 6858000"/>
              <a:gd name="connsiteX680" fmla="*/ 2407218 w 7467600"/>
              <a:gd name="connsiteY680" fmla="*/ 3070324 h 6858000"/>
              <a:gd name="connsiteX681" fmla="*/ 2380138 w 7467600"/>
              <a:gd name="connsiteY681" fmla="*/ 3099341 h 6858000"/>
              <a:gd name="connsiteX682" fmla="*/ 1765923 w 7467600"/>
              <a:gd name="connsiteY682" fmla="*/ 3581043 h 6858000"/>
              <a:gd name="connsiteX683" fmla="*/ 1702258 w 7467600"/>
              <a:gd name="connsiteY683" fmla="*/ 3612286 h 6858000"/>
              <a:gd name="connsiteX684" fmla="*/ 1538370 w 7467600"/>
              <a:gd name="connsiteY684" fmla="*/ 3811804 h 6858000"/>
              <a:gd name="connsiteX685" fmla="*/ 542867 w 7467600"/>
              <a:gd name="connsiteY685" fmla="*/ 4944092 h 6858000"/>
              <a:gd name="connsiteX686" fmla="*/ 515800 w 7467600"/>
              <a:gd name="connsiteY686" fmla="*/ 4862180 h 6858000"/>
              <a:gd name="connsiteX687" fmla="*/ 909145 w 7467600"/>
              <a:gd name="connsiteY687" fmla="*/ 4199225 h 6858000"/>
              <a:gd name="connsiteX688" fmla="*/ 1214067 w 7467600"/>
              <a:gd name="connsiteY688" fmla="*/ 3908561 h 6858000"/>
              <a:gd name="connsiteX689" fmla="*/ 640967 w 7467600"/>
              <a:gd name="connsiteY689" fmla="*/ 4105601 h 6858000"/>
              <a:gd name="connsiteX690" fmla="*/ 112563 w 7467600"/>
              <a:gd name="connsiteY690" fmla="*/ 4396952 h 6858000"/>
              <a:gd name="connsiteX691" fmla="*/ 0 w 7467600"/>
              <a:gd name="connsiteY691" fmla="*/ 4466006 h 6858000"/>
              <a:gd name="connsiteX692" fmla="*/ 0 w 7467600"/>
              <a:gd name="connsiteY692" fmla="*/ 4233763 h 6858000"/>
              <a:gd name="connsiteX693" fmla="*/ 36881 w 7467600"/>
              <a:gd name="connsiteY693" fmla="*/ 4200118 h 6858000"/>
              <a:gd name="connsiteX694" fmla="*/ 910534 w 7467600"/>
              <a:gd name="connsiteY694" fmla="*/ 3629753 h 6858000"/>
              <a:gd name="connsiteX695" fmla="*/ 1578717 w 7467600"/>
              <a:gd name="connsiteY695" fmla="*/ 3575982 h 6858000"/>
              <a:gd name="connsiteX696" fmla="*/ 2338780 w 7467600"/>
              <a:gd name="connsiteY696" fmla="*/ 3033725 h 6858000"/>
              <a:gd name="connsiteX697" fmla="*/ 1807991 w 7467600"/>
              <a:gd name="connsiteY697" fmla="*/ 2807184 h 6858000"/>
              <a:gd name="connsiteX698" fmla="*/ 1416358 w 7467600"/>
              <a:gd name="connsiteY698" fmla="*/ 3112571 h 6858000"/>
              <a:gd name="connsiteX699" fmla="*/ 939066 w 7467600"/>
              <a:gd name="connsiteY699" fmla="*/ 3378798 h 6858000"/>
              <a:gd name="connsiteX700" fmla="*/ 115099 w 7467600"/>
              <a:gd name="connsiteY700" fmla="*/ 3607650 h 6858000"/>
              <a:gd name="connsiteX701" fmla="*/ 97284 w 7467600"/>
              <a:gd name="connsiteY701" fmla="*/ 3520393 h 6858000"/>
              <a:gd name="connsiteX702" fmla="*/ 922050 w 7467600"/>
              <a:gd name="connsiteY702" fmla="*/ 3074867 h 6858000"/>
              <a:gd name="connsiteX703" fmla="*/ 1405265 w 7467600"/>
              <a:gd name="connsiteY703" fmla="*/ 3016319 h 6858000"/>
              <a:gd name="connsiteX704" fmla="*/ 1407512 w 7467600"/>
              <a:gd name="connsiteY704" fmla="*/ 3018001 h 6858000"/>
              <a:gd name="connsiteX705" fmla="*/ 1726266 w 7467600"/>
              <a:gd name="connsiteY705" fmla="*/ 2777274 h 6858000"/>
              <a:gd name="connsiteX706" fmla="*/ 625390 w 7467600"/>
              <a:gd name="connsiteY706" fmla="*/ 2514541 h 6858000"/>
              <a:gd name="connsiteX707" fmla="*/ 619799 w 7467600"/>
              <a:gd name="connsiteY707" fmla="*/ 2527180 h 6858000"/>
              <a:gd name="connsiteX708" fmla="*/ 310030 w 7467600"/>
              <a:gd name="connsiteY708" fmla="*/ 2771818 h 6858000"/>
              <a:gd name="connsiteX709" fmla="*/ 173877 w 7467600"/>
              <a:gd name="connsiteY709" fmla="*/ 2937056 h 6858000"/>
              <a:gd name="connsiteX710" fmla="*/ 77889 w 7467600"/>
              <a:gd name="connsiteY710" fmla="*/ 3138440 h 6858000"/>
              <a:gd name="connsiteX711" fmla="*/ 0 w 7467600"/>
              <a:gd name="connsiteY711" fmla="*/ 3271395 h 6858000"/>
              <a:gd name="connsiteX712" fmla="*/ 0 w 7467600"/>
              <a:gd name="connsiteY712" fmla="*/ 3153002 h 6858000"/>
              <a:gd name="connsiteX713" fmla="*/ 2386 w 7467600"/>
              <a:gd name="connsiteY713" fmla="*/ 3149203 h 6858000"/>
              <a:gd name="connsiteX714" fmla="*/ 89753 w 7467600"/>
              <a:gd name="connsiteY714" fmla="*/ 2987702 h 6858000"/>
              <a:gd name="connsiteX715" fmla="*/ 76869 w 7467600"/>
              <a:gd name="connsiteY715" fmla="*/ 3005404 h 6858000"/>
              <a:gd name="connsiteX716" fmla="*/ 32049 w 7467600"/>
              <a:gd name="connsiteY716" fmla="*/ 3065814 h 6858000"/>
              <a:gd name="connsiteX717" fmla="*/ 0 w 7467600"/>
              <a:gd name="connsiteY717" fmla="*/ 3108744 h 6858000"/>
              <a:gd name="connsiteX718" fmla="*/ 0 w 7467600"/>
              <a:gd name="connsiteY718" fmla="*/ 3058059 h 6858000"/>
              <a:gd name="connsiteX719" fmla="*/ 7610 w 7467600"/>
              <a:gd name="connsiteY719" fmla="*/ 3047889 h 6858000"/>
              <a:gd name="connsiteX720" fmla="*/ 52419 w 7467600"/>
              <a:gd name="connsiteY720" fmla="*/ 2987479 h 6858000"/>
              <a:gd name="connsiteX721" fmla="*/ 59142 w 7467600"/>
              <a:gd name="connsiteY721" fmla="*/ 2978488 h 6858000"/>
              <a:gd name="connsiteX722" fmla="*/ 0 w 7467600"/>
              <a:gd name="connsiteY722" fmla="*/ 3015334 h 6858000"/>
              <a:gd name="connsiteX723" fmla="*/ 0 w 7467600"/>
              <a:gd name="connsiteY723" fmla="*/ 2914286 h 6858000"/>
              <a:gd name="connsiteX724" fmla="*/ 36383 w 7467600"/>
              <a:gd name="connsiteY724" fmla="*/ 2901128 h 6858000"/>
              <a:gd name="connsiteX725" fmla="*/ 156329 w 7467600"/>
              <a:gd name="connsiteY725" fmla="*/ 2840533 h 6858000"/>
              <a:gd name="connsiteX726" fmla="*/ 358355 w 7467600"/>
              <a:gd name="connsiteY726" fmla="*/ 2620471 h 6858000"/>
              <a:gd name="connsiteX727" fmla="*/ 510577 w 7467600"/>
              <a:gd name="connsiteY727" fmla="*/ 2501244 h 6858000"/>
              <a:gd name="connsiteX728" fmla="*/ 211967 w 7467600"/>
              <a:gd name="connsiteY728" fmla="*/ 2479171 h 6858000"/>
              <a:gd name="connsiteX729" fmla="*/ 0 w 7467600"/>
              <a:gd name="connsiteY729" fmla="*/ 2476398 h 6858000"/>
              <a:gd name="connsiteX730" fmla="*/ 0 w 7467600"/>
              <a:gd name="connsiteY730" fmla="*/ 2389189 h 6858000"/>
              <a:gd name="connsiteX731" fmla="*/ 103062 w 7467600"/>
              <a:gd name="connsiteY731" fmla="*/ 2389518 h 6858000"/>
              <a:gd name="connsiteX732" fmla="*/ 510734 w 7467600"/>
              <a:gd name="connsiteY732" fmla="*/ 2416201 h 6858000"/>
              <a:gd name="connsiteX733" fmla="*/ 279257 w 7467600"/>
              <a:gd name="connsiteY733" fmla="*/ 2092102 h 6858000"/>
              <a:gd name="connsiteX734" fmla="*/ 65265 w 7467600"/>
              <a:gd name="connsiteY734" fmla="*/ 2006049 h 6858000"/>
              <a:gd name="connsiteX735" fmla="*/ 0 w 7467600"/>
              <a:gd name="connsiteY735" fmla="*/ 1982532 h 6858000"/>
              <a:gd name="connsiteX736" fmla="*/ 0 w 7467600"/>
              <a:gd name="connsiteY736" fmla="*/ 1912789 h 6858000"/>
              <a:gd name="connsiteX737" fmla="*/ 97460 w 7467600"/>
              <a:gd name="connsiteY737" fmla="*/ 1953725 h 6858000"/>
              <a:gd name="connsiteX738" fmla="*/ 221272 w 7467600"/>
              <a:gd name="connsiteY738" fmla="*/ 1980766 h 6858000"/>
              <a:gd name="connsiteX739" fmla="*/ 116765 w 7467600"/>
              <a:gd name="connsiteY739" fmla="*/ 1911033 h 6858000"/>
              <a:gd name="connsiteX740" fmla="*/ 16405 w 7467600"/>
              <a:gd name="connsiteY740" fmla="*/ 1803412 h 6858000"/>
              <a:gd name="connsiteX741" fmla="*/ 0 w 7467600"/>
              <a:gd name="connsiteY741" fmla="*/ 1784777 h 6858000"/>
              <a:gd name="connsiteX742" fmla="*/ 0 w 7467600"/>
              <a:gd name="connsiteY742" fmla="*/ 1740082 h 6858000"/>
              <a:gd name="connsiteX743" fmla="*/ 39394 w 7467600"/>
              <a:gd name="connsiteY743" fmla="*/ 1784856 h 6858000"/>
              <a:gd name="connsiteX744" fmla="*/ 135813 w 7467600"/>
              <a:gd name="connsiteY744" fmla="*/ 1888838 h 6858000"/>
              <a:gd name="connsiteX745" fmla="*/ 242575 w 7467600"/>
              <a:gd name="connsiteY745" fmla="*/ 1958841 h 6858000"/>
              <a:gd name="connsiteX746" fmla="*/ 82197 w 7467600"/>
              <a:gd name="connsiteY746" fmla="*/ 1754826 h 6858000"/>
              <a:gd name="connsiteX747" fmla="*/ 0 w 7467600"/>
              <a:gd name="connsiteY747" fmla="*/ 1679650 h 6858000"/>
              <a:gd name="connsiteX748" fmla="*/ 0 w 7467600"/>
              <a:gd name="connsiteY748" fmla="*/ 1602463 h 6858000"/>
              <a:gd name="connsiteX749" fmla="*/ 84689 w 7467600"/>
              <a:gd name="connsiteY749" fmla="*/ 1677442 h 6858000"/>
              <a:gd name="connsiteX750" fmla="*/ 298437 w 7467600"/>
              <a:gd name="connsiteY750" fmla="*/ 1968019 h 6858000"/>
              <a:gd name="connsiteX751" fmla="*/ 227269 w 7467600"/>
              <a:gd name="connsiteY751" fmla="*/ 1114064 h 6858000"/>
              <a:gd name="connsiteX752" fmla="*/ 248003 w 7467600"/>
              <a:gd name="connsiteY752" fmla="*/ 1089613 h 6858000"/>
              <a:gd name="connsiteX753" fmla="*/ 427020 w 7467600"/>
              <a:gd name="connsiteY753" fmla="*/ 1619803 h 6858000"/>
              <a:gd name="connsiteX754" fmla="*/ 340345 w 7467600"/>
              <a:gd name="connsiteY754" fmla="*/ 2027739 h 6858000"/>
              <a:gd name="connsiteX755" fmla="*/ 360865 w 7467600"/>
              <a:gd name="connsiteY755" fmla="*/ 2044827 h 6858000"/>
              <a:gd name="connsiteX756" fmla="*/ 560414 w 7467600"/>
              <a:gd name="connsiteY756" fmla="*/ 2421457 h 6858000"/>
              <a:gd name="connsiteX757" fmla="*/ 1359703 w 7467600"/>
              <a:gd name="connsiteY757" fmla="*/ 2578554 h 6858000"/>
              <a:gd name="connsiteX758" fmla="*/ 1359422 w 7467600"/>
              <a:gd name="connsiteY758" fmla="*/ 2577994 h 6858000"/>
              <a:gd name="connsiteX759" fmla="*/ 828701 w 7467600"/>
              <a:gd name="connsiteY759" fmla="*/ 1839520 h 6858000"/>
              <a:gd name="connsiteX760" fmla="*/ 494427 w 7467600"/>
              <a:gd name="connsiteY760" fmla="*/ 1092333 h 6858000"/>
              <a:gd name="connsiteX761" fmla="*/ 506322 w 7467600"/>
              <a:gd name="connsiteY761" fmla="*/ 1020997 h 6858000"/>
              <a:gd name="connsiteX762" fmla="*/ 4570198 w 7467600"/>
              <a:gd name="connsiteY762" fmla="*/ 978081 h 6858000"/>
              <a:gd name="connsiteX763" fmla="*/ 4523691 w 7467600"/>
              <a:gd name="connsiteY763" fmla="*/ 1127776 h 6858000"/>
              <a:gd name="connsiteX764" fmla="*/ 4509875 w 7467600"/>
              <a:gd name="connsiteY764" fmla="*/ 1167552 h 6858000"/>
              <a:gd name="connsiteX765" fmla="*/ 4478168 w 7467600"/>
              <a:gd name="connsiteY765" fmla="*/ 1260735 h 6858000"/>
              <a:gd name="connsiteX766" fmla="*/ 4409309 w 7467600"/>
              <a:gd name="connsiteY766" fmla="*/ 1666996 h 6858000"/>
              <a:gd name="connsiteX767" fmla="*/ 4370031 w 7467600"/>
              <a:gd name="connsiteY767" fmla="*/ 1955666 h 6858000"/>
              <a:gd name="connsiteX768" fmla="*/ 4570198 w 7467600"/>
              <a:gd name="connsiteY768" fmla="*/ 978081 h 6858000"/>
              <a:gd name="connsiteX769" fmla="*/ 4557898 w 7467600"/>
              <a:gd name="connsiteY769" fmla="*/ 900011 h 6858000"/>
              <a:gd name="connsiteX770" fmla="*/ 4344840 w 7467600"/>
              <a:gd name="connsiteY770" fmla="*/ 1922038 h 6858000"/>
              <a:gd name="connsiteX771" fmla="*/ 4378710 w 7467600"/>
              <a:gd name="connsiteY771" fmla="*/ 1665516 h 6858000"/>
              <a:gd name="connsiteX772" fmla="*/ 4448798 w 7467600"/>
              <a:gd name="connsiteY772" fmla="*/ 1253024 h 6858000"/>
              <a:gd name="connsiteX773" fmla="*/ 4480315 w 7467600"/>
              <a:gd name="connsiteY773" fmla="*/ 1158454 h 6858000"/>
              <a:gd name="connsiteX774" fmla="*/ 4494133 w 7467600"/>
              <a:gd name="connsiteY774" fmla="*/ 1118676 h 6858000"/>
              <a:gd name="connsiteX775" fmla="*/ 4557898 w 7467600"/>
              <a:gd name="connsiteY775" fmla="*/ 900011 h 6858000"/>
              <a:gd name="connsiteX776" fmla="*/ 5870151 w 7467600"/>
              <a:gd name="connsiteY776" fmla="*/ 898890 h 6858000"/>
              <a:gd name="connsiteX777" fmla="*/ 5861335 w 7467600"/>
              <a:gd name="connsiteY777" fmla="*/ 899177 h 6858000"/>
              <a:gd name="connsiteX778" fmla="*/ 5843702 w 7467600"/>
              <a:gd name="connsiteY778" fmla="*/ 899748 h 6858000"/>
              <a:gd name="connsiteX779" fmla="*/ 5651107 w 7467600"/>
              <a:gd name="connsiteY779" fmla="*/ 920306 h 6858000"/>
              <a:gd name="connsiteX780" fmla="*/ 5459407 w 7467600"/>
              <a:gd name="connsiteY780" fmla="*/ 940975 h 6858000"/>
              <a:gd name="connsiteX781" fmla="*/ 5374846 w 7467600"/>
              <a:gd name="connsiteY781" fmla="*/ 941988 h 6858000"/>
              <a:gd name="connsiteX782" fmla="*/ 5256105 w 7467600"/>
              <a:gd name="connsiteY782" fmla="*/ 945632 h 6858000"/>
              <a:gd name="connsiteX783" fmla="*/ 5107071 w 7467600"/>
              <a:gd name="connsiteY783" fmla="*/ 969720 h 6858000"/>
              <a:gd name="connsiteX784" fmla="*/ 4998681 w 7467600"/>
              <a:gd name="connsiteY784" fmla="*/ 988771 h 6858000"/>
              <a:gd name="connsiteX785" fmla="*/ 5870151 w 7467600"/>
              <a:gd name="connsiteY785" fmla="*/ 898890 h 6858000"/>
              <a:gd name="connsiteX786" fmla="*/ 5504425 w 7467600"/>
              <a:gd name="connsiteY786" fmla="*/ 848067 h 6858000"/>
              <a:gd name="connsiteX787" fmla="*/ 4968849 w 7467600"/>
              <a:gd name="connsiteY787" fmla="*/ 962318 h 6858000"/>
              <a:gd name="connsiteX788" fmla="*/ 5104039 w 7467600"/>
              <a:gd name="connsiteY788" fmla="*/ 940634 h 6858000"/>
              <a:gd name="connsiteX789" fmla="*/ 5256311 w 7467600"/>
              <a:gd name="connsiteY789" fmla="*/ 916490 h 6858000"/>
              <a:gd name="connsiteX790" fmla="*/ 5377381 w 7467600"/>
              <a:gd name="connsiteY790" fmla="*/ 912671 h 6858000"/>
              <a:gd name="connsiteX791" fmla="*/ 5460148 w 7467600"/>
              <a:gd name="connsiteY791" fmla="*/ 911442 h 6858000"/>
              <a:gd name="connsiteX792" fmla="*/ 5648971 w 7467600"/>
              <a:gd name="connsiteY792" fmla="*/ 891331 h 6858000"/>
              <a:gd name="connsiteX793" fmla="*/ 5844807 w 7467600"/>
              <a:gd name="connsiteY793" fmla="*/ 870718 h 6858000"/>
              <a:gd name="connsiteX794" fmla="*/ 5862975 w 7467600"/>
              <a:gd name="connsiteY794" fmla="*/ 869756 h 6858000"/>
              <a:gd name="connsiteX795" fmla="*/ 5920887 w 7467600"/>
              <a:gd name="connsiteY795" fmla="*/ 865929 h 6858000"/>
              <a:gd name="connsiteX796" fmla="*/ 5504425 w 7467600"/>
              <a:gd name="connsiteY796" fmla="*/ 848067 h 6858000"/>
              <a:gd name="connsiteX797" fmla="*/ 3607114 w 7467600"/>
              <a:gd name="connsiteY797" fmla="*/ 467441 h 6858000"/>
              <a:gd name="connsiteX798" fmla="*/ 3296242 w 7467600"/>
              <a:gd name="connsiteY798" fmla="*/ 807991 h 6858000"/>
              <a:gd name="connsiteX799" fmla="*/ 3174674 w 7467600"/>
              <a:gd name="connsiteY799" fmla="*/ 919759 h 6858000"/>
              <a:gd name="connsiteX800" fmla="*/ 3042978 w 7467600"/>
              <a:gd name="connsiteY800" fmla="*/ 1054894 h 6858000"/>
              <a:gd name="connsiteX801" fmla="*/ 2968914 w 7467600"/>
              <a:gd name="connsiteY801" fmla="*/ 1133756 h 6858000"/>
              <a:gd name="connsiteX802" fmla="*/ 3103823 w 7467600"/>
              <a:gd name="connsiteY802" fmla="*/ 1026814 h 6858000"/>
              <a:gd name="connsiteX803" fmla="*/ 3607114 w 7467600"/>
              <a:gd name="connsiteY803" fmla="*/ 467441 h 6858000"/>
              <a:gd name="connsiteX804" fmla="*/ 3744487 w 7467600"/>
              <a:gd name="connsiteY804" fmla="*/ 383136 h 6858000"/>
              <a:gd name="connsiteX805" fmla="*/ 3970213 w 7467600"/>
              <a:gd name="connsiteY805" fmla="*/ 995559 h 6858000"/>
              <a:gd name="connsiteX806" fmla="*/ 3744487 w 7467600"/>
              <a:gd name="connsiteY806" fmla="*/ 383136 h 6858000"/>
              <a:gd name="connsiteX807" fmla="*/ 3624562 w 7467600"/>
              <a:gd name="connsiteY807" fmla="*/ 367041 h 6858000"/>
              <a:gd name="connsiteX808" fmla="*/ 3489712 w 7467600"/>
              <a:gd name="connsiteY808" fmla="*/ 485386 h 6858000"/>
              <a:gd name="connsiteX809" fmla="*/ 3182994 w 7467600"/>
              <a:gd name="connsiteY809" fmla="*/ 828265 h 6858000"/>
              <a:gd name="connsiteX810" fmla="*/ 2892114 w 7467600"/>
              <a:gd name="connsiteY810" fmla="*/ 1172635 h 6858000"/>
              <a:gd name="connsiteX811" fmla="*/ 3021459 w 7467600"/>
              <a:gd name="connsiteY811" fmla="*/ 1035385 h 6858000"/>
              <a:gd name="connsiteX812" fmla="*/ 3153873 w 7467600"/>
              <a:gd name="connsiteY812" fmla="*/ 898971 h 6858000"/>
              <a:gd name="connsiteX813" fmla="*/ 3276511 w 7467600"/>
              <a:gd name="connsiteY813" fmla="*/ 786423 h 6858000"/>
              <a:gd name="connsiteX814" fmla="*/ 3584154 w 7467600"/>
              <a:gd name="connsiteY814" fmla="*/ 448218 h 6858000"/>
              <a:gd name="connsiteX815" fmla="*/ 3624562 w 7467600"/>
              <a:gd name="connsiteY815" fmla="*/ 367041 h 6858000"/>
              <a:gd name="connsiteX816" fmla="*/ 3766672 w 7467600"/>
              <a:gd name="connsiteY816" fmla="*/ 359429 h 6858000"/>
              <a:gd name="connsiteX817" fmla="*/ 3996338 w 7467600"/>
              <a:gd name="connsiteY817" fmla="*/ 968237 h 6858000"/>
              <a:gd name="connsiteX818" fmla="*/ 3766672 w 7467600"/>
              <a:gd name="connsiteY818" fmla="*/ 359429 h 6858000"/>
              <a:gd name="connsiteX819" fmla="*/ 5805386 w 7467600"/>
              <a:gd name="connsiteY819" fmla="*/ 239240 h 6858000"/>
              <a:gd name="connsiteX820" fmla="*/ 5736947 w 7467600"/>
              <a:gd name="connsiteY820" fmla="*/ 261367 h 6858000"/>
              <a:gd name="connsiteX821" fmla="*/ 5427012 w 7467600"/>
              <a:gd name="connsiteY821" fmla="*/ 311272 h 6858000"/>
              <a:gd name="connsiteX822" fmla="*/ 5147818 w 7467600"/>
              <a:gd name="connsiteY822" fmla="*/ 322112 h 6858000"/>
              <a:gd name="connsiteX823" fmla="*/ 5060854 w 7467600"/>
              <a:gd name="connsiteY823" fmla="*/ 311882 h 6858000"/>
              <a:gd name="connsiteX824" fmla="*/ 4945989 w 7467600"/>
              <a:gd name="connsiteY824" fmla="*/ 300516 h 6858000"/>
              <a:gd name="connsiteX825" fmla="*/ 5410479 w 7467600"/>
              <a:gd name="connsiteY825" fmla="*/ 348434 h 6858000"/>
              <a:gd name="connsiteX826" fmla="*/ 5805386 w 7467600"/>
              <a:gd name="connsiteY826" fmla="*/ 239240 h 6858000"/>
              <a:gd name="connsiteX827" fmla="*/ 5905192 w 7467600"/>
              <a:gd name="connsiteY827" fmla="*/ 163079 h 6858000"/>
              <a:gd name="connsiteX828" fmla="*/ 5865655 w 7467600"/>
              <a:gd name="connsiteY828" fmla="*/ 171901 h 6858000"/>
              <a:gd name="connsiteX829" fmla="*/ 5259740 w 7467600"/>
              <a:gd name="connsiteY829" fmla="*/ 257013 h 6858000"/>
              <a:gd name="connsiteX830" fmla="*/ 5208466 w 7467600"/>
              <a:gd name="connsiteY830" fmla="*/ 257550 h 6858000"/>
              <a:gd name="connsiteX831" fmla="*/ 4980204 w 7467600"/>
              <a:gd name="connsiteY831" fmla="*/ 271903 h 6858000"/>
              <a:gd name="connsiteX832" fmla="*/ 5068068 w 7467600"/>
              <a:gd name="connsiteY832" fmla="*/ 282244 h 6858000"/>
              <a:gd name="connsiteX833" fmla="*/ 5153231 w 7467600"/>
              <a:gd name="connsiteY833" fmla="*/ 292240 h 6858000"/>
              <a:gd name="connsiteX834" fmla="*/ 5426491 w 7467600"/>
              <a:gd name="connsiteY834" fmla="*/ 281128 h 6858000"/>
              <a:gd name="connsiteX835" fmla="*/ 5731212 w 7467600"/>
              <a:gd name="connsiteY835" fmla="*/ 231951 h 6858000"/>
              <a:gd name="connsiteX836" fmla="*/ 5905192 w 7467600"/>
              <a:gd name="connsiteY836" fmla="*/ 163079 h 6858000"/>
              <a:gd name="connsiteX837" fmla="*/ 5944437 w 7467600"/>
              <a:gd name="connsiteY837" fmla="*/ 113829 h 6858000"/>
              <a:gd name="connsiteX838" fmla="*/ 5825032 w 7467600"/>
              <a:gd name="connsiteY838" fmla="*/ 146405 h 6858000"/>
              <a:gd name="connsiteX839" fmla="*/ 4955599 w 7467600"/>
              <a:gd name="connsiteY839" fmla="*/ 247008 h 6858000"/>
              <a:gd name="connsiteX840" fmla="*/ 5210104 w 7467600"/>
              <a:gd name="connsiteY840" fmla="*/ 228123 h 6858000"/>
              <a:gd name="connsiteX841" fmla="*/ 5261015 w 7467600"/>
              <a:gd name="connsiteY841" fmla="*/ 227087 h 6858000"/>
              <a:gd name="connsiteX842" fmla="*/ 5861181 w 7467600"/>
              <a:gd name="connsiteY842" fmla="*/ 143093 h 6858000"/>
              <a:gd name="connsiteX843" fmla="*/ 5961252 w 7467600"/>
              <a:gd name="connsiteY843" fmla="*/ 114820 h 6858000"/>
              <a:gd name="connsiteX844" fmla="*/ 5944437 w 7467600"/>
              <a:gd name="connsiteY844" fmla="*/ 113829 h 6858000"/>
              <a:gd name="connsiteX845" fmla="*/ 3882765 w 7467600"/>
              <a:gd name="connsiteY845" fmla="*/ 0 h 6858000"/>
              <a:gd name="connsiteX846" fmla="*/ 3995099 w 7467600"/>
              <a:gd name="connsiteY846" fmla="*/ 0 h 6858000"/>
              <a:gd name="connsiteX847" fmla="*/ 4163818 w 7467600"/>
              <a:gd name="connsiteY847" fmla="*/ 234104 h 6858000"/>
              <a:gd name="connsiteX848" fmla="*/ 4172099 w 7467600"/>
              <a:gd name="connsiteY848" fmla="*/ 234207 h 6858000"/>
              <a:gd name="connsiteX849" fmla="*/ 4784282 w 7467600"/>
              <a:gd name="connsiteY849" fmla="*/ 276561 h 6858000"/>
              <a:gd name="connsiteX850" fmla="*/ 4801687 w 7467600"/>
              <a:gd name="connsiteY850" fmla="*/ 267764 h 6858000"/>
              <a:gd name="connsiteX851" fmla="*/ 6082788 w 7467600"/>
              <a:gd name="connsiteY851" fmla="*/ 64119 h 6858000"/>
              <a:gd name="connsiteX852" fmla="*/ 6099442 w 7467600"/>
              <a:gd name="connsiteY852" fmla="*/ 82568 h 6858000"/>
              <a:gd name="connsiteX853" fmla="*/ 4804137 w 7467600"/>
              <a:gd name="connsiteY853" fmla="*/ 320931 h 6858000"/>
              <a:gd name="connsiteX854" fmla="*/ 4227047 w 7467600"/>
              <a:gd name="connsiteY854" fmla="*/ 313415 h 6858000"/>
              <a:gd name="connsiteX855" fmla="*/ 4346041 w 7467600"/>
              <a:gd name="connsiteY855" fmla="*/ 456086 h 6858000"/>
              <a:gd name="connsiteX856" fmla="*/ 4870967 w 7467600"/>
              <a:gd name="connsiteY856" fmla="*/ 963061 h 6858000"/>
              <a:gd name="connsiteX857" fmla="*/ 4889647 w 7467600"/>
              <a:gd name="connsiteY857" fmla="*/ 957147 h 6858000"/>
              <a:gd name="connsiteX858" fmla="*/ 5422504 w 7467600"/>
              <a:gd name="connsiteY858" fmla="*/ 805191 h 6858000"/>
              <a:gd name="connsiteX859" fmla="*/ 6087656 w 7467600"/>
              <a:gd name="connsiteY859" fmla="*/ 826703 h 6858000"/>
              <a:gd name="connsiteX860" fmla="*/ 6058717 w 7467600"/>
              <a:gd name="connsiteY860" fmla="*/ 865992 h 6858000"/>
              <a:gd name="connsiteX861" fmla="*/ 4974153 w 7467600"/>
              <a:gd name="connsiteY861" fmla="*/ 1045456 h 6858000"/>
              <a:gd name="connsiteX862" fmla="*/ 5627835 w 7467600"/>
              <a:gd name="connsiteY862" fmla="*/ 1472077 h 6858000"/>
              <a:gd name="connsiteX863" fmla="*/ 5629817 w 7467600"/>
              <a:gd name="connsiteY863" fmla="*/ 1471412 h 6858000"/>
              <a:gd name="connsiteX864" fmla="*/ 5634124 w 7467600"/>
              <a:gd name="connsiteY864" fmla="*/ 1470572 h 6858000"/>
              <a:gd name="connsiteX865" fmla="*/ 5755832 w 7467600"/>
              <a:gd name="connsiteY865" fmla="*/ 1383886 h 6858000"/>
              <a:gd name="connsiteX866" fmla="*/ 6014186 w 7467600"/>
              <a:gd name="connsiteY866" fmla="*/ 1279799 h 6858000"/>
              <a:gd name="connsiteX867" fmla="*/ 6901619 w 7467600"/>
              <a:gd name="connsiteY867" fmla="*/ 1047874 h 6858000"/>
              <a:gd name="connsiteX868" fmla="*/ 6931566 w 7467600"/>
              <a:gd name="connsiteY868" fmla="*/ 1062034 h 6858000"/>
              <a:gd name="connsiteX869" fmla="*/ 5790982 w 7467600"/>
              <a:gd name="connsiteY869" fmla="*/ 1561380 h 6858000"/>
              <a:gd name="connsiteX870" fmla="*/ 6188971 w 7467600"/>
              <a:gd name="connsiteY870" fmla="*/ 1755168 h 6858000"/>
              <a:gd name="connsiteX871" fmla="*/ 6202446 w 7467600"/>
              <a:gd name="connsiteY871" fmla="*/ 1752268 h 6858000"/>
              <a:gd name="connsiteX872" fmla="*/ 7179560 w 7467600"/>
              <a:gd name="connsiteY872" fmla="*/ 1467551 h 6858000"/>
              <a:gd name="connsiteX873" fmla="*/ 7158730 w 7467600"/>
              <a:gd name="connsiteY873" fmla="*/ 1507835 h 6858000"/>
              <a:gd name="connsiteX874" fmla="*/ 6326959 w 7467600"/>
              <a:gd name="connsiteY874" fmla="*/ 1817686 h 6858000"/>
              <a:gd name="connsiteX875" fmla="*/ 6537433 w 7467600"/>
              <a:gd name="connsiteY875" fmla="*/ 1907790 h 6858000"/>
              <a:gd name="connsiteX876" fmla="*/ 6550221 w 7467600"/>
              <a:gd name="connsiteY876" fmla="*/ 1910729 h 6858000"/>
              <a:gd name="connsiteX877" fmla="*/ 6964438 w 7467600"/>
              <a:gd name="connsiteY877" fmla="*/ 2209505 h 6858000"/>
              <a:gd name="connsiteX878" fmla="*/ 7367862 w 7467600"/>
              <a:gd name="connsiteY878" fmla="*/ 2806833 h 6858000"/>
              <a:gd name="connsiteX879" fmla="*/ 7364329 w 7467600"/>
              <a:gd name="connsiteY879" fmla="*/ 2826907 h 6858000"/>
              <a:gd name="connsiteX880" fmla="*/ 7290545 w 7467600"/>
              <a:gd name="connsiteY880" fmla="*/ 2850663 h 6858000"/>
              <a:gd name="connsiteX881" fmla="*/ 6472036 w 7467600"/>
              <a:gd name="connsiteY881" fmla="*/ 1959003 h 6858000"/>
              <a:gd name="connsiteX882" fmla="*/ 5792897 w 7467600"/>
              <a:gd name="connsiteY882" fmla="*/ 1647747 h 6858000"/>
              <a:gd name="connsiteX883" fmla="*/ 5842751 w 7467600"/>
              <a:gd name="connsiteY883" fmla="*/ 1816112 h 6858000"/>
              <a:gd name="connsiteX884" fmla="*/ 5847424 w 7467600"/>
              <a:gd name="connsiteY884" fmla="*/ 1815776 h 6858000"/>
              <a:gd name="connsiteX885" fmla="*/ 6399821 w 7467600"/>
              <a:gd name="connsiteY885" fmla="*/ 2344799 h 6858000"/>
              <a:gd name="connsiteX886" fmla="*/ 6323232 w 7467600"/>
              <a:gd name="connsiteY886" fmla="*/ 2389634 h 6858000"/>
              <a:gd name="connsiteX887" fmla="*/ 5942958 w 7467600"/>
              <a:gd name="connsiteY887" fmla="*/ 2077708 h 6858000"/>
              <a:gd name="connsiteX888" fmla="*/ 5921559 w 7467600"/>
              <a:gd name="connsiteY888" fmla="*/ 2378596 h 6858000"/>
              <a:gd name="connsiteX889" fmla="*/ 5817651 w 7467600"/>
              <a:gd name="connsiteY889" fmla="*/ 3023919 h 6858000"/>
              <a:gd name="connsiteX890" fmla="*/ 5729634 w 7467600"/>
              <a:gd name="connsiteY890" fmla="*/ 3051849 h 6858000"/>
              <a:gd name="connsiteX891" fmla="*/ 5611018 w 7467600"/>
              <a:gd name="connsiteY891" fmla="*/ 2316769 h 6858000"/>
              <a:gd name="connsiteX892" fmla="*/ 5687608 w 7467600"/>
              <a:gd name="connsiteY892" fmla="*/ 2039972 h 6858000"/>
              <a:gd name="connsiteX893" fmla="*/ 5657554 w 7467600"/>
              <a:gd name="connsiteY893" fmla="*/ 1576445 h 6858000"/>
              <a:gd name="connsiteX894" fmla="*/ 5150475 w 7467600"/>
              <a:gd name="connsiteY894" fmla="*/ 1274012 h 6858000"/>
              <a:gd name="connsiteX895" fmla="*/ 5349142 w 7467600"/>
              <a:gd name="connsiteY895" fmla="*/ 2204405 h 6858000"/>
              <a:gd name="connsiteX896" fmla="*/ 5262214 w 7467600"/>
              <a:gd name="connsiteY896" fmla="*/ 2233836 h 6858000"/>
              <a:gd name="connsiteX897" fmla="*/ 4981539 w 7467600"/>
              <a:gd name="connsiteY897" fmla="*/ 1542201 h 6858000"/>
              <a:gd name="connsiteX898" fmla="*/ 4958461 w 7467600"/>
              <a:gd name="connsiteY898" fmla="*/ 1136957 h 6858000"/>
              <a:gd name="connsiteX899" fmla="*/ 4655015 w 7467600"/>
              <a:gd name="connsiteY899" fmla="*/ 891426 h 6858000"/>
              <a:gd name="connsiteX900" fmla="*/ 4348002 w 7467600"/>
              <a:gd name="connsiteY900" fmla="*/ 2205895 h 6858000"/>
              <a:gd name="connsiteX901" fmla="*/ 4262250 w 7467600"/>
              <a:gd name="connsiteY901" fmla="*/ 2219972 h 6858000"/>
              <a:gd name="connsiteX902" fmla="*/ 4550611 w 7467600"/>
              <a:gd name="connsiteY902" fmla="*/ 817540 h 6858000"/>
              <a:gd name="connsiteX903" fmla="*/ 4564418 w 7467600"/>
              <a:gd name="connsiteY903" fmla="*/ 808293 h 6858000"/>
              <a:gd name="connsiteX904" fmla="*/ 4266388 w 7467600"/>
              <a:gd name="connsiteY904" fmla="*/ 500083 h 6858000"/>
              <a:gd name="connsiteX905" fmla="*/ 4032842 w 7467600"/>
              <a:gd name="connsiteY905" fmla="*/ 211809 h 6858000"/>
              <a:gd name="connsiteX906" fmla="*/ 3882765 w 7467600"/>
              <a:gd name="connsiteY906" fmla="*/ 0 h 6858000"/>
              <a:gd name="connsiteX907" fmla="*/ 3721337 w 7467600"/>
              <a:gd name="connsiteY907" fmla="*/ 0 h 6858000"/>
              <a:gd name="connsiteX908" fmla="*/ 3797544 w 7467600"/>
              <a:gd name="connsiteY908" fmla="*/ 0 h 6858000"/>
              <a:gd name="connsiteX909" fmla="*/ 3775734 w 7467600"/>
              <a:gd name="connsiteY909" fmla="*/ 95131 h 6858000"/>
              <a:gd name="connsiteX910" fmla="*/ 3724807 w 7467600"/>
              <a:gd name="connsiteY910" fmla="*/ 272257 h 6858000"/>
              <a:gd name="connsiteX911" fmla="*/ 3726844 w 7467600"/>
              <a:gd name="connsiteY911" fmla="*/ 282988 h 6858000"/>
              <a:gd name="connsiteX912" fmla="*/ 3742664 w 7467600"/>
              <a:gd name="connsiteY912" fmla="*/ 279918 h 6858000"/>
              <a:gd name="connsiteX913" fmla="*/ 4103910 w 7467600"/>
              <a:gd name="connsiteY913" fmla="*/ 1161917 h 6858000"/>
              <a:gd name="connsiteX914" fmla="*/ 4020269 w 7467600"/>
              <a:gd name="connsiteY914" fmla="*/ 1200406 h 6858000"/>
              <a:gd name="connsiteX915" fmla="*/ 3674882 w 7467600"/>
              <a:gd name="connsiteY915" fmla="*/ 488524 h 6858000"/>
              <a:gd name="connsiteX916" fmla="*/ 3132682 w 7467600"/>
              <a:gd name="connsiteY916" fmla="*/ 1072284 h 6858000"/>
              <a:gd name="connsiteX917" fmla="*/ 2716346 w 7467600"/>
              <a:gd name="connsiteY917" fmla="*/ 1276376 h 6858000"/>
              <a:gd name="connsiteX918" fmla="*/ 2716772 w 7467600"/>
              <a:gd name="connsiteY918" fmla="*/ 1255462 h 6858000"/>
              <a:gd name="connsiteX919" fmla="*/ 3471096 w 7467600"/>
              <a:gd name="connsiteY919" fmla="*/ 437072 h 6858000"/>
              <a:gd name="connsiteX920" fmla="*/ 3639057 w 7467600"/>
              <a:gd name="connsiteY920" fmla="*/ 286334 h 6858000"/>
              <a:gd name="connsiteX921" fmla="*/ 3640309 w 7467600"/>
              <a:gd name="connsiteY921" fmla="*/ 284664 h 6858000"/>
              <a:gd name="connsiteX922" fmla="*/ 3646022 w 7467600"/>
              <a:gd name="connsiteY922" fmla="*/ 276711 h 6858000"/>
              <a:gd name="connsiteX923" fmla="*/ 3707943 w 7467600"/>
              <a:gd name="connsiteY923" fmla="*/ 65958 h 6858000"/>
              <a:gd name="connsiteX924" fmla="*/ 3721337 w 7467600"/>
              <a:gd name="connsiteY924" fmla="*/ 0 h 6858000"/>
              <a:gd name="connsiteX925" fmla="*/ 2867960 w 7467600"/>
              <a:gd name="connsiteY925" fmla="*/ 0 h 6858000"/>
              <a:gd name="connsiteX926" fmla="*/ 2926351 w 7467600"/>
              <a:gd name="connsiteY926" fmla="*/ 0 h 6858000"/>
              <a:gd name="connsiteX927" fmla="*/ 2902823 w 7467600"/>
              <a:gd name="connsiteY927" fmla="*/ 262929 h 6858000"/>
              <a:gd name="connsiteX928" fmla="*/ 2940663 w 7467600"/>
              <a:gd name="connsiteY928" fmla="*/ 140884 h 6858000"/>
              <a:gd name="connsiteX929" fmla="*/ 2947039 w 7467600"/>
              <a:gd name="connsiteY929" fmla="*/ 122524 h 6858000"/>
              <a:gd name="connsiteX930" fmla="*/ 2984316 w 7467600"/>
              <a:gd name="connsiteY930" fmla="*/ 0 h 6858000"/>
              <a:gd name="connsiteX931" fmla="*/ 3016114 w 7467600"/>
              <a:gd name="connsiteY931" fmla="*/ 0 h 6858000"/>
              <a:gd name="connsiteX932" fmla="*/ 2979949 w 7467600"/>
              <a:gd name="connsiteY932" fmla="*/ 119274 h 6858000"/>
              <a:gd name="connsiteX933" fmla="*/ 3023879 w 7467600"/>
              <a:gd name="connsiteY933" fmla="*/ 0 h 6858000"/>
              <a:gd name="connsiteX934" fmla="*/ 3105400 w 7467600"/>
              <a:gd name="connsiteY934" fmla="*/ 0 h 6858000"/>
              <a:gd name="connsiteX935" fmla="*/ 3094669 w 7467600"/>
              <a:gd name="connsiteY935" fmla="*/ 30308 h 6858000"/>
              <a:gd name="connsiteX936" fmla="*/ 2901945 w 7467600"/>
              <a:gd name="connsiteY936" fmla="*/ 466538 h 6858000"/>
              <a:gd name="connsiteX937" fmla="*/ 2815209 w 7467600"/>
              <a:gd name="connsiteY937" fmla="*/ 497361 h 6858000"/>
              <a:gd name="connsiteX938" fmla="*/ 2844845 w 7467600"/>
              <a:gd name="connsiteY938" fmla="*/ 127638 h 6858000"/>
              <a:gd name="connsiteX939" fmla="*/ 2867960 w 7467600"/>
              <a:gd name="connsiteY939" fmla="*/ 0 h 6858000"/>
              <a:gd name="connsiteX940" fmla="*/ 1057230 w 7467600"/>
              <a:gd name="connsiteY940" fmla="*/ 0 h 6858000"/>
              <a:gd name="connsiteX941" fmla="*/ 1111003 w 7467600"/>
              <a:gd name="connsiteY941" fmla="*/ 0 h 6858000"/>
              <a:gd name="connsiteX942" fmla="*/ 1125553 w 7467600"/>
              <a:gd name="connsiteY942" fmla="*/ 52588 h 6858000"/>
              <a:gd name="connsiteX943" fmla="*/ 1304276 w 7467600"/>
              <a:gd name="connsiteY943" fmla="*/ 476275 h 6858000"/>
              <a:gd name="connsiteX944" fmla="*/ 1492066 w 7467600"/>
              <a:gd name="connsiteY944" fmla="*/ 886333 h 6858000"/>
              <a:gd name="connsiteX945" fmla="*/ 1423698 w 7467600"/>
              <a:gd name="connsiteY945" fmla="*/ 710817 h 6858000"/>
              <a:gd name="connsiteX946" fmla="*/ 1357609 w 7467600"/>
              <a:gd name="connsiteY946" fmla="*/ 532892 h 6858000"/>
              <a:gd name="connsiteX947" fmla="*/ 1309550 w 7467600"/>
              <a:gd name="connsiteY947" fmla="*/ 374031 h 6858000"/>
              <a:gd name="connsiteX948" fmla="*/ 1193673 w 7467600"/>
              <a:gd name="connsiteY948" fmla="*/ 49533 h 6858000"/>
              <a:gd name="connsiteX949" fmla="*/ 1164391 w 7467600"/>
              <a:gd name="connsiteY949" fmla="*/ 0 h 6858000"/>
              <a:gd name="connsiteX950" fmla="*/ 1200666 w 7467600"/>
              <a:gd name="connsiteY950" fmla="*/ 0 h 6858000"/>
              <a:gd name="connsiteX951" fmla="*/ 1223408 w 7467600"/>
              <a:gd name="connsiteY951" fmla="*/ 38996 h 6858000"/>
              <a:gd name="connsiteX952" fmla="*/ 1339635 w 7467600"/>
              <a:gd name="connsiteY952" fmla="*/ 365517 h 6858000"/>
              <a:gd name="connsiteX953" fmla="*/ 1387469 w 7467600"/>
              <a:gd name="connsiteY953" fmla="*/ 523079 h 6858000"/>
              <a:gd name="connsiteX954" fmla="*/ 1452685 w 7467600"/>
              <a:gd name="connsiteY954" fmla="*/ 699806 h 6858000"/>
              <a:gd name="connsiteX955" fmla="*/ 1492092 w 7467600"/>
              <a:gd name="connsiteY955" fmla="*/ 800424 h 6858000"/>
              <a:gd name="connsiteX956" fmla="*/ 1455302 w 7467600"/>
              <a:gd name="connsiteY956" fmla="*/ 632913 h 6858000"/>
              <a:gd name="connsiteX957" fmla="*/ 1222336 w 7467600"/>
              <a:gd name="connsiteY957" fmla="*/ 9480 h 6858000"/>
              <a:gd name="connsiteX958" fmla="*/ 1214634 w 7467600"/>
              <a:gd name="connsiteY958" fmla="*/ 0 h 6858000"/>
              <a:gd name="connsiteX959" fmla="*/ 1289827 w 7467600"/>
              <a:gd name="connsiteY959" fmla="*/ 0 h 6858000"/>
              <a:gd name="connsiteX960" fmla="*/ 1321076 w 7467600"/>
              <a:gd name="connsiteY960" fmla="*/ 59722 h 6858000"/>
              <a:gd name="connsiteX961" fmla="*/ 1512579 w 7467600"/>
              <a:gd name="connsiteY961" fmla="*/ 626441 h 6858000"/>
              <a:gd name="connsiteX962" fmla="*/ 1506076 w 7467600"/>
              <a:gd name="connsiteY962" fmla="*/ 1089289 h 6858000"/>
              <a:gd name="connsiteX963" fmla="*/ 1486346 w 7467600"/>
              <a:gd name="connsiteY963" fmla="*/ 1079919 h 6858000"/>
              <a:gd name="connsiteX964" fmla="*/ 1070511 w 7467600"/>
              <a:gd name="connsiteY964" fmla="*/ 48609 h 6858000"/>
              <a:gd name="connsiteX965" fmla="*/ 1057230 w 7467600"/>
              <a:gd name="connsiteY965" fmla="*/ 0 h 6858000"/>
              <a:gd name="connsiteX966" fmla="*/ 43151 w 7467600"/>
              <a:gd name="connsiteY966" fmla="*/ 0 h 6858000"/>
              <a:gd name="connsiteX967" fmla="*/ 95283 w 7467600"/>
              <a:gd name="connsiteY967" fmla="*/ 0 h 6858000"/>
              <a:gd name="connsiteX968" fmla="*/ 300708 w 7467600"/>
              <a:gd name="connsiteY968" fmla="*/ 154571 h 6858000"/>
              <a:gd name="connsiteX969" fmla="*/ 530414 w 7467600"/>
              <a:gd name="connsiteY969" fmla="*/ 354673 h 6858000"/>
              <a:gd name="connsiteX970" fmla="*/ 333785 w 7467600"/>
              <a:gd name="connsiteY970" fmla="*/ 161564 h 6858000"/>
              <a:gd name="connsiteX971" fmla="*/ 147005 w 7467600"/>
              <a:gd name="connsiteY971" fmla="*/ 0 h 6858000"/>
              <a:gd name="connsiteX972" fmla="*/ 272509 w 7467600"/>
              <a:gd name="connsiteY972" fmla="*/ 0 h 6858000"/>
              <a:gd name="connsiteX973" fmla="*/ 326276 w 7467600"/>
              <a:gd name="connsiteY973" fmla="*/ 45847 h 6858000"/>
              <a:gd name="connsiteX974" fmla="*/ 823759 w 7467600"/>
              <a:gd name="connsiteY974" fmla="*/ 574145 h 6858000"/>
              <a:gd name="connsiteX975" fmla="*/ 811254 w 7467600"/>
              <a:gd name="connsiteY975" fmla="*/ 665546 h 6858000"/>
              <a:gd name="connsiteX976" fmla="*/ 154042 w 7467600"/>
              <a:gd name="connsiteY976" fmla="*/ 261522 h 6858000"/>
              <a:gd name="connsiteX977" fmla="*/ 13550 w 7467600"/>
              <a:gd name="connsiteY977" fmla="*/ 158423 h 6858000"/>
              <a:gd name="connsiteX978" fmla="*/ 0 w 7467600"/>
              <a:gd name="connsiteY978" fmla="*/ 146618 h 6858000"/>
              <a:gd name="connsiteX979" fmla="*/ 0 w 7467600"/>
              <a:gd name="connsiteY979" fmla="*/ 59161 h 6858000"/>
              <a:gd name="connsiteX980" fmla="*/ 45427 w 7467600"/>
              <a:gd name="connsiteY980" fmla="*/ 101078 h 6858000"/>
              <a:gd name="connsiteX981" fmla="*/ 630103 w 7467600"/>
              <a:gd name="connsiteY981" fmla="*/ 485885 h 6858000"/>
              <a:gd name="connsiteX982" fmla="*/ 532040 w 7467600"/>
              <a:gd name="connsiteY982" fmla="*/ 399359 h 6858000"/>
              <a:gd name="connsiteX983" fmla="*/ 517618 w 7467600"/>
              <a:gd name="connsiteY983" fmla="*/ 385726 h 6858000"/>
              <a:gd name="connsiteX984" fmla="*/ 285074 w 7467600"/>
              <a:gd name="connsiteY984" fmla="*/ 182755 h 6858000"/>
              <a:gd name="connsiteX985" fmla="*/ 43151 w 7467600"/>
              <a:gd name="connsiteY985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1903353 w 7467600"/>
              <a:gd name="connsiteY127" fmla="*/ 5044827 h 6858000"/>
              <a:gd name="connsiteX128" fmla="*/ 1936931 w 7467600"/>
              <a:gd name="connsiteY128" fmla="*/ 5093954 h 6858000"/>
              <a:gd name="connsiteX129" fmla="*/ 2195868 w 7467600"/>
              <a:gd name="connsiteY129" fmla="*/ 5396574 h 6858000"/>
              <a:gd name="connsiteX130" fmla="*/ 2088852 w 7467600"/>
              <a:gd name="connsiteY130" fmla="*/ 5166123 h 6858000"/>
              <a:gd name="connsiteX131" fmla="*/ 1958241 w 7467600"/>
              <a:gd name="connsiteY131" fmla="*/ 5067955 h 6858000"/>
              <a:gd name="connsiteX132" fmla="*/ 1903353 w 7467600"/>
              <a:gd name="connsiteY132" fmla="*/ 5044827 h 6858000"/>
              <a:gd name="connsiteX133" fmla="*/ 1979378 w 7467600"/>
              <a:gd name="connsiteY133" fmla="*/ 4769504 h 6858000"/>
              <a:gd name="connsiteX134" fmla="*/ 2882120 w 7467600"/>
              <a:gd name="connsiteY134" fmla="*/ 5064547 h 6858000"/>
              <a:gd name="connsiteX135" fmla="*/ 2793103 w 7467600"/>
              <a:gd name="connsiteY135" fmla="*/ 5039699 h 6858000"/>
              <a:gd name="connsiteX136" fmla="*/ 2770041 w 7467600"/>
              <a:gd name="connsiteY136" fmla="*/ 5033634 h 6858000"/>
              <a:gd name="connsiteX137" fmla="*/ 1979378 w 7467600"/>
              <a:gd name="connsiteY137" fmla="*/ 4769504 h 6858000"/>
              <a:gd name="connsiteX138" fmla="*/ 1927410 w 7467600"/>
              <a:gd name="connsiteY138" fmla="*/ 4716164 h 6858000"/>
              <a:gd name="connsiteX139" fmla="*/ 1959587 w 7467600"/>
              <a:gd name="connsiteY139" fmla="*/ 4728849 h 6858000"/>
              <a:gd name="connsiteX140" fmla="*/ 2777707 w 7467600"/>
              <a:gd name="connsiteY140" fmla="*/ 5003991 h 6858000"/>
              <a:gd name="connsiteX141" fmla="*/ 2800768 w 7467600"/>
              <a:gd name="connsiteY141" fmla="*/ 5010056 h 6858000"/>
              <a:gd name="connsiteX142" fmla="*/ 2879408 w 7467600"/>
              <a:gd name="connsiteY142" fmla="*/ 5031590 h 6858000"/>
              <a:gd name="connsiteX143" fmla="*/ 2862295 w 7467600"/>
              <a:gd name="connsiteY143" fmla="*/ 5022958 h 6858000"/>
              <a:gd name="connsiteX144" fmla="*/ 2813343 w 7467600"/>
              <a:gd name="connsiteY144" fmla="*/ 4998369 h 6858000"/>
              <a:gd name="connsiteX145" fmla="*/ 2646245 w 7467600"/>
              <a:gd name="connsiteY145" fmla="*/ 4930999 h 6858000"/>
              <a:gd name="connsiteX146" fmla="*/ 1999243 w 7467600"/>
              <a:gd name="connsiteY146" fmla="*/ 4730524 h 6858000"/>
              <a:gd name="connsiteX147" fmla="*/ 1979527 w 7467600"/>
              <a:gd name="connsiteY147" fmla="*/ 4726651 h 6858000"/>
              <a:gd name="connsiteX148" fmla="*/ 1927410 w 7467600"/>
              <a:gd name="connsiteY148" fmla="*/ 4716164 h 6858000"/>
              <a:gd name="connsiteX149" fmla="*/ 1997014 w 7467600"/>
              <a:gd name="connsiteY149" fmla="*/ 4698007 h 6858000"/>
              <a:gd name="connsiteX150" fmla="*/ 2005458 w 7467600"/>
              <a:gd name="connsiteY150" fmla="*/ 4699540 h 6858000"/>
              <a:gd name="connsiteX151" fmla="*/ 2657186 w 7467600"/>
              <a:gd name="connsiteY151" fmla="*/ 4901687 h 6858000"/>
              <a:gd name="connsiteX152" fmla="*/ 2826662 w 7467600"/>
              <a:gd name="connsiteY152" fmla="*/ 4970362 h 6858000"/>
              <a:gd name="connsiteX153" fmla="*/ 2876100 w 7467600"/>
              <a:gd name="connsiteY153" fmla="*/ 4995397 h 6858000"/>
              <a:gd name="connsiteX154" fmla="*/ 3042600 w 7467600"/>
              <a:gd name="connsiteY154" fmla="*/ 5059532 h 6858000"/>
              <a:gd name="connsiteX155" fmla="*/ 1997014 w 7467600"/>
              <a:gd name="connsiteY155" fmla="*/ 4698007 h 6858000"/>
              <a:gd name="connsiteX156" fmla="*/ 2305292 w 7467600"/>
              <a:gd name="connsiteY156" fmla="*/ 4219492 h 6858000"/>
              <a:gd name="connsiteX157" fmla="*/ 3360922 w 7467600"/>
              <a:gd name="connsiteY157" fmla="*/ 4529373 h 6858000"/>
              <a:gd name="connsiteX158" fmla="*/ 3492420 w 7467600"/>
              <a:gd name="connsiteY158" fmla="*/ 4510145 h 6858000"/>
              <a:gd name="connsiteX159" fmla="*/ 3364086 w 7467600"/>
              <a:gd name="connsiteY159" fmla="*/ 4480340 h 6858000"/>
              <a:gd name="connsiteX160" fmla="*/ 3225818 w 7467600"/>
              <a:gd name="connsiteY160" fmla="*/ 4411822 h 6858000"/>
              <a:gd name="connsiteX161" fmla="*/ 3129696 w 7467600"/>
              <a:gd name="connsiteY161" fmla="*/ 4360704 h 6858000"/>
              <a:gd name="connsiteX162" fmla="*/ 2814545 w 7467600"/>
              <a:gd name="connsiteY162" fmla="*/ 4282955 h 6858000"/>
              <a:gd name="connsiteX163" fmla="*/ 2305292 w 7467600"/>
              <a:gd name="connsiteY163" fmla="*/ 4219492 h 6858000"/>
              <a:gd name="connsiteX164" fmla="*/ 2626982 w 7467600"/>
              <a:gd name="connsiteY164" fmla="*/ 4206450 h 6858000"/>
              <a:gd name="connsiteX165" fmla="*/ 2490617 w 7467600"/>
              <a:gd name="connsiteY165" fmla="*/ 4206951 h 6858000"/>
              <a:gd name="connsiteX166" fmla="*/ 2819869 w 7467600"/>
              <a:gd name="connsiteY166" fmla="*/ 4252936 h 6858000"/>
              <a:gd name="connsiteX167" fmla="*/ 3143018 w 7467600"/>
              <a:gd name="connsiteY167" fmla="*/ 4332698 h 6858000"/>
              <a:gd name="connsiteX168" fmla="*/ 3241520 w 7467600"/>
              <a:gd name="connsiteY168" fmla="*/ 4385112 h 6858000"/>
              <a:gd name="connsiteX169" fmla="*/ 3374575 w 7467600"/>
              <a:gd name="connsiteY169" fmla="*/ 4451517 h 6858000"/>
              <a:gd name="connsiteX170" fmla="*/ 3505221 w 7467600"/>
              <a:gd name="connsiteY170" fmla="*/ 4480757 h 6858000"/>
              <a:gd name="connsiteX171" fmla="*/ 2626982 w 7467600"/>
              <a:gd name="connsiteY171" fmla="*/ 4206450 h 6858000"/>
              <a:gd name="connsiteX172" fmla="*/ 1310106 w 7467600"/>
              <a:gd name="connsiteY172" fmla="*/ 3943217 h 6858000"/>
              <a:gd name="connsiteX173" fmla="*/ 854994 w 7467600"/>
              <a:gd name="connsiteY173" fmla="*/ 4399136 h 6858000"/>
              <a:gd name="connsiteX174" fmla="*/ 742462 w 7467600"/>
              <a:gd name="connsiteY174" fmla="*/ 4594648 h 6858000"/>
              <a:gd name="connsiteX175" fmla="*/ 820602 w 7467600"/>
              <a:gd name="connsiteY175" fmla="*/ 4485915 h 6858000"/>
              <a:gd name="connsiteX176" fmla="*/ 878295 w 7467600"/>
              <a:gd name="connsiteY176" fmla="*/ 4403594 h 6858000"/>
              <a:gd name="connsiteX177" fmla="*/ 1240607 w 7467600"/>
              <a:gd name="connsiteY177" fmla="*/ 4010401 h 6858000"/>
              <a:gd name="connsiteX178" fmla="*/ 1310106 w 7467600"/>
              <a:gd name="connsiteY178" fmla="*/ 3943217 h 6858000"/>
              <a:gd name="connsiteX179" fmla="*/ 1423113 w 7467600"/>
              <a:gd name="connsiteY179" fmla="*/ 3874565 h 6858000"/>
              <a:gd name="connsiteX180" fmla="*/ 1260565 w 7467600"/>
              <a:gd name="connsiteY180" fmla="*/ 4031982 h 6858000"/>
              <a:gd name="connsiteX181" fmla="*/ 901900 w 7467600"/>
              <a:gd name="connsiteY181" fmla="*/ 4421236 h 6858000"/>
              <a:gd name="connsiteX182" fmla="*/ 845044 w 7467600"/>
              <a:gd name="connsiteY182" fmla="*/ 4502436 h 6858000"/>
              <a:gd name="connsiteX183" fmla="*/ 685926 w 7467600"/>
              <a:gd name="connsiteY183" fmla="*/ 4703069 h 6858000"/>
              <a:gd name="connsiteX184" fmla="*/ 684248 w 7467600"/>
              <a:gd name="connsiteY184" fmla="*/ 4706721 h 6858000"/>
              <a:gd name="connsiteX185" fmla="*/ 1423113 w 7467600"/>
              <a:gd name="connsiteY185" fmla="*/ 3874565 h 6858000"/>
              <a:gd name="connsiteX186" fmla="*/ 3316479 w 7467600"/>
              <a:gd name="connsiteY186" fmla="*/ 3872136 h 6858000"/>
              <a:gd name="connsiteX187" fmla="*/ 3546806 w 7467600"/>
              <a:gd name="connsiteY187" fmla="*/ 4356139 h 6858000"/>
              <a:gd name="connsiteX188" fmla="*/ 3364433 w 7467600"/>
              <a:gd name="connsiteY188" fmla="*/ 3953121 h 6858000"/>
              <a:gd name="connsiteX189" fmla="*/ 3316479 w 7467600"/>
              <a:gd name="connsiteY189" fmla="*/ 3872136 h 6858000"/>
              <a:gd name="connsiteX190" fmla="*/ 3291335 w 7467600"/>
              <a:gd name="connsiteY190" fmla="*/ 3767420 h 6858000"/>
              <a:gd name="connsiteX191" fmla="*/ 3390805 w 7467600"/>
              <a:gd name="connsiteY191" fmla="*/ 3937163 h 6858000"/>
              <a:gd name="connsiteX192" fmla="*/ 3579062 w 7467600"/>
              <a:gd name="connsiteY192" fmla="*/ 4359040 h 6858000"/>
              <a:gd name="connsiteX193" fmla="*/ 3467355 w 7467600"/>
              <a:gd name="connsiteY193" fmla="*/ 3988130 h 6858000"/>
              <a:gd name="connsiteX194" fmla="*/ 3310753 w 7467600"/>
              <a:gd name="connsiteY194" fmla="*/ 3787140 h 6858000"/>
              <a:gd name="connsiteX195" fmla="*/ 3291335 w 7467600"/>
              <a:gd name="connsiteY195" fmla="*/ 3767420 h 6858000"/>
              <a:gd name="connsiteX196" fmla="*/ 1635889 w 7467600"/>
              <a:gd name="connsiteY196" fmla="*/ 3709494 h 6858000"/>
              <a:gd name="connsiteX197" fmla="*/ 1634800 w 7467600"/>
              <a:gd name="connsiteY197" fmla="*/ 3731111 h 6858000"/>
              <a:gd name="connsiteX198" fmla="*/ 1635889 w 7467600"/>
              <a:gd name="connsiteY198" fmla="*/ 3709494 h 6858000"/>
              <a:gd name="connsiteX199" fmla="*/ 1510397 w 7467600"/>
              <a:gd name="connsiteY199" fmla="*/ 3684705 h 6858000"/>
              <a:gd name="connsiteX200" fmla="*/ 1146550 w 7467600"/>
              <a:gd name="connsiteY200" fmla="*/ 3802012 h 6858000"/>
              <a:gd name="connsiteX201" fmla="*/ 698834 w 7467600"/>
              <a:gd name="connsiteY201" fmla="*/ 3952272 h 6858000"/>
              <a:gd name="connsiteX202" fmla="*/ 34256 w 7467600"/>
              <a:gd name="connsiteY202" fmla="*/ 4347603 h 6858000"/>
              <a:gd name="connsiteX203" fmla="*/ 527241 w 7467600"/>
              <a:gd name="connsiteY203" fmla="*/ 4065078 h 6858000"/>
              <a:gd name="connsiteX204" fmla="*/ 1510397 w 7467600"/>
              <a:gd name="connsiteY204" fmla="*/ 3684705 h 6858000"/>
              <a:gd name="connsiteX205" fmla="*/ 1313114 w 7467600"/>
              <a:gd name="connsiteY205" fmla="*/ 3655216 h 6858000"/>
              <a:gd name="connsiteX206" fmla="*/ 1109304 w 7467600"/>
              <a:gd name="connsiteY206" fmla="*/ 3669030 h 6858000"/>
              <a:gd name="connsiteX207" fmla="*/ 8129 w 7467600"/>
              <a:gd name="connsiteY207" fmla="*/ 4330519 h 6858000"/>
              <a:gd name="connsiteX208" fmla="*/ 687572 w 7467600"/>
              <a:gd name="connsiteY208" fmla="*/ 3925629 h 6858000"/>
              <a:gd name="connsiteX209" fmla="*/ 1138365 w 7467600"/>
              <a:gd name="connsiteY209" fmla="*/ 3774515 h 6858000"/>
              <a:gd name="connsiteX210" fmla="*/ 1505579 w 7467600"/>
              <a:gd name="connsiteY210" fmla="*/ 3655526 h 6858000"/>
              <a:gd name="connsiteX211" fmla="*/ 1313114 w 7467600"/>
              <a:gd name="connsiteY211" fmla="*/ 3655216 h 6858000"/>
              <a:gd name="connsiteX212" fmla="*/ 3655073 w 7467600"/>
              <a:gd name="connsiteY212" fmla="*/ 3650884 h 6858000"/>
              <a:gd name="connsiteX213" fmla="*/ 3989938 w 7467600"/>
              <a:gd name="connsiteY213" fmla="*/ 3991685 h 6858000"/>
              <a:gd name="connsiteX214" fmla="*/ 4393907 w 7467600"/>
              <a:gd name="connsiteY214" fmla="*/ 4261258 h 6858000"/>
              <a:gd name="connsiteX215" fmla="*/ 4648051 w 7467600"/>
              <a:gd name="connsiteY215" fmla="*/ 4374051 h 6858000"/>
              <a:gd name="connsiteX216" fmla="*/ 4383389 w 7467600"/>
              <a:gd name="connsiteY216" fmla="*/ 4184369 h 6858000"/>
              <a:gd name="connsiteX217" fmla="*/ 4165508 w 7467600"/>
              <a:gd name="connsiteY217" fmla="*/ 4035196 h 6858000"/>
              <a:gd name="connsiteX218" fmla="*/ 4068162 w 7467600"/>
              <a:gd name="connsiteY218" fmla="*/ 3953394 h 6858000"/>
              <a:gd name="connsiteX219" fmla="*/ 3981416 w 7467600"/>
              <a:gd name="connsiteY219" fmla="*/ 3880482 h 6858000"/>
              <a:gd name="connsiteX220" fmla="*/ 3800147 w 7467600"/>
              <a:gd name="connsiteY220" fmla="*/ 3749872 h 6858000"/>
              <a:gd name="connsiteX221" fmla="*/ 3655073 w 7467600"/>
              <a:gd name="connsiteY221" fmla="*/ 3650884 h 6858000"/>
              <a:gd name="connsiteX222" fmla="*/ 3670252 w 7467600"/>
              <a:gd name="connsiteY222" fmla="*/ 3622798 h 6858000"/>
              <a:gd name="connsiteX223" fmla="*/ 3817258 w 7467600"/>
              <a:gd name="connsiteY223" fmla="*/ 3723577 h 6858000"/>
              <a:gd name="connsiteX224" fmla="*/ 4000461 w 7467600"/>
              <a:gd name="connsiteY224" fmla="*/ 3855966 h 6858000"/>
              <a:gd name="connsiteX225" fmla="*/ 4088180 w 7467600"/>
              <a:gd name="connsiteY225" fmla="*/ 3929774 h 6858000"/>
              <a:gd name="connsiteX226" fmla="*/ 4184555 w 7467600"/>
              <a:gd name="connsiteY226" fmla="*/ 4010683 h 6858000"/>
              <a:gd name="connsiteX227" fmla="*/ 4399563 w 7467600"/>
              <a:gd name="connsiteY227" fmla="*/ 4158106 h 6858000"/>
              <a:gd name="connsiteX228" fmla="*/ 4684469 w 7467600"/>
              <a:gd name="connsiteY228" fmla="*/ 4364680 h 6858000"/>
              <a:gd name="connsiteX229" fmla="*/ 4690271 w 7467600"/>
              <a:gd name="connsiteY229" fmla="*/ 4370034 h 6858000"/>
              <a:gd name="connsiteX230" fmla="*/ 4136093 w 7467600"/>
              <a:gd name="connsiteY230" fmla="*/ 3858466 h 6858000"/>
              <a:gd name="connsiteX231" fmla="*/ 3670252 w 7467600"/>
              <a:gd name="connsiteY231" fmla="*/ 3622798 h 6858000"/>
              <a:gd name="connsiteX232" fmla="*/ 4440129 w 7467600"/>
              <a:gd name="connsiteY232" fmla="*/ 3448571 h 6858000"/>
              <a:gd name="connsiteX233" fmla="*/ 4856525 w 7467600"/>
              <a:gd name="connsiteY233" fmla="*/ 3915351 h 6858000"/>
              <a:gd name="connsiteX234" fmla="*/ 5059055 w 7467600"/>
              <a:gd name="connsiteY234" fmla="*/ 4108918 h 6858000"/>
              <a:gd name="connsiteX235" fmla="*/ 5290070 w 7467600"/>
              <a:gd name="connsiteY235" fmla="*/ 4263619 h 6858000"/>
              <a:gd name="connsiteX236" fmla="*/ 4834991 w 7467600"/>
              <a:gd name="connsiteY236" fmla="*/ 3830985 h 6858000"/>
              <a:gd name="connsiteX237" fmla="*/ 4440129 w 7467600"/>
              <a:gd name="connsiteY237" fmla="*/ 3448571 h 6858000"/>
              <a:gd name="connsiteX238" fmla="*/ 4441737 w 7467600"/>
              <a:gd name="connsiteY238" fmla="*/ 3399734 h 6858000"/>
              <a:gd name="connsiteX239" fmla="*/ 4431236 w 7467600"/>
              <a:gd name="connsiteY239" fmla="*/ 3400954 h 6858000"/>
              <a:gd name="connsiteX240" fmla="*/ 4557150 w 7467600"/>
              <a:gd name="connsiteY240" fmla="*/ 3510023 h 6858000"/>
              <a:gd name="connsiteX241" fmla="*/ 4856936 w 7467600"/>
              <a:gd name="connsiteY241" fmla="*/ 3809146 h 6858000"/>
              <a:gd name="connsiteX242" fmla="*/ 5111996 w 7467600"/>
              <a:gd name="connsiteY242" fmla="*/ 4065759 h 6858000"/>
              <a:gd name="connsiteX243" fmla="*/ 5388878 w 7467600"/>
              <a:gd name="connsiteY243" fmla="*/ 4300185 h 6858000"/>
              <a:gd name="connsiteX244" fmla="*/ 5425556 w 7467600"/>
              <a:gd name="connsiteY244" fmla="*/ 4308967 h 6858000"/>
              <a:gd name="connsiteX245" fmla="*/ 4943646 w 7467600"/>
              <a:gd name="connsiteY245" fmla="*/ 3822916 h 6858000"/>
              <a:gd name="connsiteX246" fmla="*/ 4594837 w 7467600"/>
              <a:gd name="connsiteY246" fmla="*/ 3532274 h 6858000"/>
              <a:gd name="connsiteX247" fmla="*/ 4441737 w 7467600"/>
              <a:gd name="connsiteY247" fmla="*/ 3399734 h 6858000"/>
              <a:gd name="connsiteX248" fmla="*/ 5425834 w 7467600"/>
              <a:gd name="connsiteY248" fmla="*/ 3162785 h 6858000"/>
              <a:gd name="connsiteX249" fmla="*/ 5401644 w 7467600"/>
              <a:gd name="connsiteY249" fmla="*/ 3617847 h 6858000"/>
              <a:gd name="connsiteX250" fmla="*/ 5467256 w 7467600"/>
              <a:gd name="connsiteY250" fmla="*/ 4175494 h 6858000"/>
              <a:gd name="connsiteX251" fmla="*/ 5448069 w 7467600"/>
              <a:gd name="connsiteY251" fmla="*/ 3567554 h 6858000"/>
              <a:gd name="connsiteX252" fmla="*/ 5425834 w 7467600"/>
              <a:gd name="connsiteY252" fmla="*/ 3162785 h 6858000"/>
              <a:gd name="connsiteX253" fmla="*/ 1318687 w 7467600"/>
              <a:gd name="connsiteY253" fmla="*/ 3113840 h 6858000"/>
              <a:gd name="connsiteX254" fmla="*/ 1066793 w 7467600"/>
              <a:gd name="connsiteY254" fmla="*/ 3212171 h 6858000"/>
              <a:gd name="connsiteX255" fmla="*/ 993319 w 7467600"/>
              <a:gd name="connsiteY255" fmla="*/ 3247648 h 6858000"/>
              <a:gd name="connsiteX256" fmla="*/ 853081 w 7467600"/>
              <a:gd name="connsiteY256" fmla="*/ 3312410 h 6858000"/>
              <a:gd name="connsiteX257" fmla="*/ 805957 w 7467600"/>
              <a:gd name="connsiteY257" fmla="*/ 3330443 h 6858000"/>
              <a:gd name="connsiteX258" fmla="*/ 1318687 w 7467600"/>
              <a:gd name="connsiteY258" fmla="*/ 3113840 h 6858000"/>
              <a:gd name="connsiteX259" fmla="*/ 5453702 w 7467600"/>
              <a:gd name="connsiteY259" fmla="*/ 3090882 h 6858000"/>
              <a:gd name="connsiteX260" fmla="*/ 5480135 w 7467600"/>
              <a:gd name="connsiteY260" fmla="*/ 3565802 h 6858000"/>
              <a:gd name="connsiteX261" fmla="*/ 5499023 w 7467600"/>
              <a:gd name="connsiteY261" fmla="*/ 4166310 h 6858000"/>
              <a:gd name="connsiteX262" fmla="*/ 5547022 w 7467600"/>
              <a:gd name="connsiteY262" fmla="*/ 3607838 h 6858000"/>
              <a:gd name="connsiteX263" fmla="*/ 5515964 w 7467600"/>
              <a:gd name="connsiteY263" fmla="*/ 3378541 h 6858000"/>
              <a:gd name="connsiteX264" fmla="*/ 5453702 w 7467600"/>
              <a:gd name="connsiteY264" fmla="*/ 3090882 h 6858000"/>
              <a:gd name="connsiteX265" fmla="*/ 1238695 w 7467600"/>
              <a:gd name="connsiteY265" fmla="*/ 3076820 h 6858000"/>
              <a:gd name="connsiteX266" fmla="*/ 716371 w 7467600"/>
              <a:gd name="connsiteY266" fmla="*/ 3293249 h 6858000"/>
              <a:gd name="connsiteX267" fmla="*/ 579522 w 7467600"/>
              <a:gd name="connsiteY267" fmla="*/ 3371759 h 6858000"/>
              <a:gd name="connsiteX268" fmla="*/ 600288 w 7467600"/>
              <a:gd name="connsiteY268" fmla="*/ 3365555 h 6858000"/>
              <a:gd name="connsiteX269" fmla="*/ 840692 w 7467600"/>
              <a:gd name="connsiteY269" fmla="*/ 3284921 h 6858000"/>
              <a:gd name="connsiteX270" fmla="*/ 979248 w 7467600"/>
              <a:gd name="connsiteY270" fmla="*/ 3221003 h 6858000"/>
              <a:gd name="connsiteX271" fmla="*/ 1053282 w 7467600"/>
              <a:gd name="connsiteY271" fmla="*/ 3185247 h 6858000"/>
              <a:gd name="connsiteX272" fmla="*/ 1320603 w 7467600"/>
              <a:gd name="connsiteY272" fmla="*/ 3081281 h 6858000"/>
              <a:gd name="connsiteX273" fmla="*/ 1238695 w 7467600"/>
              <a:gd name="connsiteY273" fmla="*/ 3076820 h 6858000"/>
              <a:gd name="connsiteX274" fmla="*/ 5425627 w 7467600"/>
              <a:gd name="connsiteY274" fmla="*/ 2954192 h 6858000"/>
              <a:gd name="connsiteX275" fmla="*/ 5470770 w 7467600"/>
              <a:gd name="connsiteY275" fmla="*/ 3005435 h 6858000"/>
              <a:gd name="connsiteX276" fmla="*/ 5519779 w 7467600"/>
              <a:gd name="connsiteY276" fmla="*/ 4359223 h 6858000"/>
              <a:gd name="connsiteX277" fmla="*/ 5520293 w 7467600"/>
              <a:gd name="connsiteY277" fmla="*/ 4360602 h 6858000"/>
              <a:gd name="connsiteX278" fmla="*/ 5767221 w 7467600"/>
              <a:gd name="connsiteY278" fmla="*/ 4665564 h 6858000"/>
              <a:gd name="connsiteX279" fmla="*/ 6937169 w 7467600"/>
              <a:gd name="connsiteY279" fmla="*/ 4815941 h 6858000"/>
              <a:gd name="connsiteX280" fmla="*/ 6953922 w 7467600"/>
              <a:gd name="connsiteY280" fmla="*/ 4890068 h 6858000"/>
              <a:gd name="connsiteX281" fmla="*/ 6071359 w 7467600"/>
              <a:gd name="connsiteY281" fmla="*/ 4770770 h 6858000"/>
              <a:gd name="connsiteX282" fmla="*/ 6038839 w 7467600"/>
              <a:gd name="connsiteY282" fmla="*/ 4764474 h 6858000"/>
              <a:gd name="connsiteX283" fmla="*/ 6038706 w 7467600"/>
              <a:gd name="connsiteY283" fmla="*/ 4763847 h 6858000"/>
              <a:gd name="connsiteX284" fmla="*/ 6037784 w 7467600"/>
              <a:gd name="connsiteY284" fmla="*/ 4764270 h 6858000"/>
              <a:gd name="connsiteX285" fmla="*/ 6038839 w 7467600"/>
              <a:gd name="connsiteY285" fmla="*/ 4764474 h 6858000"/>
              <a:gd name="connsiteX286" fmla="*/ 6040338 w 7467600"/>
              <a:gd name="connsiteY286" fmla="*/ 4771418 h 6858000"/>
              <a:gd name="connsiteX287" fmla="*/ 6024488 w 7467600"/>
              <a:gd name="connsiteY287" fmla="*/ 4809903 h 6858000"/>
              <a:gd name="connsiteX288" fmla="*/ 5599771 w 7467600"/>
              <a:gd name="connsiteY288" fmla="*/ 5509652 h 6858000"/>
              <a:gd name="connsiteX289" fmla="*/ 5548843 w 7467600"/>
              <a:gd name="connsiteY289" fmla="*/ 5563845 h 6858000"/>
              <a:gd name="connsiteX290" fmla="*/ 5940952 w 7467600"/>
              <a:gd name="connsiteY290" fmla="*/ 6250028 h 6858000"/>
              <a:gd name="connsiteX291" fmla="*/ 6043441 w 7467600"/>
              <a:gd name="connsiteY291" fmla="*/ 6665847 h 6858000"/>
              <a:gd name="connsiteX292" fmla="*/ 6093432 w 7467600"/>
              <a:gd name="connsiteY292" fmla="*/ 6858000 h 6858000"/>
              <a:gd name="connsiteX293" fmla="*/ 6034344 w 7467600"/>
              <a:gd name="connsiteY293" fmla="*/ 6858000 h 6858000"/>
              <a:gd name="connsiteX294" fmla="*/ 6026679 w 7467600"/>
              <a:gd name="connsiteY294" fmla="*/ 6836959 h 6858000"/>
              <a:gd name="connsiteX295" fmla="*/ 5800441 w 7467600"/>
              <a:gd name="connsiteY295" fmla="*/ 6335286 h 6858000"/>
              <a:gd name="connsiteX296" fmla="*/ 5526562 w 7467600"/>
              <a:gd name="connsiteY296" fmla="*/ 5705388 h 6858000"/>
              <a:gd name="connsiteX297" fmla="*/ 5519640 w 7467600"/>
              <a:gd name="connsiteY297" fmla="*/ 5683774 h 6858000"/>
              <a:gd name="connsiteX298" fmla="*/ 5844559 w 7467600"/>
              <a:gd name="connsiteY298" fmla="*/ 6553349 h 6858000"/>
              <a:gd name="connsiteX299" fmla="*/ 5975994 w 7467600"/>
              <a:gd name="connsiteY299" fmla="*/ 6858000 h 6858000"/>
              <a:gd name="connsiteX300" fmla="*/ 5898547 w 7467600"/>
              <a:gd name="connsiteY300" fmla="*/ 6858000 h 6858000"/>
              <a:gd name="connsiteX301" fmla="*/ 5682041 w 7467600"/>
              <a:gd name="connsiteY301" fmla="*/ 6355860 h 6858000"/>
              <a:gd name="connsiteX302" fmla="*/ 5461758 w 7467600"/>
              <a:gd name="connsiteY302" fmla="*/ 5820220 h 6858000"/>
              <a:gd name="connsiteX303" fmla="*/ 5237282 w 7467600"/>
              <a:gd name="connsiteY303" fmla="*/ 6579086 h 6858000"/>
              <a:gd name="connsiteX304" fmla="*/ 5115009 w 7467600"/>
              <a:gd name="connsiteY304" fmla="*/ 6858000 h 6858000"/>
              <a:gd name="connsiteX305" fmla="*/ 5028074 w 7467600"/>
              <a:gd name="connsiteY305" fmla="*/ 6858000 h 6858000"/>
              <a:gd name="connsiteX306" fmla="*/ 5079508 w 7467600"/>
              <a:gd name="connsiteY306" fmla="*/ 6749074 h 6858000"/>
              <a:gd name="connsiteX307" fmla="*/ 5371846 w 7467600"/>
              <a:gd name="connsiteY307" fmla="*/ 5924413 h 6858000"/>
              <a:gd name="connsiteX308" fmla="*/ 5270512 w 7467600"/>
              <a:gd name="connsiteY308" fmla="*/ 6138975 h 6858000"/>
              <a:gd name="connsiteX309" fmla="*/ 5062409 w 7467600"/>
              <a:gd name="connsiteY309" fmla="*/ 6653544 h 6858000"/>
              <a:gd name="connsiteX310" fmla="*/ 5036628 w 7467600"/>
              <a:gd name="connsiteY310" fmla="*/ 6754247 h 6858000"/>
              <a:gd name="connsiteX311" fmla="*/ 5009112 w 7467600"/>
              <a:gd name="connsiteY311" fmla="*/ 6858000 h 6858000"/>
              <a:gd name="connsiteX312" fmla="*/ 4976679 w 7467600"/>
              <a:gd name="connsiteY312" fmla="*/ 6858000 h 6858000"/>
              <a:gd name="connsiteX313" fmla="*/ 5006537 w 7467600"/>
              <a:gd name="connsiteY313" fmla="*/ 6747068 h 6858000"/>
              <a:gd name="connsiteX314" fmla="*/ 5032723 w 7467600"/>
              <a:gd name="connsiteY314" fmla="*/ 6644957 h 6858000"/>
              <a:gd name="connsiteX315" fmla="*/ 5242949 w 7467600"/>
              <a:gd name="connsiteY315" fmla="*/ 6125175 h 6858000"/>
              <a:gd name="connsiteX316" fmla="*/ 5286321 w 7467600"/>
              <a:gd name="connsiteY316" fmla="*/ 6033555 h 6858000"/>
              <a:gd name="connsiteX317" fmla="*/ 5008210 w 7467600"/>
              <a:gd name="connsiteY317" fmla="*/ 6649194 h 6858000"/>
              <a:gd name="connsiteX318" fmla="*/ 4986321 w 7467600"/>
              <a:gd name="connsiteY318" fmla="*/ 6765687 h 6858000"/>
              <a:gd name="connsiteX319" fmla="*/ 4973474 w 7467600"/>
              <a:gd name="connsiteY319" fmla="*/ 6858000 h 6858000"/>
              <a:gd name="connsiteX320" fmla="*/ 4907178 w 7467600"/>
              <a:gd name="connsiteY320" fmla="*/ 6858000 h 6858000"/>
              <a:gd name="connsiteX321" fmla="*/ 4910810 w 7467600"/>
              <a:gd name="connsiteY321" fmla="*/ 6829660 h 6858000"/>
              <a:gd name="connsiteX322" fmla="*/ 4987461 w 7467600"/>
              <a:gd name="connsiteY322" fmla="*/ 6432994 h 6858000"/>
              <a:gd name="connsiteX323" fmla="*/ 5179262 w 7467600"/>
              <a:gd name="connsiteY323" fmla="*/ 6035044 h 6858000"/>
              <a:gd name="connsiteX324" fmla="*/ 4689678 w 7467600"/>
              <a:gd name="connsiteY324" fmla="*/ 6440241 h 6858000"/>
              <a:gd name="connsiteX325" fmla="*/ 4477543 w 7467600"/>
              <a:gd name="connsiteY325" fmla="*/ 6674836 h 6858000"/>
              <a:gd name="connsiteX326" fmla="*/ 4329957 w 7467600"/>
              <a:gd name="connsiteY326" fmla="*/ 6858000 h 6858000"/>
              <a:gd name="connsiteX327" fmla="*/ 4218595 w 7467600"/>
              <a:gd name="connsiteY327" fmla="*/ 6858000 h 6858000"/>
              <a:gd name="connsiteX328" fmla="*/ 4368888 w 7467600"/>
              <a:gd name="connsiteY328" fmla="*/ 6668412 h 6858000"/>
              <a:gd name="connsiteX329" fmla="*/ 4563091 w 7467600"/>
              <a:gd name="connsiteY329" fmla="*/ 6442508 h 6858000"/>
              <a:gd name="connsiteX330" fmla="*/ 5387324 w 7467600"/>
              <a:gd name="connsiteY330" fmla="*/ 5705830 h 6858000"/>
              <a:gd name="connsiteX331" fmla="*/ 5073620 w 7467600"/>
              <a:gd name="connsiteY331" fmla="*/ 5955437 h 6858000"/>
              <a:gd name="connsiteX332" fmla="*/ 4689789 w 7467600"/>
              <a:gd name="connsiteY332" fmla="*/ 6268382 h 6858000"/>
              <a:gd name="connsiteX333" fmla="*/ 4418722 w 7467600"/>
              <a:gd name="connsiteY333" fmla="*/ 6570886 h 6858000"/>
              <a:gd name="connsiteX334" fmla="*/ 4214944 w 7467600"/>
              <a:gd name="connsiteY334" fmla="*/ 6858000 h 6858000"/>
              <a:gd name="connsiteX335" fmla="*/ 4177898 w 7467600"/>
              <a:gd name="connsiteY335" fmla="*/ 6858000 h 6858000"/>
              <a:gd name="connsiteX336" fmla="*/ 4391597 w 7467600"/>
              <a:gd name="connsiteY336" fmla="*/ 6556370 h 6858000"/>
              <a:gd name="connsiteX337" fmla="*/ 4668889 w 7467600"/>
              <a:gd name="connsiteY337" fmla="*/ 6246399 h 6858000"/>
              <a:gd name="connsiteX338" fmla="*/ 5055427 w 7467600"/>
              <a:gd name="connsiteY338" fmla="*/ 5931476 h 6858000"/>
              <a:gd name="connsiteX339" fmla="*/ 5371814 w 7467600"/>
              <a:gd name="connsiteY339" fmla="*/ 5678975 h 6858000"/>
              <a:gd name="connsiteX340" fmla="*/ 4987918 w 7467600"/>
              <a:gd name="connsiteY340" fmla="*/ 5838701 h 6858000"/>
              <a:gd name="connsiteX341" fmla="*/ 4317146 w 7467600"/>
              <a:gd name="connsiteY341" fmla="*/ 6587716 h 6858000"/>
              <a:gd name="connsiteX342" fmla="*/ 4171627 w 7467600"/>
              <a:gd name="connsiteY342" fmla="*/ 6858000 h 6858000"/>
              <a:gd name="connsiteX343" fmla="*/ 4081585 w 7467600"/>
              <a:gd name="connsiteY343" fmla="*/ 6858000 h 6858000"/>
              <a:gd name="connsiteX344" fmla="*/ 4238603 w 7467600"/>
              <a:gd name="connsiteY344" fmla="*/ 6559341 h 6858000"/>
              <a:gd name="connsiteX345" fmla="*/ 4778333 w 7467600"/>
              <a:gd name="connsiteY345" fmla="*/ 5873626 h 6858000"/>
              <a:gd name="connsiteX346" fmla="*/ 5414185 w 7467600"/>
              <a:gd name="connsiteY346" fmla="*/ 5573882 h 6858000"/>
              <a:gd name="connsiteX347" fmla="*/ 5959648 w 7467600"/>
              <a:gd name="connsiteY347" fmla="*/ 4760797 h 6858000"/>
              <a:gd name="connsiteX348" fmla="*/ 5355019 w 7467600"/>
              <a:gd name="connsiteY348" fmla="*/ 4734672 h 6858000"/>
              <a:gd name="connsiteX349" fmla="*/ 5083565 w 7467600"/>
              <a:gd name="connsiteY349" fmla="*/ 5179121 h 6858000"/>
              <a:gd name="connsiteX350" fmla="*/ 4713577 w 7467600"/>
              <a:gd name="connsiteY350" fmla="*/ 5616803 h 6858000"/>
              <a:gd name="connsiteX351" fmla="*/ 3989559 w 7467600"/>
              <a:gd name="connsiteY351" fmla="*/ 6145945 h 6858000"/>
              <a:gd name="connsiteX352" fmla="*/ 3939824 w 7467600"/>
              <a:gd name="connsiteY352" fmla="*/ 6066900 h 6858000"/>
              <a:gd name="connsiteX353" fmla="*/ 4584537 w 7467600"/>
              <a:gd name="connsiteY353" fmla="*/ 5324826 h 6858000"/>
              <a:gd name="connsiteX354" fmla="*/ 5037105 w 7467600"/>
              <a:gd name="connsiteY354" fmla="*/ 5088765 h 6858000"/>
              <a:gd name="connsiteX355" fmla="*/ 5039930 w 7467600"/>
              <a:gd name="connsiteY355" fmla="*/ 5089585 h 6858000"/>
              <a:gd name="connsiteX356" fmla="*/ 5263764 w 7467600"/>
              <a:gd name="connsiteY356" fmla="*/ 4735525 h 6858000"/>
              <a:gd name="connsiteX357" fmla="*/ 4086300 w 7467600"/>
              <a:gd name="connsiteY357" fmla="*/ 4884599 h 6858000"/>
              <a:gd name="connsiteX358" fmla="*/ 4085485 w 7467600"/>
              <a:gd name="connsiteY358" fmla="*/ 4899070 h 6858000"/>
              <a:gd name="connsiteX359" fmla="*/ 3871915 w 7467600"/>
              <a:gd name="connsiteY359" fmla="*/ 5253645 h 6858000"/>
              <a:gd name="connsiteX360" fmla="*/ 3799374 w 7467600"/>
              <a:gd name="connsiteY360" fmla="*/ 5466127 h 6858000"/>
              <a:gd name="connsiteX361" fmla="*/ 3498850 w 7467600"/>
              <a:gd name="connsiteY361" fmla="*/ 6661888 h 6858000"/>
              <a:gd name="connsiteX362" fmla="*/ 3399216 w 7467600"/>
              <a:gd name="connsiteY362" fmla="*/ 6858000 h 6858000"/>
              <a:gd name="connsiteX363" fmla="*/ 3303688 w 7467600"/>
              <a:gd name="connsiteY363" fmla="*/ 6858000 h 6858000"/>
              <a:gd name="connsiteX364" fmla="*/ 3391774 w 7467600"/>
              <a:gd name="connsiteY364" fmla="*/ 6697181 h 6858000"/>
              <a:gd name="connsiteX365" fmla="*/ 3735540 w 7467600"/>
              <a:gd name="connsiteY365" fmla="*/ 5546923 h 6858000"/>
              <a:gd name="connsiteX366" fmla="*/ 3729438 w 7467600"/>
              <a:gd name="connsiteY366" fmla="*/ 5569058 h 6858000"/>
              <a:gd name="connsiteX367" fmla="*/ 3707782 w 7467600"/>
              <a:gd name="connsiteY367" fmla="*/ 5644908 h 6858000"/>
              <a:gd name="connsiteX368" fmla="*/ 3583827 w 7467600"/>
              <a:gd name="connsiteY368" fmla="*/ 6039215 h 6858000"/>
              <a:gd name="connsiteX369" fmla="*/ 3547861 w 7467600"/>
              <a:gd name="connsiteY369" fmla="*/ 6129609 h 6858000"/>
              <a:gd name="connsiteX370" fmla="*/ 3490905 w 7467600"/>
              <a:gd name="connsiteY370" fmla="*/ 6277660 h 6858000"/>
              <a:gd name="connsiteX371" fmla="*/ 3455859 w 7467600"/>
              <a:gd name="connsiteY371" fmla="*/ 6391301 h 6858000"/>
              <a:gd name="connsiteX372" fmla="*/ 3429112 w 7467600"/>
              <a:gd name="connsiteY372" fmla="*/ 6479469 h 6858000"/>
              <a:gd name="connsiteX373" fmla="*/ 3304862 w 7467600"/>
              <a:gd name="connsiteY373" fmla="*/ 6796476 h 6858000"/>
              <a:gd name="connsiteX374" fmla="*/ 3276071 w 7467600"/>
              <a:gd name="connsiteY374" fmla="*/ 6858000 h 6858000"/>
              <a:gd name="connsiteX375" fmla="*/ 3240805 w 7467600"/>
              <a:gd name="connsiteY375" fmla="*/ 6858000 h 6858000"/>
              <a:gd name="connsiteX376" fmla="*/ 3275917 w 7467600"/>
              <a:gd name="connsiteY376" fmla="*/ 6783192 h 6858000"/>
              <a:gd name="connsiteX377" fmla="*/ 3399358 w 7467600"/>
              <a:gd name="connsiteY377" fmla="*/ 6469011 h 6858000"/>
              <a:gd name="connsiteX378" fmla="*/ 3425650 w 7467600"/>
              <a:gd name="connsiteY378" fmla="*/ 6381333 h 6858000"/>
              <a:gd name="connsiteX379" fmla="*/ 3460661 w 7467600"/>
              <a:gd name="connsiteY379" fmla="*/ 6266763 h 6858000"/>
              <a:gd name="connsiteX380" fmla="*/ 3518021 w 7467600"/>
              <a:gd name="connsiteY380" fmla="*/ 6117298 h 6858000"/>
              <a:gd name="connsiteX381" fmla="*/ 3554035 w 7467600"/>
              <a:gd name="connsiteY381" fmla="*/ 6027832 h 6858000"/>
              <a:gd name="connsiteX382" fmla="*/ 3677174 w 7467600"/>
              <a:gd name="connsiteY382" fmla="*/ 5636351 h 6858000"/>
              <a:gd name="connsiteX383" fmla="*/ 3698819 w 7467600"/>
              <a:gd name="connsiteY383" fmla="*/ 5560503 h 6858000"/>
              <a:gd name="connsiteX384" fmla="*/ 3702094 w 7467600"/>
              <a:gd name="connsiteY384" fmla="*/ 5549194 h 6858000"/>
              <a:gd name="connsiteX385" fmla="*/ 3398355 w 7467600"/>
              <a:gd name="connsiteY385" fmla="*/ 6094603 h 6858000"/>
              <a:gd name="connsiteX386" fmla="*/ 3193941 w 7467600"/>
              <a:gd name="connsiteY386" fmla="*/ 6798775 h 6858000"/>
              <a:gd name="connsiteX387" fmla="*/ 3184140 w 7467600"/>
              <a:gd name="connsiteY387" fmla="*/ 6858000 h 6858000"/>
              <a:gd name="connsiteX388" fmla="*/ 3099978 w 7467600"/>
              <a:gd name="connsiteY388" fmla="*/ 6858000 h 6858000"/>
              <a:gd name="connsiteX389" fmla="*/ 3101556 w 7467600"/>
              <a:gd name="connsiteY389" fmla="*/ 6843337 h 6858000"/>
              <a:gd name="connsiteX390" fmla="*/ 3370162 w 7467600"/>
              <a:gd name="connsiteY390" fmla="*/ 5785550 h 6858000"/>
              <a:gd name="connsiteX391" fmla="*/ 3746477 w 7467600"/>
              <a:gd name="connsiteY391" fmla="*/ 5377889 h 6858000"/>
              <a:gd name="connsiteX392" fmla="*/ 3863399 w 7467600"/>
              <a:gd name="connsiteY392" fmla="*/ 5087257 h 6858000"/>
              <a:gd name="connsiteX393" fmla="*/ 3968712 w 7467600"/>
              <a:gd name="connsiteY393" fmla="*/ 4913989 h 6858000"/>
              <a:gd name="connsiteX394" fmla="*/ 2792390 w 7467600"/>
              <a:gd name="connsiteY394" fmla="*/ 5382974 h 6858000"/>
              <a:gd name="connsiteX395" fmla="*/ 2714982 w 7467600"/>
              <a:gd name="connsiteY395" fmla="*/ 5427051 h 6858000"/>
              <a:gd name="connsiteX396" fmla="*/ 2813361 w 7467600"/>
              <a:gd name="connsiteY396" fmla="*/ 6023912 h 6858000"/>
              <a:gd name="connsiteX397" fmla="*/ 2688430 w 7467600"/>
              <a:gd name="connsiteY397" fmla="*/ 6801564 h 6858000"/>
              <a:gd name="connsiteX398" fmla="*/ 2629626 w 7467600"/>
              <a:gd name="connsiteY398" fmla="*/ 6763394 h 6858000"/>
              <a:gd name="connsiteX399" fmla="*/ 2565328 w 7467600"/>
              <a:gd name="connsiteY399" fmla="*/ 5516399 h 6858000"/>
              <a:gd name="connsiteX400" fmla="*/ 1922999 w 7467600"/>
              <a:gd name="connsiteY400" fmla="*/ 5980343 h 6858000"/>
              <a:gd name="connsiteX401" fmla="*/ 1950261 w 7467600"/>
              <a:gd name="connsiteY401" fmla="*/ 6405858 h 6858000"/>
              <a:gd name="connsiteX402" fmla="*/ 2365554 w 7467600"/>
              <a:gd name="connsiteY402" fmla="*/ 6759107 h 6858000"/>
              <a:gd name="connsiteX403" fmla="*/ 2424142 w 7467600"/>
              <a:gd name="connsiteY403" fmla="*/ 6858000 h 6858000"/>
              <a:gd name="connsiteX404" fmla="*/ 2395994 w 7467600"/>
              <a:gd name="connsiteY404" fmla="*/ 6858000 h 6858000"/>
              <a:gd name="connsiteX405" fmla="*/ 2392863 w 7467600"/>
              <a:gd name="connsiteY405" fmla="*/ 6852964 h 6858000"/>
              <a:gd name="connsiteX406" fmla="*/ 2017589 w 7467600"/>
              <a:gd name="connsiteY406" fmla="*/ 6493982 h 6858000"/>
              <a:gd name="connsiteX407" fmla="*/ 2147336 w 7467600"/>
              <a:gd name="connsiteY407" fmla="*/ 6594052 h 6858000"/>
              <a:gd name="connsiteX408" fmla="*/ 2207047 w 7467600"/>
              <a:gd name="connsiteY408" fmla="*/ 6654540 h 6858000"/>
              <a:gd name="connsiteX409" fmla="*/ 2299106 w 7467600"/>
              <a:gd name="connsiteY409" fmla="*/ 6778931 h 6858000"/>
              <a:gd name="connsiteX410" fmla="*/ 2314430 w 7467600"/>
              <a:gd name="connsiteY410" fmla="*/ 6801144 h 6858000"/>
              <a:gd name="connsiteX411" fmla="*/ 2352406 w 7467600"/>
              <a:gd name="connsiteY411" fmla="*/ 6858000 h 6858000"/>
              <a:gd name="connsiteX412" fmla="*/ 2314492 w 7467600"/>
              <a:gd name="connsiteY412" fmla="*/ 6858000 h 6858000"/>
              <a:gd name="connsiteX413" fmla="*/ 2288095 w 7467600"/>
              <a:gd name="connsiteY413" fmla="*/ 6818030 h 6858000"/>
              <a:gd name="connsiteX414" fmla="*/ 2272768 w 7467600"/>
              <a:gd name="connsiteY414" fmla="*/ 6795822 h 6858000"/>
              <a:gd name="connsiteX415" fmla="*/ 2182715 w 7467600"/>
              <a:gd name="connsiteY415" fmla="*/ 6675071 h 6858000"/>
              <a:gd name="connsiteX416" fmla="*/ 2032061 w 7467600"/>
              <a:gd name="connsiteY416" fmla="*/ 6541380 h 6858000"/>
              <a:gd name="connsiteX417" fmla="*/ 2257220 w 7467600"/>
              <a:gd name="connsiteY417" fmla="*/ 6826257 h 6858000"/>
              <a:gd name="connsiteX418" fmla="*/ 2281324 w 7467600"/>
              <a:gd name="connsiteY418" fmla="*/ 6858000 h 6858000"/>
              <a:gd name="connsiteX419" fmla="*/ 2242860 w 7467600"/>
              <a:gd name="connsiteY419" fmla="*/ 6858000 h 6858000"/>
              <a:gd name="connsiteX420" fmla="*/ 2232818 w 7467600"/>
              <a:gd name="connsiteY420" fmla="*/ 6844926 h 6858000"/>
              <a:gd name="connsiteX421" fmla="*/ 1990172 w 7467600"/>
              <a:gd name="connsiteY421" fmla="*/ 6542121 h 6858000"/>
              <a:gd name="connsiteX422" fmla="*/ 2124090 w 7467600"/>
              <a:gd name="connsiteY422" fmla="*/ 6761017 h 6858000"/>
              <a:gd name="connsiteX423" fmla="*/ 2200380 w 7467600"/>
              <a:gd name="connsiteY423" fmla="*/ 6858000 h 6858000"/>
              <a:gd name="connsiteX424" fmla="*/ 2147507 w 7467600"/>
              <a:gd name="connsiteY424" fmla="*/ 6858000 h 6858000"/>
              <a:gd name="connsiteX425" fmla="*/ 2070668 w 7467600"/>
              <a:gd name="connsiteY425" fmla="*/ 6761520 h 6858000"/>
              <a:gd name="connsiteX426" fmla="*/ 1975142 w 7467600"/>
              <a:gd name="connsiteY426" fmla="*/ 6585570 h 6858000"/>
              <a:gd name="connsiteX427" fmla="*/ 2050035 w 7467600"/>
              <a:gd name="connsiteY427" fmla="*/ 6813345 h 6858000"/>
              <a:gd name="connsiteX428" fmla="*/ 2063025 w 7467600"/>
              <a:gd name="connsiteY428" fmla="*/ 6858000 h 6858000"/>
              <a:gd name="connsiteX429" fmla="*/ 2021675 w 7467600"/>
              <a:gd name="connsiteY429" fmla="*/ 6858000 h 6858000"/>
              <a:gd name="connsiteX430" fmla="*/ 2019308 w 7467600"/>
              <a:gd name="connsiteY430" fmla="*/ 6847118 h 6858000"/>
              <a:gd name="connsiteX431" fmla="*/ 1938835 w 7467600"/>
              <a:gd name="connsiteY431" fmla="*/ 6551160 h 6858000"/>
              <a:gd name="connsiteX432" fmla="*/ 1953230 w 7467600"/>
              <a:gd name="connsiteY432" fmla="*/ 6759699 h 6858000"/>
              <a:gd name="connsiteX433" fmla="*/ 1956763 w 7467600"/>
              <a:gd name="connsiteY433" fmla="*/ 6778191 h 6858000"/>
              <a:gd name="connsiteX434" fmla="*/ 1967925 w 7467600"/>
              <a:gd name="connsiteY434" fmla="*/ 6858000 h 6858000"/>
              <a:gd name="connsiteX435" fmla="*/ 1936622 w 7467600"/>
              <a:gd name="connsiteY435" fmla="*/ 6858000 h 6858000"/>
              <a:gd name="connsiteX436" fmla="*/ 1926261 w 7467600"/>
              <a:gd name="connsiteY436" fmla="*/ 6784064 h 6858000"/>
              <a:gd name="connsiteX437" fmla="*/ 1922724 w 7467600"/>
              <a:gd name="connsiteY437" fmla="*/ 6765577 h 6858000"/>
              <a:gd name="connsiteX438" fmla="*/ 1904650 w 7467600"/>
              <a:gd name="connsiteY438" fmla="*/ 6639616 h 6858000"/>
              <a:gd name="connsiteX439" fmla="*/ 1885273 w 7467600"/>
              <a:gd name="connsiteY439" fmla="*/ 6858000 h 6858000"/>
              <a:gd name="connsiteX440" fmla="*/ 1854363 w 7467600"/>
              <a:gd name="connsiteY440" fmla="*/ 6858000 h 6858000"/>
              <a:gd name="connsiteX441" fmla="*/ 1880391 w 7467600"/>
              <a:gd name="connsiteY441" fmla="*/ 6603796 h 6858000"/>
              <a:gd name="connsiteX442" fmla="*/ 1818273 w 7467600"/>
              <a:gd name="connsiteY442" fmla="*/ 6715729 h 6858000"/>
              <a:gd name="connsiteX443" fmla="*/ 1794691 w 7467600"/>
              <a:gd name="connsiteY443" fmla="*/ 6843239 h 6858000"/>
              <a:gd name="connsiteX444" fmla="*/ 1794914 w 7467600"/>
              <a:gd name="connsiteY444" fmla="*/ 6858000 h 6858000"/>
              <a:gd name="connsiteX445" fmla="*/ 1746128 w 7467600"/>
              <a:gd name="connsiteY445" fmla="*/ 6858000 h 6858000"/>
              <a:gd name="connsiteX446" fmla="*/ 1753934 w 7467600"/>
              <a:gd name="connsiteY446" fmla="*/ 6724796 h 6858000"/>
              <a:gd name="connsiteX447" fmla="*/ 1792053 w 7467600"/>
              <a:gd name="connsiteY447" fmla="*/ 6572396 h 6858000"/>
              <a:gd name="connsiteX448" fmla="*/ 1862248 w 7467600"/>
              <a:gd name="connsiteY448" fmla="*/ 6266397 h 6858000"/>
              <a:gd name="connsiteX449" fmla="*/ 1862250 w 7467600"/>
              <a:gd name="connsiteY449" fmla="*/ 6033531 h 6858000"/>
              <a:gd name="connsiteX450" fmla="*/ 1211999 w 7467600"/>
              <a:gd name="connsiteY450" fmla="*/ 6683610 h 6858000"/>
              <a:gd name="connsiteX451" fmla="*/ 1213266 w 7467600"/>
              <a:gd name="connsiteY451" fmla="*/ 6691947 h 6858000"/>
              <a:gd name="connsiteX452" fmla="*/ 1203370 w 7467600"/>
              <a:gd name="connsiteY452" fmla="*/ 6850676 h 6858000"/>
              <a:gd name="connsiteX453" fmla="*/ 1203671 w 7467600"/>
              <a:gd name="connsiteY453" fmla="*/ 6858000 h 6858000"/>
              <a:gd name="connsiteX454" fmla="*/ 1143180 w 7467600"/>
              <a:gd name="connsiteY454" fmla="*/ 6858000 h 6858000"/>
              <a:gd name="connsiteX455" fmla="*/ 1142176 w 7467600"/>
              <a:gd name="connsiteY455" fmla="*/ 6766045 h 6858000"/>
              <a:gd name="connsiteX456" fmla="*/ 1067484 w 7467600"/>
              <a:gd name="connsiteY456" fmla="*/ 6858000 h 6858000"/>
              <a:gd name="connsiteX457" fmla="*/ 953928 w 7467600"/>
              <a:gd name="connsiteY457" fmla="*/ 6858000 h 6858000"/>
              <a:gd name="connsiteX458" fmla="*/ 959715 w 7467600"/>
              <a:gd name="connsiteY458" fmla="*/ 6850185 h 6858000"/>
              <a:gd name="connsiteX459" fmla="*/ 1483788 w 7467600"/>
              <a:gd name="connsiteY459" fmla="*/ 6259174 h 6858000"/>
              <a:gd name="connsiteX460" fmla="*/ 1100671 w 7467600"/>
              <a:gd name="connsiteY460" fmla="*/ 6252137 h 6858000"/>
              <a:gd name="connsiteX461" fmla="*/ 1090144 w 7467600"/>
              <a:gd name="connsiteY461" fmla="*/ 6256748 h 6858000"/>
              <a:gd name="connsiteX462" fmla="*/ 1095872 w 7467600"/>
              <a:gd name="connsiteY462" fmla="*/ 6271892 h 6858000"/>
              <a:gd name="connsiteX463" fmla="*/ 262785 w 7467600"/>
              <a:gd name="connsiteY463" fmla="*/ 6845450 h 6858000"/>
              <a:gd name="connsiteX464" fmla="*/ 209968 w 7467600"/>
              <a:gd name="connsiteY464" fmla="*/ 6770713 h 6858000"/>
              <a:gd name="connsiteX465" fmla="*/ 873460 w 7467600"/>
              <a:gd name="connsiteY465" fmla="*/ 6253768 h 6858000"/>
              <a:gd name="connsiteX466" fmla="*/ 192686 w 7467600"/>
              <a:gd name="connsiteY466" fmla="*/ 5849257 h 6858000"/>
              <a:gd name="connsiteX467" fmla="*/ 4696 w 7467600"/>
              <a:gd name="connsiteY467" fmla="*/ 5697668 h 6858000"/>
              <a:gd name="connsiteX468" fmla="*/ 0 w 7467600"/>
              <a:gd name="connsiteY468" fmla="*/ 5689984 h 6858000"/>
              <a:gd name="connsiteX469" fmla="*/ 0 w 7467600"/>
              <a:gd name="connsiteY469" fmla="*/ 5513472 h 6858000"/>
              <a:gd name="connsiteX470" fmla="*/ 174101 w 7467600"/>
              <a:gd name="connsiteY470" fmla="*/ 5620277 h 6858000"/>
              <a:gd name="connsiteX471" fmla="*/ 891800 w 7467600"/>
              <a:gd name="connsiteY471" fmla="*/ 6036935 h 6858000"/>
              <a:gd name="connsiteX472" fmla="*/ 1072219 w 7467600"/>
              <a:gd name="connsiteY472" fmla="*/ 6169443 h 6858000"/>
              <a:gd name="connsiteX473" fmla="*/ 1074117 w 7467600"/>
              <a:gd name="connsiteY473" fmla="*/ 6170301 h 6858000"/>
              <a:gd name="connsiteX474" fmla="*/ 1083114 w 7467600"/>
              <a:gd name="connsiteY474" fmla="*/ 6174131 h 6858000"/>
              <a:gd name="connsiteX475" fmla="*/ 1543010 w 7467600"/>
              <a:gd name="connsiteY475" fmla="*/ 6191140 h 6858000"/>
              <a:gd name="connsiteX476" fmla="*/ 1551080 w 7467600"/>
              <a:gd name="connsiteY476" fmla="*/ 6195006 h 6858000"/>
              <a:gd name="connsiteX477" fmla="*/ 2345443 w 7467600"/>
              <a:gd name="connsiteY477" fmla="*/ 5549882 h 6858000"/>
              <a:gd name="connsiteX478" fmla="*/ 1721499 w 7467600"/>
              <a:gd name="connsiteY478" fmla="*/ 5599969 h 6858000"/>
              <a:gd name="connsiteX479" fmla="*/ 767716 w 7467600"/>
              <a:gd name="connsiteY479" fmla="*/ 5472768 h 6858000"/>
              <a:gd name="connsiteX480" fmla="*/ 722147 w 7467600"/>
              <a:gd name="connsiteY480" fmla="*/ 5393091 h 6858000"/>
              <a:gd name="connsiteX481" fmla="*/ 1485552 w 7467600"/>
              <a:gd name="connsiteY481" fmla="*/ 5313202 h 6858000"/>
              <a:gd name="connsiteX482" fmla="*/ 2143004 w 7467600"/>
              <a:gd name="connsiteY482" fmla="*/ 5402420 h 6858000"/>
              <a:gd name="connsiteX483" fmla="*/ 1933391 w 7467600"/>
              <a:gd name="connsiteY483" fmla="*/ 5156971 h 6858000"/>
              <a:gd name="connsiteX484" fmla="*/ 1827118 w 7467600"/>
              <a:gd name="connsiteY484" fmla="*/ 4968410 h 6858000"/>
              <a:gd name="connsiteX485" fmla="*/ 1837349 w 7467600"/>
              <a:gd name="connsiteY485" fmla="*/ 4956357 h 6858000"/>
              <a:gd name="connsiteX486" fmla="*/ 2162835 w 7467600"/>
              <a:gd name="connsiteY486" fmla="*/ 5187853 h 6858000"/>
              <a:gd name="connsiteX487" fmla="*/ 2257167 w 7467600"/>
              <a:gd name="connsiteY487" fmla="*/ 5462123 h 6858000"/>
              <a:gd name="connsiteX488" fmla="*/ 2261598 w 7467600"/>
              <a:gd name="connsiteY488" fmla="*/ 5467998 h 6858000"/>
              <a:gd name="connsiteX489" fmla="*/ 2437177 w 7467600"/>
              <a:gd name="connsiteY489" fmla="*/ 5479608 h 6858000"/>
              <a:gd name="connsiteX490" fmla="*/ 2445247 w 7467600"/>
              <a:gd name="connsiteY490" fmla="*/ 5483476 h 6858000"/>
              <a:gd name="connsiteX491" fmla="*/ 2743626 w 7467600"/>
              <a:gd name="connsiteY491" fmla="*/ 5304819 h 6858000"/>
              <a:gd name="connsiteX492" fmla="*/ 3048102 w 7467600"/>
              <a:gd name="connsiteY492" fmla="*/ 5150595 h 6858000"/>
              <a:gd name="connsiteX493" fmla="*/ 1799414 w 7467600"/>
              <a:gd name="connsiteY493" fmla="*/ 4694732 h 6858000"/>
              <a:gd name="connsiteX494" fmla="*/ 1771735 w 7467600"/>
              <a:gd name="connsiteY494" fmla="*/ 4619929 h 6858000"/>
              <a:gd name="connsiteX495" fmla="*/ 3104273 w 7467600"/>
              <a:gd name="connsiteY495" fmla="*/ 5076159 h 6858000"/>
              <a:gd name="connsiteX496" fmla="*/ 3113245 w 7467600"/>
              <a:gd name="connsiteY496" fmla="*/ 5090705 h 6858000"/>
              <a:gd name="connsiteX497" fmla="*/ 3126294 w 7467600"/>
              <a:gd name="connsiteY497" fmla="*/ 5114400 h 6858000"/>
              <a:gd name="connsiteX498" fmla="*/ 3937433 w 7467600"/>
              <a:gd name="connsiteY498" fmla="*/ 4830473 h 6858000"/>
              <a:gd name="connsiteX499" fmla="*/ 3590475 w 7467600"/>
              <a:gd name="connsiteY499" fmla="*/ 4597974 h 6858000"/>
              <a:gd name="connsiteX500" fmla="*/ 3100264 w 7467600"/>
              <a:gd name="connsiteY500" fmla="*/ 4579845 h 6858000"/>
              <a:gd name="connsiteX501" fmla="*/ 2183576 w 7467600"/>
              <a:gd name="connsiteY501" fmla="*/ 4227150 h 6858000"/>
              <a:gd name="connsiteX502" fmla="*/ 2151029 w 7467600"/>
              <a:gd name="connsiteY502" fmla="*/ 4146947 h 6858000"/>
              <a:gd name="connsiteX503" fmla="*/ 3563434 w 7467600"/>
              <a:gd name="connsiteY503" fmla="*/ 4469115 h 6858000"/>
              <a:gd name="connsiteX504" fmla="*/ 3177952 w 7467600"/>
              <a:gd name="connsiteY504" fmla="*/ 3657386 h 6858000"/>
              <a:gd name="connsiteX505" fmla="*/ 3189263 w 7467600"/>
              <a:gd name="connsiteY505" fmla="*/ 3625726 h 6858000"/>
              <a:gd name="connsiteX506" fmla="*/ 3560912 w 7467600"/>
              <a:gd name="connsiteY506" fmla="*/ 4079863 h 6858000"/>
              <a:gd name="connsiteX507" fmla="*/ 3626636 w 7467600"/>
              <a:gd name="connsiteY507" fmla="*/ 4512230 h 6858000"/>
              <a:gd name="connsiteX508" fmla="*/ 3653088 w 7467600"/>
              <a:gd name="connsiteY508" fmla="*/ 4521417 h 6858000"/>
              <a:gd name="connsiteX509" fmla="*/ 3988128 w 7467600"/>
              <a:gd name="connsiteY509" fmla="*/ 4817267 h 6858000"/>
              <a:gd name="connsiteX510" fmla="*/ 4830582 w 7467600"/>
              <a:gd name="connsiteY510" fmla="*/ 4676000 h 6858000"/>
              <a:gd name="connsiteX511" fmla="*/ 4830100 w 7467600"/>
              <a:gd name="connsiteY511" fmla="*/ 4675554 h 6858000"/>
              <a:gd name="connsiteX512" fmla="*/ 4036318 w 7467600"/>
              <a:gd name="connsiteY512" fmla="*/ 4147013 h 6858000"/>
              <a:gd name="connsiteX513" fmla="*/ 3432098 w 7467600"/>
              <a:gd name="connsiteY513" fmla="*/ 3537312 h 6858000"/>
              <a:gd name="connsiteX514" fmla="*/ 3446761 w 7467600"/>
              <a:gd name="connsiteY514" fmla="*/ 3461278 h 6858000"/>
              <a:gd name="connsiteX515" fmla="*/ 4419733 w 7467600"/>
              <a:gd name="connsiteY515" fmla="*/ 3963555 h 6858000"/>
              <a:gd name="connsiteX516" fmla="*/ 4781371 w 7467600"/>
              <a:gd name="connsiteY516" fmla="*/ 4458604 h 6858000"/>
              <a:gd name="connsiteX517" fmla="*/ 4780440 w 7467600"/>
              <a:gd name="connsiteY517" fmla="*/ 4470290 h 6858000"/>
              <a:gd name="connsiteX518" fmla="*/ 4898954 w 7467600"/>
              <a:gd name="connsiteY518" fmla="*/ 4662092 h 6858000"/>
              <a:gd name="connsiteX519" fmla="*/ 4900699 w 7467600"/>
              <a:gd name="connsiteY519" fmla="*/ 4670867 h 6858000"/>
              <a:gd name="connsiteX520" fmla="*/ 5714511 w 7467600"/>
              <a:gd name="connsiteY520" fmla="*/ 4663483 h 6858000"/>
              <a:gd name="connsiteX521" fmla="*/ 5464793 w 7467600"/>
              <a:gd name="connsiteY521" fmla="*/ 4393556 h 6858000"/>
              <a:gd name="connsiteX522" fmla="*/ 5461897 w 7467600"/>
              <a:gd name="connsiteY522" fmla="*/ 4390879 h 6858000"/>
              <a:gd name="connsiteX523" fmla="*/ 4294126 w 7467600"/>
              <a:gd name="connsiteY523" fmla="*/ 3303048 h 6858000"/>
              <a:gd name="connsiteX524" fmla="*/ 4305321 w 7467600"/>
              <a:gd name="connsiteY524" fmla="*/ 3256953 h 6858000"/>
              <a:gd name="connsiteX525" fmla="*/ 4949299 w 7467600"/>
              <a:gd name="connsiteY525" fmla="*/ 3766336 h 6858000"/>
              <a:gd name="connsiteX526" fmla="*/ 5291452 w 7467600"/>
              <a:gd name="connsiteY526" fmla="*/ 4076801 h 6858000"/>
              <a:gd name="connsiteX527" fmla="*/ 5434998 w 7467600"/>
              <a:gd name="connsiteY527" fmla="*/ 4254100 h 6858000"/>
              <a:gd name="connsiteX528" fmla="*/ 5351015 w 7467600"/>
              <a:gd name="connsiteY528" fmla="*/ 3760989 h 6858000"/>
              <a:gd name="connsiteX529" fmla="*/ 5413780 w 7467600"/>
              <a:gd name="connsiteY529" fmla="*/ 2966265 h 6858000"/>
              <a:gd name="connsiteX530" fmla="*/ 5425627 w 7467600"/>
              <a:gd name="connsiteY530" fmla="*/ 2954192 h 6858000"/>
              <a:gd name="connsiteX531" fmla="*/ 6604735 w 7467600"/>
              <a:gd name="connsiteY531" fmla="*/ 2041381 h 6858000"/>
              <a:gd name="connsiteX532" fmla="*/ 7204487 w 7467600"/>
              <a:gd name="connsiteY532" fmla="*/ 2742112 h 6858000"/>
              <a:gd name="connsiteX533" fmla="*/ 7131592 w 7467600"/>
              <a:gd name="connsiteY533" fmla="*/ 2672096 h 6858000"/>
              <a:gd name="connsiteX534" fmla="*/ 6996344 w 7467600"/>
              <a:gd name="connsiteY534" fmla="*/ 2518310 h 6858000"/>
              <a:gd name="connsiteX535" fmla="*/ 6735495 w 7467600"/>
              <a:gd name="connsiteY535" fmla="*/ 2196890 h 6858000"/>
              <a:gd name="connsiteX536" fmla="*/ 6721901 w 7467600"/>
              <a:gd name="connsiteY536" fmla="*/ 2179274 h 6858000"/>
              <a:gd name="connsiteX537" fmla="*/ 6604735 w 7467600"/>
              <a:gd name="connsiteY537" fmla="*/ 2041381 h 6858000"/>
              <a:gd name="connsiteX538" fmla="*/ 6591670 w 7467600"/>
              <a:gd name="connsiteY538" fmla="*/ 1988277 h 6858000"/>
              <a:gd name="connsiteX539" fmla="*/ 6747349 w 7467600"/>
              <a:gd name="connsiteY539" fmla="*/ 2160069 h 6858000"/>
              <a:gd name="connsiteX540" fmla="*/ 6760943 w 7467600"/>
              <a:gd name="connsiteY540" fmla="*/ 2177686 h 6858000"/>
              <a:gd name="connsiteX541" fmla="*/ 7021065 w 7467600"/>
              <a:gd name="connsiteY541" fmla="*/ 2498102 h 6858000"/>
              <a:gd name="connsiteX542" fmla="*/ 7155223 w 7467600"/>
              <a:gd name="connsiteY542" fmla="*/ 2650386 h 6858000"/>
              <a:gd name="connsiteX543" fmla="*/ 7203167 w 7467600"/>
              <a:gd name="connsiteY543" fmla="*/ 2697288 h 6858000"/>
              <a:gd name="connsiteX544" fmla="*/ 6937703 w 7467600"/>
              <a:gd name="connsiteY544" fmla="*/ 2321981 h 6858000"/>
              <a:gd name="connsiteX545" fmla="*/ 6591670 w 7467600"/>
              <a:gd name="connsiteY545" fmla="*/ 1988277 h 6858000"/>
              <a:gd name="connsiteX546" fmla="*/ 5798671 w 7467600"/>
              <a:gd name="connsiteY546" fmla="*/ 1981601 h 6858000"/>
              <a:gd name="connsiteX547" fmla="*/ 5754709 w 7467600"/>
              <a:gd name="connsiteY547" fmla="*/ 2071454 h 6858000"/>
              <a:gd name="connsiteX548" fmla="*/ 5763044 w 7467600"/>
              <a:gd name="connsiteY548" fmla="*/ 2842206 h 6858000"/>
              <a:gd name="connsiteX549" fmla="*/ 5764974 w 7467600"/>
              <a:gd name="connsiteY549" fmla="*/ 2799609 h 6858000"/>
              <a:gd name="connsiteX550" fmla="*/ 5767665 w 7467600"/>
              <a:gd name="connsiteY550" fmla="*/ 2666409 h 6858000"/>
              <a:gd name="connsiteX551" fmla="*/ 5763055 w 7467600"/>
              <a:gd name="connsiteY551" fmla="*/ 2579705 h 6858000"/>
              <a:gd name="connsiteX552" fmla="*/ 5758079 w 7467600"/>
              <a:gd name="connsiteY552" fmla="*/ 2492508 h 6858000"/>
              <a:gd name="connsiteX553" fmla="*/ 5779325 w 7467600"/>
              <a:gd name="connsiteY553" fmla="*/ 2197069 h 6858000"/>
              <a:gd name="connsiteX554" fmla="*/ 5798671 w 7467600"/>
              <a:gd name="connsiteY554" fmla="*/ 1981601 h 6858000"/>
              <a:gd name="connsiteX555" fmla="*/ 5829202 w 7467600"/>
              <a:gd name="connsiteY555" fmla="*/ 1971679 h 6858000"/>
              <a:gd name="connsiteX556" fmla="*/ 5809558 w 7467600"/>
              <a:gd name="connsiteY556" fmla="*/ 2198043 h 6858000"/>
              <a:gd name="connsiteX557" fmla="*/ 5788653 w 7467600"/>
              <a:gd name="connsiteY557" fmla="*/ 2489430 h 6858000"/>
              <a:gd name="connsiteX558" fmla="*/ 5793439 w 7467600"/>
              <a:gd name="connsiteY558" fmla="*/ 2575235 h 6858000"/>
              <a:gd name="connsiteX559" fmla="*/ 5796837 w 7467600"/>
              <a:gd name="connsiteY559" fmla="*/ 2637633 h 6858000"/>
              <a:gd name="connsiteX560" fmla="*/ 5818614 w 7467600"/>
              <a:gd name="connsiteY560" fmla="*/ 2473055 h 6858000"/>
              <a:gd name="connsiteX561" fmla="*/ 5829202 w 7467600"/>
              <a:gd name="connsiteY561" fmla="*/ 1971679 h 6858000"/>
              <a:gd name="connsiteX562" fmla="*/ 5911389 w 7467600"/>
              <a:gd name="connsiteY562" fmla="*/ 1898371 h 6858000"/>
              <a:gd name="connsiteX563" fmla="*/ 6237627 w 7467600"/>
              <a:gd name="connsiteY563" fmla="*/ 2231921 h 6858000"/>
              <a:gd name="connsiteX564" fmla="*/ 5911389 w 7467600"/>
              <a:gd name="connsiteY564" fmla="*/ 1898371 h 6858000"/>
              <a:gd name="connsiteX565" fmla="*/ 6944437 w 7467600"/>
              <a:gd name="connsiteY565" fmla="*/ 1575402 h 6858000"/>
              <a:gd name="connsiteX566" fmla="*/ 6304730 w 7467600"/>
              <a:gd name="connsiteY566" fmla="*/ 1766654 h 6858000"/>
              <a:gd name="connsiteX567" fmla="*/ 6944437 w 7467600"/>
              <a:gd name="connsiteY567" fmla="*/ 1575402 h 6858000"/>
              <a:gd name="connsiteX568" fmla="*/ 7019523 w 7467600"/>
              <a:gd name="connsiteY568" fmla="*/ 1519450 h 6858000"/>
              <a:gd name="connsiteX569" fmla="*/ 6298091 w 7467600"/>
              <a:gd name="connsiteY569" fmla="*/ 1737122 h 6858000"/>
              <a:gd name="connsiteX570" fmla="*/ 7019523 w 7467600"/>
              <a:gd name="connsiteY570" fmla="*/ 1519450 h 6858000"/>
              <a:gd name="connsiteX571" fmla="*/ 2399523 w 7467600"/>
              <a:gd name="connsiteY571" fmla="*/ 1428234 h 6858000"/>
              <a:gd name="connsiteX572" fmla="*/ 2224982 w 7467600"/>
              <a:gd name="connsiteY572" fmla="*/ 1826201 h 6858000"/>
              <a:gd name="connsiteX573" fmla="*/ 2096099 w 7467600"/>
              <a:gd name="connsiteY573" fmla="*/ 2345900 h 6858000"/>
              <a:gd name="connsiteX574" fmla="*/ 2283317 w 7467600"/>
              <a:gd name="connsiteY574" fmla="*/ 1796925 h 6858000"/>
              <a:gd name="connsiteX575" fmla="*/ 2399523 w 7467600"/>
              <a:gd name="connsiteY575" fmla="*/ 1428234 h 6858000"/>
              <a:gd name="connsiteX576" fmla="*/ 2448558 w 7467600"/>
              <a:gd name="connsiteY576" fmla="*/ 1373435 h 6858000"/>
              <a:gd name="connsiteX577" fmla="*/ 2312521 w 7467600"/>
              <a:gd name="connsiteY577" fmla="*/ 1806140 h 6858000"/>
              <a:gd name="connsiteX578" fmla="*/ 2127533 w 7467600"/>
              <a:gd name="connsiteY578" fmla="*/ 2348380 h 6858000"/>
              <a:gd name="connsiteX579" fmla="*/ 2358080 w 7467600"/>
              <a:gd name="connsiteY579" fmla="*/ 1866134 h 6858000"/>
              <a:gd name="connsiteX580" fmla="*/ 2407436 w 7467600"/>
              <a:gd name="connsiteY580" fmla="*/ 1651070 h 6858000"/>
              <a:gd name="connsiteX581" fmla="*/ 2448558 w 7467600"/>
              <a:gd name="connsiteY581" fmla="*/ 1373435 h 6858000"/>
              <a:gd name="connsiteX582" fmla="*/ 278707 w 7467600"/>
              <a:gd name="connsiteY582" fmla="*/ 1352270 h 6858000"/>
              <a:gd name="connsiteX583" fmla="*/ 321570 w 7467600"/>
              <a:gd name="connsiteY583" fmla="*/ 1861610 h 6858000"/>
              <a:gd name="connsiteX584" fmla="*/ 294281 w 7467600"/>
              <a:gd name="connsiteY584" fmla="*/ 1440658 h 6858000"/>
              <a:gd name="connsiteX585" fmla="*/ 278707 w 7467600"/>
              <a:gd name="connsiteY585" fmla="*/ 1352270 h 6858000"/>
              <a:gd name="connsiteX586" fmla="*/ 1423821 w 7467600"/>
              <a:gd name="connsiteY586" fmla="*/ 1351958 h 6858000"/>
              <a:gd name="connsiteX587" fmla="*/ 1638521 w 7467600"/>
              <a:gd name="connsiteY587" fmla="*/ 1908470 h 6858000"/>
              <a:gd name="connsiteX588" fmla="*/ 1754199 w 7467600"/>
              <a:gd name="connsiteY588" fmla="*/ 2149284 h 6858000"/>
              <a:gd name="connsiteX589" fmla="*/ 1908359 w 7467600"/>
              <a:gd name="connsiteY589" fmla="*/ 2364988 h 6858000"/>
              <a:gd name="connsiteX590" fmla="*/ 1647661 w 7467600"/>
              <a:gd name="connsiteY590" fmla="*/ 1825945 h 6858000"/>
              <a:gd name="connsiteX591" fmla="*/ 1423821 w 7467600"/>
              <a:gd name="connsiteY591" fmla="*/ 1351958 h 6858000"/>
              <a:gd name="connsiteX592" fmla="*/ 1431890 w 7467600"/>
              <a:gd name="connsiteY592" fmla="*/ 1306475 h 6858000"/>
              <a:gd name="connsiteX593" fmla="*/ 1507597 w 7467600"/>
              <a:gd name="connsiteY593" fmla="*/ 1446132 h 6858000"/>
              <a:gd name="connsiteX594" fmla="*/ 1674586 w 7467600"/>
              <a:gd name="connsiteY594" fmla="*/ 1813832 h 6858000"/>
              <a:gd name="connsiteX595" fmla="*/ 1815950 w 7467600"/>
              <a:gd name="connsiteY595" fmla="*/ 2128564 h 6858000"/>
              <a:gd name="connsiteX596" fmla="*/ 1984242 w 7467600"/>
              <a:gd name="connsiteY596" fmla="*/ 2430829 h 6858000"/>
              <a:gd name="connsiteX597" fmla="*/ 2014023 w 7467600"/>
              <a:gd name="connsiteY597" fmla="*/ 2450995 h 6858000"/>
              <a:gd name="connsiteX598" fmla="*/ 1747337 w 7467600"/>
              <a:gd name="connsiteY598" fmla="*/ 1855264 h 6858000"/>
              <a:gd name="connsiteX599" fmla="*/ 1533749 w 7467600"/>
              <a:gd name="connsiteY599" fmla="*/ 1478656 h 6858000"/>
              <a:gd name="connsiteX600" fmla="*/ 1431890 w 7467600"/>
              <a:gd name="connsiteY600" fmla="*/ 1306475 h 6858000"/>
              <a:gd name="connsiteX601" fmla="*/ 5052692 w 7467600"/>
              <a:gd name="connsiteY601" fmla="*/ 1292994 h 6858000"/>
              <a:gd name="connsiteX602" fmla="*/ 5200661 w 7467600"/>
              <a:gd name="connsiteY602" fmla="*/ 1635186 h 6858000"/>
              <a:gd name="connsiteX603" fmla="*/ 5297138 w 7467600"/>
              <a:gd name="connsiteY603" fmla="*/ 1906351 h 6858000"/>
              <a:gd name="connsiteX604" fmla="*/ 5052692 w 7467600"/>
              <a:gd name="connsiteY604" fmla="*/ 1292994 h 6858000"/>
              <a:gd name="connsiteX605" fmla="*/ 5009948 w 7467600"/>
              <a:gd name="connsiteY605" fmla="*/ 1273619 h 6858000"/>
              <a:gd name="connsiteX606" fmla="*/ 5121777 w 7467600"/>
              <a:gd name="connsiteY606" fmla="*/ 1654213 h 6858000"/>
              <a:gd name="connsiteX607" fmla="*/ 5293545 w 7467600"/>
              <a:gd name="connsiteY607" fmla="*/ 2072247 h 6858000"/>
              <a:gd name="connsiteX608" fmla="*/ 5294042 w 7467600"/>
              <a:gd name="connsiteY608" fmla="*/ 2065019 h 6858000"/>
              <a:gd name="connsiteX609" fmla="*/ 5171936 w 7467600"/>
              <a:gd name="connsiteY609" fmla="*/ 1647613 h 6858000"/>
              <a:gd name="connsiteX610" fmla="*/ 5009948 w 7467600"/>
              <a:gd name="connsiteY610" fmla="*/ 1273619 h 6858000"/>
              <a:gd name="connsiteX611" fmla="*/ 655236 w 7467600"/>
              <a:gd name="connsiteY611" fmla="*/ 1268632 h 6858000"/>
              <a:gd name="connsiteX612" fmla="*/ 839521 w 7467600"/>
              <a:gd name="connsiteY612" fmla="*/ 1685315 h 6858000"/>
              <a:gd name="connsiteX613" fmla="*/ 1109416 w 7467600"/>
              <a:gd name="connsiteY613" fmla="*/ 2061663 h 6858000"/>
              <a:gd name="connsiteX614" fmla="*/ 1298300 w 7467600"/>
              <a:gd name="connsiteY614" fmla="*/ 2247742 h 6858000"/>
              <a:gd name="connsiteX615" fmla="*/ 1125871 w 7467600"/>
              <a:gd name="connsiteY615" fmla="*/ 1989513 h 6858000"/>
              <a:gd name="connsiteX616" fmla="*/ 981574 w 7467600"/>
              <a:gd name="connsiteY616" fmla="*/ 1783157 h 6858000"/>
              <a:gd name="connsiteX617" fmla="*/ 922198 w 7467600"/>
              <a:gd name="connsiteY617" fmla="*/ 1677437 h 6858000"/>
              <a:gd name="connsiteX618" fmla="*/ 869293 w 7467600"/>
              <a:gd name="connsiteY618" fmla="*/ 1583214 h 6858000"/>
              <a:gd name="connsiteX619" fmla="*/ 751431 w 7467600"/>
              <a:gd name="connsiteY619" fmla="*/ 1405731 h 6858000"/>
              <a:gd name="connsiteX620" fmla="*/ 655236 w 7467600"/>
              <a:gd name="connsiteY620" fmla="*/ 1268632 h 6858000"/>
              <a:gd name="connsiteX621" fmla="*/ 6516292 w 7467600"/>
              <a:gd name="connsiteY621" fmla="*/ 1263064 h 6858000"/>
              <a:gd name="connsiteX622" fmla="*/ 5736320 w 7467600"/>
              <a:gd name="connsiteY622" fmla="*/ 1501803 h 6858000"/>
              <a:gd name="connsiteX623" fmla="*/ 6516292 w 7467600"/>
              <a:gd name="connsiteY623" fmla="*/ 1263064 h 6858000"/>
              <a:gd name="connsiteX624" fmla="*/ 291466 w 7467600"/>
              <a:gd name="connsiteY624" fmla="*/ 1250369 h 6858000"/>
              <a:gd name="connsiteX625" fmla="*/ 323180 w 7467600"/>
              <a:gd name="connsiteY625" fmla="*/ 1435283 h 6858000"/>
              <a:gd name="connsiteX626" fmla="*/ 349381 w 7467600"/>
              <a:gd name="connsiteY626" fmla="*/ 1875041 h 6858000"/>
              <a:gd name="connsiteX627" fmla="*/ 374363 w 7467600"/>
              <a:gd name="connsiteY627" fmla="*/ 1506494 h 6858000"/>
              <a:gd name="connsiteX628" fmla="*/ 302168 w 7467600"/>
              <a:gd name="connsiteY628" fmla="*/ 1274495 h 6858000"/>
              <a:gd name="connsiteX629" fmla="*/ 291466 w 7467600"/>
              <a:gd name="connsiteY629" fmla="*/ 1250369 h 6858000"/>
              <a:gd name="connsiteX630" fmla="*/ 678222 w 7467600"/>
              <a:gd name="connsiteY630" fmla="*/ 1248670 h 6858000"/>
              <a:gd name="connsiteX631" fmla="*/ 775536 w 7467600"/>
              <a:gd name="connsiteY631" fmla="*/ 1388015 h 6858000"/>
              <a:gd name="connsiteX632" fmla="*/ 894529 w 7467600"/>
              <a:gd name="connsiteY632" fmla="*/ 1567739 h 6858000"/>
              <a:gd name="connsiteX633" fmla="*/ 948000 w 7467600"/>
              <a:gd name="connsiteY633" fmla="*/ 1663088 h 6858000"/>
              <a:gd name="connsiteX634" fmla="*/ 1006812 w 7467600"/>
              <a:gd name="connsiteY634" fmla="*/ 1767683 h 6858000"/>
              <a:gd name="connsiteX635" fmla="*/ 1149133 w 7467600"/>
              <a:gd name="connsiteY635" fmla="*/ 1971513 h 6858000"/>
              <a:gd name="connsiteX636" fmla="*/ 1333952 w 7467600"/>
              <a:gd name="connsiteY636" fmla="*/ 2251620 h 6858000"/>
              <a:gd name="connsiteX637" fmla="*/ 1337329 w 7467600"/>
              <a:gd name="connsiteY637" fmla="*/ 2258350 h 6858000"/>
              <a:gd name="connsiteX638" fmla="*/ 1014726 w 7467600"/>
              <a:gd name="connsiteY638" fmla="*/ 1615556 h 6858000"/>
              <a:gd name="connsiteX639" fmla="*/ 678222 w 7467600"/>
              <a:gd name="connsiteY639" fmla="*/ 1248670 h 6858000"/>
              <a:gd name="connsiteX640" fmla="*/ 6691602 w 7467600"/>
              <a:gd name="connsiteY640" fmla="*/ 1140573 h 6858000"/>
              <a:gd name="connsiteX641" fmla="*/ 6571100 w 7467600"/>
              <a:gd name="connsiteY641" fmla="*/ 1183662 h 6858000"/>
              <a:gd name="connsiteX642" fmla="*/ 6241687 w 7467600"/>
              <a:gd name="connsiteY642" fmla="*/ 1257600 h 6858000"/>
              <a:gd name="connsiteX643" fmla="*/ 5693009 w 7467600"/>
              <a:gd name="connsiteY643" fmla="*/ 1478256 h 6858000"/>
              <a:gd name="connsiteX644" fmla="*/ 6548420 w 7467600"/>
              <a:gd name="connsiteY644" fmla="*/ 1214599 h 6858000"/>
              <a:gd name="connsiteX645" fmla="*/ 6605473 w 7467600"/>
              <a:gd name="connsiteY645" fmla="*/ 1184686 h 6858000"/>
              <a:gd name="connsiteX646" fmla="*/ 6691602 w 7467600"/>
              <a:gd name="connsiteY646" fmla="*/ 1140573 h 6858000"/>
              <a:gd name="connsiteX647" fmla="*/ 4002475 w 7467600"/>
              <a:gd name="connsiteY647" fmla="*/ 1037802 h 6858000"/>
              <a:gd name="connsiteX648" fmla="*/ 4000324 w 7467600"/>
              <a:gd name="connsiteY648" fmla="*/ 1039362 h 6858000"/>
              <a:gd name="connsiteX649" fmla="*/ 4002862 w 7467600"/>
              <a:gd name="connsiteY649" fmla="*/ 1042866 h 6858000"/>
              <a:gd name="connsiteX650" fmla="*/ 4002475 w 7467600"/>
              <a:gd name="connsiteY650" fmla="*/ 1037802 h 6858000"/>
              <a:gd name="connsiteX651" fmla="*/ 506322 w 7467600"/>
              <a:gd name="connsiteY651" fmla="*/ 1020997 h 6858000"/>
              <a:gd name="connsiteX652" fmla="*/ 533068 w 7467600"/>
              <a:gd name="connsiteY652" fmla="*/ 1029409 h 6858000"/>
              <a:gd name="connsiteX653" fmla="*/ 1232525 w 7467600"/>
              <a:gd name="connsiteY653" fmla="*/ 1804675 h 6858000"/>
              <a:gd name="connsiteX654" fmla="*/ 1388858 w 7467600"/>
              <a:gd name="connsiteY654" fmla="*/ 2368011 h 6858000"/>
              <a:gd name="connsiteX655" fmla="*/ 1384098 w 7467600"/>
              <a:gd name="connsiteY655" fmla="*/ 2378125 h 6858000"/>
              <a:gd name="connsiteX656" fmla="*/ 1425393 w 7467600"/>
              <a:gd name="connsiteY656" fmla="*/ 2589124 h 6858000"/>
              <a:gd name="connsiteX657" fmla="*/ 1424001 w 7467600"/>
              <a:gd name="connsiteY657" fmla="*/ 2597541 h 6858000"/>
              <a:gd name="connsiteX658" fmla="*/ 2152729 w 7467600"/>
              <a:gd name="connsiteY658" fmla="*/ 2864487 h 6858000"/>
              <a:gd name="connsiteX659" fmla="*/ 2020609 w 7467600"/>
              <a:gd name="connsiteY659" fmla="*/ 2539671 h 6858000"/>
              <a:gd name="connsiteX660" fmla="*/ 2018920 w 7467600"/>
              <a:gd name="connsiteY660" fmla="*/ 2536309 h 6858000"/>
              <a:gd name="connsiteX661" fmla="*/ 1342441 w 7467600"/>
              <a:gd name="connsiteY661" fmla="*/ 1173017 h 6858000"/>
              <a:gd name="connsiteX662" fmla="*/ 1367925 w 7467600"/>
              <a:gd name="connsiteY662" fmla="*/ 1135648 h 6858000"/>
              <a:gd name="connsiteX663" fmla="*/ 1771401 w 7467600"/>
              <a:gd name="connsiteY663" fmla="*/ 1806673 h 6858000"/>
              <a:gd name="connsiteX664" fmla="*/ 1972385 w 7467600"/>
              <a:gd name="connsiteY664" fmla="*/ 2198735 h 6858000"/>
              <a:gd name="connsiteX665" fmla="*/ 2040892 w 7467600"/>
              <a:gd name="connsiteY665" fmla="*/ 2405205 h 6858000"/>
              <a:gd name="connsiteX666" fmla="*/ 2131689 w 7467600"/>
              <a:gd name="connsiteY666" fmla="*/ 1936926 h 6858000"/>
              <a:gd name="connsiteX667" fmla="*/ 2454820 w 7467600"/>
              <a:gd name="connsiteY667" fmla="*/ 1248808 h 6858000"/>
              <a:gd name="connsiteX668" fmla="*/ 2492512 w 7467600"/>
              <a:gd name="connsiteY668" fmla="*/ 1302920 h 6858000"/>
              <a:gd name="connsiteX669" fmla="*/ 2081216 w 7467600"/>
              <a:gd name="connsiteY669" fmla="*/ 2527513 h 6858000"/>
              <a:gd name="connsiteX670" fmla="*/ 2081211 w 7467600"/>
              <a:gd name="connsiteY670" fmla="*/ 2528916 h 6858000"/>
              <a:gd name="connsiteX671" fmla="*/ 2199067 w 7467600"/>
              <a:gd name="connsiteY671" fmla="*/ 2884061 h 6858000"/>
              <a:gd name="connsiteX672" fmla="*/ 3192586 w 7467600"/>
              <a:gd name="connsiteY672" fmla="*/ 3411496 h 6858000"/>
              <a:gd name="connsiteX673" fmla="*/ 3182620 w 7467600"/>
              <a:gd name="connsiteY673" fmla="*/ 3483279 h 6858000"/>
              <a:gd name="connsiteX674" fmla="*/ 2435119 w 7467600"/>
              <a:gd name="connsiteY674" fmla="*/ 3080173 h 6858000"/>
              <a:gd name="connsiteX675" fmla="*/ 2410152 w 7467600"/>
              <a:gd name="connsiteY675" fmla="*/ 3063751 h 6858000"/>
              <a:gd name="connsiteX676" fmla="*/ 2408099 w 7467600"/>
              <a:gd name="connsiteY676" fmla="*/ 3064403 h 6858000"/>
              <a:gd name="connsiteX677" fmla="*/ 2407218 w 7467600"/>
              <a:gd name="connsiteY677" fmla="*/ 3070324 h 6858000"/>
              <a:gd name="connsiteX678" fmla="*/ 2380138 w 7467600"/>
              <a:gd name="connsiteY678" fmla="*/ 3099341 h 6858000"/>
              <a:gd name="connsiteX679" fmla="*/ 1765923 w 7467600"/>
              <a:gd name="connsiteY679" fmla="*/ 3581043 h 6858000"/>
              <a:gd name="connsiteX680" fmla="*/ 1702258 w 7467600"/>
              <a:gd name="connsiteY680" fmla="*/ 3612286 h 6858000"/>
              <a:gd name="connsiteX681" fmla="*/ 1538370 w 7467600"/>
              <a:gd name="connsiteY681" fmla="*/ 3811804 h 6858000"/>
              <a:gd name="connsiteX682" fmla="*/ 542867 w 7467600"/>
              <a:gd name="connsiteY682" fmla="*/ 4944092 h 6858000"/>
              <a:gd name="connsiteX683" fmla="*/ 515800 w 7467600"/>
              <a:gd name="connsiteY683" fmla="*/ 4862180 h 6858000"/>
              <a:gd name="connsiteX684" fmla="*/ 909145 w 7467600"/>
              <a:gd name="connsiteY684" fmla="*/ 4199225 h 6858000"/>
              <a:gd name="connsiteX685" fmla="*/ 1214067 w 7467600"/>
              <a:gd name="connsiteY685" fmla="*/ 3908561 h 6858000"/>
              <a:gd name="connsiteX686" fmla="*/ 640967 w 7467600"/>
              <a:gd name="connsiteY686" fmla="*/ 4105601 h 6858000"/>
              <a:gd name="connsiteX687" fmla="*/ 112563 w 7467600"/>
              <a:gd name="connsiteY687" fmla="*/ 4396952 h 6858000"/>
              <a:gd name="connsiteX688" fmla="*/ 0 w 7467600"/>
              <a:gd name="connsiteY688" fmla="*/ 4466006 h 6858000"/>
              <a:gd name="connsiteX689" fmla="*/ 0 w 7467600"/>
              <a:gd name="connsiteY689" fmla="*/ 4233763 h 6858000"/>
              <a:gd name="connsiteX690" fmla="*/ 36881 w 7467600"/>
              <a:gd name="connsiteY690" fmla="*/ 4200118 h 6858000"/>
              <a:gd name="connsiteX691" fmla="*/ 910534 w 7467600"/>
              <a:gd name="connsiteY691" fmla="*/ 3629753 h 6858000"/>
              <a:gd name="connsiteX692" fmla="*/ 1578717 w 7467600"/>
              <a:gd name="connsiteY692" fmla="*/ 3575982 h 6858000"/>
              <a:gd name="connsiteX693" fmla="*/ 2338780 w 7467600"/>
              <a:gd name="connsiteY693" fmla="*/ 3033725 h 6858000"/>
              <a:gd name="connsiteX694" fmla="*/ 1807991 w 7467600"/>
              <a:gd name="connsiteY694" fmla="*/ 2807184 h 6858000"/>
              <a:gd name="connsiteX695" fmla="*/ 1416358 w 7467600"/>
              <a:gd name="connsiteY695" fmla="*/ 3112571 h 6858000"/>
              <a:gd name="connsiteX696" fmla="*/ 939066 w 7467600"/>
              <a:gd name="connsiteY696" fmla="*/ 3378798 h 6858000"/>
              <a:gd name="connsiteX697" fmla="*/ 115099 w 7467600"/>
              <a:gd name="connsiteY697" fmla="*/ 3607650 h 6858000"/>
              <a:gd name="connsiteX698" fmla="*/ 97284 w 7467600"/>
              <a:gd name="connsiteY698" fmla="*/ 3520393 h 6858000"/>
              <a:gd name="connsiteX699" fmla="*/ 922050 w 7467600"/>
              <a:gd name="connsiteY699" fmla="*/ 3074867 h 6858000"/>
              <a:gd name="connsiteX700" fmla="*/ 1405265 w 7467600"/>
              <a:gd name="connsiteY700" fmla="*/ 3016319 h 6858000"/>
              <a:gd name="connsiteX701" fmla="*/ 1407512 w 7467600"/>
              <a:gd name="connsiteY701" fmla="*/ 3018001 h 6858000"/>
              <a:gd name="connsiteX702" fmla="*/ 1726266 w 7467600"/>
              <a:gd name="connsiteY702" fmla="*/ 2777274 h 6858000"/>
              <a:gd name="connsiteX703" fmla="*/ 625390 w 7467600"/>
              <a:gd name="connsiteY703" fmla="*/ 2514541 h 6858000"/>
              <a:gd name="connsiteX704" fmla="*/ 619799 w 7467600"/>
              <a:gd name="connsiteY704" fmla="*/ 2527180 h 6858000"/>
              <a:gd name="connsiteX705" fmla="*/ 310030 w 7467600"/>
              <a:gd name="connsiteY705" fmla="*/ 2771818 h 6858000"/>
              <a:gd name="connsiteX706" fmla="*/ 173877 w 7467600"/>
              <a:gd name="connsiteY706" fmla="*/ 2937056 h 6858000"/>
              <a:gd name="connsiteX707" fmla="*/ 77889 w 7467600"/>
              <a:gd name="connsiteY707" fmla="*/ 3138440 h 6858000"/>
              <a:gd name="connsiteX708" fmla="*/ 0 w 7467600"/>
              <a:gd name="connsiteY708" fmla="*/ 3271395 h 6858000"/>
              <a:gd name="connsiteX709" fmla="*/ 0 w 7467600"/>
              <a:gd name="connsiteY709" fmla="*/ 3153002 h 6858000"/>
              <a:gd name="connsiteX710" fmla="*/ 2386 w 7467600"/>
              <a:gd name="connsiteY710" fmla="*/ 3149203 h 6858000"/>
              <a:gd name="connsiteX711" fmla="*/ 89753 w 7467600"/>
              <a:gd name="connsiteY711" fmla="*/ 2987702 h 6858000"/>
              <a:gd name="connsiteX712" fmla="*/ 76869 w 7467600"/>
              <a:gd name="connsiteY712" fmla="*/ 3005404 h 6858000"/>
              <a:gd name="connsiteX713" fmla="*/ 32049 w 7467600"/>
              <a:gd name="connsiteY713" fmla="*/ 3065814 h 6858000"/>
              <a:gd name="connsiteX714" fmla="*/ 0 w 7467600"/>
              <a:gd name="connsiteY714" fmla="*/ 3108744 h 6858000"/>
              <a:gd name="connsiteX715" fmla="*/ 0 w 7467600"/>
              <a:gd name="connsiteY715" fmla="*/ 3058059 h 6858000"/>
              <a:gd name="connsiteX716" fmla="*/ 7610 w 7467600"/>
              <a:gd name="connsiteY716" fmla="*/ 3047889 h 6858000"/>
              <a:gd name="connsiteX717" fmla="*/ 52419 w 7467600"/>
              <a:gd name="connsiteY717" fmla="*/ 2987479 h 6858000"/>
              <a:gd name="connsiteX718" fmla="*/ 59142 w 7467600"/>
              <a:gd name="connsiteY718" fmla="*/ 2978488 h 6858000"/>
              <a:gd name="connsiteX719" fmla="*/ 0 w 7467600"/>
              <a:gd name="connsiteY719" fmla="*/ 3015334 h 6858000"/>
              <a:gd name="connsiteX720" fmla="*/ 0 w 7467600"/>
              <a:gd name="connsiteY720" fmla="*/ 2914286 h 6858000"/>
              <a:gd name="connsiteX721" fmla="*/ 36383 w 7467600"/>
              <a:gd name="connsiteY721" fmla="*/ 2901128 h 6858000"/>
              <a:gd name="connsiteX722" fmla="*/ 156329 w 7467600"/>
              <a:gd name="connsiteY722" fmla="*/ 2840533 h 6858000"/>
              <a:gd name="connsiteX723" fmla="*/ 358355 w 7467600"/>
              <a:gd name="connsiteY723" fmla="*/ 2620471 h 6858000"/>
              <a:gd name="connsiteX724" fmla="*/ 510577 w 7467600"/>
              <a:gd name="connsiteY724" fmla="*/ 2501244 h 6858000"/>
              <a:gd name="connsiteX725" fmla="*/ 211967 w 7467600"/>
              <a:gd name="connsiteY725" fmla="*/ 2479171 h 6858000"/>
              <a:gd name="connsiteX726" fmla="*/ 0 w 7467600"/>
              <a:gd name="connsiteY726" fmla="*/ 2476398 h 6858000"/>
              <a:gd name="connsiteX727" fmla="*/ 0 w 7467600"/>
              <a:gd name="connsiteY727" fmla="*/ 2389189 h 6858000"/>
              <a:gd name="connsiteX728" fmla="*/ 103062 w 7467600"/>
              <a:gd name="connsiteY728" fmla="*/ 2389518 h 6858000"/>
              <a:gd name="connsiteX729" fmla="*/ 510734 w 7467600"/>
              <a:gd name="connsiteY729" fmla="*/ 2416201 h 6858000"/>
              <a:gd name="connsiteX730" fmla="*/ 279257 w 7467600"/>
              <a:gd name="connsiteY730" fmla="*/ 2092102 h 6858000"/>
              <a:gd name="connsiteX731" fmla="*/ 65265 w 7467600"/>
              <a:gd name="connsiteY731" fmla="*/ 2006049 h 6858000"/>
              <a:gd name="connsiteX732" fmla="*/ 0 w 7467600"/>
              <a:gd name="connsiteY732" fmla="*/ 1982532 h 6858000"/>
              <a:gd name="connsiteX733" fmla="*/ 0 w 7467600"/>
              <a:gd name="connsiteY733" fmla="*/ 1912789 h 6858000"/>
              <a:gd name="connsiteX734" fmla="*/ 97460 w 7467600"/>
              <a:gd name="connsiteY734" fmla="*/ 1953725 h 6858000"/>
              <a:gd name="connsiteX735" fmla="*/ 221272 w 7467600"/>
              <a:gd name="connsiteY735" fmla="*/ 1980766 h 6858000"/>
              <a:gd name="connsiteX736" fmla="*/ 116765 w 7467600"/>
              <a:gd name="connsiteY736" fmla="*/ 1911033 h 6858000"/>
              <a:gd name="connsiteX737" fmla="*/ 16405 w 7467600"/>
              <a:gd name="connsiteY737" fmla="*/ 1803412 h 6858000"/>
              <a:gd name="connsiteX738" fmla="*/ 0 w 7467600"/>
              <a:gd name="connsiteY738" fmla="*/ 1784777 h 6858000"/>
              <a:gd name="connsiteX739" fmla="*/ 0 w 7467600"/>
              <a:gd name="connsiteY739" fmla="*/ 1740082 h 6858000"/>
              <a:gd name="connsiteX740" fmla="*/ 39394 w 7467600"/>
              <a:gd name="connsiteY740" fmla="*/ 1784856 h 6858000"/>
              <a:gd name="connsiteX741" fmla="*/ 135813 w 7467600"/>
              <a:gd name="connsiteY741" fmla="*/ 1888838 h 6858000"/>
              <a:gd name="connsiteX742" fmla="*/ 242575 w 7467600"/>
              <a:gd name="connsiteY742" fmla="*/ 1958841 h 6858000"/>
              <a:gd name="connsiteX743" fmla="*/ 82197 w 7467600"/>
              <a:gd name="connsiteY743" fmla="*/ 1754826 h 6858000"/>
              <a:gd name="connsiteX744" fmla="*/ 0 w 7467600"/>
              <a:gd name="connsiteY744" fmla="*/ 1679650 h 6858000"/>
              <a:gd name="connsiteX745" fmla="*/ 0 w 7467600"/>
              <a:gd name="connsiteY745" fmla="*/ 1602463 h 6858000"/>
              <a:gd name="connsiteX746" fmla="*/ 84689 w 7467600"/>
              <a:gd name="connsiteY746" fmla="*/ 1677442 h 6858000"/>
              <a:gd name="connsiteX747" fmla="*/ 298437 w 7467600"/>
              <a:gd name="connsiteY747" fmla="*/ 1968019 h 6858000"/>
              <a:gd name="connsiteX748" fmla="*/ 227269 w 7467600"/>
              <a:gd name="connsiteY748" fmla="*/ 1114064 h 6858000"/>
              <a:gd name="connsiteX749" fmla="*/ 248003 w 7467600"/>
              <a:gd name="connsiteY749" fmla="*/ 1089613 h 6858000"/>
              <a:gd name="connsiteX750" fmla="*/ 427020 w 7467600"/>
              <a:gd name="connsiteY750" fmla="*/ 1619803 h 6858000"/>
              <a:gd name="connsiteX751" fmla="*/ 340345 w 7467600"/>
              <a:gd name="connsiteY751" fmla="*/ 2027739 h 6858000"/>
              <a:gd name="connsiteX752" fmla="*/ 360865 w 7467600"/>
              <a:gd name="connsiteY752" fmla="*/ 2044827 h 6858000"/>
              <a:gd name="connsiteX753" fmla="*/ 560414 w 7467600"/>
              <a:gd name="connsiteY753" fmla="*/ 2421457 h 6858000"/>
              <a:gd name="connsiteX754" fmla="*/ 1359703 w 7467600"/>
              <a:gd name="connsiteY754" fmla="*/ 2578554 h 6858000"/>
              <a:gd name="connsiteX755" fmla="*/ 1359422 w 7467600"/>
              <a:gd name="connsiteY755" fmla="*/ 2577994 h 6858000"/>
              <a:gd name="connsiteX756" fmla="*/ 828701 w 7467600"/>
              <a:gd name="connsiteY756" fmla="*/ 1839520 h 6858000"/>
              <a:gd name="connsiteX757" fmla="*/ 494427 w 7467600"/>
              <a:gd name="connsiteY757" fmla="*/ 1092333 h 6858000"/>
              <a:gd name="connsiteX758" fmla="*/ 506322 w 7467600"/>
              <a:gd name="connsiteY758" fmla="*/ 1020997 h 6858000"/>
              <a:gd name="connsiteX759" fmla="*/ 4570198 w 7467600"/>
              <a:gd name="connsiteY759" fmla="*/ 978081 h 6858000"/>
              <a:gd name="connsiteX760" fmla="*/ 4523691 w 7467600"/>
              <a:gd name="connsiteY760" fmla="*/ 1127776 h 6858000"/>
              <a:gd name="connsiteX761" fmla="*/ 4509875 w 7467600"/>
              <a:gd name="connsiteY761" fmla="*/ 1167552 h 6858000"/>
              <a:gd name="connsiteX762" fmla="*/ 4478168 w 7467600"/>
              <a:gd name="connsiteY762" fmla="*/ 1260735 h 6858000"/>
              <a:gd name="connsiteX763" fmla="*/ 4409309 w 7467600"/>
              <a:gd name="connsiteY763" fmla="*/ 1666996 h 6858000"/>
              <a:gd name="connsiteX764" fmla="*/ 4370031 w 7467600"/>
              <a:gd name="connsiteY764" fmla="*/ 1955666 h 6858000"/>
              <a:gd name="connsiteX765" fmla="*/ 4570198 w 7467600"/>
              <a:gd name="connsiteY765" fmla="*/ 978081 h 6858000"/>
              <a:gd name="connsiteX766" fmla="*/ 4557898 w 7467600"/>
              <a:gd name="connsiteY766" fmla="*/ 900011 h 6858000"/>
              <a:gd name="connsiteX767" fmla="*/ 4344840 w 7467600"/>
              <a:gd name="connsiteY767" fmla="*/ 1922038 h 6858000"/>
              <a:gd name="connsiteX768" fmla="*/ 4378710 w 7467600"/>
              <a:gd name="connsiteY768" fmla="*/ 1665516 h 6858000"/>
              <a:gd name="connsiteX769" fmla="*/ 4448798 w 7467600"/>
              <a:gd name="connsiteY769" fmla="*/ 1253024 h 6858000"/>
              <a:gd name="connsiteX770" fmla="*/ 4480315 w 7467600"/>
              <a:gd name="connsiteY770" fmla="*/ 1158454 h 6858000"/>
              <a:gd name="connsiteX771" fmla="*/ 4494133 w 7467600"/>
              <a:gd name="connsiteY771" fmla="*/ 1118676 h 6858000"/>
              <a:gd name="connsiteX772" fmla="*/ 4557898 w 7467600"/>
              <a:gd name="connsiteY772" fmla="*/ 900011 h 6858000"/>
              <a:gd name="connsiteX773" fmla="*/ 5870151 w 7467600"/>
              <a:gd name="connsiteY773" fmla="*/ 898890 h 6858000"/>
              <a:gd name="connsiteX774" fmla="*/ 5861335 w 7467600"/>
              <a:gd name="connsiteY774" fmla="*/ 899177 h 6858000"/>
              <a:gd name="connsiteX775" fmla="*/ 5843702 w 7467600"/>
              <a:gd name="connsiteY775" fmla="*/ 899748 h 6858000"/>
              <a:gd name="connsiteX776" fmla="*/ 5651107 w 7467600"/>
              <a:gd name="connsiteY776" fmla="*/ 920306 h 6858000"/>
              <a:gd name="connsiteX777" fmla="*/ 5459407 w 7467600"/>
              <a:gd name="connsiteY777" fmla="*/ 940975 h 6858000"/>
              <a:gd name="connsiteX778" fmla="*/ 5374846 w 7467600"/>
              <a:gd name="connsiteY778" fmla="*/ 941988 h 6858000"/>
              <a:gd name="connsiteX779" fmla="*/ 5256105 w 7467600"/>
              <a:gd name="connsiteY779" fmla="*/ 945632 h 6858000"/>
              <a:gd name="connsiteX780" fmla="*/ 5107071 w 7467600"/>
              <a:gd name="connsiteY780" fmla="*/ 969720 h 6858000"/>
              <a:gd name="connsiteX781" fmla="*/ 4998681 w 7467600"/>
              <a:gd name="connsiteY781" fmla="*/ 988771 h 6858000"/>
              <a:gd name="connsiteX782" fmla="*/ 5870151 w 7467600"/>
              <a:gd name="connsiteY782" fmla="*/ 898890 h 6858000"/>
              <a:gd name="connsiteX783" fmla="*/ 5504425 w 7467600"/>
              <a:gd name="connsiteY783" fmla="*/ 848067 h 6858000"/>
              <a:gd name="connsiteX784" fmla="*/ 4968849 w 7467600"/>
              <a:gd name="connsiteY784" fmla="*/ 962318 h 6858000"/>
              <a:gd name="connsiteX785" fmla="*/ 5104039 w 7467600"/>
              <a:gd name="connsiteY785" fmla="*/ 940634 h 6858000"/>
              <a:gd name="connsiteX786" fmla="*/ 5256311 w 7467600"/>
              <a:gd name="connsiteY786" fmla="*/ 916490 h 6858000"/>
              <a:gd name="connsiteX787" fmla="*/ 5377381 w 7467600"/>
              <a:gd name="connsiteY787" fmla="*/ 912671 h 6858000"/>
              <a:gd name="connsiteX788" fmla="*/ 5460148 w 7467600"/>
              <a:gd name="connsiteY788" fmla="*/ 911442 h 6858000"/>
              <a:gd name="connsiteX789" fmla="*/ 5648971 w 7467600"/>
              <a:gd name="connsiteY789" fmla="*/ 891331 h 6858000"/>
              <a:gd name="connsiteX790" fmla="*/ 5844807 w 7467600"/>
              <a:gd name="connsiteY790" fmla="*/ 870718 h 6858000"/>
              <a:gd name="connsiteX791" fmla="*/ 5862975 w 7467600"/>
              <a:gd name="connsiteY791" fmla="*/ 869756 h 6858000"/>
              <a:gd name="connsiteX792" fmla="*/ 5920887 w 7467600"/>
              <a:gd name="connsiteY792" fmla="*/ 865929 h 6858000"/>
              <a:gd name="connsiteX793" fmla="*/ 5504425 w 7467600"/>
              <a:gd name="connsiteY793" fmla="*/ 848067 h 6858000"/>
              <a:gd name="connsiteX794" fmla="*/ 3607114 w 7467600"/>
              <a:gd name="connsiteY794" fmla="*/ 467441 h 6858000"/>
              <a:gd name="connsiteX795" fmla="*/ 3296242 w 7467600"/>
              <a:gd name="connsiteY795" fmla="*/ 807991 h 6858000"/>
              <a:gd name="connsiteX796" fmla="*/ 3174674 w 7467600"/>
              <a:gd name="connsiteY796" fmla="*/ 919759 h 6858000"/>
              <a:gd name="connsiteX797" fmla="*/ 3042978 w 7467600"/>
              <a:gd name="connsiteY797" fmla="*/ 1054894 h 6858000"/>
              <a:gd name="connsiteX798" fmla="*/ 2968914 w 7467600"/>
              <a:gd name="connsiteY798" fmla="*/ 1133756 h 6858000"/>
              <a:gd name="connsiteX799" fmla="*/ 3103823 w 7467600"/>
              <a:gd name="connsiteY799" fmla="*/ 1026814 h 6858000"/>
              <a:gd name="connsiteX800" fmla="*/ 3607114 w 7467600"/>
              <a:gd name="connsiteY800" fmla="*/ 467441 h 6858000"/>
              <a:gd name="connsiteX801" fmla="*/ 3744487 w 7467600"/>
              <a:gd name="connsiteY801" fmla="*/ 383136 h 6858000"/>
              <a:gd name="connsiteX802" fmla="*/ 3970213 w 7467600"/>
              <a:gd name="connsiteY802" fmla="*/ 995559 h 6858000"/>
              <a:gd name="connsiteX803" fmla="*/ 3744487 w 7467600"/>
              <a:gd name="connsiteY803" fmla="*/ 383136 h 6858000"/>
              <a:gd name="connsiteX804" fmla="*/ 3624562 w 7467600"/>
              <a:gd name="connsiteY804" fmla="*/ 367041 h 6858000"/>
              <a:gd name="connsiteX805" fmla="*/ 3489712 w 7467600"/>
              <a:gd name="connsiteY805" fmla="*/ 485386 h 6858000"/>
              <a:gd name="connsiteX806" fmla="*/ 3182994 w 7467600"/>
              <a:gd name="connsiteY806" fmla="*/ 828265 h 6858000"/>
              <a:gd name="connsiteX807" fmla="*/ 2892114 w 7467600"/>
              <a:gd name="connsiteY807" fmla="*/ 1172635 h 6858000"/>
              <a:gd name="connsiteX808" fmla="*/ 3021459 w 7467600"/>
              <a:gd name="connsiteY808" fmla="*/ 1035385 h 6858000"/>
              <a:gd name="connsiteX809" fmla="*/ 3153873 w 7467600"/>
              <a:gd name="connsiteY809" fmla="*/ 898971 h 6858000"/>
              <a:gd name="connsiteX810" fmla="*/ 3276511 w 7467600"/>
              <a:gd name="connsiteY810" fmla="*/ 786423 h 6858000"/>
              <a:gd name="connsiteX811" fmla="*/ 3584154 w 7467600"/>
              <a:gd name="connsiteY811" fmla="*/ 448218 h 6858000"/>
              <a:gd name="connsiteX812" fmla="*/ 3624562 w 7467600"/>
              <a:gd name="connsiteY812" fmla="*/ 367041 h 6858000"/>
              <a:gd name="connsiteX813" fmla="*/ 3766672 w 7467600"/>
              <a:gd name="connsiteY813" fmla="*/ 359429 h 6858000"/>
              <a:gd name="connsiteX814" fmla="*/ 3996338 w 7467600"/>
              <a:gd name="connsiteY814" fmla="*/ 968237 h 6858000"/>
              <a:gd name="connsiteX815" fmla="*/ 3766672 w 7467600"/>
              <a:gd name="connsiteY815" fmla="*/ 359429 h 6858000"/>
              <a:gd name="connsiteX816" fmla="*/ 5805386 w 7467600"/>
              <a:gd name="connsiteY816" fmla="*/ 239240 h 6858000"/>
              <a:gd name="connsiteX817" fmla="*/ 5736947 w 7467600"/>
              <a:gd name="connsiteY817" fmla="*/ 261367 h 6858000"/>
              <a:gd name="connsiteX818" fmla="*/ 5427012 w 7467600"/>
              <a:gd name="connsiteY818" fmla="*/ 311272 h 6858000"/>
              <a:gd name="connsiteX819" fmla="*/ 5147818 w 7467600"/>
              <a:gd name="connsiteY819" fmla="*/ 322112 h 6858000"/>
              <a:gd name="connsiteX820" fmla="*/ 5060854 w 7467600"/>
              <a:gd name="connsiteY820" fmla="*/ 311882 h 6858000"/>
              <a:gd name="connsiteX821" fmla="*/ 4945989 w 7467600"/>
              <a:gd name="connsiteY821" fmla="*/ 300516 h 6858000"/>
              <a:gd name="connsiteX822" fmla="*/ 5410479 w 7467600"/>
              <a:gd name="connsiteY822" fmla="*/ 348434 h 6858000"/>
              <a:gd name="connsiteX823" fmla="*/ 5805386 w 7467600"/>
              <a:gd name="connsiteY823" fmla="*/ 239240 h 6858000"/>
              <a:gd name="connsiteX824" fmla="*/ 5905192 w 7467600"/>
              <a:gd name="connsiteY824" fmla="*/ 163079 h 6858000"/>
              <a:gd name="connsiteX825" fmla="*/ 5865655 w 7467600"/>
              <a:gd name="connsiteY825" fmla="*/ 171901 h 6858000"/>
              <a:gd name="connsiteX826" fmla="*/ 5259740 w 7467600"/>
              <a:gd name="connsiteY826" fmla="*/ 257013 h 6858000"/>
              <a:gd name="connsiteX827" fmla="*/ 5208466 w 7467600"/>
              <a:gd name="connsiteY827" fmla="*/ 257550 h 6858000"/>
              <a:gd name="connsiteX828" fmla="*/ 4980204 w 7467600"/>
              <a:gd name="connsiteY828" fmla="*/ 271903 h 6858000"/>
              <a:gd name="connsiteX829" fmla="*/ 5068068 w 7467600"/>
              <a:gd name="connsiteY829" fmla="*/ 282244 h 6858000"/>
              <a:gd name="connsiteX830" fmla="*/ 5153231 w 7467600"/>
              <a:gd name="connsiteY830" fmla="*/ 292240 h 6858000"/>
              <a:gd name="connsiteX831" fmla="*/ 5426491 w 7467600"/>
              <a:gd name="connsiteY831" fmla="*/ 281128 h 6858000"/>
              <a:gd name="connsiteX832" fmla="*/ 5731212 w 7467600"/>
              <a:gd name="connsiteY832" fmla="*/ 231951 h 6858000"/>
              <a:gd name="connsiteX833" fmla="*/ 5905192 w 7467600"/>
              <a:gd name="connsiteY833" fmla="*/ 163079 h 6858000"/>
              <a:gd name="connsiteX834" fmla="*/ 5944437 w 7467600"/>
              <a:gd name="connsiteY834" fmla="*/ 113829 h 6858000"/>
              <a:gd name="connsiteX835" fmla="*/ 5825032 w 7467600"/>
              <a:gd name="connsiteY835" fmla="*/ 146405 h 6858000"/>
              <a:gd name="connsiteX836" fmla="*/ 4955599 w 7467600"/>
              <a:gd name="connsiteY836" fmla="*/ 247008 h 6858000"/>
              <a:gd name="connsiteX837" fmla="*/ 5210104 w 7467600"/>
              <a:gd name="connsiteY837" fmla="*/ 228123 h 6858000"/>
              <a:gd name="connsiteX838" fmla="*/ 5261015 w 7467600"/>
              <a:gd name="connsiteY838" fmla="*/ 227087 h 6858000"/>
              <a:gd name="connsiteX839" fmla="*/ 5861181 w 7467600"/>
              <a:gd name="connsiteY839" fmla="*/ 143093 h 6858000"/>
              <a:gd name="connsiteX840" fmla="*/ 5961252 w 7467600"/>
              <a:gd name="connsiteY840" fmla="*/ 114820 h 6858000"/>
              <a:gd name="connsiteX841" fmla="*/ 5944437 w 7467600"/>
              <a:gd name="connsiteY841" fmla="*/ 113829 h 6858000"/>
              <a:gd name="connsiteX842" fmla="*/ 3882765 w 7467600"/>
              <a:gd name="connsiteY842" fmla="*/ 0 h 6858000"/>
              <a:gd name="connsiteX843" fmla="*/ 3995099 w 7467600"/>
              <a:gd name="connsiteY843" fmla="*/ 0 h 6858000"/>
              <a:gd name="connsiteX844" fmla="*/ 4163818 w 7467600"/>
              <a:gd name="connsiteY844" fmla="*/ 234104 h 6858000"/>
              <a:gd name="connsiteX845" fmla="*/ 4172099 w 7467600"/>
              <a:gd name="connsiteY845" fmla="*/ 234207 h 6858000"/>
              <a:gd name="connsiteX846" fmla="*/ 4784282 w 7467600"/>
              <a:gd name="connsiteY846" fmla="*/ 276561 h 6858000"/>
              <a:gd name="connsiteX847" fmla="*/ 4801687 w 7467600"/>
              <a:gd name="connsiteY847" fmla="*/ 267764 h 6858000"/>
              <a:gd name="connsiteX848" fmla="*/ 6082788 w 7467600"/>
              <a:gd name="connsiteY848" fmla="*/ 64119 h 6858000"/>
              <a:gd name="connsiteX849" fmla="*/ 6099442 w 7467600"/>
              <a:gd name="connsiteY849" fmla="*/ 82568 h 6858000"/>
              <a:gd name="connsiteX850" fmla="*/ 4804137 w 7467600"/>
              <a:gd name="connsiteY850" fmla="*/ 320931 h 6858000"/>
              <a:gd name="connsiteX851" fmla="*/ 4227047 w 7467600"/>
              <a:gd name="connsiteY851" fmla="*/ 313415 h 6858000"/>
              <a:gd name="connsiteX852" fmla="*/ 4346041 w 7467600"/>
              <a:gd name="connsiteY852" fmla="*/ 456086 h 6858000"/>
              <a:gd name="connsiteX853" fmla="*/ 4870967 w 7467600"/>
              <a:gd name="connsiteY853" fmla="*/ 963061 h 6858000"/>
              <a:gd name="connsiteX854" fmla="*/ 4889647 w 7467600"/>
              <a:gd name="connsiteY854" fmla="*/ 957147 h 6858000"/>
              <a:gd name="connsiteX855" fmla="*/ 5422504 w 7467600"/>
              <a:gd name="connsiteY855" fmla="*/ 805191 h 6858000"/>
              <a:gd name="connsiteX856" fmla="*/ 6087656 w 7467600"/>
              <a:gd name="connsiteY856" fmla="*/ 826703 h 6858000"/>
              <a:gd name="connsiteX857" fmla="*/ 6058717 w 7467600"/>
              <a:gd name="connsiteY857" fmla="*/ 865992 h 6858000"/>
              <a:gd name="connsiteX858" fmla="*/ 4974153 w 7467600"/>
              <a:gd name="connsiteY858" fmla="*/ 1045456 h 6858000"/>
              <a:gd name="connsiteX859" fmla="*/ 5627835 w 7467600"/>
              <a:gd name="connsiteY859" fmla="*/ 1472077 h 6858000"/>
              <a:gd name="connsiteX860" fmla="*/ 5629817 w 7467600"/>
              <a:gd name="connsiteY860" fmla="*/ 1471412 h 6858000"/>
              <a:gd name="connsiteX861" fmla="*/ 5634124 w 7467600"/>
              <a:gd name="connsiteY861" fmla="*/ 1470572 h 6858000"/>
              <a:gd name="connsiteX862" fmla="*/ 5755832 w 7467600"/>
              <a:gd name="connsiteY862" fmla="*/ 1383886 h 6858000"/>
              <a:gd name="connsiteX863" fmla="*/ 6014186 w 7467600"/>
              <a:gd name="connsiteY863" fmla="*/ 1279799 h 6858000"/>
              <a:gd name="connsiteX864" fmla="*/ 6901619 w 7467600"/>
              <a:gd name="connsiteY864" fmla="*/ 1047874 h 6858000"/>
              <a:gd name="connsiteX865" fmla="*/ 6931566 w 7467600"/>
              <a:gd name="connsiteY865" fmla="*/ 1062034 h 6858000"/>
              <a:gd name="connsiteX866" fmla="*/ 5790982 w 7467600"/>
              <a:gd name="connsiteY866" fmla="*/ 1561380 h 6858000"/>
              <a:gd name="connsiteX867" fmla="*/ 6188971 w 7467600"/>
              <a:gd name="connsiteY867" fmla="*/ 1755168 h 6858000"/>
              <a:gd name="connsiteX868" fmla="*/ 6202446 w 7467600"/>
              <a:gd name="connsiteY868" fmla="*/ 1752268 h 6858000"/>
              <a:gd name="connsiteX869" fmla="*/ 7179560 w 7467600"/>
              <a:gd name="connsiteY869" fmla="*/ 1467551 h 6858000"/>
              <a:gd name="connsiteX870" fmla="*/ 7158730 w 7467600"/>
              <a:gd name="connsiteY870" fmla="*/ 1507835 h 6858000"/>
              <a:gd name="connsiteX871" fmla="*/ 6326959 w 7467600"/>
              <a:gd name="connsiteY871" fmla="*/ 1817686 h 6858000"/>
              <a:gd name="connsiteX872" fmla="*/ 6537433 w 7467600"/>
              <a:gd name="connsiteY872" fmla="*/ 1907790 h 6858000"/>
              <a:gd name="connsiteX873" fmla="*/ 6550221 w 7467600"/>
              <a:gd name="connsiteY873" fmla="*/ 1910729 h 6858000"/>
              <a:gd name="connsiteX874" fmla="*/ 6964438 w 7467600"/>
              <a:gd name="connsiteY874" fmla="*/ 2209505 h 6858000"/>
              <a:gd name="connsiteX875" fmla="*/ 7367862 w 7467600"/>
              <a:gd name="connsiteY875" fmla="*/ 2806833 h 6858000"/>
              <a:gd name="connsiteX876" fmla="*/ 7364329 w 7467600"/>
              <a:gd name="connsiteY876" fmla="*/ 2826907 h 6858000"/>
              <a:gd name="connsiteX877" fmla="*/ 7290545 w 7467600"/>
              <a:gd name="connsiteY877" fmla="*/ 2850663 h 6858000"/>
              <a:gd name="connsiteX878" fmla="*/ 6472036 w 7467600"/>
              <a:gd name="connsiteY878" fmla="*/ 1959003 h 6858000"/>
              <a:gd name="connsiteX879" fmla="*/ 5792897 w 7467600"/>
              <a:gd name="connsiteY879" fmla="*/ 1647747 h 6858000"/>
              <a:gd name="connsiteX880" fmla="*/ 5842751 w 7467600"/>
              <a:gd name="connsiteY880" fmla="*/ 1816112 h 6858000"/>
              <a:gd name="connsiteX881" fmla="*/ 5847424 w 7467600"/>
              <a:gd name="connsiteY881" fmla="*/ 1815776 h 6858000"/>
              <a:gd name="connsiteX882" fmla="*/ 6399821 w 7467600"/>
              <a:gd name="connsiteY882" fmla="*/ 2344799 h 6858000"/>
              <a:gd name="connsiteX883" fmla="*/ 6323232 w 7467600"/>
              <a:gd name="connsiteY883" fmla="*/ 2389634 h 6858000"/>
              <a:gd name="connsiteX884" fmla="*/ 5942958 w 7467600"/>
              <a:gd name="connsiteY884" fmla="*/ 2077708 h 6858000"/>
              <a:gd name="connsiteX885" fmla="*/ 5921559 w 7467600"/>
              <a:gd name="connsiteY885" fmla="*/ 2378596 h 6858000"/>
              <a:gd name="connsiteX886" fmla="*/ 5817651 w 7467600"/>
              <a:gd name="connsiteY886" fmla="*/ 3023919 h 6858000"/>
              <a:gd name="connsiteX887" fmla="*/ 5729634 w 7467600"/>
              <a:gd name="connsiteY887" fmla="*/ 3051849 h 6858000"/>
              <a:gd name="connsiteX888" fmla="*/ 5611018 w 7467600"/>
              <a:gd name="connsiteY888" fmla="*/ 2316769 h 6858000"/>
              <a:gd name="connsiteX889" fmla="*/ 5687608 w 7467600"/>
              <a:gd name="connsiteY889" fmla="*/ 2039972 h 6858000"/>
              <a:gd name="connsiteX890" fmla="*/ 5657554 w 7467600"/>
              <a:gd name="connsiteY890" fmla="*/ 1576445 h 6858000"/>
              <a:gd name="connsiteX891" fmla="*/ 5150475 w 7467600"/>
              <a:gd name="connsiteY891" fmla="*/ 1274012 h 6858000"/>
              <a:gd name="connsiteX892" fmla="*/ 5349142 w 7467600"/>
              <a:gd name="connsiteY892" fmla="*/ 2204405 h 6858000"/>
              <a:gd name="connsiteX893" fmla="*/ 5262214 w 7467600"/>
              <a:gd name="connsiteY893" fmla="*/ 2233836 h 6858000"/>
              <a:gd name="connsiteX894" fmla="*/ 4981539 w 7467600"/>
              <a:gd name="connsiteY894" fmla="*/ 1542201 h 6858000"/>
              <a:gd name="connsiteX895" fmla="*/ 4958461 w 7467600"/>
              <a:gd name="connsiteY895" fmla="*/ 1136957 h 6858000"/>
              <a:gd name="connsiteX896" fmla="*/ 4655015 w 7467600"/>
              <a:gd name="connsiteY896" fmla="*/ 891426 h 6858000"/>
              <a:gd name="connsiteX897" fmla="*/ 4348002 w 7467600"/>
              <a:gd name="connsiteY897" fmla="*/ 2205895 h 6858000"/>
              <a:gd name="connsiteX898" fmla="*/ 4262250 w 7467600"/>
              <a:gd name="connsiteY898" fmla="*/ 2219972 h 6858000"/>
              <a:gd name="connsiteX899" fmla="*/ 4550611 w 7467600"/>
              <a:gd name="connsiteY899" fmla="*/ 817540 h 6858000"/>
              <a:gd name="connsiteX900" fmla="*/ 4564418 w 7467600"/>
              <a:gd name="connsiteY900" fmla="*/ 808293 h 6858000"/>
              <a:gd name="connsiteX901" fmla="*/ 4266388 w 7467600"/>
              <a:gd name="connsiteY901" fmla="*/ 500083 h 6858000"/>
              <a:gd name="connsiteX902" fmla="*/ 4032842 w 7467600"/>
              <a:gd name="connsiteY902" fmla="*/ 211809 h 6858000"/>
              <a:gd name="connsiteX903" fmla="*/ 3882765 w 7467600"/>
              <a:gd name="connsiteY903" fmla="*/ 0 h 6858000"/>
              <a:gd name="connsiteX904" fmla="*/ 3721337 w 7467600"/>
              <a:gd name="connsiteY904" fmla="*/ 0 h 6858000"/>
              <a:gd name="connsiteX905" fmla="*/ 3797544 w 7467600"/>
              <a:gd name="connsiteY905" fmla="*/ 0 h 6858000"/>
              <a:gd name="connsiteX906" fmla="*/ 3775734 w 7467600"/>
              <a:gd name="connsiteY906" fmla="*/ 95131 h 6858000"/>
              <a:gd name="connsiteX907" fmla="*/ 3724807 w 7467600"/>
              <a:gd name="connsiteY907" fmla="*/ 272257 h 6858000"/>
              <a:gd name="connsiteX908" fmla="*/ 3726844 w 7467600"/>
              <a:gd name="connsiteY908" fmla="*/ 282988 h 6858000"/>
              <a:gd name="connsiteX909" fmla="*/ 3742664 w 7467600"/>
              <a:gd name="connsiteY909" fmla="*/ 279918 h 6858000"/>
              <a:gd name="connsiteX910" fmla="*/ 4103910 w 7467600"/>
              <a:gd name="connsiteY910" fmla="*/ 1161917 h 6858000"/>
              <a:gd name="connsiteX911" fmla="*/ 4020269 w 7467600"/>
              <a:gd name="connsiteY911" fmla="*/ 1200406 h 6858000"/>
              <a:gd name="connsiteX912" fmla="*/ 3674882 w 7467600"/>
              <a:gd name="connsiteY912" fmla="*/ 488524 h 6858000"/>
              <a:gd name="connsiteX913" fmla="*/ 3132682 w 7467600"/>
              <a:gd name="connsiteY913" fmla="*/ 1072284 h 6858000"/>
              <a:gd name="connsiteX914" fmla="*/ 2716346 w 7467600"/>
              <a:gd name="connsiteY914" fmla="*/ 1276376 h 6858000"/>
              <a:gd name="connsiteX915" fmla="*/ 2716772 w 7467600"/>
              <a:gd name="connsiteY915" fmla="*/ 1255462 h 6858000"/>
              <a:gd name="connsiteX916" fmla="*/ 3471096 w 7467600"/>
              <a:gd name="connsiteY916" fmla="*/ 437072 h 6858000"/>
              <a:gd name="connsiteX917" fmla="*/ 3639057 w 7467600"/>
              <a:gd name="connsiteY917" fmla="*/ 286334 h 6858000"/>
              <a:gd name="connsiteX918" fmla="*/ 3640309 w 7467600"/>
              <a:gd name="connsiteY918" fmla="*/ 284664 h 6858000"/>
              <a:gd name="connsiteX919" fmla="*/ 3646022 w 7467600"/>
              <a:gd name="connsiteY919" fmla="*/ 276711 h 6858000"/>
              <a:gd name="connsiteX920" fmla="*/ 3707943 w 7467600"/>
              <a:gd name="connsiteY920" fmla="*/ 65958 h 6858000"/>
              <a:gd name="connsiteX921" fmla="*/ 3721337 w 7467600"/>
              <a:gd name="connsiteY921" fmla="*/ 0 h 6858000"/>
              <a:gd name="connsiteX922" fmla="*/ 2867960 w 7467600"/>
              <a:gd name="connsiteY922" fmla="*/ 0 h 6858000"/>
              <a:gd name="connsiteX923" fmla="*/ 2926351 w 7467600"/>
              <a:gd name="connsiteY923" fmla="*/ 0 h 6858000"/>
              <a:gd name="connsiteX924" fmla="*/ 2902823 w 7467600"/>
              <a:gd name="connsiteY924" fmla="*/ 262929 h 6858000"/>
              <a:gd name="connsiteX925" fmla="*/ 2940663 w 7467600"/>
              <a:gd name="connsiteY925" fmla="*/ 140884 h 6858000"/>
              <a:gd name="connsiteX926" fmla="*/ 2947039 w 7467600"/>
              <a:gd name="connsiteY926" fmla="*/ 122524 h 6858000"/>
              <a:gd name="connsiteX927" fmla="*/ 2984316 w 7467600"/>
              <a:gd name="connsiteY927" fmla="*/ 0 h 6858000"/>
              <a:gd name="connsiteX928" fmla="*/ 3016114 w 7467600"/>
              <a:gd name="connsiteY928" fmla="*/ 0 h 6858000"/>
              <a:gd name="connsiteX929" fmla="*/ 2979949 w 7467600"/>
              <a:gd name="connsiteY929" fmla="*/ 119274 h 6858000"/>
              <a:gd name="connsiteX930" fmla="*/ 3023879 w 7467600"/>
              <a:gd name="connsiteY930" fmla="*/ 0 h 6858000"/>
              <a:gd name="connsiteX931" fmla="*/ 3105400 w 7467600"/>
              <a:gd name="connsiteY931" fmla="*/ 0 h 6858000"/>
              <a:gd name="connsiteX932" fmla="*/ 3094669 w 7467600"/>
              <a:gd name="connsiteY932" fmla="*/ 30308 h 6858000"/>
              <a:gd name="connsiteX933" fmla="*/ 2901945 w 7467600"/>
              <a:gd name="connsiteY933" fmla="*/ 466538 h 6858000"/>
              <a:gd name="connsiteX934" fmla="*/ 2815209 w 7467600"/>
              <a:gd name="connsiteY934" fmla="*/ 497361 h 6858000"/>
              <a:gd name="connsiteX935" fmla="*/ 2844845 w 7467600"/>
              <a:gd name="connsiteY935" fmla="*/ 127638 h 6858000"/>
              <a:gd name="connsiteX936" fmla="*/ 2867960 w 7467600"/>
              <a:gd name="connsiteY936" fmla="*/ 0 h 6858000"/>
              <a:gd name="connsiteX937" fmla="*/ 1057230 w 7467600"/>
              <a:gd name="connsiteY937" fmla="*/ 0 h 6858000"/>
              <a:gd name="connsiteX938" fmla="*/ 1111003 w 7467600"/>
              <a:gd name="connsiteY938" fmla="*/ 0 h 6858000"/>
              <a:gd name="connsiteX939" fmla="*/ 1125553 w 7467600"/>
              <a:gd name="connsiteY939" fmla="*/ 52588 h 6858000"/>
              <a:gd name="connsiteX940" fmla="*/ 1304276 w 7467600"/>
              <a:gd name="connsiteY940" fmla="*/ 476275 h 6858000"/>
              <a:gd name="connsiteX941" fmla="*/ 1492066 w 7467600"/>
              <a:gd name="connsiteY941" fmla="*/ 886333 h 6858000"/>
              <a:gd name="connsiteX942" fmla="*/ 1423698 w 7467600"/>
              <a:gd name="connsiteY942" fmla="*/ 710817 h 6858000"/>
              <a:gd name="connsiteX943" fmla="*/ 1357609 w 7467600"/>
              <a:gd name="connsiteY943" fmla="*/ 532892 h 6858000"/>
              <a:gd name="connsiteX944" fmla="*/ 1309550 w 7467600"/>
              <a:gd name="connsiteY944" fmla="*/ 374031 h 6858000"/>
              <a:gd name="connsiteX945" fmla="*/ 1193673 w 7467600"/>
              <a:gd name="connsiteY945" fmla="*/ 49533 h 6858000"/>
              <a:gd name="connsiteX946" fmla="*/ 1164391 w 7467600"/>
              <a:gd name="connsiteY946" fmla="*/ 0 h 6858000"/>
              <a:gd name="connsiteX947" fmla="*/ 1200666 w 7467600"/>
              <a:gd name="connsiteY947" fmla="*/ 0 h 6858000"/>
              <a:gd name="connsiteX948" fmla="*/ 1223408 w 7467600"/>
              <a:gd name="connsiteY948" fmla="*/ 38996 h 6858000"/>
              <a:gd name="connsiteX949" fmla="*/ 1339635 w 7467600"/>
              <a:gd name="connsiteY949" fmla="*/ 365517 h 6858000"/>
              <a:gd name="connsiteX950" fmla="*/ 1387469 w 7467600"/>
              <a:gd name="connsiteY950" fmla="*/ 523079 h 6858000"/>
              <a:gd name="connsiteX951" fmla="*/ 1452685 w 7467600"/>
              <a:gd name="connsiteY951" fmla="*/ 699806 h 6858000"/>
              <a:gd name="connsiteX952" fmla="*/ 1492092 w 7467600"/>
              <a:gd name="connsiteY952" fmla="*/ 800424 h 6858000"/>
              <a:gd name="connsiteX953" fmla="*/ 1455302 w 7467600"/>
              <a:gd name="connsiteY953" fmla="*/ 632913 h 6858000"/>
              <a:gd name="connsiteX954" fmla="*/ 1222336 w 7467600"/>
              <a:gd name="connsiteY954" fmla="*/ 9480 h 6858000"/>
              <a:gd name="connsiteX955" fmla="*/ 1214634 w 7467600"/>
              <a:gd name="connsiteY955" fmla="*/ 0 h 6858000"/>
              <a:gd name="connsiteX956" fmla="*/ 1289827 w 7467600"/>
              <a:gd name="connsiteY956" fmla="*/ 0 h 6858000"/>
              <a:gd name="connsiteX957" fmla="*/ 1321076 w 7467600"/>
              <a:gd name="connsiteY957" fmla="*/ 59722 h 6858000"/>
              <a:gd name="connsiteX958" fmla="*/ 1512579 w 7467600"/>
              <a:gd name="connsiteY958" fmla="*/ 626441 h 6858000"/>
              <a:gd name="connsiteX959" fmla="*/ 1506076 w 7467600"/>
              <a:gd name="connsiteY959" fmla="*/ 1089289 h 6858000"/>
              <a:gd name="connsiteX960" fmla="*/ 1486346 w 7467600"/>
              <a:gd name="connsiteY960" fmla="*/ 1079919 h 6858000"/>
              <a:gd name="connsiteX961" fmla="*/ 1070511 w 7467600"/>
              <a:gd name="connsiteY961" fmla="*/ 48609 h 6858000"/>
              <a:gd name="connsiteX962" fmla="*/ 1057230 w 7467600"/>
              <a:gd name="connsiteY962" fmla="*/ 0 h 6858000"/>
              <a:gd name="connsiteX963" fmla="*/ 43151 w 7467600"/>
              <a:gd name="connsiteY963" fmla="*/ 0 h 6858000"/>
              <a:gd name="connsiteX964" fmla="*/ 95283 w 7467600"/>
              <a:gd name="connsiteY964" fmla="*/ 0 h 6858000"/>
              <a:gd name="connsiteX965" fmla="*/ 300708 w 7467600"/>
              <a:gd name="connsiteY965" fmla="*/ 154571 h 6858000"/>
              <a:gd name="connsiteX966" fmla="*/ 530414 w 7467600"/>
              <a:gd name="connsiteY966" fmla="*/ 354673 h 6858000"/>
              <a:gd name="connsiteX967" fmla="*/ 333785 w 7467600"/>
              <a:gd name="connsiteY967" fmla="*/ 161564 h 6858000"/>
              <a:gd name="connsiteX968" fmla="*/ 147005 w 7467600"/>
              <a:gd name="connsiteY968" fmla="*/ 0 h 6858000"/>
              <a:gd name="connsiteX969" fmla="*/ 272509 w 7467600"/>
              <a:gd name="connsiteY969" fmla="*/ 0 h 6858000"/>
              <a:gd name="connsiteX970" fmla="*/ 326276 w 7467600"/>
              <a:gd name="connsiteY970" fmla="*/ 45847 h 6858000"/>
              <a:gd name="connsiteX971" fmla="*/ 823759 w 7467600"/>
              <a:gd name="connsiteY971" fmla="*/ 574145 h 6858000"/>
              <a:gd name="connsiteX972" fmla="*/ 811254 w 7467600"/>
              <a:gd name="connsiteY972" fmla="*/ 665546 h 6858000"/>
              <a:gd name="connsiteX973" fmla="*/ 154042 w 7467600"/>
              <a:gd name="connsiteY973" fmla="*/ 261522 h 6858000"/>
              <a:gd name="connsiteX974" fmla="*/ 13550 w 7467600"/>
              <a:gd name="connsiteY974" fmla="*/ 158423 h 6858000"/>
              <a:gd name="connsiteX975" fmla="*/ 0 w 7467600"/>
              <a:gd name="connsiteY975" fmla="*/ 146618 h 6858000"/>
              <a:gd name="connsiteX976" fmla="*/ 0 w 7467600"/>
              <a:gd name="connsiteY976" fmla="*/ 59161 h 6858000"/>
              <a:gd name="connsiteX977" fmla="*/ 45427 w 7467600"/>
              <a:gd name="connsiteY977" fmla="*/ 101078 h 6858000"/>
              <a:gd name="connsiteX978" fmla="*/ 630103 w 7467600"/>
              <a:gd name="connsiteY978" fmla="*/ 485885 h 6858000"/>
              <a:gd name="connsiteX979" fmla="*/ 532040 w 7467600"/>
              <a:gd name="connsiteY979" fmla="*/ 399359 h 6858000"/>
              <a:gd name="connsiteX980" fmla="*/ 517618 w 7467600"/>
              <a:gd name="connsiteY980" fmla="*/ 385726 h 6858000"/>
              <a:gd name="connsiteX981" fmla="*/ 285074 w 7467600"/>
              <a:gd name="connsiteY981" fmla="*/ 182755 h 6858000"/>
              <a:gd name="connsiteX982" fmla="*/ 43151 w 7467600"/>
              <a:gd name="connsiteY982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44835 w 7467600"/>
              <a:gd name="connsiteY76" fmla="*/ 5424988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1456157 w 7467600"/>
              <a:gd name="connsiteY103" fmla="*/ 5371404 h 6858000"/>
              <a:gd name="connsiteX104" fmla="*/ 1244432 w 7467600"/>
              <a:gd name="connsiteY104" fmla="*/ 5385601 h 6858000"/>
              <a:gd name="connsiteX105" fmla="*/ 973990 w 7467600"/>
              <a:gd name="connsiteY105" fmla="*/ 5424940 h 6858000"/>
              <a:gd name="connsiteX106" fmla="*/ 1103809 w 7467600"/>
              <a:gd name="connsiteY106" fmla="*/ 5433720 h 6858000"/>
              <a:gd name="connsiteX107" fmla="*/ 1123454 w 7467600"/>
              <a:gd name="connsiteY107" fmla="*/ 5435727 h 6858000"/>
              <a:gd name="connsiteX108" fmla="*/ 1737017 w 7467600"/>
              <a:gd name="connsiteY108" fmla="*/ 5452183 h 6858000"/>
              <a:gd name="connsiteX109" fmla="*/ 1824397 w 7467600"/>
              <a:gd name="connsiteY109" fmla="*/ 5447757 h 6858000"/>
              <a:gd name="connsiteX110" fmla="*/ 2070059 w 7467600"/>
              <a:gd name="connsiteY110" fmla="*/ 5441660 h 6858000"/>
              <a:gd name="connsiteX111" fmla="*/ 1456157 w 7467600"/>
              <a:gd name="connsiteY111" fmla="*/ 5371404 h 6858000"/>
              <a:gd name="connsiteX112" fmla="*/ 4988186 w 7467600"/>
              <a:gd name="connsiteY112" fmla="*/ 5216467 h 6858000"/>
              <a:gd name="connsiteX113" fmla="*/ 4777334 w 7467600"/>
              <a:gd name="connsiteY113" fmla="*/ 5406072 h 6858000"/>
              <a:gd name="connsiteX114" fmla="*/ 4718341 w 7467600"/>
              <a:gd name="connsiteY114" fmla="*/ 5468043 h 6858000"/>
              <a:gd name="connsiteX115" fmla="*/ 4604655 w 7467600"/>
              <a:gd name="connsiteY115" fmla="*/ 5583434 h 6858000"/>
              <a:gd name="connsiteX116" fmla="*/ 4565074 w 7467600"/>
              <a:gd name="connsiteY116" fmla="*/ 5618550 h 6858000"/>
              <a:gd name="connsiteX117" fmla="*/ 4988186 w 7467600"/>
              <a:gd name="connsiteY117" fmla="*/ 5216467 h 6858000"/>
              <a:gd name="connsiteX118" fmla="*/ 4978032 w 7467600"/>
              <a:gd name="connsiteY118" fmla="*/ 5183809 h 6858000"/>
              <a:gd name="connsiteX119" fmla="*/ 4463413 w 7467600"/>
              <a:gd name="connsiteY119" fmla="*/ 5615162 h 6858000"/>
              <a:gd name="connsiteX120" fmla="*/ 4358134 w 7467600"/>
              <a:gd name="connsiteY120" fmla="*/ 5742791 h 6858000"/>
              <a:gd name="connsiteX121" fmla="*/ 4376219 w 7467600"/>
              <a:gd name="connsiteY121" fmla="*/ 5729027 h 6858000"/>
              <a:gd name="connsiteX122" fmla="*/ 4582340 w 7467600"/>
              <a:gd name="connsiteY122" fmla="*/ 5561037 h 6858000"/>
              <a:gd name="connsiteX123" fmla="*/ 4694684 w 7467600"/>
              <a:gd name="connsiteY123" fmla="*/ 5447098 h 6858000"/>
              <a:gd name="connsiteX124" fmla="*/ 4754123 w 7467600"/>
              <a:gd name="connsiteY124" fmla="*/ 5384643 h 6858000"/>
              <a:gd name="connsiteX125" fmla="*/ 4978032 w 7467600"/>
              <a:gd name="connsiteY125" fmla="*/ 5183809 h 6858000"/>
              <a:gd name="connsiteX126" fmla="*/ 1903353 w 7467600"/>
              <a:gd name="connsiteY126" fmla="*/ 5044827 h 6858000"/>
              <a:gd name="connsiteX127" fmla="*/ 1936931 w 7467600"/>
              <a:gd name="connsiteY127" fmla="*/ 5093954 h 6858000"/>
              <a:gd name="connsiteX128" fmla="*/ 2195868 w 7467600"/>
              <a:gd name="connsiteY128" fmla="*/ 5396574 h 6858000"/>
              <a:gd name="connsiteX129" fmla="*/ 2088852 w 7467600"/>
              <a:gd name="connsiteY129" fmla="*/ 5166123 h 6858000"/>
              <a:gd name="connsiteX130" fmla="*/ 1958241 w 7467600"/>
              <a:gd name="connsiteY130" fmla="*/ 5067955 h 6858000"/>
              <a:gd name="connsiteX131" fmla="*/ 1903353 w 7467600"/>
              <a:gd name="connsiteY131" fmla="*/ 5044827 h 6858000"/>
              <a:gd name="connsiteX132" fmla="*/ 1979378 w 7467600"/>
              <a:gd name="connsiteY132" fmla="*/ 4769504 h 6858000"/>
              <a:gd name="connsiteX133" fmla="*/ 2882120 w 7467600"/>
              <a:gd name="connsiteY133" fmla="*/ 5064547 h 6858000"/>
              <a:gd name="connsiteX134" fmla="*/ 2793103 w 7467600"/>
              <a:gd name="connsiteY134" fmla="*/ 5039699 h 6858000"/>
              <a:gd name="connsiteX135" fmla="*/ 2770041 w 7467600"/>
              <a:gd name="connsiteY135" fmla="*/ 5033634 h 6858000"/>
              <a:gd name="connsiteX136" fmla="*/ 1979378 w 7467600"/>
              <a:gd name="connsiteY136" fmla="*/ 4769504 h 6858000"/>
              <a:gd name="connsiteX137" fmla="*/ 1927410 w 7467600"/>
              <a:gd name="connsiteY137" fmla="*/ 4716164 h 6858000"/>
              <a:gd name="connsiteX138" fmla="*/ 1959587 w 7467600"/>
              <a:gd name="connsiteY138" fmla="*/ 4728849 h 6858000"/>
              <a:gd name="connsiteX139" fmla="*/ 2777707 w 7467600"/>
              <a:gd name="connsiteY139" fmla="*/ 5003991 h 6858000"/>
              <a:gd name="connsiteX140" fmla="*/ 2800768 w 7467600"/>
              <a:gd name="connsiteY140" fmla="*/ 5010056 h 6858000"/>
              <a:gd name="connsiteX141" fmla="*/ 2879408 w 7467600"/>
              <a:gd name="connsiteY141" fmla="*/ 5031590 h 6858000"/>
              <a:gd name="connsiteX142" fmla="*/ 2862295 w 7467600"/>
              <a:gd name="connsiteY142" fmla="*/ 5022958 h 6858000"/>
              <a:gd name="connsiteX143" fmla="*/ 2813343 w 7467600"/>
              <a:gd name="connsiteY143" fmla="*/ 4998369 h 6858000"/>
              <a:gd name="connsiteX144" fmla="*/ 2646245 w 7467600"/>
              <a:gd name="connsiteY144" fmla="*/ 4930999 h 6858000"/>
              <a:gd name="connsiteX145" fmla="*/ 1999243 w 7467600"/>
              <a:gd name="connsiteY145" fmla="*/ 4730524 h 6858000"/>
              <a:gd name="connsiteX146" fmla="*/ 1979527 w 7467600"/>
              <a:gd name="connsiteY146" fmla="*/ 4726651 h 6858000"/>
              <a:gd name="connsiteX147" fmla="*/ 1927410 w 7467600"/>
              <a:gd name="connsiteY147" fmla="*/ 4716164 h 6858000"/>
              <a:gd name="connsiteX148" fmla="*/ 1997014 w 7467600"/>
              <a:gd name="connsiteY148" fmla="*/ 4698007 h 6858000"/>
              <a:gd name="connsiteX149" fmla="*/ 2005458 w 7467600"/>
              <a:gd name="connsiteY149" fmla="*/ 4699540 h 6858000"/>
              <a:gd name="connsiteX150" fmla="*/ 2657186 w 7467600"/>
              <a:gd name="connsiteY150" fmla="*/ 4901687 h 6858000"/>
              <a:gd name="connsiteX151" fmla="*/ 2826662 w 7467600"/>
              <a:gd name="connsiteY151" fmla="*/ 4970362 h 6858000"/>
              <a:gd name="connsiteX152" fmla="*/ 2876100 w 7467600"/>
              <a:gd name="connsiteY152" fmla="*/ 4995397 h 6858000"/>
              <a:gd name="connsiteX153" fmla="*/ 3042600 w 7467600"/>
              <a:gd name="connsiteY153" fmla="*/ 5059532 h 6858000"/>
              <a:gd name="connsiteX154" fmla="*/ 1997014 w 7467600"/>
              <a:gd name="connsiteY154" fmla="*/ 4698007 h 6858000"/>
              <a:gd name="connsiteX155" fmla="*/ 2305292 w 7467600"/>
              <a:gd name="connsiteY155" fmla="*/ 4219492 h 6858000"/>
              <a:gd name="connsiteX156" fmla="*/ 3360922 w 7467600"/>
              <a:gd name="connsiteY156" fmla="*/ 4529373 h 6858000"/>
              <a:gd name="connsiteX157" fmla="*/ 3492420 w 7467600"/>
              <a:gd name="connsiteY157" fmla="*/ 4510145 h 6858000"/>
              <a:gd name="connsiteX158" fmla="*/ 3364086 w 7467600"/>
              <a:gd name="connsiteY158" fmla="*/ 4480340 h 6858000"/>
              <a:gd name="connsiteX159" fmla="*/ 3225818 w 7467600"/>
              <a:gd name="connsiteY159" fmla="*/ 4411822 h 6858000"/>
              <a:gd name="connsiteX160" fmla="*/ 3129696 w 7467600"/>
              <a:gd name="connsiteY160" fmla="*/ 4360704 h 6858000"/>
              <a:gd name="connsiteX161" fmla="*/ 2814545 w 7467600"/>
              <a:gd name="connsiteY161" fmla="*/ 4282955 h 6858000"/>
              <a:gd name="connsiteX162" fmla="*/ 2305292 w 7467600"/>
              <a:gd name="connsiteY162" fmla="*/ 4219492 h 6858000"/>
              <a:gd name="connsiteX163" fmla="*/ 2626982 w 7467600"/>
              <a:gd name="connsiteY163" fmla="*/ 4206450 h 6858000"/>
              <a:gd name="connsiteX164" fmla="*/ 2490617 w 7467600"/>
              <a:gd name="connsiteY164" fmla="*/ 4206951 h 6858000"/>
              <a:gd name="connsiteX165" fmla="*/ 2819869 w 7467600"/>
              <a:gd name="connsiteY165" fmla="*/ 4252936 h 6858000"/>
              <a:gd name="connsiteX166" fmla="*/ 3143018 w 7467600"/>
              <a:gd name="connsiteY166" fmla="*/ 4332698 h 6858000"/>
              <a:gd name="connsiteX167" fmla="*/ 3241520 w 7467600"/>
              <a:gd name="connsiteY167" fmla="*/ 4385112 h 6858000"/>
              <a:gd name="connsiteX168" fmla="*/ 3374575 w 7467600"/>
              <a:gd name="connsiteY168" fmla="*/ 4451517 h 6858000"/>
              <a:gd name="connsiteX169" fmla="*/ 3505221 w 7467600"/>
              <a:gd name="connsiteY169" fmla="*/ 4480757 h 6858000"/>
              <a:gd name="connsiteX170" fmla="*/ 2626982 w 7467600"/>
              <a:gd name="connsiteY170" fmla="*/ 4206450 h 6858000"/>
              <a:gd name="connsiteX171" fmla="*/ 1310106 w 7467600"/>
              <a:gd name="connsiteY171" fmla="*/ 3943217 h 6858000"/>
              <a:gd name="connsiteX172" fmla="*/ 854994 w 7467600"/>
              <a:gd name="connsiteY172" fmla="*/ 4399136 h 6858000"/>
              <a:gd name="connsiteX173" fmla="*/ 742462 w 7467600"/>
              <a:gd name="connsiteY173" fmla="*/ 4594648 h 6858000"/>
              <a:gd name="connsiteX174" fmla="*/ 820602 w 7467600"/>
              <a:gd name="connsiteY174" fmla="*/ 4485915 h 6858000"/>
              <a:gd name="connsiteX175" fmla="*/ 878295 w 7467600"/>
              <a:gd name="connsiteY175" fmla="*/ 4403594 h 6858000"/>
              <a:gd name="connsiteX176" fmla="*/ 1240607 w 7467600"/>
              <a:gd name="connsiteY176" fmla="*/ 4010401 h 6858000"/>
              <a:gd name="connsiteX177" fmla="*/ 1310106 w 7467600"/>
              <a:gd name="connsiteY177" fmla="*/ 3943217 h 6858000"/>
              <a:gd name="connsiteX178" fmla="*/ 1423113 w 7467600"/>
              <a:gd name="connsiteY178" fmla="*/ 3874565 h 6858000"/>
              <a:gd name="connsiteX179" fmla="*/ 1260565 w 7467600"/>
              <a:gd name="connsiteY179" fmla="*/ 4031982 h 6858000"/>
              <a:gd name="connsiteX180" fmla="*/ 901900 w 7467600"/>
              <a:gd name="connsiteY180" fmla="*/ 4421236 h 6858000"/>
              <a:gd name="connsiteX181" fmla="*/ 845044 w 7467600"/>
              <a:gd name="connsiteY181" fmla="*/ 4502436 h 6858000"/>
              <a:gd name="connsiteX182" fmla="*/ 685926 w 7467600"/>
              <a:gd name="connsiteY182" fmla="*/ 4703069 h 6858000"/>
              <a:gd name="connsiteX183" fmla="*/ 684248 w 7467600"/>
              <a:gd name="connsiteY183" fmla="*/ 4706721 h 6858000"/>
              <a:gd name="connsiteX184" fmla="*/ 1423113 w 7467600"/>
              <a:gd name="connsiteY184" fmla="*/ 3874565 h 6858000"/>
              <a:gd name="connsiteX185" fmla="*/ 3316479 w 7467600"/>
              <a:gd name="connsiteY185" fmla="*/ 3872136 h 6858000"/>
              <a:gd name="connsiteX186" fmla="*/ 3546806 w 7467600"/>
              <a:gd name="connsiteY186" fmla="*/ 4356139 h 6858000"/>
              <a:gd name="connsiteX187" fmla="*/ 3364433 w 7467600"/>
              <a:gd name="connsiteY187" fmla="*/ 3953121 h 6858000"/>
              <a:gd name="connsiteX188" fmla="*/ 3316479 w 7467600"/>
              <a:gd name="connsiteY188" fmla="*/ 3872136 h 6858000"/>
              <a:gd name="connsiteX189" fmla="*/ 3291335 w 7467600"/>
              <a:gd name="connsiteY189" fmla="*/ 3767420 h 6858000"/>
              <a:gd name="connsiteX190" fmla="*/ 3390805 w 7467600"/>
              <a:gd name="connsiteY190" fmla="*/ 3937163 h 6858000"/>
              <a:gd name="connsiteX191" fmla="*/ 3579062 w 7467600"/>
              <a:gd name="connsiteY191" fmla="*/ 4359040 h 6858000"/>
              <a:gd name="connsiteX192" fmla="*/ 3467355 w 7467600"/>
              <a:gd name="connsiteY192" fmla="*/ 3988130 h 6858000"/>
              <a:gd name="connsiteX193" fmla="*/ 3310753 w 7467600"/>
              <a:gd name="connsiteY193" fmla="*/ 3787140 h 6858000"/>
              <a:gd name="connsiteX194" fmla="*/ 3291335 w 7467600"/>
              <a:gd name="connsiteY194" fmla="*/ 3767420 h 6858000"/>
              <a:gd name="connsiteX195" fmla="*/ 1635889 w 7467600"/>
              <a:gd name="connsiteY195" fmla="*/ 3709494 h 6858000"/>
              <a:gd name="connsiteX196" fmla="*/ 1634800 w 7467600"/>
              <a:gd name="connsiteY196" fmla="*/ 3731111 h 6858000"/>
              <a:gd name="connsiteX197" fmla="*/ 1635889 w 7467600"/>
              <a:gd name="connsiteY197" fmla="*/ 3709494 h 6858000"/>
              <a:gd name="connsiteX198" fmla="*/ 1510397 w 7467600"/>
              <a:gd name="connsiteY198" fmla="*/ 3684705 h 6858000"/>
              <a:gd name="connsiteX199" fmla="*/ 1146550 w 7467600"/>
              <a:gd name="connsiteY199" fmla="*/ 3802012 h 6858000"/>
              <a:gd name="connsiteX200" fmla="*/ 698834 w 7467600"/>
              <a:gd name="connsiteY200" fmla="*/ 3952272 h 6858000"/>
              <a:gd name="connsiteX201" fmla="*/ 34256 w 7467600"/>
              <a:gd name="connsiteY201" fmla="*/ 4347603 h 6858000"/>
              <a:gd name="connsiteX202" fmla="*/ 527241 w 7467600"/>
              <a:gd name="connsiteY202" fmla="*/ 4065078 h 6858000"/>
              <a:gd name="connsiteX203" fmla="*/ 1510397 w 7467600"/>
              <a:gd name="connsiteY203" fmla="*/ 3684705 h 6858000"/>
              <a:gd name="connsiteX204" fmla="*/ 1313114 w 7467600"/>
              <a:gd name="connsiteY204" fmla="*/ 3655216 h 6858000"/>
              <a:gd name="connsiteX205" fmla="*/ 1109304 w 7467600"/>
              <a:gd name="connsiteY205" fmla="*/ 3669030 h 6858000"/>
              <a:gd name="connsiteX206" fmla="*/ 8129 w 7467600"/>
              <a:gd name="connsiteY206" fmla="*/ 4330519 h 6858000"/>
              <a:gd name="connsiteX207" fmla="*/ 687572 w 7467600"/>
              <a:gd name="connsiteY207" fmla="*/ 3925629 h 6858000"/>
              <a:gd name="connsiteX208" fmla="*/ 1138365 w 7467600"/>
              <a:gd name="connsiteY208" fmla="*/ 3774515 h 6858000"/>
              <a:gd name="connsiteX209" fmla="*/ 1505579 w 7467600"/>
              <a:gd name="connsiteY209" fmla="*/ 3655526 h 6858000"/>
              <a:gd name="connsiteX210" fmla="*/ 1313114 w 7467600"/>
              <a:gd name="connsiteY210" fmla="*/ 3655216 h 6858000"/>
              <a:gd name="connsiteX211" fmla="*/ 3655073 w 7467600"/>
              <a:gd name="connsiteY211" fmla="*/ 3650884 h 6858000"/>
              <a:gd name="connsiteX212" fmla="*/ 3989938 w 7467600"/>
              <a:gd name="connsiteY212" fmla="*/ 3991685 h 6858000"/>
              <a:gd name="connsiteX213" fmla="*/ 4393907 w 7467600"/>
              <a:gd name="connsiteY213" fmla="*/ 4261258 h 6858000"/>
              <a:gd name="connsiteX214" fmla="*/ 4648051 w 7467600"/>
              <a:gd name="connsiteY214" fmla="*/ 4374051 h 6858000"/>
              <a:gd name="connsiteX215" fmla="*/ 4383389 w 7467600"/>
              <a:gd name="connsiteY215" fmla="*/ 4184369 h 6858000"/>
              <a:gd name="connsiteX216" fmla="*/ 4165508 w 7467600"/>
              <a:gd name="connsiteY216" fmla="*/ 4035196 h 6858000"/>
              <a:gd name="connsiteX217" fmla="*/ 4068162 w 7467600"/>
              <a:gd name="connsiteY217" fmla="*/ 3953394 h 6858000"/>
              <a:gd name="connsiteX218" fmla="*/ 3981416 w 7467600"/>
              <a:gd name="connsiteY218" fmla="*/ 3880482 h 6858000"/>
              <a:gd name="connsiteX219" fmla="*/ 3800147 w 7467600"/>
              <a:gd name="connsiteY219" fmla="*/ 3749872 h 6858000"/>
              <a:gd name="connsiteX220" fmla="*/ 3655073 w 7467600"/>
              <a:gd name="connsiteY220" fmla="*/ 3650884 h 6858000"/>
              <a:gd name="connsiteX221" fmla="*/ 3670252 w 7467600"/>
              <a:gd name="connsiteY221" fmla="*/ 3622798 h 6858000"/>
              <a:gd name="connsiteX222" fmla="*/ 3817258 w 7467600"/>
              <a:gd name="connsiteY222" fmla="*/ 3723577 h 6858000"/>
              <a:gd name="connsiteX223" fmla="*/ 4000461 w 7467600"/>
              <a:gd name="connsiteY223" fmla="*/ 3855966 h 6858000"/>
              <a:gd name="connsiteX224" fmla="*/ 4088180 w 7467600"/>
              <a:gd name="connsiteY224" fmla="*/ 3929774 h 6858000"/>
              <a:gd name="connsiteX225" fmla="*/ 4184555 w 7467600"/>
              <a:gd name="connsiteY225" fmla="*/ 4010683 h 6858000"/>
              <a:gd name="connsiteX226" fmla="*/ 4399563 w 7467600"/>
              <a:gd name="connsiteY226" fmla="*/ 4158106 h 6858000"/>
              <a:gd name="connsiteX227" fmla="*/ 4684469 w 7467600"/>
              <a:gd name="connsiteY227" fmla="*/ 4364680 h 6858000"/>
              <a:gd name="connsiteX228" fmla="*/ 4690271 w 7467600"/>
              <a:gd name="connsiteY228" fmla="*/ 4370034 h 6858000"/>
              <a:gd name="connsiteX229" fmla="*/ 4136093 w 7467600"/>
              <a:gd name="connsiteY229" fmla="*/ 3858466 h 6858000"/>
              <a:gd name="connsiteX230" fmla="*/ 3670252 w 7467600"/>
              <a:gd name="connsiteY230" fmla="*/ 3622798 h 6858000"/>
              <a:gd name="connsiteX231" fmla="*/ 4440129 w 7467600"/>
              <a:gd name="connsiteY231" fmla="*/ 3448571 h 6858000"/>
              <a:gd name="connsiteX232" fmla="*/ 4856525 w 7467600"/>
              <a:gd name="connsiteY232" fmla="*/ 3915351 h 6858000"/>
              <a:gd name="connsiteX233" fmla="*/ 5059055 w 7467600"/>
              <a:gd name="connsiteY233" fmla="*/ 4108918 h 6858000"/>
              <a:gd name="connsiteX234" fmla="*/ 5290070 w 7467600"/>
              <a:gd name="connsiteY234" fmla="*/ 4263619 h 6858000"/>
              <a:gd name="connsiteX235" fmla="*/ 4834991 w 7467600"/>
              <a:gd name="connsiteY235" fmla="*/ 3830985 h 6858000"/>
              <a:gd name="connsiteX236" fmla="*/ 4440129 w 7467600"/>
              <a:gd name="connsiteY236" fmla="*/ 3448571 h 6858000"/>
              <a:gd name="connsiteX237" fmla="*/ 4441737 w 7467600"/>
              <a:gd name="connsiteY237" fmla="*/ 3399734 h 6858000"/>
              <a:gd name="connsiteX238" fmla="*/ 4431236 w 7467600"/>
              <a:gd name="connsiteY238" fmla="*/ 3400954 h 6858000"/>
              <a:gd name="connsiteX239" fmla="*/ 4557150 w 7467600"/>
              <a:gd name="connsiteY239" fmla="*/ 3510023 h 6858000"/>
              <a:gd name="connsiteX240" fmla="*/ 4856936 w 7467600"/>
              <a:gd name="connsiteY240" fmla="*/ 3809146 h 6858000"/>
              <a:gd name="connsiteX241" fmla="*/ 5111996 w 7467600"/>
              <a:gd name="connsiteY241" fmla="*/ 4065759 h 6858000"/>
              <a:gd name="connsiteX242" fmla="*/ 5388878 w 7467600"/>
              <a:gd name="connsiteY242" fmla="*/ 4300185 h 6858000"/>
              <a:gd name="connsiteX243" fmla="*/ 5425556 w 7467600"/>
              <a:gd name="connsiteY243" fmla="*/ 4308967 h 6858000"/>
              <a:gd name="connsiteX244" fmla="*/ 4943646 w 7467600"/>
              <a:gd name="connsiteY244" fmla="*/ 3822916 h 6858000"/>
              <a:gd name="connsiteX245" fmla="*/ 4594837 w 7467600"/>
              <a:gd name="connsiteY245" fmla="*/ 3532274 h 6858000"/>
              <a:gd name="connsiteX246" fmla="*/ 4441737 w 7467600"/>
              <a:gd name="connsiteY246" fmla="*/ 3399734 h 6858000"/>
              <a:gd name="connsiteX247" fmla="*/ 5425834 w 7467600"/>
              <a:gd name="connsiteY247" fmla="*/ 3162785 h 6858000"/>
              <a:gd name="connsiteX248" fmla="*/ 5401644 w 7467600"/>
              <a:gd name="connsiteY248" fmla="*/ 3617847 h 6858000"/>
              <a:gd name="connsiteX249" fmla="*/ 5467256 w 7467600"/>
              <a:gd name="connsiteY249" fmla="*/ 4175494 h 6858000"/>
              <a:gd name="connsiteX250" fmla="*/ 5448069 w 7467600"/>
              <a:gd name="connsiteY250" fmla="*/ 3567554 h 6858000"/>
              <a:gd name="connsiteX251" fmla="*/ 5425834 w 7467600"/>
              <a:gd name="connsiteY251" fmla="*/ 3162785 h 6858000"/>
              <a:gd name="connsiteX252" fmla="*/ 1318687 w 7467600"/>
              <a:gd name="connsiteY252" fmla="*/ 3113840 h 6858000"/>
              <a:gd name="connsiteX253" fmla="*/ 1066793 w 7467600"/>
              <a:gd name="connsiteY253" fmla="*/ 3212171 h 6858000"/>
              <a:gd name="connsiteX254" fmla="*/ 993319 w 7467600"/>
              <a:gd name="connsiteY254" fmla="*/ 3247648 h 6858000"/>
              <a:gd name="connsiteX255" fmla="*/ 853081 w 7467600"/>
              <a:gd name="connsiteY255" fmla="*/ 3312410 h 6858000"/>
              <a:gd name="connsiteX256" fmla="*/ 805957 w 7467600"/>
              <a:gd name="connsiteY256" fmla="*/ 3330443 h 6858000"/>
              <a:gd name="connsiteX257" fmla="*/ 1318687 w 7467600"/>
              <a:gd name="connsiteY257" fmla="*/ 3113840 h 6858000"/>
              <a:gd name="connsiteX258" fmla="*/ 5453702 w 7467600"/>
              <a:gd name="connsiteY258" fmla="*/ 3090882 h 6858000"/>
              <a:gd name="connsiteX259" fmla="*/ 5480135 w 7467600"/>
              <a:gd name="connsiteY259" fmla="*/ 3565802 h 6858000"/>
              <a:gd name="connsiteX260" fmla="*/ 5499023 w 7467600"/>
              <a:gd name="connsiteY260" fmla="*/ 4166310 h 6858000"/>
              <a:gd name="connsiteX261" fmla="*/ 5547022 w 7467600"/>
              <a:gd name="connsiteY261" fmla="*/ 3607838 h 6858000"/>
              <a:gd name="connsiteX262" fmla="*/ 5515964 w 7467600"/>
              <a:gd name="connsiteY262" fmla="*/ 3378541 h 6858000"/>
              <a:gd name="connsiteX263" fmla="*/ 5453702 w 7467600"/>
              <a:gd name="connsiteY263" fmla="*/ 3090882 h 6858000"/>
              <a:gd name="connsiteX264" fmla="*/ 1238695 w 7467600"/>
              <a:gd name="connsiteY264" fmla="*/ 3076820 h 6858000"/>
              <a:gd name="connsiteX265" fmla="*/ 716371 w 7467600"/>
              <a:gd name="connsiteY265" fmla="*/ 3293249 h 6858000"/>
              <a:gd name="connsiteX266" fmla="*/ 579522 w 7467600"/>
              <a:gd name="connsiteY266" fmla="*/ 3371759 h 6858000"/>
              <a:gd name="connsiteX267" fmla="*/ 600288 w 7467600"/>
              <a:gd name="connsiteY267" fmla="*/ 3365555 h 6858000"/>
              <a:gd name="connsiteX268" fmla="*/ 840692 w 7467600"/>
              <a:gd name="connsiteY268" fmla="*/ 3284921 h 6858000"/>
              <a:gd name="connsiteX269" fmla="*/ 979248 w 7467600"/>
              <a:gd name="connsiteY269" fmla="*/ 3221003 h 6858000"/>
              <a:gd name="connsiteX270" fmla="*/ 1053282 w 7467600"/>
              <a:gd name="connsiteY270" fmla="*/ 3185247 h 6858000"/>
              <a:gd name="connsiteX271" fmla="*/ 1320603 w 7467600"/>
              <a:gd name="connsiteY271" fmla="*/ 3081281 h 6858000"/>
              <a:gd name="connsiteX272" fmla="*/ 1238695 w 7467600"/>
              <a:gd name="connsiteY272" fmla="*/ 3076820 h 6858000"/>
              <a:gd name="connsiteX273" fmla="*/ 5425627 w 7467600"/>
              <a:gd name="connsiteY273" fmla="*/ 2954192 h 6858000"/>
              <a:gd name="connsiteX274" fmla="*/ 5470770 w 7467600"/>
              <a:gd name="connsiteY274" fmla="*/ 3005435 h 6858000"/>
              <a:gd name="connsiteX275" fmla="*/ 5519779 w 7467600"/>
              <a:gd name="connsiteY275" fmla="*/ 4359223 h 6858000"/>
              <a:gd name="connsiteX276" fmla="*/ 5520293 w 7467600"/>
              <a:gd name="connsiteY276" fmla="*/ 4360602 h 6858000"/>
              <a:gd name="connsiteX277" fmla="*/ 5767221 w 7467600"/>
              <a:gd name="connsiteY277" fmla="*/ 4665564 h 6858000"/>
              <a:gd name="connsiteX278" fmla="*/ 6937169 w 7467600"/>
              <a:gd name="connsiteY278" fmla="*/ 4815941 h 6858000"/>
              <a:gd name="connsiteX279" fmla="*/ 6953922 w 7467600"/>
              <a:gd name="connsiteY279" fmla="*/ 4890068 h 6858000"/>
              <a:gd name="connsiteX280" fmla="*/ 6071359 w 7467600"/>
              <a:gd name="connsiteY280" fmla="*/ 4770770 h 6858000"/>
              <a:gd name="connsiteX281" fmla="*/ 6038839 w 7467600"/>
              <a:gd name="connsiteY281" fmla="*/ 4764474 h 6858000"/>
              <a:gd name="connsiteX282" fmla="*/ 6038706 w 7467600"/>
              <a:gd name="connsiteY282" fmla="*/ 4763847 h 6858000"/>
              <a:gd name="connsiteX283" fmla="*/ 6037784 w 7467600"/>
              <a:gd name="connsiteY283" fmla="*/ 4764270 h 6858000"/>
              <a:gd name="connsiteX284" fmla="*/ 6038839 w 7467600"/>
              <a:gd name="connsiteY284" fmla="*/ 4764474 h 6858000"/>
              <a:gd name="connsiteX285" fmla="*/ 6040338 w 7467600"/>
              <a:gd name="connsiteY285" fmla="*/ 4771418 h 6858000"/>
              <a:gd name="connsiteX286" fmla="*/ 6024488 w 7467600"/>
              <a:gd name="connsiteY286" fmla="*/ 4809903 h 6858000"/>
              <a:gd name="connsiteX287" fmla="*/ 5599771 w 7467600"/>
              <a:gd name="connsiteY287" fmla="*/ 5509652 h 6858000"/>
              <a:gd name="connsiteX288" fmla="*/ 5548843 w 7467600"/>
              <a:gd name="connsiteY288" fmla="*/ 5563845 h 6858000"/>
              <a:gd name="connsiteX289" fmla="*/ 5940952 w 7467600"/>
              <a:gd name="connsiteY289" fmla="*/ 6250028 h 6858000"/>
              <a:gd name="connsiteX290" fmla="*/ 6043441 w 7467600"/>
              <a:gd name="connsiteY290" fmla="*/ 6665847 h 6858000"/>
              <a:gd name="connsiteX291" fmla="*/ 6093432 w 7467600"/>
              <a:gd name="connsiteY291" fmla="*/ 6858000 h 6858000"/>
              <a:gd name="connsiteX292" fmla="*/ 6034344 w 7467600"/>
              <a:gd name="connsiteY292" fmla="*/ 6858000 h 6858000"/>
              <a:gd name="connsiteX293" fmla="*/ 6026679 w 7467600"/>
              <a:gd name="connsiteY293" fmla="*/ 6836959 h 6858000"/>
              <a:gd name="connsiteX294" fmla="*/ 5800441 w 7467600"/>
              <a:gd name="connsiteY294" fmla="*/ 6335286 h 6858000"/>
              <a:gd name="connsiteX295" fmla="*/ 5526562 w 7467600"/>
              <a:gd name="connsiteY295" fmla="*/ 5705388 h 6858000"/>
              <a:gd name="connsiteX296" fmla="*/ 5519640 w 7467600"/>
              <a:gd name="connsiteY296" fmla="*/ 5683774 h 6858000"/>
              <a:gd name="connsiteX297" fmla="*/ 5844559 w 7467600"/>
              <a:gd name="connsiteY297" fmla="*/ 6553349 h 6858000"/>
              <a:gd name="connsiteX298" fmla="*/ 5975994 w 7467600"/>
              <a:gd name="connsiteY298" fmla="*/ 6858000 h 6858000"/>
              <a:gd name="connsiteX299" fmla="*/ 5898547 w 7467600"/>
              <a:gd name="connsiteY299" fmla="*/ 6858000 h 6858000"/>
              <a:gd name="connsiteX300" fmla="*/ 5682041 w 7467600"/>
              <a:gd name="connsiteY300" fmla="*/ 6355860 h 6858000"/>
              <a:gd name="connsiteX301" fmla="*/ 5461758 w 7467600"/>
              <a:gd name="connsiteY301" fmla="*/ 5820220 h 6858000"/>
              <a:gd name="connsiteX302" fmla="*/ 5237282 w 7467600"/>
              <a:gd name="connsiteY302" fmla="*/ 6579086 h 6858000"/>
              <a:gd name="connsiteX303" fmla="*/ 5115009 w 7467600"/>
              <a:gd name="connsiteY303" fmla="*/ 6858000 h 6858000"/>
              <a:gd name="connsiteX304" fmla="*/ 5028074 w 7467600"/>
              <a:gd name="connsiteY304" fmla="*/ 6858000 h 6858000"/>
              <a:gd name="connsiteX305" fmla="*/ 5079508 w 7467600"/>
              <a:gd name="connsiteY305" fmla="*/ 6749074 h 6858000"/>
              <a:gd name="connsiteX306" fmla="*/ 5371846 w 7467600"/>
              <a:gd name="connsiteY306" fmla="*/ 5924413 h 6858000"/>
              <a:gd name="connsiteX307" fmla="*/ 5270512 w 7467600"/>
              <a:gd name="connsiteY307" fmla="*/ 6138975 h 6858000"/>
              <a:gd name="connsiteX308" fmla="*/ 5062409 w 7467600"/>
              <a:gd name="connsiteY308" fmla="*/ 6653544 h 6858000"/>
              <a:gd name="connsiteX309" fmla="*/ 5036628 w 7467600"/>
              <a:gd name="connsiteY309" fmla="*/ 6754247 h 6858000"/>
              <a:gd name="connsiteX310" fmla="*/ 5009112 w 7467600"/>
              <a:gd name="connsiteY310" fmla="*/ 6858000 h 6858000"/>
              <a:gd name="connsiteX311" fmla="*/ 4976679 w 7467600"/>
              <a:gd name="connsiteY311" fmla="*/ 6858000 h 6858000"/>
              <a:gd name="connsiteX312" fmla="*/ 5006537 w 7467600"/>
              <a:gd name="connsiteY312" fmla="*/ 6747068 h 6858000"/>
              <a:gd name="connsiteX313" fmla="*/ 5032723 w 7467600"/>
              <a:gd name="connsiteY313" fmla="*/ 6644957 h 6858000"/>
              <a:gd name="connsiteX314" fmla="*/ 5242949 w 7467600"/>
              <a:gd name="connsiteY314" fmla="*/ 6125175 h 6858000"/>
              <a:gd name="connsiteX315" fmla="*/ 5286321 w 7467600"/>
              <a:gd name="connsiteY315" fmla="*/ 6033555 h 6858000"/>
              <a:gd name="connsiteX316" fmla="*/ 5008210 w 7467600"/>
              <a:gd name="connsiteY316" fmla="*/ 6649194 h 6858000"/>
              <a:gd name="connsiteX317" fmla="*/ 4986321 w 7467600"/>
              <a:gd name="connsiteY317" fmla="*/ 6765687 h 6858000"/>
              <a:gd name="connsiteX318" fmla="*/ 4973474 w 7467600"/>
              <a:gd name="connsiteY318" fmla="*/ 6858000 h 6858000"/>
              <a:gd name="connsiteX319" fmla="*/ 4907178 w 7467600"/>
              <a:gd name="connsiteY319" fmla="*/ 6858000 h 6858000"/>
              <a:gd name="connsiteX320" fmla="*/ 4910810 w 7467600"/>
              <a:gd name="connsiteY320" fmla="*/ 6829660 h 6858000"/>
              <a:gd name="connsiteX321" fmla="*/ 4987461 w 7467600"/>
              <a:gd name="connsiteY321" fmla="*/ 6432994 h 6858000"/>
              <a:gd name="connsiteX322" fmla="*/ 5179262 w 7467600"/>
              <a:gd name="connsiteY322" fmla="*/ 6035044 h 6858000"/>
              <a:gd name="connsiteX323" fmla="*/ 4689678 w 7467600"/>
              <a:gd name="connsiteY323" fmla="*/ 6440241 h 6858000"/>
              <a:gd name="connsiteX324" fmla="*/ 4477543 w 7467600"/>
              <a:gd name="connsiteY324" fmla="*/ 6674836 h 6858000"/>
              <a:gd name="connsiteX325" fmla="*/ 4329957 w 7467600"/>
              <a:gd name="connsiteY325" fmla="*/ 6858000 h 6858000"/>
              <a:gd name="connsiteX326" fmla="*/ 4218595 w 7467600"/>
              <a:gd name="connsiteY326" fmla="*/ 6858000 h 6858000"/>
              <a:gd name="connsiteX327" fmla="*/ 4368888 w 7467600"/>
              <a:gd name="connsiteY327" fmla="*/ 6668412 h 6858000"/>
              <a:gd name="connsiteX328" fmla="*/ 4563091 w 7467600"/>
              <a:gd name="connsiteY328" fmla="*/ 6442508 h 6858000"/>
              <a:gd name="connsiteX329" fmla="*/ 5387324 w 7467600"/>
              <a:gd name="connsiteY329" fmla="*/ 5705830 h 6858000"/>
              <a:gd name="connsiteX330" fmla="*/ 5073620 w 7467600"/>
              <a:gd name="connsiteY330" fmla="*/ 5955437 h 6858000"/>
              <a:gd name="connsiteX331" fmla="*/ 4689789 w 7467600"/>
              <a:gd name="connsiteY331" fmla="*/ 6268382 h 6858000"/>
              <a:gd name="connsiteX332" fmla="*/ 4418722 w 7467600"/>
              <a:gd name="connsiteY332" fmla="*/ 6570886 h 6858000"/>
              <a:gd name="connsiteX333" fmla="*/ 4214944 w 7467600"/>
              <a:gd name="connsiteY333" fmla="*/ 6858000 h 6858000"/>
              <a:gd name="connsiteX334" fmla="*/ 4177898 w 7467600"/>
              <a:gd name="connsiteY334" fmla="*/ 6858000 h 6858000"/>
              <a:gd name="connsiteX335" fmla="*/ 4391597 w 7467600"/>
              <a:gd name="connsiteY335" fmla="*/ 6556370 h 6858000"/>
              <a:gd name="connsiteX336" fmla="*/ 4668889 w 7467600"/>
              <a:gd name="connsiteY336" fmla="*/ 6246399 h 6858000"/>
              <a:gd name="connsiteX337" fmla="*/ 5055427 w 7467600"/>
              <a:gd name="connsiteY337" fmla="*/ 5931476 h 6858000"/>
              <a:gd name="connsiteX338" fmla="*/ 5371814 w 7467600"/>
              <a:gd name="connsiteY338" fmla="*/ 5678975 h 6858000"/>
              <a:gd name="connsiteX339" fmla="*/ 4987918 w 7467600"/>
              <a:gd name="connsiteY339" fmla="*/ 5838701 h 6858000"/>
              <a:gd name="connsiteX340" fmla="*/ 4317146 w 7467600"/>
              <a:gd name="connsiteY340" fmla="*/ 6587716 h 6858000"/>
              <a:gd name="connsiteX341" fmla="*/ 4171627 w 7467600"/>
              <a:gd name="connsiteY341" fmla="*/ 6858000 h 6858000"/>
              <a:gd name="connsiteX342" fmla="*/ 4081585 w 7467600"/>
              <a:gd name="connsiteY342" fmla="*/ 6858000 h 6858000"/>
              <a:gd name="connsiteX343" fmla="*/ 4238603 w 7467600"/>
              <a:gd name="connsiteY343" fmla="*/ 6559341 h 6858000"/>
              <a:gd name="connsiteX344" fmla="*/ 4778333 w 7467600"/>
              <a:gd name="connsiteY344" fmla="*/ 5873626 h 6858000"/>
              <a:gd name="connsiteX345" fmla="*/ 5414185 w 7467600"/>
              <a:gd name="connsiteY345" fmla="*/ 5573882 h 6858000"/>
              <a:gd name="connsiteX346" fmla="*/ 5959648 w 7467600"/>
              <a:gd name="connsiteY346" fmla="*/ 4760797 h 6858000"/>
              <a:gd name="connsiteX347" fmla="*/ 5355019 w 7467600"/>
              <a:gd name="connsiteY347" fmla="*/ 4734672 h 6858000"/>
              <a:gd name="connsiteX348" fmla="*/ 5083565 w 7467600"/>
              <a:gd name="connsiteY348" fmla="*/ 5179121 h 6858000"/>
              <a:gd name="connsiteX349" fmla="*/ 4713577 w 7467600"/>
              <a:gd name="connsiteY349" fmla="*/ 5616803 h 6858000"/>
              <a:gd name="connsiteX350" fmla="*/ 3989559 w 7467600"/>
              <a:gd name="connsiteY350" fmla="*/ 6145945 h 6858000"/>
              <a:gd name="connsiteX351" fmla="*/ 3939824 w 7467600"/>
              <a:gd name="connsiteY351" fmla="*/ 6066900 h 6858000"/>
              <a:gd name="connsiteX352" fmla="*/ 4584537 w 7467600"/>
              <a:gd name="connsiteY352" fmla="*/ 5324826 h 6858000"/>
              <a:gd name="connsiteX353" fmla="*/ 5037105 w 7467600"/>
              <a:gd name="connsiteY353" fmla="*/ 5088765 h 6858000"/>
              <a:gd name="connsiteX354" fmla="*/ 5039930 w 7467600"/>
              <a:gd name="connsiteY354" fmla="*/ 5089585 h 6858000"/>
              <a:gd name="connsiteX355" fmla="*/ 5263764 w 7467600"/>
              <a:gd name="connsiteY355" fmla="*/ 4735525 h 6858000"/>
              <a:gd name="connsiteX356" fmla="*/ 4086300 w 7467600"/>
              <a:gd name="connsiteY356" fmla="*/ 4884599 h 6858000"/>
              <a:gd name="connsiteX357" fmla="*/ 4085485 w 7467600"/>
              <a:gd name="connsiteY357" fmla="*/ 4899070 h 6858000"/>
              <a:gd name="connsiteX358" fmla="*/ 3871915 w 7467600"/>
              <a:gd name="connsiteY358" fmla="*/ 5253645 h 6858000"/>
              <a:gd name="connsiteX359" fmla="*/ 3799374 w 7467600"/>
              <a:gd name="connsiteY359" fmla="*/ 5466127 h 6858000"/>
              <a:gd name="connsiteX360" fmla="*/ 3498850 w 7467600"/>
              <a:gd name="connsiteY360" fmla="*/ 6661888 h 6858000"/>
              <a:gd name="connsiteX361" fmla="*/ 3399216 w 7467600"/>
              <a:gd name="connsiteY361" fmla="*/ 6858000 h 6858000"/>
              <a:gd name="connsiteX362" fmla="*/ 3303688 w 7467600"/>
              <a:gd name="connsiteY362" fmla="*/ 6858000 h 6858000"/>
              <a:gd name="connsiteX363" fmla="*/ 3391774 w 7467600"/>
              <a:gd name="connsiteY363" fmla="*/ 6697181 h 6858000"/>
              <a:gd name="connsiteX364" fmla="*/ 3735540 w 7467600"/>
              <a:gd name="connsiteY364" fmla="*/ 5546923 h 6858000"/>
              <a:gd name="connsiteX365" fmla="*/ 3729438 w 7467600"/>
              <a:gd name="connsiteY365" fmla="*/ 5569058 h 6858000"/>
              <a:gd name="connsiteX366" fmla="*/ 3707782 w 7467600"/>
              <a:gd name="connsiteY366" fmla="*/ 5644908 h 6858000"/>
              <a:gd name="connsiteX367" fmla="*/ 3583827 w 7467600"/>
              <a:gd name="connsiteY367" fmla="*/ 6039215 h 6858000"/>
              <a:gd name="connsiteX368" fmla="*/ 3547861 w 7467600"/>
              <a:gd name="connsiteY368" fmla="*/ 6129609 h 6858000"/>
              <a:gd name="connsiteX369" fmla="*/ 3490905 w 7467600"/>
              <a:gd name="connsiteY369" fmla="*/ 6277660 h 6858000"/>
              <a:gd name="connsiteX370" fmla="*/ 3455859 w 7467600"/>
              <a:gd name="connsiteY370" fmla="*/ 6391301 h 6858000"/>
              <a:gd name="connsiteX371" fmla="*/ 3429112 w 7467600"/>
              <a:gd name="connsiteY371" fmla="*/ 6479469 h 6858000"/>
              <a:gd name="connsiteX372" fmla="*/ 3304862 w 7467600"/>
              <a:gd name="connsiteY372" fmla="*/ 6796476 h 6858000"/>
              <a:gd name="connsiteX373" fmla="*/ 3276071 w 7467600"/>
              <a:gd name="connsiteY373" fmla="*/ 6858000 h 6858000"/>
              <a:gd name="connsiteX374" fmla="*/ 3240805 w 7467600"/>
              <a:gd name="connsiteY374" fmla="*/ 6858000 h 6858000"/>
              <a:gd name="connsiteX375" fmla="*/ 3275917 w 7467600"/>
              <a:gd name="connsiteY375" fmla="*/ 6783192 h 6858000"/>
              <a:gd name="connsiteX376" fmla="*/ 3399358 w 7467600"/>
              <a:gd name="connsiteY376" fmla="*/ 6469011 h 6858000"/>
              <a:gd name="connsiteX377" fmla="*/ 3425650 w 7467600"/>
              <a:gd name="connsiteY377" fmla="*/ 6381333 h 6858000"/>
              <a:gd name="connsiteX378" fmla="*/ 3460661 w 7467600"/>
              <a:gd name="connsiteY378" fmla="*/ 6266763 h 6858000"/>
              <a:gd name="connsiteX379" fmla="*/ 3518021 w 7467600"/>
              <a:gd name="connsiteY379" fmla="*/ 6117298 h 6858000"/>
              <a:gd name="connsiteX380" fmla="*/ 3554035 w 7467600"/>
              <a:gd name="connsiteY380" fmla="*/ 6027832 h 6858000"/>
              <a:gd name="connsiteX381" fmla="*/ 3677174 w 7467600"/>
              <a:gd name="connsiteY381" fmla="*/ 5636351 h 6858000"/>
              <a:gd name="connsiteX382" fmla="*/ 3698819 w 7467600"/>
              <a:gd name="connsiteY382" fmla="*/ 5560503 h 6858000"/>
              <a:gd name="connsiteX383" fmla="*/ 3702094 w 7467600"/>
              <a:gd name="connsiteY383" fmla="*/ 5549194 h 6858000"/>
              <a:gd name="connsiteX384" fmla="*/ 3398355 w 7467600"/>
              <a:gd name="connsiteY384" fmla="*/ 6094603 h 6858000"/>
              <a:gd name="connsiteX385" fmla="*/ 3193941 w 7467600"/>
              <a:gd name="connsiteY385" fmla="*/ 6798775 h 6858000"/>
              <a:gd name="connsiteX386" fmla="*/ 3184140 w 7467600"/>
              <a:gd name="connsiteY386" fmla="*/ 6858000 h 6858000"/>
              <a:gd name="connsiteX387" fmla="*/ 3099978 w 7467600"/>
              <a:gd name="connsiteY387" fmla="*/ 6858000 h 6858000"/>
              <a:gd name="connsiteX388" fmla="*/ 3101556 w 7467600"/>
              <a:gd name="connsiteY388" fmla="*/ 6843337 h 6858000"/>
              <a:gd name="connsiteX389" fmla="*/ 3370162 w 7467600"/>
              <a:gd name="connsiteY389" fmla="*/ 5785550 h 6858000"/>
              <a:gd name="connsiteX390" fmla="*/ 3746477 w 7467600"/>
              <a:gd name="connsiteY390" fmla="*/ 5377889 h 6858000"/>
              <a:gd name="connsiteX391" fmla="*/ 3863399 w 7467600"/>
              <a:gd name="connsiteY391" fmla="*/ 5087257 h 6858000"/>
              <a:gd name="connsiteX392" fmla="*/ 3968712 w 7467600"/>
              <a:gd name="connsiteY392" fmla="*/ 4913989 h 6858000"/>
              <a:gd name="connsiteX393" fmla="*/ 2792390 w 7467600"/>
              <a:gd name="connsiteY393" fmla="*/ 5382974 h 6858000"/>
              <a:gd name="connsiteX394" fmla="*/ 2714982 w 7467600"/>
              <a:gd name="connsiteY394" fmla="*/ 5427051 h 6858000"/>
              <a:gd name="connsiteX395" fmla="*/ 2813361 w 7467600"/>
              <a:gd name="connsiteY395" fmla="*/ 6023912 h 6858000"/>
              <a:gd name="connsiteX396" fmla="*/ 2688430 w 7467600"/>
              <a:gd name="connsiteY396" fmla="*/ 6801564 h 6858000"/>
              <a:gd name="connsiteX397" fmla="*/ 2629626 w 7467600"/>
              <a:gd name="connsiteY397" fmla="*/ 6763394 h 6858000"/>
              <a:gd name="connsiteX398" fmla="*/ 2565328 w 7467600"/>
              <a:gd name="connsiteY398" fmla="*/ 5516399 h 6858000"/>
              <a:gd name="connsiteX399" fmla="*/ 1922999 w 7467600"/>
              <a:gd name="connsiteY399" fmla="*/ 5980343 h 6858000"/>
              <a:gd name="connsiteX400" fmla="*/ 1950261 w 7467600"/>
              <a:gd name="connsiteY400" fmla="*/ 6405858 h 6858000"/>
              <a:gd name="connsiteX401" fmla="*/ 2365554 w 7467600"/>
              <a:gd name="connsiteY401" fmla="*/ 6759107 h 6858000"/>
              <a:gd name="connsiteX402" fmla="*/ 2424142 w 7467600"/>
              <a:gd name="connsiteY402" fmla="*/ 6858000 h 6858000"/>
              <a:gd name="connsiteX403" fmla="*/ 2395994 w 7467600"/>
              <a:gd name="connsiteY403" fmla="*/ 6858000 h 6858000"/>
              <a:gd name="connsiteX404" fmla="*/ 2392863 w 7467600"/>
              <a:gd name="connsiteY404" fmla="*/ 6852964 h 6858000"/>
              <a:gd name="connsiteX405" fmla="*/ 2017589 w 7467600"/>
              <a:gd name="connsiteY405" fmla="*/ 6493982 h 6858000"/>
              <a:gd name="connsiteX406" fmla="*/ 2147336 w 7467600"/>
              <a:gd name="connsiteY406" fmla="*/ 6594052 h 6858000"/>
              <a:gd name="connsiteX407" fmla="*/ 2207047 w 7467600"/>
              <a:gd name="connsiteY407" fmla="*/ 6654540 h 6858000"/>
              <a:gd name="connsiteX408" fmla="*/ 2299106 w 7467600"/>
              <a:gd name="connsiteY408" fmla="*/ 6778931 h 6858000"/>
              <a:gd name="connsiteX409" fmla="*/ 2314430 w 7467600"/>
              <a:gd name="connsiteY409" fmla="*/ 6801144 h 6858000"/>
              <a:gd name="connsiteX410" fmla="*/ 2352406 w 7467600"/>
              <a:gd name="connsiteY410" fmla="*/ 6858000 h 6858000"/>
              <a:gd name="connsiteX411" fmla="*/ 2314492 w 7467600"/>
              <a:gd name="connsiteY411" fmla="*/ 6858000 h 6858000"/>
              <a:gd name="connsiteX412" fmla="*/ 2288095 w 7467600"/>
              <a:gd name="connsiteY412" fmla="*/ 6818030 h 6858000"/>
              <a:gd name="connsiteX413" fmla="*/ 2272768 w 7467600"/>
              <a:gd name="connsiteY413" fmla="*/ 6795822 h 6858000"/>
              <a:gd name="connsiteX414" fmla="*/ 2182715 w 7467600"/>
              <a:gd name="connsiteY414" fmla="*/ 6675071 h 6858000"/>
              <a:gd name="connsiteX415" fmla="*/ 2032061 w 7467600"/>
              <a:gd name="connsiteY415" fmla="*/ 6541380 h 6858000"/>
              <a:gd name="connsiteX416" fmla="*/ 2257220 w 7467600"/>
              <a:gd name="connsiteY416" fmla="*/ 6826257 h 6858000"/>
              <a:gd name="connsiteX417" fmla="*/ 2281324 w 7467600"/>
              <a:gd name="connsiteY417" fmla="*/ 6858000 h 6858000"/>
              <a:gd name="connsiteX418" fmla="*/ 2242860 w 7467600"/>
              <a:gd name="connsiteY418" fmla="*/ 6858000 h 6858000"/>
              <a:gd name="connsiteX419" fmla="*/ 2232818 w 7467600"/>
              <a:gd name="connsiteY419" fmla="*/ 6844926 h 6858000"/>
              <a:gd name="connsiteX420" fmla="*/ 1990172 w 7467600"/>
              <a:gd name="connsiteY420" fmla="*/ 6542121 h 6858000"/>
              <a:gd name="connsiteX421" fmla="*/ 2124090 w 7467600"/>
              <a:gd name="connsiteY421" fmla="*/ 6761017 h 6858000"/>
              <a:gd name="connsiteX422" fmla="*/ 2200380 w 7467600"/>
              <a:gd name="connsiteY422" fmla="*/ 6858000 h 6858000"/>
              <a:gd name="connsiteX423" fmla="*/ 2147507 w 7467600"/>
              <a:gd name="connsiteY423" fmla="*/ 6858000 h 6858000"/>
              <a:gd name="connsiteX424" fmla="*/ 2070668 w 7467600"/>
              <a:gd name="connsiteY424" fmla="*/ 6761520 h 6858000"/>
              <a:gd name="connsiteX425" fmla="*/ 1975142 w 7467600"/>
              <a:gd name="connsiteY425" fmla="*/ 6585570 h 6858000"/>
              <a:gd name="connsiteX426" fmla="*/ 2050035 w 7467600"/>
              <a:gd name="connsiteY426" fmla="*/ 6813345 h 6858000"/>
              <a:gd name="connsiteX427" fmla="*/ 2063025 w 7467600"/>
              <a:gd name="connsiteY427" fmla="*/ 6858000 h 6858000"/>
              <a:gd name="connsiteX428" fmla="*/ 2021675 w 7467600"/>
              <a:gd name="connsiteY428" fmla="*/ 6858000 h 6858000"/>
              <a:gd name="connsiteX429" fmla="*/ 2019308 w 7467600"/>
              <a:gd name="connsiteY429" fmla="*/ 6847118 h 6858000"/>
              <a:gd name="connsiteX430" fmla="*/ 1938835 w 7467600"/>
              <a:gd name="connsiteY430" fmla="*/ 6551160 h 6858000"/>
              <a:gd name="connsiteX431" fmla="*/ 1953230 w 7467600"/>
              <a:gd name="connsiteY431" fmla="*/ 6759699 h 6858000"/>
              <a:gd name="connsiteX432" fmla="*/ 1956763 w 7467600"/>
              <a:gd name="connsiteY432" fmla="*/ 6778191 h 6858000"/>
              <a:gd name="connsiteX433" fmla="*/ 1967925 w 7467600"/>
              <a:gd name="connsiteY433" fmla="*/ 6858000 h 6858000"/>
              <a:gd name="connsiteX434" fmla="*/ 1936622 w 7467600"/>
              <a:gd name="connsiteY434" fmla="*/ 6858000 h 6858000"/>
              <a:gd name="connsiteX435" fmla="*/ 1926261 w 7467600"/>
              <a:gd name="connsiteY435" fmla="*/ 6784064 h 6858000"/>
              <a:gd name="connsiteX436" fmla="*/ 1922724 w 7467600"/>
              <a:gd name="connsiteY436" fmla="*/ 6765577 h 6858000"/>
              <a:gd name="connsiteX437" fmla="*/ 1904650 w 7467600"/>
              <a:gd name="connsiteY437" fmla="*/ 6639616 h 6858000"/>
              <a:gd name="connsiteX438" fmla="*/ 1885273 w 7467600"/>
              <a:gd name="connsiteY438" fmla="*/ 6858000 h 6858000"/>
              <a:gd name="connsiteX439" fmla="*/ 1854363 w 7467600"/>
              <a:gd name="connsiteY439" fmla="*/ 6858000 h 6858000"/>
              <a:gd name="connsiteX440" fmla="*/ 1880391 w 7467600"/>
              <a:gd name="connsiteY440" fmla="*/ 6603796 h 6858000"/>
              <a:gd name="connsiteX441" fmla="*/ 1818273 w 7467600"/>
              <a:gd name="connsiteY441" fmla="*/ 6715729 h 6858000"/>
              <a:gd name="connsiteX442" fmla="*/ 1794691 w 7467600"/>
              <a:gd name="connsiteY442" fmla="*/ 6843239 h 6858000"/>
              <a:gd name="connsiteX443" fmla="*/ 1794914 w 7467600"/>
              <a:gd name="connsiteY443" fmla="*/ 6858000 h 6858000"/>
              <a:gd name="connsiteX444" fmla="*/ 1746128 w 7467600"/>
              <a:gd name="connsiteY444" fmla="*/ 6858000 h 6858000"/>
              <a:gd name="connsiteX445" fmla="*/ 1753934 w 7467600"/>
              <a:gd name="connsiteY445" fmla="*/ 6724796 h 6858000"/>
              <a:gd name="connsiteX446" fmla="*/ 1792053 w 7467600"/>
              <a:gd name="connsiteY446" fmla="*/ 6572396 h 6858000"/>
              <a:gd name="connsiteX447" fmla="*/ 1862248 w 7467600"/>
              <a:gd name="connsiteY447" fmla="*/ 6266397 h 6858000"/>
              <a:gd name="connsiteX448" fmla="*/ 1862250 w 7467600"/>
              <a:gd name="connsiteY448" fmla="*/ 6033531 h 6858000"/>
              <a:gd name="connsiteX449" fmla="*/ 1211999 w 7467600"/>
              <a:gd name="connsiteY449" fmla="*/ 6683610 h 6858000"/>
              <a:gd name="connsiteX450" fmla="*/ 1213266 w 7467600"/>
              <a:gd name="connsiteY450" fmla="*/ 6691947 h 6858000"/>
              <a:gd name="connsiteX451" fmla="*/ 1203370 w 7467600"/>
              <a:gd name="connsiteY451" fmla="*/ 6850676 h 6858000"/>
              <a:gd name="connsiteX452" fmla="*/ 1203671 w 7467600"/>
              <a:gd name="connsiteY452" fmla="*/ 6858000 h 6858000"/>
              <a:gd name="connsiteX453" fmla="*/ 1143180 w 7467600"/>
              <a:gd name="connsiteY453" fmla="*/ 6858000 h 6858000"/>
              <a:gd name="connsiteX454" fmla="*/ 1142176 w 7467600"/>
              <a:gd name="connsiteY454" fmla="*/ 6766045 h 6858000"/>
              <a:gd name="connsiteX455" fmla="*/ 1067484 w 7467600"/>
              <a:gd name="connsiteY455" fmla="*/ 6858000 h 6858000"/>
              <a:gd name="connsiteX456" fmla="*/ 953928 w 7467600"/>
              <a:gd name="connsiteY456" fmla="*/ 6858000 h 6858000"/>
              <a:gd name="connsiteX457" fmla="*/ 959715 w 7467600"/>
              <a:gd name="connsiteY457" fmla="*/ 6850185 h 6858000"/>
              <a:gd name="connsiteX458" fmla="*/ 1483788 w 7467600"/>
              <a:gd name="connsiteY458" fmla="*/ 6259174 h 6858000"/>
              <a:gd name="connsiteX459" fmla="*/ 1100671 w 7467600"/>
              <a:gd name="connsiteY459" fmla="*/ 6252137 h 6858000"/>
              <a:gd name="connsiteX460" fmla="*/ 1090144 w 7467600"/>
              <a:gd name="connsiteY460" fmla="*/ 6256748 h 6858000"/>
              <a:gd name="connsiteX461" fmla="*/ 1095872 w 7467600"/>
              <a:gd name="connsiteY461" fmla="*/ 6271892 h 6858000"/>
              <a:gd name="connsiteX462" fmla="*/ 262785 w 7467600"/>
              <a:gd name="connsiteY462" fmla="*/ 6845450 h 6858000"/>
              <a:gd name="connsiteX463" fmla="*/ 209968 w 7467600"/>
              <a:gd name="connsiteY463" fmla="*/ 6770713 h 6858000"/>
              <a:gd name="connsiteX464" fmla="*/ 873460 w 7467600"/>
              <a:gd name="connsiteY464" fmla="*/ 6253768 h 6858000"/>
              <a:gd name="connsiteX465" fmla="*/ 192686 w 7467600"/>
              <a:gd name="connsiteY465" fmla="*/ 5849257 h 6858000"/>
              <a:gd name="connsiteX466" fmla="*/ 4696 w 7467600"/>
              <a:gd name="connsiteY466" fmla="*/ 5697668 h 6858000"/>
              <a:gd name="connsiteX467" fmla="*/ 0 w 7467600"/>
              <a:gd name="connsiteY467" fmla="*/ 5689984 h 6858000"/>
              <a:gd name="connsiteX468" fmla="*/ 0 w 7467600"/>
              <a:gd name="connsiteY468" fmla="*/ 5513472 h 6858000"/>
              <a:gd name="connsiteX469" fmla="*/ 174101 w 7467600"/>
              <a:gd name="connsiteY469" fmla="*/ 5620277 h 6858000"/>
              <a:gd name="connsiteX470" fmla="*/ 891800 w 7467600"/>
              <a:gd name="connsiteY470" fmla="*/ 6036935 h 6858000"/>
              <a:gd name="connsiteX471" fmla="*/ 1072219 w 7467600"/>
              <a:gd name="connsiteY471" fmla="*/ 6169443 h 6858000"/>
              <a:gd name="connsiteX472" fmla="*/ 1074117 w 7467600"/>
              <a:gd name="connsiteY472" fmla="*/ 6170301 h 6858000"/>
              <a:gd name="connsiteX473" fmla="*/ 1083114 w 7467600"/>
              <a:gd name="connsiteY473" fmla="*/ 6174131 h 6858000"/>
              <a:gd name="connsiteX474" fmla="*/ 1543010 w 7467600"/>
              <a:gd name="connsiteY474" fmla="*/ 6191140 h 6858000"/>
              <a:gd name="connsiteX475" fmla="*/ 1551080 w 7467600"/>
              <a:gd name="connsiteY475" fmla="*/ 6195006 h 6858000"/>
              <a:gd name="connsiteX476" fmla="*/ 2345443 w 7467600"/>
              <a:gd name="connsiteY476" fmla="*/ 5549882 h 6858000"/>
              <a:gd name="connsiteX477" fmla="*/ 1721499 w 7467600"/>
              <a:gd name="connsiteY477" fmla="*/ 5599969 h 6858000"/>
              <a:gd name="connsiteX478" fmla="*/ 767716 w 7467600"/>
              <a:gd name="connsiteY478" fmla="*/ 5472768 h 6858000"/>
              <a:gd name="connsiteX479" fmla="*/ 722147 w 7467600"/>
              <a:gd name="connsiteY479" fmla="*/ 5393091 h 6858000"/>
              <a:gd name="connsiteX480" fmla="*/ 1485552 w 7467600"/>
              <a:gd name="connsiteY480" fmla="*/ 5313202 h 6858000"/>
              <a:gd name="connsiteX481" fmla="*/ 2143004 w 7467600"/>
              <a:gd name="connsiteY481" fmla="*/ 5402420 h 6858000"/>
              <a:gd name="connsiteX482" fmla="*/ 1933391 w 7467600"/>
              <a:gd name="connsiteY482" fmla="*/ 5156971 h 6858000"/>
              <a:gd name="connsiteX483" fmla="*/ 1827118 w 7467600"/>
              <a:gd name="connsiteY483" fmla="*/ 4968410 h 6858000"/>
              <a:gd name="connsiteX484" fmla="*/ 1837349 w 7467600"/>
              <a:gd name="connsiteY484" fmla="*/ 4956357 h 6858000"/>
              <a:gd name="connsiteX485" fmla="*/ 2162835 w 7467600"/>
              <a:gd name="connsiteY485" fmla="*/ 5187853 h 6858000"/>
              <a:gd name="connsiteX486" fmla="*/ 2257167 w 7467600"/>
              <a:gd name="connsiteY486" fmla="*/ 5462123 h 6858000"/>
              <a:gd name="connsiteX487" fmla="*/ 2261598 w 7467600"/>
              <a:gd name="connsiteY487" fmla="*/ 5467998 h 6858000"/>
              <a:gd name="connsiteX488" fmla="*/ 2437177 w 7467600"/>
              <a:gd name="connsiteY488" fmla="*/ 5479608 h 6858000"/>
              <a:gd name="connsiteX489" fmla="*/ 2445247 w 7467600"/>
              <a:gd name="connsiteY489" fmla="*/ 5483476 h 6858000"/>
              <a:gd name="connsiteX490" fmla="*/ 2743626 w 7467600"/>
              <a:gd name="connsiteY490" fmla="*/ 5304819 h 6858000"/>
              <a:gd name="connsiteX491" fmla="*/ 3048102 w 7467600"/>
              <a:gd name="connsiteY491" fmla="*/ 5150595 h 6858000"/>
              <a:gd name="connsiteX492" fmla="*/ 1799414 w 7467600"/>
              <a:gd name="connsiteY492" fmla="*/ 4694732 h 6858000"/>
              <a:gd name="connsiteX493" fmla="*/ 1771735 w 7467600"/>
              <a:gd name="connsiteY493" fmla="*/ 4619929 h 6858000"/>
              <a:gd name="connsiteX494" fmla="*/ 3104273 w 7467600"/>
              <a:gd name="connsiteY494" fmla="*/ 5076159 h 6858000"/>
              <a:gd name="connsiteX495" fmla="*/ 3113245 w 7467600"/>
              <a:gd name="connsiteY495" fmla="*/ 5090705 h 6858000"/>
              <a:gd name="connsiteX496" fmla="*/ 3126294 w 7467600"/>
              <a:gd name="connsiteY496" fmla="*/ 5114400 h 6858000"/>
              <a:gd name="connsiteX497" fmla="*/ 3937433 w 7467600"/>
              <a:gd name="connsiteY497" fmla="*/ 4830473 h 6858000"/>
              <a:gd name="connsiteX498" fmla="*/ 3590475 w 7467600"/>
              <a:gd name="connsiteY498" fmla="*/ 4597974 h 6858000"/>
              <a:gd name="connsiteX499" fmla="*/ 3100264 w 7467600"/>
              <a:gd name="connsiteY499" fmla="*/ 4579845 h 6858000"/>
              <a:gd name="connsiteX500" fmla="*/ 2183576 w 7467600"/>
              <a:gd name="connsiteY500" fmla="*/ 4227150 h 6858000"/>
              <a:gd name="connsiteX501" fmla="*/ 2151029 w 7467600"/>
              <a:gd name="connsiteY501" fmla="*/ 4146947 h 6858000"/>
              <a:gd name="connsiteX502" fmla="*/ 3563434 w 7467600"/>
              <a:gd name="connsiteY502" fmla="*/ 4469115 h 6858000"/>
              <a:gd name="connsiteX503" fmla="*/ 3177952 w 7467600"/>
              <a:gd name="connsiteY503" fmla="*/ 3657386 h 6858000"/>
              <a:gd name="connsiteX504" fmla="*/ 3189263 w 7467600"/>
              <a:gd name="connsiteY504" fmla="*/ 3625726 h 6858000"/>
              <a:gd name="connsiteX505" fmla="*/ 3560912 w 7467600"/>
              <a:gd name="connsiteY505" fmla="*/ 4079863 h 6858000"/>
              <a:gd name="connsiteX506" fmla="*/ 3626636 w 7467600"/>
              <a:gd name="connsiteY506" fmla="*/ 4512230 h 6858000"/>
              <a:gd name="connsiteX507" fmla="*/ 3653088 w 7467600"/>
              <a:gd name="connsiteY507" fmla="*/ 4521417 h 6858000"/>
              <a:gd name="connsiteX508" fmla="*/ 3988128 w 7467600"/>
              <a:gd name="connsiteY508" fmla="*/ 4817267 h 6858000"/>
              <a:gd name="connsiteX509" fmla="*/ 4830582 w 7467600"/>
              <a:gd name="connsiteY509" fmla="*/ 4676000 h 6858000"/>
              <a:gd name="connsiteX510" fmla="*/ 4830100 w 7467600"/>
              <a:gd name="connsiteY510" fmla="*/ 4675554 h 6858000"/>
              <a:gd name="connsiteX511" fmla="*/ 4036318 w 7467600"/>
              <a:gd name="connsiteY511" fmla="*/ 4147013 h 6858000"/>
              <a:gd name="connsiteX512" fmla="*/ 3432098 w 7467600"/>
              <a:gd name="connsiteY512" fmla="*/ 3537312 h 6858000"/>
              <a:gd name="connsiteX513" fmla="*/ 3446761 w 7467600"/>
              <a:gd name="connsiteY513" fmla="*/ 3461278 h 6858000"/>
              <a:gd name="connsiteX514" fmla="*/ 4419733 w 7467600"/>
              <a:gd name="connsiteY514" fmla="*/ 3963555 h 6858000"/>
              <a:gd name="connsiteX515" fmla="*/ 4781371 w 7467600"/>
              <a:gd name="connsiteY515" fmla="*/ 4458604 h 6858000"/>
              <a:gd name="connsiteX516" fmla="*/ 4780440 w 7467600"/>
              <a:gd name="connsiteY516" fmla="*/ 4470290 h 6858000"/>
              <a:gd name="connsiteX517" fmla="*/ 4898954 w 7467600"/>
              <a:gd name="connsiteY517" fmla="*/ 4662092 h 6858000"/>
              <a:gd name="connsiteX518" fmla="*/ 4900699 w 7467600"/>
              <a:gd name="connsiteY518" fmla="*/ 4670867 h 6858000"/>
              <a:gd name="connsiteX519" fmla="*/ 5714511 w 7467600"/>
              <a:gd name="connsiteY519" fmla="*/ 4663483 h 6858000"/>
              <a:gd name="connsiteX520" fmla="*/ 5464793 w 7467600"/>
              <a:gd name="connsiteY520" fmla="*/ 4393556 h 6858000"/>
              <a:gd name="connsiteX521" fmla="*/ 5461897 w 7467600"/>
              <a:gd name="connsiteY521" fmla="*/ 4390879 h 6858000"/>
              <a:gd name="connsiteX522" fmla="*/ 4294126 w 7467600"/>
              <a:gd name="connsiteY522" fmla="*/ 3303048 h 6858000"/>
              <a:gd name="connsiteX523" fmla="*/ 4305321 w 7467600"/>
              <a:gd name="connsiteY523" fmla="*/ 3256953 h 6858000"/>
              <a:gd name="connsiteX524" fmla="*/ 4949299 w 7467600"/>
              <a:gd name="connsiteY524" fmla="*/ 3766336 h 6858000"/>
              <a:gd name="connsiteX525" fmla="*/ 5291452 w 7467600"/>
              <a:gd name="connsiteY525" fmla="*/ 4076801 h 6858000"/>
              <a:gd name="connsiteX526" fmla="*/ 5434998 w 7467600"/>
              <a:gd name="connsiteY526" fmla="*/ 4254100 h 6858000"/>
              <a:gd name="connsiteX527" fmla="*/ 5351015 w 7467600"/>
              <a:gd name="connsiteY527" fmla="*/ 3760989 h 6858000"/>
              <a:gd name="connsiteX528" fmla="*/ 5413780 w 7467600"/>
              <a:gd name="connsiteY528" fmla="*/ 2966265 h 6858000"/>
              <a:gd name="connsiteX529" fmla="*/ 5425627 w 7467600"/>
              <a:gd name="connsiteY529" fmla="*/ 2954192 h 6858000"/>
              <a:gd name="connsiteX530" fmla="*/ 6604735 w 7467600"/>
              <a:gd name="connsiteY530" fmla="*/ 2041381 h 6858000"/>
              <a:gd name="connsiteX531" fmla="*/ 7204487 w 7467600"/>
              <a:gd name="connsiteY531" fmla="*/ 2742112 h 6858000"/>
              <a:gd name="connsiteX532" fmla="*/ 7131592 w 7467600"/>
              <a:gd name="connsiteY532" fmla="*/ 2672096 h 6858000"/>
              <a:gd name="connsiteX533" fmla="*/ 6996344 w 7467600"/>
              <a:gd name="connsiteY533" fmla="*/ 2518310 h 6858000"/>
              <a:gd name="connsiteX534" fmla="*/ 6735495 w 7467600"/>
              <a:gd name="connsiteY534" fmla="*/ 2196890 h 6858000"/>
              <a:gd name="connsiteX535" fmla="*/ 6721901 w 7467600"/>
              <a:gd name="connsiteY535" fmla="*/ 2179274 h 6858000"/>
              <a:gd name="connsiteX536" fmla="*/ 6604735 w 7467600"/>
              <a:gd name="connsiteY536" fmla="*/ 2041381 h 6858000"/>
              <a:gd name="connsiteX537" fmla="*/ 6591670 w 7467600"/>
              <a:gd name="connsiteY537" fmla="*/ 1988277 h 6858000"/>
              <a:gd name="connsiteX538" fmla="*/ 6747349 w 7467600"/>
              <a:gd name="connsiteY538" fmla="*/ 2160069 h 6858000"/>
              <a:gd name="connsiteX539" fmla="*/ 6760943 w 7467600"/>
              <a:gd name="connsiteY539" fmla="*/ 2177686 h 6858000"/>
              <a:gd name="connsiteX540" fmla="*/ 7021065 w 7467600"/>
              <a:gd name="connsiteY540" fmla="*/ 2498102 h 6858000"/>
              <a:gd name="connsiteX541" fmla="*/ 7155223 w 7467600"/>
              <a:gd name="connsiteY541" fmla="*/ 2650386 h 6858000"/>
              <a:gd name="connsiteX542" fmla="*/ 7203167 w 7467600"/>
              <a:gd name="connsiteY542" fmla="*/ 2697288 h 6858000"/>
              <a:gd name="connsiteX543" fmla="*/ 6937703 w 7467600"/>
              <a:gd name="connsiteY543" fmla="*/ 2321981 h 6858000"/>
              <a:gd name="connsiteX544" fmla="*/ 6591670 w 7467600"/>
              <a:gd name="connsiteY544" fmla="*/ 1988277 h 6858000"/>
              <a:gd name="connsiteX545" fmla="*/ 5798671 w 7467600"/>
              <a:gd name="connsiteY545" fmla="*/ 1981601 h 6858000"/>
              <a:gd name="connsiteX546" fmla="*/ 5754709 w 7467600"/>
              <a:gd name="connsiteY546" fmla="*/ 2071454 h 6858000"/>
              <a:gd name="connsiteX547" fmla="*/ 5763044 w 7467600"/>
              <a:gd name="connsiteY547" fmla="*/ 2842206 h 6858000"/>
              <a:gd name="connsiteX548" fmla="*/ 5764974 w 7467600"/>
              <a:gd name="connsiteY548" fmla="*/ 2799609 h 6858000"/>
              <a:gd name="connsiteX549" fmla="*/ 5767665 w 7467600"/>
              <a:gd name="connsiteY549" fmla="*/ 2666409 h 6858000"/>
              <a:gd name="connsiteX550" fmla="*/ 5763055 w 7467600"/>
              <a:gd name="connsiteY550" fmla="*/ 2579705 h 6858000"/>
              <a:gd name="connsiteX551" fmla="*/ 5758079 w 7467600"/>
              <a:gd name="connsiteY551" fmla="*/ 2492508 h 6858000"/>
              <a:gd name="connsiteX552" fmla="*/ 5779325 w 7467600"/>
              <a:gd name="connsiteY552" fmla="*/ 2197069 h 6858000"/>
              <a:gd name="connsiteX553" fmla="*/ 5798671 w 7467600"/>
              <a:gd name="connsiteY553" fmla="*/ 1981601 h 6858000"/>
              <a:gd name="connsiteX554" fmla="*/ 5829202 w 7467600"/>
              <a:gd name="connsiteY554" fmla="*/ 1971679 h 6858000"/>
              <a:gd name="connsiteX555" fmla="*/ 5809558 w 7467600"/>
              <a:gd name="connsiteY555" fmla="*/ 2198043 h 6858000"/>
              <a:gd name="connsiteX556" fmla="*/ 5788653 w 7467600"/>
              <a:gd name="connsiteY556" fmla="*/ 2489430 h 6858000"/>
              <a:gd name="connsiteX557" fmla="*/ 5793439 w 7467600"/>
              <a:gd name="connsiteY557" fmla="*/ 2575235 h 6858000"/>
              <a:gd name="connsiteX558" fmla="*/ 5796837 w 7467600"/>
              <a:gd name="connsiteY558" fmla="*/ 2637633 h 6858000"/>
              <a:gd name="connsiteX559" fmla="*/ 5818614 w 7467600"/>
              <a:gd name="connsiteY559" fmla="*/ 2473055 h 6858000"/>
              <a:gd name="connsiteX560" fmla="*/ 5829202 w 7467600"/>
              <a:gd name="connsiteY560" fmla="*/ 1971679 h 6858000"/>
              <a:gd name="connsiteX561" fmla="*/ 5911389 w 7467600"/>
              <a:gd name="connsiteY561" fmla="*/ 1898371 h 6858000"/>
              <a:gd name="connsiteX562" fmla="*/ 6237627 w 7467600"/>
              <a:gd name="connsiteY562" fmla="*/ 2231921 h 6858000"/>
              <a:gd name="connsiteX563" fmla="*/ 5911389 w 7467600"/>
              <a:gd name="connsiteY563" fmla="*/ 1898371 h 6858000"/>
              <a:gd name="connsiteX564" fmla="*/ 6944437 w 7467600"/>
              <a:gd name="connsiteY564" fmla="*/ 1575402 h 6858000"/>
              <a:gd name="connsiteX565" fmla="*/ 6304730 w 7467600"/>
              <a:gd name="connsiteY565" fmla="*/ 1766654 h 6858000"/>
              <a:gd name="connsiteX566" fmla="*/ 6944437 w 7467600"/>
              <a:gd name="connsiteY566" fmla="*/ 1575402 h 6858000"/>
              <a:gd name="connsiteX567" fmla="*/ 7019523 w 7467600"/>
              <a:gd name="connsiteY567" fmla="*/ 1519450 h 6858000"/>
              <a:gd name="connsiteX568" fmla="*/ 6298091 w 7467600"/>
              <a:gd name="connsiteY568" fmla="*/ 1737122 h 6858000"/>
              <a:gd name="connsiteX569" fmla="*/ 7019523 w 7467600"/>
              <a:gd name="connsiteY569" fmla="*/ 1519450 h 6858000"/>
              <a:gd name="connsiteX570" fmla="*/ 2399523 w 7467600"/>
              <a:gd name="connsiteY570" fmla="*/ 1428234 h 6858000"/>
              <a:gd name="connsiteX571" fmla="*/ 2224982 w 7467600"/>
              <a:gd name="connsiteY571" fmla="*/ 1826201 h 6858000"/>
              <a:gd name="connsiteX572" fmla="*/ 2096099 w 7467600"/>
              <a:gd name="connsiteY572" fmla="*/ 2345900 h 6858000"/>
              <a:gd name="connsiteX573" fmla="*/ 2283317 w 7467600"/>
              <a:gd name="connsiteY573" fmla="*/ 1796925 h 6858000"/>
              <a:gd name="connsiteX574" fmla="*/ 2399523 w 7467600"/>
              <a:gd name="connsiteY574" fmla="*/ 1428234 h 6858000"/>
              <a:gd name="connsiteX575" fmla="*/ 2448558 w 7467600"/>
              <a:gd name="connsiteY575" fmla="*/ 1373435 h 6858000"/>
              <a:gd name="connsiteX576" fmla="*/ 2312521 w 7467600"/>
              <a:gd name="connsiteY576" fmla="*/ 1806140 h 6858000"/>
              <a:gd name="connsiteX577" fmla="*/ 2127533 w 7467600"/>
              <a:gd name="connsiteY577" fmla="*/ 2348380 h 6858000"/>
              <a:gd name="connsiteX578" fmla="*/ 2358080 w 7467600"/>
              <a:gd name="connsiteY578" fmla="*/ 1866134 h 6858000"/>
              <a:gd name="connsiteX579" fmla="*/ 2407436 w 7467600"/>
              <a:gd name="connsiteY579" fmla="*/ 1651070 h 6858000"/>
              <a:gd name="connsiteX580" fmla="*/ 2448558 w 7467600"/>
              <a:gd name="connsiteY580" fmla="*/ 1373435 h 6858000"/>
              <a:gd name="connsiteX581" fmla="*/ 278707 w 7467600"/>
              <a:gd name="connsiteY581" fmla="*/ 1352270 h 6858000"/>
              <a:gd name="connsiteX582" fmla="*/ 321570 w 7467600"/>
              <a:gd name="connsiteY582" fmla="*/ 1861610 h 6858000"/>
              <a:gd name="connsiteX583" fmla="*/ 294281 w 7467600"/>
              <a:gd name="connsiteY583" fmla="*/ 1440658 h 6858000"/>
              <a:gd name="connsiteX584" fmla="*/ 278707 w 7467600"/>
              <a:gd name="connsiteY584" fmla="*/ 1352270 h 6858000"/>
              <a:gd name="connsiteX585" fmla="*/ 1423821 w 7467600"/>
              <a:gd name="connsiteY585" fmla="*/ 1351958 h 6858000"/>
              <a:gd name="connsiteX586" fmla="*/ 1638521 w 7467600"/>
              <a:gd name="connsiteY586" fmla="*/ 1908470 h 6858000"/>
              <a:gd name="connsiteX587" fmla="*/ 1754199 w 7467600"/>
              <a:gd name="connsiteY587" fmla="*/ 2149284 h 6858000"/>
              <a:gd name="connsiteX588" fmla="*/ 1908359 w 7467600"/>
              <a:gd name="connsiteY588" fmla="*/ 2364988 h 6858000"/>
              <a:gd name="connsiteX589" fmla="*/ 1647661 w 7467600"/>
              <a:gd name="connsiteY589" fmla="*/ 1825945 h 6858000"/>
              <a:gd name="connsiteX590" fmla="*/ 1423821 w 7467600"/>
              <a:gd name="connsiteY590" fmla="*/ 1351958 h 6858000"/>
              <a:gd name="connsiteX591" fmla="*/ 1431890 w 7467600"/>
              <a:gd name="connsiteY591" fmla="*/ 1306475 h 6858000"/>
              <a:gd name="connsiteX592" fmla="*/ 1507597 w 7467600"/>
              <a:gd name="connsiteY592" fmla="*/ 1446132 h 6858000"/>
              <a:gd name="connsiteX593" fmla="*/ 1674586 w 7467600"/>
              <a:gd name="connsiteY593" fmla="*/ 1813832 h 6858000"/>
              <a:gd name="connsiteX594" fmla="*/ 1815950 w 7467600"/>
              <a:gd name="connsiteY594" fmla="*/ 2128564 h 6858000"/>
              <a:gd name="connsiteX595" fmla="*/ 1984242 w 7467600"/>
              <a:gd name="connsiteY595" fmla="*/ 2430829 h 6858000"/>
              <a:gd name="connsiteX596" fmla="*/ 2014023 w 7467600"/>
              <a:gd name="connsiteY596" fmla="*/ 2450995 h 6858000"/>
              <a:gd name="connsiteX597" fmla="*/ 1747337 w 7467600"/>
              <a:gd name="connsiteY597" fmla="*/ 1855264 h 6858000"/>
              <a:gd name="connsiteX598" fmla="*/ 1533749 w 7467600"/>
              <a:gd name="connsiteY598" fmla="*/ 1478656 h 6858000"/>
              <a:gd name="connsiteX599" fmla="*/ 1431890 w 7467600"/>
              <a:gd name="connsiteY599" fmla="*/ 1306475 h 6858000"/>
              <a:gd name="connsiteX600" fmla="*/ 5052692 w 7467600"/>
              <a:gd name="connsiteY600" fmla="*/ 1292994 h 6858000"/>
              <a:gd name="connsiteX601" fmla="*/ 5200661 w 7467600"/>
              <a:gd name="connsiteY601" fmla="*/ 1635186 h 6858000"/>
              <a:gd name="connsiteX602" fmla="*/ 5297138 w 7467600"/>
              <a:gd name="connsiteY602" fmla="*/ 1906351 h 6858000"/>
              <a:gd name="connsiteX603" fmla="*/ 5052692 w 7467600"/>
              <a:gd name="connsiteY603" fmla="*/ 1292994 h 6858000"/>
              <a:gd name="connsiteX604" fmla="*/ 5009948 w 7467600"/>
              <a:gd name="connsiteY604" fmla="*/ 1273619 h 6858000"/>
              <a:gd name="connsiteX605" fmla="*/ 5121777 w 7467600"/>
              <a:gd name="connsiteY605" fmla="*/ 1654213 h 6858000"/>
              <a:gd name="connsiteX606" fmla="*/ 5293545 w 7467600"/>
              <a:gd name="connsiteY606" fmla="*/ 2072247 h 6858000"/>
              <a:gd name="connsiteX607" fmla="*/ 5294042 w 7467600"/>
              <a:gd name="connsiteY607" fmla="*/ 2065019 h 6858000"/>
              <a:gd name="connsiteX608" fmla="*/ 5171936 w 7467600"/>
              <a:gd name="connsiteY608" fmla="*/ 1647613 h 6858000"/>
              <a:gd name="connsiteX609" fmla="*/ 5009948 w 7467600"/>
              <a:gd name="connsiteY609" fmla="*/ 1273619 h 6858000"/>
              <a:gd name="connsiteX610" fmla="*/ 655236 w 7467600"/>
              <a:gd name="connsiteY610" fmla="*/ 1268632 h 6858000"/>
              <a:gd name="connsiteX611" fmla="*/ 839521 w 7467600"/>
              <a:gd name="connsiteY611" fmla="*/ 1685315 h 6858000"/>
              <a:gd name="connsiteX612" fmla="*/ 1109416 w 7467600"/>
              <a:gd name="connsiteY612" fmla="*/ 2061663 h 6858000"/>
              <a:gd name="connsiteX613" fmla="*/ 1298300 w 7467600"/>
              <a:gd name="connsiteY613" fmla="*/ 2247742 h 6858000"/>
              <a:gd name="connsiteX614" fmla="*/ 1125871 w 7467600"/>
              <a:gd name="connsiteY614" fmla="*/ 1989513 h 6858000"/>
              <a:gd name="connsiteX615" fmla="*/ 981574 w 7467600"/>
              <a:gd name="connsiteY615" fmla="*/ 1783157 h 6858000"/>
              <a:gd name="connsiteX616" fmla="*/ 922198 w 7467600"/>
              <a:gd name="connsiteY616" fmla="*/ 1677437 h 6858000"/>
              <a:gd name="connsiteX617" fmla="*/ 869293 w 7467600"/>
              <a:gd name="connsiteY617" fmla="*/ 1583214 h 6858000"/>
              <a:gd name="connsiteX618" fmla="*/ 751431 w 7467600"/>
              <a:gd name="connsiteY618" fmla="*/ 1405731 h 6858000"/>
              <a:gd name="connsiteX619" fmla="*/ 655236 w 7467600"/>
              <a:gd name="connsiteY619" fmla="*/ 1268632 h 6858000"/>
              <a:gd name="connsiteX620" fmla="*/ 6516292 w 7467600"/>
              <a:gd name="connsiteY620" fmla="*/ 1263064 h 6858000"/>
              <a:gd name="connsiteX621" fmla="*/ 5736320 w 7467600"/>
              <a:gd name="connsiteY621" fmla="*/ 1501803 h 6858000"/>
              <a:gd name="connsiteX622" fmla="*/ 6516292 w 7467600"/>
              <a:gd name="connsiteY622" fmla="*/ 1263064 h 6858000"/>
              <a:gd name="connsiteX623" fmla="*/ 291466 w 7467600"/>
              <a:gd name="connsiteY623" fmla="*/ 1250369 h 6858000"/>
              <a:gd name="connsiteX624" fmla="*/ 323180 w 7467600"/>
              <a:gd name="connsiteY624" fmla="*/ 1435283 h 6858000"/>
              <a:gd name="connsiteX625" fmla="*/ 349381 w 7467600"/>
              <a:gd name="connsiteY625" fmla="*/ 1875041 h 6858000"/>
              <a:gd name="connsiteX626" fmla="*/ 374363 w 7467600"/>
              <a:gd name="connsiteY626" fmla="*/ 1506494 h 6858000"/>
              <a:gd name="connsiteX627" fmla="*/ 302168 w 7467600"/>
              <a:gd name="connsiteY627" fmla="*/ 1274495 h 6858000"/>
              <a:gd name="connsiteX628" fmla="*/ 291466 w 7467600"/>
              <a:gd name="connsiteY628" fmla="*/ 1250369 h 6858000"/>
              <a:gd name="connsiteX629" fmla="*/ 678222 w 7467600"/>
              <a:gd name="connsiteY629" fmla="*/ 1248670 h 6858000"/>
              <a:gd name="connsiteX630" fmla="*/ 775536 w 7467600"/>
              <a:gd name="connsiteY630" fmla="*/ 1388015 h 6858000"/>
              <a:gd name="connsiteX631" fmla="*/ 894529 w 7467600"/>
              <a:gd name="connsiteY631" fmla="*/ 1567739 h 6858000"/>
              <a:gd name="connsiteX632" fmla="*/ 948000 w 7467600"/>
              <a:gd name="connsiteY632" fmla="*/ 1663088 h 6858000"/>
              <a:gd name="connsiteX633" fmla="*/ 1006812 w 7467600"/>
              <a:gd name="connsiteY633" fmla="*/ 1767683 h 6858000"/>
              <a:gd name="connsiteX634" fmla="*/ 1149133 w 7467600"/>
              <a:gd name="connsiteY634" fmla="*/ 1971513 h 6858000"/>
              <a:gd name="connsiteX635" fmla="*/ 1333952 w 7467600"/>
              <a:gd name="connsiteY635" fmla="*/ 2251620 h 6858000"/>
              <a:gd name="connsiteX636" fmla="*/ 1337329 w 7467600"/>
              <a:gd name="connsiteY636" fmla="*/ 2258350 h 6858000"/>
              <a:gd name="connsiteX637" fmla="*/ 1014726 w 7467600"/>
              <a:gd name="connsiteY637" fmla="*/ 1615556 h 6858000"/>
              <a:gd name="connsiteX638" fmla="*/ 678222 w 7467600"/>
              <a:gd name="connsiteY638" fmla="*/ 1248670 h 6858000"/>
              <a:gd name="connsiteX639" fmla="*/ 6691602 w 7467600"/>
              <a:gd name="connsiteY639" fmla="*/ 1140573 h 6858000"/>
              <a:gd name="connsiteX640" fmla="*/ 6571100 w 7467600"/>
              <a:gd name="connsiteY640" fmla="*/ 1183662 h 6858000"/>
              <a:gd name="connsiteX641" fmla="*/ 6241687 w 7467600"/>
              <a:gd name="connsiteY641" fmla="*/ 1257600 h 6858000"/>
              <a:gd name="connsiteX642" fmla="*/ 5693009 w 7467600"/>
              <a:gd name="connsiteY642" fmla="*/ 1478256 h 6858000"/>
              <a:gd name="connsiteX643" fmla="*/ 6548420 w 7467600"/>
              <a:gd name="connsiteY643" fmla="*/ 1214599 h 6858000"/>
              <a:gd name="connsiteX644" fmla="*/ 6605473 w 7467600"/>
              <a:gd name="connsiteY644" fmla="*/ 1184686 h 6858000"/>
              <a:gd name="connsiteX645" fmla="*/ 6691602 w 7467600"/>
              <a:gd name="connsiteY645" fmla="*/ 1140573 h 6858000"/>
              <a:gd name="connsiteX646" fmla="*/ 4002475 w 7467600"/>
              <a:gd name="connsiteY646" fmla="*/ 1037802 h 6858000"/>
              <a:gd name="connsiteX647" fmla="*/ 4000324 w 7467600"/>
              <a:gd name="connsiteY647" fmla="*/ 1039362 h 6858000"/>
              <a:gd name="connsiteX648" fmla="*/ 4002862 w 7467600"/>
              <a:gd name="connsiteY648" fmla="*/ 1042866 h 6858000"/>
              <a:gd name="connsiteX649" fmla="*/ 4002475 w 7467600"/>
              <a:gd name="connsiteY649" fmla="*/ 1037802 h 6858000"/>
              <a:gd name="connsiteX650" fmla="*/ 506322 w 7467600"/>
              <a:gd name="connsiteY650" fmla="*/ 1020997 h 6858000"/>
              <a:gd name="connsiteX651" fmla="*/ 533068 w 7467600"/>
              <a:gd name="connsiteY651" fmla="*/ 1029409 h 6858000"/>
              <a:gd name="connsiteX652" fmla="*/ 1232525 w 7467600"/>
              <a:gd name="connsiteY652" fmla="*/ 1804675 h 6858000"/>
              <a:gd name="connsiteX653" fmla="*/ 1388858 w 7467600"/>
              <a:gd name="connsiteY653" fmla="*/ 2368011 h 6858000"/>
              <a:gd name="connsiteX654" fmla="*/ 1384098 w 7467600"/>
              <a:gd name="connsiteY654" fmla="*/ 2378125 h 6858000"/>
              <a:gd name="connsiteX655" fmla="*/ 1425393 w 7467600"/>
              <a:gd name="connsiteY655" fmla="*/ 2589124 h 6858000"/>
              <a:gd name="connsiteX656" fmla="*/ 1424001 w 7467600"/>
              <a:gd name="connsiteY656" fmla="*/ 2597541 h 6858000"/>
              <a:gd name="connsiteX657" fmla="*/ 2152729 w 7467600"/>
              <a:gd name="connsiteY657" fmla="*/ 2864487 h 6858000"/>
              <a:gd name="connsiteX658" fmla="*/ 2020609 w 7467600"/>
              <a:gd name="connsiteY658" fmla="*/ 2539671 h 6858000"/>
              <a:gd name="connsiteX659" fmla="*/ 2018920 w 7467600"/>
              <a:gd name="connsiteY659" fmla="*/ 2536309 h 6858000"/>
              <a:gd name="connsiteX660" fmla="*/ 1342441 w 7467600"/>
              <a:gd name="connsiteY660" fmla="*/ 1173017 h 6858000"/>
              <a:gd name="connsiteX661" fmla="*/ 1367925 w 7467600"/>
              <a:gd name="connsiteY661" fmla="*/ 1135648 h 6858000"/>
              <a:gd name="connsiteX662" fmla="*/ 1771401 w 7467600"/>
              <a:gd name="connsiteY662" fmla="*/ 1806673 h 6858000"/>
              <a:gd name="connsiteX663" fmla="*/ 1972385 w 7467600"/>
              <a:gd name="connsiteY663" fmla="*/ 2198735 h 6858000"/>
              <a:gd name="connsiteX664" fmla="*/ 2040892 w 7467600"/>
              <a:gd name="connsiteY664" fmla="*/ 2405205 h 6858000"/>
              <a:gd name="connsiteX665" fmla="*/ 2131689 w 7467600"/>
              <a:gd name="connsiteY665" fmla="*/ 1936926 h 6858000"/>
              <a:gd name="connsiteX666" fmla="*/ 2454820 w 7467600"/>
              <a:gd name="connsiteY666" fmla="*/ 1248808 h 6858000"/>
              <a:gd name="connsiteX667" fmla="*/ 2492512 w 7467600"/>
              <a:gd name="connsiteY667" fmla="*/ 1302920 h 6858000"/>
              <a:gd name="connsiteX668" fmla="*/ 2081216 w 7467600"/>
              <a:gd name="connsiteY668" fmla="*/ 2527513 h 6858000"/>
              <a:gd name="connsiteX669" fmla="*/ 2081211 w 7467600"/>
              <a:gd name="connsiteY669" fmla="*/ 2528916 h 6858000"/>
              <a:gd name="connsiteX670" fmla="*/ 2199067 w 7467600"/>
              <a:gd name="connsiteY670" fmla="*/ 2884061 h 6858000"/>
              <a:gd name="connsiteX671" fmla="*/ 3192586 w 7467600"/>
              <a:gd name="connsiteY671" fmla="*/ 3411496 h 6858000"/>
              <a:gd name="connsiteX672" fmla="*/ 3182620 w 7467600"/>
              <a:gd name="connsiteY672" fmla="*/ 3483279 h 6858000"/>
              <a:gd name="connsiteX673" fmla="*/ 2435119 w 7467600"/>
              <a:gd name="connsiteY673" fmla="*/ 3080173 h 6858000"/>
              <a:gd name="connsiteX674" fmla="*/ 2410152 w 7467600"/>
              <a:gd name="connsiteY674" fmla="*/ 3063751 h 6858000"/>
              <a:gd name="connsiteX675" fmla="*/ 2408099 w 7467600"/>
              <a:gd name="connsiteY675" fmla="*/ 3064403 h 6858000"/>
              <a:gd name="connsiteX676" fmla="*/ 2407218 w 7467600"/>
              <a:gd name="connsiteY676" fmla="*/ 3070324 h 6858000"/>
              <a:gd name="connsiteX677" fmla="*/ 2380138 w 7467600"/>
              <a:gd name="connsiteY677" fmla="*/ 3099341 h 6858000"/>
              <a:gd name="connsiteX678" fmla="*/ 1765923 w 7467600"/>
              <a:gd name="connsiteY678" fmla="*/ 3581043 h 6858000"/>
              <a:gd name="connsiteX679" fmla="*/ 1702258 w 7467600"/>
              <a:gd name="connsiteY679" fmla="*/ 3612286 h 6858000"/>
              <a:gd name="connsiteX680" fmla="*/ 1538370 w 7467600"/>
              <a:gd name="connsiteY680" fmla="*/ 3811804 h 6858000"/>
              <a:gd name="connsiteX681" fmla="*/ 542867 w 7467600"/>
              <a:gd name="connsiteY681" fmla="*/ 4944092 h 6858000"/>
              <a:gd name="connsiteX682" fmla="*/ 515800 w 7467600"/>
              <a:gd name="connsiteY682" fmla="*/ 4862180 h 6858000"/>
              <a:gd name="connsiteX683" fmla="*/ 909145 w 7467600"/>
              <a:gd name="connsiteY683" fmla="*/ 4199225 h 6858000"/>
              <a:gd name="connsiteX684" fmla="*/ 1214067 w 7467600"/>
              <a:gd name="connsiteY684" fmla="*/ 3908561 h 6858000"/>
              <a:gd name="connsiteX685" fmla="*/ 640967 w 7467600"/>
              <a:gd name="connsiteY685" fmla="*/ 4105601 h 6858000"/>
              <a:gd name="connsiteX686" fmla="*/ 112563 w 7467600"/>
              <a:gd name="connsiteY686" fmla="*/ 4396952 h 6858000"/>
              <a:gd name="connsiteX687" fmla="*/ 0 w 7467600"/>
              <a:gd name="connsiteY687" fmla="*/ 4466006 h 6858000"/>
              <a:gd name="connsiteX688" fmla="*/ 0 w 7467600"/>
              <a:gd name="connsiteY688" fmla="*/ 4233763 h 6858000"/>
              <a:gd name="connsiteX689" fmla="*/ 36881 w 7467600"/>
              <a:gd name="connsiteY689" fmla="*/ 4200118 h 6858000"/>
              <a:gd name="connsiteX690" fmla="*/ 910534 w 7467600"/>
              <a:gd name="connsiteY690" fmla="*/ 3629753 h 6858000"/>
              <a:gd name="connsiteX691" fmla="*/ 1578717 w 7467600"/>
              <a:gd name="connsiteY691" fmla="*/ 3575982 h 6858000"/>
              <a:gd name="connsiteX692" fmla="*/ 2338780 w 7467600"/>
              <a:gd name="connsiteY692" fmla="*/ 3033725 h 6858000"/>
              <a:gd name="connsiteX693" fmla="*/ 1807991 w 7467600"/>
              <a:gd name="connsiteY693" fmla="*/ 2807184 h 6858000"/>
              <a:gd name="connsiteX694" fmla="*/ 1416358 w 7467600"/>
              <a:gd name="connsiteY694" fmla="*/ 3112571 h 6858000"/>
              <a:gd name="connsiteX695" fmla="*/ 939066 w 7467600"/>
              <a:gd name="connsiteY695" fmla="*/ 3378798 h 6858000"/>
              <a:gd name="connsiteX696" fmla="*/ 115099 w 7467600"/>
              <a:gd name="connsiteY696" fmla="*/ 3607650 h 6858000"/>
              <a:gd name="connsiteX697" fmla="*/ 97284 w 7467600"/>
              <a:gd name="connsiteY697" fmla="*/ 3520393 h 6858000"/>
              <a:gd name="connsiteX698" fmla="*/ 922050 w 7467600"/>
              <a:gd name="connsiteY698" fmla="*/ 3074867 h 6858000"/>
              <a:gd name="connsiteX699" fmla="*/ 1405265 w 7467600"/>
              <a:gd name="connsiteY699" fmla="*/ 3016319 h 6858000"/>
              <a:gd name="connsiteX700" fmla="*/ 1407512 w 7467600"/>
              <a:gd name="connsiteY700" fmla="*/ 3018001 h 6858000"/>
              <a:gd name="connsiteX701" fmla="*/ 1726266 w 7467600"/>
              <a:gd name="connsiteY701" fmla="*/ 2777274 h 6858000"/>
              <a:gd name="connsiteX702" fmla="*/ 625390 w 7467600"/>
              <a:gd name="connsiteY702" fmla="*/ 2514541 h 6858000"/>
              <a:gd name="connsiteX703" fmla="*/ 619799 w 7467600"/>
              <a:gd name="connsiteY703" fmla="*/ 2527180 h 6858000"/>
              <a:gd name="connsiteX704" fmla="*/ 310030 w 7467600"/>
              <a:gd name="connsiteY704" fmla="*/ 2771818 h 6858000"/>
              <a:gd name="connsiteX705" fmla="*/ 173877 w 7467600"/>
              <a:gd name="connsiteY705" fmla="*/ 2937056 h 6858000"/>
              <a:gd name="connsiteX706" fmla="*/ 77889 w 7467600"/>
              <a:gd name="connsiteY706" fmla="*/ 3138440 h 6858000"/>
              <a:gd name="connsiteX707" fmla="*/ 0 w 7467600"/>
              <a:gd name="connsiteY707" fmla="*/ 3271395 h 6858000"/>
              <a:gd name="connsiteX708" fmla="*/ 0 w 7467600"/>
              <a:gd name="connsiteY708" fmla="*/ 3153002 h 6858000"/>
              <a:gd name="connsiteX709" fmla="*/ 2386 w 7467600"/>
              <a:gd name="connsiteY709" fmla="*/ 3149203 h 6858000"/>
              <a:gd name="connsiteX710" fmla="*/ 89753 w 7467600"/>
              <a:gd name="connsiteY710" fmla="*/ 2987702 h 6858000"/>
              <a:gd name="connsiteX711" fmla="*/ 76869 w 7467600"/>
              <a:gd name="connsiteY711" fmla="*/ 3005404 h 6858000"/>
              <a:gd name="connsiteX712" fmla="*/ 32049 w 7467600"/>
              <a:gd name="connsiteY712" fmla="*/ 3065814 h 6858000"/>
              <a:gd name="connsiteX713" fmla="*/ 0 w 7467600"/>
              <a:gd name="connsiteY713" fmla="*/ 3108744 h 6858000"/>
              <a:gd name="connsiteX714" fmla="*/ 0 w 7467600"/>
              <a:gd name="connsiteY714" fmla="*/ 3058059 h 6858000"/>
              <a:gd name="connsiteX715" fmla="*/ 7610 w 7467600"/>
              <a:gd name="connsiteY715" fmla="*/ 3047889 h 6858000"/>
              <a:gd name="connsiteX716" fmla="*/ 52419 w 7467600"/>
              <a:gd name="connsiteY716" fmla="*/ 2987479 h 6858000"/>
              <a:gd name="connsiteX717" fmla="*/ 59142 w 7467600"/>
              <a:gd name="connsiteY717" fmla="*/ 2978488 h 6858000"/>
              <a:gd name="connsiteX718" fmla="*/ 0 w 7467600"/>
              <a:gd name="connsiteY718" fmla="*/ 3015334 h 6858000"/>
              <a:gd name="connsiteX719" fmla="*/ 0 w 7467600"/>
              <a:gd name="connsiteY719" fmla="*/ 2914286 h 6858000"/>
              <a:gd name="connsiteX720" fmla="*/ 36383 w 7467600"/>
              <a:gd name="connsiteY720" fmla="*/ 2901128 h 6858000"/>
              <a:gd name="connsiteX721" fmla="*/ 156329 w 7467600"/>
              <a:gd name="connsiteY721" fmla="*/ 2840533 h 6858000"/>
              <a:gd name="connsiteX722" fmla="*/ 358355 w 7467600"/>
              <a:gd name="connsiteY722" fmla="*/ 2620471 h 6858000"/>
              <a:gd name="connsiteX723" fmla="*/ 510577 w 7467600"/>
              <a:gd name="connsiteY723" fmla="*/ 2501244 h 6858000"/>
              <a:gd name="connsiteX724" fmla="*/ 211967 w 7467600"/>
              <a:gd name="connsiteY724" fmla="*/ 2479171 h 6858000"/>
              <a:gd name="connsiteX725" fmla="*/ 0 w 7467600"/>
              <a:gd name="connsiteY725" fmla="*/ 2476398 h 6858000"/>
              <a:gd name="connsiteX726" fmla="*/ 0 w 7467600"/>
              <a:gd name="connsiteY726" fmla="*/ 2389189 h 6858000"/>
              <a:gd name="connsiteX727" fmla="*/ 103062 w 7467600"/>
              <a:gd name="connsiteY727" fmla="*/ 2389518 h 6858000"/>
              <a:gd name="connsiteX728" fmla="*/ 510734 w 7467600"/>
              <a:gd name="connsiteY728" fmla="*/ 2416201 h 6858000"/>
              <a:gd name="connsiteX729" fmla="*/ 279257 w 7467600"/>
              <a:gd name="connsiteY729" fmla="*/ 2092102 h 6858000"/>
              <a:gd name="connsiteX730" fmla="*/ 65265 w 7467600"/>
              <a:gd name="connsiteY730" fmla="*/ 2006049 h 6858000"/>
              <a:gd name="connsiteX731" fmla="*/ 0 w 7467600"/>
              <a:gd name="connsiteY731" fmla="*/ 1982532 h 6858000"/>
              <a:gd name="connsiteX732" fmla="*/ 0 w 7467600"/>
              <a:gd name="connsiteY732" fmla="*/ 1912789 h 6858000"/>
              <a:gd name="connsiteX733" fmla="*/ 97460 w 7467600"/>
              <a:gd name="connsiteY733" fmla="*/ 1953725 h 6858000"/>
              <a:gd name="connsiteX734" fmla="*/ 221272 w 7467600"/>
              <a:gd name="connsiteY734" fmla="*/ 1980766 h 6858000"/>
              <a:gd name="connsiteX735" fmla="*/ 116765 w 7467600"/>
              <a:gd name="connsiteY735" fmla="*/ 1911033 h 6858000"/>
              <a:gd name="connsiteX736" fmla="*/ 16405 w 7467600"/>
              <a:gd name="connsiteY736" fmla="*/ 1803412 h 6858000"/>
              <a:gd name="connsiteX737" fmla="*/ 0 w 7467600"/>
              <a:gd name="connsiteY737" fmla="*/ 1784777 h 6858000"/>
              <a:gd name="connsiteX738" fmla="*/ 0 w 7467600"/>
              <a:gd name="connsiteY738" fmla="*/ 1740082 h 6858000"/>
              <a:gd name="connsiteX739" fmla="*/ 39394 w 7467600"/>
              <a:gd name="connsiteY739" fmla="*/ 1784856 h 6858000"/>
              <a:gd name="connsiteX740" fmla="*/ 135813 w 7467600"/>
              <a:gd name="connsiteY740" fmla="*/ 1888838 h 6858000"/>
              <a:gd name="connsiteX741" fmla="*/ 242575 w 7467600"/>
              <a:gd name="connsiteY741" fmla="*/ 1958841 h 6858000"/>
              <a:gd name="connsiteX742" fmla="*/ 82197 w 7467600"/>
              <a:gd name="connsiteY742" fmla="*/ 1754826 h 6858000"/>
              <a:gd name="connsiteX743" fmla="*/ 0 w 7467600"/>
              <a:gd name="connsiteY743" fmla="*/ 1679650 h 6858000"/>
              <a:gd name="connsiteX744" fmla="*/ 0 w 7467600"/>
              <a:gd name="connsiteY744" fmla="*/ 1602463 h 6858000"/>
              <a:gd name="connsiteX745" fmla="*/ 84689 w 7467600"/>
              <a:gd name="connsiteY745" fmla="*/ 1677442 h 6858000"/>
              <a:gd name="connsiteX746" fmla="*/ 298437 w 7467600"/>
              <a:gd name="connsiteY746" fmla="*/ 1968019 h 6858000"/>
              <a:gd name="connsiteX747" fmla="*/ 227269 w 7467600"/>
              <a:gd name="connsiteY747" fmla="*/ 1114064 h 6858000"/>
              <a:gd name="connsiteX748" fmla="*/ 248003 w 7467600"/>
              <a:gd name="connsiteY748" fmla="*/ 1089613 h 6858000"/>
              <a:gd name="connsiteX749" fmla="*/ 427020 w 7467600"/>
              <a:gd name="connsiteY749" fmla="*/ 1619803 h 6858000"/>
              <a:gd name="connsiteX750" fmla="*/ 340345 w 7467600"/>
              <a:gd name="connsiteY750" fmla="*/ 2027739 h 6858000"/>
              <a:gd name="connsiteX751" fmla="*/ 360865 w 7467600"/>
              <a:gd name="connsiteY751" fmla="*/ 2044827 h 6858000"/>
              <a:gd name="connsiteX752" fmla="*/ 560414 w 7467600"/>
              <a:gd name="connsiteY752" fmla="*/ 2421457 h 6858000"/>
              <a:gd name="connsiteX753" fmla="*/ 1359703 w 7467600"/>
              <a:gd name="connsiteY753" fmla="*/ 2578554 h 6858000"/>
              <a:gd name="connsiteX754" fmla="*/ 1359422 w 7467600"/>
              <a:gd name="connsiteY754" fmla="*/ 2577994 h 6858000"/>
              <a:gd name="connsiteX755" fmla="*/ 828701 w 7467600"/>
              <a:gd name="connsiteY755" fmla="*/ 1839520 h 6858000"/>
              <a:gd name="connsiteX756" fmla="*/ 494427 w 7467600"/>
              <a:gd name="connsiteY756" fmla="*/ 1092333 h 6858000"/>
              <a:gd name="connsiteX757" fmla="*/ 506322 w 7467600"/>
              <a:gd name="connsiteY757" fmla="*/ 1020997 h 6858000"/>
              <a:gd name="connsiteX758" fmla="*/ 4570198 w 7467600"/>
              <a:gd name="connsiteY758" fmla="*/ 978081 h 6858000"/>
              <a:gd name="connsiteX759" fmla="*/ 4523691 w 7467600"/>
              <a:gd name="connsiteY759" fmla="*/ 1127776 h 6858000"/>
              <a:gd name="connsiteX760" fmla="*/ 4509875 w 7467600"/>
              <a:gd name="connsiteY760" fmla="*/ 1167552 h 6858000"/>
              <a:gd name="connsiteX761" fmla="*/ 4478168 w 7467600"/>
              <a:gd name="connsiteY761" fmla="*/ 1260735 h 6858000"/>
              <a:gd name="connsiteX762" fmla="*/ 4409309 w 7467600"/>
              <a:gd name="connsiteY762" fmla="*/ 1666996 h 6858000"/>
              <a:gd name="connsiteX763" fmla="*/ 4370031 w 7467600"/>
              <a:gd name="connsiteY763" fmla="*/ 1955666 h 6858000"/>
              <a:gd name="connsiteX764" fmla="*/ 4570198 w 7467600"/>
              <a:gd name="connsiteY764" fmla="*/ 978081 h 6858000"/>
              <a:gd name="connsiteX765" fmla="*/ 4557898 w 7467600"/>
              <a:gd name="connsiteY765" fmla="*/ 900011 h 6858000"/>
              <a:gd name="connsiteX766" fmla="*/ 4344840 w 7467600"/>
              <a:gd name="connsiteY766" fmla="*/ 1922038 h 6858000"/>
              <a:gd name="connsiteX767" fmla="*/ 4378710 w 7467600"/>
              <a:gd name="connsiteY767" fmla="*/ 1665516 h 6858000"/>
              <a:gd name="connsiteX768" fmla="*/ 4448798 w 7467600"/>
              <a:gd name="connsiteY768" fmla="*/ 1253024 h 6858000"/>
              <a:gd name="connsiteX769" fmla="*/ 4480315 w 7467600"/>
              <a:gd name="connsiteY769" fmla="*/ 1158454 h 6858000"/>
              <a:gd name="connsiteX770" fmla="*/ 4494133 w 7467600"/>
              <a:gd name="connsiteY770" fmla="*/ 1118676 h 6858000"/>
              <a:gd name="connsiteX771" fmla="*/ 4557898 w 7467600"/>
              <a:gd name="connsiteY771" fmla="*/ 900011 h 6858000"/>
              <a:gd name="connsiteX772" fmla="*/ 5870151 w 7467600"/>
              <a:gd name="connsiteY772" fmla="*/ 898890 h 6858000"/>
              <a:gd name="connsiteX773" fmla="*/ 5861335 w 7467600"/>
              <a:gd name="connsiteY773" fmla="*/ 899177 h 6858000"/>
              <a:gd name="connsiteX774" fmla="*/ 5843702 w 7467600"/>
              <a:gd name="connsiteY774" fmla="*/ 899748 h 6858000"/>
              <a:gd name="connsiteX775" fmla="*/ 5651107 w 7467600"/>
              <a:gd name="connsiteY775" fmla="*/ 920306 h 6858000"/>
              <a:gd name="connsiteX776" fmla="*/ 5459407 w 7467600"/>
              <a:gd name="connsiteY776" fmla="*/ 940975 h 6858000"/>
              <a:gd name="connsiteX777" fmla="*/ 5374846 w 7467600"/>
              <a:gd name="connsiteY777" fmla="*/ 941988 h 6858000"/>
              <a:gd name="connsiteX778" fmla="*/ 5256105 w 7467600"/>
              <a:gd name="connsiteY778" fmla="*/ 945632 h 6858000"/>
              <a:gd name="connsiteX779" fmla="*/ 5107071 w 7467600"/>
              <a:gd name="connsiteY779" fmla="*/ 969720 h 6858000"/>
              <a:gd name="connsiteX780" fmla="*/ 4998681 w 7467600"/>
              <a:gd name="connsiteY780" fmla="*/ 988771 h 6858000"/>
              <a:gd name="connsiteX781" fmla="*/ 5870151 w 7467600"/>
              <a:gd name="connsiteY781" fmla="*/ 898890 h 6858000"/>
              <a:gd name="connsiteX782" fmla="*/ 5504425 w 7467600"/>
              <a:gd name="connsiteY782" fmla="*/ 848067 h 6858000"/>
              <a:gd name="connsiteX783" fmla="*/ 4968849 w 7467600"/>
              <a:gd name="connsiteY783" fmla="*/ 962318 h 6858000"/>
              <a:gd name="connsiteX784" fmla="*/ 5104039 w 7467600"/>
              <a:gd name="connsiteY784" fmla="*/ 940634 h 6858000"/>
              <a:gd name="connsiteX785" fmla="*/ 5256311 w 7467600"/>
              <a:gd name="connsiteY785" fmla="*/ 916490 h 6858000"/>
              <a:gd name="connsiteX786" fmla="*/ 5377381 w 7467600"/>
              <a:gd name="connsiteY786" fmla="*/ 912671 h 6858000"/>
              <a:gd name="connsiteX787" fmla="*/ 5460148 w 7467600"/>
              <a:gd name="connsiteY787" fmla="*/ 911442 h 6858000"/>
              <a:gd name="connsiteX788" fmla="*/ 5648971 w 7467600"/>
              <a:gd name="connsiteY788" fmla="*/ 891331 h 6858000"/>
              <a:gd name="connsiteX789" fmla="*/ 5844807 w 7467600"/>
              <a:gd name="connsiteY789" fmla="*/ 870718 h 6858000"/>
              <a:gd name="connsiteX790" fmla="*/ 5862975 w 7467600"/>
              <a:gd name="connsiteY790" fmla="*/ 869756 h 6858000"/>
              <a:gd name="connsiteX791" fmla="*/ 5920887 w 7467600"/>
              <a:gd name="connsiteY791" fmla="*/ 865929 h 6858000"/>
              <a:gd name="connsiteX792" fmla="*/ 5504425 w 7467600"/>
              <a:gd name="connsiteY792" fmla="*/ 848067 h 6858000"/>
              <a:gd name="connsiteX793" fmla="*/ 3607114 w 7467600"/>
              <a:gd name="connsiteY793" fmla="*/ 467441 h 6858000"/>
              <a:gd name="connsiteX794" fmla="*/ 3296242 w 7467600"/>
              <a:gd name="connsiteY794" fmla="*/ 807991 h 6858000"/>
              <a:gd name="connsiteX795" fmla="*/ 3174674 w 7467600"/>
              <a:gd name="connsiteY795" fmla="*/ 919759 h 6858000"/>
              <a:gd name="connsiteX796" fmla="*/ 3042978 w 7467600"/>
              <a:gd name="connsiteY796" fmla="*/ 1054894 h 6858000"/>
              <a:gd name="connsiteX797" fmla="*/ 2968914 w 7467600"/>
              <a:gd name="connsiteY797" fmla="*/ 1133756 h 6858000"/>
              <a:gd name="connsiteX798" fmla="*/ 3103823 w 7467600"/>
              <a:gd name="connsiteY798" fmla="*/ 1026814 h 6858000"/>
              <a:gd name="connsiteX799" fmla="*/ 3607114 w 7467600"/>
              <a:gd name="connsiteY799" fmla="*/ 467441 h 6858000"/>
              <a:gd name="connsiteX800" fmla="*/ 3744487 w 7467600"/>
              <a:gd name="connsiteY800" fmla="*/ 383136 h 6858000"/>
              <a:gd name="connsiteX801" fmla="*/ 3970213 w 7467600"/>
              <a:gd name="connsiteY801" fmla="*/ 995559 h 6858000"/>
              <a:gd name="connsiteX802" fmla="*/ 3744487 w 7467600"/>
              <a:gd name="connsiteY802" fmla="*/ 383136 h 6858000"/>
              <a:gd name="connsiteX803" fmla="*/ 3624562 w 7467600"/>
              <a:gd name="connsiteY803" fmla="*/ 367041 h 6858000"/>
              <a:gd name="connsiteX804" fmla="*/ 3489712 w 7467600"/>
              <a:gd name="connsiteY804" fmla="*/ 485386 h 6858000"/>
              <a:gd name="connsiteX805" fmla="*/ 3182994 w 7467600"/>
              <a:gd name="connsiteY805" fmla="*/ 828265 h 6858000"/>
              <a:gd name="connsiteX806" fmla="*/ 2892114 w 7467600"/>
              <a:gd name="connsiteY806" fmla="*/ 1172635 h 6858000"/>
              <a:gd name="connsiteX807" fmla="*/ 3021459 w 7467600"/>
              <a:gd name="connsiteY807" fmla="*/ 1035385 h 6858000"/>
              <a:gd name="connsiteX808" fmla="*/ 3153873 w 7467600"/>
              <a:gd name="connsiteY808" fmla="*/ 898971 h 6858000"/>
              <a:gd name="connsiteX809" fmla="*/ 3276511 w 7467600"/>
              <a:gd name="connsiteY809" fmla="*/ 786423 h 6858000"/>
              <a:gd name="connsiteX810" fmla="*/ 3584154 w 7467600"/>
              <a:gd name="connsiteY810" fmla="*/ 448218 h 6858000"/>
              <a:gd name="connsiteX811" fmla="*/ 3624562 w 7467600"/>
              <a:gd name="connsiteY811" fmla="*/ 367041 h 6858000"/>
              <a:gd name="connsiteX812" fmla="*/ 3766672 w 7467600"/>
              <a:gd name="connsiteY812" fmla="*/ 359429 h 6858000"/>
              <a:gd name="connsiteX813" fmla="*/ 3996338 w 7467600"/>
              <a:gd name="connsiteY813" fmla="*/ 968237 h 6858000"/>
              <a:gd name="connsiteX814" fmla="*/ 3766672 w 7467600"/>
              <a:gd name="connsiteY814" fmla="*/ 359429 h 6858000"/>
              <a:gd name="connsiteX815" fmla="*/ 5805386 w 7467600"/>
              <a:gd name="connsiteY815" fmla="*/ 239240 h 6858000"/>
              <a:gd name="connsiteX816" fmla="*/ 5736947 w 7467600"/>
              <a:gd name="connsiteY816" fmla="*/ 261367 h 6858000"/>
              <a:gd name="connsiteX817" fmla="*/ 5427012 w 7467600"/>
              <a:gd name="connsiteY817" fmla="*/ 311272 h 6858000"/>
              <a:gd name="connsiteX818" fmla="*/ 5147818 w 7467600"/>
              <a:gd name="connsiteY818" fmla="*/ 322112 h 6858000"/>
              <a:gd name="connsiteX819" fmla="*/ 5060854 w 7467600"/>
              <a:gd name="connsiteY819" fmla="*/ 311882 h 6858000"/>
              <a:gd name="connsiteX820" fmla="*/ 4945989 w 7467600"/>
              <a:gd name="connsiteY820" fmla="*/ 300516 h 6858000"/>
              <a:gd name="connsiteX821" fmla="*/ 5410479 w 7467600"/>
              <a:gd name="connsiteY821" fmla="*/ 348434 h 6858000"/>
              <a:gd name="connsiteX822" fmla="*/ 5805386 w 7467600"/>
              <a:gd name="connsiteY822" fmla="*/ 239240 h 6858000"/>
              <a:gd name="connsiteX823" fmla="*/ 5905192 w 7467600"/>
              <a:gd name="connsiteY823" fmla="*/ 163079 h 6858000"/>
              <a:gd name="connsiteX824" fmla="*/ 5865655 w 7467600"/>
              <a:gd name="connsiteY824" fmla="*/ 171901 h 6858000"/>
              <a:gd name="connsiteX825" fmla="*/ 5259740 w 7467600"/>
              <a:gd name="connsiteY825" fmla="*/ 257013 h 6858000"/>
              <a:gd name="connsiteX826" fmla="*/ 5208466 w 7467600"/>
              <a:gd name="connsiteY826" fmla="*/ 257550 h 6858000"/>
              <a:gd name="connsiteX827" fmla="*/ 4980204 w 7467600"/>
              <a:gd name="connsiteY827" fmla="*/ 271903 h 6858000"/>
              <a:gd name="connsiteX828" fmla="*/ 5068068 w 7467600"/>
              <a:gd name="connsiteY828" fmla="*/ 282244 h 6858000"/>
              <a:gd name="connsiteX829" fmla="*/ 5153231 w 7467600"/>
              <a:gd name="connsiteY829" fmla="*/ 292240 h 6858000"/>
              <a:gd name="connsiteX830" fmla="*/ 5426491 w 7467600"/>
              <a:gd name="connsiteY830" fmla="*/ 281128 h 6858000"/>
              <a:gd name="connsiteX831" fmla="*/ 5731212 w 7467600"/>
              <a:gd name="connsiteY831" fmla="*/ 231951 h 6858000"/>
              <a:gd name="connsiteX832" fmla="*/ 5905192 w 7467600"/>
              <a:gd name="connsiteY832" fmla="*/ 163079 h 6858000"/>
              <a:gd name="connsiteX833" fmla="*/ 5944437 w 7467600"/>
              <a:gd name="connsiteY833" fmla="*/ 113829 h 6858000"/>
              <a:gd name="connsiteX834" fmla="*/ 5825032 w 7467600"/>
              <a:gd name="connsiteY834" fmla="*/ 146405 h 6858000"/>
              <a:gd name="connsiteX835" fmla="*/ 4955599 w 7467600"/>
              <a:gd name="connsiteY835" fmla="*/ 247008 h 6858000"/>
              <a:gd name="connsiteX836" fmla="*/ 5210104 w 7467600"/>
              <a:gd name="connsiteY836" fmla="*/ 228123 h 6858000"/>
              <a:gd name="connsiteX837" fmla="*/ 5261015 w 7467600"/>
              <a:gd name="connsiteY837" fmla="*/ 227087 h 6858000"/>
              <a:gd name="connsiteX838" fmla="*/ 5861181 w 7467600"/>
              <a:gd name="connsiteY838" fmla="*/ 143093 h 6858000"/>
              <a:gd name="connsiteX839" fmla="*/ 5961252 w 7467600"/>
              <a:gd name="connsiteY839" fmla="*/ 114820 h 6858000"/>
              <a:gd name="connsiteX840" fmla="*/ 5944437 w 7467600"/>
              <a:gd name="connsiteY840" fmla="*/ 113829 h 6858000"/>
              <a:gd name="connsiteX841" fmla="*/ 3882765 w 7467600"/>
              <a:gd name="connsiteY841" fmla="*/ 0 h 6858000"/>
              <a:gd name="connsiteX842" fmla="*/ 3995099 w 7467600"/>
              <a:gd name="connsiteY842" fmla="*/ 0 h 6858000"/>
              <a:gd name="connsiteX843" fmla="*/ 4163818 w 7467600"/>
              <a:gd name="connsiteY843" fmla="*/ 234104 h 6858000"/>
              <a:gd name="connsiteX844" fmla="*/ 4172099 w 7467600"/>
              <a:gd name="connsiteY844" fmla="*/ 234207 h 6858000"/>
              <a:gd name="connsiteX845" fmla="*/ 4784282 w 7467600"/>
              <a:gd name="connsiteY845" fmla="*/ 276561 h 6858000"/>
              <a:gd name="connsiteX846" fmla="*/ 4801687 w 7467600"/>
              <a:gd name="connsiteY846" fmla="*/ 267764 h 6858000"/>
              <a:gd name="connsiteX847" fmla="*/ 6082788 w 7467600"/>
              <a:gd name="connsiteY847" fmla="*/ 64119 h 6858000"/>
              <a:gd name="connsiteX848" fmla="*/ 6099442 w 7467600"/>
              <a:gd name="connsiteY848" fmla="*/ 82568 h 6858000"/>
              <a:gd name="connsiteX849" fmla="*/ 4804137 w 7467600"/>
              <a:gd name="connsiteY849" fmla="*/ 320931 h 6858000"/>
              <a:gd name="connsiteX850" fmla="*/ 4227047 w 7467600"/>
              <a:gd name="connsiteY850" fmla="*/ 313415 h 6858000"/>
              <a:gd name="connsiteX851" fmla="*/ 4346041 w 7467600"/>
              <a:gd name="connsiteY851" fmla="*/ 456086 h 6858000"/>
              <a:gd name="connsiteX852" fmla="*/ 4870967 w 7467600"/>
              <a:gd name="connsiteY852" fmla="*/ 963061 h 6858000"/>
              <a:gd name="connsiteX853" fmla="*/ 4889647 w 7467600"/>
              <a:gd name="connsiteY853" fmla="*/ 957147 h 6858000"/>
              <a:gd name="connsiteX854" fmla="*/ 5422504 w 7467600"/>
              <a:gd name="connsiteY854" fmla="*/ 805191 h 6858000"/>
              <a:gd name="connsiteX855" fmla="*/ 6087656 w 7467600"/>
              <a:gd name="connsiteY855" fmla="*/ 826703 h 6858000"/>
              <a:gd name="connsiteX856" fmla="*/ 6058717 w 7467600"/>
              <a:gd name="connsiteY856" fmla="*/ 865992 h 6858000"/>
              <a:gd name="connsiteX857" fmla="*/ 4974153 w 7467600"/>
              <a:gd name="connsiteY857" fmla="*/ 1045456 h 6858000"/>
              <a:gd name="connsiteX858" fmla="*/ 5627835 w 7467600"/>
              <a:gd name="connsiteY858" fmla="*/ 1472077 h 6858000"/>
              <a:gd name="connsiteX859" fmla="*/ 5629817 w 7467600"/>
              <a:gd name="connsiteY859" fmla="*/ 1471412 h 6858000"/>
              <a:gd name="connsiteX860" fmla="*/ 5634124 w 7467600"/>
              <a:gd name="connsiteY860" fmla="*/ 1470572 h 6858000"/>
              <a:gd name="connsiteX861" fmla="*/ 5755832 w 7467600"/>
              <a:gd name="connsiteY861" fmla="*/ 1383886 h 6858000"/>
              <a:gd name="connsiteX862" fmla="*/ 6014186 w 7467600"/>
              <a:gd name="connsiteY862" fmla="*/ 1279799 h 6858000"/>
              <a:gd name="connsiteX863" fmla="*/ 6901619 w 7467600"/>
              <a:gd name="connsiteY863" fmla="*/ 1047874 h 6858000"/>
              <a:gd name="connsiteX864" fmla="*/ 6931566 w 7467600"/>
              <a:gd name="connsiteY864" fmla="*/ 1062034 h 6858000"/>
              <a:gd name="connsiteX865" fmla="*/ 5790982 w 7467600"/>
              <a:gd name="connsiteY865" fmla="*/ 1561380 h 6858000"/>
              <a:gd name="connsiteX866" fmla="*/ 6188971 w 7467600"/>
              <a:gd name="connsiteY866" fmla="*/ 1755168 h 6858000"/>
              <a:gd name="connsiteX867" fmla="*/ 6202446 w 7467600"/>
              <a:gd name="connsiteY867" fmla="*/ 1752268 h 6858000"/>
              <a:gd name="connsiteX868" fmla="*/ 7179560 w 7467600"/>
              <a:gd name="connsiteY868" fmla="*/ 1467551 h 6858000"/>
              <a:gd name="connsiteX869" fmla="*/ 7158730 w 7467600"/>
              <a:gd name="connsiteY869" fmla="*/ 1507835 h 6858000"/>
              <a:gd name="connsiteX870" fmla="*/ 6326959 w 7467600"/>
              <a:gd name="connsiteY870" fmla="*/ 1817686 h 6858000"/>
              <a:gd name="connsiteX871" fmla="*/ 6537433 w 7467600"/>
              <a:gd name="connsiteY871" fmla="*/ 1907790 h 6858000"/>
              <a:gd name="connsiteX872" fmla="*/ 6550221 w 7467600"/>
              <a:gd name="connsiteY872" fmla="*/ 1910729 h 6858000"/>
              <a:gd name="connsiteX873" fmla="*/ 6964438 w 7467600"/>
              <a:gd name="connsiteY873" fmla="*/ 2209505 h 6858000"/>
              <a:gd name="connsiteX874" fmla="*/ 7367862 w 7467600"/>
              <a:gd name="connsiteY874" fmla="*/ 2806833 h 6858000"/>
              <a:gd name="connsiteX875" fmla="*/ 7364329 w 7467600"/>
              <a:gd name="connsiteY875" fmla="*/ 2826907 h 6858000"/>
              <a:gd name="connsiteX876" fmla="*/ 7290545 w 7467600"/>
              <a:gd name="connsiteY876" fmla="*/ 2850663 h 6858000"/>
              <a:gd name="connsiteX877" fmla="*/ 6472036 w 7467600"/>
              <a:gd name="connsiteY877" fmla="*/ 1959003 h 6858000"/>
              <a:gd name="connsiteX878" fmla="*/ 5792897 w 7467600"/>
              <a:gd name="connsiteY878" fmla="*/ 1647747 h 6858000"/>
              <a:gd name="connsiteX879" fmla="*/ 5842751 w 7467600"/>
              <a:gd name="connsiteY879" fmla="*/ 1816112 h 6858000"/>
              <a:gd name="connsiteX880" fmla="*/ 5847424 w 7467600"/>
              <a:gd name="connsiteY880" fmla="*/ 1815776 h 6858000"/>
              <a:gd name="connsiteX881" fmla="*/ 6399821 w 7467600"/>
              <a:gd name="connsiteY881" fmla="*/ 2344799 h 6858000"/>
              <a:gd name="connsiteX882" fmla="*/ 6323232 w 7467600"/>
              <a:gd name="connsiteY882" fmla="*/ 2389634 h 6858000"/>
              <a:gd name="connsiteX883" fmla="*/ 5942958 w 7467600"/>
              <a:gd name="connsiteY883" fmla="*/ 2077708 h 6858000"/>
              <a:gd name="connsiteX884" fmla="*/ 5921559 w 7467600"/>
              <a:gd name="connsiteY884" fmla="*/ 2378596 h 6858000"/>
              <a:gd name="connsiteX885" fmla="*/ 5817651 w 7467600"/>
              <a:gd name="connsiteY885" fmla="*/ 3023919 h 6858000"/>
              <a:gd name="connsiteX886" fmla="*/ 5729634 w 7467600"/>
              <a:gd name="connsiteY886" fmla="*/ 3051849 h 6858000"/>
              <a:gd name="connsiteX887" fmla="*/ 5611018 w 7467600"/>
              <a:gd name="connsiteY887" fmla="*/ 2316769 h 6858000"/>
              <a:gd name="connsiteX888" fmla="*/ 5687608 w 7467600"/>
              <a:gd name="connsiteY888" fmla="*/ 2039972 h 6858000"/>
              <a:gd name="connsiteX889" fmla="*/ 5657554 w 7467600"/>
              <a:gd name="connsiteY889" fmla="*/ 1576445 h 6858000"/>
              <a:gd name="connsiteX890" fmla="*/ 5150475 w 7467600"/>
              <a:gd name="connsiteY890" fmla="*/ 1274012 h 6858000"/>
              <a:gd name="connsiteX891" fmla="*/ 5349142 w 7467600"/>
              <a:gd name="connsiteY891" fmla="*/ 2204405 h 6858000"/>
              <a:gd name="connsiteX892" fmla="*/ 5262214 w 7467600"/>
              <a:gd name="connsiteY892" fmla="*/ 2233836 h 6858000"/>
              <a:gd name="connsiteX893" fmla="*/ 4981539 w 7467600"/>
              <a:gd name="connsiteY893" fmla="*/ 1542201 h 6858000"/>
              <a:gd name="connsiteX894" fmla="*/ 4958461 w 7467600"/>
              <a:gd name="connsiteY894" fmla="*/ 1136957 h 6858000"/>
              <a:gd name="connsiteX895" fmla="*/ 4655015 w 7467600"/>
              <a:gd name="connsiteY895" fmla="*/ 891426 h 6858000"/>
              <a:gd name="connsiteX896" fmla="*/ 4348002 w 7467600"/>
              <a:gd name="connsiteY896" fmla="*/ 2205895 h 6858000"/>
              <a:gd name="connsiteX897" fmla="*/ 4262250 w 7467600"/>
              <a:gd name="connsiteY897" fmla="*/ 2219972 h 6858000"/>
              <a:gd name="connsiteX898" fmla="*/ 4550611 w 7467600"/>
              <a:gd name="connsiteY898" fmla="*/ 817540 h 6858000"/>
              <a:gd name="connsiteX899" fmla="*/ 4564418 w 7467600"/>
              <a:gd name="connsiteY899" fmla="*/ 808293 h 6858000"/>
              <a:gd name="connsiteX900" fmla="*/ 4266388 w 7467600"/>
              <a:gd name="connsiteY900" fmla="*/ 500083 h 6858000"/>
              <a:gd name="connsiteX901" fmla="*/ 4032842 w 7467600"/>
              <a:gd name="connsiteY901" fmla="*/ 211809 h 6858000"/>
              <a:gd name="connsiteX902" fmla="*/ 3882765 w 7467600"/>
              <a:gd name="connsiteY902" fmla="*/ 0 h 6858000"/>
              <a:gd name="connsiteX903" fmla="*/ 3721337 w 7467600"/>
              <a:gd name="connsiteY903" fmla="*/ 0 h 6858000"/>
              <a:gd name="connsiteX904" fmla="*/ 3797544 w 7467600"/>
              <a:gd name="connsiteY904" fmla="*/ 0 h 6858000"/>
              <a:gd name="connsiteX905" fmla="*/ 3775734 w 7467600"/>
              <a:gd name="connsiteY905" fmla="*/ 95131 h 6858000"/>
              <a:gd name="connsiteX906" fmla="*/ 3724807 w 7467600"/>
              <a:gd name="connsiteY906" fmla="*/ 272257 h 6858000"/>
              <a:gd name="connsiteX907" fmla="*/ 3726844 w 7467600"/>
              <a:gd name="connsiteY907" fmla="*/ 282988 h 6858000"/>
              <a:gd name="connsiteX908" fmla="*/ 3742664 w 7467600"/>
              <a:gd name="connsiteY908" fmla="*/ 279918 h 6858000"/>
              <a:gd name="connsiteX909" fmla="*/ 4103910 w 7467600"/>
              <a:gd name="connsiteY909" fmla="*/ 1161917 h 6858000"/>
              <a:gd name="connsiteX910" fmla="*/ 4020269 w 7467600"/>
              <a:gd name="connsiteY910" fmla="*/ 1200406 h 6858000"/>
              <a:gd name="connsiteX911" fmla="*/ 3674882 w 7467600"/>
              <a:gd name="connsiteY911" fmla="*/ 488524 h 6858000"/>
              <a:gd name="connsiteX912" fmla="*/ 3132682 w 7467600"/>
              <a:gd name="connsiteY912" fmla="*/ 1072284 h 6858000"/>
              <a:gd name="connsiteX913" fmla="*/ 2716346 w 7467600"/>
              <a:gd name="connsiteY913" fmla="*/ 1276376 h 6858000"/>
              <a:gd name="connsiteX914" fmla="*/ 2716772 w 7467600"/>
              <a:gd name="connsiteY914" fmla="*/ 1255462 h 6858000"/>
              <a:gd name="connsiteX915" fmla="*/ 3471096 w 7467600"/>
              <a:gd name="connsiteY915" fmla="*/ 437072 h 6858000"/>
              <a:gd name="connsiteX916" fmla="*/ 3639057 w 7467600"/>
              <a:gd name="connsiteY916" fmla="*/ 286334 h 6858000"/>
              <a:gd name="connsiteX917" fmla="*/ 3640309 w 7467600"/>
              <a:gd name="connsiteY917" fmla="*/ 284664 h 6858000"/>
              <a:gd name="connsiteX918" fmla="*/ 3646022 w 7467600"/>
              <a:gd name="connsiteY918" fmla="*/ 276711 h 6858000"/>
              <a:gd name="connsiteX919" fmla="*/ 3707943 w 7467600"/>
              <a:gd name="connsiteY919" fmla="*/ 65958 h 6858000"/>
              <a:gd name="connsiteX920" fmla="*/ 3721337 w 7467600"/>
              <a:gd name="connsiteY920" fmla="*/ 0 h 6858000"/>
              <a:gd name="connsiteX921" fmla="*/ 2867960 w 7467600"/>
              <a:gd name="connsiteY921" fmla="*/ 0 h 6858000"/>
              <a:gd name="connsiteX922" fmla="*/ 2926351 w 7467600"/>
              <a:gd name="connsiteY922" fmla="*/ 0 h 6858000"/>
              <a:gd name="connsiteX923" fmla="*/ 2902823 w 7467600"/>
              <a:gd name="connsiteY923" fmla="*/ 262929 h 6858000"/>
              <a:gd name="connsiteX924" fmla="*/ 2940663 w 7467600"/>
              <a:gd name="connsiteY924" fmla="*/ 140884 h 6858000"/>
              <a:gd name="connsiteX925" fmla="*/ 2947039 w 7467600"/>
              <a:gd name="connsiteY925" fmla="*/ 122524 h 6858000"/>
              <a:gd name="connsiteX926" fmla="*/ 2984316 w 7467600"/>
              <a:gd name="connsiteY926" fmla="*/ 0 h 6858000"/>
              <a:gd name="connsiteX927" fmla="*/ 3016114 w 7467600"/>
              <a:gd name="connsiteY927" fmla="*/ 0 h 6858000"/>
              <a:gd name="connsiteX928" fmla="*/ 2979949 w 7467600"/>
              <a:gd name="connsiteY928" fmla="*/ 119274 h 6858000"/>
              <a:gd name="connsiteX929" fmla="*/ 3023879 w 7467600"/>
              <a:gd name="connsiteY929" fmla="*/ 0 h 6858000"/>
              <a:gd name="connsiteX930" fmla="*/ 3105400 w 7467600"/>
              <a:gd name="connsiteY930" fmla="*/ 0 h 6858000"/>
              <a:gd name="connsiteX931" fmla="*/ 3094669 w 7467600"/>
              <a:gd name="connsiteY931" fmla="*/ 30308 h 6858000"/>
              <a:gd name="connsiteX932" fmla="*/ 2901945 w 7467600"/>
              <a:gd name="connsiteY932" fmla="*/ 466538 h 6858000"/>
              <a:gd name="connsiteX933" fmla="*/ 2815209 w 7467600"/>
              <a:gd name="connsiteY933" fmla="*/ 497361 h 6858000"/>
              <a:gd name="connsiteX934" fmla="*/ 2844845 w 7467600"/>
              <a:gd name="connsiteY934" fmla="*/ 127638 h 6858000"/>
              <a:gd name="connsiteX935" fmla="*/ 2867960 w 7467600"/>
              <a:gd name="connsiteY935" fmla="*/ 0 h 6858000"/>
              <a:gd name="connsiteX936" fmla="*/ 1057230 w 7467600"/>
              <a:gd name="connsiteY936" fmla="*/ 0 h 6858000"/>
              <a:gd name="connsiteX937" fmla="*/ 1111003 w 7467600"/>
              <a:gd name="connsiteY937" fmla="*/ 0 h 6858000"/>
              <a:gd name="connsiteX938" fmla="*/ 1125553 w 7467600"/>
              <a:gd name="connsiteY938" fmla="*/ 52588 h 6858000"/>
              <a:gd name="connsiteX939" fmla="*/ 1304276 w 7467600"/>
              <a:gd name="connsiteY939" fmla="*/ 476275 h 6858000"/>
              <a:gd name="connsiteX940" fmla="*/ 1492066 w 7467600"/>
              <a:gd name="connsiteY940" fmla="*/ 886333 h 6858000"/>
              <a:gd name="connsiteX941" fmla="*/ 1423698 w 7467600"/>
              <a:gd name="connsiteY941" fmla="*/ 710817 h 6858000"/>
              <a:gd name="connsiteX942" fmla="*/ 1357609 w 7467600"/>
              <a:gd name="connsiteY942" fmla="*/ 532892 h 6858000"/>
              <a:gd name="connsiteX943" fmla="*/ 1309550 w 7467600"/>
              <a:gd name="connsiteY943" fmla="*/ 374031 h 6858000"/>
              <a:gd name="connsiteX944" fmla="*/ 1193673 w 7467600"/>
              <a:gd name="connsiteY944" fmla="*/ 49533 h 6858000"/>
              <a:gd name="connsiteX945" fmla="*/ 1164391 w 7467600"/>
              <a:gd name="connsiteY945" fmla="*/ 0 h 6858000"/>
              <a:gd name="connsiteX946" fmla="*/ 1200666 w 7467600"/>
              <a:gd name="connsiteY946" fmla="*/ 0 h 6858000"/>
              <a:gd name="connsiteX947" fmla="*/ 1223408 w 7467600"/>
              <a:gd name="connsiteY947" fmla="*/ 38996 h 6858000"/>
              <a:gd name="connsiteX948" fmla="*/ 1339635 w 7467600"/>
              <a:gd name="connsiteY948" fmla="*/ 365517 h 6858000"/>
              <a:gd name="connsiteX949" fmla="*/ 1387469 w 7467600"/>
              <a:gd name="connsiteY949" fmla="*/ 523079 h 6858000"/>
              <a:gd name="connsiteX950" fmla="*/ 1452685 w 7467600"/>
              <a:gd name="connsiteY950" fmla="*/ 699806 h 6858000"/>
              <a:gd name="connsiteX951" fmla="*/ 1492092 w 7467600"/>
              <a:gd name="connsiteY951" fmla="*/ 800424 h 6858000"/>
              <a:gd name="connsiteX952" fmla="*/ 1455302 w 7467600"/>
              <a:gd name="connsiteY952" fmla="*/ 632913 h 6858000"/>
              <a:gd name="connsiteX953" fmla="*/ 1222336 w 7467600"/>
              <a:gd name="connsiteY953" fmla="*/ 9480 h 6858000"/>
              <a:gd name="connsiteX954" fmla="*/ 1214634 w 7467600"/>
              <a:gd name="connsiteY954" fmla="*/ 0 h 6858000"/>
              <a:gd name="connsiteX955" fmla="*/ 1289827 w 7467600"/>
              <a:gd name="connsiteY955" fmla="*/ 0 h 6858000"/>
              <a:gd name="connsiteX956" fmla="*/ 1321076 w 7467600"/>
              <a:gd name="connsiteY956" fmla="*/ 59722 h 6858000"/>
              <a:gd name="connsiteX957" fmla="*/ 1512579 w 7467600"/>
              <a:gd name="connsiteY957" fmla="*/ 626441 h 6858000"/>
              <a:gd name="connsiteX958" fmla="*/ 1506076 w 7467600"/>
              <a:gd name="connsiteY958" fmla="*/ 1089289 h 6858000"/>
              <a:gd name="connsiteX959" fmla="*/ 1486346 w 7467600"/>
              <a:gd name="connsiteY959" fmla="*/ 1079919 h 6858000"/>
              <a:gd name="connsiteX960" fmla="*/ 1070511 w 7467600"/>
              <a:gd name="connsiteY960" fmla="*/ 48609 h 6858000"/>
              <a:gd name="connsiteX961" fmla="*/ 1057230 w 7467600"/>
              <a:gd name="connsiteY961" fmla="*/ 0 h 6858000"/>
              <a:gd name="connsiteX962" fmla="*/ 43151 w 7467600"/>
              <a:gd name="connsiteY962" fmla="*/ 0 h 6858000"/>
              <a:gd name="connsiteX963" fmla="*/ 95283 w 7467600"/>
              <a:gd name="connsiteY963" fmla="*/ 0 h 6858000"/>
              <a:gd name="connsiteX964" fmla="*/ 300708 w 7467600"/>
              <a:gd name="connsiteY964" fmla="*/ 154571 h 6858000"/>
              <a:gd name="connsiteX965" fmla="*/ 530414 w 7467600"/>
              <a:gd name="connsiteY965" fmla="*/ 354673 h 6858000"/>
              <a:gd name="connsiteX966" fmla="*/ 333785 w 7467600"/>
              <a:gd name="connsiteY966" fmla="*/ 161564 h 6858000"/>
              <a:gd name="connsiteX967" fmla="*/ 147005 w 7467600"/>
              <a:gd name="connsiteY967" fmla="*/ 0 h 6858000"/>
              <a:gd name="connsiteX968" fmla="*/ 272509 w 7467600"/>
              <a:gd name="connsiteY968" fmla="*/ 0 h 6858000"/>
              <a:gd name="connsiteX969" fmla="*/ 326276 w 7467600"/>
              <a:gd name="connsiteY969" fmla="*/ 45847 h 6858000"/>
              <a:gd name="connsiteX970" fmla="*/ 823759 w 7467600"/>
              <a:gd name="connsiteY970" fmla="*/ 574145 h 6858000"/>
              <a:gd name="connsiteX971" fmla="*/ 811254 w 7467600"/>
              <a:gd name="connsiteY971" fmla="*/ 665546 h 6858000"/>
              <a:gd name="connsiteX972" fmla="*/ 154042 w 7467600"/>
              <a:gd name="connsiteY972" fmla="*/ 261522 h 6858000"/>
              <a:gd name="connsiteX973" fmla="*/ 13550 w 7467600"/>
              <a:gd name="connsiteY973" fmla="*/ 158423 h 6858000"/>
              <a:gd name="connsiteX974" fmla="*/ 0 w 7467600"/>
              <a:gd name="connsiteY974" fmla="*/ 146618 h 6858000"/>
              <a:gd name="connsiteX975" fmla="*/ 0 w 7467600"/>
              <a:gd name="connsiteY975" fmla="*/ 59161 h 6858000"/>
              <a:gd name="connsiteX976" fmla="*/ 45427 w 7467600"/>
              <a:gd name="connsiteY976" fmla="*/ 101078 h 6858000"/>
              <a:gd name="connsiteX977" fmla="*/ 630103 w 7467600"/>
              <a:gd name="connsiteY977" fmla="*/ 485885 h 6858000"/>
              <a:gd name="connsiteX978" fmla="*/ 532040 w 7467600"/>
              <a:gd name="connsiteY978" fmla="*/ 399359 h 6858000"/>
              <a:gd name="connsiteX979" fmla="*/ 517618 w 7467600"/>
              <a:gd name="connsiteY979" fmla="*/ 385726 h 6858000"/>
              <a:gd name="connsiteX980" fmla="*/ 285074 w 7467600"/>
              <a:gd name="connsiteY980" fmla="*/ 182755 h 6858000"/>
              <a:gd name="connsiteX981" fmla="*/ 43151 w 7467600"/>
              <a:gd name="connsiteY981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44835 w 7467600"/>
              <a:gd name="connsiteY76" fmla="*/ 5424988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356878 w 7467600"/>
              <a:gd name="connsiteY90" fmla="*/ 5981332 h 6858000"/>
              <a:gd name="connsiteX91" fmla="*/ 7467600 w 7467600"/>
              <a:gd name="connsiteY91" fmla="*/ 6117703 h 6858000"/>
              <a:gd name="connsiteX92" fmla="*/ 7467600 w 7467600"/>
              <a:gd name="connsiteY92" fmla="*/ 6163634 h 6858000"/>
              <a:gd name="connsiteX93" fmla="*/ 7403637 w 7467600"/>
              <a:gd name="connsiteY93" fmla="*/ 6083957 h 6858000"/>
              <a:gd name="connsiteX94" fmla="*/ 7254615 w 7467600"/>
              <a:gd name="connsiteY94" fmla="*/ 5911918 h 6858000"/>
              <a:gd name="connsiteX95" fmla="*/ 7312589 w 7467600"/>
              <a:gd name="connsiteY95" fmla="*/ 5982309 h 6858000"/>
              <a:gd name="connsiteX96" fmla="*/ 7448321 w 7467600"/>
              <a:gd name="connsiteY96" fmla="*/ 6190991 h 6858000"/>
              <a:gd name="connsiteX97" fmla="*/ 7467600 w 7467600"/>
              <a:gd name="connsiteY97" fmla="*/ 6221686 h 6858000"/>
              <a:gd name="connsiteX98" fmla="*/ 7467600 w 7467600"/>
              <a:gd name="connsiteY98" fmla="*/ 6334256 h 6858000"/>
              <a:gd name="connsiteX99" fmla="*/ 7454976 w 7467600"/>
              <a:gd name="connsiteY99" fmla="*/ 6318297 h 6858000"/>
              <a:gd name="connsiteX100" fmla="*/ 7042773 w 7467600"/>
              <a:gd name="connsiteY100" fmla="*/ 5734011 h 6858000"/>
              <a:gd name="connsiteX101" fmla="*/ 6844835 w 7467600"/>
              <a:gd name="connsiteY101" fmla="*/ 5424988 h 6858000"/>
              <a:gd name="connsiteX102" fmla="*/ 1456157 w 7467600"/>
              <a:gd name="connsiteY102" fmla="*/ 5371404 h 6858000"/>
              <a:gd name="connsiteX103" fmla="*/ 1244432 w 7467600"/>
              <a:gd name="connsiteY103" fmla="*/ 5385601 h 6858000"/>
              <a:gd name="connsiteX104" fmla="*/ 973990 w 7467600"/>
              <a:gd name="connsiteY104" fmla="*/ 5424940 h 6858000"/>
              <a:gd name="connsiteX105" fmla="*/ 1103809 w 7467600"/>
              <a:gd name="connsiteY105" fmla="*/ 5433720 h 6858000"/>
              <a:gd name="connsiteX106" fmla="*/ 1123454 w 7467600"/>
              <a:gd name="connsiteY106" fmla="*/ 5435727 h 6858000"/>
              <a:gd name="connsiteX107" fmla="*/ 1737017 w 7467600"/>
              <a:gd name="connsiteY107" fmla="*/ 5452183 h 6858000"/>
              <a:gd name="connsiteX108" fmla="*/ 1824397 w 7467600"/>
              <a:gd name="connsiteY108" fmla="*/ 5447757 h 6858000"/>
              <a:gd name="connsiteX109" fmla="*/ 2070059 w 7467600"/>
              <a:gd name="connsiteY109" fmla="*/ 5441660 h 6858000"/>
              <a:gd name="connsiteX110" fmla="*/ 1456157 w 7467600"/>
              <a:gd name="connsiteY110" fmla="*/ 5371404 h 6858000"/>
              <a:gd name="connsiteX111" fmla="*/ 4988186 w 7467600"/>
              <a:gd name="connsiteY111" fmla="*/ 5216467 h 6858000"/>
              <a:gd name="connsiteX112" fmla="*/ 4777334 w 7467600"/>
              <a:gd name="connsiteY112" fmla="*/ 5406072 h 6858000"/>
              <a:gd name="connsiteX113" fmla="*/ 4718341 w 7467600"/>
              <a:gd name="connsiteY113" fmla="*/ 5468043 h 6858000"/>
              <a:gd name="connsiteX114" fmla="*/ 4604655 w 7467600"/>
              <a:gd name="connsiteY114" fmla="*/ 5583434 h 6858000"/>
              <a:gd name="connsiteX115" fmla="*/ 4565074 w 7467600"/>
              <a:gd name="connsiteY115" fmla="*/ 5618550 h 6858000"/>
              <a:gd name="connsiteX116" fmla="*/ 4988186 w 7467600"/>
              <a:gd name="connsiteY116" fmla="*/ 5216467 h 6858000"/>
              <a:gd name="connsiteX117" fmla="*/ 4978032 w 7467600"/>
              <a:gd name="connsiteY117" fmla="*/ 5183809 h 6858000"/>
              <a:gd name="connsiteX118" fmla="*/ 4463413 w 7467600"/>
              <a:gd name="connsiteY118" fmla="*/ 5615162 h 6858000"/>
              <a:gd name="connsiteX119" fmla="*/ 4358134 w 7467600"/>
              <a:gd name="connsiteY119" fmla="*/ 5742791 h 6858000"/>
              <a:gd name="connsiteX120" fmla="*/ 4376219 w 7467600"/>
              <a:gd name="connsiteY120" fmla="*/ 5729027 h 6858000"/>
              <a:gd name="connsiteX121" fmla="*/ 4582340 w 7467600"/>
              <a:gd name="connsiteY121" fmla="*/ 5561037 h 6858000"/>
              <a:gd name="connsiteX122" fmla="*/ 4694684 w 7467600"/>
              <a:gd name="connsiteY122" fmla="*/ 5447098 h 6858000"/>
              <a:gd name="connsiteX123" fmla="*/ 4754123 w 7467600"/>
              <a:gd name="connsiteY123" fmla="*/ 5384643 h 6858000"/>
              <a:gd name="connsiteX124" fmla="*/ 4978032 w 7467600"/>
              <a:gd name="connsiteY124" fmla="*/ 5183809 h 6858000"/>
              <a:gd name="connsiteX125" fmla="*/ 1903353 w 7467600"/>
              <a:gd name="connsiteY125" fmla="*/ 5044827 h 6858000"/>
              <a:gd name="connsiteX126" fmla="*/ 1936931 w 7467600"/>
              <a:gd name="connsiteY126" fmla="*/ 5093954 h 6858000"/>
              <a:gd name="connsiteX127" fmla="*/ 2195868 w 7467600"/>
              <a:gd name="connsiteY127" fmla="*/ 5396574 h 6858000"/>
              <a:gd name="connsiteX128" fmla="*/ 2088852 w 7467600"/>
              <a:gd name="connsiteY128" fmla="*/ 5166123 h 6858000"/>
              <a:gd name="connsiteX129" fmla="*/ 1958241 w 7467600"/>
              <a:gd name="connsiteY129" fmla="*/ 5067955 h 6858000"/>
              <a:gd name="connsiteX130" fmla="*/ 1903353 w 7467600"/>
              <a:gd name="connsiteY130" fmla="*/ 5044827 h 6858000"/>
              <a:gd name="connsiteX131" fmla="*/ 1979378 w 7467600"/>
              <a:gd name="connsiteY131" fmla="*/ 4769504 h 6858000"/>
              <a:gd name="connsiteX132" fmla="*/ 2882120 w 7467600"/>
              <a:gd name="connsiteY132" fmla="*/ 5064547 h 6858000"/>
              <a:gd name="connsiteX133" fmla="*/ 2793103 w 7467600"/>
              <a:gd name="connsiteY133" fmla="*/ 5039699 h 6858000"/>
              <a:gd name="connsiteX134" fmla="*/ 2770041 w 7467600"/>
              <a:gd name="connsiteY134" fmla="*/ 5033634 h 6858000"/>
              <a:gd name="connsiteX135" fmla="*/ 1979378 w 7467600"/>
              <a:gd name="connsiteY135" fmla="*/ 4769504 h 6858000"/>
              <a:gd name="connsiteX136" fmla="*/ 1927410 w 7467600"/>
              <a:gd name="connsiteY136" fmla="*/ 4716164 h 6858000"/>
              <a:gd name="connsiteX137" fmla="*/ 1959587 w 7467600"/>
              <a:gd name="connsiteY137" fmla="*/ 4728849 h 6858000"/>
              <a:gd name="connsiteX138" fmla="*/ 2777707 w 7467600"/>
              <a:gd name="connsiteY138" fmla="*/ 5003991 h 6858000"/>
              <a:gd name="connsiteX139" fmla="*/ 2800768 w 7467600"/>
              <a:gd name="connsiteY139" fmla="*/ 5010056 h 6858000"/>
              <a:gd name="connsiteX140" fmla="*/ 2879408 w 7467600"/>
              <a:gd name="connsiteY140" fmla="*/ 5031590 h 6858000"/>
              <a:gd name="connsiteX141" fmla="*/ 2862295 w 7467600"/>
              <a:gd name="connsiteY141" fmla="*/ 5022958 h 6858000"/>
              <a:gd name="connsiteX142" fmla="*/ 2813343 w 7467600"/>
              <a:gd name="connsiteY142" fmla="*/ 4998369 h 6858000"/>
              <a:gd name="connsiteX143" fmla="*/ 2646245 w 7467600"/>
              <a:gd name="connsiteY143" fmla="*/ 4930999 h 6858000"/>
              <a:gd name="connsiteX144" fmla="*/ 1999243 w 7467600"/>
              <a:gd name="connsiteY144" fmla="*/ 4730524 h 6858000"/>
              <a:gd name="connsiteX145" fmla="*/ 1979527 w 7467600"/>
              <a:gd name="connsiteY145" fmla="*/ 4726651 h 6858000"/>
              <a:gd name="connsiteX146" fmla="*/ 1927410 w 7467600"/>
              <a:gd name="connsiteY146" fmla="*/ 4716164 h 6858000"/>
              <a:gd name="connsiteX147" fmla="*/ 1997014 w 7467600"/>
              <a:gd name="connsiteY147" fmla="*/ 4698007 h 6858000"/>
              <a:gd name="connsiteX148" fmla="*/ 2005458 w 7467600"/>
              <a:gd name="connsiteY148" fmla="*/ 4699540 h 6858000"/>
              <a:gd name="connsiteX149" fmla="*/ 2657186 w 7467600"/>
              <a:gd name="connsiteY149" fmla="*/ 4901687 h 6858000"/>
              <a:gd name="connsiteX150" fmla="*/ 2826662 w 7467600"/>
              <a:gd name="connsiteY150" fmla="*/ 4970362 h 6858000"/>
              <a:gd name="connsiteX151" fmla="*/ 2876100 w 7467600"/>
              <a:gd name="connsiteY151" fmla="*/ 4995397 h 6858000"/>
              <a:gd name="connsiteX152" fmla="*/ 3042600 w 7467600"/>
              <a:gd name="connsiteY152" fmla="*/ 5059532 h 6858000"/>
              <a:gd name="connsiteX153" fmla="*/ 1997014 w 7467600"/>
              <a:gd name="connsiteY153" fmla="*/ 4698007 h 6858000"/>
              <a:gd name="connsiteX154" fmla="*/ 2305292 w 7467600"/>
              <a:gd name="connsiteY154" fmla="*/ 4219492 h 6858000"/>
              <a:gd name="connsiteX155" fmla="*/ 3360922 w 7467600"/>
              <a:gd name="connsiteY155" fmla="*/ 4529373 h 6858000"/>
              <a:gd name="connsiteX156" fmla="*/ 3492420 w 7467600"/>
              <a:gd name="connsiteY156" fmla="*/ 4510145 h 6858000"/>
              <a:gd name="connsiteX157" fmla="*/ 3364086 w 7467600"/>
              <a:gd name="connsiteY157" fmla="*/ 4480340 h 6858000"/>
              <a:gd name="connsiteX158" fmla="*/ 3225818 w 7467600"/>
              <a:gd name="connsiteY158" fmla="*/ 4411822 h 6858000"/>
              <a:gd name="connsiteX159" fmla="*/ 3129696 w 7467600"/>
              <a:gd name="connsiteY159" fmla="*/ 4360704 h 6858000"/>
              <a:gd name="connsiteX160" fmla="*/ 2814545 w 7467600"/>
              <a:gd name="connsiteY160" fmla="*/ 4282955 h 6858000"/>
              <a:gd name="connsiteX161" fmla="*/ 2305292 w 7467600"/>
              <a:gd name="connsiteY161" fmla="*/ 4219492 h 6858000"/>
              <a:gd name="connsiteX162" fmla="*/ 2626982 w 7467600"/>
              <a:gd name="connsiteY162" fmla="*/ 4206450 h 6858000"/>
              <a:gd name="connsiteX163" fmla="*/ 2490617 w 7467600"/>
              <a:gd name="connsiteY163" fmla="*/ 4206951 h 6858000"/>
              <a:gd name="connsiteX164" fmla="*/ 2819869 w 7467600"/>
              <a:gd name="connsiteY164" fmla="*/ 4252936 h 6858000"/>
              <a:gd name="connsiteX165" fmla="*/ 3143018 w 7467600"/>
              <a:gd name="connsiteY165" fmla="*/ 4332698 h 6858000"/>
              <a:gd name="connsiteX166" fmla="*/ 3241520 w 7467600"/>
              <a:gd name="connsiteY166" fmla="*/ 4385112 h 6858000"/>
              <a:gd name="connsiteX167" fmla="*/ 3374575 w 7467600"/>
              <a:gd name="connsiteY167" fmla="*/ 4451517 h 6858000"/>
              <a:gd name="connsiteX168" fmla="*/ 3505221 w 7467600"/>
              <a:gd name="connsiteY168" fmla="*/ 4480757 h 6858000"/>
              <a:gd name="connsiteX169" fmla="*/ 2626982 w 7467600"/>
              <a:gd name="connsiteY169" fmla="*/ 4206450 h 6858000"/>
              <a:gd name="connsiteX170" fmla="*/ 1310106 w 7467600"/>
              <a:gd name="connsiteY170" fmla="*/ 3943217 h 6858000"/>
              <a:gd name="connsiteX171" fmla="*/ 854994 w 7467600"/>
              <a:gd name="connsiteY171" fmla="*/ 4399136 h 6858000"/>
              <a:gd name="connsiteX172" fmla="*/ 742462 w 7467600"/>
              <a:gd name="connsiteY172" fmla="*/ 4594648 h 6858000"/>
              <a:gd name="connsiteX173" fmla="*/ 820602 w 7467600"/>
              <a:gd name="connsiteY173" fmla="*/ 4485915 h 6858000"/>
              <a:gd name="connsiteX174" fmla="*/ 878295 w 7467600"/>
              <a:gd name="connsiteY174" fmla="*/ 4403594 h 6858000"/>
              <a:gd name="connsiteX175" fmla="*/ 1240607 w 7467600"/>
              <a:gd name="connsiteY175" fmla="*/ 4010401 h 6858000"/>
              <a:gd name="connsiteX176" fmla="*/ 1310106 w 7467600"/>
              <a:gd name="connsiteY176" fmla="*/ 3943217 h 6858000"/>
              <a:gd name="connsiteX177" fmla="*/ 1423113 w 7467600"/>
              <a:gd name="connsiteY177" fmla="*/ 3874565 h 6858000"/>
              <a:gd name="connsiteX178" fmla="*/ 1260565 w 7467600"/>
              <a:gd name="connsiteY178" fmla="*/ 4031982 h 6858000"/>
              <a:gd name="connsiteX179" fmla="*/ 901900 w 7467600"/>
              <a:gd name="connsiteY179" fmla="*/ 4421236 h 6858000"/>
              <a:gd name="connsiteX180" fmla="*/ 845044 w 7467600"/>
              <a:gd name="connsiteY180" fmla="*/ 4502436 h 6858000"/>
              <a:gd name="connsiteX181" fmla="*/ 685926 w 7467600"/>
              <a:gd name="connsiteY181" fmla="*/ 4703069 h 6858000"/>
              <a:gd name="connsiteX182" fmla="*/ 684248 w 7467600"/>
              <a:gd name="connsiteY182" fmla="*/ 4706721 h 6858000"/>
              <a:gd name="connsiteX183" fmla="*/ 1423113 w 7467600"/>
              <a:gd name="connsiteY183" fmla="*/ 3874565 h 6858000"/>
              <a:gd name="connsiteX184" fmla="*/ 3316479 w 7467600"/>
              <a:gd name="connsiteY184" fmla="*/ 3872136 h 6858000"/>
              <a:gd name="connsiteX185" fmla="*/ 3546806 w 7467600"/>
              <a:gd name="connsiteY185" fmla="*/ 4356139 h 6858000"/>
              <a:gd name="connsiteX186" fmla="*/ 3364433 w 7467600"/>
              <a:gd name="connsiteY186" fmla="*/ 3953121 h 6858000"/>
              <a:gd name="connsiteX187" fmla="*/ 3316479 w 7467600"/>
              <a:gd name="connsiteY187" fmla="*/ 3872136 h 6858000"/>
              <a:gd name="connsiteX188" fmla="*/ 3291335 w 7467600"/>
              <a:gd name="connsiteY188" fmla="*/ 3767420 h 6858000"/>
              <a:gd name="connsiteX189" fmla="*/ 3390805 w 7467600"/>
              <a:gd name="connsiteY189" fmla="*/ 3937163 h 6858000"/>
              <a:gd name="connsiteX190" fmla="*/ 3579062 w 7467600"/>
              <a:gd name="connsiteY190" fmla="*/ 4359040 h 6858000"/>
              <a:gd name="connsiteX191" fmla="*/ 3467355 w 7467600"/>
              <a:gd name="connsiteY191" fmla="*/ 3988130 h 6858000"/>
              <a:gd name="connsiteX192" fmla="*/ 3310753 w 7467600"/>
              <a:gd name="connsiteY192" fmla="*/ 3787140 h 6858000"/>
              <a:gd name="connsiteX193" fmla="*/ 3291335 w 7467600"/>
              <a:gd name="connsiteY193" fmla="*/ 3767420 h 6858000"/>
              <a:gd name="connsiteX194" fmla="*/ 1635889 w 7467600"/>
              <a:gd name="connsiteY194" fmla="*/ 3709494 h 6858000"/>
              <a:gd name="connsiteX195" fmla="*/ 1634800 w 7467600"/>
              <a:gd name="connsiteY195" fmla="*/ 3731111 h 6858000"/>
              <a:gd name="connsiteX196" fmla="*/ 1635889 w 7467600"/>
              <a:gd name="connsiteY196" fmla="*/ 3709494 h 6858000"/>
              <a:gd name="connsiteX197" fmla="*/ 1510397 w 7467600"/>
              <a:gd name="connsiteY197" fmla="*/ 3684705 h 6858000"/>
              <a:gd name="connsiteX198" fmla="*/ 1146550 w 7467600"/>
              <a:gd name="connsiteY198" fmla="*/ 3802012 h 6858000"/>
              <a:gd name="connsiteX199" fmla="*/ 698834 w 7467600"/>
              <a:gd name="connsiteY199" fmla="*/ 3952272 h 6858000"/>
              <a:gd name="connsiteX200" fmla="*/ 34256 w 7467600"/>
              <a:gd name="connsiteY200" fmla="*/ 4347603 h 6858000"/>
              <a:gd name="connsiteX201" fmla="*/ 527241 w 7467600"/>
              <a:gd name="connsiteY201" fmla="*/ 4065078 h 6858000"/>
              <a:gd name="connsiteX202" fmla="*/ 1510397 w 7467600"/>
              <a:gd name="connsiteY202" fmla="*/ 3684705 h 6858000"/>
              <a:gd name="connsiteX203" fmla="*/ 1313114 w 7467600"/>
              <a:gd name="connsiteY203" fmla="*/ 3655216 h 6858000"/>
              <a:gd name="connsiteX204" fmla="*/ 1109304 w 7467600"/>
              <a:gd name="connsiteY204" fmla="*/ 3669030 h 6858000"/>
              <a:gd name="connsiteX205" fmla="*/ 8129 w 7467600"/>
              <a:gd name="connsiteY205" fmla="*/ 4330519 h 6858000"/>
              <a:gd name="connsiteX206" fmla="*/ 687572 w 7467600"/>
              <a:gd name="connsiteY206" fmla="*/ 3925629 h 6858000"/>
              <a:gd name="connsiteX207" fmla="*/ 1138365 w 7467600"/>
              <a:gd name="connsiteY207" fmla="*/ 3774515 h 6858000"/>
              <a:gd name="connsiteX208" fmla="*/ 1505579 w 7467600"/>
              <a:gd name="connsiteY208" fmla="*/ 3655526 h 6858000"/>
              <a:gd name="connsiteX209" fmla="*/ 1313114 w 7467600"/>
              <a:gd name="connsiteY209" fmla="*/ 3655216 h 6858000"/>
              <a:gd name="connsiteX210" fmla="*/ 3655073 w 7467600"/>
              <a:gd name="connsiteY210" fmla="*/ 3650884 h 6858000"/>
              <a:gd name="connsiteX211" fmla="*/ 3989938 w 7467600"/>
              <a:gd name="connsiteY211" fmla="*/ 3991685 h 6858000"/>
              <a:gd name="connsiteX212" fmla="*/ 4393907 w 7467600"/>
              <a:gd name="connsiteY212" fmla="*/ 4261258 h 6858000"/>
              <a:gd name="connsiteX213" fmla="*/ 4648051 w 7467600"/>
              <a:gd name="connsiteY213" fmla="*/ 4374051 h 6858000"/>
              <a:gd name="connsiteX214" fmla="*/ 4383389 w 7467600"/>
              <a:gd name="connsiteY214" fmla="*/ 4184369 h 6858000"/>
              <a:gd name="connsiteX215" fmla="*/ 4165508 w 7467600"/>
              <a:gd name="connsiteY215" fmla="*/ 4035196 h 6858000"/>
              <a:gd name="connsiteX216" fmla="*/ 4068162 w 7467600"/>
              <a:gd name="connsiteY216" fmla="*/ 3953394 h 6858000"/>
              <a:gd name="connsiteX217" fmla="*/ 3981416 w 7467600"/>
              <a:gd name="connsiteY217" fmla="*/ 3880482 h 6858000"/>
              <a:gd name="connsiteX218" fmla="*/ 3800147 w 7467600"/>
              <a:gd name="connsiteY218" fmla="*/ 3749872 h 6858000"/>
              <a:gd name="connsiteX219" fmla="*/ 3655073 w 7467600"/>
              <a:gd name="connsiteY219" fmla="*/ 3650884 h 6858000"/>
              <a:gd name="connsiteX220" fmla="*/ 3670252 w 7467600"/>
              <a:gd name="connsiteY220" fmla="*/ 3622798 h 6858000"/>
              <a:gd name="connsiteX221" fmla="*/ 3817258 w 7467600"/>
              <a:gd name="connsiteY221" fmla="*/ 3723577 h 6858000"/>
              <a:gd name="connsiteX222" fmla="*/ 4000461 w 7467600"/>
              <a:gd name="connsiteY222" fmla="*/ 3855966 h 6858000"/>
              <a:gd name="connsiteX223" fmla="*/ 4088180 w 7467600"/>
              <a:gd name="connsiteY223" fmla="*/ 3929774 h 6858000"/>
              <a:gd name="connsiteX224" fmla="*/ 4184555 w 7467600"/>
              <a:gd name="connsiteY224" fmla="*/ 4010683 h 6858000"/>
              <a:gd name="connsiteX225" fmla="*/ 4399563 w 7467600"/>
              <a:gd name="connsiteY225" fmla="*/ 4158106 h 6858000"/>
              <a:gd name="connsiteX226" fmla="*/ 4684469 w 7467600"/>
              <a:gd name="connsiteY226" fmla="*/ 4364680 h 6858000"/>
              <a:gd name="connsiteX227" fmla="*/ 4690271 w 7467600"/>
              <a:gd name="connsiteY227" fmla="*/ 4370034 h 6858000"/>
              <a:gd name="connsiteX228" fmla="*/ 4136093 w 7467600"/>
              <a:gd name="connsiteY228" fmla="*/ 3858466 h 6858000"/>
              <a:gd name="connsiteX229" fmla="*/ 3670252 w 7467600"/>
              <a:gd name="connsiteY229" fmla="*/ 3622798 h 6858000"/>
              <a:gd name="connsiteX230" fmla="*/ 4440129 w 7467600"/>
              <a:gd name="connsiteY230" fmla="*/ 3448571 h 6858000"/>
              <a:gd name="connsiteX231" fmla="*/ 4856525 w 7467600"/>
              <a:gd name="connsiteY231" fmla="*/ 3915351 h 6858000"/>
              <a:gd name="connsiteX232" fmla="*/ 5059055 w 7467600"/>
              <a:gd name="connsiteY232" fmla="*/ 4108918 h 6858000"/>
              <a:gd name="connsiteX233" fmla="*/ 5290070 w 7467600"/>
              <a:gd name="connsiteY233" fmla="*/ 4263619 h 6858000"/>
              <a:gd name="connsiteX234" fmla="*/ 4834991 w 7467600"/>
              <a:gd name="connsiteY234" fmla="*/ 3830985 h 6858000"/>
              <a:gd name="connsiteX235" fmla="*/ 4440129 w 7467600"/>
              <a:gd name="connsiteY235" fmla="*/ 3448571 h 6858000"/>
              <a:gd name="connsiteX236" fmla="*/ 4441737 w 7467600"/>
              <a:gd name="connsiteY236" fmla="*/ 3399734 h 6858000"/>
              <a:gd name="connsiteX237" fmla="*/ 4431236 w 7467600"/>
              <a:gd name="connsiteY237" fmla="*/ 3400954 h 6858000"/>
              <a:gd name="connsiteX238" fmla="*/ 4557150 w 7467600"/>
              <a:gd name="connsiteY238" fmla="*/ 3510023 h 6858000"/>
              <a:gd name="connsiteX239" fmla="*/ 4856936 w 7467600"/>
              <a:gd name="connsiteY239" fmla="*/ 3809146 h 6858000"/>
              <a:gd name="connsiteX240" fmla="*/ 5111996 w 7467600"/>
              <a:gd name="connsiteY240" fmla="*/ 4065759 h 6858000"/>
              <a:gd name="connsiteX241" fmla="*/ 5388878 w 7467600"/>
              <a:gd name="connsiteY241" fmla="*/ 4300185 h 6858000"/>
              <a:gd name="connsiteX242" fmla="*/ 5425556 w 7467600"/>
              <a:gd name="connsiteY242" fmla="*/ 4308967 h 6858000"/>
              <a:gd name="connsiteX243" fmla="*/ 4943646 w 7467600"/>
              <a:gd name="connsiteY243" fmla="*/ 3822916 h 6858000"/>
              <a:gd name="connsiteX244" fmla="*/ 4594837 w 7467600"/>
              <a:gd name="connsiteY244" fmla="*/ 3532274 h 6858000"/>
              <a:gd name="connsiteX245" fmla="*/ 4441737 w 7467600"/>
              <a:gd name="connsiteY245" fmla="*/ 3399734 h 6858000"/>
              <a:gd name="connsiteX246" fmla="*/ 5425834 w 7467600"/>
              <a:gd name="connsiteY246" fmla="*/ 3162785 h 6858000"/>
              <a:gd name="connsiteX247" fmla="*/ 5401644 w 7467600"/>
              <a:gd name="connsiteY247" fmla="*/ 3617847 h 6858000"/>
              <a:gd name="connsiteX248" fmla="*/ 5467256 w 7467600"/>
              <a:gd name="connsiteY248" fmla="*/ 4175494 h 6858000"/>
              <a:gd name="connsiteX249" fmla="*/ 5448069 w 7467600"/>
              <a:gd name="connsiteY249" fmla="*/ 3567554 h 6858000"/>
              <a:gd name="connsiteX250" fmla="*/ 5425834 w 7467600"/>
              <a:gd name="connsiteY250" fmla="*/ 3162785 h 6858000"/>
              <a:gd name="connsiteX251" fmla="*/ 1318687 w 7467600"/>
              <a:gd name="connsiteY251" fmla="*/ 3113840 h 6858000"/>
              <a:gd name="connsiteX252" fmla="*/ 1066793 w 7467600"/>
              <a:gd name="connsiteY252" fmla="*/ 3212171 h 6858000"/>
              <a:gd name="connsiteX253" fmla="*/ 993319 w 7467600"/>
              <a:gd name="connsiteY253" fmla="*/ 3247648 h 6858000"/>
              <a:gd name="connsiteX254" fmla="*/ 853081 w 7467600"/>
              <a:gd name="connsiteY254" fmla="*/ 3312410 h 6858000"/>
              <a:gd name="connsiteX255" fmla="*/ 805957 w 7467600"/>
              <a:gd name="connsiteY255" fmla="*/ 3330443 h 6858000"/>
              <a:gd name="connsiteX256" fmla="*/ 1318687 w 7467600"/>
              <a:gd name="connsiteY256" fmla="*/ 3113840 h 6858000"/>
              <a:gd name="connsiteX257" fmla="*/ 5453702 w 7467600"/>
              <a:gd name="connsiteY257" fmla="*/ 3090882 h 6858000"/>
              <a:gd name="connsiteX258" fmla="*/ 5480135 w 7467600"/>
              <a:gd name="connsiteY258" fmla="*/ 3565802 h 6858000"/>
              <a:gd name="connsiteX259" fmla="*/ 5499023 w 7467600"/>
              <a:gd name="connsiteY259" fmla="*/ 4166310 h 6858000"/>
              <a:gd name="connsiteX260" fmla="*/ 5547022 w 7467600"/>
              <a:gd name="connsiteY260" fmla="*/ 3607838 h 6858000"/>
              <a:gd name="connsiteX261" fmla="*/ 5515964 w 7467600"/>
              <a:gd name="connsiteY261" fmla="*/ 3378541 h 6858000"/>
              <a:gd name="connsiteX262" fmla="*/ 5453702 w 7467600"/>
              <a:gd name="connsiteY262" fmla="*/ 3090882 h 6858000"/>
              <a:gd name="connsiteX263" fmla="*/ 1238695 w 7467600"/>
              <a:gd name="connsiteY263" fmla="*/ 3076820 h 6858000"/>
              <a:gd name="connsiteX264" fmla="*/ 716371 w 7467600"/>
              <a:gd name="connsiteY264" fmla="*/ 3293249 h 6858000"/>
              <a:gd name="connsiteX265" fmla="*/ 579522 w 7467600"/>
              <a:gd name="connsiteY265" fmla="*/ 3371759 h 6858000"/>
              <a:gd name="connsiteX266" fmla="*/ 600288 w 7467600"/>
              <a:gd name="connsiteY266" fmla="*/ 3365555 h 6858000"/>
              <a:gd name="connsiteX267" fmla="*/ 840692 w 7467600"/>
              <a:gd name="connsiteY267" fmla="*/ 3284921 h 6858000"/>
              <a:gd name="connsiteX268" fmla="*/ 979248 w 7467600"/>
              <a:gd name="connsiteY268" fmla="*/ 3221003 h 6858000"/>
              <a:gd name="connsiteX269" fmla="*/ 1053282 w 7467600"/>
              <a:gd name="connsiteY269" fmla="*/ 3185247 h 6858000"/>
              <a:gd name="connsiteX270" fmla="*/ 1320603 w 7467600"/>
              <a:gd name="connsiteY270" fmla="*/ 3081281 h 6858000"/>
              <a:gd name="connsiteX271" fmla="*/ 1238695 w 7467600"/>
              <a:gd name="connsiteY271" fmla="*/ 3076820 h 6858000"/>
              <a:gd name="connsiteX272" fmla="*/ 5425627 w 7467600"/>
              <a:gd name="connsiteY272" fmla="*/ 2954192 h 6858000"/>
              <a:gd name="connsiteX273" fmla="*/ 5470770 w 7467600"/>
              <a:gd name="connsiteY273" fmla="*/ 3005435 h 6858000"/>
              <a:gd name="connsiteX274" fmla="*/ 5519779 w 7467600"/>
              <a:gd name="connsiteY274" fmla="*/ 4359223 h 6858000"/>
              <a:gd name="connsiteX275" fmla="*/ 5520293 w 7467600"/>
              <a:gd name="connsiteY275" fmla="*/ 4360602 h 6858000"/>
              <a:gd name="connsiteX276" fmla="*/ 5767221 w 7467600"/>
              <a:gd name="connsiteY276" fmla="*/ 4665564 h 6858000"/>
              <a:gd name="connsiteX277" fmla="*/ 6937169 w 7467600"/>
              <a:gd name="connsiteY277" fmla="*/ 4815941 h 6858000"/>
              <a:gd name="connsiteX278" fmla="*/ 6953922 w 7467600"/>
              <a:gd name="connsiteY278" fmla="*/ 4890068 h 6858000"/>
              <a:gd name="connsiteX279" fmla="*/ 6071359 w 7467600"/>
              <a:gd name="connsiteY279" fmla="*/ 4770770 h 6858000"/>
              <a:gd name="connsiteX280" fmla="*/ 6038839 w 7467600"/>
              <a:gd name="connsiteY280" fmla="*/ 4764474 h 6858000"/>
              <a:gd name="connsiteX281" fmla="*/ 6038706 w 7467600"/>
              <a:gd name="connsiteY281" fmla="*/ 4763847 h 6858000"/>
              <a:gd name="connsiteX282" fmla="*/ 6037784 w 7467600"/>
              <a:gd name="connsiteY282" fmla="*/ 4764270 h 6858000"/>
              <a:gd name="connsiteX283" fmla="*/ 6038839 w 7467600"/>
              <a:gd name="connsiteY283" fmla="*/ 4764474 h 6858000"/>
              <a:gd name="connsiteX284" fmla="*/ 6040338 w 7467600"/>
              <a:gd name="connsiteY284" fmla="*/ 4771418 h 6858000"/>
              <a:gd name="connsiteX285" fmla="*/ 6024488 w 7467600"/>
              <a:gd name="connsiteY285" fmla="*/ 4809903 h 6858000"/>
              <a:gd name="connsiteX286" fmla="*/ 5599771 w 7467600"/>
              <a:gd name="connsiteY286" fmla="*/ 5509652 h 6858000"/>
              <a:gd name="connsiteX287" fmla="*/ 5548843 w 7467600"/>
              <a:gd name="connsiteY287" fmla="*/ 5563845 h 6858000"/>
              <a:gd name="connsiteX288" fmla="*/ 5940952 w 7467600"/>
              <a:gd name="connsiteY288" fmla="*/ 6250028 h 6858000"/>
              <a:gd name="connsiteX289" fmla="*/ 6043441 w 7467600"/>
              <a:gd name="connsiteY289" fmla="*/ 6665847 h 6858000"/>
              <a:gd name="connsiteX290" fmla="*/ 6093432 w 7467600"/>
              <a:gd name="connsiteY290" fmla="*/ 6858000 h 6858000"/>
              <a:gd name="connsiteX291" fmla="*/ 6034344 w 7467600"/>
              <a:gd name="connsiteY291" fmla="*/ 6858000 h 6858000"/>
              <a:gd name="connsiteX292" fmla="*/ 6026679 w 7467600"/>
              <a:gd name="connsiteY292" fmla="*/ 6836959 h 6858000"/>
              <a:gd name="connsiteX293" fmla="*/ 5800441 w 7467600"/>
              <a:gd name="connsiteY293" fmla="*/ 6335286 h 6858000"/>
              <a:gd name="connsiteX294" fmla="*/ 5526562 w 7467600"/>
              <a:gd name="connsiteY294" fmla="*/ 5705388 h 6858000"/>
              <a:gd name="connsiteX295" fmla="*/ 5519640 w 7467600"/>
              <a:gd name="connsiteY295" fmla="*/ 5683774 h 6858000"/>
              <a:gd name="connsiteX296" fmla="*/ 5844559 w 7467600"/>
              <a:gd name="connsiteY296" fmla="*/ 6553349 h 6858000"/>
              <a:gd name="connsiteX297" fmla="*/ 5975994 w 7467600"/>
              <a:gd name="connsiteY297" fmla="*/ 6858000 h 6858000"/>
              <a:gd name="connsiteX298" fmla="*/ 5898547 w 7467600"/>
              <a:gd name="connsiteY298" fmla="*/ 6858000 h 6858000"/>
              <a:gd name="connsiteX299" fmla="*/ 5682041 w 7467600"/>
              <a:gd name="connsiteY299" fmla="*/ 6355860 h 6858000"/>
              <a:gd name="connsiteX300" fmla="*/ 5461758 w 7467600"/>
              <a:gd name="connsiteY300" fmla="*/ 5820220 h 6858000"/>
              <a:gd name="connsiteX301" fmla="*/ 5237282 w 7467600"/>
              <a:gd name="connsiteY301" fmla="*/ 6579086 h 6858000"/>
              <a:gd name="connsiteX302" fmla="*/ 5115009 w 7467600"/>
              <a:gd name="connsiteY302" fmla="*/ 6858000 h 6858000"/>
              <a:gd name="connsiteX303" fmla="*/ 5028074 w 7467600"/>
              <a:gd name="connsiteY303" fmla="*/ 6858000 h 6858000"/>
              <a:gd name="connsiteX304" fmla="*/ 5079508 w 7467600"/>
              <a:gd name="connsiteY304" fmla="*/ 6749074 h 6858000"/>
              <a:gd name="connsiteX305" fmla="*/ 5371846 w 7467600"/>
              <a:gd name="connsiteY305" fmla="*/ 5924413 h 6858000"/>
              <a:gd name="connsiteX306" fmla="*/ 5270512 w 7467600"/>
              <a:gd name="connsiteY306" fmla="*/ 6138975 h 6858000"/>
              <a:gd name="connsiteX307" fmla="*/ 5062409 w 7467600"/>
              <a:gd name="connsiteY307" fmla="*/ 6653544 h 6858000"/>
              <a:gd name="connsiteX308" fmla="*/ 5036628 w 7467600"/>
              <a:gd name="connsiteY308" fmla="*/ 6754247 h 6858000"/>
              <a:gd name="connsiteX309" fmla="*/ 5009112 w 7467600"/>
              <a:gd name="connsiteY309" fmla="*/ 6858000 h 6858000"/>
              <a:gd name="connsiteX310" fmla="*/ 4976679 w 7467600"/>
              <a:gd name="connsiteY310" fmla="*/ 6858000 h 6858000"/>
              <a:gd name="connsiteX311" fmla="*/ 5006537 w 7467600"/>
              <a:gd name="connsiteY311" fmla="*/ 6747068 h 6858000"/>
              <a:gd name="connsiteX312" fmla="*/ 5032723 w 7467600"/>
              <a:gd name="connsiteY312" fmla="*/ 6644957 h 6858000"/>
              <a:gd name="connsiteX313" fmla="*/ 5242949 w 7467600"/>
              <a:gd name="connsiteY313" fmla="*/ 6125175 h 6858000"/>
              <a:gd name="connsiteX314" fmla="*/ 5286321 w 7467600"/>
              <a:gd name="connsiteY314" fmla="*/ 6033555 h 6858000"/>
              <a:gd name="connsiteX315" fmla="*/ 5008210 w 7467600"/>
              <a:gd name="connsiteY315" fmla="*/ 6649194 h 6858000"/>
              <a:gd name="connsiteX316" fmla="*/ 4986321 w 7467600"/>
              <a:gd name="connsiteY316" fmla="*/ 6765687 h 6858000"/>
              <a:gd name="connsiteX317" fmla="*/ 4973474 w 7467600"/>
              <a:gd name="connsiteY317" fmla="*/ 6858000 h 6858000"/>
              <a:gd name="connsiteX318" fmla="*/ 4907178 w 7467600"/>
              <a:gd name="connsiteY318" fmla="*/ 6858000 h 6858000"/>
              <a:gd name="connsiteX319" fmla="*/ 4910810 w 7467600"/>
              <a:gd name="connsiteY319" fmla="*/ 6829660 h 6858000"/>
              <a:gd name="connsiteX320" fmla="*/ 4987461 w 7467600"/>
              <a:gd name="connsiteY320" fmla="*/ 6432994 h 6858000"/>
              <a:gd name="connsiteX321" fmla="*/ 5179262 w 7467600"/>
              <a:gd name="connsiteY321" fmla="*/ 6035044 h 6858000"/>
              <a:gd name="connsiteX322" fmla="*/ 4689678 w 7467600"/>
              <a:gd name="connsiteY322" fmla="*/ 6440241 h 6858000"/>
              <a:gd name="connsiteX323" fmla="*/ 4477543 w 7467600"/>
              <a:gd name="connsiteY323" fmla="*/ 6674836 h 6858000"/>
              <a:gd name="connsiteX324" fmla="*/ 4329957 w 7467600"/>
              <a:gd name="connsiteY324" fmla="*/ 6858000 h 6858000"/>
              <a:gd name="connsiteX325" fmla="*/ 4218595 w 7467600"/>
              <a:gd name="connsiteY325" fmla="*/ 6858000 h 6858000"/>
              <a:gd name="connsiteX326" fmla="*/ 4368888 w 7467600"/>
              <a:gd name="connsiteY326" fmla="*/ 6668412 h 6858000"/>
              <a:gd name="connsiteX327" fmla="*/ 4563091 w 7467600"/>
              <a:gd name="connsiteY327" fmla="*/ 6442508 h 6858000"/>
              <a:gd name="connsiteX328" fmla="*/ 5387324 w 7467600"/>
              <a:gd name="connsiteY328" fmla="*/ 5705830 h 6858000"/>
              <a:gd name="connsiteX329" fmla="*/ 5073620 w 7467600"/>
              <a:gd name="connsiteY329" fmla="*/ 5955437 h 6858000"/>
              <a:gd name="connsiteX330" fmla="*/ 4689789 w 7467600"/>
              <a:gd name="connsiteY330" fmla="*/ 6268382 h 6858000"/>
              <a:gd name="connsiteX331" fmla="*/ 4418722 w 7467600"/>
              <a:gd name="connsiteY331" fmla="*/ 6570886 h 6858000"/>
              <a:gd name="connsiteX332" fmla="*/ 4214944 w 7467600"/>
              <a:gd name="connsiteY332" fmla="*/ 6858000 h 6858000"/>
              <a:gd name="connsiteX333" fmla="*/ 4177898 w 7467600"/>
              <a:gd name="connsiteY333" fmla="*/ 6858000 h 6858000"/>
              <a:gd name="connsiteX334" fmla="*/ 4391597 w 7467600"/>
              <a:gd name="connsiteY334" fmla="*/ 6556370 h 6858000"/>
              <a:gd name="connsiteX335" fmla="*/ 4668889 w 7467600"/>
              <a:gd name="connsiteY335" fmla="*/ 6246399 h 6858000"/>
              <a:gd name="connsiteX336" fmla="*/ 5055427 w 7467600"/>
              <a:gd name="connsiteY336" fmla="*/ 5931476 h 6858000"/>
              <a:gd name="connsiteX337" fmla="*/ 5371814 w 7467600"/>
              <a:gd name="connsiteY337" fmla="*/ 5678975 h 6858000"/>
              <a:gd name="connsiteX338" fmla="*/ 4987918 w 7467600"/>
              <a:gd name="connsiteY338" fmla="*/ 5838701 h 6858000"/>
              <a:gd name="connsiteX339" fmla="*/ 4317146 w 7467600"/>
              <a:gd name="connsiteY339" fmla="*/ 6587716 h 6858000"/>
              <a:gd name="connsiteX340" fmla="*/ 4171627 w 7467600"/>
              <a:gd name="connsiteY340" fmla="*/ 6858000 h 6858000"/>
              <a:gd name="connsiteX341" fmla="*/ 4081585 w 7467600"/>
              <a:gd name="connsiteY341" fmla="*/ 6858000 h 6858000"/>
              <a:gd name="connsiteX342" fmla="*/ 4238603 w 7467600"/>
              <a:gd name="connsiteY342" fmla="*/ 6559341 h 6858000"/>
              <a:gd name="connsiteX343" fmla="*/ 4778333 w 7467600"/>
              <a:gd name="connsiteY343" fmla="*/ 5873626 h 6858000"/>
              <a:gd name="connsiteX344" fmla="*/ 5414185 w 7467600"/>
              <a:gd name="connsiteY344" fmla="*/ 5573882 h 6858000"/>
              <a:gd name="connsiteX345" fmla="*/ 5959648 w 7467600"/>
              <a:gd name="connsiteY345" fmla="*/ 4760797 h 6858000"/>
              <a:gd name="connsiteX346" fmla="*/ 5355019 w 7467600"/>
              <a:gd name="connsiteY346" fmla="*/ 4734672 h 6858000"/>
              <a:gd name="connsiteX347" fmla="*/ 5083565 w 7467600"/>
              <a:gd name="connsiteY347" fmla="*/ 5179121 h 6858000"/>
              <a:gd name="connsiteX348" fmla="*/ 4713577 w 7467600"/>
              <a:gd name="connsiteY348" fmla="*/ 5616803 h 6858000"/>
              <a:gd name="connsiteX349" fmla="*/ 3989559 w 7467600"/>
              <a:gd name="connsiteY349" fmla="*/ 6145945 h 6858000"/>
              <a:gd name="connsiteX350" fmla="*/ 3939824 w 7467600"/>
              <a:gd name="connsiteY350" fmla="*/ 6066900 h 6858000"/>
              <a:gd name="connsiteX351" fmla="*/ 4584537 w 7467600"/>
              <a:gd name="connsiteY351" fmla="*/ 5324826 h 6858000"/>
              <a:gd name="connsiteX352" fmla="*/ 5037105 w 7467600"/>
              <a:gd name="connsiteY352" fmla="*/ 5088765 h 6858000"/>
              <a:gd name="connsiteX353" fmla="*/ 5039930 w 7467600"/>
              <a:gd name="connsiteY353" fmla="*/ 5089585 h 6858000"/>
              <a:gd name="connsiteX354" fmla="*/ 5263764 w 7467600"/>
              <a:gd name="connsiteY354" fmla="*/ 4735525 h 6858000"/>
              <a:gd name="connsiteX355" fmla="*/ 4086300 w 7467600"/>
              <a:gd name="connsiteY355" fmla="*/ 4884599 h 6858000"/>
              <a:gd name="connsiteX356" fmla="*/ 4085485 w 7467600"/>
              <a:gd name="connsiteY356" fmla="*/ 4899070 h 6858000"/>
              <a:gd name="connsiteX357" fmla="*/ 3871915 w 7467600"/>
              <a:gd name="connsiteY357" fmla="*/ 5253645 h 6858000"/>
              <a:gd name="connsiteX358" fmla="*/ 3799374 w 7467600"/>
              <a:gd name="connsiteY358" fmla="*/ 5466127 h 6858000"/>
              <a:gd name="connsiteX359" fmla="*/ 3498850 w 7467600"/>
              <a:gd name="connsiteY359" fmla="*/ 6661888 h 6858000"/>
              <a:gd name="connsiteX360" fmla="*/ 3399216 w 7467600"/>
              <a:gd name="connsiteY360" fmla="*/ 6858000 h 6858000"/>
              <a:gd name="connsiteX361" fmla="*/ 3303688 w 7467600"/>
              <a:gd name="connsiteY361" fmla="*/ 6858000 h 6858000"/>
              <a:gd name="connsiteX362" fmla="*/ 3391774 w 7467600"/>
              <a:gd name="connsiteY362" fmla="*/ 6697181 h 6858000"/>
              <a:gd name="connsiteX363" fmla="*/ 3735540 w 7467600"/>
              <a:gd name="connsiteY363" fmla="*/ 5546923 h 6858000"/>
              <a:gd name="connsiteX364" fmla="*/ 3729438 w 7467600"/>
              <a:gd name="connsiteY364" fmla="*/ 5569058 h 6858000"/>
              <a:gd name="connsiteX365" fmla="*/ 3707782 w 7467600"/>
              <a:gd name="connsiteY365" fmla="*/ 5644908 h 6858000"/>
              <a:gd name="connsiteX366" fmla="*/ 3583827 w 7467600"/>
              <a:gd name="connsiteY366" fmla="*/ 6039215 h 6858000"/>
              <a:gd name="connsiteX367" fmla="*/ 3547861 w 7467600"/>
              <a:gd name="connsiteY367" fmla="*/ 6129609 h 6858000"/>
              <a:gd name="connsiteX368" fmla="*/ 3490905 w 7467600"/>
              <a:gd name="connsiteY368" fmla="*/ 6277660 h 6858000"/>
              <a:gd name="connsiteX369" fmla="*/ 3455859 w 7467600"/>
              <a:gd name="connsiteY369" fmla="*/ 6391301 h 6858000"/>
              <a:gd name="connsiteX370" fmla="*/ 3429112 w 7467600"/>
              <a:gd name="connsiteY370" fmla="*/ 6479469 h 6858000"/>
              <a:gd name="connsiteX371" fmla="*/ 3304862 w 7467600"/>
              <a:gd name="connsiteY371" fmla="*/ 6796476 h 6858000"/>
              <a:gd name="connsiteX372" fmla="*/ 3276071 w 7467600"/>
              <a:gd name="connsiteY372" fmla="*/ 6858000 h 6858000"/>
              <a:gd name="connsiteX373" fmla="*/ 3240805 w 7467600"/>
              <a:gd name="connsiteY373" fmla="*/ 6858000 h 6858000"/>
              <a:gd name="connsiteX374" fmla="*/ 3275917 w 7467600"/>
              <a:gd name="connsiteY374" fmla="*/ 6783192 h 6858000"/>
              <a:gd name="connsiteX375" fmla="*/ 3399358 w 7467600"/>
              <a:gd name="connsiteY375" fmla="*/ 6469011 h 6858000"/>
              <a:gd name="connsiteX376" fmla="*/ 3425650 w 7467600"/>
              <a:gd name="connsiteY376" fmla="*/ 6381333 h 6858000"/>
              <a:gd name="connsiteX377" fmla="*/ 3460661 w 7467600"/>
              <a:gd name="connsiteY377" fmla="*/ 6266763 h 6858000"/>
              <a:gd name="connsiteX378" fmla="*/ 3518021 w 7467600"/>
              <a:gd name="connsiteY378" fmla="*/ 6117298 h 6858000"/>
              <a:gd name="connsiteX379" fmla="*/ 3554035 w 7467600"/>
              <a:gd name="connsiteY379" fmla="*/ 6027832 h 6858000"/>
              <a:gd name="connsiteX380" fmla="*/ 3677174 w 7467600"/>
              <a:gd name="connsiteY380" fmla="*/ 5636351 h 6858000"/>
              <a:gd name="connsiteX381" fmla="*/ 3698819 w 7467600"/>
              <a:gd name="connsiteY381" fmla="*/ 5560503 h 6858000"/>
              <a:gd name="connsiteX382" fmla="*/ 3702094 w 7467600"/>
              <a:gd name="connsiteY382" fmla="*/ 5549194 h 6858000"/>
              <a:gd name="connsiteX383" fmla="*/ 3398355 w 7467600"/>
              <a:gd name="connsiteY383" fmla="*/ 6094603 h 6858000"/>
              <a:gd name="connsiteX384" fmla="*/ 3193941 w 7467600"/>
              <a:gd name="connsiteY384" fmla="*/ 6798775 h 6858000"/>
              <a:gd name="connsiteX385" fmla="*/ 3184140 w 7467600"/>
              <a:gd name="connsiteY385" fmla="*/ 6858000 h 6858000"/>
              <a:gd name="connsiteX386" fmla="*/ 3099978 w 7467600"/>
              <a:gd name="connsiteY386" fmla="*/ 6858000 h 6858000"/>
              <a:gd name="connsiteX387" fmla="*/ 3101556 w 7467600"/>
              <a:gd name="connsiteY387" fmla="*/ 6843337 h 6858000"/>
              <a:gd name="connsiteX388" fmla="*/ 3370162 w 7467600"/>
              <a:gd name="connsiteY388" fmla="*/ 5785550 h 6858000"/>
              <a:gd name="connsiteX389" fmla="*/ 3746477 w 7467600"/>
              <a:gd name="connsiteY389" fmla="*/ 5377889 h 6858000"/>
              <a:gd name="connsiteX390" fmla="*/ 3863399 w 7467600"/>
              <a:gd name="connsiteY390" fmla="*/ 5087257 h 6858000"/>
              <a:gd name="connsiteX391" fmla="*/ 3968712 w 7467600"/>
              <a:gd name="connsiteY391" fmla="*/ 4913989 h 6858000"/>
              <a:gd name="connsiteX392" fmla="*/ 2792390 w 7467600"/>
              <a:gd name="connsiteY392" fmla="*/ 5382974 h 6858000"/>
              <a:gd name="connsiteX393" fmla="*/ 2714982 w 7467600"/>
              <a:gd name="connsiteY393" fmla="*/ 5427051 h 6858000"/>
              <a:gd name="connsiteX394" fmla="*/ 2813361 w 7467600"/>
              <a:gd name="connsiteY394" fmla="*/ 6023912 h 6858000"/>
              <a:gd name="connsiteX395" fmla="*/ 2688430 w 7467600"/>
              <a:gd name="connsiteY395" fmla="*/ 6801564 h 6858000"/>
              <a:gd name="connsiteX396" fmla="*/ 2629626 w 7467600"/>
              <a:gd name="connsiteY396" fmla="*/ 6763394 h 6858000"/>
              <a:gd name="connsiteX397" fmla="*/ 2565328 w 7467600"/>
              <a:gd name="connsiteY397" fmla="*/ 5516399 h 6858000"/>
              <a:gd name="connsiteX398" fmla="*/ 1922999 w 7467600"/>
              <a:gd name="connsiteY398" fmla="*/ 5980343 h 6858000"/>
              <a:gd name="connsiteX399" fmla="*/ 1950261 w 7467600"/>
              <a:gd name="connsiteY399" fmla="*/ 6405858 h 6858000"/>
              <a:gd name="connsiteX400" fmla="*/ 2365554 w 7467600"/>
              <a:gd name="connsiteY400" fmla="*/ 6759107 h 6858000"/>
              <a:gd name="connsiteX401" fmla="*/ 2424142 w 7467600"/>
              <a:gd name="connsiteY401" fmla="*/ 6858000 h 6858000"/>
              <a:gd name="connsiteX402" fmla="*/ 2395994 w 7467600"/>
              <a:gd name="connsiteY402" fmla="*/ 6858000 h 6858000"/>
              <a:gd name="connsiteX403" fmla="*/ 2392863 w 7467600"/>
              <a:gd name="connsiteY403" fmla="*/ 6852964 h 6858000"/>
              <a:gd name="connsiteX404" fmla="*/ 2017589 w 7467600"/>
              <a:gd name="connsiteY404" fmla="*/ 6493982 h 6858000"/>
              <a:gd name="connsiteX405" fmla="*/ 2147336 w 7467600"/>
              <a:gd name="connsiteY405" fmla="*/ 6594052 h 6858000"/>
              <a:gd name="connsiteX406" fmla="*/ 2207047 w 7467600"/>
              <a:gd name="connsiteY406" fmla="*/ 6654540 h 6858000"/>
              <a:gd name="connsiteX407" fmla="*/ 2299106 w 7467600"/>
              <a:gd name="connsiteY407" fmla="*/ 6778931 h 6858000"/>
              <a:gd name="connsiteX408" fmla="*/ 2314430 w 7467600"/>
              <a:gd name="connsiteY408" fmla="*/ 6801144 h 6858000"/>
              <a:gd name="connsiteX409" fmla="*/ 2352406 w 7467600"/>
              <a:gd name="connsiteY409" fmla="*/ 6858000 h 6858000"/>
              <a:gd name="connsiteX410" fmla="*/ 2314492 w 7467600"/>
              <a:gd name="connsiteY410" fmla="*/ 6858000 h 6858000"/>
              <a:gd name="connsiteX411" fmla="*/ 2288095 w 7467600"/>
              <a:gd name="connsiteY411" fmla="*/ 6818030 h 6858000"/>
              <a:gd name="connsiteX412" fmla="*/ 2272768 w 7467600"/>
              <a:gd name="connsiteY412" fmla="*/ 6795822 h 6858000"/>
              <a:gd name="connsiteX413" fmla="*/ 2182715 w 7467600"/>
              <a:gd name="connsiteY413" fmla="*/ 6675071 h 6858000"/>
              <a:gd name="connsiteX414" fmla="*/ 2032061 w 7467600"/>
              <a:gd name="connsiteY414" fmla="*/ 6541380 h 6858000"/>
              <a:gd name="connsiteX415" fmla="*/ 2257220 w 7467600"/>
              <a:gd name="connsiteY415" fmla="*/ 6826257 h 6858000"/>
              <a:gd name="connsiteX416" fmla="*/ 2281324 w 7467600"/>
              <a:gd name="connsiteY416" fmla="*/ 6858000 h 6858000"/>
              <a:gd name="connsiteX417" fmla="*/ 2242860 w 7467600"/>
              <a:gd name="connsiteY417" fmla="*/ 6858000 h 6858000"/>
              <a:gd name="connsiteX418" fmla="*/ 2232818 w 7467600"/>
              <a:gd name="connsiteY418" fmla="*/ 6844926 h 6858000"/>
              <a:gd name="connsiteX419" fmla="*/ 1990172 w 7467600"/>
              <a:gd name="connsiteY419" fmla="*/ 6542121 h 6858000"/>
              <a:gd name="connsiteX420" fmla="*/ 2124090 w 7467600"/>
              <a:gd name="connsiteY420" fmla="*/ 6761017 h 6858000"/>
              <a:gd name="connsiteX421" fmla="*/ 2200380 w 7467600"/>
              <a:gd name="connsiteY421" fmla="*/ 6858000 h 6858000"/>
              <a:gd name="connsiteX422" fmla="*/ 2147507 w 7467600"/>
              <a:gd name="connsiteY422" fmla="*/ 6858000 h 6858000"/>
              <a:gd name="connsiteX423" fmla="*/ 2070668 w 7467600"/>
              <a:gd name="connsiteY423" fmla="*/ 6761520 h 6858000"/>
              <a:gd name="connsiteX424" fmla="*/ 1975142 w 7467600"/>
              <a:gd name="connsiteY424" fmla="*/ 6585570 h 6858000"/>
              <a:gd name="connsiteX425" fmla="*/ 2050035 w 7467600"/>
              <a:gd name="connsiteY425" fmla="*/ 6813345 h 6858000"/>
              <a:gd name="connsiteX426" fmla="*/ 2063025 w 7467600"/>
              <a:gd name="connsiteY426" fmla="*/ 6858000 h 6858000"/>
              <a:gd name="connsiteX427" fmla="*/ 2021675 w 7467600"/>
              <a:gd name="connsiteY427" fmla="*/ 6858000 h 6858000"/>
              <a:gd name="connsiteX428" fmla="*/ 2019308 w 7467600"/>
              <a:gd name="connsiteY428" fmla="*/ 6847118 h 6858000"/>
              <a:gd name="connsiteX429" fmla="*/ 1938835 w 7467600"/>
              <a:gd name="connsiteY429" fmla="*/ 6551160 h 6858000"/>
              <a:gd name="connsiteX430" fmla="*/ 1953230 w 7467600"/>
              <a:gd name="connsiteY430" fmla="*/ 6759699 h 6858000"/>
              <a:gd name="connsiteX431" fmla="*/ 1956763 w 7467600"/>
              <a:gd name="connsiteY431" fmla="*/ 6778191 h 6858000"/>
              <a:gd name="connsiteX432" fmla="*/ 1967925 w 7467600"/>
              <a:gd name="connsiteY432" fmla="*/ 6858000 h 6858000"/>
              <a:gd name="connsiteX433" fmla="*/ 1936622 w 7467600"/>
              <a:gd name="connsiteY433" fmla="*/ 6858000 h 6858000"/>
              <a:gd name="connsiteX434" fmla="*/ 1926261 w 7467600"/>
              <a:gd name="connsiteY434" fmla="*/ 6784064 h 6858000"/>
              <a:gd name="connsiteX435" fmla="*/ 1922724 w 7467600"/>
              <a:gd name="connsiteY435" fmla="*/ 6765577 h 6858000"/>
              <a:gd name="connsiteX436" fmla="*/ 1904650 w 7467600"/>
              <a:gd name="connsiteY436" fmla="*/ 6639616 h 6858000"/>
              <a:gd name="connsiteX437" fmla="*/ 1885273 w 7467600"/>
              <a:gd name="connsiteY437" fmla="*/ 6858000 h 6858000"/>
              <a:gd name="connsiteX438" fmla="*/ 1854363 w 7467600"/>
              <a:gd name="connsiteY438" fmla="*/ 6858000 h 6858000"/>
              <a:gd name="connsiteX439" fmla="*/ 1880391 w 7467600"/>
              <a:gd name="connsiteY439" fmla="*/ 6603796 h 6858000"/>
              <a:gd name="connsiteX440" fmla="*/ 1818273 w 7467600"/>
              <a:gd name="connsiteY440" fmla="*/ 6715729 h 6858000"/>
              <a:gd name="connsiteX441" fmla="*/ 1794691 w 7467600"/>
              <a:gd name="connsiteY441" fmla="*/ 6843239 h 6858000"/>
              <a:gd name="connsiteX442" fmla="*/ 1794914 w 7467600"/>
              <a:gd name="connsiteY442" fmla="*/ 6858000 h 6858000"/>
              <a:gd name="connsiteX443" fmla="*/ 1746128 w 7467600"/>
              <a:gd name="connsiteY443" fmla="*/ 6858000 h 6858000"/>
              <a:gd name="connsiteX444" fmla="*/ 1753934 w 7467600"/>
              <a:gd name="connsiteY444" fmla="*/ 6724796 h 6858000"/>
              <a:gd name="connsiteX445" fmla="*/ 1792053 w 7467600"/>
              <a:gd name="connsiteY445" fmla="*/ 6572396 h 6858000"/>
              <a:gd name="connsiteX446" fmla="*/ 1862248 w 7467600"/>
              <a:gd name="connsiteY446" fmla="*/ 6266397 h 6858000"/>
              <a:gd name="connsiteX447" fmla="*/ 1862250 w 7467600"/>
              <a:gd name="connsiteY447" fmla="*/ 6033531 h 6858000"/>
              <a:gd name="connsiteX448" fmla="*/ 1211999 w 7467600"/>
              <a:gd name="connsiteY448" fmla="*/ 6683610 h 6858000"/>
              <a:gd name="connsiteX449" fmla="*/ 1213266 w 7467600"/>
              <a:gd name="connsiteY449" fmla="*/ 6691947 h 6858000"/>
              <a:gd name="connsiteX450" fmla="*/ 1203370 w 7467600"/>
              <a:gd name="connsiteY450" fmla="*/ 6850676 h 6858000"/>
              <a:gd name="connsiteX451" fmla="*/ 1203671 w 7467600"/>
              <a:gd name="connsiteY451" fmla="*/ 6858000 h 6858000"/>
              <a:gd name="connsiteX452" fmla="*/ 1143180 w 7467600"/>
              <a:gd name="connsiteY452" fmla="*/ 6858000 h 6858000"/>
              <a:gd name="connsiteX453" fmla="*/ 1142176 w 7467600"/>
              <a:gd name="connsiteY453" fmla="*/ 6766045 h 6858000"/>
              <a:gd name="connsiteX454" fmla="*/ 1067484 w 7467600"/>
              <a:gd name="connsiteY454" fmla="*/ 6858000 h 6858000"/>
              <a:gd name="connsiteX455" fmla="*/ 953928 w 7467600"/>
              <a:gd name="connsiteY455" fmla="*/ 6858000 h 6858000"/>
              <a:gd name="connsiteX456" fmla="*/ 959715 w 7467600"/>
              <a:gd name="connsiteY456" fmla="*/ 6850185 h 6858000"/>
              <a:gd name="connsiteX457" fmla="*/ 1483788 w 7467600"/>
              <a:gd name="connsiteY457" fmla="*/ 6259174 h 6858000"/>
              <a:gd name="connsiteX458" fmla="*/ 1100671 w 7467600"/>
              <a:gd name="connsiteY458" fmla="*/ 6252137 h 6858000"/>
              <a:gd name="connsiteX459" fmla="*/ 1090144 w 7467600"/>
              <a:gd name="connsiteY459" fmla="*/ 6256748 h 6858000"/>
              <a:gd name="connsiteX460" fmla="*/ 1095872 w 7467600"/>
              <a:gd name="connsiteY460" fmla="*/ 6271892 h 6858000"/>
              <a:gd name="connsiteX461" fmla="*/ 262785 w 7467600"/>
              <a:gd name="connsiteY461" fmla="*/ 6845450 h 6858000"/>
              <a:gd name="connsiteX462" fmla="*/ 209968 w 7467600"/>
              <a:gd name="connsiteY462" fmla="*/ 6770713 h 6858000"/>
              <a:gd name="connsiteX463" fmla="*/ 873460 w 7467600"/>
              <a:gd name="connsiteY463" fmla="*/ 6253768 h 6858000"/>
              <a:gd name="connsiteX464" fmla="*/ 192686 w 7467600"/>
              <a:gd name="connsiteY464" fmla="*/ 5849257 h 6858000"/>
              <a:gd name="connsiteX465" fmla="*/ 4696 w 7467600"/>
              <a:gd name="connsiteY465" fmla="*/ 5697668 h 6858000"/>
              <a:gd name="connsiteX466" fmla="*/ 0 w 7467600"/>
              <a:gd name="connsiteY466" fmla="*/ 5689984 h 6858000"/>
              <a:gd name="connsiteX467" fmla="*/ 0 w 7467600"/>
              <a:gd name="connsiteY467" fmla="*/ 5513472 h 6858000"/>
              <a:gd name="connsiteX468" fmla="*/ 174101 w 7467600"/>
              <a:gd name="connsiteY468" fmla="*/ 5620277 h 6858000"/>
              <a:gd name="connsiteX469" fmla="*/ 891800 w 7467600"/>
              <a:gd name="connsiteY469" fmla="*/ 6036935 h 6858000"/>
              <a:gd name="connsiteX470" fmla="*/ 1072219 w 7467600"/>
              <a:gd name="connsiteY470" fmla="*/ 6169443 h 6858000"/>
              <a:gd name="connsiteX471" fmla="*/ 1074117 w 7467600"/>
              <a:gd name="connsiteY471" fmla="*/ 6170301 h 6858000"/>
              <a:gd name="connsiteX472" fmla="*/ 1083114 w 7467600"/>
              <a:gd name="connsiteY472" fmla="*/ 6174131 h 6858000"/>
              <a:gd name="connsiteX473" fmla="*/ 1543010 w 7467600"/>
              <a:gd name="connsiteY473" fmla="*/ 6191140 h 6858000"/>
              <a:gd name="connsiteX474" fmla="*/ 1551080 w 7467600"/>
              <a:gd name="connsiteY474" fmla="*/ 6195006 h 6858000"/>
              <a:gd name="connsiteX475" fmla="*/ 2345443 w 7467600"/>
              <a:gd name="connsiteY475" fmla="*/ 5549882 h 6858000"/>
              <a:gd name="connsiteX476" fmla="*/ 1721499 w 7467600"/>
              <a:gd name="connsiteY476" fmla="*/ 5599969 h 6858000"/>
              <a:gd name="connsiteX477" fmla="*/ 767716 w 7467600"/>
              <a:gd name="connsiteY477" fmla="*/ 5472768 h 6858000"/>
              <a:gd name="connsiteX478" fmla="*/ 722147 w 7467600"/>
              <a:gd name="connsiteY478" fmla="*/ 5393091 h 6858000"/>
              <a:gd name="connsiteX479" fmla="*/ 1485552 w 7467600"/>
              <a:gd name="connsiteY479" fmla="*/ 5313202 h 6858000"/>
              <a:gd name="connsiteX480" fmla="*/ 2143004 w 7467600"/>
              <a:gd name="connsiteY480" fmla="*/ 5402420 h 6858000"/>
              <a:gd name="connsiteX481" fmla="*/ 1933391 w 7467600"/>
              <a:gd name="connsiteY481" fmla="*/ 5156971 h 6858000"/>
              <a:gd name="connsiteX482" fmla="*/ 1827118 w 7467600"/>
              <a:gd name="connsiteY482" fmla="*/ 4968410 h 6858000"/>
              <a:gd name="connsiteX483" fmla="*/ 1837349 w 7467600"/>
              <a:gd name="connsiteY483" fmla="*/ 4956357 h 6858000"/>
              <a:gd name="connsiteX484" fmla="*/ 2162835 w 7467600"/>
              <a:gd name="connsiteY484" fmla="*/ 5187853 h 6858000"/>
              <a:gd name="connsiteX485" fmla="*/ 2257167 w 7467600"/>
              <a:gd name="connsiteY485" fmla="*/ 5462123 h 6858000"/>
              <a:gd name="connsiteX486" fmla="*/ 2261598 w 7467600"/>
              <a:gd name="connsiteY486" fmla="*/ 5467998 h 6858000"/>
              <a:gd name="connsiteX487" fmla="*/ 2437177 w 7467600"/>
              <a:gd name="connsiteY487" fmla="*/ 5479608 h 6858000"/>
              <a:gd name="connsiteX488" fmla="*/ 2445247 w 7467600"/>
              <a:gd name="connsiteY488" fmla="*/ 5483476 h 6858000"/>
              <a:gd name="connsiteX489" fmla="*/ 2743626 w 7467600"/>
              <a:gd name="connsiteY489" fmla="*/ 5304819 h 6858000"/>
              <a:gd name="connsiteX490" fmla="*/ 3048102 w 7467600"/>
              <a:gd name="connsiteY490" fmla="*/ 5150595 h 6858000"/>
              <a:gd name="connsiteX491" fmla="*/ 1799414 w 7467600"/>
              <a:gd name="connsiteY491" fmla="*/ 4694732 h 6858000"/>
              <a:gd name="connsiteX492" fmla="*/ 1771735 w 7467600"/>
              <a:gd name="connsiteY492" fmla="*/ 4619929 h 6858000"/>
              <a:gd name="connsiteX493" fmla="*/ 3104273 w 7467600"/>
              <a:gd name="connsiteY493" fmla="*/ 5076159 h 6858000"/>
              <a:gd name="connsiteX494" fmla="*/ 3113245 w 7467600"/>
              <a:gd name="connsiteY494" fmla="*/ 5090705 h 6858000"/>
              <a:gd name="connsiteX495" fmla="*/ 3126294 w 7467600"/>
              <a:gd name="connsiteY495" fmla="*/ 5114400 h 6858000"/>
              <a:gd name="connsiteX496" fmla="*/ 3937433 w 7467600"/>
              <a:gd name="connsiteY496" fmla="*/ 4830473 h 6858000"/>
              <a:gd name="connsiteX497" fmla="*/ 3590475 w 7467600"/>
              <a:gd name="connsiteY497" fmla="*/ 4597974 h 6858000"/>
              <a:gd name="connsiteX498" fmla="*/ 3100264 w 7467600"/>
              <a:gd name="connsiteY498" fmla="*/ 4579845 h 6858000"/>
              <a:gd name="connsiteX499" fmla="*/ 2183576 w 7467600"/>
              <a:gd name="connsiteY499" fmla="*/ 4227150 h 6858000"/>
              <a:gd name="connsiteX500" fmla="*/ 2151029 w 7467600"/>
              <a:gd name="connsiteY500" fmla="*/ 4146947 h 6858000"/>
              <a:gd name="connsiteX501" fmla="*/ 3563434 w 7467600"/>
              <a:gd name="connsiteY501" fmla="*/ 4469115 h 6858000"/>
              <a:gd name="connsiteX502" fmla="*/ 3177952 w 7467600"/>
              <a:gd name="connsiteY502" fmla="*/ 3657386 h 6858000"/>
              <a:gd name="connsiteX503" fmla="*/ 3189263 w 7467600"/>
              <a:gd name="connsiteY503" fmla="*/ 3625726 h 6858000"/>
              <a:gd name="connsiteX504" fmla="*/ 3560912 w 7467600"/>
              <a:gd name="connsiteY504" fmla="*/ 4079863 h 6858000"/>
              <a:gd name="connsiteX505" fmla="*/ 3626636 w 7467600"/>
              <a:gd name="connsiteY505" fmla="*/ 4512230 h 6858000"/>
              <a:gd name="connsiteX506" fmla="*/ 3653088 w 7467600"/>
              <a:gd name="connsiteY506" fmla="*/ 4521417 h 6858000"/>
              <a:gd name="connsiteX507" fmla="*/ 3988128 w 7467600"/>
              <a:gd name="connsiteY507" fmla="*/ 4817267 h 6858000"/>
              <a:gd name="connsiteX508" fmla="*/ 4830582 w 7467600"/>
              <a:gd name="connsiteY508" fmla="*/ 4676000 h 6858000"/>
              <a:gd name="connsiteX509" fmla="*/ 4830100 w 7467600"/>
              <a:gd name="connsiteY509" fmla="*/ 4675554 h 6858000"/>
              <a:gd name="connsiteX510" fmla="*/ 4036318 w 7467600"/>
              <a:gd name="connsiteY510" fmla="*/ 4147013 h 6858000"/>
              <a:gd name="connsiteX511" fmla="*/ 3432098 w 7467600"/>
              <a:gd name="connsiteY511" fmla="*/ 3537312 h 6858000"/>
              <a:gd name="connsiteX512" fmla="*/ 3446761 w 7467600"/>
              <a:gd name="connsiteY512" fmla="*/ 3461278 h 6858000"/>
              <a:gd name="connsiteX513" fmla="*/ 4419733 w 7467600"/>
              <a:gd name="connsiteY513" fmla="*/ 3963555 h 6858000"/>
              <a:gd name="connsiteX514" fmla="*/ 4781371 w 7467600"/>
              <a:gd name="connsiteY514" fmla="*/ 4458604 h 6858000"/>
              <a:gd name="connsiteX515" fmla="*/ 4780440 w 7467600"/>
              <a:gd name="connsiteY515" fmla="*/ 4470290 h 6858000"/>
              <a:gd name="connsiteX516" fmla="*/ 4898954 w 7467600"/>
              <a:gd name="connsiteY516" fmla="*/ 4662092 h 6858000"/>
              <a:gd name="connsiteX517" fmla="*/ 4900699 w 7467600"/>
              <a:gd name="connsiteY517" fmla="*/ 4670867 h 6858000"/>
              <a:gd name="connsiteX518" fmla="*/ 5714511 w 7467600"/>
              <a:gd name="connsiteY518" fmla="*/ 4663483 h 6858000"/>
              <a:gd name="connsiteX519" fmla="*/ 5464793 w 7467600"/>
              <a:gd name="connsiteY519" fmla="*/ 4393556 h 6858000"/>
              <a:gd name="connsiteX520" fmla="*/ 5461897 w 7467600"/>
              <a:gd name="connsiteY520" fmla="*/ 4390879 h 6858000"/>
              <a:gd name="connsiteX521" fmla="*/ 4294126 w 7467600"/>
              <a:gd name="connsiteY521" fmla="*/ 3303048 h 6858000"/>
              <a:gd name="connsiteX522" fmla="*/ 4305321 w 7467600"/>
              <a:gd name="connsiteY522" fmla="*/ 3256953 h 6858000"/>
              <a:gd name="connsiteX523" fmla="*/ 4949299 w 7467600"/>
              <a:gd name="connsiteY523" fmla="*/ 3766336 h 6858000"/>
              <a:gd name="connsiteX524" fmla="*/ 5291452 w 7467600"/>
              <a:gd name="connsiteY524" fmla="*/ 4076801 h 6858000"/>
              <a:gd name="connsiteX525" fmla="*/ 5434998 w 7467600"/>
              <a:gd name="connsiteY525" fmla="*/ 4254100 h 6858000"/>
              <a:gd name="connsiteX526" fmla="*/ 5351015 w 7467600"/>
              <a:gd name="connsiteY526" fmla="*/ 3760989 h 6858000"/>
              <a:gd name="connsiteX527" fmla="*/ 5413780 w 7467600"/>
              <a:gd name="connsiteY527" fmla="*/ 2966265 h 6858000"/>
              <a:gd name="connsiteX528" fmla="*/ 5425627 w 7467600"/>
              <a:gd name="connsiteY528" fmla="*/ 2954192 h 6858000"/>
              <a:gd name="connsiteX529" fmla="*/ 6604735 w 7467600"/>
              <a:gd name="connsiteY529" fmla="*/ 2041381 h 6858000"/>
              <a:gd name="connsiteX530" fmla="*/ 7204487 w 7467600"/>
              <a:gd name="connsiteY530" fmla="*/ 2742112 h 6858000"/>
              <a:gd name="connsiteX531" fmla="*/ 7131592 w 7467600"/>
              <a:gd name="connsiteY531" fmla="*/ 2672096 h 6858000"/>
              <a:gd name="connsiteX532" fmla="*/ 6996344 w 7467600"/>
              <a:gd name="connsiteY532" fmla="*/ 2518310 h 6858000"/>
              <a:gd name="connsiteX533" fmla="*/ 6735495 w 7467600"/>
              <a:gd name="connsiteY533" fmla="*/ 2196890 h 6858000"/>
              <a:gd name="connsiteX534" fmla="*/ 6721901 w 7467600"/>
              <a:gd name="connsiteY534" fmla="*/ 2179274 h 6858000"/>
              <a:gd name="connsiteX535" fmla="*/ 6604735 w 7467600"/>
              <a:gd name="connsiteY535" fmla="*/ 2041381 h 6858000"/>
              <a:gd name="connsiteX536" fmla="*/ 6591670 w 7467600"/>
              <a:gd name="connsiteY536" fmla="*/ 1988277 h 6858000"/>
              <a:gd name="connsiteX537" fmla="*/ 6747349 w 7467600"/>
              <a:gd name="connsiteY537" fmla="*/ 2160069 h 6858000"/>
              <a:gd name="connsiteX538" fmla="*/ 6760943 w 7467600"/>
              <a:gd name="connsiteY538" fmla="*/ 2177686 h 6858000"/>
              <a:gd name="connsiteX539" fmla="*/ 7021065 w 7467600"/>
              <a:gd name="connsiteY539" fmla="*/ 2498102 h 6858000"/>
              <a:gd name="connsiteX540" fmla="*/ 7155223 w 7467600"/>
              <a:gd name="connsiteY540" fmla="*/ 2650386 h 6858000"/>
              <a:gd name="connsiteX541" fmla="*/ 7203167 w 7467600"/>
              <a:gd name="connsiteY541" fmla="*/ 2697288 h 6858000"/>
              <a:gd name="connsiteX542" fmla="*/ 6937703 w 7467600"/>
              <a:gd name="connsiteY542" fmla="*/ 2321981 h 6858000"/>
              <a:gd name="connsiteX543" fmla="*/ 6591670 w 7467600"/>
              <a:gd name="connsiteY543" fmla="*/ 1988277 h 6858000"/>
              <a:gd name="connsiteX544" fmla="*/ 5798671 w 7467600"/>
              <a:gd name="connsiteY544" fmla="*/ 1981601 h 6858000"/>
              <a:gd name="connsiteX545" fmla="*/ 5754709 w 7467600"/>
              <a:gd name="connsiteY545" fmla="*/ 2071454 h 6858000"/>
              <a:gd name="connsiteX546" fmla="*/ 5763044 w 7467600"/>
              <a:gd name="connsiteY546" fmla="*/ 2842206 h 6858000"/>
              <a:gd name="connsiteX547" fmla="*/ 5764974 w 7467600"/>
              <a:gd name="connsiteY547" fmla="*/ 2799609 h 6858000"/>
              <a:gd name="connsiteX548" fmla="*/ 5767665 w 7467600"/>
              <a:gd name="connsiteY548" fmla="*/ 2666409 h 6858000"/>
              <a:gd name="connsiteX549" fmla="*/ 5763055 w 7467600"/>
              <a:gd name="connsiteY549" fmla="*/ 2579705 h 6858000"/>
              <a:gd name="connsiteX550" fmla="*/ 5758079 w 7467600"/>
              <a:gd name="connsiteY550" fmla="*/ 2492508 h 6858000"/>
              <a:gd name="connsiteX551" fmla="*/ 5779325 w 7467600"/>
              <a:gd name="connsiteY551" fmla="*/ 2197069 h 6858000"/>
              <a:gd name="connsiteX552" fmla="*/ 5798671 w 7467600"/>
              <a:gd name="connsiteY552" fmla="*/ 1981601 h 6858000"/>
              <a:gd name="connsiteX553" fmla="*/ 5829202 w 7467600"/>
              <a:gd name="connsiteY553" fmla="*/ 1971679 h 6858000"/>
              <a:gd name="connsiteX554" fmla="*/ 5809558 w 7467600"/>
              <a:gd name="connsiteY554" fmla="*/ 2198043 h 6858000"/>
              <a:gd name="connsiteX555" fmla="*/ 5788653 w 7467600"/>
              <a:gd name="connsiteY555" fmla="*/ 2489430 h 6858000"/>
              <a:gd name="connsiteX556" fmla="*/ 5793439 w 7467600"/>
              <a:gd name="connsiteY556" fmla="*/ 2575235 h 6858000"/>
              <a:gd name="connsiteX557" fmla="*/ 5796837 w 7467600"/>
              <a:gd name="connsiteY557" fmla="*/ 2637633 h 6858000"/>
              <a:gd name="connsiteX558" fmla="*/ 5818614 w 7467600"/>
              <a:gd name="connsiteY558" fmla="*/ 2473055 h 6858000"/>
              <a:gd name="connsiteX559" fmla="*/ 5829202 w 7467600"/>
              <a:gd name="connsiteY559" fmla="*/ 1971679 h 6858000"/>
              <a:gd name="connsiteX560" fmla="*/ 5911389 w 7467600"/>
              <a:gd name="connsiteY560" fmla="*/ 1898371 h 6858000"/>
              <a:gd name="connsiteX561" fmla="*/ 6237627 w 7467600"/>
              <a:gd name="connsiteY561" fmla="*/ 2231921 h 6858000"/>
              <a:gd name="connsiteX562" fmla="*/ 5911389 w 7467600"/>
              <a:gd name="connsiteY562" fmla="*/ 1898371 h 6858000"/>
              <a:gd name="connsiteX563" fmla="*/ 6944437 w 7467600"/>
              <a:gd name="connsiteY563" fmla="*/ 1575402 h 6858000"/>
              <a:gd name="connsiteX564" fmla="*/ 6304730 w 7467600"/>
              <a:gd name="connsiteY564" fmla="*/ 1766654 h 6858000"/>
              <a:gd name="connsiteX565" fmla="*/ 6944437 w 7467600"/>
              <a:gd name="connsiteY565" fmla="*/ 1575402 h 6858000"/>
              <a:gd name="connsiteX566" fmla="*/ 7019523 w 7467600"/>
              <a:gd name="connsiteY566" fmla="*/ 1519450 h 6858000"/>
              <a:gd name="connsiteX567" fmla="*/ 6298091 w 7467600"/>
              <a:gd name="connsiteY567" fmla="*/ 1737122 h 6858000"/>
              <a:gd name="connsiteX568" fmla="*/ 7019523 w 7467600"/>
              <a:gd name="connsiteY568" fmla="*/ 1519450 h 6858000"/>
              <a:gd name="connsiteX569" fmla="*/ 2399523 w 7467600"/>
              <a:gd name="connsiteY569" fmla="*/ 1428234 h 6858000"/>
              <a:gd name="connsiteX570" fmla="*/ 2224982 w 7467600"/>
              <a:gd name="connsiteY570" fmla="*/ 1826201 h 6858000"/>
              <a:gd name="connsiteX571" fmla="*/ 2096099 w 7467600"/>
              <a:gd name="connsiteY571" fmla="*/ 2345900 h 6858000"/>
              <a:gd name="connsiteX572" fmla="*/ 2283317 w 7467600"/>
              <a:gd name="connsiteY572" fmla="*/ 1796925 h 6858000"/>
              <a:gd name="connsiteX573" fmla="*/ 2399523 w 7467600"/>
              <a:gd name="connsiteY573" fmla="*/ 1428234 h 6858000"/>
              <a:gd name="connsiteX574" fmla="*/ 2448558 w 7467600"/>
              <a:gd name="connsiteY574" fmla="*/ 1373435 h 6858000"/>
              <a:gd name="connsiteX575" fmla="*/ 2312521 w 7467600"/>
              <a:gd name="connsiteY575" fmla="*/ 1806140 h 6858000"/>
              <a:gd name="connsiteX576" fmla="*/ 2127533 w 7467600"/>
              <a:gd name="connsiteY576" fmla="*/ 2348380 h 6858000"/>
              <a:gd name="connsiteX577" fmla="*/ 2358080 w 7467600"/>
              <a:gd name="connsiteY577" fmla="*/ 1866134 h 6858000"/>
              <a:gd name="connsiteX578" fmla="*/ 2407436 w 7467600"/>
              <a:gd name="connsiteY578" fmla="*/ 1651070 h 6858000"/>
              <a:gd name="connsiteX579" fmla="*/ 2448558 w 7467600"/>
              <a:gd name="connsiteY579" fmla="*/ 1373435 h 6858000"/>
              <a:gd name="connsiteX580" fmla="*/ 278707 w 7467600"/>
              <a:gd name="connsiteY580" fmla="*/ 1352270 h 6858000"/>
              <a:gd name="connsiteX581" fmla="*/ 321570 w 7467600"/>
              <a:gd name="connsiteY581" fmla="*/ 1861610 h 6858000"/>
              <a:gd name="connsiteX582" fmla="*/ 294281 w 7467600"/>
              <a:gd name="connsiteY582" fmla="*/ 1440658 h 6858000"/>
              <a:gd name="connsiteX583" fmla="*/ 278707 w 7467600"/>
              <a:gd name="connsiteY583" fmla="*/ 1352270 h 6858000"/>
              <a:gd name="connsiteX584" fmla="*/ 1423821 w 7467600"/>
              <a:gd name="connsiteY584" fmla="*/ 1351958 h 6858000"/>
              <a:gd name="connsiteX585" fmla="*/ 1638521 w 7467600"/>
              <a:gd name="connsiteY585" fmla="*/ 1908470 h 6858000"/>
              <a:gd name="connsiteX586" fmla="*/ 1754199 w 7467600"/>
              <a:gd name="connsiteY586" fmla="*/ 2149284 h 6858000"/>
              <a:gd name="connsiteX587" fmla="*/ 1908359 w 7467600"/>
              <a:gd name="connsiteY587" fmla="*/ 2364988 h 6858000"/>
              <a:gd name="connsiteX588" fmla="*/ 1647661 w 7467600"/>
              <a:gd name="connsiteY588" fmla="*/ 1825945 h 6858000"/>
              <a:gd name="connsiteX589" fmla="*/ 1423821 w 7467600"/>
              <a:gd name="connsiteY589" fmla="*/ 1351958 h 6858000"/>
              <a:gd name="connsiteX590" fmla="*/ 1431890 w 7467600"/>
              <a:gd name="connsiteY590" fmla="*/ 1306475 h 6858000"/>
              <a:gd name="connsiteX591" fmla="*/ 1507597 w 7467600"/>
              <a:gd name="connsiteY591" fmla="*/ 1446132 h 6858000"/>
              <a:gd name="connsiteX592" fmla="*/ 1674586 w 7467600"/>
              <a:gd name="connsiteY592" fmla="*/ 1813832 h 6858000"/>
              <a:gd name="connsiteX593" fmla="*/ 1815950 w 7467600"/>
              <a:gd name="connsiteY593" fmla="*/ 2128564 h 6858000"/>
              <a:gd name="connsiteX594" fmla="*/ 1984242 w 7467600"/>
              <a:gd name="connsiteY594" fmla="*/ 2430829 h 6858000"/>
              <a:gd name="connsiteX595" fmla="*/ 2014023 w 7467600"/>
              <a:gd name="connsiteY595" fmla="*/ 2450995 h 6858000"/>
              <a:gd name="connsiteX596" fmla="*/ 1747337 w 7467600"/>
              <a:gd name="connsiteY596" fmla="*/ 1855264 h 6858000"/>
              <a:gd name="connsiteX597" fmla="*/ 1533749 w 7467600"/>
              <a:gd name="connsiteY597" fmla="*/ 1478656 h 6858000"/>
              <a:gd name="connsiteX598" fmla="*/ 1431890 w 7467600"/>
              <a:gd name="connsiteY598" fmla="*/ 1306475 h 6858000"/>
              <a:gd name="connsiteX599" fmla="*/ 5052692 w 7467600"/>
              <a:gd name="connsiteY599" fmla="*/ 1292994 h 6858000"/>
              <a:gd name="connsiteX600" fmla="*/ 5200661 w 7467600"/>
              <a:gd name="connsiteY600" fmla="*/ 1635186 h 6858000"/>
              <a:gd name="connsiteX601" fmla="*/ 5297138 w 7467600"/>
              <a:gd name="connsiteY601" fmla="*/ 1906351 h 6858000"/>
              <a:gd name="connsiteX602" fmla="*/ 5052692 w 7467600"/>
              <a:gd name="connsiteY602" fmla="*/ 1292994 h 6858000"/>
              <a:gd name="connsiteX603" fmla="*/ 5009948 w 7467600"/>
              <a:gd name="connsiteY603" fmla="*/ 1273619 h 6858000"/>
              <a:gd name="connsiteX604" fmla="*/ 5121777 w 7467600"/>
              <a:gd name="connsiteY604" fmla="*/ 1654213 h 6858000"/>
              <a:gd name="connsiteX605" fmla="*/ 5293545 w 7467600"/>
              <a:gd name="connsiteY605" fmla="*/ 2072247 h 6858000"/>
              <a:gd name="connsiteX606" fmla="*/ 5294042 w 7467600"/>
              <a:gd name="connsiteY606" fmla="*/ 2065019 h 6858000"/>
              <a:gd name="connsiteX607" fmla="*/ 5171936 w 7467600"/>
              <a:gd name="connsiteY607" fmla="*/ 1647613 h 6858000"/>
              <a:gd name="connsiteX608" fmla="*/ 5009948 w 7467600"/>
              <a:gd name="connsiteY608" fmla="*/ 1273619 h 6858000"/>
              <a:gd name="connsiteX609" fmla="*/ 655236 w 7467600"/>
              <a:gd name="connsiteY609" fmla="*/ 1268632 h 6858000"/>
              <a:gd name="connsiteX610" fmla="*/ 839521 w 7467600"/>
              <a:gd name="connsiteY610" fmla="*/ 1685315 h 6858000"/>
              <a:gd name="connsiteX611" fmla="*/ 1109416 w 7467600"/>
              <a:gd name="connsiteY611" fmla="*/ 2061663 h 6858000"/>
              <a:gd name="connsiteX612" fmla="*/ 1298300 w 7467600"/>
              <a:gd name="connsiteY612" fmla="*/ 2247742 h 6858000"/>
              <a:gd name="connsiteX613" fmla="*/ 1125871 w 7467600"/>
              <a:gd name="connsiteY613" fmla="*/ 1989513 h 6858000"/>
              <a:gd name="connsiteX614" fmla="*/ 981574 w 7467600"/>
              <a:gd name="connsiteY614" fmla="*/ 1783157 h 6858000"/>
              <a:gd name="connsiteX615" fmla="*/ 922198 w 7467600"/>
              <a:gd name="connsiteY615" fmla="*/ 1677437 h 6858000"/>
              <a:gd name="connsiteX616" fmla="*/ 869293 w 7467600"/>
              <a:gd name="connsiteY616" fmla="*/ 1583214 h 6858000"/>
              <a:gd name="connsiteX617" fmla="*/ 751431 w 7467600"/>
              <a:gd name="connsiteY617" fmla="*/ 1405731 h 6858000"/>
              <a:gd name="connsiteX618" fmla="*/ 655236 w 7467600"/>
              <a:gd name="connsiteY618" fmla="*/ 1268632 h 6858000"/>
              <a:gd name="connsiteX619" fmla="*/ 6516292 w 7467600"/>
              <a:gd name="connsiteY619" fmla="*/ 1263064 h 6858000"/>
              <a:gd name="connsiteX620" fmla="*/ 5736320 w 7467600"/>
              <a:gd name="connsiteY620" fmla="*/ 1501803 h 6858000"/>
              <a:gd name="connsiteX621" fmla="*/ 6516292 w 7467600"/>
              <a:gd name="connsiteY621" fmla="*/ 1263064 h 6858000"/>
              <a:gd name="connsiteX622" fmla="*/ 291466 w 7467600"/>
              <a:gd name="connsiteY622" fmla="*/ 1250369 h 6858000"/>
              <a:gd name="connsiteX623" fmla="*/ 323180 w 7467600"/>
              <a:gd name="connsiteY623" fmla="*/ 1435283 h 6858000"/>
              <a:gd name="connsiteX624" fmla="*/ 349381 w 7467600"/>
              <a:gd name="connsiteY624" fmla="*/ 1875041 h 6858000"/>
              <a:gd name="connsiteX625" fmla="*/ 374363 w 7467600"/>
              <a:gd name="connsiteY625" fmla="*/ 1506494 h 6858000"/>
              <a:gd name="connsiteX626" fmla="*/ 302168 w 7467600"/>
              <a:gd name="connsiteY626" fmla="*/ 1274495 h 6858000"/>
              <a:gd name="connsiteX627" fmla="*/ 291466 w 7467600"/>
              <a:gd name="connsiteY627" fmla="*/ 1250369 h 6858000"/>
              <a:gd name="connsiteX628" fmla="*/ 678222 w 7467600"/>
              <a:gd name="connsiteY628" fmla="*/ 1248670 h 6858000"/>
              <a:gd name="connsiteX629" fmla="*/ 775536 w 7467600"/>
              <a:gd name="connsiteY629" fmla="*/ 1388015 h 6858000"/>
              <a:gd name="connsiteX630" fmla="*/ 894529 w 7467600"/>
              <a:gd name="connsiteY630" fmla="*/ 1567739 h 6858000"/>
              <a:gd name="connsiteX631" fmla="*/ 948000 w 7467600"/>
              <a:gd name="connsiteY631" fmla="*/ 1663088 h 6858000"/>
              <a:gd name="connsiteX632" fmla="*/ 1006812 w 7467600"/>
              <a:gd name="connsiteY632" fmla="*/ 1767683 h 6858000"/>
              <a:gd name="connsiteX633" fmla="*/ 1149133 w 7467600"/>
              <a:gd name="connsiteY633" fmla="*/ 1971513 h 6858000"/>
              <a:gd name="connsiteX634" fmla="*/ 1333952 w 7467600"/>
              <a:gd name="connsiteY634" fmla="*/ 2251620 h 6858000"/>
              <a:gd name="connsiteX635" fmla="*/ 1337329 w 7467600"/>
              <a:gd name="connsiteY635" fmla="*/ 2258350 h 6858000"/>
              <a:gd name="connsiteX636" fmla="*/ 1014726 w 7467600"/>
              <a:gd name="connsiteY636" fmla="*/ 1615556 h 6858000"/>
              <a:gd name="connsiteX637" fmla="*/ 678222 w 7467600"/>
              <a:gd name="connsiteY637" fmla="*/ 1248670 h 6858000"/>
              <a:gd name="connsiteX638" fmla="*/ 6691602 w 7467600"/>
              <a:gd name="connsiteY638" fmla="*/ 1140573 h 6858000"/>
              <a:gd name="connsiteX639" fmla="*/ 6571100 w 7467600"/>
              <a:gd name="connsiteY639" fmla="*/ 1183662 h 6858000"/>
              <a:gd name="connsiteX640" fmla="*/ 6241687 w 7467600"/>
              <a:gd name="connsiteY640" fmla="*/ 1257600 h 6858000"/>
              <a:gd name="connsiteX641" fmla="*/ 5693009 w 7467600"/>
              <a:gd name="connsiteY641" fmla="*/ 1478256 h 6858000"/>
              <a:gd name="connsiteX642" fmla="*/ 6548420 w 7467600"/>
              <a:gd name="connsiteY642" fmla="*/ 1214599 h 6858000"/>
              <a:gd name="connsiteX643" fmla="*/ 6605473 w 7467600"/>
              <a:gd name="connsiteY643" fmla="*/ 1184686 h 6858000"/>
              <a:gd name="connsiteX644" fmla="*/ 6691602 w 7467600"/>
              <a:gd name="connsiteY644" fmla="*/ 1140573 h 6858000"/>
              <a:gd name="connsiteX645" fmla="*/ 4002475 w 7467600"/>
              <a:gd name="connsiteY645" fmla="*/ 1037802 h 6858000"/>
              <a:gd name="connsiteX646" fmla="*/ 4000324 w 7467600"/>
              <a:gd name="connsiteY646" fmla="*/ 1039362 h 6858000"/>
              <a:gd name="connsiteX647" fmla="*/ 4002862 w 7467600"/>
              <a:gd name="connsiteY647" fmla="*/ 1042866 h 6858000"/>
              <a:gd name="connsiteX648" fmla="*/ 4002475 w 7467600"/>
              <a:gd name="connsiteY648" fmla="*/ 1037802 h 6858000"/>
              <a:gd name="connsiteX649" fmla="*/ 506322 w 7467600"/>
              <a:gd name="connsiteY649" fmla="*/ 1020997 h 6858000"/>
              <a:gd name="connsiteX650" fmla="*/ 533068 w 7467600"/>
              <a:gd name="connsiteY650" fmla="*/ 1029409 h 6858000"/>
              <a:gd name="connsiteX651" fmla="*/ 1232525 w 7467600"/>
              <a:gd name="connsiteY651" fmla="*/ 1804675 h 6858000"/>
              <a:gd name="connsiteX652" fmla="*/ 1388858 w 7467600"/>
              <a:gd name="connsiteY652" fmla="*/ 2368011 h 6858000"/>
              <a:gd name="connsiteX653" fmla="*/ 1384098 w 7467600"/>
              <a:gd name="connsiteY653" fmla="*/ 2378125 h 6858000"/>
              <a:gd name="connsiteX654" fmla="*/ 1425393 w 7467600"/>
              <a:gd name="connsiteY654" fmla="*/ 2589124 h 6858000"/>
              <a:gd name="connsiteX655" fmla="*/ 1424001 w 7467600"/>
              <a:gd name="connsiteY655" fmla="*/ 2597541 h 6858000"/>
              <a:gd name="connsiteX656" fmla="*/ 2152729 w 7467600"/>
              <a:gd name="connsiteY656" fmla="*/ 2864487 h 6858000"/>
              <a:gd name="connsiteX657" fmla="*/ 2020609 w 7467600"/>
              <a:gd name="connsiteY657" fmla="*/ 2539671 h 6858000"/>
              <a:gd name="connsiteX658" fmla="*/ 2018920 w 7467600"/>
              <a:gd name="connsiteY658" fmla="*/ 2536309 h 6858000"/>
              <a:gd name="connsiteX659" fmla="*/ 1342441 w 7467600"/>
              <a:gd name="connsiteY659" fmla="*/ 1173017 h 6858000"/>
              <a:gd name="connsiteX660" fmla="*/ 1367925 w 7467600"/>
              <a:gd name="connsiteY660" fmla="*/ 1135648 h 6858000"/>
              <a:gd name="connsiteX661" fmla="*/ 1771401 w 7467600"/>
              <a:gd name="connsiteY661" fmla="*/ 1806673 h 6858000"/>
              <a:gd name="connsiteX662" fmla="*/ 1972385 w 7467600"/>
              <a:gd name="connsiteY662" fmla="*/ 2198735 h 6858000"/>
              <a:gd name="connsiteX663" fmla="*/ 2040892 w 7467600"/>
              <a:gd name="connsiteY663" fmla="*/ 2405205 h 6858000"/>
              <a:gd name="connsiteX664" fmla="*/ 2131689 w 7467600"/>
              <a:gd name="connsiteY664" fmla="*/ 1936926 h 6858000"/>
              <a:gd name="connsiteX665" fmla="*/ 2454820 w 7467600"/>
              <a:gd name="connsiteY665" fmla="*/ 1248808 h 6858000"/>
              <a:gd name="connsiteX666" fmla="*/ 2492512 w 7467600"/>
              <a:gd name="connsiteY666" fmla="*/ 1302920 h 6858000"/>
              <a:gd name="connsiteX667" fmla="*/ 2081216 w 7467600"/>
              <a:gd name="connsiteY667" fmla="*/ 2527513 h 6858000"/>
              <a:gd name="connsiteX668" fmla="*/ 2081211 w 7467600"/>
              <a:gd name="connsiteY668" fmla="*/ 2528916 h 6858000"/>
              <a:gd name="connsiteX669" fmla="*/ 2199067 w 7467600"/>
              <a:gd name="connsiteY669" fmla="*/ 2884061 h 6858000"/>
              <a:gd name="connsiteX670" fmla="*/ 3192586 w 7467600"/>
              <a:gd name="connsiteY670" fmla="*/ 3411496 h 6858000"/>
              <a:gd name="connsiteX671" fmla="*/ 3182620 w 7467600"/>
              <a:gd name="connsiteY671" fmla="*/ 3483279 h 6858000"/>
              <a:gd name="connsiteX672" fmla="*/ 2435119 w 7467600"/>
              <a:gd name="connsiteY672" fmla="*/ 3080173 h 6858000"/>
              <a:gd name="connsiteX673" fmla="*/ 2410152 w 7467600"/>
              <a:gd name="connsiteY673" fmla="*/ 3063751 h 6858000"/>
              <a:gd name="connsiteX674" fmla="*/ 2408099 w 7467600"/>
              <a:gd name="connsiteY674" fmla="*/ 3064403 h 6858000"/>
              <a:gd name="connsiteX675" fmla="*/ 2407218 w 7467600"/>
              <a:gd name="connsiteY675" fmla="*/ 3070324 h 6858000"/>
              <a:gd name="connsiteX676" fmla="*/ 2380138 w 7467600"/>
              <a:gd name="connsiteY676" fmla="*/ 3099341 h 6858000"/>
              <a:gd name="connsiteX677" fmla="*/ 1765923 w 7467600"/>
              <a:gd name="connsiteY677" fmla="*/ 3581043 h 6858000"/>
              <a:gd name="connsiteX678" fmla="*/ 1702258 w 7467600"/>
              <a:gd name="connsiteY678" fmla="*/ 3612286 h 6858000"/>
              <a:gd name="connsiteX679" fmla="*/ 1538370 w 7467600"/>
              <a:gd name="connsiteY679" fmla="*/ 3811804 h 6858000"/>
              <a:gd name="connsiteX680" fmla="*/ 542867 w 7467600"/>
              <a:gd name="connsiteY680" fmla="*/ 4944092 h 6858000"/>
              <a:gd name="connsiteX681" fmla="*/ 515800 w 7467600"/>
              <a:gd name="connsiteY681" fmla="*/ 4862180 h 6858000"/>
              <a:gd name="connsiteX682" fmla="*/ 909145 w 7467600"/>
              <a:gd name="connsiteY682" fmla="*/ 4199225 h 6858000"/>
              <a:gd name="connsiteX683" fmla="*/ 1214067 w 7467600"/>
              <a:gd name="connsiteY683" fmla="*/ 3908561 h 6858000"/>
              <a:gd name="connsiteX684" fmla="*/ 640967 w 7467600"/>
              <a:gd name="connsiteY684" fmla="*/ 4105601 h 6858000"/>
              <a:gd name="connsiteX685" fmla="*/ 112563 w 7467600"/>
              <a:gd name="connsiteY685" fmla="*/ 4396952 h 6858000"/>
              <a:gd name="connsiteX686" fmla="*/ 0 w 7467600"/>
              <a:gd name="connsiteY686" fmla="*/ 4466006 h 6858000"/>
              <a:gd name="connsiteX687" fmla="*/ 0 w 7467600"/>
              <a:gd name="connsiteY687" fmla="*/ 4233763 h 6858000"/>
              <a:gd name="connsiteX688" fmla="*/ 36881 w 7467600"/>
              <a:gd name="connsiteY688" fmla="*/ 4200118 h 6858000"/>
              <a:gd name="connsiteX689" fmla="*/ 910534 w 7467600"/>
              <a:gd name="connsiteY689" fmla="*/ 3629753 h 6858000"/>
              <a:gd name="connsiteX690" fmla="*/ 1578717 w 7467600"/>
              <a:gd name="connsiteY690" fmla="*/ 3575982 h 6858000"/>
              <a:gd name="connsiteX691" fmla="*/ 2338780 w 7467600"/>
              <a:gd name="connsiteY691" fmla="*/ 3033725 h 6858000"/>
              <a:gd name="connsiteX692" fmla="*/ 1807991 w 7467600"/>
              <a:gd name="connsiteY692" fmla="*/ 2807184 h 6858000"/>
              <a:gd name="connsiteX693" fmla="*/ 1416358 w 7467600"/>
              <a:gd name="connsiteY693" fmla="*/ 3112571 h 6858000"/>
              <a:gd name="connsiteX694" fmla="*/ 939066 w 7467600"/>
              <a:gd name="connsiteY694" fmla="*/ 3378798 h 6858000"/>
              <a:gd name="connsiteX695" fmla="*/ 115099 w 7467600"/>
              <a:gd name="connsiteY695" fmla="*/ 3607650 h 6858000"/>
              <a:gd name="connsiteX696" fmla="*/ 97284 w 7467600"/>
              <a:gd name="connsiteY696" fmla="*/ 3520393 h 6858000"/>
              <a:gd name="connsiteX697" fmla="*/ 922050 w 7467600"/>
              <a:gd name="connsiteY697" fmla="*/ 3074867 h 6858000"/>
              <a:gd name="connsiteX698" fmla="*/ 1405265 w 7467600"/>
              <a:gd name="connsiteY698" fmla="*/ 3016319 h 6858000"/>
              <a:gd name="connsiteX699" fmla="*/ 1407512 w 7467600"/>
              <a:gd name="connsiteY699" fmla="*/ 3018001 h 6858000"/>
              <a:gd name="connsiteX700" fmla="*/ 1726266 w 7467600"/>
              <a:gd name="connsiteY700" fmla="*/ 2777274 h 6858000"/>
              <a:gd name="connsiteX701" fmla="*/ 625390 w 7467600"/>
              <a:gd name="connsiteY701" fmla="*/ 2514541 h 6858000"/>
              <a:gd name="connsiteX702" fmla="*/ 619799 w 7467600"/>
              <a:gd name="connsiteY702" fmla="*/ 2527180 h 6858000"/>
              <a:gd name="connsiteX703" fmla="*/ 310030 w 7467600"/>
              <a:gd name="connsiteY703" fmla="*/ 2771818 h 6858000"/>
              <a:gd name="connsiteX704" fmla="*/ 173877 w 7467600"/>
              <a:gd name="connsiteY704" fmla="*/ 2937056 h 6858000"/>
              <a:gd name="connsiteX705" fmla="*/ 77889 w 7467600"/>
              <a:gd name="connsiteY705" fmla="*/ 3138440 h 6858000"/>
              <a:gd name="connsiteX706" fmla="*/ 0 w 7467600"/>
              <a:gd name="connsiteY706" fmla="*/ 3271395 h 6858000"/>
              <a:gd name="connsiteX707" fmla="*/ 0 w 7467600"/>
              <a:gd name="connsiteY707" fmla="*/ 3153002 h 6858000"/>
              <a:gd name="connsiteX708" fmla="*/ 2386 w 7467600"/>
              <a:gd name="connsiteY708" fmla="*/ 3149203 h 6858000"/>
              <a:gd name="connsiteX709" fmla="*/ 89753 w 7467600"/>
              <a:gd name="connsiteY709" fmla="*/ 2987702 h 6858000"/>
              <a:gd name="connsiteX710" fmla="*/ 76869 w 7467600"/>
              <a:gd name="connsiteY710" fmla="*/ 3005404 h 6858000"/>
              <a:gd name="connsiteX711" fmla="*/ 32049 w 7467600"/>
              <a:gd name="connsiteY711" fmla="*/ 3065814 h 6858000"/>
              <a:gd name="connsiteX712" fmla="*/ 0 w 7467600"/>
              <a:gd name="connsiteY712" fmla="*/ 3108744 h 6858000"/>
              <a:gd name="connsiteX713" fmla="*/ 0 w 7467600"/>
              <a:gd name="connsiteY713" fmla="*/ 3058059 h 6858000"/>
              <a:gd name="connsiteX714" fmla="*/ 7610 w 7467600"/>
              <a:gd name="connsiteY714" fmla="*/ 3047889 h 6858000"/>
              <a:gd name="connsiteX715" fmla="*/ 52419 w 7467600"/>
              <a:gd name="connsiteY715" fmla="*/ 2987479 h 6858000"/>
              <a:gd name="connsiteX716" fmla="*/ 59142 w 7467600"/>
              <a:gd name="connsiteY716" fmla="*/ 2978488 h 6858000"/>
              <a:gd name="connsiteX717" fmla="*/ 0 w 7467600"/>
              <a:gd name="connsiteY717" fmla="*/ 3015334 h 6858000"/>
              <a:gd name="connsiteX718" fmla="*/ 0 w 7467600"/>
              <a:gd name="connsiteY718" fmla="*/ 2914286 h 6858000"/>
              <a:gd name="connsiteX719" fmla="*/ 36383 w 7467600"/>
              <a:gd name="connsiteY719" fmla="*/ 2901128 h 6858000"/>
              <a:gd name="connsiteX720" fmla="*/ 156329 w 7467600"/>
              <a:gd name="connsiteY720" fmla="*/ 2840533 h 6858000"/>
              <a:gd name="connsiteX721" fmla="*/ 358355 w 7467600"/>
              <a:gd name="connsiteY721" fmla="*/ 2620471 h 6858000"/>
              <a:gd name="connsiteX722" fmla="*/ 510577 w 7467600"/>
              <a:gd name="connsiteY722" fmla="*/ 2501244 h 6858000"/>
              <a:gd name="connsiteX723" fmla="*/ 211967 w 7467600"/>
              <a:gd name="connsiteY723" fmla="*/ 2479171 h 6858000"/>
              <a:gd name="connsiteX724" fmla="*/ 0 w 7467600"/>
              <a:gd name="connsiteY724" fmla="*/ 2476398 h 6858000"/>
              <a:gd name="connsiteX725" fmla="*/ 0 w 7467600"/>
              <a:gd name="connsiteY725" fmla="*/ 2389189 h 6858000"/>
              <a:gd name="connsiteX726" fmla="*/ 103062 w 7467600"/>
              <a:gd name="connsiteY726" fmla="*/ 2389518 h 6858000"/>
              <a:gd name="connsiteX727" fmla="*/ 510734 w 7467600"/>
              <a:gd name="connsiteY727" fmla="*/ 2416201 h 6858000"/>
              <a:gd name="connsiteX728" fmla="*/ 279257 w 7467600"/>
              <a:gd name="connsiteY728" fmla="*/ 2092102 h 6858000"/>
              <a:gd name="connsiteX729" fmla="*/ 65265 w 7467600"/>
              <a:gd name="connsiteY729" fmla="*/ 2006049 h 6858000"/>
              <a:gd name="connsiteX730" fmla="*/ 0 w 7467600"/>
              <a:gd name="connsiteY730" fmla="*/ 1982532 h 6858000"/>
              <a:gd name="connsiteX731" fmla="*/ 0 w 7467600"/>
              <a:gd name="connsiteY731" fmla="*/ 1912789 h 6858000"/>
              <a:gd name="connsiteX732" fmla="*/ 97460 w 7467600"/>
              <a:gd name="connsiteY732" fmla="*/ 1953725 h 6858000"/>
              <a:gd name="connsiteX733" fmla="*/ 221272 w 7467600"/>
              <a:gd name="connsiteY733" fmla="*/ 1980766 h 6858000"/>
              <a:gd name="connsiteX734" fmla="*/ 116765 w 7467600"/>
              <a:gd name="connsiteY734" fmla="*/ 1911033 h 6858000"/>
              <a:gd name="connsiteX735" fmla="*/ 16405 w 7467600"/>
              <a:gd name="connsiteY735" fmla="*/ 1803412 h 6858000"/>
              <a:gd name="connsiteX736" fmla="*/ 0 w 7467600"/>
              <a:gd name="connsiteY736" fmla="*/ 1784777 h 6858000"/>
              <a:gd name="connsiteX737" fmla="*/ 0 w 7467600"/>
              <a:gd name="connsiteY737" fmla="*/ 1740082 h 6858000"/>
              <a:gd name="connsiteX738" fmla="*/ 39394 w 7467600"/>
              <a:gd name="connsiteY738" fmla="*/ 1784856 h 6858000"/>
              <a:gd name="connsiteX739" fmla="*/ 135813 w 7467600"/>
              <a:gd name="connsiteY739" fmla="*/ 1888838 h 6858000"/>
              <a:gd name="connsiteX740" fmla="*/ 242575 w 7467600"/>
              <a:gd name="connsiteY740" fmla="*/ 1958841 h 6858000"/>
              <a:gd name="connsiteX741" fmla="*/ 82197 w 7467600"/>
              <a:gd name="connsiteY741" fmla="*/ 1754826 h 6858000"/>
              <a:gd name="connsiteX742" fmla="*/ 0 w 7467600"/>
              <a:gd name="connsiteY742" fmla="*/ 1679650 h 6858000"/>
              <a:gd name="connsiteX743" fmla="*/ 0 w 7467600"/>
              <a:gd name="connsiteY743" fmla="*/ 1602463 h 6858000"/>
              <a:gd name="connsiteX744" fmla="*/ 84689 w 7467600"/>
              <a:gd name="connsiteY744" fmla="*/ 1677442 h 6858000"/>
              <a:gd name="connsiteX745" fmla="*/ 298437 w 7467600"/>
              <a:gd name="connsiteY745" fmla="*/ 1968019 h 6858000"/>
              <a:gd name="connsiteX746" fmla="*/ 227269 w 7467600"/>
              <a:gd name="connsiteY746" fmla="*/ 1114064 h 6858000"/>
              <a:gd name="connsiteX747" fmla="*/ 248003 w 7467600"/>
              <a:gd name="connsiteY747" fmla="*/ 1089613 h 6858000"/>
              <a:gd name="connsiteX748" fmla="*/ 427020 w 7467600"/>
              <a:gd name="connsiteY748" fmla="*/ 1619803 h 6858000"/>
              <a:gd name="connsiteX749" fmla="*/ 340345 w 7467600"/>
              <a:gd name="connsiteY749" fmla="*/ 2027739 h 6858000"/>
              <a:gd name="connsiteX750" fmla="*/ 360865 w 7467600"/>
              <a:gd name="connsiteY750" fmla="*/ 2044827 h 6858000"/>
              <a:gd name="connsiteX751" fmla="*/ 560414 w 7467600"/>
              <a:gd name="connsiteY751" fmla="*/ 2421457 h 6858000"/>
              <a:gd name="connsiteX752" fmla="*/ 1359703 w 7467600"/>
              <a:gd name="connsiteY752" fmla="*/ 2578554 h 6858000"/>
              <a:gd name="connsiteX753" fmla="*/ 1359422 w 7467600"/>
              <a:gd name="connsiteY753" fmla="*/ 2577994 h 6858000"/>
              <a:gd name="connsiteX754" fmla="*/ 828701 w 7467600"/>
              <a:gd name="connsiteY754" fmla="*/ 1839520 h 6858000"/>
              <a:gd name="connsiteX755" fmla="*/ 494427 w 7467600"/>
              <a:gd name="connsiteY755" fmla="*/ 1092333 h 6858000"/>
              <a:gd name="connsiteX756" fmla="*/ 506322 w 7467600"/>
              <a:gd name="connsiteY756" fmla="*/ 1020997 h 6858000"/>
              <a:gd name="connsiteX757" fmla="*/ 4570198 w 7467600"/>
              <a:gd name="connsiteY757" fmla="*/ 978081 h 6858000"/>
              <a:gd name="connsiteX758" fmla="*/ 4523691 w 7467600"/>
              <a:gd name="connsiteY758" fmla="*/ 1127776 h 6858000"/>
              <a:gd name="connsiteX759" fmla="*/ 4509875 w 7467600"/>
              <a:gd name="connsiteY759" fmla="*/ 1167552 h 6858000"/>
              <a:gd name="connsiteX760" fmla="*/ 4478168 w 7467600"/>
              <a:gd name="connsiteY760" fmla="*/ 1260735 h 6858000"/>
              <a:gd name="connsiteX761" fmla="*/ 4409309 w 7467600"/>
              <a:gd name="connsiteY761" fmla="*/ 1666996 h 6858000"/>
              <a:gd name="connsiteX762" fmla="*/ 4370031 w 7467600"/>
              <a:gd name="connsiteY762" fmla="*/ 1955666 h 6858000"/>
              <a:gd name="connsiteX763" fmla="*/ 4570198 w 7467600"/>
              <a:gd name="connsiteY763" fmla="*/ 978081 h 6858000"/>
              <a:gd name="connsiteX764" fmla="*/ 4557898 w 7467600"/>
              <a:gd name="connsiteY764" fmla="*/ 900011 h 6858000"/>
              <a:gd name="connsiteX765" fmla="*/ 4344840 w 7467600"/>
              <a:gd name="connsiteY765" fmla="*/ 1922038 h 6858000"/>
              <a:gd name="connsiteX766" fmla="*/ 4378710 w 7467600"/>
              <a:gd name="connsiteY766" fmla="*/ 1665516 h 6858000"/>
              <a:gd name="connsiteX767" fmla="*/ 4448798 w 7467600"/>
              <a:gd name="connsiteY767" fmla="*/ 1253024 h 6858000"/>
              <a:gd name="connsiteX768" fmla="*/ 4480315 w 7467600"/>
              <a:gd name="connsiteY768" fmla="*/ 1158454 h 6858000"/>
              <a:gd name="connsiteX769" fmla="*/ 4494133 w 7467600"/>
              <a:gd name="connsiteY769" fmla="*/ 1118676 h 6858000"/>
              <a:gd name="connsiteX770" fmla="*/ 4557898 w 7467600"/>
              <a:gd name="connsiteY770" fmla="*/ 900011 h 6858000"/>
              <a:gd name="connsiteX771" fmla="*/ 5870151 w 7467600"/>
              <a:gd name="connsiteY771" fmla="*/ 898890 h 6858000"/>
              <a:gd name="connsiteX772" fmla="*/ 5861335 w 7467600"/>
              <a:gd name="connsiteY772" fmla="*/ 899177 h 6858000"/>
              <a:gd name="connsiteX773" fmla="*/ 5843702 w 7467600"/>
              <a:gd name="connsiteY773" fmla="*/ 899748 h 6858000"/>
              <a:gd name="connsiteX774" fmla="*/ 5651107 w 7467600"/>
              <a:gd name="connsiteY774" fmla="*/ 920306 h 6858000"/>
              <a:gd name="connsiteX775" fmla="*/ 5459407 w 7467600"/>
              <a:gd name="connsiteY775" fmla="*/ 940975 h 6858000"/>
              <a:gd name="connsiteX776" fmla="*/ 5374846 w 7467600"/>
              <a:gd name="connsiteY776" fmla="*/ 941988 h 6858000"/>
              <a:gd name="connsiteX777" fmla="*/ 5256105 w 7467600"/>
              <a:gd name="connsiteY777" fmla="*/ 945632 h 6858000"/>
              <a:gd name="connsiteX778" fmla="*/ 5107071 w 7467600"/>
              <a:gd name="connsiteY778" fmla="*/ 969720 h 6858000"/>
              <a:gd name="connsiteX779" fmla="*/ 4998681 w 7467600"/>
              <a:gd name="connsiteY779" fmla="*/ 988771 h 6858000"/>
              <a:gd name="connsiteX780" fmla="*/ 5870151 w 7467600"/>
              <a:gd name="connsiteY780" fmla="*/ 898890 h 6858000"/>
              <a:gd name="connsiteX781" fmla="*/ 5504425 w 7467600"/>
              <a:gd name="connsiteY781" fmla="*/ 848067 h 6858000"/>
              <a:gd name="connsiteX782" fmla="*/ 4968849 w 7467600"/>
              <a:gd name="connsiteY782" fmla="*/ 962318 h 6858000"/>
              <a:gd name="connsiteX783" fmla="*/ 5104039 w 7467600"/>
              <a:gd name="connsiteY783" fmla="*/ 940634 h 6858000"/>
              <a:gd name="connsiteX784" fmla="*/ 5256311 w 7467600"/>
              <a:gd name="connsiteY784" fmla="*/ 916490 h 6858000"/>
              <a:gd name="connsiteX785" fmla="*/ 5377381 w 7467600"/>
              <a:gd name="connsiteY785" fmla="*/ 912671 h 6858000"/>
              <a:gd name="connsiteX786" fmla="*/ 5460148 w 7467600"/>
              <a:gd name="connsiteY786" fmla="*/ 911442 h 6858000"/>
              <a:gd name="connsiteX787" fmla="*/ 5648971 w 7467600"/>
              <a:gd name="connsiteY787" fmla="*/ 891331 h 6858000"/>
              <a:gd name="connsiteX788" fmla="*/ 5844807 w 7467600"/>
              <a:gd name="connsiteY788" fmla="*/ 870718 h 6858000"/>
              <a:gd name="connsiteX789" fmla="*/ 5862975 w 7467600"/>
              <a:gd name="connsiteY789" fmla="*/ 869756 h 6858000"/>
              <a:gd name="connsiteX790" fmla="*/ 5920887 w 7467600"/>
              <a:gd name="connsiteY790" fmla="*/ 865929 h 6858000"/>
              <a:gd name="connsiteX791" fmla="*/ 5504425 w 7467600"/>
              <a:gd name="connsiteY791" fmla="*/ 848067 h 6858000"/>
              <a:gd name="connsiteX792" fmla="*/ 3607114 w 7467600"/>
              <a:gd name="connsiteY792" fmla="*/ 467441 h 6858000"/>
              <a:gd name="connsiteX793" fmla="*/ 3296242 w 7467600"/>
              <a:gd name="connsiteY793" fmla="*/ 807991 h 6858000"/>
              <a:gd name="connsiteX794" fmla="*/ 3174674 w 7467600"/>
              <a:gd name="connsiteY794" fmla="*/ 919759 h 6858000"/>
              <a:gd name="connsiteX795" fmla="*/ 3042978 w 7467600"/>
              <a:gd name="connsiteY795" fmla="*/ 1054894 h 6858000"/>
              <a:gd name="connsiteX796" fmla="*/ 2968914 w 7467600"/>
              <a:gd name="connsiteY796" fmla="*/ 1133756 h 6858000"/>
              <a:gd name="connsiteX797" fmla="*/ 3103823 w 7467600"/>
              <a:gd name="connsiteY797" fmla="*/ 1026814 h 6858000"/>
              <a:gd name="connsiteX798" fmla="*/ 3607114 w 7467600"/>
              <a:gd name="connsiteY798" fmla="*/ 467441 h 6858000"/>
              <a:gd name="connsiteX799" fmla="*/ 3744487 w 7467600"/>
              <a:gd name="connsiteY799" fmla="*/ 383136 h 6858000"/>
              <a:gd name="connsiteX800" fmla="*/ 3970213 w 7467600"/>
              <a:gd name="connsiteY800" fmla="*/ 995559 h 6858000"/>
              <a:gd name="connsiteX801" fmla="*/ 3744487 w 7467600"/>
              <a:gd name="connsiteY801" fmla="*/ 383136 h 6858000"/>
              <a:gd name="connsiteX802" fmla="*/ 3624562 w 7467600"/>
              <a:gd name="connsiteY802" fmla="*/ 367041 h 6858000"/>
              <a:gd name="connsiteX803" fmla="*/ 3489712 w 7467600"/>
              <a:gd name="connsiteY803" fmla="*/ 485386 h 6858000"/>
              <a:gd name="connsiteX804" fmla="*/ 3182994 w 7467600"/>
              <a:gd name="connsiteY804" fmla="*/ 828265 h 6858000"/>
              <a:gd name="connsiteX805" fmla="*/ 2892114 w 7467600"/>
              <a:gd name="connsiteY805" fmla="*/ 1172635 h 6858000"/>
              <a:gd name="connsiteX806" fmla="*/ 3021459 w 7467600"/>
              <a:gd name="connsiteY806" fmla="*/ 1035385 h 6858000"/>
              <a:gd name="connsiteX807" fmla="*/ 3153873 w 7467600"/>
              <a:gd name="connsiteY807" fmla="*/ 898971 h 6858000"/>
              <a:gd name="connsiteX808" fmla="*/ 3276511 w 7467600"/>
              <a:gd name="connsiteY808" fmla="*/ 786423 h 6858000"/>
              <a:gd name="connsiteX809" fmla="*/ 3584154 w 7467600"/>
              <a:gd name="connsiteY809" fmla="*/ 448218 h 6858000"/>
              <a:gd name="connsiteX810" fmla="*/ 3624562 w 7467600"/>
              <a:gd name="connsiteY810" fmla="*/ 367041 h 6858000"/>
              <a:gd name="connsiteX811" fmla="*/ 3766672 w 7467600"/>
              <a:gd name="connsiteY811" fmla="*/ 359429 h 6858000"/>
              <a:gd name="connsiteX812" fmla="*/ 3996338 w 7467600"/>
              <a:gd name="connsiteY812" fmla="*/ 968237 h 6858000"/>
              <a:gd name="connsiteX813" fmla="*/ 3766672 w 7467600"/>
              <a:gd name="connsiteY813" fmla="*/ 359429 h 6858000"/>
              <a:gd name="connsiteX814" fmla="*/ 5805386 w 7467600"/>
              <a:gd name="connsiteY814" fmla="*/ 239240 h 6858000"/>
              <a:gd name="connsiteX815" fmla="*/ 5736947 w 7467600"/>
              <a:gd name="connsiteY815" fmla="*/ 261367 h 6858000"/>
              <a:gd name="connsiteX816" fmla="*/ 5427012 w 7467600"/>
              <a:gd name="connsiteY816" fmla="*/ 311272 h 6858000"/>
              <a:gd name="connsiteX817" fmla="*/ 5147818 w 7467600"/>
              <a:gd name="connsiteY817" fmla="*/ 322112 h 6858000"/>
              <a:gd name="connsiteX818" fmla="*/ 5060854 w 7467600"/>
              <a:gd name="connsiteY818" fmla="*/ 311882 h 6858000"/>
              <a:gd name="connsiteX819" fmla="*/ 4945989 w 7467600"/>
              <a:gd name="connsiteY819" fmla="*/ 300516 h 6858000"/>
              <a:gd name="connsiteX820" fmla="*/ 5410479 w 7467600"/>
              <a:gd name="connsiteY820" fmla="*/ 348434 h 6858000"/>
              <a:gd name="connsiteX821" fmla="*/ 5805386 w 7467600"/>
              <a:gd name="connsiteY821" fmla="*/ 239240 h 6858000"/>
              <a:gd name="connsiteX822" fmla="*/ 5905192 w 7467600"/>
              <a:gd name="connsiteY822" fmla="*/ 163079 h 6858000"/>
              <a:gd name="connsiteX823" fmla="*/ 5865655 w 7467600"/>
              <a:gd name="connsiteY823" fmla="*/ 171901 h 6858000"/>
              <a:gd name="connsiteX824" fmla="*/ 5259740 w 7467600"/>
              <a:gd name="connsiteY824" fmla="*/ 257013 h 6858000"/>
              <a:gd name="connsiteX825" fmla="*/ 5208466 w 7467600"/>
              <a:gd name="connsiteY825" fmla="*/ 257550 h 6858000"/>
              <a:gd name="connsiteX826" fmla="*/ 4980204 w 7467600"/>
              <a:gd name="connsiteY826" fmla="*/ 271903 h 6858000"/>
              <a:gd name="connsiteX827" fmla="*/ 5068068 w 7467600"/>
              <a:gd name="connsiteY827" fmla="*/ 282244 h 6858000"/>
              <a:gd name="connsiteX828" fmla="*/ 5153231 w 7467600"/>
              <a:gd name="connsiteY828" fmla="*/ 292240 h 6858000"/>
              <a:gd name="connsiteX829" fmla="*/ 5426491 w 7467600"/>
              <a:gd name="connsiteY829" fmla="*/ 281128 h 6858000"/>
              <a:gd name="connsiteX830" fmla="*/ 5731212 w 7467600"/>
              <a:gd name="connsiteY830" fmla="*/ 231951 h 6858000"/>
              <a:gd name="connsiteX831" fmla="*/ 5905192 w 7467600"/>
              <a:gd name="connsiteY831" fmla="*/ 163079 h 6858000"/>
              <a:gd name="connsiteX832" fmla="*/ 5944437 w 7467600"/>
              <a:gd name="connsiteY832" fmla="*/ 113829 h 6858000"/>
              <a:gd name="connsiteX833" fmla="*/ 5825032 w 7467600"/>
              <a:gd name="connsiteY833" fmla="*/ 146405 h 6858000"/>
              <a:gd name="connsiteX834" fmla="*/ 4955599 w 7467600"/>
              <a:gd name="connsiteY834" fmla="*/ 247008 h 6858000"/>
              <a:gd name="connsiteX835" fmla="*/ 5210104 w 7467600"/>
              <a:gd name="connsiteY835" fmla="*/ 228123 h 6858000"/>
              <a:gd name="connsiteX836" fmla="*/ 5261015 w 7467600"/>
              <a:gd name="connsiteY836" fmla="*/ 227087 h 6858000"/>
              <a:gd name="connsiteX837" fmla="*/ 5861181 w 7467600"/>
              <a:gd name="connsiteY837" fmla="*/ 143093 h 6858000"/>
              <a:gd name="connsiteX838" fmla="*/ 5961252 w 7467600"/>
              <a:gd name="connsiteY838" fmla="*/ 114820 h 6858000"/>
              <a:gd name="connsiteX839" fmla="*/ 5944437 w 7467600"/>
              <a:gd name="connsiteY839" fmla="*/ 113829 h 6858000"/>
              <a:gd name="connsiteX840" fmla="*/ 3882765 w 7467600"/>
              <a:gd name="connsiteY840" fmla="*/ 0 h 6858000"/>
              <a:gd name="connsiteX841" fmla="*/ 3995099 w 7467600"/>
              <a:gd name="connsiteY841" fmla="*/ 0 h 6858000"/>
              <a:gd name="connsiteX842" fmla="*/ 4163818 w 7467600"/>
              <a:gd name="connsiteY842" fmla="*/ 234104 h 6858000"/>
              <a:gd name="connsiteX843" fmla="*/ 4172099 w 7467600"/>
              <a:gd name="connsiteY843" fmla="*/ 234207 h 6858000"/>
              <a:gd name="connsiteX844" fmla="*/ 4784282 w 7467600"/>
              <a:gd name="connsiteY844" fmla="*/ 276561 h 6858000"/>
              <a:gd name="connsiteX845" fmla="*/ 4801687 w 7467600"/>
              <a:gd name="connsiteY845" fmla="*/ 267764 h 6858000"/>
              <a:gd name="connsiteX846" fmla="*/ 6082788 w 7467600"/>
              <a:gd name="connsiteY846" fmla="*/ 64119 h 6858000"/>
              <a:gd name="connsiteX847" fmla="*/ 6099442 w 7467600"/>
              <a:gd name="connsiteY847" fmla="*/ 82568 h 6858000"/>
              <a:gd name="connsiteX848" fmla="*/ 4804137 w 7467600"/>
              <a:gd name="connsiteY848" fmla="*/ 320931 h 6858000"/>
              <a:gd name="connsiteX849" fmla="*/ 4227047 w 7467600"/>
              <a:gd name="connsiteY849" fmla="*/ 313415 h 6858000"/>
              <a:gd name="connsiteX850" fmla="*/ 4346041 w 7467600"/>
              <a:gd name="connsiteY850" fmla="*/ 456086 h 6858000"/>
              <a:gd name="connsiteX851" fmla="*/ 4870967 w 7467600"/>
              <a:gd name="connsiteY851" fmla="*/ 963061 h 6858000"/>
              <a:gd name="connsiteX852" fmla="*/ 4889647 w 7467600"/>
              <a:gd name="connsiteY852" fmla="*/ 957147 h 6858000"/>
              <a:gd name="connsiteX853" fmla="*/ 5422504 w 7467600"/>
              <a:gd name="connsiteY853" fmla="*/ 805191 h 6858000"/>
              <a:gd name="connsiteX854" fmla="*/ 6087656 w 7467600"/>
              <a:gd name="connsiteY854" fmla="*/ 826703 h 6858000"/>
              <a:gd name="connsiteX855" fmla="*/ 6058717 w 7467600"/>
              <a:gd name="connsiteY855" fmla="*/ 865992 h 6858000"/>
              <a:gd name="connsiteX856" fmla="*/ 4974153 w 7467600"/>
              <a:gd name="connsiteY856" fmla="*/ 1045456 h 6858000"/>
              <a:gd name="connsiteX857" fmla="*/ 5627835 w 7467600"/>
              <a:gd name="connsiteY857" fmla="*/ 1472077 h 6858000"/>
              <a:gd name="connsiteX858" fmla="*/ 5629817 w 7467600"/>
              <a:gd name="connsiteY858" fmla="*/ 1471412 h 6858000"/>
              <a:gd name="connsiteX859" fmla="*/ 5634124 w 7467600"/>
              <a:gd name="connsiteY859" fmla="*/ 1470572 h 6858000"/>
              <a:gd name="connsiteX860" fmla="*/ 5755832 w 7467600"/>
              <a:gd name="connsiteY860" fmla="*/ 1383886 h 6858000"/>
              <a:gd name="connsiteX861" fmla="*/ 6014186 w 7467600"/>
              <a:gd name="connsiteY861" fmla="*/ 1279799 h 6858000"/>
              <a:gd name="connsiteX862" fmla="*/ 6901619 w 7467600"/>
              <a:gd name="connsiteY862" fmla="*/ 1047874 h 6858000"/>
              <a:gd name="connsiteX863" fmla="*/ 6931566 w 7467600"/>
              <a:gd name="connsiteY863" fmla="*/ 1062034 h 6858000"/>
              <a:gd name="connsiteX864" fmla="*/ 5790982 w 7467600"/>
              <a:gd name="connsiteY864" fmla="*/ 1561380 h 6858000"/>
              <a:gd name="connsiteX865" fmla="*/ 6188971 w 7467600"/>
              <a:gd name="connsiteY865" fmla="*/ 1755168 h 6858000"/>
              <a:gd name="connsiteX866" fmla="*/ 6202446 w 7467600"/>
              <a:gd name="connsiteY866" fmla="*/ 1752268 h 6858000"/>
              <a:gd name="connsiteX867" fmla="*/ 7179560 w 7467600"/>
              <a:gd name="connsiteY867" fmla="*/ 1467551 h 6858000"/>
              <a:gd name="connsiteX868" fmla="*/ 7158730 w 7467600"/>
              <a:gd name="connsiteY868" fmla="*/ 1507835 h 6858000"/>
              <a:gd name="connsiteX869" fmla="*/ 6326959 w 7467600"/>
              <a:gd name="connsiteY869" fmla="*/ 1817686 h 6858000"/>
              <a:gd name="connsiteX870" fmla="*/ 6537433 w 7467600"/>
              <a:gd name="connsiteY870" fmla="*/ 1907790 h 6858000"/>
              <a:gd name="connsiteX871" fmla="*/ 6550221 w 7467600"/>
              <a:gd name="connsiteY871" fmla="*/ 1910729 h 6858000"/>
              <a:gd name="connsiteX872" fmla="*/ 6964438 w 7467600"/>
              <a:gd name="connsiteY872" fmla="*/ 2209505 h 6858000"/>
              <a:gd name="connsiteX873" fmla="*/ 7367862 w 7467600"/>
              <a:gd name="connsiteY873" fmla="*/ 2806833 h 6858000"/>
              <a:gd name="connsiteX874" fmla="*/ 7364329 w 7467600"/>
              <a:gd name="connsiteY874" fmla="*/ 2826907 h 6858000"/>
              <a:gd name="connsiteX875" fmla="*/ 7290545 w 7467600"/>
              <a:gd name="connsiteY875" fmla="*/ 2850663 h 6858000"/>
              <a:gd name="connsiteX876" fmla="*/ 6472036 w 7467600"/>
              <a:gd name="connsiteY876" fmla="*/ 1959003 h 6858000"/>
              <a:gd name="connsiteX877" fmla="*/ 5792897 w 7467600"/>
              <a:gd name="connsiteY877" fmla="*/ 1647747 h 6858000"/>
              <a:gd name="connsiteX878" fmla="*/ 5842751 w 7467600"/>
              <a:gd name="connsiteY878" fmla="*/ 1816112 h 6858000"/>
              <a:gd name="connsiteX879" fmla="*/ 5847424 w 7467600"/>
              <a:gd name="connsiteY879" fmla="*/ 1815776 h 6858000"/>
              <a:gd name="connsiteX880" fmla="*/ 6399821 w 7467600"/>
              <a:gd name="connsiteY880" fmla="*/ 2344799 h 6858000"/>
              <a:gd name="connsiteX881" fmla="*/ 6323232 w 7467600"/>
              <a:gd name="connsiteY881" fmla="*/ 2389634 h 6858000"/>
              <a:gd name="connsiteX882" fmla="*/ 5942958 w 7467600"/>
              <a:gd name="connsiteY882" fmla="*/ 2077708 h 6858000"/>
              <a:gd name="connsiteX883" fmla="*/ 5921559 w 7467600"/>
              <a:gd name="connsiteY883" fmla="*/ 2378596 h 6858000"/>
              <a:gd name="connsiteX884" fmla="*/ 5817651 w 7467600"/>
              <a:gd name="connsiteY884" fmla="*/ 3023919 h 6858000"/>
              <a:gd name="connsiteX885" fmla="*/ 5729634 w 7467600"/>
              <a:gd name="connsiteY885" fmla="*/ 3051849 h 6858000"/>
              <a:gd name="connsiteX886" fmla="*/ 5611018 w 7467600"/>
              <a:gd name="connsiteY886" fmla="*/ 2316769 h 6858000"/>
              <a:gd name="connsiteX887" fmla="*/ 5687608 w 7467600"/>
              <a:gd name="connsiteY887" fmla="*/ 2039972 h 6858000"/>
              <a:gd name="connsiteX888" fmla="*/ 5657554 w 7467600"/>
              <a:gd name="connsiteY888" fmla="*/ 1576445 h 6858000"/>
              <a:gd name="connsiteX889" fmla="*/ 5150475 w 7467600"/>
              <a:gd name="connsiteY889" fmla="*/ 1274012 h 6858000"/>
              <a:gd name="connsiteX890" fmla="*/ 5349142 w 7467600"/>
              <a:gd name="connsiteY890" fmla="*/ 2204405 h 6858000"/>
              <a:gd name="connsiteX891" fmla="*/ 5262214 w 7467600"/>
              <a:gd name="connsiteY891" fmla="*/ 2233836 h 6858000"/>
              <a:gd name="connsiteX892" fmla="*/ 4981539 w 7467600"/>
              <a:gd name="connsiteY892" fmla="*/ 1542201 h 6858000"/>
              <a:gd name="connsiteX893" fmla="*/ 4958461 w 7467600"/>
              <a:gd name="connsiteY893" fmla="*/ 1136957 h 6858000"/>
              <a:gd name="connsiteX894" fmla="*/ 4655015 w 7467600"/>
              <a:gd name="connsiteY894" fmla="*/ 891426 h 6858000"/>
              <a:gd name="connsiteX895" fmla="*/ 4348002 w 7467600"/>
              <a:gd name="connsiteY895" fmla="*/ 2205895 h 6858000"/>
              <a:gd name="connsiteX896" fmla="*/ 4262250 w 7467600"/>
              <a:gd name="connsiteY896" fmla="*/ 2219972 h 6858000"/>
              <a:gd name="connsiteX897" fmla="*/ 4550611 w 7467600"/>
              <a:gd name="connsiteY897" fmla="*/ 817540 h 6858000"/>
              <a:gd name="connsiteX898" fmla="*/ 4564418 w 7467600"/>
              <a:gd name="connsiteY898" fmla="*/ 808293 h 6858000"/>
              <a:gd name="connsiteX899" fmla="*/ 4266388 w 7467600"/>
              <a:gd name="connsiteY899" fmla="*/ 500083 h 6858000"/>
              <a:gd name="connsiteX900" fmla="*/ 4032842 w 7467600"/>
              <a:gd name="connsiteY900" fmla="*/ 211809 h 6858000"/>
              <a:gd name="connsiteX901" fmla="*/ 3882765 w 7467600"/>
              <a:gd name="connsiteY901" fmla="*/ 0 h 6858000"/>
              <a:gd name="connsiteX902" fmla="*/ 3721337 w 7467600"/>
              <a:gd name="connsiteY902" fmla="*/ 0 h 6858000"/>
              <a:gd name="connsiteX903" fmla="*/ 3797544 w 7467600"/>
              <a:gd name="connsiteY903" fmla="*/ 0 h 6858000"/>
              <a:gd name="connsiteX904" fmla="*/ 3775734 w 7467600"/>
              <a:gd name="connsiteY904" fmla="*/ 95131 h 6858000"/>
              <a:gd name="connsiteX905" fmla="*/ 3724807 w 7467600"/>
              <a:gd name="connsiteY905" fmla="*/ 272257 h 6858000"/>
              <a:gd name="connsiteX906" fmla="*/ 3726844 w 7467600"/>
              <a:gd name="connsiteY906" fmla="*/ 282988 h 6858000"/>
              <a:gd name="connsiteX907" fmla="*/ 3742664 w 7467600"/>
              <a:gd name="connsiteY907" fmla="*/ 279918 h 6858000"/>
              <a:gd name="connsiteX908" fmla="*/ 4103910 w 7467600"/>
              <a:gd name="connsiteY908" fmla="*/ 1161917 h 6858000"/>
              <a:gd name="connsiteX909" fmla="*/ 4020269 w 7467600"/>
              <a:gd name="connsiteY909" fmla="*/ 1200406 h 6858000"/>
              <a:gd name="connsiteX910" fmla="*/ 3674882 w 7467600"/>
              <a:gd name="connsiteY910" fmla="*/ 488524 h 6858000"/>
              <a:gd name="connsiteX911" fmla="*/ 3132682 w 7467600"/>
              <a:gd name="connsiteY911" fmla="*/ 1072284 h 6858000"/>
              <a:gd name="connsiteX912" fmla="*/ 2716346 w 7467600"/>
              <a:gd name="connsiteY912" fmla="*/ 1276376 h 6858000"/>
              <a:gd name="connsiteX913" fmla="*/ 2716772 w 7467600"/>
              <a:gd name="connsiteY913" fmla="*/ 1255462 h 6858000"/>
              <a:gd name="connsiteX914" fmla="*/ 3471096 w 7467600"/>
              <a:gd name="connsiteY914" fmla="*/ 437072 h 6858000"/>
              <a:gd name="connsiteX915" fmla="*/ 3639057 w 7467600"/>
              <a:gd name="connsiteY915" fmla="*/ 286334 h 6858000"/>
              <a:gd name="connsiteX916" fmla="*/ 3640309 w 7467600"/>
              <a:gd name="connsiteY916" fmla="*/ 284664 h 6858000"/>
              <a:gd name="connsiteX917" fmla="*/ 3646022 w 7467600"/>
              <a:gd name="connsiteY917" fmla="*/ 276711 h 6858000"/>
              <a:gd name="connsiteX918" fmla="*/ 3707943 w 7467600"/>
              <a:gd name="connsiteY918" fmla="*/ 65958 h 6858000"/>
              <a:gd name="connsiteX919" fmla="*/ 3721337 w 7467600"/>
              <a:gd name="connsiteY919" fmla="*/ 0 h 6858000"/>
              <a:gd name="connsiteX920" fmla="*/ 2867960 w 7467600"/>
              <a:gd name="connsiteY920" fmla="*/ 0 h 6858000"/>
              <a:gd name="connsiteX921" fmla="*/ 2926351 w 7467600"/>
              <a:gd name="connsiteY921" fmla="*/ 0 h 6858000"/>
              <a:gd name="connsiteX922" fmla="*/ 2902823 w 7467600"/>
              <a:gd name="connsiteY922" fmla="*/ 262929 h 6858000"/>
              <a:gd name="connsiteX923" fmla="*/ 2940663 w 7467600"/>
              <a:gd name="connsiteY923" fmla="*/ 140884 h 6858000"/>
              <a:gd name="connsiteX924" fmla="*/ 2947039 w 7467600"/>
              <a:gd name="connsiteY924" fmla="*/ 122524 h 6858000"/>
              <a:gd name="connsiteX925" fmla="*/ 2984316 w 7467600"/>
              <a:gd name="connsiteY925" fmla="*/ 0 h 6858000"/>
              <a:gd name="connsiteX926" fmla="*/ 3016114 w 7467600"/>
              <a:gd name="connsiteY926" fmla="*/ 0 h 6858000"/>
              <a:gd name="connsiteX927" fmla="*/ 2979949 w 7467600"/>
              <a:gd name="connsiteY927" fmla="*/ 119274 h 6858000"/>
              <a:gd name="connsiteX928" fmla="*/ 3023879 w 7467600"/>
              <a:gd name="connsiteY928" fmla="*/ 0 h 6858000"/>
              <a:gd name="connsiteX929" fmla="*/ 3105400 w 7467600"/>
              <a:gd name="connsiteY929" fmla="*/ 0 h 6858000"/>
              <a:gd name="connsiteX930" fmla="*/ 3094669 w 7467600"/>
              <a:gd name="connsiteY930" fmla="*/ 30308 h 6858000"/>
              <a:gd name="connsiteX931" fmla="*/ 2901945 w 7467600"/>
              <a:gd name="connsiteY931" fmla="*/ 466538 h 6858000"/>
              <a:gd name="connsiteX932" fmla="*/ 2815209 w 7467600"/>
              <a:gd name="connsiteY932" fmla="*/ 497361 h 6858000"/>
              <a:gd name="connsiteX933" fmla="*/ 2844845 w 7467600"/>
              <a:gd name="connsiteY933" fmla="*/ 127638 h 6858000"/>
              <a:gd name="connsiteX934" fmla="*/ 2867960 w 7467600"/>
              <a:gd name="connsiteY934" fmla="*/ 0 h 6858000"/>
              <a:gd name="connsiteX935" fmla="*/ 1057230 w 7467600"/>
              <a:gd name="connsiteY935" fmla="*/ 0 h 6858000"/>
              <a:gd name="connsiteX936" fmla="*/ 1111003 w 7467600"/>
              <a:gd name="connsiteY936" fmla="*/ 0 h 6858000"/>
              <a:gd name="connsiteX937" fmla="*/ 1125553 w 7467600"/>
              <a:gd name="connsiteY937" fmla="*/ 52588 h 6858000"/>
              <a:gd name="connsiteX938" fmla="*/ 1304276 w 7467600"/>
              <a:gd name="connsiteY938" fmla="*/ 476275 h 6858000"/>
              <a:gd name="connsiteX939" fmla="*/ 1492066 w 7467600"/>
              <a:gd name="connsiteY939" fmla="*/ 886333 h 6858000"/>
              <a:gd name="connsiteX940" fmla="*/ 1423698 w 7467600"/>
              <a:gd name="connsiteY940" fmla="*/ 710817 h 6858000"/>
              <a:gd name="connsiteX941" fmla="*/ 1357609 w 7467600"/>
              <a:gd name="connsiteY941" fmla="*/ 532892 h 6858000"/>
              <a:gd name="connsiteX942" fmla="*/ 1309550 w 7467600"/>
              <a:gd name="connsiteY942" fmla="*/ 374031 h 6858000"/>
              <a:gd name="connsiteX943" fmla="*/ 1193673 w 7467600"/>
              <a:gd name="connsiteY943" fmla="*/ 49533 h 6858000"/>
              <a:gd name="connsiteX944" fmla="*/ 1164391 w 7467600"/>
              <a:gd name="connsiteY944" fmla="*/ 0 h 6858000"/>
              <a:gd name="connsiteX945" fmla="*/ 1200666 w 7467600"/>
              <a:gd name="connsiteY945" fmla="*/ 0 h 6858000"/>
              <a:gd name="connsiteX946" fmla="*/ 1223408 w 7467600"/>
              <a:gd name="connsiteY946" fmla="*/ 38996 h 6858000"/>
              <a:gd name="connsiteX947" fmla="*/ 1339635 w 7467600"/>
              <a:gd name="connsiteY947" fmla="*/ 365517 h 6858000"/>
              <a:gd name="connsiteX948" fmla="*/ 1387469 w 7467600"/>
              <a:gd name="connsiteY948" fmla="*/ 523079 h 6858000"/>
              <a:gd name="connsiteX949" fmla="*/ 1452685 w 7467600"/>
              <a:gd name="connsiteY949" fmla="*/ 699806 h 6858000"/>
              <a:gd name="connsiteX950" fmla="*/ 1492092 w 7467600"/>
              <a:gd name="connsiteY950" fmla="*/ 800424 h 6858000"/>
              <a:gd name="connsiteX951" fmla="*/ 1455302 w 7467600"/>
              <a:gd name="connsiteY951" fmla="*/ 632913 h 6858000"/>
              <a:gd name="connsiteX952" fmla="*/ 1222336 w 7467600"/>
              <a:gd name="connsiteY952" fmla="*/ 9480 h 6858000"/>
              <a:gd name="connsiteX953" fmla="*/ 1214634 w 7467600"/>
              <a:gd name="connsiteY953" fmla="*/ 0 h 6858000"/>
              <a:gd name="connsiteX954" fmla="*/ 1289827 w 7467600"/>
              <a:gd name="connsiteY954" fmla="*/ 0 h 6858000"/>
              <a:gd name="connsiteX955" fmla="*/ 1321076 w 7467600"/>
              <a:gd name="connsiteY955" fmla="*/ 59722 h 6858000"/>
              <a:gd name="connsiteX956" fmla="*/ 1512579 w 7467600"/>
              <a:gd name="connsiteY956" fmla="*/ 626441 h 6858000"/>
              <a:gd name="connsiteX957" fmla="*/ 1506076 w 7467600"/>
              <a:gd name="connsiteY957" fmla="*/ 1089289 h 6858000"/>
              <a:gd name="connsiteX958" fmla="*/ 1486346 w 7467600"/>
              <a:gd name="connsiteY958" fmla="*/ 1079919 h 6858000"/>
              <a:gd name="connsiteX959" fmla="*/ 1070511 w 7467600"/>
              <a:gd name="connsiteY959" fmla="*/ 48609 h 6858000"/>
              <a:gd name="connsiteX960" fmla="*/ 1057230 w 7467600"/>
              <a:gd name="connsiteY960" fmla="*/ 0 h 6858000"/>
              <a:gd name="connsiteX961" fmla="*/ 43151 w 7467600"/>
              <a:gd name="connsiteY961" fmla="*/ 0 h 6858000"/>
              <a:gd name="connsiteX962" fmla="*/ 95283 w 7467600"/>
              <a:gd name="connsiteY962" fmla="*/ 0 h 6858000"/>
              <a:gd name="connsiteX963" fmla="*/ 300708 w 7467600"/>
              <a:gd name="connsiteY963" fmla="*/ 154571 h 6858000"/>
              <a:gd name="connsiteX964" fmla="*/ 530414 w 7467600"/>
              <a:gd name="connsiteY964" fmla="*/ 354673 h 6858000"/>
              <a:gd name="connsiteX965" fmla="*/ 333785 w 7467600"/>
              <a:gd name="connsiteY965" fmla="*/ 161564 h 6858000"/>
              <a:gd name="connsiteX966" fmla="*/ 147005 w 7467600"/>
              <a:gd name="connsiteY966" fmla="*/ 0 h 6858000"/>
              <a:gd name="connsiteX967" fmla="*/ 272509 w 7467600"/>
              <a:gd name="connsiteY967" fmla="*/ 0 h 6858000"/>
              <a:gd name="connsiteX968" fmla="*/ 326276 w 7467600"/>
              <a:gd name="connsiteY968" fmla="*/ 45847 h 6858000"/>
              <a:gd name="connsiteX969" fmla="*/ 823759 w 7467600"/>
              <a:gd name="connsiteY969" fmla="*/ 574145 h 6858000"/>
              <a:gd name="connsiteX970" fmla="*/ 811254 w 7467600"/>
              <a:gd name="connsiteY970" fmla="*/ 665546 h 6858000"/>
              <a:gd name="connsiteX971" fmla="*/ 154042 w 7467600"/>
              <a:gd name="connsiteY971" fmla="*/ 261522 h 6858000"/>
              <a:gd name="connsiteX972" fmla="*/ 13550 w 7467600"/>
              <a:gd name="connsiteY972" fmla="*/ 158423 h 6858000"/>
              <a:gd name="connsiteX973" fmla="*/ 0 w 7467600"/>
              <a:gd name="connsiteY973" fmla="*/ 146618 h 6858000"/>
              <a:gd name="connsiteX974" fmla="*/ 0 w 7467600"/>
              <a:gd name="connsiteY974" fmla="*/ 59161 h 6858000"/>
              <a:gd name="connsiteX975" fmla="*/ 45427 w 7467600"/>
              <a:gd name="connsiteY975" fmla="*/ 101078 h 6858000"/>
              <a:gd name="connsiteX976" fmla="*/ 630103 w 7467600"/>
              <a:gd name="connsiteY976" fmla="*/ 485885 h 6858000"/>
              <a:gd name="connsiteX977" fmla="*/ 532040 w 7467600"/>
              <a:gd name="connsiteY977" fmla="*/ 399359 h 6858000"/>
              <a:gd name="connsiteX978" fmla="*/ 517618 w 7467600"/>
              <a:gd name="connsiteY978" fmla="*/ 385726 h 6858000"/>
              <a:gd name="connsiteX979" fmla="*/ 285074 w 7467600"/>
              <a:gd name="connsiteY979" fmla="*/ 182755 h 6858000"/>
              <a:gd name="connsiteX980" fmla="*/ 43151 w 7467600"/>
              <a:gd name="connsiteY980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1019354 w 7467600"/>
              <a:gd name="connsiteY22" fmla="*/ 6315006 h 6858000"/>
              <a:gd name="connsiteX23" fmla="*/ 441046 w 7467600"/>
              <a:gd name="connsiteY23" fmla="*/ 6691153 h 6858000"/>
              <a:gd name="connsiteX24" fmla="*/ 1019354 w 7467600"/>
              <a:gd name="connsiteY24" fmla="*/ 6315006 h 6858000"/>
              <a:gd name="connsiteX25" fmla="*/ 991680 w 7467600"/>
              <a:gd name="connsiteY25" fmla="*/ 6298413 h 6858000"/>
              <a:gd name="connsiteX26" fmla="*/ 409060 w 7467600"/>
              <a:gd name="connsiteY26" fmla="*/ 6671470 h 6858000"/>
              <a:gd name="connsiteX27" fmla="*/ 991680 w 7467600"/>
              <a:gd name="connsiteY27" fmla="*/ 6298413 h 6858000"/>
              <a:gd name="connsiteX28" fmla="*/ 103333 w 7467600"/>
              <a:gd name="connsiteY28" fmla="*/ 5699602 h 6858000"/>
              <a:gd name="connsiteX29" fmla="*/ 233938 w 7467600"/>
              <a:gd name="connsiteY29" fmla="*/ 5809416 h 6858000"/>
              <a:gd name="connsiteX30" fmla="*/ 883580 w 7467600"/>
              <a:gd name="connsiteY30" fmla="*/ 6180710 h 6858000"/>
              <a:gd name="connsiteX31" fmla="*/ 487337 w 7467600"/>
              <a:gd name="connsiteY31" fmla="*/ 5950182 h 6858000"/>
              <a:gd name="connsiteX32" fmla="*/ 354051 w 7467600"/>
              <a:gd name="connsiteY32" fmla="*/ 5854912 h 6858000"/>
              <a:gd name="connsiteX33" fmla="*/ 195436 w 7467600"/>
              <a:gd name="connsiteY33" fmla="*/ 5755068 h 6858000"/>
              <a:gd name="connsiteX34" fmla="*/ 103333 w 7467600"/>
              <a:gd name="connsiteY34" fmla="*/ 5699602 h 6858000"/>
              <a:gd name="connsiteX35" fmla="*/ 5539432 w 7467600"/>
              <a:gd name="connsiteY35" fmla="*/ 5642928 h 6858000"/>
              <a:gd name="connsiteX36" fmla="*/ 5555462 w 7467600"/>
              <a:gd name="connsiteY36" fmla="*/ 5694454 h 6858000"/>
              <a:gd name="connsiteX37" fmla="*/ 5828270 w 7467600"/>
              <a:gd name="connsiteY37" fmla="*/ 6320663 h 6858000"/>
              <a:gd name="connsiteX38" fmla="*/ 5947416 w 7467600"/>
              <a:gd name="connsiteY38" fmla="*/ 6574846 h 6858000"/>
              <a:gd name="connsiteX39" fmla="*/ 5539432 w 7467600"/>
              <a:gd name="connsiteY39" fmla="*/ 5642928 h 6858000"/>
              <a:gd name="connsiteX40" fmla="*/ 51253 w 7467600"/>
              <a:gd name="connsiteY40" fmla="*/ 5631825 h 6858000"/>
              <a:gd name="connsiteX41" fmla="*/ 211622 w 7467600"/>
              <a:gd name="connsiteY41" fmla="*/ 5728803 h 6858000"/>
              <a:gd name="connsiteX42" fmla="*/ 371652 w 7467600"/>
              <a:gd name="connsiteY42" fmla="*/ 5829062 h 6858000"/>
              <a:gd name="connsiteX43" fmla="*/ 505903 w 7467600"/>
              <a:gd name="connsiteY43" fmla="*/ 5925221 h 6858000"/>
              <a:gd name="connsiteX44" fmla="*/ 899240 w 7467600"/>
              <a:gd name="connsiteY44" fmla="*/ 6153068 h 6858000"/>
              <a:gd name="connsiteX45" fmla="*/ 988114 w 7467600"/>
              <a:gd name="connsiteY45" fmla="*/ 6174204 h 6858000"/>
              <a:gd name="connsiteX46" fmla="*/ 845971 w 7467600"/>
              <a:gd name="connsiteY46" fmla="*/ 6067177 h 6858000"/>
              <a:gd name="connsiteX47" fmla="*/ 448057 w 7467600"/>
              <a:gd name="connsiteY47" fmla="*/ 5841376 h 6858000"/>
              <a:gd name="connsiteX48" fmla="*/ 51253 w 7467600"/>
              <a:gd name="connsiteY48" fmla="*/ 5631825 h 6858000"/>
              <a:gd name="connsiteX49" fmla="*/ 2606687 w 7467600"/>
              <a:gd name="connsiteY49" fmla="*/ 5630718 h 6858000"/>
              <a:gd name="connsiteX50" fmla="*/ 2645658 w 7467600"/>
              <a:gd name="connsiteY50" fmla="*/ 6640259 h 6858000"/>
              <a:gd name="connsiteX51" fmla="*/ 2606687 w 7467600"/>
              <a:gd name="connsiteY51" fmla="*/ 5630718 h 6858000"/>
              <a:gd name="connsiteX52" fmla="*/ 3642057 w 7467600"/>
              <a:gd name="connsiteY52" fmla="*/ 5573487 h 6858000"/>
              <a:gd name="connsiteX53" fmla="*/ 3632981 w 7467600"/>
              <a:gd name="connsiteY53" fmla="*/ 5579437 h 6858000"/>
              <a:gd name="connsiteX54" fmla="*/ 3382436 w 7467600"/>
              <a:gd name="connsiteY54" fmla="*/ 5952726 h 6858000"/>
              <a:gd name="connsiteX55" fmla="*/ 3191929 w 7467600"/>
              <a:gd name="connsiteY55" fmla="*/ 6662669 h 6858000"/>
              <a:gd name="connsiteX56" fmla="*/ 3369898 w 7467600"/>
              <a:gd name="connsiteY56" fmla="*/ 6081771 h 6858000"/>
              <a:gd name="connsiteX57" fmla="*/ 3642057 w 7467600"/>
              <a:gd name="connsiteY57" fmla="*/ 5573487 h 6858000"/>
              <a:gd name="connsiteX58" fmla="*/ 2650666 w 7467600"/>
              <a:gd name="connsiteY58" fmla="*/ 5530686 h 6858000"/>
              <a:gd name="connsiteX59" fmla="*/ 2650249 w 7467600"/>
              <a:gd name="connsiteY59" fmla="*/ 5532101 h 6858000"/>
              <a:gd name="connsiteX60" fmla="*/ 2663808 w 7467600"/>
              <a:gd name="connsiteY60" fmla="*/ 6535215 h 6858000"/>
              <a:gd name="connsiteX61" fmla="*/ 2665418 w 7467600"/>
              <a:gd name="connsiteY61" fmla="*/ 6132756 h 6858000"/>
              <a:gd name="connsiteX62" fmla="*/ 2650666 w 7467600"/>
              <a:gd name="connsiteY62" fmla="*/ 5530686 h 6858000"/>
              <a:gd name="connsiteX63" fmla="*/ 2680277 w 7467600"/>
              <a:gd name="connsiteY63" fmla="*/ 5479204 h 6858000"/>
              <a:gd name="connsiteX64" fmla="*/ 2678972 w 7467600"/>
              <a:gd name="connsiteY64" fmla="*/ 5481582 h 6858000"/>
              <a:gd name="connsiteX65" fmla="*/ 2696666 w 7467600"/>
              <a:gd name="connsiteY65" fmla="*/ 6133836 h 6858000"/>
              <a:gd name="connsiteX66" fmla="*/ 2695769 w 7467600"/>
              <a:gd name="connsiteY66" fmla="*/ 6390955 h 6858000"/>
              <a:gd name="connsiteX67" fmla="*/ 2739893 w 7467600"/>
              <a:gd name="connsiteY67" fmla="*/ 6108357 h 6858000"/>
              <a:gd name="connsiteX68" fmla="*/ 2680277 w 7467600"/>
              <a:gd name="connsiteY68" fmla="*/ 5479204 h 6858000"/>
              <a:gd name="connsiteX69" fmla="*/ 1132195 w 7467600"/>
              <a:gd name="connsiteY69" fmla="*/ 5467980 h 6858000"/>
              <a:gd name="connsiteX70" fmla="*/ 1679056 w 7467600"/>
              <a:gd name="connsiteY70" fmla="*/ 5516907 h 6858000"/>
              <a:gd name="connsiteX71" fmla="*/ 2128648 w 7467600"/>
              <a:gd name="connsiteY71" fmla="*/ 5474249 h 6858000"/>
              <a:gd name="connsiteX72" fmla="*/ 1825619 w 7467600"/>
              <a:gd name="connsiteY72" fmla="*/ 5478447 h 6858000"/>
              <a:gd name="connsiteX73" fmla="*/ 1737798 w 7467600"/>
              <a:gd name="connsiteY73" fmla="*/ 5483353 h 6858000"/>
              <a:gd name="connsiteX74" fmla="*/ 1132195 w 7467600"/>
              <a:gd name="connsiteY74" fmla="*/ 5467980 h 6858000"/>
              <a:gd name="connsiteX75" fmla="*/ 6844835 w 7467600"/>
              <a:gd name="connsiteY75" fmla="*/ 5424988 h 6858000"/>
              <a:gd name="connsiteX76" fmla="*/ 6879594 w 7467600"/>
              <a:gd name="connsiteY76" fmla="*/ 5424547 h 6858000"/>
              <a:gd name="connsiteX77" fmla="*/ 7379510 w 7467600"/>
              <a:gd name="connsiteY77" fmla="*/ 5755454 h 6858000"/>
              <a:gd name="connsiteX78" fmla="*/ 7467600 w 7467600"/>
              <a:gd name="connsiteY78" fmla="*/ 5845526 h 6858000"/>
              <a:gd name="connsiteX79" fmla="*/ 7467600 w 7467600"/>
              <a:gd name="connsiteY79" fmla="*/ 5925131 h 6858000"/>
              <a:gd name="connsiteX80" fmla="*/ 7271900 w 7467600"/>
              <a:gd name="connsiteY80" fmla="*/ 5734551 h 6858000"/>
              <a:gd name="connsiteX81" fmla="*/ 7015907 w 7467600"/>
              <a:gd name="connsiteY81" fmla="*/ 5541548 h 6858000"/>
              <a:gd name="connsiteX82" fmla="*/ 7259646 w 7467600"/>
              <a:gd name="connsiteY82" fmla="*/ 5765985 h 6858000"/>
              <a:gd name="connsiteX83" fmla="*/ 7467600 w 7467600"/>
              <a:gd name="connsiteY83" fmla="*/ 5971257 h 6858000"/>
              <a:gd name="connsiteX84" fmla="*/ 7467600 w 7467600"/>
              <a:gd name="connsiteY84" fmla="*/ 6012219 h 6858000"/>
              <a:gd name="connsiteX85" fmla="*/ 7240170 w 7467600"/>
              <a:gd name="connsiteY85" fmla="*/ 5787985 h 6858000"/>
              <a:gd name="connsiteX86" fmla="*/ 6946849 w 7467600"/>
              <a:gd name="connsiteY86" fmla="*/ 5523271 h 6858000"/>
              <a:gd name="connsiteX87" fmla="*/ 6946972 w 7467600"/>
              <a:gd name="connsiteY87" fmla="*/ 5526491 h 6858000"/>
              <a:gd name="connsiteX88" fmla="*/ 7105827 w 7467600"/>
              <a:gd name="connsiteY88" fmla="*/ 5718700 h 6858000"/>
              <a:gd name="connsiteX89" fmla="*/ 7356878 w 7467600"/>
              <a:gd name="connsiteY89" fmla="*/ 5981332 h 6858000"/>
              <a:gd name="connsiteX90" fmla="*/ 7467600 w 7467600"/>
              <a:gd name="connsiteY90" fmla="*/ 6117703 h 6858000"/>
              <a:gd name="connsiteX91" fmla="*/ 7467600 w 7467600"/>
              <a:gd name="connsiteY91" fmla="*/ 6163634 h 6858000"/>
              <a:gd name="connsiteX92" fmla="*/ 7403637 w 7467600"/>
              <a:gd name="connsiteY92" fmla="*/ 6083957 h 6858000"/>
              <a:gd name="connsiteX93" fmla="*/ 7254615 w 7467600"/>
              <a:gd name="connsiteY93" fmla="*/ 5911918 h 6858000"/>
              <a:gd name="connsiteX94" fmla="*/ 7312589 w 7467600"/>
              <a:gd name="connsiteY94" fmla="*/ 5982309 h 6858000"/>
              <a:gd name="connsiteX95" fmla="*/ 7448321 w 7467600"/>
              <a:gd name="connsiteY95" fmla="*/ 6190991 h 6858000"/>
              <a:gd name="connsiteX96" fmla="*/ 7467600 w 7467600"/>
              <a:gd name="connsiteY96" fmla="*/ 6221686 h 6858000"/>
              <a:gd name="connsiteX97" fmla="*/ 7467600 w 7467600"/>
              <a:gd name="connsiteY97" fmla="*/ 6334256 h 6858000"/>
              <a:gd name="connsiteX98" fmla="*/ 7454976 w 7467600"/>
              <a:gd name="connsiteY98" fmla="*/ 6318297 h 6858000"/>
              <a:gd name="connsiteX99" fmla="*/ 7042773 w 7467600"/>
              <a:gd name="connsiteY99" fmla="*/ 5734011 h 6858000"/>
              <a:gd name="connsiteX100" fmla="*/ 6844835 w 7467600"/>
              <a:gd name="connsiteY100" fmla="*/ 5424988 h 6858000"/>
              <a:gd name="connsiteX101" fmla="*/ 1456157 w 7467600"/>
              <a:gd name="connsiteY101" fmla="*/ 5371404 h 6858000"/>
              <a:gd name="connsiteX102" fmla="*/ 1244432 w 7467600"/>
              <a:gd name="connsiteY102" fmla="*/ 5385601 h 6858000"/>
              <a:gd name="connsiteX103" fmla="*/ 973990 w 7467600"/>
              <a:gd name="connsiteY103" fmla="*/ 5424940 h 6858000"/>
              <a:gd name="connsiteX104" fmla="*/ 1103809 w 7467600"/>
              <a:gd name="connsiteY104" fmla="*/ 5433720 h 6858000"/>
              <a:gd name="connsiteX105" fmla="*/ 1123454 w 7467600"/>
              <a:gd name="connsiteY105" fmla="*/ 5435727 h 6858000"/>
              <a:gd name="connsiteX106" fmla="*/ 1737017 w 7467600"/>
              <a:gd name="connsiteY106" fmla="*/ 5452183 h 6858000"/>
              <a:gd name="connsiteX107" fmla="*/ 1824397 w 7467600"/>
              <a:gd name="connsiteY107" fmla="*/ 5447757 h 6858000"/>
              <a:gd name="connsiteX108" fmla="*/ 2070059 w 7467600"/>
              <a:gd name="connsiteY108" fmla="*/ 5441660 h 6858000"/>
              <a:gd name="connsiteX109" fmla="*/ 1456157 w 7467600"/>
              <a:gd name="connsiteY109" fmla="*/ 5371404 h 6858000"/>
              <a:gd name="connsiteX110" fmla="*/ 4988186 w 7467600"/>
              <a:gd name="connsiteY110" fmla="*/ 5216467 h 6858000"/>
              <a:gd name="connsiteX111" fmla="*/ 4777334 w 7467600"/>
              <a:gd name="connsiteY111" fmla="*/ 5406072 h 6858000"/>
              <a:gd name="connsiteX112" fmla="*/ 4718341 w 7467600"/>
              <a:gd name="connsiteY112" fmla="*/ 5468043 h 6858000"/>
              <a:gd name="connsiteX113" fmla="*/ 4604655 w 7467600"/>
              <a:gd name="connsiteY113" fmla="*/ 5583434 h 6858000"/>
              <a:gd name="connsiteX114" fmla="*/ 4565074 w 7467600"/>
              <a:gd name="connsiteY114" fmla="*/ 5618550 h 6858000"/>
              <a:gd name="connsiteX115" fmla="*/ 4988186 w 7467600"/>
              <a:gd name="connsiteY115" fmla="*/ 5216467 h 6858000"/>
              <a:gd name="connsiteX116" fmla="*/ 4978032 w 7467600"/>
              <a:gd name="connsiteY116" fmla="*/ 5183809 h 6858000"/>
              <a:gd name="connsiteX117" fmla="*/ 4463413 w 7467600"/>
              <a:gd name="connsiteY117" fmla="*/ 5615162 h 6858000"/>
              <a:gd name="connsiteX118" fmla="*/ 4358134 w 7467600"/>
              <a:gd name="connsiteY118" fmla="*/ 5742791 h 6858000"/>
              <a:gd name="connsiteX119" fmla="*/ 4376219 w 7467600"/>
              <a:gd name="connsiteY119" fmla="*/ 5729027 h 6858000"/>
              <a:gd name="connsiteX120" fmla="*/ 4582340 w 7467600"/>
              <a:gd name="connsiteY120" fmla="*/ 5561037 h 6858000"/>
              <a:gd name="connsiteX121" fmla="*/ 4694684 w 7467600"/>
              <a:gd name="connsiteY121" fmla="*/ 5447098 h 6858000"/>
              <a:gd name="connsiteX122" fmla="*/ 4754123 w 7467600"/>
              <a:gd name="connsiteY122" fmla="*/ 5384643 h 6858000"/>
              <a:gd name="connsiteX123" fmla="*/ 4978032 w 7467600"/>
              <a:gd name="connsiteY123" fmla="*/ 5183809 h 6858000"/>
              <a:gd name="connsiteX124" fmla="*/ 1903353 w 7467600"/>
              <a:gd name="connsiteY124" fmla="*/ 5044827 h 6858000"/>
              <a:gd name="connsiteX125" fmla="*/ 1936931 w 7467600"/>
              <a:gd name="connsiteY125" fmla="*/ 5093954 h 6858000"/>
              <a:gd name="connsiteX126" fmla="*/ 2195868 w 7467600"/>
              <a:gd name="connsiteY126" fmla="*/ 5396574 h 6858000"/>
              <a:gd name="connsiteX127" fmla="*/ 2088852 w 7467600"/>
              <a:gd name="connsiteY127" fmla="*/ 5166123 h 6858000"/>
              <a:gd name="connsiteX128" fmla="*/ 1958241 w 7467600"/>
              <a:gd name="connsiteY128" fmla="*/ 5067955 h 6858000"/>
              <a:gd name="connsiteX129" fmla="*/ 1903353 w 7467600"/>
              <a:gd name="connsiteY129" fmla="*/ 5044827 h 6858000"/>
              <a:gd name="connsiteX130" fmla="*/ 1979378 w 7467600"/>
              <a:gd name="connsiteY130" fmla="*/ 4769504 h 6858000"/>
              <a:gd name="connsiteX131" fmla="*/ 2882120 w 7467600"/>
              <a:gd name="connsiteY131" fmla="*/ 5064547 h 6858000"/>
              <a:gd name="connsiteX132" fmla="*/ 2793103 w 7467600"/>
              <a:gd name="connsiteY132" fmla="*/ 5039699 h 6858000"/>
              <a:gd name="connsiteX133" fmla="*/ 2770041 w 7467600"/>
              <a:gd name="connsiteY133" fmla="*/ 5033634 h 6858000"/>
              <a:gd name="connsiteX134" fmla="*/ 1979378 w 7467600"/>
              <a:gd name="connsiteY134" fmla="*/ 4769504 h 6858000"/>
              <a:gd name="connsiteX135" fmla="*/ 1927410 w 7467600"/>
              <a:gd name="connsiteY135" fmla="*/ 4716164 h 6858000"/>
              <a:gd name="connsiteX136" fmla="*/ 1959587 w 7467600"/>
              <a:gd name="connsiteY136" fmla="*/ 4728849 h 6858000"/>
              <a:gd name="connsiteX137" fmla="*/ 2777707 w 7467600"/>
              <a:gd name="connsiteY137" fmla="*/ 5003991 h 6858000"/>
              <a:gd name="connsiteX138" fmla="*/ 2800768 w 7467600"/>
              <a:gd name="connsiteY138" fmla="*/ 5010056 h 6858000"/>
              <a:gd name="connsiteX139" fmla="*/ 2879408 w 7467600"/>
              <a:gd name="connsiteY139" fmla="*/ 5031590 h 6858000"/>
              <a:gd name="connsiteX140" fmla="*/ 2862295 w 7467600"/>
              <a:gd name="connsiteY140" fmla="*/ 5022958 h 6858000"/>
              <a:gd name="connsiteX141" fmla="*/ 2813343 w 7467600"/>
              <a:gd name="connsiteY141" fmla="*/ 4998369 h 6858000"/>
              <a:gd name="connsiteX142" fmla="*/ 2646245 w 7467600"/>
              <a:gd name="connsiteY142" fmla="*/ 4930999 h 6858000"/>
              <a:gd name="connsiteX143" fmla="*/ 1999243 w 7467600"/>
              <a:gd name="connsiteY143" fmla="*/ 4730524 h 6858000"/>
              <a:gd name="connsiteX144" fmla="*/ 1979527 w 7467600"/>
              <a:gd name="connsiteY144" fmla="*/ 4726651 h 6858000"/>
              <a:gd name="connsiteX145" fmla="*/ 1927410 w 7467600"/>
              <a:gd name="connsiteY145" fmla="*/ 4716164 h 6858000"/>
              <a:gd name="connsiteX146" fmla="*/ 1997014 w 7467600"/>
              <a:gd name="connsiteY146" fmla="*/ 4698007 h 6858000"/>
              <a:gd name="connsiteX147" fmla="*/ 2005458 w 7467600"/>
              <a:gd name="connsiteY147" fmla="*/ 4699540 h 6858000"/>
              <a:gd name="connsiteX148" fmla="*/ 2657186 w 7467600"/>
              <a:gd name="connsiteY148" fmla="*/ 4901687 h 6858000"/>
              <a:gd name="connsiteX149" fmla="*/ 2826662 w 7467600"/>
              <a:gd name="connsiteY149" fmla="*/ 4970362 h 6858000"/>
              <a:gd name="connsiteX150" fmla="*/ 2876100 w 7467600"/>
              <a:gd name="connsiteY150" fmla="*/ 4995397 h 6858000"/>
              <a:gd name="connsiteX151" fmla="*/ 3042600 w 7467600"/>
              <a:gd name="connsiteY151" fmla="*/ 5059532 h 6858000"/>
              <a:gd name="connsiteX152" fmla="*/ 1997014 w 7467600"/>
              <a:gd name="connsiteY152" fmla="*/ 4698007 h 6858000"/>
              <a:gd name="connsiteX153" fmla="*/ 2305292 w 7467600"/>
              <a:gd name="connsiteY153" fmla="*/ 4219492 h 6858000"/>
              <a:gd name="connsiteX154" fmla="*/ 3360922 w 7467600"/>
              <a:gd name="connsiteY154" fmla="*/ 4529373 h 6858000"/>
              <a:gd name="connsiteX155" fmla="*/ 3492420 w 7467600"/>
              <a:gd name="connsiteY155" fmla="*/ 4510145 h 6858000"/>
              <a:gd name="connsiteX156" fmla="*/ 3364086 w 7467600"/>
              <a:gd name="connsiteY156" fmla="*/ 4480340 h 6858000"/>
              <a:gd name="connsiteX157" fmla="*/ 3225818 w 7467600"/>
              <a:gd name="connsiteY157" fmla="*/ 4411822 h 6858000"/>
              <a:gd name="connsiteX158" fmla="*/ 3129696 w 7467600"/>
              <a:gd name="connsiteY158" fmla="*/ 4360704 h 6858000"/>
              <a:gd name="connsiteX159" fmla="*/ 2814545 w 7467600"/>
              <a:gd name="connsiteY159" fmla="*/ 4282955 h 6858000"/>
              <a:gd name="connsiteX160" fmla="*/ 2305292 w 7467600"/>
              <a:gd name="connsiteY160" fmla="*/ 4219492 h 6858000"/>
              <a:gd name="connsiteX161" fmla="*/ 2626982 w 7467600"/>
              <a:gd name="connsiteY161" fmla="*/ 4206450 h 6858000"/>
              <a:gd name="connsiteX162" fmla="*/ 2490617 w 7467600"/>
              <a:gd name="connsiteY162" fmla="*/ 4206951 h 6858000"/>
              <a:gd name="connsiteX163" fmla="*/ 2819869 w 7467600"/>
              <a:gd name="connsiteY163" fmla="*/ 4252936 h 6858000"/>
              <a:gd name="connsiteX164" fmla="*/ 3143018 w 7467600"/>
              <a:gd name="connsiteY164" fmla="*/ 4332698 h 6858000"/>
              <a:gd name="connsiteX165" fmla="*/ 3241520 w 7467600"/>
              <a:gd name="connsiteY165" fmla="*/ 4385112 h 6858000"/>
              <a:gd name="connsiteX166" fmla="*/ 3374575 w 7467600"/>
              <a:gd name="connsiteY166" fmla="*/ 4451517 h 6858000"/>
              <a:gd name="connsiteX167" fmla="*/ 3505221 w 7467600"/>
              <a:gd name="connsiteY167" fmla="*/ 4480757 h 6858000"/>
              <a:gd name="connsiteX168" fmla="*/ 2626982 w 7467600"/>
              <a:gd name="connsiteY168" fmla="*/ 4206450 h 6858000"/>
              <a:gd name="connsiteX169" fmla="*/ 1310106 w 7467600"/>
              <a:gd name="connsiteY169" fmla="*/ 3943217 h 6858000"/>
              <a:gd name="connsiteX170" fmla="*/ 854994 w 7467600"/>
              <a:gd name="connsiteY170" fmla="*/ 4399136 h 6858000"/>
              <a:gd name="connsiteX171" fmla="*/ 742462 w 7467600"/>
              <a:gd name="connsiteY171" fmla="*/ 4594648 h 6858000"/>
              <a:gd name="connsiteX172" fmla="*/ 820602 w 7467600"/>
              <a:gd name="connsiteY172" fmla="*/ 4485915 h 6858000"/>
              <a:gd name="connsiteX173" fmla="*/ 878295 w 7467600"/>
              <a:gd name="connsiteY173" fmla="*/ 4403594 h 6858000"/>
              <a:gd name="connsiteX174" fmla="*/ 1240607 w 7467600"/>
              <a:gd name="connsiteY174" fmla="*/ 4010401 h 6858000"/>
              <a:gd name="connsiteX175" fmla="*/ 1310106 w 7467600"/>
              <a:gd name="connsiteY175" fmla="*/ 3943217 h 6858000"/>
              <a:gd name="connsiteX176" fmla="*/ 1423113 w 7467600"/>
              <a:gd name="connsiteY176" fmla="*/ 3874565 h 6858000"/>
              <a:gd name="connsiteX177" fmla="*/ 1260565 w 7467600"/>
              <a:gd name="connsiteY177" fmla="*/ 4031982 h 6858000"/>
              <a:gd name="connsiteX178" fmla="*/ 901900 w 7467600"/>
              <a:gd name="connsiteY178" fmla="*/ 4421236 h 6858000"/>
              <a:gd name="connsiteX179" fmla="*/ 845044 w 7467600"/>
              <a:gd name="connsiteY179" fmla="*/ 4502436 h 6858000"/>
              <a:gd name="connsiteX180" fmla="*/ 685926 w 7467600"/>
              <a:gd name="connsiteY180" fmla="*/ 4703069 h 6858000"/>
              <a:gd name="connsiteX181" fmla="*/ 684248 w 7467600"/>
              <a:gd name="connsiteY181" fmla="*/ 4706721 h 6858000"/>
              <a:gd name="connsiteX182" fmla="*/ 1423113 w 7467600"/>
              <a:gd name="connsiteY182" fmla="*/ 3874565 h 6858000"/>
              <a:gd name="connsiteX183" fmla="*/ 3316479 w 7467600"/>
              <a:gd name="connsiteY183" fmla="*/ 3872136 h 6858000"/>
              <a:gd name="connsiteX184" fmla="*/ 3546806 w 7467600"/>
              <a:gd name="connsiteY184" fmla="*/ 4356139 h 6858000"/>
              <a:gd name="connsiteX185" fmla="*/ 3364433 w 7467600"/>
              <a:gd name="connsiteY185" fmla="*/ 3953121 h 6858000"/>
              <a:gd name="connsiteX186" fmla="*/ 3316479 w 7467600"/>
              <a:gd name="connsiteY186" fmla="*/ 3872136 h 6858000"/>
              <a:gd name="connsiteX187" fmla="*/ 3291335 w 7467600"/>
              <a:gd name="connsiteY187" fmla="*/ 3767420 h 6858000"/>
              <a:gd name="connsiteX188" fmla="*/ 3390805 w 7467600"/>
              <a:gd name="connsiteY188" fmla="*/ 3937163 h 6858000"/>
              <a:gd name="connsiteX189" fmla="*/ 3579062 w 7467600"/>
              <a:gd name="connsiteY189" fmla="*/ 4359040 h 6858000"/>
              <a:gd name="connsiteX190" fmla="*/ 3467355 w 7467600"/>
              <a:gd name="connsiteY190" fmla="*/ 3988130 h 6858000"/>
              <a:gd name="connsiteX191" fmla="*/ 3310753 w 7467600"/>
              <a:gd name="connsiteY191" fmla="*/ 3787140 h 6858000"/>
              <a:gd name="connsiteX192" fmla="*/ 3291335 w 7467600"/>
              <a:gd name="connsiteY192" fmla="*/ 3767420 h 6858000"/>
              <a:gd name="connsiteX193" fmla="*/ 1635889 w 7467600"/>
              <a:gd name="connsiteY193" fmla="*/ 3709494 h 6858000"/>
              <a:gd name="connsiteX194" fmla="*/ 1634800 w 7467600"/>
              <a:gd name="connsiteY194" fmla="*/ 3731111 h 6858000"/>
              <a:gd name="connsiteX195" fmla="*/ 1635889 w 7467600"/>
              <a:gd name="connsiteY195" fmla="*/ 3709494 h 6858000"/>
              <a:gd name="connsiteX196" fmla="*/ 1510397 w 7467600"/>
              <a:gd name="connsiteY196" fmla="*/ 3684705 h 6858000"/>
              <a:gd name="connsiteX197" fmla="*/ 1146550 w 7467600"/>
              <a:gd name="connsiteY197" fmla="*/ 3802012 h 6858000"/>
              <a:gd name="connsiteX198" fmla="*/ 698834 w 7467600"/>
              <a:gd name="connsiteY198" fmla="*/ 3952272 h 6858000"/>
              <a:gd name="connsiteX199" fmla="*/ 34256 w 7467600"/>
              <a:gd name="connsiteY199" fmla="*/ 4347603 h 6858000"/>
              <a:gd name="connsiteX200" fmla="*/ 527241 w 7467600"/>
              <a:gd name="connsiteY200" fmla="*/ 4065078 h 6858000"/>
              <a:gd name="connsiteX201" fmla="*/ 1510397 w 7467600"/>
              <a:gd name="connsiteY201" fmla="*/ 3684705 h 6858000"/>
              <a:gd name="connsiteX202" fmla="*/ 1313114 w 7467600"/>
              <a:gd name="connsiteY202" fmla="*/ 3655216 h 6858000"/>
              <a:gd name="connsiteX203" fmla="*/ 1109304 w 7467600"/>
              <a:gd name="connsiteY203" fmla="*/ 3669030 h 6858000"/>
              <a:gd name="connsiteX204" fmla="*/ 8129 w 7467600"/>
              <a:gd name="connsiteY204" fmla="*/ 4330519 h 6858000"/>
              <a:gd name="connsiteX205" fmla="*/ 687572 w 7467600"/>
              <a:gd name="connsiteY205" fmla="*/ 3925629 h 6858000"/>
              <a:gd name="connsiteX206" fmla="*/ 1138365 w 7467600"/>
              <a:gd name="connsiteY206" fmla="*/ 3774515 h 6858000"/>
              <a:gd name="connsiteX207" fmla="*/ 1505579 w 7467600"/>
              <a:gd name="connsiteY207" fmla="*/ 3655526 h 6858000"/>
              <a:gd name="connsiteX208" fmla="*/ 1313114 w 7467600"/>
              <a:gd name="connsiteY208" fmla="*/ 3655216 h 6858000"/>
              <a:gd name="connsiteX209" fmla="*/ 3655073 w 7467600"/>
              <a:gd name="connsiteY209" fmla="*/ 3650884 h 6858000"/>
              <a:gd name="connsiteX210" fmla="*/ 3989938 w 7467600"/>
              <a:gd name="connsiteY210" fmla="*/ 3991685 h 6858000"/>
              <a:gd name="connsiteX211" fmla="*/ 4393907 w 7467600"/>
              <a:gd name="connsiteY211" fmla="*/ 4261258 h 6858000"/>
              <a:gd name="connsiteX212" fmla="*/ 4648051 w 7467600"/>
              <a:gd name="connsiteY212" fmla="*/ 4374051 h 6858000"/>
              <a:gd name="connsiteX213" fmla="*/ 4383389 w 7467600"/>
              <a:gd name="connsiteY213" fmla="*/ 4184369 h 6858000"/>
              <a:gd name="connsiteX214" fmla="*/ 4165508 w 7467600"/>
              <a:gd name="connsiteY214" fmla="*/ 4035196 h 6858000"/>
              <a:gd name="connsiteX215" fmla="*/ 4068162 w 7467600"/>
              <a:gd name="connsiteY215" fmla="*/ 3953394 h 6858000"/>
              <a:gd name="connsiteX216" fmla="*/ 3981416 w 7467600"/>
              <a:gd name="connsiteY216" fmla="*/ 3880482 h 6858000"/>
              <a:gd name="connsiteX217" fmla="*/ 3800147 w 7467600"/>
              <a:gd name="connsiteY217" fmla="*/ 3749872 h 6858000"/>
              <a:gd name="connsiteX218" fmla="*/ 3655073 w 7467600"/>
              <a:gd name="connsiteY218" fmla="*/ 3650884 h 6858000"/>
              <a:gd name="connsiteX219" fmla="*/ 3670252 w 7467600"/>
              <a:gd name="connsiteY219" fmla="*/ 3622798 h 6858000"/>
              <a:gd name="connsiteX220" fmla="*/ 3817258 w 7467600"/>
              <a:gd name="connsiteY220" fmla="*/ 3723577 h 6858000"/>
              <a:gd name="connsiteX221" fmla="*/ 4000461 w 7467600"/>
              <a:gd name="connsiteY221" fmla="*/ 3855966 h 6858000"/>
              <a:gd name="connsiteX222" fmla="*/ 4088180 w 7467600"/>
              <a:gd name="connsiteY222" fmla="*/ 3929774 h 6858000"/>
              <a:gd name="connsiteX223" fmla="*/ 4184555 w 7467600"/>
              <a:gd name="connsiteY223" fmla="*/ 4010683 h 6858000"/>
              <a:gd name="connsiteX224" fmla="*/ 4399563 w 7467600"/>
              <a:gd name="connsiteY224" fmla="*/ 4158106 h 6858000"/>
              <a:gd name="connsiteX225" fmla="*/ 4684469 w 7467600"/>
              <a:gd name="connsiteY225" fmla="*/ 4364680 h 6858000"/>
              <a:gd name="connsiteX226" fmla="*/ 4690271 w 7467600"/>
              <a:gd name="connsiteY226" fmla="*/ 4370034 h 6858000"/>
              <a:gd name="connsiteX227" fmla="*/ 4136093 w 7467600"/>
              <a:gd name="connsiteY227" fmla="*/ 3858466 h 6858000"/>
              <a:gd name="connsiteX228" fmla="*/ 3670252 w 7467600"/>
              <a:gd name="connsiteY228" fmla="*/ 3622798 h 6858000"/>
              <a:gd name="connsiteX229" fmla="*/ 4440129 w 7467600"/>
              <a:gd name="connsiteY229" fmla="*/ 3448571 h 6858000"/>
              <a:gd name="connsiteX230" fmla="*/ 4856525 w 7467600"/>
              <a:gd name="connsiteY230" fmla="*/ 3915351 h 6858000"/>
              <a:gd name="connsiteX231" fmla="*/ 5059055 w 7467600"/>
              <a:gd name="connsiteY231" fmla="*/ 4108918 h 6858000"/>
              <a:gd name="connsiteX232" fmla="*/ 5290070 w 7467600"/>
              <a:gd name="connsiteY232" fmla="*/ 4263619 h 6858000"/>
              <a:gd name="connsiteX233" fmla="*/ 4834991 w 7467600"/>
              <a:gd name="connsiteY233" fmla="*/ 3830985 h 6858000"/>
              <a:gd name="connsiteX234" fmla="*/ 4440129 w 7467600"/>
              <a:gd name="connsiteY234" fmla="*/ 3448571 h 6858000"/>
              <a:gd name="connsiteX235" fmla="*/ 4441737 w 7467600"/>
              <a:gd name="connsiteY235" fmla="*/ 3399734 h 6858000"/>
              <a:gd name="connsiteX236" fmla="*/ 4431236 w 7467600"/>
              <a:gd name="connsiteY236" fmla="*/ 3400954 h 6858000"/>
              <a:gd name="connsiteX237" fmla="*/ 4557150 w 7467600"/>
              <a:gd name="connsiteY237" fmla="*/ 3510023 h 6858000"/>
              <a:gd name="connsiteX238" fmla="*/ 4856936 w 7467600"/>
              <a:gd name="connsiteY238" fmla="*/ 3809146 h 6858000"/>
              <a:gd name="connsiteX239" fmla="*/ 5111996 w 7467600"/>
              <a:gd name="connsiteY239" fmla="*/ 4065759 h 6858000"/>
              <a:gd name="connsiteX240" fmla="*/ 5388878 w 7467600"/>
              <a:gd name="connsiteY240" fmla="*/ 4300185 h 6858000"/>
              <a:gd name="connsiteX241" fmla="*/ 5425556 w 7467600"/>
              <a:gd name="connsiteY241" fmla="*/ 4308967 h 6858000"/>
              <a:gd name="connsiteX242" fmla="*/ 4943646 w 7467600"/>
              <a:gd name="connsiteY242" fmla="*/ 3822916 h 6858000"/>
              <a:gd name="connsiteX243" fmla="*/ 4594837 w 7467600"/>
              <a:gd name="connsiteY243" fmla="*/ 3532274 h 6858000"/>
              <a:gd name="connsiteX244" fmla="*/ 4441737 w 7467600"/>
              <a:gd name="connsiteY244" fmla="*/ 3399734 h 6858000"/>
              <a:gd name="connsiteX245" fmla="*/ 5425834 w 7467600"/>
              <a:gd name="connsiteY245" fmla="*/ 3162785 h 6858000"/>
              <a:gd name="connsiteX246" fmla="*/ 5401644 w 7467600"/>
              <a:gd name="connsiteY246" fmla="*/ 3617847 h 6858000"/>
              <a:gd name="connsiteX247" fmla="*/ 5467256 w 7467600"/>
              <a:gd name="connsiteY247" fmla="*/ 4175494 h 6858000"/>
              <a:gd name="connsiteX248" fmla="*/ 5448069 w 7467600"/>
              <a:gd name="connsiteY248" fmla="*/ 3567554 h 6858000"/>
              <a:gd name="connsiteX249" fmla="*/ 5425834 w 7467600"/>
              <a:gd name="connsiteY249" fmla="*/ 3162785 h 6858000"/>
              <a:gd name="connsiteX250" fmla="*/ 1318687 w 7467600"/>
              <a:gd name="connsiteY250" fmla="*/ 3113840 h 6858000"/>
              <a:gd name="connsiteX251" fmla="*/ 1066793 w 7467600"/>
              <a:gd name="connsiteY251" fmla="*/ 3212171 h 6858000"/>
              <a:gd name="connsiteX252" fmla="*/ 993319 w 7467600"/>
              <a:gd name="connsiteY252" fmla="*/ 3247648 h 6858000"/>
              <a:gd name="connsiteX253" fmla="*/ 853081 w 7467600"/>
              <a:gd name="connsiteY253" fmla="*/ 3312410 h 6858000"/>
              <a:gd name="connsiteX254" fmla="*/ 805957 w 7467600"/>
              <a:gd name="connsiteY254" fmla="*/ 3330443 h 6858000"/>
              <a:gd name="connsiteX255" fmla="*/ 1318687 w 7467600"/>
              <a:gd name="connsiteY255" fmla="*/ 3113840 h 6858000"/>
              <a:gd name="connsiteX256" fmla="*/ 5453702 w 7467600"/>
              <a:gd name="connsiteY256" fmla="*/ 3090882 h 6858000"/>
              <a:gd name="connsiteX257" fmla="*/ 5480135 w 7467600"/>
              <a:gd name="connsiteY257" fmla="*/ 3565802 h 6858000"/>
              <a:gd name="connsiteX258" fmla="*/ 5499023 w 7467600"/>
              <a:gd name="connsiteY258" fmla="*/ 4166310 h 6858000"/>
              <a:gd name="connsiteX259" fmla="*/ 5547022 w 7467600"/>
              <a:gd name="connsiteY259" fmla="*/ 3607838 h 6858000"/>
              <a:gd name="connsiteX260" fmla="*/ 5515964 w 7467600"/>
              <a:gd name="connsiteY260" fmla="*/ 3378541 h 6858000"/>
              <a:gd name="connsiteX261" fmla="*/ 5453702 w 7467600"/>
              <a:gd name="connsiteY261" fmla="*/ 3090882 h 6858000"/>
              <a:gd name="connsiteX262" fmla="*/ 1238695 w 7467600"/>
              <a:gd name="connsiteY262" fmla="*/ 3076820 h 6858000"/>
              <a:gd name="connsiteX263" fmla="*/ 716371 w 7467600"/>
              <a:gd name="connsiteY263" fmla="*/ 3293249 h 6858000"/>
              <a:gd name="connsiteX264" fmla="*/ 579522 w 7467600"/>
              <a:gd name="connsiteY264" fmla="*/ 3371759 h 6858000"/>
              <a:gd name="connsiteX265" fmla="*/ 600288 w 7467600"/>
              <a:gd name="connsiteY265" fmla="*/ 3365555 h 6858000"/>
              <a:gd name="connsiteX266" fmla="*/ 840692 w 7467600"/>
              <a:gd name="connsiteY266" fmla="*/ 3284921 h 6858000"/>
              <a:gd name="connsiteX267" fmla="*/ 979248 w 7467600"/>
              <a:gd name="connsiteY267" fmla="*/ 3221003 h 6858000"/>
              <a:gd name="connsiteX268" fmla="*/ 1053282 w 7467600"/>
              <a:gd name="connsiteY268" fmla="*/ 3185247 h 6858000"/>
              <a:gd name="connsiteX269" fmla="*/ 1320603 w 7467600"/>
              <a:gd name="connsiteY269" fmla="*/ 3081281 h 6858000"/>
              <a:gd name="connsiteX270" fmla="*/ 1238695 w 7467600"/>
              <a:gd name="connsiteY270" fmla="*/ 3076820 h 6858000"/>
              <a:gd name="connsiteX271" fmla="*/ 5425627 w 7467600"/>
              <a:gd name="connsiteY271" fmla="*/ 2954192 h 6858000"/>
              <a:gd name="connsiteX272" fmla="*/ 5470770 w 7467600"/>
              <a:gd name="connsiteY272" fmla="*/ 3005435 h 6858000"/>
              <a:gd name="connsiteX273" fmla="*/ 5519779 w 7467600"/>
              <a:gd name="connsiteY273" fmla="*/ 4359223 h 6858000"/>
              <a:gd name="connsiteX274" fmla="*/ 5520293 w 7467600"/>
              <a:gd name="connsiteY274" fmla="*/ 4360602 h 6858000"/>
              <a:gd name="connsiteX275" fmla="*/ 5767221 w 7467600"/>
              <a:gd name="connsiteY275" fmla="*/ 4665564 h 6858000"/>
              <a:gd name="connsiteX276" fmla="*/ 6937169 w 7467600"/>
              <a:gd name="connsiteY276" fmla="*/ 4815941 h 6858000"/>
              <a:gd name="connsiteX277" fmla="*/ 6953922 w 7467600"/>
              <a:gd name="connsiteY277" fmla="*/ 4890068 h 6858000"/>
              <a:gd name="connsiteX278" fmla="*/ 6071359 w 7467600"/>
              <a:gd name="connsiteY278" fmla="*/ 4770770 h 6858000"/>
              <a:gd name="connsiteX279" fmla="*/ 6038839 w 7467600"/>
              <a:gd name="connsiteY279" fmla="*/ 4764474 h 6858000"/>
              <a:gd name="connsiteX280" fmla="*/ 6038706 w 7467600"/>
              <a:gd name="connsiteY280" fmla="*/ 4763847 h 6858000"/>
              <a:gd name="connsiteX281" fmla="*/ 6037784 w 7467600"/>
              <a:gd name="connsiteY281" fmla="*/ 4764270 h 6858000"/>
              <a:gd name="connsiteX282" fmla="*/ 6038839 w 7467600"/>
              <a:gd name="connsiteY282" fmla="*/ 4764474 h 6858000"/>
              <a:gd name="connsiteX283" fmla="*/ 6040338 w 7467600"/>
              <a:gd name="connsiteY283" fmla="*/ 4771418 h 6858000"/>
              <a:gd name="connsiteX284" fmla="*/ 6024488 w 7467600"/>
              <a:gd name="connsiteY284" fmla="*/ 4809903 h 6858000"/>
              <a:gd name="connsiteX285" fmla="*/ 5599771 w 7467600"/>
              <a:gd name="connsiteY285" fmla="*/ 5509652 h 6858000"/>
              <a:gd name="connsiteX286" fmla="*/ 5548843 w 7467600"/>
              <a:gd name="connsiteY286" fmla="*/ 5563845 h 6858000"/>
              <a:gd name="connsiteX287" fmla="*/ 5940952 w 7467600"/>
              <a:gd name="connsiteY287" fmla="*/ 6250028 h 6858000"/>
              <a:gd name="connsiteX288" fmla="*/ 6043441 w 7467600"/>
              <a:gd name="connsiteY288" fmla="*/ 6665847 h 6858000"/>
              <a:gd name="connsiteX289" fmla="*/ 6093432 w 7467600"/>
              <a:gd name="connsiteY289" fmla="*/ 6858000 h 6858000"/>
              <a:gd name="connsiteX290" fmla="*/ 6034344 w 7467600"/>
              <a:gd name="connsiteY290" fmla="*/ 6858000 h 6858000"/>
              <a:gd name="connsiteX291" fmla="*/ 6026679 w 7467600"/>
              <a:gd name="connsiteY291" fmla="*/ 6836959 h 6858000"/>
              <a:gd name="connsiteX292" fmla="*/ 5800441 w 7467600"/>
              <a:gd name="connsiteY292" fmla="*/ 6335286 h 6858000"/>
              <a:gd name="connsiteX293" fmla="*/ 5526562 w 7467600"/>
              <a:gd name="connsiteY293" fmla="*/ 5705388 h 6858000"/>
              <a:gd name="connsiteX294" fmla="*/ 5519640 w 7467600"/>
              <a:gd name="connsiteY294" fmla="*/ 5683774 h 6858000"/>
              <a:gd name="connsiteX295" fmla="*/ 5844559 w 7467600"/>
              <a:gd name="connsiteY295" fmla="*/ 6553349 h 6858000"/>
              <a:gd name="connsiteX296" fmla="*/ 5975994 w 7467600"/>
              <a:gd name="connsiteY296" fmla="*/ 6858000 h 6858000"/>
              <a:gd name="connsiteX297" fmla="*/ 5898547 w 7467600"/>
              <a:gd name="connsiteY297" fmla="*/ 6858000 h 6858000"/>
              <a:gd name="connsiteX298" fmla="*/ 5682041 w 7467600"/>
              <a:gd name="connsiteY298" fmla="*/ 6355860 h 6858000"/>
              <a:gd name="connsiteX299" fmla="*/ 5461758 w 7467600"/>
              <a:gd name="connsiteY299" fmla="*/ 5820220 h 6858000"/>
              <a:gd name="connsiteX300" fmla="*/ 5237282 w 7467600"/>
              <a:gd name="connsiteY300" fmla="*/ 6579086 h 6858000"/>
              <a:gd name="connsiteX301" fmla="*/ 5115009 w 7467600"/>
              <a:gd name="connsiteY301" fmla="*/ 6858000 h 6858000"/>
              <a:gd name="connsiteX302" fmla="*/ 5028074 w 7467600"/>
              <a:gd name="connsiteY302" fmla="*/ 6858000 h 6858000"/>
              <a:gd name="connsiteX303" fmla="*/ 5079508 w 7467600"/>
              <a:gd name="connsiteY303" fmla="*/ 6749074 h 6858000"/>
              <a:gd name="connsiteX304" fmla="*/ 5371846 w 7467600"/>
              <a:gd name="connsiteY304" fmla="*/ 5924413 h 6858000"/>
              <a:gd name="connsiteX305" fmla="*/ 5270512 w 7467600"/>
              <a:gd name="connsiteY305" fmla="*/ 6138975 h 6858000"/>
              <a:gd name="connsiteX306" fmla="*/ 5062409 w 7467600"/>
              <a:gd name="connsiteY306" fmla="*/ 6653544 h 6858000"/>
              <a:gd name="connsiteX307" fmla="*/ 5036628 w 7467600"/>
              <a:gd name="connsiteY307" fmla="*/ 6754247 h 6858000"/>
              <a:gd name="connsiteX308" fmla="*/ 5009112 w 7467600"/>
              <a:gd name="connsiteY308" fmla="*/ 6858000 h 6858000"/>
              <a:gd name="connsiteX309" fmla="*/ 4976679 w 7467600"/>
              <a:gd name="connsiteY309" fmla="*/ 6858000 h 6858000"/>
              <a:gd name="connsiteX310" fmla="*/ 5006537 w 7467600"/>
              <a:gd name="connsiteY310" fmla="*/ 6747068 h 6858000"/>
              <a:gd name="connsiteX311" fmla="*/ 5032723 w 7467600"/>
              <a:gd name="connsiteY311" fmla="*/ 6644957 h 6858000"/>
              <a:gd name="connsiteX312" fmla="*/ 5242949 w 7467600"/>
              <a:gd name="connsiteY312" fmla="*/ 6125175 h 6858000"/>
              <a:gd name="connsiteX313" fmla="*/ 5286321 w 7467600"/>
              <a:gd name="connsiteY313" fmla="*/ 6033555 h 6858000"/>
              <a:gd name="connsiteX314" fmla="*/ 5008210 w 7467600"/>
              <a:gd name="connsiteY314" fmla="*/ 6649194 h 6858000"/>
              <a:gd name="connsiteX315" fmla="*/ 4986321 w 7467600"/>
              <a:gd name="connsiteY315" fmla="*/ 6765687 h 6858000"/>
              <a:gd name="connsiteX316" fmla="*/ 4973474 w 7467600"/>
              <a:gd name="connsiteY316" fmla="*/ 6858000 h 6858000"/>
              <a:gd name="connsiteX317" fmla="*/ 4907178 w 7467600"/>
              <a:gd name="connsiteY317" fmla="*/ 6858000 h 6858000"/>
              <a:gd name="connsiteX318" fmla="*/ 4910810 w 7467600"/>
              <a:gd name="connsiteY318" fmla="*/ 6829660 h 6858000"/>
              <a:gd name="connsiteX319" fmla="*/ 4987461 w 7467600"/>
              <a:gd name="connsiteY319" fmla="*/ 6432994 h 6858000"/>
              <a:gd name="connsiteX320" fmla="*/ 5179262 w 7467600"/>
              <a:gd name="connsiteY320" fmla="*/ 6035044 h 6858000"/>
              <a:gd name="connsiteX321" fmla="*/ 4689678 w 7467600"/>
              <a:gd name="connsiteY321" fmla="*/ 6440241 h 6858000"/>
              <a:gd name="connsiteX322" fmla="*/ 4477543 w 7467600"/>
              <a:gd name="connsiteY322" fmla="*/ 6674836 h 6858000"/>
              <a:gd name="connsiteX323" fmla="*/ 4329957 w 7467600"/>
              <a:gd name="connsiteY323" fmla="*/ 6858000 h 6858000"/>
              <a:gd name="connsiteX324" fmla="*/ 4218595 w 7467600"/>
              <a:gd name="connsiteY324" fmla="*/ 6858000 h 6858000"/>
              <a:gd name="connsiteX325" fmla="*/ 4368888 w 7467600"/>
              <a:gd name="connsiteY325" fmla="*/ 6668412 h 6858000"/>
              <a:gd name="connsiteX326" fmla="*/ 4563091 w 7467600"/>
              <a:gd name="connsiteY326" fmla="*/ 6442508 h 6858000"/>
              <a:gd name="connsiteX327" fmla="*/ 5387324 w 7467600"/>
              <a:gd name="connsiteY327" fmla="*/ 5705830 h 6858000"/>
              <a:gd name="connsiteX328" fmla="*/ 5073620 w 7467600"/>
              <a:gd name="connsiteY328" fmla="*/ 5955437 h 6858000"/>
              <a:gd name="connsiteX329" fmla="*/ 4689789 w 7467600"/>
              <a:gd name="connsiteY329" fmla="*/ 6268382 h 6858000"/>
              <a:gd name="connsiteX330" fmla="*/ 4418722 w 7467600"/>
              <a:gd name="connsiteY330" fmla="*/ 6570886 h 6858000"/>
              <a:gd name="connsiteX331" fmla="*/ 4214944 w 7467600"/>
              <a:gd name="connsiteY331" fmla="*/ 6858000 h 6858000"/>
              <a:gd name="connsiteX332" fmla="*/ 4177898 w 7467600"/>
              <a:gd name="connsiteY332" fmla="*/ 6858000 h 6858000"/>
              <a:gd name="connsiteX333" fmla="*/ 4391597 w 7467600"/>
              <a:gd name="connsiteY333" fmla="*/ 6556370 h 6858000"/>
              <a:gd name="connsiteX334" fmla="*/ 4668889 w 7467600"/>
              <a:gd name="connsiteY334" fmla="*/ 6246399 h 6858000"/>
              <a:gd name="connsiteX335" fmla="*/ 5055427 w 7467600"/>
              <a:gd name="connsiteY335" fmla="*/ 5931476 h 6858000"/>
              <a:gd name="connsiteX336" fmla="*/ 5371814 w 7467600"/>
              <a:gd name="connsiteY336" fmla="*/ 5678975 h 6858000"/>
              <a:gd name="connsiteX337" fmla="*/ 4987918 w 7467600"/>
              <a:gd name="connsiteY337" fmla="*/ 5838701 h 6858000"/>
              <a:gd name="connsiteX338" fmla="*/ 4317146 w 7467600"/>
              <a:gd name="connsiteY338" fmla="*/ 6587716 h 6858000"/>
              <a:gd name="connsiteX339" fmla="*/ 4171627 w 7467600"/>
              <a:gd name="connsiteY339" fmla="*/ 6858000 h 6858000"/>
              <a:gd name="connsiteX340" fmla="*/ 4081585 w 7467600"/>
              <a:gd name="connsiteY340" fmla="*/ 6858000 h 6858000"/>
              <a:gd name="connsiteX341" fmla="*/ 4238603 w 7467600"/>
              <a:gd name="connsiteY341" fmla="*/ 6559341 h 6858000"/>
              <a:gd name="connsiteX342" fmla="*/ 4778333 w 7467600"/>
              <a:gd name="connsiteY342" fmla="*/ 5873626 h 6858000"/>
              <a:gd name="connsiteX343" fmla="*/ 5414185 w 7467600"/>
              <a:gd name="connsiteY343" fmla="*/ 5573882 h 6858000"/>
              <a:gd name="connsiteX344" fmla="*/ 5959648 w 7467600"/>
              <a:gd name="connsiteY344" fmla="*/ 4760797 h 6858000"/>
              <a:gd name="connsiteX345" fmla="*/ 5355019 w 7467600"/>
              <a:gd name="connsiteY345" fmla="*/ 4734672 h 6858000"/>
              <a:gd name="connsiteX346" fmla="*/ 5083565 w 7467600"/>
              <a:gd name="connsiteY346" fmla="*/ 5179121 h 6858000"/>
              <a:gd name="connsiteX347" fmla="*/ 4713577 w 7467600"/>
              <a:gd name="connsiteY347" fmla="*/ 5616803 h 6858000"/>
              <a:gd name="connsiteX348" fmla="*/ 3989559 w 7467600"/>
              <a:gd name="connsiteY348" fmla="*/ 6145945 h 6858000"/>
              <a:gd name="connsiteX349" fmla="*/ 3939824 w 7467600"/>
              <a:gd name="connsiteY349" fmla="*/ 6066900 h 6858000"/>
              <a:gd name="connsiteX350" fmla="*/ 4584537 w 7467600"/>
              <a:gd name="connsiteY350" fmla="*/ 5324826 h 6858000"/>
              <a:gd name="connsiteX351" fmla="*/ 5037105 w 7467600"/>
              <a:gd name="connsiteY351" fmla="*/ 5088765 h 6858000"/>
              <a:gd name="connsiteX352" fmla="*/ 5039930 w 7467600"/>
              <a:gd name="connsiteY352" fmla="*/ 5089585 h 6858000"/>
              <a:gd name="connsiteX353" fmla="*/ 5263764 w 7467600"/>
              <a:gd name="connsiteY353" fmla="*/ 4735525 h 6858000"/>
              <a:gd name="connsiteX354" fmla="*/ 4086300 w 7467600"/>
              <a:gd name="connsiteY354" fmla="*/ 4884599 h 6858000"/>
              <a:gd name="connsiteX355" fmla="*/ 4085485 w 7467600"/>
              <a:gd name="connsiteY355" fmla="*/ 4899070 h 6858000"/>
              <a:gd name="connsiteX356" fmla="*/ 3871915 w 7467600"/>
              <a:gd name="connsiteY356" fmla="*/ 5253645 h 6858000"/>
              <a:gd name="connsiteX357" fmla="*/ 3799374 w 7467600"/>
              <a:gd name="connsiteY357" fmla="*/ 5466127 h 6858000"/>
              <a:gd name="connsiteX358" fmla="*/ 3498850 w 7467600"/>
              <a:gd name="connsiteY358" fmla="*/ 6661888 h 6858000"/>
              <a:gd name="connsiteX359" fmla="*/ 3399216 w 7467600"/>
              <a:gd name="connsiteY359" fmla="*/ 6858000 h 6858000"/>
              <a:gd name="connsiteX360" fmla="*/ 3303688 w 7467600"/>
              <a:gd name="connsiteY360" fmla="*/ 6858000 h 6858000"/>
              <a:gd name="connsiteX361" fmla="*/ 3391774 w 7467600"/>
              <a:gd name="connsiteY361" fmla="*/ 6697181 h 6858000"/>
              <a:gd name="connsiteX362" fmla="*/ 3735540 w 7467600"/>
              <a:gd name="connsiteY362" fmla="*/ 5546923 h 6858000"/>
              <a:gd name="connsiteX363" fmla="*/ 3729438 w 7467600"/>
              <a:gd name="connsiteY363" fmla="*/ 5569058 h 6858000"/>
              <a:gd name="connsiteX364" fmla="*/ 3707782 w 7467600"/>
              <a:gd name="connsiteY364" fmla="*/ 5644908 h 6858000"/>
              <a:gd name="connsiteX365" fmla="*/ 3583827 w 7467600"/>
              <a:gd name="connsiteY365" fmla="*/ 6039215 h 6858000"/>
              <a:gd name="connsiteX366" fmla="*/ 3547861 w 7467600"/>
              <a:gd name="connsiteY366" fmla="*/ 6129609 h 6858000"/>
              <a:gd name="connsiteX367" fmla="*/ 3490905 w 7467600"/>
              <a:gd name="connsiteY367" fmla="*/ 6277660 h 6858000"/>
              <a:gd name="connsiteX368" fmla="*/ 3455859 w 7467600"/>
              <a:gd name="connsiteY368" fmla="*/ 6391301 h 6858000"/>
              <a:gd name="connsiteX369" fmla="*/ 3429112 w 7467600"/>
              <a:gd name="connsiteY369" fmla="*/ 6479469 h 6858000"/>
              <a:gd name="connsiteX370" fmla="*/ 3304862 w 7467600"/>
              <a:gd name="connsiteY370" fmla="*/ 6796476 h 6858000"/>
              <a:gd name="connsiteX371" fmla="*/ 3276071 w 7467600"/>
              <a:gd name="connsiteY371" fmla="*/ 6858000 h 6858000"/>
              <a:gd name="connsiteX372" fmla="*/ 3240805 w 7467600"/>
              <a:gd name="connsiteY372" fmla="*/ 6858000 h 6858000"/>
              <a:gd name="connsiteX373" fmla="*/ 3275917 w 7467600"/>
              <a:gd name="connsiteY373" fmla="*/ 6783192 h 6858000"/>
              <a:gd name="connsiteX374" fmla="*/ 3399358 w 7467600"/>
              <a:gd name="connsiteY374" fmla="*/ 6469011 h 6858000"/>
              <a:gd name="connsiteX375" fmla="*/ 3425650 w 7467600"/>
              <a:gd name="connsiteY375" fmla="*/ 6381333 h 6858000"/>
              <a:gd name="connsiteX376" fmla="*/ 3460661 w 7467600"/>
              <a:gd name="connsiteY376" fmla="*/ 6266763 h 6858000"/>
              <a:gd name="connsiteX377" fmla="*/ 3518021 w 7467600"/>
              <a:gd name="connsiteY377" fmla="*/ 6117298 h 6858000"/>
              <a:gd name="connsiteX378" fmla="*/ 3554035 w 7467600"/>
              <a:gd name="connsiteY378" fmla="*/ 6027832 h 6858000"/>
              <a:gd name="connsiteX379" fmla="*/ 3677174 w 7467600"/>
              <a:gd name="connsiteY379" fmla="*/ 5636351 h 6858000"/>
              <a:gd name="connsiteX380" fmla="*/ 3698819 w 7467600"/>
              <a:gd name="connsiteY380" fmla="*/ 5560503 h 6858000"/>
              <a:gd name="connsiteX381" fmla="*/ 3702094 w 7467600"/>
              <a:gd name="connsiteY381" fmla="*/ 5549194 h 6858000"/>
              <a:gd name="connsiteX382" fmla="*/ 3398355 w 7467600"/>
              <a:gd name="connsiteY382" fmla="*/ 6094603 h 6858000"/>
              <a:gd name="connsiteX383" fmla="*/ 3193941 w 7467600"/>
              <a:gd name="connsiteY383" fmla="*/ 6798775 h 6858000"/>
              <a:gd name="connsiteX384" fmla="*/ 3184140 w 7467600"/>
              <a:gd name="connsiteY384" fmla="*/ 6858000 h 6858000"/>
              <a:gd name="connsiteX385" fmla="*/ 3099978 w 7467600"/>
              <a:gd name="connsiteY385" fmla="*/ 6858000 h 6858000"/>
              <a:gd name="connsiteX386" fmla="*/ 3101556 w 7467600"/>
              <a:gd name="connsiteY386" fmla="*/ 6843337 h 6858000"/>
              <a:gd name="connsiteX387" fmla="*/ 3370162 w 7467600"/>
              <a:gd name="connsiteY387" fmla="*/ 5785550 h 6858000"/>
              <a:gd name="connsiteX388" fmla="*/ 3746477 w 7467600"/>
              <a:gd name="connsiteY388" fmla="*/ 5377889 h 6858000"/>
              <a:gd name="connsiteX389" fmla="*/ 3863399 w 7467600"/>
              <a:gd name="connsiteY389" fmla="*/ 5087257 h 6858000"/>
              <a:gd name="connsiteX390" fmla="*/ 3968712 w 7467600"/>
              <a:gd name="connsiteY390" fmla="*/ 4913989 h 6858000"/>
              <a:gd name="connsiteX391" fmla="*/ 2792390 w 7467600"/>
              <a:gd name="connsiteY391" fmla="*/ 5382974 h 6858000"/>
              <a:gd name="connsiteX392" fmla="*/ 2714982 w 7467600"/>
              <a:gd name="connsiteY392" fmla="*/ 5427051 h 6858000"/>
              <a:gd name="connsiteX393" fmla="*/ 2813361 w 7467600"/>
              <a:gd name="connsiteY393" fmla="*/ 6023912 h 6858000"/>
              <a:gd name="connsiteX394" fmla="*/ 2688430 w 7467600"/>
              <a:gd name="connsiteY394" fmla="*/ 6801564 h 6858000"/>
              <a:gd name="connsiteX395" fmla="*/ 2629626 w 7467600"/>
              <a:gd name="connsiteY395" fmla="*/ 6763394 h 6858000"/>
              <a:gd name="connsiteX396" fmla="*/ 2565328 w 7467600"/>
              <a:gd name="connsiteY396" fmla="*/ 5516399 h 6858000"/>
              <a:gd name="connsiteX397" fmla="*/ 1922999 w 7467600"/>
              <a:gd name="connsiteY397" fmla="*/ 5980343 h 6858000"/>
              <a:gd name="connsiteX398" fmla="*/ 1950261 w 7467600"/>
              <a:gd name="connsiteY398" fmla="*/ 6405858 h 6858000"/>
              <a:gd name="connsiteX399" fmla="*/ 2365554 w 7467600"/>
              <a:gd name="connsiteY399" fmla="*/ 6759107 h 6858000"/>
              <a:gd name="connsiteX400" fmla="*/ 2424142 w 7467600"/>
              <a:gd name="connsiteY400" fmla="*/ 6858000 h 6858000"/>
              <a:gd name="connsiteX401" fmla="*/ 2395994 w 7467600"/>
              <a:gd name="connsiteY401" fmla="*/ 6858000 h 6858000"/>
              <a:gd name="connsiteX402" fmla="*/ 2392863 w 7467600"/>
              <a:gd name="connsiteY402" fmla="*/ 6852964 h 6858000"/>
              <a:gd name="connsiteX403" fmla="*/ 2017589 w 7467600"/>
              <a:gd name="connsiteY403" fmla="*/ 6493982 h 6858000"/>
              <a:gd name="connsiteX404" fmla="*/ 2147336 w 7467600"/>
              <a:gd name="connsiteY404" fmla="*/ 6594052 h 6858000"/>
              <a:gd name="connsiteX405" fmla="*/ 2207047 w 7467600"/>
              <a:gd name="connsiteY405" fmla="*/ 6654540 h 6858000"/>
              <a:gd name="connsiteX406" fmla="*/ 2299106 w 7467600"/>
              <a:gd name="connsiteY406" fmla="*/ 6778931 h 6858000"/>
              <a:gd name="connsiteX407" fmla="*/ 2314430 w 7467600"/>
              <a:gd name="connsiteY407" fmla="*/ 6801144 h 6858000"/>
              <a:gd name="connsiteX408" fmla="*/ 2352406 w 7467600"/>
              <a:gd name="connsiteY408" fmla="*/ 6858000 h 6858000"/>
              <a:gd name="connsiteX409" fmla="*/ 2314492 w 7467600"/>
              <a:gd name="connsiteY409" fmla="*/ 6858000 h 6858000"/>
              <a:gd name="connsiteX410" fmla="*/ 2288095 w 7467600"/>
              <a:gd name="connsiteY410" fmla="*/ 6818030 h 6858000"/>
              <a:gd name="connsiteX411" fmla="*/ 2272768 w 7467600"/>
              <a:gd name="connsiteY411" fmla="*/ 6795822 h 6858000"/>
              <a:gd name="connsiteX412" fmla="*/ 2182715 w 7467600"/>
              <a:gd name="connsiteY412" fmla="*/ 6675071 h 6858000"/>
              <a:gd name="connsiteX413" fmla="*/ 2032061 w 7467600"/>
              <a:gd name="connsiteY413" fmla="*/ 6541380 h 6858000"/>
              <a:gd name="connsiteX414" fmla="*/ 2257220 w 7467600"/>
              <a:gd name="connsiteY414" fmla="*/ 6826257 h 6858000"/>
              <a:gd name="connsiteX415" fmla="*/ 2281324 w 7467600"/>
              <a:gd name="connsiteY415" fmla="*/ 6858000 h 6858000"/>
              <a:gd name="connsiteX416" fmla="*/ 2242860 w 7467600"/>
              <a:gd name="connsiteY416" fmla="*/ 6858000 h 6858000"/>
              <a:gd name="connsiteX417" fmla="*/ 2232818 w 7467600"/>
              <a:gd name="connsiteY417" fmla="*/ 6844926 h 6858000"/>
              <a:gd name="connsiteX418" fmla="*/ 1990172 w 7467600"/>
              <a:gd name="connsiteY418" fmla="*/ 6542121 h 6858000"/>
              <a:gd name="connsiteX419" fmla="*/ 2124090 w 7467600"/>
              <a:gd name="connsiteY419" fmla="*/ 6761017 h 6858000"/>
              <a:gd name="connsiteX420" fmla="*/ 2200380 w 7467600"/>
              <a:gd name="connsiteY420" fmla="*/ 6858000 h 6858000"/>
              <a:gd name="connsiteX421" fmla="*/ 2147507 w 7467600"/>
              <a:gd name="connsiteY421" fmla="*/ 6858000 h 6858000"/>
              <a:gd name="connsiteX422" fmla="*/ 2070668 w 7467600"/>
              <a:gd name="connsiteY422" fmla="*/ 6761520 h 6858000"/>
              <a:gd name="connsiteX423" fmla="*/ 1975142 w 7467600"/>
              <a:gd name="connsiteY423" fmla="*/ 6585570 h 6858000"/>
              <a:gd name="connsiteX424" fmla="*/ 2050035 w 7467600"/>
              <a:gd name="connsiteY424" fmla="*/ 6813345 h 6858000"/>
              <a:gd name="connsiteX425" fmla="*/ 2063025 w 7467600"/>
              <a:gd name="connsiteY425" fmla="*/ 6858000 h 6858000"/>
              <a:gd name="connsiteX426" fmla="*/ 2021675 w 7467600"/>
              <a:gd name="connsiteY426" fmla="*/ 6858000 h 6858000"/>
              <a:gd name="connsiteX427" fmla="*/ 2019308 w 7467600"/>
              <a:gd name="connsiteY427" fmla="*/ 6847118 h 6858000"/>
              <a:gd name="connsiteX428" fmla="*/ 1938835 w 7467600"/>
              <a:gd name="connsiteY428" fmla="*/ 6551160 h 6858000"/>
              <a:gd name="connsiteX429" fmla="*/ 1953230 w 7467600"/>
              <a:gd name="connsiteY429" fmla="*/ 6759699 h 6858000"/>
              <a:gd name="connsiteX430" fmla="*/ 1956763 w 7467600"/>
              <a:gd name="connsiteY430" fmla="*/ 6778191 h 6858000"/>
              <a:gd name="connsiteX431" fmla="*/ 1967925 w 7467600"/>
              <a:gd name="connsiteY431" fmla="*/ 6858000 h 6858000"/>
              <a:gd name="connsiteX432" fmla="*/ 1936622 w 7467600"/>
              <a:gd name="connsiteY432" fmla="*/ 6858000 h 6858000"/>
              <a:gd name="connsiteX433" fmla="*/ 1926261 w 7467600"/>
              <a:gd name="connsiteY433" fmla="*/ 6784064 h 6858000"/>
              <a:gd name="connsiteX434" fmla="*/ 1922724 w 7467600"/>
              <a:gd name="connsiteY434" fmla="*/ 6765577 h 6858000"/>
              <a:gd name="connsiteX435" fmla="*/ 1904650 w 7467600"/>
              <a:gd name="connsiteY435" fmla="*/ 6639616 h 6858000"/>
              <a:gd name="connsiteX436" fmla="*/ 1885273 w 7467600"/>
              <a:gd name="connsiteY436" fmla="*/ 6858000 h 6858000"/>
              <a:gd name="connsiteX437" fmla="*/ 1854363 w 7467600"/>
              <a:gd name="connsiteY437" fmla="*/ 6858000 h 6858000"/>
              <a:gd name="connsiteX438" fmla="*/ 1880391 w 7467600"/>
              <a:gd name="connsiteY438" fmla="*/ 6603796 h 6858000"/>
              <a:gd name="connsiteX439" fmla="*/ 1818273 w 7467600"/>
              <a:gd name="connsiteY439" fmla="*/ 6715729 h 6858000"/>
              <a:gd name="connsiteX440" fmla="*/ 1794691 w 7467600"/>
              <a:gd name="connsiteY440" fmla="*/ 6843239 h 6858000"/>
              <a:gd name="connsiteX441" fmla="*/ 1794914 w 7467600"/>
              <a:gd name="connsiteY441" fmla="*/ 6858000 h 6858000"/>
              <a:gd name="connsiteX442" fmla="*/ 1746128 w 7467600"/>
              <a:gd name="connsiteY442" fmla="*/ 6858000 h 6858000"/>
              <a:gd name="connsiteX443" fmla="*/ 1753934 w 7467600"/>
              <a:gd name="connsiteY443" fmla="*/ 6724796 h 6858000"/>
              <a:gd name="connsiteX444" fmla="*/ 1792053 w 7467600"/>
              <a:gd name="connsiteY444" fmla="*/ 6572396 h 6858000"/>
              <a:gd name="connsiteX445" fmla="*/ 1862248 w 7467600"/>
              <a:gd name="connsiteY445" fmla="*/ 6266397 h 6858000"/>
              <a:gd name="connsiteX446" fmla="*/ 1862250 w 7467600"/>
              <a:gd name="connsiteY446" fmla="*/ 6033531 h 6858000"/>
              <a:gd name="connsiteX447" fmla="*/ 1211999 w 7467600"/>
              <a:gd name="connsiteY447" fmla="*/ 6683610 h 6858000"/>
              <a:gd name="connsiteX448" fmla="*/ 1213266 w 7467600"/>
              <a:gd name="connsiteY448" fmla="*/ 6691947 h 6858000"/>
              <a:gd name="connsiteX449" fmla="*/ 1203370 w 7467600"/>
              <a:gd name="connsiteY449" fmla="*/ 6850676 h 6858000"/>
              <a:gd name="connsiteX450" fmla="*/ 1203671 w 7467600"/>
              <a:gd name="connsiteY450" fmla="*/ 6858000 h 6858000"/>
              <a:gd name="connsiteX451" fmla="*/ 1143180 w 7467600"/>
              <a:gd name="connsiteY451" fmla="*/ 6858000 h 6858000"/>
              <a:gd name="connsiteX452" fmla="*/ 1142176 w 7467600"/>
              <a:gd name="connsiteY452" fmla="*/ 6766045 h 6858000"/>
              <a:gd name="connsiteX453" fmla="*/ 1067484 w 7467600"/>
              <a:gd name="connsiteY453" fmla="*/ 6858000 h 6858000"/>
              <a:gd name="connsiteX454" fmla="*/ 953928 w 7467600"/>
              <a:gd name="connsiteY454" fmla="*/ 6858000 h 6858000"/>
              <a:gd name="connsiteX455" fmla="*/ 959715 w 7467600"/>
              <a:gd name="connsiteY455" fmla="*/ 6850185 h 6858000"/>
              <a:gd name="connsiteX456" fmla="*/ 1483788 w 7467600"/>
              <a:gd name="connsiteY456" fmla="*/ 6259174 h 6858000"/>
              <a:gd name="connsiteX457" fmla="*/ 1100671 w 7467600"/>
              <a:gd name="connsiteY457" fmla="*/ 6252137 h 6858000"/>
              <a:gd name="connsiteX458" fmla="*/ 1090144 w 7467600"/>
              <a:gd name="connsiteY458" fmla="*/ 6256748 h 6858000"/>
              <a:gd name="connsiteX459" fmla="*/ 1095872 w 7467600"/>
              <a:gd name="connsiteY459" fmla="*/ 6271892 h 6858000"/>
              <a:gd name="connsiteX460" fmla="*/ 262785 w 7467600"/>
              <a:gd name="connsiteY460" fmla="*/ 6845450 h 6858000"/>
              <a:gd name="connsiteX461" fmla="*/ 209968 w 7467600"/>
              <a:gd name="connsiteY461" fmla="*/ 6770713 h 6858000"/>
              <a:gd name="connsiteX462" fmla="*/ 873460 w 7467600"/>
              <a:gd name="connsiteY462" fmla="*/ 6253768 h 6858000"/>
              <a:gd name="connsiteX463" fmla="*/ 192686 w 7467600"/>
              <a:gd name="connsiteY463" fmla="*/ 5849257 h 6858000"/>
              <a:gd name="connsiteX464" fmla="*/ 4696 w 7467600"/>
              <a:gd name="connsiteY464" fmla="*/ 5697668 h 6858000"/>
              <a:gd name="connsiteX465" fmla="*/ 0 w 7467600"/>
              <a:gd name="connsiteY465" fmla="*/ 5689984 h 6858000"/>
              <a:gd name="connsiteX466" fmla="*/ 0 w 7467600"/>
              <a:gd name="connsiteY466" fmla="*/ 5513472 h 6858000"/>
              <a:gd name="connsiteX467" fmla="*/ 174101 w 7467600"/>
              <a:gd name="connsiteY467" fmla="*/ 5620277 h 6858000"/>
              <a:gd name="connsiteX468" fmla="*/ 891800 w 7467600"/>
              <a:gd name="connsiteY468" fmla="*/ 6036935 h 6858000"/>
              <a:gd name="connsiteX469" fmla="*/ 1072219 w 7467600"/>
              <a:gd name="connsiteY469" fmla="*/ 6169443 h 6858000"/>
              <a:gd name="connsiteX470" fmla="*/ 1074117 w 7467600"/>
              <a:gd name="connsiteY470" fmla="*/ 6170301 h 6858000"/>
              <a:gd name="connsiteX471" fmla="*/ 1083114 w 7467600"/>
              <a:gd name="connsiteY471" fmla="*/ 6174131 h 6858000"/>
              <a:gd name="connsiteX472" fmla="*/ 1543010 w 7467600"/>
              <a:gd name="connsiteY472" fmla="*/ 6191140 h 6858000"/>
              <a:gd name="connsiteX473" fmla="*/ 1551080 w 7467600"/>
              <a:gd name="connsiteY473" fmla="*/ 6195006 h 6858000"/>
              <a:gd name="connsiteX474" fmla="*/ 2345443 w 7467600"/>
              <a:gd name="connsiteY474" fmla="*/ 5549882 h 6858000"/>
              <a:gd name="connsiteX475" fmla="*/ 1721499 w 7467600"/>
              <a:gd name="connsiteY475" fmla="*/ 5599969 h 6858000"/>
              <a:gd name="connsiteX476" fmla="*/ 767716 w 7467600"/>
              <a:gd name="connsiteY476" fmla="*/ 5472768 h 6858000"/>
              <a:gd name="connsiteX477" fmla="*/ 722147 w 7467600"/>
              <a:gd name="connsiteY477" fmla="*/ 5393091 h 6858000"/>
              <a:gd name="connsiteX478" fmla="*/ 1485552 w 7467600"/>
              <a:gd name="connsiteY478" fmla="*/ 5313202 h 6858000"/>
              <a:gd name="connsiteX479" fmla="*/ 2143004 w 7467600"/>
              <a:gd name="connsiteY479" fmla="*/ 5402420 h 6858000"/>
              <a:gd name="connsiteX480" fmla="*/ 1933391 w 7467600"/>
              <a:gd name="connsiteY480" fmla="*/ 5156971 h 6858000"/>
              <a:gd name="connsiteX481" fmla="*/ 1827118 w 7467600"/>
              <a:gd name="connsiteY481" fmla="*/ 4968410 h 6858000"/>
              <a:gd name="connsiteX482" fmla="*/ 1837349 w 7467600"/>
              <a:gd name="connsiteY482" fmla="*/ 4956357 h 6858000"/>
              <a:gd name="connsiteX483" fmla="*/ 2162835 w 7467600"/>
              <a:gd name="connsiteY483" fmla="*/ 5187853 h 6858000"/>
              <a:gd name="connsiteX484" fmla="*/ 2257167 w 7467600"/>
              <a:gd name="connsiteY484" fmla="*/ 5462123 h 6858000"/>
              <a:gd name="connsiteX485" fmla="*/ 2261598 w 7467600"/>
              <a:gd name="connsiteY485" fmla="*/ 5467998 h 6858000"/>
              <a:gd name="connsiteX486" fmla="*/ 2437177 w 7467600"/>
              <a:gd name="connsiteY486" fmla="*/ 5479608 h 6858000"/>
              <a:gd name="connsiteX487" fmla="*/ 2445247 w 7467600"/>
              <a:gd name="connsiteY487" fmla="*/ 5483476 h 6858000"/>
              <a:gd name="connsiteX488" fmla="*/ 2743626 w 7467600"/>
              <a:gd name="connsiteY488" fmla="*/ 5304819 h 6858000"/>
              <a:gd name="connsiteX489" fmla="*/ 3048102 w 7467600"/>
              <a:gd name="connsiteY489" fmla="*/ 5150595 h 6858000"/>
              <a:gd name="connsiteX490" fmla="*/ 1799414 w 7467600"/>
              <a:gd name="connsiteY490" fmla="*/ 4694732 h 6858000"/>
              <a:gd name="connsiteX491" fmla="*/ 1771735 w 7467600"/>
              <a:gd name="connsiteY491" fmla="*/ 4619929 h 6858000"/>
              <a:gd name="connsiteX492" fmla="*/ 3104273 w 7467600"/>
              <a:gd name="connsiteY492" fmla="*/ 5076159 h 6858000"/>
              <a:gd name="connsiteX493" fmla="*/ 3113245 w 7467600"/>
              <a:gd name="connsiteY493" fmla="*/ 5090705 h 6858000"/>
              <a:gd name="connsiteX494" fmla="*/ 3126294 w 7467600"/>
              <a:gd name="connsiteY494" fmla="*/ 5114400 h 6858000"/>
              <a:gd name="connsiteX495" fmla="*/ 3937433 w 7467600"/>
              <a:gd name="connsiteY495" fmla="*/ 4830473 h 6858000"/>
              <a:gd name="connsiteX496" fmla="*/ 3590475 w 7467600"/>
              <a:gd name="connsiteY496" fmla="*/ 4597974 h 6858000"/>
              <a:gd name="connsiteX497" fmla="*/ 3100264 w 7467600"/>
              <a:gd name="connsiteY497" fmla="*/ 4579845 h 6858000"/>
              <a:gd name="connsiteX498" fmla="*/ 2183576 w 7467600"/>
              <a:gd name="connsiteY498" fmla="*/ 4227150 h 6858000"/>
              <a:gd name="connsiteX499" fmla="*/ 2151029 w 7467600"/>
              <a:gd name="connsiteY499" fmla="*/ 4146947 h 6858000"/>
              <a:gd name="connsiteX500" fmla="*/ 3563434 w 7467600"/>
              <a:gd name="connsiteY500" fmla="*/ 4469115 h 6858000"/>
              <a:gd name="connsiteX501" fmla="*/ 3177952 w 7467600"/>
              <a:gd name="connsiteY501" fmla="*/ 3657386 h 6858000"/>
              <a:gd name="connsiteX502" fmla="*/ 3189263 w 7467600"/>
              <a:gd name="connsiteY502" fmla="*/ 3625726 h 6858000"/>
              <a:gd name="connsiteX503" fmla="*/ 3560912 w 7467600"/>
              <a:gd name="connsiteY503" fmla="*/ 4079863 h 6858000"/>
              <a:gd name="connsiteX504" fmla="*/ 3626636 w 7467600"/>
              <a:gd name="connsiteY504" fmla="*/ 4512230 h 6858000"/>
              <a:gd name="connsiteX505" fmla="*/ 3653088 w 7467600"/>
              <a:gd name="connsiteY505" fmla="*/ 4521417 h 6858000"/>
              <a:gd name="connsiteX506" fmla="*/ 3988128 w 7467600"/>
              <a:gd name="connsiteY506" fmla="*/ 4817267 h 6858000"/>
              <a:gd name="connsiteX507" fmla="*/ 4830582 w 7467600"/>
              <a:gd name="connsiteY507" fmla="*/ 4676000 h 6858000"/>
              <a:gd name="connsiteX508" fmla="*/ 4830100 w 7467600"/>
              <a:gd name="connsiteY508" fmla="*/ 4675554 h 6858000"/>
              <a:gd name="connsiteX509" fmla="*/ 4036318 w 7467600"/>
              <a:gd name="connsiteY509" fmla="*/ 4147013 h 6858000"/>
              <a:gd name="connsiteX510" fmla="*/ 3432098 w 7467600"/>
              <a:gd name="connsiteY510" fmla="*/ 3537312 h 6858000"/>
              <a:gd name="connsiteX511" fmla="*/ 3446761 w 7467600"/>
              <a:gd name="connsiteY511" fmla="*/ 3461278 h 6858000"/>
              <a:gd name="connsiteX512" fmla="*/ 4419733 w 7467600"/>
              <a:gd name="connsiteY512" fmla="*/ 3963555 h 6858000"/>
              <a:gd name="connsiteX513" fmla="*/ 4781371 w 7467600"/>
              <a:gd name="connsiteY513" fmla="*/ 4458604 h 6858000"/>
              <a:gd name="connsiteX514" fmla="*/ 4780440 w 7467600"/>
              <a:gd name="connsiteY514" fmla="*/ 4470290 h 6858000"/>
              <a:gd name="connsiteX515" fmla="*/ 4898954 w 7467600"/>
              <a:gd name="connsiteY515" fmla="*/ 4662092 h 6858000"/>
              <a:gd name="connsiteX516" fmla="*/ 4900699 w 7467600"/>
              <a:gd name="connsiteY516" fmla="*/ 4670867 h 6858000"/>
              <a:gd name="connsiteX517" fmla="*/ 5714511 w 7467600"/>
              <a:gd name="connsiteY517" fmla="*/ 4663483 h 6858000"/>
              <a:gd name="connsiteX518" fmla="*/ 5464793 w 7467600"/>
              <a:gd name="connsiteY518" fmla="*/ 4393556 h 6858000"/>
              <a:gd name="connsiteX519" fmla="*/ 5461897 w 7467600"/>
              <a:gd name="connsiteY519" fmla="*/ 4390879 h 6858000"/>
              <a:gd name="connsiteX520" fmla="*/ 4294126 w 7467600"/>
              <a:gd name="connsiteY520" fmla="*/ 3303048 h 6858000"/>
              <a:gd name="connsiteX521" fmla="*/ 4305321 w 7467600"/>
              <a:gd name="connsiteY521" fmla="*/ 3256953 h 6858000"/>
              <a:gd name="connsiteX522" fmla="*/ 4949299 w 7467600"/>
              <a:gd name="connsiteY522" fmla="*/ 3766336 h 6858000"/>
              <a:gd name="connsiteX523" fmla="*/ 5291452 w 7467600"/>
              <a:gd name="connsiteY523" fmla="*/ 4076801 h 6858000"/>
              <a:gd name="connsiteX524" fmla="*/ 5434998 w 7467600"/>
              <a:gd name="connsiteY524" fmla="*/ 4254100 h 6858000"/>
              <a:gd name="connsiteX525" fmla="*/ 5351015 w 7467600"/>
              <a:gd name="connsiteY525" fmla="*/ 3760989 h 6858000"/>
              <a:gd name="connsiteX526" fmla="*/ 5413780 w 7467600"/>
              <a:gd name="connsiteY526" fmla="*/ 2966265 h 6858000"/>
              <a:gd name="connsiteX527" fmla="*/ 5425627 w 7467600"/>
              <a:gd name="connsiteY527" fmla="*/ 2954192 h 6858000"/>
              <a:gd name="connsiteX528" fmla="*/ 6604735 w 7467600"/>
              <a:gd name="connsiteY528" fmla="*/ 2041381 h 6858000"/>
              <a:gd name="connsiteX529" fmla="*/ 7204487 w 7467600"/>
              <a:gd name="connsiteY529" fmla="*/ 2742112 h 6858000"/>
              <a:gd name="connsiteX530" fmla="*/ 7131592 w 7467600"/>
              <a:gd name="connsiteY530" fmla="*/ 2672096 h 6858000"/>
              <a:gd name="connsiteX531" fmla="*/ 6996344 w 7467600"/>
              <a:gd name="connsiteY531" fmla="*/ 2518310 h 6858000"/>
              <a:gd name="connsiteX532" fmla="*/ 6735495 w 7467600"/>
              <a:gd name="connsiteY532" fmla="*/ 2196890 h 6858000"/>
              <a:gd name="connsiteX533" fmla="*/ 6721901 w 7467600"/>
              <a:gd name="connsiteY533" fmla="*/ 2179274 h 6858000"/>
              <a:gd name="connsiteX534" fmla="*/ 6604735 w 7467600"/>
              <a:gd name="connsiteY534" fmla="*/ 2041381 h 6858000"/>
              <a:gd name="connsiteX535" fmla="*/ 6591670 w 7467600"/>
              <a:gd name="connsiteY535" fmla="*/ 1988277 h 6858000"/>
              <a:gd name="connsiteX536" fmla="*/ 6747349 w 7467600"/>
              <a:gd name="connsiteY536" fmla="*/ 2160069 h 6858000"/>
              <a:gd name="connsiteX537" fmla="*/ 6760943 w 7467600"/>
              <a:gd name="connsiteY537" fmla="*/ 2177686 h 6858000"/>
              <a:gd name="connsiteX538" fmla="*/ 7021065 w 7467600"/>
              <a:gd name="connsiteY538" fmla="*/ 2498102 h 6858000"/>
              <a:gd name="connsiteX539" fmla="*/ 7155223 w 7467600"/>
              <a:gd name="connsiteY539" fmla="*/ 2650386 h 6858000"/>
              <a:gd name="connsiteX540" fmla="*/ 7203167 w 7467600"/>
              <a:gd name="connsiteY540" fmla="*/ 2697288 h 6858000"/>
              <a:gd name="connsiteX541" fmla="*/ 6937703 w 7467600"/>
              <a:gd name="connsiteY541" fmla="*/ 2321981 h 6858000"/>
              <a:gd name="connsiteX542" fmla="*/ 6591670 w 7467600"/>
              <a:gd name="connsiteY542" fmla="*/ 1988277 h 6858000"/>
              <a:gd name="connsiteX543" fmla="*/ 5798671 w 7467600"/>
              <a:gd name="connsiteY543" fmla="*/ 1981601 h 6858000"/>
              <a:gd name="connsiteX544" fmla="*/ 5754709 w 7467600"/>
              <a:gd name="connsiteY544" fmla="*/ 2071454 h 6858000"/>
              <a:gd name="connsiteX545" fmla="*/ 5763044 w 7467600"/>
              <a:gd name="connsiteY545" fmla="*/ 2842206 h 6858000"/>
              <a:gd name="connsiteX546" fmla="*/ 5764974 w 7467600"/>
              <a:gd name="connsiteY546" fmla="*/ 2799609 h 6858000"/>
              <a:gd name="connsiteX547" fmla="*/ 5767665 w 7467600"/>
              <a:gd name="connsiteY547" fmla="*/ 2666409 h 6858000"/>
              <a:gd name="connsiteX548" fmla="*/ 5763055 w 7467600"/>
              <a:gd name="connsiteY548" fmla="*/ 2579705 h 6858000"/>
              <a:gd name="connsiteX549" fmla="*/ 5758079 w 7467600"/>
              <a:gd name="connsiteY549" fmla="*/ 2492508 h 6858000"/>
              <a:gd name="connsiteX550" fmla="*/ 5779325 w 7467600"/>
              <a:gd name="connsiteY550" fmla="*/ 2197069 h 6858000"/>
              <a:gd name="connsiteX551" fmla="*/ 5798671 w 7467600"/>
              <a:gd name="connsiteY551" fmla="*/ 1981601 h 6858000"/>
              <a:gd name="connsiteX552" fmla="*/ 5829202 w 7467600"/>
              <a:gd name="connsiteY552" fmla="*/ 1971679 h 6858000"/>
              <a:gd name="connsiteX553" fmla="*/ 5809558 w 7467600"/>
              <a:gd name="connsiteY553" fmla="*/ 2198043 h 6858000"/>
              <a:gd name="connsiteX554" fmla="*/ 5788653 w 7467600"/>
              <a:gd name="connsiteY554" fmla="*/ 2489430 h 6858000"/>
              <a:gd name="connsiteX555" fmla="*/ 5793439 w 7467600"/>
              <a:gd name="connsiteY555" fmla="*/ 2575235 h 6858000"/>
              <a:gd name="connsiteX556" fmla="*/ 5796837 w 7467600"/>
              <a:gd name="connsiteY556" fmla="*/ 2637633 h 6858000"/>
              <a:gd name="connsiteX557" fmla="*/ 5818614 w 7467600"/>
              <a:gd name="connsiteY557" fmla="*/ 2473055 h 6858000"/>
              <a:gd name="connsiteX558" fmla="*/ 5829202 w 7467600"/>
              <a:gd name="connsiteY558" fmla="*/ 1971679 h 6858000"/>
              <a:gd name="connsiteX559" fmla="*/ 5911389 w 7467600"/>
              <a:gd name="connsiteY559" fmla="*/ 1898371 h 6858000"/>
              <a:gd name="connsiteX560" fmla="*/ 6237627 w 7467600"/>
              <a:gd name="connsiteY560" fmla="*/ 2231921 h 6858000"/>
              <a:gd name="connsiteX561" fmla="*/ 5911389 w 7467600"/>
              <a:gd name="connsiteY561" fmla="*/ 1898371 h 6858000"/>
              <a:gd name="connsiteX562" fmla="*/ 6944437 w 7467600"/>
              <a:gd name="connsiteY562" fmla="*/ 1575402 h 6858000"/>
              <a:gd name="connsiteX563" fmla="*/ 6304730 w 7467600"/>
              <a:gd name="connsiteY563" fmla="*/ 1766654 h 6858000"/>
              <a:gd name="connsiteX564" fmla="*/ 6944437 w 7467600"/>
              <a:gd name="connsiteY564" fmla="*/ 1575402 h 6858000"/>
              <a:gd name="connsiteX565" fmla="*/ 7019523 w 7467600"/>
              <a:gd name="connsiteY565" fmla="*/ 1519450 h 6858000"/>
              <a:gd name="connsiteX566" fmla="*/ 6298091 w 7467600"/>
              <a:gd name="connsiteY566" fmla="*/ 1737122 h 6858000"/>
              <a:gd name="connsiteX567" fmla="*/ 7019523 w 7467600"/>
              <a:gd name="connsiteY567" fmla="*/ 1519450 h 6858000"/>
              <a:gd name="connsiteX568" fmla="*/ 2399523 w 7467600"/>
              <a:gd name="connsiteY568" fmla="*/ 1428234 h 6858000"/>
              <a:gd name="connsiteX569" fmla="*/ 2224982 w 7467600"/>
              <a:gd name="connsiteY569" fmla="*/ 1826201 h 6858000"/>
              <a:gd name="connsiteX570" fmla="*/ 2096099 w 7467600"/>
              <a:gd name="connsiteY570" fmla="*/ 2345900 h 6858000"/>
              <a:gd name="connsiteX571" fmla="*/ 2283317 w 7467600"/>
              <a:gd name="connsiteY571" fmla="*/ 1796925 h 6858000"/>
              <a:gd name="connsiteX572" fmla="*/ 2399523 w 7467600"/>
              <a:gd name="connsiteY572" fmla="*/ 1428234 h 6858000"/>
              <a:gd name="connsiteX573" fmla="*/ 2448558 w 7467600"/>
              <a:gd name="connsiteY573" fmla="*/ 1373435 h 6858000"/>
              <a:gd name="connsiteX574" fmla="*/ 2312521 w 7467600"/>
              <a:gd name="connsiteY574" fmla="*/ 1806140 h 6858000"/>
              <a:gd name="connsiteX575" fmla="*/ 2127533 w 7467600"/>
              <a:gd name="connsiteY575" fmla="*/ 2348380 h 6858000"/>
              <a:gd name="connsiteX576" fmla="*/ 2358080 w 7467600"/>
              <a:gd name="connsiteY576" fmla="*/ 1866134 h 6858000"/>
              <a:gd name="connsiteX577" fmla="*/ 2407436 w 7467600"/>
              <a:gd name="connsiteY577" fmla="*/ 1651070 h 6858000"/>
              <a:gd name="connsiteX578" fmla="*/ 2448558 w 7467600"/>
              <a:gd name="connsiteY578" fmla="*/ 1373435 h 6858000"/>
              <a:gd name="connsiteX579" fmla="*/ 278707 w 7467600"/>
              <a:gd name="connsiteY579" fmla="*/ 1352270 h 6858000"/>
              <a:gd name="connsiteX580" fmla="*/ 321570 w 7467600"/>
              <a:gd name="connsiteY580" fmla="*/ 1861610 h 6858000"/>
              <a:gd name="connsiteX581" fmla="*/ 294281 w 7467600"/>
              <a:gd name="connsiteY581" fmla="*/ 1440658 h 6858000"/>
              <a:gd name="connsiteX582" fmla="*/ 278707 w 7467600"/>
              <a:gd name="connsiteY582" fmla="*/ 1352270 h 6858000"/>
              <a:gd name="connsiteX583" fmla="*/ 1423821 w 7467600"/>
              <a:gd name="connsiteY583" fmla="*/ 1351958 h 6858000"/>
              <a:gd name="connsiteX584" fmla="*/ 1638521 w 7467600"/>
              <a:gd name="connsiteY584" fmla="*/ 1908470 h 6858000"/>
              <a:gd name="connsiteX585" fmla="*/ 1754199 w 7467600"/>
              <a:gd name="connsiteY585" fmla="*/ 2149284 h 6858000"/>
              <a:gd name="connsiteX586" fmla="*/ 1908359 w 7467600"/>
              <a:gd name="connsiteY586" fmla="*/ 2364988 h 6858000"/>
              <a:gd name="connsiteX587" fmla="*/ 1647661 w 7467600"/>
              <a:gd name="connsiteY587" fmla="*/ 1825945 h 6858000"/>
              <a:gd name="connsiteX588" fmla="*/ 1423821 w 7467600"/>
              <a:gd name="connsiteY588" fmla="*/ 1351958 h 6858000"/>
              <a:gd name="connsiteX589" fmla="*/ 1431890 w 7467600"/>
              <a:gd name="connsiteY589" fmla="*/ 1306475 h 6858000"/>
              <a:gd name="connsiteX590" fmla="*/ 1507597 w 7467600"/>
              <a:gd name="connsiteY590" fmla="*/ 1446132 h 6858000"/>
              <a:gd name="connsiteX591" fmla="*/ 1674586 w 7467600"/>
              <a:gd name="connsiteY591" fmla="*/ 1813832 h 6858000"/>
              <a:gd name="connsiteX592" fmla="*/ 1815950 w 7467600"/>
              <a:gd name="connsiteY592" fmla="*/ 2128564 h 6858000"/>
              <a:gd name="connsiteX593" fmla="*/ 1984242 w 7467600"/>
              <a:gd name="connsiteY593" fmla="*/ 2430829 h 6858000"/>
              <a:gd name="connsiteX594" fmla="*/ 2014023 w 7467600"/>
              <a:gd name="connsiteY594" fmla="*/ 2450995 h 6858000"/>
              <a:gd name="connsiteX595" fmla="*/ 1747337 w 7467600"/>
              <a:gd name="connsiteY595" fmla="*/ 1855264 h 6858000"/>
              <a:gd name="connsiteX596" fmla="*/ 1533749 w 7467600"/>
              <a:gd name="connsiteY596" fmla="*/ 1478656 h 6858000"/>
              <a:gd name="connsiteX597" fmla="*/ 1431890 w 7467600"/>
              <a:gd name="connsiteY597" fmla="*/ 1306475 h 6858000"/>
              <a:gd name="connsiteX598" fmla="*/ 5052692 w 7467600"/>
              <a:gd name="connsiteY598" fmla="*/ 1292994 h 6858000"/>
              <a:gd name="connsiteX599" fmla="*/ 5200661 w 7467600"/>
              <a:gd name="connsiteY599" fmla="*/ 1635186 h 6858000"/>
              <a:gd name="connsiteX600" fmla="*/ 5297138 w 7467600"/>
              <a:gd name="connsiteY600" fmla="*/ 1906351 h 6858000"/>
              <a:gd name="connsiteX601" fmla="*/ 5052692 w 7467600"/>
              <a:gd name="connsiteY601" fmla="*/ 1292994 h 6858000"/>
              <a:gd name="connsiteX602" fmla="*/ 5009948 w 7467600"/>
              <a:gd name="connsiteY602" fmla="*/ 1273619 h 6858000"/>
              <a:gd name="connsiteX603" fmla="*/ 5121777 w 7467600"/>
              <a:gd name="connsiteY603" fmla="*/ 1654213 h 6858000"/>
              <a:gd name="connsiteX604" fmla="*/ 5293545 w 7467600"/>
              <a:gd name="connsiteY604" fmla="*/ 2072247 h 6858000"/>
              <a:gd name="connsiteX605" fmla="*/ 5294042 w 7467600"/>
              <a:gd name="connsiteY605" fmla="*/ 2065019 h 6858000"/>
              <a:gd name="connsiteX606" fmla="*/ 5171936 w 7467600"/>
              <a:gd name="connsiteY606" fmla="*/ 1647613 h 6858000"/>
              <a:gd name="connsiteX607" fmla="*/ 5009948 w 7467600"/>
              <a:gd name="connsiteY607" fmla="*/ 1273619 h 6858000"/>
              <a:gd name="connsiteX608" fmla="*/ 655236 w 7467600"/>
              <a:gd name="connsiteY608" fmla="*/ 1268632 h 6858000"/>
              <a:gd name="connsiteX609" fmla="*/ 839521 w 7467600"/>
              <a:gd name="connsiteY609" fmla="*/ 1685315 h 6858000"/>
              <a:gd name="connsiteX610" fmla="*/ 1109416 w 7467600"/>
              <a:gd name="connsiteY610" fmla="*/ 2061663 h 6858000"/>
              <a:gd name="connsiteX611" fmla="*/ 1298300 w 7467600"/>
              <a:gd name="connsiteY611" fmla="*/ 2247742 h 6858000"/>
              <a:gd name="connsiteX612" fmla="*/ 1125871 w 7467600"/>
              <a:gd name="connsiteY612" fmla="*/ 1989513 h 6858000"/>
              <a:gd name="connsiteX613" fmla="*/ 981574 w 7467600"/>
              <a:gd name="connsiteY613" fmla="*/ 1783157 h 6858000"/>
              <a:gd name="connsiteX614" fmla="*/ 922198 w 7467600"/>
              <a:gd name="connsiteY614" fmla="*/ 1677437 h 6858000"/>
              <a:gd name="connsiteX615" fmla="*/ 869293 w 7467600"/>
              <a:gd name="connsiteY615" fmla="*/ 1583214 h 6858000"/>
              <a:gd name="connsiteX616" fmla="*/ 751431 w 7467600"/>
              <a:gd name="connsiteY616" fmla="*/ 1405731 h 6858000"/>
              <a:gd name="connsiteX617" fmla="*/ 655236 w 7467600"/>
              <a:gd name="connsiteY617" fmla="*/ 1268632 h 6858000"/>
              <a:gd name="connsiteX618" fmla="*/ 6516292 w 7467600"/>
              <a:gd name="connsiteY618" fmla="*/ 1263064 h 6858000"/>
              <a:gd name="connsiteX619" fmla="*/ 5736320 w 7467600"/>
              <a:gd name="connsiteY619" fmla="*/ 1501803 h 6858000"/>
              <a:gd name="connsiteX620" fmla="*/ 6516292 w 7467600"/>
              <a:gd name="connsiteY620" fmla="*/ 1263064 h 6858000"/>
              <a:gd name="connsiteX621" fmla="*/ 291466 w 7467600"/>
              <a:gd name="connsiteY621" fmla="*/ 1250369 h 6858000"/>
              <a:gd name="connsiteX622" fmla="*/ 323180 w 7467600"/>
              <a:gd name="connsiteY622" fmla="*/ 1435283 h 6858000"/>
              <a:gd name="connsiteX623" fmla="*/ 349381 w 7467600"/>
              <a:gd name="connsiteY623" fmla="*/ 1875041 h 6858000"/>
              <a:gd name="connsiteX624" fmla="*/ 374363 w 7467600"/>
              <a:gd name="connsiteY624" fmla="*/ 1506494 h 6858000"/>
              <a:gd name="connsiteX625" fmla="*/ 302168 w 7467600"/>
              <a:gd name="connsiteY625" fmla="*/ 1274495 h 6858000"/>
              <a:gd name="connsiteX626" fmla="*/ 291466 w 7467600"/>
              <a:gd name="connsiteY626" fmla="*/ 1250369 h 6858000"/>
              <a:gd name="connsiteX627" fmla="*/ 678222 w 7467600"/>
              <a:gd name="connsiteY627" fmla="*/ 1248670 h 6858000"/>
              <a:gd name="connsiteX628" fmla="*/ 775536 w 7467600"/>
              <a:gd name="connsiteY628" fmla="*/ 1388015 h 6858000"/>
              <a:gd name="connsiteX629" fmla="*/ 894529 w 7467600"/>
              <a:gd name="connsiteY629" fmla="*/ 1567739 h 6858000"/>
              <a:gd name="connsiteX630" fmla="*/ 948000 w 7467600"/>
              <a:gd name="connsiteY630" fmla="*/ 1663088 h 6858000"/>
              <a:gd name="connsiteX631" fmla="*/ 1006812 w 7467600"/>
              <a:gd name="connsiteY631" fmla="*/ 1767683 h 6858000"/>
              <a:gd name="connsiteX632" fmla="*/ 1149133 w 7467600"/>
              <a:gd name="connsiteY632" fmla="*/ 1971513 h 6858000"/>
              <a:gd name="connsiteX633" fmla="*/ 1333952 w 7467600"/>
              <a:gd name="connsiteY633" fmla="*/ 2251620 h 6858000"/>
              <a:gd name="connsiteX634" fmla="*/ 1337329 w 7467600"/>
              <a:gd name="connsiteY634" fmla="*/ 2258350 h 6858000"/>
              <a:gd name="connsiteX635" fmla="*/ 1014726 w 7467600"/>
              <a:gd name="connsiteY635" fmla="*/ 1615556 h 6858000"/>
              <a:gd name="connsiteX636" fmla="*/ 678222 w 7467600"/>
              <a:gd name="connsiteY636" fmla="*/ 1248670 h 6858000"/>
              <a:gd name="connsiteX637" fmla="*/ 6691602 w 7467600"/>
              <a:gd name="connsiteY637" fmla="*/ 1140573 h 6858000"/>
              <a:gd name="connsiteX638" fmla="*/ 6571100 w 7467600"/>
              <a:gd name="connsiteY638" fmla="*/ 1183662 h 6858000"/>
              <a:gd name="connsiteX639" fmla="*/ 6241687 w 7467600"/>
              <a:gd name="connsiteY639" fmla="*/ 1257600 h 6858000"/>
              <a:gd name="connsiteX640" fmla="*/ 5693009 w 7467600"/>
              <a:gd name="connsiteY640" fmla="*/ 1478256 h 6858000"/>
              <a:gd name="connsiteX641" fmla="*/ 6548420 w 7467600"/>
              <a:gd name="connsiteY641" fmla="*/ 1214599 h 6858000"/>
              <a:gd name="connsiteX642" fmla="*/ 6605473 w 7467600"/>
              <a:gd name="connsiteY642" fmla="*/ 1184686 h 6858000"/>
              <a:gd name="connsiteX643" fmla="*/ 6691602 w 7467600"/>
              <a:gd name="connsiteY643" fmla="*/ 1140573 h 6858000"/>
              <a:gd name="connsiteX644" fmla="*/ 4002475 w 7467600"/>
              <a:gd name="connsiteY644" fmla="*/ 1037802 h 6858000"/>
              <a:gd name="connsiteX645" fmla="*/ 4000324 w 7467600"/>
              <a:gd name="connsiteY645" fmla="*/ 1039362 h 6858000"/>
              <a:gd name="connsiteX646" fmla="*/ 4002862 w 7467600"/>
              <a:gd name="connsiteY646" fmla="*/ 1042866 h 6858000"/>
              <a:gd name="connsiteX647" fmla="*/ 4002475 w 7467600"/>
              <a:gd name="connsiteY647" fmla="*/ 1037802 h 6858000"/>
              <a:gd name="connsiteX648" fmla="*/ 506322 w 7467600"/>
              <a:gd name="connsiteY648" fmla="*/ 1020997 h 6858000"/>
              <a:gd name="connsiteX649" fmla="*/ 533068 w 7467600"/>
              <a:gd name="connsiteY649" fmla="*/ 1029409 h 6858000"/>
              <a:gd name="connsiteX650" fmla="*/ 1232525 w 7467600"/>
              <a:gd name="connsiteY650" fmla="*/ 1804675 h 6858000"/>
              <a:gd name="connsiteX651" fmla="*/ 1388858 w 7467600"/>
              <a:gd name="connsiteY651" fmla="*/ 2368011 h 6858000"/>
              <a:gd name="connsiteX652" fmla="*/ 1384098 w 7467600"/>
              <a:gd name="connsiteY652" fmla="*/ 2378125 h 6858000"/>
              <a:gd name="connsiteX653" fmla="*/ 1425393 w 7467600"/>
              <a:gd name="connsiteY653" fmla="*/ 2589124 h 6858000"/>
              <a:gd name="connsiteX654" fmla="*/ 1424001 w 7467600"/>
              <a:gd name="connsiteY654" fmla="*/ 2597541 h 6858000"/>
              <a:gd name="connsiteX655" fmla="*/ 2152729 w 7467600"/>
              <a:gd name="connsiteY655" fmla="*/ 2864487 h 6858000"/>
              <a:gd name="connsiteX656" fmla="*/ 2020609 w 7467600"/>
              <a:gd name="connsiteY656" fmla="*/ 2539671 h 6858000"/>
              <a:gd name="connsiteX657" fmla="*/ 2018920 w 7467600"/>
              <a:gd name="connsiteY657" fmla="*/ 2536309 h 6858000"/>
              <a:gd name="connsiteX658" fmla="*/ 1342441 w 7467600"/>
              <a:gd name="connsiteY658" fmla="*/ 1173017 h 6858000"/>
              <a:gd name="connsiteX659" fmla="*/ 1367925 w 7467600"/>
              <a:gd name="connsiteY659" fmla="*/ 1135648 h 6858000"/>
              <a:gd name="connsiteX660" fmla="*/ 1771401 w 7467600"/>
              <a:gd name="connsiteY660" fmla="*/ 1806673 h 6858000"/>
              <a:gd name="connsiteX661" fmla="*/ 1972385 w 7467600"/>
              <a:gd name="connsiteY661" fmla="*/ 2198735 h 6858000"/>
              <a:gd name="connsiteX662" fmla="*/ 2040892 w 7467600"/>
              <a:gd name="connsiteY662" fmla="*/ 2405205 h 6858000"/>
              <a:gd name="connsiteX663" fmla="*/ 2131689 w 7467600"/>
              <a:gd name="connsiteY663" fmla="*/ 1936926 h 6858000"/>
              <a:gd name="connsiteX664" fmla="*/ 2454820 w 7467600"/>
              <a:gd name="connsiteY664" fmla="*/ 1248808 h 6858000"/>
              <a:gd name="connsiteX665" fmla="*/ 2492512 w 7467600"/>
              <a:gd name="connsiteY665" fmla="*/ 1302920 h 6858000"/>
              <a:gd name="connsiteX666" fmla="*/ 2081216 w 7467600"/>
              <a:gd name="connsiteY666" fmla="*/ 2527513 h 6858000"/>
              <a:gd name="connsiteX667" fmla="*/ 2081211 w 7467600"/>
              <a:gd name="connsiteY667" fmla="*/ 2528916 h 6858000"/>
              <a:gd name="connsiteX668" fmla="*/ 2199067 w 7467600"/>
              <a:gd name="connsiteY668" fmla="*/ 2884061 h 6858000"/>
              <a:gd name="connsiteX669" fmla="*/ 3192586 w 7467600"/>
              <a:gd name="connsiteY669" fmla="*/ 3411496 h 6858000"/>
              <a:gd name="connsiteX670" fmla="*/ 3182620 w 7467600"/>
              <a:gd name="connsiteY670" fmla="*/ 3483279 h 6858000"/>
              <a:gd name="connsiteX671" fmla="*/ 2435119 w 7467600"/>
              <a:gd name="connsiteY671" fmla="*/ 3080173 h 6858000"/>
              <a:gd name="connsiteX672" fmla="*/ 2410152 w 7467600"/>
              <a:gd name="connsiteY672" fmla="*/ 3063751 h 6858000"/>
              <a:gd name="connsiteX673" fmla="*/ 2408099 w 7467600"/>
              <a:gd name="connsiteY673" fmla="*/ 3064403 h 6858000"/>
              <a:gd name="connsiteX674" fmla="*/ 2407218 w 7467600"/>
              <a:gd name="connsiteY674" fmla="*/ 3070324 h 6858000"/>
              <a:gd name="connsiteX675" fmla="*/ 2380138 w 7467600"/>
              <a:gd name="connsiteY675" fmla="*/ 3099341 h 6858000"/>
              <a:gd name="connsiteX676" fmla="*/ 1765923 w 7467600"/>
              <a:gd name="connsiteY676" fmla="*/ 3581043 h 6858000"/>
              <a:gd name="connsiteX677" fmla="*/ 1702258 w 7467600"/>
              <a:gd name="connsiteY677" fmla="*/ 3612286 h 6858000"/>
              <a:gd name="connsiteX678" fmla="*/ 1538370 w 7467600"/>
              <a:gd name="connsiteY678" fmla="*/ 3811804 h 6858000"/>
              <a:gd name="connsiteX679" fmla="*/ 542867 w 7467600"/>
              <a:gd name="connsiteY679" fmla="*/ 4944092 h 6858000"/>
              <a:gd name="connsiteX680" fmla="*/ 515800 w 7467600"/>
              <a:gd name="connsiteY680" fmla="*/ 4862180 h 6858000"/>
              <a:gd name="connsiteX681" fmla="*/ 909145 w 7467600"/>
              <a:gd name="connsiteY681" fmla="*/ 4199225 h 6858000"/>
              <a:gd name="connsiteX682" fmla="*/ 1214067 w 7467600"/>
              <a:gd name="connsiteY682" fmla="*/ 3908561 h 6858000"/>
              <a:gd name="connsiteX683" fmla="*/ 640967 w 7467600"/>
              <a:gd name="connsiteY683" fmla="*/ 4105601 h 6858000"/>
              <a:gd name="connsiteX684" fmla="*/ 112563 w 7467600"/>
              <a:gd name="connsiteY684" fmla="*/ 4396952 h 6858000"/>
              <a:gd name="connsiteX685" fmla="*/ 0 w 7467600"/>
              <a:gd name="connsiteY685" fmla="*/ 4466006 h 6858000"/>
              <a:gd name="connsiteX686" fmla="*/ 0 w 7467600"/>
              <a:gd name="connsiteY686" fmla="*/ 4233763 h 6858000"/>
              <a:gd name="connsiteX687" fmla="*/ 36881 w 7467600"/>
              <a:gd name="connsiteY687" fmla="*/ 4200118 h 6858000"/>
              <a:gd name="connsiteX688" fmla="*/ 910534 w 7467600"/>
              <a:gd name="connsiteY688" fmla="*/ 3629753 h 6858000"/>
              <a:gd name="connsiteX689" fmla="*/ 1578717 w 7467600"/>
              <a:gd name="connsiteY689" fmla="*/ 3575982 h 6858000"/>
              <a:gd name="connsiteX690" fmla="*/ 2338780 w 7467600"/>
              <a:gd name="connsiteY690" fmla="*/ 3033725 h 6858000"/>
              <a:gd name="connsiteX691" fmla="*/ 1807991 w 7467600"/>
              <a:gd name="connsiteY691" fmla="*/ 2807184 h 6858000"/>
              <a:gd name="connsiteX692" fmla="*/ 1416358 w 7467600"/>
              <a:gd name="connsiteY692" fmla="*/ 3112571 h 6858000"/>
              <a:gd name="connsiteX693" fmla="*/ 939066 w 7467600"/>
              <a:gd name="connsiteY693" fmla="*/ 3378798 h 6858000"/>
              <a:gd name="connsiteX694" fmla="*/ 115099 w 7467600"/>
              <a:gd name="connsiteY694" fmla="*/ 3607650 h 6858000"/>
              <a:gd name="connsiteX695" fmla="*/ 97284 w 7467600"/>
              <a:gd name="connsiteY695" fmla="*/ 3520393 h 6858000"/>
              <a:gd name="connsiteX696" fmla="*/ 922050 w 7467600"/>
              <a:gd name="connsiteY696" fmla="*/ 3074867 h 6858000"/>
              <a:gd name="connsiteX697" fmla="*/ 1405265 w 7467600"/>
              <a:gd name="connsiteY697" fmla="*/ 3016319 h 6858000"/>
              <a:gd name="connsiteX698" fmla="*/ 1407512 w 7467600"/>
              <a:gd name="connsiteY698" fmla="*/ 3018001 h 6858000"/>
              <a:gd name="connsiteX699" fmla="*/ 1726266 w 7467600"/>
              <a:gd name="connsiteY699" fmla="*/ 2777274 h 6858000"/>
              <a:gd name="connsiteX700" fmla="*/ 625390 w 7467600"/>
              <a:gd name="connsiteY700" fmla="*/ 2514541 h 6858000"/>
              <a:gd name="connsiteX701" fmla="*/ 619799 w 7467600"/>
              <a:gd name="connsiteY701" fmla="*/ 2527180 h 6858000"/>
              <a:gd name="connsiteX702" fmla="*/ 310030 w 7467600"/>
              <a:gd name="connsiteY702" fmla="*/ 2771818 h 6858000"/>
              <a:gd name="connsiteX703" fmla="*/ 173877 w 7467600"/>
              <a:gd name="connsiteY703" fmla="*/ 2937056 h 6858000"/>
              <a:gd name="connsiteX704" fmla="*/ 77889 w 7467600"/>
              <a:gd name="connsiteY704" fmla="*/ 3138440 h 6858000"/>
              <a:gd name="connsiteX705" fmla="*/ 0 w 7467600"/>
              <a:gd name="connsiteY705" fmla="*/ 3271395 h 6858000"/>
              <a:gd name="connsiteX706" fmla="*/ 0 w 7467600"/>
              <a:gd name="connsiteY706" fmla="*/ 3153002 h 6858000"/>
              <a:gd name="connsiteX707" fmla="*/ 2386 w 7467600"/>
              <a:gd name="connsiteY707" fmla="*/ 3149203 h 6858000"/>
              <a:gd name="connsiteX708" fmla="*/ 89753 w 7467600"/>
              <a:gd name="connsiteY708" fmla="*/ 2987702 h 6858000"/>
              <a:gd name="connsiteX709" fmla="*/ 76869 w 7467600"/>
              <a:gd name="connsiteY709" fmla="*/ 3005404 h 6858000"/>
              <a:gd name="connsiteX710" fmla="*/ 32049 w 7467600"/>
              <a:gd name="connsiteY710" fmla="*/ 3065814 h 6858000"/>
              <a:gd name="connsiteX711" fmla="*/ 0 w 7467600"/>
              <a:gd name="connsiteY711" fmla="*/ 3108744 h 6858000"/>
              <a:gd name="connsiteX712" fmla="*/ 0 w 7467600"/>
              <a:gd name="connsiteY712" fmla="*/ 3058059 h 6858000"/>
              <a:gd name="connsiteX713" fmla="*/ 7610 w 7467600"/>
              <a:gd name="connsiteY713" fmla="*/ 3047889 h 6858000"/>
              <a:gd name="connsiteX714" fmla="*/ 52419 w 7467600"/>
              <a:gd name="connsiteY714" fmla="*/ 2987479 h 6858000"/>
              <a:gd name="connsiteX715" fmla="*/ 59142 w 7467600"/>
              <a:gd name="connsiteY715" fmla="*/ 2978488 h 6858000"/>
              <a:gd name="connsiteX716" fmla="*/ 0 w 7467600"/>
              <a:gd name="connsiteY716" fmla="*/ 3015334 h 6858000"/>
              <a:gd name="connsiteX717" fmla="*/ 0 w 7467600"/>
              <a:gd name="connsiteY717" fmla="*/ 2914286 h 6858000"/>
              <a:gd name="connsiteX718" fmla="*/ 36383 w 7467600"/>
              <a:gd name="connsiteY718" fmla="*/ 2901128 h 6858000"/>
              <a:gd name="connsiteX719" fmla="*/ 156329 w 7467600"/>
              <a:gd name="connsiteY719" fmla="*/ 2840533 h 6858000"/>
              <a:gd name="connsiteX720" fmla="*/ 358355 w 7467600"/>
              <a:gd name="connsiteY720" fmla="*/ 2620471 h 6858000"/>
              <a:gd name="connsiteX721" fmla="*/ 510577 w 7467600"/>
              <a:gd name="connsiteY721" fmla="*/ 2501244 h 6858000"/>
              <a:gd name="connsiteX722" fmla="*/ 211967 w 7467600"/>
              <a:gd name="connsiteY722" fmla="*/ 2479171 h 6858000"/>
              <a:gd name="connsiteX723" fmla="*/ 0 w 7467600"/>
              <a:gd name="connsiteY723" fmla="*/ 2476398 h 6858000"/>
              <a:gd name="connsiteX724" fmla="*/ 0 w 7467600"/>
              <a:gd name="connsiteY724" fmla="*/ 2389189 h 6858000"/>
              <a:gd name="connsiteX725" fmla="*/ 103062 w 7467600"/>
              <a:gd name="connsiteY725" fmla="*/ 2389518 h 6858000"/>
              <a:gd name="connsiteX726" fmla="*/ 510734 w 7467600"/>
              <a:gd name="connsiteY726" fmla="*/ 2416201 h 6858000"/>
              <a:gd name="connsiteX727" fmla="*/ 279257 w 7467600"/>
              <a:gd name="connsiteY727" fmla="*/ 2092102 h 6858000"/>
              <a:gd name="connsiteX728" fmla="*/ 65265 w 7467600"/>
              <a:gd name="connsiteY728" fmla="*/ 2006049 h 6858000"/>
              <a:gd name="connsiteX729" fmla="*/ 0 w 7467600"/>
              <a:gd name="connsiteY729" fmla="*/ 1982532 h 6858000"/>
              <a:gd name="connsiteX730" fmla="*/ 0 w 7467600"/>
              <a:gd name="connsiteY730" fmla="*/ 1912789 h 6858000"/>
              <a:gd name="connsiteX731" fmla="*/ 97460 w 7467600"/>
              <a:gd name="connsiteY731" fmla="*/ 1953725 h 6858000"/>
              <a:gd name="connsiteX732" fmla="*/ 221272 w 7467600"/>
              <a:gd name="connsiteY732" fmla="*/ 1980766 h 6858000"/>
              <a:gd name="connsiteX733" fmla="*/ 116765 w 7467600"/>
              <a:gd name="connsiteY733" fmla="*/ 1911033 h 6858000"/>
              <a:gd name="connsiteX734" fmla="*/ 16405 w 7467600"/>
              <a:gd name="connsiteY734" fmla="*/ 1803412 h 6858000"/>
              <a:gd name="connsiteX735" fmla="*/ 0 w 7467600"/>
              <a:gd name="connsiteY735" fmla="*/ 1784777 h 6858000"/>
              <a:gd name="connsiteX736" fmla="*/ 0 w 7467600"/>
              <a:gd name="connsiteY736" fmla="*/ 1740082 h 6858000"/>
              <a:gd name="connsiteX737" fmla="*/ 39394 w 7467600"/>
              <a:gd name="connsiteY737" fmla="*/ 1784856 h 6858000"/>
              <a:gd name="connsiteX738" fmla="*/ 135813 w 7467600"/>
              <a:gd name="connsiteY738" fmla="*/ 1888838 h 6858000"/>
              <a:gd name="connsiteX739" fmla="*/ 242575 w 7467600"/>
              <a:gd name="connsiteY739" fmla="*/ 1958841 h 6858000"/>
              <a:gd name="connsiteX740" fmla="*/ 82197 w 7467600"/>
              <a:gd name="connsiteY740" fmla="*/ 1754826 h 6858000"/>
              <a:gd name="connsiteX741" fmla="*/ 0 w 7467600"/>
              <a:gd name="connsiteY741" fmla="*/ 1679650 h 6858000"/>
              <a:gd name="connsiteX742" fmla="*/ 0 w 7467600"/>
              <a:gd name="connsiteY742" fmla="*/ 1602463 h 6858000"/>
              <a:gd name="connsiteX743" fmla="*/ 84689 w 7467600"/>
              <a:gd name="connsiteY743" fmla="*/ 1677442 h 6858000"/>
              <a:gd name="connsiteX744" fmla="*/ 298437 w 7467600"/>
              <a:gd name="connsiteY744" fmla="*/ 1968019 h 6858000"/>
              <a:gd name="connsiteX745" fmla="*/ 227269 w 7467600"/>
              <a:gd name="connsiteY745" fmla="*/ 1114064 h 6858000"/>
              <a:gd name="connsiteX746" fmla="*/ 248003 w 7467600"/>
              <a:gd name="connsiteY746" fmla="*/ 1089613 h 6858000"/>
              <a:gd name="connsiteX747" fmla="*/ 427020 w 7467600"/>
              <a:gd name="connsiteY747" fmla="*/ 1619803 h 6858000"/>
              <a:gd name="connsiteX748" fmla="*/ 340345 w 7467600"/>
              <a:gd name="connsiteY748" fmla="*/ 2027739 h 6858000"/>
              <a:gd name="connsiteX749" fmla="*/ 360865 w 7467600"/>
              <a:gd name="connsiteY749" fmla="*/ 2044827 h 6858000"/>
              <a:gd name="connsiteX750" fmla="*/ 560414 w 7467600"/>
              <a:gd name="connsiteY750" fmla="*/ 2421457 h 6858000"/>
              <a:gd name="connsiteX751" fmla="*/ 1359703 w 7467600"/>
              <a:gd name="connsiteY751" fmla="*/ 2578554 h 6858000"/>
              <a:gd name="connsiteX752" fmla="*/ 1359422 w 7467600"/>
              <a:gd name="connsiteY752" fmla="*/ 2577994 h 6858000"/>
              <a:gd name="connsiteX753" fmla="*/ 828701 w 7467600"/>
              <a:gd name="connsiteY753" fmla="*/ 1839520 h 6858000"/>
              <a:gd name="connsiteX754" fmla="*/ 494427 w 7467600"/>
              <a:gd name="connsiteY754" fmla="*/ 1092333 h 6858000"/>
              <a:gd name="connsiteX755" fmla="*/ 506322 w 7467600"/>
              <a:gd name="connsiteY755" fmla="*/ 1020997 h 6858000"/>
              <a:gd name="connsiteX756" fmla="*/ 4570198 w 7467600"/>
              <a:gd name="connsiteY756" fmla="*/ 978081 h 6858000"/>
              <a:gd name="connsiteX757" fmla="*/ 4523691 w 7467600"/>
              <a:gd name="connsiteY757" fmla="*/ 1127776 h 6858000"/>
              <a:gd name="connsiteX758" fmla="*/ 4509875 w 7467600"/>
              <a:gd name="connsiteY758" fmla="*/ 1167552 h 6858000"/>
              <a:gd name="connsiteX759" fmla="*/ 4478168 w 7467600"/>
              <a:gd name="connsiteY759" fmla="*/ 1260735 h 6858000"/>
              <a:gd name="connsiteX760" fmla="*/ 4409309 w 7467600"/>
              <a:gd name="connsiteY760" fmla="*/ 1666996 h 6858000"/>
              <a:gd name="connsiteX761" fmla="*/ 4370031 w 7467600"/>
              <a:gd name="connsiteY761" fmla="*/ 1955666 h 6858000"/>
              <a:gd name="connsiteX762" fmla="*/ 4570198 w 7467600"/>
              <a:gd name="connsiteY762" fmla="*/ 978081 h 6858000"/>
              <a:gd name="connsiteX763" fmla="*/ 4557898 w 7467600"/>
              <a:gd name="connsiteY763" fmla="*/ 900011 h 6858000"/>
              <a:gd name="connsiteX764" fmla="*/ 4344840 w 7467600"/>
              <a:gd name="connsiteY764" fmla="*/ 1922038 h 6858000"/>
              <a:gd name="connsiteX765" fmla="*/ 4378710 w 7467600"/>
              <a:gd name="connsiteY765" fmla="*/ 1665516 h 6858000"/>
              <a:gd name="connsiteX766" fmla="*/ 4448798 w 7467600"/>
              <a:gd name="connsiteY766" fmla="*/ 1253024 h 6858000"/>
              <a:gd name="connsiteX767" fmla="*/ 4480315 w 7467600"/>
              <a:gd name="connsiteY767" fmla="*/ 1158454 h 6858000"/>
              <a:gd name="connsiteX768" fmla="*/ 4494133 w 7467600"/>
              <a:gd name="connsiteY768" fmla="*/ 1118676 h 6858000"/>
              <a:gd name="connsiteX769" fmla="*/ 4557898 w 7467600"/>
              <a:gd name="connsiteY769" fmla="*/ 900011 h 6858000"/>
              <a:gd name="connsiteX770" fmla="*/ 5870151 w 7467600"/>
              <a:gd name="connsiteY770" fmla="*/ 898890 h 6858000"/>
              <a:gd name="connsiteX771" fmla="*/ 5861335 w 7467600"/>
              <a:gd name="connsiteY771" fmla="*/ 899177 h 6858000"/>
              <a:gd name="connsiteX772" fmla="*/ 5843702 w 7467600"/>
              <a:gd name="connsiteY772" fmla="*/ 899748 h 6858000"/>
              <a:gd name="connsiteX773" fmla="*/ 5651107 w 7467600"/>
              <a:gd name="connsiteY773" fmla="*/ 920306 h 6858000"/>
              <a:gd name="connsiteX774" fmla="*/ 5459407 w 7467600"/>
              <a:gd name="connsiteY774" fmla="*/ 940975 h 6858000"/>
              <a:gd name="connsiteX775" fmla="*/ 5374846 w 7467600"/>
              <a:gd name="connsiteY775" fmla="*/ 941988 h 6858000"/>
              <a:gd name="connsiteX776" fmla="*/ 5256105 w 7467600"/>
              <a:gd name="connsiteY776" fmla="*/ 945632 h 6858000"/>
              <a:gd name="connsiteX777" fmla="*/ 5107071 w 7467600"/>
              <a:gd name="connsiteY777" fmla="*/ 969720 h 6858000"/>
              <a:gd name="connsiteX778" fmla="*/ 4998681 w 7467600"/>
              <a:gd name="connsiteY778" fmla="*/ 988771 h 6858000"/>
              <a:gd name="connsiteX779" fmla="*/ 5870151 w 7467600"/>
              <a:gd name="connsiteY779" fmla="*/ 898890 h 6858000"/>
              <a:gd name="connsiteX780" fmla="*/ 5504425 w 7467600"/>
              <a:gd name="connsiteY780" fmla="*/ 848067 h 6858000"/>
              <a:gd name="connsiteX781" fmla="*/ 4968849 w 7467600"/>
              <a:gd name="connsiteY781" fmla="*/ 962318 h 6858000"/>
              <a:gd name="connsiteX782" fmla="*/ 5104039 w 7467600"/>
              <a:gd name="connsiteY782" fmla="*/ 940634 h 6858000"/>
              <a:gd name="connsiteX783" fmla="*/ 5256311 w 7467600"/>
              <a:gd name="connsiteY783" fmla="*/ 916490 h 6858000"/>
              <a:gd name="connsiteX784" fmla="*/ 5377381 w 7467600"/>
              <a:gd name="connsiteY784" fmla="*/ 912671 h 6858000"/>
              <a:gd name="connsiteX785" fmla="*/ 5460148 w 7467600"/>
              <a:gd name="connsiteY785" fmla="*/ 911442 h 6858000"/>
              <a:gd name="connsiteX786" fmla="*/ 5648971 w 7467600"/>
              <a:gd name="connsiteY786" fmla="*/ 891331 h 6858000"/>
              <a:gd name="connsiteX787" fmla="*/ 5844807 w 7467600"/>
              <a:gd name="connsiteY787" fmla="*/ 870718 h 6858000"/>
              <a:gd name="connsiteX788" fmla="*/ 5862975 w 7467600"/>
              <a:gd name="connsiteY788" fmla="*/ 869756 h 6858000"/>
              <a:gd name="connsiteX789" fmla="*/ 5920887 w 7467600"/>
              <a:gd name="connsiteY789" fmla="*/ 865929 h 6858000"/>
              <a:gd name="connsiteX790" fmla="*/ 5504425 w 7467600"/>
              <a:gd name="connsiteY790" fmla="*/ 848067 h 6858000"/>
              <a:gd name="connsiteX791" fmla="*/ 3607114 w 7467600"/>
              <a:gd name="connsiteY791" fmla="*/ 467441 h 6858000"/>
              <a:gd name="connsiteX792" fmla="*/ 3296242 w 7467600"/>
              <a:gd name="connsiteY792" fmla="*/ 807991 h 6858000"/>
              <a:gd name="connsiteX793" fmla="*/ 3174674 w 7467600"/>
              <a:gd name="connsiteY793" fmla="*/ 919759 h 6858000"/>
              <a:gd name="connsiteX794" fmla="*/ 3042978 w 7467600"/>
              <a:gd name="connsiteY794" fmla="*/ 1054894 h 6858000"/>
              <a:gd name="connsiteX795" fmla="*/ 2968914 w 7467600"/>
              <a:gd name="connsiteY795" fmla="*/ 1133756 h 6858000"/>
              <a:gd name="connsiteX796" fmla="*/ 3103823 w 7467600"/>
              <a:gd name="connsiteY796" fmla="*/ 1026814 h 6858000"/>
              <a:gd name="connsiteX797" fmla="*/ 3607114 w 7467600"/>
              <a:gd name="connsiteY797" fmla="*/ 467441 h 6858000"/>
              <a:gd name="connsiteX798" fmla="*/ 3744487 w 7467600"/>
              <a:gd name="connsiteY798" fmla="*/ 383136 h 6858000"/>
              <a:gd name="connsiteX799" fmla="*/ 3970213 w 7467600"/>
              <a:gd name="connsiteY799" fmla="*/ 995559 h 6858000"/>
              <a:gd name="connsiteX800" fmla="*/ 3744487 w 7467600"/>
              <a:gd name="connsiteY800" fmla="*/ 383136 h 6858000"/>
              <a:gd name="connsiteX801" fmla="*/ 3624562 w 7467600"/>
              <a:gd name="connsiteY801" fmla="*/ 367041 h 6858000"/>
              <a:gd name="connsiteX802" fmla="*/ 3489712 w 7467600"/>
              <a:gd name="connsiteY802" fmla="*/ 485386 h 6858000"/>
              <a:gd name="connsiteX803" fmla="*/ 3182994 w 7467600"/>
              <a:gd name="connsiteY803" fmla="*/ 828265 h 6858000"/>
              <a:gd name="connsiteX804" fmla="*/ 2892114 w 7467600"/>
              <a:gd name="connsiteY804" fmla="*/ 1172635 h 6858000"/>
              <a:gd name="connsiteX805" fmla="*/ 3021459 w 7467600"/>
              <a:gd name="connsiteY805" fmla="*/ 1035385 h 6858000"/>
              <a:gd name="connsiteX806" fmla="*/ 3153873 w 7467600"/>
              <a:gd name="connsiteY806" fmla="*/ 898971 h 6858000"/>
              <a:gd name="connsiteX807" fmla="*/ 3276511 w 7467600"/>
              <a:gd name="connsiteY807" fmla="*/ 786423 h 6858000"/>
              <a:gd name="connsiteX808" fmla="*/ 3584154 w 7467600"/>
              <a:gd name="connsiteY808" fmla="*/ 448218 h 6858000"/>
              <a:gd name="connsiteX809" fmla="*/ 3624562 w 7467600"/>
              <a:gd name="connsiteY809" fmla="*/ 367041 h 6858000"/>
              <a:gd name="connsiteX810" fmla="*/ 3766672 w 7467600"/>
              <a:gd name="connsiteY810" fmla="*/ 359429 h 6858000"/>
              <a:gd name="connsiteX811" fmla="*/ 3996338 w 7467600"/>
              <a:gd name="connsiteY811" fmla="*/ 968237 h 6858000"/>
              <a:gd name="connsiteX812" fmla="*/ 3766672 w 7467600"/>
              <a:gd name="connsiteY812" fmla="*/ 359429 h 6858000"/>
              <a:gd name="connsiteX813" fmla="*/ 5805386 w 7467600"/>
              <a:gd name="connsiteY813" fmla="*/ 239240 h 6858000"/>
              <a:gd name="connsiteX814" fmla="*/ 5736947 w 7467600"/>
              <a:gd name="connsiteY814" fmla="*/ 261367 h 6858000"/>
              <a:gd name="connsiteX815" fmla="*/ 5427012 w 7467600"/>
              <a:gd name="connsiteY815" fmla="*/ 311272 h 6858000"/>
              <a:gd name="connsiteX816" fmla="*/ 5147818 w 7467600"/>
              <a:gd name="connsiteY816" fmla="*/ 322112 h 6858000"/>
              <a:gd name="connsiteX817" fmla="*/ 5060854 w 7467600"/>
              <a:gd name="connsiteY817" fmla="*/ 311882 h 6858000"/>
              <a:gd name="connsiteX818" fmla="*/ 4945989 w 7467600"/>
              <a:gd name="connsiteY818" fmla="*/ 300516 h 6858000"/>
              <a:gd name="connsiteX819" fmla="*/ 5410479 w 7467600"/>
              <a:gd name="connsiteY819" fmla="*/ 348434 h 6858000"/>
              <a:gd name="connsiteX820" fmla="*/ 5805386 w 7467600"/>
              <a:gd name="connsiteY820" fmla="*/ 239240 h 6858000"/>
              <a:gd name="connsiteX821" fmla="*/ 5905192 w 7467600"/>
              <a:gd name="connsiteY821" fmla="*/ 163079 h 6858000"/>
              <a:gd name="connsiteX822" fmla="*/ 5865655 w 7467600"/>
              <a:gd name="connsiteY822" fmla="*/ 171901 h 6858000"/>
              <a:gd name="connsiteX823" fmla="*/ 5259740 w 7467600"/>
              <a:gd name="connsiteY823" fmla="*/ 257013 h 6858000"/>
              <a:gd name="connsiteX824" fmla="*/ 5208466 w 7467600"/>
              <a:gd name="connsiteY824" fmla="*/ 257550 h 6858000"/>
              <a:gd name="connsiteX825" fmla="*/ 4980204 w 7467600"/>
              <a:gd name="connsiteY825" fmla="*/ 271903 h 6858000"/>
              <a:gd name="connsiteX826" fmla="*/ 5068068 w 7467600"/>
              <a:gd name="connsiteY826" fmla="*/ 282244 h 6858000"/>
              <a:gd name="connsiteX827" fmla="*/ 5153231 w 7467600"/>
              <a:gd name="connsiteY827" fmla="*/ 292240 h 6858000"/>
              <a:gd name="connsiteX828" fmla="*/ 5426491 w 7467600"/>
              <a:gd name="connsiteY828" fmla="*/ 281128 h 6858000"/>
              <a:gd name="connsiteX829" fmla="*/ 5731212 w 7467600"/>
              <a:gd name="connsiteY829" fmla="*/ 231951 h 6858000"/>
              <a:gd name="connsiteX830" fmla="*/ 5905192 w 7467600"/>
              <a:gd name="connsiteY830" fmla="*/ 163079 h 6858000"/>
              <a:gd name="connsiteX831" fmla="*/ 5944437 w 7467600"/>
              <a:gd name="connsiteY831" fmla="*/ 113829 h 6858000"/>
              <a:gd name="connsiteX832" fmla="*/ 5825032 w 7467600"/>
              <a:gd name="connsiteY832" fmla="*/ 146405 h 6858000"/>
              <a:gd name="connsiteX833" fmla="*/ 4955599 w 7467600"/>
              <a:gd name="connsiteY833" fmla="*/ 247008 h 6858000"/>
              <a:gd name="connsiteX834" fmla="*/ 5210104 w 7467600"/>
              <a:gd name="connsiteY834" fmla="*/ 228123 h 6858000"/>
              <a:gd name="connsiteX835" fmla="*/ 5261015 w 7467600"/>
              <a:gd name="connsiteY835" fmla="*/ 227087 h 6858000"/>
              <a:gd name="connsiteX836" fmla="*/ 5861181 w 7467600"/>
              <a:gd name="connsiteY836" fmla="*/ 143093 h 6858000"/>
              <a:gd name="connsiteX837" fmla="*/ 5961252 w 7467600"/>
              <a:gd name="connsiteY837" fmla="*/ 114820 h 6858000"/>
              <a:gd name="connsiteX838" fmla="*/ 5944437 w 7467600"/>
              <a:gd name="connsiteY838" fmla="*/ 113829 h 6858000"/>
              <a:gd name="connsiteX839" fmla="*/ 3882765 w 7467600"/>
              <a:gd name="connsiteY839" fmla="*/ 0 h 6858000"/>
              <a:gd name="connsiteX840" fmla="*/ 3995099 w 7467600"/>
              <a:gd name="connsiteY840" fmla="*/ 0 h 6858000"/>
              <a:gd name="connsiteX841" fmla="*/ 4163818 w 7467600"/>
              <a:gd name="connsiteY841" fmla="*/ 234104 h 6858000"/>
              <a:gd name="connsiteX842" fmla="*/ 4172099 w 7467600"/>
              <a:gd name="connsiteY842" fmla="*/ 234207 h 6858000"/>
              <a:gd name="connsiteX843" fmla="*/ 4784282 w 7467600"/>
              <a:gd name="connsiteY843" fmla="*/ 276561 h 6858000"/>
              <a:gd name="connsiteX844" fmla="*/ 4801687 w 7467600"/>
              <a:gd name="connsiteY844" fmla="*/ 267764 h 6858000"/>
              <a:gd name="connsiteX845" fmla="*/ 6082788 w 7467600"/>
              <a:gd name="connsiteY845" fmla="*/ 64119 h 6858000"/>
              <a:gd name="connsiteX846" fmla="*/ 6099442 w 7467600"/>
              <a:gd name="connsiteY846" fmla="*/ 82568 h 6858000"/>
              <a:gd name="connsiteX847" fmla="*/ 4804137 w 7467600"/>
              <a:gd name="connsiteY847" fmla="*/ 320931 h 6858000"/>
              <a:gd name="connsiteX848" fmla="*/ 4227047 w 7467600"/>
              <a:gd name="connsiteY848" fmla="*/ 313415 h 6858000"/>
              <a:gd name="connsiteX849" fmla="*/ 4346041 w 7467600"/>
              <a:gd name="connsiteY849" fmla="*/ 456086 h 6858000"/>
              <a:gd name="connsiteX850" fmla="*/ 4870967 w 7467600"/>
              <a:gd name="connsiteY850" fmla="*/ 963061 h 6858000"/>
              <a:gd name="connsiteX851" fmla="*/ 4889647 w 7467600"/>
              <a:gd name="connsiteY851" fmla="*/ 957147 h 6858000"/>
              <a:gd name="connsiteX852" fmla="*/ 5422504 w 7467600"/>
              <a:gd name="connsiteY852" fmla="*/ 805191 h 6858000"/>
              <a:gd name="connsiteX853" fmla="*/ 6087656 w 7467600"/>
              <a:gd name="connsiteY853" fmla="*/ 826703 h 6858000"/>
              <a:gd name="connsiteX854" fmla="*/ 6058717 w 7467600"/>
              <a:gd name="connsiteY854" fmla="*/ 865992 h 6858000"/>
              <a:gd name="connsiteX855" fmla="*/ 4974153 w 7467600"/>
              <a:gd name="connsiteY855" fmla="*/ 1045456 h 6858000"/>
              <a:gd name="connsiteX856" fmla="*/ 5627835 w 7467600"/>
              <a:gd name="connsiteY856" fmla="*/ 1472077 h 6858000"/>
              <a:gd name="connsiteX857" fmla="*/ 5629817 w 7467600"/>
              <a:gd name="connsiteY857" fmla="*/ 1471412 h 6858000"/>
              <a:gd name="connsiteX858" fmla="*/ 5634124 w 7467600"/>
              <a:gd name="connsiteY858" fmla="*/ 1470572 h 6858000"/>
              <a:gd name="connsiteX859" fmla="*/ 5755832 w 7467600"/>
              <a:gd name="connsiteY859" fmla="*/ 1383886 h 6858000"/>
              <a:gd name="connsiteX860" fmla="*/ 6014186 w 7467600"/>
              <a:gd name="connsiteY860" fmla="*/ 1279799 h 6858000"/>
              <a:gd name="connsiteX861" fmla="*/ 6901619 w 7467600"/>
              <a:gd name="connsiteY861" fmla="*/ 1047874 h 6858000"/>
              <a:gd name="connsiteX862" fmla="*/ 6931566 w 7467600"/>
              <a:gd name="connsiteY862" fmla="*/ 1062034 h 6858000"/>
              <a:gd name="connsiteX863" fmla="*/ 5790982 w 7467600"/>
              <a:gd name="connsiteY863" fmla="*/ 1561380 h 6858000"/>
              <a:gd name="connsiteX864" fmla="*/ 6188971 w 7467600"/>
              <a:gd name="connsiteY864" fmla="*/ 1755168 h 6858000"/>
              <a:gd name="connsiteX865" fmla="*/ 6202446 w 7467600"/>
              <a:gd name="connsiteY865" fmla="*/ 1752268 h 6858000"/>
              <a:gd name="connsiteX866" fmla="*/ 7179560 w 7467600"/>
              <a:gd name="connsiteY866" fmla="*/ 1467551 h 6858000"/>
              <a:gd name="connsiteX867" fmla="*/ 7158730 w 7467600"/>
              <a:gd name="connsiteY867" fmla="*/ 1507835 h 6858000"/>
              <a:gd name="connsiteX868" fmla="*/ 6326959 w 7467600"/>
              <a:gd name="connsiteY868" fmla="*/ 1817686 h 6858000"/>
              <a:gd name="connsiteX869" fmla="*/ 6537433 w 7467600"/>
              <a:gd name="connsiteY869" fmla="*/ 1907790 h 6858000"/>
              <a:gd name="connsiteX870" fmla="*/ 6550221 w 7467600"/>
              <a:gd name="connsiteY870" fmla="*/ 1910729 h 6858000"/>
              <a:gd name="connsiteX871" fmla="*/ 6964438 w 7467600"/>
              <a:gd name="connsiteY871" fmla="*/ 2209505 h 6858000"/>
              <a:gd name="connsiteX872" fmla="*/ 7367862 w 7467600"/>
              <a:gd name="connsiteY872" fmla="*/ 2806833 h 6858000"/>
              <a:gd name="connsiteX873" fmla="*/ 7364329 w 7467600"/>
              <a:gd name="connsiteY873" fmla="*/ 2826907 h 6858000"/>
              <a:gd name="connsiteX874" fmla="*/ 7290545 w 7467600"/>
              <a:gd name="connsiteY874" fmla="*/ 2850663 h 6858000"/>
              <a:gd name="connsiteX875" fmla="*/ 6472036 w 7467600"/>
              <a:gd name="connsiteY875" fmla="*/ 1959003 h 6858000"/>
              <a:gd name="connsiteX876" fmla="*/ 5792897 w 7467600"/>
              <a:gd name="connsiteY876" fmla="*/ 1647747 h 6858000"/>
              <a:gd name="connsiteX877" fmla="*/ 5842751 w 7467600"/>
              <a:gd name="connsiteY877" fmla="*/ 1816112 h 6858000"/>
              <a:gd name="connsiteX878" fmla="*/ 5847424 w 7467600"/>
              <a:gd name="connsiteY878" fmla="*/ 1815776 h 6858000"/>
              <a:gd name="connsiteX879" fmla="*/ 6399821 w 7467600"/>
              <a:gd name="connsiteY879" fmla="*/ 2344799 h 6858000"/>
              <a:gd name="connsiteX880" fmla="*/ 6323232 w 7467600"/>
              <a:gd name="connsiteY880" fmla="*/ 2389634 h 6858000"/>
              <a:gd name="connsiteX881" fmla="*/ 5942958 w 7467600"/>
              <a:gd name="connsiteY881" fmla="*/ 2077708 h 6858000"/>
              <a:gd name="connsiteX882" fmla="*/ 5921559 w 7467600"/>
              <a:gd name="connsiteY882" fmla="*/ 2378596 h 6858000"/>
              <a:gd name="connsiteX883" fmla="*/ 5817651 w 7467600"/>
              <a:gd name="connsiteY883" fmla="*/ 3023919 h 6858000"/>
              <a:gd name="connsiteX884" fmla="*/ 5729634 w 7467600"/>
              <a:gd name="connsiteY884" fmla="*/ 3051849 h 6858000"/>
              <a:gd name="connsiteX885" fmla="*/ 5611018 w 7467600"/>
              <a:gd name="connsiteY885" fmla="*/ 2316769 h 6858000"/>
              <a:gd name="connsiteX886" fmla="*/ 5687608 w 7467600"/>
              <a:gd name="connsiteY886" fmla="*/ 2039972 h 6858000"/>
              <a:gd name="connsiteX887" fmla="*/ 5657554 w 7467600"/>
              <a:gd name="connsiteY887" fmla="*/ 1576445 h 6858000"/>
              <a:gd name="connsiteX888" fmla="*/ 5150475 w 7467600"/>
              <a:gd name="connsiteY888" fmla="*/ 1274012 h 6858000"/>
              <a:gd name="connsiteX889" fmla="*/ 5349142 w 7467600"/>
              <a:gd name="connsiteY889" fmla="*/ 2204405 h 6858000"/>
              <a:gd name="connsiteX890" fmla="*/ 5262214 w 7467600"/>
              <a:gd name="connsiteY890" fmla="*/ 2233836 h 6858000"/>
              <a:gd name="connsiteX891" fmla="*/ 4981539 w 7467600"/>
              <a:gd name="connsiteY891" fmla="*/ 1542201 h 6858000"/>
              <a:gd name="connsiteX892" fmla="*/ 4958461 w 7467600"/>
              <a:gd name="connsiteY892" fmla="*/ 1136957 h 6858000"/>
              <a:gd name="connsiteX893" fmla="*/ 4655015 w 7467600"/>
              <a:gd name="connsiteY893" fmla="*/ 891426 h 6858000"/>
              <a:gd name="connsiteX894" fmla="*/ 4348002 w 7467600"/>
              <a:gd name="connsiteY894" fmla="*/ 2205895 h 6858000"/>
              <a:gd name="connsiteX895" fmla="*/ 4262250 w 7467600"/>
              <a:gd name="connsiteY895" fmla="*/ 2219972 h 6858000"/>
              <a:gd name="connsiteX896" fmla="*/ 4550611 w 7467600"/>
              <a:gd name="connsiteY896" fmla="*/ 817540 h 6858000"/>
              <a:gd name="connsiteX897" fmla="*/ 4564418 w 7467600"/>
              <a:gd name="connsiteY897" fmla="*/ 808293 h 6858000"/>
              <a:gd name="connsiteX898" fmla="*/ 4266388 w 7467600"/>
              <a:gd name="connsiteY898" fmla="*/ 500083 h 6858000"/>
              <a:gd name="connsiteX899" fmla="*/ 4032842 w 7467600"/>
              <a:gd name="connsiteY899" fmla="*/ 211809 h 6858000"/>
              <a:gd name="connsiteX900" fmla="*/ 3882765 w 7467600"/>
              <a:gd name="connsiteY900" fmla="*/ 0 h 6858000"/>
              <a:gd name="connsiteX901" fmla="*/ 3721337 w 7467600"/>
              <a:gd name="connsiteY901" fmla="*/ 0 h 6858000"/>
              <a:gd name="connsiteX902" fmla="*/ 3797544 w 7467600"/>
              <a:gd name="connsiteY902" fmla="*/ 0 h 6858000"/>
              <a:gd name="connsiteX903" fmla="*/ 3775734 w 7467600"/>
              <a:gd name="connsiteY903" fmla="*/ 95131 h 6858000"/>
              <a:gd name="connsiteX904" fmla="*/ 3724807 w 7467600"/>
              <a:gd name="connsiteY904" fmla="*/ 272257 h 6858000"/>
              <a:gd name="connsiteX905" fmla="*/ 3726844 w 7467600"/>
              <a:gd name="connsiteY905" fmla="*/ 282988 h 6858000"/>
              <a:gd name="connsiteX906" fmla="*/ 3742664 w 7467600"/>
              <a:gd name="connsiteY906" fmla="*/ 279918 h 6858000"/>
              <a:gd name="connsiteX907" fmla="*/ 4103910 w 7467600"/>
              <a:gd name="connsiteY907" fmla="*/ 1161917 h 6858000"/>
              <a:gd name="connsiteX908" fmla="*/ 4020269 w 7467600"/>
              <a:gd name="connsiteY908" fmla="*/ 1200406 h 6858000"/>
              <a:gd name="connsiteX909" fmla="*/ 3674882 w 7467600"/>
              <a:gd name="connsiteY909" fmla="*/ 488524 h 6858000"/>
              <a:gd name="connsiteX910" fmla="*/ 3132682 w 7467600"/>
              <a:gd name="connsiteY910" fmla="*/ 1072284 h 6858000"/>
              <a:gd name="connsiteX911" fmla="*/ 2716346 w 7467600"/>
              <a:gd name="connsiteY911" fmla="*/ 1276376 h 6858000"/>
              <a:gd name="connsiteX912" fmla="*/ 2716772 w 7467600"/>
              <a:gd name="connsiteY912" fmla="*/ 1255462 h 6858000"/>
              <a:gd name="connsiteX913" fmla="*/ 3471096 w 7467600"/>
              <a:gd name="connsiteY913" fmla="*/ 437072 h 6858000"/>
              <a:gd name="connsiteX914" fmla="*/ 3639057 w 7467600"/>
              <a:gd name="connsiteY914" fmla="*/ 286334 h 6858000"/>
              <a:gd name="connsiteX915" fmla="*/ 3640309 w 7467600"/>
              <a:gd name="connsiteY915" fmla="*/ 284664 h 6858000"/>
              <a:gd name="connsiteX916" fmla="*/ 3646022 w 7467600"/>
              <a:gd name="connsiteY916" fmla="*/ 276711 h 6858000"/>
              <a:gd name="connsiteX917" fmla="*/ 3707943 w 7467600"/>
              <a:gd name="connsiteY917" fmla="*/ 65958 h 6858000"/>
              <a:gd name="connsiteX918" fmla="*/ 3721337 w 7467600"/>
              <a:gd name="connsiteY918" fmla="*/ 0 h 6858000"/>
              <a:gd name="connsiteX919" fmla="*/ 2867960 w 7467600"/>
              <a:gd name="connsiteY919" fmla="*/ 0 h 6858000"/>
              <a:gd name="connsiteX920" fmla="*/ 2926351 w 7467600"/>
              <a:gd name="connsiteY920" fmla="*/ 0 h 6858000"/>
              <a:gd name="connsiteX921" fmla="*/ 2902823 w 7467600"/>
              <a:gd name="connsiteY921" fmla="*/ 262929 h 6858000"/>
              <a:gd name="connsiteX922" fmla="*/ 2940663 w 7467600"/>
              <a:gd name="connsiteY922" fmla="*/ 140884 h 6858000"/>
              <a:gd name="connsiteX923" fmla="*/ 2947039 w 7467600"/>
              <a:gd name="connsiteY923" fmla="*/ 122524 h 6858000"/>
              <a:gd name="connsiteX924" fmla="*/ 2984316 w 7467600"/>
              <a:gd name="connsiteY924" fmla="*/ 0 h 6858000"/>
              <a:gd name="connsiteX925" fmla="*/ 3016114 w 7467600"/>
              <a:gd name="connsiteY925" fmla="*/ 0 h 6858000"/>
              <a:gd name="connsiteX926" fmla="*/ 2979949 w 7467600"/>
              <a:gd name="connsiteY926" fmla="*/ 119274 h 6858000"/>
              <a:gd name="connsiteX927" fmla="*/ 3023879 w 7467600"/>
              <a:gd name="connsiteY927" fmla="*/ 0 h 6858000"/>
              <a:gd name="connsiteX928" fmla="*/ 3105400 w 7467600"/>
              <a:gd name="connsiteY928" fmla="*/ 0 h 6858000"/>
              <a:gd name="connsiteX929" fmla="*/ 3094669 w 7467600"/>
              <a:gd name="connsiteY929" fmla="*/ 30308 h 6858000"/>
              <a:gd name="connsiteX930" fmla="*/ 2901945 w 7467600"/>
              <a:gd name="connsiteY930" fmla="*/ 466538 h 6858000"/>
              <a:gd name="connsiteX931" fmla="*/ 2815209 w 7467600"/>
              <a:gd name="connsiteY931" fmla="*/ 497361 h 6858000"/>
              <a:gd name="connsiteX932" fmla="*/ 2844845 w 7467600"/>
              <a:gd name="connsiteY932" fmla="*/ 127638 h 6858000"/>
              <a:gd name="connsiteX933" fmla="*/ 2867960 w 7467600"/>
              <a:gd name="connsiteY933" fmla="*/ 0 h 6858000"/>
              <a:gd name="connsiteX934" fmla="*/ 1057230 w 7467600"/>
              <a:gd name="connsiteY934" fmla="*/ 0 h 6858000"/>
              <a:gd name="connsiteX935" fmla="*/ 1111003 w 7467600"/>
              <a:gd name="connsiteY935" fmla="*/ 0 h 6858000"/>
              <a:gd name="connsiteX936" fmla="*/ 1125553 w 7467600"/>
              <a:gd name="connsiteY936" fmla="*/ 52588 h 6858000"/>
              <a:gd name="connsiteX937" fmla="*/ 1304276 w 7467600"/>
              <a:gd name="connsiteY937" fmla="*/ 476275 h 6858000"/>
              <a:gd name="connsiteX938" fmla="*/ 1492066 w 7467600"/>
              <a:gd name="connsiteY938" fmla="*/ 886333 h 6858000"/>
              <a:gd name="connsiteX939" fmla="*/ 1423698 w 7467600"/>
              <a:gd name="connsiteY939" fmla="*/ 710817 h 6858000"/>
              <a:gd name="connsiteX940" fmla="*/ 1357609 w 7467600"/>
              <a:gd name="connsiteY940" fmla="*/ 532892 h 6858000"/>
              <a:gd name="connsiteX941" fmla="*/ 1309550 w 7467600"/>
              <a:gd name="connsiteY941" fmla="*/ 374031 h 6858000"/>
              <a:gd name="connsiteX942" fmla="*/ 1193673 w 7467600"/>
              <a:gd name="connsiteY942" fmla="*/ 49533 h 6858000"/>
              <a:gd name="connsiteX943" fmla="*/ 1164391 w 7467600"/>
              <a:gd name="connsiteY943" fmla="*/ 0 h 6858000"/>
              <a:gd name="connsiteX944" fmla="*/ 1200666 w 7467600"/>
              <a:gd name="connsiteY944" fmla="*/ 0 h 6858000"/>
              <a:gd name="connsiteX945" fmla="*/ 1223408 w 7467600"/>
              <a:gd name="connsiteY945" fmla="*/ 38996 h 6858000"/>
              <a:gd name="connsiteX946" fmla="*/ 1339635 w 7467600"/>
              <a:gd name="connsiteY946" fmla="*/ 365517 h 6858000"/>
              <a:gd name="connsiteX947" fmla="*/ 1387469 w 7467600"/>
              <a:gd name="connsiteY947" fmla="*/ 523079 h 6858000"/>
              <a:gd name="connsiteX948" fmla="*/ 1452685 w 7467600"/>
              <a:gd name="connsiteY948" fmla="*/ 699806 h 6858000"/>
              <a:gd name="connsiteX949" fmla="*/ 1492092 w 7467600"/>
              <a:gd name="connsiteY949" fmla="*/ 800424 h 6858000"/>
              <a:gd name="connsiteX950" fmla="*/ 1455302 w 7467600"/>
              <a:gd name="connsiteY950" fmla="*/ 632913 h 6858000"/>
              <a:gd name="connsiteX951" fmla="*/ 1222336 w 7467600"/>
              <a:gd name="connsiteY951" fmla="*/ 9480 h 6858000"/>
              <a:gd name="connsiteX952" fmla="*/ 1214634 w 7467600"/>
              <a:gd name="connsiteY952" fmla="*/ 0 h 6858000"/>
              <a:gd name="connsiteX953" fmla="*/ 1289827 w 7467600"/>
              <a:gd name="connsiteY953" fmla="*/ 0 h 6858000"/>
              <a:gd name="connsiteX954" fmla="*/ 1321076 w 7467600"/>
              <a:gd name="connsiteY954" fmla="*/ 59722 h 6858000"/>
              <a:gd name="connsiteX955" fmla="*/ 1512579 w 7467600"/>
              <a:gd name="connsiteY955" fmla="*/ 626441 h 6858000"/>
              <a:gd name="connsiteX956" fmla="*/ 1506076 w 7467600"/>
              <a:gd name="connsiteY956" fmla="*/ 1089289 h 6858000"/>
              <a:gd name="connsiteX957" fmla="*/ 1486346 w 7467600"/>
              <a:gd name="connsiteY957" fmla="*/ 1079919 h 6858000"/>
              <a:gd name="connsiteX958" fmla="*/ 1070511 w 7467600"/>
              <a:gd name="connsiteY958" fmla="*/ 48609 h 6858000"/>
              <a:gd name="connsiteX959" fmla="*/ 1057230 w 7467600"/>
              <a:gd name="connsiteY959" fmla="*/ 0 h 6858000"/>
              <a:gd name="connsiteX960" fmla="*/ 43151 w 7467600"/>
              <a:gd name="connsiteY960" fmla="*/ 0 h 6858000"/>
              <a:gd name="connsiteX961" fmla="*/ 95283 w 7467600"/>
              <a:gd name="connsiteY961" fmla="*/ 0 h 6858000"/>
              <a:gd name="connsiteX962" fmla="*/ 300708 w 7467600"/>
              <a:gd name="connsiteY962" fmla="*/ 154571 h 6858000"/>
              <a:gd name="connsiteX963" fmla="*/ 530414 w 7467600"/>
              <a:gd name="connsiteY963" fmla="*/ 354673 h 6858000"/>
              <a:gd name="connsiteX964" fmla="*/ 333785 w 7467600"/>
              <a:gd name="connsiteY964" fmla="*/ 161564 h 6858000"/>
              <a:gd name="connsiteX965" fmla="*/ 147005 w 7467600"/>
              <a:gd name="connsiteY965" fmla="*/ 0 h 6858000"/>
              <a:gd name="connsiteX966" fmla="*/ 272509 w 7467600"/>
              <a:gd name="connsiteY966" fmla="*/ 0 h 6858000"/>
              <a:gd name="connsiteX967" fmla="*/ 326276 w 7467600"/>
              <a:gd name="connsiteY967" fmla="*/ 45847 h 6858000"/>
              <a:gd name="connsiteX968" fmla="*/ 823759 w 7467600"/>
              <a:gd name="connsiteY968" fmla="*/ 574145 h 6858000"/>
              <a:gd name="connsiteX969" fmla="*/ 811254 w 7467600"/>
              <a:gd name="connsiteY969" fmla="*/ 665546 h 6858000"/>
              <a:gd name="connsiteX970" fmla="*/ 154042 w 7467600"/>
              <a:gd name="connsiteY970" fmla="*/ 261522 h 6858000"/>
              <a:gd name="connsiteX971" fmla="*/ 13550 w 7467600"/>
              <a:gd name="connsiteY971" fmla="*/ 158423 h 6858000"/>
              <a:gd name="connsiteX972" fmla="*/ 0 w 7467600"/>
              <a:gd name="connsiteY972" fmla="*/ 146618 h 6858000"/>
              <a:gd name="connsiteX973" fmla="*/ 0 w 7467600"/>
              <a:gd name="connsiteY973" fmla="*/ 59161 h 6858000"/>
              <a:gd name="connsiteX974" fmla="*/ 45427 w 7467600"/>
              <a:gd name="connsiteY974" fmla="*/ 101078 h 6858000"/>
              <a:gd name="connsiteX975" fmla="*/ 630103 w 7467600"/>
              <a:gd name="connsiteY975" fmla="*/ 485885 h 6858000"/>
              <a:gd name="connsiteX976" fmla="*/ 532040 w 7467600"/>
              <a:gd name="connsiteY976" fmla="*/ 399359 h 6858000"/>
              <a:gd name="connsiteX977" fmla="*/ 517618 w 7467600"/>
              <a:gd name="connsiteY977" fmla="*/ 385726 h 6858000"/>
              <a:gd name="connsiteX978" fmla="*/ 285074 w 7467600"/>
              <a:gd name="connsiteY978" fmla="*/ 182755 h 6858000"/>
              <a:gd name="connsiteX979" fmla="*/ 43151 w 7467600"/>
              <a:gd name="connsiteY979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6844835 w 7467600"/>
              <a:gd name="connsiteY74" fmla="*/ 5424988 h 6858000"/>
              <a:gd name="connsiteX75" fmla="*/ 6879594 w 7467600"/>
              <a:gd name="connsiteY75" fmla="*/ 5424547 h 6858000"/>
              <a:gd name="connsiteX76" fmla="*/ 7379510 w 7467600"/>
              <a:gd name="connsiteY76" fmla="*/ 5755454 h 6858000"/>
              <a:gd name="connsiteX77" fmla="*/ 7467600 w 7467600"/>
              <a:gd name="connsiteY77" fmla="*/ 5845526 h 6858000"/>
              <a:gd name="connsiteX78" fmla="*/ 7467600 w 7467600"/>
              <a:gd name="connsiteY78" fmla="*/ 5925131 h 6858000"/>
              <a:gd name="connsiteX79" fmla="*/ 7271900 w 7467600"/>
              <a:gd name="connsiteY79" fmla="*/ 5734551 h 6858000"/>
              <a:gd name="connsiteX80" fmla="*/ 7015907 w 7467600"/>
              <a:gd name="connsiteY80" fmla="*/ 5541548 h 6858000"/>
              <a:gd name="connsiteX81" fmla="*/ 7259646 w 7467600"/>
              <a:gd name="connsiteY81" fmla="*/ 5765985 h 6858000"/>
              <a:gd name="connsiteX82" fmla="*/ 7467600 w 7467600"/>
              <a:gd name="connsiteY82" fmla="*/ 5971257 h 6858000"/>
              <a:gd name="connsiteX83" fmla="*/ 7467600 w 7467600"/>
              <a:gd name="connsiteY83" fmla="*/ 6012219 h 6858000"/>
              <a:gd name="connsiteX84" fmla="*/ 7240170 w 7467600"/>
              <a:gd name="connsiteY84" fmla="*/ 5787985 h 6858000"/>
              <a:gd name="connsiteX85" fmla="*/ 6946849 w 7467600"/>
              <a:gd name="connsiteY85" fmla="*/ 5523271 h 6858000"/>
              <a:gd name="connsiteX86" fmla="*/ 6946972 w 7467600"/>
              <a:gd name="connsiteY86" fmla="*/ 5526491 h 6858000"/>
              <a:gd name="connsiteX87" fmla="*/ 7105827 w 7467600"/>
              <a:gd name="connsiteY87" fmla="*/ 5718700 h 6858000"/>
              <a:gd name="connsiteX88" fmla="*/ 7356878 w 7467600"/>
              <a:gd name="connsiteY88" fmla="*/ 5981332 h 6858000"/>
              <a:gd name="connsiteX89" fmla="*/ 7467600 w 7467600"/>
              <a:gd name="connsiteY89" fmla="*/ 6117703 h 6858000"/>
              <a:gd name="connsiteX90" fmla="*/ 7467600 w 7467600"/>
              <a:gd name="connsiteY90" fmla="*/ 6163634 h 6858000"/>
              <a:gd name="connsiteX91" fmla="*/ 7403637 w 7467600"/>
              <a:gd name="connsiteY91" fmla="*/ 6083957 h 6858000"/>
              <a:gd name="connsiteX92" fmla="*/ 7254615 w 7467600"/>
              <a:gd name="connsiteY92" fmla="*/ 5911918 h 6858000"/>
              <a:gd name="connsiteX93" fmla="*/ 7312589 w 7467600"/>
              <a:gd name="connsiteY93" fmla="*/ 5982309 h 6858000"/>
              <a:gd name="connsiteX94" fmla="*/ 7448321 w 7467600"/>
              <a:gd name="connsiteY94" fmla="*/ 6190991 h 6858000"/>
              <a:gd name="connsiteX95" fmla="*/ 7467600 w 7467600"/>
              <a:gd name="connsiteY95" fmla="*/ 6221686 h 6858000"/>
              <a:gd name="connsiteX96" fmla="*/ 7467600 w 7467600"/>
              <a:gd name="connsiteY96" fmla="*/ 6334256 h 6858000"/>
              <a:gd name="connsiteX97" fmla="*/ 7454976 w 7467600"/>
              <a:gd name="connsiteY97" fmla="*/ 6318297 h 6858000"/>
              <a:gd name="connsiteX98" fmla="*/ 7042773 w 7467600"/>
              <a:gd name="connsiteY98" fmla="*/ 5734011 h 6858000"/>
              <a:gd name="connsiteX99" fmla="*/ 6844835 w 7467600"/>
              <a:gd name="connsiteY99" fmla="*/ 5424988 h 6858000"/>
              <a:gd name="connsiteX100" fmla="*/ 1456157 w 7467600"/>
              <a:gd name="connsiteY100" fmla="*/ 5371404 h 6858000"/>
              <a:gd name="connsiteX101" fmla="*/ 1244432 w 7467600"/>
              <a:gd name="connsiteY101" fmla="*/ 5385601 h 6858000"/>
              <a:gd name="connsiteX102" fmla="*/ 973990 w 7467600"/>
              <a:gd name="connsiteY102" fmla="*/ 5424940 h 6858000"/>
              <a:gd name="connsiteX103" fmla="*/ 1103809 w 7467600"/>
              <a:gd name="connsiteY103" fmla="*/ 5433720 h 6858000"/>
              <a:gd name="connsiteX104" fmla="*/ 1123454 w 7467600"/>
              <a:gd name="connsiteY104" fmla="*/ 5435727 h 6858000"/>
              <a:gd name="connsiteX105" fmla="*/ 1737017 w 7467600"/>
              <a:gd name="connsiteY105" fmla="*/ 5452183 h 6858000"/>
              <a:gd name="connsiteX106" fmla="*/ 1824397 w 7467600"/>
              <a:gd name="connsiteY106" fmla="*/ 5447757 h 6858000"/>
              <a:gd name="connsiteX107" fmla="*/ 2070059 w 7467600"/>
              <a:gd name="connsiteY107" fmla="*/ 5441660 h 6858000"/>
              <a:gd name="connsiteX108" fmla="*/ 1456157 w 7467600"/>
              <a:gd name="connsiteY108" fmla="*/ 5371404 h 6858000"/>
              <a:gd name="connsiteX109" fmla="*/ 4988186 w 7467600"/>
              <a:gd name="connsiteY109" fmla="*/ 5216467 h 6858000"/>
              <a:gd name="connsiteX110" fmla="*/ 4777334 w 7467600"/>
              <a:gd name="connsiteY110" fmla="*/ 5406072 h 6858000"/>
              <a:gd name="connsiteX111" fmla="*/ 4718341 w 7467600"/>
              <a:gd name="connsiteY111" fmla="*/ 5468043 h 6858000"/>
              <a:gd name="connsiteX112" fmla="*/ 4604655 w 7467600"/>
              <a:gd name="connsiteY112" fmla="*/ 5583434 h 6858000"/>
              <a:gd name="connsiteX113" fmla="*/ 4565074 w 7467600"/>
              <a:gd name="connsiteY113" fmla="*/ 5618550 h 6858000"/>
              <a:gd name="connsiteX114" fmla="*/ 4988186 w 7467600"/>
              <a:gd name="connsiteY114" fmla="*/ 5216467 h 6858000"/>
              <a:gd name="connsiteX115" fmla="*/ 4978032 w 7467600"/>
              <a:gd name="connsiteY115" fmla="*/ 5183809 h 6858000"/>
              <a:gd name="connsiteX116" fmla="*/ 4463413 w 7467600"/>
              <a:gd name="connsiteY116" fmla="*/ 5615162 h 6858000"/>
              <a:gd name="connsiteX117" fmla="*/ 4358134 w 7467600"/>
              <a:gd name="connsiteY117" fmla="*/ 5742791 h 6858000"/>
              <a:gd name="connsiteX118" fmla="*/ 4376219 w 7467600"/>
              <a:gd name="connsiteY118" fmla="*/ 5729027 h 6858000"/>
              <a:gd name="connsiteX119" fmla="*/ 4582340 w 7467600"/>
              <a:gd name="connsiteY119" fmla="*/ 5561037 h 6858000"/>
              <a:gd name="connsiteX120" fmla="*/ 4694684 w 7467600"/>
              <a:gd name="connsiteY120" fmla="*/ 5447098 h 6858000"/>
              <a:gd name="connsiteX121" fmla="*/ 4754123 w 7467600"/>
              <a:gd name="connsiteY121" fmla="*/ 5384643 h 6858000"/>
              <a:gd name="connsiteX122" fmla="*/ 4978032 w 7467600"/>
              <a:gd name="connsiteY122" fmla="*/ 5183809 h 6858000"/>
              <a:gd name="connsiteX123" fmla="*/ 1903353 w 7467600"/>
              <a:gd name="connsiteY123" fmla="*/ 5044827 h 6858000"/>
              <a:gd name="connsiteX124" fmla="*/ 1936931 w 7467600"/>
              <a:gd name="connsiteY124" fmla="*/ 5093954 h 6858000"/>
              <a:gd name="connsiteX125" fmla="*/ 2195868 w 7467600"/>
              <a:gd name="connsiteY125" fmla="*/ 5396574 h 6858000"/>
              <a:gd name="connsiteX126" fmla="*/ 2088852 w 7467600"/>
              <a:gd name="connsiteY126" fmla="*/ 5166123 h 6858000"/>
              <a:gd name="connsiteX127" fmla="*/ 1958241 w 7467600"/>
              <a:gd name="connsiteY127" fmla="*/ 5067955 h 6858000"/>
              <a:gd name="connsiteX128" fmla="*/ 1903353 w 7467600"/>
              <a:gd name="connsiteY128" fmla="*/ 5044827 h 6858000"/>
              <a:gd name="connsiteX129" fmla="*/ 1979378 w 7467600"/>
              <a:gd name="connsiteY129" fmla="*/ 4769504 h 6858000"/>
              <a:gd name="connsiteX130" fmla="*/ 2882120 w 7467600"/>
              <a:gd name="connsiteY130" fmla="*/ 5064547 h 6858000"/>
              <a:gd name="connsiteX131" fmla="*/ 2793103 w 7467600"/>
              <a:gd name="connsiteY131" fmla="*/ 5039699 h 6858000"/>
              <a:gd name="connsiteX132" fmla="*/ 2770041 w 7467600"/>
              <a:gd name="connsiteY132" fmla="*/ 5033634 h 6858000"/>
              <a:gd name="connsiteX133" fmla="*/ 1979378 w 7467600"/>
              <a:gd name="connsiteY133" fmla="*/ 4769504 h 6858000"/>
              <a:gd name="connsiteX134" fmla="*/ 1927410 w 7467600"/>
              <a:gd name="connsiteY134" fmla="*/ 4716164 h 6858000"/>
              <a:gd name="connsiteX135" fmla="*/ 1959587 w 7467600"/>
              <a:gd name="connsiteY135" fmla="*/ 4728849 h 6858000"/>
              <a:gd name="connsiteX136" fmla="*/ 2777707 w 7467600"/>
              <a:gd name="connsiteY136" fmla="*/ 5003991 h 6858000"/>
              <a:gd name="connsiteX137" fmla="*/ 2800768 w 7467600"/>
              <a:gd name="connsiteY137" fmla="*/ 5010056 h 6858000"/>
              <a:gd name="connsiteX138" fmla="*/ 2879408 w 7467600"/>
              <a:gd name="connsiteY138" fmla="*/ 5031590 h 6858000"/>
              <a:gd name="connsiteX139" fmla="*/ 2862295 w 7467600"/>
              <a:gd name="connsiteY139" fmla="*/ 5022958 h 6858000"/>
              <a:gd name="connsiteX140" fmla="*/ 2813343 w 7467600"/>
              <a:gd name="connsiteY140" fmla="*/ 4998369 h 6858000"/>
              <a:gd name="connsiteX141" fmla="*/ 2646245 w 7467600"/>
              <a:gd name="connsiteY141" fmla="*/ 4930999 h 6858000"/>
              <a:gd name="connsiteX142" fmla="*/ 1999243 w 7467600"/>
              <a:gd name="connsiteY142" fmla="*/ 4730524 h 6858000"/>
              <a:gd name="connsiteX143" fmla="*/ 1979527 w 7467600"/>
              <a:gd name="connsiteY143" fmla="*/ 4726651 h 6858000"/>
              <a:gd name="connsiteX144" fmla="*/ 1927410 w 7467600"/>
              <a:gd name="connsiteY144" fmla="*/ 4716164 h 6858000"/>
              <a:gd name="connsiteX145" fmla="*/ 1997014 w 7467600"/>
              <a:gd name="connsiteY145" fmla="*/ 4698007 h 6858000"/>
              <a:gd name="connsiteX146" fmla="*/ 2005458 w 7467600"/>
              <a:gd name="connsiteY146" fmla="*/ 4699540 h 6858000"/>
              <a:gd name="connsiteX147" fmla="*/ 2657186 w 7467600"/>
              <a:gd name="connsiteY147" fmla="*/ 4901687 h 6858000"/>
              <a:gd name="connsiteX148" fmla="*/ 2826662 w 7467600"/>
              <a:gd name="connsiteY148" fmla="*/ 4970362 h 6858000"/>
              <a:gd name="connsiteX149" fmla="*/ 2876100 w 7467600"/>
              <a:gd name="connsiteY149" fmla="*/ 4995397 h 6858000"/>
              <a:gd name="connsiteX150" fmla="*/ 3042600 w 7467600"/>
              <a:gd name="connsiteY150" fmla="*/ 5059532 h 6858000"/>
              <a:gd name="connsiteX151" fmla="*/ 1997014 w 7467600"/>
              <a:gd name="connsiteY151" fmla="*/ 4698007 h 6858000"/>
              <a:gd name="connsiteX152" fmla="*/ 2305292 w 7467600"/>
              <a:gd name="connsiteY152" fmla="*/ 4219492 h 6858000"/>
              <a:gd name="connsiteX153" fmla="*/ 3360922 w 7467600"/>
              <a:gd name="connsiteY153" fmla="*/ 4529373 h 6858000"/>
              <a:gd name="connsiteX154" fmla="*/ 3492420 w 7467600"/>
              <a:gd name="connsiteY154" fmla="*/ 4510145 h 6858000"/>
              <a:gd name="connsiteX155" fmla="*/ 3364086 w 7467600"/>
              <a:gd name="connsiteY155" fmla="*/ 4480340 h 6858000"/>
              <a:gd name="connsiteX156" fmla="*/ 3225818 w 7467600"/>
              <a:gd name="connsiteY156" fmla="*/ 4411822 h 6858000"/>
              <a:gd name="connsiteX157" fmla="*/ 3129696 w 7467600"/>
              <a:gd name="connsiteY157" fmla="*/ 4360704 h 6858000"/>
              <a:gd name="connsiteX158" fmla="*/ 2814545 w 7467600"/>
              <a:gd name="connsiteY158" fmla="*/ 4282955 h 6858000"/>
              <a:gd name="connsiteX159" fmla="*/ 2305292 w 7467600"/>
              <a:gd name="connsiteY159" fmla="*/ 4219492 h 6858000"/>
              <a:gd name="connsiteX160" fmla="*/ 2626982 w 7467600"/>
              <a:gd name="connsiteY160" fmla="*/ 4206450 h 6858000"/>
              <a:gd name="connsiteX161" fmla="*/ 2490617 w 7467600"/>
              <a:gd name="connsiteY161" fmla="*/ 4206951 h 6858000"/>
              <a:gd name="connsiteX162" fmla="*/ 2819869 w 7467600"/>
              <a:gd name="connsiteY162" fmla="*/ 4252936 h 6858000"/>
              <a:gd name="connsiteX163" fmla="*/ 3143018 w 7467600"/>
              <a:gd name="connsiteY163" fmla="*/ 4332698 h 6858000"/>
              <a:gd name="connsiteX164" fmla="*/ 3241520 w 7467600"/>
              <a:gd name="connsiteY164" fmla="*/ 4385112 h 6858000"/>
              <a:gd name="connsiteX165" fmla="*/ 3374575 w 7467600"/>
              <a:gd name="connsiteY165" fmla="*/ 4451517 h 6858000"/>
              <a:gd name="connsiteX166" fmla="*/ 3505221 w 7467600"/>
              <a:gd name="connsiteY166" fmla="*/ 4480757 h 6858000"/>
              <a:gd name="connsiteX167" fmla="*/ 2626982 w 7467600"/>
              <a:gd name="connsiteY167" fmla="*/ 4206450 h 6858000"/>
              <a:gd name="connsiteX168" fmla="*/ 1310106 w 7467600"/>
              <a:gd name="connsiteY168" fmla="*/ 3943217 h 6858000"/>
              <a:gd name="connsiteX169" fmla="*/ 854994 w 7467600"/>
              <a:gd name="connsiteY169" fmla="*/ 4399136 h 6858000"/>
              <a:gd name="connsiteX170" fmla="*/ 742462 w 7467600"/>
              <a:gd name="connsiteY170" fmla="*/ 4594648 h 6858000"/>
              <a:gd name="connsiteX171" fmla="*/ 820602 w 7467600"/>
              <a:gd name="connsiteY171" fmla="*/ 4485915 h 6858000"/>
              <a:gd name="connsiteX172" fmla="*/ 878295 w 7467600"/>
              <a:gd name="connsiteY172" fmla="*/ 4403594 h 6858000"/>
              <a:gd name="connsiteX173" fmla="*/ 1240607 w 7467600"/>
              <a:gd name="connsiteY173" fmla="*/ 4010401 h 6858000"/>
              <a:gd name="connsiteX174" fmla="*/ 1310106 w 7467600"/>
              <a:gd name="connsiteY174" fmla="*/ 3943217 h 6858000"/>
              <a:gd name="connsiteX175" fmla="*/ 1423113 w 7467600"/>
              <a:gd name="connsiteY175" fmla="*/ 3874565 h 6858000"/>
              <a:gd name="connsiteX176" fmla="*/ 1260565 w 7467600"/>
              <a:gd name="connsiteY176" fmla="*/ 4031982 h 6858000"/>
              <a:gd name="connsiteX177" fmla="*/ 901900 w 7467600"/>
              <a:gd name="connsiteY177" fmla="*/ 4421236 h 6858000"/>
              <a:gd name="connsiteX178" fmla="*/ 845044 w 7467600"/>
              <a:gd name="connsiteY178" fmla="*/ 4502436 h 6858000"/>
              <a:gd name="connsiteX179" fmla="*/ 685926 w 7467600"/>
              <a:gd name="connsiteY179" fmla="*/ 4703069 h 6858000"/>
              <a:gd name="connsiteX180" fmla="*/ 684248 w 7467600"/>
              <a:gd name="connsiteY180" fmla="*/ 4706721 h 6858000"/>
              <a:gd name="connsiteX181" fmla="*/ 1423113 w 7467600"/>
              <a:gd name="connsiteY181" fmla="*/ 3874565 h 6858000"/>
              <a:gd name="connsiteX182" fmla="*/ 3316479 w 7467600"/>
              <a:gd name="connsiteY182" fmla="*/ 3872136 h 6858000"/>
              <a:gd name="connsiteX183" fmla="*/ 3546806 w 7467600"/>
              <a:gd name="connsiteY183" fmla="*/ 4356139 h 6858000"/>
              <a:gd name="connsiteX184" fmla="*/ 3364433 w 7467600"/>
              <a:gd name="connsiteY184" fmla="*/ 3953121 h 6858000"/>
              <a:gd name="connsiteX185" fmla="*/ 3316479 w 7467600"/>
              <a:gd name="connsiteY185" fmla="*/ 3872136 h 6858000"/>
              <a:gd name="connsiteX186" fmla="*/ 3291335 w 7467600"/>
              <a:gd name="connsiteY186" fmla="*/ 3767420 h 6858000"/>
              <a:gd name="connsiteX187" fmla="*/ 3390805 w 7467600"/>
              <a:gd name="connsiteY187" fmla="*/ 3937163 h 6858000"/>
              <a:gd name="connsiteX188" fmla="*/ 3579062 w 7467600"/>
              <a:gd name="connsiteY188" fmla="*/ 4359040 h 6858000"/>
              <a:gd name="connsiteX189" fmla="*/ 3467355 w 7467600"/>
              <a:gd name="connsiteY189" fmla="*/ 3988130 h 6858000"/>
              <a:gd name="connsiteX190" fmla="*/ 3310753 w 7467600"/>
              <a:gd name="connsiteY190" fmla="*/ 3787140 h 6858000"/>
              <a:gd name="connsiteX191" fmla="*/ 3291335 w 7467600"/>
              <a:gd name="connsiteY191" fmla="*/ 3767420 h 6858000"/>
              <a:gd name="connsiteX192" fmla="*/ 1635889 w 7467600"/>
              <a:gd name="connsiteY192" fmla="*/ 3709494 h 6858000"/>
              <a:gd name="connsiteX193" fmla="*/ 1634800 w 7467600"/>
              <a:gd name="connsiteY193" fmla="*/ 3731111 h 6858000"/>
              <a:gd name="connsiteX194" fmla="*/ 1635889 w 7467600"/>
              <a:gd name="connsiteY194" fmla="*/ 3709494 h 6858000"/>
              <a:gd name="connsiteX195" fmla="*/ 1510397 w 7467600"/>
              <a:gd name="connsiteY195" fmla="*/ 3684705 h 6858000"/>
              <a:gd name="connsiteX196" fmla="*/ 1146550 w 7467600"/>
              <a:gd name="connsiteY196" fmla="*/ 3802012 h 6858000"/>
              <a:gd name="connsiteX197" fmla="*/ 698834 w 7467600"/>
              <a:gd name="connsiteY197" fmla="*/ 3952272 h 6858000"/>
              <a:gd name="connsiteX198" fmla="*/ 34256 w 7467600"/>
              <a:gd name="connsiteY198" fmla="*/ 4347603 h 6858000"/>
              <a:gd name="connsiteX199" fmla="*/ 527241 w 7467600"/>
              <a:gd name="connsiteY199" fmla="*/ 4065078 h 6858000"/>
              <a:gd name="connsiteX200" fmla="*/ 1510397 w 7467600"/>
              <a:gd name="connsiteY200" fmla="*/ 3684705 h 6858000"/>
              <a:gd name="connsiteX201" fmla="*/ 1313114 w 7467600"/>
              <a:gd name="connsiteY201" fmla="*/ 3655216 h 6858000"/>
              <a:gd name="connsiteX202" fmla="*/ 1109304 w 7467600"/>
              <a:gd name="connsiteY202" fmla="*/ 3669030 h 6858000"/>
              <a:gd name="connsiteX203" fmla="*/ 8129 w 7467600"/>
              <a:gd name="connsiteY203" fmla="*/ 4330519 h 6858000"/>
              <a:gd name="connsiteX204" fmla="*/ 687572 w 7467600"/>
              <a:gd name="connsiteY204" fmla="*/ 3925629 h 6858000"/>
              <a:gd name="connsiteX205" fmla="*/ 1138365 w 7467600"/>
              <a:gd name="connsiteY205" fmla="*/ 3774515 h 6858000"/>
              <a:gd name="connsiteX206" fmla="*/ 1505579 w 7467600"/>
              <a:gd name="connsiteY206" fmla="*/ 3655526 h 6858000"/>
              <a:gd name="connsiteX207" fmla="*/ 1313114 w 7467600"/>
              <a:gd name="connsiteY207" fmla="*/ 3655216 h 6858000"/>
              <a:gd name="connsiteX208" fmla="*/ 3655073 w 7467600"/>
              <a:gd name="connsiteY208" fmla="*/ 3650884 h 6858000"/>
              <a:gd name="connsiteX209" fmla="*/ 3989938 w 7467600"/>
              <a:gd name="connsiteY209" fmla="*/ 3991685 h 6858000"/>
              <a:gd name="connsiteX210" fmla="*/ 4393907 w 7467600"/>
              <a:gd name="connsiteY210" fmla="*/ 4261258 h 6858000"/>
              <a:gd name="connsiteX211" fmla="*/ 4648051 w 7467600"/>
              <a:gd name="connsiteY211" fmla="*/ 4374051 h 6858000"/>
              <a:gd name="connsiteX212" fmla="*/ 4383389 w 7467600"/>
              <a:gd name="connsiteY212" fmla="*/ 4184369 h 6858000"/>
              <a:gd name="connsiteX213" fmla="*/ 4165508 w 7467600"/>
              <a:gd name="connsiteY213" fmla="*/ 4035196 h 6858000"/>
              <a:gd name="connsiteX214" fmla="*/ 4068162 w 7467600"/>
              <a:gd name="connsiteY214" fmla="*/ 3953394 h 6858000"/>
              <a:gd name="connsiteX215" fmla="*/ 3981416 w 7467600"/>
              <a:gd name="connsiteY215" fmla="*/ 3880482 h 6858000"/>
              <a:gd name="connsiteX216" fmla="*/ 3800147 w 7467600"/>
              <a:gd name="connsiteY216" fmla="*/ 3749872 h 6858000"/>
              <a:gd name="connsiteX217" fmla="*/ 3655073 w 7467600"/>
              <a:gd name="connsiteY217" fmla="*/ 3650884 h 6858000"/>
              <a:gd name="connsiteX218" fmla="*/ 3670252 w 7467600"/>
              <a:gd name="connsiteY218" fmla="*/ 3622798 h 6858000"/>
              <a:gd name="connsiteX219" fmla="*/ 3817258 w 7467600"/>
              <a:gd name="connsiteY219" fmla="*/ 3723577 h 6858000"/>
              <a:gd name="connsiteX220" fmla="*/ 4000461 w 7467600"/>
              <a:gd name="connsiteY220" fmla="*/ 3855966 h 6858000"/>
              <a:gd name="connsiteX221" fmla="*/ 4088180 w 7467600"/>
              <a:gd name="connsiteY221" fmla="*/ 3929774 h 6858000"/>
              <a:gd name="connsiteX222" fmla="*/ 4184555 w 7467600"/>
              <a:gd name="connsiteY222" fmla="*/ 4010683 h 6858000"/>
              <a:gd name="connsiteX223" fmla="*/ 4399563 w 7467600"/>
              <a:gd name="connsiteY223" fmla="*/ 4158106 h 6858000"/>
              <a:gd name="connsiteX224" fmla="*/ 4684469 w 7467600"/>
              <a:gd name="connsiteY224" fmla="*/ 4364680 h 6858000"/>
              <a:gd name="connsiteX225" fmla="*/ 4690271 w 7467600"/>
              <a:gd name="connsiteY225" fmla="*/ 4370034 h 6858000"/>
              <a:gd name="connsiteX226" fmla="*/ 4136093 w 7467600"/>
              <a:gd name="connsiteY226" fmla="*/ 3858466 h 6858000"/>
              <a:gd name="connsiteX227" fmla="*/ 3670252 w 7467600"/>
              <a:gd name="connsiteY227" fmla="*/ 3622798 h 6858000"/>
              <a:gd name="connsiteX228" fmla="*/ 4440129 w 7467600"/>
              <a:gd name="connsiteY228" fmla="*/ 3448571 h 6858000"/>
              <a:gd name="connsiteX229" fmla="*/ 4856525 w 7467600"/>
              <a:gd name="connsiteY229" fmla="*/ 3915351 h 6858000"/>
              <a:gd name="connsiteX230" fmla="*/ 5059055 w 7467600"/>
              <a:gd name="connsiteY230" fmla="*/ 4108918 h 6858000"/>
              <a:gd name="connsiteX231" fmla="*/ 5290070 w 7467600"/>
              <a:gd name="connsiteY231" fmla="*/ 4263619 h 6858000"/>
              <a:gd name="connsiteX232" fmla="*/ 4834991 w 7467600"/>
              <a:gd name="connsiteY232" fmla="*/ 3830985 h 6858000"/>
              <a:gd name="connsiteX233" fmla="*/ 4440129 w 7467600"/>
              <a:gd name="connsiteY233" fmla="*/ 3448571 h 6858000"/>
              <a:gd name="connsiteX234" fmla="*/ 4441737 w 7467600"/>
              <a:gd name="connsiteY234" fmla="*/ 3399734 h 6858000"/>
              <a:gd name="connsiteX235" fmla="*/ 4431236 w 7467600"/>
              <a:gd name="connsiteY235" fmla="*/ 3400954 h 6858000"/>
              <a:gd name="connsiteX236" fmla="*/ 4557150 w 7467600"/>
              <a:gd name="connsiteY236" fmla="*/ 3510023 h 6858000"/>
              <a:gd name="connsiteX237" fmla="*/ 4856936 w 7467600"/>
              <a:gd name="connsiteY237" fmla="*/ 3809146 h 6858000"/>
              <a:gd name="connsiteX238" fmla="*/ 5111996 w 7467600"/>
              <a:gd name="connsiteY238" fmla="*/ 4065759 h 6858000"/>
              <a:gd name="connsiteX239" fmla="*/ 5388878 w 7467600"/>
              <a:gd name="connsiteY239" fmla="*/ 4300185 h 6858000"/>
              <a:gd name="connsiteX240" fmla="*/ 5425556 w 7467600"/>
              <a:gd name="connsiteY240" fmla="*/ 4308967 h 6858000"/>
              <a:gd name="connsiteX241" fmla="*/ 4943646 w 7467600"/>
              <a:gd name="connsiteY241" fmla="*/ 3822916 h 6858000"/>
              <a:gd name="connsiteX242" fmla="*/ 4594837 w 7467600"/>
              <a:gd name="connsiteY242" fmla="*/ 3532274 h 6858000"/>
              <a:gd name="connsiteX243" fmla="*/ 4441737 w 7467600"/>
              <a:gd name="connsiteY243" fmla="*/ 3399734 h 6858000"/>
              <a:gd name="connsiteX244" fmla="*/ 5425834 w 7467600"/>
              <a:gd name="connsiteY244" fmla="*/ 3162785 h 6858000"/>
              <a:gd name="connsiteX245" fmla="*/ 5401644 w 7467600"/>
              <a:gd name="connsiteY245" fmla="*/ 3617847 h 6858000"/>
              <a:gd name="connsiteX246" fmla="*/ 5467256 w 7467600"/>
              <a:gd name="connsiteY246" fmla="*/ 4175494 h 6858000"/>
              <a:gd name="connsiteX247" fmla="*/ 5448069 w 7467600"/>
              <a:gd name="connsiteY247" fmla="*/ 3567554 h 6858000"/>
              <a:gd name="connsiteX248" fmla="*/ 5425834 w 7467600"/>
              <a:gd name="connsiteY248" fmla="*/ 3162785 h 6858000"/>
              <a:gd name="connsiteX249" fmla="*/ 1318687 w 7467600"/>
              <a:gd name="connsiteY249" fmla="*/ 3113840 h 6858000"/>
              <a:gd name="connsiteX250" fmla="*/ 1066793 w 7467600"/>
              <a:gd name="connsiteY250" fmla="*/ 3212171 h 6858000"/>
              <a:gd name="connsiteX251" fmla="*/ 993319 w 7467600"/>
              <a:gd name="connsiteY251" fmla="*/ 3247648 h 6858000"/>
              <a:gd name="connsiteX252" fmla="*/ 853081 w 7467600"/>
              <a:gd name="connsiteY252" fmla="*/ 3312410 h 6858000"/>
              <a:gd name="connsiteX253" fmla="*/ 805957 w 7467600"/>
              <a:gd name="connsiteY253" fmla="*/ 3330443 h 6858000"/>
              <a:gd name="connsiteX254" fmla="*/ 1318687 w 7467600"/>
              <a:gd name="connsiteY254" fmla="*/ 3113840 h 6858000"/>
              <a:gd name="connsiteX255" fmla="*/ 5453702 w 7467600"/>
              <a:gd name="connsiteY255" fmla="*/ 3090882 h 6858000"/>
              <a:gd name="connsiteX256" fmla="*/ 5480135 w 7467600"/>
              <a:gd name="connsiteY256" fmla="*/ 3565802 h 6858000"/>
              <a:gd name="connsiteX257" fmla="*/ 5499023 w 7467600"/>
              <a:gd name="connsiteY257" fmla="*/ 4166310 h 6858000"/>
              <a:gd name="connsiteX258" fmla="*/ 5547022 w 7467600"/>
              <a:gd name="connsiteY258" fmla="*/ 3607838 h 6858000"/>
              <a:gd name="connsiteX259" fmla="*/ 5515964 w 7467600"/>
              <a:gd name="connsiteY259" fmla="*/ 3378541 h 6858000"/>
              <a:gd name="connsiteX260" fmla="*/ 5453702 w 7467600"/>
              <a:gd name="connsiteY260" fmla="*/ 3090882 h 6858000"/>
              <a:gd name="connsiteX261" fmla="*/ 1238695 w 7467600"/>
              <a:gd name="connsiteY261" fmla="*/ 3076820 h 6858000"/>
              <a:gd name="connsiteX262" fmla="*/ 716371 w 7467600"/>
              <a:gd name="connsiteY262" fmla="*/ 3293249 h 6858000"/>
              <a:gd name="connsiteX263" fmla="*/ 579522 w 7467600"/>
              <a:gd name="connsiteY263" fmla="*/ 3371759 h 6858000"/>
              <a:gd name="connsiteX264" fmla="*/ 600288 w 7467600"/>
              <a:gd name="connsiteY264" fmla="*/ 3365555 h 6858000"/>
              <a:gd name="connsiteX265" fmla="*/ 840692 w 7467600"/>
              <a:gd name="connsiteY265" fmla="*/ 3284921 h 6858000"/>
              <a:gd name="connsiteX266" fmla="*/ 979248 w 7467600"/>
              <a:gd name="connsiteY266" fmla="*/ 3221003 h 6858000"/>
              <a:gd name="connsiteX267" fmla="*/ 1053282 w 7467600"/>
              <a:gd name="connsiteY267" fmla="*/ 3185247 h 6858000"/>
              <a:gd name="connsiteX268" fmla="*/ 1320603 w 7467600"/>
              <a:gd name="connsiteY268" fmla="*/ 3081281 h 6858000"/>
              <a:gd name="connsiteX269" fmla="*/ 1238695 w 7467600"/>
              <a:gd name="connsiteY269" fmla="*/ 3076820 h 6858000"/>
              <a:gd name="connsiteX270" fmla="*/ 5425627 w 7467600"/>
              <a:gd name="connsiteY270" fmla="*/ 2954192 h 6858000"/>
              <a:gd name="connsiteX271" fmla="*/ 5470770 w 7467600"/>
              <a:gd name="connsiteY271" fmla="*/ 3005435 h 6858000"/>
              <a:gd name="connsiteX272" fmla="*/ 5519779 w 7467600"/>
              <a:gd name="connsiteY272" fmla="*/ 4359223 h 6858000"/>
              <a:gd name="connsiteX273" fmla="*/ 5520293 w 7467600"/>
              <a:gd name="connsiteY273" fmla="*/ 4360602 h 6858000"/>
              <a:gd name="connsiteX274" fmla="*/ 5767221 w 7467600"/>
              <a:gd name="connsiteY274" fmla="*/ 4665564 h 6858000"/>
              <a:gd name="connsiteX275" fmla="*/ 6937169 w 7467600"/>
              <a:gd name="connsiteY275" fmla="*/ 4815941 h 6858000"/>
              <a:gd name="connsiteX276" fmla="*/ 6953922 w 7467600"/>
              <a:gd name="connsiteY276" fmla="*/ 4890068 h 6858000"/>
              <a:gd name="connsiteX277" fmla="*/ 6071359 w 7467600"/>
              <a:gd name="connsiteY277" fmla="*/ 4770770 h 6858000"/>
              <a:gd name="connsiteX278" fmla="*/ 6038839 w 7467600"/>
              <a:gd name="connsiteY278" fmla="*/ 4764474 h 6858000"/>
              <a:gd name="connsiteX279" fmla="*/ 6038706 w 7467600"/>
              <a:gd name="connsiteY279" fmla="*/ 4763847 h 6858000"/>
              <a:gd name="connsiteX280" fmla="*/ 6037784 w 7467600"/>
              <a:gd name="connsiteY280" fmla="*/ 4764270 h 6858000"/>
              <a:gd name="connsiteX281" fmla="*/ 6038839 w 7467600"/>
              <a:gd name="connsiteY281" fmla="*/ 4764474 h 6858000"/>
              <a:gd name="connsiteX282" fmla="*/ 6040338 w 7467600"/>
              <a:gd name="connsiteY282" fmla="*/ 4771418 h 6858000"/>
              <a:gd name="connsiteX283" fmla="*/ 6024488 w 7467600"/>
              <a:gd name="connsiteY283" fmla="*/ 4809903 h 6858000"/>
              <a:gd name="connsiteX284" fmla="*/ 5599771 w 7467600"/>
              <a:gd name="connsiteY284" fmla="*/ 5509652 h 6858000"/>
              <a:gd name="connsiteX285" fmla="*/ 5548843 w 7467600"/>
              <a:gd name="connsiteY285" fmla="*/ 5563845 h 6858000"/>
              <a:gd name="connsiteX286" fmla="*/ 5940952 w 7467600"/>
              <a:gd name="connsiteY286" fmla="*/ 6250028 h 6858000"/>
              <a:gd name="connsiteX287" fmla="*/ 6043441 w 7467600"/>
              <a:gd name="connsiteY287" fmla="*/ 6665847 h 6858000"/>
              <a:gd name="connsiteX288" fmla="*/ 6093432 w 7467600"/>
              <a:gd name="connsiteY288" fmla="*/ 6858000 h 6858000"/>
              <a:gd name="connsiteX289" fmla="*/ 6034344 w 7467600"/>
              <a:gd name="connsiteY289" fmla="*/ 6858000 h 6858000"/>
              <a:gd name="connsiteX290" fmla="*/ 6026679 w 7467600"/>
              <a:gd name="connsiteY290" fmla="*/ 6836959 h 6858000"/>
              <a:gd name="connsiteX291" fmla="*/ 5800441 w 7467600"/>
              <a:gd name="connsiteY291" fmla="*/ 6335286 h 6858000"/>
              <a:gd name="connsiteX292" fmla="*/ 5526562 w 7467600"/>
              <a:gd name="connsiteY292" fmla="*/ 5705388 h 6858000"/>
              <a:gd name="connsiteX293" fmla="*/ 5519640 w 7467600"/>
              <a:gd name="connsiteY293" fmla="*/ 5683774 h 6858000"/>
              <a:gd name="connsiteX294" fmla="*/ 5844559 w 7467600"/>
              <a:gd name="connsiteY294" fmla="*/ 6553349 h 6858000"/>
              <a:gd name="connsiteX295" fmla="*/ 5975994 w 7467600"/>
              <a:gd name="connsiteY295" fmla="*/ 6858000 h 6858000"/>
              <a:gd name="connsiteX296" fmla="*/ 5898547 w 7467600"/>
              <a:gd name="connsiteY296" fmla="*/ 6858000 h 6858000"/>
              <a:gd name="connsiteX297" fmla="*/ 5682041 w 7467600"/>
              <a:gd name="connsiteY297" fmla="*/ 6355860 h 6858000"/>
              <a:gd name="connsiteX298" fmla="*/ 5461758 w 7467600"/>
              <a:gd name="connsiteY298" fmla="*/ 5820220 h 6858000"/>
              <a:gd name="connsiteX299" fmla="*/ 5237282 w 7467600"/>
              <a:gd name="connsiteY299" fmla="*/ 6579086 h 6858000"/>
              <a:gd name="connsiteX300" fmla="*/ 5115009 w 7467600"/>
              <a:gd name="connsiteY300" fmla="*/ 6858000 h 6858000"/>
              <a:gd name="connsiteX301" fmla="*/ 5028074 w 7467600"/>
              <a:gd name="connsiteY301" fmla="*/ 6858000 h 6858000"/>
              <a:gd name="connsiteX302" fmla="*/ 5079508 w 7467600"/>
              <a:gd name="connsiteY302" fmla="*/ 6749074 h 6858000"/>
              <a:gd name="connsiteX303" fmla="*/ 5371846 w 7467600"/>
              <a:gd name="connsiteY303" fmla="*/ 5924413 h 6858000"/>
              <a:gd name="connsiteX304" fmla="*/ 5270512 w 7467600"/>
              <a:gd name="connsiteY304" fmla="*/ 6138975 h 6858000"/>
              <a:gd name="connsiteX305" fmla="*/ 5062409 w 7467600"/>
              <a:gd name="connsiteY305" fmla="*/ 6653544 h 6858000"/>
              <a:gd name="connsiteX306" fmla="*/ 5036628 w 7467600"/>
              <a:gd name="connsiteY306" fmla="*/ 6754247 h 6858000"/>
              <a:gd name="connsiteX307" fmla="*/ 5009112 w 7467600"/>
              <a:gd name="connsiteY307" fmla="*/ 6858000 h 6858000"/>
              <a:gd name="connsiteX308" fmla="*/ 4976679 w 7467600"/>
              <a:gd name="connsiteY308" fmla="*/ 6858000 h 6858000"/>
              <a:gd name="connsiteX309" fmla="*/ 5006537 w 7467600"/>
              <a:gd name="connsiteY309" fmla="*/ 6747068 h 6858000"/>
              <a:gd name="connsiteX310" fmla="*/ 5032723 w 7467600"/>
              <a:gd name="connsiteY310" fmla="*/ 6644957 h 6858000"/>
              <a:gd name="connsiteX311" fmla="*/ 5242949 w 7467600"/>
              <a:gd name="connsiteY311" fmla="*/ 6125175 h 6858000"/>
              <a:gd name="connsiteX312" fmla="*/ 5286321 w 7467600"/>
              <a:gd name="connsiteY312" fmla="*/ 6033555 h 6858000"/>
              <a:gd name="connsiteX313" fmla="*/ 5008210 w 7467600"/>
              <a:gd name="connsiteY313" fmla="*/ 6649194 h 6858000"/>
              <a:gd name="connsiteX314" fmla="*/ 4986321 w 7467600"/>
              <a:gd name="connsiteY314" fmla="*/ 6765687 h 6858000"/>
              <a:gd name="connsiteX315" fmla="*/ 4973474 w 7467600"/>
              <a:gd name="connsiteY315" fmla="*/ 6858000 h 6858000"/>
              <a:gd name="connsiteX316" fmla="*/ 4907178 w 7467600"/>
              <a:gd name="connsiteY316" fmla="*/ 6858000 h 6858000"/>
              <a:gd name="connsiteX317" fmla="*/ 4910810 w 7467600"/>
              <a:gd name="connsiteY317" fmla="*/ 6829660 h 6858000"/>
              <a:gd name="connsiteX318" fmla="*/ 4987461 w 7467600"/>
              <a:gd name="connsiteY318" fmla="*/ 6432994 h 6858000"/>
              <a:gd name="connsiteX319" fmla="*/ 5179262 w 7467600"/>
              <a:gd name="connsiteY319" fmla="*/ 6035044 h 6858000"/>
              <a:gd name="connsiteX320" fmla="*/ 4689678 w 7467600"/>
              <a:gd name="connsiteY320" fmla="*/ 6440241 h 6858000"/>
              <a:gd name="connsiteX321" fmla="*/ 4477543 w 7467600"/>
              <a:gd name="connsiteY321" fmla="*/ 6674836 h 6858000"/>
              <a:gd name="connsiteX322" fmla="*/ 4329957 w 7467600"/>
              <a:gd name="connsiteY322" fmla="*/ 6858000 h 6858000"/>
              <a:gd name="connsiteX323" fmla="*/ 4218595 w 7467600"/>
              <a:gd name="connsiteY323" fmla="*/ 6858000 h 6858000"/>
              <a:gd name="connsiteX324" fmla="*/ 4368888 w 7467600"/>
              <a:gd name="connsiteY324" fmla="*/ 6668412 h 6858000"/>
              <a:gd name="connsiteX325" fmla="*/ 4563091 w 7467600"/>
              <a:gd name="connsiteY325" fmla="*/ 6442508 h 6858000"/>
              <a:gd name="connsiteX326" fmla="*/ 5387324 w 7467600"/>
              <a:gd name="connsiteY326" fmla="*/ 5705830 h 6858000"/>
              <a:gd name="connsiteX327" fmla="*/ 5073620 w 7467600"/>
              <a:gd name="connsiteY327" fmla="*/ 5955437 h 6858000"/>
              <a:gd name="connsiteX328" fmla="*/ 4689789 w 7467600"/>
              <a:gd name="connsiteY328" fmla="*/ 6268382 h 6858000"/>
              <a:gd name="connsiteX329" fmla="*/ 4418722 w 7467600"/>
              <a:gd name="connsiteY329" fmla="*/ 6570886 h 6858000"/>
              <a:gd name="connsiteX330" fmla="*/ 4214944 w 7467600"/>
              <a:gd name="connsiteY330" fmla="*/ 6858000 h 6858000"/>
              <a:gd name="connsiteX331" fmla="*/ 4177898 w 7467600"/>
              <a:gd name="connsiteY331" fmla="*/ 6858000 h 6858000"/>
              <a:gd name="connsiteX332" fmla="*/ 4391597 w 7467600"/>
              <a:gd name="connsiteY332" fmla="*/ 6556370 h 6858000"/>
              <a:gd name="connsiteX333" fmla="*/ 4668889 w 7467600"/>
              <a:gd name="connsiteY333" fmla="*/ 6246399 h 6858000"/>
              <a:gd name="connsiteX334" fmla="*/ 5055427 w 7467600"/>
              <a:gd name="connsiteY334" fmla="*/ 5931476 h 6858000"/>
              <a:gd name="connsiteX335" fmla="*/ 5371814 w 7467600"/>
              <a:gd name="connsiteY335" fmla="*/ 5678975 h 6858000"/>
              <a:gd name="connsiteX336" fmla="*/ 4987918 w 7467600"/>
              <a:gd name="connsiteY336" fmla="*/ 5838701 h 6858000"/>
              <a:gd name="connsiteX337" fmla="*/ 4317146 w 7467600"/>
              <a:gd name="connsiteY337" fmla="*/ 6587716 h 6858000"/>
              <a:gd name="connsiteX338" fmla="*/ 4171627 w 7467600"/>
              <a:gd name="connsiteY338" fmla="*/ 6858000 h 6858000"/>
              <a:gd name="connsiteX339" fmla="*/ 4081585 w 7467600"/>
              <a:gd name="connsiteY339" fmla="*/ 6858000 h 6858000"/>
              <a:gd name="connsiteX340" fmla="*/ 4238603 w 7467600"/>
              <a:gd name="connsiteY340" fmla="*/ 6559341 h 6858000"/>
              <a:gd name="connsiteX341" fmla="*/ 4778333 w 7467600"/>
              <a:gd name="connsiteY341" fmla="*/ 5873626 h 6858000"/>
              <a:gd name="connsiteX342" fmla="*/ 5414185 w 7467600"/>
              <a:gd name="connsiteY342" fmla="*/ 5573882 h 6858000"/>
              <a:gd name="connsiteX343" fmla="*/ 5959648 w 7467600"/>
              <a:gd name="connsiteY343" fmla="*/ 4760797 h 6858000"/>
              <a:gd name="connsiteX344" fmla="*/ 5355019 w 7467600"/>
              <a:gd name="connsiteY344" fmla="*/ 4734672 h 6858000"/>
              <a:gd name="connsiteX345" fmla="*/ 5083565 w 7467600"/>
              <a:gd name="connsiteY345" fmla="*/ 5179121 h 6858000"/>
              <a:gd name="connsiteX346" fmla="*/ 4713577 w 7467600"/>
              <a:gd name="connsiteY346" fmla="*/ 5616803 h 6858000"/>
              <a:gd name="connsiteX347" fmla="*/ 3989559 w 7467600"/>
              <a:gd name="connsiteY347" fmla="*/ 6145945 h 6858000"/>
              <a:gd name="connsiteX348" fmla="*/ 3939824 w 7467600"/>
              <a:gd name="connsiteY348" fmla="*/ 6066900 h 6858000"/>
              <a:gd name="connsiteX349" fmla="*/ 4584537 w 7467600"/>
              <a:gd name="connsiteY349" fmla="*/ 5324826 h 6858000"/>
              <a:gd name="connsiteX350" fmla="*/ 5037105 w 7467600"/>
              <a:gd name="connsiteY350" fmla="*/ 5088765 h 6858000"/>
              <a:gd name="connsiteX351" fmla="*/ 5039930 w 7467600"/>
              <a:gd name="connsiteY351" fmla="*/ 5089585 h 6858000"/>
              <a:gd name="connsiteX352" fmla="*/ 5263764 w 7467600"/>
              <a:gd name="connsiteY352" fmla="*/ 4735525 h 6858000"/>
              <a:gd name="connsiteX353" fmla="*/ 4086300 w 7467600"/>
              <a:gd name="connsiteY353" fmla="*/ 4884599 h 6858000"/>
              <a:gd name="connsiteX354" fmla="*/ 4085485 w 7467600"/>
              <a:gd name="connsiteY354" fmla="*/ 4899070 h 6858000"/>
              <a:gd name="connsiteX355" fmla="*/ 3871915 w 7467600"/>
              <a:gd name="connsiteY355" fmla="*/ 5253645 h 6858000"/>
              <a:gd name="connsiteX356" fmla="*/ 3799374 w 7467600"/>
              <a:gd name="connsiteY356" fmla="*/ 5466127 h 6858000"/>
              <a:gd name="connsiteX357" fmla="*/ 3498850 w 7467600"/>
              <a:gd name="connsiteY357" fmla="*/ 6661888 h 6858000"/>
              <a:gd name="connsiteX358" fmla="*/ 3399216 w 7467600"/>
              <a:gd name="connsiteY358" fmla="*/ 6858000 h 6858000"/>
              <a:gd name="connsiteX359" fmla="*/ 3303688 w 7467600"/>
              <a:gd name="connsiteY359" fmla="*/ 6858000 h 6858000"/>
              <a:gd name="connsiteX360" fmla="*/ 3391774 w 7467600"/>
              <a:gd name="connsiteY360" fmla="*/ 6697181 h 6858000"/>
              <a:gd name="connsiteX361" fmla="*/ 3735540 w 7467600"/>
              <a:gd name="connsiteY361" fmla="*/ 5546923 h 6858000"/>
              <a:gd name="connsiteX362" fmla="*/ 3729438 w 7467600"/>
              <a:gd name="connsiteY362" fmla="*/ 5569058 h 6858000"/>
              <a:gd name="connsiteX363" fmla="*/ 3707782 w 7467600"/>
              <a:gd name="connsiteY363" fmla="*/ 5644908 h 6858000"/>
              <a:gd name="connsiteX364" fmla="*/ 3583827 w 7467600"/>
              <a:gd name="connsiteY364" fmla="*/ 6039215 h 6858000"/>
              <a:gd name="connsiteX365" fmla="*/ 3547861 w 7467600"/>
              <a:gd name="connsiteY365" fmla="*/ 6129609 h 6858000"/>
              <a:gd name="connsiteX366" fmla="*/ 3490905 w 7467600"/>
              <a:gd name="connsiteY366" fmla="*/ 6277660 h 6858000"/>
              <a:gd name="connsiteX367" fmla="*/ 3455859 w 7467600"/>
              <a:gd name="connsiteY367" fmla="*/ 6391301 h 6858000"/>
              <a:gd name="connsiteX368" fmla="*/ 3429112 w 7467600"/>
              <a:gd name="connsiteY368" fmla="*/ 6479469 h 6858000"/>
              <a:gd name="connsiteX369" fmla="*/ 3304862 w 7467600"/>
              <a:gd name="connsiteY369" fmla="*/ 6796476 h 6858000"/>
              <a:gd name="connsiteX370" fmla="*/ 3276071 w 7467600"/>
              <a:gd name="connsiteY370" fmla="*/ 6858000 h 6858000"/>
              <a:gd name="connsiteX371" fmla="*/ 3240805 w 7467600"/>
              <a:gd name="connsiteY371" fmla="*/ 6858000 h 6858000"/>
              <a:gd name="connsiteX372" fmla="*/ 3275917 w 7467600"/>
              <a:gd name="connsiteY372" fmla="*/ 6783192 h 6858000"/>
              <a:gd name="connsiteX373" fmla="*/ 3399358 w 7467600"/>
              <a:gd name="connsiteY373" fmla="*/ 6469011 h 6858000"/>
              <a:gd name="connsiteX374" fmla="*/ 3425650 w 7467600"/>
              <a:gd name="connsiteY374" fmla="*/ 6381333 h 6858000"/>
              <a:gd name="connsiteX375" fmla="*/ 3460661 w 7467600"/>
              <a:gd name="connsiteY375" fmla="*/ 6266763 h 6858000"/>
              <a:gd name="connsiteX376" fmla="*/ 3518021 w 7467600"/>
              <a:gd name="connsiteY376" fmla="*/ 6117298 h 6858000"/>
              <a:gd name="connsiteX377" fmla="*/ 3554035 w 7467600"/>
              <a:gd name="connsiteY377" fmla="*/ 6027832 h 6858000"/>
              <a:gd name="connsiteX378" fmla="*/ 3677174 w 7467600"/>
              <a:gd name="connsiteY378" fmla="*/ 5636351 h 6858000"/>
              <a:gd name="connsiteX379" fmla="*/ 3698819 w 7467600"/>
              <a:gd name="connsiteY379" fmla="*/ 5560503 h 6858000"/>
              <a:gd name="connsiteX380" fmla="*/ 3702094 w 7467600"/>
              <a:gd name="connsiteY380" fmla="*/ 5549194 h 6858000"/>
              <a:gd name="connsiteX381" fmla="*/ 3398355 w 7467600"/>
              <a:gd name="connsiteY381" fmla="*/ 6094603 h 6858000"/>
              <a:gd name="connsiteX382" fmla="*/ 3193941 w 7467600"/>
              <a:gd name="connsiteY382" fmla="*/ 6798775 h 6858000"/>
              <a:gd name="connsiteX383" fmla="*/ 3184140 w 7467600"/>
              <a:gd name="connsiteY383" fmla="*/ 6858000 h 6858000"/>
              <a:gd name="connsiteX384" fmla="*/ 3099978 w 7467600"/>
              <a:gd name="connsiteY384" fmla="*/ 6858000 h 6858000"/>
              <a:gd name="connsiteX385" fmla="*/ 3101556 w 7467600"/>
              <a:gd name="connsiteY385" fmla="*/ 6843337 h 6858000"/>
              <a:gd name="connsiteX386" fmla="*/ 3370162 w 7467600"/>
              <a:gd name="connsiteY386" fmla="*/ 5785550 h 6858000"/>
              <a:gd name="connsiteX387" fmla="*/ 3746477 w 7467600"/>
              <a:gd name="connsiteY387" fmla="*/ 5377889 h 6858000"/>
              <a:gd name="connsiteX388" fmla="*/ 3863399 w 7467600"/>
              <a:gd name="connsiteY388" fmla="*/ 5087257 h 6858000"/>
              <a:gd name="connsiteX389" fmla="*/ 3968712 w 7467600"/>
              <a:gd name="connsiteY389" fmla="*/ 4913989 h 6858000"/>
              <a:gd name="connsiteX390" fmla="*/ 2792390 w 7467600"/>
              <a:gd name="connsiteY390" fmla="*/ 5382974 h 6858000"/>
              <a:gd name="connsiteX391" fmla="*/ 2714982 w 7467600"/>
              <a:gd name="connsiteY391" fmla="*/ 5427051 h 6858000"/>
              <a:gd name="connsiteX392" fmla="*/ 2813361 w 7467600"/>
              <a:gd name="connsiteY392" fmla="*/ 6023912 h 6858000"/>
              <a:gd name="connsiteX393" fmla="*/ 2688430 w 7467600"/>
              <a:gd name="connsiteY393" fmla="*/ 6801564 h 6858000"/>
              <a:gd name="connsiteX394" fmla="*/ 2629626 w 7467600"/>
              <a:gd name="connsiteY394" fmla="*/ 6763394 h 6858000"/>
              <a:gd name="connsiteX395" fmla="*/ 2565328 w 7467600"/>
              <a:gd name="connsiteY395" fmla="*/ 5516399 h 6858000"/>
              <a:gd name="connsiteX396" fmla="*/ 1922999 w 7467600"/>
              <a:gd name="connsiteY396" fmla="*/ 5980343 h 6858000"/>
              <a:gd name="connsiteX397" fmla="*/ 1950261 w 7467600"/>
              <a:gd name="connsiteY397" fmla="*/ 6405858 h 6858000"/>
              <a:gd name="connsiteX398" fmla="*/ 2365554 w 7467600"/>
              <a:gd name="connsiteY398" fmla="*/ 6759107 h 6858000"/>
              <a:gd name="connsiteX399" fmla="*/ 2424142 w 7467600"/>
              <a:gd name="connsiteY399" fmla="*/ 6858000 h 6858000"/>
              <a:gd name="connsiteX400" fmla="*/ 2395994 w 7467600"/>
              <a:gd name="connsiteY400" fmla="*/ 6858000 h 6858000"/>
              <a:gd name="connsiteX401" fmla="*/ 2392863 w 7467600"/>
              <a:gd name="connsiteY401" fmla="*/ 6852964 h 6858000"/>
              <a:gd name="connsiteX402" fmla="*/ 2017589 w 7467600"/>
              <a:gd name="connsiteY402" fmla="*/ 6493982 h 6858000"/>
              <a:gd name="connsiteX403" fmla="*/ 2147336 w 7467600"/>
              <a:gd name="connsiteY403" fmla="*/ 6594052 h 6858000"/>
              <a:gd name="connsiteX404" fmla="*/ 2207047 w 7467600"/>
              <a:gd name="connsiteY404" fmla="*/ 6654540 h 6858000"/>
              <a:gd name="connsiteX405" fmla="*/ 2299106 w 7467600"/>
              <a:gd name="connsiteY405" fmla="*/ 6778931 h 6858000"/>
              <a:gd name="connsiteX406" fmla="*/ 2314430 w 7467600"/>
              <a:gd name="connsiteY406" fmla="*/ 6801144 h 6858000"/>
              <a:gd name="connsiteX407" fmla="*/ 2352406 w 7467600"/>
              <a:gd name="connsiteY407" fmla="*/ 6858000 h 6858000"/>
              <a:gd name="connsiteX408" fmla="*/ 2314492 w 7467600"/>
              <a:gd name="connsiteY408" fmla="*/ 6858000 h 6858000"/>
              <a:gd name="connsiteX409" fmla="*/ 2288095 w 7467600"/>
              <a:gd name="connsiteY409" fmla="*/ 6818030 h 6858000"/>
              <a:gd name="connsiteX410" fmla="*/ 2272768 w 7467600"/>
              <a:gd name="connsiteY410" fmla="*/ 6795822 h 6858000"/>
              <a:gd name="connsiteX411" fmla="*/ 2182715 w 7467600"/>
              <a:gd name="connsiteY411" fmla="*/ 6675071 h 6858000"/>
              <a:gd name="connsiteX412" fmla="*/ 2032061 w 7467600"/>
              <a:gd name="connsiteY412" fmla="*/ 6541380 h 6858000"/>
              <a:gd name="connsiteX413" fmla="*/ 2257220 w 7467600"/>
              <a:gd name="connsiteY413" fmla="*/ 6826257 h 6858000"/>
              <a:gd name="connsiteX414" fmla="*/ 2281324 w 7467600"/>
              <a:gd name="connsiteY414" fmla="*/ 6858000 h 6858000"/>
              <a:gd name="connsiteX415" fmla="*/ 2242860 w 7467600"/>
              <a:gd name="connsiteY415" fmla="*/ 6858000 h 6858000"/>
              <a:gd name="connsiteX416" fmla="*/ 2232818 w 7467600"/>
              <a:gd name="connsiteY416" fmla="*/ 6844926 h 6858000"/>
              <a:gd name="connsiteX417" fmla="*/ 1990172 w 7467600"/>
              <a:gd name="connsiteY417" fmla="*/ 6542121 h 6858000"/>
              <a:gd name="connsiteX418" fmla="*/ 2124090 w 7467600"/>
              <a:gd name="connsiteY418" fmla="*/ 6761017 h 6858000"/>
              <a:gd name="connsiteX419" fmla="*/ 2200380 w 7467600"/>
              <a:gd name="connsiteY419" fmla="*/ 6858000 h 6858000"/>
              <a:gd name="connsiteX420" fmla="*/ 2147507 w 7467600"/>
              <a:gd name="connsiteY420" fmla="*/ 6858000 h 6858000"/>
              <a:gd name="connsiteX421" fmla="*/ 2070668 w 7467600"/>
              <a:gd name="connsiteY421" fmla="*/ 6761520 h 6858000"/>
              <a:gd name="connsiteX422" fmla="*/ 1975142 w 7467600"/>
              <a:gd name="connsiteY422" fmla="*/ 6585570 h 6858000"/>
              <a:gd name="connsiteX423" fmla="*/ 2050035 w 7467600"/>
              <a:gd name="connsiteY423" fmla="*/ 6813345 h 6858000"/>
              <a:gd name="connsiteX424" fmla="*/ 2063025 w 7467600"/>
              <a:gd name="connsiteY424" fmla="*/ 6858000 h 6858000"/>
              <a:gd name="connsiteX425" fmla="*/ 2021675 w 7467600"/>
              <a:gd name="connsiteY425" fmla="*/ 6858000 h 6858000"/>
              <a:gd name="connsiteX426" fmla="*/ 2019308 w 7467600"/>
              <a:gd name="connsiteY426" fmla="*/ 6847118 h 6858000"/>
              <a:gd name="connsiteX427" fmla="*/ 1938835 w 7467600"/>
              <a:gd name="connsiteY427" fmla="*/ 6551160 h 6858000"/>
              <a:gd name="connsiteX428" fmla="*/ 1953230 w 7467600"/>
              <a:gd name="connsiteY428" fmla="*/ 6759699 h 6858000"/>
              <a:gd name="connsiteX429" fmla="*/ 1956763 w 7467600"/>
              <a:gd name="connsiteY429" fmla="*/ 6778191 h 6858000"/>
              <a:gd name="connsiteX430" fmla="*/ 1967925 w 7467600"/>
              <a:gd name="connsiteY430" fmla="*/ 6858000 h 6858000"/>
              <a:gd name="connsiteX431" fmla="*/ 1936622 w 7467600"/>
              <a:gd name="connsiteY431" fmla="*/ 6858000 h 6858000"/>
              <a:gd name="connsiteX432" fmla="*/ 1926261 w 7467600"/>
              <a:gd name="connsiteY432" fmla="*/ 6784064 h 6858000"/>
              <a:gd name="connsiteX433" fmla="*/ 1922724 w 7467600"/>
              <a:gd name="connsiteY433" fmla="*/ 6765577 h 6858000"/>
              <a:gd name="connsiteX434" fmla="*/ 1904650 w 7467600"/>
              <a:gd name="connsiteY434" fmla="*/ 6639616 h 6858000"/>
              <a:gd name="connsiteX435" fmla="*/ 1885273 w 7467600"/>
              <a:gd name="connsiteY435" fmla="*/ 6858000 h 6858000"/>
              <a:gd name="connsiteX436" fmla="*/ 1854363 w 7467600"/>
              <a:gd name="connsiteY436" fmla="*/ 6858000 h 6858000"/>
              <a:gd name="connsiteX437" fmla="*/ 1880391 w 7467600"/>
              <a:gd name="connsiteY437" fmla="*/ 6603796 h 6858000"/>
              <a:gd name="connsiteX438" fmla="*/ 1818273 w 7467600"/>
              <a:gd name="connsiteY438" fmla="*/ 6715729 h 6858000"/>
              <a:gd name="connsiteX439" fmla="*/ 1794691 w 7467600"/>
              <a:gd name="connsiteY439" fmla="*/ 6843239 h 6858000"/>
              <a:gd name="connsiteX440" fmla="*/ 1794914 w 7467600"/>
              <a:gd name="connsiteY440" fmla="*/ 6858000 h 6858000"/>
              <a:gd name="connsiteX441" fmla="*/ 1746128 w 7467600"/>
              <a:gd name="connsiteY441" fmla="*/ 6858000 h 6858000"/>
              <a:gd name="connsiteX442" fmla="*/ 1753934 w 7467600"/>
              <a:gd name="connsiteY442" fmla="*/ 6724796 h 6858000"/>
              <a:gd name="connsiteX443" fmla="*/ 1792053 w 7467600"/>
              <a:gd name="connsiteY443" fmla="*/ 6572396 h 6858000"/>
              <a:gd name="connsiteX444" fmla="*/ 1862248 w 7467600"/>
              <a:gd name="connsiteY444" fmla="*/ 6266397 h 6858000"/>
              <a:gd name="connsiteX445" fmla="*/ 1862250 w 7467600"/>
              <a:gd name="connsiteY445" fmla="*/ 6033531 h 6858000"/>
              <a:gd name="connsiteX446" fmla="*/ 1211999 w 7467600"/>
              <a:gd name="connsiteY446" fmla="*/ 6683610 h 6858000"/>
              <a:gd name="connsiteX447" fmla="*/ 1213266 w 7467600"/>
              <a:gd name="connsiteY447" fmla="*/ 6691947 h 6858000"/>
              <a:gd name="connsiteX448" fmla="*/ 1203370 w 7467600"/>
              <a:gd name="connsiteY448" fmla="*/ 6850676 h 6858000"/>
              <a:gd name="connsiteX449" fmla="*/ 1203671 w 7467600"/>
              <a:gd name="connsiteY449" fmla="*/ 6858000 h 6858000"/>
              <a:gd name="connsiteX450" fmla="*/ 1143180 w 7467600"/>
              <a:gd name="connsiteY450" fmla="*/ 6858000 h 6858000"/>
              <a:gd name="connsiteX451" fmla="*/ 1142176 w 7467600"/>
              <a:gd name="connsiteY451" fmla="*/ 6766045 h 6858000"/>
              <a:gd name="connsiteX452" fmla="*/ 1067484 w 7467600"/>
              <a:gd name="connsiteY452" fmla="*/ 6858000 h 6858000"/>
              <a:gd name="connsiteX453" fmla="*/ 953928 w 7467600"/>
              <a:gd name="connsiteY453" fmla="*/ 6858000 h 6858000"/>
              <a:gd name="connsiteX454" fmla="*/ 959715 w 7467600"/>
              <a:gd name="connsiteY454" fmla="*/ 6850185 h 6858000"/>
              <a:gd name="connsiteX455" fmla="*/ 1483788 w 7467600"/>
              <a:gd name="connsiteY455" fmla="*/ 6259174 h 6858000"/>
              <a:gd name="connsiteX456" fmla="*/ 1100671 w 7467600"/>
              <a:gd name="connsiteY456" fmla="*/ 6252137 h 6858000"/>
              <a:gd name="connsiteX457" fmla="*/ 1090144 w 7467600"/>
              <a:gd name="connsiteY457" fmla="*/ 6256748 h 6858000"/>
              <a:gd name="connsiteX458" fmla="*/ 1095872 w 7467600"/>
              <a:gd name="connsiteY458" fmla="*/ 6271892 h 6858000"/>
              <a:gd name="connsiteX459" fmla="*/ 262785 w 7467600"/>
              <a:gd name="connsiteY459" fmla="*/ 6845450 h 6858000"/>
              <a:gd name="connsiteX460" fmla="*/ 209968 w 7467600"/>
              <a:gd name="connsiteY460" fmla="*/ 6770713 h 6858000"/>
              <a:gd name="connsiteX461" fmla="*/ 873460 w 7467600"/>
              <a:gd name="connsiteY461" fmla="*/ 6253768 h 6858000"/>
              <a:gd name="connsiteX462" fmla="*/ 192686 w 7467600"/>
              <a:gd name="connsiteY462" fmla="*/ 5849257 h 6858000"/>
              <a:gd name="connsiteX463" fmla="*/ 4696 w 7467600"/>
              <a:gd name="connsiteY463" fmla="*/ 5697668 h 6858000"/>
              <a:gd name="connsiteX464" fmla="*/ 0 w 7467600"/>
              <a:gd name="connsiteY464" fmla="*/ 5689984 h 6858000"/>
              <a:gd name="connsiteX465" fmla="*/ 0 w 7467600"/>
              <a:gd name="connsiteY465" fmla="*/ 5513472 h 6858000"/>
              <a:gd name="connsiteX466" fmla="*/ 174101 w 7467600"/>
              <a:gd name="connsiteY466" fmla="*/ 5620277 h 6858000"/>
              <a:gd name="connsiteX467" fmla="*/ 891800 w 7467600"/>
              <a:gd name="connsiteY467" fmla="*/ 6036935 h 6858000"/>
              <a:gd name="connsiteX468" fmla="*/ 1072219 w 7467600"/>
              <a:gd name="connsiteY468" fmla="*/ 6169443 h 6858000"/>
              <a:gd name="connsiteX469" fmla="*/ 1074117 w 7467600"/>
              <a:gd name="connsiteY469" fmla="*/ 6170301 h 6858000"/>
              <a:gd name="connsiteX470" fmla="*/ 1083114 w 7467600"/>
              <a:gd name="connsiteY470" fmla="*/ 6174131 h 6858000"/>
              <a:gd name="connsiteX471" fmla="*/ 1543010 w 7467600"/>
              <a:gd name="connsiteY471" fmla="*/ 6191140 h 6858000"/>
              <a:gd name="connsiteX472" fmla="*/ 1551080 w 7467600"/>
              <a:gd name="connsiteY472" fmla="*/ 6195006 h 6858000"/>
              <a:gd name="connsiteX473" fmla="*/ 2345443 w 7467600"/>
              <a:gd name="connsiteY473" fmla="*/ 5549882 h 6858000"/>
              <a:gd name="connsiteX474" fmla="*/ 1721499 w 7467600"/>
              <a:gd name="connsiteY474" fmla="*/ 5599969 h 6858000"/>
              <a:gd name="connsiteX475" fmla="*/ 767716 w 7467600"/>
              <a:gd name="connsiteY475" fmla="*/ 5472768 h 6858000"/>
              <a:gd name="connsiteX476" fmla="*/ 722147 w 7467600"/>
              <a:gd name="connsiteY476" fmla="*/ 5393091 h 6858000"/>
              <a:gd name="connsiteX477" fmla="*/ 1485552 w 7467600"/>
              <a:gd name="connsiteY477" fmla="*/ 5313202 h 6858000"/>
              <a:gd name="connsiteX478" fmla="*/ 2143004 w 7467600"/>
              <a:gd name="connsiteY478" fmla="*/ 5402420 h 6858000"/>
              <a:gd name="connsiteX479" fmla="*/ 1933391 w 7467600"/>
              <a:gd name="connsiteY479" fmla="*/ 5156971 h 6858000"/>
              <a:gd name="connsiteX480" fmla="*/ 1827118 w 7467600"/>
              <a:gd name="connsiteY480" fmla="*/ 4968410 h 6858000"/>
              <a:gd name="connsiteX481" fmla="*/ 1837349 w 7467600"/>
              <a:gd name="connsiteY481" fmla="*/ 4956357 h 6858000"/>
              <a:gd name="connsiteX482" fmla="*/ 2162835 w 7467600"/>
              <a:gd name="connsiteY482" fmla="*/ 5187853 h 6858000"/>
              <a:gd name="connsiteX483" fmla="*/ 2257167 w 7467600"/>
              <a:gd name="connsiteY483" fmla="*/ 5462123 h 6858000"/>
              <a:gd name="connsiteX484" fmla="*/ 2261598 w 7467600"/>
              <a:gd name="connsiteY484" fmla="*/ 5467998 h 6858000"/>
              <a:gd name="connsiteX485" fmla="*/ 2437177 w 7467600"/>
              <a:gd name="connsiteY485" fmla="*/ 5479608 h 6858000"/>
              <a:gd name="connsiteX486" fmla="*/ 2445247 w 7467600"/>
              <a:gd name="connsiteY486" fmla="*/ 5483476 h 6858000"/>
              <a:gd name="connsiteX487" fmla="*/ 2743626 w 7467600"/>
              <a:gd name="connsiteY487" fmla="*/ 5304819 h 6858000"/>
              <a:gd name="connsiteX488" fmla="*/ 3048102 w 7467600"/>
              <a:gd name="connsiteY488" fmla="*/ 5150595 h 6858000"/>
              <a:gd name="connsiteX489" fmla="*/ 1799414 w 7467600"/>
              <a:gd name="connsiteY489" fmla="*/ 4694732 h 6858000"/>
              <a:gd name="connsiteX490" fmla="*/ 1771735 w 7467600"/>
              <a:gd name="connsiteY490" fmla="*/ 4619929 h 6858000"/>
              <a:gd name="connsiteX491" fmla="*/ 3104273 w 7467600"/>
              <a:gd name="connsiteY491" fmla="*/ 5076159 h 6858000"/>
              <a:gd name="connsiteX492" fmla="*/ 3113245 w 7467600"/>
              <a:gd name="connsiteY492" fmla="*/ 5090705 h 6858000"/>
              <a:gd name="connsiteX493" fmla="*/ 3126294 w 7467600"/>
              <a:gd name="connsiteY493" fmla="*/ 5114400 h 6858000"/>
              <a:gd name="connsiteX494" fmla="*/ 3937433 w 7467600"/>
              <a:gd name="connsiteY494" fmla="*/ 4830473 h 6858000"/>
              <a:gd name="connsiteX495" fmla="*/ 3590475 w 7467600"/>
              <a:gd name="connsiteY495" fmla="*/ 4597974 h 6858000"/>
              <a:gd name="connsiteX496" fmla="*/ 3100264 w 7467600"/>
              <a:gd name="connsiteY496" fmla="*/ 4579845 h 6858000"/>
              <a:gd name="connsiteX497" fmla="*/ 2183576 w 7467600"/>
              <a:gd name="connsiteY497" fmla="*/ 4227150 h 6858000"/>
              <a:gd name="connsiteX498" fmla="*/ 2151029 w 7467600"/>
              <a:gd name="connsiteY498" fmla="*/ 4146947 h 6858000"/>
              <a:gd name="connsiteX499" fmla="*/ 3563434 w 7467600"/>
              <a:gd name="connsiteY499" fmla="*/ 4469115 h 6858000"/>
              <a:gd name="connsiteX500" fmla="*/ 3177952 w 7467600"/>
              <a:gd name="connsiteY500" fmla="*/ 3657386 h 6858000"/>
              <a:gd name="connsiteX501" fmla="*/ 3189263 w 7467600"/>
              <a:gd name="connsiteY501" fmla="*/ 3625726 h 6858000"/>
              <a:gd name="connsiteX502" fmla="*/ 3560912 w 7467600"/>
              <a:gd name="connsiteY502" fmla="*/ 4079863 h 6858000"/>
              <a:gd name="connsiteX503" fmla="*/ 3626636 w 7467600"/>
              <a:gd name="connsiteY503" fmla="*/ 4512230 h 6858000"/>
              <a:gd name="connsiteX504" fmla="*/ 3653088 w 7467600"/>
              <a:gd name="connsiteY504" fmla="*/ 4521417 h 6858000"/>
              <a:gd name="connsiteX505" fmla="*/ 3988128 w 7467600"/>
              <a:gd name="connsiteY505" fmla="*/ 4817267 h 6858000"/>
              <a:gd name="connsiteX506" fmla="*/ 4830582 w 7467600"/>
              <a:gd name="connsiteY506" fmla="*/ 4676000 h 6858000"/>
              <a:gd name="connsiteX507" fmla="*/ 4830100 w 7467600"/>
              <a:gd name="connsiteY507" fmla="*/ 4675554 h 6858000"/>
              <a:gd name="connsiteX508" fmla="*/ 4036318 w 7467600"/>
              <a:gd name="connsiteY508" fmla="*/ 4147013 h 6858000"/>
              <a:gd name="connsiteX509" fmla="*/ 3432098 w 7467600"/>
              <a:gd name="connsiteY509" fmla="*/ 3537312 h 6858000"/>
              <a:gd name="connsiteX510" fmla="*/ 3446761 w 7467600"/>
              <a:gd name="connsiteY510" fmla="*/ 3461278 h 6858000"/>
              <a:gd name="connsiteX511" fmla="*/ 4419733 w 7467600"/>
              <a:gd name="connsiteY511" fmla="*/ 3963555 h 6858000"/>
              <a:gd name="connsiteX512" fmla="*/ 4781371 w 7467600"/>
              <a:gd name="connsiteY512" fmla="*/ 4458604 h 6858000"/>
              <a:gd name="connsiteX513" fmla="*/ 4780440 w 7467600"/>
              <a:gd name="connsiteY513" fmla="*/ 4470290 h 6858000"/>
              <a:gd name="connsiteX514" fmla="*/ 4898954 w 7467600"/>
              <a:gd name="connsiteY514" fmla="*/ 4662092 h 6858000"/>
              <a:gd name="connsiteX515" fmla="*/ 4900699 w 7467600"/>
              <a:gd name="connsiteY515" fmla="*/ 4670867 h 6858000"/>
              <a:gd name="connsiteX516" fmla="*/ 5714511 w 7467600"/>
              <a:gd name="connsiteY516" fmla="*/ 4663483 h 6858000"/>
              <a:gd name="connsiteX517" fmla="*/ 5464793 w 7467600"/>
              <a:gd name="connsiteY517" fmla="*/ 4393556 h 6858000"/>
              <a:gd name="connsiteX518" fmla="*/ 5461897 w 7467600"/>
              <a:gd name="connsiteY518" fmla="*/ 4390879 h 6858000"/>
              <a:gd name="connsiteX519" fmla="*/ 4294126 w 7467600"/>
              <a:gd name="connsiteY519" fmla="*/ 3303048 h 6858000"/>
              <a:gd name="connsiteX520" fmla="*/ 4305321 w 7467600"/>
              <a:gd name="connsiteY520" fmla="*/ 3256953 h 6858000"/>
              <a:gd name="connsiteX521" fmla="*/ 4949299 w 7467600"/>
              <a:gd name="connsiteY521" fmla="*/ 3766336 h 6858000"/>
              <a:gd name="connsiteX522" fmla="*/ 5291452 w 7467600"/>
              <a:gd name="connsiteY522" fmla="*/ 4076801 h 6858000"/>
              <a:gd name="connsiteX523" fmla="*/ 5434998 w 7467600"/>
              <a:gd name="connsiteY523" fmla="*/ 4254100 h 6858000"/>
              <a:gd name="connsiteX524" fmla="*/ 5351015 w 7467600"/>
              <a:gd name="connsiteY524" fmla="*/ 3760989 h 6858000"/>
              <a:gd name="connsiteX525" fmla="*/ 5413780 w 7467600"/>
              <a:gd name="connsiteY525" fmla="*/ 2966265 h 6858000"/>
              <a:gd name="connsiteX526" fmla="*/ 5425627 w 7467600"/>
              <a:gd name="connsiteY526" fmla="*/ 2954192 h 6858000"/>
              <a:gd name="connsiteX527" fmla="*/ 6604735 w 7467600"/>
              <a:gd name="connsiteY527" fmla="*/ 2041381 h 6858000"/>
              <a:gd name="connsiteX528" fmla="*/ 7204487 w 7467600"/>
              <a:gd name="connsiteY528" fmla="*/ 2742112 h 6858000"/>
              <a:gd name="connsiteX529" fmla="*/ 7131592 w 7467600"/>
              <a:gd name="connsiteY529" fmla="*/ 2672096 h 6858000"/>
              <a:gd name="connsiteX530" fmla="*/ 6996344 w 7467600"/>
              <a:gd name="connsiteY530" fmla="*/ 2518310 h 6858000"/>
              <a:gd name="connsiteX531" fmla="*/ 6735495 w 7467600"/>
              <a:gd name="connsiteY531" fmla="*/ 2196890 h 6858000"/>
              <a:gd name="connsiteX532" fmla="*/ 6721901 w 7467600"/>
              <a:gd name="connsiteY532" fmla="*/ 2179274 h 6858000"/>
              <a:gd name="connsiteX533" fmla="*/ 6604735 w 7467600"/>
              <a:gd name="connsiteY533" fmla="*/ 2041381 h 6858000"/>
              <a:gd name="connsiteX534" fmla="*/ 6591670 w 7467600"/>
              <a:gd name="connsiteY534" fmla="*/ 1988277 h 6858000"/>
              <a:gd name="connsiteX535" fmla="*/ 6747349 w 7467600"/>
              <a:gd name="connsiteY535" fmla="*/ 2160069 h 6858000"/>
              <a:gd name="connsiteX536" fmla="*/ 6760943 w 7467600"/>
              <a:gd name="connsiteY536" fmla="*/ 2177686 h 6858000"/>
              <a:gd name="connsiteX537" fmla="*/ 7021065 w 7467600"/>
              <a:gd name="connsiteY537" fmla="*/ 2498102 h 6858000"/>
              <a:gd name="connsiteX538" fmla="*/ 7155223 w 7467600"/>
              <a:gd name="connsiteY538" fmla="*/ 2650386 h 6858000"/>
              <a:gd name="connsiteX539" fmla="*/ 7203167 w 7467600"/>
              <a:gd name="connsiteY539" fmla="*/ 2697288 h 6858000"/>
              <a:gd name="connsiteX540" fmla="*/ 6937703 w 7467600"/>
              <a:gd name="connsiteY540" fmla="*/ 2321981 h 6858000"/>
              <a:gd name="connsiteX541" fmla="*/ 6591670 w 7467600"/>
              <a:gd name="connsiteY541" fmla="*/ 1988277 h 6858000"/>
              <a:gd name="connsiteX542" fmla="*/ 5798671 w 7467600"/>
              <a:gd name="connsiteY542" fmla="*/ 1981601 h 6858000"/>
              <a:gd name="connsiteX543" fmla="*/ 5754709 w 7467600"/>
              <a:gd name="connsiteY543" fmla="*/ 2071454 h 6858000"/>
              <a:gd name="connsiteX544" fmla="*/ 5763044 w 7467600"/>
              <a:gd name="connsiteY544" fmla="*/ 2842206 h 6858000"/>
              <a:gd name="connsiteX545" fmla="*/ 5764974 w 7467600"/>
              <a:gd name="connsiteY545" fmla="*/ 2799609 h 6858000"/>
              <a:gd name="connsiteX546" fmla="*/ 5767665 w 7467600"/>
              <a:gd name="connsiteY546" fmla="*/ 2666409 h 6858000"/>
              <a:gd name="connsiteX547" fmla="*/ 5763055 w 7467600"/>
              <a:gd name="connsiteY547" fmla="*/ 2579705 h 6858000"/>
              <a:gd name="connsiteX548" fmla="*/ 5758079 w 7467600"/>
              <a:gd name="connsiteY548" fmla="*/ 2492508 h 6858000"/>
              <a:gd name="connsiteX549" fmla="*/ 5779325 w 7467600"/>
              <a:gd name="connsiteY549" fmla="*/ 2197069 h 6858000"/>
              <a:gd name="connsiteX550" fmla="*/ 5798671 w 7467600"/>
              <a:gd name="connsiteY550" fmla="*/ 1981601 h 6858000"/>
              <a:gd name="connsiteX551" fmla="*/ 5829202 w 7467600"/>
              <a:gd name="connsiteY551" fmla="*/ 1971679 h 6858000"/>
              <a:gd name="connsiteX552" fmla="*/ 5809558 w 7467600"/>
              <a:gd name="connsiteY552" fmla="*/ 2198043 h 6858000"/>
              <a:gd name="connsiteX553" fmla="*/ 5788653 w 7467600"/>
              <a:gd name="connsiteY553" fmla="*/ 2489430 h 6858000"/>
              <a:gd name="connsiteX554" fmla="*/ 5793439 w 7467600"/>
              <a:gd name="connsiteY554" fmla="*/ 2575235 h 6858000"/>
              <a:gd name="connsiteX555" fmla="*/ 5796837 w 7467600"/>
              <a:gd name="connsiteY555" fmla="*/ 2637633 h 6858000"/>
              <a:gd name="connsiteX556" fmla="*/ 5818614 w 7467600"/>
              <a:gd name="connsiteY556" fmla="*/ 2473055 h 6858000"/>
              <a:gd name="connsiteX557" fmla="*/ 5829202 w 7467600"/>
              <a:gd name="connsiteY557" fmla="*/ 1971679 h 6858000"/>
              <a:gd name="connsiteX558" fmla="*/ 5911389 w 7467600"/>
              <a:gd name="connsiteY558" fmla="*/ 1898371 h 6858000"/>
              <a:gd name="connsiteX559" fmla="*/ 6237627 w 7467600"/>
              <a:gd name="connsiteY559" fmla="*/ 2231921 h 6858000"/>
              <a:gd name="connsiteX560" fmla="*/ 5911389 w 7467600"/>
              <a:gd name="connsiteY560" fmla="*/ 1898371 h 6858000"/>
              <a:gd name="connsiteX561" fmla="*/ 6944437 w 7467600"/>
              <a:gd name="connsiteY561" fmla="*/ 1575402 h 6858000"/>
              <a:gd name="connsiteX562" fmla="*/ 6304730 w 7467600"/>
              <a:gd name="connsiteY562" fmla="*/ 1766654 h 6858000"/>
              <a:gd name="connsiteX563" fmla="*/ 6944437 w 7467600"/>
              <a:gd name="connsiteY563" fmla="*/ 1575402 h 6858000"/>
              <a:gd name="connsiteX564" fmla="*/ 7019523 w 7467600"/>
              <a:gd name="connsiteY564" fmla="*/ 1519450 h 6858000"/>
              <a:gd name="connsiteX565" fmla="*/ 6298091 w 7467600"/>
              <a:gd name="connsiteY565" fmla="*/ 1737122 h 6858000"/>
              <a:gd name="connsiteX566" fmla="*/ 7019523 w 7467600"/>
              <a:gd name="connsiteY566" fmla="*/ 1519450 h 6858000"/>
              <a:gd name="connsiteX567" fmla="*/ 2399523 w 7467600"/>
              <a:gd name="connsiteY567" fmla="*/ 1428234 h 6858000"/>
              <a:gd name="connsiteX568" fmla="*/ 2224982 w 7467600"/>
              <a:gd name="connsiteY568" fmla="*/ 1826201 h 6858000"/>
              <a:gd name="connsiteX569" fmla="*/ 2096099 w 7467600"/>
              <a:gd name="connsiteY569" fmla="*/ 2345900 h 6858000"/>
              <a:gd name="connsiteX570" fmla="*/ 2283317 w 7467600"/>
              <a:gd name="connsiteY570" fmla="*/ 1796925 h 6858000"/>
              <a:gd name="connsiteX571" fmla="*/ 2399523 w 7467600"/>
              <a:gd name="connsiteY571" fmla="*/ 1428234 h 6858000"/>
              <a:gd name="connsiteX572" fmla="*/ 2448558 w 7467600"/>
              <a:gd name="connsiteY572" fmla="*/ 1373435 h 6858000"/>
              <a:gd name="connsiteX573" fmla="*/ 2312521 w 7467600"/>
              <a:gd name="connsiteY573" fmla="*/ 1806140 h 6858000"/>
              <a:gd name="connsiteX574" fmla="*/ 2127533 w 7467600"/>
              <a:gd name="connsiteY574" fmla="*/ 2348380 h 6858000"/>
              <a:gd name="connsiteX575" fmla="*/ 2358080 w 7467600"/>
              <a:gd name="connsiteY575" fmla="*/ 1866134 h 6858000"/>
              <a:gd name="connsiteX576" fmla="*/ 2407436 w 7467600"/>
              <a:gd name="connsiteY576" fmla="*/ 1651070 h 6858000"/>
              <a:gd name="connsiteX577" fmla="*/ 2448558 w 7467600"/>
              <a:gd name="connsiteY577" fmla="*/ 1373435 h 6858000"/>
              <a:gd name="connsiteX578" fmla="*/ 278707 w 7467600"/>
              <a:gd name="connsiteY578" fmla="*/ 1352270 h 6858000"/>
              <a:gd name="connsiteX579" fmla="*/ 321570 w 7467600"/>
              <a:gd name="connsiteY579" fmla="*/ 1861610 h 6858000"/>
              <a:gd name="connsiteX580" fmla="*/ 294281 w 7467600"/>
              <a:gd name="connsiteY580" fmla="*/ 1440658 h 6858000"/>
              <a:gd name="connsiteX581" fmla="*/ 278707 w 7467600"/>
              <a:gd name="connsiteY581" fmla="*/ 1352270 h 6858000"/>
              <a:gd name="connsiteX582" fmla="*/ 1423821 w 7467600"/>
              <a:gd name="connsiteY582" fmla="*/ 1351958 h 6858000"/>
              <a:gd name="connsiteX583" fmla="*/ 1638521 w 7467600"/>
              <a:gd name="connsiteY583" fmla="*/ 1908470 h 6858000"/>
              <a:gd name="connsiteX584" fmla="*/ 1754199 w 7467600"/>
              <a:gd name="connsiteY584" fmla="*/ 2149284 h 6858000"/>
              <a:gd name="connsiteX585" fmla="*/ 1908359 w 7467600"/>
              <a:gd name="connsiteY585" fmla="*/ 2364988 h 6858000"/>
              <a:gd name="connsiteX586" fmla="*/ 1647661 w 7467600"/>
              <a:gd name="connsiteY586" fmla="*/ 1825945 h 6858000"/>
              <a:gd name="connsiteX587" fmla="*/ 1423821 w 7467600"/>
              <a:gd name="connsiteY587" fmla="*/ 1351958 h 6858000"/>
              <a:gd name="connsiteX588" fmla="*/ 1431890 w 7467600"/>
              <a:gd name="connsiteY588" fmla="*/ 1306475 h 6858000"/>
              <a:gd name="connsiteX589" fmla="*/ 1507597 w 7467600"/>
              <a:gd name="connsiteY589" fmla="*/ 1446132 h 6858000"/>
              <a:gd name="connsiteX590" fmla="*/ 1674586 w 7467600"/>
              <a:gd name="connsiteY590" fmla="*/ 1813832 h 6858000"/>
              <a:gd name="connsiteX591" fmla="*/ 1815950 w 7467600"/>
              <a:gd name="connsiteY591" fmla="*/ 2128564 h 6858000"/>
              <a:gd name="connsiteX592" fmla="*/ 1984242 w 7467600"/>
              <a:gd name="connsiteY592" fmla="*/ 2430829 h 6858000"/>
              <a:gd name="connsiteX593" fmla="*/ 2014023 w 7467600"/>
              <a:gd name="connsiteY593" fmla="*/ 2450995 h 6858000"/>
              <a:gd name="connsiteX594" fmla="*/ 1747337 w 7467600"/>
              <a:gd name="connsiteY594" fmla="*/ 1855264 h 6858000"/>
              <a:gd name="connsiteX595" fmla="*/ 1533749 w 7467600"/>
              <a:gd name="connsiteY595" fmla="*/ 1478656 h 6858000"/>
              <a:gd name="connsiteX596" fmla="*/ 1431890 w 7467600"/>
              <a:gd name="connsiteY596" fmla="*/ 1306475 h 6858000"/>
              <a:gd name="connsiteX597" fmla="*/ 5052692 w 7467600"/>
              <a:gd name="connsiteY597" fmla="*/ 1292994 h 6858000"/>
              <a:gd name="connsiteX598" fmla="*/ 5200661 w 7467600"/>
              <a:gd name="connsiteY598" fmla="*/ 1635186 h 6858000"/>
              <a:gd name="connsiteX599" fmla="*/ 5297138 w 7467600"/>
              <a:gd name="connsiteY599" fmla="*/ 1906351 h 6858000"/>
              <a:gd name="connsiteX600" fmla="*/ 5052692 w 7467600"/>
              <a:gd name="connsiteY600" fmla="*/ 1292994 h 6858000"/>
              <a:gd name="connsiteX601" fmla="*/ 5009948 w 7467600"/>
              <a:gd name="connsiteY601" fmla="*/ 1273619 h 6858000"/>
              <a:gd name="connsiteX602" fmla="*/ 5121777 w 7467600"/>
              <a:gd name="connsiteY602" fmla="*/ 1654213 h 6858000"/>
              <a:gd name="connsiteX603" fmla="*/ 5293545 w 7467600"/>
              <a:gd name="connsiteY603" fmla="*/ 2072247 h 6858000"/>
              <a:gd name="connsiteX604" fmla="*/ 5294042 w 7467600"/>
              <a:gd name="connsiteY604" fmla="*/ 2065019 h 6858000"/>
              <a:gd name="connsiteX605" fmla="*/ 5171936 w 7467600"/>
              <a:gd name="connsiteY605" fmla="*/ 1647613 h 6858000"/>
              <a:gd name="connsiteX606" fmla="*/ 5009948 w 7467600"/>
              <a:gd name="connsiteY606" fmla="*/ 1273619 h 6858000"/>
              <a:gd name="connsiteX607" fmla="*/ 655236 w 7467600"/>
              <a:gd name="connsiteY607" fmla="*/ 1268632 h 6858000"/>
              <a:gd name="connsiteX608" fmla="*/ 839521 w 7467600"/>
              <a:gd name="connsiteY608" fmla="*/ 1685315 h 6858000"/>
              <a:gd name="connsiteX609" fmla="*/ 1109416 w 7467600"/>
              <a:gd name="connsiteY609" fmla="*/ 2061663 h 6858000"/>
              <a:gd name="connsiteX610" fmla="*/ 1298300 w 7467600"/>
              <a:gd name="connsiteY610" fmla="*/ 2247742 h 6858000"/>
              <a:gd name="connsiteX611" fmla="*/ 1125871 w 7467600"/>
              <a:gd name="connsiteY611" fmla="*/ 1989513 h 6858000"/>
              <a:gd name="connsiteX612" fmla="*/ 981574 w 7467600"/>
              <a:gd name="connsiteY612" fmla="*/ 1783157 h 6858000"/>
              <a:gd name="connsiteX613" fmla="*/ 922198 w 7467600"/>
              <a:gd name="connsiteY613" fmla="*/ 1677437 h 6858000"/>
              <a:gd name="connsiteX614" fmla="*/ 869293 w 7467600"/>
              <a:gd name="connsiteY614" fmla="*/ 1583214 h 6858000"/>
              <a:gd name="connsiteX615" fmla="*/ 751431 w 7467600"/>
              <a:gd name="connsiteY615" fmla="*/ 1405731 h 6858000"/>
              <a:gd name="connsiteX616" fmla="*/ 655236 w 7467600"/>
              <a:gd name="connsiteY616" fmla="*/ 1268632 h 6858000"/>
              <a:gd name="connsiteX617" fmla="*/ 6516292 w 7467600"/>
              <a:gd name="connsiteY617" fmla="*/ 1263064 h 6858000"/>
              <a:gd name="connsiteX618" fmla="*/ 5736320 w 7467600"/>
              <a:gd name="connsiteY618" fmla="*/ 1501803 h 6858000"/>
              <a:gd name="connsiteX619" fmla="*/ 6516292 w 7467600"/>
              <a:gd name="connsiteY619" fmla="*/ 1263064 h 6858000"/>
              <a:gd name="connsiteX620" fmla="*/ 291466 w 7467600"/>
              <a:gd name="connsiteY620" fmla="*/ 1250369 h 6858000"/>
              <a:gd name="connsiteX621" fmla="*/ 323180 w 7467600"/>
              <a:gd name="connsiteY621" fmla="*/ 1435283 h 6858000"/>
              <a:gd name="connsiteX622" fmla="*/ 349381 w 7467600"/>
              <a:gd name="connsiteY622" fmla="*/ 1875041 h 6858000"/>
              <a:gd name="connsiteX623" fmla="*/ 374363 w 7467600"/>
              <a:gd name="connsiteY623" fmla="*/ 1506494 h 6858000"/>
              <a:gd name="connsiteX624" fmla="*/ 302168 w 7467600"/>
              <a:gd name="connsiteY624" fmla="*/ 1274495 h 6858000"/>
              <a:gd name="connsiteX625" fmla="*/ 291466 w 7467600"/>
              <a:gd name="connsiteY625" fmla="*/ 1250369 h 6858000"/>
              <a:gd name="connsiteX626" fmla="*/ 678222 w 7467600"/>
              <a:gd name="connsiteY626" fmla="*/ 1248670 h 6858000"/>
              <a:gd name="connsiteX627" fmla="*/ 775536 w 7467600"/>
              <a:gd name="connsiteY627" fmla="*/ 1388015 h 6858000"/>
              <a:gd name="connsiteX628" fmla="*/ 894529 w 7467600"/>
              <a:gd name="connsiteY628" fmla="*/ 1567739 h 6858000"/>
              <a:gd name="connsiteX629" fmla="*/ 948000 w 7467600"/>
              <a:gd name="connsiteY629" fmla="*/ 1663088 h 6858000"/>
              <a:gd name="connsiteX630" fmla="*/ 1006812 w 7467600"/>
              <a:gd name="connsiteY630" fmla="*/ 1767683 h 6858000"/>
              <a:gd name="connsiteX631" fmla="*/ 1149133 w 7467600"/>
              <a:gd name="connsiteY631" fmla="*/ 1971513 h 6858000"/>
              <a:gd name="connsiteX632" fmla="*/ 1333952 w 7467600"/>
              <a:gd name="connsiteY632" fmla="*/ 2251620 h 6858000"/>
              <a:gd name="connsiteX633" fmla="*/ 1337329 w 7467600"/>
              <a:gd name="connsiteY633" fmla="*/ 2258350 h 6858000"/>
              <a:gd name="connsiteX634" fmla="*/ 1014726 w 7467600"/>
              <a:gd name="connsiteY634" fmla="*/ 1615556 h 6858000"/>
              <a:gd name="connsiteX635" fmla="*/ 678222 w 7467600"/>
              <a:gd name="connsiteY635" fmla="*/ 1248670 h 6858000"/>
              <a:gd name="connsiteX636" fmla="*/ 6691602 w 7467600"/>
              <a:gd name="connsiteY636" fmla="*/ 1140573 h 6858000"/>
              <a:gd name="connsiteX637" fmla="*/ 6571100 w 7467600"/>
              <a:gd name="connsiteY637" fmla="*/ 1183662 h 6858000"/>
              <a:gd name="connsiteX638" fmla="*/ 6241687 w 7467600"/>
              <a:gd name="connsiteY638" fmla="*/ 1257600 h 6858000"/>
              <a:gd name="connsiteX639" fmla="*/ 5693009 w 7467600"/>
              <a:gd name="connsiteY639" fmla="*/ 1478256 h 6858000"/>
              <a:gd name="connsiteX640" fmla="*/ 6548420 w 7467600"/>
              <a:gd name="connsiteY640" fmla="*/ 1214599 h 6858000"/>
              <a:gd name="connsiteX641" fmla="*/ 6605473 w 7467600"/>
              <a:gd name="connsiteY641" fmla="*/ 1184686 h 6858000"/>
              <a:gd name="connsiteX642" fmla="*/ 6691602 w 7467600"/>
              <a:gd name="connsiteY642" fmla="*/ 1140573 h 6858000"/>
              <a:gd name="connsiteX643" fmla="*/ 4002475 w 7467600"/>
              <a:gd name="connsiteY643" fmla="*/ 1037802 h 6858000"/>
              <a:gd name="connsiteX644" fmla="*/ 4000324 w 7467600"/>
              <a:gd name="connsiteY644" fmla="*/ 1039362 h 6858000"/>
              <a:gd name="connsiteX645" fmla="*/ 4002862 w 7467600"/>
              <a:gd name="connsiteY645" fmla="*/ 1042866 h 6858000"/>
              <a:gd name="connsiteX646" fmla="*/ 4002475 w 7467600"/>
              <a:gd name="connsiteY646" fmla="*/ 1037802 h 6858000"/>
              <a:gd name="connsiteX647" fmla="*/ 506322 w 7467600"/>
              <a:gd name="connsiteY647" fmla="*/ 1020997 h 6858000"/>
              <a:gd name="connsiteX648" fmla="*/ 533068 w 7467600"/>
              <a:gd name="connsiteY648" fmla="*/ 1029409 h 6858000"/>
              <a:gd name="connsiteX649" fmla="*/ 1232525 w 7467600"/>
              <a:gd name="connsiteY649" fmla="*/ 1804675 h 6858000"/>
              <a:gd name="connsiteX650" fmla="*/ 1388858 w 7467600"/>
              <a:gd name="connsiteY650" fmla="*/ 2368011 h 6858000"/>
              <a:gd name="connsiteX651" fmla="*/ 1384098 w 7467600"/>
              <a:gd name="connsiteY651" fmla="*/ 2378125 h 6858000"/>
              <a:gd name="connsiteX652" fmla="*/ 1425393 w 7467600"/>
              <a:gd name="connsiteY652" fmla="*/ 2589124 h 6858000"/>
              <a:gd name="connsiteX653" fmla="*/ 1424001 w 7467600"/>
              <a:gd name="connsiteY653" fmla="*/ 2597541 h 6858000"/>
              <a:gd name="connsiteX654" fmla="*/ 2152729 w 7467600"/>
              <a:gd name="connsiteY654" fmla="*/ 2864487 h 6858000"/>
              <a:gd name="connsiteX655" fmla="*/ 2020609 w 7467600"/>
              <a:gd name="connsiteY655" fmla="*/ 2539671 h 6858000"/>
              <a:gd name="connsiteX656" fmla="*/ 2018920 w 7467600"/>
              <a:gd name="connsiteY656" fmla="*/ 2536309 h 6858000"/>
              <a:gd name="connsiteX657" fmla="*/ 1342441 w 7467600"/>
              <a:gd name="connsiteY657" fmla="*/ 1173017 h 6858000"/>
              <a:gd name="connsiteX658" fmla="*/ 1367925 w 7467600"/>
              <a:gd name="connsiteY658" fmla="*/ 1135648 h 6858000"/>
              <a:gd name="connsiteX659" fmla="*/ 1771401 w 7467600"/>
              <a:gd name="connsiteY659" fmla="*/ 1806673 h 6858000"/>
              <a:gd name="connsiteX660" fmla="*/ 1972385 w 7467600"/>
              <a:gd name="connsiteY660" fmla="*/ 2198735 h 6858000"/>
              <a:gd name="connsiteX661" fmla="*/ 2040892 w 7467600"/>
              <a:gd name="connsiteY661" fmla="*/ 2405205 h 6858000"/>
              <a:gd name="connsiteX662" fmla="*/ 2131689 w 7467600"/>
              <a:gd name="connsiteY662" fmla="*/ 1936926 h 6858000"/>
              <a:gd name="connsiteX663" fmla="*/ 2454820 w 7467600"/>
              <a:gd name="connsiteY663" fmla="*/ 1248808 h 6858000"/>
              <a:gd name="connsiteX664" fmla="*/ 2492512 w 7467600"/>
              <a:gd name="connsiteY664" fmla="*/ 1302920 h 6858000"/>
              <a:gd name="connsiteX665" fmla="*/ 2081216 w 7467600"/>
              <a:gd name="connsiteY665" fmla="*/ 2527513 h 6858000"/>
              <a:gd name="connsiteX666" fmla="*/ 2081211 w 7467600"/>
              <a:gd name="connsiteY666" fmla="*/ 2528916 h 6858000"/>
              <a:gd name="connsiteX667" fmla="*/ 2199067 w 7467600"/>
              <a:gd name="connsiteY667" fmla="*/ 2884061 h 6858000"/>
              <a:gd name="connsiteX668" fmla="*/ 3192586 w 7467600"/>
              <a:gd name="connsiteY668" fmla="*/ 3411496 h 6858000"/>
              <a:gd name="connsiteX669" fmla="*/ 3182620 w 7467600"/>
              <a:gd name="connsiteY669" fmla="*/ 3483279 h 6858000"/>
              <a:gd name="connsiteX670" fmla="*/ 2435119 w 7467600"/>
              <a:gd name="connsiteY670" fmla="*/ 3080173 h 6858000"/>
              <a:gd name="connsiteX671" fmla="*/ 2410152 w 7467600"/>
              <a:gd name="connsiteY671" fmla="*/ 3063751 h 6858000"/>
              <a:gd name="connsiteX672" fmla="*/ 2408099 w 7467600"/>
              <a:gd name="connsiteY672" fmla="*/ 3064403 h 6858000"/>
              <a:gd name="connsiteX673" fmla="*/ 2407218 w 7467600"/>
              <a:gd name="connsiteY673" fmla="*/ 3070324 h 6858000"/>
              <a:gd name="connsiteX674" fmla="*/ 2380138 w 7467600"/>
              <a:gd name="connsiteY674" fmla="*/ 3099341 h 6858000"/>
              <a:gd name="connsiteX675" fmla="*/ 1765923 w 7467600"/>
              <a:gd name="connsiteY675" fmla="*/ 3581043 h 6858000"/>
              <a:gd name="connsiteX676" fmla="*/ 1702258 w 7467600"/>
              <a:gd name="connsiteY676" fmla="*/ 3612286 h 6858000"/>
              <a:gd name="connsiteX677" fmla="*/ 1538370 w 7467600"/>
              <a:gd name="connsiteY677" fmla="*/ 3811804 h 6858000"/>
              <a:gd name="connsiteX678" fmla="*/ 542867 w 7467600"/>
              <a:gd name="connsiteY678" fmla="*/ 4944092 h 6858000"/>
              <a:gd name="connsiteX679" fmla="*/ 515800 w 7467600"/>
              <a:gd name="connsiteY679" fmla="*/ 4862180 h 6858000"/>
              <a:gd name="connsiteX680" fmla="*/ 909145 w 7467600"/>
              <a:gd name="connsiteY680" fmla="*/ 4199225 h 6858000"/>
              <a:gd name="connsiteX681" fmla="*/ 1214067 w 7467600"/>
              <a:gd name="connsiteY681" fmla="*/ 3908561 h 6858000"/>
              <a:gd name="connsiteX682" fmla="*/ 640967 w 7467600"/>
              <a:gd name="connsiteY682" fmla="*/ 4105601 h 6858000"/>
              <a:gd name="connsiteX683" fmla="*/ 112563 w 7467600"/>
              <a:gd name="connsiteY683" fmla="*/ 4396952 h 6858000"/>
              <a:gd name="connsiteX684" fmla="*/ 0 w 7467600"/>
              <a:gd name="connsiteY684" fmla="*/ 4466006 h 6858000"/>
              <a:gd name="connsiteX685" fmla="*/ 0 w 7467600"/>
              <a:gd name="connsiteY685" fmla="*/ 4233763 h 6858000"/>
              <a:gd name="connsiteX686" fmla="*/ 36881 w 7467600"/>
              <a:gd name="connsiteY686" fmla="*/ 4200118 h 6858000"/>
              <a:gd name="connsiteX687" fmla="*/ 910534 w 7467600"/>
              <a:gd name="connsiteY687" fmla="*/ 3629753 h 6858000"/>
              <a:gd name="connsiteX688" fmla="*/ 1578717 w 7467600"/>
              <a:gd name="connsiteY688" fmla="*/ 3575982 h 6858000"/>
              <a:gd name="connsiteX689" fmla="*/ 2338780 w 7467600"/>
              <a:gd name="connsiteY689" fmla="*/ 3033725 h 6858000"/>
              <a:gd name="connsiteX690" fmla="*/ 1807991 w 7467600"/>
              <a:gd name="connsiteY690" fmla="*/ 2807184 h 6858000"/>
              <a:gd name="connsiteX691" fmla="*/ 1416358 w 7467600"/>
              <a:gd name="connsiteY691" fmla="*/ 3112571 h 6858000"/>
              <a:gd name="connsiteX692" fmla="*/ 939066 w 7467600"/>
              <a:gd name="connsiteY692" fmla="*/ 3378798 h 6858000"/>
              <a:gd name="connsiteX693" fmla="*/ 115099 w 7467600"/>
              <a:gd name="connsiteY693" fmla="*/ 3607650 h 6858000"/>
              <a:gd name="connsiteX694" fmla="*/ 97284 w 7467600"/>
              <a:gd name="connsiteY694" fmla="*/ 3520393 h 6858000"/>
              <a:gd name="connsiteX695" fmla="*/ 922050 w 7467600"/>
              <a:gd name="connsiteY695" fmla="*/ 3074867 h 6858000"/>
              <a:gd name="connsiteX696" fmla="*/ 1405265 w 7467600"/>
              <a:gd name="connsiteY696" fmla="*/ 3016319 h 6858000"/>
              <a:gd name="connsiteX697" fmla="*/ 1407512 w 7467600"/>
              <a:gd name="connsiteY697" fmla="*/ 3018001 h 6858000"/>
              <a:gd name="connsiteX698" fmla="*/ 1726266 w 7467600"/>
              <a:gd name="connsiteY698" fmla="*/ 2777274 h 6858000"/>
              <a:gd name="connsiteX699" fmla="*/ 625390 w 7467600"/>
              <a:gd name="connsiteY699" fmla="*/ 2514541 h 6858000"/>
              <a:gd name="connsiteX700" fmla="*/ 619799 w 7467600"/>
              <a:gd name="connsiteY700" fmla="*/ 2527180 h 6858000"/>
              <a:gd name="connsiteX701" fmla="*/ 310030 w 7467600"/>
              <a:gd name="connsiteY701" fmla="*/ 2771818 h 6858000"/>
              <a:gd name="connsiteX702" fmla="*/ 173877 w 7467600"/>
              <a:gd name="connsiteY702" fmla="*/ 2937056 h 6858000"/>
              <a:gd name="connsiteX703" fmla="*/ 77889 w 7467600"/>
              <a:gd name="connsiteY703" fmla="*/ 3138440 h 6858000"/>
              <a:gd name="connsiteX704" fmla="*/ 0 w 7467600"/>
              <a:gd name="connsiteY704" fmla="*/ 3271395 h 6858000"/>
              <a:gd name="connsiteX705" fmla="*/ 0 w 7467600"/>
              <a:gd name="connsiteY705" fmla="*/ 3153002 h 6858000"/>
              <a:gd name="connsiteX706" fmla="*/ 2386 w 7467600"/>
              <a:gd name="connsiteY706" fmla="*/ 3149203 h 6858000"/>
              <a:gd name="connsiteX707" fmla="*/ 89753 w 7467600"/>
              <a:gd name="connsiteY707" fmla="*/ 2987702 h 6858000"/>
              <a:gd name="connsiteX708" fmla="*/ 76869 w 7467600"/>
              <a:gd name="connsiteY708" fmla="*/ 3005404 h 6858000"/>
              <a:gd name="connsiteX709" fmla="*/ 32049 w 7467600"/>
              <a:gd name="connsiteY709" fmla="*/ 3065814 h 6858000"/>
              <a:gd name="connsiteX710" fmla="*/ 0 w 7467600"/>
              <a:gd name="connsiteY710" fmla="*/ 3108744 h 6858000"/>
              <a:gd name="connsiteX711" fmla="*/ 0 w 7467600"/>
              <a:gd name="connsiteY711" fmla="*/ 3058059 h 6858000"/>
              <a:gd name="connsiteX712" fmla="*/ 7610 w 7467600"/>
              <a:gd name="connsiteY712" fmla="*/ 3047889 h 6858000"/>
              <a:gd name="connsiteX713" fmla="*/ 52419 w 7467600"/>
              <a:gd name="connsiteY713" fmla="*/ 2987479 h 6858000"/>
              <a:gd name="connsiteX714" fmla="*/ 59142 w 7467600"/>
              <a:gd name="connsiteY714" fmla="*/ 2978488 h 6858000"/>
              <a:gd name="connsiteX715" fmla="*/ 0 w 7467600"/>
              <a:gd name="connsiteY715" fmla="*/ 3015334 h 6858000"/>
              <a:gd name="connsiteX716" fmla="*/ 0 w 7467600"/>
              <a:gd name="connsiteY716" fmla="*/ 2914286 h 6858000"/>
              <a:gd name="connsiteX717" fmla="*/ 36383 w 7467600"/>
              <a:gd name="connsiteY717" fmla="*/ 2901128 h 6858000"/>
              <a:gd name="connsiteX718" fmla="*/ 156329 w 7467600"/>
              <a:gd name="connsiteY718" fmla="*/ 2840533 h 6858000"/>
              <a:gd name="connsiteX719" fmla="*/ 358355 w 7467600"/>
              <a:gd name="connsiteY719" fmla="*/ 2620471 h 6858000"/>
              <a:gd name="connsiteX720" fmla="*/ 510577 w 7467600"/>
              <a:gd name="connsiteY720" fmla="*/ 2501244 h 6858000"/>
              <a:gd name="connsiteX721" fmla="*/ 211967 w 7467600"/>
              <a:gd name="connsiteY721" fmla="*/ 2479171 h 6858000"/>
              <a:gd name="connsiteX722" fmla="*/ 0 w 7467600"/>
              <a:gd name="connsiteY722" fmla="*/ 2476398 h 6858000"/>
              <a:gd name="connsiteX723" fmla="*/ 0 w 7467600"/>
              <a:gd name="connsiteY723" fmla="*/ 2389189 h 6858000"/>
              <a:gd name="connsiteX724" fmla="*/ 103062 w 7467600"/>
              <a:gd name="connsiteY724" fmla="*/ 2389518 h 6858000"/>
              <a:gd name="connsiteX725" fmla="*/ 510734 w 7467600"/>
              <a:gd name="connsiteY725" fmla="*/ 2416201 h 6858000"/>
              <a:gd name="connsiteX726" fmla="*/ 279257 w 7467600"/>
              <a:gd name="connsiteY726" fmla="*/ 2092102 h 6858000"/>
              <a:gd name="connsiteX727" fmla="*/ 65265 w 7467600"/>
              <a:gd name="connsiteY727" fmla="*/ 2006049 h 6858000"/>
              <a:gd name="connsiteX728" fmla="*/ 0 w 7467600"/>
              <a:gd name="connsiteY728" fmla="*/ 1982532 h 6858000"/>
              <a:gd name="connsiteX729" fmla="*/ 0 w 7467600"/>
              <a:gd name="connsiteY729" fmla="*/ 1912789 h 6858000"/>
              <a:gd name="connsiteX730" fmla="*/ 97460 w 7467600"/>
              <a:gd name="connsiteY730" fmla="*/ 1953725 h 6858000"/>
              <a:gd name="connsiteX731" fmla="*/ 221272 w 7467600"/>
              <a:gd name="connsiteY731" fmla="*/ 1980766 h 6858000"/>
              <a:gd name="connsiteX732" fmla="*/ 116765 w 7467600"/>
              <a:gd name="connsiteY732" fmla="*/ 1911033 h 6858000"/>
              <a:gd name="connsiteX733" fmla="*/ 16405 w 7467600"/>
              <a:gd name="connsiteY733" fmla="*/ 1803412 h 6858000"/>
              <a:gd name="connsiteX734" fmla="*/ 0 w 7467600"/>
              <a:gd name="connsiteY734" fmla="*/ 1784777 h 6858000"/>
              <a:gd name="connsiteX735" fmla="*/ 0 w 7467600"/>
              <a:gd name="connsiteY735" fmla="*/ 1740082 h 6858000"/>
              <a:gd name="connsiteX736" fmla="*/ 39394 w 7467600"/>
              <a:gd name="connsiteY736" fmla="*/ 1784856 h 6858000"/>
              <a:gd name="connsiteX737" fmla="*/ 135813 w 7467600"/>
              <a:gd name="connsiteY737" fmla="*/ 1888838 h 6858000"/>
              <a:gd name="connsiteX738" fmla="*/ 242575 w 7467600"/>
              <a:gd name="connsiteY738" fmla="*/ 1958841 h 6858000"/>
              <a:gd name="connsiteX739" fmla="*/ 82197 w 7467600"/>
              <a:gd name="connsiteY739" fmla="*/ 1754826 h 6858000"/>
              <a:gd name="connsiteX740" fmla="*/ 0 w 7467600"/>
              <a:gd name="connsiteY740" fmla="*/ 1679650 h 6858000"/>
              <a:gd name="connsiteX741" fmla="*/ 0 w 7467600"/>
              <a:gd name="connsiteY741" fmla="*/ 1602463 h 6858000"/>
              <a:gd name="connsiteX742" fmla="*/ 84689 w 7467600"/>
              <a:gd name="connsiteY742" fmla="*/ 1677442 h 6858000"/>
              <a:gd name="connsiteX743" fmla="*/ 298437 w 7467600"/>
              <a:gd name="connsiteY743" fmla="*/ 1968019 h 6858000"/>
              <a:gd name="connsiteX744" fmla="*/ 227269 w 7467600"/>
              <a:gd name="connsiteY744" fmla="*/ 1114064 h 6858000"/>
              <a:gd name="connsiteX745" fmla="*/ 248003 w 7467600"/>
              <a:gd name="connsiteY745" fmla="*/ 1089613 h 6858000"/>
              <a:gd name="connsiteX746" fmla="*/ 427020 w 7467600"/>
              <a:gd name="connsiteY746" fmla="*/ 1619803 h 6858000"/>
              <a:gd name="connsiteX747" fmla="*/ 340345 w 7467600"/>
              <a:gd name="connsiteY747" fmla="*/ 2027739 h 6858000"/>
              <a:gd name="connsiteX748" fmla="*/ 360865 w 7467600"/>
              <a:gd name="connsiteY748" fmla="*/ 2044827 h 6858000"/>
              <a:gd name="connsiteX749" fmla="*/ 560414 w 7467600"/>
              <a:gd name="connsiteY749" fmla="*/ 2421457 h 6858000"/>
              <a:gd name="connsiteX750" fmla="*/ 1359703 w 7467600"/>
              <a:gd name="connsiteY750" fmla="*/ 2578554 h 6858000"/>
              <a:gd name="connsiteX751" fmla="*/ 1359422 w 7467600"/>
              <a:gd name="connsiteY751" fmla="*/ 2577994 h 6858000"/>
              <a:gd name="connsiteX752" fmla="*/ 828701 w 7467600"/>
              <a:gd name="connsiteY752" fmla="*/ 1839520 h 6858000"/>
              <a:gd name="connsiteX753" fmla="*/ 494427 w 7467600"/>
              <a:gd name="connsiteY753" fmla="*/ 1092333 h 6858000"/>
              <a:gd name="connsiteX754" fmla="*/ 506322 w 7467600"/>
              <a:gd name="connsiteY754" fmla="*/ 1020997 h 6858000"/>
              <a:gd name="connsiteX755" fmla="*/ 4570198 w 7467600"/>
              <a:gd name="connsiteY755" fmla="*/ 978081 h 6858000"/>
              <a:gd name="connsiteX756" fmla="*/ 4523691 w 7467600"/>
              <a:gd name="connsiteY756" fmla="*/ 1127776 h 6858000"/>
              <a:gd name="connsiteX757" fmla="*/ 4509875 w 7467600"/>
              <a:gd name="connsiteY757" fmla="*/ 1167552 h 6858000"/>
              <a:gd name="connsiteX758" fmla="*/ 4478168 w 7467600"/>
              <a:gd name="connsiteY758" fmla="*/ 1260735 h 6858000"/>
              <a:gd name="connsiteX759" fmla="*/ 4409309 w 7467600"/>
              <a:gd name="connsiteY759" fmla="*/ 1666996 h 6858000"/>
              <a:gd name="connsiteX760" fmla="*/ 4370031 w 7467600"/>
              <a:gd name="connsiteY760" fmla="*/ 1955666 h 6858000"/>
              <a:gd name="connsiteX761" fmla="*/ 4570198 w 7467600"/>
              <a:gd name="connsiteY761" fmla="*/ 978081 h 6858000"/>
              <a:gd name="connsiteX762" fmla="*/ 4557898 w 7467600"/>
              <a:gd name="connsiteY762" fmla="*/ 900011 h 6858000"/>
              <a:gd name="connsiteX763" fmla="*/ 4344840 w 7467600"/>
              <a:gd name="connsiteY763" fmla="*/ 1922038 h 6858000"/>
              <a:gd name="connsiteX764" fmla="*/ 4378710 w 7467600"/>
              <a:gd name="connsiteY764" fmla="*/ 1665516 h 6858000"/>
              <a:gd name="connsiteX765" fmla="*/ 4448798 w 7467600"/>
              <a:gd name="connsiteY765" fmla="*/ 1253024 h 6858000"/>
              <a:gd name="connsiteX766" fmla="*/ 4480315 w 7467600"/>
              <a:gd name="connsiteY766" fmla="*/ 1158454 h 6858000"/>
              <a:gd name="connsiteX767" fmla="*/ 4494133 w 7467600"/>
              <a:gd name="connsiteY767" fmla="*/ 1118676 h 6858000"/>
              <a:gd name="connsiteX768" fmla="*/ 4557898 w 7467600"/>
              <a:gd name="connsiteY768" fmla="*/ 900011 h 6858000"/>
              <a:gd name="connsiteX769" fmla="*/ 5870151 w 7467600"/>
              <a:gd name="connsiteY769" fmla="*/ 898890 h 6858000"/>
              <a:gd name="connsiteX770" fmla="*/ 5861335 w 7467600"/>
              <a:gd name="connsiteY770" fmla="*/ 899177 h 6858000"/>
              <a:gd name="connsiteX771" fmla="*/ 5843702 w 7467600"/>
              <a:gd name="connsiteY771" fmla="*/ 899748 h 6858000"/>
              <a:gd name="connsiteX772" fmla="*/ 5651107 w 7467600"/>
              <a:gd name="connsiteY772" fmla="*/ 920306 h 6858000"/>
              <a:gd name="connsiteX773" fmla="*/ 5459407 w 7467600"/>
              <a:gd name="connsiteY773" fmla="*/ 940975 h 6858000"/>
              <a:gd name="connsiteX774" fmla="*/ 5374846 w 7467600"/>
              <a:gd name="connsiteY774" fmla="*/ 941988 h 6858000"/>
              <a:gd name="connsiteX775" fmla="*/ 5256105 w 7467600"/>
              <a:gd name="connsiteY775" fmla="*/ 945632 h 6858000"/>
              <a:gd name="connsiteX776" fmla="*/ 5107071 w 7467600"/>
              <a:gd name="connsiteY776" fmla="*/ 969720 h 6858000"/>
              <a:gd name="connsiteX777" fmla="*/ 4998681 w 7467600"/>
              <a:gd name="connsiteY777" fmla="*/ 988771 h 6858000"/>
              <a:gd name="connsiteX778" fmla="*/ 5870151 w 7467600"/>
              <a:gd name="connsiteY778" fmla="*/ 898890 h 6858000"/>
              <a:gd name="connsiteX779" fmla="*/ 5504425 w 7467600"/>
              <a:gd name="connsiteY779" fmla="*/ 848067 h 6858000"/>
              <a:gd name="connsiteX780" fmla="*/ 4968849 w 7467600"/>
              <a:gd name="connsiteY780" fmla="*/ 962318 h 6858000"/>
              <a:gd name="connsiteX781" fmla="*/ 5104039 w 7467600"/>
              <a:gd name="connsiteY781" fmla="*/ 940634 h 6858000"/>
              <a:gd name="connsiteX782" fmla="*/ 5256311 w 7467600"/>
              <a:gd name="connsiteY782" fmla="*/ 916490 h 6858000"/>
              <a:gd name="connsiteX783" fmla="*/ 5377381 w 7467600"/>
              <a:gd name="connsiteY783" fmla="*/ 912671 h 6858000"/>
              <a:gd name="connsiteX784" fmla="*/ 5460148 w 7467600"/>
              <a:gd name="connsiteY784" fmla="*/ 911442 h 6858000"/>
              <a:gd name="connsiteX785" fmla="*/ 5648971 w 7467600"/>
              <a:gd name="connsiteY785" fmla="*/ 891331 h 6858000"/>
              <a:gd name="connsiteX786" fmla="*/ 5844807 w 7467600"/>
              <a:gd name="connsiteY786" fmla="*/ 870718 h 6858000"/>
              <a:gd name="connsiteX787" fmla="*/ 5862975 w 7467600"/>
              <a:gd name="connsiteY787" fmla="*/ 869756 h 6858000"/>
              <a:gd name="connsiteX788" fmla="*/ 5920887 w 7467600"/>
              <a:gd name="connsiteY788" fmla="*/ 865929 h 6858000"/>
              <a:gd name="connsiteX789" fmla="*/ 5504425 w 7467600"/>
              <a:gd name="connsiteY789" fmla="*/ 848067 h 6858000"/>
              <a:gd name="connsiteX790" fmla="*/ 3607114 w 7467600"/>
              <a:gd name="connsiteY790" fmla="*/ 467441 h 6858000"/>
              <a:gd name="connsiteX791" fmla="*/ 3296242 w 7467600"/>
              <a:gd name="connsiteY791" fmla="*/ 807991 h 6858000"/>
              <a:gd name="connsiteX792" fmla="*/ 3174674 w 7467600"/>
              <a:gd name="connsiteY792" fmla="*/ 919759 h 6858000"/>
              <a:gd name="connsiteX793" fmla="*/ 3042978 w 7467600"/>
              <a:gd name="connsiteY793" fmla="*/ 1054894 h 6858000"/>
              <a:gd name="connsiteX794" fmla="*/ 2968914 w 7467600"/>
              <a:gd name="connsiteY794" fmla="*/ 1133756 h 6858000"/>
              <a:gd name="connsiteX795" fmla="*/ 3103823 w 7467600"/>
              <a:gd name="connsiteY795" fmla="*/ 1026814 h 6858000"/>
              <a:gd name="connsiteX796" fmla="*/ 3607114 w 7467600"/>
              <a:gd name="connsiteY796" fmla="*/ 467441 h 6858000"/>
              <a:gd name="connsiteX797" fmla="*/ 3744487 w 7467600"/>
              <a:gd name="connsiteY797" fmla="*/ 383136 h 6858000"/>
              <a:gd name="connsiteX798" fmla="*/ 3970213 w 7467600"/>
              <a:gd name="connsiteY798" fmla="*/ 995559 h 6858000"/>
              <a:gd name="connsiteX799" fmla="*/ 3744487 w 7467600"/>
              <a:gd name="connsiteY799" fmla="*/ 383136 h 6858000"/>
              <a:gd name="connsiteX800" fmla="*/ 3624562 w 7467600"/>
              <a:gd name="connsiteY800" fmla="*/ 367041 h 6858000"/>
              <a:gd name="connsiteX801" fmla="*/ 3489712 w 7467600"/>
              <a:gd name="connsiteY801" fmla="*/ 485386 h 6858000"/>
              <a:gd name="connsiteX802" fmla="*/ 3182994 w 7467600"/>
              <a:gd name="connsiteY802" fmla="*/ 828265 h 6858000"/>
              <a:gd name="connsiteX803" fmla="*/ 2892114 w 7467600"/>
              <a:gd name="connsiteY803" fmla="*/ 1172635 h 6858000"/>
              <a:gd name="connsiteX804" fmla="*/ 3021459 w 7467600"/>
              <a:gd name="connsiteY804" fmla="*/ 1035385 h 6858000"/>
              <a:gd name="connsiteX805" fmla="*/ 3153873 w 7467600"/>
              <a:gd name="connsiteY805" fmla="*/ 898971 h 6858000"/>
              <a:gd name="connsiteX806" fmla="*/ 3276511 w 7467600"/>
              <a:gd name="connsiteY806" fmla="*/ 786423 h 6858000"/>
              <a:gd name="connsiteX807" fmla="*/ 3584154 w 7467600"/>
              <a:gd name="connsiteY807" fmla="*/ 448218 h 6858000"/>
              <a:gd name="connsiteX808" fmla="*/ 3624562 w 7467600"/>
              <a:gd name="connsiteY808" fmla="*/ 367041 h 6858000"/>
              <a:gd name="connsiteX809" fmla="*/ 3766672 w 7467600"/>
              <a:gd name="connsiteY809" fmla="*/ 359429 h 6858000"/>
              <a:gd name="connsiteX810" fmla="*/ 3996338 w 7467600"/>
              <a:gd name="connsiteY810" fmla="*/ 968237 h 6858000"/>
              <a:gd name="connsiteX811" fmla="*/ 3766672 w 7467600"/>
              <a:gd name="connsiteY811" fmla="*/ 359429 h 6858000"/>
              <a:gd name="connsiteX812" fmla="*/ 5805386 w 7467600"/>
              <a:gd name="connsiteY812" fmla="*/ 239240 h 6858000"/>
              <a:gd name="connsiteX813" fmla="*/ 5736947 w 7467600"/>
              <a:gd name="connsiteY813" fmla="*/ 261367 h 6858000"/>
              <a:gd name="connsiteX814" fmla="*/ 5427012 w 7467600"/>
              <a:gd name="connsiteY814" fmla="*/ 311272 h 6858000"/>
              <a:gd name="connsiteX815" fmla="*/ 5147818 w 7467600"/>
              <a:gd name="connsiteY815" fmla="*/ 322112 h 6858000"/>
              <a:gd name="connsiteX816" fmla="*/ 5060854 w 7467600"/>
              <a:gd name="connsiteY816" fmla="*/ 311882 h 6858000"/>
              <a:gd name="connsiteX817" fmla="*/ 4945989 w 7467600"/>
              <a:gd name="connsiteY817" fmla="*/ 300516 h 6858000"/>
              <a:gd name="connsiteX818" fmla="*/ 5410479 w 7467600"/>
              <a:gd name="connsiteY818" fmla="*/ 348434 h 6858000"/>
              <a:gd name="connsiteX819" fmla="*/ 5805386 w 7467600"/>
              <a:gd name="connsiteY819" fmla="*/ 239240 h 6858000"/>
              <a:gd name="connsiteX820" fmla="*/ 5905192 w 7467600"/>
              <a:gd name="connsiteY820" fmla="*/ 163079 h 6858000"/>
              <a:gd name="connsiteX821" fmla="*/ 5865655 w 7467600"/>
              <a:gd name="connsiteY821" fmla="*/ 171901 h 6858000"/>
              <a:gd name="connsiteX822" fmla="*/ 5259740 w 7467600"/>
              <a:gd name="connsiteY822" fmla="*/ 257013 h 6858000"/>
              <a:gd name="connsiteX823" fmla="*/ 5208466 w 7467600"/>
              <a:gd name="connsiteY823" fmla="*/ 257550 h 6858000"/>
              <a:gd name="connsiteX824" fmla="*/ 4980204 w 7467600"/>
              <a:gd name="connsiteY824" fmla="*/ 271903 h 6858000"/>
              <a:gd name="connsiteX825" fmla="*/ 5068068 w 7467600"/>
              <a:gd name="connsiteY825" fmla="*/ 282244 h 6858000"/>
              <a:gd name="connsiteX826" fmla="*/ 5153231 w 7467600"/>
              <a:gd name="connsiteY826" fmla="*/ 292240 h 6858000"/>
              <a:gd name="connsiteX827" fmla="*/ 5426491 w 7467600"/>
              <a:gd name="connsiteY827" fmla="*/ 281128 h 6858000"/>
              <a:gd name="connsiteX828" fmla="*/ 5731212 w 7467600"/>
              <a:gd name="connsiteY828" fmla="*/ 231951 h 6858000"/>
              <a:gd name="connsiteX829" fmla="*/ 5905192 w 7467600"/>
              <a:gd name="connsiteY829" fmla="*/ 163079 h 6858000"/>
              <a:gd name="connsiteX830" fmla="*/ 5944437 w 7467600"/>
              <a:gd name="connsiteY830" fmla="*/ 113829 h 6858000"/>
              <a:gd name="connsiteX831" fmla="*/ 5825032 w 7467600"/>
              <a:gd name="connsiteY831" fmla="*/ 146405 h 6858000"/>
              <a:gd name="connsiteX832" fmla="*/ 4955599 w 7467600"/>
              <a:gd name="connsiteY832" fmla="*/ 247008 h 6858000"/>
              <a:gd name="connsiteX833" fmla="*/ 5210104 w 7467600"/>
              <a:gd name="connsiteY833" fmla="*/ 228123 h 6858000"/>
              <a:gd name="connsiteX834" fmla="*/ 5261015 w 7467600"/>
              <a:gd name="connsiteY834" fmla="*/ 227087 h 6858000"/>
              <a:gd name="connsiteX835" fmla="*/ 5861181 w 7467600"/>
              <a:gd name="connsiteY835" fmla="*/ 143093 h 6858000"/>
              <a:gd name="connsiteX836" fmla="*/ 5961252 w 7467600"/>
              <a:gd name="connsiteY836" fmla="*/ 114820 h 6858000"/>
              <a:gd name="connsiteX837" fmla="*/ 5944437 w 7467600"/>
              <a:gd name="connsiteY837" fmla="*/ 113829 h 6858000"/>
              <a:gd name="connsiteX838" fmla="*/ 3882765 w 7467600"/>
              <a:gd name="connsiteY838" fmla="*/ 0 h 6858000"/>
              <a:gd name="connsiteX839" fmla="*/ 3995099 w 7467600"/>
              <a:gd name="connsiteY839" fmla="*/ 0 h 6858000"/>
              <a:gd name="connsiteX840" fmla="*/ 4163818 w 7467600"/>
              <a:gd name="connsiteY840" fmla="*/ 234104 h 6858000"/>
              <a:gd name="connsiteX841" fmla="*/ 4172099 w 7467600"/>
              <a:gd name="connsiteY841" fmla="*/ 234207 h 6858000"/>
              <a:gd name="connsiteX842" fmla="*/ 4784282 w 7467600"/>
              <a:gd name="connsiteY842" fmla="*/ 276561 h 6858000"/>
              <a:gd name="connsiteX843" fmla="*/ 4801687 w 7467600"/>
              <a:gd name="connsiteY843" fmla="*/ 267764 h 6858000"/>
              <a:gd name="connsiteX844" fmla="*/ 6082788 w 7467600"/>
              <a:gd name="connsiteY844" fmla="*/ 64119 h 6858000"/>
              <a:gd name="connsiteX845" fmla="*/ 6099442 w 7467600"/>
              <a:gd name="connsiteY845" fmla="*/ 82568 h 6858000"/>
              <a:gd name="connsiteX846" fmla="*/ 4804137 w 7467600"/>
              <a:gd name="connsiteY846" fmla="*/ 320931 h 6858000"/>
              <a:gd name="connsiteX847" fmla="*/ 4227047 w 7467600"/>
              <a:gd name="connsiteY847" fmla="*/ 313415 h 6858000"/>
              <a:gd name="connsiteX848" fmla="*/ 4346041 w 7467600"/>
              <a:gd name="connsiteY848" fmla="*/ 456086 h 6858000"/>
              <a:gd name="connsiteX849" fmla="*/ 4870967 w 7467600"/>
              <a:gd name="connsiteY849" fmla="*/ 963061 h 6858000"/>
              <a:gd name="connsiteX850" fmla="*/ 4889647 w 7467600"/>
              <a:gd name="connsiteY850" fmla="*/ 957147 h 6858000"/>
              <a:gd name="connsiteX851" fmla="*/ 5422504 w 7467600"/>
              <a:gd name="connsiteY851" fmla="*/ 805191 h 6858000"/>
              <a:gd name="connsiteX852" fmla="*/ 6087656 w 7467600"/>
              <a:gd name="connsiteY852" fmla="*/ 826703 h 6858000"/>
              <a:gd name="connsiteX853" fmla="*/ 6058717 w 7467600"/>
              <a:gd name="connsiteY853" fmla="*/ 865992 h 6858000"/>
              <a:gd name="connsiteX854" fmla="*/ 4974153 w 7467600"/>
              <a:gd name="connsiteY854" fmla="*/ 1045456 h 6858000"/>
              <a:gd name="connsiteX855" fmla="*/ 5627835 w 7467600"/>
              <a:gd name="connsiteY855" fmla="*/ 1472077 h 6858000"/>
              <a:gd name="connsiteX856" fmla="*/ 5629817 w 7467600"/>
              <a:gd name="connsiteY856" fmla="*/ 1471412 h 6858000"/>
              <a:gd name="connsiteX857" fmla="*/ 5634124 w 7467600"/>
              <a:gd name="connsiteY857" fmla="*/ 1470572 h 6858000"/>
              <a:gd name="connsiteX858" fmla="*/ 5755832 w 7467600"/>
              <a:gd name="connsiteY858" fmla="*/ 1383886 h 6858000"/>
              <a:gd name="connsiteX859" fmla="*/ 6014186 w 7467600"/>
              <a:gd name="connsiteY859" fmla="*/ 1279799 h 6858000"/>
              <a:gd name="connsiteX860" fmla="*/ 6901619 w 7467600"/>
              <a:gd name="connsiteY860" fmla="*/ 1047874 h 6858000"/>
              <a:gd name="connsiteX861" fmla="*/ 6931566 w 7467600"/>
              <a:gd name="connsiteY861" fmla="*/ 1062034 h 6858000"/>
              <a:gd name="connsiteX862" fmla="*/ 5790982 w 7467600"/>
              <a:gd name="connsiteY862" fmla="*/ 1561380 h 6858000"/>
              <a:gd name="connsiteX863" fmla="*/ 6188971 w 7467600"/>
              <a:gd name="connsiteY863" fmla="*/ 1755168 h 6858000"/>
              <a:gd name="connsiteX864" fmla="*/ 6202446 w 7467600"/>
              <a:gd name="connsiteY864" fmla="*/ 1752268 h 6858000"/>
              <a:gd name="connsiteX865" fmla="*/ 7179560 w 7467600"/>
              <a:gd name="connsiteY865" fmla="*/ 1467551 h 6858000"/>
              <a:gd name="connsiteX866" fmla="*/ 7158730 w 7467600"/>
              <a:gd name="connsiteY866" fmla="*/ 1507835 h 6858000"/>
              <a:gd name="connsiteX867" fmla="*/ 6326959 w 7467600"/>
              <a:gd name="connsiteY867" fmla="*/ 1817686 h 6858000"/>
              <a:gd name="connsiteX868" fmla="*/ 6537433 w 7467600"/>
              <a:gd name="connsiteY868" fmla="*/ 1907790 h 6858000"/>
              <a:gd name="connsiteX869" fmla="*/ 6550221 w 7467600"/>
              <a:gd name="connsiteY869" fmla="*/ 1910729 h 6858000"/>
              <a:gd name="connsiteX870" fmla="*/ 6964438 w 7467600"/>
              <a:gd name="connsiteY870" fmla="*/ 2209505 h 6858000"/>
              <a:gd name="connsiteX871" fmla="*/ 7367862 w 7467600"/>
              <a:gd name="connsiteY871" fmla="*/ 2806833 h 6858000"/>
              <a:gd name="connsiteX872" fmla="*/ 7364329 w 7467600"/>
              <a:gd name="connsiteY872" fmla="*/ 2826907 h 6858000"/>
              <a:gd name="connsiteX873" fmla="*/ 7290545 w 7467600"/>
              <a:gd name="connsiteY873" fmla="*/ 2850663 h 6858000"/>
              <a:gd name="connsiteX874" fmla="*/ 6472036 w 7467600"/>
              <a:gd name="connsiteY874" fmla="*/ 1959003 h 6858000"/>
              <a:gd name="connsiteX875" fmla="*/ 5792897 w 7467600"/>
              <a:gd name="connsiteY875" fmla="*/ 1647747 h 6858000"/>
              <a:gd name="connsiteX876" fmla="*/ 5842751 w 7467600"/>
              <a:gd name="connsiteY876" fmla="*/ 1816112 h 6858000"/>
              <a:gd name="connsiteX877" fmla="*/ 5847424 w 7467600"/>
              <a:gd name="connsiteY877" fmla="*/ 1815776 h 6858000"/>
              <a:gd name="connsiteX878" fmla="*/ 6399821 w 7467600"/>
              <a:gd name="connsiteY878" fmla="*/ 2344799 h 6858000"/>
              <a:gd name="connsiteX879" fmla="*/ 6323232 w 7467600"/>
              <a:gd name="connsiteY879" fmla="*/ 2389634 h 6858000"/>
              <a:gd name="connsiteX880" fmla="*/ 5942958 w 7467600"/>
              <a:gd name="connsiteY880" fmla="*/ 2077708 h 6858000"/>
              <a:gd name="connsiteX881" fmla="*/ 5921559 w 7467600"/>
              <a:gd name="connsiteY881" fmla="*/ 2378596 h 6858000"/>
              <a:gd name="connsiteX882" fmla="*/ 5817651 w 7467600"/>
              <a:gd name="connsiteY882" fmla="*/ 3023919 h 6858000"/>
              <a:gd name="connsiteX883" fmla="*/ 5729634 w 7467600"/>
              <a:gd name="connsiteY883" fmla="*/ 3051849 h 6858000"/>
              <a:gd name="connsiteX884" fmla="*/ 5611018 w 7467600"/>
              <a:gd name="connsiteY884" fmla="*/ 2316769 h 6858000"/>
              <a:gd name="connsiteX885" fmla="*/ 5687608 w 7467600"/>
              <a:gd name="connsiteY885" fmla="*/ 2039972 h 6858000"/>
              <a:gd name="connsiteX886" fmla="*/ 5657554 w 7467600"/>
              <a:gd name="connsiteY886" fmla="*/ 1576445 h 6858000"/>
              <a:gd name="connsiteX887" fmla="*/ 5150475 w 7467600"/>
              <a:gd name="connsiteY887" fmla="*/ 1274012 h 6858000"/>
              <a:gd name="connsiteX888" fmla="*/ 5349142 w 7467600"/>
              <a:gd name="connsiteY888" fmla="*/ 2204405 h 6858000"/>
              <a:gd name="connsiteX889" fmla="*/ 5262214 w 7467600"/>
              <a:gd name="connsiteY889" fmla="*/ 2233836 h 6858000"/>
              <a:gd name="connsiteX890" fmla="*/ 4981539 w 7467600"/>
              <a:gd name="connsiteY890" fmla="*/ 1542201 h 6858000"/>
              <a:gd name="connsiteX891" fmla="*/ 4958461 w 7467600"/>
              <a:gd name="connsiteY891" fmla="*/ 1136957 h 6858000"/>
              <a:gd name="connsiteX892" fmla="*/ 4655015 w 7467600"/>
              <a:gd name="connsiteY892" fmla="*/ 891426 h 6858000"/>
              <a:gd name="connsiteX893" fmla="*/ 4348002 w 7467600"/>
              <a:gd name="connsiteY893" fmla="*/ 2205895 h 6858000"/>
              <a:gd name="connsiteX894" fmla="*/ 4262250 w 7467600"/>
              <a:gd name="connsiteY894" fmla="*/ 2219972 h 6858000"/>
              <a:gd name="connsiteX895" fmla="*/ 4550611 w 7467600"/>
              <a:gd name="connsiteY895" fmla="*/ 817540 h 6858000"/>
              <a:gd name="connsiteX896" fmla="*/ 4564418 w 7467600"/>
              <a:gd name="connsiteY896" fmla="*/ 808293 h 6858000"/>
              <a:gd name="connsiteX897" fmla="*/ 4266388 w 7467600"/>
              <a:gd name="connsiteY897" fmla="*/ 500083 h 6858000"/>
              <a:gd name="connsiteX898" fmla="*/ 4032842 w 7467600"/>
              <a:gd name="connsiteY898" fmla="*/ 211809 h 6858000"/>
              <a:gd name="connsiteX899" fmla="*/ 3882765 w 7467600"/>
              <a:gd name="connsiteY899" fmla="*/ 0 h 6858000"/>
              <a:gd name="connsiteX900" fmla="*/ 3721337 w 7467600"/>
              <a:gd name="connsiteY900" fmla="*/ 0 h 6858000"/>
              <a:gd name="connsiteX901" fmla="*/ 3797544 w 7467600"/>
              <a:gd name="connsiteY901" fmla="*/ 0 h 6858000"/>
              <a:gd name="connsiteX902" fmla="*/ 3775734 w 7467600"/>
              <a:gd name="connsiteY902" fmla="*/ 95131 h 6858000"/>
              <a:gd name="connsiteX903" fmla="*/ 3724807 w 7467600"/>
              <a:gd name="connsiteY903" fmla="*/ 272257 h 6858000"/>
              <a:gd name="connsiteX904" fmla="*/ 3726844 w 7467600"/>
              <a:gd name="connsiteY904" fmla="*/ 282988 h 6858000"/>
              <a:gd name="connsiteX905" fmla="*/ 3742664 w 7467600"/>
              <a:gd name="connsiteY905" fmla="*/ 279918 h 6858000"/>
              <a:gd name="connsiteX906" fmla="*/ 4103910 w 7467600"/>
              <a:gd name="connsiteY906" fmla="*/ 1161917 h 6858000"/>
              <a:gd name="connsiteX907" fmla="*/ 4020269 w 7467600"/>
              <a:gd name="connsiteY907" fmla="*/ 1200406 h 6858000"/>
              <a:gd name="connsiteX908" fmla="*/ 3674882 w 7467600"/>
              <a:gd name="connsiteY908" fmla="*/ 488524 h 6858000"/>
              <a:gd name="connsiteX909" fmla="*/ 3132682 w 7467600"/>
              <a:gd name="connsiteY909" fmla="*/ 1072284 h 6858000"/>
              <a:gd name="connsiteX910" fmla="*/ 2716346 w 7467600"/>
              <a:gd name="connsiteY910" fmla="*/ 1276376 h 6858000"/>
              <a:gd name="connsiteX911" fmla="*/ 2716772 w 7467600"/>
              <a:gd name="connsiteY911" fmla="*/ 1255462 h 6858000"/>
              <a:gd name="connsiteX912" fmla="*/ 3471096 w 7467600"/>
              <a:gd name="connsiteY912" fmla="*/ 437072 h 6858000"/>
              <a:gd name="connsiteX913" fmla="*/ 3639057 w 7467600"/>
              <a:gd name="connsiteY913" fmla="*/ 286334 h 6858000"/>
              <a:gd name="connsiteX914" fmla="*/ 3640309 w 7467600"/>
              <a:gd name="connsiteY914" fmla="*/ 284664 h 6858000"/>
              <a:gd name="connsiteX915" fmla="*/ 3646022 w 7467600"/>
              <a:gd name="connsiteY915" fmla="*/ 276711 h 6858000"/>
              <a:gd name="connsiteX916" fmla="*/ 3707943 w 7467600"/>
              <a:gd name="connsiteY916" fmla="*/ 65958 h 6858000"/>
              <a:gd name="connsiteX917" fmla="*/ 3721337 w 7467600"/>
              <a:gd name="connsiteY917" fmla="*/ 0 h 6858000"/>
              <a:gd name="connsiteX918" fmla="*/ 2867960 w 7467600"/>
              <a:gd name="connsiteY918" fmla="*/ 0 h 6858000"/>
              <a:gd name="connsiteX919" fmla="*/ 2926351 w 7467600"/>
              <a:gd name="connsiteY919" fmla="*/ 0 h 6858000"/>
              <a:gd name="connsiteX920" fmla="*/ 2902823 w 7467600"/>
              <a:gd name="connsiteY920" fmla="*/ 262929 h 6858000"/>
              <a:gd name="connsiteX921" fmla="*/ 2940663 w 7467600"/>
              <a:gd name="connsiteY921" fmla="*/ 140884 h 6858000"/>
              <a:gd name="connsiteX922" fmla="*/ 2947039 w 7467600"/>
              <a:gd name="connsiteY922" fmla="*/ 122524 h 6858000"/>
              <a:gd name="connsiteX923" fmla="*/ 2984316 w 7467600"/>
              <a:gd name="connsiteY923" fmla="*/ 0 h 6858000"/>
              <a:gd name="connsiteX924" fmla="*/ 3016114 w 7467600"/>
              <a:gd name="connsiteY924" fmla="*/ 0 h 6858000"/>
              <a:gd name="connsiteX925" fmla="*/ 2979949 w 7467600"/>
              <a:gd name="connsiteY925" fmla="*/ 119274 h 6858000"/>
              <a:gd name="connsiteX926" fmla="*/ 3023879 w 7467600"/>
              <a:gd name="connsiteY926" fmla="*/ 0 h 6858000"/>
              <a:gd name="connsiteX927" fmla="*/ 3105400 w 7467600"/>
              <a:gd name="connsiteY927" fmla="*/ 0 h 6858000"/>
              <a:gd name="connsiteX928" fmla="*/ 3094669 w 7467600"/>
              <a:gd name="connsiteY928" fmla="*/ 30308 h 6858000"/>
              <a:gd name="connsiteX929" fmla="*/ 2901945 w 7467600"/>
              <a:gd name="connsiteY929" fmla="*/ 466538 h 6858000"/>
              <a:gd name="connsiteX930" fmla="*/ 2815209 w 7467600"/>
              <a:gd name="connsiteY930" fmla="*/ 497361 h 6858000"/>
              <a:gd name="connsiteX931" fmla="*/ 2844845 w 7467600"/>
              <a:gd name="connsiteY931" fmla="*/ 127638 h 6858000"/>
              <a:gd name="connsiteX932" fmla="*/ 2867960 w 7467600"/>
              <a:gd name="connsiteY932" fmla="*/ 0 h 6858000"/>
              <a:gd name="connsiteX933" fmla="*/ 1057230 w 7467600"/>
              <a:gd name="connsiteY933" fmla="*/ 0 h 6858000"/>
              <a:gd name="connsiteX934" fmla="*/ 1111003 w 7467600"/>
              <a:gd name="connsiteY934" fmla="*/ 0 h 6858000"/>
              <a:gd name="connsiteX935" fmla="*/ 1125553 w 7467600"/>
              <a:gd name="connsiteY935" fmla="*/ 52588 h 6858000"/>
              <a:gd name="connsiteX936" fmla="*/ 1304276 w 7467600"/>
              <a:gd name="connsiteY936" fmla="*/ 476275 h 6858000"/>
              <a:gd name="connsiteX937" fmla="*/ 1492066 w 7467600"/>
              <a:gd name="connsiteY937" fmla="*/ 886333 h 6858000"/>
              <a:gd name="connsiteX938" fmla="*/ 1423698 w 7467600"/>
              <a:gd name="connsiteY938" fmla="*/ 710817 h 6858000"/>
              <a:gd name="connsiteX939" fmla="*/ 1357609 w 7467600"/>
              <a:gd name="connsiteY939" fmla="*/ 532892 h 6858000"/>
              <a:gd name="connsiteX940" fmla="*/ 1309550 w 7467600"/>
              <a:gd name="connsiteY940" fmla="*/ 374031 h 6858000"/>
              <a:gd name="connsiteX941" fmla="*/ 1193673 w 7467600"/>
              <a:gd name="connsiteY941" fmla="*/ 49533 h 6858000"/>
              <a:gd name="connsiteX942" fmla="*/ 1164391 w 7467600"/>
              <a:gd name="connsiteY942" fmla="*/ 0 h 6858000"/>
              <a:gd name="connsiteX943" fmla="*/ 1200666 w 7467600"/>
              <a:gd name="connsiteY943" fmla="*/ 0 h 6858000"/>
              <a:gd name="connsiteX944" fmla="*/ 1223408 w 7467600"/>
              <a:gd name="connsiteY944" fmla="*/ 38996 h 6858000"/>
              <a:gd name="connsiteX945" fmla="*/ 1339635 w 7467600"/>
              <a:gd name="connsiteY945" fmla="*/ 365517 h 6858000"/>
              <a:gd name="connsiteX946" fmla="*/ 1387469 w 7467600"/>
              <a:gd name="connsiteY946" fmla="*/ 523079 h 6858000"/>
              <a:gd name="connsiteX947" fmla="*/ 1452685 w 7467600"/>
              <a:gd name="connsiteY947" fmla="*/ 699806 h 6858000"/>
              <a:gd name="connsiteX948" fmla="*/ 1492092 w 7467600"/>
              <a:gd name="connsiteY948" fmla="*/ 800424 h 6858000"/>
              <a:gd name="connsiteX949" fmla="*/ 1455302 w 7467600"/>
              <a:gd name="connsiteY949" fmla="*/ 632913 h 6858000"/>
              <a:gd name="connsiteX950" fmla="*/ 1222336 w 7467600"/>
              <a:gd name="connsiteY950" fmla="*/ 9480 h 6858000"/>
              <a:gd name="connsiteX951" fmla="*/ 1214634 w 7467600"/>
              <a:gd name="connsiteY951" fmla="*/ 0 h 6858000"/>
              <a:gd name="connsiteX952" fmla="*/ 1289827 w 7467600"/>
              <a:gd name="connsiteY952" fmla="*/ 0 h 6858000"/>
              <a:gd name="connsiteX953" fmla="*/ 1321076 w 7467600"/>
              <a:gd name="connsiteY953" fmla="*/ 59722 h 6858000"/>
              <a:gd name="connsiteX954" fmla="*/ 1512579 w 7467600"/>
              <a:gd name="connsiteY954" fmla="*/ 626441 h 6858000"/>
              <a:gd name="connsiteX955" fmla="*/ 1506076 w 7467600"/>
              <a:gd name="connsiteY955" fmla="*/ 1089289 h 6858000"/>
              <a:gd name="connsiteX956" fmla="*/ 1486346 w 7467600"/>
              <a:gd name="connsiteY956" fmla="*/ 1079919 h 6858000"/>
              <a:gd name="connsiteX957" fmla="*/ 1070511 w 7467600"/>
              <a:gd name="connsiteY957" fmla="*/ 48609 h 6858000"/>
              <a:gd name="connsiteX958" fmla="*/ 1057230 w 7467600"/>
              <a:gd name="connsiteY958" fmla="*/ 0 h 6858000"/>
              <a:gd name="connsiteX959" fmla="*/ 43151 w 7467600"/>
              <a:gd name="connsiteY959" fmla="*/ 0 h 6858000"/>
              <a:gd name="connsiteX960" fmla="*/ 95283 w 7467600"/>
              <a:gd name="connsiteY960" fmla="*/ 0 h 6858000"/>
              <a:gd name="connsiteX961" fmla="*/ 300708 w 7467600"/>
              <a:gd name="connsiteY961" fmla="*/ 154571 h 6858000"/>
              <a:gd name="connsiteX962" fmla="*/ 530414 w 7467600"/>
              <a:gd name="connsiteY962" fmla="*/ 354673 h 6858000"/>
              <a:gd name="connsiteX963" fmla="*/ 333785 w 7467600"/>
              <a:gd name="connsiteY963" fmla="*/ 161564 h 6858000"/>
              <a:gd name="connsiteX964" fmla="*/ 147005 w 7467600"/>
              <a:gd name="connsiteY964" fmla="*/ 0 h 6858000"/>
              <a:gd name="connsiteX965" fmla="*/ 272509 w 7467600"/>
              <a:gd name="connsiteY965" fmla="*/ 0 h 6858000"/>
              <a:gd name="connsiteX966" fmla="*/ 326276 w 7467600"/>
              <a:gd name="connsiteY966" fmla="*/ 45847 h 6858000"/>
              <a:gd name="connsiteX967" fmla="*/ 823759 w 7467600"/>
              <a:gd name="connsiteY967" fmla="*/ 574145 h 6858000"/>
              <a:gd name="connsiteX968" fmla="*/ 811254 w 7467600"/>
              <a:gd name="connsiteY968" fmla="*/ 665546 h 6858000"/>
              <a:gd name="connsiteX969" fmla="*/ 154042 w 7467600"/>
              <a:gd name="connsiteY969" fmla="*/ 261522 h 6858000"/>
              <a:gd name="connsiteX970" fmla="*/ 13550 w 7467600"/>
              <a:gd name="connsiteY970" fmla="*/ 158423 h 6858000"/>
              <a:gd name="connsiteX971" fmla="*/ 0 w 7467600"/>
              <a:gd name="connsiteY971" fmla="*/ 146618 h 6858000"/>
              <a:gd name="connsiteX972" fmla="*/ 0 w 7467600"/>
              <a:gd name="connsiteY972" fmla="*/ 59161 h 6858000"/>
              <a:gd name="connsiteX973" fmla="*/ 45427 w 7467600"/>
              <a:gd name="connsiteY973" fmla="*/ 101078 h 6858000"/>
              <a:gd name="connsiteX974" fmla="*/ 630103 w 7467600"/>
              <a:gd name="connsiteY974" fmla="*/ 485885 h 6858000"/>
              <a:gd name="connsiteX975" fmla="*/ 532040 w 7467600"/>
              <a:gd name="connsiteY975" fmla="*/ 399359 h 6858000"/>
              <a:gd name="connsiteX976" fmla="*/ 517618 w 7467600"/>
              <a:gd name="connsiteY976" fmla="*/ 385726 h 6858000"/>
              <a:gd name="connsiteX977" fmla="*/ 285074 w 7467600"/>
              <a:gd name="connsiteY977" fmla="*/ 182755 h 6858000"/>
              <a:gd name="connsiteX978" fmla="*/ 43151 w 7467600"/>
              <a:gd name="connsiteY978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6844835 w 7467600"/>
              <a:gd name="connsiteY74" fmla="*/ 5424988 h 6858000"/>
              <a:gd name="connsiteX75" fmla="*/ 6879594 w 7467600"/>
              <a:gd name="connsiteY75" fmla="*/ 5424547 h 6858000"/>
              <a:gd name="connsiteX76" fmla="*/ 7379510 w 7467600"/>
              <a:gd name="connsiteY76" fmla="*/ 5755454 h 6858000"/>
              <a:gd name="connsiteX77" fmla="*/ 7467600 w 7467600"/>
              <a:gd name="connsiteY77" fmla="*/ 5845526 h 6858000"/>
              <a:gd name="connsiteX78" fmla="*/ 7467600 w 7467600"/>
              <a:gd name="connsiteY78" fmla="*/ 5925131 h 6858000"/>
              <a:gd name="connsiteX79" fmla="*/ 7271900 w 7467600"/>
              <a:gd name="connsiteY79" fmla="*/ 5734551 h 6858000"/>
              <a:gd name="connsiteX80" fmla="*/ 7015907 w 7467600"/>
              <a:gd name="connsiteY80" fmla="*/ 5541548 h 6858000"/>
              <a:gd name="connsiteX81" fmla="*/ 7259646 w 7467600"/>
              <a:gd name="connsiteY81" fmla="*/ 5765985 h 6858000"/>
              <a:gd name="connsiteX82" fmla="*/ 7467600 w 7467600"/>
              <a:gd name="connsiteY82" fmla="*/ 5971257 h 6858000"/>
              <a:gd name="connsiteX83" fmla="*/ 7467600 w 7467600"/>
              <a:gd name="connsiteY83" fmla="*/ 6012219 h 6858000"/>
              <a:gd name="connsiteX84" fmla="*/ 6946849 w 7467600"/>
              <a:gd name="connsiteY84" fmla="*/ 5523271 h 6858000"/>
              <a:gd name="connsiteX85" fmla="*/ 6946972 w 7467600"/>
              <a:gd name="connsiteY85" fmla="*/ 5526491 h 6858000"/>
              <a:gd name="connsiteX86" fmla="*/ 7105827 w 7467600"/>
              <a:gd name="connsiteY86" fmla="*/ 5718700 h 6858000"/>
              <a:gd name="connsiteX87" fmla="*/ 7356878 w 7467600"/>
              <a:gd name="connsiteY87" fmla="*/ 5981332 h 6858000"/>
              <a:gd name="connsiteX88" fmla="*/ 7467600 w 7467600"/>
              <a:gd name="connsiteY88" fmla="*/ 6117703 h 6858000"/>
              <a:gd name="connsiteX89" fmla="*/ 7467600 w 7467600"/>
              <a:gd name="connsiteY89" fmla="*/ 6163634 h 6858000"/>
              <a:gd name="connsiteX90" fmla="*/ 7403637 w 7467600"/>
              <a:gd name="connsiteY90" fmla="*/ 6083957 h 6858000"/>
              <a:gd name="connsiteX91" fmla="*/ 7254615 w 7467600"/>
              <a:gd name="connsiteY91" fmla="*/ 5911918 h 6858000"/>
              <a:gd name="connsiteX92" fmla="*/ 7312589 w 7467600"/>
              <a:gd name="connsiteY92" fmla="*/ 5982309 h 6858000"/>
              <a:gd name="connsiteX93" fmla="*/ 7448321 w 7467600"/>
              <a:gd name="connsiteY93" fmla="*/ 6190991 h 6858000"/>
              <a:gd name="connsiteX94" fmla="*/ 7467600 w 7467600"/>
              <a:gd name="connsiteY94" fmla="*/ 6221686 h 6858000"/>
              <a:gd name="connsiteX95" fmla="*/ 7467600 w 7467600"/>
              <a:gd name="connsiteY95" fmla="*/ 6334256 h 6858000"/>
              <a:gd name="connsiteX96" fmla="*/ 7454976 w 7467600"/>
              <a:gd name="connsiteY96" fmla="*/ 6318297 h 6858000"/>
              <a:gd name="connsiteX97" fmla="*/ 7042773 w 7467600"/>
              <a:gd name="connsiteY97" fmla="*/ 5734011 h 6858000"/>
              <a:gd name="connsiteX98" fmla="*/ 6844835 w 7467600"/>
              <a:gd name="connsiteY98" fmla="*/ 5424988 h 6858000"/>
              <a:gd name="connsiteX99" fmla="*/ 1456157 w 7467600"/>
              <a:gd name="connsiteY99" fmla="*/ 5371404 h 6858000"/>
              <a:gd name="connsiteX100" fmla="*/ 1244432 w 7467600"/>
              <a:gd name="connsiteY100" fmla="*/ 5385601 h 6858000"/>
              <a:gd name="connsiteX101" fmla="*/ 973990 w 7467600"/>
              <a:gd name="connsiteY101" fmla="*/ 5424940 h 6858000"/>
              <a:gd name="connsiteX102" fmla="*/ 1103809 w 7467600"/>
              <a:gd name="connsiteY102" fmla="*/ 5433720 h 6858000"/>
              <a:gd name="connsiteX103" fmla="*/ 1123454 w 7467600"/>
              <a:gd name="connsiteY103" fmla="*/ 5435727 h 6858000"/>
              <a:gd name="connsiteX104" fmla="*/ 1737017 w 7467600"/>
              <a:gd name="connsiteY104" fmla="*/ 5452183 h 6858000"/>
              <a:gd name="connsiteX105" fmla="*/ 1824397 w 7467600"/>
              <a:gd name="connsiteY105" fmla="*/ 5447757 h 6858000"/>
              <a:gd name="connsiteX106" fmla="*/ 2070059 w 7467600"/>
              <a:gd name="connsiteY106" fmla="*/ 5441660 h 6858000"/>
              <a:gd name="connsiteX107" fmla="*/ 1456157 w 7467600"/>
              <a:gd name="connsiteY107" fmla="*/ 5371404 h 6858000"/>
              <a:gd name="connsiteX108" fmla="*/ 4988186 w 7467600"/>
              <a:gd name="connsiteY108" fmla="*/ 5216467 h 6858000"/>
              <a:gd name="connsiteX109" fmla="*/ 4777334 w 7467600"/>
              <a:gd name="connsiteY109" fmla="*/ 5406072 h 6858000"/>
              <a:gd name="connsiteX110" fmla="*/ 4718341 w 7467600"/>
              <a:gd name="connsiteY110" fmla="*/ 5468043 h 6858000"/>
              <a:gd name="connsiteX111" fmla="*/ 4604655 w 7467600"/>
              <a:gd name="connsiteY111" fmla="*/ 5583434 h 6858000"/>
              <a:gd name="connsiteX112" fmla="*/ 4565074 w 7467600"/>
              <a:gd name="connsiteY112" fmla="*/ 5618550 h 6858000"/>
              <a:gd name="connsiteX113" fmla="*/ 4988186 w 7467600"/>
              <a:gd name="connsiteY113" fmla="*/ 5216467 h 6858000"/>
              <a:gd name="connsiteX114" fmla="*/ 4978032 w 7467600"/>
              <a:gd name="connsiteY114" fmla="*/ 5183809 h 6858000"/>
              <a:gd name="connsiteX115" fmla="*/ 4463413 w 7467600"/>
              <a:gd name="connsiteY115" fmla="*/ 5615162 h 6858000"/>
              <a:gd name="connsiteX116" fmla="*/ 4358134 w 7467600"/>
              <a:gd name="connsiteY116" fmla="*/ 5742791 h 6858000"/>
              <a:gd name="connsiteX117" fmla="*/ 4376219 w 7467600"/>
              <a:gd name="connsiteY117" fmla="*/ 5729027 h 6858000"/>
              <a:gd name="connsiteX118" fmla="*/ 4582340 w 7467600"/>
              <a:gd name="connsiteY118" fmla="*/ 5561037 h 6858000"/>
              <a:gd name="connsiteX119" fmla="*/ 4694684 w 7467600"/>
              <a:gd name="connsiteY119" fmla="*/ 5447098 h 6858000"/>
              <a:gd name="connsiteX120" fmla="*/ 4754123 w 7467600"/>
              <a:gd name="connsiteY120" fmla="*/ 5384643 h 6858000"/>
              <a:gd name="connsiteX121" fmla="*/ 4978032 w 7467600"/>
              <a:gd name="connsiteY121" fmla="*/ 5183809 h 6858000"/>
              <a:gd name="connsiteX122" fmla="*/ 1903353 w 7467600"/>
              <a:gd name="connsiteY122" fmla="*/ 5044827 h 6858000"/>
              <a:gd name="connsiteX123" fmla="*/ 1936931 w 7467600"/>
              <a:gd name="connsiteY123" fmla="*/ 5093954 h 6858000"/>
              <a:gd name="connsiteX124" fmla="*/ 2195868 w 7467600"/>
              <a:gd name="connsiteY124" fmla="*/ 5396574 h 6858000"/>
              <a:gd name="connsiteX125" fmla="*/ 2088852 w 7467600"/>
              <a:gd name="connsiteY125" fmla="*/ 5166123 h 6858000"/>
              <a:gd name="connsiteX126" fmla="*/ 1958241 w 7467600"/>
              <a:gd name="connsiteY126" fmla="*/ 5067955 h 6858000"/>
              <a:gd name="connsiteX127" fmla="*/ 1903353 w 7467600"/>
              <a:gd name="connsiteY127" fmla="*/ 5044827 h 6858000"/>
              <a:gd name="connsiteX128" fmla="*/ 1979378 w 7467600"/>
              <a:gd name="connsiteY128" fmla="*/ 4769504 h 6858000"/>
              <a:gd name="connsiteX129" fmla="*/ 2882120 w 7467600"/>
              <a:gd name="connsiteY129" fmla="*/ 5064547 h 6858000"/>
              <a:gd name="connsiteX130" fmla="*/ 2793103 w 7467600"/>
              <a:gd name="connsiteY130" fmla="*/ 5039699 h 6858000"/>
              <a:gd name="connsiteX131" fmla="*/ 2770041 w 7467600"/>
              <a:gd name="connsiteY131" fmla="*/ 5033634 h 6858000"/>
              <a:gd name="connsiteX132" fmla="*/ 1979378 w 7467600"/>
              <a:gd name="connsiteY132" fmla="*/ 4769504 h 6858000"/>
              <a:gd name="connsiteX133" fmla="*/ 1927410 w 7467600"/>
              <a:gd name="connsiteY133" fmla="*/ 4716164 h 6858000"/>
              <a:gd name="connsiteX134" fmla="*/ 1959587 w 7467600"/>
              <a:gd name="connsiteY134" fmla="*/ 4728849 h 6858000"/>
              <a:gd name="connsiteX135" fmla="*/ 2777707 w 7467600"/>
              <a:gd name="connsiteY135" fmla="*/ 5003991 h 6858000"/>
              <a:gd name="connsiteX136" fmla="*/ 2800768 w 7467600"/>
              <a:gd name="connsiteY136" fmla="*/ 5010056 h 6858000"/>
              <a:gd name="connsiteX137" fmla="*/ 2879408 w 7467600"/>
              <a:gd name="connsiteY137" fmla="*/ 5031590 h 6858000"/>
              <a:gd name="connsiteX138" fmla="*/ 2862295 w 7467600"/>
              <a:gd name="connsiteY138" fmla="*/ 5022958 h 6858000"/>
              <a:gd name="connsiteX139" fmla="*/ 2813343 w 7467600"/>
              <a:gd name="connsiteY139" fmla="*/ 4998369 h 6858000"/>
              <a:gd name="connsiteX140" fmla="*/ 2646245 w 7467600"/>
              <a:gd name="connsiteY140" fmla="*/ 4930999 h 6858000"/>
              <a:gd name="connsiteX141" fmla="*/ 1999243 w 7467600"/>
              <a:gd name="connsiteY141" fmla="*/ 4730524 h 6858000"/>
              <a:gd name="connsiteX142" fmla="*/ 1979527 w 7467600"/>
              <a:gd name="connsiteY142" fmla="*/ 4726651 h 6858000"/>
              <a:gd name="connsiteX143" fmla="*/ 1927410 w 7467600"/>
              <a:gd name="connsiteY143" fmla="*/ 4716164 h 6858000"/>
              <a:gd name="connsiteX144" fmla="*/ 1997014 w 7467600"/>
              <a:gd name="connsiteY144" fmla="*/ 4698007 h 6858000"/>
              <a:gd name="connsiteX145" fmla="*/ 2005458 w 7467600"/>
              <a:gd name="connsiteY145" fmla="*/ 4699540 h 6858000"/>
              <a:gd name="connsiteX146" fmla="*/ 2657186 w 7467600"/>
              <a:gd name="connsiteY146" fmla="*/ 4901687 h 6858000"/>
              <a:gd name="connsiteX147" fmla="*/ 2826662 w 7467600"/>
              <a:gd name="connsiteY147" fmla="*/ 4970362 h 6858000"/>
              <a:gd name="connsiteX148" fmla="*/ 2876100 w 7467600"/>
              <a:gd name="connsiteY148" fmla="*/ 4995397 h 6858000"/>
              <a:gd name="connsiteX149" fmla="*/ 3042600 w 7467600"/>
              <a:gd name="connsiteY149" fmla="*/ 5059532 h 6858000"/>
              <a:gd name="connsiteX150" fmla="*/ 1997014 w 7467600"/>
              <a:gd name="connsiteY150" fmla="*/ 4698007 h 6858000"/>
              <a:gd name="connsiteX151" fmla="*/ 2305292 w 7467600"/>
              <a:gd name="connsiteY151" fmla="*/ 4219492 h 6858000"/>
              <a:gd name="connsiteX152" fmla="*/ 3360922 w 7467600"/>
              <a:gd name="connsiteY152" fmla="*/ 4529373 h 6858000"/>
              <a:gd name="connsiteX153" fmla="*/ 3492420 w 7467600"/>
              <a:gd name="connsiteY153" fmla="*/ 4510145 h 6858000"/>
              <a:gd name="connsiteX154" fmla="*/ 3364086 w 7467600"/>
              <a:gd name="connsiteY154" fmla="*/ 4480340 h 6858000"/>
              <a:gd name="connsiteX155" fmla="*/ 3225818 w 7467600"/>
              <a:gd name="connsiteY155" fmla="*/ 4411822 h 6858000"/>
              <a:gd name="connsiteX156" fmla="*/ 3129696 w 7467600"/>
              <a:gd name="connsiteY156" fmla="*/ 4360704 h 6858000"/>
              <a:gd name="connsiteX157" fmla="*/ 2814545 w 7467600"/>
              <a:gd name="connsiteY157" fmla="*/ 4282955 h 6858000"/>
              <a:gd name="connsiteX158" fmla="*/ 2305292 w 7467600"/>
              <a:gd name="connsiteY158" fmla="*/ 4219492 h 6858000"/>
              <a:gd name="connsiteX159" fmla="*/ 2626982 w 7467600"/>
              <a:gd name="connsiteY159" fmla="*/ 4206450 h 6858000"/>
              <a:gd name="connsiteX160" fmla="*/ 2490617 w 7467600"/>
              <a:gd name="connsiteY160" fmla="*/ 4206951 h 6858000"/>
              <a:gd name="connsiteX161" fmla="*/ 2819869 w 7467600"/>
              <a:gd name="connsiteY161" fmla="*/ 4252936 h 6858000"/>
              <a:gd name="connsiteX162" fmla="*/ 3143018 w 7467600"/>
              <a:gd name="connsiteY162" fmla="*/ 4332698 h 6858000"/>
              <a:gd name="connsiteX163" fmla="*/ 3241520 w 7467600"/>
              <a:gd name="connsiteY163" fmla="*/ 4385112 h 6858000"/>
              <a:gd name="connsiteX164" fmla="*/ 3374575 w 7467600"/>
              <a:gd name="connsiteY164" fmla="*/ 4451517 h 6858000"/>
              <a:gd name="connsiteX165" fmla="*/ 3505221 w 7467600"/>
              <a:gd name="connsiteY165" fmla="*/ 4480757 h 6858000"/>
              <a:gd name="connsiteX166" fmla="*/ 2626982 w 7467600"/>
              <a:gd name="connsiteY166" fmla="*/ 4206450 h 6858000"/>
              <a:gd name="connsiteX167" fmla="*/ 1310106 w 7467600"/>
              <a:gd name="connsiteY167" fmla="*/ 3943217 h 6858000"/>
              <a:gd name="connsiteX168" fmla="*/ 854994 w 7467600"/>
              <a:gd name="connsiteY168" fmla="*/ 4399136 h 6858000"/>
              <a:gd name="connsiteX169" fmla="*/ 742462 w 7467600"/>
              <a:gd name="connsiteY169" fmla="*/ 4594648 h 6858000"/>
              <a:gd name="connsiteX170" fmla="*/ 820602 w 7467600"/>
              <a:gd name="connsiteY170" fmla="*/ 4485915 h 6858000"/>
              <a:gd name="connsiteX171" fmla="*/ 878295 w 7467600"/>
              <a:gd name="connsiteY171" fmla="*/ 4403594 h 6858000"/>
              <a:gd name="connsiteX172" fmla="*/ 1240607 w 7467600"/>
              <a:gd name="connsiteY172" fmla="*/ 4010401 h 6858000"/>
              <a:gd name="connsiteX173" fmla="*/ 1310106 w 7467600"/>
              <a:gd name="connsiteY173" fmla="*/ 3943217 h 6858000"/>
              <a:gd name="connsiteX174" fmla="*/ 1423113 w 7467600"/>
              <a:gd name="connsiteY174" fmla="*/ 3874565 h 6858000"/>
              <a:gd name="connsiteX175" fmla="*/ 1260565 w 7467600"/>
              <a:gd name="connsiteY175" fmla="*/ 4031982 h 6858000"/>
              <a:gd name="connsiteX176" fmla="*/ 901900 w 7467600"/>
              <a:gd name="connsiteY176" fmla="*/ 4421236 h 6858000"/>
              <a:gd name="connsiteX177" fmla="*/ 845044 w 7467600"/>
              <a:gd name="connsiteY177" fmla="*/ 4502436 h 6858000"/>
              <a:gd name="connsiteX178" fmla="*/ 685926 w 7467600"/>
              <a:gd name="connsiteY178" fmla="*/ 4703069 h 6858000"/>
              <a:gd name="connsiteX179" fmla="*/ 684248 w 7467600"/>
              <a:gd name="connsiteY179" fmla="*/ 4706721 h 6858000"/>
              <a:gd name="connsiteX180" fmla="*/ 1423113 w 7467600"/>
              <a:gd name="connsiteY180" fmla="*/ 3874565 h 6858000"/>
              <a:gd name="connsiteX181" fmla="*/ 3316479 w 7467600"/>
              <a:gd name="connsiteY181" fmla="*/ 3872136 h 6858000"/>
              <a:gd name="connsiteX182" fmla="*/ 3546806 w 7467600"/>
              <a:gd name="connsiteY182" fmla="*/ 4356139 h 6858000"/>
              <a:gd name="connsiteX183" fmla="*/ 3364433 w 7467600"/>
              <a:gd name="connsiteY183" fmla="*/ 3953121 h 6858000"/>
              <a:gd name="connsiteX184" fmla="*/ 3316479 w 7467600"/>
              <a:gd name="connsiteY184" fmla="*/ 3872136 h 6858000"/>
              <a:gd name="connsiteX185" fmla="*/ 3291335 w 7467600"/>
              <a:gd name="connsiteY185" fmla="*/ 3767420 h 6858000"/>
              <a:gd name="connsiteX186" fmla="*/ 3390805 w 7467600"/>
              <a:gd name="connsiteY186" fmla="*/ 3937163 h 6858000"/>
              <a:gd name="connsiteX187" fmla="*/ 3579062 w 7467600"/>
              <a:gd name="connsiteY187" fmla="*/ 4359040 h 6858000"/>
              <a:gd name="connsiteX188" fmla="*/ 3467355 w 7467600"/>
              <a:gd name="connsiteY188" fmla="*/ 3988130 h 6858000"/>
              <a:gd name="connsiteX189" fmla="*/ 3310753 w 7467600"/>
              <a:gd name="connsiteY189" fmla="*/ 3787140 h 6858000"/>
              <a:gd name="connsiteX190" fmla="*/ 3291335 w 7467600"/>
              <a:gd name="connsiteY190" fmla="*/ 3767420 h 6858000"/>
              <a:gd name="connsiteX191" fmla="*/ 1635889 w 7467600"/>
              <a:gd name="connsiteY191" fmla="*/ 3709494 h 6858000"/>
              <a:gd name="connsiteX192" fmla="*/ 1634800 w 7467600"/>
              <a:gd name="connsiteY192" fmla="*/ 3731111 h 6858000"/>
              <a:gd name="connsiteX193" fmla="*/ 1635889 w 7467600"/>
              <a:gd name="connsiteY193" fmla="*/ 3709494 h 6858000"/>
              <a:gd name="connsiteX194" fmla="*/ 1510397 w 7467600"/>
              <a:gd name="connsiteY194" fmla="*/ 3684705 h 6858000"/>
              <a:gd name="connsiteX195" fmla="*/ 1146550 w 7467600"/>
              <a:gd name="connsiteY195" fmla="*/ 3802012 h 6858000"/>
              <a:gd name="connsiteX196" fmla="*/ 698834 w 7467600"/>
              <a:gd name="connsiteY196" fmla="*/ 3952272 h 6858000"/>
              <a:gd name="connsiteX197" fmla="*/ 34256 w 7467600"/>
              <a:gd name="connsiteY197" fmla="*/ 4347603 h 6858000"/>
              <a:gd name="connsiteX198" fmla="*/ 527241 w 7467600"/>
              <a:gd name="connsiteY198" fmla="*/ 4065078 h 6858000"/>
              <a:gd name="connsiteX199" fmla="*/ 1510397 w 7467600"/>
              <a:gd name="connsiteY199" fmla="*/ 3684705 h 6858000"/>
              <a:gd name="connsiteX200" fmla="*/ 1313114 w 7467600"/>
              <a:gd name="connsiteY200" fmla="*/ 3655216 h 6858000"/>
              <a:gd name="connsiteX201" fmla="*/ 1109304 w 7467600"/>
              <a:gd name="connsiteY201" fmla="*/ 3669030 h 6858000"/>
              <a:gd name="connsiteX202" fmla="*/ 8129 w 7467600"/>
              <a:gd name="connsiteY202" fmla="*/ 4330519 h 6858000"/>
              <a:gd name="connsiteX203" fmla="*/ 687572 w 7467600"/>
              <a:gd name="connsiteY203" fmla="*/ 3925629 h 6858000"/>
              <a:gd name="connsiteX204" fmla="*/ 1138365 w 7467600"/>
              <a:gd name="connsiteY204" fmla="*/ 3774515 h 6858000"/>
              <a:gd name="connsiteX205" fmla="*/ 1505579 w 7467600"/>
              <a:gd name="connsiteY205" fmla="*/ 3655526 h 6858000"/>
              <a:gd name="connsiteX206" fmla="*/ 1313114 w 7467600"/>
              <a:gd name="connsiteY206" fmla="*/ 3655216 h 6858000"/>
              <a:gd name="connsiteX207" fmla="*/ 3655073 w 7467600"/>
              <a:gd name="connsiteY207" fmla="*/ 3650884 h 6858000"/>
              <a:gd name="connsiteX208" fmla="*/ 3989938 w 7467600"/>
              <a:gd name="connsiteY208" fmla="*/ 3991685 h 6858000"/>
              <a:gd name="connsiteX209" fmla="*/ 4393907 w 7467600"/>
              <a:gd name="connsiteY209" fmla="*/ 4261258 h 6858000"/>
              <a:gd name="connsiteX210" fmla="*/ 4648051 w 7467600"/>
              <a:gd name="connsiteY210" fmla="*/ 4374051 h 6858000"/>
              <a:gd name="connsiteX211" fmla="*/ 4383389 w 7467600"/>
              <a:gd name="connsiteY211" fmla="*/ 4184369 h 6858000"/>
              <a:gd name="connsiteX212" fmla="*/ 4165508 w 7467600"/>
              <a:gd name="connsiteY212" fmla="*/ 4035196 h 6858000"/>
              <a:gd name="connsiteX213" fmla="*/ 4068162 w 7467600"/>
              <a:gd name="connsiteY213" fmla="*/ 3953394 h 6858000"/>
              <a:gd name="connsiteX214" fmla="*/ 3981416 w 7467600"/>
              <a:gd name="connsiteY214" fmla="*/ 3880482 h 6858000"/>
              <a:gd name="connsiteX215" fmla="*/ 3800147 w 7467600"/>
              <a:gd name="connsiteY215" fmla="*/ 3749872 h 6858000"/>
              <a:gd name="connsiteX216" fmla="*/ 3655073 w 7467600"/>
              <a:gd name="connsiteY216" fmla="*/ 3650884 h 6858000"/>
              <a:gd name="connsiteX217" fmla="*/ 3670252 w 7467600"/>
              <a:gd name="connsiteY217" fmla="*/ 3622798 h 6858000"/>
              <a:gd name="connsiteX218" fmla="*/ 3817258 w 7467600"/>
              <a:gd name="connsiteY218" fmla="*/ 3723577 h 6858000"/>
              <a:gd name="connsiteX219" fmla="*/ 4000461 w 7467600"/>
              <a:gd name="connsiteY219" fmla="*/ 3855966 h 6858000"/>
              <a:gd name="connsiteX220" fmla="*/ 4088180 w 7467600"/>
              <a:gd name="connsiteY220" fmla="*/ 3929774 h 6858000"/>
              <a:gd name="connsiteX221" fmla="*/ 4184555 w 7467600"/>
              <a:gd name="connsiteY221" fmla="*/ 4010683 h 6858000"/>
              <a:gd name="connsiteX222" fmla="*/ 4399563 w 7467600"/>
              <a:gd name="connsiteY222" fmla="*/ 4158106 h 6858000"/>
              <a:gd name="connsiteX223" fmla="*/ 4684469 w 7467600"/>
              <a:gd name="connsiteY223" fmla="*/ 4364680 h 6858000"/>
              <a:gd name="connsiteX224" fmla="*/ 4690271 w 7467600"/>
              <a:gd name="connsiteY224" fmla="*/ 4370034 h 6858000"/>
              <a:gd name="connsiteX225" fmla="*/ 4136093 w 7467600"/>
              <a:gd name="connsiteY225" fmla="*/ 3858466 h 6858000"/>
              <a:gd name="connsiteX226" fmla="*/ 3670252 w 7467600"/>
              <a:gd name="connsiteY226" fmla="*/ 3622798 h 6858000"/>
              <a:gd name="connsiteX227" fmla="*/ 4440129 w 7467600"/>
              <a:gd name="connsiteY227" fmla="*/ 3448571 h 6858000"/>
              <a:gd name="connsiteX228" fmla="*/ 4856525 w 7467600"/>
              <a:gd name="connsiteY228" fmla="*/ 3915351 h 6858000"/>
              <a:gd name="connsiteX229" fmla="*/ 5059055 w 7467600"/>
              <a:gd name="connsiteY229" fmla="*/ 4108918 h 6858000"/>
              <a:gd name="connsiteX230" fmla="*/ 5290070 w 7467600"/>
              <a:gd name="connsiteY230" fmla="*/ 4263619 h 6858000"/>
              <a:gd name="connsiteX231" fmla="*/ 4834991 w 7467600"/>
              <a:gd name="connsiteY231" fmla="*/ 3830985 h 6858000"/>
              <a:gd name="connsiteX232" fmla="*/ 4440129 w 7467600"/>
              <a:gd name="connsiteY232" fmla="*/ 3448571 h 6858000"/>
              <a:gd name="connsiteX233" fmla="*/ 4441737 w 7467600"/>
              <a:gd name="connsiteY233" fmla="*/ 3399734 h 6858000"/>
              <a:gd name="connsiteX234" fmla="*/ 4431236 w 7467600"/>
              <a:gd name="connsiteY234" fmla="*/ 3400954 h 6858000"/>
              <a:gd name="connsiteX235" fmla="*/ 4557150 w 7467600"/>
              <a:gd name="connsiteY235" fmla="*/ 3510023 h 6858000"/>
              <a:gd name="connsiteX236" fmla="*/ 4856936 w 7467600"/>
              <a:gd name="connsiteY236" fmla="*/ 3809146 h 6858000"/>
              <a:gd name="connsiteX237" fmla="*/ 5111996 w 7467600"/>
              <a:gd name="connsiteY237" fmla="*/ 4065759 h 6858000"/>
              <a:gd name="connsiteX238" fmla="*/ 5388878 w 7467600"/>
              <a:gd name="connsiteY238" fmla="*/ 4300185 h 6858000"/>
              <a:gd name="connsiteX239" fmla="*/ 5425556 w 7467600"/>
              <a:gd name="connsiteY239" fmla="*/ 4308967 h 6858000"/>
              <a:gd name="connsiteX240" fmla="*/ 4943646 w 7467600"/>
              <a:gd name="connsiteY240" fmla="*/ 3822916 h 6858000"/>
              <a:gd name="connsiteX241" fmla="*/ 4594837 w 7467600"/>
              <a:gd name="connsiteY241" fmla="*/ 3532274 h 6858000"/>
              <a:gd name="connsiteX242" fmla="*/ 4441737 w 7467600"/>
              <a:gd name="connsiteY242" fmla="*/ 3399734 h 6858000"/>
              <a:gd name="connsiteX243" fmla="*/ 5425834 w 7467600"/>
              <a:gd name="connsiteY243" fmla="*/ 3162785 h 6858000"/>
              <a:gd name="connsiteX244" fmla="*/ 5401644 w 7467600"/>
              <a:gd name="connsiteY244" fmla="*/ 3617847 h 6858000"/>
              <a:gd name="connsiteX245" fmla="*/ 5467256 w 7467600"/>
              <a:gd name="connsiteY245" fmla="*/ 4175494 h 6858000"/>
              <a:gd name="connsiteX246" fmla="*/ 5448069 w 7467600"/>
              <a:gd name="connsiteY246" fmla="*/ 3567554 h 6858000"/>
              <a:gd name="connsiteX247" fmla="*/ 5425834 w 7467600"/>
              <a:gd name="connsiteY247" fmla="*/ 3162785 h 6858000"/>
              <a:gd name="connsiteX248" fmla="*/ 1318687 w 7467600"/>
              <a:gd name="connsiteY248" fmla="*/ 3113840 h 6858000"/>
              <a:gd name="connsiteX249" fmla="*/ 1066793 w 7467600"/>
              <a:gd name="connsiteY249" fmla="*/ 3212171 h 6858000"/>
              <a:gd name="connsiteX250" fmla="*/ 993319 w 7467600"/>
              <a:gd name="connsiteY250" fmla="*/ 3247648 h 6858000"/>
              <a:gd name="connsiteX251" fmla="*/ 853081 w 7467600"/>
              <a:gd name="connsiteY251" fmla="*/ 3312410 h 6858000"/>
              <a:gd name="connsiteX252" fmla="*/ 805957 w 7467600"/>
              <a:gd name="connsiteY252" fmla="*/ 3330443 h 6858000"/>
              <a:gd name="connsiteX253" fmla="*/ 1318687 w 7467600"/>
              <a:gd name="connsiteY253" fmla="*/ 3113840 h 6858000"/>
              <a:gd name="connsiteX254" fmla="*/ 5453702 w 7467600"/>
              <a:gd name="connsiteY254" fmla="*/ 3090882 h 6858000"/>
              <a:gd name="connsiteX255" fmla="*/ 5480135 w 7467600"/>
              <a:gd name="connsiteY255" fmla="*/ 3565802 h 6858000"/>
              <a:gd name="connsiteX256" fmla="*/ 5499023 w 7467600"/>
              <a:gd name="connsiteY256" fmla="*/ 4166310 h 6858000"/>
              <a:gd name="connsiteX257" fmla="*/ 5547022 w 7467600"/>
              <a:gd name="connsiteY257" fmla="*/ 3607838 h 6858000"/>
              <a:gd name="connsiteX258" fmla="*/ 5515964 w 7467600"/>
              <a:gd name="connsiteY258" fmla="*/ 3378541 h 6858000"/>
              <a:gd name="connsiteX259" fmla="*/ 5453702 w 7467600"/>
              <a:gd name="connsiteY259" fmla="*/ 3090882 h 6858000"/>
              <a:gd name="connsiteX260" fmla="*/ 1238695 w 7467600"/>
              <a:gd name="connsiteY260" fmla="*/ 3076820 h 6858000"/>
              <a:gd name="connsiteX261" fmla="*/ 716371 w 7467600"/>
              <a:gd name="connsiteY261" fmla="*/ 3293249 h 6858000"/>
              <a:gd name="connsiteX262" fmla="*/ 579522 w 7467600"/>
              <a:gd name="connsiteY262" fmla="*/ 3371759 h 6858000"/>
              <a:gd name="connsiteX263" fmla="*/ 600288 w 7467600"/>
              <a:gd name="connsiteY263" fmla="*/ 3365555 h 6858000"/>
              <a:gd name="connsiteX264" fmla="*/ 840692 w 7467600"/>
              <a:gd name="connsiteY264" fmla="*/ 3284921 h 6858000"/>
              <a:gd name="connsiteX265" fmla="*/ 979248 w 7467600"/>
              <a:gd name="connsiteY265" fmla="*/ 3221003 h 6858000"/>
              <a:gd name="connsiteX266" fmla="*/ 1053282 w 7467600"/>
              <a:gd name="connsiteY266" fmla="*/ 3185247 h 6858000"/>
              <a:gd name="connsiteX267" fmla="*/ 1320603 w 7467600"/>
              <a:gd name="connsiteY267" fmla="*/ 3081281 h 6858000"/>
              <a:gd name="connsiteX268" fmla="*/ 1238695 w 7467600"/>
              <a:gd name="connsiteY268" fmla="*/ 3076820 h 6858000"/>
              <a:gd name="connsiteX269" fmla="*/ 5425627 w 7467600"/>
              <a:gd name="connsiteY269" fmla="*/ 2954192 h 6858000"/>
              <a:gd name="connsiteX270" fmla="*/ 5470770 w 7467600"/>
              <a:gd name="connsiteY270" fmla="*/ 3005435 h 6858000"/>
              <a:gd name="connsiteX271" fmla="*/ 5519779 w 7467600"/>
              <a:gd name="connsiteY271" fmla="*/ 4359223 h 6858000"/>
              <a:gd name="connsiteX272" fmla="*/ 5520293 w 7467600"/>
              <a:gd name="connsiteY272" fmla="*/ 4360602 h 6858000"/>
              <a:gd name="connsiteX273" fmla="*/ 5767221 w 7467600"/>
              <a:gd name="connsiteY273" fmla="*/ 4665564 h 6858000"/>
              <a:gd name="connsiteX274" fmla="*/ 6937169 w 7467600"/>
              <a:gd name="connsiteY274" fmla="*/ 4815941 h 6858000"/>
              <a:gd name="connsiteX275" fmla="*/ 6953922 w 7467600"/>
              <a:gd name="connsiteY275" fmla="*/ 4890068 h 6858000"/>
              <a:gd name="connsiteX276" fmla="*/ 6071359 w 7467600"/>
              <a:gd name="connsiteY276" fmla="*/ 4770770 h 6858000"/>
              <a:gd name="connsiteX277" fmla="*/ 6038839 w 7467600"/>
              <a:gd name="connsiteY277" fmla="*/ 4764474 h 6858000"/>
              <a:gd name="connsiteX278" fmla="*/ 6038706 w 7467600"/>
              <a:gd name="connsiteY278" fmla="*/ 4763847 h 6858000"/>
              <a:gd name="connsiteX279" fmla="*/ 6037784 w 7467600"/>
              <a:gd name="connsiteY279" fmla="*/ 4764270 h 6858000"/>
              <a:gd name="connsiteX280" fmla="*/ 6038839 w 7467600"/>
              <a:gd name="connsiteY280" fmla="*/ 4764474 h 6858000"/>
              <a:gd name="connsiteX281" fmla="*/ 6040338 w 7467600"/>
              <a:gd name="connsiteY281" fmla="*/ 4771418 h 6858000"/>
              <a:gd name="connsiteX282" fmla="*/ 6024488 w 7467600"/>
              <a:gd name="connsiteY282" fmla="*/ 4809903 h 6858000"/>
              <a:gd name="connsiteX283" fmla="*/ 5599771 w 7467600"/>
              <a:gd name="connsiteY283" fmla="*/ 5509652 h 6858000"/>
              <a:gd name="connsiteX284" fmla="*/ 5548843 w 7467600"/>
              <a:gd name="connsiteY284" fmla="*/ 5563845 h 6858000"/>
              <a:gd name="connsiteX285" fmla="*/ 5940952 w 7467600"/>
              <a:gd name="connsiteY285" fmla="*/ 6250028 h 6858000"/>
              <a:gd name="connsiteX286" fmla="*/ 6043441 w 7467600"/>
              <a:gd name="connsiteY286" fmla="*/ 6665847 h 6858000"/>
              <a:gd name="connsiteX287" fmla="*/ 6093432 w 7467600"/>
              <a:gd name="connsiteY287" fmla="*/ 6858000 h 6858000"/>
              <a:gd name="connsiteX288" fmla="*/ 6034344 w 7467600"/>
              <a:gd name="connsiteY288" fmla="*/ 6858000 h 6858000"/>
              <a:gd name="connsiteX289" fmla="*/ 6026679 w 7467600"/>
              <a:gd name="connsiteY289" fmla="*/ 6836959 h 6858000"/>
              <a:gd name="connsiteX290" fmla="*/ 5800441 w 7467600"/>
              <a:gd name="connsiteY290" fmla="*/ 6335286 h 6858000"/>
              <a:gd name="connsiteX291" fmla="*/ 5526562 w 7467600"/>
              <a:gd name="connsiteY291" fmla="*/ 5705388 h 6858000"/>
              <a:gd name="connsiteX292" fmla="*/ 5519640 w 7467600"/>
              <a:gd name="connsiteY292" fmla="*/ 5683774 h 6858000"/>
              <a:gd name="connsiteX293" fmla="*/ 5844559 w 7467600"/>
              <a:gd name="connsiteY293" fmla="*/ 6553349 h 6858000"/>
              <a:gd name="connsiteX294" fmla="*/ 5975994 w 7467600"/>
              <a:gd name="connsiteY294" fmla="*/ 6858000 h 6858000"/>
              <a:gd name="connsiteX295" fmla="*/ 5898547 w 7467600"/>
              <a:gd name="connsiteY295" fmla="*/ 6858000 h 6858000"/>
              <a:gd name="connsiteX296" fmla="*/ 5682041 w 7467600"/>
              <a:gd name="connsiteY296" fmla="*/ 6355860 h 6858000"/>
              <a:gd name="connsiteX297" fmla="*/ 5461758 w 7467600"/>
              <a:gd name="connsiteY297" fmla="*/ 5820220 h 6858000"/>
              <a:gd name="connsiteX298" fmla="*/ 5237282 w 7467600"/>
              <a:gd name="connsiteY298" fmla="*/ 6579086 h 6858000"/>
              <a:gd name="connsiteX299" fmla="*/ 5115009 w 7467600"/>
              <a:gd name="connsiteY299" fmla="*/ 6858000 h 6858000"/>
              <a:gd name="connsiteX300" fmla="*/ 5028074 w 7467600"/>
              <a:gd name="connsiteY300" fmla="*/ 6858000 h 6858000"/>
              <a:gd name="connsiteX301" fmla="*/ 5079508 w 7467600"/>
              <a:gd name="connsiteY301" fmla="*/ 6749074 h 6858000"/>
              <a:gd name="connsiteX302" fmla="*/ 5371846 w 7467600"/>
              <a:gd name="connsiteY302" fmla="*/ 5924413 h 6858000"/>
              <a:gd name="connsiteX303" fmla="*/ 5270512 w 7467600"/>
              <a:gd name="connsiteY303" fmla="*/ 6138975 h 6858000"/>
              <a:gd name="connsiteX304" fmla="*/ 5062409 w 7467600"/>
              <a:gd name="connsiteY304" fmla="*/ 6653544 h 6858000"/>
              <a:gd name="connsiteX305" fmla="*/ 5036628 w 7467600"/>
              <a:gd name="connsiteY305" fmla="*/ 6754247 h 6858000"/>
              <a:gd name="connsiteX306" fmla="*/ 5009112 w 7467600"/>
              <a:gd name="connsiteY306" fmla="*/ 6858000 h 6858000"/>
              <a:gd name="connsiteX307" fmla="*/ 4976679 w 7467600"/>
              <a:gd name="connsiteY307" fmla="*/ 6858000 h 6858000"/>
              <a:gd name="connsiteX308" fmla="*/ 5006537 w 7467600"/>
              <a:gd name="connsiteY308" fmla="*/ 6747068 h 6858000"/>
              <a:gd name="connsiteX309" fmla="*/ 5032723 w 7467600"/>
              <a:gd name="connsiteY309" fmla="*/ 6644957 h 6858000"/>
              <a:gd name="connsiteX310" fmla="*/ 5242949 w 7467600"/>
              <a:gd name="connsiteY310" fmla="*/ 6125175 h 6858000"/>
              <a:gd name="connsiteX311" fmla="*/ 5286321 w 7467600"/>
              <a:gd name="connsiteY311" fmla="*/ 6033555 h 6858000"/>
              <a:gd name="connsiteX312" fmla="*/ 5008210 w 7467600"/>
              <a:gd name="connsiteY312" fmla="*/ 6649194 h 6858000"/>
              <a:gd name="connsiteX313" fmla="*/ 4986321 w 7467600"/>
              <a:gd name="connsiteY313" fmla="*/ 6765687 h 6858000"/>
              <a:gd name="connsiteX314" fmla="*/ 4973474 w 7467600"/>
              <a:gd name="connsiteY314" fmla="*/ 6858000 h 6858000"/>
              <a:gd name="connsiteX315" fmla="*/ 4907178 w 7467600"/>
              <a:gd name="connsiteY315" fmla="*/ 6858000 h 6858000"/>
              <a:gd name="connsiteX316" fmla="*/ 4910810 w 7467600"/>
              <a:gd name="connsiteY316" fmla="*/ 6829660 h 6858000"/>
              <a:gd name="connsiteX317" fmla="*/ 4987461 w 7467600"/>
              <a:gd name="connsiteY317" fmla="*/ 6432994 h 6858000"/>
              <a:gd name="connsiteX318" fmla="*/ 5179262 w 7467600"/>
              <a:gd name="connsiteY318" fmla="*/ 6035044 h 6858000"/>
              <a:gd name="connsiteX319" fmla="*/ 4689678 w 7467600"/>
              <a:gd name="connsiteY319" fmla="*/ 6440241 h 6858000"/>
              <a:gd name="connsiteX320" fmla="*/ 4477543 w 7467600"/>
              <a:gd name="connsiteY320" fmla="*/ 6674836 h 6858000"/>
              <a:gd name="connsiteX321" fmla="*/ 4329957 w 7467600"/>
              <a:gd name="connsiteY321" fmla="*/ 6858000 h 6858000"/>
              <a:gd name="connsiteX322" fmla="*/ 4218595 w 7467600"/>
              <a:gd name="connsiteY322" fmla="*/ 6858000 h 6858000"/>
              <a:gd name="connsiteX323" fmla="*/ 4368888 w 7467600"/>
              <a:gd name="connsiteY323" fmla="*/ 6668412 h 6858000"/>
              <a:gd name="connsiteX324" fmla="*/ 4563091 w 7467600"/>
              <a:gd name="connsiteY324" fmla="*/ 6442508 h 6858000"/>
              <a:gd name="connsiteX325" fmla="*/ 5387324 w 7467600"/>
              <a:gd name="connsiteY325" fmla="*/ 5705830 h 6858000"/>
              <a:gd name="connsiteX326" fmla="*/ 5073620 w 7467600"/>
              <a:gd name="connsiteY326" fmla="*/ 5955437 h 6858000"/>
              <a:gd name="connsiteX327" fmla="*/ 4689789 w 7467600"/>
              <a:gd name="connsiteY327" fmla="*/ 6268382 h 6858000"/>
              <a:gd name="connsiteX328" fmla="*/ 4418722 w 7467600"/>
              <a:gd name="connsiteY328" fmla="*/ 6570886 h 6858000"/>
              <a:gd name="connsiteX329" fmla="*/ 4214944 w 7467600"/>
              <a:gd name="connsiteY329" fmla="*/ 6858000 h 6858000"/>
              <a:gd name="connsiteX330" fmla="*/ 4177898 w 7467600"/>
              <a:gd name="connsiteY330" fmla="*/ 6858000 h 6858000"/>
              <a:gd name="connsiteX331" fmla="*/ 4391597 w 7467600"/>
              <a:gd name="connsiteY331" fmla="*/ 6556370 h 6858000"/>
              <a:gd name="connsiteX332" fmla="*/ 4668889 w 7467600"/>
              <a:gd name="connsiteY332" fmla="*/ 6246399 h 6858000"/>
              <a:gd name="connsiteX333" fmla="*/ 5055427 w 7467600"/>
              <a:gd name="connsiteY333" fmla="*/ 5931476 h 6858000"/>
              <a:gd name="connsiteX334" fmla="*/ 5371814 w 7467600"/>
              <a:gd name="connsiteY334" fmla="*/ 5678975 h 6858000"/>
              <a:gd name="connsiteX335" fmla="*/ 4987918 w 7467600"/>
              <a:gd name="connsiteY335" fmla="*/ 5838701 h 6858000"/>
              <a:gd name="connsiteX336" fmla="*/ 4317146 w 7467600"/>
              <a:gd name="connsiteY336" fmla="*/ 6587716 h 6858000"/>
              <a:gd name="connsiteX337" fmla="*/ 4171627 w 7467600"/>
              <a:gd name="connsiteY337" fmla="*/ 6858000 h 6858000"/>
              <a:gd name="connsiteX338" fmla="*/ 4081585 w 7467600"/>
              <a:gd name="connsiteY338" fmla="*/ 6858000 h 6858000"/>
              <a:gd name="connsiteX339" fmla="*/ 4238603 w 7467600"/>
              <a:gd name="connsiteY339" fmla="*/ 6559341 h 6858000"/>
              <a:gd name="connsiteX340" fmla="*/ 4778333 w 7467600"/>
              <a:gd name="connsiteY340" fmla="*/ 5873626 h 6858000"/>
              <a:gd name="connsiteX341" fmla="*/ 5414185 w 7467600"/>
              <a:gd name="connsiteY341" fmla="*/ 5573882 h 6858000"/>
              <a:gd name="connsiteX342" fmla="*/ 5959648 w 7467600"/>
              <a:gd name="connsiteY342" fmla="*/ 4760797 h 6858000"/>
              <a:gd name="connsiteX343" fmla="*/ 5355019 w 7467600"/>
              <a:gd name="connsiteY343" fmla="*/ 4734672 h 6858000"/>
              <a:gd name="connsiteX344" fmla="*/ 5083565 w 7467600"/>
              <a:gd name="connsiteY344" fmla="*/ 5179121 h 6858000"/>
              <a:gd name="connsiteX345" fmla="*/ 4713577 w 7467600"/>
              <a:gd name="connsiteY345" fmla="*/ 5616803 h 6858000"/>
              <a:gd name="connsiteX346" fmla="*/ 3989559 w 7467600"/>
              <a:gd name="connsiteY346" fmla="*/ 6145945 h 6858000"/>
              <a:gd name="connsiteX347" fmla="*/ 3939824 w 7467600"/>
              <a:gd name="connsiteY347" fmla="*/ 6066900 h 6858000"/>
              <a:gd name="connsiteX348" fmla="*/ 4584537 w 7467600"/>
              <a:gd name="connsiteY348" fmla="*/ 5324826 h 6858000"/>
              <a:gd name="connsiteX349" fmla="*/ 5037105 w 7467600"/>
              <a:gd name="connsiteY349" fmla="*/ 5088765 h 6858000"/>
              <a:gd name="connsiteX350" fmla="*/ 5039930 w 7467600"/>
              <a:gd name="connsiteY350" fmla="*/ 5089585 h 6858000"/>
              <a:gd name="connsiteX351" fmla="*/ 5263764 w 7467600"/>
              <a:gd name="connsiteY351" fmla="*/ 4735525 h 6858000"/>
              <a:gd name="connsiteX352" fmla="*/ 4086300 w 7467600"/>
              <a:gd name="connsiteY352" fmla="*/ 4884599 h 6858000"/>
              <a:gd name="connsiteX353" fmla="*/ 4085485 w 7467600"/>
              <a:gd name="connsiteY353" fmla="*/ 4899070 h 6858000"/>
              <a:gd name="connsiteX354" fmla="*/ 3871915 w 7467600"/>
              <a:gd name="connsiteY354" fmla="*/ 5253645 h 6858000"/>
              <a:gd name="connsiteX355" fmla="*/ 3799374 w 7467600"/>
              <a:gd name="connsiteY355" fmla="*/ 5466127 h 6858000"/>
              <a:gd name="connsiteX356" fmla="*/ 3498850 w 7467600"/>
              <a:gd name="connsiteY356" fmla="*/ 6661888 h 6858000"/>
              <a:gd name="connsiteX357" fmla="*/ 3399216 w 7467600"/>
              <a:gd name="connsiteY357" fmla="*/ 6858000 h 6858000"/>
              <a:gd name="connsiteX358" fmla="*/ 3303688 w 7467600"/>
              <a:gd name="connsiteY358" fmla="*/ 6858000 h 6858000"/>
              <a:gd name="connsiteX359" fmla="*/ 3391774 w 7467600"/>
              <a:gd name="connsiteY359" fmla="*/ 6697181 h 6858000"/>
              <a:gd name="connsiteX360" fmla="*/ 3735540 w 7467600"/>
              <a:gd name="connsiteY360" fmla="*/ 5546923 h 6858000"/>
              <a:gd name="connsiteX361" fmla="*/ 3729438 w 7467600"/>
              <a:gd name="connsiteY361" fmla="*/ 5569058 h 6858000"/>
              <a:gd name="connsiteX362" fmla="*/ 3707782 w 7467600"/>
              <a:gd name="connsiteY362" fmla="*/ 5644908 h 6858000"/>
              <a:gd name="connsiteX363" fmla="*/ 3583827 w 7467600"/>
              <a:gd name="connsiteY363" fmla="*/ 6039215 h 6858000"/>
              <a:gd name="connsiteX364" fmla="*/ 3547861 w 7467600"/>
              <a:gd name="connsiteY364" fmla="*/ 6129609 h 6858000"/>
              <a:gd name="connsiteX365" fmla="*/ 3490905 w 7467600"/>
              <a:gd name="connsiteY365" fmla="*/ 6277660 h 6858000"/>
              <a:gd name="connsiteX366" fmla="*/ 3455859 w 7467600"/>
              <a:gd name="connsiteY366" fmla="*/ 6391301 h 6858000"/>
              <a:gd name="connsiteX367" fmla="*/ 3429112 w 7467600"/>
              <a:gd name="connsiteY367" fmla="*/ 6479469 h 6858000"/>
              <a:gd name="connsiteX368" fmla="*/ 3304862 w 7467600"/>
              <a:gd name="connsiteY368" fmla="*/ 6796476 h 6858000"/>
              <a:gd name="connsiteX369" fmla="*/ 3276071 w 7467600"/>
              <a:gd name="connsiteY369" fmla="*/ 6858000 h 6858000"/>
              <a:gd name="connsiteX370" fmla="*/ 3240805 w 7467600"/>
              <a:gd name="connsiteY370" fmla="*/ 6858000 h 6858000"/>
              <a:gd name="connsiteX371" fmla="*/ 3275917 w 7467600"/>
              <a:gd name="connsiteY371" fmla="*/ 6783192 h 6858000"/>
              <a:gd name="connsiteX372" fmla="*/ 3399358 w 7467600"/>
              <a:gd name="connsiteY372" fmla="*/ 6469011 h 6858000"/>
              <a:gd name="connsiteX373" fmla="*/ 3425650 w 7467600"/>
              <a:gd name="connsiteY373" fmla="*/ 6381333 h 6858000"/>
              <a:gd name="connsiteX374" fmla="*/ 3460661 w 7467600"/>
              <a:gd name="connsiteY374" fmla="*/ 6266763 h 6858000"/>
              <a:gd name="connsiteX375" fmla="*/ 3518021 w 7467600"/>
              <a:gd name="connsiteY375" fmla="*/ 6117298 h 6858000"/>
              <a:gd name="connsiteX376" fmla="*/ 3554035 w 7467600"/>
              <a:gd name="connsiteY376" fmla="*/ 6027832 h 6858000"/>
              <a:gd name="connsiteX377" fmla="*/ 3677174 w 7467600"/>
              <a:gd name="connsiteY377" fmla="*/ 5636351 h 6858000"/>
              <a:gd name="connsiteX378" fmla="*/ 3698819 w 7467600"/>
              <a:gd name="connsiteY378" fmla="*/ 5560503 h 6858000"/>
              <a:gd name="connsiteX379" fmla="*/ 3702094 w 7467600"/>
              <a:gd name="connsiteY379" fmla="*/ 5549194 h 6858000"/>
              <a:gd name="connsiteX380" fmla="*/ 3398355 w 7467600"/>
              <a:gd name="connsiteY380" fmla="*/ 6094603 h 6858000"/>
              <a:gd name="connsiteX381" fmla="*/ 3193941 w 7467600"/>
              <a:gd name="connsiteY381" fmla="*/ 6798775 h 6858000"/>
              <a:gd name="connsiteX382" fmla="*/ 3184140 w 7467600"/>
              <a:gd name="connsiteY382" fmla="*/ 6858000 h 6858000"/>
              <a:gd name="connsiteX383" fmla="*/ 3099978 w 7467600"/>
              <a:gd name="connsiteY383" fmla="*/ 6858000 h 6858000"/>
              <a:gd name="connsiteX384" fmla="*/ 3101556 w 7467600"/>
              <a:gd name="connsiteY384" fmla="*/ 6843337 h 6858000"/>
              <a:gd name="connsiteX385" fmla="*/ 3370162 w 7467600"/>
              <a:gd name="connsiteY385" fmla="*/ 5785550 h 6858000"/>
              <a:gd name="connsiteX386" fmla="*/ 3746477 w 7467600"/>
              <a:gd name="connsiteY386" fmla="*/ 5377889 h 6858000"/>
              <a:gd name="connsiteX387" fmla="*/ 3863399 w 7467600"/>
              <a:gd name="connsiteY387" fmla="*/ 5087257 h 6858000"/>
              <a:gd name="connsiteX388" fmla="*/ 3968712 w 7467600"/>
              <a:gd name="connsiteY388" fmla="*/ 4913989 h 6858000"/>
              <a:gd name="connsiteX389" fmla="*/ 2792390 w 7467600"/>
              <a:gd name="connsiteY389" fmla="*/ 5382974 h 6858000"/>
              <a:gd name="connsiteX390" fmla="*/ 2714982 w 7467600"/>
              <a:gd name="connsiteY390" fmla="*/ 5427051 h 6858000"/>
              <a:gd name="connsiteX391" fmla="*/ 2813361 w 7467600"/>
              <a:gd name="connsiteY391" fmla="*/ 6023912 h 6858000"/>
              <a:gd name="connsiteX392" fmla="*/ 2688430 w 7467600"/>
              <a:gd name="connsiteY392" fmla="*/ 6801564 h 6858000"/>
              <a:gd name="connsiteX393" fmla="*/ 2629626 w 7467600"/>
              <a:gd name="connsiteY393" fmla="*/ 6763394 h 6858000"/>
              <a:gd name="connsiteX394" fmla="*/ 2565328 w 7467600"/>
              <a:gd name="connsiteY394" fmla="*/ 5516399 h 6858000"/>
              <a:gd name="connsiteX395" fmla="*/ 1922999 w 7467600"/>
              <a:gd name="connsiteY395" fmla="*/ 5980343 h 6858000"/>
              <a:gd name="connsiteX396" fmla="*/ 1950261 w 7467600"/>
              <a:gd name="connsiteY396" fmla="*/ 6405858 h 6858000"/>
              <a:gd name="connsiteX397" fmla="*/ 2365554 w 7467600"/>
              <a:gd name="connsiteY397" fmla="*/ 6759107 h 6858000"/>
              <a:gd name="connsiteX398" fmla="*/ 2424142 w 7467600"/>
              <a:gd name="connsiteY398" fmla="*/ 6858000 h 6858000"/>
              <a:gd name="connsiteX399" fmla="*/ 2395994 w 7467600"/>
              <a:gd name="connsiteY399" fmla="*/ 6858000 h 6858000"/>
              <a:gd name="connsiteX400" fmla="*/ 2392863 w 7467600"/>
              <a:gd name="connsiteY400" fmla="*/ 6852964 h 6858000"/>
              <a:gd name="connsiteX401" fmla="*/ 2017589 w 7467600"/>
              <a:gd name="connsiteY401" fmla="*/ 6493982 h 6858000"/>
              <a:gd name="connsiteX402" fmla="*/ 2147336 w 7467600"/>
              <a:gd name="connsiteY402" fmla="*/ 6594052 h 6858000"/>
              <a:gd name="connsiteX403" fmla="*/ 2207047 w 7467600"/>
              <a:gd name="connsiteY403" fmla="*/ 6654540 h 6858000"/>
              <a:gd name="connsiteX404" fmla="*/ 2299106 w 7467600"/>
              <a:gd name="connsiteY404" fmla="*/ 6778931 h 6858000"/>
              <a:gd name="connsiteX405" fmla="*/ 2314430 w 7467600"/>
              <a:gd name="connsiteY405" fmla="*/ 6801144 h 6858000"/>
              <a:gd name="connsiteX406" fmla="*/ 2352406 w 7467600"/>
              <a:gd name="connsiteY406" fmla="*/ 6858000 h 6858000"/>
              <a:gd name="connsiteX407" fmla="*/ 2314492 w 7467600"/>
              <a:gd name="connsiteY407" fmla="*/ 6858000 h 6858000"/>
              <a:gd name="connsiteX408" fmla="*/ 2288095 w 7467600"/>
              <a:gd name="connsiteY408" fmla="*/ 6818030 h 6858000"/>
              <a:gd name="connsiteX409" fmla="*/ 2272768 w 7467600"/>
              <a:gd name="connsiteY409" fmla="*/ 6795822 h 6858000"/>
              <a:gd name="connsiteX410" fmla="*/ 2182715 w 7467600"/>
              <a:gd name="connsiteY410" fmla="*/ 6675071 h 6858000"/>
              <a:gd name="connsiteX411" fmla="*/ 2032061 w 7467600"/>
              <a:gd name="connsiteY411" fmla="*/ 6541380 h 6858000"/>
              <a:gd name="connsiteX412" fmla="*/ 2257220 w 7467600"/>
              <a:gd name="connsiteY412" fmla="*/ 6826257 h 6858000"/>
              <a:gd name="connsiteX413" fmla="*/ 2281324 w 7467600"/>
              <a:gd name="connsiteY413" fmla="*/ 6858000 h 6858000"/>
              <a:gd name="connsiteX414" fmla="*/ 2242860 w 7467600"/>
              <a:gd name="connsiteY414" fmla="*/ 6858000 h 6858000"/>
              <a:gd name="connsiteX415" fmla="*/ 2232818 w 7467600"/>
              <a:gd name="connsiteY415" fmla="*/ 6844926 h 6858000"/>
              <a:gd name="connsiteX416" fmla="*/ 1990172 w 7467600"/>
              <a:gd name="connsiteY416" fmla="*/ 6542121 h 6858000"/>
              <a:gd name="connsiteX417" fmla="*/ 2124090 w 7467600"/>
              <a:gd name="connsiteY417" fmla="*/ 6761017 h 6858000"/>
              <a:gd name="connsiteX418" fmla="*/ 2200380 w 7467600"/>
              <a:gd name="connsiteY418" fmla="*/ 6858000 h 6858000"/>
              <a:gd name="connsiteX419" fmla="*/ 2147507 w 7467600"/>
              <a:gd name="connsiteY419" fmla="*/ 6858000 h 6858000"/>
              <a:gd name="connsiteX420" fmla="*/ 2070668 w 7467600"/>
              <a:gd name="connsiteY420" fmla="*/ 6761520 h 6858000"/>
              <a:gd name="connsiteX421" fmla="*/ 1975142 w 7467600"/>
              <a:gd name="connsiteY421" fmla="*/ 6585570 h 6858000"/>
              <a:gd name="connsiteX422" fmla="*/ 2050035 w 7467600"/>
              <a:gd name="connsiteY422" fmla="*/ 6813345 h 6858000"/>
              <a:gd name="connsiteX423" fmla="*/ 2063025 w 7467600"/>
              <a:gd name="connsiteY423" fmla="*/ 6858000 h 6858000"/>
              <a:gd name="connsiteX424" fmla="*/ 2021675 w 7467600"/>
              <a:gd name="connsiteY424" fmla="*/ 6858000 h 6858000"/>
              <a:gd name="connsiteX425" fmla="*/ 2019308 w 7467600"/>
              <a:gd name="connsiteY425" fmla="*/ 6847118 h 6858000"/>
              <a:gd name="connsiteX426" fmla="*/ 1938835 w 7467600"/>
              <a:gd name="connsiteY426" fmla="*/ 6551160 h 6858000"/>
              <a:gd name="connsiteX427" fmla="*/ 1953230 w 7467600"/>
              <a:gd name="connsiteY427" fmla="*/ 6759699 h 6858000"/>
              <a:gd name="connsiteX428" fmla="*/ 1956763 w 7467600"/>
              <a:gd name="connsiteY428" fmla="*/ 6778191 h 6858000"/>
              <a:gd name="connsiteX429" fmla="*/ 1967925 w 7467600"/>
              <a:gd name="connsiteY429" fmla="*/ 6858000 h 6858000"/>
              <a:gd name="connsiteX430" fmla="*/ 1936622 w 7467600"/>
              <a:gd name="connsiteY430" fmla="*/ 6858000 h 6858000"/>
              <a:gd name="connsiteX431" fmla="*/ 1926261 w 7467600"/>
              <a:gd name="connsiteY431" fmla="*/ 6784064 h 6858000"/>
              <a:gd name="connsiteX432" fmla="*/ 1922724 w 7467600"/>
              <a:gd name="connsiteY432" fmla="*/ 6765577 h 6858000"/>
              <a:gd name="connsiteX433" fmla="*/ 1904650 w 7467600"/>
              <a:gd name="connsiteY433" fmla="*/ 6639616 h 6858000"/>
              <a:gd name="connsiteX434" fmla="*/ 1885273 w 7467600"/>
              <a:gd name="connsiteY434" fmla="*/ 6858000 h 6858000"/>
              <a:gd name="connsiteX435" fmla="*/ 1854363 w 7467600"/>
              <a:gd name="connsiteY435" fmla="*/ 6858000 h 6858000"/>
              <a:gd name="connsiteX436" fmla="*/ 1880391 w 7467600"/>
              <a:gd name="connsiteY436" fmla="*/ 6603796 h 6858000"/>
              <a:gd name="connsiteX437" fmla="*/ 1818273 w 7467600"/>
              <a:gd name="connsiteY437" fmla="*/ 6715729 h 6858000"/>
              <a:gd name="connsiteX438" fmla="*/ 1794691 w 7467600"/>
              <a:gd name="connsiteY438" fmla="*/ 6843239 h 6858000"/>
              <a:gd name="connsiteX439" fmla="*/ 1794914 w 7467600"/>
              <a:gd name="connsiteY439" fmla="*/ 6858000 h 6858000"/>
              <a:gd name="connsiteX440" fmla="*/ 1746128 w 7467600"/>
              <a:gd name="connsiteY440" fmla="*/ 6858000 h 6858000"/>
              <a:gd name="connsiteX441" fmla="*/ 1753934 w 7467600"/>
              <a:gd name="connsiteY441" fmla="*/ 6724796 h 6858000"/>
              <a:gd name="connsiteX442" fmla="*/ 1792053 w 7467600"/>
              <a:gd name="connsiteY442" fmla="*/ 6572396 h 6858000"/>
              <a:gd name="connsiteX443" fmla="*/ 1862248 w 7467600"/>
              <a:gd name="connsiteY443" fmla="*/ 6266397 h 6858000"/>
              <a:gd name="connsiteX444" fmla="*/ 1862250 w 7467600"/>
              <a:gd name="connsiteY444" fmla="*/ 6033531 h 6858000"/>
              <a:gd name="connsiteX445" fmla="*/ 1211999 w 7467600"/>
              <a:gd name="connsiteY445" fmla="*/ 6683610 h 6858000"/>
              <a:gd name="connsiteX446" fmla="*/ 1213266 w 7467600"/>
              <a:gd name="connsiteY446" fmla="*/ 6691947 h 6858000"/>
              <a:gd name="connsiteX447" fmla="*/ 1203370 w 7467600"/>
              <a:gd name="connsiteY447" fmla="*/ 6850676 h 6858000"/>
              <a:gd name="connsiteX448" fmla="*/ 1203671 w 7467600"/>
              <a:gd name="connsiteY448" fmla="*/ 6858000 h 6858000"/>
              <a:gd name="connsiteX449" fmla="*/ 1143180 w 7467600"/>
              <a:gd name="connsiteY449" fmla="*/ 6858000 h 6858000"/>
              <a:gd name="connsiteX450" fmla="*/ 1142176 w 7467600"/>
              <a:gd name="connsiteY450" fmla="*/ 6766045 h 6858000"/>
              <a:gd name="connsiteX451" fmla="*/ 1067484 w 7467600"/>
              <a:gd name="connsiteY451" fmla="*/ 6858000 h 6858000"/>
              <a:gd name="connsiteX452" fmla="*/ 953928 w 7467600"/>
              <a:gd name="connsiteY452" fmla="*/ 6858000 h 6858000"/>
              <a:gd name="connsiteX453" fmla="*/ 959715 w 7467600"/>
              <a:gd name="connsiteY453" fmla="*/ 6850185 h 6858000"/>
              <a:gd name="connsiteX454" fmla="*/ 1483788 w 7467600"/>
              <a:gd name="connsiteY454" fmla="*/ 6259174 h 6858000"/>
              <a:gd name="connsiteX455" fmla="*/ 1100671 w 7467600"/>
              <a:gd name="connsiteY455" fmla="*/ 6252137 h 6858000"/>
              <a:gd name="connsiteX456" fmla="*/ 1090144 w 7467600"/>
              <a:gd name="connsiteY456" fmla="*/ 6256748 h 6858000"/>
              <a:gd name="connsiteX457" fmla="*/ 1095872 w 7467600"/>
              <a:gd name="connsiteY457" fmla="*/ 6271892 h 6858000"/>
              <a:gd name="connsiteX458" fmla="*/ 262785 w 7467600"/>
              <a:gd name="connsiteY458" fmla="*/ 6845450 h 6858000"/>
              <a:gd name="connsiteX459" fmla="*/ 209968 w 7467600"/>
              <a:gd name="connsiteY459" fmla="*/ 6770713 h 6858000"/>
              <a:gd name="connsiteX460" fmla="*/ 873460 w 7467600"/>
              <a:gd name="connsiteY460" fmla="*/ 6253768 h 6858000"/>
              <a:gd name="connsiteX461" fmla="*/ 192686 w 7467600"/>
              <a:gd name="connsiteY461" fmla="*/ 5849257 h 6858000"/>
              <a:gd name="connsiteX462" fmla="*/ 4696 w 7467600"/>
              <a:gd name="connsiteY462" fmla="*/ 5697668 h 6858000"/>
              <a:gd name="connsiteX463" fmla="*/ 0 w 7467600"/>
              <a:gd name="connsiteY463" fmla="*/ 5689984 h 6858000"/>
              <a:gd name="connsiteX464" fmla="*/ 0 w 7467600"/>
              <a:gd name="connsiteY464" fmla="*/ 5513472 h 6858000"/>
              <a:gd name="connsiteX465" fmla="*/ 174101 w 7467600"/>
              <a:gd name="connsiteY465" fmla="*/ 5620277 h 6858000"/>
              <a:gd name="connsiteX466" fmla="*/ 891800 w 7467600"/>
              <a:gd name="connsiteY466" fmla="*/ 6036935 h 6858000"/>
              <a:gd name="connsiteX467" fmla="*/ 1072219 w 7467600"/>
              <a:gd name="connsiteY467" fmla="*/ 6169443 h 6858000"/>
              <a:gd name="connsiteX468" fmla="*/ 1074117 w 7467600"/>
              <a:gd name="connsiteY468" fmla="*/ 6170301 h 6858000"/>
              <a:gd name="connsiteX469" fmla="*/ 1083114 w 7467600"/>
              <a:gd name="connsiteY469" fmla="*/ 6174131 h 6858000"/>
              <a:gd name="connsiteX470" fmla="*/ 1543010 w 7467600"/>
              <a:gd name="connsiteY470" fmla="*/ 6191140 h 6858000"/>
              <a:gd name="connsiteX471" fmla="*/ 1551080 w 7467600"/>
              <a:gd name="connsiteY471" fmla="*/ 6195006 h 6858000"/>
              <a:gd name="connsiteX472" fmla="*/ 2345443 w 7467600"/>
              <a:gd name="connsiteY472" fmla="*/ 5549882 h 6858000"/>
              <a:gd name="connsiteX473" fmla="*/ 1721499 w 7467600"/>
              <a:gd name="connsiteY473" fmla="*/ 5599969 h 6858000"/>
              <a:gd name="connsiteX474" fmla="*/ 767716 w 7467600"/>
              <a:gd name="connsiteY474" fmla="*/ 5472768 h 6858000"/>
              <a:gd name="connsiteX475" fmla="*/ 722147 w 7467600"/>
              <a:gd name="connsiteY475" fmla="*/ 5393091 h 6858000"/>
              <a:gd name="connsiteX476" fmla="*/ 1485552 w 7467600"/>
              <a:gd name="connsiteY476" fmla="*/ 5313202 h 6858000"/>
              <a:gd name="connsiteX477" fmla="*/ 2143004 w 7467600"/>
              <a:gd name="connsiteY477" fmla="*/ 5402420 h 6858000"/>
              <a:gd name="connsiteX478" fmla="*/ 1933391 w 7467600"/>
              <a:gd name="connsiteY478" fmla="*/ 5156971 h 6858000"/>
              <a:gd name="connsiteX479" fmla="*/ 1827118 w 7467600"/>
              <a:gd name="connsiteY479" fmla="*/ 4968410 h 6858000"/>
              <a:gd name="connsiteX480" fmla="*/ 1837349 w 7467600"/>
              <a:gd name="connsiteY480" fmla="*/ 4956357 h 6858000"/>
              <a:gd name="connsiteX481" fmla="*/ 2162835 w 7467600"/>
              <a:gd name="connsiteY481" fmla="*/ 5187853 h 6858000"/>
              <a:gd name="connsiteX482" fmla="*/ 2257167 w 7467600"/>
              <a:gd name="connsiteY482" fmla="*/ 5462123 h 6858000"/>
              <a:gd name="connsiteX483" fmla="*/ 2261598 w 7467600"/>
              <a:gd name="connsiteY483" fmla="*/ 5467998 h 6858000"/>
              <a:gd name="connsiteX484" fmla="*/ 2437177 w 7467600"/>
              <a:gd name="connsiteY484" fmla="*/ 5479608 h 6858000"/>
              <a:gd name="connsiteX485" fmla="*/ 2445247 w 7467600"/>
              <a:gd name="connsiteY485" fmla="*/ 5483476 h 6858000"/>
              <a:gd name="connsiteX486" fmla="*/ 2743626 w 7467600"/>
              <a:gd name="connsiteY486" fmla="*/ 5304819 h 6858000"/>
              <a:gd name="connsiteX487" fmla="*/ 3048102 w 7467600"/>
              <a:gd name="connsiteY487" fmla="*/ 5150595 h 6858000"/>
              <a:gd name="connsiteX488" fmla="*/ 1799414 w 7467600"/>
              <a:gd name="connsiteY488" fmla="*/ 4694732 h 6858000"/>
              <a:gd name="connsiteX489" fmla="*/ 1771735 w 7467600"/>
              <a:gd name="connsiteY489" fmla="*/ 4619929 h 6858000"/>
              <a:gd name="connsiteX490" fmla="*/ 3104273 w 7467600"/>
              <a:gd name="connsiteY490" fmla="*/ 5076159 h 6858000"/>
              <a:gd name="connsiteX491" fmla="*/ 3113245 w 7467600"/>
              <a:gd name="connsiteY491" fmla="*/ 5090705 h 6858000"/>
              <a:gd name="connsiteX492" fmla="*/ 3126294 w 7467600"/>
              <a:gd name="connsiteY492" fmla="*/ 5114400 h 6858000"/>
              <a:gd name="connsiteX493" fmla="*/ 3937433 w 7467600"/>
              <a:gd name="connsiteY493" fmla="*/ 4830473 h 6858000"/>
              <a:gd name="connsiteX494" fmla="*/ 3590475 w 7467600"/>
              <a:gd name="connsiteY494" fmla="*/ 4597974 h 6858000"/>
              <a:gd name="connsiteX495" fmla="*/ 3100264 w 7467600"/>
              <a:gd name="connsiteY495" fmla="*/ 4579845 h 6858000"/>
              <a:gd name="connsiteX496" fmla="*/ 2183576 w 7467600"/>
              <a:gd name="connsiteY496" fmla="*/ 4227150 h 6858000"/>
              <a:gd name="connsiteX497" fmla="*/ 2151029 w 7467600"/>
              <a:gd name="connsiteY497" fmla="*/ 4146947 h 6858000"/>
              <a:gd name="connsiteX498" fmla="*/ 3563434 w 7467600"/>
              <a:gd name="connsiteY498" fmla="*/ 4469115 h 6858000"/>
              <a:gd name="connsiteX499" fmla="*/ 3177952 w 7467600"/>
              <a:gd name="connsiteY499" fmla="*/ 3657386 h 6858000"/>
              <a:gd name="connsiteX500" fmla="*/ 3189263 w 7467600"/>
              <a:gd name="connsiteY500" fmla="*/ 3625726 h 6858000"/>
              <a:gd name="connsiteX501" fmla="*/ 3560912 w 7467600"/>
              <a:gd name="connsiteY501" fmla="*/ 4079863 h 6858000"/>
              <a:gd name="connsiteX502" fmla="*/ 3626636 w 7467600"/>
              <a:gd name="connsiteY502" fmla="*/ 4512230 h 6858000"/>
              <a:gd name="connsiteX503" fmla="*/ 3653088 w 7467600"/>
              <a:gd name="connsiteY503" fmla="*/ 4521417 h 6858000"/>
              <a:gd name="connsiteX504" fmla="*/ 3988128 w 7467600"/>
              <a:gd name="connsiteY504" fmla="*/ 4817267 h 6858000"/>
              <a:gd name="connsiteX505" fmla="*/ 4830582 w 7467600"/>
              <a:gd name="connsiteY505" fmla="*/ 4676000 h 6858000"/>
              <a:gd name="connsiteX506" fmla="*/ 4830100 w 7467600"/>
              <a:gd name="connsiteY506" fmla="*/ 4675554 h 6858000"/>
              <a:gd name="connsiteX507" fmla="*/ 4036318 w 7467600"/>
              <a:gd name="connsiteY507" fmla="*/ 4147013 h 6858000"/>
              <a:gd name="connsiteX508" fmla="*/ 3432098 w 7467600"/>
              <a:gd name="connsiteY508" fmla="*/ 3537312 h 6858000"/>
              <a:gd name="connsiteX509" fmla="*/ 3446761 w 7467600"/>
              <a:gd name="connsiteY509" fmla="*/ 3461278 h 6858000"/>
              <a:gd name="connsiteX510" fmla="*/ 4419733 w 7467600"/>
              <a:gd name="connsiteY510" fmla="*/ 3963555 h 6858000"/>
              <a:gd name="connsiteX511" fmla="*/ 4781371 w 7467600"/>
              <a:gd name="connsiteY511" fmla="*/ 4458604 h 6858000"/>
              <a:gd name="connsiteX512" fmla="*/ 4780440 w 7467600"/>
              <a:gd name="connsiteY512" fmla="*/ 4470290 h 6858000"/>
              <a:gd name="connsiteX513" fmla="*/ 4898954 w 7467600"/>
              <a:gd name="connsiteY513" fmla="*/ 4662092 h 6858000"/>
              <a:gd name="connsiteX514" fmla="*/ 4900699 w 7467600"/>
              <a:gd name="connsiteY514" fmla="*/ 4670867 h 6858000"/>
              <a:gd name="connsiteX515" fmla="*/ 5714511 w 7467600"/>
              <a:gd name="connsiteY515" fmla="*/ 4663483 h 6858000"/>
              <a:gd name="connsiteX516" fmla="*/ 5464793 w 7467600"/>
              <a:gd name="connsiteY516" fmla="*/ 4393556 h 6858000"/>
              <a:gd name="connsiteX517" fmla="*/ 5461897 w 7467600"/>
              <a:gd name="connsiteY517" fmla="*/ 4390879 h 6858000"/>
              <a:gd name="connsiteX518" fmla="*/ 4294126 w 7467600"/>
              <a:gd name="connsiteY518" fmla="*/ 3303048 h 6858000"/>
              <a:gd name="connsiteX519" fmla="*/ 4305321 w 7467600"/>
              <a:gd name="connsiteY519" fmla="*/ 3256953 h 6858000"/>
              <a:gd name="connsiteX520" fmla="*/ 4949299 w 7467600"/>
              <a:gd name="connsiteY520" fmla="*/ 3766336 h 6858000"/>
              <a:gd name="connsiteX521" fmla="*/ 5291452 w 7467600"/>
              <a:gd name="connsiteY521" fmla="*/ 4076801 h 6858000"/>
              <a:gd name="connsiteX522" fmla="*/ 5434998 w 7467600"/>
              <a:gd name="connsiteY522" fmla="*/ 4254100 h 6858000"/>
              <a:gd name="connsiteX523" fmla="*/ 5351015 w 7467600"/>
              <a:gd name="connsiteY523" fmla="*/ 3760989 h 6858000"/>
              <a:gd name="connsiteX524" fmla="*/ 5413780 w 7467600"/>
              <a:gd name="connsiteY524" fmla="*/ 2966265 h 6858000"/>
              <a:gd name="connsiteX525" fmla="*/ 5425627 w 7467600"/>
              <a:gd name="connsiteY525" fmla="*/ 2954192 h 6858000"/>
              <a:gd name="connsiteX526" fmla="*/ 6604735 w 7467600"/>
              <a:gd name="connsiteY526" fmla="*/ 2041381 h 6858000"/>
              <a:gd name="connsiteX527" fmla="*/ 7204487 w 7467600"/>
              <a:gd name="connsiteY527" fmla="*/ 2742112 h 6858000"/>
              <a:gd name="connsiteX528" fmla="*/ 7131592 w 7467600"/>
              <a:gd name="connsiteY528" fmla="*/ 2672096 h 6858000"/>
              <a:gd name="connsiteX529" fmla="*/ 6996344 w 7467600"/>
              <a:gd name="connsiteY529" fmla="*/ 2518310 h 6858000"/>
              <a:gd name="connsiteX530" fmla="*/ 6735495 w 7467600"/>
              <a:gd name="connsiteY530" fmla="*/ 2196890 h 6858000"/>
              <a:gd name="connsiteX531" fmla="*/ 6721901 w 7467600"/>
              <a:gd name="connsiteY531" fmla="*/ 2179274 h 6858000"/>
              <a:gd name="connsiteX532" fmla="*/ 6604735 w 7467600"/>
              <a:gd name="connsiteY532" fmla="*/ 2041381 h 6858000"/>
              <a:gd name="connsiteX533" fmla="*/ 6591670 w 7467600"/>
              <a:gd name="connsiteY533" fmla="*/ 1988277 h 6858000"/>
              <a:gd name="connsiteX534" fmla="*/ 6747349 w 7467600"/>
              <a:gd name="connsiteY534" fmla="*/ 2160069 h 6858000"/>
              <a:gd name="connsiteX535" fmla="*/ 6760943 w 7467600"/>
              <a:gd name="connsiteY535" fmla="*/ 2177686 h 6858000"/>
              <a:gd name="connsiteX536" fmla="*/ 7021065 w 7467600"/>
              <a:gd name="connsiteY536" fmla="*/ 2498102 h 6858000"/>
              <a:gd name="connsiteX537" fmla="*/ 7155223 w 7467600"/>
              <a:gd name="connsiteY537" fmla="*/ 2650386 h 6858000"/>
              <a:gd name="connsiteX538" fmla="*/ 7203167 w 7467600"/>
              <a:gd name="connsiteY538" fmla="*/ 2697288 h 6858000"/>
              <a:gd name="connsiteX539" fmla="*/ 6937703 w 7467600"/>
              <a:gd name="connsiteY539" fmla="*/ 2321981 h 6858000"/>
              <a:gd name="connsiteX540" fmla="*/ 6591670 w 7467600"/>
              <a:gd name="connsiteY540" fmla="*/ 1988277 h 6858000"/>
              <a:gd name="connsiteX541" fmla="*/ 5798671 w 7467600"/>
              <a:gd name="connsiteY541" fmla="*/ 1981601 h 6858000"/>
              <a:gd name="connsiteX542" fmla="*/ 5754709 w 7467600"/>
              <a:gd name="connsiteY542" fmla="*/ 2071454 h 6858000"/>
              <a:gd name="connsiteX543" fmla="*/ 5763044 w 7467600"/>
              <a:gd name="connsiteY543" fmla="*/ 2842206 h 6858000"/>
              <a:gd name="connsiteX544" fmla="*/ 5764974 w 7467600"/>
              <a:gd name="connsiteY544" fmla="*/ 2799609 h 6858000"/>
              <a:gd name="connsiteX545" fmla="*/ 5767665 w 7467600"/>
              <a:gd name="connsiteY545" fmla="*/ 2666409 h 6858000"/>
              <a:gd name="connsiteX546" fmla="*/ 5763055 w 7467600"/>
              <a:gd name="connsiteY546" fmla="*/ 2579705 h 6858000"/>
              <a:gd name="connsiteX547" fmla="*/ 5758079 w 7467600"/>
              <a:gd name="connsiteY547" fmla="*/ 2492508 h 6858000"/>
              <a:gd name="connsiteX548" fmla="*/ 5779325 w 7467600"/>
              <a:gd name="connsiteY548" fmla="*/ 2197069 h 6858000"/>
              <a:gd name="connsiteX549" fmla="*/ 5798671 w 7467600"/>
              <a:gd name="connsiteY549" fmla="*/ 1981601 h 6858000"/>
              <a:gd name="connsiteX550" fmla="*/ 5829202 w 7467600"/>
              <a:gd name="connsiteY550" fmla="*/ 1971679 h 6858000"/>
              <a:gd name="connsiteX551" fmla="*/ 5809558 w 7467600"/>
              <a:gd name="connsiteY551" fmla="*/ 2198043 h 6858000"/>
              <a:gd name="connsiteX552" fmla="*/ 5788653 w 7467600"/>
              <a:gd name="connsiteY552" fmla="*/ 2489430 h 6858000"/>
              <a:gd name="connsiteX553" fmla="*/ 5793439 w 7467600"/>
              <a:gd name="connsiteY553" fmla="*/ 2575235 h 6858000"/>
              <a:gd name="connsiteX554" fmla="*/ 5796837 w 7467600"/>
              <a:gd name="connsiteY554" fmla="*/ 2637633 h 6858000"/>
              <a:gd name="connsiteX555" fmla="*/ 5818614 w 7467600"/>
              <a:gd name="connsiteY555" fmla="*/ 2473055 h 6858000"/>
              <a:gd name="connsiteX556" fmla="*/ 5829202 w 7467600"/>
              <a:gd name="connsiteY556" fmla="*/ 1971679 h 6858000"/>
              <a:gd name="connsiteX557" fmla="*/ 5911389 w 7467600"/>
              <a:gd name="connsiteY557" fmla="*/ 1898371 h 6858000"/>
              <a:gd name="connsiteX558" fmla="*/ 6237627 w 7467600"/>
              <a:gd name="connsiteY558" fmla="*/ 2231921 h 6858000"/>
              <a:gd name="connsiteX559" fmla="*/ 5911389 w 7467600"/>
              <a:gd name="connsiteY559" fmla="*/ 1898371 h 6858000"/>
              <a:gd name="connsiteX560" fmla="*/ 6944437 w 7467600"/>
              <a:gd name="connsiteY560" fmla="*/ 1575402 h 6858000"/>
              <a:gd name="connsiteX561" fmla="*/ 6304730 w 7467600"/>
              <a:gd name="connsiteY561" fmla="*/ 1766654 h 6858000"/>
              <a:gd name="connsiteX562" fmla="*/ 6944437 w 7467600"/>
              <a:gd name="connsiteY562" fmla="*/ 1575402 h 6858000"/>
              <a:gd name="connsiteX563" fmla="*/ 7019523 w 7467600"/>
              <a:gd name="connsiteY563" fmla="*/ 1519450 h 6858000"/>
              <a:gd name="connsiteX564" fmla="*/ 6298091 w 7467600"/>
              <a:gd name="connsiteY564" fmla="*/ 1737122 h 6858000"/>
              <a:gd name="connsiteX565" fmla="*/ 7019523 w 7467600"/>
              <a:gd name="connsiteY565" fmla="*/ 1519450 h 6858000"/>
              <a:gd name="connsiteX566" fmla="*/ 2399523 w 7467600"/>
              <a:gd name="connsiteY566" fmla="*/ 1428234 h 6858000"/>
              <a:gd name="connsiteX567" fmla="*/ 2224982 w 7467600"/>
              <a:gd name="connsiteY567" fmla="*/ 1826201 h 6858000"/>
              <a:gd name="connsiteX568" fmla="*/ 2096099 w 7467600"/>
              <a:gd name="connsiteY568" fmla="*/ 2345900 h 6858000"/>
              <a:gd name="connsiteX569" fmla="*/ 2283317 w 7467600"/>
              <a:gd name="connsiteY569" fmla="*/ 1796925 h 6858000"/>
              <a:gd name="connsiteX570" fmla="*/ 2399523 w 7467600"/>
              <a:gd name="connsiteY570" fmla="*/ 1428234 h 6858000"/>
              <a:gd name="connsiteX571" fmla="*/ 2448558 w 7467600"/>
              <a:gd name="connsiteY571" fmla="*/ 1373435 h 6858000"/>
              <a:gd name="connsiteX572" fmla="*/ 2312521 w 7467600"/>
              <a:gd name="connsiteY572" fmla="*/ 1806140 h 6858000"/>
              <a:gd name="connsiteX573" fmla="*/ 2127533 w 7467600"/>
              <a:gd name="connsiteY573" fmla="*/ 2348380 h 6858000"/>
              <a:gd name="connsiteX574" fmla="*/ 2358080 w 7467600"/>
              <a:gd name="connsiteY574" fmla="*/ 1866134 h 6858000"/>
              <a:gd name="connsiteX575" fmla="*/ 2407436 w 7467600"/>
              <a:gd name="connsiteY575" fmla="*/ 1651070 h 6858000"/>
              <a:gd name="connsiteX576" fmla="*/ 2448558 w 7467600"/>
              <a:gd name="connsiteY576" fmla="*/ 1373435 h 6858000"/>
              <a:gd name="connsiteX577" fmla="*/ 278707 w 7467600"/>
              <a:gd name="connsiteY577" fmla="*/ 1352270 h 6858000"/>
              <a:gd name="connsiteX578" fmla="*/ 321570 w 7467600"/>
              <a:gd name="connsiteY578" fmla="*/ 1861610 h 6858000"/>
              <a:gd name="connsiteX579" fmla="*/ 294281 w 7467600"/>
              <a:gd name="connsiteY579" fmla="*/ 1440658 h 6858000"/>
              <a:gd name="connsiteX580" fmla="*/ 278707 w 7467600"/>
              <a:gd name="connsiteY580" fmla="*/ 1352270 h 6858000"/>
              <a:gd name="connsiteX581" fmla="*/ 1423821 w 7467600"/>
              <a:gd name="connsiteY581" fmla="*/ 1351958 h 6858000"/>
              <a:gd name="connsiteX582" fmla="*/ 1638521 w 7467600"/>
              <a:gd name="connsiteY582" fmla="*/ 1908470 h 6858000"/>
              <a:gd name="connsiteX583" fmla="*/ 1754199 w 7467600"/>
              <a:gd name="connsiteY583" fmla="*/ 2149284 h 6858000"/>
              <a:gd name="connsiteX584" fmla="*/ 1908359 w 7467600"/>
              <a:gd name="connsiteY584" fmla="*/ 2364988 h 6858000"/>
              <a:gd name="connsiteX585" fmla="*/ 1647661 w 7467600"/>
              <a:gd name="connsiteY585" fmla="*/ 1825945 h 6858000"/>
              <a:gd name="connsiteX586" fmla="*/ 1423821 w 7467600"/>
              <a:gd name="connsiteY586" fmla="*/ 1351958 h 6858000"/>
              <a:gd name="connsiteX587" fmla="*/ 1431890 w 7467600"/>
              <a:gd name="connsiteY587" fmla="*/ 1306475 h 6858000"/>
              <a:gd name="connsiteX588" fmla="*/ 1507597 w 7467600"/>
              <a:gd name="connsiteY588" fmla="*/ 1446132 h 6858000"/>
              <a:gd name="connsiteX589" fmla="*/ 1674586 w 7467600"/>
              <a:gd name="connsiteY589" fmla="*/ 1813832 h 6858000"/>
              <a:gd name="connsiteX590" fmla="*/ 1815950 w 7467600"/>
              <a:gd name="connsiteY590" fmla="*/ 2128564 h 6858000"/>
              <a:gd name="connsiteX591" fmla="*/ 1984242 w 7467600"/>
              <a:gd name="connsiteY591" fmla="*/ 2430829 h 6858000"/>
              <a:gd name="connsiteX592" fmla="*/ 2014023 w 7467600"/>
              <a:gd name="connsiteY592" fmla="*/ 2450995 h 6858000"/>
              <a:gd name="connsiteX593" fmla="*/ 1747337 w 7467600"/>
              <a:gd name="connsiteY593" fmla="*/ 1855264 h 6858000"/>
              <a:gd name="connsiteX594" fmla="*/ 1533749 w 7467600"/>
              <a:gd name="connsiteY594" fmla="*/ 1478656 h 6858000"/>
              <a:gd name="connsiteX595" fmla="*/ 1431890 w 7467600"/>
              <a:gd name="connsiteY595" fmla="*/ 1306475 h 6858000"/>
              <a:gd name="connsiteX596" fmla="*/ 5052692 w 7467600"/>
              <a:gd name="connsiteY596" fmla="*/ 1292994 h 6858000"/>
              <a:gd name="connsiteX597" fmla="*/ 5200661 w 7467600"/>
              <a:gd name="connsiteY597" fmla="*/ 1635186 h 6858000"/>
              <a:gd name="connsiteX598" fmla="*/ 5297138 w 7467600"/>
              <a:gd name="connsiteY598" fmla="*/ 1906351 h 6858000"/>
              <a:gd name="connsiteX599" fmla="*/ 5052692 w 7467600"/>
              <a:gd name="connsiteY599" fmla="*/ 1292994 h 6858000"/>
              <a:gd name="connsiteX600" fmla="*/ 5009948 w 7467600"/>
              <a:gd name="connsiteY600" fmla="*/ 1273619 h 6858000"/>
              <a:gd name="connsiteX601" fmla="*/ 5121777 w 7467600"/>
              <a:gd name="connsiteY601" fmla="*/ 1654213 h 6858000"/>
              <a:gd name="connsiteX602" fmla="*/ 5293545 w 7467600"/>
              <a:gd name="connsiteY602" fmla="*/ 2072247 h 6858000"/>
              <a:gd name="connsiteX603" fmla="*/ 5294042 w 7467600"/>
              <a:gd name="connsiteY603" fmla="*/ 2065019 h 6858000"/>
              <a:gd name="connsiteX604" fmla="*/ 5171936 w 7467600"/>
              <a:gd name="connsiteY604" fmla="*/ 1647613 h 6858000"/>
              <a:gd name="connsiteX605" fmla="*/ 5009948 w 7467600"/>
              <a:gd name="connsiteY605" fmla="*/ 1273619 h 6858000"/>
              <a:gd name="connsiteX606" fmla="*/ 655236 w 7467600"/>
              <a:gd name="connsiteY606" fmla="*/ 1268632 h 6858000"/>
              <a:gd name="connsiteX607" fmla="*/ 839521 w 7467600"/>
              <a:gd name="connsiteY607" fmla="*/ 1685315 h 6858000"/>
              <a:gd name="connsiteX608" fmla="*/ 1109416 w 7467600"/>
              <a:gd name="connsiteY608" fmla="*/ 2061663 h 6858000"/>
              <a:gd name="connsiteX609" fmla="*/ 1298300 w 7467600"/>
              <a:gd name="connsiteY609" fmla="*/ 2247742 h 6858000"/>
              <a:gd name="connsiteX610" fmla="*/ 1125871 w 7467600"/>
              <a:gd name="connsiteY610" fmla="*/ 1989513 h 6858000"/>
              <a:gd name="connsiteX611" fmla="*/ 981574 w 7467600"/>
              <a:gd name="connsiteY611" fmla="*/ 1783157 h 6858000"/>
              <a:gd name="connsiteX612" fmla="*/ 922198 w 7467600"/>
              <a:gd name="connsiteY612" fmla="*/ 1677437 h 6858000"/>
              <a:gd name="connsiteX613" fmla="*/ 869293 w 7467600"/>
              <a:gd name="connsiteY613" fmla="*/ 1583214 h 6858000"/>
              <a:gd name="connsiteX614" fmla="*/ 751431 w 7467600"/>
              <a:gd name="connsiteY614" fmla="*/ 1405731 h 6858000"/>
              <a:gd name="connsiteX615" fmla="*/ 655236 w 7467600"/>
              <a:gd name="connsiteY615" fmla="*/ 1268632 h 6858000"/>
              <a:gd name="connsiteX616" fmla="*/ 6516292 w 7467600"/>
              <a:gd name="connsiteY616" fmla="*/ 1263064 h 6858000"/>
              <a:gd name="connsiteX617" fmla="*/ 5736320 w 7467600"/>
              <a:gd name="connsiteY617" fmla="*/ 1501803 h 6858000"/>
              <a:gd name="connsiteX618" fmla="*/ 6516292 w 7467600"/>
              <a:gd name="connsiteY618" fmla="*/ 1263064 h 6858000"/>
              <a:gd name="connsiteX619" fmla="*/ 291466 w 7467600"/>
              <a:gd name="connsiteY619" fmla="*/ 1250369 h 6858000"/>
              <a:gd name="connsiteX620" fmla="*/ 323180 w 7467600"/>
              <a:gd name="connsiteY620" fmla="*/ 1435283 h 6858000"/>
              <a:gd name="connsiteX621" fmla="*/ 349381 w 7467600"/>
              <a:gd name="connsiteY621" fmla="*/ 1875041 h 6858000"/>
              <a:gd name="connsiteX622" fmla="*/ 374363 w 7467600"/>
              <a:gd name="connsiteY622" fmla="*/ 1506494 h 6858000"/>
              <a:gd name="connsiteX623" fmla="*/ 302168 w 7467600"/>
              <a:gd name="connsiteY623" fmla="*/ 1274495 h 6858000"/>
              <a:gd name="connsiteX624" fmla="*/ 291466 w 7467600"/>
              <a:gd name="connsiteY624" fmla="*/ 1250369 h 6858000"/>
              <a:gd name="connsiteX625" fmla="*/ 678222 w 7467600"/>
              <a:gd name="connsiteY625" fmla="*/ 1248670 h 6858000"/>
              <a:gd name="connsiteX626" fmla="*/ 775536 w 7467600"/>
              <a:gd name="connsiteY626" fmla="*/ 1388015 h 6858000"/>
              <a:gd name="connsiteX627" fmla="*/ 894529 w 7467600"/>
              <a:gd name="connsiteY627" fmla="*/ 1567739 h 6858000"/>
              <a:gd name="connsiteX628" fmla="*/ 948000 w 7467600"/>
              <a:gd name="connsiteY628" fmla="*/ 1663088 h 6858000"/>
              <a:gd name="connsiteX629" fmla="*/ 1006812 w 7467600"/>
              <a:gd name="connsiteY629" fmla="*/ 1767683 h 6858000"/>
              <a:gd name="connsiteX630" fmla="*/ 1149133 w 7467600"/>
              <a:gd name="connsiteY630" fmla="*/ 1971513 h 6858000"/>
              <a:gd name="connsiteX631" fmla="*/ 1333952 w 7467600"/>
              <a:gd name="connsiteY631" fmla="*/ 2251620 h 6858000"/>
              <a:gd name="connsiteX632" fmla="*/ 1337329 w 7467600"/>
              <a:gd name="connsiteY632" fmla="*/ 2258350 h 6858000"/>
              <a:gd name="connsiteX633" fmla="*/ 1014726 w 7467600"/>
              <a:gd name="connsiteY633" fmla="*/ 1615556 h 6858000"/>
              <a:gd name="connsiteX634" fmla="*/ 678222 w 7467600"/>
              <a:gd name="connsiteY634" fmla="*/ 1248670 h 6858000"/>
              <a:gd name="connsiteX635" fmla="*/ 6691602 w 7467600"/>
              <a:gd name="connsiteY635" fmla="*/ 1140573 h 6858000"/>
              <a:gd name="connsiteX636" fmla="*/ 6571100 w 7467600"/>
              <a:gd name="connsiteY636" fmla="*/ 1183662 h 6858000"/>
              <a:gd name="connsiteX637" fmla="*/ 6241687 w 7467600"/>
              <a:gd name="connsiteY637" fmla="*/ 1257600 h 6858000"/>
              <a:gd name="connsiteX638" fmla="*/ 5693009 w 7467600"/>
              <a:gd name="connsiteY638" fmla="*/ 1478256 h 6858000"/>
              <a:gd name="connsiteX639" fmla="*/ 6548420 w 7467600"/>
              <a:gd name="connsiteY639" fmla="*/ 1214599 h 6858000"/>
              <a:gd name="connsiteX640" fmla="*/ 6605473 w 7467600"/>
              <a:gd name="connsiteY640" fmla="*/ 1184686 h 6858000"/>
              <a:gd name="connsiteX641" fmla="*/ 6691602 w 7467600"/>
              <a:gd name="connsiteY641" fmla="*/ 1140573 h 6858000"/>
              <a:gd name="connsiteX642" fmla="*/ 4002475 w 7467600"/>
              <a:gd name="connsiteY642" fmla="*/ 1037802 h 6858000"/>
              <a:gd name="connsiteX643" fmla="*/ 4000324 w 7467600"/>
              <a:gd name="connsiteY643" fmla="*/ 1039362 h 6858000"/>
              <a:gd name="connsiteX644" fmla="*/ 4002862 w 7467600"/>
              <a:gd name="connsiteY644" fmla="*/ 1042866 h 6858000"/>
              <a:gd name="connsiteX645" fmla="*/ 4002475 w 7467600"/>
              <a:gd name="connsiteY645" fmla="*/ 1037802 h 6858000"/>
              <a:gd name="connsiteX646" fmla="*/ 506322 w 7467600"/>
              <a:gd name="connsiteY646" fmla="*/ 1020997 h 6858000"/>
              <a:gd name="connsiteX647" fmla="*/ 533068 w 7467600"/>
              <a:gd name="connsiteY647" fmla="*/ 1029409 h 6858000"/>
              <a:gd name="connsiteX648" fmla="*/ 1232525 w 7467600"/>
              <a:gd name="connsiteY648" fmla="*/ 1804675 h 6858000"/>
              <a:gd name="connsiteX649" fmla="*/ 1388858 w 7467600"/>
              <a:gd name="connsiteY649" fmla="*/ 2368011 h 6858000"/>
              <a:gd name="connsiteX650" fmla="*/ 1384098 w 7467600"/>
              <a:gd name="connsiteY650" fmla="*/ 2378125 h 6858000"/>
              <a:gd name="connsiteX651" fmla="*/ 1425393 w 7467600"/>
              <a:gd name="connsiteY651" fmla="*/ 2589124 h 6858000"/>
              <a:gd name="connsiteX652" fmla="*/ 1424001 w 7467600"/>
              <a:gd name="connsiteY652" fmla="*/ 2597541 h 6858000"/>
              <a:gd name="connsiteX653" fmla="*/ 2152729 w 7467600"/>
              <a:gd name="connsiteY653" fmla="*/ 2864487 h 6858000"/>
              <a:gd name="connsiteX654" fmla="*/ 2020609 w 7467600"/>
              <a:gd name="connsiteY654" fmla="*/ 2539671 h 6858000"/>
              <a:gd name="connsiteX655" fmla="*/ 2018920 w 7467600"/>
              <a:gd name="connsiteY655" fmla="*/ 2536309 h 6858000"/>
              <a:gd name="connsiteX656" fmla="*/ 1342441 w 7467600"/>
              <a:gd name="connsiteY656" fmla="*/ 1173017 h 6858000"/>
              <a:gd name="connsiteX657" fmla="*/ 1367925 w 7467600"/>
              <a:gd name="connsiteY657" fmla="*/ 1135648 h 6858000"/>
              <a:gd name="connsiteX658" fmla="*/ 1771401 w 7467600"/>
              <a:gd name="connsiteY658" fmla="*/ 1806673 h 6858000"/>
              <a:gd name="connsiteX659" fmla="*/ 1972385 w 7467600"/>
              <a:gd name="connsiteY659" fmla="*/ 2198735 h 6858000"/>
              <a:gd name="connsiteX660" fmla="*/ 2040892 w 7467600"/>
              <a:gd name="connsiteY660" fmla="*/ 2405205 h 6858000"/>
              <a:gd name="connsiteX661" fmla="*/ 2131689 w 7467600"/>
              <a:gd name="connsiteY661" fmla="*/ 1936926 h 6858000"/>
              <a:gd name="connsiteX662" fmla="*/ 2454820 w 7467600"/>
              <a:gd name="connsiteY662" fmla="*/ 1248808 h 6858000"/>
              <a:gd name="connsiteX663" fmla="*/ 2492512 w 7467600"/>
              <a:gd name="connsiteY663" fmla="*/ 1302920 h 6858000"/>
              <a:gd name="connsiteX664" fmla="*/ 2081216 w 7467600"/>
              <a:gd name="connsiteY664" fmla="*/ 2527513 h 6858000"/>
              <a:gd name="connsiteX665" fmla="*/ 2081211 w 7467600"/>
              <a:gd name="connsiteY665" fmla="*/ 2528916 h 6858000"/>
              <a:gd name="connsiteX666" fmla="*/ 2199067 w 7467600"/>
              <a:gd name="connsiteY666" fmla="*/ 2884061 h 6858000"/>
              <a:gd name="connsiteX667" fmla="*/ 3192586 w 7467600"/>
              <a:gd name="connsiteY667" fmla="*/ 3411496 h 6858000"/>
              <a:gd name="connsiteX668" fmla="*/ 3182620 w 7467600"/>
              <a:gd name="connsiteY668" fmla="*/ 3483279 h 6858000"/>
              <a:gd name="connsiteX669" fmla="*/ 2435119 w 7467600"/>
              <a:gd name="connsiteY669" fmla="*/ 3080173 h 6858000"/>
              <a:gd name="connsiteX670" fmla="*/ 2410152 w 7467600"/>
              <a:gd name="connsiteY670" fmla="*/ 3063751 h 6858000"/>
              <a:gd name="connsiteX671" fmla="*/ 2408099 w 7467600"/>
              <a:gd name="connsiteY671" fmla="*/ 3064403 h 6858000"/>
              <a:gd name="connsiteX672" fmla="*/ 2407218 w 7467600"/>
              <a:gd name="connsiteY672" fmla="*/ 3070324 h 6858000"/>
              <a:gd name="connsiteX673" fmla="*/ 2380138 w 7467600"/>
              <a:gd name="connsiteY673" fmla="*/ 3099341 h 6858000"/>
              <a:gd name="connsiteX674" fmla="*/ 1765923 w 7467600"/>
              <a:gd name="connsiteY674" fmla="*/ 3581043 h 6858000"/>
              <a:gd name="connsiteX675" fmla="*/ 1702258 w 7467600"/>
              <a:gd name="connsiteY675" fmla="*/ 3612286 h 6858000"/>
              <a:gd name="connsiteX676" fmla="*/ 1538370 w 7467600"/>
              <a:gd name="connsiteY676" fmla="*/ 3811804 h 6858000"/>
              <a:gd name="connsiteX677" fmla="*/ 542867 w 7467600"/>
              <a:gd name="connsiteY677" fmla="*/ 4944092 h 6858000"/>
              <a:gd name="connsiteX678" fmla="*/ 515800 w 7467600"/>
              <a:gd name="connsiteY678" fmla="*/ 4862180 h 6858000"/>
              <a:gd name="connsiteX679" fmla="*/ 909145 w 7467600"/>
              <a:gd name="connsiteY679" fmla="*/ 4199225 h 6858000"/>
              <a:gd name="connsiteX680" fmla="*/ 1214067 w 7467600"/>
              <a:gd name="connsiteY680" fmla="*/ 3908561 h 6858000"/>
              <a:gd name="connsiteX681" fmla="*/ 640967 w 7467600"/>
              <a:gd name="connsiteY681" fmla="*/ 4105601 h 6858000"/>
              <a:gd name="connsiteX682" fmla="*/ 112563 w 7467600"/>
              <a:gd name="connsiteY682" fmla="*/ 4396952 h 6858000"/>
              <a:gd name="connsiteX683" fmla="*/ 0 w 7467600"/>
              <a:gd name="connsiteY683" fmla="*/ 4466006 h 6858000"/>
              <a:gd name="connsiteX684" fmla="*/ 0 w 7467600"/>
              <a:gd name="connsiteY684" fmla="*/ 4233763 h 6858000"/>
              <a:gd name="connsiteX685" fmla="*/ 36881 w 7467600"/>
              <a:gd name="connsiteY685" fmla="*/ 4200118 h 6858000"/>
              <a:gd name="connsiteX686" fmla="*/ 910534 w 7467600"/>
              <a:gd name="connsiteY686" fmla="*/ 3629753 h 6858000"/>
              <a:gd name="connsiteX687" fmla="*/ 1578717 w 7467600"/>
              <a:gd name="connsiteY687" fmla="*/ 3575982 h 6858000"/>
              <a:gd name="connsiteX688" fmla="*/ 2338780 w 7467600"/>
              <a:gd name="connsiteY688" fmla="*/ 3033725 h 6858000"/>
              <a:gd name="connsiteX689" fmla="*/ 1807991 w 7467600"/>
              <a:gd name="connsiteY689" fmla="*/ 2807184 h 6858000"/>
              <a:gd name="connsiteX690" fmla="*/ 1416358 w 7467600"/>
              <a:gd name="connsiteY690" fmla="*/ 3112571 h 6858000"/>
              <a:gd name="connsiteX691" fmla="*/ 939066 w 7467600"/>
              <a:gd name="connsiteY691" fmla="*/ 3378798 h 6858000"/>
              <a:gd name="connsiteX692" fmla="*/ 115099 w 7467600"/>
              <a:gd name="connsiteY692" fmla="*/ 3607650 h 6858000"/>
              <a:gd name="connsiteX693" fmla="*/ 97284 w 7467600"/>
              <a:gd name="connsiteY693" fmla="*/ 3520393 h 6858000"/>
              <a:gd name="connsiteX694" fmla="*/ 922050 w 7467600"/>
              <a:gd name="connsiteY694" fmla="*/ 3074867 h 6858000"/>
              <a:gd name="connsiteX695" fmla="*/ 1405265 w 7467600"/>
              <a:gd name="connsiteY695" fmla="*/ 3016319 h 6858000"/>
              <a:gd name="connsiteX696" fmla="*/ 1407512 w 7467600"/>
              <a:gd name="connsiteY696" fmla="*/ 3018001 h 6858000"/>
              <a:gd name="connsiteX697" fmla="*/ 1726266 w 7467600"/>
              <a:gd name="connsiteY697" fmla="*/ 2777274 h 6858000"/>
              <a:gd name="connsiteX698" fmla="*/ 625390 w 7467600"/>
              <a:gd name="connsiteY698" fmla="*/ 2514541 h 6858000"/>
              <a:gd name="connsiteX699" fmla="*/ 619799 w 7467600"/>
              <a:gd name="connsiteY699" fmla="*/ 2527180 h 6858000"/>
              <a:gd name="connsiteX700" fmla="*/ 310030 w 7467600"/>
              <a:gd name="connsiteY700" fmla="*/ 2771818 h 6858000"/>
              <a:gd name="connsiteX701" fmla="*/ 173877 w 7467600"/>
              <a:gd name="connsiteY701" fmla="*/ 2937056 h 6858000"/>
              <a:gd name="connsiteX702" fmla="*/ 77889 w 7467600"/>
              <a:gd name="connsiteY702" fmla="*/ 3138440 h 6858000"/>
              <a:gd name="connsiteX703" fmla="*/ 0 w 7467600"/>
              <a:gd name="connsiteY703" fmla="*/ 3271395 h 6858000"/>
              <a:gd name="connsiteX704" fmla="*/ 0 w 7467600"/>
              <a:gd name="connsiteY704" fmla="*/ 3153002 h 6858000"/>
              <a:gd name="connsiteX705" fmla="*/ 2386 w 7467600"/>
              <a:gd name="connsiteY705" fmla="*/ 3149203 h 6858000"/>
              <a:gd name="connsiteX706" fmla="*/ 89753 w 7467600"/>
              <a:gd name="connsiteY706" fmla="*/ 2987702 h 6858000"/>
              <a:gd name="connsiteX707" fmla="*/ 76869 w 7467600"/>
              <a:gd name="connsiteY707" fmla="*/ 3005404 h 6858000"/>
              <a:gd name="connsiteX708" fmla="*/ 32049 w 7467600"/>
              <a:gd name="connsiteY708" fmla="*/ 3065814 h 6858000"/>
              <a:gd name="connsiteX709" fmla="*/ 0 w 7467600"/>
              <a:gd name="connsiteY709" fmla="*/ 3108744 h 6858000"/>
              <a:gd name="connsiteX710" fmla="*/ 0 w 7467600"/>
              <a:gd name="connsiteY710" fmla="*/ 3058059 h 6858000"/>
              <a:gd name="connsiteX711" fmla="*/ 7610 w 7467600"/>
              <a:gd name="connsiteY711" fmla="*/ 3047889 h 6858000"/>
              <a:gd name="connsiteX712" fmla="*/ 52419 w 7467600"/>
              <a:gd name="connsiteY712" fmla="*/ 2987479 h 6858000"/>
              <a:gd name="connsiteX713" fmla="*/ 59142 w 7467600"/>
              <a:gd name="connsiteY713" fmla="*/ 2978488 h 6858000"/>
              <a:gd name="connsiteX714" fmla="*/ 0 w 7467600"/>
              <a:gd name="connsiteY714" fmla="*/ 3015334 h 6858000"/>
              <a:gd name="connsiteX715" fmla="*/ 0 w 7467600"/>
              <a:gd name="connsiteY715" fmla="*/ 2914286 h 6858000"/>
              <a:gd name="connsiteX716" fmla="*/ 36383 w 7467600"/>
              <a:gd name="connsiteY716" fmla="*/ 2901128 h 6858000"/>
              <a:gd name="connsiteX717" fmla="*/ 156329 w 7467600"/>
              <a:gd name="connsiteY717" fmla="*/ 2840533 h 6858000"/>
              <a:gd name="connsiteX718" fmla="*/ 358355 w 7467600"/>
              <a:gd name="connsiteY718" fmla="*/ 2620471 h 6858000"/>
              <a:gd name="connsiteX719" fmla="*/ 510577 w 7467600"/>
              <a:gd name="connsiteY719" fmla="*/ 2501244 h 6858000"/>
              <a:gd name="connsiteX720" fmla="*/ 211967 w 7467600"/>
              <a:gd name="connsiteY720" fmla="*/ 2479171 h 6858000"/>
              <a:gd name="connsiteX721" fmla="*/ 0 w 7467600"/>
              <a:gd name="connsiteY721" fmla="*/ 2476398 h 6858000"/>
              <a:gd name="connsiteX722" fmla="*/ 0 w 7467600"/>
              <a:gd name="connsiteY722" fmla="*/ 2389189 h 6858000"/>
              <a:gd name="connsiteX723" fmla="*/ 103062 w 7467600"/>
              <a:gd name="connsiteY723" fmla="*/ 2389518 h 6858000"/>
              <a:gd name="connsiteX724" fmla="*/ 510734 w 7467600"/>
              <a:gd name="connsiteY724" fmla="*/ 2416201 h 6858000"/>
              <a:gd name="connsiteX725" fmla="*/ 279257 w 7467600"/>
              <a:gd name="connsiteY725" fmla="*/ 2092102 h 6858000"/>
              <a:gd name="connsiteX726" fmla="*/ 65265 w 7467600"/>
              <a:gd name="connsiteY726" fmla="*/ 2006049 h 6858000"/>
              <a:gd name="connsiteX727" fmla="*/ 0 w 7467600"/>
              <a:gd name="connsiteY727" fmla="*/ 1982532 h 6858000"/>
              <a:gd name="connsiteX728" fmla="*/ 0 w 7467600"/>
              <a:gd name="connsiteY728" fmla="*/ 1912789 h 6858000"/>
              <a:gd name="connsiteX729" fmla="*/ 97460 w 7467600"/>
              <a:gd name="connsiteY729" fmla="*/ 1953725 h 6858000"/>
              <a:gd name="connsiteX730" fmla="*/ 221272 w 7467600"/>
              <a:gd name="connsiteY730" fmla="*/ 1980766 h 6858000"/>
              <a:gd name="connsiteX731" fmla="*/ 116765 w 7467600"/>
              <a:gd name="connsiteY731" fmla="*/ 1911033 h 6858000"/>
              <a:gd name="connsiteX732" fmla="*/ 16405 w 7467600"/>
              <a:gd name="connsiteY732" fmla="*/ 1803412 h 6858000"/>
              <a:gd name="connsiteX733" fmla="*/ 0 w 7467600"/>
              <a:gd name="connsiteY733" fmla="*/ 1784777 h 6858000"/>
              <a:gd name="connsiteX734" fmla="*/ 0 w 7467600"/>
              <a:gd name="connsiteY734" fmla="*/ 1740082 h 6858000"/>
              <a:gd name="connsiteX735" fmla="*/ 39394 w 7467600"/>
              <a:gd name="connsiteY735" fmla="*/ 1784856 h 6858000"/>
              <a:gd name="connsiteX736" fmla="*/ 135813 w 7467600"/>
              <a:gd name="connsiteY736" fmla="*/ 1888838 h 6858000"/>
              <a:gd name="connsiteX737" fmla="*/ 242575 w 7467600"/>
              <a:gd name="connsiteY737" fmla="*/ 1958841 h 6858000"/>
              <a:gd name="connsiteX738" fmla="*/ 82197 w 7467600"/>
              <a:gd name="connsiteY738" fmla="*/ 1754826 h 6858000"/>
              <a:gd name="connsiteX739" fmla="*/ 0 w 7467600"/>
              <a:gd name="connsiteY739" fmla="*/ 1679650 h 6858000"/>
              <a:gd name="connsiteX740" fmla="*/ 0 w 7467600"/>
              <a:gd name="connsiteY740" fmla="*/ 1602463 h 6858000"/>
              <a:gd name="connsiteX741" fmla="*/ 84689 w 7467600"/>
              <a:gd name="connsiteY741" fmla="*/ 1677442 h 6858000"/>
              <a:gd name="connsiteX742" fmla="*/ 298437 w 7467600"/>
              <a:gd name="connsiteY742" fmla="*/ 1968019 h 6858000"/>
              <a:gd name="connsiteX743" fmla="*/ 227269 w 7467600"/>
              <a:gd name="connsiteY743" fmla="*/ 1114064 h 6858000"/>
              <a:gd name="connsiteX744" fmla="*/ 248003 w 7467600"/>
              <a:gd name="connsiteY744" fmla="*/ 1089613 h 6858000"/>
              <a:gd name="connsiteX745" fmla="*/ 427020 w 7467600"/>
              <a:gd name="connsiteY745" fmla="*/ 1619803 h 6858000"/>
              <a:gd name="connsiteX746" fmla="*/ 340345 w 7467600"/>
              <a:gd name="connsiteY746" fmla="*/ 2027739 h 6858000"/>
              <a:gd name="connsiteX747" fmla="*/ 360865 w 7467600"/>
              <a:gd name="connsiteY747" fmla="*/ 2044827 h 6858000"/>
              <a:gd name="connsiteX748" fmla="*/ 560414 w 7467600"/>
              <a:gd name="connsiteY748" fmla="*/ 2421457 h 6858000"/>
              <a:gd name="connsiteX749" fmla="*/ 1359703 w 7467600"/>
              <a:gd name="connsiteY749" fmla="*/ 2578554 h 6858000"/>
              <a:gd name="connsiteX750" fmla="*/ 1359422 w 7467600"/>
              <a:gd name="connsiteY750" fmla="*/ 2577994 h 6858000"/>
              <a:gd name="connsiteX751" fmla="*/ 828701 w 7467600"/>
              <a:gd name="connsiteY751" fmla="*/ 1839520 h 6858000"/>
              <a:gd name="connsiteX752" fmla="*/ 494427 w 7467600"/>
              <a:gd name="connsiteY752" fmla="*/ 1092333 h 6858000"/>
              <a:gd name="connsiteX753" fmla="*/ 506322 w 7467600"/>
              <a:gd name="connsiteY753" fmla="*/ 1020997 h 6858000"/>
              <a:gd name="connsiteX754" fmla="*/ 4570198 w 7467600"/>
              <a:gd name="connsiteY754" fmla="*/ 978081 h 6858000"/>
              <a:gd name="connsiteX755" fmla="*/ 4523691 w 7467600"/>
              <a:gd name="connsiteY755" fmla="*/ 1127776 h 6858000"/>
              <a:gd name="connsiteX756" fmla="*/ 4509875 w 7467600"/>
              <a:gd name="connsiteY756" fmla="*/ 1167552 h 6858000"/>
              <a:gd name="connsiteX757" fmla="*/ 4478168 w 7467600"/>
              <a:gd name="connsiteY757" fmla="*/ 1260735 h 6858000"/>
              <a:gd name="connsiteX758" fmla="*/ 4409309 w 7467600"/>
              <a:gd name="connsiteY758" fmla="*/ 1666996 h 6858000"/>
              <a:gd name="connsiteX759" fmla="*/ 4370031 w 7467600"/>
              <a:gd name="connsiteY759" fmla="*/ 1955666 h 6858000"/>
              <a:gd name="connsiteX760" fmla="*/ 4570198 w 7467600"/>
              <a:gd name="connsiteY760" fmla="*/ 978081 h 6858000"/>
              <a:gd name="connsiteX761" fmla="*/ 4557898 w 7467600"/>
              <a:gd name="connsiteY761" fmla="*/ 900011 h 6858000"/>
              <a:gd name="connsiteX762" fmla="*/ 4344840 w 7467600"/>
              <a:gd name="connsiteY762" fmla="*/ 1922038 h 6858000"/>
              <a:gd name="connsiteX763" fmla="*/ 4378710 w 7467600"/>
              <a:gd name="connsiteY763" fmla="*/ 1665516 h 6858000"/>
              <a:gd name="connsiteX764" fmla="*/ 4448798 w 7467600"/>
              <a:gd name="connsiteY764" fmla="*/ 1253024 h 6858000"/>
              <a:gd name="connsiteX765" fmla="*/ 4480315 w 7467600"/>
              <a:gd name="connsiteY765" fmla="*/ 1158454 h 6858000"/>
              <a:gd name="connsiteX766" fmla="*/ 4494133 w 7467600"/>
              <a:gd name="connsiteY766" fmla="*/ 1118676 h 6858000"/>
              <a:gd name="connsiteX767" fmla="*/ 4557898 w 7467600"/>
              <a:gd name="connsiteY767" fmla="*/ 900011 h 6858000"/>
              <a:gd name="connsiteX768" fmla="*/ 5870151 w 7467600"/>
              <a:gd name="connsiteY768" fmla="*/ 898890 h 6858000"/>
              <a:gd name="connsiteX769" fmla="*/ 5861335 w 7467600"/>
              <a:gd name="connsiteY769" fmla="*/ 899177 h 6858000"/>
              <a:gd name="connsiteX770" fmla="*/ 5843702 w 7467600"/>
              <a:gd name="connsiteY770" fmla="*/ 899748 h 6858000"/>
              <a:gd name="connsiteX771" fmla="*/ 5651107 w 7467600"/>
              <a:gd name="connsiteY771" fmla="*/ 920306 h 6858000"/>
              <a:gd name="connsiteX772" fmla="*/ 5459407 w 7467600"/>
              <a:gd name="connsiteY772" fmla="*/ 940975 h 6858000"/>
              <a:gd name="connsiteX773" fmla="*/ 5374846 w 7467600"/>
              <a:gd name="connsiteY773" fmla="*/ 941988 h 6858000"/>
              <a:gd name="connsiteX774" fmla="*/ 5256105 w 7467600"/>
              <a:gd name="connsiteY774" fmla="*/ 945632 h 6858000"/>
              <a:gd name="connsiteX775" fmla="*/ 5107071 w 7467600"/>
              <a:gd name="connsiteY775" fmla="*/ 969720 h 6858000"/>
              <a:gd name="connsiteX776" fmla="*/ 4998681 w 7467600"/>
              <a:gd name="connsiteY776" fmla="*/ 988771 h 6858000"/>
              <a:gd name="connsiteX777" fmla="*/ 5870151 w 7467600"/>
              <a:gd name="connsiteY777" fmla="*/ 898890 h 6858000"/>
              <a:gd name="connsiteX778" fmla="*/ 5504425 w 7467600"/>
              <a:gd name="connsiteY778" fmla="*/ 848067 h 6858000"/>
              <a:gd name="connsiteX779" fmla="*/ 4968849 w 7467600"/>
              <a:gd name="connsiteY779" fmla="*/ 962318 h 6858000"/>
              <a:gd name="connsiteX780" fmla="*/ 5104039 w 7467600"/>
              <a:gd name="connsiteY780" fmla="*/ 940634 h 6858000"/>
              <a:gd name="connsiteX781" fmla="*/ 5256311 w 7467600"/>
              <a:gd name="connsiteY781" fmla="*/ 916490 h 6858000"/>
              <a:gd name="connsiteX782" fmla="*/ 5377381 w 7467600"/>
              <a:gd name="connsiteY782" fmla="*/ 912671 h 6858000"/>
              <a:gd name="connsiteX783" fmla="*/ 5460148 w 7467600"/>
              <a:gd name="connsiteY783" fmla="*/ 911442 h 6858000"/>
              <a:gd name="connsiteX784" fmla="*/ 5648971 w 7467600"/>
              <a:gd name="connsiteY784" fmla="*/ 891331 h 6858000"/>
              <a:gd name="connsiteX785" fmla="*/ 5844807 w 7467600"/>
              <a:gd name="connsiteY785" fmla="*/ 870718 h 6858000"/>
              <a:gd name="connsiteX786" fmla="*/ 5862975 w 7467600"/>
              <a:gd name="connsiteY786" fmla="*/ 869756 h 6858000"/>
              <a:gd name="connsiteX787" fmla="*/ 5920887 w 7467600"/>
              <a:gd name="connsiteY787" fmla="*/ 865929 h 6858000"/>
              <a:gd name="connsiteX788" fmla="*/ 5504425 w 7467600"/>
              <a:gd name="connsiteY788" fmla="*/ 848067 h 6858000"/>
              <a:gd name="connsiteX789" fmla="*/ 3607114 w 7467600"/>
              <a:gd name="connsiteY789" fmla="*/ 467441 h 6858000"/>
              <a:gd name="connsiteX790" fmla="*/ 3296242 w 7467600"/>
              <a:gd name="connsiteY790" fmla="*/ 807991 h 6858000"/>
              <a:gd name="connsiteX791" fmla="*/ 3174674 w 7467600"/>
              <a:gd name="connsiteY791" fmla="*/ 919759 h 6858000"/>
              <a:gd name="connsiteX792" fmla="*/ 3042978 w 7467600"/>
              <a:gd name="connsiteY792" fmla="*/ 1054894 h 6858000"/>
              <a:gd name="connsiteX793" fmla="*/ 2968914 w 7467600"/>
              <a:gd name="connsiteY793" fmla="*/ 1133756 h 6858000"/>
              <a:gd name="connsiteX794" fmla="*/ 3103823 w 7467600"/>
              <a:gd name="connsiteY794" fmla="*/ 1026814 h 6858000"/>
              <a:gd name="connsiteX795" fmla="*/ 3607114 w 7467600"/>
              <a:gd name="connsiteY795" fmla="*/ 467441 h 6858000"/>
              <a:gd name="connsiteX796" fmla="*/ 3744487 w 7467600"/>
              <a:gd name="connsiteY796" fmla="*/ 383136 h 6858000"/>
              <a:gd name="connsiteX797" fmla="*/ 3970213 w 7467600"/>
              <a:gd name="connsiteY797" fmla="*/ 995559 h 6858000"/>
              <a:gd name="connsiteX798" fmla="*/ 3744487 w 7467600"/>
              <a:gd name="connsiteY798" fmla="*/ 383136 h 6858000"/>
              <a:gd name="connsiteX799" fmla="*/ 3624562 w 7467600"/>
              <a:gd name="connsiteY799" fmla="*/ 367041 h 6858000"/>
              <a:gd name="connsiteX800" fmla="*/ 3489712 w 7467600"/>
              <a:gd name="connsiteY800" fmla="*/ 485386 h 6858000"/>
              <a:gd name="connsiteX801" fmla="*/ 3182994 w 7467600"/>
              <a:gd name="connsiteY801" fmla="*/ 828265 h 6858000"/>
              <a:gd name="connsiteX802" fmla="*/ 2892114 w 7467600"/>
              <a:gd name="connsiteY802" fmla="*/ 1172635 h 6858000"/>
              <a:gd name="connsiteX803" fmla="*/ 3021459 w 7467600"/>
              <a:gd name="connsiteY803" fmla="*/ 1035385 h 6858000"/>
              <a:gd name="connsiteX804" fmla="*/ 3153873 w 7467600"/>
              <a:gd name="connsiteY804" fmla="*/ 898971 h 6858000"/>
              <a:gd name="connsiteX805" fmla="*/ 3276511 w 7467600"/>
              <a:gd name="connsiteY805" fmla="*/ 786423 h 6858000"/>
              <a:gd name="connsiteX806" fmla="*/ 3584154 w 7467600"/>
              <a:gd name="connsiteY806" fmla="*/ 448218 h 6858000"/>
              <a:gd name="connsiteX807" fmla="*/ 3624562 w 7467600"/>
              <a:gd name="connsiteY807" fmla="*/ 367041 h 6858000"/>
              <a:gd name="connsiteX808" fmla="*/ 3766672 w 7467600"/>
              <a:gd name="connsiteY808" fmla="*/ 359429 h 6858000"/>
              <a:gd name="connsiteX809" fmla="*/ 3996338 w 7467600"/>
              <a:gd name="connsiteY809" fmla="*/ 968237 h 6858000"/>
              <a:gd name="connsiteX810" fmla="*/ 3766672 w 7467600"/>
              <a:gd name="connsiteY810" fmla="*/ 359429 h 6858000"/>
              <a:gd name="connsiteX811" fmla="*/ 5805386 w 7467600"/>
              <a:gd name="connsiteY811" fmla="*/ 239240 h 6858000"/>
              <a:gd name="connsiteX812" fmla="*/ 5736947 w 7467600"/>
              <a:gd name="connsiteY812" fmla="*/ 261367 h 6858000"/>
              <a:gd name="connsiteX813" fmla="*/ 5427012 w 7467600"/>
              <a:gd name="connsiteY813" fmla="*/ 311272 h 6858000"/>
              <a:gd name="connsiteX814" fmla="*/ 5147818 w 7467600"/>
              <a:gd name="connsiteY814" fmla="*/ 322112 h 6858000"/>
              <a:gd name="connsiteX815" fmla="*/ 5060854 w 7467600"/>
              <a:gd name="connsiteY815" fmla="*/ 311882 h 6858000"/>
              <a:gd name="connsiteX816" fmla="*/ 4945989 w 7467600"/>
              <a:gd name="connsiteY816" fmla="*/ 300516 h 6858000"/>
              <a:gd name="connsiteX817" fmla="*/ 5410479 w 7467600"/>
              <a:gd name="connsiteY817" fmla="*/ 348434 h 6858000"/>
              <a:gd name="connsiteX818" fmla="*/ 5805386 w 7467600"/>
              <a:gd name="connsiteY818" fmla="*/ 239240 h 6858000"/>
              <a:gd name="connsiteX819" fmla="*/ 5905192 w 7467600"/>
              <a:gd name="connsiteY819" fmla="*/ 163079 h 6858000"/>
              <a:gd name="connsiteX820" fmla="*/ 5865655 w 7467600"/>
              <a:gd name="connsiteY820" fmla="*/ 171901 h 6858000"/>
              <a:gd name="connsiteX821" fmla="*/ 5259740 w 7467600"/>
              <a:gd name="connsiteY821" fmla="*/ 257013 h 6858000"/>
              <a:gd name="connsiteX822" fmla="*/ 5208466 w 7467600"/>
              <a:gd name="connsiteY822" fmla="*/ 257550 h 6858000"/>
              <a:gd name="connsiteX823" fmla="*/ 4980204 w 7467600"/>
              <a:gd name="connsiteY823" fmla="*/ 271903 h 6858000"/>
              <a:gd name="connsiteX824" fmla="*/ 5068068 w 7467600"/>
              <a:gd name="connsiteY824" fmla="*/ 282244 h 6858000"/>
              <a:gd name="connsiteX825" fmla="*/ 5153231 w 7467600"/>
              <a:gd name="connsiteY825" fmla="*/ 292240 h 6858000"/>
              <a:gd name="connsiteX826" fmla="*/ 5426491 w 7467600"/>
              <a:gd name="connsiteY826" fmla="*/ 281128 h 6858000"/>
              <a:gd name="connsiteX827" fmla="*/ 5731212 w 7467600"/>
              <a:gd name="connsiteY827" fmla="*/ 231951 h 6858000"/>
              <a:gd name="connsiteX828" fmla="*/ 5905192 w 7467600"/>
              <a:gd name="connsiteY828" fmla="*/ 163079 h 6858000"/>
              <a:gd name="connsiteX829" fmla="*/ 5944437 w 7467600"/>
              <a:gd name="connsiteY829" fmla="*/ 113829 h 6858000"/>
              <a:gd name="connsiteX830" fmla="*/ 5825032 w 7467600"/>
              <a:gd name="connsiteY830" fmla="*/ 146405 h 6858000"/>
              <a:gd name="connsiteX831" fmla="*/ 4955599 w 7467600"/>
              <a:gd name="connsiteY831" fmla="*/ 247008 h 6858000"/>
              <a:gd name="connsiteX832" fmla="*/ 5210104 w 7467600"/>
              <a:gd name="connsiteY832" fmla="*/ 228123 h 6858000"/>
              <a:gd name="connsiteX833" fmla="*/ 5261015 w 7467600"/>
              <a:gd name="connsiteY833" fmla="*/ 227087 h 6858000"/>
              <a:gd name="connsiteX834" fmla="*/ 5861181 w 7467600"/>
              <a:gd name="connsiteY834" fmla="*/ 143093 h 6858000"/>
              <a:gd name="connsiteX835" fmla="*/ 5961252 w 7467600"/>
              <a:gd name="connsiteY835" fmla="*/ 114820 h 6858000"/>
              <a:gd name="connsiteX836" fmla="*/ 5944437 w 7467600"/>
              <a:gd name="connsiteY836" fmla="*/ 113829 h 6858000"/>
              <a:gd name="connsiteX837" fmla="*/ 3882765 w 7467600"/>
              <a:gd name="connsiteY837" fmla="*/ 0 h 6858000"/>
              <a:gd name="connsiteX838" fmla="*/ 3995099 w 7467600"/>
              <a:gd name="connsiteY838" fmla="*/ 0 h 6858000"/>
              <a:gd name="connsiteX839" fmla="*/ 4163818 w 7467600"/>
              <a:gd name="connsiteY839" fmla="*/ 234104 h 6858000"/>
              <a:gd name="connsiteX840" fmla="*/ 4172099 w 7467600"/>
              <a:gd name="connsiteY840" fmla="*/ 234207 h 6858000"/>
              <a:gd name="connsiteX841" fmla="*/ 4784282 w 7467600"/>
              <a:gd name="connsiteY841" fmla="*/ 276561 h 6858000"/>
              <a:gd name="connsiteX842" fmla="*/ 4801687 w 7467600"/>
              <a:gd name="connsiteY842" fmla="*/ 267764 h 6858000"/>
              <a:gd name="connsiteX843" fmla="*/ 6082788 w 7467600"/>
              <a:gd name="connsiteY843" fmla="*/ 64119 h 6858000"/>
              <a:gd name="connsiteX844" fmla="*/ 6099442 w 7467600"/>
              <a:gd name="connsiteY844" fmla="*/ 82568 h 6858000"/>
              <a:gd name="connsiteX845" fmla="*/ 4804137 w 7467600"/>
              <a:gd name="connsiteY845" fmla="*/ 320931 h 6858000"/>
              <a:gd name="connsiteX846" fmla="*/ 4227047 w 7467600"/>
              <a:gd name="connsiteY846" fmla="*/ 313415 h 6858000"/>
              <a:gd name="connsiteX847" fmla="*/ 4346041 w 7467600"/>
              <a:gd name="connsiteY847" fmla="*/ 456086 h 6858000"/>
              <a:gd name="connsiteX848" fmla="*/ 4870967 w 7467600"/>
              <a:gd name="connsiteY848" fmla="*/ 963061 h 6858000"/>
              <a:gd name="connsiteX849" fmla="*/ 4889647 w 7467600"/>
              <a:gd name="connsiteY849" fmla="*/ 957147 h 6858000"/>
              <a:gd name="connsiteX850" fmla="*/ 5422504 w 7467600"/>
              <a:gd name="connsiteY850" fmla="*/ 805191 h 6858000"/>
              <a:gd name="connsiteX851" fmla="*/ 6087656 w 7467600"/>
              <a:gd name="connsiteY851" fmla="*/ 826703 h 6858000"/>
              <a:gd name="connsiteX852" fmla="*/ 6058717 w 7467600"/>
              <a:gd name="connsiteY852" fmla="*/ 865992 h 6858000"/>
              <a:gd name="connsiteX853" fmla="*/ 4974153 w 7467600"/>
              <a:gd name="connsiteY853" fmla="*/ 1045456 h 6858000"/>
              <a:gd name="connsiteX854" fmla="*/ 5627835 w 7467600"/>
              <a:gd name="connsiteY854" fmla="*/ 1472077 h 6858000"/>
              <a:gd name="connsiteX855" fmla="*/ 5629817 w 7467600"/>
              <a:gd name="connsiteY855" fmla="*/ 1471412 h 6858000"/>
              <a:gd name="connsiteX856" fmla="*/ 5634124 w 7467600"/>
              <a:gd name="connsiteY856" fmla="*/ 1470572 h 6858000"/>
              <a:gd name="connsiteX857" fmla="*/ 5755832 w 7467600"/>
              <a:gd name="connsiteY857" fmla="*/ 1383886 h 6858000"/>
              <a:gd name="connsiteX858" fmla="*/ 6014186 w 7467600"/>
              <a:gd name="connsiteY858" fmla="*/ 1279799 h 6858000"/>
              <a:gd name="connsiteX859" fmla="*/ 6901619 w 7467600"/>
              <a:gd name="connsiteY859" fmla="*/ 1047874 h 6858000"/>
              <a:gd name="connsiteX860" fmla="*/ 6931566 w 7467600"/>
              <a:gd name="connsiteY860" fmla="*/ 1062034 h 6858000"/>
              <a:gd name="connsiteX861" fmla="*/ 5790982 w 7467600"/>
              <a:gd name="connsiteY861" fmla="*/ 1561380 h 6858000"/>
              <a:gd name="connsiteX862" fmla="*/ 6188971 w 7467600"/>
              <a:gd name="connsiteY862" fmla="*/ 1755168 h 6858000"/>
              <a:gd name="connsiteX863" fmla="*/ 6202446 w 7467600"/>
              <a:gd name="connsiteY863" fmla="*/ 1752268 h 6858000"/>
              <a:gd name="connsiteX864" fmla="*/ 7179560 w 7467600"/>
              <a:gd name="connsiteY864" fmla="*/ 1467551 h 6858000"/>
              <a:gd name="connsiteX865" fmla="*/ 7158730 w 7467600"/>
              <a:gd name="connsiteY865" fmla="*/ 1507835 h 6858000"/>
              <a:gd name="connsiteX866" fmla="*/ 6326959 w 7467600"/>
              <a:gd name="connsiteY866" fmla="*/ 1817686 h 6858000"/>
              <a:gd name="connsiteX867" fmla="*/ 6537433 w 7467600"/>
              <a:gd name="connsiteY867" fmla="*/ 1907790 h 6858000"/>
              <a:gd name="connsiteX868" fmla="*/ 6550221 w 7467600"/>
              <a:gd name="connsiteY868" fmla="*/ 1910729 h 6858000"/>
              <a:gd name="connsiteX869" fmla="*/ 6964438 w 7467600"/>
              <a:gd name="connsiteY869" fmla="*/ 2209505 h 6858000"/>
              <a:gd name="connsiteX870" fmla="*/ 7367862 w 7467600"/>
              <a:gd name="connsiteY870" fmla="*/ 2806833 h 6858000"/>
              <a:gd name="connsiteX871" fmla="*/ 7364329 w 7467600"/>
              <a:gd name="connsiteY871" fmla="*/ 2826907 h 6858000"/>
              <a:gd name="connsiteX872" fmla="*/ 7290545 w 7467600"/>
              <a:gd name="connsiteY872" fmla="*/ 2850663 h 6858000"/>
              <a:gd name="connsiteX873" fmla="*/ 6472036 w 7467600"/>
              <a:gd name="connsiteY873" fmla="*/ 1959003 h 6858000"/>
              <a:gd name="connsiteX874" fmla="*/ 5792897 w 7467600"/>
              <a:gd name="connsiteY874" fmla="*/ 1647747 h 6858000"/>
              <a:gd name="connsiteX875" fmla="*/ 5842751 w 7467600"/>
              <a:gd name="connsiteY875" fmla="*/ 1816112 h 6858000"/>
              <a:gd name="connsiteX876" fmla="*/ 5847424 w 7467600"/>
              <a:gd name="connsiteY876" fmla="*/ 1815776 h 6858000"/>
              <a:gd name="connsiteX877" fmla="*/ 6399821 w 7467600"/>
              <a:gd name="connsiteY877" fmla="*/ 2344799 h 6858000"/>
              <a:gd name="connsiteX878" fmla="*/ 6323232 w 7467600"/>
              <a:gd name="connsiteY878" fmla="*/ 2389634 h 6858000"/>
              <a:gd name="connsiteX879" fmla="*/ 5942958 w 7467600"/>
              <a:gd name="connsiteY879" fmla="*/ 2077708 h 6858000"/>
              <a:gd name="connsiteX880" fmla="*/ 5921559 w 7467600"/>
              <a:gd name="connsiteY880" fmla="*/ 2378596 h 6858000"/>
              <a:gd name="connsiteX881" fmla="*/ 5817651 w 7467600"/>
              <a:gd name="connsiteY881" fmla="*/ 3023919 h 6858000"/>
              <a:gd name="connsiteX882" fmla="*/ 5729634 w 7467600"/>
              <a:gd name="connsiteY882" fmla="*/ 3051849 h 6858000"/>
              <a:gd name="connsiteX883" fmla="*/ 5611018 w 7467600"/>
              <a:gd name="connsiteY883" fmla="*/ 2316769 h 6858000"/>
              <a:gd name="connsiteX884" fmla="*/ 5687608 w 7467600"/>
              <a:gd name="connsiteY884" fmla="*/ 2039972 h 6858000"/>
              <a:gd name="connsiteX885" fmla="*/ 5657554 w 7467600"/>
              <a:gd name="connsiteY885" fmla="*/ 1576445 h 6858000"/>
              <a:gd name="connsiteX886" fmla="*/ 5150475 w 7467600"/>
              <a:gd name="connsiteY886" fmla="*/ 1274012 h 6858000"/>
              <a:gd name="connsiteX887" fmla="*/ 5349142 w 7467600"/>
              <a:gd name="connsiteY887" fmla="*/ 2204405 h 6858000"/>
              <a:gd name="connsiteX888" fmla="*/ 5262214 w 7467600"/>
              <a:gd name="connsiteY888" fmla="*/ 2233836 h 6858000"/>
              <a:gd name="connsiteX889" fmla="*/ 4981539 w 7467600"/>
              <a:gd name="connsiteY889" fmla="*/ 1542201 h 6858000"/>
              <a:gd name="connsiteX890" fmla="*/ 4958461 w 7467600"/>
              <a:gd name="connsiteY890" fmla="*/ 1136957 h 6858000"/>
              <a:gd name="connsiteX891" fmla="*/ 4655015 w 7467600"/>
              <a:gd name="connsiteY891" fmla="*/ 891426 h 6858000"/>
              <a:gd name="connsiteX892" fmla="*/ 4348002 w 7467600"/>
              <a:gd name="connsiteY892" fmla="*/ 2205895 h 6858000"/>
              <a:gd name="connsiteX893" fmla="*/ 4262250 w 7467600"/>
              <a:gd name="connsiteY893" fmla="*/ 2219972 h 6858000"/>
              <a:gd name="connsiteX894" fmla="*/ 4550611 w 7467600"/>
              <a:gd name="connsiteY894" fmla="*/ 817540 h 6858000"/>
              <a:gd name="connsiteX895" fmla="*/ 4564418 w 7467600"/>
              <a:gd name="connsiteY895" fmla="*/ 808293 h 6858000"/>
              <a:gd name="connsiteX896" fmla="*/ 4266388 w 7467600"/>
              <a:gd name="connsiteY896" fmla="*/ 500083 h 6858000"/>
              <a:gd name="connsiteX897" fmla="*/ 4032842 w 7467600"/>
              <a:gd name="connsiteY897" fmla="*/ 211809 h 6858000"/>
              <a:gd name="connsiteX898" fmla="*/ 3882765 w 7467600"/>
              <a:gd name="connsiteY898" fmla="*/ 0 h 6858000"/>
              <a:gd name="connsiteX899" fmla="*/ 3721337 w 7467600"/>
              <a:gd name="connsiteY899" fmla="*/ 0 h 6858000"/>
              <a:gd name="connsiteX900" fmla="*/ 3797544 w 7467600"/>
              <a:gd name="connsiteY900" fmla="*/ 0 h 6858000"/>
              <a:gd name="connsiteX901" fmla="*/ 3775734 w 7467600"/>
              <a:gd name="connsiteY901" fmla="*/ 95131 h 6858000"/>
              <a:gd name="connsiteX902" fmla="*/ 3724807 w 7467600"/>
              <a:gd name="connsiteY902" fmla="*/ 272257 h 6858000"/>
              <a:gd name="connsiteX903" fmla="*/ 3726844 w 7467600"/>
              <a:gd name="connsiteY903" fmla="*/ 282988 h 6858000"/>
              <a:gd name="connsiteX904" fmla="*/ 3742664 w 7467600"/>
              <a:gd name="connsiteY904" fmla="*/ 279918 h 6858000"/>
              <a:gd name="connsiteX905" fmla="*/ 4103910 w 7467600"/>
              <a:gd name="connsiteY905" fmla="*/ 1161917 h 6858000"/>
              <a:gd name="connsiteX906" fmla="*/ 4020269 w 7467600"/>
              <a:gd name="connsiteY906" fmla="*/ 1200406 h 6858000"/>
              <a:gd name="connsiteX907" fmla="*/ 3674882 w 7467600"/>
              <a:gd name="connsiteY907" fmla="*/ 488524 h 6858000"/>
              <a:gd name="connsiteX908" fmla="*/ 3132682 w 7467600"/>
              <a:gd name="connsiteY908" fmla="*/ 1072284 h 6858000"/>
              <a:gd name="connsiteX909" fmla="*/ 2716346 w 7467600"/>
              <a:gd name="connsiteY909" fmla="*/ 1276376 h 6858000"/>
              <a:gd name="connsiteX910" fmla="*/ 2716772 w 7467600"/>
              <a:gd name="connsiteY910" fmla="*/ 1255462 h 6858000"/>
              <a:gd name="connsiteX911" fmla="*/ 3471096 w 7467600"/>
              <a:gd name="connsiteY911" fmla="*/ 437072 h 6858000"/>
              <a:gd name="connsiteX912" fmla="*/ 3639057 w 7467600"/>
              <a:gd name="connsiteY912" fmla="*/ 286334 h 6858000"/>
              <a:gd name="connsiteX913" fmla="*/ 3640309 w 7467600"/>
              <a:gd name="connsiteY913" fmla="*/ 284664 h 6858000"/>
              <a:gd name="connsiteX914" fmla="*/ 3646022 w 7467600"/>
              <a:gd name="connsiteY914" fmla="*/ 276711 h 6858000"/>
              <a:gd name="connsiteX915" fmla="*/ 3707943 w 7467600"/>
              <a:gd name="connsiteY915" fmla="*/ 65958 h 6858000"/>
              <a:gd name="connsiteX916" fmla="*/ 3721337 w 7467600"/>
              <a:gd name="connsiteY916" fmla="*/ 0 h 6858000"/>
              <a:gd name="connsiteX917" fmla="*/ 2867960 w 7467600"/>
              <a:gd name="connsiteY917" fmla="*/ 0 h 6858000"/>
              <a:gd name="connsiteX918" fmla="*/ 2926351 w 7467600"/>
              <a:gd name="connsiteY918" fmla="*/ 0 h 6858000"/>
              <a:gd name="connsiteX919" fmla="*/ 2902823 w 7467600"/>
              <a:gd name="connsiteY919" fmla="*/ 262929 h 6858000"/>
              <a:gd name="connsiteX920" fmla="*/ 2940663 w 7467600"/>
              <a:gd name="connsiteY920" fmla="*/ 140884 h 6858000"/>
              <a:gd name="connsiteX921" fmla="*/ 2947039 w 7467600"/>
              <a:gd name="connsiteY921" fmla="*/ 122524 h 6858000"/>
              <a:gd name="connsiteX922" fmla="*/ 2984316 w 7467600"/>
              <a:gd name="connsiteY922" fmla="*/ 0 h 6858000"/>
              <a:gd name="connsiteX923" fmla="*/ 3016114 w 7467600"/>
              <a:gd name="connsiteY923" fmla="*/ 0 h 6858000"/>
              <a:gd name="connsiteX924" fmla="*/ 2979949 w 7467600"/>
              <a:gd name="connsiteY924" fmla="*/ 119274 h 6858000"/>
              <a:gd name="connsiteX925" fmla="*/ 3023879 w 7467600"/>
              <a:gd name="connsiteY925" fmla="*/ 0 h 6858000"/>
              <a:gd name="connsiteX926" fmla="*/ 3105400 w 7467600"/>
              <a:gd name="connsiteY926" fmla="*/ 0 h 6858000"/>
              <a:gd name="connsiteX927" fmla="*/ 3094669 w 7467600"/>
              <a:gd name="connsiteY927" fmla="*/ 30308 h 6858000"/>
              <a:gd name="connsiteX928" fmla="*/ 2901945 w 7467600"/>
              <a:gd name="connsiteY928" fmla="*/ 466538 h 6858000"/>
              <a:gd name="connsiteX929" fmla="*/ 2815209 w 7467600"/>
              <a:gd name="connsiteY929" fmla="*/ 497361 h 6858000"/>
              <a:gd name="connsiteX930" fmla="*/ 2844845 w 7467600"/>
              <a:gd name="connsiteY930" fmla="*/ 127638 h 6858000"/>
              <a:gd name="connsiteX931" fmla="*/ 2867960 w 7467600"/>
              <a:gd name="connsiteY931" fmla="*/ 0 h 6858000"/>
              <a:gd name="connsiteX932" fmla="*/ 1057230 w 7467600"/>
              <a:gd name="connsiteY932" fmla="*/ 0 h 6858000"/>
              <a:gd name="connsiteX933" fmla="*/ 1111003 w 7467600"/>
              <a:gd name="connsiteY933" fmla="*/ 0 h 6858000"/>
              <a:gd name="connsiteX934" fmla="*/ 1125553 w 7467600"/>
              <a:gd name="connsiteY934" fmla="*/ 52588 h 6858000"/>
              <a:gd name="connsiteX935" fmla="*/ 1304276 w 7467600"/>
              <a:gd name="connsiteY935" fmla="*/ 476275 h 6858000"/>
              <a:gd name="connsiteX936" fmla="*/ 1492066 w 7467600"/>
              <a:gd name="connsiteY936" fmla="*/ 886333 h 6858000"/>
              <a:gd name="connsiteX937" fmla="*/ 1423698 w 7467600"/>
              <a:gd name="connsiteY937" fmla="*/ 710817 h 6858000"/>
              <a:gd name="connsiteX938" fmla="*/ 1357609 w 7467600"/>
              <a:gd name="connsiteY938" fmla="*/ 532892 h 6858000"/>
              <a:gd name="connsiteX939" fmla="*/ 1309550 w 7467600"/>
              <a:gd name="connsiteY939" fmla="*/ 374031 h 6858000"/>
              <a:gd name="connsiteX940" fmla="*/ 1193673 w 7467600"/>
              <a:gd name="connsiteY940" fmla="*/ 49533 h 6858000"/>
              <a:gd name="connsiteX941" fmla="*/ 1164391 w 7467600"/>
              <a:gd name="connsiteY941" fmla="*/ 0 h 6858000"/>
              <a:gd name="connsiteX942" fmla="*/ 1200666 w 7467600"/>
              <a:gd name="connsiteY942" fmla="*/ 0 h 6858000"/>
              <a:gd name="connsiteX943" fmla="*/ 1223408 w 7467600"/>
              <a:gd name="connsiteY943" fmla="*/ 38996 h 6858000"/>
              <a:gd name="connsiteX944" fmla="*/ 1339635 w 7467600"/>
              <a:gd name="connsiteY944" fmla="*/ 365517 h 6858000"/>
              <a:gd name="connsiteX945" fmla="*/ 1387469 w 7467600"/>
              <a:gd name="connsiteY945" fmla="*/ 523079 h 6858000"/>
              <a:gd name="connsiteX946" fmla="*/ 1452685 w 7467600"/>
              <a:gd name="connsiteY946" fmla="*/ 699806 h 6858000"/>
              <a:gd name="connsiteX947" fmla="*/ 1492092 w 7467600"/>
              <a:gd name="connsiteY947" fmla="*/ 800424 h 6858000"/>
              <a:gd name="connsiteX948" fmla="*/ 1455302 w 7467600"/>
              <a:gd name="connsiteY948" fmla="*/ 632913 h 6858000"/>
              <a:gd name="connsiteX949" fmla="*/ 1222336 w 7467600"/>
              <a:gd name="connsiteY949" fmla="*/ 9480 h 6858000"/>
              <a:gd name="connsiteX950" fmla="*/ 1214634 w 7467600"/>
              <a:gd name="connsiteY950" fmla="*/ 0 h 6858000"/>
              <a:gd name="connsiteX951" fmla="*/ 1289827 w 7467600"/>
              <a:gd name="connsiteY951" fmla="*/ 0 h 6858000"/>
              <a:gd name="connsiteX952" fmla="*/ 1321076 w 7467600"/>
              <a:gd name="connsiteY952" fmla="*/ 59722 h 6858000"/>
              <a:gd name="connsiteX953" fmla="*/ 1512579 w 7467600"/>
              <a:gd name="connsiteY953" fmla="*/ 626441 h 6858000"/>
              <a:gd name="connsiteX954" fmla="*/ 1506076 w 7467600"/>
              <a:gd name="connsiteY954" fmla="*/ 1089289 h 6858000"/>
              <a:gd name="connsiteX955" fmla="*/ 1486346 w 7467600"/>
              <a:gd name="connsiteY955" fmla="*/ 1079919 h 6858000"/>
              <a:gd name="connsiteX956" fmla="*/ 1070511 w 7467600"/>
              <a:gd name="connsiteY956" fmla="*/ 48609 h 6858000"/>
              <a:gd name="connsiteX957" fmla="*/ 1057230 w 7467600"/>
              <a:gd name="connsiteY957" fmla="*/ 0 h 6858000"/>
              <a:gd name="connsiteX958" fmla="*/ 43151 w 7467600"/>
              <a:gd name="connsiteY958" fmla="*/ 0 h 6858000"/>
              <a:gd name="connsiteX959" fmla="*/ 95283 w 7467600"/>
              <a:gd name="connsiteY959" fmla="*/ 0 h 6858000"/>
              <a:gd name="connsiteX960" fmla="*/ 300708 w 7467600"/>
              <a:gd name="connsiteY960" fmla="*/ 154571 h 6858000"/>
              <a:gd name="connsiteX961" fmla="*/ 530414 w 7467600"/>
              <a:gd name="connsiteY961" fmla="*/ 354673 h 6858000"/>
              <a:gd name="connsiteX962" fmla="*/ 333785 w 7467600"/>
              <a:gd name="connsiteY962" fmla="*/ 161564 h 6858000"/>
              <a:gd name="connsiteX963" fmla="*/ 147005 w 7467600"/>
              <a:gd name="connsiteY963" fmla="*/ 0 h 6858000"/>
              <a:gd name="connsiteX964" fmla="*/ 272509 w 7467600"/>
              <a:gd name="connsiteY964" fmla="*/ 0 h 6858000"/>
              <a:gd name="connsiteX965" fmla="*/ 326276 w 7467600"/>
              <a:gd name="connsiteY965" fmla="*/ 45847 h 6858000"/>
              <a:gd name="connsiteX966" fmla="*/ 823759 w 7467600"/>
              <a:gd name="connsiteY966" fmla="*/ 574145 h 6858000"/>
              <a:gd name="connsiteX967" fmla="*/ 811254 w 7467600"/>
              <a:gd name="connsiteY967" fmla="*/ 665546 h 6858000"/>
              <a:gd name="connsiteX968" fmla="*/ 154042 w 7467600"/>
              <a:gd name="connsiteY968" fmla="*/ 261522 h 6858000"/>
              <a:gd name="connsiteX969" fmla="*/ 13550 w 7467600"/>
              <a:gd name="connsiteY969" fmla="*/ 158423 h 6858000"/>
              <a:gd name="connsiteX970" fmla="*/ 0 w 7467600"/>
              <a:gd name="connsiteY970" fmla="*/ 146618 h 6858000"/>
              <a:gd name="connsiteX971" fmla="*/ 0 w 7467600"/>
              <a:gd name="connsiteY971" fmla="*/ 59161 h 6858000"/>
              <a:gd name="connsiteX972" fmla="*/ 45427 w 7467600"/>
              <a:gd name="connsiteY972" fmla="*/ 101078 h 6858000"/>
              <a:gd name="connsiteX973" fmla="*/ 630103 w 7467600"/>
              <a:gd name="connsiteY973" fmla="*/ 485885 h 6858000"/>
              <a:gd name="connsiteX974" fmla="*/ 532040 w 7467600"/>
              <a:gd name="connsiteY974" fmla="*/ 399359 h 6858000"/>
              <a:gd name="connsiteX975" fmla="*/ 517618 w 7467600"/>
              <a:gd name="connsiteY975" fmla="*/ 385726 h 6858000"/>
              <a:gd name="connsiteX976" fmla="*/ 285074 w 7467600"/>
              <a:gd name="connsiteY976" fmla="*/ 182755 h 6858000"/>
              <a:gd name="connsiteX977" fmla="*/ 43151 w 7467600"/>
              <a:gd name="connsiteY977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6844835 w 7467600"/>
              <a:gd name="connsiteY74" fmla="*/ 5424988 h 6858000"/>
              <a:gd name="connsiteX75" fmla="*/ 6879594 w 7467600"/>
              <a:gd name="connsiteY75" fmla="*/ 5424547 h 6858000"/>
              <a:gd name="connsiteX76" fmla="*/ 7379510 w 7467600"/>
              <a:gd name="connsiteY76" fmla="*/ 5755454 h 6858000"/>
              <a:gd name="connsiteX77" fmla="*/ 7467600 w 7467600"/>
              <a:gd name="connsiteY77" fmla="*/ 5845526 h 6858000"/>
              <a:gd name="connsiteX78" fmla="*/ 7467600 w 7467600"/>
              <a:gd name="connsiteY78" fmla="*/ 5925131 h 6858000"/>
              <a:gd name="connsiteX79" fmla="*/ 7271900 w 7467600"/>
              <a:gd name="connsiteY79" fmla="*/ 5734551 h 6858000"/>
              <a:gd name="connsiteX80" fmla="*/ 7015907 w 7467600"/>
              <a:gd name="connsiteY80" fmla="*/ 5541548 h 6858000"/>
              <a:gd name="connsiteX81" fmla="*/ 7259646 w 7467600"/>
              <a:gd name="connsiteY81" fmla="*/ 5765985 h 6858000"/>
              <a:gd name="connsiteX82" fmla="*/ 7467600 w 7467600"/>
              <a:gd name="connsiteY82" fmla="*/ 6012219 h 6858000"/>
              <a:gd name="connsiteX83" fmla="*/ 6946849 w 7467600"/>
              <a:gd name="connsiteY83" fmla="*/ 5523271 h 6858000"/>
              <a:gd name="connsiteX84" fmla="*/ 6946972 w 7467600"/>
              <a:gd name="connsiteY84" fmla="*/ 5526491 h 6858000"/>
              <a:gd name="connsiteX85" fmla="*/ 7105827 w 7467600"/>
              <a:gd name="connsiteY85" fmla="*/ 5718700 h 6858000"/>
              <a:gd name="connsiteX86" fmla="*/ 7356878 w 7467600"/>
              <a:gd name="connsiteY86" fmla="*/ 5981332 h 6858000"/>
              <a:gd name="connsiteX87" fmla="*/ 7467600 w 7467600"/>
              <a:gd name="connsiteY87" fmla="*/ 6117703 h 6858000"/>
              <a:gd name="connsiteX88" fmla="*/ 7467600 w 7467600"/>
              <a:gd name="connsiteY88" fmla="*/ 6163634 h 6858000"/>
              <a:gd name="connsiteX89" fmla="*/ 7403637 w 7467600"/>
              <a:gd name="connsiteY89" fmla="*/ 6083957 h 6858000"/>
              <a:gd name="connsiteX90" fmla="*/ 7254615 w 7467600"/>
              <a:gd name="connsiteY90" fmla="*/ 5911918 h 6858000"/>
              <a:gd name="connsiteX91" fmla="*/ 7312589 w 7467600"/>
              <a:gd name="connsiteY91" fmla="*/ 5982309 h 6858000"/>
              <a:gd name="connsiteX92" fmla="*/ 7448321 w 7467600"/>
              <a:gd name="connsiteY92" fmla="*/ 6190991 h 6858000"/>
              <a:gd name="connsiteX93" fmla="*/ 7467600 w 7467600"/>
              <a:gd name="connsiteY93" fmla="*/ 6221686 h 6858000"/>
              <a:gd name="connsiteX94" fmla="*/ 7467600 w 7467600"/>
              <a:gd name="connsiteY94" fmla="*/ 6334256 h 6858000"/>
              <a:gd name="connsiteX95" fmla="*/ 7454976 w 7467600"/>
              <a:gd name="connsiteY95" fmla="*/ 6318297 h 6858000"/>
              <a:gd name="connsiteX96" fmla="*/ 7042773 w 7467600"/>
              <a:gd name="connsiteY96" fmla="*/ 5734011 h 6858000"/>
              <a:gd name="connsiteX97" fmla="*/ 6844835 w 7467600"/>
              <a:gd name="connsiteY97" fmla="*/ 5424988 h 6858000"/>
              <a:gd name="connsiteX98" fmla="*/ 1456157 w 7467600"/>
              <a:gd name="connsiteY98" fmla="*/ 5371404 h 6858000"/>
              <a:gd name="connsiteX99" fmla="*/ 1244432 w 7467600"/>
              <a:gd name="connsiteY99" fmla="*/ 5385601 h 6858000"/>
              <a:gd name="connsiteX100" fmla="*/ 973990 w 7467600"/>
              <a:gd name="connsiteY100" fmla="*/ 5424940 h 6858000"/>
              <a:gd name="connsiteX101" fmla="*/ 1103809 w 7467600"/>
              <a:gd name="connsiteY101" fmla="*/ 5433720 h 6858000"/>
              <a:gd name="connsiteX102" fmla="*/ 1123454 w 7467600"/>
              <a:gd name="connsiteY102" fmla="*/ 5435727 h 6858000"/>
              <a:gd name="connsiteX103" fmla="*/ 1737017 w 7467600"/>
              <a:gd name="connsiteY103" fmla="*/ 5452183 h 6858000"/>
              <a:gd name="connsiteX104" fmla="*/ 1824397 w 7467600"/>
              <a:gd name="connsiteY104" fmla="*/ 5447757 h 6858000"/>
              <a:gd name="connsiteX105" fmla="*/ 2070059 w 7467600"/>
              <a:gd name="connsiteY105" fmla="*/ 5441660 h 6858000"/>
              <a:gd name="connsiteX106" fmla="*/ 1456157 w 7467600"/>
              <a:gd name="connsiteY106" fmla="*/ 5371404 h 6858000"/>
              <a:gd name="connsiteX107" fmla="*/ 4988186 w 7467600"/>
              <a:gd name="connsiteY107" fmla="*/ 5216467 h 6858000"/>
              <a:gd name="connsiteX108" fmla="*/ 4777334 w 7467600"/>
              <a:gd name="connsiteY108" fmla="*/ 5406072 h 6858000"/>
              <a:gd name="connsiteX109" fmla="*/ 4718341 w 7467600"/>
              <a:gd name="connsiteY109" fmla="*/ 5468043 h 6858000"/>
              <a:gd name="connsiteX110" fmla="*/ 4604655 w 7467600"/>
              <a:gd name="connsiteY110" fmla="*/ 5583434 h 6858000"/>
              <a:gd name="connsiteX111" fmla="*/ 4565074 w 7467600"/>
              <a:gd name="connsiteY111" fmla="*/ 5618550 h 6858000"/>
              <a:gd name="connsiteX112" fmla="*/ 4988186 w 7467600"/>
              <a:gd name="connsiteY112" fmla="*/ 5216467 h 6858000"/>
              <a:gd name="connsiteX113" fmla="*/ 4978032 w 7467600"/>
              <a:gd name="connsiteY113" fmla="*/ 5183809 h 6858000"/>
              <a:gd name="connsiteX114" fmla="*/ 4463413 w 7467600"/>
              <a:gd name="connsiteY114" fmla="*/ 5615162 h 6858000"/>
              <a:gd name="connsiteX115" fmla="*/ 4358134 w 7467600"/>
              <a:gd name="connsiteY115" fmla="*/ 5742791 h 6858000"/>
              <a:gd name="connsiteX116" fmla="*/ 4376219 w 7467600"/>
              <a:gd name="connsiteY116" fmla="*/ 5729027 h 6858000"/>
              <a:gd name="connsiteX117" fmla="*/ 4582340 w 7467600"/>
              <a:gd name="connsiteY117" fmla="*/ 5561037 h 6858000"/>
              <a:gd name="connsiteX118" fmla="*/ 4694684 w 7467600"/>
              <a:gd name="connsiteY118" fmla="*/ 5447098 h 6858000"/>
              <a:gd name="connsiteX119" fmla="*/ 4754123 w 7467600"/>
              <a:gd name="connsiteY119" fmla="*/ 5384643 h 6858000"/>
              <a:gd name="connsiteX120" fmla="*/ 4978032 w 7467600"/>
              <a:gd name="connsiteY120" fmla="*/ 5183809 h 6858000"/>
              <a:gd name="connsiteX121" fmla="*/ 1903353 w 7467600"/>
              <a:gd name="connsiteY121" fmla="*/ 5044827 h 6858000"/>
              <a:gd name="connsiteX122" fmla="*/ 1936931 w 7467600"/>
              <a:gd name="connsiteY122" fmla="*/ 5093954 h 6858000"/>
              <a:gd name="connsiteX123" fmla="*/ 2195868 w 7467600"/>
              <a:gd name="connsiteY123" fmla="*/ 5396574 h 6858000"/>
              <a:gd name="connsiteX124" fmla="*/ 2088852 w 7467600"/>
              <a:gd name="connsiteY124" fmla="*/ 5166123 h 6858000"/>
              <a:gd name="connsiteX125" fmla="*/ 1958241 w 7467600"/>
              <a:gd name="connsiteY125" fmla="*/ 5067955 h 6858000"/>
              <a:gd name="connsiteX126" fmla="*/ 1903353 w 7467600"/>
              <a:gd name="connsiteY126" fmla="*/ 5044827 h 6858000"/>
              <a:gd name="connsiteX127" fmla="*/ 1979378 w 7467600"/>
              <a:gd name="connsiteY127" fmla="*/ 4769504 h 6858000"/>
              <a:gd name="connsiteX128" fmla="*/ 2882120 w 7467600"/>
              <a:gd name="connsiteY128" fmla="*/ 5064547 h 6858000"/>
              <a:gd name="connsiteX129" fmla="*/ 2793103 w 7467600"/>
              <a:gd name="connsiteY129" fmla="*/ 5039699 h 6858000"/>
              <a:gd name="connsiteX130" fmla="*/ 2770041 w 7467600"/>
              <a:gd name="connsiteY130" fmla="*/ 5033634 h 6858000"/>
              <a:gd name="connsiteX131" fmla="*/ 1979378 w 7467600"/>
              <a:gd name="connsiteY131" fmla="*/ 4769504 h 6858000"/>
              <a:gd name="connsiteX132" fmla="*/ 1927410 w 7467600"/>
              <a:gd name="connsiteY132" fmla="*/ 4716164 h 6858000"/>
              <a:gd name="connsiteX133" fmla="*/ 1959587 w 7467600"/>
              <a:gd name="connsiteY133" fmla="*/ 4728849 h 6858000"/>
              <a:gd name="connsiteX134" fmla="*/ 2777707 w 7467600"/>
              <a:gd name="connsiteY134" fmla="*/ 5003991 h 6858000"/>
              <a:gd name="connsiteX135" fmla="*/ 2800768 w 7467600"/>
              <a:gd name="connsiteY135" fmla="*/ 5010056 h 6858000"/>
              <a:gd name="connsiteX136" fmla="*/ 2879408 w 7467600"/>
              <a:gd name="connsiteY136" fmla="*/ 5031590 h 6858000"/>
              <a:gd name="connsiteX137" fmla="*/ 2862295 w 7467600"/>
              <a:gd name="connsiteY137" fmla="*/ 5022958 h 6858000"/>
              <a:gd name="connsiteX138" fmla="*/ 2813343 w 7467600"/>
              <a:gd name="connsiteY138" fmla="*/ 4998369 h 6858000"/>
              <a:gd name="connsiteX139" fmla="*/ 2646245 w 7467600"/>
              <a:gd name="connsiteY139" fmla="*/ 4930999 h 6858000"/>
              <a:gd name="connsiteX140" fmla="*/ 1999243 w 7467600"/>
              <a:gd name="connsiteY140" fmla="*/ 4730524 h 6858000"/>
              <a:gd name="connsiteX141" fmla="*/ 1979527 w 7467600"/>
              <a:gd name="connsiteY141" fmla="*/ 4726651 h 6858000"/>
              <a:gd name="connsiteX142" fmla="*/ 1927410 w 7467600"/>
              <a:gd name="connsiteY142" fmla="*/ 4716164 h 6858000"/>
              <a:gd name="connsiteX143" fmla="*/ 1997014 w 7467600"/>
              <a:gd name="connsiteY143" fmla="*/ 4698007 h 6858000"/>
              <a:gd name="connsiteX144" fmla="*/ 2005458 w 7467600"/>
              <a:gd name="connsiteY144" fmla="*/ 4699540 h 6858000"/>
              <a:gd name="connsiteX145" fmla="*/ 2657186 w 7467600"/>
              <a:gd name="connsiteY145" fmla="*/ 4901687 h 6858000"/>
              <a:gd name="connsiteX146" fmla="*/ 2826662 w 7467600"/>
              <a:gd name="connsiteY146" fmla="*/ 4970362 h 6858000"/>
              <a:gd name="connsiteX147" fmla="*/ 2876100 w 7467600"/>
              <a:gd name="connsiteY147" fmla="*/ 4995397 h 6858000"/>
              <a:gd name="connsiteX148" fmla="*/ 3042600 w 7467600"/>
              <a:gd name="connsiteY148" fmla="*/ 5059532 h 6858000"/>
              <a:gd name="connsiteX149" fmla="*/ 1997014 w 7467600"/>
              <a:gd name="connsiteY149" fmla="*/ 4698007 h 6858000"/>
              <a:gd name="connsiteX150" fmla="*/ 2305292 w 7467600"/>
              <a:gd name="connsiteY150" fmla="*/ 4219492 h 6858000"/>
              <a:gd name="connsiteX151" fmla="*/ 3360922 w 7467600"/>
              <a:gd name="connsiteY151" fmla="*/ 4529373 h 6858000"/>
              <a:gd name="connsiteX152" fmla="*/ 3492420 w 7467600"/>
              <a:gd name="connsiteY152" fmla="*/ 4510145 h 6858000"/>
              <a:gd name="connsiteX153" fmla="*/ 3364086 w 7467600"/>
              <a:gd name="connsiteY153" fmla="*/ 4480340 h 6858000"/>
              <a:gd name="connsiteX154" fmla="*/ 3225818 w 7467600"/>
              <a:gd name="connsiteY154" fmla="*/ 4411822 h 6858000"/>
              <a:gd name="connsiteX155" fmla="*/ 3129696 w 7467600"/>
              <a:gd name="connsiteY155" fmla="*/ 4360704 h 6858000"/>
              <a:gd name="connsiteX156" fmla="*/ 2814545 w 7467600"/>
              <a:gd name="connsiteY156" fmla="*/ 4282955 h 6858000"/>
              <a:gd name="connsiteX157" fmla="*/ 2305292 w 7467600"/>
              <a:gd name="connsiteY157" fmla="*/ 4219492 h 6858000"/>
              <a:gd name="connsiteX158" fmla="*/ 2626982 w 7467600"/>
              <a:gd name="connsiteY158" fmla="*/ 4206450 h 6858000"/>
              <a:gd name="connsiteX159" fmla="*/ 2490617 w 7467600"/>
              <a:gd name="connsiteY159" fmla="*/ 4206951 h 6858000"/>
              <a:gd name="connsiteX160" fmla="*/ 2819869 w 7467600"/>
              <a:gd name="connsiteY160" fmla="*/ 4252936 h 6858000"/>
              <a:gd name="connsiteX161" fmla="*/ 3143018 w 7467600"/>
              <a:gd name="connsiteY161" fmla="*/ 4332698 h 6858000"/>
              <a:gd name="connsiteX162" fmla="*/ 3241520 w 7467600"/>
              <a:gd name="connsiteY162" fmla="*/ 4385112 h 6858000"/>
              <a:gd name="connsiteX163" fmla="*/ 3374575 w 7467600"/>
              <a:gd name="connsiteY163" fmla="*/ 4451517 h 6858000"/>
              <a:gd name="connsiteX164" fmla="*/ 3505221 w 7467600"/>
              <a:gd name="connsiteY164" fmla="*/ 4480757 h 6858000"/>
              <a:gd name="connsiteX165" fmla="*/ 2626982 w 7467600"/>
              <a:gd name="connsiteY165" fmla="*/ 4206450 h 6858000"/>
              <a:gd name="connsiteX166" fmla="*/ 1310106 w 7467600"/>
              <a:gd name="connsiteY166" fmla="*/ 3943217 h 6858000"/>
              <a:gd name="connsiteX167" fmla="*/ 854994 w 7467600"/>
              <a:gd name="connsiteY167" fmla="*/ 4399136 h 6858000"/>
              <a:gd name="connsiteX168" fmla="*/ 742462 w 7467600"/>
              <a:gd name="connsiteY168" fmla="*/ 4594648 h 6858000"/>
              <a:gd name="connsiteX169" fmla="*/ 820602 w 7467600"/>
              <a:gd name="connsiteY169" fmla="*/ 4485915 h 6858000"/>
              <a:gd name="connsiteX170" fmla="*/ 878295 w 7467600"/>
              <a:gd name="connsiteY170" fmla="*/ 4403594 h 6858000"/>
              <a:gd name="connsiteX171" fmla="*/ 1240607 w 7467600"/>
              <a:gd name="connsiteY171" fmla="*/ 4010401 h 6858000"/>
              <a:gd name="connsiteX172" fmla="*/ 1310106 w 7467600"/>
              <a:gd name="connsiteY172" fmla="*/ 3943217 h 6858000"/>
              <a:gd name="connsiteX173" fmla="*/ 1423113 w 7467600"/>
              <a:gd name="connsiteY173" fmla="*/ 3874565 h 6858000"/>
              <a:gd name="connsiteX174" fmla="*/ 1260565 w 7467600"/>
              <a:gd name="connsiteY174" fmla="*/ 4031982 h 6858000"/>
              <a:gd name="connsiteX175" fmla="*/ 901900 w 7467600"/>
              <a:gd name="connsiteY175" fmla="*/ 4421236 h 6858000"/>
              <a:gd name="connsiteX176" fmla="*/ 845044 w 7467600"/>
              <a:gd name="connsiteY176" fmla="*/ 4502436 h 6858000"/>
              <a:gd name="connsiteX177" fmla="*/ 685926 w 7467600"/>
              <a:gd name="connsiteY177" fmla="*/ 4703069 h 6858000"/>
              <a:gd name="connsiteX178" fmla="*/ 684248 w 7467600"/>
              <a:gd name="connsiteY178" fmla="*/ 4706721 h 6858000"/>
              <a:gd name="connsiteX179" fmla="*/ 1423113 w 7467600"/>
              <a:gd name="connsiteY179" fmla="*/ 3874565 h 6858000"/>
              <a:gd name="connsiteX180" fmla="*/ 3316479 w 7467600"/>
              <a:gd name="connsiteY180" fmla="*/ 3872136 h 6858000"/>
              <a:gd name="connsiteX181" fmla="*/ 3546806 w 7467600"/>
              <a:gd name="connsiteY181" fmla="*/ 4356139 h 6858000"/>
              <a:gd name="connsiteX182" fmla="*/ 3364433 w 7467600"/>
              <a:gd name="connsiteY182" fmla="*/ 3953121 h 6858000"/>
              <a:gd name="connsiteX183" fmla="*/ 3316479 w 7467600"/>
              <a:gd name="connsiteY183" fmla="*/ 3872136 h 6858000"/>
              <a:gd name="connsiteX184" fmla="*/ 3291335 w 7467600"/>
              <a:gd name="connsiteY184" fmla="*/ 3767420 h 6858000"/>
              <a:gd name="connsiteX185" fmla="*/ 3390805 w 7467600"/>
              <a:gd name="connsiteY185" fmla="*/ 3937163 h 6858000"/>
              <a:gd name="connsiteX186" fmla="*/ 3579062 w 7467600"/>
              <a:gd name="connsiteY186" fmla="*/ 4359040 h 6858000"/>
              <a:gd name="connsiteX187" fmla="*/ 3467355 w 7467600"/>
              <a:gd name="connsiteY187" fmla="*/ 3988130 h 6858000"/>
              <a:gd name="connsiteX188" fmla="*/ 3310753 w 7467600"/>
              <a:gd name="connsiteY188" fmla="*/ 3787140 h 6858000"/>
              <a:gd name="connsiteX189" fmla="*/ 3291335 w 7467600"/>
              <a:gd name="connsiteY189" fmla="*/ 3767420 h 6858000"/>
              <a:gd name="connsiteX190" fmla="*/ 1635889 w 7467600"/>
              <a:gd name="connsiteY190" fmla="*/ 3709494 h 6858000"/>
              <a:gd name="connsiteX191" fmla="*/ 1634800 w 7467600"/>
              <a:gd name="connsiteY191" fmla="*/ 3731111 h 6858000"/>
              <a:gd name="connsiteX192" fmla="*/ 1635889 w 7467600"/>
              <a:gd name="connsiteY192" fmla="*/ 3709494 h 6858000"/>
              <a:gd name="connsiteX193" fmla="*/ 1510397 w 7467600"/>
              <a:gd name="connsiteY193" fmla="*/ 3684705 h 6858000"/>
              <a:gd name="connsiteX194" fmla="*/ 1146550 w 7467600"/>
              <a:gd name="connsiteY194" fmla="*/ 3802012 h 6858000"/>
              <a:gd name="connsiteX195" fmla="*/ 698834 w 7467600"/>
              <a:gd name="connsiteY195" fmla="*/ 3952272 h 6858000"/>
              <a:gd name="connsiteX196" fmla="*/ 34256 w 7467600"/>
              <a:gd name="connsiteY196" fmla="*/ 4347603 h 6858000"/>
              <a:gd name="connsiteX197" fmla="*/ 527241 w 7467600"/>
              <a:gd name="connsiteY197" fmla="*/ 4065078 h 6858000"/>
              <a:gd name="connsiteX198" fmla="*/ 1510397 w 7467600"/>
              <a:gd name="connsiteY198" fmla="*/ 3684705 h 6858000"/>
              <a:gd name="connsiteX199" fmla="*/ 1313114 w 7467600"/>
              <a:gd name="connsiteY199" fmla="*/ 3655216 h 6858000"/>
              <a:gd name="connsiteX200" fmla="*/ 1109304 w 7467600"/>
              <a:gd name="connsiteY200" fmla="*/ 3669030 h 6858000"/>
              <a:gd name="connsiteX201" fmla="*/ 8129 w 7467600"/>
              <a:gd name="connsiteY201" fmla="*/ 4330519 h 6858000"/>
              <a:gd name="connsiteX202" fmla="*/ 687572 w 7467600"/>
              <a:gd name="connsiteY202" fmla="*/ 3925629 h 6858000"/>
              <a:gd name="connsiteX203" fmla="*/ 1138365 w 7467600"/>
              <a:gd name="connsiteY203" fmla="*/ 3774515 h 6858000"/>
              <a:gd name="connsiteX204" fmla="*/ 1505579 w 7467600"/>
              <a:gd name="connsiteY204" fmla="*/ 3655526 h 6858000"/>
              <a:gd name="connsiteX205" fmla="*/ 1313114 w 7467600"/>
              <a:gd name="connsiteY205" fmla="*/ 3655216 h 6858000"/>
              <a:gd name="connsiteX206" fmla="*/ 3655073 w 7467600"/>
              <a:gd name="connsiteY206" fmla="*/ 3650884 h 6858000"/>
              <a:gd name="connsiteX207" fmla="*/ 3989938 w 7467600"/>
              <a:gd name="connsiteY207" fmla="*/ 3991685 h 6858000"/>
              <a:gd name="connsiteX208" fmla="*/ 4393907 w 7467600"/>
              <a:gd name="connsiteY208" fmla="*/ 4261258 h 6858000"/>
              <a:gd name="connsiteX209" fmla="*/ 4648051 w 7467600"/>
              <a:gd name="connsiteY209" fmla="*/ 4374051 h 6858000"/>
              <a:gd name="connsiteX210" fmla="*/ 4383389 w 7467600"/>
              <a:gd name="connsiteY210" fmla="*/ 4184369 h 6858000"/>
              <a:gd name="connsiteX211" fmla="*/ 4165508 w 7467600"/>
              <a:gd name="connsiteY211" fmla="*/ 4035196 h 6858000"/>
              <a:gd name="connsiteX212" fmla="*/ 4068162 w 7467600"/>
              <a:gd name="connsiteY212" fmla="*/ 3953394 h 6858000"/>
              <a:gd name="connsiteX213" fmla="*/ 3981416 w 7467600"/>
              <a:gd name="connsiteY213" fmla="*/ 3880482 h 6858000"/>
              <a:gd name="connsiteX214" fmla="*/ 3800147 w 7467600"/>
              <a:gd name="connsiteY214" fmla="*/ 3749872 h 6858000"/>
              <a:gd name="connsiteX215" fmla="*/ 3655073 w 7467600"/>
              <a:gd name="connsiteY215" fmla="*/ 3650884 h 6858000"/>
              <a:gd name="connsiteX216" fmla="*/ 3670252 w 7467600"/>
              <a:gd name="connsiteY216" fmla="*/ 3622798 h 6858000"/>
              <a:gd name="connsiteX217" fmla="*/ 3817258 w 7467600"/>
              <a:gd name="connsiteY217" fmla="*/ 3723577 h 6858000"/>
              <a:gd name="connsiteX218" fmla="*/ 4000461 w 7467600"/>
              <a:gd name="connsiteY218" fmla="*/ 3855966 h 6858000"/>
              <a:gd name="connsiteX219" fmla="*/ 4088180 w 7467600"/>
              <a:gd name="connsiteY219" fmla="*/ 3929774 h 6858000"/>
              <a:gd name="connsiteX220" fmla="*/ 4184555 w 7467600"/>
              <a:gd name="connsiteY220" fmla="*/ 4010683 h 6858000"/>
              <a:gd name="connsiteX221" fmla="*/ 4399563 w 7467600"/>
              <a:gd name="connsiteY221" fmla="*/ 4158106 h 6858000"/>
              <a:gd name="connsiteX222" fmla="*/ 4684469 w 7467600"/>
              <a:gd name="connsiteY222" fmla="*/ 4364680 h 6858000"/>
              <a:gd name="connsiteX223" fmla="*/ 4690271 w 7467600"/>
              <a:gd name="connsiteY223" fmla="*/ 4370034 h 6858000"/>
              <a:gd name="connsiteX224" fmla="*/ 4136093 w 7467600"/>
              <a:gd name="connsiteY224" fmla="*/ 3858466 h 6858000"/>
              <a:gd name="connsiteX225" fmla="*/ 3670252 w 7467600"/>
              <a:gd name="connsiteY225" fmla="*/ 3622798 h 6858000"/>
              <a:gd name="connsiteX226" fmla="*/ 4440129 w 7467600"/>
              <a:gd name="connsiteY226" fmla="*/ 3448571 h 6858000"/>
              <a:gd name="connsiteX227" fmla="*/ 4856525 w 7467600"/>
              <a:gd name="connsiteY227" fmla="*/ 3915351 h 6858000"/>
              <a:gd name="connsiteX228" fmla="*/ 5059055 w 7467600"/>
              <a:gd name="connsiteY228" fmla="*/ 4108918 h 6858000"/>
              <a:gd name="connsiteX229" fmla="*/ 5290070 w 7467600"/>
              <a:gd name="connsiteY229" fmla="*/ 4263619 h 6858000"/>
              <a:gd name="connsiteX230" fmla="*/ 4834991 w 7467600"/>
              <a:gd name="connsiteY230" fmla="*/ 3830985 h 6858000"/>
              <a:gd name="connsiteX231" fmla="*/ 4440129 w 7467600"/>
              <a:gd name="connsiteY231" fmla="*/ 3448571 h 6858000"/>
              <a:gd name="connsiteX232" fmla="*/ 4441737 w 7467600"/>
              <a:gd name="connsiteY232" fmla="*/ 3399734 h 6858000"/>
              <a:gd name="connsiteX233" fmla="*/ 4431236 w 7467600"/>
              <a:gd name="connsiteY233" fmla="*/ 3400954 h 6858000"/>
              <a:gd name="connsiteX234" fmla="*/ 4557150 w 7467600"/>
              <a:gd name="connsiteY234" fmla="*/ 3510023 h 6858000"/>
              <a:gd name="connsiteX235" fmla="*/ 4856936 w 7467600"/>
              <a:gd name="connsiteY235" fmla="*/ 3809146 h 6858000"/>
              <a:gd name="connsiteX236" fmla="*/ 5111996 w 7467600"/>
              <a:gd name="connsiteY236" fmla="*/ 4065759 h 6858000"/>
              <a:gd name="connsiteX237" fmla="*/ 5388878 w 7467600"/>
              <a:gd name="connsiteY237" fmla="*/ 4300185 h 6858000"/>
              <a:gd name="connsiteX238" fmla="*/ 5425556 w 7467600"/>
              <a:gd name="connsiteY238" fmla="*/ 4308967 h 6858000"/>
              <a:gd name="connsiteX239" fmla="*/ 4943646 w 7467600"/>
              <a:gd name="connsiteY239" fmla="*/ 3822916 h 6858000"/>
              <a:gd name="connsiteX240" fmla="*/ 4594837 w 7467600"/>
              <a:gd name="connsiteY240" fmla="*/ 3532274 h 6858000"/>
              <a:gd name="connsiteX241" fmla="*/ 4441737 w 7467600"/>
              <a:gd name="connsiteY241" fmla="*/ 3399734 h 6858000"/>
              <a:gd name="connsiteX242" fmla="*/ 5425834 w 7467600"/>
              <a:gd name="connsiteY242" fmla="*/ 3162785 h 6858000"/>
              <a:gd name="connsiteX243" fmla="*/ 5401644 w 7467600"/>
              <a:gd name="connsiteY243" fmla="*/ 3617847 h 6858000"/>
              <a:gd name="connsiteX244" fmla="*/ 5467256 w 7467600"/>
              <a:gd name="connsiteY244" fmla="*/ 4175494 h 6858000"/>
              <a:gd name="connsiteX245" fmla="*/ 5448069 w 7467600"/>
              <a:gd name="connsiteY245" fmla="*/ 3567554 h 6858000"/>
              <a:gd name="connsiteX246" fmla="*/ 5425834 w 7467600"/>
              <a:gd name="connsiteY246" fmla="*/ 3162785 h 6858000"/>
              <a:gd name="connsiteX247" fmla="*/ 1318687 w 7467600"/>
              <a:gd name="connsiteY247" fmla="*/ 3113840 h 6858000"/>
              <a:gd name="connsiteX248" fmla="*/ 1066793 w 7467600"/>
              <a:gd name="connsiteY248" fmla="*/ 3212171 h 6858000"/>
              <a:gd name="connsiteX249" fmla="*/ 993319 w 7467600"/>
              <a:gd name="connsiteY249" fmla="*/ 3247648 h 6858000"/>
              <a:gd name="connsiteX250" fmla="*/ 853081 w 7467600"/>
              <a:gd name="connsiteY250" fmla="*/ 3312410 h 6858000"/>
              <a:gd name="connsiteX251" fmla="*/ 805957 w 7467600"/>
              <a:gd name="connsiteY251" fmla="*/ 3330443 h 6858000"/>
              <a:gd name="connsiteX252" fmla="*/ 1318687 w 7467600"/>
              <a:gd name="connsiteY252" fmla="*/ 3113840 h 6858000"/>
              <a:gd name="connsiteX253" fmla="*/ 5453702 w 7467600"/>
              <a:gd name="connsiteY253" fmla="*/ 3090882 h 6858000"/>
              <a:gd name="connsiteX254" fmla="*/ 5480135 w 7467600"/>
              <a:gd name="connsiteY254" fmla="*/ 3565802 h 6858000"/>
              <a:gd name="connsiteX255" fmla="*/ 5499023 w 7467600"/>
              <a:gd name="connsiteY255" fmla="*/ 4166310 h 6858000"/>
              <a:gd name="connsiteX256" fmla="*/ 5547022 w 7467600"/>
              <a:gd name="connsiteY256" fmla="*/ 3607838 h 6858000"/>
              <a:gd name="connsiteX257" fmla="*/ 5515964 w 7467600"/>
              <a:gd name="connsiteY257" fmla="*/ 3378541 h 6858000"/>
              <a:gd name="connsiteX258" fmla="*/ 5453702 w 7467600"/>
              <a:gd name="connsiteY258" fmla="*/ 3090882 h 6858000"/>
              <a:gd name="connsiteX259" fmla="*/ 1238695 w 7467600"/>
              <a:gd name="connsiteY259" fmla="*/ 3076820 h 6858000"/>
              <a:gd name="connsiteX260" fmla="*/ 716371 w 7467600"/>
              <a:gd name="connsiteY260" fmla="*/ 3293249 h 6858000"/>
              <a:gd name="connsiteX261" fmla="*/ 579522 w 7467600"/>
              <a:gd name="connsiteY261" fmla="*/ 3371759 h 6858000"/>
              <a:gd name="connsiteX262" fmla="*/ 600288 w 7467600"/>
              <a:gd name="connsiteY262" fmla="*/ 3365555 h 6858000"/>
              <a:gd name="connsiteX263" fmla="*/ 840692 w 7467600"/>
              <a:gd name="connsiteY263" fmla="*/ 3284921 h 6858000"/>
              <a:gd name="connsiteX264" fmla="*/ 979248 w 7467600"/>
              <a:gd name="connsiteY264" fmla="*/ 3221003 h 6858000"/>
              <a:gd name="connsiteX265" fmla="*/ 1053282 w 7467600"/>
              <a:gd name="connsiteY265" fmla="*/ 3185247 h 6858000"/>
              <a:gd name="connsiteX266" fmla="*/ 1320603 w 7467600"/>
              <a:gd name="connsiteY266" fmla="*/ 3081281 h 6858000"/>
              <a:gd name="connsiteX267" fmla="*/ 1238695 w 7467600"/>
              <a:gd name="connsiteY267" fmla="*/ 3076820 h 6858000"/>
              <a:gd name="connsiteX268" fmla="*/ 5425627 w 7467600"/>
              <a:gd name="connsiteY268" fmla="*/ 2954192 h 6858000"/>
              <a:gd name="connsiteX269" fmla="*/ 5470770 w 7467600"/>
              <a:gd name="connsiteY269" fmla="*/ 3005435 h 6858000"/>
              <a:gd name="connsiteX270" fmla="*/ 5519779 w 7467600"/>
              <a:gd name="connsiteY270" fmla="*/ 4359223 h 6858000"/>
              <a:gd name="connsiteX271" fmla="*/ 5520293 w 7467600"/>
              <a:gd name="connsiteY271" fmla="*/ 4360602 h 6858000"/>
              <a:gd name="connsiteX272" fmla="*/ 5767221 w 7467600"/>
              <a:gd name="connsiteY272" fmla="*/ 4665564 h 6858000"/>
              <a:gd name="connsiteX273" fmla="*/ 6937169 w 7467600"/>
              <a:gd name="connsiteY273" fmla="*/ 4815941 h 6858000"/>
              <a:gd name="connsiteX274" fmla="*/ 6953922 w 7467600"/>
              <a:gd name="connsiteY274" fmla="*/ 4890068 h 6858000"/>
              <a:gd name="connsiteX275" fmla="*/ 6071359 w 7467600"/>
              <a:gd name="connsiteY275" fmla="*/ 4770770 h 6858000"/>
              <a:gd name="connsiteX276" fmla="*/ 6038839 w 7467600"/>
              <a:gd name="connsiteY276" fmla="*/ 4764474 h 6858000"/>
              <a:gd name="connsiteX277" fmla="*/ 6038706 w 7467600"/>
              <a:gd name="connsiteY277" fmla="*/ 4763847 h 6858000"/>
              <a:gd name="connsiteX278" fmla="*/ 6037784 w 7467600"/>
              <a:gd name="connsiteY278" fmla="*/ 4764270 h 6858000"/>
              <a:gd name="connsiteX279" fmla="*/ 6038839 w 7467600"/>
              <a:gd name="connsiteY279" fmla="*/ 4764474 h 6858000"/>
              <a:gd name="connsiteX280" fmla="*/ 6040338 w 7467600"/>
              <a:gd name="connsiteY280" fmla="*/ 4771418 h 6858000"/>
              <a:gd name="connsiteX281" fmla="*/ 6024488 w 7467600"/>
              <a:gd name="connsiteY281" fmla="*/ 4809903 h 6858000"/>
              <a:gd name="connsiteX282" fmla="*/ 5599771 w 7467600"/>
              <a:gd name="connsiteY282" fmla="*/ 5509652 h 6858000"/>
              <a:gd name="connsiteX283" fmla="*/ 5548843 w 7467600"/>
              <a:gd name="connsiteY283" fmla="*/ 5563845 h 6858000"/>
              <a:gd name="connsiteX284" fmla="*/ 5940952 w 7467600"/>
              <a:gd name="connsiteY284" fmla="*/ 6250028 h 6858000"/>
              <a:gd name="connsiteX285" fmla="*/ 6043441 w 7467600"/>
              <a:gd name="connsiteY285" fmla="*/ 6665847 h 6858000"/>
              <a:gd name="connsiteX286" fmla="*/ 6093432 w 7467600"/>
              <a:gd name="connsiteY286" fmla="*/ 6858000 h 6858000"/>
              <a:gd name="connsiteX287" fmla="*/ 6034344 w 7467600"/>
              <a:gd name="connsiteY287" fmla="*/ 6858000 h 6858000"/>
              <a:gd name="connsiteX288" fmla="*/ 6026679 w 7467600"/>
              <a:gd name="connsiteY288" fmla="*/ 6836959 h 6858000"/>
              <a:gd name="connsiteX289" fmla="*/ 5800441 w 7467600"/>
              <a:gd name="connsiteY289" fmla="*/ 6335286 h 6858000"/>
              <a:gd name="connsiteX290" fmla="*/ 5526562 w 7467600"/>
              <a:gd name="connsiteY290" fmla="*/ 5705388 h 6858000"/>
              <a:gd name="connsiteX291" fmla="*/ 5519640 w 7467600"/>
              <a:gd name="connsiteY291" fmla="*/ 5683774 h 6858000"/>
              <a:gd name="connsiteX292" fmla="*/ 5844559 w 7467600"/>
              <a:gd name="connsiteY292" fmla="*/ 6553349 h 6858000"/>
              <a:gd name="connsiteX293" fmla="*/ 5975994 w 7467600"/>
              <a:gd name="connsiteY293" fmla="*/ 6858000 h 6858000"/>
              <a:gd name="connsiteX294" fmla="*/ 5898547 w 7467600"/>
              <a:gd name="connsiteY294" fmla="*/ 6858000 h 6858000"/>
              <a:gd name="connsiteX295" fmla="*/ 5682041 w 7467600"/>
              <a:gd name="connsiteY295" fmla="*/ 6355860 h 6858000"/>
              <a:gd name="connsiteX296" fmla="*/ 5461758 w 7467600"/>
              <a:gd name="connsiteY296" fmla="*/ 5820220 h 6858000"/>
              <a:gd name="connsiteX297" fmla="*/ 5237282 w 7467600"/>
              <a:gd name="connsiteY297" fmla="*/ 6579086 h 6858000"/>
              <a:gd name="connsiteX298" fmla="*/ 5115009 w 7467600"/>
              <a:gd name="connsiteY298" fmla="*/ 6858000 h 6858000"/>
              <a:gd name="connsiteX299" fmla="*/ 5028074 w 7467600"/>
              <a:gd name="connsiteY299" fmla="*/ 6858000 h 6858000"/>
              <a:gd name="connsiteX300" fmla="*/ 5079508 w 7467600"/>
              <a:gd name="connsiteY300" fmla="*/ 6749074 h 6858000"/>
              <a:gd name="connsiteX301" fmla="*/ 5371846 w 7467600"/>
              <a:gd name="connsiteY301" fmla="*/ 5924413 h 6858000"/>
              <a:gd name="connsiteX302" fmla="*/ 5270512 w 7467600"/>
              <a:gd name="connsiteY302" fmla="*/ 6138975 h 6858000"/>
              <a:gd name="connsiteX303" fmla="*/ 5062409 w 7467600"/>
              <a:gd name="connsiteY303" fmla="*/ 6653544 h 6858000"/>
              <a:gd name="connsiteX304" fmla="*/ 5036628 w 7467600"/>
              <a:gd name="connsiteY304" fmla="*/ 6754247 h 6858000"/>
              <a:gd name="connsiteX305" fmla="*/ 5009112 w 7467600"/>
              <a:gd name="connsiteY305" fmla="*/ 6858000 h 6858000"/>
              <a:gd name="connsiteX306" fmla="*/ 4976679 w 7467600"/>
              <a:gd name="connsiteY306" fmla="*/ 6858000 h 6858000"/>
              <a:gd name="connsiteX307" fmla="*/ 5006537 w 7467600"/>
              <a:gd name="connsiteY307" fmla="*/ 6747068 h 6858000"/>
              <a:gd name="connsiteX308" fmla="*/ 5032723 w 7467600"/>
              <a:gd name="connsiteY308" fmla="*/ 6644957 h 6858000"/>
              <a:gd name="connsiteX309" fmla="*/ 5242949 w 7467600"/>
              <a:gd name="connsiteY309" fmla="*/ 6125175 h 6858000"/>
              <a:gd name="connsiteX310" fmla="*/ 5286321 w 7467600"/>
              <a:gd name="connsiteY310" fmla="*/ 6033555 h 6858000"/>
              <a:gd name="connsiteX311" fmla="*/ 5008210 w 7467600"/>
              <a:gd name="connsiteY311" fmla="*/ 6649194 h 6858000"/>
              <a:gd name="connsiteX312" fmla="*/ 4986321 w 7467600"/>
              <a:gd name="connsiteY312" fmla="*/ 6765687 h 6858000"/>
              <a:gd name="connsiteX313" fmla="*/ 4973474 w 7467600"/>
              <a:gd name="connsiteY313" fmla="*/ 6858000 h 6858000"/>
              <a:gd name="connsiteX314" fmla="*/ 4907178 w 7467600"/>
              <a:gd name="connsiteY314" fmla="*/ 6858000 h 6858000"/>
              <a:gd name="connsiteX315" fmla="*/ 4910810 w 7467600"/>
              <a:gd name="connsiteY315" fmla="*/ 6829660 h 6858000"/>
              <a:gd name="connsiteX316" fmla="*/ 4987461 w 7467600"/>
              <a:gd name="connsiteY316" fmla="*/ 6432994 h 6858000"/>
              <a:gd name="connsiteX317" fmla="*/ 5179262 w 7467600"/>
              <a:gd name="connsiteY317" fmla="*/ 6035044 h 6858000"/>
              <a:gd name="connsiteX318" fmla="*/ 4689678 w 7467600"/>
              <a:gd name="connsiteY318" fmla="*/ 6440241 h 6858000"/>
              <a:gd name="connsiteX319" fmla="*/ 4477543 w 7467600"/>
              <a:gd name="connsiteY319" fmla="*/ 6674836 h 6858000"/>
              <a:gd name="connsiteX320" fmla="*/ 4329957 w 7467600"/>
              <a:gd name="connsiteY320" fmla="*/ 6858000 h 6858000"/>
              <a:gd name="connsiteX321" fmla="*/ 4218595 w 7467600"/>
              <a:gd name="connsiteY321" fmla="*/ 6858000 h 6858000"/>
              <a:gd name="connsiteX322" fmla="*/ 4368888 w 7467600"/>
              <a:gd name="connsiteY322" fmla="*/ 6668412 h 6858000"/>
              <a:gd name="connsiteX323" fmla="*/ 4563091 w 7467600"/>
              <a:gd name="connsiteY323" fmla="*/ 6442508 h 6858000"/>
              <a:gd name="connsiteX324" fmla="*/ 5387324 w 7467600"/>
              <a:gd name="connsiteY324" fmla="*/ 5705830 h 6858000"/>
              <a:gd name="connsiteX325" fmla="*/ 5073620 w 7467600"/>
              <a:gd name="connsiteY325" fmla="*/ 5955437 h 6858000"/>
              <a:gd name="connsiteX326" fmla="*/ 4689789 w 7467600"/>
              <a:gd name="connsiteY326" fmla="*/ 6268382 h 6858000"/>
              <a:gd name="connsiteX327" fmla="*/ 4418722 w 7467600"/>
              <a:gd name="connsiteY327" fmla="*/ 6570886 h 6858000"/>
              <a:gd name="connsiteX328" fmla="*/ 4214944 w 7467600"/>
              <a:gd name="connsiteY328" fmla="*/ 6858000 h 6858000"/>
              <a:gd name="connsiteX329" fmla="*/ 4177898 w 7467600"/>
              <a:gd name="connsiteY329" fmla="*/ 6858000 h 6858000"/>
              <a:gd name="connsiteX330" fmla="*/ 4391597 w 7467600"/>
              <a:gd name="connsiteY330" fmla="*/ 6556370 h 6858000"/>
              <a:gd name="connsiteX331" fmla="*/ 4668889 w 7467600"/>
              <a:gd name="connsiteY331" fmla="*/ 6246399 h 6858000"/>
              <a:gd name="connsiteX332" fmla="*/ 5055427 w 7467600"/>
              <a:gd name="connsiteY332" fmla="*/ 5931476 h 6858000"/>
              <a:gd name="connsiteX333" fmla="*/ 5371814 w 7467600"/>
              <a:gd name="connsiteY333" fmla="*/ 5678975 h 6858000"/>
              <a:gd name="connsiteX334" fmla="*/ 4987918 w 7467600"/>
              <a:gd name="connsiteY334" fmla="*/ 5838701 h 6858000"/>
              <a:gd name="connsiteX335" fmla="*/ 4317146 w 7467600"/>
              <a:gd name="connsiteY335" fmla="*/ 6587716 h 6858000"/>
              <a:gd name="connsiteX336" fmla="*/ 4171627 w 7467600"/>
              <a:gd name="connsiteY336" fmla="*/ 6858000 h 6858000"/>
              <a:gd name="connsiteX337" fmla="*/ 4081585 w 7467600"/>
              <a:gd name="connsiteY337" fmla="*/ 6858000 h 6858000"/>
              <a:gd name="connsiteX338" fmla="*/ 4238603 w 7467600"/>
              <a:gd name="connsiteY338" fmla="*/ 6559341 h 6858000"/>
              <a:gd name="connsiteX339" fmla="*/ 4778333 w 7467600"/>
              <a:gd name="connsiteY339" fmla="*/ 5873626 h 6858000"/>
              <a:gd name="connsiteX340" fmla="*/ 5414185 w 7467600"/>
              <a:gd name="connsiteY340" fmla="*/ 5573882 h 6858000"/>
              <a:gd name="connsiteX341" fmla="*/ 5959648 w 7467600"/>
              <a:gd name="connsiteY341" fmla="*/ 4760797 h 6858000"/>
              <a:gd name="connsiteX342" fmla="*/ 5355019 w 7467600"/>
              <a:gd name="connsiteY342" fmla="*/ 4734672 h 6858000"/>
              <a:gd name="connsiteX343" fmla="*/ 5083565 w 7467600"/>
              <a:gd name="connsiteY343" fmla="*/ 5179121 h 6858000"/>
              <a:gd name="connsiteX344" fmla="*/ 4713577 w 7467600"/>
              <a:gd name="connsiteY344" fmla="*/ 5616803 h 6858000"/>
              <a:gd name="connsiteX345" fmla="*/ 3989559 w 7467600"/>
              <a:gd name="connsiteY345" fmla="*/ 6145945 h 6858000"/>
              <a:gd name="connsiteX346" fmla="*/ 3939824 w 7467600"/>
              <a:gd name="connsiteY346" fmla="*/ 6066900 h 6858000"/>
              <a:gd name="connsiteX347" fmla="*/ 4584537 w 7467600"/>
              <a:gd name="connsiteY347" fmla="*/ 5324826 h 6858000"/>
              <a:gd name="connsiteX348" fmla="*/ 5037105 w 7467600"/>
              <a:gd name="connsiteY348" fmla="*/ 5088765 h 6858000"/>
              <a:gd name="connsiteX349" fmla="*/ 5039930 w 7467600"/>
              <a:gd name="connsiteY349" fmla="*/ 5089585 h 6858000"/>
              <a:gd name="connsiteX350" fmla="*/ 5263764 w 7467600"/>
              <a:gd name="connsiteY350" fmla="*/ 4735525 h 6858000"/>
              <a:gd name="connsiteX351" fmla="*/ 4086300 w 7467600"/>
              <a:gd name="connsiteY351" fmla="*/ 4884599 h 6858000"/>
              <a:gd name="connsiteX352" fmla="*/ 4085485 w 7467600"/>
              <a:gd name="connsiteY352" fmla="*/ 4899070 h 6858000"/>
              <a:gd name="connsiteX353" fmla="*/ 3871915 w 7467600"/>
              <a:gd name="connsiteY353" fmla="*/ 5253645 h 6858000"/>
              <a:gd name="connsiteX354" fmla="*/ 3799374 w 7467600"/>
              <a:gd name="connsiteY354" fmla="*/ 5466127 h 6858000"/>
              <a:gd name="connsiteX355" fmla="*/ 3498850 w 7467600"/>
              <a:gd name="connsiteY355" fmla="*/ 6661888 h 6858000"/>
              <a:gd name="connsiteX356" fmla="*/ 3399216 w 7467600"/>
              <a:gd name="connsiteY356" fmla="*/ 6858000 h 6858000"/>
              <a:gd name="connsiteX357" fmla="*/ 3303688 w 7467600"/>
              <a:gd name="connsiteY357" fmla="*/ 6858000 h 6858000"/>
              <a:gd name="connsiteX358" fmla="*/ 3391774 w 7467600"/>
              <a:gd name="connsiteY358" fmla="*/ 6697181 h 6858000"/>
              <a:gd name="connsiteX359" fmla="*/ 3735540 w 7467600"/>
              <a:gd name="connsiteY359" fmla="*/ 5546923 h 6858000"/>
              <a:gd name="connsiteX360" fmla="*/ 3729438 w 7467600"/>
              <a:gd name="connsiteY360" fmla="*/ 5569058 h 6858000"/>
              <a:gd name="connsiteX361" fmla="*/ 3707782 w 7467600"/>
              <a:gd name="connsiteY361" fmla="*/ 5644908 h 6858000"/>
              <a:gd name="connsiteX362" fmla="*/ 3583827 w 7467600"/>
              <a:gd name="connsiteY362" fmla="*/ 6039215 h 6858000"/>
              <a:gd name="connsiteX363" fmla="*/ 3547861 w 7467600"/>
              <a:gd name="connsiteY363" fmla="*/ 6129609 h 6858000"/>
              <a:gd name="connsiteX364" fmla="*/ 3490905 w 7467600"/>
              <a:gd name="connsiteY364" fmla="*/ 6277660 h 6858000"/>
              <a:gd name="connsiteX365" fmla="*/ 3455859 w 7467600"/>
              <a:gd name="connsiteY365" fmla="*/ 6391301 h 6858000"/>
              <a:gd name="connsiteX366" fmla="*/ 3429112 w 7467600"/>
              <a:gd name="connsiteY366" fmla="*/ 6479469 h 6858000"/>
              <a:gd name="connsiteX367" fmla="*/ 3304862 w 7467600"/>
              <a:gd name="connsiteY367" fmla="*/ 6796476 h 6858000"/>
              <a:gd name="connsiteX368" fmla="*/ 3276071 w 7467600"/>
              <a:gd name="connsiteY368" fmla="*/ 6858000 h 6858000"/>
              <a:gd name="connsiteX369" fmla="*/ 3240805 w 7467600"/>
              <a:gd name="connsiteY369" fmla="*/ 6858000 h 6858000"/>
              <a:gd name="connsiteX370" fmla="*/ 3275917 w 7467600"/>
              <a:gd name="connsiteY370" fmla="*/ 6783192 h 6858000"/>
              <a:gd name="connsiteX371" fmla="*/ 3399358 w 7467600"/>
              <a:gd name="connsiteY371" fmla="*/ 6469011 h 6858000"/>
              <a:gd name="connsiteX372" fmla="*/ 3425650 w 7467600"/>
              <a:gd name="connsiteY372" fmla="*/ 6381333 h 6858000"/>
              <a:gd name="connsiteX373" fmla="*/ 3460661 w 7467600"/>
              <a:gd name="connsiteY373" fmla="*/ 6266763 h 6858000"/>
              <a:gd name="connsiteX374" fmla="*/ 3518021 w 7467600"/>
              <a:gd name="connsiteY374" fmla="*/ 6117298 h 6858000"/>
              <a:gd name="connsiteX375" fmla="*/ 3554035 w 7467600"/>
              <a:gd name="connsiteY375" fmla="*/ 6027832 h 6858000"/>
              <a:gd name="connsiteX376" fmla="*/ 3677174 w 7467600"/>
              <a:gd name="connsiteY376" fmla="*/ 5636351 h 6858000"/>
              <a:gd name="connsiteX377" fmla="*/ 3698819 w 7467600"/>
              <a:gd name="connsiteY377" fmla="*/ 5560503 h 6858000"/>
              <a:gd name="connsiteX378" fmla="*/ 3702094 w 7467600"/>
              <a:gd name="connsiteY378" fmla="*/ 5549194 h 6858000"/>
              <a:gd name="connsiteX379" fmla="*/ 3398355 w 7467600"/>
              <a:gd name="connsiteY379" fmla="*/ 6094603 h 6858000"/>
              <a:gd name="connsiteX380" fmla="*/ 3193941 w 7467600"/>
              <a:gd name="connsiteY380" fmla="*/ 6798775 h 6858000"/>
              <a:gd name="connsiteX381" fmla="*/ 3184140 w 7467600"/>
              <a:gd name="connsiteY381" fmla="*/ 6858000 h 6858000"/>
              <a:gd name="connsiteX382" fmla="*/ 3099978 w 7467600"/>
              <a:gd name="connsiteY382" fmla="*/ 6858000 h 6858000"/>
              <a:gd name="connsiteX383" fmla="*/ 3101556 w 7467600"/>
              <a:gd name="connsiteY383" fmla="*/ 6843337 h 6858000"/>
              <a:gd name="connsiteX384" fmla="*/ 3370162 w 7467600"/>
              <a:gd name="connsiteY384" fmla="*/ 5785550 h 6858000"/>
              <a:gd name="connsiteX385" fmla="*/ 3746477 w 7467600"/>
              <a:gd name="connsiteY385" fmla="*/ 5377889 h 6858000"/>
              <a:gd name="connsiteX386" fmla="*/ 3863399 w 7467600"/>
              <a:gd name="connsiteY386" fmla="*/ 5087257 h 6858000"/>
              <a:gd name="connsiteX387" fmla="*/ 3968712 w 7467600"/>
              <a:gd name="connsiteY387" fmla="*/ 4913989 h 6858000"/>
              <a:gd name="connsiteX388" fmla="*/ 2792390 w 7467600"/>
              <a:gd name="connsiteY388" fmla="*/ 5382974 h 6858000"/>
              <a:gd name="connsiteX389" fmla="*/ 2714982 w 7467600"/>
              <a:gd name="connsiteY389" fmla="*/ 5427051 h 6858000"/>
              <a:gd name="connsiteX390" fmla="*/ 2813361 w 7467600"/>
              <a:gd name="connsiteY390" fmla="*/ 6023912 h 6858000"/>
              <a:gd name="connsiteX391" fmla="*/ 2688430 w 7467600"/>
              <a:gd name="connsiteY391" fmla="*/ 6801564 h 6858000"/>
              <a:gd name="connsiteX392" fmla="*/ 2629626 w 7467600"/>
              <a:gd name="connsiteY392" fmla="*/ 6763394 h 6858000"/>
              <a:gd name="connsiteX393" fmla="*/ 2565328 w 7467600"/>
              <a:gd name="connsiteY393" fmla="*/ 5516399 h 6858000"/>
              <a:gd name="connsiteX394" fmla="*/ 1922999 w 7467600"/>
              <a:gd name="connsiteY394" fmla="*/ 5980343 h 6858000"/>
              <a:gd name="connsiteX395" fmla="*/ 1950261 w 7467600"/>
              <a:gd name="connsiteY395" fmla="*/ 6405858 h 6858000"/>
              <a:gd name="connsiteX396" fmla="*/ 2365554 w 7467600"/>
              <a:gd name="connsiteY396" fmla="*/ 6759107 h 6858000"/>
              <a:gd name="connsiteX397" fmla="*/ 2424142 w 7467600"/>
              <a:gd name="connsiteY397" fmla="*/ 6858000 h 6858000"/>
              <a:gd name="connsiteX398" fmla="*/ 2395994 w 7467600"/>
              <a:gd name="connsiteY398" fmla="*/ 6858000 h 6858000"/>
              <a:gd name="connsiteX399" fmla="*/ 2392863 w 7467600"/>
              <a:gd name="connsiteY399" fmla="*/ 6852964 h 6858000"/>
              <a:gd name="connsiteX400" fmla="*/ 2017589 w 7467600"/>
              <a:gd name="connsiteY400" fmla="*/ 6493982 h 6858000"/>
              <a:gd name="connsiteX401" fmla="*/ 2147336 w 7467600"/>
              <a:gd name="connsiteY401" fmla="*/ 6594052 h 6858000"/>
              <a:gd name="connsiteX402" fmla="*/ 2207047 w 7467600"/>
              <a:gd name="connsiteY402" fmla="*/ 6654540 h 6858000"/>
              <a:gd name="connsiteX403" fmla="*/ 2299106 w 7467600"/>
              <a:gd name="connsiteY403" fmla="*/ 6778931 h 6858000"/>
              <a:gd name="connsiteX404" fmla="*/ 2314430 w 7467600"/>
              <a:gd name="connsiteY404" fmla="*/ 6801144 h 6858000"/>
              <a:gd name="connsiteX405" fmla="*/ 2352406 w 7467600"/>
              <a:gd name="connsiteY405" fmla="*/ 6858000 h 6858000"/>
              <a:gd name="connsiteX406" fmla="*/ 2314492 w 7467600"/>
              <a:gd name="connsiteY406" fmla="*/ 6858000 h 6858000"/>
              <a:gd name="connsiteX407" fmla="*/ 2288095 w 7467600"/>
              <a:gd name="connsiteY407" fmla="*/ 6818030 h 6858000"/>
              <a:gd name="connsiteX408" fmla="*/ 2272768 w 7467600"/>
              <a:gd name="connsiteY408" fmla="*/ 6795822 h 6858000"/>
              <a:gd name="connsiteX409" fmla="*/ 2182715 w 7467600"/>
              <a:gd name="connsiteY409" fmla="*/ 6675071 h 6858000"/>
              <a:gd name="connsiteX410" fmla="*/ 2032061 w 7467600"/>
              <a:gd name="connsiteY410" fmla="*/ 6541380 h 6858000"/>
              <a:gd name="connsiteX411" fmla="*/ 2257220 w 7467600"/>
              <a:gd name="connsiteY411" fmla="*/ 6826257 h 6858000"/>
              <a:gd name="connsiteX412" fmla="*/ 2281324 w 7467600"/>
              <a:gd name="connsiteY412" fmla="*/ 6858000 h 6858000"/>
              <a:gd name="connsiteX413" fmla="*/ 2242860 w 7467600"/>
              <a:gd name="connsiteY413" fmla="*/ 6858000 h 6858000"/>
              <a:gd name="connsiteX414" fmla="*/ 2232818 w 7467600"/>
              <a:gd name="connsiteY414" fmla="*/ 6844926 h 6858000"/>
              <a:gd name="connsiteX415" fmla="*/ 1990172 w 7467600"/>
              <a:gd name="connsiteY415" fmla="*/ 6542121 h 6858000"/>
              <a:gd name="connsiteX416" fmla="*/ 2124090 w 7467600"/>
              <a:gd name="connsiteY416" fmla="*/ 6761017 h 6858000"/>
              <a:gd name="connsiteX417" fmla="*/ 2200380 w 7467600"/>
              <a:gd name="connsiteY417" fmla="*/ 6858000 h 6858000"/>
              <a:gd name="connsiteX418" fmla="*/ 2147507 w 7467600"/>
              <a:gd name="connsiteY418" fmla="*/ 6858000 h 6858000"/>
              <a:gd name="connsiteX419" fmla="*/ 2070668 w 7467600"/>
              <a:gd name="connsiteY419" fmla="*/ 6761520 h 6858000"/>
              <a:gd name="connsiteX420" fmla="*/ 1975142 w 7467600"/>
              <a:gd name="connsiteY420" fmla="*/ 6585570 h 6858000"/>
              <a:gd name="connsiteX421" fmla="*/ 2050035 w 7467600"/>
              <a:gd name="connsiteY421" fmla="*/ 6813345 h 6858000"/>
              <a:gd name="connsiteX422" fmla="*/ 2063025 w 7467600"/>
              <a:gd name="connsiteY422" fmla="*/ 6858000 h 6858000"/>
              <a:gd name="connsiteX423" fmla="*/ 2021675 w 7467600"/>
              <a:gd name="connsiteY423" fmla="*/ 6858000 h 6858000"/>
              <a:gd name="connsiteX424" fmla="*/ 2019308 w 7467600"/>
              <a:gd name="connsiteY424" fmla="*/ 6847118 h 6858000"/>
              <a:gd name="connsiteX425" fmla="*/ 1938835 w 7467600"/>
              <a:gd name="connsiteY425" fmla="*/ 6551160 h 6858000"/>
              <a:gd name="connsiteX426" fmla="*/ 1953230 w 7467600"/>
              <a:gd name="connsiteY426" fmla="*/ 6759699 h 6858000"/>
              <a:gd name="connsiteX427" fmla="*/ 1956763 w 7467600"/>
              <a:gd name="connsiteY427" fmla="*/ 6778191 h 6858000"/>
              <a:gd name="connsiteX428" fmla="*/ 1967925 w 7467600"/>
              <a:gd name="connsiteY428" fmla="*/ 6858000 h 6858000"/>
              <a:gd name="connsiteX429" fmla="*/ 1936622 w 7467600"/>
              <a:gd name="connsiteY429" fmla="*/ 6858000 h 6858000"/>
              <a:gd name="connsiteX430" fmla="*/ 1926261 w 7467600"/>
              <a:gd name="connsiteY430" fmla="*/ 6784064 h 6858000"/>
              <a:gd name="connsiteX431" fmla="*/ 1922724 w 7467600"/>
              <a:gd name="connsiteY431" fmla="*/ 6765577 h 6858000"/>
              <a:gd name="connsiteX432" fmla="*/ 1904650 w 7467600"/>
              <a:gd name="connsiteY432" fmla="*/ 6639616 h 6858000"/>
              <a:gd name="connsiteX433" fmla="*/ 1885273 w 7467600"/>
              <a:gd name="connsiteY433" fmla="*/ 6858000 h 6858000"/>
              <a:gd name="connsiteX434" fmla="*/ 1854363 w 7467600"/>
              <a:gd name="connsiteY434" fmla="*/ 6858000 h 6858000"/>
              <a:gd name="connsiteX435" fmla="*/ 1880391 w 7467600"/>
              <a:gd name="connsiteY435" fmla="*/ 6603796 h 6858000"/>
              <a:gd name="connsiteX436" fmla="*/ 1818273 w 7467600"/>
              <a:gd name="connsiteY436" fmla="*/ 6715729 h 6858000"/>
              <a:gd name="connsiteX437" fmla="*/ 1794691 w 7467600"/>
              <a:gd name="connsiteY437" fmla="*/ 6843239 h 6858000"/>
              <a:gd name="connsiteX438" fmla="*/ 1794914 w 7467600"/>
              <a:gd name="connsiteY438" fmla="*/ 6858000 h 6858000"/>
              <a:gd name="connsiteX439" fmla="*/ 1746128 w 7467600"/>
              <a:gd name="connsiteY439" fmla="*/ 6858000 h 6858000"/>
              <a:gd name="connsiteX440" fmla="*/ 1753934 w 7467600"/>
              <a:gd name="connsiteY440" fmla="*/ 6724796 h 6858000"/>
              <a:gd name="connsiteX441" fmla="*/ 1792053 w 7467600"/>
              <a:gd name="connsiteY441" fmla="*/ 6572396 h 6858000"/>
              <a:gd name="connsiteX442" fmla="*/ 1862248 w 7467600"/>
              <a:gd name="connsiteY442" fmla="*/ 6266397 h 6858000"/>
              <a:gd name="connsiteX443" fmla="*/ 1862250 w 7467600"/>
              <a:gd name="connsiteY443" fmla="*/ 6033531 h 6858000"/>
              <a:gd name="connsiteX444" fmla="*/ 1211999 w 7467600"/>
              <a:gd name="connsiteY444" fmla="*/ 6683610 h 6858000"/>
              <a:gd name="connsiteX445" fmla="*/ 1213266 w 7467600"/>
              <a:gd name="connsiteY445" fmla="*/ 6691947 h 6858000"/>
              <a:gd name="connsiteX446" fmla="*/ 1203370 w 7467600"/>
              <a:gd name="connsiteY446" fmla="*/ 6850676 h 6858000"/>
              <a:gd name="connsiteX447" fmla="*/ 1203671 w 7467600"/>
              <a:gd name="connsiteY447" fmla="*/ 6858000 h 6858000"/>
              <a:gd name="connsiteX448" fmla="*/ 1143180 w 7467600"/>
              <a:gd name="connsiteY448" fmla="*/ 6858000 h 6858000"/>
              <a:gd name="connsiteX449" fmla="*/ 1142176 w 7467600"/>
              <a:gd name="connsiteY449" fmla="*/ 6766045 h 6858000"/>
              <a:gd name="connsiteX450" fmla="*/ 1067484 w 7467600"/>
              <a:gd name="connsiteY450" fmla="*/ 6858000 h 6858000"/>
              <a:gd name="connsiteX451" fmla="*/ 953928 w 7467600"/>
              <a:gd name="connsiteY451" fmla="*/ 6858000 h 6858000"/>
              <a:gd name="connsiteX452" fmla="*/ 959715 w 7467600"/>
              <a:gd name="connsiteY452" fmla="*/ 6850185 h 6858000"/>
              <a:gd name="connsiteX453" fmla="*/ 1483788 w 7467600"/>
              <a:gd name="connsiteY453" fmla="*/ 6259174 h 6858000"/>
              <a:gd name="connsiteX454" fmla="*/ 1100671 w 7467600"/>
              <a:gd name="connsiteY454" fmla="*/ 6252137 h 6858000"/>
              <a:gd name="connsiteX455" fmla="*/ 1090144 w 7467600"/>
              <a:gd name="connsiteY455" fmla="*/ 6256748 h 6858000"/>
              <a:gd name="connsiteX456" fmla="*/ 1095872 w 7467600"/>
              <a:gd name="connsiteY456" fmla="*/ 6271892 h 6858000"/>
              <a:gd name="connsiteX457" fmla="*/ 262785 w 7467600"/>
              <a:gd name="connsiteY457" fmla="*/ 6845450 h 6858000"/>
              <a:gd name="connsiteX458" fmla="*/ 209968 w 7467600"/>
              <a:gd name="connsiteY458" fmla="*/ 6770713 h 6858000"/>
              <a:gd name="connsiteX459" fmla="*/ 873460 w 7467600"/>
              <a:gd name="connsiteY459" fmla="*/ 6253768 h 6858000"/>
              <a:gd name="connsiteX460" fmla="*/ 192686 w 7467600"/>
              <a:gd name="connsiteY460" fmla="*/ 5849257 h 6858000"/>
              <a:gd name="connsiteX461" fmla="*/ 4696 w 7467600"/>
              <a:gd name="connsiteY461" fmla="*/ 5697668 h 6858000"/>
              <a:gd name="connsiteX462" fmla="*/ 0 w 7467600"/>
              <a:gd name="connsiteY462" fmla="*/ 5689984 h 6858000"/>
              <a:gd name="connsiteX463" fmla="*/ 0 w 7467600"/>
              <a:gd name="connsiteY463" fmla="*/ 5513472 h 6858000"/>
              <a:gd name="connsiteX464" fmla="*/ 174101 w 7467600"/>
              <a:gd name="connsiteY464" fmla="*/ 5620277 h 6858000"/>
              <a:gd name="connsiteX465" fmla="*/ 891800 w 7467600"/>
              <a:gd name="connsiteY465" fmla="*/ 6036935 h 6858000"/>
              <a:gd name="connsiteX466" fmla="*/ 1072219 w 7467600"/>
              <a:gd name="connsiteY466" fmla="*/ 6169443 h 6858000"/>
              <a:gd name="connsiteX467" fmla="*/ 1074117 w 7467600"/>
              <a:gd name="connsiteY467" fmla="*/ 6170301 h 6858000"/>
              <a:gd name="connsiteX468" fmla="*/ 1083114 w 7467600"/>
              <a:gd name="connsiteY468" fmla="*/ 6174131 h 6858000"/>
              <a:gd name="connsiteX469" fmla="*/ 1543010 w 7467600"/>
              <a:gd name="connsiteY469" fmla="*/ 6191140 h 6858000"/>
              <a:gd name="connsiteX470" fmla="*/ 1551080 w 7467600"/>
              <a:gd name="connsiteY470" fmla="*/ 6195006 h 6858000"/>
              <a:gd name="connsiteX471" fmla="*/ 2345443 w 7467600"/>
              <a:gd name="connsiteY471" fmla="*/ 5549882 h 6858000"/>
              <a:gd name="connsiteX472" fmla="*/ 1721499 w 7467600"/>
              <a:gd name="connsiteY472" fmla="*/ 5599969 h 6858000"/>
              <a:gd name="connsiteX473" fmla="*/ 767716 w 7467600"/>
              <a:gd name="connsiteY473" fmla="*/ 5472768 h 6858000"/>
              <a:gd name="connsiteX474" fmla="*/ 722147 w 7467600"/>
              <a:gd name="connsiteY474" fmla="*/ 5393091 h 6858000"/>
              <a:gd name="connsiteX475" fmla="*/ 1485552 w 7467600"/>
              <a:gd name="connsiteY475" fmla="*/ 5313202 h 6858000"/>
              <a:gd name="connsiteX476" fmla="*/ 2143004 w 7467600"/>
              <a:gd name="connsiteY476" fmla="*/ 5402420 h 6858000"/>
              <a:gd name="connsiteX477" fmla="*/ 1933391 w 7467600"/>
              <a:gd name="connsiteY477" fmla="*/ 5156971 h 6858000"/>
              <a:gd name="connsiteX478" fmla="*/ 1827118 w 7467600"/>
              <a:gd name="connsiteY478" fmla="*/ 4968410 h 6858000"/>
              <a:gd name="connsiteX479" fmla="*/ 1837349 w 7467600"/>
              <a:gd name="connsiteY479" fmla="*/ 4956357 h 6858000"/>
              <a:gd name="connsiteX480" fmla="*/ 2162835 w 7467600"/>
              <a:gd name="connsiteY480" fmla="*/ 5187853 h 6858000"/>
              <a:gd name="connsiteX481" fmla="*/ 2257167 w 7467600"/>
              <a:gd name="connsiteY481" fmla="*/ 5462123 h 6858000"/>
              <a:gd name="connsiteX482" fmla="*/ 2261598 w 7467600"/>
              <a:gd name="connsiteY482" fmla="*/ 5467998 h 6858000"/>
              <a:gd name="connsiteX483" fmla="*/ 2437177 w 7467600"/>
              <a:gd name="connsiteY483" fmla="*/ 5479608 h 6858000"/>
              <a:gd name="connsiteX484" fmla="*/ 2445247 w 7467600"/>
              <a:gd name="connsiteY484" fmla="*/ 5483476 h 6858000"/>
              <a:gd name="connsiteX485" fmla="*/ 2743626 w 7467600"/>
              <a:gd name="connsiteY485" fmla="*/ 5304819 h 6858000"/>
              <a:gd name="connsiteX486" fmla="*/ 3048102 w 7467600"/>
              <a:gd name="connsiteY486" fmla="*/ 5150595 h 6858000"/>
              <a:gd name="connsiteX487" fmla="*/ 1799414 w 7467600"/>
              <a:gd name="connsiteY487" fmla="*/ 4694732 h 6858000"/>
              <a:gd name="connsiteX488" fmla="*/ 1771735 w 7467600"/>
              <a:gd name="connsiteY488" fmla="*/ 4619929 h 6858000"/>
              <a:gd name="connsiteX489" fmla="*/ 3104273 w 7467600"/>
              <a:gd name="connsiteY489" fmla="*/ 5076159 h 6858000"/>
              <a:gd name="connsiteX490" fmla="*/ 3113245 w 7467600"/>
              <a:gd name="connsiteY490" fmla="*/ 5090705 h 6858000"/>
              <a:gd name="connsiteX491" fmla="*/ 3126294 w 7467600"/>
              <a:gd name="connsiteY491" fmla="*/ 5114400 h 6858000"/>
              <a:gd name="connsiteX492" fmla="*/ 3937433 w 7467600"/>
              <a:gd name="connsiteY492" fmla="*/ 4830473 h 6858000"/>
              <a:gd name="connsiteX493" fmla="*/ 3590475 w 7467600"/>
              <a:gd name="connsiteY493" fmla="*/ 4597974 h 6858000"/>
              <a:gd name="connsiteX494" fmla="*/ 3100264 w 7467600"/>
              <a:gd name="connsiteY494" fmla="*/ 4579845 h 6858000"/>
              <a:gd name="connsiteX495" fmla="*/ 2183576 w 7467600"/>
              <a:gd name="connsiteY495" fmla="*/ 4227150 h 6858000"/>
              <a:gd name="connsiteX496" fmla="*/ 2151029 w 7467600"/>
              <a:gd name="connsiteY496" fmla="*/ 4146947 h 6858000"/>
              <a:gd name="connsiteX497" fmla="*/ 3563434 w 7467600"/>
              <a:gd name="connsiteY497" fmla="*/ 4469115 h 6858000"/>
              <a:gd name="connsiteX498" fmla="*/ 3177952 w 7467600"/>
              <a:gd name="connsiteY498" fmla="*/ 3657386 h 6858000"/>
              <a:gd name="connsiteX499" fmla="*/ 3189263 w 7467600"/>
              <a:gd name="connsiteY499" fmla="*/ 3625726 h 6858000"/>
              <a:gd name="connsiteX500" fmla="*/ 3560912 w 7467600"/>
              <a:gd name="connsiteY500" fmla="*/ 4079863 h 6858000"/>
              <a:gd name="connsiteX501" fmla="*/ 3626636 w 7467600"/>
              <a:gd name="connsiteY501" fmla="*/ 4512230 h 6858000"/>
              <a:gd name="connsiteX502" fmla="*/ 3653088 w 7467600"/>
              <a:gd name="connsiteY502" fmla="*/ 4521417 h 6858000"/>
              <a:gd name="connsiteX503" fmla="*/ 3988128 w 7467600"/>
              <a:gd name="connsiteY503" fmla="*/ 4817267 h 6858000"/>
              <a:gd name="connsiteX504" fmla="*/ 4830582 w 7467600"/>
              <a:gd name="connsiteY504" fmla="*/ 4676000 h 6858000"/>
              <a:gd name="connsiteX505" fmla="*/ 4830100 w 7467600"/>
              <a:gd name="connsiteY505" fmla="*/ 4675554 h 6858000"/>
              <a:gd name="connsiteX506" fmla="*/ 4036318 w 7467600"/>
              <a:gd name="connsiteY506" fmla="*/ 4147013 h 6858000"/>
              <a:gd name="connsiteX507" fmla="*/ 3432098 w 7467600"/>
              <a:gd name="connsiteY507" fmla="*/ 3537312 h 6858000"/>
              <a:gd name="connsiteX508" fmla="*/ 3446761 w 7467600"/>
              <a:gd name="connsiteY508" fmla="*/ 3461278 h 6858000"/>
              <a:gd name="connsiteX509" fmla="*/ 4419733 w 7467600"/>
              <a:gd name="connsiteY509" fmla="*/ 3963555 h 6858000"/>
              <a:gd name="connsiteX510" fmla="*/ 4781371 w 7467600"/>
              <a:gd name="connsiteY510" fmla="*/ 4458604 h 6858000"/>
              <a:gd name="connsiteX511" fmla="*/ 4780440 w 7467600"/>
              <a:gd name="connsiteY511" fmla="*/ 4470290 h 6858000"/>
              <a:gd name="connsiteX512" fmla="*/ 4898954 w 7467600"/>
              <a:gd name="connsiteY512" fmla="*/ 4662092 h 6858000"/>
              <a:gd name="connsiteX513" fmla="*/ 4900699 w 7467600"/>
              <a:gd name="connsiteY513" fmla="*/ 4670867 h 6858000"/>
              <a:gd name="connsiteX514" fmla="*/ 5714511 w 7467600"/>
              <a:gd name="connsiteY514" fmla="*/ 4663483 h 6858000"/>
              <a:gd name="connsiteX515" fmla="*/ 5464793 w 7467600"/>
              <a:gd name="connsiteY515" fmla="*/ 4393556 h 6858000"/>
              <a:gd name="connsiteX516" fmla="*/ 5461897 w 7467600"/>
              <a:gd name="connsiteY516" fmla="*/ 4390879 h 6858000"/>
              <a:gd name="connsiteX517" fmla="*/ 4294126 w 7467600"/>
              <a:gd name="connsiteY517" fmla="*/ 3303048 h 6858000"/>
              <a:gd name="connsiteX518" fmla="*/ 4305321 w 7467600"/>
              <a:gd name="connsiteY518" fmla="*/ 3256953 h 6858000"/>
              <a:gd name="connsiteX519" fmla="*/ 4949299 w 7467600"/>
              <a:gd name="connsiteY519" fmla="*/ 3766336 h 6858000"/>
              <a:gd name="connsiteX520" fmla="*/ 5291452 w 7467600"/>
              <a:gd name="connsiteY520" fmla="*/ 4076801 h 6858000"/>
              <a:gd name="connsiteX521" fmla="*/ 5434998 w 7467600"/>
              <a:gd name="connsiteY521" fmla="*/ 4254100 h 6858000"/>
              <a:gd name="connsiteX522" fmla="*/ 5351015 w 7467600"/>
              <a:gd name="connsiteY522" fmla="*/ 3760989 h 6858000"/>
              <a:gd name="connsiteX523" fmla="*/ 5413780 w 7467600"/>
              <a:gd name="connsiteY523" fmla="*/ 2966265 h 6858000"/>
              <a:gd name="connsiteX524" fmla="*/ 5425627 w 7467600"/>
              <a:gd name="connsiteY524" fmla="*/ 2954192 h 6858000"/>
              <a:gd name="connsiteX525" fmla="*/ 6604735 w 7467600"/>
              <a:gd name="connsiteY525" fmla="*/ 2041381 h 6858000"/>
              <a:gd name="connsiteX526" fmla="*/ 7204487 w 7467600"/>
              <a:gd name="connsiteY526" fmla="*/ 2742112 h 6858000"/>
              <a:gd name="connsiteX527" fmla="*/ 7131592 w 7467600"/>
              <a:gd name="connsiteY527" fmla="*/ 2672096 h 6858000"/>
              <a:gd name="connsiteX528" fmla="*/ 6996344 w 7467600"/>
              <a:gd name="connsiteY528" fmla="*/ 2518310 h 6858000"/>
              <a:gd name="connsiteX529" fmla="*/ 6735495 w 7467600"/>
              <a:gd name="connsiteY529" fmla="*/ 2196890 h 6858000"/>
              <a:gd name="connsiteX530" fmla="*/ 6721901 w 7467600"/>
              <a:gd name="connsiteY530" fmla="*/ 2179274 h 6858000"/>
              <a:gd name="connsiteX531" fmla="*/ 6604735 w 7467600"/>
              <a:gd name="connsiteY531" fmla="*/ 2041381 h 6858000"/>
              <a:gd name="connsiteX532" fmla="*/ 6591670 w 7467600"/>
              <a:gd name="connsiteY532" fmla="*/ 1988277 h 6858000"/>
              <a:gd name="connsiteX533" fmla="*/ 6747349 w 7467600"/>
              <a:gd name="connsiteY533" fmla="*/ 2160069 h 6858000"/>
              <a:gd name="connsiteX534" fmla="*/ 6760943 w 7467600"/>
              <a:gd name="connsiteY534" fmla="*/ 2177686 h 6858000"/>
              <a:gd name="connsiteX535" fmla="*/ 7021065 w 7467600"/>
              <a:gd name="connsiteY535" fmla="*/ 2498102 h 6858000"/>
              <a:gd name="connsiteX536" fmla="*/ 7155223 w 7467600"/>
              <a:gd name="connsiteY536" fmla="*/ 2650386 h 6858000"/>
              <a:gd name="connsiteX537" fmla="*/ 7203167 w 7467600"/>
              <a:gd name="connsiteY537" fmla="*/ 2697288 h 6858000"/>
              <a:gd name="connsiteX538" fmla="*/ 6937703 w 7467600"/>
              <a:gd name="connsiteY538" fmla="*/ 2321981 h 6858000"/>
              <a:gd name="connsiteX539" fmla="*/ 6591670 w 7467600"/>
              <a:gd name="connsiteY539" fmla="*/ 1988277 h 6858000"/>
              <a:gd name="connsiteX540" fmla="*/ 5798671 w 7467600"/>
              <a:gd name="connsiteY540" fmla="*/ 1981601 h 6858000"/>
              <a:gd name="connsiteX541" fmla="*/ 5754709 w 7467600"/>
              <a:gd name="connsiteY541" fmla="*/ 2071454 h 6858000"/>
              <a:gd name="connsiteX542" fmla="*/ 5763044 w 7467600"/>
              <a:gd name="connsiteY542" fmla="*/ 2842206 h 6858000"/>
              <a:gd name="connsiteX543" fmla="*/ 5764974 w 7467600"/>
              <a:gd name="connsiteY543" fmla="*/ 2799609 h 6858000"/>
              <a:gd name="connsiteX544" fmla="*/ 5767665 w 7467600"/>
              <a:gd name="connsiteY544" fmla="*/ 2666409 h 6858000"/>
              <a:gd name="connsiteX545" fmla="*/ 5763055 w 7467600"/>
              <a:gd name="connsiteY545" fmla="*/ 2579705 h 6858000"/>
              <a:gd name="connsiteX546" fmla="*/ 5758079 w 7467600"/>
              <a:gd name="connsiteY546" fmla="*/ 2492508 h 6858000"/>
              <a:gd name="connsiteX547" fmla="*/ 5779325 w 7467600"/>
              <a:gd name="connsiteY547" fmla="*/ 2197069 h 6858000"/>
              <a:gd name="connsiteX548" fmla="*/ 5798671 w 7467600"/>
              <a:gd name="connsiteY548" fmla="*/ 1981601 h 6858000"/>
              <a:gd name="connsiteX549" fmla="*/ 5829202 w 7467600"/>
              <a:gd name="connsiteY549" fmla="*/ 1971679 h 6858000"/>
              <a:gd name="connsiteX550" fmla="*/ 5809558 w 7467600"/>
              <a:gd name="connsiteY550" fmla="*/ 2198043 h 6858000"/>
              <a:gd name="connsiteX551" fmla="*/ 5788653 w 7467600"/>
              <a:gd name="connsiteY551" fmla="*/ 2489430 h 6858000"/>
              <a:gd name="connsiteX552" fmla="*/ 5793439 w 7467600"/>
              <a:gd name="connsiteY552" fmla="*/ 2575235 h 6858000"/>
              <a:gd name="connsiteX553" fmla="*/ 5796837 w 7467600"/>
              <a:gd name="connsiteY553" fmla="*/ 2637633 h 6858000"/>
              <a:gd name="connsiteX554" fmla="*/ 5818614 w 7467600"/>
              <a:gd name="connsiteY554" fmla="*/ 2473055 h 6858000"/>
              <a:gd name="connsiteX555" fmla="*/ 5829202 w 7467600"/>
              <a:gd name="connsiteY555" fmla="*/ 1971679 h 6858000"/>
              <a:gd name="connsiteX556" fmla="*/ 5911389 w 7467600"/>
              <a:gd name="connsiteY556" fmla="*/ 1898371 h 6858000"/>
              <a:gd name="connsiteX557" fmla="*/ 6237627 w 7467600"/>
              <a:gd name="connsiteY557" fmla="*/ 2231921 h 6858000"/>
              <a:gd name="connsiteX558" fmla="*/ 5911389 w 7467600"/>
              <a:gd name="connsiteY558" fmla="*/ 1898371 h 6858000"/>
              <a:gd name="connsiteX559" fmla="*/ 6944437 w 7467600"/>
              <a:gd name="connsiteY559" fmla="*/ 1575402 h 6858000"/>
              <a:gd name="connsiteX560" fmla="*/ 6304730 w 7467600"/>
              <a:gd name="connsiteY560" fmla="*/ 1766654 h 6858000"/>
              <a:gd name="connsiteX561" fmla="*/ 6944437 w 7467600"/>
              <a:gd name="connsiteY561" fmla="*/ 1575402 h 6858000"/>
              <a:gd name="connsiteX562" fmla="*/ 7019523 w 7467600"/>
              <a:gd name="connsiteY562" fmla="*/ 1519450 h 6858000"/>
              <a:gd name="connsiteX563" fmla="*/ 6298091 w 7467600"/>
              <a:gd name="connsiteY563" fmla="*/ 1737122 h 6858000"/>
              <a:gd name="connsiteX564" fmla="*/ 7019523 w 7467600"/>
              <a:gd name="connsiteY564" fmla="*/ 1519450 h 6858000"/>
              <a:gd name="connsiteX565" fmla="*/ 2399523 w 7467600"/>
              <a:gd name="connsiteY565" fmla="*/ 1428234 h 6858000"/>
              <a:gd name="connsiteX566" fmla="*/ 2224982 w 7467600"/>
              <a:gd name="connsiteY566" fmla="*/ 1826201 h 6858000"/>
              <a:gd name="connsiteX567" fmla="*/ 2096099 w 7467600"/>
              <a:gd name="connsiteY567" fmla="*/ 2345900 h 6858000"/>
              <a:gd name="connsiteX568" fmla="*/ 2283317 w 7467600"/>
              <a:gd name="connsiteY568" fmla="*/ 1796925 h 6858000"/>
              <a:gd name="connsiteX569" fmla="*/ 2399523 w 7467600"/>
              <a:gd name="connsiteY569" fmla="*/ 1428234 h 6858000"/>
              <a:gd name="connsiteX570" fmla="*/ 2448558 w 7467600"/>
              <a:gd name="connsiteY570" fmla="*/ 1373435 h 6858000"/>
              <a:gd name="connsiteX571" fmla="*/ 2312521 w 7467600"/>
              <a:gd name="connsiteY571" fmla="*/ 1806140 h 6858000"/>
              <a:gd name="connsiteX572" fmla="*/ 2127533 w 7467600"/>
              <a:gd name="connsiteY572" fmla="*/ 2348380 h 6858000"/>
              <a:gd name="connsiteX573" fmla="*/ 2358080 w 7467600"/>
              <a:gd name="connsiteY573" fmla="*/ 1866134 h 6858000"/>
              <a:gd name="connsiteX574" fmla="*/ 2407436 w 7467600"/>
              <a:gd name="connsiteY574" fmla="*/ 1651070 h 6858000"/>
              <a:gd name="connsiteX575" fmla="*/ 2448558 w 7467600"/>
              <a:gd name="connsiteY575" fmla="*/ 1373435 h 6858000"/>
              <a:gd name="connsiteX576" fmla="*/ 278707 w 7467600"/>
              <a:gd name="connsiteY576" fmla="*/ 1352270 h 6858000"/>
              <a:gd name="connsiteX577" fmla="*/ 321570 w 7467600"/>
              <a:gd name="connsiteY577" fmla="*/ 1861610 h 6858000"/>
              <a:gd name="connsiteX578" fmla="*/ 294281 w 7467600"/>
              <a:gd name="connsiteY578" fmla="*/ 1440658 h 6858000"/>
              <a:gd name="connsiteX579" fmla="*/ 278707 w 7467600"/>
              <a:gd name="connsiteY579" fmla="*/ 1352270 h 6858000"/>
              <a:gd name="connsiteX580" fmla="*/ 1423821 w 7467600"/>
              <a:gd name="connsiteY580" fmla="*/ 1351958 h 6858000"/>
              <a:gd name="connsiteX581" fmla="*/ 1638521 w 7467600"/>
              <a:gd name="connsiteY581" fmla="*/ 1908470 h 6858000"/>
              <a:gd name="connsiteX582" fmla="*/ 1754199 w 7467600"/>
              <a:gd name="connsiteY582" fmla="*/ 2149284 h 6858000"/>
              <a:gd name="connsiteX583" fmla="*/ 1908359 w 7467600"/>
              <a:gd name="connsiteY583" fmla="*/ 2364988 h 6858000"/>
              <a:gd name="connsiteX584" fmla="*/ 1647661 w 7467600"/>
              <a:gd name="connsiteY584" fmla="*/ 1825945 h 6858000"/>
              <a:gd name="connsiteX585" fmla="*/ 1423821 w 7467600"/>
              <a:gd name="connsiteY585" fmla="*/ 1351958 h 6858000"/>
              <a:gd name="connsiteX586" fmla="*/ 1431890 w 7467600"/>
              <a:gd name="connsiteY586" fmla="*/ 1306475 h 6858000"/>
              <a:gd name="connsiteX587" fmla="*/ 1507597 w 7467600"/>
              <a:gd name="connsiteY587" fmla="*/ 1446132 h 6858000"/>
              <a:gd name="connsiteX588" fmla="*/ 1674586 w 7467600"/>
              <a:gd name="connsiteY588" fmla="*/ 1813832 h 6858000"/>
              <a:gd name="connsiteX589" fmla="*/ 1815950 w 7467600"/>
              <a:gd name="connsiteY589" fmla="*/ 2128564 h 6858000"/>
              <a:gd name="connsiteX590" fmla="*/ 1984242 w 7467600"/>
              <a:gd name="connsiteY590" fmla="*/ 2430829 h 6858000"/>
              <a:gd name="connsiteX591" fmla="*/ 2014023 w 7467600"/>
              <a:gd name="connsiteY591" fmla="*/ 2450995 h 6858000"/>
              <a:gd name="connsiteX592" fmla="*/ 1747337 w 7467600"/>
              <a:gd name="connsiteY592" fmla="*/ 1855264 h 6858000"/>
              <a:gd name="connsiteX593" fmla="*/ 1533749 w 7467600"/>
              <a:gd name="connsiteY593" fmla="*/ 1478656 h 6858000"/>
              <a:gd name="connsiteX594" fmla="*/ 1431890 w 7467600"/>
              <a:gd name="connsiteY594" fmla="*/ 1306475 h 6858000"/>
              <a:gd name="connsiteX595" fmla="*/ 5052692 w 7467600"/>
              <a:gd name="connsiteY595" fmla="*/ 1292994 h 6858000"/>
              <a:gd name="connsiteX596" fmla="*/ 5200661 w 7467600"/>
              <a:gd name="connsiteY596" fmla="*/ 1635186 h 6858000"/>
              <a:gd name="connsiteX597" fmla="*/ 5297138 w 7467600"/>
              <a:gd name="connsiteY597" fmla="*/ 1906351 h 6858000"/>
              <a:gd name="connsiteX598" fmla="*/ 5052692 w 7467600"/>
              <a:gd name="connsiteY598" fmla="*/ 1292994 h 6858000"/>
              <a:gd name="connsiteX599" fmla="*/ 5009948 w 7467600"/>
              <a:gd name="connsiteY599" fmla="*/ 1273619 h 6858000"/>
              <a:gd name="connsiteX600" fmla="*/ 5121777 w 7467600"/>
              <a:gd name="connsiteY600" fmla="*/ 1654213 h 6858000"/>
              <a:gd name="connsiteX601" fmla="*/ 5293545 w 7467600"/>
              <a:gd name="connsiteY601" fmla="*/ 2072247 h 6858000"/>
              <a:gd name="connsiteX602" fmla="*/ 5294042 w 7467600"/>
              <a:gd name="connsiteY602" fmla="*/ 2065019 h 6858000"/>
              <a:gd name="connsiteX603" fmla="*/ 5171936 w 7467600"/>
              <a:gd name="connsiteY603" fmla="*/ 1647613 h 6858000"/>
              <a:gd name="connsiteX604" fmla="*/ 5009948 w 7467600"/>
              <a:gd name="connsiteY604" fmla="*/ 1273619 h 6858000"/>
              <a:gd name="connsiteX605" fmla="*/ 655236 w 7467600"/>
              <a:gd name="connsiteY605" fmla="*/ 1268632 h 6858000"/>
              <a:gd name="connsiteX606" fmla="*/ 839521 w 7467600"/>
              <a:gd name="connsiteY606" fmla="*/ 1685315 h 6858000"/>
              <a:gd name="connsiteX607" fmla="*/ 1109416 w 7467600"/>
              <a:gd name="connsiteY607" fmla="*/ 2061663 h 6858000"/>
              <a:gd name="connsiteX608" fmla="*/ 1298300 w 7467600"/>
              <a:gd name="connsiteY608" fmla="*/ 2247742 h 6858000"/>
              <a:gd name="connsiteX609" fmla="*/ 1125871 w 7467600"/>
              <a:gd name="connsiteY609" fmla="*/ 1989513 h 6858000"/>
              <a:gd name="connsiteX610" fmla="*/ 981574 w 7467600"/>
              <a:gd name="connsiteY610" fmla="*/ 1783157 h 6858000"/>
              <a:gd name="connsiteX611" fmla="*/ 922198 w 7467600"/>
              <a:gd name="connsiteY611" fmla="*/ 1677437 h 6858000"/>
              <a:gd name="connsiteX612" fmla="*/ 869293 w 7467600"/>
              <a:gd name="connsiteY612" fmla="*/ 1583214 h 6858000"/>
              <a:gd name="connsiteX613" fmla="*/ 751431 w 7467600"/>
              <a:gd name="connsiteY613" fmla="*/ 1405731 h 6858000"/>
              <a:gd name="connsiteX614" fmla="*/ 655236 w 7467600"/>
              <a:gd name="connsiteY614" fmla="*/ 1268632 h 6858000"/>
              <a:gd name="connsiteX615" fmla="*/ 6516292 w 7467600"/>
              <a:gd name="connsiteY615" fmla="*/ 1263064 h 6858000"/>
              <a:gd name="connsiteX616" fmla="*/ 5736320 w 7467600"/>
              <a:gd name="connsiteY616" fmla="*/ 1501803 h 6858000"/>
              <a:gd name="connsiteX617" fmla="*/ 6516292 w 7467600"/>
              <a:gd name="connsiteY617" fmla="*/ 1263064 h 6858000"/>
              <a:gd name="connsiteX618" fmla="*/ 291466 w 7467600"/>
              <a:gd name="connsiteY618" fmla="*/ 1250369 h 6858000"/>
              <a:gd name="connsiteX619" fmla="*/ 323180 w 7467600"/>
              <a:gd name="connsiteY619" fmla="*/ 1435283 h 6858000"/>
              <a:gd name="connsiteX620" fmla="*/ 349381 w 7467600"/>
              <a:gd name="connsiteY620" fmla="*/ 1875041 h 6858000"/>
              <a:gd name="connsiteX621" fmla="*/ 374363 w 7467600"/>
              <a:gd name="connsiteY621" fmla="*/ 1506494 h 6858000"/>
              <a:gd name="connsiteX622" fmla="*/ 302168 w 7467600"/>
              <a:gd name="connsiteY622" fmla="*/ 1274495 h 6858000"/>
              <a:gd name="connsiteX623" fmla="*/ 291466 w 7467600"/>
              <a:gd name="connsiteY623" fmla="*/ 1250369 h 6858000"/>
              <a:gd name="connsiteX624" fmla="*/ 678222 w 7467600"/>
              <a:gd name="connsiteY624" fmla="*/ 1248670 h 6858000"/>
              <a:gd name="connsiteX625" fmla="*/ 775536 w 7467600"/>
              <a:gd name="connsiteY625" fmla="*/ 1388015 h 6858000"/>
              <a:gd name="connsiteX626" fmla="*/ 894529 w 7467600"/>
              <a:gd name="connsiteY626" fmla="*/ 1567739 h 6858000"/>
              <a:gd name="connsiteX627" fmla="*/ 948000 w 7467600"/>
              <a:gd name="connsiteY627" fmla="*/ 1663088 h 6858000"/>
              <a:gd name="connsiteX628" fmla="*/ 1006812 w 7467600"/>
              <a:gd name="connsiteY628" fmla="*/ 1767683 h 6858000"/>
              <a:gd name="connsiteX629" fmla="*/ 1149133 w 7467600"/>
              <a:gd name="connsiteY629" fmla="*/ 1971513 h 6858000"/>
              <a:gd name="connsiteX630" fmla="*/ 1333952 w 7467600"/>
              <a:gd name="connsiteY630" fmla="*/ 2251620 h 6858000"/>
              <a:gd name="connsiteX631" fmla="*/ 1337329 w 7467600"/>
              <a:gd name="connsiteY631" fmla="*/ 2258350 h 6858000"/>
              <a:gd name="connsiteX632" fmla="*/ 1014726 w 7467600"/>
              <a:gd name="connsiteY632" fmla="*/ 1615556 h 6858000"/>
              <a:gd name="connsiteX633" fmla="*/ 678222 w 7467600"/>
              <a:gd name="connsiteY633" fmla="*/ 1248670 h 6858000"/>
              <a:gd name="connsiteX634" fmla="*/ 6691602 w 7467600"/>
              <a:gd name="connsiteY634" fmla="*/ 1140573 h 6858000"/>
              <a:gd name="connsiteX635" fmla="*/ 6571100 w 7467600"/>
              <a:gd name="connsiteY635" fmla="*/ 1183662 h 6858000"/>
              <a:gd name="connsiteX636" fmla="*/ 6241687 w 7467600"/>
              <a:gd name="connsiteY636" fmla="*/ 1257600 h 6858000"/>
              <a:gd name="connsiteX637" fmla="*/ 5693009 w 7467600"/>
              <a:gd name="connsiteY637" fmla="*/ 1478256 h 6858000"/>
              <a:gd name="connsiteX638" fmla="*/ 6548420 w 7467600"/>
              <a:gd name="connsiteY638" fmla="*/ 1214599 h 6858000"/>
              <a:gd name="connsiteX639" fmla="*/ 6605473 w 7467600"/>
              <a:gd name="connsiteY639" fmla="*/ 1184686 h 6858000"/>
              <a:gd name="connsiteX640" fmla="*/ 6691602 w 7467600"/>
              <a:gd name="connsiteY640" fmla="*/ 1140573 h 6858000"/>
              <a:gd name="connsiteX641" fmla="*/ 4002475 w 7467600"/>
              <a:gd name="connsiteY641" fmla="*/ 1037802 h 6858000"/>
              <a:gd name="connsiteX642" fmla="*/ 4000324 w 7467600"/>
              <a:gd name="connsiteY642" fmla="*/ 1039362 h 6858000"/>
              <a:gd name="connsiteX643" fmla="*/ 4002862 w 7467600"/>
              <a:gd name="connsiteY643" fmla="*/ 1042866 h 6858000"/>
              <a:gd name="connsiteX644" fmla="*/ 4002475 w 7467600"/>
              <a:gd name="connsiteY644" fmla="*/ 1037802 h 6858000"/>
              <a:gd name="connsiteX645" fmla="*/ 506322 w 7467600"/>
              <a:gd name="connsiteY645" fmla="*/ 1020997 h 6858000"/>
              <a:gd name="connsiteX646" fmla="*/ 533068 w 7467600"/>
              <a:gd name="connsiteY646" fmla="*/ 1029409 h 6858000"/>
              <a:gd name="connsiteX647" fmla="*/ 1232525 w 7467600"/>
              <a:gd name="connsiteY647" fmla="*/ 1804675 h 6858000"/>
              <a:gd name="connsiteX648" fmla="*/ 1388858 w 7467600"/>
              <a:gd name="connsiteY648" fmla="*/ 2368011 h 6858000"/>
              <a:gd name="connsiteX649" fmla="*/ 1384098 w 7467600"/>
              <a:gd name="connsiteY649" fmla="*/ 2378125 h 6858000"/>
              <a:gd name="connsiteX650" fmla="*/ 1425393 w 7467600"/>
              <a:gd name="connsiteY650" fmla="*/ 2589124 h 6858000"/>
              <a:gd name="connsiteX651" fmla="*/ 1424001 w 7467600"/>
              <a:gd name="connsiteY651" fmla="*/ 2597541 h 6858000"/>
              <a:gd name="connsiteX652" fmla="*/ 2152729 w 7467600"/>
              <a:gd name="connsiteY652" fmla="*/ 2864487 h 6858000"/>
              <a:gd name="connsiteX653" fmla="*/ 2020609 w 7467600"/>
              <a:gd name="connsiteY653" fmla="*/ 2539671 h 6858000"/>
              <a:gd name="connsiteX654" fmla="*/ 2018920 w 7467600"/>
              <a:gd name="connsiteY654" fmla="*/ 2536309 h 6858000"/>
              <a:gd name="connsiteX655" fmla="*/ 1342441 w 7467600"/>
              <a:gd name="connsiteY655" fmla="*/ 1173017 h 6858000"/>
              <a:gd name="connsiteX656" fmla="*/ 1367925 w 7467600"/>
              <a:gd name="connsiteY656" fmla="*/ 1135648 h 6858000"/>
              <a:gd name="connsiteX657" fmla="*/ 1771401 w 7467600"/>
              <a:gd name="connsiteY657" fmla="*/ 1806673 h 6858000"/>
              <a:gd name="connsiteX658" fmla="*/ 1972385 w 7467600"/>
              <a:gd name="connsiteY658" fmla="*/ 2198735 h 6858000"/>
              <a:gd name="connsiteX659" fmla="*/ 2040892 w 7467600"/>
              <a:gd name="connsiteY659" fmla="*/ 2405205 h 6858000"/>
              <a:gd name="connsiteX660" fmla="*/ 2131689 w 7467600"/>
              <a:gd name="connsiteY660" fmla="*/ 1936926 h 6858000"/>
              <a:gd name="connsiteX661" fmla="*/ 2454820 w 7467600"/>
              <a:gd name="connsiteY661" fmla="*/ 1248808 h 6858000"/>
              <a:gd name="connsiteX662" fmla="*/ 2492512 w 7467600"/>
              <a:gd name="connsiteY662" fmla="*/ 1302920 h 6858000"/>
              <a:gd name="connsiteX663" fmla="*/ 2081216 w 7467600"/>
              <a:gd name="connsiteY663" fmla="*/ 2527513 h 6858000"/>
              <a:gd name="connsiteX664" fmla="*/ 2081211 w 7467600"/>
              <a:gd name="connsiteY664" fmla="*/ 2528916 h 6858000"/>
              <a:gd name="connsiteX665" fmla="*/ 2199067 w 7467600"/>
              <a:gd name="connsiteY665" fmla="*/ 2884061 h 6858000"/>
              <a:gd name="connsiteX666" fmla="*/ 3192586 w 7467600"/>
              <a:gd name="connsiteY666" fmla="*/ 3411496 h 6858000"/>
              <a:gd name="connsiteX667" fmla="*/ 3182620 w 7467600"/>
              <a:gd name="connsiteY667" fmla="*/ 3483279 h 6858000"/>
              <a:gd name="connsiteX668" fmla="*/ 2435119 w 7467600"/>
              <a:gd name="connsiteY668" fmla="*/ 3080173 h 6858000"/>
              <a:gd name="connsiteX669" fmla="*/ 2410152 w 7467600"/>
              <a:gd name="connsiteY669" fmla="*/ 3063751 h 6858000"/>
              <a:gd name="connsiteX670" fmla="*/ 2408099 w 7467600"/>
              <a:gd name="connsiteY670" fmla="*/ 3064403 h 6858000"/>
              <a:gd name="connsiteX671" fmla="*/ 2407218 w 7467600"/>
              <a:gd name="connsiteY671" fmla="*/ 3070324 h 6858000"/>
              <a:gd name="connsiteX672" fmla="*/ 2380138 w 7467600"/>
              <a:gd name="connsiteY672" fmla="*/ 3099341 h 6858000"/>
              <a:gd name="connsiteX673" fmla="*/ 1765923 w 7467600"/>
              <a:gd name="connsiteY673" fmla="*/ 3581043 h 6858000"/>
              <a:gd name="connsiteX674" fmla="*/ 1702258 w 7467600"/>
              <a:gd name="connsiteY674" fmla="*/ 3612286 h 6858000"/>
              <a:gd name="connsiteX675" fmla="*/ 1538370 w 7467600"/>
              <a:gd name="connsiteY675" fmla="*/ 3811804 h 6858000"/>
              <a:gd name="connsiteX676" fmla="*/ 542867 w 7467600"/>
              <a:gd name="connsiteY676" fmla="*/ 4944092 h 6858000"/>
              <a:gd name="connsiteX677" fmla="*/ 515800 w 7467600"/>
              <a:gd name="connsiteY677" fmla="*/ 4862180 h 6858000"/>
              <a:gd name="connsiteX678" fmla="*/ 909145 w 7467600"/>
              <a:gd name="connsiteY678" fmla="*/ 4199225 h 6858000"/>
              <a:gd name="connsiteX679" fmla="*/ 1214067 w 7467600"/>
              <a:gd name="connsiteY679" fmla="*/ 3908561 h 6858000"/>
              <a:gd name="connsiteX680" fmla="*/ 640967 w 7467600"/>
              <a:gd name="connsiteY680" fmla="*/ 4105601 h 6858000"/>
              <a:gd name="connsiteX681" fmla="*/ 112563 w 7467600"/>
              <a:gd name="connsiteY681" fmla="*/ 4396952 h 6858000"/>
              <a:gd name="connsiteX682" fmla="*/ 0 w 7467600"/>
              <a:gd name="connsiteY682" fmla="*/ 4466006 h 6858000"/>
              <a:gd name="connsiteX683" fmla="*/ 0 w 7467600"/>
              <a:gd name="connsiteY683" fmla="*/ 4233763 h 6858000"/>
              <a:gd name="connsiteX684" fmla="*/ 36881 w 7467600"/>
              <a:gd name="connsiteY684" fmla="*/ 4200118 h 6858000"/>
              <a:gd name="connsiteX685" fmla="*/ 910534 w 7467600"/>
              <a:gd name="connsiteY685" fmla="*/ 3629753 h 6858000"/>
              <a:gd name="connsiteX686" fmla="*/ 1578717 w 7467600"/>
              <a:gd name="connsiteY686" fmla="*/ 3575982 h 6858000"/>
              <a:gd name="connsiteX687" fmla="*/ 2338780 w 7467600"/>
              <a:gd name="connsiteY687" fmla="*/ 3033725 h 6858000"/>
              <a:gd name="connsiteX688" fmla="*/ 1807991 w 7467600"/>
              <a:gd name="connsiteY688" fmla="*/ 2807184 h 6858000"/>
              <a:gd name="connsiteX689" fmla="*/ 1416358 w 7467600"/>
              <a:gd name="connsiteY689" fmla="*/ 3112571 h 6858000"/>
              <a:gd name="connsiteX690" fmla="*/ 939066 w 7467600"/>
              <a:gd name="connsiteY690" fmla="*/ 3378798 h 6858000"/>
              <a:gd name="connsiteX691" fmla="*/ 115099 w 7467600"/>
              <a:gd name="connsiteY691" fmla="*/ 3607650 h 6858000"/>
              <a:gd name="connsiteX692" fmla="*/ 97284 w 7467600"/>
              <a:gd name="connsiteY692" fmla="*/ 3520393 h 6858000"/>
              <a:gd name="connsiteX693" fmla="*/ 922050 w 7467600"/>
              <a:gd name="connsiteY693" fmla="*/ 3074867 h 6858000"/>
              <a:gd name="connsiteX694" fmla="*/ 1405265 w 7467600"/>
              <a:gd name="connsiteY694" fmla="*/ 3016319 h 6858000"/>
              <a:gd name="connsiteX695" fmla="*/ 1407512 w 7467600"/>
              <a:gd name="connsiteY695" fmla="*/ 3018001 h 6858000"/>
              <a:gd name="connsiteX696" fmla="*/ 1726266 w 7467600"/>
              <a:gd name="connsiteY696" fmla="*/ 2777274 h 6858000"/>
              <a:gd name="connsiteX697" fmla="*/ 625390 w 7467600"/>
              <a:gd name="connsiteY697" fmla="*/ 2514541 h 6858000"/>
              <a:gd name="connsiteX698" fmla="*/ 619799 w 7467600"/>
              <a:gd name="connsiteY698" fmla="*/ 2527180 h 6858000"/>
              <a:gd name="connsiteX699" fmla="*/ 310030 w 7467600"/>
              <a:gd name="connsiteY699" fmla="*/ 2771818 h 6858000"/>
              <a:gd name="connsiteX700" fmla="*/ 173877 w 7467600"/>
              <a:gd name="connsiteY700" fmla="*/ 2937056 h 6858000"/>
              <a:gd name="connsiteX701" fmla="*/ 77889 w 7467600"/>
              <a:gd name="connsiteY701" fmla="*/ 3138440 h 6858000"/>
              <a:gd name="connsiteX702" fmla="*/ 0 w 7467600"/>
              <a:gd name="connsiteY702" fmla="*/ 3271395 h 6858000"/>
              <a:gd name="connsiteX703" fmla="*/ 0 w 7467600"/>
              <a:gd name="connsiteY703" fmla="*/ 3153002 h 6858000"/>
              <a:gd name="connsiteX704" fmla="*/ 2386 w 7467600"/>
              <a:gd name="connsiteY704" fmla="*/ 3149203 h 6858000"/>
              <a:gd name="connsiteX705" fmla="*/ 89753 w 7467600"/>
              <a:gd name="connsiteY705" fmla="*/ 2987702 h 6858000"/>
              <a:gd name="connsiteX706" fmla="*/ 76869 w 7467600"/>
              <a:gd name="connsiteY706" fmla="*/ 3005404 h 6858000"/>
              <a:gd name="connsiteX707" fmla="*/ 32049 w 7467600"/>
              <a:gd name="connsiteY707" fmla="*/ 3065814 h 6858000"/>
              <a:gd name="connsiteX708" fmla="*/ 0 w 7467600"/>
              <a:gd name="connsiteY708" fmla="*/ 3108744 h 6858000"/>
              <a:gd name="connsiteX709" fmla="*/ 0 w 7467600"/>
              <a:gd name="connsiteY709" fmla="*/ 3058059 h 6858000"/>
              <a:gd name="connsiteX710" fmla="*/ 7610 w 7467600"/>
              <a:gd name="connsiteY710" fmla="*/ 3047889 h 6858000"/>
              <a:gd name="connsiteX711" fmla="*/ 52419 w 7467600"/>
              <a:gd name="connsiteY711" fmla="*/ 2987479 h 6858000"/>
              <a:gd name="connsiteX712" fmla="*/ 59142 w 7467600"/>
              <a:gd name="connsiteY712" fmla="*/ 2978488 h 6858000"/>
              <a:gd name="connsiteX713" fmla="*/ 0 w 7467600"/>
              <a:gd name="connsiteY713" fmla="*/ 3015334 h 6858000"/>
              <a:gd name="connsiteX714" fmla="*/ 0 w 7467600"/>
              <a:gd name="connsiteY714" fmla="*/ 2914286 h 6858000"/>
              <a:gd name="connsiteX715" fmla="*/ 36383 w 7467600"/>
              <a:gd name="connsiteY715" fmla="*/ 2901128 h 6858000"/>
              <a:gd name="connsiteX716" fmla="*/ 156329 w 7467600"/>
              <a:gd name="connsiteY716" fmla="*/ 2840533 h 6858000"/>
              <a:gd name="connsiteX717" fmla="*/ 358355 w 7467600"/>
              <a:gd name="connsiteY717" fmla="*/ 2620471 h 6858000"/>
              <a:gd name="connsiteX718" fmla="*/ 510577 w 7467600"/>
              <a:gd name="connsiteY718" fmla="*/ 2501244 h 6858000"/>
              <a:gd name="connsiteX719" fmla="*/ 211967 w 7467600"/>
              <a:gd name="connsiteY719" fmla="*/ 2479171 h 6858000"/>
              <a:gd name="connsiteX720" fmla="*/ 0 w 7467600"/>
              <a:gd name="connsiteY720" fmla="*/ 2476398 h 6858000"/>
              <a:gd name="connsiteX721" fmla="*/ 0 w 7467600"/>
              <a:gd name="connsiteY721" fmla="*/ 2389189 h 6858000"/>
              <a:gd name="connsiteX722" fmla="*/ 103062 w 7467600"/>
              <a:gd name="connsiteY722" fmla="*/ 2389518 h 6858000"/>
              <a:gd name="connsiteX723" fmla="*/ 510734 w 7467600"/>
              <a:gd name="connsiteY723" fmla="*/ 2416201 h 6858000"/>
              <a:gd name="connsiteX724" fmla="*/ 279257 w 7467600"/>
              <a:gd name="connsiteY724" fmla="*/ 2092102 h 6858000"/>
              <a:gd name="connsiteX725" fmla="*/ 65265 w 7467600"/>
              <a:gd name="connsiteY725" fmla="*/ 2006049 h 6858000"/>
              <a:gd name="connsiteX726" fmla="*/ 0 w 7467600"/>
              <a:gd name="connsiteY726" fmla="*/ 1982532 h 6858000"/>
              <a:gd name="connsiteX727" fmla="*/ 0 w 7467600"/>
              <a:gd name="connsiteY727" fmla="*/ 1912789 h 6858000"/>
              <a:gd name="connsiteX728" fmla="*/ 97460 w 7467600"/>
              <a:gd name="connsiteY728" fmla="*/ 1953725 h 6858000"/>
              <a:gd name="connsiteX729" fmla="*/ 221272 w 7467600"/>
              <a:gd name="connsiteY729" fmla="*/ 1980766 h 6858000"/>
              <a:gd name="connsiteX730" fmla="*/ 116765 w 7467600"/>
              <a:gd name="connsiteY730" fmla="*/ 1911033 h 6858000"/>
              <a:gd name="connsiteX731" fmla="*/ 16405 w 7467600"/>
              <a:gd name="connsiteY731" fmla="*/ 1803412 h 6858000"/>
              <a:gd name="connsiteX732" fmla="*/ 0 w 7467600"/>
              <a:gd name="connsiteY732" fmla="*/ 1784777 h 6858000"/>
              <a:gd name="connsiteX733" fmla="*/ 0 w 7467600"/>
              <a:gd name="connsiteY733" fmla="*/ 1740082 h 6858000"/>
              <a:gd name="connsiteX734" fmla="*/ 39394 w 7467600"/>
              <a:gd name="connsiteY734" fmla="*/ 1784856 h 6858000"/>
              <a:gd name="connsiteX735" fmla="*/ 135813 w 7467600"/>
              <a:gd name="connsiteY735" fmla="*/ 1888838 h 6858000"/>
              <a:gd name="connsiteX736" fmla="*/ 242575 w 7467600"/>
              <a:gd name="connsiteY736" fmla="*/ 1958841 h 6858000"/>
              <a:gd name="connsiteX737" fmla="*/ 82197 w 7467600"/>
              <a:gd name="connsiteY737" fmla="*/ 1754826 h 6858000"/>
              <a:gd name="connsiteX738" fmla="*/ 0 w 7467600"/>
              <a:gd name="connsiteY738" fmla="*/ 1679650 h 6858000"/>
              <a:gd name="connsiteX739" fmla="*/ 0 w 7467600"/>
              <a:gd name="connsiteY739" fmla="*/ 1602463 h 6858000"/>
              <a:gd name="connsiteX740" fmla="*/ 84689 w 7467600"/>
              <a:gd name="connsiteY740" fmla="*/ 1677442 h 6858000"/>
              <a:gd name="connsiteX741" fmla="*/ 298437 w 7467600"/>
              <a:gd name="connsiteY741" fmla="*/ 1968019 h 6858000"/>
              <a:gd name="connsiteX742" fmla="*/ 227269 w 7467600"/>
              <a:gd name="connsiteY742" fmla="*/ 1114064 h 6858000"/>
              <a:gd name="connsiteX743" fmla="*/ 248003 w 7467600"/>
              <a:gd name="connsiteY743" fmla="*/ 1089613 h 6858000"/>
              <a:gd name="connsiteX744" fmla="*/ 427020 w 7467600"/>
              <a:gd name="connsiteY744" fmla="*/ 1619803 h 6858000"/>
              <a:gd name="connsiteX745" fmla="*/ 340345 w 7467600"/>
              <a:gd name="connsiteY745" fmla="*/ 2027739 h 6858000"/>
              <a:gd name="connsiteX746" fmla="*/ 360865 w 7467600"/>
              <a:gd name="connsiteY746" fmla="*/ 2044827 h 6858000"/>
              <a:gd name="connsiteX747" fmla="*/ 560414 w 7467600"/>
              <a:gd name="connsiteY747" fmla="*/ 2421457 h 6858000"/>
              <a:gd name="connsiteX748" fmla="*/ 1359703 w 7467600"/>
              <a:gd name="connsiteY748" fmla="*/ 2578554 h 6858000"/>
              <a:gd name="connsiteX749" fmla="*/ 1359422 w 7467600"/>
              <a:gd name="connsiteY749" fmla="*/ 2577994 h 6858000"/>
              <a:gd name="connsiteX750" fmla="*/ 828701 w 7467600"/>
              <a:gd name="connsiteY750" fmla="*/ 1839520 h 6858000"/>
              <a:gd name="connsiteX751" fmla="*/ 494427 w 7467600"/>
              <a:gd name="connsiteY751" fmla="*/ 1092333 h 6858000"/>
              <a:gd name="connsiteX752" fmla="*/ 506322 w 7467600"/>
              <a:gd name="connsiteY752" fmla="*/ 1020997 h 6858000"/>
              <a:gd name="connsiteX753" fmla="*/ 4570198 w 7467600"/>
              <a:gd name="connsiteY753" fmla="*/ 978081 h 6858000"/>
              <a:gd name="connsiteX754" fmla="*/ 4523691 w 7467600"/>
              <a:gd name="connsiteY754" fmla="*/ 1127776 h 6858000"/>
              <a:gd name="connsiteX755" fmla="*/ 4509875 w 7467600"/>
              <a:gd name="connsiteY755" fmla="*/ 1167552 h 6858000"/>
              <a:gd name="connsiteX756" fmla="*/ 4478168 w 7467600"/>
              <a:gd name="connsiteY756" fmla="*/ 1260735 h 6858000"/>
              <a:gd name="connsiteX757" fmla="*/ 4409309 w 7467600"/>
              <a:gd name="connsiteY757" fmla="*/ 1666996 h 6858000"/>
              <a:gd name="connsiteX758" fmla="*/ 4370031 w 7467600"/>
              <a:gd name="connsiteY758" fmla="*/ 1955666 h 6858000"/>
              <a:gd name="connsiteX759" fmla="*/ 4570198 w 7467600"/>
              <a:gd name="connsiteY759" fmla="*/ 978081 h 6858000"/>
              <a:gd name="connsiteX760" fmla="*/ 4557898 w 7467600"/>
              <a:gd name="connsiteY760" fmla="*/ 900011 h 6858000"/>
              <a:gd name="connsiteX761" fmla="*/ 4344840 w 7467600"/>
              <a:gd name="connsiteY761" fmla="*/ 1922038 h 6858000"/>
              <a:gd name="connsiteX762" fmla="*/ 4378710 w 7467600"/>
              <a:gd name="connsiteY762" fmla="*/ 1665516 h 6858000"/>
              <a:gd name="connsiteX763" fmla="*/ 4448798 w 7467600"/>
              <a:gd name="connsiteY763" fmla="*/ 1253024 h 6858000"/>
              <a:gd name="connsiteX764" fmla="*/ 4480315 w 7467600"/>
              <a:gd name="connsiteY764" fmla="*/ 1158454 h 6858000"/>
              <a:gd name="connsiteX765" fmla="*/ 4494133 w 7467600"/>
              <a:gd name="connsiteY765" fmla="*/ 1118676 h 6858000"/>
              <a:gd name="connsiteX766" fmla="*/ 4557898 w 7467600"/>
              <a:gd name="connsiteY766" fmla="*/ 900011 h 6858000"/>
              <a:gd name="connsiteX767" fmla="*/ 5870151 w 7467600"/>
              <a:gd name="connsiteY767" fmla="*/ 898890 h 6858000"/>
              <a:gd name="connsiteX768" fmla="*/ 5861335 w 7467600"/>
              <a:gd name="connsiteY768" fmla="*/ 899177 h 6858000"/>
              <a:gd name="connsiteX769" fmla="*/ 5843702 w 7467600"/>
              <a:gd name="connsiteY769" fmla="*/ 899748 h 6858000"/>
              <a:gd name="connsiteX770" fmla="*/ 5651107 w 7467600"/>
              <a:gd name="connsiteY770" fmla="*/ 920306 h 6858000"/>
              <a:gd name="connsiteX771" fmla="*/ 5459407 w 7467600"/>
              <a:gd name="connsiteY771" fmla="*/ 940975 h 6858000"/>
              <a:gd name="connsiteX772" fmla="*/ 5374846 w 7467600"/>
              <a:gd name="connsiteY772" fmla="*/ 941988 h 6858000"/>
              <a:gd name="connsiteX773" fmla="*/ 5256105 w 7467600"/>
              <a:gd name="connsiteY773" fmla="*/ 945632 h 6858000"/>
              <a:gd name="connsiteX774" fmla="*/ 5107071 w 7467600"/>
              <a:gd name="connsiteY774" fmla="*/ 969720 h 6858000"/>
              <a:gd name="connsiteX775" fmla="*/ 4998681 w 7467600"/>
              <a:gd name="connsiteY775" fmla="*/ 988771 h 6858000"/>
              <a:gd name="connsiteX776" fmla="*/ 5870151 w 7467600"/>
              <a:gd name="connsiteY776" fmla="*/ 898890 h 6858000"/>
              <a:gd name="connsiteX777" fmla="*/ 5504425 w 7467600"/>
              <a:gd name="connsiteY777" fmla="*/ 848067 h 6858000"/>
              <a:gd name="connsiteX778" fmla="*/ 4968849 w 7467600"/>
              <a:gd name="connsiteY778" fmla="*/ 962318 h 6858000"/>
              <a:gd name="connsiteX779" fmla="*/ 5104039 w 7467600"/>
              <a:gd name="connsiteY779" fmla="*/ 940634 h 6858000"/>
              <a:gd name="connsiteX780" fmla="*/ 5256311 w 7467600"/>
              <a:gd name="connsiteY780" fmla="*/ 916490 h 6858000"/>
              <a:gd name="connsiteX781" fmla="*/ 5377381 w 7467600"/>
              <a:gd name="connsiteY781" fmla="*/ 912671 h 6858000"/>
              <a:gd name="connsiteX782" fmla="*/ 5460148 w 7467600"/>
              <a:gd name="connsiteY782" fmla="*/ 911442 h 6858000"/>
              <a:gd name="connsiteX783" fmla="*/ 5648971 w 7467600"/>
              <a:gd name="connsiteY783" fmla="*/ 891331 h 6858000"/>
              <a:gd name="connsiteX784" fmla="*/ 5844807 w 7467600"/>
              <a:gd name="connsiteY784" fmla="*/ 870718 h 6858000"/>
              <a:gd name="connsiteX785" fmla="*/ 5862975 w 7467600"/>
              <a:gd name="connsiteY785" fmla="*/ 869756 h 6858000"/>
              <a:gd name="connsiteX786" fmla="*/ 5920887 w 7467600"/>
              <a:gd name="connsiteY786" fmla="*/ 865929 h 6858000"/>
              <a:gd name="connsiteX787" fmla="*/ 5504425 w 7467600"/>
              <a:gd name="connsiteY787" fmla="*/ 848067 h 6858000"/>
              <a:gd name="connsiteX788" fmla="*/ 3607114 w 7467600"/>
              <a:gd name="connsiteY788" fmla="*/ 467441 h 6858000"/>
              <a:gd name="connsiteX789" fmla="*/ 3296242 w 7467600"/>
              <a:gd name="connsiteY789" fmla="*/ 807991 h 6858000"/>
              <a:gd name="connsiteX790" fmla="*/ 3174674 w 7467600"/>
              <a:gd name="connsiteY790" fmla="*/ 919759 h 6858000"/>
              <a:gd name="connsiteX791" fmla="*/ 3042978 w 7467600"/>
              <a:gd name="connsiteY791" fmla="*/ 1054894 h 6858000"/>
              <a:gd name="connsiteX792" fmla="*/ 2968914 w 7467600"/>
              <a:gd name="connsiteY792" fmla="*/ 1133756 h 6858000"/>
              <a:gd name="connsiteX793" fmla="*/ 3103823 w 7467600"/>
              <a:gd name="connsiteY793" fmla="*/ 1026814 h 6858000"/>
              <a:gd name="connsiteX794" fmla="*/ 3607114 w 7467600"/>
              <a:gd name="connsiteY794" fmla="*/ 467441 h 6858000"/>
              <a:gd name="connsiteX795" fmla="*/ 3744487 w 7467600"/>
              <a:gd name="connsiteY795" fmla="*/ 383136 h 6858000"/>
              <a:gd name="connsiteX796" fmla="*/ 3970213 w 7467600"/>
              <a:gd name="connsiteY796" fmla="*/ 995559 h 6858000"/>
              <a:gd name="connsiteX797" fmla="*/ 3744487 w 7467600"/>
              <a:gd name="connsiteY797" fmla="*/ 383136 h 6858000"/>
              <a:gd name="connsiteX798" fmla="*/ 3624562 w 7467600"/>
              <a:gd name="connsiteY798" fmla="*/ 367041 h 6858000"/>
              <a:gd name="connsiteX799" fmla="*/ 3489712 w 7467600"/>
              <a:gd name="connsiteY799" fmla="*/ 485386 h 6858000"/>
              <a:gd name="connsiteX800" fmla="*/ 3182994 w 7467600"/>
              <a:gd name="connsiteY800" fmla="*/ 828265 h 6858000"/>
              <a:gd name="connsiteX801" fmla="*/ 2892114 w 7467600"/>
              <a:gd name="connsiteY801" fmla="*/ 1172635 h 6858000"/>
              <a:gd name="connsiteX802" fmla="*/ 3021459 w 7467600"/>
              <a:gd name="connsiteY802" fmla="*/ 1035385 h 6858000"/>
              <a:gd name="connsiteX803" fmla="*/ 3153873 w 7467600"/>
              <a:gd name="connsiteY803" fmla="*/ 898971 h 6858000"/>
              <a:gd name="connsiteX804" fmla="*/ 3276511 w 7467600"/>
              <a:gd name="connsiteY804" fmla="*/ 786423 h 6858000"/>
              <a:gd name="connsiteX805" fmla="*/ 3584154 w 7467600"/>
              <a:gd name="connsiteY805" fmla="*/ 448218 h 6858000"/>
              <a:gd name="connsiteX806" fmla="*/ 3624562 w 7467600"/>
              <a:gd name="connsiteY806" fmla="*/ 367041 h 6858000"/>
              <a:gd name="connsiteX807" fmla="*/ 3766672 w 7467600"/>
              <a:gd name="connsiteY807" fmla="*/ 359429 h 6858000"/>
              <a:gd name="connsiteX808" fmla="*/ 3996338 w 7467600"/>
              <a:gd name="connsiteY808" fmla="*/ 968237 h 6858000"/>
              <a:gd name="connsiteX809" fmla="*/ 3766672 w 7467600"/>
              <a:gd name="connsiteY809" fmla="*/ 359429 h 6858000"/>
              <a:gd name="connsiteX810" fmla="*/ 5805386 w 7467600"/>
              <a:gd name="connsiteY810" fmla="*/ 239240 h 6858000"/>
              <a:gd name="connsiteX811" fmla="*/ 5736947 w 7467600"/>
              <a:gd name="connsiteY811" fmla="*/ 261367 h 6858000"/>
              <a:gd name="connsiteX812" fmla="*/ 5427012 w 7467600"/>
              <a:gd name="connsiteY812" fmla="*/ 311272 h 6858000"/>
              <a:gd name="connsiteX813" fmla="*/ 5147818 w 7467600"/>
              <a:gd name="connsiteY813" fmla="*/ 322112 h 6858000"/>
              <a:gd name="connsiteX814" fmla="*/ 5060854 w 7467600"/>
              <a:gd name="connsiteY814" fmla="*/ 311882 h 6858000"/>
              <a:gd name="connsiteX815" fmla="*/ 4945989 w 7467600"/>
              <a:gd name="connsiteY815" fmla="*/ 300516 h 6858000"/>
              <a:gd name="connsiteX816" fmla="*/ 5410479 w 7467600"/>
              <a:gd name="connsiteY816" fmla="*/ 348434 h 6858000"/>
              <a:gd name="connsiteX817" fmla="*/ 5805386 w 7467600"/>
              <a:gd name="connsiteY817" fmla="*/ 239240 h 6858000"/>
              <a:gd name="connsiteX818" fmla="*/ 5905192 w 7467600"/>
              <a:gd name="connsiteY818" fmla="*/ 163079 h 6858000"/>
              <a:gd name="connsiteX819" fmla="*/ 5865655 w 7467600"/>
              <a:gd name="connsiteY819" fmla="*/ 171901 h 6858000"/>
              <a:gd name="connsiteX820" fmla="*/ 5259740 w 7467600"/>
              <a:gd name="connsiteY820" fmla="*/ 257013 h 6858000"/>
              <a:gd name="connsiteX821" fmla="*/ 5208466 w 7467600"/>
              <a:gd name="connsiteY821" fmla="*/ 257550 h 6858000"/>
              <a:gd name="connsiteX822" fmla="*/ 4980204 w 7467600"/>
              <a:gd name="connsiteY822" fmla="*/ 271903 h 6858000"/>
              <a:gd name="connsiteX823" fmla="*/ 5068068 w 7467600"/>
              <a:gd name="connsiteY823" fmla="*/ 282244 h 6858000"/>
              <a:gd name="connsiteX824" fmla="*/ 5153231 w 7467600"/>
              <a:gd name="connsiteY824" fmla="*/ 292240 h 6858000"/>
              <a:gd name="connsiteX825" fmla="*/ 5426491 w 7467600"/>
              <a:gd name="connsiteY825" fmla="*/ 281128 h 6858000"/>
              <a:gd name="connsiteX826" fmla="*/ 5731212 w 7467600"/>
              <a:gd name="connsiteY826" fmla="*/ 231951 h 6858000"/>
              <a:gd name="connsiteX827" fmla="*/ 5905192 w 7467600"/>
              <a:gd name="connsiteY827" fmla="*/ 163079 h 6858000"/>
              <a:gd name="connsiteX828" fmla="*/ 5944437 w 7467600"/>
              <a:gd name="connsiteY828" fmla="*/ 113829 h 6858000"/>
              <a:gd name="connsiteX829" fmla="*/ 5825032 w 7467600"/>
              <a:gd name="connsiteY829" fmla="*/ 146405 h 6858000"/>
              <a:gd name="connsiteX830" fmla="*/ 4955599 w 7467600"/>
              <a:gd name="connsiteY830" fmla="*/ 247008 h 6858000"/>
              <a:gd name="connsiteX831" fmla="*/ 5210104 w 7467600"/>
              <a:gd name="connsiteY831" fmla="*/ 228123 h 6858000"/>
              <a:gd name="connsiteX832" fmla="*/ 5261015 w 7467600"/>
              <a:gd name="connsiteY832" fmla="*/ 227087 h 6858000"/>
              <a:gd name="connsiteX833" fmla="*/ 5861181 w 7467600"/>
              <a:gd name="connsiteY833" fmla="*/ 143093 h 6858000"/>
              <a:gd name="connsiteX834" fmla="*/ 5961252 w 7467600"/>
              <a:gd name="connsiteY834" fmla="*/ 114820 h 6858000"/>
              <a:gd name="connsiteX835" fmla="*/ 5944437 w 7467600"/>
              <a:gd name="connsiteY835" fmla="*/ 113829 h 6858000"/>
              <a:gd name="connsiteX836" fmla="*/ 3882765 w 7467600"/>
              <a:gd name="connsiteY836" fmla="*/ 0 h 6858000"/>
              <a:gd name="connsiteX837" fmla="*/ 3995099 w 7467600"/>
              <a:gd name="connsiteY837" fmla="*/ 0 h 6858000"/>
              <a:gd name="connsiteX838" fmla="*/ 4163818 w 7467600"/>
              <a:gd name="connsiteY838" fmla="*/ 234104 h 6858000"/>
              <a:gd name="connsiteX839" fmla="*/ 4172099 w 7467600"/>
              <a:gd name="connsiteY839" fmla="*/ 234207 h 6858000"/>
              <a:gd name="connsiteX840" fmla="*/ 4784282 w 7467600"/>
              <a:gd name="connsiteY840" fmla="*/ 276561 h 6858000"/>
              <a:gd name="connsiteX841" fmla="*/ 4801687 w 7467600"/>
              <a:gd name="connsiteY841" fmla="*/ 267764 h 6858000"/>
              <a:gd name="connsiteX842" fmla="*/ 6082788 w 7467600"/>
              <a:gd name="connsiteY842" fmla="*/ 64119 h 6858000"/>
              <a:gd name="connsiteX843" fmla="*/ 6099442 w 7467600"/>
              <a:gd name="connsiteY843" fmla="*/ 82568 h 6858000"/>
              <a:gd name="connsiteX844" fmla="*/ 4804137 w 7467600"/>
              <a:gd name="connsiteY844" fmla="*/ 320931 h 6858000"/>
              <a:gd name="connsiteX845" fmla="*/ 4227047 w 7467600"/>
              <a:gd name="connsiteY845" fmla="*/ 313415 h 6858000"/>
              <a:gd name="connsiteX846" fmla="*/ 4346041 w 7467600"/>
              <a:gd name="connsiteY846" fmla="*/ 456086 h 6858000"/>
              <a:gd name="connsiteX847" fmla="*/ 4870967 w 7467600"/>
              <a:gd name="connsiteY847" fmla="*/ 963061 h 6858000"/>
              <a:gd name="connsiteX848" fmla="*/ 4889647 w 7467600"/>
              <a:gd name="connsiteY848" fmla="*/ 957147 h 6858000"/>
              <a:gd name="connsiteX849" fmla="*/ 5422504 w 7467600"/>
              <a:gd name="connsiteY849" fmla="*/ 805191 h 6858000"/>
              <a:gd name="connsiteX850" fmla="*/ 6087656 w 7467600"/>
              <a:gd name="connsiteY850" fmla="*/ 826703 h 6858000"/>
              <a:gd name="connsiteX851" fmla="*/ 6058717 w 7467600"/>
              <a:gd name="connsiteY851" fmla="*/ 865992 h 6858000"/>
              <a:gd name="connsiteX852" fmla="*/ 4974153 w 7467600"/>
              <a:gd name="connsiteY852" fmla="*/ 1045456 h 6858000"/>
              <a:gd name="connsiteX853" fmla="*/ 5627835 w 7467600"/>
              <a:gd name="connsiteY853" fmla="*/ 1472077 h 6858000"/>
              <a:gd name="connsiteX854" fmla="*/ 5629817 w 7467600"/>
              <a:gd name="connsiteY854" fmla="*/ 1471412 h 6858000"/>
              <a:gd name="connsiteX855" fmla="*/ 5634124 w 7467600"/>
              <a:gd name="connsiteY855" fmla="*/ 1470572 h 6858000"/>
              <a:gd name="connsiteX856" fmla="*/ 5755832 w 7467600"/>
              <a:gd name="connsiteY856" fmla="*/ 1383886 h 6858000"/>
              <a:gd name="connsiteX857" fmla="*/ 6014186 w 7467600"/>
              <a:gd name="connsiteY857" fmla="*/ 1279799 h 6858000"/>
              <a:gd name="connsiteX858" fmla="*/ 6901619 w 7467600"/>
              <a:gd name="connsiteY858" fmla="*/ 1047874 h 6858000"/>
              <a:gd name="connsiteX859" fmla="*/ 6931566 w 7467600"/>
              <a:gd name="connsiteY859" fmla="*/ 1062034 h 6858000"/>
              <a:gd name="connsiteX860" fmla="*/ 5790982 w 7467600"/>
              <a:gd name="connsiteY860" fmla="*/ 1561380 h 6858000"/>
              <a:gd name="connsiteX861" fmla="*/ 6188971 w 7467600"/>
              <a:gd name="connsiteY861" fmla="*/ 1755168 h 6858000"/>
              <a:gd name="connsiteX862" fmla="*/ 6202446 w 7467600"/>
              <a:gd name="connsiteY862" fmla="*/ 1752268 h 6858000"/>
              <a:gd name="connsiteX863" fmla="*/ 7179560 w 7467600"/>
              <a:gd name="connsiteY863" fmla="*/ 1467551 h 6858000"/>
              <a:gd name="connsiteX864" fmla="*/ 7158730 w 7467600"/>
              <a:gd name="connsiteY864" fmla="*/ 1507835 h 6858000"/>
              <a:gd name="connsiteX865" fmla="*/ 6326959 w 7467600"/>
              <a:gd name="connsiteY865" fmla="*/ 1817686 h 6858000"/>
              <a:gd name="connsiteX866" fmla="*/ 6537433 w 7467600"/>
              <a:gd name="connsiteY866" fmla="*/ 1907790 h 6858000"/>
              <a:gd name="connsiteX867" fmla="*/ 6550221 w 7467600"/>
              <a:gd name="connsiteY867" fmla="*/ 1910729 h 6858000"/>
              <a:gd name="connsiteX868" fmla="*/ 6964438 w 7467600"/>
              <a:gd name="connsiteY868" fmla="*/ 2209505 h 6858000"/>
              <a:gd name="connsiteX869" fmla="*/ 7367862 w 7467600"/>
              <a:gd name="connsiteY869" fmla="*/ 2806833 h 6858000"/>
              <a:gd name="connsiteX870" fmla="*/ 7364329 w 7467600"/>
              <a:gd name="connsiteY870" fmla="*/ 2826907 h 6858000"/>
              <a:gd name="connsiteX871" fmla="*/ 7290545 w 7467600"/>
              <a:gd name="connsiteY871" fmla="*/ 2850663 h 6858000"/>
              <a:gd name="connsiteX872" fmla="*/ 6472036 w 7467600"/>
              <a:gd name="connsiteY872" fmla="*/ 1959003 h 6858000"/>
              <a:gd name="connsiteX873" fmla="*/ 5792897 w 7467600"/>
              <a:gd name="connsiteY873" fmla="*/ 1647747 h 6858000"/>
              <a:gd name="connsiteX874" fmla="*/ 5842751 w 7467600"/>
              <a:gd name="connsiteY874" fmla="*/ 1816112 h 6858000"/>
              <a:gd name="connsiteX875" fmla="*/ 5847424 w 7467600"/>
              <a:gd name="connsiteY875" fmla="*/ 1815776 h 6858000"/>
              <a:gd name="connsiteX876" fmla="*/ 6399821 w 7467600"/>
              <a:gd name="connsiteY876" fmla="*/ 2344799 h 6858000"/>
              <a:gd name="connsiteX877" fmla="*/ 6323232 w 7467600"/>
              <a:gd name="connsiteY877" fmla="*/ 2389634 h 6858000"/>
              <a:gd name="connsiteX878" fmla="*/ 5942958 w 7467600"/>
              <a:gd name="connsiteY878" fmla="*/ 2077708 h 6858000"/>
              <a:gd name="connsiteX879" fmla="*/ 5921559 w 7467600"/>
              <a:gd name="connsiteY879" fmla="*/ 2378596 h 6858000"/>
              <a:gd name="connsiteX880" fmla="*/ 5817651 w 7467600"/>
              <a:gd name="connsiteY880" fmla="*/ 3023919 h 6858000"/>
              <a:gd name="connsiteX881" fmla="*/ 5729634 w 7467600"/>
              <a:gd name="connsiteY881" fmla="*/ 3051849 h 6858000"/>
              <a:gd name="connsiteX882" fmla="*/ 5611018 w 7467600"/>
              <a:gd name="connsiteY882" fmla="*/ 2316769 h 6858000"/>
              <a:gd name="connsiteX883" fmla="*/ 5687608 w 7467600"/>
              <a:gd name="connsiteY883" fmla="*/ 2039972 h 6858000"/>
              <a:gd name="connsiteX884" fmla="*/ 5657554 w 7467600"/>
              <a:gd name="connsiteY884" fmla="*/ 1576445 h 6858000"/>
              <a:gd name="connsiteX885" fmla="*/ 5150475 w 7467600"/>
              <a:gd name="connsiteY885" fmla="*/ 1274012 h 6858000"/>
              <a:gd name="connsiteX886" fmla="*/ 5349142 w 7467600"/>
              <a:gd name="connsiteY886" fmla="*/ 2204405 h 6858000"/>
              <a:gd name="connsiteX887" fmla="*/ 5262214 w 7467600"/>
              <a:gd name="connsiteY887" fmla="*/ 2233836 h 6858000"/>
              <a:gd name="connsiteX888" fmla="*/ 4981539 w 7467600"/>
              <a:gd name="connsiteY888" fmla="*/ 1542201 h 6858000"/>
              <a:gd name="connsiteX889" fmla="*/ 4958461 w 7467600"/>
              <a:gd name="connsiteY889" fmla="*/ 1136957 h 6858000"/>
              <a:gd name="connsiteX890" fmla="*/ 4655015 w 7467600"/>
              <a:gd name="connsiteY890" fmla="*/ 891426 h 6858000"/>
              <a:gd name="connsiteX891" fmla="*/ 4348002 w 7467600"/>
              <a:gd name="connsiteY891" fmla="*/ 2205895 h 6858000"/>
              <a:gd name="connsiteX892" fmla="*/ 4262250 w 7467600"/>
              <a:gd name="connsiteY892" fmla="*/ 2219972 h 6858000"/>
              <a:gd name="connsiteX893" fmla="*/ 4550611 w 7467600"/>
              <a:gd name="connsiteY893" fmla="*/ 817540 h 6858000"/>
              <a:gd name="connsiteX894" fmla="*/ 4564418 w 7467600"/>
              <a:gd name="connsiteY894" fmla="*/ 808293 h 6858000"/>
              <a:gd name="connsiteX895" fmla="*/ 4266388 w 7467600"/>
              <a:gd name="connsiteY895" fmla="*/ 500083 h 6858000"/>
              <a:gd name="connsiteX896" fmla="*/ 4032842 w 7467600"/>
              <a:gd name="connsiteY896" fmla="*/ 211809 h 6858000"/>
              <a:gd name="connsiteX897" fmla="*/ 3882765 w 7467600"/>
              <a:gd name="connsiteY897" fmla="*/ 0 h 6858000"/>
              <a:gd name="connsiteX898" fmla="*/ 3721337 w 7467600"/>
              <a:gd name="connsiteY898" fmla="*/ 0 h 6858000"/>
              <a:gd name="connsiteX899" fmla="*/ 3797544 w 7467600"/>
              <a:gd name="connsiteY899" fmla="*/ 0 h 6858000"/>
              <a:gd name="connsiteX900" fmla="*/ 3775734 w 7467600"/>
              <a:gd name="connsiteY900" fmla="*/ 95131 h 6858000"/>
              <a:gd name="connsiteX901" fmla="*/ 3724807 w 7467600"/>
              <a:gd name="connsiteY901" fmla="*/ 272257 h 6858000"/>
              <a:gd name="connsiteX902" fmla="*/ 3726844 w 7467600"/>
              <a:gd name="connsiteY902" fmla="*/ 282988 h 6858000"/>
              <a:gd name="connsiteX903" fmla="*/ 3742664 w 7467600"/>
              <a:gd name="connsiteY903" fmla="*/ 279918 h 6858000"/>
              <a:gd name="connsiteX904" fmla="*/ 4103910 w 7467600"/>
              <a:gd name="connsiteY904" fmla="*/ 1161917 h 6858000"/>
              <a:gd name="connsiteX905" fmla="*/ 4020269 w 7467600"/>
              <a:gd name="connsiteY905" fmla="*/ 1200406 h 6858000"/>
              <a:gd name="connsiteX906" fmla="*/ 3674882 w 7467600"/>
              <a:gd name="connsiteY906" fmla="*/ 488524 h 6858000"/>
              <a:gd name="connsiteX907" fmla="*/ 3132682 w 7467600"/>
              <a:gd name="connsiteY907" fmla="*/ 1072284 h 6858000"/>
              <a:gd name="connsiteX908" fmla="*/ 2716346 w 7467600"/>
              <a:gd name="connsiteY908" fmla="*/ 1276376 h 6858000"/>
              <a:gd name="connsiteX909" fmla="*/ 2716772 w 7467600"/>
              <a:gd name="connsiteY909" fmla="*/ 1255462 h 6858000"/>
              <a:gd name="connsiteX910" fmla="*/ 3471096 w 7467600"/>
              <a:gd name="connsiteY910" fmla="*/ 437072 h 6858000"/>
              <a:gd name="connsiteX911" fmla="*/ 3639057 w 7467600"/>
              <a:gd name="connsiteY911" fmla="*/ 286334 h 6858000"/>
              <a:gd name="connsiteX912" fmla="*/ 3640309 w 7467600"/>
              <a:gd name="connsiteY912" fmla="*/ 284664 h 6858000"/>
              <a:gd name="connsiteX913" fmla="*/ 3646022 w 7467600"/>
              <a:gd name="connsiteY913" fmla="*/ 276711 h 6858000"/>
              <a:gd name="connsiteX914" fmla="*/ 3707943 w 7467600"/>
              <a:gd name="connsiteY914" fmla="*/ 65958 h 6858000"/>
              <a:gd name="connsiteX915" fmla="*/ 3721337 w 7467600"/>
              <a:gd name="connsiteY915" fmla="*/ 0 h 6858000"/>
              <a:gd name="connsiteX916" fmla="*/ 2867960 w 7467600"/>
              <a:gd name="connsiteY916" fmla="*/ 0 h 6858000"/>
              <a:gd name="connsiteX917" fmla="*/ 2926351 w 7467600"/>
              <a:gd name="connsiteY917" fmla="*/ 0 h 6858000"/>
              <a:gd name="connsiteX918" fmla="*/ 2902823 w 7467600"/>
              <a:gd name="connsiteY918" fmla="*/ 262929 h 6858000"/>
              <a:gd name="connsiteX919" fmla="*/ 2940663 w 7467600"/>
              <a:gd name="connsiteY919" fmla="*/ 140884 h 6858000"/>
              <a:gd name="connsiteX920" fmla="*/ 2947039 w 7467600"/>
              <a:gd name="connsiteY920" fmla="*/ 122524 h 6858000"/>
              <a:gd name="connsiteX921" fmla="*/ 2984316 w 7467600"/>
              <a:gd name="connsiteY921" fmla="*/ 0 h 6858000"/>
              <a:gd name="connsiteX922" fmla="*/ 3016114 w 7467600"/>
              <a:gd name="connsiteY922" fmla="*/ 0 h 6858000"/>
              <a:gd name="connsiteX923" fmla="*/ 2979949 w 7467600"/>
              <a:gd name="connsiteY923" fmla="*/ 119274 h 6858000"/>
              <a:gd name="connsiteX924" fmla="*/ 3023879 w 7467600"/>
              <a:gd name="connsiteY924" fmla="*/ 0 h 6858000"/>
              <a:gd name="connsiteX925" fmla="*/ 3105400 w 7467600"/>
              <a:gd name="connsiteY925" fmla="*/ 0 h 6858000"/>
              <a:gd name="connsiteX926" fmla="*/ 3094669 w 7467600"/>
              <a:gd name="connsiteY926" fmla="*/ 30308 h 6858000"/>
              <a:gd name="connsiteX927" fmla="*/ 2901945 w 7467600"/>
              <a:gd name="connsiteY927" fmla="*/ 466538 h 6858000"/>
              <a:gd name="connsiteX928" fmla="*/ 2815209 w 7467600"/>
              <a:gd name="connsiteY928" fmla="*/ 497361 h 6858000"/>
              <a:gd name="connsiteX929" fmla="*/ 2844845 w 7467600"/>
              <a:gd name="connsiteY929" fmla="*/ 127638 h 6858000"/>
              <a:gd name="connsiteX930" fmla="*/ 2867960 w 7467600"/>
              <a:gd name="connsiteY930" fmla="*/ 0 h 6858000"/>
              <a:gd name="connsiteX931" fmla="*/ 1057230 w 7467600"/>
              <a:gd name="connsiteY931" fmla="*/ 0 h 6858000"/>
              <a:gd name="connsiteX932" fmla="*/ 1111003 w 7467600"/>
              <a:gd name="connsiteY932" fmla="*/ 0 h 6858000"/>
              <a:gd name="connsiteX933" fmla="*/ 1125553 w 7467600"/>
              <a:gd name="connsiteY933" fmla="*/ 52588 h 6858000"/>
              <a:gd name="connsiteX934" fmla="*/ 1304276 w 7467600"/>
              <a:gd name="connsiteY934" fmla="*/ 476275 h 6858000"/>
              <a:gd name="connsiteX935" fmla="*/ 1492066 w 7467600"/>
              <a:gd name="connsiteY935" fmla="*/ 886333 h 6858000"/>
              <a:gd name="connsiteX936" fmla="*/ 1423698 w 7467600"/>
              <a:gd name="connsiteY936" fmla="*/ 710817 h 6858000"/>
              <a:gd name="connsiteX937" fmla="*/ 1357609 w 7467600"/>
              <a:gd name="connsiteY937" fmla="*/ 532892 h 6858000"/>
              <a:gd name="connsiteX938" fmla="*/ 1309550 w 7467600"/>
              <a:gd name="connsiteY938" fmla="*/ 374031 h 6858000"/>
              <a:gd name="connsiteX939" fmla="*/ 1193673 w 7467600"/>
              <a:gd name="connsiteY939" fmla="*/ 49533 h 6858000"/>
              <a:gd name="connsiteX940" fmla="*/ 1164391 w 7467600"/>
              <a:gd name="connsiteY940" fmla="*/ 0 h 6858000"/>
              <a:gd name="connsiteX941" fmla="*/ 1200666 w 7467600"/>
              <a:gd name="connsiteY941" fmla="*/ 0 h 6858000"/>
              <a:gd name="connsiteX942" fmla="*/ 1223408 w 7467600"/>
              <a:gd name="connsiteY942" fmla="*/ 38996 h 6858000"/>
              <a:gd name="connsiteX943" fmla="*/ 1339635 w 7467600"/>
              <a:gd name="connsiteY943" fmla="*/ 365517 h 6858000"/>
              <a:gd name="connsiteX944" fmla="*/ 1387469 w 7467600"/>
              <a:gd name="connsiteY944" fmla="*/ 523079 h 6858000"/>
              <a:gd name="connsiteX945" fmla="*/ 1452685 w 7467600"/>
              <a:gd name="connsiteY945" fmla="*/ 699806 h 6858000"/>
              <a:gd name="connsiteX946" fmla="*/ 1492092 w 7467600"/>
              <a:gd name="connsiteY946" fmla="*/ 800424 h 6858000"/>
              <a:gd name="connsiteX947" fmla="*/ 1455302 w 7467600"/>
              <a:gd name="connsiteY947" fmla="*/ 632913 h 6858000"/>
              <a:gd name="connsiteX948" fmla="*/ 1222336 w 7467600"/>
              <a:gd name="connsiteY948" fmla="*/ 9480 h 6858000"/>
              <a:gd name="connsiteX949" fmla="*/ 1214634 w 7467600"/>
              <a:gd name="connsiteY949" fmla="*/ 0 h 6858000"/>
              <a:gd name="connsiteX950" fmla="*/ 1289827 w 7467600"/>
              <a:gd name="connsiteY950" fmla="*/ 0 h 6858000"/>
              <a:gd name="connsiteX951" fmla="*/ 1321076 w 7467600"/>
              <a:gd name="connsiteY951" fmla="*/ 59722 h 6858000"/>
              <a:gd name="connsiteX952" fmla="*/ 1512579 w 7467600"/>
              <a:gd name="connsiteY952" fmla="*/ 626441 h 6858000"/>
              <a:gd name="connsiteX953" fmla="*/ 1506076 w 7467600"/>
              <a:gd name="connsiteY953" fmla="*/ 1089289 h 6858000"/>
              <a:gd name="connsiteX954" fmla="*/ 1486346 w 7467600"/>
              <a:gd name="connsiteY954" fmla="*/ 1079919 h 6858000"/>
              <a:gd name="connsiteX955" fmla="*/ 1070511 w 7467600"/>
              <a:gd name="connsiteY955" fmla="*/ 48609 h 6858000"/>
              <a:gd name="connsiteX956" fmla="*/ 1057230 w 7467600"/>
              <a:gd name="connsiteY956" fmla="*/ 0 h 6858000"/>
              <a:gd name="connsiteX957" fmla="*/ 43151 w 7467600"/>
              <a:gd name="connsiteY957" fmla="*/ 0 h 6858000"/>
              <a:gd name="connsiteX958" fmla="*/ 95283 w 7467600"/>
              <a:gd name="connsiteY958" fmla="*/ 0 h 6858000"/>
              <a:gd name="connsiteX959" fmla="*/ 300708 w 7467600"/>
              <a:gd name="connsiteY959" fmla="*/ 154571 h 6858000"/>
              <a:gd name="connsiteX960" fmla="*/ 530414 w 7467600"/>
              <a:gd name="connsiteY960" fmla="*/ 354673 h 6858000"/>
              <a:gd name="connsiteX961" fmla="*/ 333785 w 7467600"/>
              <a:gd name="connsiteY961" fmla="*/ 161564 h 6858000"/>
              <a:gd name="connsiteX962" fmla="*/ 147005 w 7467600"/>
              <a:gd name="connsiteY962" fmla="*/ 0 h 6858000"/>
              <a:gd name="connsiteX963" fmla="*/ 272509 w 7467600"/>
              <a:gd name="connsiteY963" fmla="*/ 0 h 6858000"/>
              <a:gd name="connsiteX964" fmla="*/ 326276 w 7467600"/>
              <a:gd name="connsiteY964" fmla="*/ 45847 h 6858000"/>
              <a:gd name="connsiteX965" fmla="*/ 823759 w 7467600"/>
              <a:gd name="connsiteY965" fmla="*/ 574145 h 6858000"/>
              <a:gd name="connsiteX966" fmla="*/ 811254 w 7467600"/>
              <a:gd name="connsiteY966" fmla="*/ 665546 h 6858000"/>
              <a:gd name="connsiteX967" fmla="*/ 154042 w 7467600"/>
              <a:gd name="connsiteY967" fmla="*/ 261522 h 6858000"/>
              <a:gd name="connsiteX968" fmla="*/ 13550 w 7467600"/>
              <a:gd name="connsiteY968" fmla="*/ 158423 h 6858000"/>
              <a:gd name="connsiteX969" fmla="*/ 0 w 7467600"/>
              <a:gd name="connsiteY969" fmla="*/ 146618 h 6858000"/>
              <a:gd name="connsiteX970" fmla="*/ 0 w 7467600"/>
              <a:gd name="connsiteY970" fmla="*/ 59161 h 6858000"/>
              <a:gd name="connsiteX971" fmla="*/ 45427 w 7467600"/>
              <a:gd name="connsiteY971" fmla="*/ 101078 h 6858000"/>
              <a:gd name="connsiteX972" fmla="*/ 630103 w 7467600"/>
              <a:gd name="connsiteY972" fmla="*/ 485885 h 6858000"/>
              <a:gd name="connsiteX973" fmla="*/ 532040 w 7467600"/>
              <a:gd name="connsiteY973" fmla="*/ 399359 h 6858000"/>
              <a:gd name="connsiteX974" fmla="*/ 517618 w 7467600"/>
              <a:gd name="connsiteY974" fmla="*/ 385726 h 6858000"/>
              <a:gd name="connsiteX975" fmla="*/ 285074 w 7467600"/>
              <a:gd name="connsiteY975" fmla="*/ 182755 h 6858000"/>
              <a:gd name="connsiteX976" fmla="*/ 43151 w 7467600"/>
              <a:gd name="connsiteY976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6844835 w 7467600"/>
              <a:gd name="connsiteY74" fmla="*/ 5424988 h 6858000"/>
              <a:gd name="connsiteX75" fmla="*/ 6879594 w 7467600"/>
              <a:gd name="connsiteY75" fmla="*/ 5424547 h 6858000"/>
              <a:gd name="connsiteX76" fmla="*/ 7379510 w 7467600"/>
              <a:gd name="connsiteY76" fmla="*/ 5755454 h 6858000"/>
              <a:gd name="connsiteX77" fmla="*/ 7467600 w 7467600"/>
              <a:gd name="connsiteY77" fmla="*/ 5845526 h 6858000"/>
              <a:gd name="connsiteX78" fmla="*/ 7271900 w 7467600"/>
              <a:gd name="connsiteY78" fmla="*/ 5734551 h 6858000"/>
              <a:gd name="connsiteX79" fmla="*/ 7015907 w 7467600"/>
              <a:gd name="connsiteY79" fmla="*/ 5541548 h 6858000"/>
              <a:gd name="connsiteX80" fmla="*/ 7259646 w 7467600"/>
              <a:gd name="connsiteY80" fmla="*/ 5765985 h 6858000"/>
              <a:gd name="connsiteX81" fmla="*/ 7467600 w 7467600"/>
              <a:gd name="connsiteY81" fmla="*/ 6012219 h 6858000"/>
              <a:gd name="connsiteX82" fmla="*/ 6946849 w 7467600"/>
              <a:gd name="connsiteY82" fmla="*/ 5523271 h 6858000"/>
              <a:gd name="connsiteX83" fmla="*/ 6946972 w 7467600"/>
              <a:gd name="connsiteY83" fmla="*/ 5526491 h 6858000"/>
              <a:gd name="connsiteX84" fmla="*/ 7105827 w 7467600"/>
              <a:gd name="connsiteY84" fmla="*/ 5718700 h 6858000"/>
              <a:gd name="connsiteX85" fmla="*/ 7356878 w 7467600"/>
              <a:gd name="connsiteY85" fmla="*/ 5981332 h 6858000"/>
              <a:gd name="connsiteX86" fmla="*/ 7467600 w 7467600"/>
              <a:gd name="connsiteY86" fmla="*/ 6117703 h 6858000"/>
              <a:gd name="connsiteX87" fmla="*/ 7467600 w 7467600"/>
              <a:gd name="connsiteY87" fmla="*/ 6163634 h 6858000"/>
              <a:gd name="connsiteX88" fmla="*/ 7403637 w 7467600"/>
              <a:gd name="connsiteY88" fmla="*/ 6083957 h 6858000"/>
              <a:gd name="connsiteX89" fmla="*/ 7254615 w 7467600"/>
              <a:gd name="connsiteY89" fmla="*/ 5911918 h 6858000"/>
              <a:gd name="connsiteX90" fmla="*/ 7312589 w 7467600"/>
              <a:gd name="connsiteY90" fmla="*/ 5982309 h 6858000"/>
              <a:gd name="connsiteX91" fmla="*/ 7448321 w 7467600"/>
              <a:gd name="connsiteY91" fmla="*/ 6190991 h 6858000"/>
              <a:gd name="connsiteX92" fmla="*/ 7467600 w 7467600"/>
              <a:gd name="connsiteY92" fmla="*/ 6221686 h 6858000"/>
              <a:gd name="connsiteX93" fmla="*/ 7467600 w 7467600"/>
              <a:gd name="connsiteY93" fmla="*/ 6334256 h 6858000"/>
              <a:gd name="connsiteX94" fmla="*/ 7454976 w 7467600"/>
              <a:gd name="connsiteY94" fmla="*/ 6318297 h 6858000"/>
              <a:gd name="connsiteX95" fmla="*/ 7042773 w 7467600"/>
              <a:gd name="connsiteY95" fmla="*/ 5734011 h 6858000"/>
              <a:gd name="connsiteX96" fmla="*/ 6844835 w 7467600"/>
              <a:gd name="connsiteY96" fmla="*/ 5424988 h 6858000"/>
              <a:gd name="connsiteX97" fmla="*/ 1456157 w 7467600"/>
              <a:gd name="connsiteY97" fmla="*/ 5371404 h 6858000"/>
              <a:gd name="connsiteX98" fmla="*/ 1244432 w 7467600"/>
              <a:gd name="connsiteY98" fmla="*/ 5385601 h 6858000"/>
              <a:gd name="connsiteX99" fmla="*/ 973990 w 7467600"/>
              <a:gd name="connsiteY99" fmla="*/ 5424940 h 6858000"/>
              <a:gd name="connsiteX100" fmla="*/ 1103809 w 7467600"/>
              <a:gd name="connsiteY100" fmla="*/ 5433720 h 6858000"/>
              <a:gd name="connsiteX101" fmla="*/ 1123454 w 7467600"/>
              <a:gd name="connsiteY101" fmla="*/ 5435727 h 6858000"/>
              <a:gd name="connsiteX102" fmla="*/ 1737017 w 7467600"/>
              <a:gd name="connsiteY102" fmla="*/ 5452183 h 6858000"/>
              <a:gd name="connsiteX103" fmla="*/ 1824397 w 7467600"/>
              <a:gd name="connsiteY103" fmla="*/ 5447757 h 6858000"/>
              <a:gd name="connsiteX104" fmla="*/ 2070059 w 7467600"/>
              <a:gd name="connsiteY104" fmla="*/ 5441660 h 6858000"/>
              <a:gd name="connsiteX105" fmla="*/ 1456157 w 7467600"/>
              <a:gd name="connsiteY105" fmla="*/ 5371404 h 6858000"/>
              <a:gd name="connsiteX106" fmla="*/ 4988186 w 7467600"/>
              <a:gd name="connsiteY106" fmla="*/ 5216467 h 6858000"/>
              <a:gd name="connsiteX107" fmla="*/ 4777334 w 7467600"/>
              <a:gd name="connsiteY107" fmla="*/ 5406072 h 6858000"/>
              <a:gd name="connsiteX108" fmla="*/ 4718341 w 7467600"/>
              <a:gd name="connsiteY108" fmla="*/ 5468043 h 6858000"/>
              <a:gd name="connsiteX109" fmla="*/ 4604655 w 7467600"/>
              <a:gd name="connsiteY109" fmla="*/ 5583434 h 6858000"/>
              <a:gd name="connsiteX110" fmla="*/ 4565074 w 7467600"/>
              <a:gd name="connsiteY110" fmla="*/ 5618550 h 6858000"/>
              <a:gd name="connsiteX111" fmla="*/ 4988186 w 7467600"/>
              <a:gd name="connsiteY111" fmla="*/ 5216467 h 6858000"/>
              <a:gd name="connsiteX112" fmla="*/ 4978032 w 7467600"/>
              <a:gd name="connsiteY112" fmla="*/ 5183809 h 6858000"/>
              <a:gd name="connsiteX113" fmla="*/ 4463413 w 7467600"/>
              <a:gd name="connsiteY113" fmla="*/ 5615162 h 6858000"/>
              <a:gd name="connsiteX114" fmla="*/ 4358134 w 7467600"/>
              <a:gd name="connsiteY114" fmla="*/ 5742791 h 6858000"/>
              <a:gd name="connsiteX115" fmla="*/ 4376219 w 7467600"/>
              <a:gd name="connsiteY115" fmla="*/ 5729027 h 6858000"/>
              <a:gd name="connsiteX116" fmla="*/ 4582340 w 7467600"/>
              <a:gd name="connsiteY116" fmla="*/ 5561037 h 6858000"/>
              <a:gd name="connsiteX117" fmla="*/ 4694684 w 7467600"/>
              <a:gd name="connsiteY117" fmla="*/ 5447098 h 6858000"/>
              <a:gd name="connsiteX118" fmla="*/ 4754123 w 7467600"/>
              <a:gd name="connsiteY118" fmla="*/ 5384643 h 6858000"/>
              <a:gd name="connsiteX119" fmla="*/ 4978032 w 7467600"/>
              <a:gd name="connsiteY119" fmla="*/ 5183809 h 6858000"/>
              <a:gd name="connsiteX120" fmla="*/ 1903353 w 7467600"/>
              <a:gd name="connsiteY120" fmla="*/ 5044827 h 6858000"/>
              <a:gd name="connsiteX121" fmla="*/ 1936931 w 7467600"/>
              <a:gd name="connsiteY121" fmla="*/ 5093954 h 6858000"/>
              <a:gd name="connsiteX122" fmla="*/ 2195868 w 7467600"/>
              <a:gd name="connsiteY122" fmla="*/ 5396574 h 6858000"/>
              <a:gd name="connsiteX123" fmla="*/ 2088852 w 7467600"/>
              <a:gd name="connsiteY123" fmla="*/ 5166123 h 6858000"/>
              <a:gd name="connsiteX124" fmla="*/ 1958241 w 7467600"/>
              <a:gd name="connsiteY124" fmla="*/ 5067955 h 6858000"/>
              <a:gd name="connsiteX125" fmla="*/ 1903353 w 7467600"/>
              <a:gd name="connsiteY125" fmla="*/ 5044827 h 6858000"/>
              <a:gd name="connsiteX126" fmla="*/ 1979378 w 7467600"/>
              <a:gd name="connsiteY126" fmla="*/ 4769504 h 6858000"/>
              <a:gd name="connsiteX127" fmla="*/ 2882120 w 7467600"/>
              <a:gd name="connsiteY127" fmla="*/ 5064547 h 6858000"/>
              <a:gd name="connsiteX128" fmla="*/ 2793103 w 7467600"/>
              <a:gd name="connsiteY128" fmla="*/ 5039699 h 6858000"/>
              <a:gd name="connsiteX129" fmla="*/ 2770041 w 7467600"/>
              <a:gd name="connsiteY129" fmla="*/ 5033634 h 6858000"/>
              <a:gd name="connsiteX130" fmla="*/ 1979378 w 7467600"/>
              <a:gd name="connsiteY130" fmla="*/ 4769504 h 6858000"/>
              <a:gd name="connsiteX131" fmla="*/ 1927410 w 7467600"/>
              <a:gd name="connsiteY131" fmla="*/ 4716164 h 6858000"/>
              <a:gd name="connsiteX132" fmla="*/ 1959587 w 7467600"/>
              <a:gd name="connsiteY132" fmla="*/ 4728849 h 6858000"/>
              <a:gd name="connsiteX133" fmla="*/ 2777707 w 7467600"/>
              <a:gd name="connsiteY133" fmla="*/ 5003991 h 6858000"/>
              <a:gd name="connsiteX134" fmla="*/ 2800768 w 7467600"/>
              <a:gd name="connsiteY134" fmla="*/ 5010056 h 6858000"/>
              <a:gd name="connsiteX135" fmla="*/ 2879408 w 7467600"/>
              <a:gd name="connsiteY135" fmla="*/ 5031590 h 6858000"/>
              <a:gd name="connsiteX136" fmla="*/ 2862295 w 7467600"/>
              <a:gd name="connsiteY136" fmla="*/ 5022958 h 6858000"/>
              <a:gd name="connsiteX137" fmla="*/ 2813343 w 7467600"/>
              <a:gd name="connsiteY137" fmla="*/ 4998369 h 6858000"/>
              <a:gd name="connsiteX138" fmla="*/ 2646245 w 7467600"/>
              <a:gd name="connsiteY138" fmla="*/ 4930999 h 6858000"/>
              <a:gd name="connsiteX139" fmla="*/ 1999243 w 7467600"/>
              <a:gd name="connsiteY139" fmla="*/ 4730524 h 6858000"/>
              <a:gd name="connsiteX140" fmla="*/ 1979527 w 7467600"/>
              <a:gd name="connsiteY140" fmla="*/ 4726651 h 6858000"/>
              <a:gd name="connsiteX141" fmla="*/ 1927410 w 7467600"/>
              <a:gd name="connsiteY141" fmla="*/ 4716164 h 6858000"/>
              <a:gd name="connsiteX142" fmla="*/ 1997014 w 7467600"/>
              <a:gd name="connsiteY142" fmla="*/ 4698007 h 6858000"/>
              <a:gd name="connsiteX143" fmla="*/ 2005458 w 7467600"/>
              <a:gd name="connsiteY143" fmla="*/ 4699540 h 6858000"/>
              <a:gd name="connsiteX144" fmla="*/ 2657186 w 7467600"/>
              <a:gd name="connsiteY144" fmla="*/ 4901687 h 6858000"/>
              <a:gd name="connsiteX145" fmla="*/ 2826662 w 7467600"/>
              <a:gd name="connsiteY145" fmla="*/ 4970362 h 6858000"/>
              <a:gd name="connsiteX146" fmla="*/ 2876100 w 7467600"/>
              <a:gd name="connsiteY146" fmla="*/ 4995397 h 6858000"/>
              <a:gd name="connsiteX147" fmla="*/ 3042600 w 7467600"/>
              <a:gd name="connsiteY147" fmla="*/ 5059532 h 6858000"/>
              <a:gd name="connsiteX148" fmla="*/ 1997014 w 7467600"/>
              <a:gd name="connsiteY148" fmla="*/ 4698007 h 6858000"/>
              <a:gd name="connsiteX149" fmla="*/ 2305292 w 7467600"/>
              <a:gd name="connsiteY149" fmla="*/ 4219492 h 6858000"/>
              <a:gd name="connsiteX150" fmla="*/ 3360922 w 7467600"/>
              <a:gd name="connsiteY150" fmla="*/ 4529373 h 6858000"/>
              <a:gd name="connsiteX151" fmla="*/ 3492420 w 7467600"/>
              <a:gd name="connsiteY151" fmla="*/ 4510145 h 6858000"/>
              <a:gd name="connsiteX152" fmla="*/ 3364086 w 7467600"/>
              <a:gd name="connsiteY152" fmla="*/ 4480340 h 6858000"/>
              <a:gd name="connsiteX153" fmla="*/ 3225818 w 7467600"/>
              <a:gd name="connsiteY153" fmla="*/ 4411822 h 6858000"/>
              <a:gd name="connsiteX154" fmla="*/ 3129696 w 7467600"/>
              <a:gd name="connsiteY154" fmla="*/ 4360704 h 6858000"/>
              <a:gd name="connsiteX155" fmla="*/ 2814545 w 7467600"/>
              <a:gd name="connsiteY155" fmla="*/ 4282955 h 6858000"/>
              <a:gd name="connsiteX156" fmla="*/ 2305292 w 7467600"/>
              <a:gd name="connsiteY156" fmla="*/ 4219492 h 6858000"/>
              <a:gd name="connsiteX157" fmla="*/ 2626982 w 7467600"/>
              <a:gd name="connsiteY157" fmla="*/ 4206450 h 6858000"/>
              <a:gd name="connsiteX158" fmla="*/ 2490617 w 7467600"/>
              <a:gd name="connsiteY158" fmla="*/ 4206951 h 6858000"/>
              <a:gd name="connsiteX159" fmla="*/ 2819869 w 7467600"/>
              <a:gd name="connsiteY159" fmla="*/ 4252936 h 6858000"/>
              <a:gd name="connsiteX160" fmla="*/ 3143018 w 7467600"/>
              <a:gd name="connsiteY160" fmla="*/ 4332698 h 6858000"/>
              <a:gd name="connsiteX161" fmla="*/ 3241520 w 7467600"/>
              <a:gd name="connsiteY161" fmla="*/ 4385112 h 6858000"/>
              <a:gd name="connsiteX162" fmla="*/ 3374575 w 7467600"/>
              <a:gd name="connsiteY162" fmla="*/ 4451517 h 6858000"/>
              <a:gd name="connsiteX163" fmla="*/ 3505221 w 7467600"/>
              <a:gd name="connsiteY163" fmla="*/ 4480757 h 6858000"/>
              <a:gd name="connsiteX164" fmla="*/ 2626982 w 7467600"/>
              <a:gd name="connsiteY164" fmla="*/ 4206450 h 6858000"/>
              <a:gd name="connsiteX165" fmla="*/ 1310106 w 7467600"/>
              <a:gd name="connsiteY165" fmla="*/ 3943217 h 6858000"/>
              <a:gd name="connsiteX166" fmla="*/ 854994 w 7467600"/>
              <a:gd name="connsiteY166" fmla="*/ 4399136 h 6858000"/>
              <a:gd name="connsiteX167" fmla="*/ 742462 w 7467600"/>
              <a:gd name="connsiteY167" fmla="*/ 4594648 h 6858000"/>
              <a:gd name="connsiteX168" fmla="*/ 820602 w 7467600"/>
              <a:gd name="connsiteY168" fmla="*/ 4485915 h 6858000"/>
              <a:gd name="connsiteX169" fmla="*/ 878295 w 7467600"/>
              <a:gd name="connsiteY169" fmla="*/ 4403594 h 6858000"/>
              <a:gd name="connsiteX170" fmla="*/ 1240607 w 7467600"/>
              <a:gd name="connsiteY170" fmla="*/ 4010401 h 6858000"/>
              <a:gd name="connsiteX171" fmla="*/ 1310106 w 7467600"/>
              <a:gd name="connsiteY171" fmla="*/ 3943217 h 6858000"/>
              <a:gd name="connsiteX172" fmla="*/ 1423113 w 7467600"/>
              <a:gd name="connsiteY172" fmla="*/ 3874565 h 6858000"/>
              <a:gd name="connsiteX173" fmla="*/ 1260565 w 7467600"/>
              <a:gd name="connsiteY173" fmla="*/ 4031982 h 6858000"/>
              <a:gd name="connsiteX174" fmla="*/ 901900 w 7467600"/>
              <a:gd name="connsiteY174" fmla="*/ 4421236 h 6858000"/>
              <a:gd name="connsiteX175" fmla="*/ 845044 w 7467600"/>
              <a:gd name="connsiteY175" fmla="*/ 4502436 h 6858000"/>
              <a:gd name="connsiteX176" fmla="*/ 685926 w 7467600"/>
              <a:gd name="connsiteY176" fmla="*/ 4703069 h 6858000"/>
              <a:gd name="connsiteX177" fmla="*/ 684248 w 7467600"/>
              <a:gd name="connsiteY177" fmla="*/ 4706721 h 6858000"/>
              <a:gd name="connsiteX178" fmla="*/ 1423113 w 7467600"/>
              <a:gd name="connsiteY178" fmla="*/ 3874565 h 6858000"/>
              <a:gd name="connsiteX179" fmla="*/ 3316479 w 7467600"/>
              <a:gd name="connsiteY179" fmla="*/ 3872136 h 6858000"/>
              <a:gd name="connsiteX180" fmla="*/ 3546806 w 7467600"/>
              <a:gd name="connsiteY180" fmla="*/ 4356139 h 6858000"/>
              <a:gd name="connsiteX181" fmla="*/ 3364433 w 7467600"/>
              <a:gd name="connsiteY181" fmla="*/ 3953121 h 6858000"/>
              <a:gd name="connsiteX182" fmla="*/ 3316479 w 7467600"/>
              <a:gd name="connsiteY182" fmla="*/ 3872136 h 6858000"/>
              <a:gd name="connsiteX183" fmla="*/ 3291335 w 7467600"/>
              <a:gd name="connsiteY183" fmla="*/ 3767420 h 6858000"/>
              <a:gd name="connsiteX184" fmla="*/ 3390805 w 7467600"/>
              <a:gd name="connsiteY184" fmla="*/ 3937163 h 6858000"/>
              <a:gd name="connsiteX185" fmla="*/ 3579062 w 7467600"/>
              <a:gd name="connsiteY185" fmla="*/ 4359040 h 6858000"/>
              <a:gd name="connsiteX186" fmla="*/ 3467355 w 7467600"/>
              <a:gd name="connsiteY186" fmla="*/ 3988130 h 6858000"/>
              <a:gd name="connsiteX187" fmla="*/ 3310753 w 7467600"/>
              <a:gd name="connsiteY187" fmla="*/ 3787140 h 6858000"/>
              <a:gd name="connsiteX188" fmla="*/ 3291335 w 7467600"/>
              <a:gd name="connsiteY188" fmla="*/ 3767420 h 6858000"/>
              <a:gd name="connsiteX189" fmla="*/ 1635889 w 7467600"/>
              <a:gd name="connsiteY189" fmla="*/ 3709494 h 6858000"/>
              <a:gd name="connsiteX190" fmla="*/ 1634800 w 7467600"/>
              <a:gd name="connsiteY190" fmla="*/ 3731111 h 6858000"/>
              <a:gd name="connsiteX191" fmla="*/ 1635889 w 7467600"/>
              <a:gd name="connsiteY191" fmla="*/ 3709494 h 6858000"/>
              <a:gd name="connsiteX192" fmla="*/ 1510397 w 7467600"/>
              <a:gd name="connsiteY192" fmla="*/ 3684705 h 6858000"/>
              <a:gd name="connsiteX193" fmla="*/ 1146550 w 7467600"/>
              <a:gd name="connsiteY193" fmla="*/ 3802012 h 6858000"/>
              <a:gd name="connsiteX194" fmla="*/ 698834 w 7467600"/>
              <a:gd name="connsiteY194" fmla="*/ 3952272 h 6858000"/>
              <a:gd name="connsiteX195" fmla="*/ 34256 w 7467600"/>
              <a:gd name="connsiteY195" fmla="*/ 4347603 h 6858000"/>
              <a:gd name="connsiteX196" fmla="*/ 527241 w 7467600"/>
              <a:gd name="connsiteY196" fmla="*/ 4065078 h 6858000"/>
              <a:gd name="connsiteX197" fmla="*/ 1510397 w 7467600"/>
              <a:gd name="connsiteY197" fmla="*/ 3684705 h 6858000"/>
              <a:gd name="connsiteX198" fmla="*/ 1313114 w 7467600"/>
              <a:gd name="connsiteY198" fmla="*/ 3655216 h 6858000"/>
              <a:gd name="connsiteX199" fmla="*/ 1109304 w 7467600"/>
              <a:gd name="connsiteY199" fmla="*/ 3669030 h 6858000"/>
              <a:gd name="connsiteX200" fmla="*/ 8129 w 7467600"/>
              <a:gd name="connsiteY200" fmla="*/ 4330519 h 6858000"/>
              <a:gd name="connsiteX201" fmla="*/ 687572 w 7467600"/>
              <a:gd name="connsiteY201" fmla="*/ 3925629 h 6858000"/>
              <a:gd name="connsiteX202" fmla="*/ 1138365 w 7467600"/>
              <a:gd name="connsiteY202" fmla="*/ 3774515 h 6858000"/>
              <a:gd name="connsiteX203" fmla="*/ 1505579 w 7467600"/>
              <a:gd name="connsiteY203" fmla="*/ 3655526 h 6858000"/>
              <a:gd name="connsiteX204" fmla="*/ 1313114 w 7467600"/>
              <a:gd name="connsiteY204" fmla="*/ 3655216 h 6858000"/>
              <a:gd name="connsiteX205" fmla="*/ 3655073 w 7467600"/>
              <a:gd name="connsiteY205" fmla="*/ 3650884 h 6858000"/>
              <a:gd name="connsiteX206" fmla="*/ 3989938 w 7467600"/>
              <a:gd name="connsiteY206" fmla="*/ 3991685 h 6858000"/>
              <a:gd name="connsiteX207" fmla="*/ 4393907 w 7467600"/>
              <a:gd name="connsiteY207" fmla="*/ 4261258 h 6858000"/>
              <a:gd name="connsiteX208" fmla="*/ 4648051 w 7467600"/>
              <a:gd name="connsiteY208" fmla="*/ 4374051 h 6858000"/>
              <a:gd name="connsiteX209" fmla="*/ 4383389 w 7467600"/>
              <a:gd name="connsiteY209" fmla="*/ 4184369 h 6858000"/>
              <a:gd name="connsiteX210" fmla="*/ 4165508 w 7467600"/>
              <a:gd name="connsiteY210" fmla="*/ 4035196 h 6858000"/>
              <a:gd name="connsiteX211" fmla="*/ 4068162 w 7467600"/>
              <a:gd name="connsiteY211" fmla="*/ 3953394 h 6858000"/>
              <a:gd name="connsiteX212" fmla="*/ 3981416 w 7467600"/>
              <a:gd name="connsiteY212" fmla="*/ 3880482 h 6858000"/>
              <a:gd name="connsiteX213" fmla="*/ 3800147 w 7467600"/>
              <a:gd name="connsiteY213" fmla="*/ 3749872 h 6858000"/>
              <a:gd name="connsiteX214" fmla="*/ 3655073 w 7467600"/>
              <a:gd name="connsiteY214" fmla="*/ 3650884 h 6858000"/>
              <a:gd name="connsiteX215" fmla="*/ 3670252 w 7467600"/>
              <a:gd name="connsiteY215" fmla="*/ 3622798 h 6858000"/>
              <a:gd name="connsiteX216" fmla="*/ 3817258 w 7467600"/>
              <a:gd name="connsiteY216" fmla="*/ 3723577 h 6858000"/>
              <a:gd name="connsiteX217" fmla="*/ 4000461 w 7467600"/>
              <a:gd name="connsiteY217" fmla="*/ 3855966 h 6858000"/>
              <a:gd name="connsiteX218" fmla="*/ 4088180 w 7467600"/>
              <a:gd name="connsiteY218" fmla="*/ 3929774 h 6858000"/>
              <a:gd name="connsiteX219" fmla="*/ 4184555 w 7467600"/>
              <a:gd name="connsiteY219" fmla="*/ 4010683 h 6858000"/>
              <a:gd name="connsiteX220" fmla="*/ 4399563 w 7467600"/>
              <a:gd name="connsiteY220" fmla="*/ 4158106 h 6858000"/>
              <a:gd name="connsiteX221" fmla="*/ 4684469 w 7467600"/>
              <a:gd name="connsiteY221" fmla="*/ 4364680 h 6858000"/>
              <a:gd name="connsiteX222" fmla="*/ 4690271 w 7467600"/>
              <a:gd name="connsiteY222" fmla="*/ 4370034 h 6858000"/>
              <a:gd name="connsiteX223" fmla="*/ 4136093 w 7467600"/>
              <a:gd name="connsiteY223" fmla="*/ 3858466 h 6858000"/>
              <a:gd name="connsiteX224" fmla="*/ 3670252 w 7467600"/>
              <a:gd name="connsiteY224" fmla="*/ 3622798 h 6858000"/>
              <a:gd name="connsiteX225" fmla="*/ 4440129 w 7467600"/>
              <a:gd name="connsiteY225" fmla="*/ 3448571 h 6858000"/>
              <a:gd name="connsiteX226" fmla="*/ 4856525 w 7467600"/>
              <a:gd name="connsiteY226" fmla="*/ 3915351 h 6858000"/>
              <a:gd name="connsiteX227" fmla="*/ 5059055 w 7467600"/>
              <a:gd name="connsiteY227" fmla="*/ 4108918 h 6858000"/>
              <a:gd name="connsiteX228" fmla="*/ 5290070 w 7467600"/>
              <a:gd name="connsiteY228" fmla="*/ 4263619 h 6858000"/>
              <a:gd name="connsiteX229" fmla="*/ 4834991 w 7467600"/>
              <a:gd name="connsiteY229" fmla="*/ 3830985 h 6858000"/>
              <a:gd name="connsiteX230" fmla="*/ 4440129 w 7467600"/>
              <a:gd name="connsiteY230" fmla="*/ 3448571 h 6858000"/>
              <a:gd name="connsiteX231" fmla="*/ 4441737 w 7467600"/>
              <a:gd name="connsiteY231" fmla="*/ 3399734 h 6858000"/>
              <a:gd name="connsiteX232" fmla="*/ 4431236 w 7467600"/>
              <a:gd name="connsiteY232" fmla="*/ 3400954 h 6858000"/>
              <a:gd name="connsiteX233" fmla="*/ 4557150 w 7467600"/>
              <a:gd name="connsiteY233" fmla="*/ 3510023 h 6858000"/>
              <a:gd name="connsiteX234" fmla="*/ 4856936 w 7467600"/>
              <a:gd name="connsiteY234" fmla="*/ 3809146 h 6858000"/>
              <a:gd name="connsiteX235" fmla="*/ 5111996 w 7467600"/>
              <a:gd name="connsiteY235" fmla="*/ 4065759 h 6858000"/>
              <a:gd name="connsiteX236" fmla="*/ 5388878 w 7467600"/>
              <a:gd name="connsiteY236" fmla="*/ 4300185 h 6858000"/>
              <a:gd name="connsiteX237" fmla="*/ 5425556 w 7467600"/>
              <a:gd name="connsiteY237" fmla="*/ 4308967 h 6858000"/>
              <a:gd name="connsiteX238" fmla="*/ 4943646 w 7467600"/>
              <a:gd name="connsiteY238" fmla="*/ 3822916 h 6858000"/>
              <a:gd name="connsiteX239" fmla="*/ 4594837 w 7467600"/>
              <a:gd name="connsiteY239" fmla="*/ 3532274 h 6858000"/>
              <a:gd name="connsiteX240" fmla="*/ 4441737 w 7467600"/>
              <a:gd name="connsiteY240" fmla="*/ 3399734 h 6858000"/>
              <a:gd name="connsiteX241" fmla="*/ 5425834 w 7467600"/>
              <a:gd name="connsiteY241" fmla="*/ 3162785 h 6858000"/>
              <a:gd name="connsiteX242" fmla="*/ 5401644 w 7467600"/>
              <a:gd name="connsiteY242" fmla="*/ 3617847 h 6858000"/>
              <a:gd name="connsiteX243" fmla="*/ 5467256 w 7467600"/>
              <a:gd name="connsiteY243" fmla="*/ 4175494 h 6858000"/>
              <a:gd name="connsiteX244" fmla="*/ 5448069 w 7467600"/>
              <a:gd name="connsiteY244" fmla="*/ 3567554 h 6858000"/>
              <a:gd name="connsiteX245" fmla="*/ 5425834 w 7467600"/>
              <a:gd name="connsiteY245" fmla="*/ 3162785 h 6858000"/>
              <a:gd name="connsiteX246" fmla="*/ 1318687 w 7467600"/>
              <a:gd name="connsiteY246" fmla="*/ 3113840 h 6858000"/>
              <a:gd name="connsiteX247" fmla="*/ 1066793 w 7467600"/>
              <a:gd name="connsiteY247" fmla="*/ 3212171 h 6858000"/>
              <a:gd name="connsiteX248" fmla="*/ 993319 w 7467600"/>
              <a:gd name="connsiteY248" fmla="*/ 3247648 h 6858000"/>
              <a:gd name="connsiteX249" fmla="*/ 853081 w 7467600"/>
              <a:gd name="connsiteY249" fmla="*/ 3312410 h 6858000"/>
              <a:gd name="connsiteX250" fmla="*/ 805957 w 7467600"/>
              <a:gd name="connsiteY250" fmla="*/ 3330443 h 6858000"/>
              <a:gd name="connsiteX251" fmla="*/ 1318687 w 7467600"/>
              <a:gd name="connsiteY251" fmla="*/ 3113840 h 6858000"/>
              <a:gd name="connsiteX252" fmla="*/ 5453702 w 7467600"/>
              <a:gd name="connsiteY252" fmla="*/ 3090882 h 6858000"/>
              <a:gd name="connsiteX253" fmla="*/ 5480135 w 7467600"/>
              <a:gd name="connsiteY253" fmla="*/ 3565802 h 6858000"/>
              <a:gd name="connsiteX254" fmla="*/ 5499023 w 7467600"/>
              <a:gd name="connsiteY254" fmla="*/ 4166310 h 6858000"/>
              <a:gd name="connsiteX255" fmla="*/ 5547022 w 7467600"/>
              <a:gd name="connsiteY255" fmla="*/ 3607838 h 6858000"/>
              <a:gd name="connsiteX256" fmla="*/ 5515964 w 7467600"/>
              <a:gd name="connsiteY256" fmla="*/ 3378541 h 6858000"/>
              <a:gd name="connsiteX257" fmla="*/ 5453702 w 7467600"/>
              <a:gd name="connsiteY257" fmla="*/ 3090882 h 6858000"/>
              <a:gd name="connsiteX258" fmla="*/ 1238695 w 7467600"/>
              <a:gd name="connsiteY258" fmla="*/ 3076820 h 6858000"/>
              <a:gd name="connsiteX259" fmla="*/ 716371 w 7467600"/>
              <a:gd name="connsiteY259" fmla="*/ 3293249 h 6858000"/>
              <a:gd name="connsiteX260" fmla="*/ 579522 w 7467600"/>
              <a:gd name="connsiteY260" fmla="*/ 3371759 h 6858000"/>
              <a:gd name="connsiteX261" fmla="*/ 600288 w 7467600"/>
              <a:gd name="connsiteY261" fmla="*/ 3365555 h 6858000"/>
              <a:gd name="connsiteX262" fmla="*/ 840692 w 7467600"/>
              <a:gd name="connsiteY262" fmla="*/ 3284921 h 6858000"/>
              <a:gd name="connsiteX263" fmla="*/ 979248 w 7467600"/>
              <a:gd name="connsiteY263" fmla="*/ 3221003 h 6858000"/>
              <a:gd name="connsiteX264" fmla="*/ 1053282 w 7467600"/>
              <a:gd name="connsiteY264" fmla="*/ 3185247 h 6858000"/>
              <a:gd name="connsiteX265" fmla="*/ 1320603 w 7467600"/>
              <a:gd name="connsiteY265" fmla="*/ 3081281 h 6858000"/>
              <a:gd name="connsiteX266" fmla="*/ 1238695 w 7467600"/>
              <a:gd name="connsiteY266" fmla="*/ 3076820 h 6858000"/>
              <a:gd name="connsiteX267" fmla="*/ 5425627 w 7467600"/>
              <a:gd name="connsiteY267" fmla="*/ 2954192 h 6858000"/>
              <a:gd name="connsiteX268" fmla="*/ 5470770 w 7467600"/>
              <a:gd name="connsiteY268" fmla="*/ 3005435 h 6858000"/>
              <a:gd name="connsiteX269" fmla="*/ 5519779 w 7467600"/>
              <a:gd name="connsiteY269" fmla="*/ 4359223 h 6858000"/>
              <a:gd name="connsiteX270" fmla="*/ 5520293 w 7467600"/>
              <a:gd name="connsiteY270" fmla="*/ 4360602 h 6858000"/>
              <a:gd name="connsiteX271" fmla="*/ 5767221 w 7467600"/>
              <a:gd name="connsiteY271" fmla="*/ 4665564 h 6858000"/>
              <a:gd name="connsiteX272" fmla="*/ 6937169 w 7467600"/>
              <a:gd name="connsiteY272" fmla="*/ 4815941 h 6858000"/>
              <a:gd name="connsiteX273" fmla="*/ 6953922 w 7467600"/>
              <a:gd name="connsiteY273" fmla="*/ 4890068 h 6858000"/>
              <a:gd name="connsiteX274" fmla="*/ 6071359 w 7467600"/>
              <a:gd name="connsiteY274" fmla="*/ 4770770 h 6858000"/>
              <a:gd name="connsiteX275" fmla="*/ 6038839 w 7467600"/>
              <a:gd name="connsiteY275" fmla="*/ 4764474 h 6858000"/>
              <a:gd name="connsiteX276" fmla="*/ 6038706 w 7467600"/>
              <a:gd name="connsiteY276" fmla="*/ 4763847 h 6858000"/>
              <a:gd name="connsiteX277" fmla="*/ 6037784 w 7467600"/>
              <a:gd name="connsiteY277" fmla="*/ 4764270 h 6858000"/>
              <a:gd name="connsiteX278" fmla="*/ 6038839 w 7467600"/>
              <a:gd name="connsiteY278" fmla="*/ 4764474 h 6858000"/>
              <a:gd name="connsiteX279" fmla="*/ 6040338 w 7467600"/>
              <a:gd name="connsiteY279" fmla="*/ 4771418 h 6858000"/>
              <a:gd name="connsiteX280" fmla="*/ 6024488 w 7467600"/>
              <a:gd name="connsiteY280" fmla="*/ 4809903 h 6858000"/>
              <a:gd name="connsiteX281" fmla="*/ 5599771 w 7467600"/>
              <a:gd name="connsiteY281" fmla="*/ 5509652 h 6858000"/>
              <a:gd name="connsiteX282" fmla="*/ 5548843 w 7467600"/>
              <a:gd name="connsiteY282" fmla="*/ 5563845 h 6858000"/>
              <a:gd name="connsiteX283" fmla="*/ 5940952 w 7467600"/>
              <a:gd name="connsiteY283" fmla="*/ 6250028 h 6858000"/>
              <a:gd name="connsiteX284" fmla="*/ 6043441 w 7467600"/>
              <a:gd name="connsiteY284" fmla="*/ 6665847 h 6858000"/>
              <a:gd name="connsiteX285" fmla="*/ 6093432 w 7467600"/>
              <a:gd name="connsiteY285" fmla="*/ 6858000 h 6858000"/>
              <a:gd name="connsiteX286" fmla="*/ 6034344 w 7467600"/>
              <a:gd name="connsiteY286" fmla="*/ 6858000 h 6858000"/>
              <a:gd name="connsiteX287" fmla="*/ 6026679 w 7467600"/>
              <a:gd name="connsiteY287" fmla="*/ 6836959 h 6858000"/>
              <a:gd name="connsiteX288" fmla="*/ 5800441 w 7467600"/>
              <a:gd name="connsiteY288" fmla="*/ 6335286 h 6858000"/>
              <a:gd name="connsiteX289" fmla="*/ 5526562 w 7467600"/>
              <a:gd name="connsiteY289" fmla="*/ 5705388 h 6858000"/>
              <a:gd name="connsiteX290" fmla="*/ 5519640 w 7467600"/>
              <a:gd name="connsiteY290" fmla="*/ 5683774 h 6858000"/>
              <a:gd name="connsiteX291" fmla="*/ 5844559 w 7467600"/>
              <a:gd name="connsiteY291" fmla="*/ 6553349 h 6858000"/>
              <a:gd name="connsiteX292" fmla="*/ 5975994 w 7467600"/>
              <a:gd name="connsiteY292" fmla="*/ 6858000 h 6858000"/>
              <a:gd name="connsiteX293" fmla="*/ 5898547 w 7467600"/>
              <a:gd name="connsiteY293" fmla="*/ 6858000 h 6858000"/>
              <a:gd name="connsiteX294" fmla="*/ 5682041 w 7467600"/>
              <a:gd name="connsiteY294" fmla="*/ 6355860 h 6858000"/>
              <a:gd name="connsiteX295" fmla="*/ 5461758 w 7467600"/>
              <a:gd name="connsiteY295" fmla="*/ 5820220 h 6858000"/>
              <a:gd name="connsiteX296" fmla="*/ 5237282 w 7467600"/>
              <a:gd name="connsiteY296" fmla="*/ 6579086 h 6858000"/>
              <a:gd name="connsiteX297" fmla="*/ 5115009 w 7467600"/>
              <a:gd name="connsiteY297" fmla="*/ 6858000 h 6858000"/>
              <a:gd name="connsiteX298" fmla="*/ 5028074 w 7467600"/>
              <a:gd name="connsiteY298" fmla="*/ 6858000 h 6858000"/>
              <a:gd name="connsiteX299" fmla="*/ 5079508 w 7467600"/>
              <a:gd name="connsiteY299" fmla="*/ 6749074 h 6858000"/>
              <a:gd name="connsiteX300" fmla="*/ 5371846 w 7467600"/>
              <a:gd name="connsiteY300" fmla="*/ 5924413 h 6858000"/>
              <a:gd name="connsiteX301" fmla="*/ 5270512 w 7467600"/>
              <a:gd name="connsiteY301" fmla="*/ 6138975 h 6858000"/>
              <a:gd name="connsiteX302" fmla="*/ 5062409 w 7467600"/>
              <a:gd name="connsiteY302" fmla="*/ 6653544 h 6858000"/>
              <a:gd name="connsiteX303" fmla="*/ 5036628 w 7467600"/>
              <a:gd name="connsiteY303" fmla="*/ 6754247 h 6858000"/>
              <a:gd name="connsiteX304" fmla="*/ 5009112 w 7467600"/>
              <a:gd name="connsiteY304" fmla="*/ 6858000 h 6858000"/>
              <a:gd name="connsiteX305" fmla="*/ 4976679 w 7467600"/>
              <a:gd name="connsiteY305" fmla="*/ 6858000 h 6858000"/>
              <a:gd name="connsiteX306" fmla="*/ 5006537 w 7467600"/>
              <a:gd name="connsiteY306" fmla="*/ 6747068 h 6858000"/>
              <a:gd name="connsiteX307" fmla="*/ 5032723 w 7467600"/>
              <a:gd name="connsiteY307" fmla="*/ 6644957 h 6858000"/>
              <a:gd name="connsiteX308" fmla="*/ 5242949 w 7467600"/>
              <a:gd name="connsiteY308" fmla="*/ 6125175 h 6858000"/>
              <a:gd name="connsiteX309" fmla="*/ 5286321 w 7467600"/>
              <a:gd name="connsiteY309" fmla="*/ 6033555 h 6858000"/>
              <a:gd name="connsiteX310" fmla="*/ 5008210 w 7467600"/>
              <a:gd name="connsiteY310" fmla="*/ 6649194 h 6858000"/>
              <a:gd name="connsiteX311" fmla="*/ 4986321 w 7467600"/>
              <a:gd name="connsiteY311" fmla="*/ 6765687 h 6858000"/>
              <a:gd name="connsiteX312" fmla="*/ 4973474 w 7467600"/>
              <a:gd name="connsiteY312" fmla="*/ 6858000 h 6858000"/>
              <a:gd name="connsiteX313" fmla="*/ 4907178 w 7467600"/>
              <a:gd name="connsiteY313" fmla="*/ 6858000 h 6858000"/>
              <a:gd name="connsiteX314" fmla="*/ 4910810 w 7467600"/>
              <a:gd name="connsiteY314" fmla="*/ 6829660 h 6858000"/>
              <a:gd name="connsiteX315" fmla="*/ 4987461 w 7467600"/>
              <a:gd name="connsiteY315" fmla="*/ 6432994 h 6858000"/>
              <a:gd name="connsiteX316" fmla="*/ 5179262 w 7467600"/>
              <a:gd name="connsiteY316" fmla="*/ 6035044 h 6858000"/>
              <a:gd name="connsiteX317" fmla="*/ 4689678 w 7467600"/>
              <a:gd name="connsiteY317" fmla="*/ 6440241 h 6858000"/>
              <a:gd name="connsiteX318" fmla="*/ 4477543 w 7467600"/>
              <a:gd name="connsiteY318" fmla="*/ 6674836 h 6858000"/>
              <a:gd name="connsiteX319" fmla="*/ 4329957 w 7467600"/>
              <a:gd name="connsiteY319" fmla="*/ 6858000 h 6858000"/>
              <a:gd name="connsiteX320" fmla="*/ 4218595 w 7467600"/>
              <a:gd name="connsiteY320" fmla="*/ 6858000 h 6858000"/>
              <a:gd name="connsiteX321" fmla="*/ 4368888 w 7467600"/>
              <a:gd name="connsiteY321" fmla="*/ 6668412 h 6858000"/>
              <a:gd name="connsiteX322" fmla="*/ 4563091 w 7467600"/>
              <a:gd name="connsiteY322" fmla="*/ 6442508 h 6858000"/>
              <a:gd name="connsiteX323" fmla="*/ 5387324 w 7467600"/>
              <a:gd name="connsiteY323" fmla="*/ 5705830 h 6858000"/>
              <a:gd name="connsiteX324" fmla="*/ 5073620 w 7467600"/>
              <a:gd name="connsiteY324" fmla="*/ 5955437 h 6858000"/>
              <a:gd name="connsiteX325" fmla="*/ 4689789 w 7467600"/>
              <a:gd name="connsiteY325" fmla="*/ 6268382 h 6858000"/>
              <a:gd name="connsiteX326" fmla="*/ 4418722 w 7467600"/>
              <a:gd name="connsiteY326" fmla="*/ 6570886 h 6858000"/>
              <a:gd name="connsiteX327" fmla="*/ 4214944 w 7467600"/>
              <a:gd name="connsiteY327" fmla="*/ 6858000 h 6858000"/>
              <a:gd name="connsiteX328" fmla="*/ 4177898 w 7467600"/>
              <a:gd name="connsiteY328" fmla="*/ 6858000 h 6858000"/>
              <a:gd name="connsiteX329" fmla="*/ 4391597 w 7467600"/>
              <a:gd name="connsiteY329" fmla="*/ 6556370 h 6858000"/>
              <a:gd name="connsiteX330" fmla="*/ 4668889 w 7467600"/>
              <a:gd name="connsiteY330" fmla="*/ 6246399 h 6858000"/>
              <a:gd name="connsiteX331" fmla="*/ 5055427 w 7467600"/>
              <a:gd name="connsiteY331" fmla="*/ 5931476 h 6858000"/>
              <a:gd name="connsiteX332" fmla="*/ 5371814 w 7467600"/>
              <a:gd name="connsiteY332" fmla="*/ 5678975 h 6858000"/>
              <a:gd name="connsiteX333" fmla="*/ 4987918 w 7467600"/>
              <a:gd name="connsiteY333" fmla="*/ 5838701 h 6858000"/>
              <a:gd name="connsiteX334" fmla="*/ 4317146 w 7467600"/>
              <a:gd name="connsiteY334" fmla="*/ 6587716 h 6858000"/>
              <a:gd name="connsiteX335" fmla="*/ 4171627 w 7467600"/>
              <a:gd name="connsiteY335" fmla="*/ 6858000 h 6858000"/>
              <a:gd name="connsiteX336" fmla="*/ 4081585 w 7467600"/>
              <a:gd name="connsiteY336" fmla="*/ 6858000 h 6858000"/>
              <a:gd name="connsiteX337" fmla="*/ 4238603 w 7467600"/>
              <a:gd name="connsiteY337" fmla="*/ 6559341 h 6858000"/>
              <a:gd name="connsiteX338" fmla="*/ 4778333 w 7467600"/>
              <a:gd name="connsiteY338" fmla="*/ 5873626 h 6858000"/>
              <a:gd name="connsiteX339" fmla="*/ 5414185 w 7467600"/>
              <a:gd name="connsiteY339" fmla="*/ 5573882 h 6858000"/>
              <a:gd name="connsiteX340" fmla="*/ 5959648 w 7467600"/>
              <a:gd name="connsiteY340" fmla="*/ 4760797 h 6858000"/>
              <a:gd name="connsiteX341" fmla="*/ 5355019 w 7467600"/>
              <a:gd name="connsiteY341" fmla="*/ 4734672 h 6858000"/>
              <a:gd name="connsiteX342" fmla="*/ 5083565 w 7467600"/>
              <a:gd name="connsiteY342" fmla="*/ 5179121 h 6858000"/>
              <a:gd name="connsiteX343" fmla="*/ 4713577 w 7467600"/>
              <a:gd name="connsiteY343" fmla="*/ 5616803 h 6858000"/>
              <a:gd name="connsiteX344" fmla="*/ 3989559 w 7467600"/>
              <a:gd name="connsiteY344" fmla="*/ 6145945 h 6858000"/>
              <a:gd name="connsiteX345" fmla="*/ 3939824 w 7467600"/>
              <a:gd name="connsiteY345" fmla="*/ 6066900 h 6858000"/>
              <a:gd name="connsiteX346" fmla="*/ 4584537 w 7467600"/>
              <a:gd name="connsiteY346" fmla="*/ 5324826 h 6858000"/>
              <a:gd name="connsiteX347" fmla="*/ 5037105 w 7467600"/>
              <a:gd name="connsiteY347" fmla="*/ 5088765 h 6858000"/>
              <a:gd name="connsiteX348" fmla="*/ 5039930 w 7467600"/>
              <a:gd name="connsiteY348" fmla="*/ 5089585 h 6858000"/>
              <a:gd name="connsiteX349" fmla="*/ 5263764 w 7467600"/>
              <a:gd name="connsiteY349" fmla="*/ 4735525 h 6858000"/>
              <a:gd name="connsiteX350" fmla="*/ 4086300 w 7467600"/>
              <a:gd name="connsiteY350" fmla="*/ 4884599 h 6858000"/>
              <a:gd name="connsiteX351" fmla="*/ 4085485 w 7467600"/>
              <a:gd name="connsiteY351" fmla="*/ 4899070 h 6858000"/>
              <a:gd name="connsiteX352" fmla="*/ 3871915 w 7467600"/>
              <a:gd name="connsiteY352" fmla="*/ 5253645 h 6858000"/>
              <a:gd name="connsiteX353" fmla="*/ 3799374 w 7467600"/>
              <a:gd name="connsiteY353" fmla="*/ 5466127 h 6858000"/>
              <a:gd name="connsiteX354" fmla="*/ 3498850 w 7467600"/>
              <a:gd name="connsiteY354" fmla="*/ 6661888 h 6858000"/>
              <a:gd name="connsiteX355" fmla="*/ 3399216 w 7467600"/>
              <a:gd name="connsiteY355" fmla="*/ 6858000 h 6858000"/>
              <a:gd name="connsiteX356" fmla="*/ 3303688 w 7467600"/>
              <a:gd name="connsiteY356" fmla="*/ 6858000 h 6858000"/>
              <a:gd name="connsiteX357" fmla="*/ 3391774 w 7467600"/>
              <a:gd name="connsiteY357" fmla="*/ 6697181 h 6858000"/>
              <a:gd name="connsiteX358" fmla="*/ 3735540 w 7467600"/>
              <a:gd name="connsiteY358" fmla="*/ 5546923 h 6858000"/>
              <a:gd name="connsiteX359" fmla="*/ 3729438 w 7467600"/>
              <a:gd name="connsiteY359" fmla="*/ 5569058 h 6858000"/>
              <a:gd name="connsiteX360" fmla="*/ 3707782 w 7467600"/>
              <a:gd name="connsiteY360" fmla="*/ 5644908 h 6858000"/>
              <a:gd name="connsiteX361" fmla="*/ 3583827 w 7467600"/>
              <a:gd name="connsiteY361" fmla="*/ 6039215 h 6858000"/>
              <a:gd name="connsiteX362" fmla="*/ 3547861 w 7467600"/>
              <a:gd name="connsiteY362" fmla="*/ 6129609 h 6858000"/>
              <a:gd name="connsiteX363" fmla="*/ 3490905 w 7467600"/>
              <a:gd name="connsiteY363" fmla="*/ 6277660 h 6858000"/>
              <a:gd name="connsiteX364" fmla="*/ 3455859 w 7467600"/>
              <a:gd name="connsiteY364" fmla="*/ 6391301 h 6858000"/>
              <a:gd name="connsiteX365" fmla="*/ 3429112 w 7467600"/>
              <a:gd name="connsiteY365" fmla="*/ 6479469 h 6858000"/>
              <a:gd name="connsiteX366" fmla="*/ 3304862 w 7467600"/>
              <a:gd name="connsiteY366" fmla="*/ 6796476 h 6858000"/>
              <a:gd name="connsiteX367" fmla="*/ 3276071 w 7467600"/>
              <a:gd name="connsiteY367" fmla="*/ 6858000 h 6858000"/>
              <a:gd name="connsiteX368" fmla="*/ 3240805 w 7467600"/>
              <a:gd name="connsiteY368" fmla="*/ 6858000 h 6858000"/>
              <a:gd name="connsiteX369" fmla="*/ 3275917 w 7467600"/>
              <a:gd name="connsiteY369" fmla="*/ 6783192 h 6858000"/>
              <a:gd name="connsiteX370" fmla="*/ 3399358 w 7467600"/>
              <a:gd name="connsiteY370" fmla="*/ 6469011 h 6858000"/>
              <a:gd name="connsiteX371" fmla="*/ 3425650 w 7467600"/>
              <a:gd name="connsiteY371" fmla="*/ 6381333 h 6858000"/>
              <a:gd name="connsiteX372" fmla="*/ 3460661 w 7467600"/>
              <a:gd name="connsiteY372" fmla="*/ 6266763 h 6858000"/>
              <a:gd name="connsiteX373" fmla="*/ 3518021 w 7467600"/>
              <a:gd name="connsiteY373" fmla="*/ 6117298 h 6858000"/>
              <a:gd name="connsiteX374" fmla="*/ 3554035 w 7467600"/>
              <a:gd name="connsiteY374" fmla="*/ 6027832 h 6858000"/>
              <a:gd name="connsiteX375" fmla="*/ 3677174 w 7467600"/>
              <a:gd name="connsiteY375" fmla="*/ 5636351 h 6858000"/>
              <a:gd name="connsiteX376" fmla="*/ 3698819 w 7467600"/>
              <a:gd name="connsiteY376" fmla="*/ 5560503 h 6858000"/>
              <a:gd name="connsiteX377" fmla="*/ 3702094 w 7467600"/>
              <a:gd name="connsiteY377" fmla="*/ 5549194 h 6858000"/>
              <a:gd name="connsiteX378" fmla="*/ 3398355 w 7467600"/>
              <a:gd name="connsiteY378" fmla="*/ 6094603 h 6858000"/>
              <a:gd name="connsiteX379" fmla="*/ 3193941 w 7467600"/>
              <a:gd name="connsiteY379" fmla="*/ 6798775 h 6858000"/>
              <a:gd name="connsiteX380" fmla="*/ 3184140 w 7467600"/>
              <a:gd name="connsiteY380" fmla="*/ 6858000 h 6858000"/>
              <a:gd name="connsiteX381" fmla="*/ 3099978 w 7467600"/>
              <a:gd name="connsiteY381" fmla="*/ 6858000 h 6858000"/>
              <a:gd name="connsiteX382" fmla="*/ 3101556 w 7467600"/>
              <a:gd name="connsiteY382" fmla="*/ 6843337 h 6858000"/>
              <a:gd name="connsiteX383" fmla="*/ 3370162 w 7467600"/>
              <a:gd name="connsiteY383" fmla="*/ 5785550 h 6858000"/>
              <a:gd name="connsiteX384" fmla="*/ 3746477 w 7467600"/>
              <a:gd name="connsiteY384" fmla="*/ 5377889 h 6858000"/>
              <a:gd name="connsiteX385" fmla="*/ 3863399 w 7467600"/>
              <a:gd name="connsiteY385" fmla="*/ 5087257 h 6858000"/>
              <a:gd name="connsiteX386" fmla="*/ 3968712 w 7467600"/>
              <a:gd name="connsiteY386" fmla="*/ 4913989 h 6858000"/>
              <a:gd name="connsiteX387" fmla="*/ 2792390 w 7467600"/>
              <a:gd name="connsiteY387" fmla="*/ 5382974 h 6858000"/>
              <a:gd name="connsiteX388" fmla="*/ 2714982 w 7467600"/>
              <a:gd name="connsiteY388" fmla="*/ 5427051 h 6858000"/>
              <a:gd name="connsiteX389" fmla="*/ 2813361 w 7467600"/>
              <a:gd name="connsiteY389" fmla="*/ 6023912 h 6858000"/>
              <a:gd name="connsiteX390" fmla="*/ 2688430 w 7467600"/>
              <a:gd name="connsiteY390" fmla="*/ 6801564 h 6858000"/>
              <a:gd name="connsiteX391" fmla="*/ 2629626 w 7467600"/>
              <a:gd name="connsiteY391" fmla="*/ 6763394 h 6858000"/>
              <a:gd name="connsiteX392" fmla="*/ 2565328 w 7467600"/>
              <a:gd name="connsiteY392" fmla="*/ 5516399 h 6858000"/>
              <a:gd name="connsiteX393" fmla="*/ 1922999 w 7467600"/>
              <a:gd name="connsiteY393" fmla="*/ 5980343 h 6858000"/>
              <a:gd name="connsiteX394" fmla="*/ 1950261 w 7467600"/>
              <a:gd name="connsiteY394" fmla="*/ 6405858 h 6858000"/>
              <a:gd name="connsiteX395" fmla="*/ 2365554 w 7467600"/>
              <a:gd name="connsiteY395" fmla="*/ 6759107 h 6858000"/>
              <a:gd name="connsiteX396" fmla="*/ 2424142 w 7467600"/>
              <a:gd name="connsiteY396" fmla="*/ 6858000 h 6858000"/>
              <a:gd name="connsiteX397" fmla="*/ 2395994 w 7467600"/>
              <a:gd name="connsiteY397" fmla="*/ 6858000 h 6858000"/>
              <a:gd name="connsiteX398" fmla="*/ 2392863 w 7467600"/>
              <a:gd name="connsiteY398" fmla="*/ 6852964 h 6858000"/>
              <a:gd name="connsiteX399" fmla="*/ 2017589 w 7467600"/>
              <a:gd name="connsiteY399" fmla="*/ 6493982 h 6858000"/>
              <a:gd name="connsiteX400" fmla="*/ 2147336 w 7467600"/>
              <a:gd name="connsiteY400" fmla="*/ 6594052 h 6858000"/>
              <a:gd name="connsiteX401" fmla="*/ 2207047 w 7467600"/>
              <a:gd name="connsiteY401" fmla="*/ 6654540 h 6858000"/>
              <a:gd name="connsiteX402" fmla="*/ 2299106 w 7467600"/>
              <a:gd name="connsiteY402" fmla="*/ 6778931 h 6858000"/>
              <a:gd name="connsiteX403" fmla="*/ 2314430 w 7467600"/>
              <a:gd name="connsiteY403" fmla="*/ 6801144 h 6858000"/>
              <a:gd name="connsiteX404" fmla="*/ 2352406 w 7467600"/>
              <a:gd name="connsiteY404" fmla="*/ 6858000 h 6858000"/>
              <a:gd name="connsiteX405" fmla="*/ 2314492 w 7467600"/>
              <a:gd name="connsiteY405" fmla="*/ 6858000 h 6858000"/>
              <a:gd name="connsiteX406" fmla="*/ 2288095 w 7467600"/>
              <a:gd name="connsiteY406" fmla="*/ 6818030 h 6858000"/>
              <a:gd name="connsiteX407" fmla="*/ 2272768 w 7467600"/>
              <a:gd name="connsiteY407" fmla="*/ 6795822 h 6858000"/>
              <a:gd name="connsiteX408" fmla="*/ 2182715 w 7467600"/>
              <a:gd name="connsiteY408" fmla="*/ 6675071 h 6858000"/>
              <a:gd name="connsiteX409" fmla="*/ 2032061 w 7467600"/>
              <a:gd name="connsiteY409" fmla="*/ 6541380 h 6858000"/>
              <a:gd name="connsiteX410" fmla="*/ 2257220 w 7467600"/>
              <a:gd name="connsiteY410" fmla="*/ 6826257 h 6858000"/>
              <a:gd name="connsiteX411" fmla="*/ 2281324 w 7467600"/>
              <a:gd name="connsiteY411" fmla="*/ 6858000 h 6858000"/>
              <a:gd name="connsiteX412" fmla="*/ 2242860 w 7467600"/>
              <a:gd name="connsiteY412" fmla="*/ 6858000 h 6858000"/>
              <a:gd name="connsiteX413" fmla="*/ 2232818 w 7467600"/>
              <a:gd name="connsiteY413" fmla="*/ 6844926 h 6858000"/>
              <a:gd name="connsiteX414" fmla="*/ 1990172 w 7467600"/>
              <a:gd name="connsiteY414" fmla="*/ 6542121 h 6858000"/>
              <a:gd name="connsiteX415" fmla="*/ 2124090 w 7467600"/>
              <a:gd name="connsiteY415" fmla="*/ 6761017 h 6858000"/>
              <a:gd name="connsiteX416" fmla="*/ 2200380 w 7467600"/>
              <a:gd name="connsiteY416" fmla="*/ 6858000 h 6858000"/>
              <a:gd name="connsiteX417" fmla="*/ 2147507 w 7467600"/>
              <a:gd name="connsiteY417" fmla="*/ 6858000 h 6858000"/>
              <a:gd name="connsiteX418" fmla="*/ 2070668 w 7467600"/>
              <a:gd name="connsiteY418" fmla="*/ 6761520 h 6858000"/>
              <a:gd name="connsiteX419" fmla="*/ 1975142 w 7467600"/>
              <a:gd name="connsiteY419" fmla="*/ 6585570 h 6858000"/>
              <a:gd name="connsiteX420" fmla="*/ 2050035 w 7467600"/>
              <a:gd name="connsiteY420" fmla="*/ 6813345 h 6858000"/>
              <a:gd name="connsiteX421" fmla="*/ 2063025 w 7467600"/>
              <a:gd name="connsiteY421" fmla="*/ 6858000 h 6858000"/>
              <a:gd name="connsiteX422" fmla="*/ 2021675 w 7467600"/>
              <a:gd name="connsiteY422" fmla="*/ 6858000 h 6858000"/>
              <a:gd name="connsiteX423" fmla="*/ 2019308 w 7467600"/>
              <a:gd name="connsiteY423" fmla="*/ 6847118 h 6858000"/>
              <a:gd name="connsiteX424" fmla="*/ 1938835 w 7467600"/>
              <a:gd name="connsiteY424" fmla="*/ 6551160 h 6858000"/>
              <a:gd name="connsiteX425" fmla="*/ 1953230 w 7467600"/>
              <a:gd name="connsiteY425" fmla="*/ 6759699 h 6858000"/>
              <a:gd name="connsiteX426" fmla="*/ 1956763 w 7467600"/>
              <a:gd name="connsiteY426" fmla="*/ 6778191 h 6858000"/>
              <a:gd name="connsiteX427" fmla="*/ 1967925 w 7467600"/>
              <a:gd name="connsiteY427" fmla="*/ 6858000 h 6858000"/>
              <a:gd name="connsiteX428" fmla="*/ 1936622 w 7467600"/>
              <a:gd name="connsiteY428" fmla="*/ 6858000 h 6858000"/>
              <a:gd name="connsiteX429" fmla="*/ 1926261 w 7467600"/>
              <a:gd name="connsiteY429" fmla="*/ 6784064 h 6858000"/>
              <a:gd name="connsiteX430" fmla="*/ 1922724 w 7467600"/>
              <a:gd name="connsiteY430" fmla="*/ 6765577 h 6858000"/>
              <a:gd name="connsiteX431" fmla="*/ 1904650 w 7467600"/>
              <a:gd name="connsiteY431" fmla="*/ 6639616 h 6858000"/>
              <a:gd name="connsiteX432" fmla="*/ 1885273 w 7467600"/>
              <a:gd name="connsiteY432" fmla="*/ 6858000 h 6858000"/>
              <a:gd name="connsiteX433" fmla="*/ 1854363 w 7467600"/>
              <a:gd name="connsiteY433" fmla="*/ 6858000 h 6858000"/>
              <a:gd name="connsiteX434" fmla="*/ 1880391 w 7467600"/>
              <a:gd name="connsiteY434" fmla="*/ 6603796 h 6858000"/>
              <a:gd name="connsiteX435" fmla="*/ 1818273 w 7467600"/>
              <a:gd name="connsiteY435" fmla="*/ 6715729 h 6858000"/>
              <a:gd name="connsiteX436" fmla="*/ 1794691 w 7467600"/>
              <a:gd name="connsiteY436" fmla="*/ 6843239 h 6858000"/>
              <a:gd name="connsiteX437" fmla="*/ 1794914 w 7467600"/>
              <a:gd name="connsiteY437" fmla="*/ 6858000 h 6858000"/>
              <a:gd name="connsiteX438" fmla="*/ 1746128 w 7467600"/>
              <a:gd name="connsiteY438" fmla="*/ 6858000 h 6858000"/>
              <a:gd name="connsiteX439" fmla="*/ 1753934 w 7467600"/>
              <a:gd name="connsiteY439" fmla="*/ 6724796 h 6858000"/>
              <a:gd name="connsiteX440" fmla="*/ 1792053 w 7467600"/>
              <a:gd name="connsiteY440" fmla="*/ 6572396 h 6858000"/>
              <a:gd name="connsiteX441" fmla="*/ 1862248 w 7467600"/>
              <a:gd name="connsiteY441" fmla="*/ 6266397 h 6858000"/>
              <a:gd name="connsiteX442" fmla="*/ 1862250 w 7467600"/>
              <a:gd name="connsiteY442" fmla="*/ 6033531 h 6858000"/>
              <a:gd name="connsiteX443" fmla="*/ 1211999 w 7467600"/>
              <a:gd name="connsiteY443" fmla="*/ 6683610 h 6858000"/>
              <a:gd name="connsiteX444" fmla="*/ 1213266 w 7467600"/>
              <a:gd name="connsiteY444" fmla="*/ 6691947 h 6858000"/>
              <a:gd name="connsiteX445" fmla="*/ 1203370 w 7467600"/>
              <a:gd name="connsiteY445" fmla="*/ 6850676 h 6858000"/>
              <a:gd name="connsiteX446" fmla="*/ 1203671 w 7467600"/>
              <a:gd name="connsiteY446" fmla="*/ 6858000 h 6858000"/>
              <a:gd name="connsiteX447" fmla="*/ 1143180 w 7467600"/>
              <a:gd name="connsiteY447" fmla="*/ 6858000 h 6858000"/>
              <a:gd name="connsiteX448" fmla="*/ 1142176 w 7467600"/>
              <a:gd name="connsiteY448" fmla="*/ 6766045 h 6858000"/>
              <a:gd name="connsiteX449" fmla="*/ 1067484 w 7467600"/>
              <a:gd name="connsiteY449" fmla="*/ 6858000 h 6858000"/>
              <a:gd name="connsiteX450" fmla="*/ 953928 w 7467600"/>
              <a:gd name="connsiteY450" fmla="*/ 6858000 h 6858000"/>
              <a:gd name="connsiteX451" fmla="*/ 959715 w 7467600"/>
              <a:gd name="connsiteY451" fmla="*/ 6850185 h 6858000"/>
              <a:gd name="connsiteX452" fmla="*/ 1483788 w 7467600"/>
              <a:gd name="connsiteY452" fmla="*/ 6259174 h 6858000"/>
              <a:gd name="connsiteX453" fmla="*/ 1100671 w 7467600"/>
              <a:gd name="connsiteY453" fmla="*/ 6252137 h 6858000"/>
              <a:gd name="connsiteX454" fmla="*/ 1090144 w 7467600"/>
              <a:gd name="connsiteY454" fmla="*/ 6256748 h 6858000"/>
              <a:gd name="connsiteX455" fmla="*/ 1095872 w 7467600"/>
              <a:gd name="connsiteY455" fmla="*/ 6271892 h 6858000"/>
              <a:gd name="connsiteX456" fmla="*/ 262785 w 7467600"/>
              <a:gd name="connsiteY456" fmla="*/ 6845450 h 6858000"/>
              <a:gd name="connsiteX457" fmla="*/ 209968 w 7467600"/>
              <a:gd name="connsiteY457" fmla="*/ 6770713 h 6858000"/>
              <a:gd name="connsiteX458" fmla="*/ 873460 w 7467600"/>
              <a:gd name="connsiteY458" fmla="*/ 6253768 h 6858000"/>
              <a:gd name="connsiteX459" fmla="*/ 192686 w 7467600"/>
              <a:gd name="connsiteY459" fmla="*/ 5849257 h 6858000"/>
              <a:gd name="connsiteX460" fmla="*/ 4696 w 7467600"/>
              <a:gd name="connsiteY460" fmla="*/ 5697668 h 6858000"/>
              <a:gd name="connsiteX461" fmla="*/ 0 w 7467600"/>
              <a:gd name="connsiteY461" fmla="*/ 5689984 h 6858000"/>
              <a:gd name="connsiteX462" fmla="*/ 0 w 7467600"/>
              <a:gd name="connsiteY462" fmla="*/ 5513472 h 6858000"/>
              <a:gd name="connsiteX463" fmla="*/ 174101 w 7467600"/>
              <a:gd name="connsiteY463" fmla="*/ 5620277 h 6858000"/>
              <a:gd name="connsiteX464" fmla="*/ 891800 w 7467600"/>
              <a:gd name="connsiteY464" fmla="*/ 6036935 h 6858000"/>
              <a:gd name="connsiteX465" fmla="*/ 1072219 w 7467600"/>
              <a:gd name="connsiteY465" fmla="*/ 6169443 h 6858000"/>
              <a:gd name="connsiteX466" fmla="*/ 1074117 w 7467600"/>
              <a:gd name="connsiteY466" fmla="*/ 6170301 h 6858000"/>
              <a:gd name="connsiteX467" fmla="*/ 1083114 w 7467600"/>
              <a:gd name="connsiteY467" fmla="*/ 6174131 h 6858000"/>
              <a:gd name="connsiteX468" fmla="*/ 1543010 w 7467600"/>
              <a:gd name="connsiteY468" fmla="*/ 6191140 h 6858000"/>
              <a:gd name="connsiteX469" fmla="*/ 1551080 w 7467600"/>
              <a:gd name="connsiteY469" fmla="*/ 6195006 h 6858000"/>
              <a:gd name="connsiteX470" fmla="*/ 2345443 w 7467600"/>
              <a:gd name="connsiteY470" fmla="*/ 5549882 h 6858000"/>
              <a:gd name="connsiteX471" fmla="*/ 1721499 w 7467600"/>
              <a:gd name="connsiteY471" fmla="*/ 5599969 h 6858000"/>
              <a:gd name="connsiteX472" fmla="*/ 767716 w 7467600"/>
              <a:gd name="connsiteY472" fmla="*/ 5472768 h 6858000"/>
              <a:gd name="connsiteX473" fmla="*/ 722147 w 7467600"/>
              <a:gd name="connsiteY473" fmla="*/ 5393091 h 6858000"/>
              <a:gd name="connsiteX474" fmla="*/ 1485552 w 7467600"/>
              <a:gd name="connsiteY474" fmla="*/ 5313202 h 6858000"/>
              <a:gd name="connsiteX475" fmla="*/ 2143004 w 7467600"/>
              <a:gd name="connsiteY475" fmla="*/ 5402420 h 6858000"/>
              <a:gd name="connsiteX476" fmla="*/ 1933391 w 7467600"/>
              <a:gd name="connsiteY476" fmla="*/ 5156971 h 6858000"/>
              <a:gd name="connsiteX477" fmla="*/ 1827118 w 7467600"/>
              <a:gd name="connsiteY477" fmla="*/ 4968410 h 6858000"/>
              <a:gd name="connsiteX478" fmla="*/ 1837349 w 7467600"/>
              <a:gd name="connsiteY478" fmla="*/ 4956357 h 6858000"/>
              <a:gd name="connsiteX479" fmla="*/ 2162835 w 7467600"/>
              <a:gd name="connsiteY479" fmla="*/ 5187853 h 6858000"/>
              <a:gd name="connsiteX480" fmla="*/ 2257167 w 7467600"/>
              <a:gd name="connsiteY480" fmla="*/ 5462123 h 6858000"/>
              <a:gd name="connsiteX481" fmla="*/ 2261598 w 7467600"/>
              <a:gd name="connsiteY481" fmla="*/ 5467998 h 6858000"/>
              <a:gd name="connsiteX482" fmla="*/ 2437177 w 7467600"/>
              <a:gd name="connsiteY482" fmla="*/ 5479608 h 6858000"/>
              <a:gd name="connsiteX483" fmla="*/ 2445247 w 7467600"/>
              <a:gd name="connsiteY483" fmla="*/ 5483476 h 6858000"/>
              <a:gd name="connsiteX484" fmla="*/ 2743626 w 7467600"/>
              <a:gd name="connsiteY484" fmla="*/ 5304819 h 6858000"/>
              <a:gd name="connsiteX485" fmla="*/ 3048102 w 7467600"/>
              <a:gd name="connsiteY485" fmla="*/ 5150595 h 6858000"/>
              <a:gd name="connsiteX486" fmla="*/ 1799414 w 7467600"/>
              <a:gd name="connsiteY486" fmla="*/ 4694732 h 6858000"/>
              <a:gd name="connsiteX487" fmla="*/ 1771735 w 7467600"/>
              <a:gd name="connsiteY487" fmla="*/ 4619929 h 6858000"/>
              <a:gd name="connsiteX488" fmla="*/ 3104273 w 7467600"/>
              <a:gd name="connsiteY488" fmla="*/ 5076159 h 6858000"/>
              <a:gd name="connsiteX489" fmla="*/ 3113245 w 7467600"/>
              <a:gd name="connsiteY489" fmla="*/ 5090705 h 6858000"/>
              <a:gd name="connsiteX490" fmla="*/ 3126294 w 7467600"/>
              <a:gd name="connsiteY490" fmla="*/ 5114400 h 6858000"/>
              <a:gd name="connsiteX491" fmla="*/ 3937433 w 7467600"/>
              <a:gd name="connsiteY491" fmla="*/ 4830473 h 6858000"/>
              <a:gd name="connsiteX492" fmla="*/ 3590475 w 7467600"/>
              <a:gd name="connsiteY492" fmla="*/ 4597974 h 6858000"/>
              <a:gd name="connsiteX493" fmla="*/ 3100264 w 7467600"/>
              <a:gd name="connsiteY493" fmla="*/ 4579845 h 6858000"/>
              <a:gd name="connsiteX494" fmla="*/ 2183576 w 7467600"/>
              <a:gd name="connsiteY494" fmla="*/ 4227150 h 6858000"/>
              <a:gd name="connsiteX495" fmla="*/ 2151029 w 7467600"/>
              <a:gd name="connsiteY495" fmla="*/ 4146947 h 6858000"/>
              <a:gd name="connsiteX496" fmla="*/ 3563434 w 7467600"/>
              <a:gd name="connsiteY496" fmla="*/ 4469115 h 6858000"/>
              <a:gd name="connsiteX497" fmla="*/ 3177952 w 7467600"/>
              <a:gd name="connsiteY497" fmla="*/ 3657386 h 6858000"/>
              <a:gd name="connsiteX498" fmla="*/ 3189263 w 7467600"/>
              <a:gd name="connsiteY498" fmla="*/ 3625726 h 6858000"/>
              <a:gd name="connsiteX499" fmla="*/ 3560912 w 7467600"/>
              <a:gd name="connsiteY499" fmla="*/ 4079863 h 6858000"/>
              <a:gd name="connsiteX500" fmla="*/ 3626636 w 7467600"/>
              <a:gd name="connsiteY500" fmla="*/ 4512230 h 6858000"/>
              <a:gd name="connsiteX501" fmla="*/ 3653088 w 7467600"/>
              <a:gd name="connsiteY501" fmla="*/ 4521417 h 6858000"/>
              <a:gd name="connsiteX502" fmla="*/ 3988128 w 7467600"/>
              <a:gd name="connsiteY502" fmla="*/ 4817267 h 6858000"/>
              <a:gd name="connsiteX503" fmla="*/ 4830582 w 7467600"/>
              <a:gd name="connsiteY503" fmla="*/ 4676000 h 6858000"/>
              <a:gd name="connsiteX504" fmla="*/ 4830100 w 7467600"/>
              <a:gd name="connsiteY504" fmla="*/ 4675554 h 6858000"/>
              <a:gd name="connsiteX505" fmla="*/ 4036318 w 7467600"/>
              <a:gd name="connsiteY505" fmla="*/ 4147013 h 6858000"/>
              <a:gd name="connsiteX506" fmla="*/ 3432098 w 7467600"/>
              <a:gd name="connsiteY506" fmla="*/ 3537312 h 6858000"/>
              <a:gd name="connsiteX507" fmla="*/ 3446761 w 7467600"/>
              <a:gd name="connsiteY507" fmla="*/ 3461278 h 6858000"/>
              <a:gd name="connsiteX508" fmla="*/ 4419733 w 7467600"/>
              <a:gd name="connsiteY508" fmla="*/ 3963555 h 6858000"/>
              <a:gd name="connsiteX509" fmla="*/ 4781371 w 7467600"/>
              <a:gd name="connsiteY509" fmla="*/ 4458604 h 6858000"/>
              <a:gd name="connsiteX510" fmla="*/ 4780440 w 7467600"/>
              <a:gd name="connsiteY510" fmla="*/ 4470290 h 6858000"/>
              <a:gd name="connsiteX511" fmla="*/ 4898954 w 7467600"/>
              <a:gd name="connsiteY511" fmla="*/ 4662092 h 6858000"/>
              <a:gd name="connsiteX512" fmla="*/ 4900699 w 7467600"/>
              <a:gd name="connsiteY512" fmla="*/ 4670867 h 6858000"/>
              <a:gd name="connsiteX513" fmla="*/ 5714511 w 7467600"/>
              <a:gd name="connsiteY513" fmla="*/ 4663483 h 6858000"/>
              <a:gd name="connsiteX514" fmla="*/ 5464793 w 7467600"/>
              <a:gd name="connsiteY514" fmla="*/ 4393556 h 6858000"/>
              <a:gd name="connsiteX515" fmla="*/ 5461897 w 7467600"/>
              <a:gd name="connsiteY515" fmla="*/ 4390879 h 6858000"/>
              <a:gd name="connsiteX516" fmla="*/ 4294126 w 7467600"/>
              <a:gd name="connsiteY516" fmla="*/ 3303048 h 6858000"/>
              <a:gd name="connsiteX517" fmla="*/ 4305321 w 7467600"/>
              <a:gd name="connsiteY517" fmla="*/ 3256953 h 6858000"/>
              <a:gd name="connsiteX518" fmla="*/ 4949299 w 7467600"/>
              <a:gd name="connsiteY518" fmla="*/ 3766336 h 6858000"/>
              <a:gd name="connsiteX519" fmla="*/ 5291452 w 7467600"/>
              <a:gd name="connsiteY519" fmla="*/ 4076801 h 6858000"/>
              <a:gd name="connsiteX520" fmla="*/ 5434998 w 7467600"/>
              <a:gd name="connsiteY520" fmla="*/ 4254100 h 6858000"/>
              <a:gd name="connsiteX521" fmla="*/ 5351015 w 7467600"/>
              <a:gd name="connsiteY521" fmla="*/ 3760989 h 6858000"/>
              <a:gd name="connsiteX522" fmla="*/ 5413780 w 7467600"/>
              <a:gd name="connsiteY522" fmla="*/ 2966265 h 6858000"/>
              <a:gd name="connsiteX523" fmla="*/ 5425627 w 7467600"/>
              <a:gd name="connsiteY523" fmla="*/ 2954192 h 6858000"/>
              <a:gd name="connsiteX524" fmla="*/ 6604735 w 7467600"/>
              <a:gd name="connsiteY524" fmla="*/ 2041381 h 6858000"/>
              <a:gd name="connsiteX525" fmla="*/ 7204487 w 7467600"/>
              <a:gd name="connsiteY525" fmla="*/ 2742112 h 6858000"/>
              <a:gd name="connsiteX526" fmla="*/ 7131592 w 7467600"/>
              <a:gd name="connsiteY526" fmla="*/ 2672096 h 6858000"/>
              <a:gd name="connsiteX527" fmla="*/ 6996344 w 7467600"/>
              <a:gd name="connsiteY527" fmla="*/ 2518310 h 6858000"/>
              <a:gd name="connsiteX528" fmla="*/ 6735495 w 7467600"/>
              <a:gd name="connsiteY528" fmla="*/ 2196890 h 6858000"/>
              <a:gd name="connsiteX529" fmla="*/ 6721901 w 7467600"/>
              <a:gd name="connsiteY529" fmla="*/ 2179274 h 6858000"/>
              <a:gd name="connsiteX530" fmla="*/ 6604735 w 7467600"/>
              <a:gd name="connsiteY530" fmla="*/ 2041381 h 6858000"/>
              <a:gd name="connsiteX531" fmla="*/ 6591670 w 7467600"/>
              <a:gd name="connsiteY531" fmla="*/ 1988277 h 6858000"/>
              <a:gd name="connsiteX532" fmla="*/ 6747349 w 7467600"/>
              <a:gd name="connsiteY532" fmla="*/ 2160069 h 6858000"/>
              <a:gd name="connsiteX533" fmla="*/ 6760943 w 7467600"/>
              <a:gd name="connsiteY533" fmla="*/ 2177686 h 6858000"/>
              <a:gd name="connsiteX534" fmla="*/ 7021065 w 7467600"/>
              <a:gd name="connsiteY534" fmla="*/ 2498102 h 6858000"/>
              <a:gd name="connsiteX535" fmla="*/ 7155223 w 7467600"/>
              <a:gd name="connsiteY535" fmla="*/ 2650386 h 6858000"/>
              <a:gd name="connsiteX536" fmla="*/ 7203167 w 7467600"/>
              <a:gd name="connsiteY536" fmla="*/ 2697288 h 6858000"/>
              <a:gd name="connsiteX537" fmla="*/ 6937703 w 7467600"/>
              <a:gd name="connsiteY537" fmla="*/ 2321981 h 6858000"/>
              <a:gd name="connsiteX538" fmla="*/ 6591670 w 7467600"/>
              <a:gd name="connsiteY538" fmla="*/ 1988277 h 6858000"/>
              <a:gd name="connsiteX539" fmla="*/ 5798671 w 7467600"/>
              <a:gd name="connsiteY539" fmla="*/ 1981601 h 6858000"/>
              <a:gd name="connsiteX540" fmla="*/ 5754709 w 7467600"/>
              <a:gd name="connsiteY540" fmla="*/ 2071454 h 6858000"/>
              <a:gd name="connsiteX541" fmla="*/ 5763044 w 7467600"/>
              <a:gd name="connsiteY541" fmla="*/ 2842206 h 6858000"/>
              <a:gd name="connsiteX542" fmla="*/ 5764974 w 7467600"/>
              <a:gd name="connsiteY542" fmla="*/ 2799609 h 6858000"/>
              <a:gd name="connsiteX543" fmla="*/ 5767665 w 7467600"/>
              <a:gd name="connsiteY543" fmla="*/ 2666409 h 6858000"/>
              <a:gd name="connsiteX544" fmla="*/ 5763055 w 7467600"/>
              <a:gd name="connsiteY544" fmla="*/ 2579705 h 6858000"/>
              <a:gd name="connsiteX545" fmla="*/ 5758079 w 7467600"/>
              <a:gd name="connsiteY545" fmla="*/ 2492508 h 6858000"/>
              <a:gd name="connsiteX546" fmla="*/ 5779325 w 7467600"/>
              <a:gd name="connsiteY546" fmla="*/ 2197069 h 6858000"/>
              <a:gd name="connsiteX547" fmla="*/ 5798671 w 7467600"/>
              <a:gd name="connsiteY547" fmla="*/ 1981601 h 6858000"/>
              <a:gd name="connsiteX548" fmla="*/ 5829202 w 7467600"/>
              <a:gd name="connsiteY548" fmla="*/ 1971679 h 6858000"/>
              <a:gd name="connsiteX549" fmla="*/ 5809558 w 7467600"/>
              <a:gd name="connsiteY549" fmla="*/ 2198043 h 6858000"/>
              <a:gd name="connsiteX550" fmla="*/ 5788653 w 7467600"/>
              <a:gd name="connsiteY550" fmla="*/ 2489430 h 6858000"/>
              <a:gd name="connsiteX551" fmla="*/ 5793439 w 7467600"/>
              <a:gd name="connsiteY551" fmla="*/ 2575235 h 6858000"/>
              <a:gd name="connsiteX552" fmla="*/ 5796837 w 7467600"/>
              <a:gd name="connsiteY552" fmla="*/ 2637633 h 6858000"/>
              <a:gd name="connsiteX553" fmla="*/ 5818614 w 7467600"/>
              <a:gd name="connsiteY553" fmla="*/ 2473055 h 6858000"/>
              <a:gd name="connsiteX554" fmla="*/ 5829202 w 7467600"/>
              <a:gd name="connsiteY554" fmla="*/ 1971679 h 6858000"/>
              <a:gd name="connsiteX555" fmla="*/ 5911389 w 7467600"/>
              <a:gd name="connsiteY555" fmla="*/ 1898371 h 6858000"/>
              <a:gd name="connsiteX556" fmla="*/ 6237627 w 7467600"/>
              <a:gd name="connsiteY556" fmla="*/ 2231921 h 6858000"/>
              <a:gd name="connsiteX557" fmla="*/ 5911389 w 7467600"/>
              <a:gd name="connsiteY557" fmla="*/ 1898371 h 6858000"/>
              <a:gd name="connsiteX558" fmla="*/ 6944437 w 7467600"/>
              <a:gd name="connsiteY558" fmla="*/ 1575402 h 6858000"/>
              <a:gd name="connsiteX559" fmla="*/ 6304730 w 7467600"/>
              <a:gd name="connsiteY559" fmla="*/ 1766654 h 6858000"/>
              <a:gd name="connsiteX560" fmla="*/ 6944437 w 7467600"/>
              <a:gd name="connsiteY560" fmla="*/ 1575402 h 6858000"/>
              <a:gd name="connsiteX561" fmla="*/ 7019523 w 7467600"/>
              <a:gd name="connsiteY561" fmla="*/ 1519450 h 6858000"/>
              <a:gd name="connsiteX562" fmla="*/ 6298091 w 7467600"/>
              <a:gd name="connsiteY562" fmla="*/ 1737122 h 6858000"/>
              <a:gd name="connsiteX563" fmla="*/ 7019523 w 7467600"/>
              <a:gd name="connsiteY563" fmla="*/ 1519450 h 6858000"/>
              <a:gd name="connsiteX564" fmla="*/ 2399523 w 7467600"/>
              <a:gd name="connsiteY564" fmla="*/ 1428234 h 6858000"/>
              <a:gd name="connsiteX565" fmla="*/ 2224982 w 7467600"/>
              <a:gd name="connsiteY565" fmla="*/ 1826201 h 6858000"/>
              <a:gd name="connsiteX566" fmla="*/ 2096099 w 7467600"/>
              <a:gd name="connsiteY566" fmla="*/ 2345900 h 6858000"/>
              <a:gd name="connsiteX567" fmla="*/ 2283317 w 7467600"/>
              <a:gd name="connsiteY567" fmla="*/ 1796925 h 6858000"/>
              <a:gd name="connsiteX568" fmla="*/ 2399523 w 7467600"/>
              <a:gd name="connsiteY568" fmla="*/ 1428234 h 6858000"/>
              <a:gd name="connsiteX569" fmla="*/ 2448558 w 7467600"/>
              <a:gd name="connsiteY569" fmla="*/ 1373435 h 6858000"/>
              <a:gd name="connsiteX570" fmla="*/ 2312521 w 7467600"/>
              <a:gd name="connsiteY570" fmla="*/ 1806140 h 6858000"/>
              <a:gd name="connsiteX571" fmla="*/ 2127533 w 7467600"/>
              <a:gd name="connsiteY571" fmla="*/ 2348380 h 6858000"/>
              <a:gd name="connsiteX572" fmla="*/ 2358080 w 7467600"/>
              <a:gd name="connsiteY572" fmla="*/ 1866134 h 6858000"/>
              <a:gd name="connsiteX573" fmla="*/ 2407436 w 7467600"/>
              <a:gd name="connsiteY573" fmla="*/ 1651070 h 6858000"/>
              <a:gd name="connsiteX574" fmla="*/ 2448558 w 7467600"/>
              <a:gd name="connsiteY574" fmla="*/ 1373435 h 6858000"/>
              <a:gd name="connsiteX575" fmla="*/ 278707 w 7467600"/>
              <a:gd name="connsiteY575" fmla="*/ 1352270 h 6858000"/>
              <a:gd name="connsiteX576" fmla="*/ 321570 w 7467600"/>
              <a:gd name="connsiteY576" fmla="*/ 1861610 h 6858000"/>
              <a:gd name="connsiteX577" fmla="*/ 294281 w 7467600"/>
              <a:gd name="connsiteY577" fmla="*/ 1440658 h 6858000"/>
              <a:gd name="connsiteX578" fmla="*/ 278707 w 7467600"/>
              <a:gd name="connsiteY578" fmla="*/ 1352270 h 6858000"/>
              <a:gd name="connsiteX579" fmla="*/ 1423821 w 7467600"/>
              <a:gd name="connsiteY579" fmla="*/ 1351958 h 6858000"/>
              <a:gd name="connsiteX580" fmla="*/ 1638521 w 7467600"/>
              <a:gd name="connsiteY580" fmla="*/ 1908470 h 6858000"/>
              <a:gd name="connsiteX581" fmla="*/ 1754199 w 7467600"/>
              <a:gd name="connsiteY581" fmla="*/ 2149284 h 6858000"/>
              <a:gd name="connsiteX582" fmla="*/ 1908359 w 7467600"/>
              <a:gd name="connsiteY582" fmla="*/ 2364988 h 6858000"/>
              <a:gd name="connsiteX583" fmla="*/ 1647661 w 7467600"/>
              <a:gd name="connsiteY583" fmla="*/ 1825945 h 6858000"/>
              <a:gd name="connsiteX584" fmla="*/ 1423821 w 7467600"/>
              <a:gd name="connsiteY584" fmla="*/ 1351958 h 6858000"/>
              <a:gd name="connsiteX585" fmla="*/ 1431890 w 7467600"/>
              <a:gd name="connsiteY585" fmla="*/ 1306475 h 6858000"/>
              <a:gd name="connsiteX586" fmla="*/ 1507597 w 7467600"/>
              <a:gd name="connsiteY586" fmla="*/ 1446132 h 6858000"/>
              <a:gd name="connsiteX587" fmla="*/ 1674586 w 7467600"/>
              <a:gd name="connsiteY587" fmla="*/ 1813832 h 6858000"/>
              <a:gd name="connsiteX588" fmla="*/ 1815950 w 7467600"/>
              <a:gd name="connsiteY588" fmla="*/ 2128564 h 6858000"/>
              <a:gd name="connsiteX589" fmla="*/ 1984242 w 7467600"/>
              <a:gd name="connsiteY589" fmla="*/ 2430829 h 6858000"/>
              <a:gd name="connsiteX590" fmla="*/ 2014023 w 7467600"/>
              <a:gd name="connsiteY590" fmla="*/ 2450995 h 6858000"/>
              <a:gd name="connsiteX591" fmla="*/ 1747337 w 7467600"/>
              <a:gd name="connsiteY591" fmla="*/ 1855264 h 6858000"/>
              <a:gd name="connsiteX592" fmla="*/ 1533749 w 7467600"/>
              <a:gd name="connsiteY592" fmla="*/ 1478656 h 6858000"/>
              <a:gd name="connsiteX593" fmla="*/ 1431890 w 7467600"/>
              <a:gd name="connsiteY593" fmla="*/ 1306475 h 6858000"/>
              <a:gd name="connsiteX594" fmla="*/ 5052692 w 7467600"/>
              <a:gd name="connsiteY594" fmla="*/ 1292994 h 6858000"/>
              <a:gd name="connsiteX595" fmla="*/ 5200661 w 7467600"/>
              <a:gd name="connsiteY595" fmla="*/ 1635186 h 6858000"/>
              <a:gd name="connsiteX596" fmla="*/ 5297138 w 7467600"/>
              <a:gd name="connsiteY596" fmla="*/ 1906351 h 6858000"/>
              <a:gd name="connsiteX597" fmla="*/ 5052692 w 7467600"/>
              <a:gd name="connsiteY597" fmla="*/ 1292994 h 6858000"/>
              <a:gd name="connsiteX598" fmla="*/ 5009948 w 7467600"/>
              <a:gd name="connsiteY598" fmla="*/ 1273619 h 6858000"/>
              <a:gd name="connsiteX599" fmla="*/ 5121777 w 7467600"/>
              <a:gd name="connsiteY599" fmla="*/ 1654213 h 6858000"/>
              <a:gd name="connsiteX600" fmla="*/ 5293545 w 7467600"/>
              <a:gd name="connsiteY600" fmla="*/ 2072247 h 6858000"/>
              <a:gd name="connsiteX601" fmla="*/ 5294042 w 7467600"/>
              <a:gd name="connsiteY601" fmla="*/ 2065019 h 6858000"/>
              <a:gd name="connsiteX602" fmla="*/ 5171936 w 7467600"/>
              <a:gd name="connsiteY602" fmla="*/ 1647613 h 6858000"/>
              <a:gd name="connsiteX603" fmla="*/ 5009948 w 7467600"/>
              <a:gd name="connsiteY603" fmla="*/ 1273619 h 6858000"/>
              <a:gd name="connsiteX604" fmla="*/ 655236 w 7467600"/>
              <a:gd name="connsiteY604" fmla="*/ 1268632 h 6858000"/>
              <a:gd name="connsiteX605" fmla="*/ 839521 w 7467600"/>
              <a:gd name="connsiteY605" fmla="*/ 1685315 h 6858000"/>
              <a:gd name="connsiteX606" fmla="*/ 1109416 w 7467600"/>
              <a:gd name="connsiteY606" fmla="*/ 2061663 h 6858000"/>
              <a:gd name="connsiteX607" fmla="*/ 1298300 w 7467600"/>
              <a:gd name="connsiteY607" fmla="*/ 2247742 h 6858000"/>
              <a:gd name="connsiteX608" fmla="*/ 1125871 w 7467600"/>
              <a:gd name="connsiteY608" fmla="*/ 1989513 h 6858000"/>
              <a:gd name="connsiteX609" fmla="*/ 981574 w 7467600"/>
              <a:gd name="connsiteY609" fmla="*/ 1783157 h 6858000"/>
              <a:gd name="connsiteX610" fmla="*/ 922198 w 7467600"/>
              <a:gd name="connsiteY610" fmla="*/ 1677437 h 6858000"/>
              <a:gd name="connsiteX611" fmla="*/ 869293 w 7467600"/>
              <a:gd name="connsiteY611" fmla="*/ 1583214 h 6858000"/>
              <a:gd name="connsiteX612" fmla="*/ 751431 w 7467600"/>
              <a:gd name="connsiteY612" fmla="*/ 1405731 h 6858000"/>
              <a:gd name="connsiteX613" fmla="*/ 655236 w 7467600"/>
              <a:gd name="connsiteY613" fmla="*/ 1268632 h 6858000"/>
              <a:gd name="connsiteX614" fmla="*/ 6516292 w 7467600"/>
              <a:gd name="connsiteY614" fmla="*/ 1263064 h 6858000"/>
              <a:gd name="connsiteX615" fmla="*/ 5736320 w 7467600"/>
              <a:gd name="connsiteY615" fmla="*/ 1501803 h 6858000"/>
              <a:gd name="connsiteX616" fmla="*/ 6516292 w 7467600"/>
              <a:gd name="connsiteY616" fmla="*/ 1263064 h 6858000"/>
              <a:gd name="connsiteX617" fmla="*/ 291466 w 7467600"/>
              <a:gd name="connsiteY617" fmla="*/ 1250369 h 6858000"/>
              <a:gd name="connsiteX618" fmla="*/ 323180 w 7467600"/>
              <a:gd name="connsiteY618" fmla="*/ 1435283 h 6858000"/>
              <a:gd name="connsiteX619" fmla="*/ 349381 w 7467600"/>
              <a:gd name="connsiteY619" fmla="*/ 1875041 h 6858000"/>
              <a:gd name="connsiteX620" fmla="*/ 374363 w 7467600"/>
              <a:gd name="connsiteY620" fmla="*/ 1506494 h 6858000"/>
              <a:gd name="connsiteX621" fmla="*/ 302168 w 7467600"/>
              <a:gd name="connsiteY621" fmla="*/ 1274495 h 6858000"/>
              <a:gd name="connsiteX622" fmla="*/ 291466 w 7467600"/>
              <a:gd name="connsiteY622" fmla="*/ 1250369 h 6858000"/>
              <a:gd name="connsiteX623" fmla="*/ 678222 w 7467600"/>
              <a:gd name="connsiteY623" fmla="*/ 1248670 h 6858000"/>
              <a:gd name="connsiteX624" fmla="*/ 775536 w 7467600"/>
              <a:gd name="connsiteY624" fmla="*/ 1388015 h 6858000"/>
              <a:gd name="connsiteX625" fmla="*/ 894529 w 7467600"/>
              <a:gd name="connsiteY625" fmla="*/ 1567739 h 6858000"/>
              <a:gd name="connsiteX626" fmla="*/ 948000 w 7467600"/>
              <a:gd name="connsiteY626" fmla="*/ 1663088 h 6858000"/>
              <a:gd name="connsiteX627" fmla="*/ 1006812 w 7467600"/>
              <a:gd name="connsiteY627" fmla="*/ 1767683 h 6858000"/>
              <a:gd name="connsiteX628" fmla="*/ 1149133 w 7467600"/>
              <a:gd name="connsiteY628" fmla="*/ 1971513 h 6858000"/>
              <a:gd name="connsiteX629" fmla="*/ 1333952 w 7467600"/>
              <a:gd name="connsiteY629" fmla="*/ 2251620 h 6858000"/>
              <a:gd name="connsiteX630" fmla="*/ 1337329 w 7467600"/>
              <a:gd name="connsiteY630" fmla="*/ 2258350 h 6858000"/>
              <a:gd name="connsiteX631" fmla="*/ 1014726 w 7467600"/>
              <a:gd name="connsiteY631" fmla="*/ 1615556 h 6858000"/>
              <a:gd name="connsiteX632" fmla="*/ 678222 w 7467600"/>
              <a:gd name="connsiteY632" fmla="*/ 1248670 h 6858000"/>
              <a:gd name="connsiteX633" fmla="*/ 6691602 w 7467600"/>
              <a:gd name="connsiteY633" fmla="*/ 1140573 h 6858000"/>
              <a:gd name="connsiteX634" fmla="*/ 6571100 w 7467600"/>
              <a:gd name="connsiteY634" fmla="*/ 1183662 h 6858000"/>
              <a:gd name="connsiteX635" fmla="*/ 6241687 w 7467600"/>
              <a:gd name="connsiteY635" fmla="*/ 1257600 h 6858000"/>
              <a:gd name="connsiteX636" fmla="*/ 5693009 w 7467600"/>
              <a:gd name="connsiteY636" fmla="*/ 1478256 h 6858000"/>
              <a:gd name="connsiteX637" fmla="*/ 6548420 w 7467600"/>
              <a:gd name="connsiteY637" fmla="*/ 1214599 h 6858000"/>
              <a:gd name="connsiteX638" fmla="*/ 6605473 w 7467600"/>
              <a:gd name="connsiteY638" fmla="*/ 1184686 h 6858000"/>
              <a:gd name="connsiteX639" fmla="*/ 6691602 w 7467600"/>
              <a:gd name="connsiteY639" fmla="*/ 1140573 h 6858000"/>
              <a:gd name="connsiteX640" fmla="*/ 4002475 w 7467600"/>
              <a:gd name="connsiteY640" fmla="*/ 1037802 h 6858000"/>
              <a:gd name="connsiteX641" fmla="*/ 4000324 w 7467600"/>
              <a:gd name="connsiteY641" fmla="*/ 1039362 h 6858000"/>
              <a:gd name="connsiteX642" fmla="*/ 4002862 w 7467600"/>
              <a:gd name="connsiteY642" fmla="*/ 1042866 h 6858000"/>
              <a:gd name="connsiteX643" fmla="*/ 4002475 w 7467600"/>
              <a:gd name="connsiteY643" fmla="*/ 1037802 h 6858000"/>
              <a:gd name="connsiteX644" fmla="*/ 506322 w 7467600"/>
              <a:gd name="connsiteY644" fmla="*/ 1020997 h 6858000"/>
              <a:gd name="connsiteX645" fmla="*/ 533068 w 7467600"/>
              <a:gd name="connsiteY645" fmla="*/ 1029409 h 6858000"/>
              <a:gd name="connsiteX646" fmla="*/ 1232525 w 7467600"/>
              <a:gd name="connsiteY646" fmla="*/ 1804675 h 6858000"/>
              <a:gd name="connsiteX647" fmla="*/ 1388858 w 7467600"/>
              <a:gd name="connsiteY647" fmla="*/ 2368011 h 6858000"/>
              <a:gd name="connsiteX648" fmla="*/ 1384098 w 7467600"/>
              <a:gd name="connsiteY648" fmla="*/ 2378125 h 6858000"/>
              <a:gd name="connsiteX649" fmla="*/ 1425393 w 7467600"/>
              <a:gd name="connsiteY649" fmla="*/ 2589124 h 6858000"/>
              <a:gd name="connsiteX650" fmla="*/ 1424001 w 7467600"/>
              <a:gd name="connsiteY650" fmla="*/ 2597541 h 6858000"/>
              <a:gd name="connsiteX651" fmla="*/ 2152729 w 7467600"/>
              <a:gd name="connsiteY651" fmla="*/ 2864487 h 6858000"/>
              <a:gd name="connsiteX652" fmla="*/ 2020609 w 7467600"/>
              <a:gd name="connsiteY652" fmla="*/ 2539671 h 6858000"/>
              <a:gd name="connsiteX653" fmla="*/ 2018920 w 7467600"/>
              <a:gd name="connsiteY653" fmla="*/ 2536309 h 6858000"/>
              <a:gd name="connsiteX654" fmla="*/ 1342441 w 7467600"/>
              <a:gd name="connsiteY654" fmla="*/ 1173017 h 6858000"/>
              <a:gd name="connsiteX655" fmla="*/ 1367925 w 7467600"/>
              <a:gd name="connsiteY655" fmla="*/ 1135648 h 6858000"/>
              <a:gd name="connsiteX656" fmla="*/ 1771401 w 7467600"/>
              <a:gd name="connsiteY656" fmla="*/ 1806673 h 6858000"/>
              <a:gd name="connsiteX657" fmla="*/ 1972385 w 7467600"/>
              <a:gd name="connsiteY657" fmla="*/ 2198735 h 6858000"/>
              <a:gd name="connsiteX658" fmla="*/ 2040892 w 7467600"/>
              <a:gd name="connsiteY658" fmla="*/ 2405205 h 6858000"/>
              <a:gd name="connsiteX659" fmla="*/ 2131689 w 7467600"/>
              <a:gd name="connsiteY659" fmla="*/ 1936926 h 6858000"/>
              <a:gd name="connsiteX660" fmla="*/ 2454820 w 7467600"/>
              <a:gd name="connsiteY660" fmla="*/ 1248808 h 6858000"/>
              <a:gd name="connsiteX661" fmla="*/ 2492512 w 7467600"/>
              <a:gd name="connsiteY661" fmla="*/ 1302920 h 6858000"/>
              <a:gd name="connsiteX662" fmla="*/ 2081216 w 7467600"/>
              <a:gd name="connsiteY662" fmla="*/ 2527513 h 6858000"/>
              <a:gd name="connsiteX663" fmla="*/ 2081211 w 7467600"/>
              <a:gd name="connsiteY663" fmla="*/ 2528916 h 6858000"/>
              <a:gd name="connsiteX664" fmla="*/ 2199067 w 7467600"/>
              <a:gd name="connsiteY664" fmla="*/ 2884061 h 6858000"/>
              <a:gd name="connsiteX665" fmla="*/ 3192586 w 7467600"/>
              <a:gd name="connsiteY665" fmla="*/ 3411496 h 6858000"/>
              <a:gd name="connsiteX666" fmla="*/ 3182620 w 7467600"/>
              <a:gd name="connsiteY666" fmla="*/ 3483279 h 6858000"/>
              <a:gd name="connsiteX667" fmla="*/ 2435119 w 7467600"/>
              <a:gd name="connsiteY667" fmla="*/ 3080173 h 6858000"/>
              <a:gd name="connsiteX668" fmla="*/ 2410152 w 7467600"/>
              <a:gd name="connsiteY668" fmla="*/ 3063751 h 6858000"/>
              <a:gd name="connsiteX669" fmla="*/ 2408099 w 7467600"/>
              <a:gd name="connsiteY669" fmla="*/ 3064403 h 6858000"/>
              <a:gd name="connsiteX670" fmla="*/ 2407218 w 7467600"/>
              <a:gd name="connsiteY670" fmla="*/ 3070324 h 6858000"/>
              <a:gd name="connsiteX671" fmla="*/ 2380138 w 7467600"/>
              <a:gd name="connsiteY671" fmla="*/ 3099341 h 6858000"/>
              <a:gd name="connsiteX672" fmla="*/ 1765923 w 7467600"/>
              <a:gd name="connsiteY672" fmla="*/ 3581043 h 6858000"/>
              <a:gd name="connsiteX673" fmla="*/ 1702258 w 7467600"/>
              <a:gd name="connsiteY673" fmla="*/ 3612286 h 6858000"/>
              <a:gd name="connsiteX674" fmla="*/ 1538370 w 7467600"/>
              <a:gd name="connsiteY674" fmla="*/ 3811804 h 6858000"/>
              <a:gd name="connsiteX675" fmla="*/ 542867 w 7467600"/>
              <a:gd name="connsiteY675" fmla="*/ 4944092 h 6858000"/>
              <a:gd name="connsiteX676" fmla="*/ 515800 w 7467600"/>
              <a:gd name="connsiteY676" fmla="*/ 4862180 h 6858000"/>
              <a:gd name="connsiteX677" fmla="*/ 909145 w 7467600"/>
              <a:gd name="connsiteY677" fmla="*/ 4199225 h 6858000"/>
              <a:gd name="connsiteX678" fmla="*/ 1214067 w 7467600"/>
              <a:gd name="connsiteY678" fmla="*/ 3908561 h 6858000"/>
              <a:gd name="connsiteX679" fmla="*/ 640967 w 7467600"/>
              <a:gd name="connsiteY679" fmla="*/ 4105601 h 6858000"/>
              <a:gd name="connsiteX680" fmla="*/ 112563 w 7467600"/>
              <a:gd name="connsiteY680" fmla="*/ 4396952 h 6858000"/>
              <a:gd name="connsiteX681" fmla="*/ 0 w 7467600"/>
              <a:gd name="connsiteY681" fmla="*/ 4466006 h 6858000"/>
              <a:gd name="connsiteX682" fmla="*/ 0 w 7467600"/>
              <a:gd name="connsiteY682" fmla="*/ 4233763 h 6858000"/>
              <a:gd name="connsiteX683" fmla="*/ 36881 w 7467600"/>
              <a:gd name="connsiteY683" fmla="*/ 4200118 h 6858000"/>
              <a:gd name="connsiteX684" fmla="*/ 910534 w 7467600"/>
              <a:gd name="connsiteY684" fmla="*/ 3629753 h 6858000"/>
              <a:gd name="connsiteX685" fmla="*/ 1578717 w 7467600"/>
              <a:gd name="connsiteY685" fmla="*/ 3575982 h 6858000"/>
              <a:gd name="connsiteX686" fmla="*/ 2338780 w 7467600"/>
              <a:gd name="connsiteY686" fmla="*/ 3033725 h 6858000"/>
              <a:gd name="connsiteX687" fmla="*/ 1807991 w 7467600"/>
              <a:gd name="connsiteY687" fmla="*/ 2807184 h 6858000"/>
              <a:gd name="connsiteX688" fmla="*/ 1416358 w 7467600"/>
              <a:gd name="connsiteY688" fmla="*/ 3112571 h 6858000"/>
              <a:gd name="connsiteX689" fmla="*/ 939066 w 7467600"/>
              <a:gd name="connsiteY689" fmla="*/ 3378798 h 6858000"/>
              <a:gd name="connsiteX690" fmla="*/ 115099 w 7467600"/>
              <a:gd name="connsiteY690" fmla="*/ 3607650 h 6858000"/>
              <a:gd name="connsiteX691" fmla="*/ 97284 w 7467600"/>
              <a:gd name="connsiteY691" fmla="*/ 3520393 h 6858000"/>
              <a:gd name="connsiteX692" fmla="*/ 922050 w 7467600"/>
              <a:gd name="connsiteY692" fmla="*/ 3074867 h 6858000"/>
              <a:gd name="connsiteX693" fmla="*/ 1405265 w 7467600"/>
              <a:gd name="connsiteY693" fmla="*/ 3016319 h 6858000"/>
              <a:gd name="connsiteX694" fmla="*/ 1407512 w 7467600"/>
              <a:gd name="connsiteY694" fmla="*/ 3018001 h 6858000"/>
              <a:gd name="connsiteX695" fmla="*/ 1726266 w 7467600"/>
              <a:gd name="connsiteY695" fmla="*/ 2777274 h 6858000"/>
              <a:gd name="connsiteX696" fmla="*/ 625390 w 7467600"/>
              <a:gd name="connsiteY696" fmla="*/ 2514541 h 6858000"/>
              <a:gd name="connsiteX697" fmla="*/ 619799 w 7467600"/>
              <a:gd name="connsiteY697" fmla="*/ 2527180 h 6858000"/>
              <a:gd name="connsiteX698" fmla="*/ 310030 w 7467600"/>
              <a:gd name="connsiteY698" fmla="*/ 2771818 h 6858000"/>
              <a:gd name="connsiteX699" fmla="*/ 173877 w 7467600"/>
              <a:gd name="connsiteY699" fmla="*/ 2937056 h 6858000"/>
              <a:gd name="connsiteX700" fmla="*/ 77889 w 7467600"/>
              <a:gd name="connsiteY700" fmla="*/ 3138440 h 6858000"/>
              <a:gd name="connsiteX701" fmla="*/ 0 w 7467600"/>
              <a:gd name="connsiteY701" fmla="*/ 3271395 h 6858000"/>
              <a:gd name="connsiteX702" fmla="*/ 0 w 7467600"/>
              <a:gd name="connsiteY702" fmla="*/ 3153002 h 6858000"/>
              <a:gd name="connsiteX703" fmla="*/ 2386 w 7467600"/>
              <a:gd name="connsiteY703" fmla="*/ 3149203 h 6858000"/>
              <a:gd name="connsiteX704" fmla="*/ 89753 w 7467600"/>
              <a:gd name="connsiteY704" fmla="*/ 2987702 h 6858000"/>
              <a:gd name="connsiteX705" fmla="*/ 76869 w 7467600"/>
              <a:gd name="connsiteY705" fmla="*/ 3005404 h 6858000"/>
              <a:gd name="connsiteX706" fmla="*/ 32049 w 7467600"/>
              <a:gd name="connsiteY706" fmla="*/ 3065814 h 6858000"/>
              <a:gd name="connsiteX707" fmla="*/ 0 w 7467600"/>
              <a:gd name="connsiteY707" fmla="*/ 3108744 h 6858000"/>
              <a:gd name="connsiteX708" fmla="*/ 0 w 7467600"/>
              <a:gd name="connsiteY708" fmla="*/ 3058059 h 6858000"/>
              <a:gd name="connsiteX709" fmla="*/ 7610 w 7467600"/>
              <a:gd name="connsiteY709" fmla="*/ 3047889 h 6858000"/>
              <a:gd name="connsiteX710" fmla="*/ 52419 w 7467600"/>
              <a:gd name="connsiteY710" fmla="*/ 2987479 h 6858000"/>
              <a:gd name="connsiteX711" fmla="*/ 59142 w 7467600"/>
              <a:gd name="connsiteY711" fmla="*/ 2978488 h 6858000"/>
              <a:gd name="connsiteX712" fmla="*/ 0 w 7467600"/>
              <a:gd name="connsiteY712" fmla="*/ 3015334 h 6858000"/>
              <a:gd name="connsiteX713" fmla="*/ 0 w 7467600"/>
              <a:gd name="connsiteY713" fmla="*/ 2914286 h 6858000"/>
              <a:gd name="connsiteX714" fmla="*/ 36383 w 7467600"/>
              <a:gd name="connsiteY714" fmla="*/ 2901128 h 6858000"/>
              <a:gd name="connsiteX715" fmla="*/ 156329 w 7467600"/>
              <a:gd name="connsiteY715" fmla="*/ 2840533 h 6858000"/>
              <a:gd name="connsiteX716" fmla="*/ 358355 w 7467600"/>
              <a:gd name="connsiteY716" fmla="*/ 2620471 h 6858000"/>
              <a:gd name="connsiteX717" fmla="*/ 510577 w 7467600"/>
              <a:gd name="connsiteY717" fmla="*/ 2501244 h 6858000"/>
              <a:gd name="connsiteX718" fmla="*/ 211967 w 7467600"/>
              <a:gd name="connsiteY718" fmla="*/ 2479171 h 6858000"/>
              <a:gd name="connsiteX719" fmla="*/ 0 w 7467600"/>
              <a:gd name="connsiteY719" fmla="*/ 2476398 h 6858000"/>
              <a:gd name="connsiteX720" fmla="*/ 0 w 7467600"/>
              <a:gd name="connsiteY720" fmla="*/ 2389189 h 6858000"/>
              <a:gd name="connsiteX721" fmla="*/ 103062 w 7467600"/>
              <a:gd name="connsiteY721" fmla="*/ 2389518 h 6858000"/>
              <a:gd name="connsiteX722" fmla="*/ 510734 w 7467600"/>
              <a:gd name="connsiteY722" fmla="*/ 2416201 h 6858000"/>
              <a:gd name="connsiteX723" fmla="*/ 279257 w 7467600"/>
              <a:gd name="connsiteY723" fmla="*/ 2092102 h 6858000"/>
              <a:gd name="connsiteX724" fmla="*/ 65265 w 7467600"/>
              <a:gd name="connsiteY724" fmla="*/ 2006049 h 6858000"/>
              <a:gd name="connsiteX725" fmla="*/ 0 w 7467600"/>
              <a:gd name="connsiteY725" fmla="*/ 1982532 h 6858000"/>
              <a:gd name="connsiteX726" fmla="*/ 0 w 7467600"/>
              <a:gd name="connsiteY726" fmla="*/ 1912789 h 6858000"/>
              <a:gd name="connsiteX727" fmla="*/ 97460 w 7467600"/>
              <a:gd name="connsiteY727" fmla="*/ 1953725 h 6858000"/>
              <a:gd name="connsiteX728" fmla="*/ 221272 w 7467600"/>
              <a:gd name="connsiteY728" fmla="*/ 1980766 h 6858000"/>
              <a:gd name="connsiteX729" fmla="*/ 116765 w 7467600"/>
              <a:gd name="connsiteY729" fmla="*/ 1911033 h 6858000"/>
              <a:gd name="connsiteX730" fmla="*/ 16405 w 7467600"/>
              <a:gd name="connsiteY730" fmla="*/ 1803412 h 6858000"/>
              <a:gd name="connsiteX731" fmla="*/ 0 w 7467600"/>
              <a:gd name="connsiteY731" fmla="*/ 1784777 h 6858000"/>
              <a:gd name="connsiteX732" fmla="*/ 0 w 7467600"/>
              <a:gd name="connsiteY732" fmla="*/ 1740082 h 6858000"/>
              <a:gd name="connsiteX733" fmla="*/ 39394 w 7467600"/>
              <a:gd name="connsiteY733" fmla="*/ 1784856 h 6858000"/>
              <a:gd name="connsiteX734" fmla="*/ 135813 w 7467600"/>
              <a:gd name="connsiteY734" fmla="*/ 1888838 h 6858000"/>
              <a:gd name="connsiteX735" fmla="*/ 242575 w 7467600"/>
              <a:gd name="connsiteY735" fmla="*/ 1958841 h 6858000"/>
              <a:gd name="connsiteX736" fmla="*/ 82197 w 7467600"/>
              <a:gd name="connsiteY736" fmla="*/ 1754826 h 6858000"/>
              <a:gd name="connsiteX737" fmla="*/ 0 w 7467600"/>
              <a:gd name="connsiteY737" fmla="*/ 1679650 h 6858000"/>
              <a:gd name="connsiteX738" fmla="*/ 0 w 7467600"/>
              <a:gd name="connsiteY738" fmla="*/ 1602463 h 6858000"/>
              <a:gd name="connsiteX739" fmla="*/ 84689 w 7467600"/>
              <a:gd name="connsiteY739" fmla="*/ 1677442 h 6858000"/>
              <a:gd name="connsiteX740" fmla="*/ 298437 w 7467600"/>
              <a:gd name="connsiteY740" fmla="*/ 1968019 h 6858000"/>
              <a:gd name="connsiteX741" fmla="*/ 227269 w 7467600"/>
              <a:gd name="connsiteY741" fmla="*/ 1114064 h 6858000"/>
              <a:gd name="connsiteX742" fmla="*/ 248003 w 7467600"/>
              <a:gd name="connsiteY742" fmla="*/ 1089613 h 6858000"/>
              <a:gd name="connsiteX743" fmla="*/ 427020 w 7467600"/>
              <a:gd name="connsiteY743" fmla="*/ 1619803 h 6858000"/>
              <a:gd name="connsiteX744" fmla="*/ 340345 w 7467600"/>
              <a:gd name="connsiteY744" fmla="*/ 2027739 h 6858000"/>
              <a:gd name="connsiteX745" fmla="*/ 360865 w 7467600"/>
              <a:gd name="connsiteY745" fmla="*/ 2044827 h 6858000"/>
              <a:gd name="connsiteX746" fmla="*/ 560414 w 7467600"/>
              <a:gd name="connsiteY746" fmla="*/ 2421457 h 6858000"/>
              <a:gd name="connsiteX747" fmla="*/ 1359703 w 7467600"/>
              <a:gd name="connsiteY747" fmla="*/ 2578554 h 6858000"/>
              <a:gd name="connsiteX748" fmla="*/ 1359422 w 7467600"/>
              <a:gd name="connsiteY748" fmla="*/ 2577994 h 6858000"/>
              <a:gd name="connsiteX749" fmla="*/ 828701 w 7467600"/>
              <a:gd name="connsiteY749" fmla="*/ 1839520 h 6858000"/>
              <a:gd name="connsiteX750" fmla="*/ 494427 w 7467600"/>
              <a:gd name="connsiteY750" fmla="*/ 1092333 h 6858000"/>
              <a:gd name="connsiteX751" fmla="*/ 506322 w 7467600"/>
              <a:gd name="connsiteY751" fmla="*/ 1020997 h 6858000"/>
              <a:gd name="connsiteX752" fmla="*/ 4570198 w 7467600"/>
              <a:gd name="connsiteY752" fmla="*/ 978081 h 6858000"/>
              <a:gd name="connsiteX753" fmla="*/ 4523691 w 7467600"/>
              <a:gd name="connsiteY753" fmla="*/ 1127776 h 6858000"/>
              <a:gd name="connsiteX754" fmla="*/ 4509875 w 7467600"/>
              <a:gd name="connsiteY754" fmla="*/ 1167552 h 6858000"/>
              <a:gd name="connsiteX755" fmla="*/ 4478168 w 7467600"/>
              <a:gd name="connsiteY755" fmla="*/ 1260735 h 6858000"/>
              <a:gd name="connsiteX756" fmla="*/ 4409309 w 7467600"/>
              <a:gd name="connsiteY756" fmla="*/ 1666996 h 6858000"/>
              <a:gd name="connsiteX757" fmla="*/ 4370031 w 7467600"/>
              <a:gd name="connsiteY757" fmla="*/ 1955666 h 6858000"/>
              <a:gd name="connsiteX758" fmla="*/ 4570198 w 7467600"/>
              <a:gd name="connsiteY758" fmla="*/ 978081 h 6858000"/>
              <a:gd name="connsiteX759" fmla="*/ 4557898 w 7467600"/>
              <a:gd name="connsiteY759" fmla="*/ 900011 h 6858000"/>
              <a:gd name="connsiteX760" fmla="*/ 4344840 w 7467600"/>
              <a:gd name="connsiteY760" fmla="*/ 1922038 h 6858000"/>
              <a:gd name="connsiteX761" fmla="*/ 4378710 w 7467600"/>
              <a:gd name="connsiteY761" fmla="*/ 1665516 h 6858000"/>
              <a:gd name="connsiteX762" fmla="*/ 4448798 w 7467600"/>
              <a:gd name="connsiteY762" fmla="*/ 1253024 h 6858000"/>
              <a:gd name="connsiteX763" fmla="*/ 4480315 w 7467600"/>
              <a:gd name="connsiteY763" fmla="*/ 1158454 h 6858000"/>
              <a:gd name="connsiteX764" fmla="*/ 4494133 w 7467600"/>
              <a:gd name="connsiteY764" fmla="*/ 1118676 h 6858000"/>
              <a:gd name="connsiteX765" fmla="*/ 4557898 w 7467600"/>
              <a:gd name="connsiteY765" fmla="*/ 900011 h 6858000"/>
              <a:gd name="connsiteX766" fmla="*/ 5870151 w 7467600"/>
              <a:gd name="connsiteY766" fmla="*/ 898890 h 6858000"/>
              <a:gd name="connsiteX767" fmla="*/ 5861335 w 7467600"/>
              <a:gd name="connsiteY767" fmla="*/ 899177 h 6858000"/>
              <a:gd name="connsiteX768" fmla="*/ 5843702 w 7467600"/>
              <a:gd name="connsiteY768" fmla="*/ 899748 h 6858000"/>
              <a:gd name="connsiteX769" fmla="*/ 5651107 w 7467600"/>
              <a:gd name="connsiteY769" fmla="*/ 920306 h 6858000"/>
              <a:gd name="connsiteX770" fmla="*/ 5459407 w 7467600"/>
              <a:gd name="connsiteY770" fmla="*/ 940975 h 6858000"/>
              <a:gd name="connsiteX771" fmla="*/ 5374846 w 7467600"/>
              <a:gd name="connsiteY771" fmla="*/ 941988 h 6858000"/>
              <a:gd name="connsiteX772" fmla="*/ 5256105 w 7467600"/>
              <a:gd name="connsiteY772" fmla="*/ 945632 h 6858000"/>
              <a:gd name="connsiteX773" fmla="*/ 5107071 w 7467600"/>
              <a:gd name="connsiteY773" fmla="*/ 969720 h 6858000"/>
              <a:gd name="connsiteX774" fmla="*/ 4998681 w 7467600"/>
              <a:gd name="connsiteY774" fmla="*/ 988771 h 6858000"/>
              <a:gd name="connsiteX775" fmla="*/ 5870151 w 7467600"/>
              <a:gd name="connsiteY775" fmla="*/ 898890 h 6858000"/>
              <a:gd name="connsiteX776" fmla="*/ 5504425 w 7467600"/>
              <a:gd name="connsiteY776" fmla="*/ 848067 h 6858000"/>
              <a:gd name="connsiteX777" fmla="*/ 4968849 w 7467600"/>
              <a:gd name="connsiteY777" fmla="*/ 962318 h 6858000"/>
              <a:gd name="connsiteX778" fmla="*/ 5104039 w 7467600"/>
              <a:gd name="connsiteY778" fmla="*/ 940634 h 6858000"/>
              <a:gd name="connsiteX779" fmla="*/ 5256311 w 7467600"/>
              <a:gd name="connsiteY779" fmla="*/ 916490 h 6858000"/>
              <a:gd name="connsiteX780" fmla="*/ 5377381 w 7467600"/>
              <a:gd name="connsiteY780" fmla="*/ 912671 h 6858000"/>
              <a:gd name="connsiteX781" fmla="*/ 5460148 w 7467600"/>
              <a:gd name="connsiteY781" fmla="*/ 911442 h 6858000"/>
              <a:gd name="connsiteX782" fmla="*/ 5648971 w 7467600"/>
              <a:gd name="connsiteY782" fmla="*/ 891331 h 6858000"/>
              <a:gd name="connsiteX783" fmla="*/ 5844807 w 7467600"/>
              <a:gd name="connsiteY783" fmla="*/ 870718 h 6858000"/>
              <a:gd name="connsiteX784" fmla="*/ 5862975 w 7467600"/>
              <a:gd name="connsiteY784" fmla="*/ 869756 h 6858000"/>
              <a:gd name="connsiteX785" fmla="*/ 5920887 w 7467600"/>
              <a:gd name="connsiteY785" fmla="*/ 865929 h 6858000"/>
              <a:gd name="connsiteX786" fmla="*/ 5504425 w 7467600"/>
              <a:gd name="connsiteY786" fmla="*/ 848067 h 6858000"/>
              <a:gd name="connsiteX787" fmla="*/ 3607114 w 7467600"/>
              <a:gd name="connsiteY787" fmla="*/ 467441 h 6858000"/>
              <a:gd name="connsiteX788" fmla="*/ 3296242 w 7467600"/>
              <a:gd name="connsiteY788" fmla="*/ 807991 h 6858000"/>
              <a:gd name="connsiteX789" fmla="*/ 3174674 w 7467600"/>
              <a:gd name="connsiteY789" fmla="*/ 919759 h 6858000"/>
              <a:gd name="connsiteX790" fmla="*/ 3042978 w 7467600"/>
              <a:gd name="connsiteY790" fmla="*/ 1054894 h 6858000"/>
              <a:gd name="connsiteX791" fmla="*/ 2968914 w 7467600"/>
              <a:gd name="connsiteY791" fmla="*/ 1133756 h 6858000"/>
              <a:gd name="connsiteX792" fmla="*/ 3103823 w 7467600"/>
              <a:gd name="connsiteY792" fmla="*/ 1026814 h 6858000"/>
              <a:gd name="connsiteX793" fmla="*/ 3607114 w 7467600"/>
              <a:gd name="connsiteY793" fmla="*/ 467441 h 6858000"/>
              <a:gd name="connsiteX794" fmla="*/ 3744487 w 7467600"/>
              <a:gd name="connsiteY794" fmla="*/ 383136 h 6858000"/>
              <a:gd name="connsiteX795" fmla="*/ 3970213 w 7467600"/>
              <a:gd name="connsiteY795" fmla="*/ 995559 h 6858000"/>
              <a:gd name="connsiteX796" fmla="*/ 3744487 w 7467600"/>
              <a:gd name="connsiteY796" fmla="*/ 383136 h 6858000"/>
              <a:gd name="connsiteX797" fmla="*/ 3624562 w 7467600"/>
              <a:gd name="connsiteY797" fmla="*/ 367041 h 6858000"/>
              <a:gd name="connsiteX798" fmla="*/ 3489712 w 7467600"/>
              <a:gd name="connsiteY798" fmla="*/ 485386 h 6858000"/>
              <a:gd name="connsiteX799" fmla="*/ 3182994 w 7467600"/>
              <a:gd name="connsiteY799" fmla="*/ 828265 h 6858000"/>
              <a:gd name="connsiteX800" fmla="*/ 2892114 w 7467600"/>
              <a:gd name="connsiteY800" fmla="*/ 1172635 h 6858000"/>
              <a:gd name="connsiteX801" fmla="*/ 3021459 w 7467600"/>
              <a:gd name="connsiteY801" fmla="*/ 1035385 h 6858000"/>
              <a:gd name="connsiteX802" fmla="*/ 3153873 w 7467600"/>
              <a:gd name="connsiteY802" fmla="*/ 898971 h 6858000"/>
              <a:gd name="connsiteX803" fmla="*/ 3276511 w 7467600"/>
              <a:gd name="connsiteY803" fmla="*/ 786423 h 6858000"/>
              <a:gd name="connsiteX804" fmla="*/ 3584154 w 7467600"/>
              <a:gd name="connsiteY804" fmla="*/ 448218 h 6858000"/>
              <a:gd name="connsiteX805" fmla="*/ 3624562 w 7467600"/>
              <a:gd name="connsiteY805" fmla="*/ 367041 h 6858000"/>
              <a:gd name="connsiteX806" fmla="*/ 3766672 w 7467600"/>
              <a:gd name="connsiteY806" fmla="*/ 359429 h 6858000"/>
              <a:gd name="connsiteX807" fmla="*/ 3996338 w 7467600"/>
              <a:gd name="connsiteY807" fmla="*/ 968237 h 6858000"/>
              <a:gd name="connsiteX808" fmla="*/ 3766672 w 7467600"/>
              <a:gd name="connsiteY808" fmla="*/ 359429 h 6858000"/>
              <a:gd name="connsiteX809" fmla="*/ 5805386 w 7467600"/>
              <a:gd name="connsiteY809" fmla="*/ 239240 h 6858000"/>
              <a:gd name="connsiteX810" fmla="*/ 5736947 w 7467600"/>
              <a:gd name="connsiteY810" fmla="*/ 261367 h 6858000"/>
              <a:gd name="connsiteX811" fmla="*/ 5427012 w 7467600"/>
              <a:gd name="connsiteY811" fmla="*/ 311272 h 6858000"/>
              <a:gd name="connsiteX812" fmla="*/ 5147818 w 7467600"/>
              <a:gd name="connsiteY812" fmla="*/ 322112 h 6858000"/>
              <a:gd name="connsiteX813" fmla="*/ 5060854 w 7467600"/>
              <a:gd name="connsiteY813" fmla="*/ 311882 h 6858000"/>
              <a:gd name="connsiteX814" fmla="*/ 4945989 w 7467600"/>
              <a:gd name="connsiteY814" fmla="*/ 300516 h 6858000"/>
              <a:gd name="connsiteX815" fmla="*/ 5410479 w 7467600"/>
              <a:gd name="connsiteY815" fmla="*/ 348434 h 6858000"/>
              <a:gd name="connsiteX816" fmla="*/ 5805386 w 7467600"/>
              <a:gd name="connsiteY816" fmla="*/ 239240 h 6858000"/>
              <a:gd name="connsiteX817" fmla="*/ 5905192 w 7467600"/>
              <a:gd name="connsiteY817" fmla="*/ 163079 h 6858000"/>
              <a:gd name="connsiteX818" fmla="*/ 5865655 w 7467600"/>
              <a:gd name="connsiteY818" fmla="*/ 171901 h 6858000"/>
              <a:gd name="connsiteX819" fmla="*/ 5259740 w 7467600"/>
              <a:gd name="connsiteY819" fmla="*/ 257013 h 6858000"/>
              <a:gd name="connsiteX820" fmla="*/ 5208466 w 7467600"/>
              <a:gd name="connsiteY820" fmla="*/ 257550 h 6858000"/>
              <a:gd name="connsiteX821" fmla="*/ 4980204 w 7467600"/>
              <a:gd name="connsiteY821" fmla="*/ 271903 h 6858000"/>
              <a:gd name="connsiteX822" fmla="*/ 5068068 w 7467600"/>
              <a:gd name="connsiteY822" fmla="*/ 282244 h 6858000"/>
              <a:gd name="connsiteX823" fmla="*/ 5153231 w 7467600"/>
              <a:gd name="connsiteY823" fmla="*/ 292240 h 6858000"/>
              <a:gd name="connsiteX824" fmla="*/ 5426491 w 7467600"/>
              <a:gd name="connsiteY824" fmla="*/ 281128 h 6858000"/>
              <a:gd name="connsiteX825" fmla="*/ 5731212 w 7467600"/>
              <a:gd name="connsiteY825" fmla="*/ 231951 h 6858000"/>
              <a:gd name="connsiteX826" fmla="*/ 5905192 w 7467600"/>
              <a:gd name="connsiteY826" fmla="*/ 163079 h 6858000"/>
              <a:gd name="connsiteX827" fmla="*/ 5944437 w 7467600"/>
              <a:gd name="connsiteY827" fmla="*/ 113829 h 6858000"/>
              <a:gd name="connsiteX828" fmla="*/ 5825032 w 7467600"/>
              <a:gd name="connsiteY828" fmla="*/ 146405 h 6858000"/>
              <a:gd name="connsiteX829" fmla="*/ 4955599 w 7467600"/>
              <a:gd name="connsiteY829" fmla="*/ 247008 h 6858000"/>
              <a:gd name="connsiteX830" fmla="*/ 5210104 w 7467600"/>
              <a:gd name="connsiteY830" fmla="*/ 228123 h 6858000"/>
              <a:gd name="connsiteX831" fmla="*/ 5261015 w 7467600"/>
              <a:gd name="connsiteY831" fmla="*/ 227087 h 6858000"/>
              <a:gd name="connsiteX832" fmla="*/ 5861181 w 7467600"/>
              <a:gd name="connsiteY832" fmla="*/ 143093 h 6858000"/>
              <a:gd name="connsiteX833" fmla="*/ 5961252 w 7467600"/>
              <a:gd name="connsiteY833" fmla="*/ 114820 h 6858000"/>
              <a:gd name="connsiteX834" fmla="*/ 5944437 w 7467600"/>
              <a:gd name="connsiteY834" fmla="*/ 113829 h 6858000"/>
              <a:gd name="connsiteX835" fmla="*/ 3882765 w 7467600"/>
              <a:gd name="connsiteY835" fmla="*/ 0 h 6858000"/>
              <a:gd name="connsiteX836" fmla="*/ 3995099 w 7467600"/>
              <a:gd name="connsiteY836" fmla="*/ 0 h 6858000"/>
              <a:gd name="connsiteX837" fmla="*/ 4163818 w 7467600"/>
              <a:gd name="connsiteY837" fmla="*/ 234104 h 6858000"/>
              <a:gd name="connsiteX838" fmla="*/ 4172099 w 7467600"/>
              <a:gd name="connsiteY838" fmla="*/ 234207 h 6858000"/>
              <a:gd name="connsiteX839" fmla="*/ 4784282 w 7467600"/>
              <a:gd name="connsiteY839" fmla="*/ 276561 h 6858000"/>
              <a:gd name="connsiteX840" fmla="*/ 4801687 w 7467600"/>
              <a:gd name="connsiteY840" fmla="*/ 267764 h 6858000"/>
              <a:gd name="connsiteX841" fmla="*/ 6082788 w 7467600"/>
              <a:gd name="connsiteY841" fmla="*/ 64119 h 6858000"/>
              <a:gd name="connsiteX842" fmla="*/ 6099442 w 7467600"/>
              <a:gd name="connsiteY842" fmla="*/ 82568 h 6858000"/>
              <a:gd name="connsiteX843" fmla="*/ 4804137 w 7467600"/>
              <a:gd name="connsiteY843" fmla="*/ 320931 h 6858000"/>
              <a:gd name="connsiteX844" fmla="*/ 4227047 w 7467600"/>
              <a:gd name="connsiteY844" fmla="*/ 313415 h 6858000"/>
              <a:gd name="connsiteX845" fmla="*/ 4346041 w 7467600"/>
              <a:gd name="connsiteY845" fmla="*/ 456086 h 6858000"/>
              <a:gd name="connsiteX846" fmla="*/ 4870967 w 7467600"/>
              <a:gd name="connsiteY846" fmla="*/ 963061 h 6858000"/>
              <a:gd name="connsiteX847" fmla="*/ 4889647 w 7467600"/>
              <a:gd name="connsiteY847" fmla="*/ 957147 h 6858000"/>
              <a:gd name="connsiteX848" fmla="*/ 5422504 w 7467600"/>
              <a:gd name="connsiteY848" fmla="*/ 805191 h 6858000"/>
              <a:gd name="connsiteX849" fmla="*/ 6087656 w 7467600"/>
              <a:gd name="connsiteY849" fmla="*/ 826703 h 6858000"/>
              <a:gd name="connsiteX850" fmla="*/ 6058717 w 7467600"/>
              <a:gd name="connsiteY850" fmla="*/ 865992 h 6858000"/>
              <a:gd name="connsiteX851" fmla="*/ 4974153 w 7467600"/>
              <a:gd name="connsiteY851" fmla="*/ 1045456 h 6858000"/>
              <a:gd name="connsiteX852" fmla="*/ 5627835 w 7467600"/>
              <a:gd name="connsiteY852" fmla="*/ 1472077 h 6858000"/>
              <a:gd name="connsiteX853" fmla="*/ 5629817 w 7467600"/>
              <a:gd name="connsiteY853" fmla="*/ 1471412 h 6858000"/>
              <a:gd name="connsiteX854" fmla="*/ 5634124 w 7467600"/>
              <a:gd name="connsiteY854" fmla="*/ 1470572 h 6858000"/>
              <a:gd name="connsiteX855" fmla="*/ 5755832 w 7467600"/>
              <a:gd name="connsiteY855" fmla="*/ 1383886 h 6858000"/>
              <a:gd name="connsiteX856" fmla="*/ 6014186 w 7467600"/>
              <a:gd name="connsiteY856" fmla="*/ 1279799 h 6858000"/>
              <a:gd name="connsiteX857" fmla="*/ 6901619 w 7467600"/>
              <a:gd name="connsiteY857" fmla="*/ 1047874 h 6858000"/>
              <a:gd name="connsiteX858" fmla="*/ 6931566 w 7467600"/>
              <a:gd name="connsiteY858" fmla="*/ 1062034 h 6858000"/>
              <a:gd name="connsiteX859" fmla="*/ 5790982 w 7467600"/>
              <a:gd name="connsiteY859" fmla="*/ 1561380 h 6858000"/>
              <a:gd name="connsiteX860" fmla="*/ 6188971 w 7467600"/>
              <a:gd name="connsiteY860" fmla="*/ 1755168 h 6858000"/>
              <a:gd name="connsiteX861" fmla="*/ 6202446 w 7467600"/>
              <a:gd name="connsiteY861" fmla="*/ 1752268 h 6858000"/>
              <a:gd name="connsiteX862" fmla="*/ 7179560 w 7467600"/>
              <a:gd name="connsiteY862" fmla="*/ 1467551 h 6858000"/>
              <a:gd name="connsiteX863" fmla="*/ 7158730 w 7467600"/>
              <a:gd name="connsiteY863" fmla="*/ 1507835 h 6858000"/>
              <a:gd name="connsiteX864" fmla="*/ 6326959 w 7467600"/>
              <a:gd name="connsiteY864" fmla="*/ 1817686 h 6858000"/>
              <a:gd name="connsiteX865" fmla="*/ 6537433 w 7467600"/>
              <a:gd name="connsiteY865" fmla="*/ 1907790 h 6858000"/>
              <a:gd name="connsiteX866" fmla="*/ 6550221 w 7467600"/>
              <a:gd name="connsiteY866" fmla="*/ 1910729 h 6858000"/>
              <a:gd name="connsiteX867" fmla="*/ 6964438 w 7467600"/>
              <a:gd name="connsiteY867" fmla="*/ 2209505 h 6858000"/>
              <a:gd name="connsiteX868" fmla="*/ 7367862 w 7467600"/>
              <a:gd name="connsiteY868" fmla="*/ 2806833 h 6858000"/>
              <a:gd name="connsiteX869" fmla="*/ 7364329 w 7467600"/>
              <a:gd name="connsiteY869" fmla="*/ 2826907 h 6858000"/>
              <a:gd name="connsiteX870" fmla="*/ 7290545 w 7467600"/>
              <a:gd name="connsiteY870" fmla="*/ 2850663 h 6858000"/>
              <a:gd name="connsiteX871" fmla="*/ 6472036 w 7467600"/>
              <a:gd name="connsiteY871" fmla="*/ 1959003 h 6858000"/>
              <a:gd name="connsiteX872" fmla="*/ 5792897 w 7467600"/>
              <a:gd name="connsiteY872" fmla="*/ 1647747 h 6858000"/>
              <a:gd name="connsiteX873" fmla="*/ 5842751 w 7467600"/>
              <a:gd name="connsiteY873" fmla="*/ 1816112 h 6858000"/>
              <a:gd name="connsiteX874" fmla="*/ 5847424 w 7467600"/>
              <a:gd name="connsiteY874" fmla="*/ 1815776 h 6858000"/>
              <a:gd name="connsiteX875" fmla="*/ 6399821 w 7467600"/>
              <a:gd name="connsiteY875" fmla="*/ 2344799 h 6858000"/>
              <a:gd name="connsiteX876" fmla="*/ 6323232 w 7467600"/>
              <a:gd name="connsiteY876" fmla="*/ 2389634 h 6858000"/>
              <a:gd name="connsiteX877" fmla="*/ 5942958 w 7467600"/>
              <a:gd name="connsiteY877" fmla="*/ 2077708 h 6858000"/>
              <a:gd name="connsiteX878" fmla="*/ 5921559 w 7467600"/>
              <a:gd name="connsiteY878" fmla="*/ 2378596 h 6858000"/>
              <a:gd name="connsiteX879" fmla="*/ 5817651 w 7467600"/>
              <a:gd name="connsiteY879" fmla="*/ 3023919 h 6858000"/>
              <a:gd name="connsiteX880" fmla="*/ 5729634 w 7467600"/>
              <a:gd name="connsiteY880" fmla="*/ 3051849 h 6858000"/>
              <a:gd name="connsiteX881" fmla="*/ 5611018 w 7467600"/>
              <a:gd name="connsiteY881" fmla="*/ 2316769 h 6858000"/>
              <a:gd name="connsiteX882" fmla="*/ 5687608 w 7467600"/>
              <a:gd name="connsiteY882" fmla="*/ 2039972 h 6858000"/>
              <a:gd name="connsiteX883" fmla="*/ 5657554 w 7467600"/>
              <a:gd name="connsiteY883" fmla="*/ 1576445 h 6858000"/>
              <a:gd name="connsiteX884" fmla="*/ 5150475 w 7467600"/>
              <a:gd name="connsiteY884" fmla="*/ 1274012 h 6858000"/>
              <a:gd name="connsiteX885" fmla="*/ 5349142 w 7467600"/>
              <a:gd name="connsiteY885" fmla="*/ 2204405 h 6858000"/>
              <a:gd name="connsiteX886" fmla="*/ 5262214 w 7467600"/>
              <a:gd name="connsiteY886" fmla="*/ 2233836 h 6858000"/>
              <a:gd name="connsiteX887" fmla="*/ 4981539 w 7467600"/>
              <a:gd name="connsiteY887" fmla="*/ 1542201 h 6858000"/>
              <a:gd name="connsiteX888" fmla="*/ 4958461 w 7467600"/>
              <a:gd name="connsiteY888" fmla="*/ 1136957 h 6858000"/>
              <a:gd name="connsiteX889" fmla="*/ 4655015 w 7467600"/>
              <a:gd name="connsiteY889" fmla="*/ 891426 h 6858000"/>
              <a:gd name="connsiteX890" fmla="*/ 4348002 w 7467600"/>
              <a:gd name="connsiteY890" fmla="*/ 2205895 h 6858000"/>
              <a:gd name="connsiteX891" fmla="*/ 4262250 w 7467600"/>
              <a:gd name="connsiteY891" fmla="*/ 2219972 h 6858000"/>
              <a:gd name="connsiteX892" fmla="*/ 4550611 w 7467600"/>
              <a:gd name="connsiteY892" fmla="*/ 817540 h 6858000"/>
              <a:gd name="connsiteX893" fmla="*/ 4564418 w 7467600"/>
              <a:gd name="connsiteY893" fmla="*/ 808293 h 6858000"/>
              <a:gd name="connsiteX894" fmla="*/ 4266388 w 7467600"/>
              <a:gd name="connsiteY894" fmla="*/ 500083 h 6858000"/>
              <a:gd name="connsiteX895" fmla="*/ 4032842 w 7467600"/>
              <a:gd name="connsiteY895" fmla="*/ 211809 h 6858000"/>
              <a:gd name="connsiteX896" fmla="*/ 3882765 w 7467600"/>
              <a:gd name="connsiteY896" fmla="*/ 0 h 6858000"/>
              <a:gd name="connsiteX897" fmla="*/ 3721337 w 7467600"/>
              <a:gd name="connsiteY897" fmla="*/ 0 h 6858000"/>
              <a:gd name="connsiteX898" fmla="*/ 3797544 w 7467600"/>
              <a:gd name="connsiteY898" fmla="*/ 0 h 6858000"/>
              <a:gd name="connsiteX899" fmla="*/ 3775734 w 7467600"/>
              <a:gd name="connsiteY899" fmla="*/ 95131 h 6858000"/>
              <a:gd name="connsiteX900" fmla="*/ 3724807 w 7467600"/>
              <a:gd name="connsiteY900" fmla="*/ 272257 h 6858000"/>
              <a:gd name="connsiteX901" fmla="*/ 3726844 w 7467600"/>
              <a:gd name="connsiteY901" fmla="*/ 282988 h 6858000"/>
              <a:gd name="connsiteX902" fmla="*/ 3742664 w 7467600"/>
              <a:gd name="connsiteY902" fmla="*/ 279918 h 6858000"/>
              <a:gd name="connsiteX903" fmla="*/ 4103910 w 7467600"/>
              <a:gd name="connsiteY903" fmla="*/ 1161917 h 6858000"/>
              <a:gd name="connsiteX904" fmla="*/ 4020269 w 7467600"/>
              <a:gd name="connsiteY904" fmla="*/ 1200406 h 6858000"/>
              <a:gd name="connsiteX905" fmla="*/ 3674882 w 7467600"/>
              <a:gd name="connsiteY905" fmla="*/ 488524 h 6858000"/>
              <a:gd name="connsiteX906" fmla="*/ 3132682 w 7467600"/>
              <a:gd name="connsiteY906" fmla="*/ 1072284 h 6858000"/>
              <a:gd name="connsiteX907" fmla="*/ 2716346 w 7467600"/>
              <a:gd name="connsiteY907" fmla="*/ 1276376 h 6858000"/>
              <a:gd name="connsiteX908" fmla="*/ 2716772 w 7467600"/>
              <a:gd name="connsiteY908" fmla="*/ 1255462 h 6858000"/>
              <a:gd name="connsiteX909" fmla="*/ 3471096 w 7467600"/>
              <a:gd name="connsiteY909" fmla="*/ 437072 h 6858000"/>
              <a:gd name="connsiteX910" fmla="*/ 3639057 w 7467600"/>
              <a:gd name="connsiteY910" fmla="*/ 286334 h 6858000"/>
              <a:gd name="connsiteX911" fmla="*/ 3640309 w 7467600"/>
              <a:gd name="connsiteY911" fmla="*/ 284664 h 6858000"/>
              <a:gd name="connsiteX912" fmla="*/ 3646022 w 7467600"/>
              <a:gd name="connsiteY912" fmla="*/ 276711 h 6858000"/>
              <a:gd name="connsiteX913" fmla="*/ 3707943 w 7467600"/>
              <a:gd name="connsiteY913" fmla="*/ 65958 h 6858000"/>
              <a:gd name="connsiteX914" fmla="*/ 3721337 w 7467600"/>
              <a:gd name="connsiteY914" fmla="*/ 0 h 6858000"/>
              <a:gd name="connsiteX915" fmla="*/ 2867960 w 7467600"/>
              <a:gd name="connsiteY915" fmla="*/ 0 h 6858000"/>
              <a:gd name="connsiteX916" fmla="*/ 2926351 w 7467600"/>
              <a:gd name="connsiteY916" fmla="*/ 0 h 6858000"/>
              <a:gd name="connsiteX917" fmla="*/ 2902823 w 7467600"/>
              <a:gd name="connsiteY917" fmla="*/ 262929 h 6858000"/>
              <a:gd name="connsiteX918" fmla="*/ 2940663 w 7467600"/>
              <a:gd name="connsiteY918" fmla="*/ 140884 h 6858000"/>
              <a:gd name="connsiteX919" fmla="*/ 2947039 w 7467600"/>
              <a:gd name="connsiteY919" fmla="*/ 122524 h 6858000"/>
              <a:gd name="connsiteX920" fmla="*/ 2984316 w 7467600"/>
              <a:gd name="connsiteY920" fmla="*/ 0 h 6858000"/>
              <a:gd name="connsiteX921" fmla="*/ 3016114 w 7467600"/>
              <a:gd name="connsiteY921" fmla="*/ 0 h 6858000"/>
              <a:gd name="connsiteX922" fmla="*/ 2979949 w 7467600"/>
              <a:gd name="connsiteY922" fmla="*/ 119274 h 6858000"/>
              <a:gd name="connsiteX923" fmla="*/ 3023879 w 7467600"/>
              <a:gd name="connsiteY923" fmla="*/ 0 h 6858000"/>
              <a:gd name="connsiteX924" fmla="*/ 3105400 w 7467600"/>
              <a:gd name="connsiteY924" fmla="*/ 0 h 6858000"/>
              <a:gd name="connsiteX925" fmla="*/ 3094669 w 7467600"/>
              <a:gd name="connsiteY925" fmla="*/ 30308 h 6858000"/>
              <a:gd name="connsiteX926" fmla="*/ 2901945 w 7467600"/>
              <a:gd name="connsiteY926" fmla="*/ 466538 h 6858000"/>
              <a:gd name="connsiteX927" fmla="*/ 2815209 w 7467600"/>
              <a:gd name="connsiteY927" fmla="*/ 497361 h 6858000"/>
              <a:gd name="connsiteX928" fmla="*/ 2844845 w 7467600"/>
              <a:gd name="connsiteY928" fmla="*/ 127638 h 6858000"/>
              <a:gd name="connsiteX929" fmla="*/ 2867960 w 7467600"/>
              <a:gd name="connsiteY929" fmla="*/ 0 h 6858000"/>
              <a:gd name="connsiteX930" fmla="*/ 1057230 w 7467600"/>
              <a:gd name="connsiteY930" fmla="*/ 0 h 6858000"/>
              <a:gd name="connsiteX931" fmla="*/ 1111003 w 7467600"/>
              <a:gd name="connsiteY931" fmla="*/ 0 h 6858000"/>
              <a:gd name="connsiteX932" fmla="*/ 1125553 w 7467600"/>
              <a:gd name="connsiteY932" fmla="*/ 52588 h 6858000"/>
              <a:gd name="connsiteX933" fmla="*/ 1304276 w 7467600"/>
              <a:gd name="connsiteY933" fmla="*/ 476275 h 6858000"/>
              <a:gd name="connsiteX934" fmla="*/ 1492066 w 7467600"/>
              <a:gd name="connsiteY934" fmla="*/ 886333 h 6858000"/>
              <a:gd name="connsiteX935" fmla="*/ 1423698 w 7467600"/>
              <a:gd name="connsiteY935" fmla="*/ 710817 h 6858000"/>
              <a:gd name="connsiteX936" fmla="*/ 1357609 w 7467600"/>
              <a:gd name="connsiteY936" fmla="*/ 532892 h 6858000"/>
              <a:gd name="connsiteX937" fmla="*/ 1309550 w 7467600"/>
              <a:gd name="connsiteY937" fmla="*/ 374031 h 6858000"/>
              <a:gd name="connsiteX938" fmla="*/ 1193673 w 7467600"/>
              <a:gd name="connsiteY938" fmla="*/ 49533 h 6858000"/>
              <a:gd name="connsiteX939" fmla="*/ 1164391 w 7467600"/>
              <a:gd name="connsiteY939" fmla="*/ 0 h 6858000"/>
              <a:gd name="connsiteX940" fmla="*/ 1200666 w 7467600"/>
              <a:gd name="connsiteY940" fmla="*/ 0 h 6858000"/>
              <a:gd name="connsiteX941" fmla="*/ 1223408 w 7467600"/>
              <a:gd name="connsiteY941" fmla="*/ 38996 h 6858000"/>
              <a:gd name="connsiteX942" fmla="*/ 1339635 w 7467600"/>
              <a:gd name="connsiteY942" fmla="*/ 365517 h 6858000"/>
              <a:gd name="connsiteX943" fmla="*/ 1387469 w 7467600"/>
              <a:gd name="connsiteY943" fmla="*/ 523079 h 6858000"/>
              <a:gd name="connsiteX944" fmla="*/ 1452685 w 7467600"/>
              <a:gd name="connsiteY944" fmla="*/ 699806 h 6858000"/>
              <a:gd name="connsiteX945" fmla="*/ 1492092 w 7467600"/>
              <a:gd name="connsiteY945" fmla="*/ 800424 h 6858000"/>
              <a:gd name="connsiteX946" fmla="*/ 1455302 w 7467600"/>
              <a:gd name="connsiteY946" fmla="*/ 632913 h 6858000"/>
              <a:gd name="connsiteX947" fmla="*/ 1222336 w 7467600"/>
              <a:gd name="connsiteY947" fmla="*/ 9480 h 6858000"/>
              <a:gd name="connsiteX948" fmla="*/ 1214634 w 7467600"/>
              <a:gd name="connsiteY948" fmla="*/ 0 h 6858000"/>
              <a:gd name="connsiteX949" fmla="*/ 1289827 w 7467600"/>
              <a:gd name="connsiteY949" fmla="*/ 0 h 6858000"/>
              <a:gd name="connsiteX950" fmla="*/ 1321076 w 7467600"/>
              <a:gd name="connsiteY950" fmla="*/ 59722 h 6858000"/>
              <a:gd name="connsiteX951" fmla="*/ 1512579 w 7467600"/>
              <a:gd name="connsiteY951" fmla="*/ 626441 h 6858000"/>
              <a:gd name="connsiteX952" fmla="*/ 1506076 w 7467600"/>
              <a:gd name="connsiteY952" fmla="*/ 1089289 h 6858000"/>
              <a:gd name="connsiteX953" fmla="*/ 1486346 w 7467600"/>
              <a:gd name="connsiteY953" fmla="*/ 1079919 h 6858000"/>
              <a:gd name="connsiteX954" fmla="*/ 1070511 w 7467600"/>
              <a:gd name="connsiteY954" fmla="*/ 48609 h 6858000"/>
              <a:gd name="connsiteX955" fmla="*/ 1057230 w 7467600"/>
              <a:gd name="connsiteY955" fmla="*/ 0 h 6858000"/>
              <a:gd name="connsiteX956" fmla="*/ 43151 w 7467600"/>
              <a:gd name="connsiteY956" fmla="*/ 0 h 6858000"/>
              <a:gd name="connsiteX957" fmla="*/ 95283 w 7467600"/>
              <a:gd name="connsiteY957" fmla="*/ 0 h 6858000"/>
              <a:gd name="connsiteX958" fmla="*/ 300708 w 7467600"/>
              <a:gd name="connsiteY958" fmla="*/ 154571 h 6858000"/>
              <a:gd name="connsiteX959" fmla="*/ 530414 w 7467600"/>
              <a:gd name="connsiteY959" fmla="*/ 354673 h 6858000"/>
              <a:gd name="connsiteX960" fmla="*/ 333785 w 7467600"/>
              <a:gd name="connsiteY960" fmla="*/ 161564 h 6858000"/>
              <a:gd name="connsiteX961" fmla="*/ 147005 w 7467600"/>
              <a:gd name="connsiteY961" fmla="*/ 0 h 6858000"/>
              <a:gd name="connsiteX962" fmla="*/ 272509 w 7467600"/>
              <a:gd name="connsiteY962" fmla="*/ 0 h 6858000"/>
              <a:gd name="connsiteX963" fmla="*/ 326276 w 7467600"/>
              <a:gd name="connsiteY963" fmla="*/ 45847 h 6858000"/>
              <a:gd name="connsiteX964" fmla="*/ 823759 w 7467600"/>
              <a:gd name="connsiteY964" fmla="*/ 574145 h 6858000"/>
              <a:gd name="connsiteX965" fmla="*/ 811254 w 7467600"/>
              <a:gd name="connsiteY965" fmla="*/ 665546 h 6858000"/>
              <a:gd name="connsiteX966" fmla="*/ 154042 w 7467600"/>
              <a:gd name="connsiteY966" fmla="*/ 261522 h 6858000"/>
              <a:gd name="connsiteX967" fmla="*/ 13550 w 7467600"/>
              <a:gd name="connsiteY967" fmla="*/ 158423 h 6858000"/>
              <a:gd name="connsiteX968" fmla="*/ 0 w 7467600"/>
              <a:gd name="connsiteY968" fmla="*/ 146618 h 6858000"/>
              <a:gd name="connsiteX969" fmla="*/ 0 w 7467600"/>
              <a:gd name="connsiteY969" fmla="*/ 59161 h 6858000"/>
              <a:gd name="connsiteX970" fmla="*/ 45427 w 7467600"/>
              <a:gd name="connsiteY970" fmla="*/ 101078 h 6858000"/>
              <a:gd name="connsiteX971" fmla="*/ 630103 w 7467600"/>
              <a:gd name="connsiteY971" fmla="*/ 485885 h 6858000"/>
              <a:gd name="connsiteX972" fmla="*/ 532040 w 7467600"/>
              <a:gd name="connsiteY972" fmla="*/ 399359 h 6858000"/>
              <a:gd name="connsiteX973" fmla="*/ 517618 w 7467600"/>
              <a:gd name="connsiteY973" fmla="*/ 385726 h 6858000"/>
              <a:gd name="connsiteX974" fmla="*/ 285074 w 7467600"/>
              <a:gd name="connsiteY974" fmla="*/ 182755 h 6858000"/>
              <a:gd name="connsiteX975" fmla="*/ 43151 w 7467600"/>
              <a:gd name="connsiteY975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7042773 w 7467600"/>
              <a:gd name="connsiteY74" fmla="*/ 5734011 h 6858000"/>
              <a:gd name="connsiteX75" fmla="*/ 6879594 w 7467600"/>
              <a:gd name="connsiteY75" fmla="*/ 5424547 h 6858000"/>
              <a:gd name="connsiteX76" fmla="*/ 7379510 w 7467600"/>
              <a:gd name="connsiteY76" fmla="*/ 5755454 h 6858000"/>
              <a:gd name="connsiteX77" fmla="*/ 7467600 w 7467600"/>
              <a:gd name="connsiteY77" fmla="*/ 5845526 h 6858000"/>
              <a:gd name="connsiteX78" fmla="*/ 7271900 w 7467600"/>
              <a:gd name="connsiteY78" fmla="*/ 5734551 h 6858000"/>
              <a:gd name="connsiteX79" fmla="*/ 7015907 w 7467600"/>
              <a:gd name="connsiteY79" fmla="*/ 5541548 h 6858000"/>
              <a:gd name="connsiteX80" fmla="*/ 7259646 w 7467600"/>
              <a:gd name="connsiteY80" fmla="*/ 5765985 h 6858000"/>
              <a:gd name="connsiteX81" fmla="*/ 7467600 w 7467600"/>
              <a:gd name="connsiteY81" fmla="*/ 6012219 h 6858000"/>
              <a:gd name="connsiteX82" fmla="*/ 6946849 w 7467600"/>
              <a:gd name="connsiteY82" fmla="*/ 5523271 h 6858000"/>
              <a:gd name="connsiteX83" fmla="*/ 6946972 w 7467600"/>
              <a:gd name="connsiteY83" fmla="*/ 5526491 h 6858000"/>
              <a:gd name="connsiteX84" fmla="*/ 7105827 w 7467600"/>
              <a:gd name="connsiteY84" fmla="*/ 5718700 h 6858000"/>
              <a:gd name="connsiteX85" fmla="*/ 7356878 w 7467600"/>
              <a:gd name="connsiteY85" fmla="*/ 5981332 h 6858000"/>
              <a:gd name="connsiteX86" fmla="*/ 7467600 w 7467600"/>
              <a:gd name="connsiteY86" fmla="*/ 6117703 h 6858000"/>
              <a:gd name="connsiteX87" fmla="*/ 7467600 w 7467600"/>
              <a:gd name="connsiteY87" fmla="*/ 6163634 h 6858000"/>
              <a:gd name="connsiteX88" fmla="*/ 7403637 w 7467600"/>
              <a:gd name="connsiteY88" fmla="*/ 6083957 h 6858000"/>
              <a:gd name="connsiteX89" fmla="*/ 7254615 w 7467600"/>
              <a:gd name="connsiteY89" fmla="*/ 5911918 h 6858000"/>
              <a:gd name="connsiteX90" fmla="*/ 7312589 w 7467600"/>
              <a:gd name="connsiteY90" fmla="*/ 5982309 h 6858000"/>
              <a:gd name="connsiteX91" fmla="*/ 7448321 w 7467600"/>
              <a:gd name="connsiteY91" fmla="*/ 6190991 h 6858000"/>
              <a:gd name="connsiteX92" fmla="*/ 7467600 w 7467600"/>
              <a:gd name="connsiteY92" fmla="*/ 6221686 h 6858000"/>
              <a:gd name="connsiteX93" fmla="*/ 7467600 w 7467600"/>
              <a:gd name="connsiteY93" fmla="*/ 6334256 h 6858000"/>
              <a:gd name="connsiteX94" fmla="*/ 7454976 w 7467600"/>
              <a:gd name="connsiteY94" fmla="*/ 6318297 h 6858000"/>
              <a:gd name="connsiteX95" fmla="*/ 7042773 w 7467600"/>
              <a:gd name="connsiteY95" fmla="*/ 5734011 h 6858000"/>
              <a:gd name="connsiteX96" fmla="*/ 1456157 w 7467600"/>
              <a:gd name="connsiteY96" fmla="*/ 5371404 h 6858000"/>
              <a:gd name="connsiteX97" fmla="*/ 1244432 w 7467600"/>
              <a:gd name="connsiteY97" fmla="*/ 5385601 h 6858000"/>
              <a:gd name="connsiteX98" fmla="*/ 973990 w 7467600"/>
              <a:gd name="connsiteY98" fmla="*/ 5424940 h 6858000"/>
              <a:gd name="connsiteX99" fmla="*/ 1103809 w 7467600"/>
              <a:gd name="connsiteY99" fmla="*/ 5433720 h 6858000"/>
              <a:gd name="connsiteX100" fmla="*/ 1123454 w 7467600"/>
              <a:gd name="connsiteY100" fmla="*/ 5435727 h 6858000"/>
              <a:gd name="connsiteX101" fmla="*/ 1737017 w 7467600"/>
              <a:gd name="connsiteY101" fmla="*/ 5452183 h 6858000"/>
              <a:gd name="connsiteX102" fmla="*/ 1824397 w 7467600"/>
              <a:gd name="connsiteY102" fmla="*/ 5447757 h 6858000"/>
              <a:gd name="connsiteX103" fmla="*/ 2070059 w 7467600"/>
              <a:gd name="connsiteY103" fmla="*/ 5441660 h 6858000"/>
              <a:gd name="connsiteX104" fmla="*/ 1456157 w 7467600"/>
              <a:gd name="connsiteY104" fmla="*/ 5371404 h 6858000"/>
              <a:gd name="connsiteX105" fmla="*/ 4988186 w 7467600"/>
              <a:gd name="connsiteY105" fmla="*/ 5216467 h 6858000"/>
              <a:gd name="connsiteX106" fmla="*/ 4777334 w 7467600"/>
              <a:gd name="connsiteY106" fmla="*/ 5406072 h 6858000"/>
              <a:gd name="connsiteX107" fmla="*/ 4718341 w 7467600"/>
              <a:gd name="connsiteY107" fmla="*/ 5468043 h 6858000"/>
              <a:gd name="connsiteX108" fmla="*/ 4604655 w 7467600"/>
              <a:gd name="connsiteY108" fmla="*/ 5583434 h 6858000"/>
              <a:gd name="connsiteX109" fmla="*/ 4565074 w 7467600"/>
              <a:gd name="connsiteY109" fmla="*/ 5618550 h 6858000"/>
              <a:gd name="connsiteX110" fmla="*/ 4988186 w 7467600"/>
              <a:gd name="connsiteY110" fmla="*/ 5216467 h 6858000"/>
              <a:gd name="connsiteX111" fmla="*/ 4978032 w 7467600"/>
              <a:gd name="connsiteY111" fmla="*/ 5183809 h 6858000"/>
              <a:gd name="connsiteX112" fmla="*/ 4463413 w 7467600"/>
              <a:gd name="connsiteY112" fmla="*/ 5615162 h 6858000"/>
              <a:gd name="connsiteX113" fmla="*/ 4358134 w 7467600"/>
              <a:gd name="connsiteY113" fmla="*/ 5742791 h 6858000"/>
              <a:gd name="connsiteX114" fmla="*/ 4376219 w 7467600"/>
              <a:gd name="connsiteY114" fmla="*/ 5729027 h 6858000"/>
              <a:gd name="connsiteX115" fmla="*/ 4582340 w 7467600"/>
              <a:gd name="connsiteY115" fmla="*/ 5561037 h 6858000"/>
              <a:gd name="connsiteX116" fmla="*/ 4694684 w 7467600"/>
              <a:gd name="connsiteY116" fmla="*/ 5447098 h 6858000"/>
              <a:gd name="connsiteX117" fmla="*/ 4754123 w 7467600"/>
              <a:gd name="connsiteY117" fmla="*/ 5384643 h 6858000"/>
              <a:gd name="connsiteX118" fmla="*/ 4978032 w 7467600"/>
              <a:gd name="connsiteY118" fmla="*/ 5183809 h 6858000"/>
              <a:gd name="connsiteX119" fmla="*/ 1903353 w 7467600"/>
              <a:gd name="connsiteY119" fmla="*/ 5044827 h 6858000"/>
              <a:gd name="connsiteX120" fmla="*/ 1936931 w 7467600"/>
              <a:gd name="connsiteY120" fmla="*/ 5093954 h 6858000"/>
              <a:gd name="connsiteX121" fmla="*/ 2195868 w 7467600"/>
              <a:gd name="connsiteY121" fmla="*/ 5396574 h 6858000"/>
              <a:gd name="connsiteX122" fmla="*/ 2088852 w 7467600"/>
              <a:gd name="connsiteY122" fmla="*/ 5166123 h 6858000"/>
              <a:gd name="connsiteX123" fmla="*/ 1958241 w 7467600"/>
              <a:gd name="connsiteY123" fmla="*/ 5067955 h 6858000"/>
              <a:gd name="connsiteX124" fmla="*/ 1903353 w 7467600"/>
              <a:gd name="connsiteY124" fmla="*/ 5044827 h 6858000"/>
              <a:gd name="connsiteX125" fmla="*/ 1979378 w 7467600"/>
              <a:gd name="connsiteY125" fmla="*/ 4769504 h 6858000"/>
              <a:gd name="connsiteX126" fmla="*/ 2882120 w 7467600"/>
              <a:gd name="connsiteY126" fmla="*/ 5064547 h 6858000"/>
              <a:gd name="connsiteX127" fmla="*/ 2793103 w 7467600"/>
              <a:gd name="connsiteY127" fmla="*/ 5039699 h 6858000"/>
              <a:gd name="connsiteX128" fmla="*/ 2770041 w 7467600"/>
              <a:gd name="connsiteY128" fmla="*/ 5033634 h 6858000"/>
              <a:gd name="connsiteX129" fmla="*/ 1979378 w 7467600"/>
              <a:gd name="connsiteY129" fmla="*/ 4769504 h 6858000"/>
              <a:gd name="connsiteX130" fmla="*/ 1927410 w 7467600"/>
              <a:gd name="connsiteY130" fmla="*/ 4716164 h 6858000"/>
              <a:gd name="connsiteX131" fmla="*/ 1959587 w 7467600"/>
              <a:gd name="connsiteY131" fmla="*/ 4728849 h 6858000"/>
              <a:gd name="connsiteX132" fmla="*/ 2777707 w 7467600"/>
              <a:gd name="connsiteY132" fmla="*/ 5003991 h 6858000"/>
              <a:gd name="connsiteX133" fmla="*/ 2800768 w 7467600"/>
              <a:gd name="connsiteY133" fmla="*/ 5010056 h 6858000"/>
              <a:gd name="connsiteX134" fmla="*/ 2879408 w 7467600"/>
              <a:gd name="connsiteY134" fmla="*/ 5031590 h 6858000"/>
              <a:gd name="connsiteX135" fmla="*/ 2862295 w 7467600"/>
              <a:gd name="connsiteY135" fmla="*/ 5022958 h 6858000"/>
              <a:gd name="connsiteX136" fmla="*/ 2813343 w 7467600"/>
              <a:gd name="connsiteY136" fmla="*/ 4998369 h 6858000"/>
              <a:gd name="connsiteX137" fmla="*/ 2646245 w 7467600"/>
              <a:gd name="connsiteY137" fmla="*/ 4930999 h 6858000"/>
              <a:gd name="connsiteX138" fmla="*/ 1999243 w 7467600"/>
              <a:gd name="connsiteY138" fmla="*/ 4730524 h 6858000"/>
              <a:gd name="connsiteX139" fmla="*/ 1979527 w 7467600"/>
              <a:gd name="connsiteY139" fmla="*/ 4726651 h 6858000"/>
              <a:gd name="connsiteX140" fmla="*/ 1927410 w 7467600"/>
              <a:gd name="connsiteY140" fmla="*/ 4716164 h 6858000"/>
              <a:gd name="connsiteX141" fmla="*/ 1997014 w 7467600"/>
              <a:gd name="connsiteY141" fmla="*/ 4698007 h 6858000"/>
              <a:gd name="connsiteX142" fmla="*/ 2005458 w 7467600"/>
              <a:gd name="connsiteY142" fmla="*/ 4699540 h 6858000"/>
              <a:gd name="connsiteX143" fmla="*/ 2657186 w 7467600"/>
              <a:gd name="connsiteY143" fmla="*/ 4901687 h 6858000"/>
              <a:gd name="connsiteX144" fmla="*/ 2826662 w 7467600"/>
              <a:gd name="connsiteY144" fmla="*/ 4970362 h 6858000"/>
              <a:gd name="connsiteX145" fmla="*/ 2876100 w 7467600"/>
              <a:gd name="connsiteY145" fmla="*/ 4995397 h 6858000"/>
              <a:gd name="connsiteX146" fmla="*/ 3042600 w 7467600"/>
              <a:gd name="connsiteY146" fmla="*/ 5059532 h 6858000"/>
              <a:gd name="connsiteX147" fmla="*/ 1997014 w 7467600"/>
              <a:gd name="connsiteY147" fmla="*/ 4698007 h 6858000"/>
              <a:gd name="connsiteX148" fmla="*/ 2305292 w 7467600"/>
              <a:gd name="connsiteY148" fmla="*/ 4219492 h 6858000"/>
              <a:gd name="connsiteX149" fmla="*/ 3360922 w 7467600"/>
              <a:gd name="connsiteY149" fmla="*/ 4529373 h 6858000"/>
              <a:gd name="connsiteX150" fmla="*/ 3492420 w 7467600"/>
              <a:gd name="connsiteY150" fmla="*/ 4510145 h 6858000"/>
              <a:gd name="connsiteX151" fmla="*/ 3364086 w 7467600"/>
              <a:gd name="connsiteY151" fmla="*/ 4480340 h 6858000"/>
              <a:gd name="connsiteX152" fmla="*/ 3225818 w 7467600"/>
              <a:gd name="connsiteY152" fmla="*/ 4411822 h 6858000"/>
              <a:gd name="connsiteX153" fmla="*/ 3129696 w 7467600"/>
              <a:gd name="connsiteY153" fmla="*/ 4360704 h 6858000"/>
              <a:gd name="connsiteX154" fmla="*/ 2814545 w 7467600"/>
              <a:gd name="connsiteY154" fmla="*/ 4282955 h 6858000"/>
              <a:gd name="connsiteX155" fmla="*/ 2305292 w 7467600"/>
              <a:gd name="connsiteY155" fmla="*/ 4219492 h 6858000"/>
              <a:gd name="connsiteX156" fmla="*/ 2626982 w 7467600"/>
              <a:gd name="connsiteY156" fmla="*/ 4206450 h 6858000"/>
              <a:gd name="connsiteX157" fmla="*/ 2490617 w 7467600"/>
              <a:gd name="connsiteY157" fmla="*/ 4206951 h 6858000"/>
              <a:gd name="connsiteX158" fmla="*/ 2819869 w 7467600"/>
              <a:gd name="connsiteY158" fmla="*/ 4252936 h 6858000"/>
              <a:gd name="connsiteX159" fmla="*/ 3143018 w 7467600"/>
              <a:gd name="connsiteY159" fmla="*/ 4332698 h 6858000"/>
              <a:gd name="connsiteX160" fmla="*/ 3241520 w 7467600"/>
              <a:gd name="connsiteY160" fmla="*/ 4385112 h 6858000"/>
              <a:gd name="connsiteX161" fmla="*/ 3374575 w 7467600"/>
              <a:gd name="connsiteY161" fmla="*/ 4451517 h 6858000"/>
              <a:gd name="connsiteX162" fmla="*/ 3505221 w 7467600"/>
              <a:gd name="connsiteY162" fmla="*/ 4480757 h 6858000"/>
              <a:gd name="connsiteX163" fmla="*/ 2626982 w 7467600"/>
              <a:gd name="connsiteY163" fmla="*/ 4206450 h 6858000"/>
              <a:gd name="connsiteX164" fmla="*/ 1310106 w 7467600"/>
              <a:gd name="connsiteY164" fmla="*/ 3943217 h 6858000"/>
              <a:gd name="connsiteX165" fmla="*/ 854994 w 7467600"/>
              <a:gd name="connsiteY165" fmla="*/ 4399136 h 6858000"/>
              <a:gd name="connsiteX166" fmla="*/ 742462 w 7467600"/>
              <a:gd name="connsiteY166" fmla="*/ 4594648 h 6858000"/>
              <a:gd name="connsiteX167" fmla="*/ 820602 w 7467600"/>
              <a:gd name="connsiteY167" fmla="*/ 4485915 h 6858000"/>
              <a:gd name="connsiteX168" fmla="*/ 878295 w 7467600"/>
              <a:gd name="connsiteY168" fmla="*/ 4403594 h 6858000"/>
              <a:gd name="connsiteX169" fmla="*/ 1240607 w 7467600"/>
              <a:gd name="connsiteY169" fmla="*/ 4010401 h 6858000"/>
              <a:gd name="connsiteX170" fmla="*/ 1310106 w 7467600"/>
              <a:gd name="connsiteY170" fmla="*/ 3943217 h 6858000"/>
              <a:gd name="connsiteX171" fmla="*/ 1423113 w 7467600"/>
              <a:gd name="connsiteY171" fmla="*/ 3874565 h 6858000"/>
              <a:gd name="connsiteX172" fmla="*/ 1260565 w 7467600"/>
              <a:gd name="connsiteY172" fmla="*/ 4031982 h 6858000"/>
              <a:gd name="connsiteX173" fmla="*/ 901900 w 7467600"/>
              <a:gd name="connsiteY173" fmla="*/ 4421236 h 6858000"/>
              <a:gd name="connsiteX174" fmla="*/ 845044 w 7467600"/>
              <a:gd name="connsiteY174" fmla="*/ 4502436 h 6858000"/>
              <a:gd name="connsiteX175" fmla="*/ 685926 w 7467600"/>
              <a:gd name="connsiteY175" fmla="*/ 4703069 h 6858000"/>
              <a:gd name="connsiteX176" fmla="*/ 684248 w 7467600"/>
              <a:gd name="connsiteY176" fmla="*/ 4706721 h 6858000"/>
              <a:gd name="connsiteX177" fmla="*/ 1423113 w 7467600"/>
              <a:gd name="connsiteY177" fmla="*/ 3874565 h 6858000"/>
              <a:gd name="connsiteX178" fmla="*/ 3316479 w 7467600"/>
              <a:gd name="connsiteY178" fmla="*/ 3872136 h 6858000"/>
              <a:gd name="connsiteX179" fmla="*/ 3546806 w 7467600"/>
              <a:gd name="connsiteY179" fmla="*/ 4356139 h 6858000"/>
              <a:gd name="connsiteX180" fmla="*/ 3364433 w 7467600"/>
              <a:gd name="connsiteY180" fmla="*/ 3953121 h 6858000"/>
              <a:gd name="connsiteX181" fmla="*/ 3316479 w 7467600"/>
              <a:gd name="connsiteY181" fmla="*/ 3872136 h 6858000"/>
              <a:gd name="connsiteX182" fmla="*/ 3291335 w 7467600"/>
              <a:gd name="connsiteY182" fmla="*/ 3767420 h 6858000"/>
              <a:gd name="connsiteX183" fmla="*/ 3390805 w 7467600"/>
              <a:gd name="connsiteY183" fmla="*/ 3937163 h 6858000"/>
              <a:gd name="connsiteX184" fmla="*/ 3579062 w 7467600"/>
              <a:gd name="connsiteY184" fmla="*/ 4359040 h 6858000"/>
              <a:gd name="connsiteX185" fmla="*/ 3467355 w 7467600"/>
              <a:gd name="connsiteY185" fmla="*/ 3988130 h 6858000"/>
              <a:gd name="connsiteX186" fmla="*/ 3310753 w 7467600"/>
              <a:gd name="connsiteY186" fmla="*/ 3787140 h 6858000"/>
              <a:gd name="connsiteX187" fmla="*/ 3291335 w 7467600"/>
              <a:gd name="connsiteY187" fmla="*/ 3767420 h 6858000"/>
              <a:gd name="connsiteX188" fmla="*/ 1635889 w 7467600"/>
              <a:gd name="connsiteY188" fmla="*/ 3709494 h 6858000"/>
              <a:gd name="connsiteX189" fmla="*/ 1634800 w 7467600"/>
              <a:gd name="connsiteY189" fmla="*/ 3731111 h 6858000"/>
              <a:gd name="connsiteX190" fmla="*/ 1635889 w 7467600"/>
              <a:gd name="connsiteY190" fmla="*/ 3709494 h 6858000"/>
              <a:gd name="connsiteX191" fmla="*/ 1510397 w 7467600"/>
              <a:gd name="connsiteY191" fmla="*/ 3684705 h 6858000"/>
              <a:gd name="connsiteX192" fmla="*/ 1146550 w 7467600"/>
              <a:gd name="connsiteY192" fmla="*/ 3802012 h 6858000"/>
              <a:gd name="connsiteX193" fmla="*/ 698834 w 7467600"/>
              <a:gd name="connsiteY193" fmla="*/ 3952272 h 6858000"/>
              <a:gd name="connsiteX194" fmla="*/ 34256 w 7467600"/>
              <a:gd name="connsiteY194" fmla="*/ 4347603 h 6858000"/>
              <a:gd name="connsiteX195" fmla="*/ 527241 w 7467600"/>
              <a:gd name="connsiteY195" fmla="*/ 4065078 h 6858000"/>
              <a:gd name="connsiteX196" fmla="*/ 1510397 w 7467600"/>
              <a:gd name="connsiteY196" fmla="*/ 3684705 h 6858000"/>
              <a:gd name="connsiteX197" fmla="*/ 1313114 w 7467600"/>
              <a:gd name="connsiteY197" fmla="*/ 3655216 h 6858000"/>
              <a:gd name="connsiteX198" fmla="*/ 1109304 w 7467600"/>
              <a:gd name="connsiteY198" fmla="*/ 3669030 h 6858000"/>
              <a:gd name="connsiteX199" fmla="*/ 8129 w 7467600"/>
              <a:gd name="connsiteY199" fmla="*/ 4330519 h 6858000"/>
              <a:gd name="connsiteX200" fmla="*/ 687572 w 7467600"/>
              <a:gd name="connsiteY200" fmla="*/ 3925629 h 6858000"/>
              <a:gd name="connsiteX201" fmla="*/ 1138365 w 7467600"/>
              <a:gd name="connsiteY201" fmla="*/ 3774515 h 6858000"/>
              <a:gd name="connsiteX202" fmla="*/ 1505579 w 7467600"/>
              <a:gd name="connsiteY202" fmla="*/ 3655526 h 6858000"/>
              <a:gd name="connsiteX203" fmla="*/ 1313114 w 7467600"/>
              <a:gd name="connsiteY203" fmla="*/ 3655216 h 6858000"/>
              <a:gd name="connsiteX204" fmla="*/ 3655073 w 7467600"/>
              <a:gd name="connsiteY204" fmla="*/ 3650884 h 6858000"/>
              <a:gd name="connsiteX205" fmla="*/ 3989938 w 7467600"/>
              <a:gd name="connsiteY205" fmla="*/ 3991685 h 6858000"/>
              <a:gd name="connsiteX206" fmla="*/ 4393907 w 7467600"/>
              <a:gd name="connsiteY206" fmla="*/ 4261258 h 6858000"/>
              <a:gd name="connsiteX207" fmla="*/ 4648051 w 7467600"/>
              <a:gd name="connsiteY207" fmla="*/ 4374051 h 6858000"/>
              <a:gd name="connsiteX208" fmla="*/ 4383389 w 7467600"/>
              <a:gd name="connsiteY208" fmla="*/ 4184369 h 6858000"/>
              <a:gd name="connsiteX209" fmla="*/ 4165508 w 7467600"/>
              <a:gd name="connsiteY209" fmla="*/ 4035196 h 6858000"/>
              <a:gd name="connsiteX210" fmla="*/ 4068162 w 7467600"/>
              <a:gd name="connsiteY210" fmla="*/ 3953394 h 6858000"/>
              <a:gd name="connsiteX211" fmla="*/ 3981416 w 7467600"/>
              <a:gd name="connsiteY211" fmla="*/ 3880482 h 6858000"/>
              <a:gd name="connsiteX212" fmla="*/ 3800147 w 7467600"/>
              <a:gd name="connsiteY212" fmla="*/ 3749872 h 6858000"/>
              <a:gd name="connsiteX213" fmla="*/ 3655073 w 7467600"/>
              <a:gd name="connsiteY213" fmla="*/ 3650884 h 6858000"/>
              <a:gd name="connsiteX214" fmla="*/ 3670252 w 7467600"/>
              <a:gd name="connsiteY214" fmla="*/ 3622798 h 6858000"/>
              <a:gd name="connsiteX215" fmla="*/ 3817258 w 7467600"/>
              <a:gd name="connsiteY215" fmla="*/ 3723577 h 6858000"/>
              <a:gd name="connsiteX216" fmla="*/ 4000461 w 7467600"/>
              <a:gd name="connsiteY216" fmla="*/ 3855966 h 6858000"/>
              <a:gd name="connsiteX217" fmla="*/ 4088180 w 7467600"/>
              <a:gd name="connsiteY217" fmla="*/ 3929774 h 6858000"/>
              <a:gd name="connsiteX218" fmla="*/ 4184555 w 7467600"/>
              <a:gd name="connsiteY218" fmla="*/ 4010683 h 6858000"/>
              <a:gd name="connsiteX219" fmla="*/ 4399563 w 7467600"/>
              <a:gd name="connsiteY219" fmla="*/ 4158106 h 6858000"/>
              <a:gd name="connsiteX220" fmla="*/ 4684469 w 7467600"/>
              <a:gd name="connsiteY220" fmla="*/ 4364680 h 6858000"/>
              <a:gd name="connsiteX221" fmla="*/ 4690271 w 7467600"/>
              <a:gd name="connsiteY221" fmla="*/ 4370034 h 6858000"/>
              <a:gd name="connsiteX222" fmla="*/ 4136093 w 7467600"/>
              <a:gd name="connsiteY222" fmla="*/ 3858466 h 6858000"/>
              <a:gd name="connsiteX223" fmla="*/ 3670252 w 7467600"/>
              <a:gd name="connsiteY223" fmla="*/ 3622798 h 6858000"/>
              <a:gd name="connsiteX224" fmla="*/ 4440129 w 7467600"/>
              <a:gd name="connsiteY224" fmla="*/ 3448571 h 6858000"/>
              <a:gd name="connsiteX225" fmla="*/ 4856525 w 7467600"/>
              <a:gd name="connsiteY225" fmla="*/ 3915351 h 6858000"/>
              <a:gd name="connsiteX226" fmla="*/ 5059055 w 7467600"/>
              <a:gd name="connsiteY226" fmla="*/ 4108918 h 6858000"/>
              <a:gd name="connsiteX227" fmla="*/ 5290070 w 7467600"/>
              <a:gd name="connsiteY227" fmla="*/ 4263619 h 6858000"/>
              <a:gd name="connsiteX228" fmla="*/ 4834991 w 7467600"/>
              <a:gd name="connsiteY228" fmla="*/ 3830985 h 6858000"/>
              <a:gd name="connsiteX229" fmla="*/ 4440129 w 7467600"/>
              <a:gd name="connsiteY229" fmla="*/ 3448571 h 6858000"/>
              <a:gd name="connsiteX230" fmla="*/ 4441737 w 7467600"/>
              <a:gd name="connsiteY230" fmla="*/ 3399734 h 6858000"/>
              <a:gd name="connsiteX231" fmla="*/ 4431236 w 7467600"/>
              <a:gd name="connsiteY231" fmla="*/ 3400954 h 6858000"/>
              <a:gd name="connsiteX232" fmla="*/ 4557150 w 7467600"/>
              <a:gd name="connsiteY232" fmla="*/ 3510023 h 6858000"/>
              <a:gd name="connsiteX233" fmla="*/ 4856936 w 7467600"/>
              <a:gd name="connsiteY233" fmla="*/ 3809146 h 6858000"/>
              <a:gd name="connsiteX234" fmla="*/ 5111996 w 7467600"/>
              <a:gd name="connsiteY234" fmla="*/ 4065759 h 6858000"/>
              <a:gd name="connsiteX235" fmla="*/ 5388878 w 7467600"/>
              <a:gd name="connsiteY235" fmla="*/ 4300185 h 6858000"/>
              <a:gd name="connsiteX236" fmla="*/ 5425556 w 7467600"/>
              <a:gd name="connsiteY236" fmla="*/ 4308967 h 6858000"/>
              <a:gd name="connsiteX237" fmla="*/ 4943646 w 7467600"/>
              <a:gd name="connsiteY237" fmla="*/ 3822916 h 6858000"/>
              <a:gd name="connsiteX238" fmla="*/ 4594837 w 7467600"/>
              <a:gd name="connsiteY238" fmla="*/ 3532274 h 6858000"/>
              <a:gd name="connsiteX239" fmla="*/ 4441737 w 7467600"/>
              <a:gd name="connsiteY239" fmla="*/ 3399734 h 6858000"/>
              <a:gd name="connsiteX240" fmla="*/ 5425834 w 7467600"/>
              <a:gd name="connsiteY240" fmla="*/ 3162785 h 6858000"/>
              <a:gd name="connsiteX241" fmla="*/ 5401644 w 7467600"/>
              <a:gd name="connsiteY241" fmla="*/ 3617847 h 6858000"/>
              <a:gd name="connsiteX242" fmla="*/ 5467256 w 7467600"/>
              <a:gd name="connsiteY242" fmla="*/ 4175494 h 6858000"/>
              <a:gd name="connsiteX243" fmla="*/ 5448069 w 7467600"/>
              <a:gd name="connsiteY243" fmla="*/ 3567554 h 6858000"/>
              <a:gd name="connsiteX244" fmla="*/ 5425834 w 7467600"/>
              <a:gd name="connsiteY244" fmla="*/ 3162785 h 6858000"/>
              <a:gd name="connsiteX245" fmla="*/ 1318687 w 7467600"/>
              <a:gd name="connsiteY245" fmla="*/ 3113840 h 6858000"/>
              <a:gd name="connsiteX246" fmla="*/ 1066793 w 7467600"/>
              <a:gd name="connsiteY246" fmla="*/ 3212171 h 6858000"/>
              <a:gd name="connsiteX247" fmla="*/ 993319 w 7467600"/>
              <a:gd name="connsiteY247" fmla="*/ 3247648 h 6858000"/>
              <a:gd name="connsiteX248" fmla="*/ 853081 w 7467600"/>
              <a:gd name="connsiteY248" fmla="*/ 3312410 h 6858000"/>
              <a:gd name="connsiteX249" fmla="*/ 805957 w 7467600"/>
              <a:gd name="connsiteY249" fmla="*/ 3330443 h 6858000"/>
              <a:gd name="connsiteX250" fmla="*/ 1318687 w 7467600"/>
              <a:gd name="connsiteY250" fmla="*/ 3113840 h 6858000"/>
              <a:gd name="connsiteX251" fmla="*/ 5453702 w 7467600"/>
              <a:gd name="connsiteY251" fmla="*/ 3090882 h 6858000"/>
              <a:gd name="connsiteX252" fmla="*/ 5480135 w 7467600"/>
              <a:gd name="connsiteY252" fmla="*/ 3565802 h 6858000"/>
              <a:gd name="connsiteX253" fmla="*/ 5499023 w 7467600"/>
              <a:gd name="connsiteY253" fmla="*/ 4166310 h 6858000"/>
              <a:gd name="connsiteX254" fmla="*/ 5547022 w 7467600"/>
              <a:gd name="connsiteY254" fmla="*/ 3607838 h 6858000"/>
              <a:gd name="connsiteX255" fmla="*/ 5515964 w 7467600"/>
              <a:gd name="connsiteY255" fmla="*/ 3378541 h 6858000"/>
              <a:gd name="connsiteX256" fmla="*/ 5453702 w 7467600"/>
              <a:gd name="connsiteY256" fmla="*/ 3090882 h 6858000"/>
              <a:gd name="connsiteX257" fmla="*/ 1238695 w 7467600"/>
              <a:gd name="connsiteY257" fmla="*/ 3076820 h 6858000"/>
              <a:gd name="connsiteX258" fmla="*/ 716371 w 7467600"/>
              <a:gd name="connsiteY258" fmla="*/ 3293249 h 6858000"/>
              <a:gd name="connsiteX259" fmla="*/ 579522 w 7467600"/>
              <a:gd name="connsiteY259" fmla="*/ 3371759 h 6858000"/>
              <a:gd name="connsiteX260" fmla="*/ 600288 w 7467600"/>
              <a:gd name="connsiteY260" fmla="*/ 3365555 h 6858000"/>
              <a:gd name="connsiteX261" fmla="*/ 840692 w 7467600"/>
              <a:gd name="connsiteY261" fmla="*/ 3284921 h 6858000"/>
              <a:gd name="connsiteX262" fmla="*/ 979248 w 7467600"/>
              <a:gd name="connsiteY262" fmla="*/ 3221003 h 6858000"/>
              <a:gd name="connsiteX263" fmla="*/ 1053282 w 7467600"/>
              <a:gd name="connsiteY263" fmla="*/ 3185247 h 6858000"/>
              <a:gd name="connsiteX264" fmla="*/ 1320603 w 7467600"/>
              <a:gd name="connsiteY264" fmla="*/ 3081281 h 6858000"/>
              <a:gd name="connsiteX265" fmla="*/ 1238695 w 7467600"/>
              <a:gd name="connsiteY265" fmla="*/ 3076820 h 6858000"/>
              <a:gd name="connsiteX266" fmla="*/ 5425627 w 7467600"/>
              <a:gd name="connsiteY266" fmla="*/ 2954192 h 6858000"/>
              <a:gd name="connsiteX267" fmla="*/ 5470770 w 7467600"/>
              <a:gd name="connsiteY267" fmla="*/ 3005435 h 6858000"/>
              <a:gd name="connsiteX268" fmla="*/ 5519779 w 7467600"/>
              <a:gd name="connsiteY268" fmla="*/ 4359223 h 6858000"/>
              <a:gd name="connsiteX269" fmla="*/ 5520293 w 7467600"/>
              <a:gd name="connsiteY269" fmla="*/ 4360602 h 6858000"/>
              <a:gd name="connsiteX270" fmla="*/ 5767221 w 7467600"/>
              <a:gd name="connsiteY270" fmla="*/ 4665564 h 6858000"/>
              <a:gd name="connsiteX271" fmla="*/ 6937169 w 7467600"/>
              <a:gd name="connsiteY271" fmla="*/ 4815941 h 6858000"/>
              <a:gd name="connsiteX272" fmla="*/ 6953922 w 7467600"/>
              <a:gd name="connsiteY272" fmla="*/ 4890068 h 6858000"/>
              <a:gd name="connsiteX273" fmla="*/ 6071359 w 7467600"/>
              <a:gd name="connsiteY273" fmla="*/ 4770770 h 6858000"/>
              <a:gd name="connsiteX274" fmla="*/ 6038839 w 7467600"/>
              <a:gd name="connsiteY274" fmla="*/ 4764474 h 6858000"/>
              <a:gd name="connsiteX275" fmla="*/ 6038706 w 7467600"/>
              <a:gd name="connsiteY275" fmla="*/ 4763847 h 6858000"/>
              <a:gd name="connsiteX276" fmla="*/ 6037784 w 7467600"/>
              <a:gd name="connsiteY276" fmla="*/ 4764270 h 6858000"/>
              <a:gd name="connsiteX277" fmla="*/ 6038839 w 7467600"/>
              <a:gd name="connsiteY277" fmla="*/ 4764474 h 6858000"/>
              <a:gd name="connsiteX278" fmla="*/ 6040338 w 7467600"/>
              <a:gd name="connsiteY278" fmla="*/ 4771418 h 6858000"/>
              <a:gd name="connsiteX279" fmla="*/ 6024488 w 7467600"/>
              <a:gd name="connsiteY279" fmla="*/ 4809903 h 6858000"/>
              <a:gd name="connsiteX280" fmla="*/ 5599771 w 7467600"/>
              <a:gd name="connsiteY280" fmla="*/ 5509652 h 6858000"/>
              <a:gd name="connsiteX281" fmla="*/ 5548843 w 7467600"/>
              <a:gd name="connsiteY281" fmla="*/ 5563845 h 6858000"/>
              <a:gd name="connsiteX282" fmla="*/ 5940952 w 7467600"/>
              <a:gd name="connsiteY282" fmla="*/ 6250028 h 6858000"/>
              <a:gd name="connsiteX283" fmla="*/ 6043441 w 7467600"/>
              <a:gd name="connsiteY283" fmla="*/ 6665847 h 6858000"/>
              <a:gd name="connsiteX284" fmla="*/ 6093432 w 7467600"/>
              <a:gd name="connsiteY284" fmla="*/ 6858000 h 6858000"/>
              <a:gd name="connsiteX285" fmla="*/ 6034344 w 7467600"/>
              <a:gd name="connsiteY285" fmla="*/ 6858000 h 6858000"/>
              <a:gd name="connsiteX286" fmla="*/ 6026679 w 7467600"/>
              <a:gd name="connsiteY286" fmla="*/ 6836959 h 6858000"/>
              <a:gd name="connsiteX287" fmla="*/ 5800441 w 7467600"/>
              <a:gd name="connsiteY287" fmla="*/ 6335286 h 6858000"/>
              <a:gd name="connsiteX288" fmla="*/ 5526562 w 7467600"/>
              <a:gd name="connsiteY288" fmla="*/ 5705388 h 6858000"/>
              <a:gd name="connsiteX289" fmla="*/ 5519640 w 7467600"/>
              <a:gd name="connsiteY289" fmla="*/ 5683774 h 6858000"/>
              <a:gd name="connsiteX290" fmla="*/ 5844559 w 7467600"/>
              <a:gd name="connsiteY290" fmla="*/ 6553349 h 6858000"/>
              <a:gd name="connsiteX291" fmla="*/ 5975994 w 7467600"/>
              <a:gd name="connsiteY291" fmla="*/ 6858000 h 6858000"/>
              <a:gd name="connsiteX292" fmla="*/ 5898547 w 7467600"/>
              <a:gd name="connsiteY292" fmla="*/ 6858000 h 6858000"/>
              <a:gd name="connsiteX293" fmla="*/ 5682041 w 7467600"/>
              <a:gd name="connsiteY293" fmla="*/ 6355860 h 6858000"/>
              <a:gd name="connsiteX294" fmla="*/ 5461758 w 7467600"/>
              <a:gd name="connsiteY294" fmla="*/ 5820220 h 6858000"/>
              <a:gd name="connsiteX295" fmla="*/ 5237282 w 7467600"/>
              <a:gd name="connsiteY295" fmla="*/ 6579086 h 6858000"/>
              <a:gd name="connsiteX296" fmla="*/ 5115009 w 7467600"/>
              <a:gd name="connsiteY296" fmla="*/ 6858000 h 6858000"/>
              <a:gd name="connsiteX297" fmla="*/ 5028074 w 7467600"/>
              <a:gd name="connsiteY297" fmla="*/ 6858000 h 6858000"/>
              <a:gd name="connsiteX298" fmla="*/ 5079508 w 7467600"/>
              <a:gd name="connsiteY298" fmla="*/ 6749074 h 6858000"/>
              <a:gd name="connsiteX299" fmla="*/ 5371846 w 7467600"/>
              <a:gd name="connsiteY299" fmla="*/ 5924413 h 6858000"/>
              <a:gd name="connsiteX300" fmla="*/ 5270512 w 7467600"/>
              <a:gd name="connsiteY300" fmla="*/ 6138975 h 6858000"/>
              <a:gd name="connsiteX301" fmla="*/ 5062409 w 7467600"/>
              <a:gd name="connsiteY301" fmla="*/ 6653544 h 6858000"/>
              <a:gd name="connsiteX302" fmla="*/ 5036628 w 7467600"/>
              <a:gd name="connsiteY302" fmla="*/ 6754247 h 6858000"/>
              <a:gd name="connsiteX303" fmla="*/ 5009112 w 7467600"/>
              <a:gd name="connsiteY303" fmla="*/ 6858000 h 6858000"/>
              <a:gd name="connsiteX304" fmla="*/ 4976679 w 7467600"/>
              <a:gd name="connsiteY304" fmla="*/ 6858000 h 6858000"/>
              <a:gd name="connsiteX305" fmla="*/ 5006537 w 7467600"/>
              <a:gd name="connsiteY305" fmla="*/ 6747068 h 6858000"/>
              <a:gd name="connsiteX306" fmla="*/ 5032723 w 7467600"/>
              <a:gd name="connsiteY306" fmla="*/ 6644957 h 6858000"/>
              <a:gd name="connsiteX307" fmla="*/ 5242949 w 7467600"/>
              <a:gd name="connsiteY307" fmla="*/ 6125175 h 6858000"/>
              <a:gd name="connsiteX308" fmla="*/ 5286321 w 7467600"/>
              <a:gd name="connsiteY308" fmla="*/ 6033555 h 6858000"/>
              <a:gd name="connsiteX309" fmla="*/ 5008210 w 7467600"/>
              <a:gd name="connsiteY309" fmla="*/ 6649194 h 6858000"/>
              <a:gd name="connsiteX310" fmla="*/ 4986321 w 7467600"/>
              <a:gd name="connsiteY310" fmla="*/ 6765687 h 6858000"/>
              <a:gd name="connsiteX311" fmla="*/ 4973474 w 7467600"/>
              <a:gd name="connsiteY311" fmla="*/ 6858000 h 6858000"/>
              <a:gd name="connsiteX312" fmla="*/ 4907178 w 7467600"/>
              <a:gd name="connsiteY312" fmla="*/ 6858000 h 6858000"/>
              <a:gd name="connsiteX313" fmla="*/ 4910810 w 7467600"/>
              <a:gd name="connsiteY313" fmla="*/ 6829660 h 6858000"/>
              <a:gd name="connsiteX314" fmla="*/ 4987461 w 7467600"/>
              <a:gd name="connsiteY314" fmla="*/ 6432994 h 6858000"/>
              <a:gd name="connsiteX315" fmla="*/ 5179262 w 7467600"/>
              <a:gd name="connsiteY315" fmla="*/ 6035044 h 6858000"/>
              <a:gd name="connsiteX316" fmla="*/ 4689678 w 7467600"/>
              <a:gd name="connsiteY316" fmla="*/ 6440241 h 6858000"/>
              <a:gd name="connsiteX317" fmla="*/ 4477543 w 7467600"/>
              <a:gd name="connsiteY317" fmla="*/ 6674836 h 6858000"/>
              <a:gd name="connsiteX318" fmla="*/ 4329957 w 7467600"/>
              <a:gd name="connsiteY318" fmla="*/ 6858000 h 6858000"/>
              <a:gd name="connsiteX319" fmla="*/ 4218595 w 7467600"/>
              <a:gd name="connsiteY319" fmla="*/ 6858000 h 6858000"/>
              <a:gd name="connsiteX320" fmla="*/ 4368888 w 7467600"/>
              <a:gd name="connsiteY320" fmla="*/ 6668412 h 6858000"/>
              <a:gd name="connsiteX321" fmla="*/ 4563091 w 7467600"/>
              <a:gd name="connsiteY321" fmla="*/ 6442508 h 6858000"/>
              <a:gd name="connsiteX322" fmla="*/ 5387324 w 7467600"/>
              <a:gd name="connsiteY322" fmla="*/ 5705830 h 6858000"/>
              <a:gd name="connsiteX323" fmla="*/ 5073620 w 7467600"/>
              <a:gd name="connsiteY323" fmla="*/ 5955437 h 6858000"/>
              <a:gd name="connsiteX324" fmla="*/ 4689789 w 7467600"/>
              <a:gd name="connsiteY324" fmla="*/ 6268382 h 6858000"/>
              <a:gd name="connsiteX325" fmla="*/ 4418722 w 7467600"/>
              <a:gd name="connsiteY325" fmla="*/ 6570886 h 6858000"/>
              <a:gd name="connsiteX326" fmla="*/ 4214944 w 7467600"/>
              <a:gd name="connsiteY326" fmla="*/ 6858000 h 6858000"/>
              <a:gd name="connsiteX327" fmla="*/ 4177898 w 7467600"/>
              <a:gd name="connsiteY327" fmla="*/ 6858000 h 6858000"/>
              <a:gd name="connsiteX328" fmla="*/ 4391597 w 7467600"/>
              <a:gd name="connsiteY328" fmla="*/ 6556370 h 6858000"/>
              <a:gd name="connsiteX329" fmla="*/ 4668889 w 7467600"/>
              <a:gd name="connsiteY329" fmla="*/ 6246399 h 6858000"/>
              <a:gd name="connsiteX330" fmla="*/ 5055427 w 7467600"/>
              <a:gd name="connsiteY330" fmla="*/ 5931476 h 6858000"/>
              <a:gd name="connsiteX331" fmla="*/ 5371814 w 7467600"/>
              <a:gd name="connsiteY331" fmla="*/ 5678975 h 6858000"/>
              <a:gd name="connsiteX332" fmla="*/ 4987918 w 7467600"/>
              <a:gd name="connsiteY332" fmla="*/ 5838701 h 6858000"/>
              <a:gd name="connsiteX333" fmla="*/ 4317146 w 7467600"/>
              <a:gd name="connsiteY333" fmla="*/ 6587716 h 6858000"/>
              <a:gd name="connsiteX334" fmla="*/ 4171627 w 7467600"/>
              <a:gd name="connsiteY334" fmla="*/ 6858000 h 6858000"/>
              <a:gd name="connsiteX335" fmla="*/ 4081585 w 7467600"/>
              <a:gd name="connsiteY335" fmla="*/ 6858000 h 6858000"/>
              <a:gd name="connsiteX336" fmla="*/ 4238603 w 7467600"/>
              <a:gd name="connsiteY336" fmla="*/ 6559341 h 6858000"/>
              <a:gd name="connsiteX337" fmla="*/ 4778333 w 7467600"/>
              <a:gd name="connsiteY337" fmla="*/ 5873626 h 6858000"/>
              <a:gd name="connsiteX338" fmla="*/ 5414185 w 7467600"/>
              <a:gd name="connsiteY338" fmla="*/ 5573882 h 6858000"/>
              <a:gd name="connsiteX339" fmla="*/ 5959648 w 7467600"/>
              <a:gd name="connsiteY339" fmla="*/ 4760797 h 6858000"/>
              <a:gd name="connsiteX340" fmla="*/ 5355019 w 7467600"/>
              <a:gd name="connsiteY340" fmla="*/ 4734672 h 6858000"/>
              <a:gd name="connsiteX341" fmla="*/ 5083565 w 7467600"/>
              <a:gd name="connsiteY341" fmla="*/ 5179121 h 6858000"/>
              <a:gd name="connsiteX342" fmla="*/ 4713577 w 7467600"/>
              <a:gd name="connsiteY342" fmla="*/ 5616803 h 6858000"/>
              <a:gd name="connsiteX343" fmla="*/ 3989559 w 7467600"/>
              <a:gd name="connsiteY343" fmla="*/ 6145945 h 6858000"/>
              <a:gd name="connsiteX344" fmla="*/ 3939824 w 7467600"/>
              <a:gd name="connsiteY344" fmla="*/ 6066900 h 6858000"/>
              <a:gd name="connsiteX345" fmla="*/ 4584537 w 7467600"/>
              <a:gd name="connsiteY345" fmla="*/ 5324826 h 6858000"/>
              <a:gd name="connsiteX346" fmla="*/ 5037105 w 7467600"/>
              <a:gd name="connsiteY346" fmla="*/ 5088765 h 6858000"/>
              <a:gd name="connsiteX347" fmla="*/ 5039930 w 7467600"/>
              <a:gd name="connsiteY347" fmla="*/ 5089585 h 6858000"/>
              <a:gd name="connsiteX348" fmla="*/ 5263764 w 7467600"/>
              <a:gd name="connsiteY348" fmla="*/ 4735525 h 6858000"/>
              <a:gd name="connsiteX349" fmla="*/ 4086300 w 7467600"/>
              <a:gd name="connsiteY349" fmla="*/ 4884599 h 6858000"/>
              <a:gd name="connsiteX350" fmla="*/ 4085485 w 7467600"/>
              <a:gd name="connsiteY350" fmla="*/ 4899070 h 6858000"/>
              <a:gd name="connsiteX351" fmla="*/ 3871915 w 7467600"/>
              <a:gd name="connsiteY351" fmla="*/ 5253645 h 6858000"/>
              <a:gd name="connsiteX352" fmla="*/ 3799374 w 7467600"/>
              <a:gd name="connsiteY352" fmla="*/ 5466127 h 6858000"/>
              <a:gd name="connsiteX353" fmla="*/ 3498850 w 7467600"/>
              <a:gd name="connsiteY353" fmla="*/ 6661888 h 6858000"/>
              <a:gd name="connsiteX354" fmla="*/ 3399216 w 7467600"/>
              <a:gd name="connsiteY354" fmla="*/ 6858000 h 6858000"/>
              <a:gd name="connsiteX355" fmla="*/ 3303688 w 7467600"/>
              <a:gd name="connsiteY355" fmla="*/ 6858000 h 6858000"/>
              <a:gd name="connsiteX356" fmla="*/ 3391774 w 7467600"/>
              <a:gd name="connsiteY356" fmla="*/ 6697181 h 6858000"/>
              <a:gd name="connsiteX357" fmla="*/ 3735540 w 7467600"/>
              <a:gd name="connsiteY357" fmla="*/ 5546923 h 6858000"/>
              <a:gd name="connsiteX358" fmla="*/ 3729438 w 7467600"/>
              <a:gd name="connsiteY358" fmla="*/ 5569058 h 6858000"/>
              <a:gd name="connsiteX359" fmla="*/ 3707782 w 7467600"/>
              <a:gd name="connsiteY359" fmla="*/ 5644908 h 6858000"/>
              <a:gd name="connsiteX360" fmla="*/ 3583827 w 7467600"/>
              <a:gd name="connsiteY360" fmla="*/ 6039215 h 6858000"/>
              <a:gd name="connsiteX361" fmla="*/ 3547861 w 7467600"/>
              <a:gd name="connsiteY361" fmla="*/ 6129609 h 6858000"/>
              <a:gd name="connsiteX362" fmla="*/ 3490905 w 7467600"/>
              <a:gd name="connsiteY362" fmla="*/ 6277660 h 6858000"/>
              <a:gd name="connsiteX363" fmla="*/ 3455859 w 7467600"/>
              <a:gd name="connsiteY363" fmla="*/ 6391301 h 6858000"/>
              <a:gd name="connsiteX364" fmla="*/ 3429112 w 7467600"/>
              <a:gd name="connsiteY364" fmla="*/ 6479469 h 6858000"/>
              <a:gd name="connsiteX365" fmla="*/ 3304862 w 7467600"/>
              <a:gd name="connsiteY365" fmla="*/ 6796476 h 6858000"/>
              <a:gd name="connsiteX366" fmla="*/ 3276071 w 7467600"/>
              <a:gd name="connsiteY366" fmla="*/ 6858000 h 6858000"/>
              <a:gd name="connsiteX367" fmla="*/ 3240805 w 7467600"/>
              <a:gd name="connsiteY367" fmla="*/ 6858000 h 6858000"/>
              <a:gd name="connsiteX368" fmla="*/ 3275917 w 7467600"/>
              <a:gd name="connsiteY368" fmla="*/ 6783192 h 6858000"/>
              <a:gd name="connsiteX369" fmla="*/ 3399358 w 7467600"/>
              <a:gd name="connsiteY369" fmla="*/ 6469011 h 6858000"/>
              <a:gd name="connsiteX370" fmla="*/ 3425650 w 7467600"/>
              <a:gd name="connsiteY370" fmla="*/ 6381333 h 6858000"/>
              <a:gd name="connsiteX371" fmla="*/ 3460661 w 7467600"/>
              <a:gd name="connsiteY371" fmla="*/ 6266763 h 6858000"/>
              <a:gd name="connsiteX372" fmla="*/ 3518021 w 7467600"/>
              <a:gd name="connsiteY372" fmla="*/ 6117298 h 6858000"/>
              <a:gd name="connsiteX373" fmla="*/ 3554035 w 7467600"/>
              <a:gd name="connsiteY373" fmla="*/ 6027832 h 6858000"/>
              <a:gd name="connsiteX374" fmla="*/ 3677174 w 7467600"/>
              <a:gd name="connsiteY374" fmla="*/ 5636351 h 6858000"/>
              <a:gd name="connsiteX375" fmla="*/ 3698819 w 7467600"/>
              <a:gd name="connsiteY375" fmla="*/ 5560503 h 6858000"/>
              <a:gd name="connsiteX376" fmla="*/ 3702094 w 7467600"/>
              <a:gd name="connsiteY376" fmla="*/ 5549194 h 6858000"/>
              <a:gd name="connsiteX377" fmla="*/ 3398355 w 7467600"/>
              <a:gd name="connsiteY377" fmla="*/ 6094603 h 6858000"/>
              <a:gd name="connsiteX378" fmla="*/ 3193941 w 7467600"/>
              <a:gd name="connsiteY378" fmla="*/ 6798775 h 6858000"/>
              <a:gd name="connsiteX379" fmla="*/ 3184140 w 7467600"/>
              <a:gd name="connsiteY379" fmla="*/ 6858000 h 6858000"/>
              <a:gd name="connsiteX380" fmla="*/ 3099978 w 7467600"/>
              <a:gd name="connsiteY380" fmla="*/ 6858000 h 6858000"/>
              <a:gd name="connsiteX381" fmla="*/ 3101556 w 7467600"/>
              <a:gd name="connsiteY381" fmla="*/ 6843337 h 6858000"/>
              <a:gd name="connsiteX382" fmla="*/ 3370162 w 7467600"/>
              <a:gd name="connsiteY382" fmla="*/ 5785550 h 6858000"/>
              <a:gd name="connsiteX383" fmla="*/ 3746477 w 7467600"/>
              <a:gd name="connsiteY383" fmla="*/ 5377889 h 6858000"/>
              <a:gd name="connsiteX384" fmla="*/ 3863399 w 7467600"/>
              <a:gd name="connsiteY384" fmla="*/ 5087257 h 6858000"/>
              <a:gd name="connsiteX385" fmla="*/ 3968712 w 7467600"/>
              <a:gd name="connsiteY385" fmla="*/ 4913989 h 6858000"/>
              <a:gd name="connsiteX386" fmla="*/ 2792390 w 7467600"/>
              <a:gd name="connsiteY386" fmla="*/ 5382974 h 6858000"/>
              <a:gd name="connsiteX387" fmla="*/ 2714982 w 7467600"/>
              <a:gd name="connsiteY387" fmla="*/ 5427051 h 6858000"/>
              <a:gd name="connsiteX388" fmla="*/ 2813361 w 7467600"/>
              <a:gd name="connsiteY388" fmla="*/ 6023912 h 6858000"/>
              <a:gd name="connsiteX389" fmla="*/ 2688430 w 7467600"/>
              <a:gd name="connsiteY389" fmla="*/ 6801564 h 6858000"/>
              <a:gd name="connsiteX390" fmla="*/ 2629626 w 7467600"/>
              <a:gd name="connsiteY390" fmla="*/ 6763394 h 6858000"/>
              <a:gd name="connsiteX391" fmla="*/ 2565328 w 7467600"/>
              <a:gd name="connsiteY391" fmla="*/ 5516399 h 6858000"/>
              <a:gd name="connsiteX392" fmla="*/ 1922999 w 7467600"/>
              <a:gd name="connsiteY392" fmla="*/ 5980343 h 6858000"/>
              <a:gd name="connsiteX393" fmla="*/ 1950261 w 7467600"/>
              <a:gd name="connsiteY393" fmla="*/ 6405858 h 6858000"/>
              <a:gd name="connsiteX394" fmla="*/ 2365554 w 7467600"/>
              <a:gd name="connsiteY394" fmla="*/ 6759107 h 6858000"/>
              <a:gd name="connsiteX395" fmla="*/ 2424142 w 7467600"/>
              <a:gd name="connsiteY395" fmla="*/ 6858000 h 6858000"/>
              <a:gd name="connsiteX396" fmla="*/ 2395994 w 7467600"/>
              <a:gd name="connsiteY396" fmla="*/ 6858000 h 6858000"/>
              <a:gd name="connsiteX397" fmla="*/ 2392863 w 7467600"/>
              <a:gd name="connsiteY397" fmla="*/ 6852964 h 6858000"/>
              <a:gd name="connsiteX398" fmla="*/ 2017589 w 7467600"/>
              <a:gd name="connsiteY398" fmla="*/ 6493982 h 6858000"/>
              <a:gd name="connsiteX399" fmla="*/ 2147336 w 7467600"/>
              <a:gd name="connsiteY399" fmla="*/ 6594052 h 6858000"/>
              <a:gd name="connsiteX400" fmla="*/ 2207047 w 7467600"/>
              <a:gd name="connsiteY400" fmla="*/ 6654540 h 6858000"/>
              <a:gd name="connsiteX401" fmla="*/ 2299106 w 7467600"/>
              <a:gd name="connsiteY401" fmla="*/ 6778931 h 6858000"/>
              <a:gd name="connsiteX402" fmla="*/ 2314430 w 7467600"/>
              <a:gd name="connsiteY402" fmla="*/ 6801144 h 6858000"/>
              <a:gd name="connsiteX403" fmla="*/ 2352406 w 7467600"/>
              <a:gd name="connsiteY403" fmla="*/ 6858000 h 6858000"/>
              <a:gd name="connsiteX404" fmla="*/ 2314492 w 7467600"/>
              <a:gd name="connsiteY404" fmla="*/ 6858000 h 6858000"/>
              <a:gd name="connsiteX405" fmla="*/ 2288095 w 7467600"/>
              <a:gd name="connsiteY405" fmla="*/ 6818030 h 6858000"/>
              <a:gd name="connsiteX406" fmla="*/ 2272768 w 7467600"/>
              <a:gd name="connsiteY406" fmla="*/ 6795822 h 6858000"/>
              <a:gd name="connsiteX407" fmla="*/ 2182715 w 7467600"/>
              <a:gd name="connsiteY407" fmla="*/ 6675071 h 6858000"/>
              <a:gd name="connsiteX408" fmla="*/ 2032061 w 7467600"/>
              <a:gd name="connsiteY408" fmla="*/ 6541380 h 6858000"/>
              <a:gd name="connsiteX409" fmla="*/ 2257220 w 7467600"/>
              <a:gd name="connsiteY409" fmla="*/ 6826257 h 6858000"/>
              <a:gd name="connsiteX410" fmla="*/ 2281324 w 7467600"/>
              <a:gd name="connsiteY410" fmla="*/ 6858000 h 6858000"/>
              <a:gd name="connsiteX411" fmla="*/ 2242860 w 7467600"/>
              <a:gd name="connsiteY411" fmla="*/ 6858000 h 6858000"/>
              <a:gd name="connsiteX412" fmla="*/ 2232818 w 7467600"/>
              <a:gd name="connsiteY412" fmla="*/ 6844926 h 6858000"/>
              <a:gd name="connsiteX413" fmla="*/ 1990172 w 7467600"/>
              <a:gd name="connsiteY413" fmla="*/ 6542121 h 6858000"/>
              <a:gd name="connsiteX414" fmla="*/ 2124090 w 7467600"/>
              <a:gd name="connsiteY414" fmla="*/ 6761017 h 6858000"/>
              <a:gd name="connsiteX415" fmla="*/ 2200380 w 7467600"/>
              <a:gd name="connsiteY415" fmla="*/ 6858000 h 6858000"/>
              <a:gd name="connsiteX416" fmla="*/ 2147507 w 7467600"/>
              <a:gd name="connsiteY416" fmla="*/ 6858000 h 6858000"/>
              <a:gd name="connsiteX417" fmla="*/ 2070668 w 7467600"/>
              <a:gd name="connsiteY417" fmla="*/ 6761520 h 6858000"/>
              <a:gd name="connsiteX418" fmla="*/ 1975142 w 7467600"/>
              <a:gd name="connsiteY418" fmla="*/ 6585570 h 6858000"/>
              <a:gd name="connsiteX419" fmla="*/ 2050035 w 7467600"/>
              <a:gd name="connsiteY419" fmla="*/ 6813345 h 6858000"/>
              <a:gd name="connsiteX420" fmla="*/ 2063025 w 7467600"/>
              <a:gd name="connsiteY420" fmla="*/ 6858000 h 6858000"/>
              <a:gd name="connsiteX421" fmla="*/ 2021675 w 7467600"/>
              <a:gd name="connsiteY421" fmla="*/ 6858000 h 6858000"/>
              <a:gd name="connsiteX422" fmla="*/ 2019308 w 7467600"/>
              <a:gd name="connsiteY422" fmla="*/ 6847118 h 6858000"/>
              <a:gd name="connsiteX423" fmla="*/ 1938835 w 7467600"/>
              <a:gd name="connsiteY423" fmla="*/ 6551160 h 6858000"/>
              <a:gd name="connsiteX424" fmla="*/ 1953230 w 7467600"/>
              <a:gd name="connsiteY424" fmla="*/ 6759699 h 6858000"/>
              <a:gd name="connsiteX425" fmla="*/ 1956763 w 7467600"/>
              <a:gd name="connsiteY425" fmla="*/ 6778191 h 6858000"/>
              <a:gd name="connsiteX426" fmla="*/ 1967925 w 7467600"/>
              <a:gd name="connsiteY426" fmla="*/ 6858000 h 6858000"/>
              <a:gd name="connsiteX427" fmla="*/ 1936622 w 7467600"/>
              <a:gd name="connsiteY427" fmla="*/ 6858000 h 6858000"/>
              <a:gd name="connsiteX428" fmla="*/ 1926261 w 7467600"/>
              <a:gd name="connsiteY428" fmla="*/ 6784064 h 6858000"/>
              <a:gd name="connsiteX429" fmla="*/ 1922724 w 7467600"/>
              <a:gd name="connsiteY429" fmla="*/ 6765577 h 6858000"/>
              <a:gd name="connsiteX430" fmla="*/ 1904650 w 7467600"/>
              <a:gd name="connsiteY430" fmla="*/ 6639616 h 6858000"/>
              <a:gd name="connsiteX431" fmla="*/ 1885273 w 7467600"/>
              <a:gd name="connsiteY431" fmla="*/ 6858000 h 6858000"/>
              <a:gd name="connsiteX432" fmla="*/ 1854363 w 7467600"/>
              <a:gd name="connsiteY432" fmla="*/ 6858000 h 6858000"/>
              <a:gd name="connsiteX433" fmla="*/ 1880391 w 7467600"/>
              <a:gd name="connsiteY433" fmla="*/ 6603796 h 6858000"/>
              <a:gd name="connsiteX434" fmla="*/ 1818273 w 7467600"/>
              <a:gd name="connsiteY434" fmla="*/ 6715729 h 6858000"/>
              <a:gd name="connsiteX435" fmla="*/ 1794691 w 7467600"/>
              <a:gd name="connsiteY435" fmla="*/ 6843239 h 6858000"/>
              <a:gd name="connsiteX436" fmla="*/ 1794914 w 7467600"/>
              <a:gd name="connsiteY436" fmla="*/ 6858000 h 6858000"/>
              <a:gd name="connsiteX437" fmla="*/ 1746128 w 7467600"/>
              <a:gd name="connsiteY437" fmla="*/ 6858000 h 6858000"/>
              <a:gd name="connsiteX438" fmla="*/ 1753934 w 7467600"/>
              <a:gd name="connsiteY438" fmla="*/ 6724796 h 6858000"/>
              <a:gd name="connsiteX439" fmla="*/ 1792053 w 7467600"/>
              <a:gd name="connsiteY439" fmla="*/ 6572396 h 6858000"/>
              <a:gd name="connsiteX440" fmla="*/ 1862248 w 7467600"/>
              <a:gd name="connsiteY440" fmla="*/ 6266397 h 6858000"/>
              <a:gd name="connsiteX441" fmla="*/ 1862250 w 7467600"/>
              <a:gd name="connsiteY441" fmla="*/ 6033531 h 6858000"/>
              <a:gd name="connsiteX442" fmla="*/ 1211999 w 7467600"/>
              <a:gd name="connsiteY442" fmla="*/ 6683610 h 6858000"/>
              <a:gd name="connsiteX443" fmla="*/ 1213266 w 7467600"/>
              <a:gd name="connsiteY443" fmla="*/ 6691947 h 6858000"/>
              <a:gd name="connsiteX444" fmla="*/ 1203370 w 7467600"/>
              <a:gd name="connsiteY444" fmla="*/ 6850676 h 6858000"/>
              <a:gd name="connsiteX445" fmla="*/ 1203671 w 7467600"/>
              <a:gd name="connsiteY445" fmla="*/ 6858000 h 6858000"/>
              <a:gd name="connsiteX446" fmla="*/ 1143180 w 7467600"/>
              <a:gd name="connsiteY446" fmla="*/ 6858000 h 6858000"/>
              <a:gd name="connsiteX447" fmla="*/ 1142176 w 7467600"/>
              <a:gd name="connsiteY447" fmla="*/ 6766045 h 6858000"/>
              <a:gd name="connsiteX448" fmla="*/ 1067484 w 7467600"/>
              <a:gd name="connsiteY448" fmla="*/ 6858000 h 6858000"/>
              <a:gd name="connsiteX449" fmla="*/ 953928 w 7467600"/>
              <a:gd name="connsiteY449" fmla="*/ 6858000 h 6858000"/>
              <a:gd name="connsiteX450" fmla="*/ 959715 w 7467600"/>
              <a:gd name="connsiteY450" fmla="*/ 6850185 h 6858000"/>
              <a:gd name="connsiteX451" fmla="*/ 1483788 w 7467600"/>
              <a:gd name="connsiteY451" fmla="*/ 6259174 h 6858000"/>
              <a:gd name="connsiteX452" fmla="*/ 1100671 w 7467600"/>
              <a:gd name="connsiteY452" fmla="*/ 6252137 h 6858000"/>
              <a:gd name="connsiteX453" fmla="*/ 1090144 w 7467600"/>
              <a:gd name="connsiteY453" fmla="*/ 6256748 h 6858000"/>
              <a:gd name="connsiteX454" fmla="*/ 1095872 w 7467600"/>
              <a:gd name="connsiteY454" fmla="*/ 6271892 h 6858000"/>
              <a:gd name="connsiteX455" fmla="*/ 262785 w 7467600"/>
              <a:gd name="connsiteY455" fmla="*/ 6845450 h 6858000"/>
              <a:gd name="connsiteX456" fmla="*/ 209968 w 7467600"/>
              <a:gd name="connsiteY456" fmla="*/ 6770713 h 6858000"/>
              <a:gd name="connsiteX457" fmla="*/ 873460 w 7467600"/>
              <a:gd name="connsiteY457" fmla="*/ 6253768 h 6858000"/>
              <a:gd name="connsiteX458" fmla="*/ 192686 w 7467600"/>
              <a:gd name="connsiteY458" fmla="*/ 5849257 h 6858000"/>
              <a:gd name="connsiteX459" fmla="*/ 4696 w 7467600"/>
              <a:gd name="connsiteY459" fmla="*/ 5697668 h 6858000"/>
              <a:gd name="connsiteX460" fmla="*/ 0 w 7467600"/>
              <a:gd name="connsiteY460" fmla="*/ 5689984 h 6858000"/>
              <a:gd name="connsiteX461" fmla="*/ 0 w 7467600"/>
              <a:gd name="connsiteY461" fmla="*/ 5513472 h 6858000"/>
              <a:gd name="connsiteX462" fmla="*/ 174101 w 7467600"/>
              <a:gd name="connsiteY462" fmla="*/ 5620277 h 6858000"/>
              <a:gd name="connsiteX463" fmla="*/ 891800 w 7467600"/>
              <a:gd name="connsiteY463" fmla="*/ 6036935 h 6858000"/>
              <a:gd name="connsiteX464" fmla="*/ 1072219 w 7467600"/>
              <a:gd name="connsiteY464" fmla="*/ 6169443 h 6858000"/>
              <a:gd name="connsiteX465" fmla="*/ 1074117 w 7467600"/>
              <a:gd name="connsiteY465" fmla="*/ 6170301 h 6858000"/>
              <a:gd name="connsiteX466" fmla="*/ 1083114 w 7467600"/>
              <a:gd name="connsiteY466" fmla="*/ 6174131 h 6858000"/>
              <a:gd name="connsiteX467" fmla="*/ 1543010 w 7467600"/>
              <a:gd name="connsiteY467" fmla="*/ 6191140 h 6858000"/>
              <a:gd name="connsiteX468" fmla="*/ 1551080 w 7467600"/>
              <a:gd name="connsiteY468" fmla="*/ 6195006 h 6858000"/>
              <a:gd name="connsiteX469" fmla="*/ 2345443 w 7467600"/>
              <a:gd name="connsiteY469" fmla="*/ 5549882 h 6858000"/>
              <a:gd name="connsiteX470" fmla="*/ 1721499 w 7467600"/>
              <a:gd name="connsiteY470" fmla="*/ 5599969 h 6858000"/>
              <a:gd name="connsiteX471" fmla="*/ 767716 w 7467600"/>
              <a:gd name="connsiteY471" fmla="*/ 5472768 h 6858000"/>
              <a:gd name="connsiteX472" fmla="*/ 722147 w 7467600"/>
              <a:gd name="connsiteY472" fmla="*/ 5393091 h 6858000"/>
              <a:gd name="connsiteX473" fmla="*/ 1485552 w 7467600"/>
              <a:gd name="connsiteY473" fmla="*/ 5313202 h 6858000"/>
              <a:gd name="connsiteX474" fmla="*/ 2143004 w 7467600"/>
              <a:gd name="connsiteY474" fmla="*/ 5402420 h 6858000"/>
              <a:gd name="connsiteX475" fmla="*/ 1933391 w 7467600"/>
              <a:gd name="connsiteY475" fmla="*/ 5156971 h 6858000"/>
              <a:gd name="connsiteX476" fmla="*/ 1827118 w 7467600"/>
              <a:gd name="connsiteY476" fmla="*/ 4968410 h 6858000"/>
              <a:gd name="connsiteX477" fmla="*/ 1837349 w 7467600"/>
              <a:gd name="connsiteY477" fmla="*/ 4956357 h 6858000"/>
              <a:gd name="connsiteX478" fmla="*/ 2162835 w 7467600"/>
              <a:gd name="connsiteY478" fmla="*/ 5187853 h 6858000"/>
              <a:gd name="connsiteX479" fmla="*/ 2257167 w 7467600"/>
              <a:gd name="connsiteY479" fmla="*/ 5462123 h 6858000"/>
              <a:gd name="connsiteX480" fmla="*/ 2261598 w 7467600"/>
              <a:gd name="connsiteY480" fmla="*/ 5467998 h 6858000"/>
              <a:gd name="connsiteX481" fmla="*/ 2437177 w 7467600"/>
              <a:gd name="connsiteY481" fmla="*/ 5479608 h 6858000"/>
              <a:gd name="connsiteX482" fmla="*/ 2445247 w 7467600"/>
              <a:gd name="connsiteY482" fmla="*/ 5483476 h 6858000"/>
              <a:gd name="connsiteX483" fmla="*/ 2743626 w 7467600"/>
              <a:gd name="connsiteY483" fmla="*/ 5304819 h 6858000"/>
              <a:gd name="connsiteX484" fmla="*/ 3048102 w 7467600"/>
              <a:gd name="connsiteY484" fmla="*/ 5150595 h 6858000"/>
              <a:gd name="connsiteX485" fmla="*/ 1799414 w 7467600"/>
              <a:gd name="connsiteY485" fmla="*/ 4694732 h 6858000"/>
              <a:gd name="connsiteX486" fmla="*/ 1771735 w 7467600"/>
              <a:gd name="connsiteY486" fmla="*/ 4619929 h 6858000"/>
              <a:gd name="connsiteX487" fmla="*/ 3104273 w 7467600"/>
              <a:gd name="connsiteY487" fmla="*/ 5076159 h 6858000"/>
              <a:gd name="connsiteX488" fmla="*/ 3113245 w 7467600"/>
              <a:gd name="connsiteY488" fmla="*/ 5090705 h 6858000"/>
              <a:gd name="connsiteX489" fmla="*/ 3126294 w 7467600"/>
              <a:gd name="connsiteY489" fmla="*/ 5114400 h 6858000"/>
              <a:gd name="connsiteX490" fmla="*/ 3937433 w 7467600"/>
              <a:gd name="connsiteY490" fmla="*/ 4830473 h 6858000"/>
              <a:gd name="connsiteX491" fmla="*/ 3590475 w 7467600"/>
              <a:gd name="connsiteY491" fmla="*/ 4597974 h 6858000"/>
              <a:gd name="connsiteX492" fmla="*/ 3100264 w 7467600"/>
              <a:gd name="connsiteY492" fmla="*/ 4579845 h 6858000"/>
              <a:gd name="connsiteX493" fmla="*/ 2183576 w 7467600"/>
              <a:gd name="connsiteY493" fmla="*/ 4227150 h 6858000"/>
              <a:gd name="connsiteX494" fmla="*/ 2151029 w 7467600"/>
              <a:gd name="connsiteY494" fmla="*/ 4146947 h 6858000"/>
              <a:gd name="connsiteX495" fmla="*/ 3563434 w 7467600"/>
              <a:gd name="connsiteY495" fmla="*/ 4469115 h 6858000"/>
              <a:gd name="connsiteX496" fmla="*/ 3177952 w 7467600"/>
              <a:gd name="connsiteY496" fmla="*/ 3657386 h 6858000"/>
              <a:gd name="connsiteX497" fmla="*/ 3189263 w 7467600"/>
              <a:gd name="connsiteY497" fmla="*/ 3625726 h 6858000"/>
              <a:gd name="connsiteX498" fmla="*/ 3560912 w 7467600"/>
              <a:gd name="connsiteY498" fmla="*/ 4079863 h 6858000"/>
              <a:gd name="connsiteX499" fmla="*/ 3626636 w 7467600"/>
              <a:gd name="connsiteY499" fmla="*/ 4512230 h 6858000"/>
              <a:gd name="connsiteX500" fmla="*/ 3653088 w 7467600"/>
              <a:gd name="connsiteY500" fmla="*/ 4521417 h 6858000"/>
              <a:gd name="connsiteX501" fmla="*/ 3988128 w 7467600"/>
              <a:gd name="connsiteY501" fmla="*/ 4817267 h 6858000"/>
              <a:gd name="connsiteX502" fmla="*/ 4830582 w 7467600"/>
              <a:gd name="connsiteY502" fmla="*/ 4676000 h 6858000"/>
              <a:gd name="connsiteX503" fmla="*/ 4830100 w 7467600"/>
              <a:gd name="connsiteY503" fmla="*/ 4675554 h 6858000"/>
              <a:gd name="connsiteX504" fmla="*/ 4036318 w 7467600"/>
              <a:gd name="connsiteY504" fmla="*/ 4147013 h 6858000"/>
              <a:gd name="connsiteX505" fmla="*/ 3432098 w 7467600"/>
              <a:gd name="connsiteY505" fmla="*/ 3537312 h 6858000"/>
              <a:gd name="connsiteX506" fmla="*/ 3446761 w 7467600"/>
              <a:gd name="connsiteY506" fmla="*/ 3461278 h 6858000"/>
              <a:gd name="connsiteX507" fmla="*/ 4419733 w 7467600"/>
              <a:gd name="connsiteY507" fmla="*/ 3963555 h 6858000"/>
              <a:gd name="connsiteX508" fmla="*/ 4781371 w 7467600"/>
              <a:gd name="connsiteY508" fmla="*/ 4458604 h 6858000"/>
              <a:gd name="connsiteX509" fmla="*/ 4780440 w 7467600"/>
              <a:gd name="connsiteY509" fmla="*/ 4470290 h 6858000"/>
              <a:gd name="connsiteX510" fmla="*/ 4898954 w 7467600"/>
              <a:gd name="connsiteY510" fmla="*/ 4662092 h 6858000"/>
              <a:gd name="connsiteX511" fmla="*/ 4900699 w 7467600"/>
              <a:gd name="connsiteY511" fmla="*/ 4670867 h 6858000"/>
              <a:gd name="connsiteX512" fmla="*/ 5714511 w 7467600"/>
              <a:gd name="connsiteY512" fmla="*/ 4663483 h 6858000"/>
              <a:gd name="connsiteX513" fmla="*/ 5464793 w 7467600"/>
              <a:gd name="connsiteY513" fmla="*/ 4393556 h 6858000"/>
              <a:gd name="connsiteX514" fmla="*/ 5461897 w 7467600"/>
              <a:gd name="connsiteY514" fmla="*/ 4390879 h 6858000"/>
              <a:gd name="connsiteX515" fmla="*/ 4294126 w 7467600"/>
              <a:gd name="connsiteY515" fmla="*/ 3303048 h 6858000"/>
              <a:gd name="connsiteX516" fmla="*/ 4305321 w 7467600"/>
              <a:gd name="connsiteY516" fmla="*/ 3256953 h 6858000"/>
              <a:gd name="connsiteX517" fmla="*/ 4949299 w 7467600"/>
              <a:gd name="connsiteY517" fmla="*/ 3766336 h 6858000"/>
              <a:gd name="connsiteX518" fmla="*/ 5291452 w 7467600"/>
              <a:gd name="connsiteY518" fmla="*/ 4076801 h 6858000"/>
              <a:gd name="connsiteX519" fmla="*/ 5434998 w 7467600"/>
              <a:gd name="connsiteY519" fmla="*/ 4254100 h 6858000"/>
              <a:gd name="connsiteX520" fmla="*/ 5351015 w 7467600"/>
              <a:gd name="connsiteY520" fmla="*/ 3760989 h 6858000"/>
              <a:gd name="connsiteX521" fmla="*/ 5413780 w 7467600"/>
              <a:gd name="connsiteY521" fmla="*/ 2966265 h 6858000"/>
              <a:gd name="connsiteX522" fmla="*/ 5425627 w 7467600"/>
              <a:gd name="connsiteY522" fmla="*/ 2954192 h 6858000"/>
              <a:gd name="connsiteX523" fmla="*/ 6604735 w 7467600"/>
              <a:gd name="connsiteY523" fmla="*/ 2041381 h 6858000"/>
              <a:gd name="connsiteX524" fmla="*/ 7204487 w 7467600"/>
              <a:gd name="connsiteY524" fmla="*/ 2742112 h 6858000"/>
              <a:gd name="connsiteX525" fmla="*/ 7131592 w 7467600"/>
              <a:gd name="connsiteY525" fmla="*/ 2672096 h 6858000"/>
              <a:gd name="connsiteX526" fmla="*/ 6996344 w 7467600"/>
              <a:gd name="connsiteY526" fmla="*/ 2518310 h 6858000"/>
              <a:gd name="connsiteX527" fmla="*/ 6735495 w 7467600"/>
              <a:gd name="connsiteY527" fmla="*/ 2196890 h 6858000"/>
              <a:gd name="connsiteX528" fmla="*/ 6721901 w 7467600"/>
              <a:gd name="connsiteY528" fmla="*/ 2179274 h 6858000"/>
              <a:gd name="connsiteX529" fmla="*/ 6604735 w 7467600"/>
              <a:gd name="connsiteY529" fmla="*/ 2041381 h 6858000"/>
              <a:gd name="connsiteX530" fmla="*/ 6591670 w 7467600"/>
              <a:gd name="connsiteY530" fmla="*/ 1988277 h 6858000"/>
              <a:gd name="connsiteX531" fmla="*/ 6747349 w 7467600"/>
              <a:gd name="connsiteY531" fmla="*/ 2160069 h 6858000"/>
              <a:gd name="connsiteX532" fmla="*/ 6760943 w 7467600"/>
              <a:gd name="connsiteY532" fmla="*/ 2177686 h 6858000"/>
              <a:gd name="connsiteX533" fmla="*/ 7021065 w 7467600"/>
              <a:gd name="connsiteY533" fmla="*/ 2498102 h 6858000"/>
              <a:gd name="connsiteX534" fmla="*/ 7155223 w 7467600"/>
              <a:gd name="connsiteY534" fmla="*/ 2650386 h 6858000"/>
              <a:gd name="connsiteX535" fmla="*/ 7203167 w 7467600"/>
              <a:gd name="connsiteY535" fmla="*/ 2697288 h 6858000"/>
              <a:gd name="connsiteX536" fmla="*/ 6937703 w 7467600"/>
              <a:gd name="connsiteY536" fmla="*/ 2321981 h 6858000"/>
              <a:gd name="connsiteX537" fmla="*/ 6591670 w 7467600"/>
              <a:gd name="connsiteY537" fmla="*/ 1988277 h 6858000"/>
              <a:gd name="connsiteX538" fmla="*/ 5798671 w 7467600"/>
              <a:gd name="connsiteY538" fmla="*/ 1981601 h 6858000"/>
              <a:gd name="connsiteX539" fmla="*/ 5754709 w 7467600"/>
              <a:gd name="connsiteY539" fmla="*/ 2071454 h 6858000"/>
              <a:gd name="connsiteX540" fmla="*/ 5763044 w 7467600"/>
              <a:gd name="connsiteY540" fmla="*/ 2842206 h 6858000"/>
              <a:gd name="connsiteX541" fmla="*/ 5764974 w 7467600"/>
              <a:gd name="connsiteY541" fmla="*/ 2799609 h 6858000"/>
              <a:gd name="connsiteX542" fmla="*/ 5767665 w 7467600"/>
              <a:gd name="connsiteY542" fmla="*/ 2666409 h 6858000"/>
              <a:gd name="connsiteX543" fmla="*/ 5763055 w 7467600"/>
              <a:gd name="connsiteY543" fmla="*/ 2579705 h 6858000"/>
              <a:gd name="connsiteX544" fmla="*/ 5758079 w 7467600"/>
              <a:gd name="connsiteY544" fmla="*/ 2492508 h 6858000"/>
              <a:gd name="connsiteX545" fmla="*/ 5779325 w 7467600"/>
              <a:gd name="connsiteY545" fmla="*/ 2197069 h 6858000"/>
              <a:gd name="connsiteX546" fmla="*/ 5798671 w 7467600"/>
              <a:gd name="connsiteY546" fmla="*/ 1981601 h 6858000"/>
              <a:gd name="connsiteX547" fmla="*/ 5829202 w 7467600"/>
              <a:gd name="connsiteY547" fmla="*/ 1971679 h 6858000"/>
              <a:gd name="connsiteX548" fmla="*/ 5809558 w 7467600"/>
              <a:gd name="connsiteY548" fmla="*/ 2198043 h 6858000"/>
              <a:gd name="connsiteX549" fmla="*/ 5788653 w 7467600"/>
              <a:gd name="connsiteY549" fmla="*/ 2489430 h 6858000"/>
              <a:gd name="connsiteX550" fmla="*/ 5793439 w 7467600"/>
              <a:gd name="connsiteY550" fmla="*/ 2575235 h 6858000"/>
              <a:gd name="connsiteX551" fmla="*/ 5796837 w 7467600"/>
              <a:gd name="connsiteY551" fmla="*/ 2637633 h 6858000"/>
              <a:gd name="connsiteX552" fmla="*/ 5818614 w 7467600"/>
              <a:gd name="connsiteY552" fmla="*/ 2473055 h 6858000"/>
              <a:gd name="connsiteX553" fmla="*/ 5829202 w 7467600"/>
              <a:gd name="connsiteY553" fmla="*/ 1971679 h 6858000"/>
              <a:gd name="connsiteX554" fmla="*/ 5911389 w 7467600"/>
              <a:gd name="connsiteY554" fmla="*/ 1898371 h 6858000"/>
              <a:gd name="connsiteX555" fmla="*/ 6237627 w 7467600"/>
              <a:gd name="connsiteY555" fmla="*/ 2231921 h 6858000"/>
              <a:gd name="connsiteX556" fmla="*/ 5911389 w 7467600"/>
              <a:gd name="connsiteY556" fmla="*/ 1898371 h 6858000"/>
              <a:gd name="connsiteX557" fmla="*/ 6944437 w 7467600"/>
              <a:gd name="connsiteY557" fmla="*/ 1575402 h 6858000"/>
              <a:gd name="connsiteX558" fmla="*/ 6304730 w 7467600"/>
              <a:gd name="connsiteY558" fmla="*/ 1766654 h 6858000"/>
              <a:gd name="connsiteX559" fmla="*/ 6944437 w 7467600"/>
              <a:gd name="connsiteY559" fmla="*/ 1575402 h 6858000"/>
              <a:gd name="connsiteX560" fmla="*/ 7019523 w 7467600"/>
              <a:gd name="connsiteY560" fmla="*/ 1519450 h 6858000"/>
              <a:gd name="connsiteX561" fmla="*/ 6298091 w 7467600"/>
              <a:gd name="connsiteY561" fmla="*/ 1737122 h 6858000"/>
              <a:gd name="connsiteX562" fmla="*/ 7019523 w 7467600"/>
              <a:gd name="connsiteY562" fmla="*/ 1519450 h 6858000"/>
              <a:gd name="connsiteX563" fmla="*/ 2399523 w 7467600"/>
              <a:gd name="connsiteY563" fmla="*/ 1428234 h 6858000"/>
              <a:gd name="connsiteX564" fmla="*/ 2224982 w 7467600"/>
              <a:gd name="connsiteY564" fmla="*/ 1826201 h 6858000"/>
              <a:gd name="connsiteX565" fmla="*/ 2096099 w 7467600"/>
              <a:gd name="connsiteY565" fmla="*/ 2345900 h 6858000"/>
              <a:gd name="connsiteX566" fmla="*/ 2283317 w 7467600"/>
              <a:gd name="connsiteY566" fmla="*/ 1796925 h 6858000"/>
              <a:gd name="connsiteX567" fmla="*/ 2399523 w 7467600"/>
              <a:gd name="connsiteY567" fmla="*/ 1428234 h 6858000"/>
              <a:gd name="connsiteX568" fmla="*/ 2448558 w 7467600"/>
              <a:gd name="connsiteY568" fmla="*/ 1373435 h 6858000"/>
              <a:gd name="connsiteX569" fmla="*/ 2312521 w 7467600"/>
              <a:gd name="connsiteY569" fmla="*/ 1806140 h 6858000"/>
              <a:gd name="connsiteX570" fmla="*/ 2127533 w 7467600"/>
              <a:gd name="connsiteY570" fmla="*/ 2348380 h 6858000"/>
              <a:gd name="connsiteX571" fmla="*/ 2358080 w 7467600"/>
              <a:gd name="connsiteY571" fmla="*/ 1866134 h 6858000"/>
              <a:gd name="connsiteX572" fmla="*/ 2407436 w 7467600"/>
              <a:gd name="connsiteY572" fmla="*/ 1651070 h 6858000"/>
              <a:gd name="connsiteX573" fmla="*/ 2448558 w 7467600"/>
              <a:gd name="connsiteY573" fmla="*/ 1373435 h 6858000"/>
              <a:gd name="connsiteX574" fmla="*/ 278707 w 7467600"/>
              <a:gd name="connsiteY574" fmla="*/ 1352270 h 6858000"/>
              <a:gd name="connsiteX575" fmla="*/ 321570 w 7467600"/>
              <a:gd name="connsiteY575" fmla="*/ 1861610 h 6858000"/>
              <a:gd name="connsiteX576" fmla="*/ 294281 w 7467600"/>
              <a:gd name="connsiteY576" fmla="*/ 1440658 h 6858000"/>
              <a:gd name="connsiteX577" fmla="*/ 278707 w 7467600"/>
              <a:gd name="connsiteY577" fmla="*/ 1352270 h 6858000"/>
              <a:gd name="connsiteX578" fmla="*/ 1423821 w 7467600"/>
              <a:gd name="connsiteY578" fmla="*/ 1351958 h 6858000"/>
              <a:gd name="connsiteX579" fmla="*/ 1638521 w 7467600"/>
              <a:gd name="connsiteY579" fmla="*/ 1908470 h 6858000"/>
              <a:gd name="connsiteX580" fmla="*/ 1754199 w 7467600"/>
              <a:gd name="connsiteY580" fmla="*/ 2149284 h 6858000"/>
              <a:gd name="connsiteX581" fmla="*/ 1908359 w 7467600"/>
              <a:gd name="connsiteY581" fmla="*/ 2364988 h 6858000"/>
              <a:gd name="connsiteX582" fmla="*/ 1647661 w 7467600"/>
              <a:gd name="connsiteY582" fmla="*/ 1825945 h 6858000"/>
              <a:gd name="connsiteX583" fmla="*/ 1423821 w 7467600"/>
              <a:gd name="connsiteY583" fmla="*/ 1351958 h 6858000"/>
              <a:gd name="connsiteX584" fmla="*/ 1431890 w 7467600"/>
              <a:gd name="connsiteY584" fmla="*/ 1306475 h 6858000"/>
              <a:gd name="connsiteX585" fmla="*/ 1507597 w 7467600"/>
              <a:gd name="connsiteY585" fmla="*/ 1446132 h 6858000"/>
              <a:gd name="connsiteX586" fmla="*/ 1674586 w 7467600"/>
              <a:gd name="connsiteY586" fmla="*/ 1813832 h 6858000"/>
              <a:gd name="connsiteX587" fmla="*/ 1815950 w 7467600"/>
              <a:gd name="connsiteY587" fmla="*/ 2128564 h 6858000"/>
              <a:gd name="connsiteX588" fmla="*/ 1984242 w 7467600"/>
              <a:gd name="connsiteY588" fmla="*/ 2430829 h 6858000"/>
              <a:gd name="connsiteX589" fmla="*/ 2014023 w 7467600"/>
              <a:gd name="connsiteY589" fmla="*/ 2450995 h 6858000"/>
              <a:gd name="connsiteX590" fmla="*/ 1747337 w 7467600"/>
              <a:gd name="connsiteY590" fmla="*/ 1855264 h 6858000"/>
              <a:gd name="connsiteX591" fmla="*/ 1533749 w 7467600"/>
              <a:gd name="connsiteY591" fmla="*/ 1478656 h 6858000"/>
              <a:gd name="connsiteX592" fmla="*/ 1431890 w 7467600"/>
              <a:gd name="connsiteY592" fmla="*/ 1306475 h 6858000"/>
              <a:gd name="connsiteX593" fmla="*/ 5052692 w 7467600"/>
              <a:gd name="connsiteY593" fmla="*/ 1292994 h 6858000"/>
              <a:gd name="connsiteX594" fmla="*/ 5200661 w 7467600"/>
              <a:gd name="connsiteY594" fmla="*/ 1635186 h 6858000"/>
              <a:gd name="connsiteX595" fmla="*/ 5297138 w 7467600"/>
              <a:gd name="connsiteY595" fmla="*/ 1906351 h 6858000"/>
              <a:gd name="connsiteX596" fmla="*/ 5052692 w 7467600"/>
              <a:gd name="connsiteY596" fmla="*/ 1292994 h 6858000"/>
              <a:gd name="connsiteX597" fmla="*/ 5009948 w 7467600"/>
              <a:gd name="connsiteY597" fmla="*/ 1273619 h 6858000"/>
              <a:gd name="connsiteX598" fmla="*/ 5121777 w 7467600"/>
              <a:gd name="connsiteY598" fmla="*/ 1654213 h 6858000"/>
              <a:gd name="connsiteX599" fmla="*/ 5293545 w 7467600"/>
              <a:gd name="connsiteY599" fmla="*/ 2072247 h 6858000"/>
              <a:gd name="connsiteX600" fmla="*/ 5294042 w 7467600"/>
              <a:gd name="connsiteY600" fmla="*/ 2065019 h 6858000"/>
              <a:gd name="connsiteX601" fmla="*/ 5171936 w 7467600"/>
              <a:gd name="connsiteY601" fmla="*/ 1647613 h 6858000"/>
              <a:gd name="connsiteX602" fmla="*/ 5009948 w 7467600"/>
              <a:gd name="connsiteY602" fmla="*/ 1273619 h 6858000"/>
              <a:gd name="connsiteX603" fmla="*/ 655236 w 7467600"/>
              <a:gd name="connsiteY603" fmla="*/ 1268632 h 6858000"/>
              <a:gd name="connsiteX604" fmla="*/ 839521 w 7467600"/>
              <a:gd name="connsiteY604" fmla="*/ 1685315 h 6858000"/>
              <a:gd name="connsiteX605" fmla="*/ 1109416 w 7467600"/>
              <a:gd name="connsiteY605" fmla="*/ 2061663 h 6858000"/>
              <a:gd name="connsiteX606" fmla="*/ 1298300 w 7467600"/>
              <a:gd name="connsiteY606" fmla="*/ 2247742 h 6858000"/>
              <a:gd name="connsiteX607" fmla="*/ 1125871 w 7467600"/>
              <a:gd name="connsiteY607" fmla="*/ 1989513 h 6858000"/>
              <a:gd name="connsiteX608" fmla="*/ 981574 w 7467600"/>
              <a:gd name="connsiteY608" fmla="*/ 1783157 h 6858000"/>
              <a:gd name="connsiteX609" fmla="*/ 922198 w 7467600"/>
              <a:gd name="connsiteY609" fmla="*/ 1677437 h 6858000"/>
              <a:gd name="connsiteX610" fmla="*/ 869293 w 7467600"/>
              <a:gd name="connsiteY610" fmla="*/ 1583214 h 6858000"/>
              <a:gd name="connsiteX611" fmla="*/ 751431 w 7467600"/>
              <a:gd name="connsiteY611" fmla="*/ 1405731 h 6858000"/>
              <a:gd name="connsiteX612" fmla="*/ 655236 w 7467600"/>
              <a:gd name="connsiteY612" fmla="*/ 1268632 h 6858000"/>
              <a:gd name="connsiteX613" fmla="*/ 6516292 w 7467600"/>
              <a:gd name="connsiteY613" fmla="*/ 1263064 h 6858000"/>
              <a:gd name="connsiteX614" fmla="*/ 5736320 w 7467600"/>
              <a:gd name="connsiteY614" fmla="*/ 1501803 h 6858000"/>
              <a:gd name="connsiteX615" fmla="*/ 6516292 w 7467600"/>
              <a:gd name="connsiteY615" fmla="*/ 1263064 h 6858000"/>
              <a:gd name="connsiteX616" fmla="*/ 291466 w 7467600"/>
              <a:gd name="connsiteY616" fmla="*/ 1250369 h 6858000"/>
              <a:gd name="connsiteX617" fmla="*/ 323180 w 7467600"/>
              <a:gd name="connsiteY617" fmla="*/ 1435283 h 6858000"/>
              <a:gd name="connsiteX618" fmla="*/ 349381 w 7467600"/>
              <a:gd name="connsiteY618" fmla="*/ 1875041 h 6858000"/>
              <a:gd name="connsiteX619" fmla="*/ 374363 w 7467600"/>
              <a:gd name="connsiteY619" fmla="*/ 1506494 h 6858000"/>
              <a:gd name="connsiteX620" fmla="*/ 302168 w 7467600"/>
              <a:gd name="connsiteY620" fmla="*/ 1274495 h 6858000"/>
              <a:gd name="connsiteX621" fmla="*/ 291466 w 7467600"/>
              <a:gd name="connsiteY621" fmla="*/ 1250369 h 6858000"/>
              <a:gd name="connsiteX622" fmla="*/ 678222 w 7467600"/>
              <a:gd name="connsiteY622" fmla="*/ 1248670 h 6858000"/>
              <a:gd name="connsiteX623" fmla="*/ 775536 w 7467600"/>
              <a:gd name="connsiteY623" fmla="*/ 1388015 h 6858000"/>
              <a:gd name="connsiteX624" fmla="*/ 894529 w 7467600"/>
              <a:gd name="connsiteY624" fmla="*/ 1567739 h 6858000"/>
              <a:gd name="connsiteX625" fmla="*/ 948000 w 7467600"/>
              <a:gd name="connsiteY625" fmla="*/ 1663088 h 6858000"/>
              <a:gd name="connsiteX626" fmla="*/ 1006812 w 7467600"/>
              <a:gd name="connsiteY626" fmla="*/ 1767683 h 6858000"/>
              <a:gd name="connsiteX627" fmla="*/ 1149133 w 7467600"/>
              <a:gd name="connsiteY627" fmla="*/ 1971513 h 6858000"/>
              <a:gd name="connsiteX628" fmla="*/ 1333952 w 7467600"/>
              <a:gd name="connsiteY628" fmla="*/ 2251620 h 6858000"/>
              <a:gd name="connsiteX629" fmla="*/ 1337329 w 7467600"/>
              <a:gd name="connsiteY629" fmla="*/ 2258350 h 6858000"/>
              <a:gd name="connsiteX630" fmla="*/ 1014726 w 7467600"/>
              <a:gd name="connsiteY630" fmla="*/ 1615556 h 6858000"/>
              <a:gd name="connsiteX631" fmla="*/ 678222 w 7467600"/>
              <a:gd name="connsiteY631" fmla="*/ 1248670 h 6858000"/>
              <a:gd name="connsiteX632" fmla="*/ 6691602 w 7467600"/>
              <a:gd name="connsiteY632" fmla="*/ 1140573 h 6858000"/>
              <a:gd name="connsiteX633" fmla="*/ 6571100 w 7467600"/>
              <a:gd name="connsiteY633" fmla="*/ 1183662 h 6858000"/>
              <a:gd name="connsiteX634" fmla="*/ 6241687 w 7467600"/>
              <a:gd name="connsiteY634" fmla="*/ 1257600 h 6858000"/>
              <a:gd name="connsiteX635" fmla="*/ 5693009 w 7467600"/>
              <a:gd name="connsiteY635" fmla="*/ 1478256 h 6858000"/>
              <a:gd name="connsiteX636" fmla="*/ 6548420 w 7467600"/>
              <a:gd name="connsiteY636" fmla="*/ 1214599 h 6858000"/>
              <a:gd name="connsiteX637" fmla="*/ 6605473 w 7467600"/>
              <a:gd name="connsiteY637" fmla="*/ 1184686 h 6858000"/>
              <a:gd name="connsiteX638" fmla="*/ 6691602 w 7467600"/>
              <a:gd name="connsiteY638" fmla="*/ 1140573 h 6858000"/>
              <a:gd name="connsiteX639" fmla="*/ 4002475 w 7467600"/>
              <a:gd name="connsiteY639" fmla="*/ 1037802 h 6858000"/>
              <a:gd name="connsiteX640" fmla="*/ 4000324 w 7467600"/>
              <a:gd name="connsiteY640" fmla="*/ 1039362 h 6858000"/>
              <a:gd name="connsiteX641" fmla="*/ 4002862 w 7467600"/>
              <a:gd name="connsiteY641" fmla="*/ 1042866 h 6858000"/>
              <a:gd name="connsiteX642" fmla="*/ 4002475 w 7467600"/>
              <a:gd name="connsiteY642" fmla="*/ 1037802 h 6858000"/>
              <a:gd name="connsiteX643" fmla="*/ 506322 w 7467600"/>
              <a:gd name="connsiteY643" fmla="*/ 1020997 h 6858000"/>
              <a:gd name="connsiteX644" fmla="*/ 533068 w 7467600"/>
              <a:gd name="connsiteY644" fmla="*/ 1029409 h 6858000"/>
              <a:gd name="connsiteX645" fmla="*/ 1232525 w 7467600"/>
              <a:gd name="connsiteY645" fmla="*/ 1804675 h 6858000"/>
              <a:gd name="connsiteX646" fmla="*/ 1388858 w 7467600"/>
              <a:gd name="connsiteY646" fmla="*/ 2368011 h 6858000"/>
              <a:gd name="connsiteX647" fmla="*/ 1384098 w 7467600"/>
              <a:gd name="connsiteY647" fmla="*/ 2378125 h 6858000"/>
              <a:gd name="connsiteX648" fmla="*/ 1425393 w 7467600"/>
              <a:gd name="connsiteY648" fmla="*/ 2589124 h 6858000"/>
              <a:gd name="connsiteX649" fmla="*/ 1424001 w 7467600"/>
              <a:gd name="connsiteY649" fmla="*/ 2597541 h 6858000"/>
              <a:gd name="connsiteX650" fmla="*/ 2152729 w 7467600"/>
              <a:gd name="connsiteY650" fmla="*/ 2864487 h 6858000"/>
              <a:gd name="connsiteX651" fmla="*/ 2020609 w 7467600"/>
              <a:gd name="connsiteY651" fmla="*/ 2539671 h 6858000"/>
              <a:gd name="connsiteX652" fmla="*/ 2018920 w 7467600"/>
              <a:gd name="connsiteY652" fmla="*/ 2536309 h 6858000"/>
              <a:gd name="connsiteX653" fmla="*/ 1342441 w 7467600"/>
              <a:gd name="connsiteY653" fmla="*/ 1173017 h 6858000"/>
              <a:gd name="connsiteX654" fmla="*/ 1367925 w 7467600"/>
              <a:gd name="connsiteY654" fmla="*/ 1135648 h 6858000"/>
              <a:gd name="connsiteX655" fmla="*/ 1771401 w 7467600"/>
              <a:gd name="connsiteY655" fmla="*/ 1806673 h 6858000"/>
              <a:gd name="connsiteX656" fmla="*/ 1972385 w 7467600"/>
              <a:gd name="connsiteY656" fmla="*/ 2198735 h 6858000"/>
              <a:gd name="connsiteX657" fmla="*/ 2040892 w 7467600"/>
              <a:gd name="connsiteY657" fmla="*/ 2405205 h 6858000"/>
              <a:gd name="connsiteX658" fmla="*/ 2131689 w 7467600"/>
              <a:gd name="connsiteY658" fmla="*/ 1936926 h 6858000"/>
              <a:gd name="connsiteX659" fmla="*/ 2454820 w 7467600"/>
              <a:gd name="connsiteY659" fmla="*/ 1248808 h 6858000"/>
              <a:gd name="connsiteX660" fmla="*/ 2492512 w 7467600"/>
              <a:gd name="connsiteY660" fmla="*/ 1302920 h 6858000"/>
              <a:gd name="connsiteX661" fmla="*/ 2081216 w 7467600"/>
              <a:gd name="connsiteY661" fmla="*/ 2527513 h 6858000"/>
              <a:gd name="connsiteX662" fmla="*/ 2081211 w 7467600"/>
              <a:gd name="connsiteY662" fmla="*/ 2528916 h 6858000"/>
              <a:gd name="connsiteX663" fmla="*/ 2199067 w 7467600"/>
              <a:gd name="connsiteY663" fmla="*/ 2884061 h 6858000"/>
              <a:gd name="connsiteX664" fmla="*/ 3192586 w 7467600"/>
              <a:gd name="connsiteY664" fmla="*/ 3411496 h 6858000"/>
              <a:gd name="connsiteX665" fmla="*/ 3182620 w 7467600"/>
              <a:gd name="connsiteY665" fmla="*/ 3483279 h 6858000"/>
              <a:gd name="connsiteX666" fmla="*/ 2435119 w 7467600"/>
              <a:gd name="connsiteY666" fmla="*/ 3080173 h 6858000"/>
              <a:gd name="connsiteX667" fmla="*/ 2410152 w 7467600"/>
              <a:gd name="connsiteY667" fmla="*/ 3063751 h 6858000"/>
              <a:gd name="connsiteX668" fmla="*/ 2408099 w 7467600"/>
              <a:gd name="connsiteY668" fmla="*/ 3064403 h 6858000"/>
              <a:gd name="connsiteX669" fmla="*/ 2407218 w 7467600"/>
              <a:gd name="connsiteY669" fmla="*/ 3070324 h 6858000"/>
              <a:gd name="connsiteX670" fmla="*/ 2380138 w 7467600"/>
              <a:gd name="connsiteY670" fmla="*/ 3099341 h 6858000"/>
              <a:gd name="connsiteX671" fmla="*/ 1765923 w 7467600"/>
              <a:gd name="connsiteY671" fmla="*/ 3581043 h 6858000"/>
              <a:gd name="connsiteX672" fmla="*/ 1702258 w 7467600"/>
              <a:gd name="connsiteY672" fmla="*/ 3612286 h 6858000"/>
              <a:gd name="connsiteX673" fmla="*/ 1538370 w 7467600"/>
              <a:gd name="connsiteY673" fmla="*/ 3811804 h 6858000"/>
              <a:gd name="connsiteX674" fmla="*/ 542867 w 7467600"/>
              <a:gd name="connsiteY674" fmla="*/ 4944092 h 6858000"/>
              <a:gd name="connsiteX675" fmla="*/ 515800 w 7467600"/>
              <a:gd name="connsiteY675" fmla="*/ 4862180 h 6858000"/>
              <a:gd name="connsiteX676" fmla="*/ 909145 w 7467600"/>
              <a:gd name="connsiteY676" fmla="*/ 4199225 h 6858000"/>
              <a:gd name="connsiteX677" fmla="*/ 1214067 w 7467600"/>
              <a:gd name="connsiteY677" fmla="*/ 3908561 h 6858000"/>
              <a:gd name="connsiteX678" fmla="*/ 640967 w 7467600"/>
              <a:gd name="connsiteY678" fmla="*/ 4105601 h 6858000"/>
              <a:gd name="connsiteX679" fmla="*/ 112563 w 7467600"/>
              <a:gd name="connsiteY679" fmla="*/ 4396952 h 6858000"/>
              <a:gd name="connsiteX680" fmla="*/ 0 w 7467600"/>
              <a:gd name="connsiteY680" fmla="*/ 4466006 h 6858000"/>
              <a:gd name="connsiteX681" fmla="*/ 0 w 7467600"/>
              <a:gd name="connsiteY681" fmla="*/ 4233763 h 6858000"/>
              <a:gd name="connsiteX682" fmla="*/ 36881 w 7467600"/>
              <a:gd name="connsiteY682" fmla="*/ 4200118 h 6858000"/>
              <a:gd name="connsiteX683" fmla="*/ 910534 w 7467600"/>
              <a:gd name="connsiteY683" fmla="*/ 3629753 h 6858000"/>
              <a:gd name="connsiteX684" fmla="*/ 1578717 w 7467600"/>
              <a:gd name="connsiteY684" fmla="*/ 3575982 h 6858000"/>
              <a:gd name="connsiteX685" fmla="*/ 2338780 w 7467600"/>
              <a:gd name="connsiteY685" fmla="*/ 3033725 h 6858000"/>
              <a:gd name="connsiteX686" fmla="*/ 1807991 w 7467600"/>
              <a:gd name="connsiteY686" fmla="*/ 2807184 h 6858000"/>
              <a:gd name="connsiteX687" fmla="*/ 1416358 w 7467600"/>
              <a:gd name="connsiteY687" fmla="*/ 3112571 h 6858000"/>
              <a:gd name="connsiteX688" fmla="*/ 939066 w 7467600"/>
              <a:gd name="connsiteY688" fmla="*/ 3378798 h 6858000"/>
              <a:gd name="connsiteX689" fmla="*/ 115099 w 7467600"/>
              <a:gd name="connsiteY689" fmla="*/ 3607650 h 6858000"/>
              <a:gd name="connsiteX690" fmla="*/ 97284 w 7467600"/>
              <a:gd name="connsiteY690" fmla="*/ 3520393 h 6858000"/>
              <a:gd name="connsiteX691" fmla="*/ 922050 w 7467600"/>
              <a:gd name="connsiteY691" fmla="*/ 3074867 h 6858000"/>
              <a:gd name="connsiteX692" fmla="*/ 1405265 w 7467600"/>
              <a:gd name="connsiteY692" fmla="*/ 3016319 h 6858000"/>
              <a:gd name="connsiteX693" fmla="*/ 1407512 w 7467600"/>
              <a:gd name="connsiteY693" fmla="*/ 3018001 h 6858000"/>
              <a:gd name="connsiteX694" fmla="*/ 1726266 w 7467600"/>
              <a:gd name="connsiteY694" fmla="*/ 2777274 h 6858000"/>
              <a:gd name="connsiteX695" fmla="*/ 625390 w 7467600"/>
              <a:gd name="connsiteY695" fmla="*/ 2514541 h 6858000"/>
              <a:gd name="connsiteX696" fmla="*/ 619799 w 7467600"/>
              <a:gd name="connsiteY696" fmla="*/ 2527180 h 6858000"/>
              <a:gd name="connsiteX697" fmla="*/ 310030 w 7467600"/>
              <a:gd name="connsiteY697" fmla="*/ 2771818 h 6858000"/>
              <a:gd name="connsiteX698" fmla="*/ 173877 w 7467600"/>
              <a:gd name="connsiteY698" fmla="*/ 2937056 h 6858000"/>
              <a:gd name="connsiteX699" fmla="*/ 77889 w 7467600"/>
              <a:gd name="connsiteY699" fmla="*/ 3138440 h 6858000"/>
              <a:gd name="connsiteX700" fmla="*/ 0 w 7467600"/>
              <a:gd name="connsiteY700" fmla="*/ 3271395 h 6858000"/>
              <a:gd name="connsiteX701" fmla="*/ 0 w 7467600"/>
              <a:gd name="connsiteY701" fmla="*/ 3153002 h 6858000"/>
              <a:gd name="connsiteX702" fmla="*/ 2386 w 7467600"/>
              <a:gd name="connsiteY702" fmla="*/ 3149203 h 6858000"/>
              <a:gd name="connsiteX703" fmla="*/ 89753 w 7467600"/>
              <a:gd name="connsiteY703" fmla="*/ 2987702 h 6858000"/>
              <a:gd name="connsiteX704" fmla="*/ 76869 w 7467600"/>
              <a:gd name="connsiteY704" fmla="*/ 3005404 h 6858000"/>
              <a:gd name="connsiteX705" fmla="*/ 32049 w 7467600"/>
              <a:gd name="connsiteY705" fmla="*/ 3065814 h 6858000"/>
              <a:gd name="connsiteX706" fmla="*/ 0 w 7467600"/>
              <a:gd name="connsiteY706" fmla="*/ 3108744 h 6858000"/>
              <a:gd name="connsiteX707" fmla="*/ 0 w 7467600"/>
              <a:gd name="connsiteY707" fmla="*/ 3058059 h 6858000"/>
              <a:gd name="connsiteX708" fmla="*/ 7610 w 7467600"/>
              <a:gd name="connsiteY708" fmla="*/ 3047889 h 6858000"/>
              <a:gd name="connsiteX709" fmla="*/ 52419 w 7467600"/>
              <a:gd name="connsiteY709" fmla="*/ 2987479 h 6858000"/>
              <a:gd name="connsiteX710" fmla="*/ 59142 w 7467600"/>
              <a:gd name="connsiteY710" fmla="*/ 2978488 h 6858000"/>
              <a:gd name="connsiteX711" fmla="*/ 0 w 7467600"/>
              <a:gd name="connsiteY711" fmla="*/ 3015334 h 6858000"/>
              <a:gd name="connsiteX712" fmla="*/ 0 w 7467600"/>
              <a:gd name="connsiteY712" fmla="*/ 2914286 h 6858000"/>
              <a:gd name="connsiteX713" fmla="*/ 36383 w 7467600"/>
              <a:gd name="connsiteY713" fmla="*/ 2901128 h 6858000"/>
              <a:gd name="connsiteX714" fmla="*/ 156329 w 7467600"/>
              <a:gd name="connsiteY714" fmla="*/ 2840533 h 6858000"/>
              <a:gd name="connsiteX715" fmla="*/ 358355 w 7467600"/>
              <a:gd name="connsiteY715" fmla="*/ 2620471 h 6858000"/>
              <a:gd name="connsiteX716" fmla="*/ 510577 w 7467600"/>
              <a:gd name="connsiteY716" fmla="*/ 2501244 h 6858000"/>
              <a:gd name="connsiteX717" fmla="*/ 211967 w 7467600"/>
              <a:gd name="connsiteY717" fmla="*/ 2479171 h 6858000"/>
              <a:gd name="connsiteX718" fmla="*/ 0 w 7467600"/>
              <a:gd name="connsiteY718" fmla="*/ 2476398 h 6858000"/>
              <a:gd name="connsiteX719" fmla="*/ 0 w 7467600"/>
              <a:gd name="connsiteY719" fmla="*/ 2389189 h 6858000"/>
              <a:gd name="connsiteX720" fmla="*/ 103062 w 7467600"/>
              <a:gd name="connsiteY720" fmla="*/ 2389518 h 6858000"/>
              <a:gd name="connsiteX721" fmla="*/ 510734 w 7467600"/>
              <a:gd name="connsiteY721" fmla="*/ 2416201 h 6858000"/>
              <a:gd name="connsiteX722" fmla="*/ 279257 w 7467600"/>
              <a:gd name="connsiteY722" fmla="*/ 2092102 h 6858000"/>
              <a:gd name="connsiteX723" fmla="*/ 65265 w 7467600"/>
              <a:gd name="connsiteY723" fmla="*/ 2006049 h 6858000"/>
              <a:gd name="connsiteX724" fmla="*/ 0 w 7467600"/>
              <a:gd name="connsiteY724" fmla="*/ 1982532 h 6858000"/>
              <a:gd name="connsiteX725" fmla="*/ 0 w 7467600"/>
              <a:gd name="connsiteY725" fmla="*/ 1912789 h 6858000"/>
              <a:gd name="connsiteX726" fmla="*/ 97460 w 7467600"/>
              <a:gd name="connsiteY726" fmla="*/ 1953725 h 6858000"/>
              <a:gd name="connsiteX727" fmla="*/ 221272 w 7467600"/>
              <a:gd name="connsiteY727" fmla="*/ 1980766 h 6858000"/>
              <a:gd name="connsiteX728" fmla="*/ 116765 w 7467600"/>
              <a:gd name="connsiteY728" fmla="*/ 1911033 h 6858000"/>
              <a:gd name="connsiteX729" fmla="*/ 16405 w 7467600"/>
              <a:gd name="connsiteY729" fmla="*/ 1803412 h 6858000"/>
              <a:gd name="connsiteX730" fmla="*/ 0 w 7467600"/>
              <a:gd name="connsiteY730" fmla="*/ 1784777 h 6858000"/>
              <a:gd name="connsiteX731" fmla="*/ 0 w 7467600"/>
              <a:gd name="connsiteY731" fmla="*/ 1740082 h 6858000"/>
              <a:gd name="connsiteX732" fmla="*/ 39394 w 7467600"/>
              <a:gd name="connsiteY732" fmla="*/ 1784856 h 6858000"/>
              <a:gd name="connsiteX733" fmla="*/ 135813 w 7467600"/>
              <a:gd name="connsiteY733" fmla="*/ 1888838 h 6858000"/>
              <a:gd name="connsiteX734" fmla="*/ 242575 w 7467600"/>
              <a:gd name="connsiteY734" fmla="*/ 1958841 h 6858000"/>
              <a:gd name="connsiteX735" fmla="*/ 82197 w 7467600"/>
              <a:gd name="connsiteY735" fmla="*/ 1754826 h 6858000"/>
              <a:gd name="connsiteX736" fmla="*/ 0 w 7467600"/>
              <a:gd name="connsiteY736" fmla="*/ 1679650 h 6858000"/>
              <a:gd name="connsiteX737" fmla="*/ 0 w 7467600"/>
              <a:gd name="connsiteY737" fmla="*/ 1602463 h 6858000"/>
              <a:gd name="connsiteX738" fmla="*/ 84689 w 7467600"/>
              <a:gd name="connsiteY738" fmla="*/ 1677442 h 6858000"/>
              <a:gd name="connsiteX739" fmla="*/ 298437 w 7467600"/>
              <a:gd name="connsiteY739" fmla="*/ 1968019 h 6858000"/>
              <a:gd name="connsiteX740" fmla="*/ 227269 w 7467600"/>
              <a:gd name="connsiteY740" fmla="*/ 1114064 h 6858000"/>
              <a:gd name="connsiteX741" fmla="*/ 248003 w 7467600"/>
              <a:gd name="connsiteY741" fmla="*/ 1089613 h 6858000"/>
              <a:gd name="connsiteX742" fmla="*/ 427020 w 7467600"/>
              <a:gd name="connsiteY742" fmla="*/ 1619803 h 6858000"/>
              <a:gd name="connsiteX743" fmla="*/ 340345 w 7467600"/>
              <a:gd name="connsiteY743" fmla="*/ 2027739 h 6858000"/>
              <a:gd name="connsiteX744" fmla="*/ 360865 w 7467600"/>
              <a:gd name="connsiteY744" fmla="*/ 2044827 h 6858000"/>
              <a:gd name="connsiteX745" fmla="*/ 560414 w 7467600"/>
              <a:gd name="connsiteY745" fmla="*/ 2421457 h 6858000"/>
              <a:gd name="connsiteX746" fmla="*/ 1359703 w 7467600"/>
              <a:gd name="connsiteY746" fmla="*/ 2578554 h 6858000"/>
              <a:gd name="connsiteX747" fmla="*/ 1359422 w 7467600"/>
              <a:gd name="connsiteY747" fmla="*/ 2577994 h 6858000"/>
              <a:gd name="connsiteX748" fmla="*/ 828701 w 7467600"/>
              <a:gd name="connsiteY748" fmla="*/ 1839520 h 6858000"/>
              <a:gd name="connsiteX749" fmla="*/ 494427 w 7467600"/>
              <a:gd name="connsiteY749" fmla="*/ 1092333 h 6858000"/>
              <a:gd name="connsiteX750" fmla="*/ 506322 w 7467600"/>
              <a:gd name="connsiteY750" fmla="*/ 1020997 h 6858000"/>
              <a:gd name="connsiteX751" fmla="*/ 4570198 w 7467600"/>
              <a:gd name="connsiteY751" fmla="*/ 978081 h 6858000"/>
              <a:gd name="connsiteX752" fmla="*/ 4523691 w 7467600"/>
              <a:gd name="connsiteY752" fmla="*/ 1127776 h 6858000"/>
              <a:gd name="connsiteX753" fmla="*/ 4509875 w 7467600"/>
              <a:gd name="connsiteY753" fmla="*/ 1167552 h 6858000"/>
              <a:gd name="connsiteX754" fmla="*/ 4478168 w 7467600"/>
              <a:gd name="connsiteY754" fmla="*/ 1260735 h 6858000"/>
              <a:gd name="connsiteX755" fmla="*/ 4409309 w 7467600"/>
              <a:gd name="connsiteY755" fmla="*/ 1666996 h 6858000"/>
              <a:gd name="connsiteX756" fmla="*/ 4370031 w 7467600"/>
              <a:gd name="connsiteY756" fmla="*/ 1955666 h 6858000"/>
              <a:gd name="connsiteX757" fmla="*/ 4570198 w 7467600"/>
              <a:gd name="connsiteY757" fmla="*/ 978081 h 6858000"/>
              <a:gd name="connsiteX758" fmla="*/ 4557898 w 7467600"/>
              <a:gd name="connsiteY758" fmla="*/ 900011 h 6858000"/>
              <a:gd name="connsiteX759" fmla="*/ 4344840 w 7467600"/>
              <a:gd name="connsiteY759" fmla="*/ 1922038 h 6858000"/>
              <a:gd name="connsiteX760" fmla="*/ 4378710 w 7467600"/>
              <a:gd name="connsiteY760" fmla="*/ 1665516 h 6858000"/>
              <a:gd name="connsiteX761" fmla="*/ 4448798 w 7467600"/>
              <a:gd name="connsiteY761" fmla="*/ 1253024 h 6858000"/>
              <a:gd name="connsiteX762" fmla="*/ 4480315 w 7467600"/>
              <a:gd name="connsiteY762" fmla="*/ 1158454 h 6858000"/>
              <a:gd name="connsiteX763" fmla="*/ 4494133 w 7467600"/>
              <a:gd name="connsiteY763" fmla="*/ 1118676 h 6858000"/>
              <a:gd name="connsiteX764" fmla="*/ 4557898 w 7467600"/>
              <a:gd name="connsiteY764" fmla="*/ 900011 h 6858000"/>
              <a:gd name="connsiteX765" fmla="*/ 5870151 w 7467600"/>
              <a:gd name="connsiteY765" fmla="*/ 898890 h 6858000"/>
              <a:gd name="connsiteX766" fmla="*/ 5861335 w 7467600"/>
              <a:gd name="connsiteY766" fmla="*/ 899177 h 6858000"/>
              <a:gd name="connsiteX767" fmla="*/ 5843702 w 7467600"/>
              <a:gd name="connsiteY767" fmla="*/ 899748 h 6858000"/>
              <a:gd name="connsiteX768" fmla="*/ 5651107 w 7467600"/>
              <a:gd name="connsiteY768" fmla="*/ 920306 h 6858000"/>
              <a:gd name="connsiteX769" fmla="*/ 5459407 w 7467600"/>
              <a:gd name="connsiteY769" fmla="*/ 940975 h 6858000"/>
              <a:gd name="connsiteX770" fmla="*/ 5374846 w 7467600"/>
              <a:gd name="connsiteY770" fmla="*/ 941988 h 6858000"/>
              <a:gd name="connsiteX771" fmla="*/ 5256105 w 7467600"/>
              <a:gd name="connsiteY771" fmla="*/ 945632 h 6858000"/>
              <a:gd name="connsiteX772" fmla="*/ 5107071 w 7467600"/>
              <a:gd name="connsiteY772" fmla="*/ 969720 h 6858000"/>
              <a:gd name="connsiteX773" fmla="*/ 4998681 w 7467600"/>
              <a:gd name="connsiteY773" fmla="*/ 988771 h 6858000"/>
              <a:gd name="connsiteX774" fmla="*/ 5870151 w 7467600"/>
              <a:gd name="connsiteY774" fmla="*/ 898890 h 6858000"/>
              <a:gd name="connsiteX775" fmla="*/ 5504425 w 7467600"/>
              <a:gd name="connsiteY775" fmla="*/ 848067 h 6858000"/>
              <a:gd name="connsiteX776" fmla="*/ 4968849 w 7467600"/>
              <a:gd name="connsiteY776" fmla="*/ 962318 h 6858000"/>
              <a:gd name="connsiteX777" fmla="*/ 5104039 w 7467600"/>
              <a:gd name="connsiteY777" fmla="*/ 940634 h 6858000"/>
              <a:gd name="connsiteX778" fmla="*/ 5256311 w 7467600"/>
              <a:gd name="connsiteY778" fmla="*/ 916490 h 6858000"/>
              <a:gd name="connsiteX779" fmla="*/ 5377381 w 7467600"/>
              <a:gd name="connsiteY779" fmla="*/ 912671 h 6858000"/>
              <a:gd name="connsiteX780" fmla="*/ 5460148 w 7467600"/>
              <a:gd name="connsiteY780" fmla="*/ 911442 h 6858000"/>
              <a:gd name="connsiteX781" fmla="*/ 5648971 w 7467600"/>
              <a:gd name="connsiteY781" fmla="*/ 891331 h 6858000"/>
              <a:gd name="connsiteX782" fmla="*/ 5844807 w 7467600"/>
              <a:gd name="connsiteY782" fmla="*/ 870718 h 6858000"/>
              <a:gd name="connsiteX783" fmla="*/ 5862975 w 7467600"/>
              <a:gd name="connsiteY783" fmla="*/ 869756 h 6858000"/>
              <a:gd name="connsiteX784" fmla="*/ 5920887 w 7467600"/>
              <a:gd name="connsiteY784" fmla="*/ 865929 h 6858000"/>
              <a:gd name="connsiteX785" fmla="*/ 5504425 w 7467600"/>
              <a:gd name="connsiteY785" fmla="*/ 848067 h 6858000"/>
              <a:gd name="connsiteX786" fmla="*/ 3607114 w 7467600"/>
              <a:gd name="connsiteY786" fmla="*/ 467441 h 6858000"/>
              <a:gd name="connsiteX787" fmla="*/ 3296242 w 7467600"/>
              <a:gd name="connsiteY787" fmla="*/ 807991 h 6858000"/>
              <a:gd name="connsiteX788" fmla="*/ 3174674 w 7467600"/>
              <a:gd name="connsiteY788" fmla="*/ 919759 h 6858000"/>
              <a:gd name="connsiteX789" fmla="*/ 3042978 w 7467600"/>
              <a:gd name="connsiteY789" fmla="*/ 1054894 h 6858000"/>
              <a:gd name="connsiteX790" fmla="*/ 2968914 w 7467600"/>
              <a:gd name="connsiteY790" fmla="*/ 1133756 h 6858000"/>
              <a:gd name="connsiteX791" fmla="*/ 3103823 w 7467600"/>
              <a:gd name="connsiteY791" fmla="*/ 1026814 h 6858000"/>
              <a:gd name="connsiteX792" fmla="*/ 3607114 w 7467600"/>
              <a:gd name="connsiteY792" fmla="*/ 467441 h 6858000"/>
              <a:gd name="connsiteX793" fmla="*/ 3744487 w 7467600"/>
              <a:gd name="connsiteY793" fmla="*/ 383136 h 6858000"/>
              <a:gd name="connsiteX794" fmla="*/ 3970213 w 7467600"/>
              <a:gd name="connsiteY794" fmla="*/ 995559 h 6858000"/>
              <a:gd name="connsiteX795" fmla="*/ 3744487 w 7467600"/>
              <a:gd name="connsiteY795" fmla="*/ 383136 h 6858000"/>
              <a:gd name="connsiteX796" fmla="*/ 3624562 w 7467600"/>
              <a:gd name="connsiteY796" fmla="*/ 367041 h 6858000"/>
              <a:gd name="connsiteX797" fmla="*/ 3489712 w 7467600"/>
              <a:gd name="connsiteY797" fmla="*/ 485386 h 6858000"/>
              <a:gd name="connsiteX798" fmla="*/ 3182994 w 7467600"/>
              <a:gd name="connsiteY798" fmla="*/ 828265 h 6858000"/>
              <a:gd name="connsiteX799" fmla="*/ 2892114 w 7467600"/>
              <a:gd name="connsiteY799" fmla="*/ 1172635 h 6858000"/>
              <a:gd name="connsiteX800" fmla="*/ 3021459 w 7467600"/>
              <a:gd name="connsiteY800" fmla="*/ 1035385 h 6858000"/>
              <a:gd name="connsiteX801" fmla="*/ 3153873 w 7467600"/>
              <a:gd name="connsiteY801" fmla="*/ 898971 h 6858000"/>
              <a:gd name="connsiteX802" fmla="*/ 3276511 w 7467600"/>
              <a:gd name="connsiteY802" fmla="*/ 786423 h 6858000"/>
              <a:gd name="connsiteX803" fmla="*/ 3584154 w 7467600"/>
              <a:gd name="connsiteY803" fmla="*/ 448218 h 6858000"/>
              <a:gd name="connsiteX804" fmla="*/ 3624562 w 7467600"/>
              <a:gd name="connsiteY804" fmla="*/ 367041 h 6858000"/>
              <a:gd name="connsiteX805" fmla="*/ 3766672 w 7467600"/>
              <a:gd name="connsiteY805" fmla="*/ 359429 h 6858000"/>
              <a:gd name="connsiteX806" fmla="*/ 3996338 w 7467600"/>
              <a:gd name="connsiteY806" fmla="*/ 968237 h 6858000"/>
              <a:gd name="connsiteX807" fmla="*/ 3766672 w 7467600"/>
              <a:gd name="connsiteY807" fmla="*/ 359429 h 6858000"/>
              <a:gd name="connsiteX808" fmla="*/ 5805386 w 7467600"/>
              <a:gd name="connsiteY808" fmla="*/ 239240 h 6858000"/>
              <a:gd name="connsiteX809" fmla="*/ 5736947 w 7467600"/>
              <a:gd name="connsiteY809" fmla="*/ 261367 h 6858000"/>
              <a:gd name="connsiteX810" fmla="*/ 5427012 w 7467600"/>
              <a:gd name="connsiteY810" fmla="*/ 311272 h 6858000"/>
              <a:gd name="connsiteX811" fmla="*/ 5147818 w 7467600"/>
              <a:gd name="connsiteY811" fmla="*/ 322112 h 6858000"/>
              <a:gd name="connsiteX812" fmla="*/ 5060854 w 7467600"/>
              <a:gd name="connsiteY812" fmla="*/ 311882 h 6858000"/>
              <a:gd name="connsiteX813" fmla="*/ 4945989 w 7467600"/>
              <a:gd name="connsiteY813" fmla="*/ 300516 h 6858000"/>
              <a:gd name="connsiteX814" fmla="*/ 5410479 w 7467600"/>
              <a:gd name="connsiteY814" fmla="*/ 348434 h 6858000"/>
              <a:gd name="connsiteX815" fmla="*/ 5805386 w 7467600"/>
              <a:gd name="connsiteY815" fmla="*/ 239240 h 6858000"/>
              <a:gd name="connsiteX816" fmla="*/ 5905192 w 7467600"/>
              <a:gd name="connsiteY816" fmla="*/ 163079 h 6858000"/>
              <a:gd name="connsiteX817" fmla="*/ 5865655 w 7467600"/>
              <a:gd name="connsiteY817" fmla="*/ 171901 h 6858000"/>
              <a:gd name="connsiteX818" fmla="*/ 5259740 w 7467600"/>
              <a:gd name="connsiteY818" fmla="*/ 257013 h 6858000"/>
              <a:gd name="connsiteX819" fmla="*/ 5208466 w 7467600"/>
              <a:gd name="connsiteY819" fmla="*/ 257550 h 6858000"/>
              <a:gd name="connsiteX820" fmla="*/ 4980204 w 7467600"/>
              <a:gd name="connsiteY820" fmla="*/ 271903 h 6858000"/>
              <a:gd name="connsiteX821" fmla="*/ 5068068 w 7467600"/>
              <a:gd name="connsiteY821" fmla="*/ 282244 h 6858000"/>
              <a:gd name="connsiteX822" fmla="*/ 5153231 w 7467600"/>
              <a:gd name="connsiteY822" fmla="*/ 292240 h 6858000"/>
              <a:gd name="connsiteX823" fmla="*/ 5426491 w 7467600"/>
              <a:gd name="connsiteY823" fmla="*/ 281128 h 6858000"/>
              <a:gd name="connsiteX824" fmla="*/ 5731212 w 7467600"/>
              <a:gd name="connsiteY824" fmla="*/ 231951 h 6858000"/>
              <a:gd name="connsiteX825" fmla="*/ 5905192 w 7467600"/>
              <a:gd name="connsiteY825" fmla="*/ 163079 h 6858000"/>
              <a:gd name="connsiteX826" fmla="*/ 5944437 w 7467600"/>
              <a:gd name="connsiteY826" fmla="*/ 113829 h 6858000"/>
              <a:gd name="connsiteX827" fmla="*/ 5825032 w 7467600"/>
              <a:gd name="connsiteY827" fmla="*/ 146405 h 6858000"/>
              <a:gd name="connsiteX828" fmla="*/ 4955599 w 7467600"/>
              <a:gd name="connsiteY828" fmla="*/ 247008 h 6858000"/>
              <a:gd name="connsiteX829" fmla="*/ 5210104 w 7467600"/>
              <a:gd name="connsiteY829" fmla="*/ 228123 h 6858000"/>
              <a:gd name="connsiteX830" fmla="*/ 5261015 w 7467600"/>
              <a:gd name="connsiteY830" fmla="*/ 227087 h 6858000"/>
              <a:gd name="connsiteX831" fmla="*/ 5861181 w 7467600"/>
              <a:gd name="connsiteY831" fmla="*/ 143093 h 6858000"/>
              <a:gd name="connsiteX832" fmla="*/ 5961252 w 7467600"/>
              <a:gd name="connsiteY832" fmla="*/ 114820 h 6858000"/>
              <a:gd name="connsiteX833" fmla="*/ 5944437 w 7467600"/>
              <a:gd name="connsiteY833" fmla="*/ 113829 h 6858000"/>
              <a:gd name="connsiteX834" fmla="*/ 3882765 w 7467600"/>
              <a:gd name="connsiteY834" fmla="*/ 0 h 6858000"/>
              <a:gd name="connsiteX835" fmla="*/ 3995099 w 7467600"/>
              <a:gd name="connsiteY835" fmla="*/ 0 h 6858000"/>
              <a:gd name="connsiteX836" fmla="*/ 4163818 w 7467600"/>
              <a:gd name="connsiteY836" fmla="*/ 234104 h 6858000"/>
              <a:gd name="connsiteX837" fmla="*/ 4172099 w 7467600"/>
              <a:gd name="connsiteY837" fmla="*/ 234207 h 6858000"/>
              <a:gd name="connsiteX838" fmla="*/ 4784282 w 7467600"/>
              <a:gd name="connsiteY838" fmla="*/ 276561 h 6858000"/>
              <a:gd name="connsiteX839" fmla="*/ 4801687 w 7467600"/>
              <a:gd name="connsiteY839" fmla="*/ 267764 h 6858000"/>
              <a:gd name="connsiteX840" fmla="*/ 6082788 w 7467600"/>
              <a:gd name="connsiteY840" fmla="*/ 64119 h 6858000"/>
              <a:gd name="connsiteX841" fmla="*/ 6099442 w 7467600"/>
              <a:gd name="connsiteY841" fmla="*/ 82568 h 6858000"/>
              <a:gd name="connsiteX842" fmla="*/ 4804137 w 7467600"/>
              <a:gd name="connsiteY842" fmla="*/ 320931 h 6858000"/>
              <a:gd name="connsiteX843" fmla="*/ 4227047 w 7467600"/>
              <a:gd name="connsiteY843" fmla="*/ 313415 h 6858000"/>
              <a:gd name="connsiteX844" fmla="*/ 4346041 w 7467600"/>
              <a:gd name="connsiteY844" fmla="*/ 456086 h 6858000"/>
              <a:gd name="connsiteX845" fmla="*/ 4870967 w 7467600"/>
              <a:gd name="connsiteY845" fmla="*/ 963061 h 6858000"/>
              <a:gd name="connsiteX846" fmla="*/ 4889647 w 7467600"/>
              <a:gd name="connsiteY846" fmla="*/ 957147 h 6858000"/>
              <a:gd name="connsiteX847" fmla="*/ 5422504 w 7467600"/>
              <a:gd name="connsiteY847" fmla="*/ 805191 h 6858000"/>
              <a:gd name="connsiteX848" fmla="*/ 6087656 w 7467600"/>
              <a:gd name="connsiteY848" fmla="*/ 826703 h 6858000"/>
              <a:gd name="connsiteX849" fmla="*/ 6058717 w 7467600"/>
              <a:gd name="connsiteY849" fmla="*/ 865992 h 6858000"/>
              <a:gd name="connsiteX850" fmla="*/ 4974153 w 7467600"/>
              <a:gd name="connsiteY850" fmla="*/ 1045456 h 6858000"/>
              <a:gd name="connsiteX851" fmla="*/ 5627835 w 7467600"/>
              <a:gd name="connsiteY851" fmla="*/ 1472077 h 6858000"/>
              <a:gd name="connsiteX852" fmla="*/ 5629817 w 7467600"/>
              <a:gd name="connsiteY852" fmla="*/ 1471412 h 6858000"/>
              <a:gd name="connsiteX853" fmla="*/ 5634124 w 7467600"/>
              <a:gd name="connsiteY853" fmla="*/ 1470572 h 6858000"/>
              <a:gd name="connsiteX854" fmla="*/ 5755832 w 7467600"/>
              <a:gd name="connsiteY854" fmla="*/ 1383886 h 6858000"/>
              <a:gd name="connsiteX855" fmla="*/ 6014186 w 7467600"/>
              <a:gd name="connsiteY855" fmla="*/ 1279799 h 6858000"/>
              <a:gd name="connsiteX856" fmla="*/ 6901619 w 7467600"/>
              <a:gd name="connsiteY856" fmla="*/ 1047874 h 6858000"/>
              <a:gd name="connsiteX857" fmla="*/ 6931566 w 7467600"/>
              <a:gd name="connsiteY857" fmla="*/ 1062034 h 6858000"/>
              <a:gd name="connsiteX858" fmla="*/ 5790982 w 7467600"/>
              <a:gd name="connsiteY858" fmla="*/ 1561380 h 6858000"/>
              <a:gd name="connsiteX859" fmla="*/ 6188971 w 7467600"/>
              <a:gd name="connsiteY859" fmla="*/ 1755168 h 6858000"/>
              <a:gd name="connsiteX860" fmla="*/ 6202446 w 7467600"/>
              <a:gd name="connsiteY860" fmla="*/ 1752268 h 6858000"/>
              <a:gd name="connsiteX861" fmla="*/ 7179560 w 7467600"/>
              <a:gd name="connsiteY861" fmla="*/ 1467551 h 6858000"/>
              <a:gd name="connsiteX862" fmla="*/ 7158730 w 7467600"/>
              <a:gd name="connsiteY862" fmla="*/ 1507835 h 6858000"/>
              <a:gd name="connsiteX863" fmla="*/ 6326959 w 7467600"/>
              <a:gd name="connsiteY863" fmla="*/ 1817686 h 6858000"/>
              <a:gd name="connsiteX864" fmla="*/ 6537433 w 7467600"/>
              <a:gd name="connsiteY864" fmla="*/ 1907790 h 6858000"/>
              <a:gd name="connsiteX865" fmla="*/ 6550221 w 7467600"/>
              <a:gd name="connsiteY865" fmla="*/ 1910729 h 6858000"/>
              <a:gd name="connsiteX866" fmla="*/ 6964438 w 7467600"/>
              <a:gd name="connsiteY866" fmla="*/ 2209505 h 6858000"/>
              <a:gd name="connsiteX867" fmla="*/ 7367862 w 7467600"/>
              <a:gd name="connsiteY867" fmla="*/ 2806833 h 6858000"/>
              <a:gd name="connsiteX868" fmla="*/ 7364329 w 7467600"/>
              <a:gd name="connsiteY868" fmla="*/ 2826907 h 6858000"/>
              <a:gd name="connsiteX869" fmla="*/ 7290545 w 7467600"/>
              <a:gd name="connsiteY869" fmla="*/ 2850663 h 6858000"/>
              <a:gd name="connsiteX870" fmla="*/ 6472036 w 7467600"/>
              <a:gd name="connsiteY870" fmla="*/ 1959003 h 6858000"/>
              <a:gd name="connsiteX871" fmla="*/ 5792897 w 7467600"/>
              <a:gd name="connsiteY871" fmla="*/ 1647747 h 6858000"/>
              <a:gd name="connsiteX872" fmla="*/ 5842751 w 7467600"/>
              <a:gd name="connsiteY872" fmla="*/ 1816112 h 6858000"/>
              <a:gd name="connsiteX873" fmla="*/ 5847424 w 7467600"/>
              <a:gd name="connsiteY873" fmla="*/ 1815776 h 6858000"/>
              <a:gd name="connsiteX874" fmla="*/ 6399821 w 7467600"/>
              <a:gd name="connsiteY874" fmla="*/ 2344799 h 6858000"/>
              <a:gd name="connsiteX875" fmla="*/ 6323232 w 7467600"/>
              <a:gd name="connsiteY875" fmla="*/ 2389634 h 6858000"/>
              <a:gd name="connsiteX876" fmla="*/ 5942958 w 7467600"/>
              <a:gd name="connsiteY876" fmla="*/ 2077708 h 6858000"/>
              <a:gd name="connsiteX877" fmla="*/ 5921559 w 7467600"/>
              <a:gd name="connsiteY877" fmla="*/ 2378596 h 6858000"/>
              <a:gd name="connsiteX878" fmla="*/ 5817651 w 7467600"/>
              <a:gd name="connsiteY878" fmla="*/ 3023919 h 6858000"/>
              <a:gd name="connsiteX879" fmla="*/ 5729634 w 7467600"/>
              <a:gd name="connsiteY879" fmla="*/ 3051849 h 6858000"/>
              <a:gd name="connsiteX880" fmla="*/ 5611018 w 7467600"/>
              <a:gd name="connsiteY880" fmla="*/ 2316769 h 6858000"/>
              <a:gd name="connsiteX881" fmla="*/ 5687608 w 7467600"/>
              <a:gd name="connsiteY881" fmla="*/ 2039972 h 6858000"/>
              <a:gd name="connsiteX882" fmla="*/ 5657554 w 7467600"/>
              <a:gd name="connsiteY882" fmla="*/ 1576445 h 6858000"/>
              <a:gd name="connsiteX883" fmla="*/ 5150475 w 7467600"/>
              <a:gd name="connsiteY883" fmla="*/ 1274012 h 6858000"/>
              <a:gd name="connsiteX884" fmla="*/ 5349142 w 7467600"/>
              <a:gd name="connsiteY884" fmla="*/ 2204405 h 6858000"/>
              <a:gd name="connsiteX885" fmla="*/ 5262214 w 7467600"/>
              <a:gd name="connsiteY885" fmla="*/ 2233836 h 6858000"/>
              <a:gd name="connsiteX886" fmla="*/ 4981539 w 7467600"/>
              <a:gd name="connsiteY886" fmla="*/ 1542201 h 6858000"/>
              <a:gd name="connsiteX887" fmla="*/ 4958461 w 7467600"/>
              <a:gd name="connsiteY887" fmla="*/ 1136957 h 6858000"/>
              <a:gd name="connsiteX888" fmla="*/ 4655015 w 7467600"/>
              <a:gd name="connsiteY888" fmla="*/ 891426 h 6858000"/>
              <a:gd name="connsiteX889" fmla="*/ 4348002 w 7467600"/>
              <a:gd name="connsiteY889" fmla="*/ 2205895 h 6858000"/>
              <a:gd name="connsiteX890" fmla="*/ 4262250 w 7467600"/>
              <a:gd name="connsiteY890" fmla="*/ 2219972 h 6858000"/>
              <a:gd name="connsiteX891" fmla="*/ 4550611 w 7467600"/>
              <a:gd name="connsiteY891" fmla="*/ 817540 h 6858000"/>
              <a:gd name="connsiteX892" fmla="*/ 4564418 w 7467600"/>
              <a:gd name="connsiteY892" fmla="*/ 808293 h 6858000"/>
              <a:gd name="connsiteX893" fmla="*/ 4266388 w 7467600"/>
              <a:gd name="connsiteY893" fmla="*/ 500083 h 6858000"/>
              <a:gd name="connsiteX894" fmla="*/ 4032842 w 7467600"/>
              <a:gd name="connsiteY894" fmla="*/ 211809 h 6858000"/>
              <a:gd name="connsiteX895" fmla="*/ 3882765 w 7467600"/>
              <a:gd name="connsiteY895" fmla="*/ 0 h 6858000"/>
              <a:gd name="connsiteX896" fmla="*/ 3721337 w 7467600"/>
              <a:gd name="connsiteY896" fmla="*/ 0 h 6858000"/>
              <a:gd name="connsiteX897" fmla="*/ 3797544 w 7467600"/>
              <a:gd name="connsiteY897" fmla="*/ 0 h 6858000"/>
              <a:gd name="connsiteX898" fmla="*/ 3775734 w 7467600"/>
              <a:gd name="connsiteY898" fmla="*/ 95131 h 6858000"/>
              <a:gd name="connsiteX899" fmla="*/ 3724807 w 7467600"/>
              <a:gd name="connsiteY899" fmla="*/ 272257 h 6858000"/>
              <a:gd name="connsiteX900" fmla="*/ 3726844 w 7467600"/>
              <a:gd name="connsiteY900" fmla="*/ 282988 h 6858000"/>
              <a:gd name="connsiteX901" fmla="*/ 3742664 w 7467600"/>
              <a:gd name="connsiteY901" fmla="*/ 279918 h 6858000"/>
              <a:gd name="connsiteX902" fmla="*/ 4103910 w 7467600"/>
              <a:gd name="connsiteY902" fmla="*/ 1161917 h 6858000"/>
              <a:gd name="connsiteX903" fmla="*/ 4020269 w 7467600"/>
              <a:gd name="connsiteY903" fmla="*/ 1200406 h 6858000"/>
              <a:gd name="connsiteX904" fmla="*/ 3674882 w 7467600"/>
              <a:gd name="connsiteY904" fmla="*/ 488524 h 6858000"/>
              <a:gd name="connsiteX905" fmla="*/ 3132682 w 7467600"/>
              <a:gd name="connsiteY905" fmla="*/ 1072284 h 6858000"/>
              <a:gd name="connsiteX906" fmla="*/ 2716346 w 7467600"/>
              <a:gd name="connsiteY906" fmla="*/ 1276376 h 6858000"/>
              <a:gd name="connsiteX907" fmla="*/ 2716772 w 7467600"/>
              <a:gd name="connsiteY907" fmla="*/ 1255462 h 6858000"/>
              <a:gd name="connsiteX908" fmla="*/ 3471096 w 7467600"/>
              <a:gd name="connsiteY908" fmla="*/ 437072 h 6858000"/>
              <a:gd name="connsiteX909" fmla="*/ 3639057 w 7467600"/>
              <a:gd name="connsiteY909" fmla="*/ 286334 h 6858000"/>
              <a:gd name="connsiteX910" fmla="*/ 3640309 w 7467600"/>
              <a:gd name="connsiteY910" fmla="*/ 284664 h 6858000"/>
              <a:gd name="connsiteX911" fmla="*/ 3646022 w 7467600"/>
              <a:gd name="connsiteY911" fmla="*/ 276711 h 6858000"/>
              <a:gd name="connsiteX912" fmla="*/ 3707943 w 7467600"/>
              <a:gd name="connsiteY912" fmla="*/ 65958 h 6858000"/>
              <a:gd name="connsiteX913" fmla="*/ 3721337 w 7467600"/>
              <a:gd name="connsiteY913" fmla="*/ 0 h 6858000"/>
              <a:gd name="connsiteX914" fmla="*/ 2867960 w 7467600"/>
              <a:gd name="connsiteY914" fmla="*/ 0 h 6858000"/>
              <a:gd name="connsiteX915" fmla="*/ 2926351 w 7467600"/>
              <a:gd name="connsiteY915" fmla="*/ 0 h 6858000"/>
              <a:gd name="connsiteX916" fmla="*/ 2902823 w 7467600"/>
              <a:gd name="connsiteY916" fmla="*/ 262929 h 6858000"/>
              <a:gd name="connsiteX917" fmla="*/ 2940663 w 7467600"/>
              <a:gd name="connsiteY917" fmla="*/ 140884 h 6858000"/>
              <a:gd name="connsiteX918" fmla="*/ 2947039 w 7467600"/>
              <a:gd name="connsiteY918" fmla="*/ 122524 h 6858000"/>
              <a:gd name="connsiteX919" fmla="*/ 2984316 w 7467600"/>
              <a:gd name="connsiteY919" fmla="*/ 0 h 6858000"/>
              <a:gd name="connsiteX920" fmla="*/ 3016114 w 7467600"/>
              <a:gd name="connsiteY920" fmla="*/ 0 h 6858000"/>
              <a:gd name="connsiteX921" fmla="*/ 2979949 w 7467600"/>
              <a:gd name="connsiteY921" fmla="*/ 119274 h 6858000"/>
              <a:gd name="connsiteX922" fmla="*/ 3023879 w 7467600"/>
              <a:gd name="connsiteY922" fmla="*/ 0 h 6858000"/>
              <a:gd name="connsiteX923" fmla="*/ 3105400 w 7467600"/>
              <a:gd name="connsiteY923" fmla="*/ 0 h 6858000"/>
              <a:gd name="connsiteX924" fmla="*/ 3094669 w 7467600"/>
              <a:gd name="connsiteY924" fmla="*/ 30308 h 6858000"/>
              <a:gd name="connsiteX925" fmla="*/ 2901945 w 7467600"/>
              <a:gd name="connsiteY925" fmla="*/ 466538 h 6858000"/>
              <a:gd name="connsiteX926" fmla="*/ 2815209 w 7467600"/>
              <a:gd name="connsiteY926" fmla="*/ 497361 h 6858000"/>
              <a:gd name="connsiteX927" fmla="*/ 2844845 w 7467600"/>
              <a:gd name="connsiteY927" fmla="*/ 127638 h 6858000"/>
              <a:gd name="connsiteX928" fmla="*/ 2867960 w 7467600"/>
              <a:gd name="connsiteY928" fmla="*/ 0 h 6858000"/>
              <a:gd name="connsiteX929" fmla="*/ 1057230 w 7467600"/>
              <a:gd name="connsiteY929" fmla="*/ 0 h 6858000"/>
              <a:gd name="connsiteX930" fmla="*/ 1111003 w 7467600"/>
              <a:gd name="connsiteY930" fmla="*/ 0 h 6858000"/>
              <a:gd name="connsiteX931" fmla="*/ 1125553 w 7467600"/>
              <a:gd name="connsiteY931" fmla="*/ 52588 h 6858000"/>
              <a:gd name="connsiteX932" fmla="*/ 1304276 w 7467600"/>
              <a:gd name="connsiteY932" fmla="*/ 476275 h 6858000"/>
              <a:gd name="connsiteX933" fmla="*/ 1492066 w 7467600"/>
              <a:gd name="connsiteY933" fmla="*/ 886333 h 6858000"/>
              <a:gd name="connsiteX934" fmla="*/ 1423698 w 7467600"/>
              <a:gd name="connsiteY934" fmla="*/ 710817 h 6858000"/>
              <a:gd name="connsiteX935" fmla="*/ 1357609 w 7467600"/>
              <a:gd name="connsiteY935" fmla="*/ 532892 h 6858000"/>
              <a:gd name="connsiteX936" fmla="*/ 1309550 w 7467600"/>
              <a:gd name="connsiteY936" fmla="*/ 374031 h 6858000"/>
              <a:gd name="connsiteX937" fmla="*/ 1193673 w 7467600"/>
              <a:gd name="connsiteY937" fmla="*/ 49533 h 6858000"/>
              <a:gd name="connsiteX938" fmla="*/ 1164391 w 7467600"/>
              <a:gd name="connsiteY938" fmla="*/ 0 h 6858000"/>
              <a:gd name="connsiteX939" fmla="*/ 1200666 w 7467600"/>
              <a:gd name="connsiteY939" fmla="*/ 0 h 6858000"/>
              <a:gd name="connsiteX940" fmla="*/ 1223408 w 7467600"/>
              <a:gd name="connsiteY940" fmla="*/ 38996 h 6858000"/>
              <a:gd name="connsiteX941" fmla="*/ 1339635 w 7467600"/>
              <a:gd name="connsiteY941" fmla="*/ 365517 h 6858000"/>
              <a:gd name="connsiteX942" fmla="*/ 1387469 w 7467600"/>
              <a:gd name="connsiteY942" fmla="*/ 523079 h 6858000"/>
              <a:gd name="connsiteX943" fmla="*/ 1452685 w 7467600"/>
              <a:gd name="connsiteY943" fmla="*/ 699806 h 6858000"/>
              <a:gd name="connsiteX944" fmla="*/ 1492092 w 7467600"/>
              <a:gd name="connsiteY944" fmla="*/ 800424 h 6858000"/>
              <a:gd name="connsiteX945" fmla="*/ 1455302 w 7467600"/>
              <a:gd name="connsiteY945" fmla="*/ 632913 h 6858000"/>
              <a:gd name="connsiteX946" fmla="*/ 1222336 w 7467600"/>
              <a:gd name="connsiteY946" fmla="*/ 9480 h 6858000"/>
              <a:gd name="connsiteX947" fmla="*/ 1214634 w 7467600"/>
              <a:gd name="connsiteY947" fmla="*/ 0 h 6858000"/>
              <a:gd name="connsiteX948" fmla="*/ 1289827 w 7467600"/>
              <a:gd name="connsiteY948" fmla="*/ 0 h 6858000"/>
              <a:gd name="connsiteX949" fmla="*/ 1321076 w 7467600"/>
              <a:gd name="connsiteY949" fmla="*/ 59722 h 6858000"/>
              <a:gd name="connsiteX950" fmla="*/ 1512579 w 7467600"/>
              <a:gd name="connsiteY950" fmla="*/ 626441 h 6858000"/>
              <a:gd name="connsiteX951" fmla="*/ 1506076 w 7467600"/>
              <a:gd name="connsiteY951" fmla="*/ 1089289 h 6858000"/>
              <a:gd name="connsiteX952" fmla="*/ 1486346 w 7467600"/>
              <a:gd name="connsiteY952" fmla="*/ 1079919 h 6858000"/>
              <a:gd name="connsiteX953" fmla="*/ 1070511 w 7467600"/>
              <a:gd name="connsiteY953" fmla="*/ 48609 h 6858000"/>
              <a:gd name="connsiteX954" fmla="*/ 1057230 w 7467600"/>
              <a:gd name="connsiteY954" fmla="*/ 0 h 6858000"/>
              <a:gd name="connsiteX955" fmla="*/ 43151 w 7467600"/>
              <a:gd name="connsiteY955" fmla="*/ 0 h 6858000"/>
              <a:gd name="connsiteX956" fmla="*/ 95283 w 7467600"/>
              <a:gd name="connsiteY956" fmla="*/ 0 h 6858000"/>
              <a:gd name="connsiteX957" fmla="*/ 300708 w 7467600"/>
              <a:gd name="connsiteY957" fmla="*/ 154571 h 6858000"/>
              <a:gd name="connsiteX958" fmla="*/ 530414 w 7467600"/>
              <a:gd name="connsiteY958" fmla="*/ 354673 h 6858000"/>
              <a:gd name="connsiteX959" fmla="*/ 333785 w 7467600"/>
              <a:gd name="connsiteY959" fmla="*/ 161564 h 6858000"/>
              <a:gd name="connsiteX960" fmla="*/ 147005 w 7467600"/>
              <a:gd name="connsiteY960" fmla="*/ 0 h 6858000"/>
              <a:gd name="connsiteX961" fmla="*/ 272509 w 7467600"/>
              <a:gd name="connsiteY961" fmla="*/ 0 h 6858000"/>
              <a:gd name="connsiteX962" fmla="*/ 326276 w 7467600"/>
              <a:gd name="connsiteY962" fmla="*/ 45847 h 6858000"/>
              <a:gd name="connsiteX963" fmla="*/ 823759 w 7467600"/>
              <a:gd name="connsiteY963" fmla="*/ 574145 h 6858000"/>
              <a:gd name="connsiteX964" fmla="*/ 811254 w 7467600"/>
              <a:gd name="connsiteY964" fmla="*/ 665546 h 6858000"/>
              <a:gd name="connsiteX965" fmla="*/ 154042 w 7467600"/>
              <a:gd name="connsiteY965" fmla="*/ 261522 h 6858000"/>
              <a:gd name="connsiteX966" fmla="*/ 13550 w 7467600"/>
              <a:gd name="connsiteY966" fmla="*/ 158423 h 6858000"/>
              <a:gd name="connsiteX967" fmla="*/ 0 w 7467600"/>
              <a:gd name="connsiteY967" fmla="*/ 146618 h 6858000"/>
              <a:gd name="connsiteX968" fmla="*/ 0 w 7467600"/>
              <a:gd name="connsiteY968" fmla="*/ 59161 h 6858000"/>
              <a:gd name="connsiteX969" fmla="*/ 45427 w 7467600"/>
              <a:gd name="connsiteY969" fmla="*/ 101078 h 6858000"/>
              <a:gd name="connsiteX970" fmla="*/ 630103 w 7467600"/>
              <a:gd name="connsiteY970" fmla="*/ 485885 h 6858000"/>
              <a:gd name="connsiteX971" fmla="*/ 532040 w 7467600"/>
              <a:gd name="connsiteY971" fmla="*/ 399359 h 6858000"/>
              <a:gd name="connsiteX972" fmla="*/ 517618 w 7467600"/>
              <a:gd name="connsiteY972" fmla="*/ 385726 h 6858000"/>
              <a:gd name="connsiteX973" fmla="*/ 285074 w 7467600"/>
              <a:gd name="connsiteY973" fmla="*/ 182755 h 6858000"/>
              <a:gd name="connsiteX974" fmla="*/ 43151 w 7467600"/>
              <a:gd name="connsiteY974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7042773 w 7467600"/>
              <a:gd name="connsiteY74" fmla="*/ 5734011 h 6858000"/>
              <a:gd name="connsiteX75" fmla="*/ 6879594 w 7467600"/>
              <a:gd name="connsiteY75" fmla="*/ 5424547 h 6858000"/>
              <a:gd name="connsiteX76" fmla="*/ 7379510 w 7467600"/>
              <a:gd name="connsiteY76" fmla="*/ 5755454 h 6858000"/>
              <a:gd name="connsiteX77" fmla="*/ 7467600 w 7467600"/>
              <a:gd name="connsiteY77" fmla="*/ 5845526 h 6858000"/>
              <a:gd name="connsiteX78" fmla="*/ 7271900 w 7467600"/>
              <a:gd name="connsiteY78" fmla="*/ 5734551 h 6858000"/>
              <a:gd name="connsiteX79" fmla="*/ 7015907 w 7467600"/>
              <a:gd name="connsiteY79" fmla="*/ 5541548 h 6858000"/>
              <a:gd name="connsiteX80" fmla="*/ 7259646 w 7467600"/>
              <a:gd name="connsiteY80" fmla="*/ 5765985 h 6858000"/>
              <a:gd name="connsiteX81" fmla="*/ 7467600 w 7467600"/>
              <a:gd name="connsiteY81" fmla="*/ 6012219 h 6858000"/>
              <a:gd name="connsiteX82" fmla="*/ 6946849 w 7467600"/>
              <a:gd name="connsiteY82" fmla="*/ 5523271 h 6858000"/>
              <a:gd name="connsiteX83" fmla="*/ 7105827 w 7467600"/>
              <a:gd name="connsiteY83" fmla="*/ 5718700 h 6858000"/>
              <a:gd name="connsiteX84" fmla="*/ 7356878 w 7467600"/>
              <a:gd name="connsiteY84" fmla="*/ 5981332 h 6858000"/>
              <a:gd name="connsiteX85" fmla="*/ 7467600 w 7467600"/>
              <a:gd name="connsiteY85" fmla="*/ 6117703 h 6858000"/>
              <a:gd name="connsiteX86" fmla="*/ 7467600 w 7467600"/>
              <a:gd name="connsiteY86" fmla="*/ 6163634 h 6858000"/>
              <a:gd name="connsiteX87" fmla="*/ 7403637 w 7467600"/>
              <a:gd name="connsiteY87" fmla="*/ 6083957 h 6858000"/>
              <a:gd name="connsiteX88" fmla="*/ 7254615 w 7467600"/>
              <a:gd name="connsiteY88" fmla="*/ 5911918 h 6858000"/>
              <a:gd name="connsiteX89" fmla="*/ 7312589 w 7467600"/>
              <a:gd name="connsiteY89" fmla="*/ 5982309 h 6858000"/>
              <a:gd name="connsiteX90" fmla="*/ 7448321 w 7467600"/>
              <a:gd name="connsiteY90" fmla="*/ 6190991 h 6858000"/>
              <a:gd name="connsiteX91" fmla="*/ 7467600 w 7467600"/>
              <a:gd name="connsiteY91" fmla="*/ 6221686 h 6858000"/>
              <a:gd name="connsiteX92" fmla="*/ 7467600 w 7467600"/>
              <a:gd name="connsiteY92" fmla="*/ 6334256 h 6858000"/>
              <a:gd name="connsiteX93" fmla="*/ 7454976 w 7467600"/>
              <a:gd name="connsiteY93" fmla="*/ 6318297 h 6858000"/>
              <a:gd name="connsiteX94" fmla="*/ 7042773 w 7467600"/>
              <a:gd name="connsiteY94" fmla="*/ 5734011 h 6858000"/>
              <a:gd name="connsiteX95" fmla="*/ 1456157 w 7467600"/>
              <a:gd name="connsiteY95" fmla="*/ 5371404 h 6858000"/>
              <a:gd name="connsiteX96" fmla="*/ 1244432 w 7467600"/>
              <a:gd name="connsiteY96" fmla="*/ 5385601 h 6858000"/>
              <a:gd name="connsiteX97" fmla="*/ 973990 w 7467600"/>
              <a:gd name="connsiteY97" fmla="*/ 5424940 h 6858000"/>
              <a:gd name="connsiteX98" fmla="*/ 1103809 w 7467600"/>
              <a:gd name="connsiteY98" fmla="*/ 5433720 h 6858000"/>
              <a:gd name="connsiteX99" fmla="*/ 1123454 w 7467600"/>
              <a:gd name="connsiteY99" fmla="*/ 5435727 h 6858000"/>
              <a:gd name="connsiteX100" fmla="*/ 1737017 w 7467600"/>
              <a:gd name="connsiteY100" fmla="*/ 5452183 h 6858000"/>
              <a:gd name="connsiteX101" fmla="*/ 1824397 w 7467600"/>
              <a:gd name="connsiteY101" fmla="*/ 5447757 h 6858000"/>
              <a:gd name="connsiteX102" fmla="*/ 2070059 w 7467600"/>
              <a:gd name="connsiteY102" fmla="*/ 5441660 h 6858000"/>
              <a:gd name="connsiteX103" fmla="*/ 1456157 w 7467600"/>
              <a:gd name="connsiteY103" fmla="*/ 5371404 h 6858000"/>
              <a:gd name="connsiteX104" fmla="*/ 4988186 w 7467600"/>
              <a:gd name="connsiteY104" fmla="*/ 5216467 h 6858000"/>
              <a:gd name="connsiteX105" fmla="*/ 4777334 w 7467600"/>
              <a:gd name="connsiteY105" fmla="*/ 5406072 h 6858000"/>
              <a:gd name="connsiteX106" fmla="*/ 4718341 w 7467600"/>
              <a:gd name="connsiteY106" fmla="*/ 5468043 h 6858000"/>
              <a:gd name="connsiteX107" fmla="*/ 4604655 w 7467600"/>
              <a:gd name="connsiteY107" fmla="*/ 5583434 h 6858000"/>
              <a:gd name="connsiteX108" fmla="*/ 4565074 w 7467600"/>
              <a:gd name="connsiteY108" fmla="*/ 5618550 h 6858000"/>
              <a:gd name="connsiteX109" fmla="*/ 4988186 w 7467600"/>
              <a:gd name="connsiteY109" fmla="*/ 5216467 h 6858000"/>
              <a:gd name="connsiteX110" fmla="*/ 4978032 w 7467600"/>
              <a:gd name="connsiteY110" fmla="*/ 5183809 h 6858000"/>
              <a:gd name="connsiteX111" fmla="*/ 4463413 w 7467600"/>
              <a:gd name="connsiteY111" fmla="*/ 5615162 h 6858000"/>
              <a:gd name="connsiteX112" fmla="*/ 4358134 w 7467600"/>
              <a:gd name="connsiteY112" fmla="*/ 5742791 h 6858000"/>
              <a:gd name="connsiteX113" fmla="*/ 4376219 w 7467600"/>
              <a:gd name="connsiteY113" fmla="*/ 5729027 h 6858000"/>
              <a:gd name="connsiteX114" fmla="*/ 4582340 w 7467600"/>
              <a:gd name="connsiteY114" fmla="*/ 5561037 h 6858000"/>
              <a:gd name="connsiteX115" fmla="*/ 4694684 w 7467600"/>
              <a:gd name="connsiteY115" fmla="*/ 5447098 h 6858000"/>
              <a:gd name="connsiteX116" fmla="*/ 4754123 w 7467600"/>
              <a:gd name="connsiteY116" fmla="*/ 5384643 h 6858000"/>
              <a:gd name="connsiteX117" fmla="*/ 4978032 w 7467600"/>
              <a:gd name="connsiteY117" fmla="*/ 5183809 h 6858000"/>
              <a:gd name="connsiteX118" fmla="*/ 1903353 w 7467600"/>
              <a:gd name="connsiteY118" fmla="*/ 5044827 h 6858000"/>
              <a:gd name="connsiteX119" fmla="*/ 1936931 w 7467600"/>
              <a:gd name="connsiteY119" fmla="*/ 5093954 h 6858000"/>
              <a:gd name="connsiteX120" fmla="*/ 2195868 w 7467600"/>
              <a:gd name="connsiteY120" fmla="*/ 5396574 h 6858000"/>
              <a:gd name="connsiteX121" fmla="*/ 2088852 w 7467600"/>
              <a:gd name="connsiteY121" fmla="*/ 5166123 h 6858000"/>
              <a:gd name="connsiteX122" fmla="*/ 1958241 w 7467600"/>
              <a:gd name="connsiteY122" fmla="*/ 5067955 h 6858000"/>
              <a:gd name="connsiteX123" fmla="*/ 1903353 w 7467600"/>
              <a:gd name="connsiteY123" fmla="*/ 5044827 h 6858000"/>
              <a:gd name="connsiteX124" fmla="*/ 1979378 w 7467600"/>
              <a:gd name="connsiteY124" fmla="*/ 4769504 h 6858000"/>
              <a:gd name="connsiteX125" fmla="*/ 2882120 w 7467600"/>
              <a:gd name="connsiteY125" fmla="*/ 5064547 h 6858000"/>
              <a:gd name="connsiteX126" fmla="*/ 2793103 w 7467600"/>
              <a:gd name="connsiteY126" fmla="*/ 5039699 h 6858000"/>
              <a:gd name="connsiteX127" fmla="*/ 2770041 w 7467600"/>
              <a:gd name="connsiteY127" fmla="*/ 5033634 h 6858000"/>
              <a:gd name="connsiteX128" fmla="*/ 1979378 w 7467600"/>
              <a:gd name="connsiteY128" fmla="*/ 4769504 h 6858000"/>
              <a:gd name="connsiteX129" fmla="*/ 1927410 w 7467600"/>
              <a:gd name="connsiteY129" fmla="*/ 4716164 h 6858000"/>
              <a:gd name="connsiteX130" fmla="*/ 1959587 w 7467600"/>
              <a:gd name="connsiteY130" fmla="*/ 4728849 h 6858000"/>
              <a:gd name="connsiteX131" fmla="*/ 2777707 w 7467600"/>
              <a:gd name="connsiteY131" fmla="*/ 5003991 h 6858000"/>
              <a:gd name="connsiteX132" fmla="*/ 2800768 w 7467600"/>
              <a:gd name="connsiteY132" fmla="*/ 5010056 h 6858000"/>
              <a:gd name="connsiteX133" fmla="*/ 2879408 w 7467600"/>
              <a:gd name="connsiteY133" fmla="*/ 5031590 h 6858000"/>
              <a:gd name="connsiteX134" fmla="*/ 2862295 w 7467600"/>
              <a:gd name="connsiteY134" fmla="*/ 5022958 h 6858000"/>
              <a:gd name="connsiteX135" fmla="*/ 2813343 w 7467600"/>
              <a:gd name="connsiteY135" fmla="*/ 4998369 h 6858000"/>
              <a:gd name="connsiteX136" fmla="*/ 2646245 w 7467600"/>
              <a:gd name="connsiteY136" fmla="*/ 4930999 h 6858000"/>
              <a:gd name="connsiteX137" fmla="*/ 1999243 w 7467600"/>
              <a:gd name="connsiteY137" fmla="*/ 4730524 h 6858000"/>
              <a:gd name="connsiteX138" fmla="*/ 1979527 w 7467600"/>
              <a:gd name="connsiteY138" fmla="*/ 4726651 h 6858000"/>
              <a:gd name="connsiteX139" fmla="*/ 1927410 w 7467600"/>
              <a:gd name="connsiteY139" fmla="*/ 4716164 h 6858000"/>
              <a:gd name="connsiteX140" fmla="*/ 1997014 w 7467600"/>
              <a:gd name="connsiteY140" fmla="*/ 4698007 h 6858000"/>
              <a:gd name="connsiteX141" fmla="*/ 2005458 w 7467600"/>
              <a:gd name="connsiteY141" fmla="*/ 4699540 h 6858000"/>
              <a:gd name="connsiteX142" fmla="*/ 2657186 w 7467600"/>
              <a:gd name="connsiteY142" fmla="*/ 4901687 h 6858000"/>
              <a:gd name="connsiteX143" fmla="*/ 2826662 w 7467600"/>
              <a:gd name="connsiteY143" fmla="*/ 4970362 h 6858000"/>
              <a:gd name="connsiteX144" fmla="*/ 2876100 w 7467600"/>
              <a:gd name="connsiteY144" fmla="*/ 4995397 h 6858000"/>
              <a:gd name="connsiteX145" fmla="*/ 3042600 w 7467600"/>
              <a:gd name="connsiteY145" fmla="*/ 5059532 h 6858000"/>
              <a:gd name="connsiteX146" fmla="*/ 1997014 w 7467600"/>
              <a:gd name="connsiteY146" fmla="*/ 4698007 h 6858000"/>
              <a:gd name="connsiteX147" fmla="*/ 2305292 w 7467600"/>
              <a:gd name="connsiteY147" fmla="*/ 4219492 h 6858000"/>
              <a:gd name="connsiteX148" fmla="*/ 3360922 w 7467600"/>
              <a:gd name="connsiteY148" fmla="*/ 4529373 h 6858000"/>
              <a:gd name="connsiteX149" fmla="*/ 3492420 w 7467600"/>
              <a:gd name="connsiteY149" fmla="*/ 4510145 h 6858000"/>
              <a:gd name="connsiteX150" fmla="*/ 3364086 w 7467600"/>
              <a:gd name="connsiteY150" fmla="*/ 4480340 h 6858000"/>
              <a:gd name="connsiteX151" fmla="*/ 3225818 w 7467600"/>
              <a:gd name="connsiteY151" fmla="*/ 4411822 h 6858000"/>
              <a:gd name="connsiteX152" fmla="*/ 3129696 w 7467600"/>
              <a:gd name="connsiteY152" fmla="*/ 4360704 h 6858000"/>
              <a:gd name="connsiteX153" fmla="*/ 2814545 w 7467600"/>
              <a:gd name="connsiteY153" fmla="*/ 4282955 h 6858000"/>
              <a:gd name="connsiteX154" fmla="*/ 2305292 w 7467600"/>
              <a:gd name="connsiteY154" fmla="*/ 4219492 h 6858000"/>
              <a:gd name="connsiteX155" fmla="*/ 2626982 w 7467600"/>
              <a:gd name="connsiteY155" fmla="*/ 4206450 h 6858000"/>
              <a:gd name="connsiteX156" fmla="*/ 2490617 w 7467600"/>
              <a:gd name="connsiteY156" fmla="*/ 4206951 h 6858000"/>
              <a:gd name="connsiteX157" fmla="*/ 2819869 w 7467600"/>
              <a:gd name="connsiteY157" fmla="*/ 4252936 h 6858000"/>
              <a:gd name="connsiteX158" fmla="*/ 3143018 w 7467600"/>
              <a:gd name="connsiteY158" fmla="*/ 4332698 h 6858000"/>
              <a:gd name="connsiteX159" fmla="*/ 3241520 w 7467600"/>
              <a:gd name="connsiteY159" fmla="*/ 4385112 h 6858000"/>
              <a:gd name="connsiteX160" fmla="*/ 3374575 w 7467600"/>
              <a:gd name="connsiteY160" fmla="*/ 4451517 h 6858000"/>
              <a:gd name="connsiteX161" fmla="*/ 3505221 w 7467600"/>
              <a:gd name="connsiteY161" fmla="*/ 4480757 h 6858000"/>
              <a:gd name="connsiteX162" fmla="*/ 2626982 w 7467600"/>
              <a:gd name="connsiteY162" fmla="*/ 4206450 h 6858000"/>
              <a:gd name="connsiteX163" fmla="*/ 1310106 w 7467600"/>
              <a:gd name="connsiteY163" fmla="*/ 3943217 h 6858000"/>
              <a:gd name="connsiteX164" fmla="*/ 854994 w 7467600"/>
              <a:gd name="connsiteY164" fmla="*/ 4399136 h 6858000"/>
              <a:gd name="connsiteX165" fmla="*/ 742462 w 7467600"/>
              <a:gd name="connsiteY165" fmla="*/ 4594648 h 6858000"/>
              <a:gd name="connsiteX166" fmla="*/ 820602 w 7467600"/>
              <a:gd name="connsiteY166" fmla="*/ 4485915 h 6858000"/>
              <a:gd name="connsiteX167" fmla="*/ 878295 w 7467600"/>
              <a:gd name="connsiteY167" fmla="*/ 4403594 h 6858000"/>
              <a:gd name="connsiteX168" fmla="*/ 1240607 w 7467600"/>
              <a:gd name="connsiteY168" fmla="*/ 4010401 h 6858000"/>
              <a:gd name="connsiteX169" fmla="*/ 1310106 w 7467600"/>
              <a:gd name="connsiteY169" fmla="*/ 3943217 h 6858000"/>
              <a:gd name="connsiteX170" fmla="*/ 1423113 w 7467600"/>
              <a:gd name="connsiteY170" fmla="*/ 3874565 h 6858000"/>
              <a:gd name="connsiteX171" fmla="*/ 1260565 w 7467600"/>
              <a:gd name="connsiteY171" fmla="*/ 4031982 h 6858000"/>
              <a:gd name="connsiteX172" fmla="*/ 901900 w 7467600"/>
              <a:gd name="connsiteY172" fmla="*/ 4421236 h 6858000"/>
              <a:gd name="connsiteX173" fmla="*/ 845044 w 7467600"/>
              <a:gd name="connsiteY173" fmla="*/ 4502436 h 6858000"/>
              <a:gd name="connsiteX174" fmla="*/ 685926 w 7467600"/>
              <a:gd name="connsiteY174" fmla="*/ 4703069 h 6858000"/>
              <a:gd name="connsiteX175" fmla="*/ 684248 w 7467600"/>
              <a:gd name="connsiteY175" fmla="*/ 4706721 h 6858000"/>
              <a:gd name="connsiteX176" fmla="*/ 1423113 w 7467600"/>
              <a:gd name="connsiteY176" fmla="*/ 3874565 h 6858000"/>
              <a:gd name="connsiteX177" fmla="*/ 3316479 w 7467600"/>
              <a:gd name="connsiteY177" fmla="*/ 3872136 h 6858000"/>
              <a:gd name="connsiteX178" fmla="*/ 3546806 w 7467600"/>
              <a:gd name="connsiteY178" fmla="*/ 4356139 h 6858000"/>
              <a:gd name="connsiteX179" fmla="*/ 3364433 w 7467600"/>
              <a:gd name="connsiteY179" fmla="*/ 3953121 h 6858000"/>
              <a:gd name="connsiteX180" fmla="*/ 3316479 w 7467600"/>
              <a:gd name="connsiteY180" fmla="*/ 3872136 h 6858000"/>
              <a:gd name="connsiteX181" fmla="*/ 3291335 w 7467600"/>
              <a:gd name="connsiteY181" fmla="*/ 3767420 h 6858000"/>
              <a:gd name="connsiteX182" fmla="*/ 3390805 w 7467600"/>
              <a:gd name="connsiteY182" fmla="*/ 3937163 h 6858000"/>
              <a:gd name="connsiteX183" fmla="*/ 3579062 w 7467600"/>
              <a:gd name="connsiteY183" fmla="*/ 4359040 h 6858000"/>
              <a:gd name="connsiteX184" fmla="*/ 3467355 w 7467600"/>
              <a:gd name="connsiteY184" fmla="*/ 3988130 h 6858000"/>
              <a:gd name="connsiteX185" fmla="*/ 3310753 w 7467600"/>
              <a:gd name="connsiteY185" fmla="*/ 3787140 h 6858000"/>
              <a:gd name="connsiteX186" fmla="*/ 3291335 w 7467600"/>
              <a:gd name="connsiteY186" fmla="*/ 3767420 h 6858000"/>
              <a:gd name="connsiteX187" fmla="*/ 1635889 w 7467600"/>
              <a:gd name="connsiteY187" fmla="*/ 3709494 h 6858000"/>
              <a:gd name="connsiteX188" fmla="*/ 1634800 w 7467600"/>
              <a:gd name="connsiteY188" fmla="*/ 3731111 h 6858000"/>
              <a:gd name="connsiteX189" fmla="*/ 1635889 w 7467600"/>
              <a:gd name="connsiteY189" fmla="*/ 3709494 h 6858000"/>
              <a:gd name="connsiteX190" fmla="*/ 1510397 w 7467600"/>
              <a:gd name="connsiteY190" fmla="*/ 3684705 h 6858000"/>
              <a:gd name="connsiteX191" fmla="*/ 1146550 w 7467600"/>
              <a:gd name="connsiteY191" fmla="*/ 3802012 h 6858000"/>
              <a:gd name="connsiteX192" fmla="*/ 698834 w 7467600"/>
              <a:gd name="connsiteY192" fmla="*/ 3952272 h 6858000"/>
              <a:gd name="connsiteX193" fmla="*/ 34256 w 7467600"/>
              <a:gd name="connsiteY193" fmla="*/ 4347603 h 6858000"/>
              <a:gd name="connsiteX194" fmla="*/ 527241 w 7467600"/>
              <a:gd name="connsiteY194" fmla="*/ 4065078 h 6858000"/>
              <a:gd name="connsiteX195" fmla="*/ 1510397 w 7467600"/>
              <a:gd name="connsiteY195" fmla="*/ 3684705 h 6858000"/>
              <a:gd name="connsiteX196" fmla="*/ 1313114 w 7467600"/>
              <a:gd name="connsiteY196" fmla="*/ 3655216 h 6858000"/>
              <a:gd name="connsiteX197" fmla="*/ 1109304 w 7467600"/>
              <a:gd name="connsiteY197" fmla="*/ 3669030 h 6858000"/>
              <a:gd name="connsiteX198" fmla="*/ 8129 w 7467600"/>
              <a:gd name="connsiteY198" fmla="*/ 4330519 h 6858000"/>
              <a:gd name="connsiteX199" fmla="*/ 687572 w 7467600"/>
              <a:gd name="connsiteY199" fmla="*/ 3925629 h 6858000"/>
              <a:gd name="connsiteX200" fmla="*/ 1138365 w 7467600"/>
              <a:gd name="connsiteY200" fmla="*/ 3774515 h 6858000"/>
              <a:gd name="connsiteX201" fmla="*/ 1505579 w 7467600"/>
              <a:gd name="connsiteY201" fmla="*/ 3655526 h 6858000"/>
              <a:gd name="connsiteX202" fmla="*/ 1313114 w 7467600"/>
              <a:gd name="connsiteY202" fmla="*/ 3655216 h 6858000"/>
              <a:gd name="connsiteX203" fmla="*/ 3655073 w 7467600"/>
              <a:gd name="connsiteY203" fmla="*/ 3650884 h 6858000"/>
              <a:gd name="connsiteX204" fmla="*/ 3989938 w 7467600"/>
              <a:gd name="connsiteY204" fmla="*/ 3991685 h 6858000"/>
              <a:gd name="connsiteX205" fmla="*/ 4393907 w 7467600"/>
              <a:gd name="connsiteY205" fmla="*/ 4261258 h 6858000"/>
              <a:gd name="connsiteX206" fmla="*/ 4648051 w 7467600"/>
              <a:gd name="connsiteY206" fmla="*/ 4374051 h 6858000"/>
              <a:gd name="connsiteX207" fmla="*/ 4383389 w 7467600"/>
              <a:gd name="connsiteY207" fmla="*/ 4184369 h 6858000"/>
              <a:gd name="connsiteX208" fmla="*/ 4165508 w 7467600"/>
              <a:gd name="connsiteY208" fmla="*/ 4035196 h 6858000"/>
              <a:gd name="connsiteX209" fmla="*/ 4068162 w 7467600"/>
              <a:gd name="connsiteY209" fmla="*/ 3953394 h 6858000"/>
              <a:gd name="connsiteX210" fmla="*/ 3981416 w 7467600"/>
              <a:gd name="connsiteY210" fmla="*/ 3880482 h 6858000"/>
              <a:gd name="connsiteX211" fmla="*/ 3800147 w 7467600"/>
              <a:gd name="connsiteY211" fmla="*/ 3749872 h 6858000"/>
              <a:gd name="connsiteX212" fmla="*/ 3655073 w 7467600"/>
              <a:gd name="connsiteY212" fmla="*/ 3650884 h 6858000"/>
              <a:gd name="connsiteX213" fmla="*/ 3670252 w 7467600"/>
              <a:gd name="connsiteY213" fmla="*/ 3622798 h 6858000"/>
              <a:gd name="connsiteX214" fmla="*/ 3817258 w 7467600"/>
              <a:gd name="connsiteY214" fmla="*/ 3723577 h 6858000"/>
              <a:gd name="connsiteX215" fmla="*/ 4000461 w 7467600"/>
              <a:gd name="connsiteY215" fmla="*/ 3855966 h 6858000"/>
              <a:gd name="connsiteX216" fmla="*/ 4088180 w 7467600"/>
              <a:gd name="connsiteY216" fmla="*/ 3929774 h 6858000"/>
              <a:gd name="connsiteX217" fmla="*/ 4184555 w 7467600"/>
              <a:gd name="connsiteY217" fmla="*/ 4010683 h 6858000"/>
              <a:gd name="connsiteX218" fmla="*/ 4399563 w 7467600"/>
              <a:gd name="connsiteY218" fmla="*/ 4158106 h 6858000"/>
              <a:gd name="connsiteX219" fmla="*/ 4684469 w 7467600"/>
              <a:gd name="connsiteY219" fmla="*/ 4364680 h 6858000"/>
              <a:gd name="connsiteX220" fmla="*/ 4690271 w 7467600"/>
              <a:gd name="connsiteY220" fmla="*/ 4370034 h 6858000"/>
              <a:gd name="connsiteX221" fmla="*/ 4136093 w 7467600"/>
              <a:gd name="connsiteY221" fmla="*/ 3858466 h 6858000"/>
              <a:gd name="connsiteX222" fmla="*/ 3670252 w 7467600"/>
              <a:gd name="connsiteY222" fmla="*/ 3622798 h 6858000"/>
              <a:gd name="connsiteX223" fmla="*/ 4440129 w 7467600"/>
              <a:gd name="connsiteY223" fmla="*/ 3448571 h 6858000"/>
              <a:gd name="connsiteX224" fmla="*/ 4856525 w 7467600"/>
              <a:gd name="connsiteY224" fmla="*/ 3915351 h 6858000"/>
              <a:gd name="connsiteX225" fmla="*/ 5059055 w 7467600"/>
              <a:gd name="connsiteY225" fmla="*/ 4108918 h 6858000"/>
              <a:gd name="connsiteX226" fmla="*/ 5290070 w 7467600"/>
              <a:gd name="connsiteY226" fmla="*/ 4263619 h 6858000"/>
              <a:gd name="connsiteX227" fmla="*/ 4834991 w 7467600"/>
              <a:gd name="connsiteY227" fmla="*/ 3830985 h 6858000"/>
              <a:gd name="connsiteX228" fmla="*/ 4440129 w 7467600"/>
              <a:gd name="connsiteY228" fmla="*/ 3448571 h 6858000"/>
              <a:gd name="connsiteX229" fmla="*/ 4441737 w 7467600"/>
              <a:gd name="connsiteY229" fmla="*/ 3399734 h 6858000"/>
              <a:gd name="connsiteX230" fmla="*/ 4431236 w 7467600"/>
              <a:gd name="connsiteY230" fmla="*/ 3400954 h 6858000"/>
              <a:gd name="connsiteX231" fmla="*/ 4557150 w 7467600"/>
              <a:gd name="connsiteY231" fmla="*/ 3510023 h 6858000"/>
              <a:gd name="connsiteX232" fmla="*/ 4856936 w 7467600"/>
              <a:gd name="connsiteY232" fmla="*/ 3809146 h 6858000"/>
              <a:gd name="connsiteX233" fmla="*/ 5111996 w 7467600"/>
              <a:gd name="connsiteY233" fmla="*/ 4065759 h 6858000"/>
              <a:gd name="connsiteX234" fmla="*/ 5388878 w 7467600"/>
              <a:gd name="connsiteY234" fmla="*/ 4300185 h 6858000"/>
              <a:gd name="connsiteX235" fmla="*/ 5425556 w 7467600"/>
              <a:gd name="connsiteY235" fmla="*/ 4308967 h 6858000"/>
              <a:gd name="connsiteX236" fmla="*/ 4943646 w 7467600"/>
              <a:gd name="connsiteY236" fmla="*/ 3822916 h 6858000"/>
              <a:gd name="connsiteX237" fmla="*/ 4594837 w 7467600"/>
              <a:gd name="connsiteY237" fmla="*/ 3532274 h 6858000"/>
              <a:gd name="connsiteX238" fmla="*/ 4441737 w 7467600"/>
              <a:gd name="connsiteY238" fmla="*/ 3399734 h 6858000"/>
              <a:gd name="connsiteX239" fmla="*/ 5425834 w 7467600"/>
              <a:gd name="connsiteY239" fmla="*/ 3162785 h 6858000"/>
              <a:gd name="connsiteX240" fmla="*/ 5401644 w 7467600"/>
              <a:gd name="connsiteY240" fmla="*/ 3617847 h 6858000"/>
              <a:gd name="connsiteX241" fmla="*/ 5467256 w 7467600"/>
              <a:gd name="connsiteY241" fmla="*/ 4175494 h 6858000"/>
              <a:gd name="connsiteX242" fmla="*/ 5448069 w 7467600"/>
              <a:gd name="connsiteY242" fmla="*/ 3567554 h 6858000"/>
              <a:gd name="connsiteX243" fmla="*/ 5425834 w 7467600"/>
              <a:gd name="connsiteY243" fmla="*/ 3162785 h 6858000"/>
              <a:gd name="connsiteX244" fmla="*/ 1318687 w 7467600"/>
              <a:gd name="connsiteY244" fmla="*/ 3113840 h 6858000"/>
              <a:gd name="connsiteX245" fmla="*/ 1066793 w 7467600"/>
              <a:gd name="connsiteY245" fmla="*/ 3212171 h 6858000"/>
              <a:gd name="connsiteX246" fmla="*/ 993319 w 7467600"/>
              <a:gd name="connsiteY246" fmla="*/ 3247648 h 6858000"/>
              <a:gd name="connsiteX247" fmla="*/ 853081 w 7467600"/>
              <a:gd name="connsiteY247" fmla="*/ 3312410 h 6858000"/>
              <a:gd name="connsiteX248" fmla="*/ 805957 w 7467600"/>
              <a:gd name="connsiteY248" fmla="*/ 3330443 h 6858000"/>
              <a:gd name="connsiteX249" fmla="*/ 1318687 w 7467600"/>
              <a:gd name="connsiteY249" fmla="*/ 3113840 h 6858000"/>
              <a:gd name="connsiteX250" fmla="*/ 5453702 w 7467600"/>
              <a:gd name="connsiteY250" fmla="*/ 3090882 h 6858000"/>
              <a:gd name="connsiteX251" fmla="*/ 5480135 w 7467600"/>
              <a:gd name="connsiteY251" fmla="*/ 3565802 h 6858000"/>
              <a:gd name="connsiteX252" fmla="*/ 5499023 w 7467600"/>
              <a:gd name="connsiteY252" fmla="*/ 4166310 h 6858000"/>
              <a:gd name="connsiteX253" fmla="*/ 5547022 w 7467600"/>
              <a:gd name="connsiteY253" fmla="*/ 3607838 h 6858000"/>
              <a:gd name="connsiteX254" fmla="*/ 5515964 w 7467600"/>
              <a:gd name="connsiteY254" fmla="*/ 3378541 h 6858000"/>
              <a:gd name="connsiteX255" fmla="*/ 5453702 w 7467600"/>
              <a:gd name="connsiteY255" fmla="*/ 3090882 h 6858000"/>
              <a:gd name="connsiteX256" fmla="*/ 1238695 w 7467600"/>
              <a:gd name="connsiteY256" fmla="*/ 3076820 h 6858000"/>
              <a:gd name="connsiteX257" fmla="*/ 716371 w 7467600"/>
              <a:gd name="connsiteY257" fmla="*/ 3293249 h 6858000"/>
              <a:gd name="connsiteX258" fmla="*/ 579522 w 7467600"/>
              <a:gd name="connsiteY258" fmla="*/ 3371759 h 6858000"/>
              <a:gd name="connsiteX259" fmla="*/ 600288 w 7467600"/>
              <a:gd name="connsiteY259" fmla="*/ 3365555 h 6858000"/>
              <a:gd name="connsiteX260" fmla="*/ 840692 w 7467600"/>
              <a:gd name="connsiteY260" fmla="*/ 3284921 h 6858000"/>
              <a:gd name="connsiteX261" fmla="*/ 979248 w 7467600"/>
              <a:gd name="connsiteY261" fmla="*/ 3221003 h 6858000"/>
              <a:gd name="connsiteX262" fmla="*/ 1053282 w 7467600"/>
              <a:gd name="connsiteY262" fmla="*/ 3185247 h 6858000"/>
              <a:gd name="connsiteX263" fmla="*/ 1320603 w 7467600"/>
              <a:gd name="connsiteY263" fmla="*/ 3081281 h 6858000"/>
              <a:gd name="connsiteX264" fmla="*/ 1238695 w 7467600"/>
              <a:gd name="connsiteY264" fmla="*/ 3076820 h 6858000"/>
              <a:gd name="connsiteX265" fmla="*/ 5425627 w 7467600"/>
              <a:gd name="connsiteY265" fmla="*/ 2954192 h 6858000"/>
              <a:gd name="connsiteX266" fmla="*/ 5470770 w 7467600"/>
              <a:gd name="connsiteY266" fmla="*/ 3005435 h 6858000"/>
              <a:gd name="connsiteX267" fmla="*/ 5519779 w 7467600"/>
              <a:gd name="connsiteY267" fmla="*/ 4359223 h 6858000"/>
              <a:gd name="connsiteX268" fmla="*/ 5520293 w 7467600"/>
              <a:gd name="connsiteY268" fmla="*/ 4360602 h 6858000"/>
              <a:gd name="connsiteX269" fmla="*/ 5767221 w 7467600"/>
              <a:gd name="connsiteY269" fmla="*/ 4665564 h 6858000"/>
              <a:gd name="connsiteX270" fmla="*/ 6937169 w 7467600"/>
              <a:gd name="connsiteY270" fmla="*/ 4815941 h 6858000"/>
              <a:gd name="connsiteX271" fmla="*/ 6953922 w 7467600"/>
              <a:gd name="connsiteY271" fmla="*/ 4890068 h 6858000"/>
              <a:gd name="connsiteX272" fmla="*/ 6071359 w 7467600"/>
              <a:gd name="connsiteY272" fmla="*/ 4770770 h 6858000"/>
              <a:gd name="connsiteX273" fmla="*/ 6038839 w 7467600"/>
              <a:gd name="connsiteY273" fmla="*/ 4764474 h 6858000"/>
              <a:gd name="connsiteX274" fmla="*/ 6038706 w 7467600"/>
              <a:gd name="connsiteY274" fmla="*/ 4763847 h 6858000"/>
              <a:gd name="connsiteX275" fmla="*/ 6037784 w 7467600"/>
              <a:gd name="connsiteY275" fmla="*/ 4764270 h 6858000"/>
              <a:gd name="connsiteX276" fmla="*/ 6038839 w 7467600"/>
              <a:gd name="connsiteY276" fmla="*/ 4764474 h 6858000"/>
              <a:gd name="connsiteX277" fmla="*/ 6040338 w 7467600"/>
              <a:gd name="connsiteY277" fmla="*/ 4771418 h 6858000"/>
              <a:gd name="connsiteX278" fmla="*/ 6024488 w 7467600"/>
              <a:gd name="connsiteY278" fmla="*/ 4809903 h 6858000"/>
              <a:gd name="connsiteX279" fmla="*/ 5599771 w 7467600"/>
              <a:gd name="connsiteY279" fmla="*/ 5509652 h 6858000"/>
              <a:gd name="connsiteX280" fmla="*/ 5548843 w 7467600"/>
              <a:gd name="connsiteY280" fmla="*/ 5563845 h 6858000"/>
              <a:gd name="connsiteX281" fmla="*/ 5940952 w 7467600"/>
              <a:gd name="connsiteY281" fmla="*/ 6250028 h 6858000"/>
              <a:gd name="connsiteX282" fmla="*/ 6043441 w 7467600"/>
              <a:gd name="connsiteY282" fmla="*/ 6665847 h 6858000"/>
              <a:gd name="connsiteX283" fmla="*/ 6093432 w 7467600"/>
              <a:gd name="connsiteY283" fmla="*/ 6858000 h 6858000"/>
              <a:gd name="connsiteX284" fmla="*/ 6034344 w 7467600"/>
              <a:gd name="connsiteY284" fmla="*/ 6858000 h 6858000"/>
              <a:gd name="connsiteX285" fmla="*/ 6026679 w 7467600"/>
              <a:gd name="connsiteY285" fmla="*/ 6836959 h 6858000"/>
              <a:gd name="connsiteX286" fmla="*/ 5800441 w 7467600"/>
              <a:gd name="connsiteY286" fmla="*/ 6335286 h 6858000"/>
              <a:gd name="connsiteX287" fmla="*/ 5526562 w 7467600"/>
              <a:gd name="connsiteY287" fmla="*/ 5705388 h 6858000"/>
              <a:gd name="connsiteX288" fmla="*/ 5519640 w 7467600"/>
              <a:gd name="connsiteY288" fmla="*/ 5683774 h 6858000"/>
              <a:gd name="connsiteX289" fmla="*/ 5844559 w 7467600"/>
              <a:gd name="connsiteY289" fmla="*/ 6553349 h 6858000"/>
              <a:gd name="connsiteX290" fmla="*/ 5975994 w 7467600"/>
              <a:gd name="connsiteY290" fmla="*/ 6858000 h 6858000"/>
              <a:gd name="connsiteX291" fmla="*/ 5898547 w 7467600"/>
              <a:gd name="connsiteY291" fmla="*/ 6858000 h 6858000"/>
              <a:gd name="connsiteX292" fmla="*/ 5682041 w 7467600"/>
              <a:gd name="connsiteY292" fmla="*/ 6355860 h 6858000"/>
              <a:gd name="connsiteX293" fmla="*/ 5461758 w 7467600"/>
              <a:gd name="connsiteY293" fmla="*/ 5820220 h 6858000"/>
              <a:gd name="connsiteX294" fmla="*/ 5237282 w 7467600"/>
              <a:gd name="connsiteY294" fmla="*/ 6579086 h 6858000"/>
              <a:gd name="connsiteX295" fmla="*/ 5115009 w 7467600"/>
              <a:gd name="connsiteY295" fmla="*/ 6858000 h 6858000"/>
              <a:gd name="connsiteX296" fmla="*/ 5028074 w 7467600"/>
              <a:gd name="connsiteY296" fmla="*/ 6858000 h 6858000"/>
              <a:gd name="connsiteX297" fmla="*/ 5079508 w 7467600"/>
              <a:gd name="connsiteY297" fmla="*/ 6749074 h 6858000"/>
              <a:gd name="connsiteX298" fmla="*/ 5371846 w 7467600"/>
              <a:gd name="connsiteY298" fmla="*/ 5924413 h 6858000"/>
              <a:gd name="connsiteX299" fmla="*/ 5270512 w 7467600"/>
              <a:gd name="connsiteY299" fmla="*/ 6138975 h 6858000"/>
              <a:gd name="connsiteX300" fmla="*/ 5062409 w 7467600"/>
              <a:gd name="connsiteY300" fmla="*/ 6653544 h 6858000"/>
              <a:gd name="connsiteX301" fmla="*/ 5036628 w 7467600"/>
              <a:gd name="connsiteY301" fmla="*/ 6754247 h 6858000"/>
              <a:gd name="connsiteX302" fmla="*/ 5009112 w 7467600"/>
              <a:gd name="connsiteY302" fmla="*/ 6858000 h 6858000"/>
              <a:gd name="connsiteX303" fmla="*/ 4976679 w 7467600"/>
              <a:gd name="connsiteY303" fmla="*/ 6858000 h 6858000"/>
              <a:gd name="connsiteX304" fmla="*/ 5006537 w 7467600"/>
              <a:gd name="connsiteY304" fmla="*/ 6747068 h 6858000"/>
              <a:gd name="connsiteX305" fmla="*/ 5032723 w 7467600"/>
              <a:gd name="connsiteY305" fmla="*/ 6644957 h 6858000"/>
              <a:gd name="connsiteX306" fmla="*/ 5242949 w 7467600"/>
              <a:gd name="connsiteY306" fmla="*/ 6125175 h 6858000"/>
              <a:gd name="connsiteX307" fmla="*/ 5286321 w 7467600"/>
              <a:gd name="connsiteY307" fmla="*/ 6033555 h 6858000"/>
              <a:gd name="connsiteX308" fmla="*/ 5008210 w 7467600"/>
              <a:gd name="connsiteY308" fmla="*/ 6649194 h 6858000"/>
              <a:gd name="connsiteX309" fmla="*/ 4986321 w 7467600"/>
              <a:gd name="connsiteY309" fmla="*/ 6765687 h 6858000"/>
              <a:gd name="connsiteX310" fmla="*/ 4973474 w 7467600"/>
              <a:gd name="connsiteY310" fmla="*/ 6858000 h 6858000"/>
              <a:gd name="connsiteX311" fmla="*/ 4907178 w 7467600"/>
              <a:gd name="connsiteY311" fmla="*/ 6858000 h 6858000"/>
              <a:gd name="connsiteX312" fmla="*/ 4910810 w 7467600"/>
              <a:gd name="connsiteY312" fmla="*/ 6829660 h 6858000"/>
              <a:gd name="connsiteX313" fmla="*/ 4987461 w 7467600"/>
              <a:gd name="connsiteY313" fmla="*/ 6432994 h 6858000"/>
              <a:gd name="connsiteX314" fmla="*/ 5179262 w 7467600"/>
              <a:gd name="connsiteY314" fmla="*/ 6035044 h 6858000"/>
              <a:gd name="connsiteX315" fmla="*/ 4689678 w 7467600"/>
              <a:gd name="connsiteY315" fmla="*/ 6440241 h 6858000"/>
              <a:gd name="connsiteX316" fmla="*/ 4477543 w 7467600"/>
              <a:gd name="connsiteY316" fmla="*/ 6674836 h 6858000"/>
              <a:gd name="connsiteX317" fmla="*/ 4329957 w 7467600"/>
              <a:gd name="connsiteY317" fmla="*/ 6858000 h 6858000"/>
              <a:gd name="connsiteX318" fmla="*/ 4218595 w 7467600"/>
              <a:gd name="connsiteY318" fmla="*/ 6858000 h 6858000"/>
              <a:gd name="connsiteX319" fmla="*/ 4368888 w 7467600"/>
              <a:gd name="connsiteY319" fmla="*/ 6668412 h 6858000"/>
              <a:gd name="connsiteX320" fmla="*/ 4563091 w 7467600"/>
              <a:gd name="connsiteY320" fmla="*/ 6442508 h 6858000"/>
              <a:gd name="connsiteX321" fmla="*/ 5387324 w 7467600"/>
              <a:gd name="connsiteY321" fmla="*/ 5705830 h 6858000"/>
              <a:gd name="connsiteX322" fmla="*/ 5073620 w 7467600"/>
              <a:gd name="connsiteY322" fmla="*/ 5955437 h 6858000"/>
              <a:gd name="connsiteX323" fmla="*/ 4689789 w 7467600"/>
              <a:gd name="connsiteY323" fmla="*/ 6268382 h 6858000"/>
              <a:gd name="connsiteX324" fmla="*/ 4418722 w 7467600"/>
              <a:gd name="connsiteY324" fmla="*/ 6570886 h 6858000"/>
              <a:gd name="connsiteX325" fmla="*/ 4214944 w 7467600"/>
              <a:gd name="connsiteY325" fmla="*/ 6858000 h 6858000"/>
              <a:gd name="connsiteX326" fmla="*/ 4177898 w 7467600"/>
              <a:gd name="connsiteY326" fmla="*/ 6858000 h 6858000"/>
              <a:gd name="connsiteX327" fmla="*/ 4391597 w 7467600"/>
              <a:gd name="connsiteY327" fmla="*/ 6556370 h 6858000"/>
              <a:gd name="connsiteX328" fmla="*/ 4668889 w 7467600"/>
              <a:gd name="connsiteY328" fmla="*/ 6246399 h 6858000"/>
              <a:gd name="connsiteX329" fmla="*/ 5055427 w 7467600"/>
              <a:gd name="connsiteY329" fmla="*/ 5931476 h 6858000"/>
              <a:gd name="connsiteX330" fmla="*/ 5371814 w 7467600"/>
              <a:gd name="connsiteY330" fmla="*/ 5678975 h 6858000"/>
              <a:gd name="connsiteX331" fmla="*/ 4987918 w 7467600"/>
              <a:gd name="connsiteY331" fmla="*/ 5838701 h 6858000"/>
              <a:gd name="connsiteX332" fmla="*/ 4317146 w 7467600"/>
              <a:gd name="connsiteY332" fmla="*/ 6587716 h 6858000"/>
              <a:gd name="connsiteX333" fmla="*/ 4171627 w 7467600"/>
              <a:gd name="connsiteY333" fmla="*/ 6858000 h 6858000"/>
              <a:gd name="connsiteX334" fmla="*/ 4081585 w 7467600"/>
              <a:gd name="connsiteY334" fmla="*/ 6858000 h 6858000"/>
              <a:gd name="connsiteX335" fmla="*/ 4238603 w 7467600"/>
              <a:gd name="connsiteY335" fmla="*/ 6559341 h 6858000"/>
              <a:gd name="connsiteX336" fmla="*/ 4778333 w 7467600"/>
              <a:gd name="connsiteY336" fmla="*/ 5873626 h 6858000"/>
              <a:gd name="connsiteX337" fmla="*/ 5414185 w 7467600"/>
              <a:gd name="connsiteY337" fmla="*/ 5573882 h 6858000"/>
              <a:gd name="connsiteX338" fmla="*/ 5959648 w 7467600"/>
              <a:gd name="connsiteY338" fmla="*/ 4760797 h 6858000"/>
              <a:gd name="connsiteX339" fmla="*/ 5355019 w 7467600"/>
              <a:gd name="connsiteY339" fmla="*/ 4734672 h 6858000"/>
              <a:gd name="connsiteX340" fmla="*/ 5083565 w 7467600"/>
              <a:gd name="connsiteY340" fmla="*/ 5179121 h 6858000"/>
              <a:gd name="connsiteX341" fmla="*/ 4713577 w 7467600"/>
              <a:gd name="connsiteY341" fmla="*/ 5616803 h 6858000"/>
              <a:gd name="connsiteX342" fmla="*/ 3989559 w 7467600"/>
              <a:gd name="connsiteY342" fmla="*/ 6145945 h 6858000"/>
              <a:gd name="connsiteX343" fmla="*/ 3939824 w 7467600"/>
              <a:gd name="connsiteY343" fmla="*/ 6066900 h 6858000"/>
              <a:gd name="connsiteX344" fmla="*/ 4584537 w 7467600"/>
              <a:gd name="connsiteY344" fmla="*/ 5324826 h 6858000"/>
              <a:gd name="connsiteX345" fmla="*/ 5037105 w 7467600"/>
              <a:gd name="connsiteY345" fmla="*/ 5088765 h 6858000"/>
              <a:gd name="connsiteX346" fmla="*/ 5039930 w 7467600"/>
              <a:gd name="connsiteY346" fmla="*/ 5089585 h 6858000"/>
              <a:gd name="connsiteX347" fmla="*/ 5263764 w 7467600"/>
              <a:gd name="connsiteY347" fmla="*/ 4735525 h 6858000"/>
              <a:gd name="connsiteX348" fmla="*/ 4086300 w 7467600"/>
              <a:gd name="connsiteY348" fmla="*/ 4884599 h 6858000"/>
              <a:gd name="connsiteX349" fmla="*/ 4085485 w 7467600"/>
              <a:gd name="connsiteY349" fmla="*/ 4899070 h 6858000"/>
              <a:gd name="connsiteX350" fmla="*/ 3871915 w 7467600"/>
              <a:gd name="connsiteY350" fmla="*/ 5253645 h 6858000"/>
              <a:gd name="connsiteX351" fmla="*/ 3799374 w 7467600"/>
              <a:gd name="connsiteY351" fmla="*/ 5466127 h 6858000"/>
              <a:gd name="connsiteX352" fmla="*/ 3498850 w 7467600"/>
              <a:gd name="connsiteY352" fmla="*/ 6661888 h 6858000"/>
              <a:gd name="connsiteX353" fmla="*/ 3399216 w 7467600"/>
              <a:gd name="connsiteY353" fmla="*/ 6858000 h 6858000"/>
              <a:gd name="connsiteX354" fmla="*/ 3303688 w 7467600"/>
              <a:gd name="connsiteY354" fmla="*/ 6858000 h 6858000"/>
              <a:gd name="connsiteX355" fmla="*/ 3391774 w 7467600"/>
              <a:gd name="connsiteY355" fmla="*/ 6697181 h 6858000"/>
              <a:gd name="connsiteX356" fmla="*/ 3735540 w 7467600"/>
              <a:gd name="connsiteY356" fmla="*/ 5546923 h 6858000"/>
              <a:gd name="connsiteX357" fmla="*/ 3729438 w 7467600"/>
              <a:gd name="connsiteY357" fmla="*/ 5569058 h 6858000"/>
              <a:gd name="connsiteX358" fmla="*/ 3707782 w 7467600"/>
              <a:gd name="connsiteY358" fmla="*/ 5644908 h 6858000"/>
              <a:gd name="connsiteX359" fmla="*/ 3583827 w 7467600"/>
              <a:gd name="connsiteY359" fmla="*/ 6039215 h 6858000"/>
              <a:gd name="connsiteX360" fmla="*/ 3547861 w 7467600"/>
              <a:gd name="connsiteY360" fmla="*/ 6129609 h 6858000"/>
              <a:gd name="connsiteX361" fmla="*/ 3490905 w 7467600"/>
              <a:gd name="connsiteY361" fmla="*/ 6277660 h 6858000"/>
              <a:gd name="connsiteX362" fmla="*/ 3455859 w 7467600"/>
              <a:gd name="connsiteY362" fmla="*/ 6391301 h 6858000"/>
              <a:gd name="connsiteX363" fmla="*/ 3429112 w 7467600"/>
              <a:gd name="connsiteY363" fmla="*/ 6479469 h 6858000"/>
              <a:gd name="connsiteX364" fmla="*/ 3304862 w 7467600"/>
              <a:gd name="connsiteY364" fmla="*/ 6796476 h 6858000"/>
              <a:gd name="connsiteX365" fmla="*/ 3276071 w 7467600"/>
              <a:gd name="connsiteY365" fmla="*/ 6858000 h 6858000"/>
              <a:gd name="connsiteX366" fmla="*/ 3240805 w 7467600"/>
              <a:gd name="connsiteY366" fmla="*/ 6858000 h 6858000"/>
              <a:gd name="connsiteX367" fmla="*/ 3275917 w 7467600"/>
              <a:gd name="connsiteY367" fmla="*/ 6783192 h 6858000"/>
              <a:gd name="connsiteX368" fmla="*/ 3399358 w 7467600"/>
              <a:gd name="connsiteY368" fmla="*/ 6469011 h 6858000"/>
              <a:gd name="connsiteX369" fmla="*/ 3425650 w 7467600"/>
              <a:gd name="connsiteY369" fmla="*/ 6381333 h 6858000"/>
              <a:gd name="connsiteX370" fmla="*/ 3460661 w 7467600"/>
              <a:gd name="connsiteY370" fmla="*/ 6266763 h 6858000"/>
              <a:gd name="connsiteX371" fmla="*/ 3518021 w 7467600"/>
              <a:gd name="connsiteY371" fmla="*/ 6117298 h 6858000"/>
              <a:gd name="connsiteX372" fmla="*/ 3554035 w 7467600"/>
              <a:gd name="connsiteY372" fmla="*/ 6027832 h 6858000"/>
              <a:gd name="connsiteX373" fmla="*/ 3677174 w 7467600"/>
              <a:gd name="connsiteY373" fmla="*/ 5636351 h 6858000"/>
              <a:gd name="connsiteX374" fmla="*/ 3698819 w 7467600"/>
              <a:gd name="connsiteY374" fmla="*/ 5560503 h 6858000"/>
              <a:gd name="connsiteX375" fmla="*/ 3702094 w 7467600"/>
              <a:gd name="connsiteY375" fmla="*/ 5549194 h 6858000"/>
              <a:gd name="connsiteX376" fmla="*/ 3398355 w 7467600"/>
              <a:gd name="connsiteY376" fmla="*/ 6094603 h 6858000"/>
              <a:gd name="connsiteX377" fmla="*/ 3193941 w 7467600"/>
              <a:gd name="connsiteY377" fmla="*/ 6798775 h 6858000"/>
              <a:gd name="connsiteX378" fmla="*/ 3184140 w 7467600"/>
              <a:gd name="connsiteY378" fmla="*/ 6858000 h 6858000"/>
              <a:gd name="connsiteX379" fmla="*/ 3099978 w 7467600"/>
              <a:gd name="connsiteY379" fmla="*/ 6858000 h 6858000"/>
              <a:gd name="connsiteX380" fmla="*/ 3101556 w 7467600"/>
              <a:gd name="connsiteY380" fmla="*/ 6843337 h 6858000"/>
              <a:gd name="connsiteX381" fmla="*/ 3370162 w 7467600"/>
              <a:gd name="connsiteY381" fmla="*/ 5785550 h 6858000"/>
              <a:gd name="connsiteX382" fmla="*/ 3746477 w 7467600"/>
              <a:gd name="connsiteY382" fmla="*/ 5377889 h 6858000"/>
              <a:gd name="connsiteX383" fmla="*/ 3863399 w 7467600"/>
              <a:gd name="connsiteY383" fmla="*/ 5087257 h 6858000"/>
              <a:gd name="connsiteX384" fmla="*/ 3968712 w 7467600"/>
              <a:gd name="connsiteY384" fmla="*/ 4913989 h 6858000"/>
              <a:gd name="connsiteX385" fmla="*/ 2792390 w 7467600"/>
              <a:gd name="connsiteY385" fmla="*/ 5382974 h 6858000"/>
              <a:gd name="connsiteX386" fmla="*/ 2714982 w 7467600"/>
              <a:gd name="connsiteY386" fmla="*/ 5427051 h 6858000"/>
              <a:gd name="connsiteX387" fmla="*/ 2813361 w 7467600"/>
              <a:gd name="connsiteY387" fmla="*/ 6023912 h 6858000"/>
              <a:gd name="connsiteX388" fmla="*/ 2688430 w 7467600"/>
              <a:gd name="connsiteY388" fmla="*/ 6801564 h 6858000"/>
              <a:gd name="connsiteX389" fmla="*/ 2629626 w 7467600"/>
              <a:gd name="connsiteY389" fmla="*/ 6763394 h 6858000"/>
              <a:gd name="connsiteX390" fmla="*/ 2565328 w 7467600"/>
              <a:gd name="connsiteY390" fmla="*/ 5516399 h 6858000"/>
              <a:gd name="connsiteX391" fmla="*/ 1922999 w 7467600"/>
              <a:gd name="connsiteY391" fmla="*/ 5980343 h 6858000"/>
              <a:gd name="connsiteX392" fmla="*/ 1950261 w 7467600"/>
              <a:gd name="connsiteY392" fmla="*/ 6405858 h 6858000"/>
              <a:gd name="connsiteX393" fmla="*/ 2365554 w 7467600"/>
              <a:gd name="connsiteY393" fmla="*/ 6759107 h 6858000"/>
              <a:gd name="connsiteX394" fmla="*/ 2424142 w 7467600"/>
              <a:gd name="connsiteY394" fmla="*/ 6858000 h 6858000"/>
              <a:gd name="connsiteX395" fmla="*/ 2395994 w 7467600"/>
              <a:gd name="connsiteY395" fmla="*/ 6858000 h 6858000"/>
              <a:gd name="connsiteX396" fmla="*/ 2392863 w 7467600"/>
              <a:gd name="connsiteY396" fmla="*/ 6852964 h 6858000"/>
              <a:gd name="connsiteX397" fmla="*/ 2017589 w 7467600"/>
              <a:gd name="connsiteY397" fmla="*/ 6493982 h 6858000"/>
              <a:gd name="connsiteX398" fmla="*/ 2147336 w 7467600"/>
              <a:gd name="connsiteY398" fmla="*/ 6594052 h 6858000"/>
              <a:gd name="connsiteX399" fmla="*/ 2207047 w 7467600"/>
              <a:gd name="connsiteY399" fmla="*/ 6654540 h 6858000"/>
              <a:gd name="connsiteX400" fmla="*/ 2299106 w 7467600"/>
              <a:gd name="connsiteY400" fmla="*/ 6778931 h 6858000"/>
              <a:gd name="connsiteX401" fmla="*/ 2314430 w 7467600"/>
              <a:gd name="connsiteY401" fmla="*/ 6801144 h 6858000"/>
              <a:gd name="connsiteX402" fmla="*/ 2352406 w 7467600"/>
              <a:gd name="connsiteY402" fmla="*/ 6858000 h 6858000"/>
              <a:gd name="connsiteX403" fmla="*/ 2314492 w 7467600"/>
              <a:gd name="connsiteY403" fmla="*/ 6858000 h 6858000"/>
              <a:gd name="connsiteX404" fmla="*/ 2288095 w 7467600"/>
              <a:gd name="connsiteY404" fmla="*/ 6818030 h 6858000"/>
              <a:gd name="connsiteX405" fmla="*/ 2272768 w 7467600"/>
              <a:gd name="connsiteY405" fmla="*/ 6795822 h 6858000"/>
              <a:gd name="connsiteX406" fmla="*/ 2182715 w 7467600"/>
              <a:gd name="connsiteY406" fmla="*/ 6675071 h 6858000"/>
              <a:gd name="connsiteX407" fmla="*/ 2032061 w 7467600"/>
              <a:gd name="connsiteY407" fmla="*/ 6541380 h 6858000"/>
              <a:gd name="connsiteX408" fmla="*/ 2257220 w 7467600"/>
              <a:gd name="connsiteY408" fmla="*/ 6826257 h 6858000"/>
              <a:gd name="connsiteX409" fmla="*/ 2281324 w 7467600"/>
              <a:gd name="connsiteY409" fmla="*/ 6858000 h 6858000"/>
              <a:gd name="connsiteX410" fmla="*/ 2242860 w 7467600"/>
              <a:gd name="connsiteY410" fmla="*/ 6858000 h 6858000"/>
              <a:gd name="connsiteX411" fmla="*/ 2232818 w 7467600"/>
              <a:gd name="connsiteY411" fmla="*/ 6844926 h 6858000"/>
              <a:gd name="connsiteX412" fmla="*/ 1990172 w 7467600"/>
              <a:gd name="connsiteY412" fmla="*/ 6542121 h 6858000"/>
              <a:gd name="connsiteX413" fmla="*/ 2124090 w 7467600"/>
              <a:gd name="connsiteY413" fmla="*/ 6761017 h 6858000"/>
              <a:gd name="connsiteX414" fmla="*/ 2200380 w 7467600"/>
              <a:gd name="connsiteY414" fmla="*/ 6858000 h 6858000"/>
              <a:gd name="connsiteX415" fmla="*/ 2147507 w 7467600"/>
              <a:gd name="connsiteY415" fmla="*/ 6858000 h 6858000"/>
              <a:gd name="connsiteX416" fmla="*/ 2070668 w 7467600"/>
              <a:gd name="connsiteY416" fmla="*/ 6761520 h 6858000"/>
              <a:gd name="connsiteX417" fmla="*/ 1975142 w 7467600"/>
              <a:gd name="connsiteY417" fmla="*/ 6585570 h 6858000"/>
              <a:gd name="connsiteX418" fmla="*/ 2050035 w 7467600"/>
              <a:gd name="connsiteY418" fmla="*/ 6813345 h 6858000"/>
              <a:gd name="connsiteX419" fmla="*/ 2063025 w 7467600"/>
              <a:gd name="connsiteY419" fmla="*/ 6858000 h 6858000"/>
              <a:gd name="connsiteX420" fmla="*/ 2021675 w 7467600"/>
              <a:gd name="connsiteY420" fmla="*/ 6858000 h 6858000"/>
              <a:gd name="connsiteX421" fmla="*/ 2019308 w 7467600"/>
              <a:gd name="connsiteY421" fmla="*/ 6847118 h 6858000"/>
              <a:gd name="connsiteX422" fmla="*/ 1938835 w 7467600"/>
              <a:gd name="connsiteY422" fmla="*/ 6551160 h 6858000"/>
              <a:gd name="connsiteX423" fmla="*/ 1953230 w 7467600"/>
              <a:gd name="connsiteY423" fmla="*/ 6759699 h 6858000"/>
              <a:gd name="connsiteX424" fmla="*/ 1956763 w 7467600"/>
              <a:gd name="connsiteY424" fmla="*/ 6778191 h 6858000"/>
              <a:gd name="connsiteX425" fmla="*/ 1967925 w 7467600"/>
              <a:gd name="connsiteY425" fmla="*/ 6858000 h 6858000"/>
              <a:gd name="connsiteX426" fmla="*/ 1936622 w 7467600"/>
              <a:gd name="connsiteY426" fmla="*/ 6858000 h 6858000"/>
              <a:gd name="connsiteX427" fmla="*/ 1926261 w 7467600"/>
              <a:gd name="connsiteY427" fmla="*/ 6784064 h 6858000"/>
              <a:gd name="connsiteX428" fmla="*/ 1922724 w 7467600"/>
              <a:gd name="connsiteY428" fmla="*/ 6765577 h 6858000"/>
              <a:gd name="connsiteX429" fmla="*/ 1904650 w 7467600"/>
              <a:gd name="connsiteY429" fmla="*/ 6639616 h 6858000"/>
              <a:gd name="connsiteX430" fmla="*/ 1885273 w 7467600"/>
              <a:gd name="connsiteY430" fmla="*/ 6858000 h 6858000"/>
              <a:gd name="connsiteX431" fmla="*/ 1854363 w 7467600"/>
              <a:gd name="connsiteY431" fmla="*/ 6858000 h 6858000"/>
              <a:gd name="connsiteX432" fmla="*/ 1880391 w 7467600"/>
              <a:gd name="connsiteY432" fmla="*/ 6603796 h 6858000"/>
              <a:gd name="connsiteX433" fmla="*/ 1818273 w 7467600"/>
              <a:gd name="connsiteY433" fmla="*/ 6715729 h 6858000"/>
              <a:gd name="connsiteX434" fmla="*/ 1794691 w 7467600"/>
              <a:gd name="connsiteY434" fmla="*/ 6843239 h 6858000"/>
              <a:gd name="connsiteX435" fmla="*/ 1794914 w 7467600"/>
              <a:gd name="connsiteY435" fmla="*/ 6858000 h 6858000"/>
              <a:gd name="connsiteX436" fmla="*/ 1746128 w 7467600"/>
              <a:gd name="connsiteY436" fmla="*/ 6858000 h 6858000"/>
              <a:gd name="connsiteX437" fmla="*/ 1753934 w 7467600"/>
              <a:gd name="connsiteY437" fmla="*/ 6724796 h 6858000"/>
              <a:gd name="connsiteX438" fmla="*/ 1792053 w 7467600"/>
              <a:gd name="connsiteY438" fmla="*/ 6572396 h 6858000"/>
              <a:gd name="connsiteX439" fmla="*/ 1862248 w 7467600"/>
              <a:gd name="connsiteY439" fmla="*/ 6266397 h 6858000"/>
              <a:gd name="connsiteX440" fmla="*/ 1862250 w 7467600"/>
              <a:gd name="connsiteY440" fmla="*/ 6033531 h 6858000"/>
              <a:gd name="connsiteX441" fmla="*/ 1211999 w 7467600"/>
              <a:gd name="connsiteY441" fmla="*/ 6683610 h 6858000"/>
              <a:gd name="connsiteX442" fmla="*/ 1213266 w 7467600"/>
              <a:gd name="connsiteY442" fmla="*/ 6691947 h 6858000"/>
              <a:gd name="connsiteX443" fmla="*/ 1203370 w 7467600"/>
              <a:gd name="connsiteY443" fmla="*/ 6850676 h 6858000"/>
              <a:gd name="connsiteX444" fmla="*/ 1203671 w 7467600"/>
              <a:gd name="connsiteY444" fmla="*/ 6858000 h 6858000"/>
              <a:gd name="connsiteX445" fmla="*/ 1143180 w 7467600"/>
              <a:gd name="connsiteY445" fmla="*/ 6858000 h 6858000"/>
              <a:gd name="connsiteX446" fmla="*/ 1142176 w 7467600"/>
              <a:gd name="connsiteY446" fmla="*/ 6766045 h 6858000"/>
              <a:gd name="connsiteX447" fmla="*/ 1067484 w 7467600"/>
              <a:gd name="connsiteY447" fmla="*/ 6858000 h 6858000"/>
              <a:gd name="connsiteX448" fmla="*/ 953928 w 7467600"/>
              <a:gd name="connsiteY448" fmla="*/ 6858000 h 6858000"/>
              <a:gd name="connsiteX449" fmla="*/ 959715 w 7467600"/>
              <a:gd name="connsiteY449" fmla="*/ 6850185 h 6858000"/>
              <a:gd name="connsiteX450" fmla="*/ 1483788 w 7467600"/>
              <a:gd name="connsiteY450" fmla="*/ 6259174 h 6858000"/>
              <a:gd name="connsiteX451" fmla="*/ 1100671 w 7467600"/>
              <a:gd name="connsiteY451" fmla="*/ 6252137 h 6858000"/>
              <a:gd name="connsiteX452" fmla="*/ 1090144 w 7467600"/>
              <a:gd name="connsiteY452" fmla="*/ 6256748 h 6858000"/>
              <a:gd name="connsiteX453" fmla="*/ 1095872 w 7467600"/>
              <a:gd name="connsiteY453" fmla="*/ 6271892 h 6858000"/>
              <a:gd name="connsiteX454" fmla="*/ 262785 w 7467600"/>
              <a:gd name="connsiteY454" fmla="*/ 6845450 h 6858000"/>
              <a:gd name="connsiteX455" fmla="*/ 209968 w 7467600"/>
              <a:gd name="connsiteY455" fmla="*/ 6770713 h 6858000"/>
              <a:gd name="connsiteX456" fmla="*/ 873460 w 7467600"/>
              <a:gd name="connsiteY456" fmla="*/ 6253768 h 6858000"/>
              <a:gd name="connsiteX457" fmla="*/ 192686 w 7467600"/>
              <a:gd name="connsiteY457" fmla="*/ 5849257 h 6858000"/>
              <a:gd name="connsiteX458" fmla="*/ 4696 w 7467600"/>
              <a:gd name="connsiteY458" fmla="*/ 5697668 h 6858000"/>
              <a:gd name="connsiteX459" fmla="*/ 0 w 7467600"/>
              <a:gd name="connsiteY459" fmla="*/ 5689984 h 6858000"/>
              <a:gd name="connsiteX460" fmla="*/ 0 w 7467600"/>
              <a:gd name="connsiteY460" fmla="*/ 5513472 h 6858000"/>
              <a:gd name="connsiteX461" fmla="*/ 174101 w 7467600"/>
              <a:gd name="connsiteY461" fmla="*/ 5620277 h 6858000"/>
              <a:gd name="connsiteX462" fmla="*/ 891800 w 7467600"/>
              <a:gd name="connsiteY462" fmla="*/ 6036935 h 6858000"/>
              <a:gd name="connsiteX463" fmla="*/ 1072219 w 7467600"/>
              <a:gd name="connsiteY463" fmla="*/ 6169443 h 6858000"/>
              <a:gd name="connsiteX464" fmla="*/ 1074117 w 7467600"/>
              <a:gd name="connsiteY464" fmla="*/ 6170301 h 6858000"/>
              <a:gd name="connsiteX465" fmla="*/ 1083114 w 7467600"/>
              <a:gd name="connsiteY465" fmla="*/ 6174131 h 6858000"/>
              <a:gd name="connsiteX466" fmla="*/ 1543010 w 7467600"/>
              <a:gd name="connsiteY466" fmla="*/ 6191140 h 6858000"/>
              <a:gd name="connsiteX467" fmla="*/ 1551080 w 7467600"/>
              <a:gd name="connsiteY467" fmla="*/ 6195006 h 6858000"/>
              <a:gd name="connsiteX468" fmla="*/ 2345443 w 7467600"/>
              <a:gd name="connsiteY468" fmla="*/ 5549882 h 6858000"/>
              <a:gd name="connsiteX469" fmla="*/ 1721499 w 7467600"/>
              <a:gd name="connsiteY469" fmla="*/ 5599969 h 6858000"/>
              <a:gd name="connsiteX470" fmla="*/ 767716 w 7467600"/>
              <a:gd name="connsiteY470" fmla="*/ 5472768 h 6858000"/>
              <a:gd name="connsiteX471" fmla="*/ 722147 w 7467600"/>
              <a:gd name="connsiteY471" fmla="*/ 5393091 h 6858000"/>
              <a:gd name="connsiteX472" fmla="*/ 1485552 w 7467600"/>
              <a:gd name="connsiteY472" fmla="*/ 5313202 h 6858000"/>
              <a:gd name="connsiteX473" fmla="*/ 2143004 w 7467600"/>
              <a:gd name="connsiteY473" fmla="*/ 5402420 h 6858000"/>
              <a:gd name="connsiteX474" fmla="*/ 1933391 w 7467600"/>
              <a:gd name="connsiteY474" fmla="*/ 5156971 h 6858000"/>
              <a:gd name="connsiteX475" fmla="*/ 1827118 w 7467600"/>
              <a:gd name="connsiteY475" fmla="*/ 4968410 h 6858000"/>
              <a:gd name="connsiteX476" fmla="*/ 1837349 w 7467600"/>
              <a:gd name="connsiteY476" fmla="*/ 4956357 h 6858000"/>
              <a:gd name="connsiteX477" fmla="*/ 2162835 w 7467600"/>
              <a:gd name="connsiteY477" fmla="*/ 5187853 h 6858000"/>
              <a:gd name="connsiteX478" fmla="*/ 2257167 w 7467600"/>
              <a:gd name="connsiteY478" fmla="*/ 5462123 h 6858000"/>
              <a:gd name="connsiteX479" fmla="*/ 2261598 w 7467600"/>
              <a:gd name="connsiteY479" fmla="*/ 5467998 h 6858000"/>
              <a:gd name="connsiteX480" fmla="*/ 2437177 w 7467600"/>
              <a:gd name="connsiteY480" fmla="*/ 5479608 h 6858000"/>
              <a:gd name="connsiteX481" fmla="*/ 2445247 w 7467600"/>
              <a:gd name="connsiteY481" fmla="*/ 5483476 h 6858000"/>
              <a:gd name="connsiteX482" fmla="*/ 2743626 w 7467600"/>
              <a:gd name="connsiteY482" fmla="*/ 5304819 h 6858000"/>
              <a:gd name="connsiteX483" fmla="*/ 3048102 w 7467600"/>
              <a:gd name="connsiteY483" fmla="*/ 5150595 h 6858000"/>
              <a:gd name="connsiteX484" fmla="*/ 1799414 w 7467600"/>
              <a:gd name="connsiteY484" fmla="*/ 4694732 h 6858000"/>
              <a:gd name="connsiteX485" fmla="*/ 1771735 w 7467600"/>
              <a:gd name="connsiteY485" fmla="*/ 4619929 h 6858000"/>
              <a:gd name="connsiteX486" fmla="*/ 3104273 w 7467600"/>
              <a:gd name="connsiteY486" fmla="*/ 5076159 h 6858000"/>
              <a:gd name="connsiteX487" fmla="*/ 3113245 w 7467600"/>
              <a:gd name="connsiteY487" fmla="*/ 5090705 h 6858000"/>
              <a:gd name="connsiteX488" fmla="*/ 3126294 w 7467600"/>
              <a:gd name="connsiteY488" fmla="*/ 5114400 h 6858000"/>
              <a:gd name="connsiteX489" fmla="*/ 3937433 w 7467600"/>
              <a:gd name="connsiteY489" fmla="*/ 4830473 h 6858000"/>
              <a:gd name="connsiteX490" fmla="*/ 3590475 w 7467600"/>
              <a:gd name="connsiteY490" fmla="*/ 4597974 h 6858000"/>
              <a:gd name="connsiteX491" fmla="*/ 3100264 w 7467600"/>
              <a:gd name="connsiteY491" fmla="*/ 4579845 h 6858000"/>
              <a:gd name="connsiteX492" fmla="*/ 2183576 w 7467600"/>
              <a:gd name="connsiteY492" fmla="*/ 4227150 h 6858000"/>
              <a:gd name="connsiteX493" fmla="*/ 2151029 w 7467600"/>
              <a:gd name="connsiteY493" fmla="*/ 4146947 h 6858000"/>
              <a:gd name="connsiteX494" fmla="*/ 3563434 w 7467600"/>
              <a:gd name="connsiteY494" fmla="*/ 4469115 h 6858000"/>
              <a:gd name="connsiteX495" fmla="*/ 3177952 w 7467600"/>
              <a:gd name="connsiteY495" fmla="*/ 3657386 h 6858000"/>
              <a:gd name="connsiteX496" fmla="*/ 3189263 w 7467600"/>
              <a:gd name="connsiteY496" fmla="*/ 3625726 h 6858000"/>
              <a:gd name="connsiteX497" fmla="*/ 3560912 w 7467600"/>
              <a:gd name="connsiteY497" fmla="*/ 4079863 h 6858000"/>
              <a:gd name="connsiteX498" fmla="*/ 3626636 w 7467600"/>
              <a:gd name="connsiteY498" fmla="*/ 4512230 h 6858000"/>
              <a:gd name="connsiteX499" fmla="*/ 3653088 w 7467600"/>
              <a:gd name="connsiteY499" fmla="*/ 4521417 h 6858000"/>
              <a:gd name="connsiteX500" fmla="*/ 3988128 w 7467600"/>
              <a:gd name="connsiteY500" fmla="*/ 4817267 h 6858000"/>
              <a:gd name="connsiteX501" fmla="*/ 4830582 w 7467600"/>
              <a:gd name="connsiteY501" fmla="*/ 4676000 h 6858000"/>
              <a:gd name="connsiteX502" fmla="*/ 4830100 w 7467600"/>
              <a:gd name="connsiteY502" fmla="*/ 4675554 h 6858000"/>
              <a:gd name="connsiteX503" fmla="*/ 4036318 w 7467600"/>
              <a:gd name="connsiteY503" fmla="*/ 4147013 h 6858000"/>
              <a:gd name="connsiteX504" fmla="*/ 3432098 w 7467600"/>
              <a:gd name="connsiteY504" fmla="*/ 3537312 h 6858000"/>
              <a:gd name="connsiteX505" fmla="*/ 3446761 w 7467600"/>
              <a:gd name="connsiteY505" fmla="*/ 3461278 h 6858000"/>
              <a:gd name="connsiteX506" fmla="*/ 4419733 w 7467600"/>
              <a:gd name="connsiteY506" fmla="*/ 3963555 h 6858000"/>
              <a:gd name="connsiteX507" fmla="*/ 4781371 w 7467600"/>
              <a:gd name="connsiteY507" fmla="*/ 4458604 h 6858000"/>
              <a:gd name="connsiteX508" fmla="*/ 4780440 w 7467600"/>
              <a:gd name="connsiteY508" fmla="*/ 4470290 h 6858000"/>
              <a:gd name="connsiteX509" fmla="*/ 4898954 w 7467600"/>
              <a:gd name="connsiteY509" fmla="*/ 4662092 h 6858000"/>
              <a:gd name="connsiteX510" fmla="*/ 4900699 w 7467600"/>
              <a:gd name="connsiteY510" fmla="*/ 4670867 h 6858000"/>
              <a:gd name="connsiteX511" fmla="*/ 5714511 w 7467600"/>
              <a:gd name="connsiteY511" fmla="*/ 4663483 h 6858000"/>
              <a:gd name="connsiteX512" fmla="*/ 5464793 w 7467600"/>
              <a:gd name="connsiteY512" fmla="*/ 4393556 h 6858000"/>
              <a:gd name="connsiteX513" fmla="*/ 5461897 w 7467600"/>
              <a:gd name="connsiteY513" fmla="*/ 4390879 h 6858000"/>
              <a:gd name="connsiteX514" fmla="*/ 4294126 w 7467600"/>
              <a:gd name="connsiteY514" fmla="*/ 3303048 h 6858000"/>
              <a:gd name="connsiteX515" fmla="*/ 4305321 w 7467600"/>
              <a:gd name="connsiteY515" fmla="*/ 3256953 h 6858000"/>
              <a:gd name="connsiteX516" fmla="*/ 4949299 w 7467600"/>
              <a:gd name="connsiteY516" fmla="*/ 3766336 h 6858000"/>
              <a:gd name="connsiteX517" fmla="*/ 5291452 w 7467600"/>
              <a:gd name="connsiteY517" fmla="*/ 4076801 h 6858000"/>
              <a:gd name="connsiteX518" fmla="*/ 5434998 w 7467600"/>
              <a:gd name="connsiteY518" fmla="*/ 4254100 h 6858000"/>
              <a:gd name="connsiteX519" fmla="*/ 5351015 w 7467600"/>
              <a:gd name="connsiteY519" fmla="*/ 3760989 h 6858000"/>
              <a:gd name="connsiteX520" fmla="*/ 5413780 w 7467600"/>
              <a:gd name="connsiteY520" fmla="*/ 2966265 h 6858000"/>
              <a:gd name="connsiteX521" fmla="*/ 5425627 w 7467600"/>
              <a:gd name="connsiteY521" fmla="*/ 2954192 h 6858000"/>
              <a:gd name="connsiteX522" fmla="*/ 6604735 w 7467600"/>
              <a:gd name="connsiteY522" fmla="*/ 2041381 h 6858000"/>
              <a:gd name="connsiteX523" fmla="*/ 7204487 w 7467600"/>
              <a:gd name="connsiteY523" fmla="*/ 2742112 h 6858000"/>
              <a:gd name="connsiteX524" fmla="*/ 7131592 w 7467600"/>
              <a:gd name="connsiteY524" fmla="*/ 2672096 h 6858000"/>
              <a:gd name="connsiteX525" fmla="*/ 6996344 w 7467600"/>
              <a:gd name="connsiteY525" fmla="*/ 2518310 h 6858000"/>
              <a:gd name="connsiteX526" fmla="*/ 6735495 w 7467600"/>
              <a:gd name="connsiteY526" fmla="*/ 2196890 h 6858000"/>
              <a:gd name="connsiteX527" fmla="*/ 6721901 w 7467600"/>
              <a:gd name="connsiteY527" fmla="*/ 2179274 h 6858000"/>
              <a:gd name="connsiteX528" fmla="*/ 6604735 w 7467600"/>
              <a:gd name="connsiteY528" fmla="*/ 2041381 h 6858000"/>
              <a:gd name="connsiteX529" fmla="*/ 6591670 w 7467600"/>
              <a:gd name="connsiteY529" fmla="*/ 1988277 h 6858000"/>
              <a:gd name="connsiteX530" fmla="*/ 6747349 w 7467600"/>
              <a:gd name="connsiteY530" fmla="*/ 2160069 h 6858000"/>
              <a:gd name="connsiteX531" fmla="*/ 6760943 w 7467600"/>
              <a:gd name="connsiteY531" fmla="*/ 2177686 h 6858000"/>
              <a:gd name="connsiteX532" fmla="*/ 7021065 w 7467600"/>
              <a:gd name="connsiteY532" fmla="*/ 2498102 h 6858000"/>
              <a:gd name="connsiteX533" fmla="*/ 7155223 w 7467600"/>
              <a:gd name="connsiteY533" fmla="*/ 2650386 h 6858000"/>
              <a:gd name="connsiteX534" fmla="*/ 7203167 w 7467600"/>
              <a:gd name="connsiteY534" fmla="*/ 2697288 h 6858000"/>
              <a:gd name="connsiteX535" fmla="*/ 6937703 w 7467600"/>
              <a:gd name="connsiteY535" fmla="*/ 2321981 h 6858000"/>
              <a:gd name="connsiteX536" fmla="*/ 6591670 w 7467600"/>
              <a:gd name="connsiteY536" fmla="*/ 1988277 h 6858000"/>
              <a:gd name="connsiteX537" fmla="*/ 5798671 w 7467600"/>
              <a:gd name="connsiteY537" fmla="*/ 1981601 h 6858000"/>
              <a:gd name="connsiteX538" fmla="*/ 5754709 w 7467600"/>
              <a:gd name="connsiteY538" fmla="*/ 2071454 h 6858000"/>
              <a:gd name="connsiteX539" fmla="*/ 5763044 w 7467600"/>
              <a:gd name="connsiteY539" fmla="*/ 2842206 h 6858000"/>
              <a:gd name="connsiteX540" fmla="*/ 5764974 w 7467600"/>
              <a:gd name="connsiteY540" fmla="*/ 2799609 h 6858000"/>
              <a:gd name="connsiteX541" fmla="*/ 5767665 w 7467600"/>
              <a:gd name="connsiteY541" fmla="*/ 2666409 h 6858000"/>
              <a:gd name="connsiteX542" fmla="*/ 5763055 w 7467600"/>
              <a:gd name="connsiteY542" fmla="*/ 2579705 h 6858000"/>
              <a:gd name="connsiteX543" fmla="*/ 5758079 w 7467600"/>
              <a:gd name="connsiteY543" fmla="*/ 2492508 h 6858000"/>
              <a:gd name="connsiteX544" fmla="*/ 5779325 w 7467600"/>
              <a:gd name="connsiteY544" fmla="*/ 2197069 h 6858000"/>
              <a:gd name="connsiteX545" fmla="*/ 5798671 w 7467600"/>
              <a:gd name="connsiteY545" fmla="*/ 1981601 h 6858000"/>
              <a:gd name="connsiteX546" fmla="*/ 5829202 w 7467600"/>
              <a:gd name="connsiteY546" fmla="*/ 1971679 h 6858000"/>
              <a:gd name="connsiteX547" fmla="*/ 5809558 w 7467600"/>
              <a:gd name="connsiteY547" fmla="*/ 2198043 h 6858000"/>
              <a:gd name="connsiteX548" fmla="*/ 5788653 w 7467600"/>
              <a:gd name="connsiteY548" fmla="*/ 2489430 h 6858000"/>
              <a:gd name="connsiteX549" fmla="*/ 5793439 w 7467600"/>
              <a:gd name="connsiteY549" fmla="*/ 2575235 h 6858000"/>
              <a:gd name="connsiteX550" fmla="*/ 5796837 w 7467600"/>
              <a:gd name="connsiteY550" fmla="*/ 2637633 h 6858000"/>
              <a:gd name="connsiteX551" fmla="*/ 5818614 w 7467600"/>
              <a:gd name="connsiteY551" fmla="*/ 2473055 h 6858000"/>
              <a:gd name="connsiteX552" fmla="*/ 5829202 w 7467600"/>
              <a:gd name="connsiteY552" fmla="*/ 1971679 h 6858000"/>
              <a:gd name="connsiteX553" fmla="*/ 5911389 w 7467600"/>
              <a:gd name="connsiteY553" fmla="*/ 1898371 h 6858000"/>
              <a:gd name="connsiteX554" fmla="*/ 6237627 w 7467600"/>
              <a:gd name="connsiteY554" fmla="*/ 2231921 h 6858000"/>
              <a:gd name="connsiteX555" fmla="*/ 5911389 w 7467600"/>
              <a:gd name="connsiteY555" fmla="*/ 1898371 h 6858000"/>
              <a:gd name="connsiteX556" fmla="*/ 6944437 w 7467600"/>
              <a:gd name="connsiteY556" fmla="*/ 1575402 h 6858000"/>
              <a:gd name="connsiteX557" fmla="*/ 6304730 w 7467600"/>
              <a:gd name="connsiteY557" fmla="*/ 1766654 h 6858000"/>
              <a:gd name="connsiteX558" fmla="*/ 6944437 w 7467600"/>
              <a:gd name="connsiteY558" fmla="*/ 1575402 h 6858000"/>
              <a:gd name="connsiteX559" fmla="*/ 7019523 w 7467600"/>
              <a:gd name="connsiteY559" fmla="*/ 1519450 h 6858000"/>
              <a:gd name="connsiteX560" fmla="*/ 6298091 w 7467600"/>
              <a:gd name="connsiteY560" fmla="*/ 1737122 h 6858000"/>
              <a:gd name="connsiteX561" fmla="*/ 7019523 w 7467600"/>
              <a:gd name="connsiteY561" fmla="*/ 1519450 h 6858000"/>
              <a:gd name="connsiteX562" fmla="*/ 2399523 w 7467600"/>
              <a:gd name="connsiteY562" fmla="*/ 1428234 h 6858000"/>
              <a:gd name="connsiteX563" fmla="*/ 2224982 w 7467600"/>
              <a:gd name="connsiteY563" fmla="*/ 1826201 h 6858000"/>
              <a:gd name="connsiteX564" fmla="*/ 2096099 w 7467600"/>
              <a:gd name="connsiteY564" fmla="*/ 2345900 h 6858000"/>
              <a:gd name="connsiteX565" fmla="*/ 2283317 w 7467600"/>
              <a:gd name="connsiteY565" fmla="*/ 1796925 h 6858000"/>
              <a:gd name="connsiteX566" fmla="*/ 2399523 w 7467600"/>
              <a:gd name="connsiteY566" fmla="*/ 1428234 h 6858000"/>
              <a:gd name="connsiteX567" fmla="*/ 2448558 w 7467600"/>
              <a:gd name="connsiteY567" fmla="*/ 1373435 h 6858000"/>
              <a:gd name="connsiteX568" fmla="*/ 2312521 w 7467600"/>
              <a:gd name="connsiteY568" fmla="*/ 1806140 h 6858000"/>
              <a:gd name="connsiteX569" fmla="*/ 2127533 w 7467600"/>
              <a:gd name="connsiteY569" fmla="*/ 2348380 h 6858000"/>
              <a:gd name="connsiteX570" fmla="*/ 2358080 w 7467600"/>
              <a:gd name="connsiteY570" fmla="*/ 1866134 h 6858000"/>
              <a:gd name="connsiteX571" fmla="*/ 2407436 w 7467600"/>
              <a:gd name="connsiteY571" fmla="*/ 1651070 h 6858000"/>
              <a:gd name="connsiteX572" fmla="*/ 2448558 w 7467600"/>
              <a:gd name="connsiteY572" fmla="*/ 1373435 h 6858000"/>
              <a:gd name="connsiteX573" fmla="*/ 278707 w 7467600"/>
              <a:gd name="connsiteY573" fmla="*/ 1352270 h 6858000"/>
              <a:gd name="connsiteX574" fmla="*/ 321570 w 7467600"/>
              <a:gd name="connsiteY574" fmla="*/ 1861610 h 6858000"/>
              <a:gd name="connsiteX575" fmla="*/ 294281 w 7467600"/>
              <a:gd name="connsiteY575" fmla="*/ 1440658 h 6858000"/>
              <a:gd name="connsiteX576" fmla="*/ 278707 w 7467600"/>
              <a:gd name="connsiteY576" fmla="*/ 1352270 h 6858000"/>
              <a:gd name="connsiteX577" fmla="*/ 1423821 w 7467600"/>
              <a:gd name="connsiteY577" fmla="*/ 1351958 h 6858000"/>
              <a:gd name="connsiteX578" fmla="*/ 1638521 w 7467600"/>
              <a:gd name="connsiteY578" fmla="*/ 1908470 h 6858000"/>
              <a:gd name="connsiteX579" fmla="*/ 1754199 w 7467600"/>
              <a:gd name="connsiteY579" fmla="*/ 2149284 h 6858000"/>
              <a:gd name="connsiteX580" fmla="*/ 1908359 w 7467600"/>
              <a:gd name="connsiteY580" fmla="*/ 2364988 h 6858000"/>
              <a:gd name="connsiteX581" fmla="*/ 1647661 w 7467600"/>
              <a:gd name="connsiteY581" fmla="*/ 1825945 h 6858000"/>
              <a:gd name="connsiteX582" fmla="*/ 1423821 w 7467600"/>
              <a:gd name="connsiteY582" fmla="*/ 1351958 h 6858000"/>
              <a:gd name="connsiteX583" fmla="*/ 1431890 w 7467600"/>
              <a:gd name="connsiteY583" fmla="*/ 1306475 h 6858000"/>
              <a:gd name="connsiteX584" fmla="*/ 1507597 w 7467600"/>
              <a:gd name="connsiteY584" fmla="*/ 1446132 h 6858000"/>
              <a:gd name="connsiteX585" fmla="*/ 1674586 w 7467600"/>
              <a:gd name="connsiteY585" fmla="*/ 1813832 h 6858000"/>
              <a:gd name="connsiteX586" fmla="*/ 1815950 w 7467600"/>
              <a:gd name="connsiteY586" fmla="*/ 2128564 h 6858000"/>
              <a:gd name="connsiteX587" fmla="*/ 1984242 w 7467600"/>
              <a:gd name="connsiteY587" fmla="*/ 2430829 h 6858000"/>
              <a:gd name="connsiteX588" fmla="*/ 2014023 w 7467600"/>
              <a:gd name="connsiteY588" fmla="*/ 2450995 h 6858000"/>
              <a:gd name="connsiteX589" fmla="*/ 1747337 w 7467600"/>
              <a:gd name="connsiteY589" fmla="*/ 1855264 h 6858000"/>
              <a:gd name="connsiteX590" fmla="*/ 1533749 w 7467600"/>
              <a:gd name="connsiteY590" fmla="*/ 1478656 h 6858000"/>
              <a:gd name="connsiteX591" fmla="*/ 1431890 w 7467600"/>
              <a:gd name="connsiteY591" fmla="*/ 1306475 h 6858000"/>
              <a:gd name="connsiteX592" fmla="*/ 5052692 w 7467600"/>
              <a:gd name="connsiteY592" fmla="*/ 1292994 h 6858000"/>
              <a:gd name="connsiteX593" fmla="*/ 5200661 w 7467600"/>
              <a:gd name="connsiteY593" fmla="*/ 1635186 h 6858000"/>
              <a:gd name="connsiteX594" fmla="*/ 5297138 w 7467600"/>
              <a:gd name="connsiteY594" fmla="*/ 1906351 h 6858000"/>
              <a:gd name="connsiteX595" fmla="*/ 5052692 w 7467600"/>
              <a:gd name="connsiteY595" fmla="*/ 1292994 h 6858000"/>
              <a:gd name="connsiteX596" fmla="*/ 5009948 w 7467600"/>
              <a:gd name="connsiteY596" fmla="*/ 1273619 h 6858000"/>
              <a:gd name="connsiteX597" fmla="*/ 5121777 w 7467600"/>
              <a:gd name="connsiteY597" fmla="*/ 1654213 h 6858000"/>
              <a:gd name="connsiteX598" fmla="*/ 5293545 w 7467600"/>
              <a:gd name="connsiteY598" fmla="*/ 2072247 h 6858000"/>
              <a:gd name="connsiteX599" fmla="*/ 5294042 w 7467600"/>
              <a:gd name="connsiteY599" fmla="*/ 2065019 h 6858000"/>
              <a:gd name="connsiteX600" fmla="*/ 5171936 w 7467600"/>
              <a:gd name="connsiteY600" fmla="*/ 1647613 h 6858000"/>
              <a:gd name="connsiteX601" fmla="*/ 5009948 w 7467600"/>
              <a:gd name="connsiteY601" fmla="*/ 1273619 h 6858000"/>
              <a:gd name="connsiteX602" fmla="*/ 655236 w 7467600"/>
              <a:gd name="connsiteY602" fmla="*/ 1268632 h 6858000"/>
              <a:gd name="connsiteX603" fmla="*/ 839521 w 7467600"/>
              <a:gd name="connsiteY603" fmla="*/ 1685315 h 6858000"/>
              <a:gd name="connsiteX604" fmla="*/ 1109416 w 7467600"/>
              <a:gd name="connsiteY604" fmla="*/ 2061663 h 6858000"/>
              <a:gd name="connsiteX605" fmla="*/ 1298300 w 7467600"/>
              <a:gd name="connsiteY605" fmla="*/ 2247742 h 6858000"/>
              <a:gd name="connsiteX606" fmla="*/ 1125871 w 7467600"/>
              <a:gd name="connsiteY606" fmla="*/ 1989513 h 6858000"/>
              <a:gd name="connsiteX607" fmla="*/ 981574 w 7467600"/>
              <a:gd name="connsiteY607" fmla="*/ 1783157 h 6858000"/>
              <a:gd name="connsiteX608" fmla="*/ 922198 w 7467600"/>
              <a:gd name="connsiteY608" fmla="*/ 1677437 h 6858000"/>
              <a:gd name="connsiteX609" fmla="*/ 869293 w 7467600"/>
              <a:gd name="connsiteY609" fmla="*/ 1583214 h 6858000"/>
              <a:gd name="connsiteX610" fmla="*/ 751431 w 7467600"/>
              <a:gd name="connsiteY610" fmla="*/ 1405731 h 6858000"/>
              <a:gd name="connsiteX611" fmla="*/ 655236 w 7467600"/>
              <a:gd name="connsiteY611" fmla="*/ 1268632 h 6858000"/>
              <a:gd name="connsiteX612" fmla="*/ 6516292 w 7467600"/>
              <a:gd name="connsiteY612" fmla="*/ 1263064 h 6858000"/>
              <a:gd name="connsiteX613" fmla="*/ 5736320 w 7467600"/>
              <a:gd name="connsiteY613" fmla="*/ 1501803 h 6858000"/>
              <a:gd name="connsiteX614" fmla="*/ 6516292 w 7467600"/>
              <a:gd name="connsiteY614" fmla="*/ 1263064 h 6858000"/>
              <a:gd name="connsiteX615" fmla="*/ 291466 w 7467600"/>
              <a:gd name="connsiteY615" fmla="*/ 1250369 h 6858000"/>
              <a:gd name="connsiteX616" fmla="*/ 323180 w 7467600"/>
              <a:gd name="connsiteY616" fmla="*/ 1435283 h 6858000"/>
              <a:gd name="connsiteX617" fmla="*/ 349381 w 7467600"/>
              <a:gd name="connsiteY617" fmla="*/ 1875041 h 6858000"/>
              <a:gd name="connsiteX618" fmla="*/ 374363 w 7467600"/>
              <a:gd name="connsiteY618" fmla="*/ 1506494 h 6858000"/>
              <a:gd name="connsiteX619" fmla="*/ 302168 w 7467600"/>
              <a:gd name="connsiteY619" fmla="*/ 1274495 h 6858000"/>
              <a:gd name="connsiteX620" fmla="*/ 291466 w 7467600"/>
              <a:gd name="connsiteY620" fmla="*/ 1250369 h 6858000"/>
              <a:gd name="connsiteX621" fmla="*/ 678222 w 7467600"/>
              <a:gd name="connsiteY621" fmla="*/ 1248670 h 6858000"/>
              <a:gd name="connsiteX622" fmla="*/ 775536 w 7467600"/>
              <a:gd name="connsiteY622" fmla="*/ 1388015 h 6858000"/>
              <a:gd name="connsiteX623" fmla="*/ 894529 w 7467600"/>
              <a:gd name="connsiteY623" fmla="*/ 1567739 h 6858000"/>
              <a:gd name="connsiteX624" fmla="*/ 948000 w 7467600"/>
              <a:gd name="connsiteY624" fmla="*/ 1663088 h 6858000"/>
              <a:gd name="connsiteX625" fmla="*/ 1006812 w 7467600"/>
              <a:gd name="connsiteY625" fmla="*/ 1767683 h 6858000"/>
              <a:gd name="connsiteX626" fmla="*/ 1149133 w 7467600"/>
              <a:gd name="connsiteY626" fmla="*/ 1971513 h 6858000"/>
              <a:gd name="connsiteX627" fmla="*/ 1333952 w 7467600"/>
              <a:gd name="connsiteY627" fmla="*/ 2251620 h 6858000"/>
              <a:gd name="connsiteX628" fmla="*/ 1337329 w 7467600"/>
              <a:gd name="connsiteY628" fmla="*/ 2258350 h 6858000"/>
              <a:gd name="connsiteX629" fmla="*/ 1014726 w 7467600"/>
              <a:gd name="connsiteY629" fmla="*/ 1615556 h 6858000"/>
              <a:gd name="connsiteX630" fmla="*/ 678222 w 7467600"/>
              <a:gd name="connsiteY630" fmla="*/ 1248670 h 6858000"/>
              <a:gd name="connsiteX631" fmla="*/ 6691602 w 7467600"/>
              <a:gd name="connsiteY631" fmla="*/ 1140573 h 6858000"/>
              <a:gd name="connsiteX632" fmla="*/ 6571100 w 7467600"/>
              <a:gd name="connsiteY632" fmla="*/ 1183662 h 6858000"/>
              <a:gd name="connsiteX633" fmla="*/ 6241687 w 7467600"/>
              <a:gd name="connsiteY633" fmla="*/ 1257600 h 6858000"/>
              <a:gd name="connsiteX634" fmla="*/ 5693009 w 7467600"/>
              <a:gd name="connsiteY634" fmla="*/ 1478256 h 6858000"/>
              <a:gd name="connsiteX635" fmla="*/ 6548420 w 7467600"/>
              <a:gd name="connsiteY635" fmla="*/ 1214599 h 6858000"/>
              <a:gd name="connsiteX636" fmla="*/ 6605473 w 7467600"/>
              <a:gd name="connsiteY636" fmla="*/ 1184686 h 6858000"/>
              <a:gd name="connsiteX637" fmla="*/ 6691602 w 7467600"/>
              <a:gd name="connsiteY637" fmla="*/ 1140573 h 6858000"/>
              <a:gd name="connsiteX638" fmla="*/ 4002475 w 7467600"/>
              <a:gd name="connsiteY638" fmla="*/ 1037802 h 6858000"/>
              <a:gd name="connsiteX639" fmla="*/ 4000324 w 7467600"/>
              <a:gd name="connsiteY639" fmla="*/ 1039362 h 6858000"/>
              <a:gd name="connsiteX640" fmla="*/ 4002862 w 7467600"/>
              <a:gd name="connsiteY640" fmla="*/ 1042866 h 6858000"/>
              <a:gd name="connsiteX641" fmla="*/ 4002475 w 7467600"/>
              <a:gd name="connsiteY641" fmla="*/ 1037802 h 6858000"/>
              <a:gd name="connsiteX642" fmla="*/ 506322 w 7467600"/>
              <a:gd name="connsiteY642" fmla="*/ 1020997 h 6858000"/>
              <a:gd name="connsiteX643" fmla="*/ 533068 w 7467600"/>
              <a:gd name="connsiteY643" fmla="*/ 1029409 h 6858000"/>
              <a:gd name="connsiteX644" fmla="*/ 1232525 w 7467600"/>
              <a:gd name="connsiteY644" fmla="*/ 1804675 h 6858000"/>
              <a:gd name="connsiteX645" fmla="*/ 1388858 w 7467600"/>
              <a:gd name="connsiteY645" fmla="*/ 2368011 h 6858000"/>
              <a:gd name="connsiteX646" fmla="*/ 1384098 w 7467600"/>
              <a:gd name="connsiteY646" fmla="*/ 2378125 h 6858000"/>
              <a:gd name="connsiteX647" fmla="*/ 1425393 w 7467600"/>
              <a:gd name="connsiteY647" fmla="*/ 2589124 h 6858000"/>
              <a:gd name="connsiteX648" fmla="*/ 1424001 w 7467600"/>
              <a:gd name="connsiteY648" fmla="*/ 2597541 h 6858000"/>
              <a:gd name="connsiteX649" fmla="*/ 2152729 w 7467600"/>
              <a:gd name="connsiteY649" fmla="*/ 2864487 h 6858000"/>
              <a:gd name="connsiteX650" fmla="*/ 2020609 w 7467600"/>
              <a:gd name="connsiteY650" fmla="*/ 2539671 h 6858000"/>
              <a:gd name="connsiteX651" fmla="*/ 2018920 w 7467600"/>
              <a:gd name="connsiteY651" fmla="*/ 2536309 h 6858000"/>
              <a:gd name="connsiteX652" fmla="*/ 1342441 w 7467600"/>
              <a:gd name="connsiteY652" fmla="*/ 1173017 h 6858000"/>
              <a:gd name="connsiteX653" fmla="*/ 1367925 w 7467600"/>
              <a:gd name="connsiteY653" fmla="*/ 1135648 h 6858000"/>
              <a:gd name="connsiteX654" fmla="*/ 1771401 w 7467600"/>
              <a:gd name="connsiteY654" fmla="*/ 1806673 h 6858000"/>
              <a:gd name="connsiteX655" fmla="*/ 1972385 w 7467600"/>
              <a:gd name="connsiteY655" fmla="*/ 2198735 h 6858000"/>
              <a:gd name="connsiteX656" fmla="*/ 2040892 w 7467600"/>
              <a:gd name="connsiteY656" fmla="*/ 2405205 h 6858000"/>
              <a:gd name="connsiteX657" fmla="*/ 2131689 w 7467600"/>
              <a:gd name="connsiteY657" fmla="*/ 1936926 h 6858000"/>
              <a:gd name="connsiteX658" fmla="*/ 2454820 w 7467600"/>
              <a:gd name="connsiteY658" fmla="*/ 1248808 h 6858000"/>
              <a:gd name="connsiteX659" fmla="*/ 2492512 w 7467600"/>
              <a:gd name="connsiteY659" fmla="*/ 1302920 h 6858000"/>
              <a:gd name="connsiteX660" fmla="*/ 2081216 w 7467600"/>
              <a:gd name="connsiteY660" fmla="*/ 2527513 h 6858000"/>
              <a:gd name="connsiteX661" fmla="*/ 2081211 w 7467600"/>
              <a:gd name="connsiteY661" fmla="*/ 2528916 h 6858000"/>
              <a:gd name="connsiteX662" fmla="*/ 2199067 w 7467600"/>
              <a:gd name="connsiteY662" fmla="*/ 2884061 h 6858000"/>
              <a:gd name="connsiteX663" fmla="*/ 3192586 w 7467600"/>
              <a:gd name="connsiteY663" fmla="*/ 3411496 h 6858000"/>
              <a:gd name="connsiteX664" fmla="*/ 3182620 w 7467600"/>
              <a:gd name="connsiteY664" fmla="*/ 3483279 h 6858000"/>
              <a:gd name="connsiteX665" fmla="*/ 2435119 w 7467600"/>
              <a:gd name="connsiteY665" fmla="*/ 3080173 h 6858000"/>
              <a:gd name="connsiteX666" fmla="*/ 2410152 w 7467600"/>
              <a:gd name="connsiteY666" fmla="*/ 3063751 h 6858000"/>
              <a:gd name="connsiteX667" fmla="*/ 2408099 w 7467600"/>
              <a:gd name="connsiteY667" fmla="*/ 3064403 h 6858000"/>
              <a:gd name="connsiteX668" fmla="*/ 2407218 w 7467600"/>
              <a:gd name="connsiteY668" fmla="*/ 3070324 h 6858000"/>
              <a:gd name="connsiteX669" fmla="*/ 2380138 w 7467600"/>
              <a:gd name="connsiteY669" fmla="*/ 3099341 h 6858000"/>
              <a:gd name="connsiteX670" fmla="*/ 1765923 w 7467600"/>
              <a:gd name="connsiteY670" fmla="*/ 3581043 h 6858000"/>
              <a:gd name="connsiteX671" fmla="*/ 1702258 w 7467600"/>
              <a:gd name="connsiteY671" fmla="*/ 3612286 h 6858000"/>
              <a:gd name="connsiteX672" fmla="*/ 1538370 w 7467600"/>
              <a:gd name="connsiteY672" fmla="*/ 3811804 h 6858000"/>
              <a:gd name="connsiteX673" fmla="*/ 542867 w 7467600"/>
              <a:gd name="connsiteY673" fmla="*/ 4944092 h 6858000"/>
              <a:gd name="connsiteX674" fmla="*/ 515800 w 7467600"/>
              <a:gd name="connsiteY674" fmla="*/ 4862180 h 6858000"/>
              <a:gd name="connsiteX675" fmla="*/ 909145 w 7467600"/>
              <a:gd name="connsiteY675" fmla="*/ 4199225 h 6858000"/>
              <a:gd name="connsiteX676" fmla="*/ 1214067 w 7467600"/>
              <a:gd name="connsiteY676" fmla="*/ 3908561 h 6858000"/>
              <a:gd name="connsiteX677" fmla="*/ 640967 w 7467600"/>
              <a:gd name="connsiteY677" fmla="*/ 4105601 h 6858000"/>
              <a:gd name="connsiteX678" fmla="*/ 112563 w 7467600"/>
              <a:gd name="connsiteY678" fmla="*/ 4396952 h 6858000"/>
              <a:gd name="connsiteX679" fmla="*/ 0 w 7467600"/>
              <a:gd name="connsiteY679" fmla="*/ 4466006 h 6858000"/>
              <a:gd name="connsiteX680" fmla="*/ 0 w 7467600"/>
              <a:gd name="connsiteY680" fmla="*/ 4233763 h 6858000"/>
              <a:gd name="connsiteX681" fmla="*/ 36881 w 7467600"/>
              <a:gd name="connsiteY681" fmla="*/ 4200118 h 6858000"/>
              <a:gd name="connsiteX682" fmla="*/ 910534 w 7467600"/>
              <a:gd name="connsiteY682" fmla="*/ 3629753 h 6858000"/>
              <a:gd name="connsiteX683" fmla="*/ 1578717 w 7467600"/>
              <a:gd name="connsiteY683" fmla="*/ 3575982 h 6858000"/>
              <a:gd name="connsiteX684" fmla="*/ 2338780 w 7467600"/>
              <a:gd name="connsiteY684" fmla="*/ 3033725 h 6858000"/>
              <a:gd name="connsiteX685" fmla="*/ 1807991 w 7467600"/>
              <a:gd name="connsiteY685" fmla="*/ 2807184 h 6858000"/>
              <a:gd name="connsiteX686" fmla="*/ 1416358 w 7467600"/>
              <a:gd name="connsiteY686" fmla="*/ 3112571 h 6858000"/>
              <a:gd name="connsiteX687" fmla="*/ 939066 w 7467600"/>
              <a:gd name="connsiteY687" fmla="*/ 3378798 h 6858000"/>
              <a:gd name="connsiteX688" fmla="*/ 115099 w 7467600"/>
              <a:gd name="connsiteY688" fmla="*/ 3607650 h 6858000"/>
              <a:gd name="connsiteX689" fmla="*/ 97284 w 7467600"/>
              <a:gd name="connsiteY689" fmla="*/ 3520393 h 6858000"/>
              <a:gd name="connsiteX690" fmla="*/ 922050 w 7467600"/>
              <a:gd name="connsiteY690" fmla="*/ 3074867 h 6858000"/>
              <a:gd name="connsiteX691" fmla="*/ 1405265 w 7467600"/>
              <a:gd name="connsiteY691" fmla="*/ 3016319 h 6858000"/>
              <a:gd name="connsiteX692" fmla="*/ 1407512 w 7467600"/>
              <a:gd name="connsiteY692" fmla="*/ 3018001 h 6858000"/>
              <a:gd name="connsiteX693" fmla="*/ 1726266 w 7467600"/>
              <a:gd name="connsiteY693" fmla="*/ 2777274 h 6858000"/>
              <a:gd name="connsiteX694" fmla="*/ 625390 w 7467600"/>
              <a:gd name="connsiteY694" fmla="*/ 2514541 h 6858000"/>
              <a:gd name="connsiteX695" fmla="*/ 619799 w 7467600"/>
              <a:gd name="connsiteY695" fmla="*/ 2527180 h 6858000"/>
              <a:gd name="connsiteX696" fmla="*/ 310030 w 7467600"/>
              <a:gd name="connsiteY696" fmla="*/ 2771818 h 6858000"/>
              <a:gd name="connsiteX697" fmla="*/ 173877 w 7467600"/>
              <a:gd name="connsiteY697" fmla="*/ 2937056 h 6858000"/>
              <a:gd name="connsiteX698" fmla="*/ 77889 w 7467600"/>
              <a:gd name="connsiteY698" fmla="*/ 3138440 h 6858000"/>
              <a:gd name="connsiteX699" fmla="*/ 0 w 7467600"/>
              <a:gd name="connsiteY699" fmla="*/ 3271395 h 6858000"/>
              <a:gd name="connsiteX700" fmla="*/ 0 w 7467600"/>
              <a:gd name="connsiteY700" fmla="*/ 3153002 h 6858000"/>
              <a:gd name="connsiteX701" fmla="*/ 2386 w 7467600"/>
              <a:gd name="connsiteY701" fmla="*/ 3149203 h 6858000"/>
              <a:gd name="connsiteX702" fmla="*/ 89753 w 7467600"/>
              <a:gd name="connsiteY702" fmla="*/ 2987702 h 6858000"/>
              <a:gd name="connsiteX703" fmla="*/ 76869 w 7467600"/>
              <a:gd name="connsiteY703" fmla="*/ 3005404 h 6858000"/>
              <a:gd name="connsiteX704" fmla="*/ 32049 w 7467600"/>
              <a:gd name="connsiteY704" fmla="*/ 3065814 h 6858000"/>
              <a:gd name="connsiteX705" fmla="*/ 0 w 7467600"/>
              <a:gd name="connsiteY705" fmla="*/ 3108744 h 6858000"/>
              <a:gd name="connsiteX706" fmla="*/ 0 w 7467600"/>
              <a:gd name="connsiteY706" fmla="*/ 3058059 h 6858000"/>
              <a:gd name="connsiteX707" fmla="*/ 7610 w 7467600"/>
              <a:gd name="connsiteY707" fmla="*/ 3047889 h 6858000"/>
              <a:gd name="connsiteX708" fmla="*/ 52419 w 7467600"/>
              <a:gd name="connsiteY708" fmla="*/ 2987479 h 6858000"/>
              <a:gd name="connsiteX709" fmla="*/ 59142 w 7467600"/>
              <a:gd name="connsiteY709" fmla="*/ 2978488 h 6858000"/>
              <a:gd name="connsiteX710" fmla="*/ 0 w 7467600"/>
              <a:gd name="connsiteY710" fmla="*/ 3015334 h 6858000"/>
              <a:gd name="connsiteX711" fmla="*/ 0 w 7467600"/>
              <a:gd name="connsiteY711" fmla="*/ 2914286 h 6858000"/>
              <a:gd name="connsiteX712" fmla="*/ 36383 w 7467600"/>
              <a:gd name="connsiteY712" fmla="*/ 2901128 h 6858000"/>
              <a:gd name="connsiteX713" fmla="*/ 156329 w 7467600"/>
              <a:gd name="connsiteY713" fmla="*/ 2840533 h 6858000"/>
              <a:gd name="connsiteX714" fmla="*/ 358355 w 7467600"/>
              <a:gd name="connsiteY714" fmla="*/ 2620471 h 6858000"/>
              <a:gd name="connsiteX715" fmla="*/ 510577 w 7467600"/>
              <a:gd name="connsiteY715" fmla="*/ 2501244 h 6858000"/>
              <a:gd name="connsiteX716" fmla="*/ 211967 w 7467600"/>
              <a:gd name="connsiteY716" fmla="*/ 2479171 h 6858000"/>
              <a:gd name="connsiteX717" fmla="*/ 0 w 7467600"/>
              <a:gd name="connsiteY717" fmla="*/ 2476398 h 6858000"/>
              <a:gd name="connsiteX718" fmla="*/ 0 w 7467600"/>
              <a:gd name="connsiteY718" fmla="*/ 2389189 h 6858000"/>
              <a:gd name="connsiteX719" fmla="*/ 103062 w 7467600"/>
              <a:gd name="connsiteY719" fmla="*/ 2389518 h 6858000"/>
              <a:gd name="connsiteX720" fmla="*/ 510734 w 7467600"/>
              <a:gd name="connsiteY720" fmla="*/ 2416201 h 6858000"/>
              <a:gd name="connsiteX721" fmla="*/ 279257 w 7467600"/>
              <a:gd name="connsiteY721" fmla="*/ 2092102 h 6858000"/>
              <a:gd name="connsiteX722" fmla="*/ 65265 w 7467600"/>
              <a:gd name="connsiteY722" fmla="*/ 2006049 h 6858000"/>
              <a:gd name="connsiteX723" fmla="*/ 0 w 7467600"/>
              <a:gd name="connsiteY723" fmla="*/ 1982532 h 6858000"/>
              <a:gd name="connsiteX724" fmla="*/ 0 w 7467600"/>
              <a:gd name="connsiteY724" fmla="*/ 1912789 h 6858000"/>
              <a:gd name="connsiteX725" fmla="*/ 97460 w 7467600"/>
              <a:gd name="connsiteY725" fmla="*/ 1953725 h 6858000"/>
              <a:gd name="connsiteX726" fmla="*/ 221272 w 7467600"/>
              <a:gd name="connsiteY726" fmla="*/ 1980766 h 6858000"/>
              <a:gd name="connsiteX727" fmla="*/ 116765 w 7467600"/>
              <a:gd name="connsiteY727" fmla="*/ 1911033 h 6858000"/>
              <a:gd name="connsiteX728" fmla="*/ 16405 w 7467600"/>
              <a:gd name="connsiteY728" fmla="*/ 1803412 h 6858000"/>
              <a:gd name="connsiteX729" fmla="*/ 0 w 7467600"/>
              <a:gd name="connsiteY729" fmla="*/ 1784777 h 6858000"/>
              <a:gd name="connsiteX730" fmla="*/ 0 w 7467600"/>
              <a:gd name="connsiteY730" fmla="*/ 1740082 h 6858000"/>
              <a:gd name="connsiteX731" fmla="*/ 39394 w 7467600"/>
              <a:gd name="connsiteY731" fmla="*/ 1784856 h 6858000"/>
              <a:gd name="connsiteX732" fmla="*/ 135813 w 7467600"/>
              <a:gd name="connsiteY732" fmla="*/ 1888838 h 6858000"/>
              <a:gd name="connsiteX733" fmla="*/ 242575 w 7467600"/>
              <a:gd name="connsiteY733" fmla="*/ 1958841 h 6858000"/>
              <a:gd name="connsiteX734" fmla="*/ 82197 w 7467600"/>
              <a:gd name="connsiteY734" fmla="*/ 1754826 h 6858000"/>
              <a:gd name="connsiteX735" fmla="*/ 0 w 7467600"/>
              <a:gd name="connsiteY735" fmla="*/ 1679650 h 6858000"/>
              <a:gd name="connsiteX736" fmla="*/ 0 w 7467600"/>
              <a:gd name="connsiteY736" fmla="*/ 1602463 h 6858000"/>
              <a:gd name="connsiteX737" fmla="*/ 84689 w 7467600"/>
              <a:gd name="connsiteY737" fmla="*/ 1677442 h 6858000"/>
              <a:gd name="connsiteX738" fmla="*/ 298437 w 7467600"/>
              <a:gd name="connsiteY738" fmla="*/ 1968019 h 6858000"/>
              <a:gd name="connsiteX739" fmla="*/ 227269 w 7467600"/>
              <a:gd name="connsiteY739" fmla="*/ 1114064 h 6858000"/>
              <a:gd name="connsiteX740" fmla="*/ 248003 w 7467600"/>
              <a:gd name="connsiteY740" fmla="*/ 1089613 h 6858000"/>
              <a:gd name="connsiteX741" fmla="*/ 427020 w 7467600"/>
              <a:gd name="connsiteY741" fmla="*/ 1619803 h 6858000"/>
              <a:gd name="connsiteX742" fmla="*/ 340345 w 7467600"/>
              <a:gd name="connsiteY742" fmla="*/ 2027739 h 6858000"/>
              <a:gd name="connsiteX743" fmla="*/ 360865 w 7467600"/>
              <a:gd name="connsiteY743" fmla="*/ 2044827 h 6858000"/>
              <a:gd name="connsiteX744" fmla="*/ 560414 w 7467600"/>
              <a:gd name="connsiteY744" fmla="*/ 2421457 h 6858000"/>
              <a:gd name="connsiteX745" fmla="*/ 1359703 w 7467600"/>
              <a:gd name="connsiteY745" fmla="*/ 2578554 h 6858000"/>
              <a:gd name="connsiteX746" fmla="*/ 1359422 w 7467600"/>
              <a:gd name="connsiteY746" fmla="*/ 2577994 h 6858000"/>
              <a:gd name="connsiteX747" fmla="*/ 828701 w 7467600"/>
              <a:gd name="connsiteY747" fmla="*/ 1839520 h 6858000"/>
              <a:gd name="connsiteX748" fmla="*/ 494427 w 7467600"/>
              <a:gd name="connsiteY748" fmla="*/ 1092333 h 6858000"/>
              <a:gd name="connsiteX749" fmla="*/ 506322 w 7467600"/>
              <a:gd name="connsiteY749" fmla="*/ 1020997 h 6858000"/>
              <a:gd name="connsiteX750" fmla="*/ 4570198 w 7467600"/>
              <a:gd name="connsiteY750" fmla="*/ 978081 h 6858000"/>
              <a:gd name="connsiteX751" fmla="*/ 4523691 w 7467600"/>
              <a:gd name="connsiteY751" fmla="*/ 1127776 h 6858000"/>
              <a:gd name="connsiteX752" fmla="*/ 4509875 w 7467600"/>
              <a:gd name="connsiteY752" fmla="*/ 1167552 h 6858000"/>
              <a:gd name="connsiteX753" fmla="*/ 4478168 w 7467600"/>
              <a:gd name="connsiteY753" fmla="*/ 1260735 h 6858000"/>
              <a:gd name="connsiteX754" fmla="*/ 4409309 w 7467600"/>
              <a:gd name="connsiteY754" fmla="*/ 1666996 h 6858000"/>
              <a:gd name="connsiteX755" fmla="*/ 4370031 w 7467600"/>
              <a:gd name="connsiteY755" fmla="*/ 1955666 h 6858000"/>
              <a:gd name="connsiteX756" fmla="*/ 4570198 w 7467600"/>
              <a:gd name="connsiteY756" fmla="*/ 978081 h 6858000"/>
              <a:gd name="connsiteX757" fmla="*/ 4557898 w 7467600"/>
              <a:gd name="connsiteY757" fmla="*/ 900011 h 6858000"/>
              <a:gd name="connsiteX758" fmla="*/ 4344840 w 7467600"/>
              <a:gd name="connsiteY758" fmla="*/ 1922038 h 6858000"/>
              <a:gd name="connsiteX759" fmla="*/ 4378710 w 7467600"/>
              <a:gd name="connsiteY759" fmla="*/ 1665516 h 6858000"/>
              <a:gd name="connsiteX760" fmla="*/ 4448798 w 7467600"/>
              <a:gd name="connsiteY760" fmla="*/ 1253024 h 6858000"/>
              <a:gd name="connsiteX761" fmla="*/ 4480315 w 7467600"/>
              <a:gd name="connsiteY761" fmla="*/ 1158454 h 6858000"/>
              <a:gd name="connsiteX762" fmla="*/ 4494133 w 7467600"/>
              <a:gd name="connsiteY762" fmla="*/ 1118676 h 6858000"/>
              <a:gd name="connsiteX763" fmla="*/ 4557898 w 7467600"/>
              <a:gd name="connsiteY763" fmla="*/ 900011 h 6858000"/>
              <a:gd name="connsiteX764" fmla="*/ 5870151 w 7467600"/>
              <a:gd name="connsiteY764" fmla="*/ 898890 h 6858000"/>
              <a:gd name="connsiteX765" fmla="*/ 5861335 w 7467600"/>
              <a:gd name="connsiteY765" fmla="*/ 899177 h 6858000"/>
              <a:gd name="connsiteX766" fmla="*/ 5843702 w 7467600"/>
              <a:gd name="connsiteY766" fmla="*/ 899748 h 6858000"/>
              <a:gd name="connsiteX767" fmla="*/ 5651107 w 7467600"/>
              <a:gd name="connsiteY767" fmla="*/ 920306 h 6858000"/>
              <a:gd name="connsiteX768" fmla="*/ 5459407 w 7467600"/>
              <a:gd name="connsiteY768" fmla="*/ 940975 h 6858000"/>
              <a:gd name="connsiteX769" fmla="*/ 5374846 w 7467600"/>
              <a:gd name="connsiteY769" fmla="*/ 941988 h 6858000"/>
              <a:gd name="connsiteX770" fmla="*/ 5256105 w 7467600"/>
              <a:gd name="connsiteY770" fmla="*/ 945632 h 6858000"/>
              <a:gd name="connsiteX771" fmla="*/ 5107071 w 7467600"/>
              <a:gd name="connsiteY771" fmla="*/ 969720 h 6858000"/>
              <a:gd name="connsiteX772" fmla="*/ 4998681 w 7467600"/>
              <a:gd name="connsiteY772" fmla="*/ 988771 h 6858000"/>
              <a:gd name="connsiteX773" fmla="*/ 5870151 w 7467600"/>
              <a:gd name="connsiteY773" fmla="*/ 898890 h 6858000"/>
              <a:gd name="connsiteX774" fmla="*/ 5504425 w 7467600"/>
              <a:gd name="connsiteY774" fmla="*/ 848067 h 6858000"/>
              <a:gd name="connsiteX775" fmla="*/ 4968849 w 7467600"/>
              <a:gd name="connsiteY775" fmla="*/ 962318 h 6858000"/>
              <a:gd name="connsiteX776" fmla="*/ 5104039 w 7467600"/>
              <a:gd name="connsiteY776" fmla="*/ 940634 h 6858000"/>
              <a:gd name="connsiteX777" fmla="*/ 5256311 w 7467600"/>
              <a:gd name="connsiteY777" fmla="*/ 916490 h 6858000"/>
              <a:gd name="connsiteX778" fmla="*/ 5377381 w 7467600"/>
              <a:gd name="connsiteY778" fmla="*/ 912671 h 6858000"/>
              <a:gd name="connsiteX779" fmla="*/ 5460148 w 7467600"/>
              <a:gd name="connsiteY779" fmla="*/ 911442 h 6858000"/>
              <a:gd name="connsiteX780" fmla="*/ 5648971 w 7467600"/>
              <a:gd name="connsiteY780" fmla="*/ 891331 h 6858000"/>
              <a:gd name="connsiteX781" fmla="*/ 5844807 w 7467600"/>
              <a:gd name="connsiteY781" fmla="*/ 870718 h 6858000"/>
              <a:gd name="connsiteX782" fmla="*/ 5862975 w 7467600"/>
              <a:gd name="connsiteY782" fmla="*/ 869756 h 6858000"/>
              <a:gd name="connsiteX783" fmla="*/ 5920887 w 7467600"/>
              <a:gd name="connsiteY783" fmla="*/ 865929 h 6858000"/>
              <a:gd name="connsiteX784" fmla="*/ 5504425 w 7467600"/>
              <a:gd name="connsiteY784" fmla="*/ 848067 h 6858000"/>
              <a:gd name="connsiteX785" fmla="*/ 3607114 w 7467600"/>
              <a:gd name="connsiteY785" fmla="*/ 467441 h 6858000"/>
              <a:gd name="connsiteX786" fmla="*/ 3296242 w 7467600"/>
              <a:gd name="connsiteY786" fmla="*/ 807991 h 6858000"/>
              <a:gd name="connsiteX787" fmla="*/ 3174674 w 7467600"/>
              <a:gd name="connsiteY787" fmla="*/ 919759 h 6858000"/>
              <a:gd name="connsiteX788" fmla="*/ 3042978 w 7467600"/>
              <a:gd name="connsiteY788" fmla="*/ 1054894 h 6858000"/>
              <a:gd name="connsiteX789" fmla="*/ 2968914 w 7467600"/>
              <a:gd name="connsiteY789" fmla="*/ 1133756 h 6858000"/>
              <a:gd name="connsiteX790" fmla="*/ 3103823 w 7467600"/>
              <a:gd name="connsiteY790" fmla="*/ 1026814 h 6858000"/>
              <a:gd name="connsiteX791" fmla="*/ 3607114 w 7467600"/>
              <a:gd name="connsiteY791" fmla="*/ 467441 h 6858000"/>
              <a:gd name="connsiteX792" fmla="*/ 3744487 w 7467600"/>
              <a:gd name="connsiteY792" fmla="*/ 383136 h 6858000"/>
              <a:gd name="connsiteX793" fmla="*/ 3970213 w 7467600"/>
              <a:gd name="connsiteY793" fmla="*/ 995559 h 6858000"/>
              <a:gd name="connsiteX794" fmla="*/ 3744487 w 7467600"/>
              <a:gd name="connsiteY794" fmla="*/ 383136 h 6858000"/>
              <a:gd name="connsiteX795" fmla="*/ 3624562 w 7467600"/>
              <a:gd name="connsiteY795" fmla="*/ 367041 h 6858000"/>
              <a:gd name="connsiteX796" fmla="*/ 3489712 w 7467600"/>
              <a:gd name="connsiteY796" fmla="*/ 485386 h 6858000"/>
              <a:gd name="connsiteX797" fmla="*/ 3182994 w 7467600"/>
              <a:gd name="connsiteY797" fmla="*/ 828265 h 6858000"/>
              <a:gd name="connsiteX798" fmla="*/ 2892114 w 7467600"/>
              <a:gd name="connsiteY798" fmla="*/ 1172635 h 6858000"/>
              <a:gd name="connsiteX799" fmla="*/ 3021459 w 7467600"/>
              <a:gd name="connsiteY799" fmla="*/ 1035385 h 6858000"/>
              <a:gd name="connsiteX800" fmla="*/ 3153873 w 7467600"/>
              <a:gd name="connsiteY800" fmla="*/ 898971 h 6858000"/>
              <a:gd name="connsiteX801" fmla="*/ 3276511 w 7467600"/>
              <a:gd name="connsiteY801" fmla="*/ 786423 h 6858000"/>
              <a:gd name="connsiteX802" fmla="*/ 3584154 w 7467600"/>
              <a:gd name="connsiteY802" fmla="*/ 448218 h 6858000"/>
              <a:gd name="connsiteX803" fmla="*/ 3624562 w 7467600"/>
              <a:gd name="connsiteY803" fmla="*/ 367041 h 6858000"/>
              <a:gd name="connsiteX804" fmla="*/ 3766672 w 7467600"/>
              <a:gd name="connsiteY804" fmla="*/ 359429 h 6858000"/>
              <a:gd name="connsiteX805" fmla="*/ 3996338 w 7467600"/>
              <a:gd name="connsiteY805" fmla="*/ 968237 h 6858000"/>
              <a:gd name="connsiteX806" fmla="*/ 3766672 w 7467600"/>
              <a:gd name="connsiteY806" fmla="*/ 359429 h 6858000"/>
              <a:gd name="connsiteX807" fmla="*/ 5805386 w 7467600"/>
              <a:gd name="connsiteY807" fmla="*/ 239240 h 6858000"/>
              <a:gd name="connsiteX808" fmla="*/ 5736947 w 7467600"/>
              <a:gd name="connsiteY808" fmla="*/ 261367 h 6858000"/>
              <a:gd name="connsiteX809" fmla="*/ 5427012 w 7467600"/>
              <a:gd name="connsiteY809" fmla="*/ 311272 h 6858000"/>
              <a:gd name="connsiteX810" fmla="*/ 5147818 w 7467600"/>
              <a:gd name="connsiteY810" fmla="*/ 322112 h 6858000"/>
              <a:gd name="connsiteX811" fmla="*/ 5060854 w 7467600"/>
              <a:gd name="connsiteY811" fmla="*/ 311882 h 6858000"/>
              <a:gd name="connsiteX812" fmla="*/ 4945989 w 7467600"/>
              <a:gd name="connsiteY812" fmla="*/ 300516 h 6858000"/>
              <a:gd name="connsiteX813" fmla="*/ 5410479 w 7467600"/>
              <a:gd name="connsiteY813" fmla="*/ 348434 h 6858000"/>
              <a:gd name="connsiteX814" fmla="*/ 5805386 w 7467600"/>
              <a:gd name="connsiteY814" fmla="*/ 239240 h 6858000"/>
              <a:gd name="connsiteX815" fmla="*/ 5905192 w 7467600"/>
              <a:gd name="connsiteY815" fmla="*/ 163079 h 6858000"/>
              <a:gd name="connsiteX816" fmla="*/ 5865655 w 7467600"/>
              <a:gd name="connsiteY816" fmla="*/ 171901 h 6858000"/>
              <a:gd name="connsiteX817" fmla="*/ 5259740 w 7467600"/>
              <a:gd name="connsiteY817" fmla="*/ 257013 h 6858000"/>
              <a:gd name="connsiteX818" fmla="*/ 5208466 w 7467600"/>
              <a:gd name="connsiteY818" fmla="*/ 257550 h 6858000"/>
              <a:gd name="connsiteX819" fmla="*/ 4980204 w 7467600"/>
              <a:gd name="connsiteY819" fmla="*/ 271903 h 6858000"/>
              <a:gd name="connsiteX820" fmla="*/ 5068068 w 7467600"/>
              <a:gd name="connsiteY820" fmla="*/ 282244 h 6858000"/>
              <a:gd name="connsiteX821" fmla="*/ 5153231 w 7467600"/>
              <a:gd name="connsiteY821" fmla="*/ 292240 h 6858000"/>
              <a:gd name="connsiteX822" fmla="*/ 5426491 w 7467600"/>
              <a:gd name="connsiteY822" fmla="*/ 281128 h 6858000"/>
              <a:gd name="connsiteX823" fmla="*/ 5731212 w 7467600"/>
              <a:gd name="connsiteY823" fmla="*/ 231951 h 6858000"/>
              <a:gd name="connsiteX824" fmla="*/ 5905192 w 7467600"/>
              <a:gd name="connsiteY824" fmla="*/ 163079 h 6858000"/>
              <a:gd name="connsiteX825" fmla="*/ 5944437 w 7467600"/>
              <a:gd name="connsiteY825" fmla="*/ 113829 h 6858000"/>
              <a:gd name="connsiteX826" fmla="*/ 5825032 w 7467600"/>
              <a:gd name="connsiteY826" fmla="*/ 146405 h 6858000"/>
              <a:gd name="connsiteX827" fmla="*/ 4955599 w 7467600"/>
              <a:gd name="connsiteY827" fmla="*/ 247008 h 6858000"/>
              <a:gd name="connsiteX828" fmla="*/ 5210104 w 7467600"/>
              <a:gd name="connsiteY828" fmla="*/ 228123 h 6858000"/>
              <a:gd name="connsiteX829" fmla="*/ 5261015 w 7467600"/>
              <a:gd name="connsiteY829" fmla="*/ 227087 h 6858000"/>
              <a:gd name="connsiteX830" fmla="*/ 5861181 w 7467600"/>
              <a:gd name="connsiteY830" fmla="*/ 143093 h 6858000"/>
              <a:gd name="connsiteX831" fmla="*/ 5961252 w 7467600"/>
              <a:gd name="connsiteY831" fmla="*/ 114820 h 6858000"/>
              <a:gd name="connsiteX832" fmla="*/ 5944437 w 7467600"/>
              <a:gd name="connsiteY832" fmla="*/ 113829 h 6858000"/>
              <a:gd name="connsiteX833" fmla="*/ 3882765 w 7467600"/>
              <a:gd name="connsiteY833" fmla="*/ 0 h 6858000"/>
              <a:gd name="connsiteX834" fmla="*/ 3995099 w 7467600"/>
              <a:gd name="connsiteY834" fmla="*/ 0 h 6858000"/>
              <a:gd name="connsiteX835" fmla="*/ 4163818 w 7467600"/>
              <a:gd name="connsiteY835" fmla="*/ 234104 h 6858000"/>
              <a:gd name="connsiteX836" fmla="*/ 4172099 w 7467600"/>
              <a:gd name="connsiteY836" fmla="*/ 234207 h 6858000"/>
              <a:gd name="connsiteX837" fmla="*/ 4784282 w 7467600"/>
              <a:gd name="connsiteY837" fmla="*/ 276561 h 6858000"/>
              <a:gd name="connsiteX838" fmla="*/ 4801687 w 7467600"/>
              <a:gd name="connsiteY838" fmla="*/ 267764 h 6858000"/>
              <a:gd name="connsiteX839" fmla="*/ 6082788 w 7467600"/>
              <a:gd name="connsiteY839" fmla="*/ 64119 h 6858000"/>
              <a:gd name="connsiteX840" fmla="*/ 6099442 w 7467600"/>
              <a:gd name="connsiteY840" fmla="*/ 82568 h 6858000"/>
              <a:gd name="connsiteX841" fmla="*/ 4804137 w 7467600"/>
              <a:gd name="connsiteY841" fmla="*/ 320931 h 6858000"/>
              <a:gd name="connsiteX842" fmla="*/ 4227047 w 7467600"/>
              <a:gd name="connsiteY842" fmla="*/ 313415 h 6858000"/>
              <a:gd name="connsiteX843" fmla="*/ 4346041 w 7467600"/>
              <a:gd name="connsiteY843" fmla="*/ 456086 h 6858000"/>
              <a:gd name="connsiteX844" fmla="*/ 4870967 w 7467600"/>
              <a:gd name="connsiteY844" fmla="*/ 963061 h 6858000"/>
              <a:gd name="connsiteX845" fmla="*/ 4889647 w 7467600"/>
              <a:gd name="connsiteY845" fmla="*/ 957147 h 6858000"/>
              <a:gd name="connsiteX846" fmla="*/ 5422504 w 7467600"/>
              <a:gd name="connsiteY846" fmla="*/ 805191 h 6858000"/>
              <a:gd name="connsiteX847" fmla="*/ 6087656 w 7467600"/>
              <a:gd name="connsiteY847" fmla="*/ 826703 h 6858000"/>
              <a:gd name="connsiteX848" fmla="*/ 6058717 w 7467600"/>
              <a:gd name="connsiteY848" fmla="*/ 865992 h 6858000"/>
              <a:gd name="connsiteX849" fmla="*/ 4974153 w 7467600"/>
              <a:gd name="connsiteY849" fmla="*/ 1045456 h 6858000"/>
              <a:gd name="connsiteX850" fmla="*/ 5627835 w 7467600"/>
              <a:gd name="connsiteY850" fmla="*/ 1472077 h 6858000"/>
              <a:gd name="connsiteX851" fmla="*/ 5629817 w 7467600"/>
              <a:gd name="connsiteY851" fmla="*/ 1471412 h 6858000"/>
              <a:gd name="connsiteX852" fmla="*/ 5634124 w 7467600"/>
              <a:gd name="connsiteY852" fmla="*/ 1470572 h 6858000"/>
              <a:gd name="connsiteX853" fmla="*/ 5755832 w 7467600"/>
              <a:gd name="connsiteY853" fmla="*/ 1383886 h 6858000"/>
              <a:gd name="connsiteX854" fmla="*/ 6014186 w 7467600"/>
              <a:gd name="connsiteY854" fmla="*/ 1279799 h 6858000"/>
              <a:gd name="connsiteX855" fmla="*/ 6901619 w 7467600"/>
              <a:gd name="connsiteY855" fmla="*/ 1047874 h 6858000"/>
              <a:gd name="connsiteX856" fmla="*/ 6931566 w 7467600"/>
              <a:gd name="connsiteY856" fmla="*/ 1062034 h 6858000"/>
              <a:gd name="connsiteX857" fmla="*/ 5790982 w 7467600"/>
              <a:gd name="connsiteY857" fmla="*/ 1561380 h 6858000"/>
              <a:gd name="connsiteX858" fmla="*/ 6188971 w 7467600"/>
              <a:gd name="connsiteY858" fmla="*/ 1755168 h 6858000"/>
              <a:gd name="connsiteX859" fmla="*/ 6202446 w 7467600"/>
              <a:gd name="connsiteY859" fmla="*/ 1752268 h 6858000"/>
              <a:gd name="connsiteX860" fmla="*/ 7179560 w 7467600"/>
              <a:gd name="connsiteY860" fmla="*/ 1467551 h 6858000"/>
              <a:gd name="connsiteX861" fmla="*/ 7158730 w 7467600"/>
              <a:gd name="connsiteY861" fmla="*/ 1507835 h 6858000"/>
              <a:gd name="connsiteX862" fmla="*/ 6326959 w 7467600"/>
              <a:gd name="connsiteY862" fmla="*/ 1817686 h 6858000"/>
              <a:gd name="connsiteX863" fmla="*/ 6537433 w 7467600"/>
              <a:gd name="connsiteY863" fmla="*/ 1907790 h 6858000"/>
              <a:gd name="connsiteX864" fmla="*/ 6550221 w 7467600"/>
              <a:gd name="connsiteY864" fmla="*/ 1910729 h 6858000"/>
              <a:gd name="connsiteX865" fmla="*/ 6964438 w 7467600"/>
              <a:gd name="connsiteY865" fmla="*/ 2209505 h 6858000"/>
              <a:gd name="connsiteX866" fmla="*/ 7367862 w 7467600"/>
              <a:gd name="connsiteY866" fmla="*/ 2806833 h 6858000"/>
              <a:gd name="connsiteX867" fmla="*/ 7364329 w 7467600"/>
              <a:gd name="connsiteY867" fmla="*/ 2826907 h 6858000"/>
              <a:gd name="connsiteX868" fmla="*/ 7290545 w 7467600"/>
              <a:gd name="connsiteY868" fmla="*/ 2850663 h 6858000"/>
              <a:gd name="connsiteX869" fmla="*/ 6472036 w 7467600"/>
              <a:gd name="connsiteY869" fmla="*/ 1959003 h 6858000"/>
              <a:gd name="connsiteX870" fmla="*/ 5792897 w 7467600"/>
              <a:gd name="connsiteY870" fmla="*/ 1647747 h 6858000"/>
              <a:gd name="connsiteX871" fmla="*/ 5842751 w 7467600"/>
              <a:gd name="connsiteY871" fmla="*/ 1816112 h 6858000"/>
              <a:gd name="connsiteX872" fmla="*/ 5847424 w 7467600"/>
              <a:gd name="connsiteY872" fmla="*/ 1815776 h 6858000"/>
              <a:gd name="connsiteX873" fmla="*/ 6399821 w 7467600"/>
              <a:gd name="connsiteY873" fmla="*/ 2344799 h 6858000"/>
              <a:gd name="connsiteX874" fmla="*/ 6323232 w 7467600"/>
              <a:gd name="connsiteY874" fmla="*/ 2389634 h 6858000"/>
              <a:gd name="connsiteX875" fmla="*/ 5942958 w 7467600"/>
              <a:gd name="connsiteY875" fmla="*/ 2077708 h 6858000"/>
              <a:gd name="connsiteX876" fmla="*/ 5921559 w 7467600"/>
              <a:gd name="connsiteY876" fmla="*/ 2378596 h 6858000"/>
              <a:gd name="connsiteX877" fmla="*/ 5817651 w 7467600"/>
              <a:gd name="connsiteY877" fmla="*/ 3023919 h 6858000"/>
              <a:gd name="connsiteX878" fmla="*/ 5729634 w 7467600"/>
              <a:gd name="connsiteY878" fmla="*/ 3051849 h 6858000"/>
              <a:gd name="connsiteX879" fmla="*/ 5611018 w 7467600"/>
              <a:gd name="connsiteY879" fmla="*/ 2316769 h 6858000"/>
              <a:gd name="connsiteX880" fmla="*/ 5687608 w 7467600"/>
              <a:gd name="connsiteY880" fmla="*/ 2039972 h 6858000"/>
              <a:gd name="connsiteX881" fmla="*/ 5657554 w 7467600"/>
              <a:gd name="connsiteY881" fmla="*/ 1576445 h 6858000"/>
              <a:gd name="connsiteX882" fmla="*/ 5150475 w 7467600"/>
              <a:gd name="connsiteY882" fmla="*/ 1274012 h 6858000"/>
              <a:gd name="connsiteX883" fmla="*/ 5349142 w 7467600"/>
              <a:gd name="connsiteY883" fmla="*/ 2204405 h 6858000"/>
              <a:gd name="connsiteX884" fmla="*/ 5262214 w 7467600"/>
              <a:gd name="connsiteY884" fmla="*/ 2233836 h 6858000"/>
              <a:gd name="connsiteX885" fmla="*/ 4981539 w 7467600"/>
              <a:gd name="connsiteY885" fmla="*/ 1542201 h 6858000"/>
              <a:gd name="connsiteX886" fmla="*/ 4958461 w 7467600"/>
              <a:gd name="connsiteY886" fmla="*/ 1136957 h 6858000"/>
              <a:gd name="connsiteX887" fmla="*/ 4655015 w 7467600"/>
              <a:gd name="connsiteY887" fmla="*/ 891426 h 6858000"/>
              <a:gd name="connsiteX888" fmla="*/ 4348002 w 7467600"/>
              <a:gd name="connsiteY888" fmla="*/ 2205895 h 6858000"/>
              <a:gd name="connsiteX889" fmla="*/ 4262250 w 7467600"/>
              <a:gd name="connsiteY889" fmla="*/ 2219972 h 6858000"/>
              <a:gd name="connsiteX890" fmla="*/ 4550611 w 7467600"/>
              <a:gd name="connsiteY890" fmla="*/ 817540 h 6858000"/>
              <a:gd name="connsiteX891" fmla="*/ 4564418 w 7467600"/>
              <a:gd name="connsiteY891" fmla="*/ 808293 h 6858000"/>
              <a:gd name="connsiteX892" fmla="*/ 4266388 w 7467600"/>
              <a:gd name="connsiteY892" fmla="*/ 500083 h 6858000"/>
              <a:gd name="connsiteX893" fmla="*/ 4032842 w 7467600"/>
              <a:gd name="connsiteY893" fmla="*/ 211809 h 6858000"/>
              <a:gd name="connsiteX894" fmla="*/ 3882765 w 7467600"/>
              <a:gd name="connsiteY894" fmla="*/ 0 h 6858000"/>
              <a:gd name="connsiteX895" fmla="*/ 3721337 w 7467600"/>
              <a:gd name="connsiteY895" fmla="*/ 0 h 6858000"/>
              <a:gd name="connsiteX896" fmla="*/ 3797544 w 7467600"/>
              <a:gd name="connsiteY896" fmla="*/ 0 h 6858000"/>
              <a:gd name="connsiteX897" fmla="*/ 3775734 w 7467600"/>
              <a:gd name="connsiteY897" fmla="*/ 95131 h 6858000"/>
              <a:gd name="connsiteX898" fmla="*/ 3724807 w 7467600"/>
              <a:gd name="connsiteY898" fmla="*/ 272257 h 6858000"/>
              <a:gd name="connsiteX899" fmla="*/ 3726844 w 7467600"/>
              <a:gd name="connsiteY899" fmla="*/ 282988 h 6858000"/>
              <a:gd name="connsiteX900" fmla="*/ 3742664 w 7467600"/>
              <a:gd name="connsiteY900" fmla="*/ 279918 h 6858000"/>
              <a:gd name="connsiteX901" fmla="*/ 4103910 w 7467600"/>
              <a:gd name="connsiteY901" fmla="*/ 1161917 h 6858000"/>
              <a:gd name="connsiteX902" fmla="*/ 4020269 w 7467600"/>
              <a:gd name="connsiteY902" fmla="*/ 1200406 h 6858000"/>
              <a:gd name="connsiteX903" fmla="*/ 3674882 w 7467600"/>
              <a:gd name="connsiteY903" fmla="*/ 488524 h 6858000"/>
              <a:gd name="connsiteX904" fmla="*/ 3132682 w 7467600"/>
              <a:gd name="connsiteY904" fmla="*/ 1072284 h 6858000"/>
              <a:gd name="connsiteX905" fmla="*/ 2716346 w 7467600"/>
              <a:gd name="connsiteY905" fmla="*/ 1276376 h 6858000"/>
              <a:gd name="connsiteX906" fmla="*/ 2716772 w 7467600"/>
              <a:gd name="connsiteY906" fmla="*/ 1255462 h 6858000"/>
              <a:gd name="connsiteX907" fmla="*/ 3471096 w 7467600"/>
              <a:gd name="connsiteY907" fmla="*/ 437072 h 6858000"/>
              <a:gd name="connsiteX908" fmla="*/ 3639057 w 7467600"/>
              <a:gd name="connsiteY908" fmla="*/ 286334 h 6858000"/>
              <a:gd name="connsiteX909" fmla="*/ 3640309 w 7467600"/>
              <a:gd name="connsiteY909" fmla="*/ 284664 h 6858000"/>
              <a:gd name="connsiteX910" fmla="*/ 3646022 w 7467600"/>
              <a:gd name="connsiteY910" fmla="*/ 276711 h 6858000"/>
              <a:gd name="connsiteX911" fmla="*/ 3707943 w 7467600"/>
              <a:gd name="connsiteY911" fmla="*/ 65958 h 6858000"/>
              <a:gd name="connsiteX912" fmla="*/ 3721337 w 7467600"/>
              <a:gd name="connsiteY912" fmla="*/ 0 h 6858000"/>
              <a:gd name="connsiteX913" fmla="*/ 2867960 w 7467600"/>
              <a:gd name="connsiteY913" fmla="*/ 0 h 6858000"/>
              <a:gd name="connsiteX914" fmla="*/ 2926351 w 7467600"/>
              <a:gd name="connsiteY914" fmla="*/ 0 h 6858000"/>
              <a:gd name="connsiteX915" fmla="*/ 2902823 w 7467600"/>
              <a:gd name="connsiteY915" fmla="*/ 262929 h 6858000"/>
              <a:gd name="connsiteX916" fmla="*/ 2940663 w 7467600"/>
              <a:gd name="connsiteY916" fmla="*/ 140884 h 6858000"/>
              <a:gd name="connsiteX917" fmla="*/ 2947039 w 7467600"/>
              <a:gd name="connsiteY917" fmla="*/ 122524 h 6858000"/>
              <a:gd name="connsiteX918" fmla="*/ 2984316 w 7467600"/>
              <a:gd name="connsiteY918" fmla="*/ 0 h 6858000"/>
              <a:gd name="connsiteX919" fmla="*/ 3016114 w 7467600"/>
              <a:gd name="connsiteY919" fmla="*/ 0 h 6858000"/>
              <a:gd name="connsiteX920" fmla="*/ 2979949 w 7467600"/>
              <a:gd name="connsiteY920" fmla="*/ 119274 h 6858000"/>
              <a:gd name="connsiteX921" fmla="*/ 3023879 w 7467600"/>
              <a:gd name="connsiteY921" fmla="*/ 0 h 6858000"/>
              <a:gd name="connsiteX922" fmla="*/ 3105400 w 7467600"/>
              <a:gd name="connsiteY922" fmla="*/ 0 h 6858000"/>
              <a:gd name="connsiteX923" fmla="*/ 3094669 w 7467600"/>
              <a:gd name="connsiteY923" fmla="*/ 30308 h 6858000"/>
              <a:gd name="connsiteX924" fmla="*/ 2901945 w 7467600"/>
              <a:gd name="connsiteY924" fmla="*/ 466538 h 6858000"/>
              <a:gd name="connsiteX925" fmla="*/ 2815209 w 7467600"/>
              <a:gd name="connsiteY925" fmla="*/ 497361 h 6858000"/>
              <a:gd name="connsiteX926" fmla="*/ 2844845 w 7467600"/>
              <a:gd name="connsiteY926" fmla="*/ 127638 h 6858000"/>
              <a:gd name="connsiteX927" fmla="*/ 2867960 w 7467600"/>
              <a:gd name="connsiteY927" fmla="*/ 0 h 6858000"/>
              <a:gd name="connsiteX928" fmla="*/ 1057230 w 7467600"/>
              <a:gd name="connsiteY928" fmla="*/ 0 h 6858000"/>
              <a:gd name="connsiteX929" fmla="*/ 1111003 w 7467600"/>
              <a:gd name="connsiteY929" fmla="*/ 0 h 6858000"/>
              <a:gd name="connsiteX930" fmla="*/ 1125553 w 7467600"/>
              <a:gd name="connsiteY930" fmla="*/ 52588 h 6858000"/>
              <a:gd name="connsiteX931" fmla="*/ 1304276 w 7467600"/>
              <a:gd name="connsiteY931" fmla="*/ 476275 h 6858000"/>
              <a:gd name="connsiteX932" fmla="*/ 1492066 w 7467600"/>
              <a:gd name="connsiteY932" fmla="*/ 886333 h 6858000"/>
              <a:gd name="connsiteX933" fmla="*/ 1423698 w 7467600"/>
              <a:gd name="connsiteY933" fmla="*/ 710817 h 6858000"/>
              <a:gd name="connsiteX934" fmla="*/ 1357609 w 7467600"/>
              <a:gd name="connsiteY934" fmla="*/ 532892 h 6858000"/>
              <a:gd name="connsiteX935" fmla="*/ 1309550 w 7467600"/>
              <a:gd name="connsiteY935" fmla="*/ 374031 h 6858000"/>
              <a:gd name="connsiteX936" fmla="*/ 1193673 w 7467600"/>
              <a:gd name="connsiteY936" fmla="*/ 49533 h 6858000"/>
              <a:gd name="connsiteX937" fmla="*/ 1164391 w 7467600"/>
              <a:gd name="connsiteY937" fmla="*/ 0 h 6858000"/>
              <a:gd name="connsiteX938" fmla="*/ 1200666 w 7467600"/>
              <a:gd name="connsiteY938" fmla="*/ 0 h 6858000"/>
              <a:gd name="connsiteX939" fmla="*/ 1223408 w 7467600"/>
              <a:gd name="connsiteY939" fmla="*/ 38996 h 6858000"/>
              <a:gd name="connsiteX940" fmla="*/ 1339635 w 7467600"/>
              <a:gd name="connsiteY940" fmla="*/ 365517 h 6858000"/>
              <a:gd name="connsiteX941" fmla="*/ 1387469 w 7467600"/>
              <a:gd name="connsiteY941" fmla="*/ 523079 h 6858000"/>
              <a:gd name="connsiteX942" fmla="*/ 1452685 w 7467600"/>
              <a:gd name="connsiteY942" fmla="*/ 699806 h 6858000"/>
              <a:gd name="connsiteX943" fmla="*/ 1492092 w 7467600"/>
              <a:gd name="connsiteY943" fmla="*/ 800424 h 6858000"/>
              <a:gd name="connsiteX944" fmla="*/ 1455302 w 7467600"/>
              <a:gd name="connsiteY944" fmla="*/ 632913 h 6858000"/>
              <a:gd name="connsiteX945" fmla="*/ 1222336 w 7467600"/>
              <a:gd name="connsiteY945" fmla="*/ 9480 h 6858000"/>
              <a:gd name="connsiteX946" fmla="*/ 1214634 w 7467600"/>
              <a:gd name="connsiteY946" fmla="*/ 0 h 6858000"/>
              <a:gd name="connsiteX947" fmla="*/ 1289827 w 7467600"/>
              <a:gd name="connsiteY947" fmla="*/ 0 h 6858000"/>
              <a:gd name="connsiteX948" fmla="*/ 1321076 w 7467600"/>
              <a:gd name="connsiteY948" fmla="*/ 59722 h 6858000"/>
              <a:gd name="connsiteX949" fmla="*/ 1512579 w 7467600"/>
              <a:gd name="connsiteY949" fmla="*/ 626441 h 6858000"/>
              <a:gd name="connsiteX950" fmla="*/ 1506076 w 7467600"/>
              <a:gd name="connsiteY950" fmla="*/ 1089289 h 6858000"/>
              <a:gd name="connsiteX951" fmla="*/ 1486346 w 7467600"/>
              <a:gd name="connsiteY951" fmla="*/ 1079919 h 6858000"/>
              <a:gd name="connsiteX952" fmla="*/ 1070511 w 7467600"/>
              <a:gd name="connsiteY952" fmla="*/ 48609 h 6858000"/>
              <a:gd name="connsiteX953" fmla="*/ 1057230 w 7467600"/>
              <a:gd name="connsiteY953" fmla="*/ 0 h 6858000"/>
              <a:gd name="connsiteX954" fmla="*/ 43151 w 7467600"/>
              <a:gd name="connsiteY954" fmla="*/ 0 h 6858000"/>
              <a:gd name="connsiteX955" fmla="*/ 95283 w 7467600"/>
              <a:gd name="connsiteY955" fmla="*/ 0 h 6858000"/>
              <a:gd name="connsiteX956" fmla="*/ 300708 w 7467600"/>
              <a:gd name="connsiteY956" fmla="*/ 154571 h 6858000"/>
              <a:gd name="connsiteX957" fmla="*/ 530414 w 7467600"/>
              <a:gd name="connsiteY957" fmla="*/ 354673 h 6858000"/>
              <a:gd name="connsiteX958" fmla="*/ 333785 w 7467600"/>
              <a:gd name="connsiteY958" fmla="*/ 161564 h 6858000"/>
              <a:gd name="connsiteX959" fmla="*/ 147005 w 7467600"/>
              <a:gd name="connsiteY959" fmla="*/ 0 h 6858000"/>
              <a:gd name="connsiteX960" fmla="*/ 272509 w 7467600"/>
              <a:gd name="connsiteY960" fmla="*/ 0 h 6858000"/>
              <a:gd name="connsiteX961" fmla="*/ 326276 w 7467600"/>
              <a:gd name="connsiteY961" fmla="*/ 45847 h 6858000"/>
              <a:gd name="connsiteX962" fmla="*/ 823759 w 7467600"/>
              <a:gd name="connsiteY962" fmla="*/ 574145 h 6858000"/>
              <a:gd name="connsiteX963" fmla="*/ 811254 w 7467600"/>
              <a:gd name="connsiteY963" fmla="*/ 665546 h 6858000"/>
              <a:gd name="connsiteX964" fmla="*/ 154042 w 7467600"/>
              <a:gd name="connsiteY964" fmla="*/ 261522 h 6858000"/>
              <a:gd name="connsiteX965" fmla="*/ 13550 w 7467600"/>
              <a:gd name="connsiteY965" fmla="*/ 158423 h 6858000"/>
              <a:gd name="connsiteX966" fmla="*/ 0 w 7467600"/>
              <a:gd name="connsiteY966" fmla="*/ 146618 h 6858000"/>
              <a:gd name="connsiteX967" fmla="*/ 0 w 7467600"/>
              <a:gd name="connsiteY967" fmla="*/ 59161 h 6858000"/>
              <a:gd name="connsiteX968" fmla="*/ 45427 w 7467600"/>
              <a:gd name="connsiteY968" fmla="*/ 101078 h 6858000"/>
              <a:gd name="connsiteX969" fmla="*/ 630103 w 7467600"/>
              <a:gd name="connsiteY969" fmla="*/ 485885 h 6858000"/>
              <a:gd name="connsiteX970" fmla="*/ 532040 w 7467600"/>
              <a:gd name="connsiteY970" fmla="*/ 399359 h 6858000"/>
              <a:gd name="connsiteX971" fmla="*/ 517618 w 7467600"/>
              <a:gd name="connsiteY971" fmla="*/ 385726 h 6858000"/>
              <a:gd name="connsiteX972" fmla="*/ 285074 w 7467600"/>
              <a:gd name="connsiteY972" fmla="*/ 182755 h 6858000"/>
              <a:gd name="connsiteX973" fmla="*/ 43151 w 7467600"/>
              <a:gd name="connsiteY973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7042773 w 7467600"/>
              <a:gd name="connsiteY74" fmla="*/ 5734011 h 6858000"/>
              <a:gd name="connsiteX75" fmla="*/ 7379510 w 7467600"/>
              <a:gd name="connsiteY75" fmla="*/ 5755454 h 6858000"/>
              <a:gd name="connsiteX76" fmla="*/ 7467600 w 7467600"/>
              <a:gd name="connsiteY76" fmla="*/ 5845526 h 6858000"/>
              <a:gd name="connsiteX77" fmla="*/ 7271900 w 7467600"/>
              <a:gd name="connsiteY77" fmla="*/ 5734551 h 6858000"/>
              <a:gd name="connsiteX78" fmla="*/ 7015907 w 7467600"/>
              <a:gd name="connsiteY78" fmla="*/ 5541548 h 6858000"/>
              <a:gd name="connsiteX79" fmla="*/ 7259646 w 7467600"/>
              <a:gd name="connsiteY79" fmla="*/ 5765985 h 6858000"/>
              <a:gd name="connsiteX80" fmla="*/ 7467600 w 7467600"/>
              <a:gd name="connsiteY80" fmla="*/ 6012219 h 6858000"/>
              <a:gd name="connsiteX81" fmla="*/ 6946849 w 7467600"/>
              <a:gd name="connsiteY81" fmla="*/ 5523271 h 6858000"/>
              <a:gd name="connsiteX82" fmla="*/ 7105827 w 7467600"/>
              <a:gd name="connsiteY82" fmla="*/ 5718700 h 6858000"/>
              <a:gd name="connsiteX83" fmla="*/ 7356878 w 7467600"/>
              <a:gd name="connsiteY83" fmla="*/ 5981332 h 6858000"/>
              <a:gd name="connsiteX84" fmla="*/ 7467600 w 7467600"/>
              <a:gd name="connsiteY84" fmla="*/ 6117703 h 6858000"/>
              <a:gd name="connsiteX85" fmla="*/ 7467600 w 7467600"/>
              <a:gd name="connsiteY85" fmla="*/ 6163634 h 6858000"/>
              <a:gd name="connsiteX86" fmla="*/ 7403637 w 7467600"/>
              <a:gd name="connsiteY86" fmla="*/ 6083957 h 6858000"/>
              <a:gd name="connsiteX87" fmla="*/ 7254615 w 7467600"/>
              <a:gd name="connsiteY87" fmla="*/ 5911918 h 6858000"/>
              <a:gd name="connsiteX88" fmla="*/ 7312589 w 7467600"/>
              <a:gd name="connsiteY88" fmla="*/ 5982309 h 6858000"/>
              <a:gd name="connsiteX89" fmla="*/ 7448321 w 7467600"/>
              <a:gd name="connsiteY89" fmla="*/ 6190991 h 6858000"/>
              <a:gd name="connsiteX90" fmla="*/ 7467600 w 7467600"/>
              <a:gd name="connsiteY90" fmla="*/ 6221686 h 6858000"/>
              <a:gd name="connsiteX91" fmla="*/ 7467600 w 7467600"/>
              <a:gd name="connsiteY91" fmla="*/ 6334256 h 6858000"/>
              <a:gd name="connsiteX92" fmla="*/ 7454976 w 7467600"/>
              <a:gd name="connsiteY92" fmla="*/ 6318297 h 6858000"/>
              <a:gd name="connsiteX93" fmla="*/ 7042773 w 7467600"/>
              <a:gd name="connsiteY93" fmla="*/ 5734011 h 6858000"/>
              <a:gd name="connsiteX94" fmla="*/ 1456157 w 7467600"/>
              <a:gd name="connsiteY94" fmla="*/ 5371404 h 6858000"/>
              <a:gd name="connsiteX95" fmla="*/ 1244432 w 7467600"/>
              <a:gd name="connsiteY95" fmla="*/ 5385601 h 6858000"/>
              <a:gd name="connsiteX96" fmla="*/ 973990 w 7467600"/>
              <a:gd name="connsiteY96" fmla="*/ 5424940 h 6858000"/>
              <a:gd name="connsiteX97" fmla="*/ 1103809 w 7467600"/>
              <a:gd name="connsiteY97" fmla="*/ 5433720 h 6858000"/>
              <a:gd name="connsiteX98" fmla="*/ 1123454 w 7467600"/>
              <a:gd name="connsiteY98" fmla="*/ 5435727 h 6858000"/>
              <a:gd name="connsiteX99" fmla="*/ 1737017 w 7467600"/>
              <a:gd name="connsiteY99" fmla="*/ 5452183 h 6858000"/>
              <a:gd name="connsiteX100" fmla="*/ 1824397 w 7467600"/>
              <a:gd name="connsiteY100" fmla="*/ 5447757 h 6858000"/>
              <a:gd name="connsiteX101" fmla="*/ 2070059 w 7467600"/>
              <a:gd name="connsiteY101" fmla="*/ 5441660 h 6858000"/>
              <a:gd name="connsiteX102" fmla="*/ 1456157 w 7467600"/>
              <a:gd name="connsiteY102" fmla="*/ 5371404 h 6858000"/>
              <a:gd name="connsiteX103" fmla="*/ 4988186 w 7467600"/>
              <a:gd name="connsiteY103" fmla="*/ 5216467 h 6858000"/>
              <a:gd name="connsiteX104" fmla="*/ 4777334 w 7467600"/>
              <a:gd name="connsiteY104" fmla="*/ 5406072 h 6858000"/>
              <a:gd name="connsiteX105" fmla="*/ 4718341 w 7467600"/>
              <a:gd name="connsiteY105" fmla="*/ 5468043 h 6858000"/>
              <a:gd name="connsiteX106" fmla="*/ 4604655 w 7467600"/>
              <a:gd name="connsiteY106" fmla="*/ 5583434 h 6858000"/>
              <a:gd name="connsiteX107" fmla="*/ 4565074 w 7467600"/>
              <a:gd name="connsiteY107" fmla="*/ 5618550 h 6858000"/>
              <a:gd name="connsiteX108" fmla="*/ 4988186 w 7467600"/>
              <a:gd name="connsiteY108" fmla="*/ 5216467 h 6858000"/>
              <a:gd name="connsiteX109" fmla="*/ 4978032 w 7467600"/>
              <a:gd name="connsiteY109" fmla="*/ 5183809 h 6858000"/>
              <a:gd name="connsiteX110" fmla="*/ 4463413 w 7467600"/>
              <a:gd name="connsiteY110" fmla="*/ 5615162 h 6858000"/>
              <a:gd name="connsiteX111" fmla="*/ 4358134 w 7467600"/>
              <a:gd name="connsiteY111" fmla="*/ 5742791 h 6858000"/>
              <a:gd name="connsiteX112" fmla="*/ 4376219 w 7467600"/>
              <a:gd name="connsiteY112" fmla="*/ 5729027 h 6858000"/>
              <a:gd name="connsiteX113" fmla="*/ 4582340 w 7467600"/>
              <a:gd name="connsiteY113" fmla="*/ 5561037 h 6858000"/>
              <a:gd name="connsiteX114" fmla="*/ 4694684 w 7467600"/>
              <a:gd name="connsiteY114" fmla="*/ 5447098 h 6858000"/>
              <a:gd name="connsiteX115" fmla="*/ 4754123 w 7467600"/>
              <a:gd name="connsiteY115" fmla="*/ 5384643 h 6858000"/>
              <a:gd name="connsiteX116" fmla="*/ 4978032 w 7467600"/>
              <a:gd name="connsiteY116" fmla="*/ 5183809 h 6858000"/>
              <a:gd name="connsiteX117" fmla="*/ 1903353 w 7467600"/>
              <a:gd name="connsiteY117" fmla="*/ 5044827 h 6858000"/>
              <a:gd name="connsiteX118" fmla="*/ 1936931 w 7467600"/>
              <a:gd name="connsiteY118" fmla="*/ 5093954 h 6858000"/>
              <a:gd name="connsiteX119" fmla="*/ 2195868 w 7467600"/>
              <a:gd name="connsiteY119" fmla="*/ 5396574 h 6858000"/>
              <a:gd name="connsiteX120" fmla="*/ 2088852 w 7467600"/>
              <a:gd name="connsiteY120" fmla="*/ 5166123 h 6858000"/>
              <a:gd name="connsiteX121" fmla="*/ 1958241 w 7467600"/>
              <a:gd name="connsiteY121" fmla="*/ 5067955 h 6858000"/>
              <a:gd name="connsiteX122" fmla="*/ 1903353 w 7467600"/>
              <a:gd name="connsiteY122" fmla="*/ 5044827 h 6858000"/>
              <a:gd name="connsiteX123" fmla="*/ 1979378 w 7467600"/>
              <a:gd name="connsiteY123" fmla="*/ 4769504 h 6858000"/>
              <a:gd name="connsiteX124" fmla="*/ 2882120 w 7467600"/>
              <a:gd name="connsiteY124" fmla="*/ 5064547 h 6858000"/>
              <a:gd name="connsiteX125" fmla="*/ 2793103 w 7467600"/>
              <a:gd name="connsiteY125" fmla="*/ 5039699 h 6858000"/>
              <a:gd name="connsiteX126" fmla="*/ 2770041 w 7467600"/>
              <a:gd name="connsiteY126" fmla="*/ 5033634 h 6858000"/>
              <a:gd name="connsiteX127" fmla="*/ 1979378 w 7467600"/>
              <a:gd name="connsiteY127" fmla="*/ 4769504 h 6858000"/>
              <a:gd name="connsiteX128" fmla="*/ 1927410 w 7467600"/>
              <a:gd name="connsiteY128" fmla="*/ 4716164 h 6858000"/>
              <a:gd name="connsiteX129" fmla="*/ 1959587 w 7467600"/>
              <a:gd name="connsiteY129" fmla="*/ 4728849 h 6858000"/>
              <a:gd name="connsiteX130" fmla="*/ 2777707 w 7467600"/>
              <a:gd name="connsiteY130" fmla="*/ 5003991 h 6858000"/>
              <a:gd name="connsiteX131" fmla="*/ 2800768 w 7467600"/>
              <a:gd name="connsiteY131" fmla="*/ 5010056 h 6858000"/>
              <a:gd name="connsiteX132" fmla="*/ 2879408 w 7467600"/>
              <a:gd name="connsiteY132" fmla="*/ 5031590 h 6858000"/>
              <a:gd name="connsiteX133" fmla="*/ 2862295 w 7467600"/>
              <a:gd name="connsiteY133" fmla="*/ 5022958 h 6858000"/>
              <a:gd name="connsiteX134" fmla="*/ 2813343 w 7467600"/>
              <a:gd name="connsiteY134" fmla="*/ 4998369 h 6858000"/>
              <a:gd name="connsiteX135" fmla="*/ 2646245 w 7467600"/>
              <a:gd name="connsiteY135" fmla="*/ 4930999 h 6858000"/>
              <a:gd name="connsiteX136" fmla="*/ 1999243 w 7467600"/>
              <a:gd name="connsiteY136" fmla="*/ 4730524 h 6858000"/>
              <a:gd name="connsiteX137" fmla="*/ 1979527 w 7467600"/>
              <a:gd name="connsiteY137" fmla="*/ 4726651 h 6858000"/>
              <a:gd name="connsiteX138" fmla="*/ 1927410 w 7467600"/>
              <a:gd name="connsiteY138" fmla="*/ 4716164 h 6858000"/>
              <a:gd name="connsiteX139" fmla="*/ 1997014 w 7467600"/>
              <a:gd name="connsiteY139" fmla="*/ 4698007 h 6858000"/>
              <a:gd name="connsiteX140" fmla="*/ 2005458 w 7467600"/>
              <a:gd name="connsiteY140" fmla="*/ 4699540 h 6858000"/>
              <a:gd name="connsiteX141" fmla="*/ 2657186 w 7467600"/>
              <a:gd name="connsiteY141" fmla="*/ 4901687 h 6858000"/>
              <a:gd name="connsiteX142" fmla="*/ 2826662 w 7467600"/>
              <a:gd name="connsiteY142" fmla="*/ 4970362 h 6858000"/>
              <a:gd name="connsiteX143" fmla="*/ 2876100 w 7467600"/>
              <a:gd name="connsiteY143" fmla="*/ 4995397 h 6858000"/>
              <a:gd name="connsiteX144" fmla="*/ 3042600 w 7467600"/>
              <a:gd name="connsiteY144" fmla="*/ 5059532 h 6858000"/>
              <a:gd name="connsiteX145" fmla="*/ 1997014 w 7467600"/>
              <a:gd name="connsiteY145" fmla="*/ 4698007 h 6858000"/>
              <a:gd name="connsiteX146" fmla="*/ 2305292 w 7467600"/>
              <a:gd name="connsiteY146" fmla="*/ 4219492 h 6858000"/>
              <a:gd name="connsiteX147" fmla="*/ 3360922 w 7467600"/>
              <a:gd name="connsiteY147" fmla="*/ 4529373 h 6858000"/>
              <a:gd name="connsiteX148" fmla="*/ 3492420 w 7467600"/>
              <a:gd name="connsiteY148" fmla="*/ 4510145 h 6858000"/>
              <a:gd name="connsiteX149" fmla="*/ 3364086 w 7467600"/>
              <a:gd name="connsiteY149" fmla="*/ 4480340 h 6858000"/>
              <a:gd name="connsiteX150" fmla="*/ 3225818 w 7467600"/>
              <a:gd name="connsiteY150" fmla="*/ 4411822 h 6858000"/>
              <a:gd name="connsiteX151" fmla="*/ 3129696 w 7467600"/>
              <a:gd name="connsiteY151" fmla="*/ 4360704 h 6858000"/>
              <a:gd name="connsiteX152" fmla="*/ 2814545 w 7467600"/>
              <a:gd name="connsiteY152" fmla="*/ 4282955 h 6858000"/>
              <a:gd name="connsiteX153" fmla="*/ 2305292 w 7467600"/>
              <a:gd name="connsiteY153" fmla="*/ 4219492 h 6858000"/>
              <a:gd name="connsiteX154" fmla="*/ 2626982 w 7467600"/>
              <a:gd name="connsiteY154" fmla="*/ 4206450 h 6858000"/>
              <a:gd name="connsiteX155" fmla="*/ 2490617 w 7467600"/>
              <a:gd name="connsiteY155" fmla="*/ 4206951 h 6858000"/>
              <a:gd name="connsiteX156" fmla="*/ 2819869 w 7467600"/>
              <a:gd name="connsiteY156" fmla="*/ 4252936 h 6858000"/>
              <a:gd name="connsiteX157" fmla="*/ 3143018 w 7467600"/>
              <a:gd name="connsiteY157" fmla="*/ 4332698 h 6858000"/>
              <a:gd name="connsiteX158" fmla="*/ 3241520 w 7467600"/>
              <a:gd name="connsiteY158" fmla="*/ 4385112 h 6858000"/>
              <a:gd name="connsiteX159" fmla="*/ 3374575 w 7467600"/>
              <a:gd name="connsiteY159" fmla="*/ 4451517 h 6858000"/>
              <a:gd name="connsiteX160" fmla="*/ 3505221 w 7467600"/>
              <a:gd name="connsiteY160" fmla="*/ 4480757 h 6858000"/>
              <a:gd name="connsiteX161" fmla="*/ 2626982 w 7467600"/>
              <a:gd name="connsiteY161" fmla="*/ 4206450 h 6858000"/>
              <a:gd name="connsiteX162" fmla="*/ 1310106 w 7467600"/>
              <a:gd name="connsiteY162" fmla="*/ 3943217 h 6858000"/>
              <a:gd name="connsiteX163" fmla="*/ 854994 w 7467600"/>
              <a:gd name="connsiteY163" fmla="*/ 4399136 h 6858000"/>
              <a:gd name="connsiteX164" fmla="*/ 742462 w 7467600"/>
              <a:gd name="connsiteY164" fmla="*/ 4594648 h 6858000"/>
              <a:gd name="connsiteX165" fmla="*/ 820602 w 7467600"/>
              <a:gd name="connsiteY165" fmla="*/ 4485915 h 6858000"/>
              <a:gd name="connsiteX166" fmla="*/ 878295 w 7467600"/>
              <a:gd name="connsiteY166" fmla="*/ 4403594 h 6858000"/>
              <a:gd name="connsiteX167" fmla="*/ 1240607 w 7467600"/>
              <a:gd name="connsiteY167" fmla="*/ 4010401 h 6858000"/>
              <a:gd name="connsiteX168" fmla="*/ 1310106 w 7467600"/>
              <a:gd name="connsiteY168" fmla="*/ 3943217 h 6858000"/>
              <a:gd name="connsiteX169" fmla="*/ 1423113 w 7467600"/>
              <a:gd name="connsiteY169" fmla="*/ 3874565 h 6858000"/>
              <a:gd name="connsiteX170" fmla="*/ 1260565 w 7467600"/>
              <a:gd name="connsiteY170" fmla="*/ 4031982 h 6858000"/>
              <a:gd name="connsiteX171" fmla="*/ 901900 w 7467600"/>
              <a:gd name="connsiteY171" fmla="*/ 4421236 h 6858000"/>
              <a:gd name="connsiteX172" fmla="*/ 845044 w 7467600"/>
              <a:gd name="connsiteY172" fmla="*/ 4502436 h 6858000"/>
              <a:gd name="connsiteX173" fmla="*/ 685926 w 7467600"/>
              <a:gd name="connsiteY173" fmla="*/ 4703069 h 6858000"/>
              <a:gd name="connsiteX174" fmla="*/ 684248 w 7467600"/>
              <a:gd name="connsiteY174" fmla="*/ 4706721 h 6858000"/>
              <a:gd name="connsiteX175" fmla="*/ 1423113 w 7467600"/>
              <a:gd name="connsiteY175" fmla="*/ 3874565 h 6858000"/>
              <a:gd name="connsiteX176" fmla="*/ 3316479 w 7467600"/>
              <a:gd name="connsiteY176" fmla="*/ 3872136 h 6858000"/>
              <a:gd name="connsiteX177" fmla="*/ 3546806 w 7467600"/>
              <a:gd name="connsiteY177" fmla="*/ 4356139 h 6858000"/>
              <a:gd name="connsiteX178" fmla="*/ 3364433 w 7467600"/>
              <a:gd name="connsiteY178" fmla="*/ 3953121 h 6858000"/>
              <a:gd name="connsiteX179" fmla="*/ 3316479 w 7467600"/>
              <a:gd name="connsiteY179" fmla="*/ 3872136 h 6858000"/>
              <a:gd name="connsiteX180" fmla="*/ 3291335 w 7467600"/>
              <a:gd name="connsiteY180" fmla="*/ 3767420 h 6858000"/>
              <a:gd name="connsiteX181" fmla="*/ 3390805 w 7467600"/>
              <a:gd name="connsiteY181" fmla="*/ 3937163 h 6858000"/>
              <a:gd name="connsiteX182" fmla="*/ 3579062 w 7467600"/>
              <a:gd name="connsiteY182" fmla="*/ 4359040 h 6858000"/>
              <a:gd name="connsiteX183" fmla="*/ 3467355 w 7467600"/>
              <a:gd name="connsiteY183" fmla="*/ 3988130 h 6858000"/>
              <a:gd name="connsiteX184" fmla="*/ 3310753 w 7467600"/>
              <a:gd name="connsiteY184" fmla="*/ 3787140 h 6858000"/>
              <a:gd name="connsiteX185" fmla="*/ 3291335 w 7467600"/>
              <a:gd name="connsiteY185" fmla="*/ 3767420 h 6858000"/>
              <a:gd name="connsiteX186" fmla="*/ 1635889 w 7467600"/>
              <a:gd name="connsiteY186" fmla="*/ 3709494 h 6858000"/>
              <a:gd name="connsiteX187" fmla="*/ 1634800 w 7467600"/>
              <a:gd name="connsiteY187" fmla="*/ 3731111 h 6858000"/>
              <a:gd name="connsiteX188" fmla="*/ 1635889 w 7467600"/>
              <a:gd name="connsiteY188" fmla="*/ 3709494 h 6858000"/>
              <a:gd name="connsiteX189" fmla="*/ 1510397 w 7467600"/>
              <a:gd name="connsiteY189" fmla="*/ 3684705 h 6858000"/>
              <a:gd name="connsiteX190" fmla="*/ 1146550 w 7467600"/>
              <a:gd name="connsiteY190" fmla="*/ 3802012 h 6858000"/>
              <a:gd name="connsiteX191" fmla="*/ 698834 w 7467600"/>
              <a:gd name="connsiteY191" fmla="*/ 3952272 h 6858000"/>
              <a:gd name="connsiteX192" fmla="*/ 34256 w 7467600"/>
              <a:gd name="connsiteY192" fmla="*/ 4347603 h 6858000"/>
              <a:gd name="connsiteX193" fmla="*/ 527241 w 7467600"/>
              <a:gd name="connsiteY193" fmla="*/ 4065078 h 6858000"/>
              <a:gd name="connsiteX194" fmla="*/ 1510397 w 7467600"/>
              <a:gd name="connsiteY194" fmla="*/ 3684705 h 6858000"/>
              <a:gd name="connsiteX195" fmla="*/ 1313114 w 7467600"/>
              <a:gd name="connsiteY195" fmla="*/ 3655216 h 6858000"/>
              <a:gd name="connsiteX196" fmla="*/ 1109304 w 7467600"/>
              <a:gd name="connsiteY196" fmla="*/ 3669030 h 6858000"/>
              <a:gd name="connsiteX197" fmla="*/ 8129 w 7467600"/>
              <a:gd name="connsiteY197" fmla="*/ 4330519 h 6858000"/>
              <a:gd name="connsiteX198" fmla="*/ 687572 w 7467600"/>
              <a:gd name="connsiteY198" fmla="*/ 3925629 h 6858000"/>
              <a:gd name="connsiteX199" fmla="*/ 1138365 w 7467600"/>
              <a:gd name="connsiteY199" fmla="*/ 3774515 h 6858000"/>
              <a:gd name="connsiteX200" fmla="*/ 1505579 w 7467600"/>
              <a:gd name="connsiteY200" fmla="*/ 3655526 h 6858000"/>
              <a:gd name="connsiteX201" fmla="*/ 1313114 w 7467600"/>
              <a:gd name="connsiteY201" fmla="*/ 3655216 h 6858000"/>
              <a:gd name="connsiteX202" fmla="*/ 3655073 w 7467600"/>
              <a:gd name="connsiteY202" fmla="*/ 3650884 h 6858000"/>
              <a:gd name="connsiteX203" fmla="*/ 3989938 w 7467600"/>
              <a:gd name="connsiteY203" fmla="*/ 3991685 h 6858000"/>
              <a:gd name="connsiteX204" fmla="*/ 4393907 w 7467600"/>
              <a:gd name="connsiteY204" fmla="*/ 4261258 h 6858000"/>
              <a:gd name="connsiteX205" fmla="*/ 4648051 w 7467600"/>
              <a:gd name="connsiteY205" fmla="*/ 4374051 h 6858000"/>
              <a:gd name="connsiteX206" fmla="*/ 4383389 w 7467600"/>
              <a:gd name="connsiteY206" fmla="*/ 4184369 h 6858000"/>
              <a:gd name="connsiteX207" fmla="*/ 4165508 w 7467600"/>
              <a:gd name="connsiteY207" fmla="*/ 4035196 h 6858000"/>
              <a:gd name="connsiteX208" fmla="*/ 4068162 w 7467600"/>
              <a:gd name="connsiteY208" fmla="*/ 3953394 h 6858000"/>
              <a:gd name="connsiteX209" fmla="*/ 3981416 w 7467600"/>
              <a:gd name="connsiteY209" fmla="*/ 3880482 h 6858000"/>
              <a:gd name="connsiteX210" fmla="*/ 3800147 w 7467600"/>
              <a:gd name="connsiteY210" fmla="*/ 3749872 h 6858000"/>
              <a:gd name="connsiteX211" fmla="*/ 3655073 w 7467600"/>
              <a:gd name="connsiteY211" fmla="*/ 3650884 h 6858000"/>
              <a:gd name="connsiteX212" fmla="*/ 3670252 w 7467600"/>
              <a:gd name="connsiteY212" fmla="*/ 3622798 h 6858000"/>
              <a:gd name="connsiteX213" fmla="*/ 3817258 w 7467600"/>
              <a:gd name="connsiteY213" fmla="*/ 3723577 h 6858000"/>
              <a:gd name="connsiteX214" fmla="*/ 4000461 w 7467600"/>
              <a:gd name="connsiteY214" fmla="*/ 3855966 h 6858000"/>
              <a:gd name="connsiteX215" fmla="*/ 4088180 w 7467600"/>
              <a:gd name="connsiteY215" fmla="*/ 3929774 h 6858000"/>
              <a:gd name="connsiteX216" fmla="*/ 4184555 w 7467600"/>
              <a:gd name="connsiteY216" fmla="*/ 4010683 h 6858000"/>
              <a:gd name="connsiteX217" fmla="*/ 4399563 w 7467600"/>
              <a:gd name="connsiteY217" fmla="*/ 4158106 h 6858000"/>
              <a:gd name="connsiteX218" fmla="*/ 4684469 w 7467600"/>
              <a:gd name="connsiteY218" fmla="*/ 4364680 h 6858000"/>
              <a:gd name="connsiteX219" fmla="*/ 4690271 w 7467600"/>
              <a:gd name="connsiteY219" fmla="*/ 4370034 h 6858000"/>
              <a:gd name="connsiteX220" fmla="*/ 4136093 w 7467600"/>
              <a:gd name="connsiteY220" fmla="*/ 3858466 h 6858000"/>
              <a:gd name="connsiteX221" fmla="*/ 3670252 w 7467600"/>
              <a:gd name="connsiteY221" fmla="*/ 3622798 h 6858000"/>
              <a:gd name="connsiteX222" fmla="*/ 4440129 w 7467600"/>
              <a:gd name="connsiteY222" fmla="*/ 3448571 h 6858000"/>
              <a:gd name="connsiteX223" fmla="*/ 4856525 w 7467600"/>
              <a:gd name="connsiteY223" fmla="*/ 3915351 h 6858000"/>
              <a:gd name="connsiteX224" fmla="*/ 5059055 w 7467600"/>
              <a:gd name="connsiteY224" fmla="*/ 4108918 h 6858000"/>
              <a:gd name="connsiteX225" fmla="*/ 5290070 w 7467600"/>
              <a:gd name="connsiteY225" fmla="*/ 4263619 h 6858000"/>
              <a:gd name="connsiteX226" fmla="*/ 4834991 w 7467600"/>
              <a:gd name="connsiteY226" fmla="*/ 3830985 h 6858000"/>
              <a:gd name="connsiteX227" fmla="*/ 4440129 w 7467600"/>
              <a:gd name="connsiteY227" fmla="*/ 3448571 h 6858000"/>
              <a:gd name="connsiteX228" fmla="*/ 4441737 w 7467600"/>
              <a:gd name="connsiteY228" fmla="*/ 3399734 h 6858000"/>
              <a:gd name="connsiteX229" fmla="*/ 4431236 w 7467600"/>
              <a:gd name="connsiteY229" fmla="*/ 3400954 h 6858000"/>
              <a:gd name="connsiteX230" fmla="*/ 4557150 w 7467600"/>
              <a:gd name="connsiteY230" fmla="*/ 3510023 h 6858000"/>
              <a:gd name="connsiteX231" fmla="*/ 4856936 w 7467600"/>
              <a:gd name="connsiteY231" fmla="*/ 3809146 h 6858000"/>
              <a:gd name="connsiteX232" fmla="*/ 5111996 w 7467600"/>
              <a:gd name="connsiteY232" fmla="*/ 4065759 h 6858000"/>
              <a:gd name="connsiteX233" fmla="*/ 5388878 w 7467600"/>
              <a:gd name="connsiteY233" fmla="*/ 4300185 h 6858000"/>
              <a:gd name="connsiteX234" fmla="*/ 5425556 w 7467600"/>
              <a:gd name="connsiteY234" fmla="*/ 4308967 h 6858000"/>
              <a:gd name="connsiteX235" fmla="*/ 4943646 w 7467600"/>
              <a:gd name="connsiteY235" fmla="*/ 3822916 h 6858000"/>
              <a:gd name="connsiteX236" fmla="*/ 4594837 w 7467600"/>
              <a:gd name="connsiteY236" fmla="*/ 3532274 h 6858000"/>
              <a:gd name="connsiteX237" fmla="*/ 4441737 w 7467600"/>
              <a:gd name="connsiteY237" fmla="*/ 3399734 h 6858000"/>
              <a:gd name="connsiteX238" fmla="*/ 5425834 w 7467600"/>
              <a:gd name="connsiteY238" fmla="*/ 3162785 h 6858000"/>
              <a:gd name="connsiteX239" fmla="*/ 5401644 w 7467600"/>
              <a:gd name="connsiteY239" fmla="*/ 3617847 h 6858000"/>
              <a:gd name="connsiteX240" fmla="*/ 5467256 w 7467600"/>
              <a:gd name="connsiteY240" fmla="*/ 4175494 h 6858000"/>
              <a:gd name="connsiteX241" fmla="*/ 5448069 w 7467600"/>
              <a:gd name="connsiteY241" fmla="*/ 3567554 h 6858000"/>
              <a:gd name="connsiteX242" fmla="*/ 5425834 w 7467600"/>
              <a:gd name="connsiteY242" fmla="*/ 3162785 h 6858000"/>
              <a:gd name="connsiteX243" fmla="*/ 1318687 w 7467600"/>
              <a:gd name="connsiteY243" fmla="*/ 3113840 h 6858000"/>
              <a:gd name="connsiteX244" fmla="*/ 1066793 w 7467600"/>
              <a:gd name="connsiteY244" fmla="*/ 3212171 h 6858000"/>
              <a:gd name="connsiteX245" fmla="*/ 993319 w 7467600"/>
              <a:gd name="connsiteY245" fmla="*/ 3247648 h 6858000"/>
              <a:gd name="connsiteX246" fmla="*/ 853081 w 7467600"/>
              <a:gd name="connsiteY246" fmla="*/ 3312410 h 6858000"/>
              <a:gd name="connsiteX247" fmla="*/ 805957 w 7467600"/>
              <a:gd name="connsiteY247" fmla="*/ 3330443 h 6858000"/>
              <a:gd name="connsiteX248" fmla="*/ 1318687 w 7467600"/>
              <a:gd name="connsiteY248" fmla="*/ 3113840 h 6858000"/>
              <a:gd name="connsiteX249" fmla="*/ 5453702 w 7467600"/>
              <a:gd name="connsiteY249" fmla="*/ 3090882 h 6858000"/>
              <a:gd name="connsiteX250" fmla="*/ 5480135 w 7467600"/>
              <a:gd name="connsiteY250" fmla="*/ 3565802 h 6858000"/>
              <a:gd name="connsiteX251" fmla="*/ 5499023 w 7467600"/>
              <a:gd name="connsiteY251" fmla="*/ 4166310 h 6858000"/>
              <a:gd name="connsiteX252" fmla="*/ 5547022 w 7467600"/>
              <a:gd name="connsiteY252" fmla="*/ 3607838 h 6858000"/>
              <a:gd name="connsiteX253" fmla="*/ 5515964 w 7467600"/>
              <a:gd name="connsiteY253" fmla="*/ 3378541 h 6858000"/>
              <a:gd name="connsiteX254" fmla="*/ 5453702 w 7467600"/>
              <a:gd name="connsiteY254" fmla="*/ 3090882 h 6858000"/>
              <a:gd name="connsiteX255" fmla="*/ 1238695 w 7467600"/>
              <a:gd name="connsiteY255" fmla="*/ 3076820 h 6858000"/>
              <a:gd name="connsiteX256" fmla="*/ 716371 w 7467600"/>
              <a:gd name="connsiteY256" fmla="*/ 3293249 h 6858000"/>
              <a:gd name="connsiteX257" fmla="*/ 579522 w 7467600"/>
              <a:gd name="connsiteY257" fmla="*/ 3371759 h 6858000"/>
              <a:gd name="connsiteX258" fmla="*/ 600288 w 7467600"/>
              <a:gd name="connsiteY258" fmla="*/ 3365555 h 6858000"/>
              <a:gd name="connsiteX259" fmla="*/ 840692 w 7467600"/>
              <a:gd name="connsiteY259" fmla="*/ 3284921 h 6858000"/>
              <a:gd name="connsiteX260" fmla="*/ 979248 w 7467600"/>
              <a:gd name="connsiteY260" fmla="*/ 3221003 h 6858000"/>
              <a:gd name="connsiteX261" fmla="*/ 1053282 w 7467600"/>
              <a:gd name="connsiteY261" fmla="*/ 3185247 h 6858000"/>
              <a:gd name="connsiteX262" fmla="*/ 1320603 w 7467600"/>
              <a:gd name="connsiteY262" fmla="*/ 3081281 h 6858000"/>
              <a:gd name="connsiteX263" fmla="*/ 1238695 w 7467600"/>
              <a:gd name="connsiteY263" fmla="*/ 3076820 h 6858000"/>
              <a:gd name="connsiteX264" fmla="*/ 5425627 w 7467600"/>
              <a:gd name="connsiteY264" fmla="*/ 2954192 h 6858000"/>
              <a:gd name="connsiteX265" fmla="*/ 5470770 w 7467600"/>
              <a:gd name="connsiteY265" fmla="*/ 3005435 h 6858000"/>
              <a:gd name="connsiteX266" fmla="*/ 5519779 w 7467600"/>
              <a:gd name="connsiteY266" fmla="*/ 4359223 h 6858000"/>
              <a:gd name="connsiteX267" fmla="*/ 5520293 w 7467600"/>
              <a:gd name="connsiteY267" fmla="*/ 4360602 h 6858000"/>
              <a:gd name="connsiteX268" fmla="*/ 5767221 w 7467600"/>
              <a:gd name="connsiteY268" fmla="*/ 4665564 h 6858000"/>
              <a:gd name="connsiteX269" fmla="*/ 6937169 w 7467600"/>
              <a:gd name="connsiteY269" fmla="*/ 4815941 h 6858000"/>
              <a:gd name="connsiteX270" fmla="*/ 6953922 w 7467600"/>
              <a:gd name="connsiteY270" fmla="*/ 4890068 h 6858000"/>
              <a:gd name="connsiteX271" fmla="*/ 6071359 w 7467600"/>
              <a:gd name="connsiteY271" fmla="*/ 4770770 h 6858000"/>
              <a:gd name="connsiteX272" fmla="*/ 6038839 w 7467600"/>
              <a:gd name="connsiteY272" fmla="*/ 4764474 h 6858000"/>
              <a:gd name="connsiteX273" fmla="*/ 6038706 w 7467600"/>
              <a:gd name="connsiteY273" fmla="*/ 4763847 h 6858000"/>
              <a:gd name="connsiteX274" fmla="*/ 6037784 w 7467600"/>
              <a:gd name="connsiteY274" fmla="*/ 4764270 h 6858000"/>
              <a:gd name="connsiteX275" fmla="*/ 6038839 w 7467600"/>
              <a:gd name="connsiteY275" fmla="*/ 4764474 h 6858000"/>
              <a:gd name="connsiteX276" fmla="*/ 6040338 w 7467600"/>
              <a:gd name="connsiteY276" fmla="*/ 4771418 h 6858000"/>
              <a:gd name="connsiteX277" fmla="*/ 6024488 w 7467600"/>
              <a:gd name="connsiteY277" fmla="*/ 4809903 h 6858000"/>
              <a:gd name="connsiteX278" fmla="*/ 5599771 w 7467600"/>
              <a:gd name="connsiteY278" fmla="*/ 5509652 h 6858000"/>
              <a:gd name="connsiteX279" fmla="*/ 5548843 w 7467600"/>
              <a:gd name="connsiteY279" fmla="*/ 5563845 h 6858000"/>
              <a:gd name="connsiteX280" fmla="*/ 5940952 w 7467600"/>
              <a:gd name="connsiteY280" fmla="*/ 6250028 h 6858000"/>
              <a:gd name="connsiteX281" fmla="*/ 6043441 w 7467600"/>
              <a:gd name="connsiteY281" fmla="*/ 6665847 h 6858000"/>
              <a:gd name="connsiteX282" fmla="*/ 6093432 w 7467600"/>
              <a:gd name="connsiteY282" fmla="*/ 6858000 h 6858000"/>
              <a:gd name="connsiteX283" fmla="*/ 6034344 w 7467600"/>
              <a:gd name="connsiteY283" fmla="*/ 6858000 h 6858000"/>
              <a:gd name="connsiteX284" fmla="*/ 6026679 w 7467600"/>
              <a:gd name="connsiteY284" fmla="*/ 6836959 h 6858000"/>
              <a:gd name="connsiteX285" fmla="*/ 5800441 w 7467600"/>
              <a:gd name="connsiteY285" fmla="*/ 6335286 h 6858000"/>
              <a:gd name="connsiteX286" fmla="*/ 5526562 w 7467600"/>
              <a:gd name="connsiteY286" fmla="*/ 5705388 h 6858000"/>
              <a:gd name="connsiteX287" fmla="*/ 5519640 w 7467600"/>
              <a:gd name="connsiteY287" fmla="*/ 5683774 h 6858000"/>
              <a:gd name="connsiteX288" fmla="*/ 5844559 w 7467600"/>
              <a:gd name="connsiteY288" fmla="*/ 6553349 h 6858000"/>
              <a:gd name="connsiteX289" fmla="*/ 5975994 w 7467600"/>
              <a:gd name="connsiteY289" fmla="*/ 6858000 h 6858000"/>
              <a:gd name="connsiteX290" fmla="*/ 5898547 w 7467600"/>
              <a:gd name="connsiteY290" fmla="*/ 6858000 h 6858000"/>
              <a:gd name="connsiteX291" fmla="*/ 5682041 w 7467600"/>
              <a:gd name="connsiteY291" fmla="*/ 6355860 h 6858000"/>
              <a:gd name="connsiteX292" fmla="*/ 5461758 w 7467600"/>
              <a:gd name="connsiteY292" fmla="*/ 5820220 h 6858000"/>
              <a:gd name="connsiteX293" fmla="*/ 5237282 w 7467600"/>
              <a:gd name="connsiteY293" fmla="*/ 6579086 h 6858000"/>
              <a:gd name="connsiteX294" fmla="*/ 5115009 w 7467600"/>
              <a:gd name="connsiteY294" fmla="*/ 6858000 h 6858000"/>
              <a:gd name="connsiteX295" fmla="*/ 5028074 w 7467600"/>
              <a:gd name="connsiteY295" fmla="*/ 6858000 h 6858000"/>
              <a:gd name="connsiteX296" fmla="*/ 5079508 w 7467600"/>
              <a:gd name="connsiteY296" fmla="*/ 6749074 h 6858000"/>
              <a:gd name="connsiteX297" fmla="*/ 5371846 w 7467600"/>
              <a:gd name="connsiteY297" fmla="*/ 5924413 h 6858000"/>
              <a:gd name="connsiteX298" fmla="*/ 5270512 w 7467600"/>
              <a:gd name="connsiteY298" fmla="*/ 6138975 h 6858000"/>
              <a:gd name="connsiteX299" fmla="*/ 5062409 w 7467600"/>
              <a:gd name="connsiteY299" fmla="*/ 6653544 h 6858000"/>
              <a:gd name="connsiteX300" fmla="*/ 5036628 w 7467600"/>
              <a:gd name="connsiteY300" fmla="*/ 6754247 h 6858000"/>
              <a:gd name="connsiteX301" fmla="*/ 5009112 w 7467600"/>
              <a:gd name="connsiteY301" fmla="*/ 6858000 h 6858000"/>
              <a:gd name="connsiteX302" fmla="*/ 4976679 w 7467600"/>
              <a:gd name="connsiteY302" fmla="*/ 6858000 h 6858000"/>
              <a:gd name="connsiteX303" fmla="*/ 5006537 w 7467600"/>
              <a:gd name="connsiteY303" fmla="*/ 6747068 h 6858000"/>
              <a:gd name="connsiteX304" fmla="*/ 5032723 w 7467600"/>
              <a:gd name="connsiteY304" fmla="*/ 6644957 h 6858000"/>
              <a:gd name="connsiteX305" fmla="*/ 5242949 w 7467600"/>
              <a:gd name="connsiteY305" fmla="*/ 6125175 h 6858000"/>
              <a:gd name="connsiteX306" fmla="*/ 5286321 w 7467600"/>
              <a:gd name="connsiteY306" fmla="*/ 6033555 h 6858000"/>
              <a:gd name="connsiteX307" fmla="*/ 5008210 w 7467600"/>
              <a:gd name="connsiteY307" fmla="*/ 6649194 h 6858000"/>
              <a:gd name="connsiteX308" fmla="*/ 4986321 w 7467600"/>
              <a:gd name="connsiteY308" fmla="*/ 6765687 h 6858000"/>
              <a:gd name="connsiteX309" fmla="*/ 4973474 w 7467600"/>
              <a:gd name="connsiteY309" fmla="*/ 6858000 h 6858000"/>
              <a:gd name="connsiteX310" fmla="*/ 4907178 w 7467600"/>
              <a:gd name="connsiteY310" fmla="*/ 6858000 h 6858000"/>
              <a:gd name="connsiteX311" fmla="*/ 4910810 w 7467600"/>
              <a:gd name="connsiteY311" fmla="*/ 6829660 h 6858000"/>
              <a:gd name="connsiteX312" fmla="*/ 4987461 w 7467600"/>
              <a:gd name="connsiteY312" fmla="*/ 6432994 h 6858000"/>
              <a:gd name="connsiteX313" fmla="*/ 5179262 w 7467600"/>
              <a:gd name="connsiteY313" fmla="*/ 6035044 h 6858000"/>
              <a:gd name="connsiteX314" fmla="*/ 4689678 w 7467600"/>
              <a:gd name="connsiteY314" fmla="*/ 6440241 h 6858000"/>
              <a:gd name="connsiteX315" fmla="*/ 4477543 w 7467600"/>
              <a:gd name="connsiteY315" fmla="*/ 6674836 h 6858000"/>
              <a:gd name="connsiteX316" fmla="*/ 4329957 w 7467600"/>
              <a:gd name="connsiteY316" fmla="*/ 6858000 h 6858000"/>
              <a:gd name="connsiteX317" fmla="*/ 4218595 w 7467600"/>
              <a:gd name="connsiteY317" fmla="*/ 6858000 h 6858000"/>
              <a:gd name="connsiteX318" fmla="*/ 4368888 w 7467600"/>
              <a:gd name="connsiteY318" fmla="*/ 6668412 h 6858000"/>
              <a:gd name="connsiteX319" fmla="*/ 4563091 w 7467600"/>
              <a:gd name="connsiteY319" fmla="*/ 6442508 h 6858000"/>
              <a:gd name="connsiteX320" fmla="*/ 5387324 w 7467600"/>
              <a:gd name="connsiteY320" fmla="*/ 5705830 h 6858000"/>
              <a:gd name="connsiteX321" fmla="*/ 5073620 w 7467600"/>
              <a:gd name="connsiteY321" fmla="*/ 5955437 h 6858000"/>
              <a:gd name="connsiteX322" fmla="*/ 4689789 w 7467600"/>
              <a:gd name="connsiteY322" fmla="*/ 6268382 h 6858000"/>
              <a:gd name="connsiteX323" fmla="*/ 4418722 w 7467600"/>
              <a:gd name="connsiteY323" fmla="*/ 6570886 h 6858000"/>
              <a:gd name="connsiteX324" fmla="*/ 4214944 w 7467600"/>
              <a:gd name="connsiteY324" fmla="*/ 6858000 h 6858000"/>
              <a:gd name="connsiteX325" fmla="*/ 4177898 w 7467600"/>
              <a:gd name="connsiteY325" fmla="*/ 6858000 h 6858000"/>
              <a:gd name="connsiteX326" fmla="*/ 4391597 w 7467600"/>
              <a:gd name="connsiteY326" fmla="*/ 6556370 h 6858000"/>
              <a:gd name="connsiteX327" fmla="*/ 4668889 w 7467600"/>
              <a:gd name="connsiteY327" fmla="*/ 6246399 h 6858000"/>
              <a:gd name="connsiteX328" fmla="*/ 5055427 w 7467600"/>
              <a:gd name="connsiteY328" fmla="*/ 5931476 h 6858000"/>
              <a:gd name="connsiteX329" fmla="*/ 5371814 w 7467600"/>
              <a:gd name="connsiteY329" fmla="*/ 5678975 h 6858000"/>
              <a:gd name="connsiteX330" fmla="*/ 4987918 w 7467600"/>
              <a:gd name="connsiteY330" fmla="*/ 5838701 h 6858000"/>
              <a:gd name="connsiteX331" fmla="*/ 4317146 w 7467600"/>
              <a:gd name="connsiteY331" fmla="*/ 6587716 h 6858000"/>
              <a:gd name="connsiteX332" fmla="*/ 4171627 w 7467600"/>
              <a:gd name="connsiteY332" fmla="*/ 6858000 h 6858000"/>
              <a:gd name="connsiteX333" fmla="*/ 4081585 w 7467600"/>
              <a:gd name="connsiteY333" fmla="*/ 6858000 h 6858000"/>
              <a:gd name="connsiteX334" fmla="*/ 4238603 w 7467600"/>
              <a:gd name="connsiteY334" fmla="*/ 6559341 h 6858000"/>
              <a:gd name="connsiteX335" fmla="*/ 4778333 w 7467600"/>
              <a:gd name="connsiteY335" fmla="*/ 5873626 h 6858000"/>
              <a:gd name="connsiteX336" fmla="*/ 5414185 w 7467600"/>
              <a:gd name="connsiteY336" fmla="*/ 5573882 h 6858000"/>
              <a:gd name="connsiteX337" fmla="*/ 5959648 w 7467600"/>
              <a:gd name="connsiteY337" fmla="*/ 4760797 h 6858000"/>
              <a:gd name="connsiteX338" fmla="*/ 5355019 w 7467600"/>
              <a:gd name="connsiteY338" fmla="*/ 4734672 h 6858000"/>
              <a:gd name="connsiteX339" fmla="*/ 5083565 w 7467600"/>
              <a:gd name="connsiteY339" fmla="*/ 5179121 h 6858000"/>
              <a:gd name="connsiteX340" fmla="*/ 4713577 w 7467600"/>
              <a:gd name="connsiteY340" fmla="*/ 5616803 h 6858000"/>
              <a:gd name="connsiteX341" fmla="*/ 3989559 w 7467600"/>
              <a:gd name="connsiteY341" fmla="*/ 6145945 h 6858000"/>
              <a:gd name="connsiteX342" fmla="*/ 3939824 w 7467600"/>
              <a:gd name="connsiteY342" fmla="*/ 6066900 h 6858000"/>
              <a:gd name="connsiteX343" fmla="*/ 4584537 w 7467600"/>
              <a:gd name="connsiteY343" fmla="*/ 5324826 h 6858000"/>
              <a:gd name="connsiteX344" fmla="*/ 5037105 w 7467600"/>
              <a:gd name="connsiteY344" fmla="*/ 5088765 h 6858000"/>
              <a:gd name="connsiteX345" fmla="*/ 5039930 w 7467600"/>
              <a:gd name="connsiteY345" fmla="*/ 5089585 h 6858000"/>
              <a:gd name="connsiteX346" fmla="*/ 5263764 w 7467600"/>
              <a:gd name="connsiteY346" fmla="*/ 4735525 h 6858000"/>
              <a:gd name="connsiteX347" fmla="*/ 4086300 w 7467600"/>
              <a:gd name="connsiteY347" fmla="*/ 4884599 h 6858000"/>
              <a:gd name="connsiteX348" fmla="*/ 4085485 w 7467600"/>
              <a:gd name="connsiteY348" fmla="*/ 4899070 h 6858000"/>
              <a:gd name="connsiteX349" fmla="*/ 3871915 w 7467600"/>
              <a:gd name="connsiteY349" fmla="*/ 5253645 h 6858000"/>
              <a:gd name="connsiteX350" fmla="*/ 3799374 w 7467600"/>
              <a:gd name="connsiteY350" fmla="*/ 5466127 h 6858000"/>
              <a:gd name="connsiteX351" fmla="*/ 3498850 w 7467600"/>
              <a:gd name="connsiteY351" fmla="*/ 6661888 h 6858000"/>
              <a:gd name="connsiteX352" fmla="*/ 3399216 w 7467600"/>
              <a:gd name="connsiteY352" fmla="*/ 6858000 h 6858000"/>
              <a:gd name="connsiteX353" fmla="*/ 3303688 w 7467600"/>
              <a:gd name="connsiteY353" fmla="*/ 6858000 h 6858000"/>
              <a:gd name="connsiteX354" fmla="*/ 3391774 w 7467600"/>
              <a:gd name="connsiteY354" fmla="*/ 6697181 h 6858000"/>
              <a:gd name="connsiteX355" fmla="*/ 3735540 w 7467600"/>
              <a:gd name="connsiteY355" fmla="*/ 5546923 h 6858000"/>
              <a:gd name="connsiteX356" fmla="*/ 3729438 w 7467600"/>
              <a:gd name="connsiteY356" fmla="*/ 5569058 h 6858000"/>
              <a:gd name="connsiteX357" fmla="*/ 3707782 w 7467600"/>
              <a:gd name="connsiteY357" fmla="*/ 5644908 h 6858000"/>
              <a:gd name="connsiteX358" fmla="*/ 3583827 w 7467600"/>
              <a:gd name="connsiteY358" fmla="*/ 6039215 h 6858000"/>
              <a:gd name="connsiteX359" fmla="*/ 3547861 w 7467600"/>
              <a:gd name="connsiteY359" fmla="*/ 6129609 h 6858000"/>
              <a:gd name="connsiteX360" fmla="*/ 3490905 w 7467600"/>
              <a:gd name="connsiteY360" fmla="*/ 6277660 h 6858000"/>
              <a:gd name="connsiteX361" fmla="*/ 3455859 w 7467600"/>
              <a:gd name="connsiteY361" fmla="*/ 6391301 h 6858000"/>
              <a:gd name="connsiteX362" fmla="*/ 3429112 w 7467600"/>
              <a:gd name="connsiteY362" fmla="*/ 6479469 h 6858000"/>
              <a:gd name="connsiteX363" fmla="*/ 3304862 w 7467600"/>
              <a:gd name="connsiteY363" fmla="*/ 6796476 h 6858000"/>
              <a:gd name="connsiteX364" fmla="*/ 3276071 w 7467600"/>
              <a:gd name="connsiteY364" fmla="*/ 6858000 h 6858000"/>
              <a:gd name="connsiteX365" fmla="*/ 3240805 w 7467600"/>
              <a:gd name="connsiteY365" fmla="*/ 6858000 h 6858000"/>
              <a:gd name="connsiteX366" fmla="*/ 3275917 w 7467600"/>
              <a:gd name="connsiteY366" fmla="*/ 6783192 h 6858000"/>
              <a:gd name="connsiteX367" fmla="*/ 3399358 w 7467600"/>
              <a:gd name="connsiteY367" fmla="*/ 6469011 h 6858000"/>
              <a:gd name="connsiteX368" fmla="*/ 3425650 w 7467600"/>
              <a:gd name="connsiteY368" fmla="*/ 6381333 h 6858000"/>
              <a:gd name="connsiteX369" fmla="*/ 3460661 w 7467600"/>
              <a:gd name="connsiteY369" fmla="*/ 6266763 h 6858000"/>
              <a:gd name="connsiteX370" fmla="*/ 3518021 w 7467600"/>
              <a:gd name="connsiteY370" fmla="*/ 6117298 h 6858000"/>
              <a:gd name="connsiteX371" fmla="*/ 3554035 w 7467600"/>
              <a:gd name="connsiteY371" fmla="*/ 6027832 h 6858000"/>
              <a:gd name="connsiteX372" fmla="*/ 3677174 w 7467600"/>
              <a:gd name="connsiteY372" fmla="*/ 5636351 h 6858000"/>
              <a:gd name="connsiteX373" fmla="*/ 3698819 w 7467600"/>
              <a:gd name="connsiteY373" fmla="*/ 5560503 h 6858000"/>
              <a:gd name="connsiteX374" fmla="*/ 3702094 w 7467600"/>
              <a:gd name="connsiteY374" fmla="*/ 5549194 h 6858000"/>
              <a:gd name="connsiteX375" fmla="*/ 3398355 w 7467600"/>
              <a:gd name="connsiteY375" fmla="*/ 6094603 h 6858000"/>
              <a:gd name="connsiteX376" fmla="*/ 3193941 w 7467600"/>
              <a:gd name="connsiteY376" fmla="*/ 6798775 h 6858000"/>
              <a:gd name="connsiteX377" fmla="*/ 3184140 w 7467600"/>
              <a:gd name="connsiteY377" fmla="*/ 6858000 h 6858000"/>
              <a:gd name="connsiteX378" fmla="*/ 3099978 w 7467600"/>
              <a:gd name="connsiteY378" fmla="*/ 6858000 h 6858000"/>
              <a:gd name="connsiteX379" fmla="*/ 3101556 w 7467600"/>
              <a:gd name="connsiteY379" fmla="*/ 6843337 h 6858000"/>
              <a:gd name="connsiteX380" fmla="*/ 3370162 w 7467600"/>
              <a:gd name="connsiteY380" fmla="*/ 5785550 h 6858000"/>
              <a:gd name="connsiteX381" fmla="*/ 3746477 w 7467600"/>
              <a:gd name="connsiteY381" fmla="*/ 5377889 h 6858000"/>
              <a:gd name="connsiteX382" fmla="*/ 3863399 w 7467600"/>
              <a:gd name="connsiteY382" fmla="*/ 5087257 h 6858000"/>
              <a:gd name="connsiteX383" fmla="*/ 3968712 w 7467600"/>
              <a:gd name="connsiteY383" fmla="*/ 4913989 h 6858000"/>
              <a:gd name="connsiteX384" fmla="*/ 2792390 w 7467600"/>
              <a:gd name="connsiteY384" fmla="*/ 5382974 h 6858000"/>
              <a:gd name="connsiteX385" fmla="*/ 2714982 w 7467600"/>
              <a:gd name="connsiteY385" fmla="*/ 5427051 h 6858000"/>
              <a:gd name="connsiteX386" fmla="*/ 2813361 w 7467600"/>
              <a:gd name="connsiteY386" fmla="*/ 6023912 h 6858000"/>
              <a:gd name="connsiteX387" fmla="*/ 2688430 w 7467600"/>
              <a:gd name="connsiteY387" fmla="*/ 6801564 h 6858000"/>
              <a:gd name="connsiteX388" fmla="*/ 2629626 w 7467600"/>
              <a:gd name="connsiteY388" fmla="*/ 6763394 h 6858000"/>
              <a:gd name="connsiteX389" fmla="*/ 2565328 w 7467600"/>
              <a:gd name="connsiteY389" fmla="*/ 5516399 h 6858000"/>
              <a:gd name="connsiteX390" fmla="*/ 1922999 w 7467600"/>
              <a:gd name="connsiteY390" fmla="*/ 5980343 h 6858000"/>
              <a:gd name="connsiteX391" fmla="*/ 1950261 w 7467600"/>
              <a:gd name="connsiteY391" fmla="*/ 6405858 h 6858000"/>
              <a:gd name="connsiteX392" fmla="*/ 2365554 w 7467600"/>
              <a:gd name="connsiteY392" fmla="*/ 6759107 h 6858000"/>
              <a:gd name="connsiteX393" fmla="*/ 2424142 w 7467600"/>
              <a:gd name="connsiteY393" fmla="*/ 6858000 h 6858000"/>
              <a:gd name="connsiteX394" fmla="*/ 2395994 w 7467600"/>
              <a:gd name="connsiteY394" fmla="*/ 6858000 h 6858000"/>
              <a:gd name="connsiteX395" fmla="*/ 2392863 w 7467600"/>
              <a:gd name="connsiteY395" fmla="*/ 6852964 h 6858000"/>
              <a:gd name="connsiteX396" fmla="*/ 2017589 w 7467600"/>
              <a:gd name="connsiteY396" fmla="*/ 6493982 h 6858000"/>
              <a:gd name="connsiteX397" fmla="*/ 2147336 w 7467600"/>
              <a:gd name="connsiteY397" fmla="*/ 6594052 h 6858000"/>
              <a:gd name="connsiteX398" fmla="*/ 2207047 w 7467600"/>
              <a:gd name="connsiteY398" fmla="*/ 6654540 h 6858000"/>
              <a:gd name="connsiteX399" fmla="*/ 2299106 w 7467600"/>
              <a:gd name="connsiteY399" fmla="*/ 6778931 h 6858000"/>
              <a:gd name="connsiteX400" fmla="*/ 2314430 w 7467600"/>
              <a:gd name="connsiteY400" fmla="*/ 6801144 h 6858000"/>
              <a:gd name="connsiteX401" fmla="*/ 2352406 w 7467600"/>
              <a:gd name="connsiteY401" fmla="*/ 6858000 h 6858000"/>
              <a:gd name="connsiteX402" fmla="*/ 2314492 w 7467600"/>
              <a:gd name="connsiteY402" fmla="*/ 6858000 h 6858000"/>
              <a:gd name="connsiteX403" fmla="*/ 2288095 w 7467600"/>
              <a:gd name="connsiteY403" fmla="*/ 6818030 h 6858000"/>
              <a:gd name="connsiteX404" fmla="*/ 2272768 w 7467600"/>
              <a:gd name="connsiteY404" fmla="*/ 6795822 h 6858000"/>
              <a:gd name="connsiteX405" fmla="*/ 2182715 w 7467600"/>
              <a:gd name="connsiteY405" fmla="*/ 6675071 h 6858000"/>
              <a:gd name="connsiteX406" fmla="*/ 2032061 w 7467600"/>
              <a:gd name="connsiteY406" fmla="*/ 6541380 h 6858000"/>
              <a:gd name="connsiteX407" fmla="*/ 2257220 w 7467600"/>
              <a:gd name="connsiteY407" fmla="*/ 6826257 h 6858000"/>
              <a:gd name="connsiteX408" fmla="*/ 2281324 w 7467600"/>
              <a:gd name="connsiteY408" fmla="*/ 6858000 h 6858000"/>
              <a:gd name="connsiteX409" fmla="*/ 2242860 w 7467600"/>
              <a:gd name="connsiteY409" fmla="*/ 6858000 h 6858000"/>
              <a:gd name="connsiteX410" fmla="*/ 2232818 w 7467600"/>
              <a:gd name="connsiteY410" fmla="*/ 6844926 h 6858000"/>
              <a:gd name="connsiteX411" fmla="*/ 1990172 w 7467600"/>
              <a:gd name="connsiteY411" fmla="*/ 6542121 h 6858000"/>
              <a:gd name="connsiteX412" fmla="*/ 2124090 w 7467600"/>
              <a:gd name="connsiteY412" fmla="*/ 6761017 h 6858000"/>
              <a:gd name="connsiteX413" fmla="*/ 2200380 w 7467600"/>
              <a:gd name="connsiteY413" fmla="*/ 6858000 h 6858000"/>
              <a:gd name="connsiteX414" fmla="*/ 2147507 w 7467600"/>
              <a:gd name="connsiteY414" fmla="*/ 6858000 h 6858000"/>
              <a:gd name="connsiteX415" fmla="*/ 2070668 w 7467600"/>
              <a:gd name="connsiteY415" fmla="*/ 6761520 h 6858000"/>
              <a:gd name="connsiteX416" fmla="*/ 1975142 w 7467600"/>
              <a:gd name="connsiteY416" fmla="*/ 6585570 h 6858000"/>
              <a:gd name="connsiteX417" fmla="*/ 2050035 w 7467600"/>
              <a:gd name="connsiteY417" fmla="*/ 6813345 h 6858000"/>
              <a:gd name="connsiteX418" fmla="*/ 2063025 w 7467600"/>
              <a:gd name="connsiteY418" fmla="*/ 6858000 h 6858000"/>
              <a:gd name="connsiteX419" fmla="*/ 2021675 w 7467600"/>
              <a:gd name="connsiteY419" fmla="*/ 6858000 h 6858000"/>
              <a:gd name="connsiteX420" fmla="*/ 2019308 w 7467600"/>
              <a:gd name="connsiteY420" fmla="*/ 6847118 h 6858000"/>
              <a:gd name="connsiteX421" fmla="*/ 1938835 w 7467600"/>
              <a:gd name="connsiteY421" fmla="*/ 6551160 h 6858000"/>
              <a:gd name="connsiteX422" fmla="*/ 1953230 w 7467600"/>
              <a:gd name="connsiteY422" fmla="*/ 6759699 h 6858000"/>
              <a:gd name="connsiteX423" fmla="*/ 1956763 w 7467600"/>
              <a:gd name="connsiteY423" fmla="*/ 6778191 h 6858000"/>
              <a:gd name="connsiteX424" fmla="*/ 1967925 w 7467600"/>
              <a:gd name="connsiteY424" fmla="*/ 6858000 h 6858000"/>
              <a:gd name="connsiteX425" fmla="*/ 1936622 w 7467600"/>
              <a:gd name="connsiteY425" fmla="*/ 6858000 h 6858000"/>
              <a:gd name="connsiteX426" fmla="*/ 1926261 w 7467600"/>
              <a:gd name="connsiteY426" fmla="*/ 6784064 h 6858000"/>
              <a:gd name="connsiteX427" fmla="*/ 1922724 w 7467600"/>
              <a:gd name="connsiteY427" fmla="*/ 6765577 h 6858000"/>
              <a:gd name="connsiteX428" fmla="*/ 1904650 w 7467600"/>
              <a:gd name="connsiteY428" fmla="*/ 6639616 h 6858000"/>
              <a:gd name="connsiteX429" fmla="*/ 1885273 w 7467600"/>
              <a:gd name="connsiteY429" fmla="*/ 6858000 h 6858000"/>
              <a:gd name="connsiteX430" fmla="*/ 1854363 w 7467600"/>
              <a:gd name="connsiteY430" fmla="*/ 6858000 h 6858000"/>
              <a:gd name="connsiteX431" fmla="*/ 1880391 w 7467600"/>
              <a:gd name="connsiteY431" fmla="*/ 6603796 h 6858000"/>
              <a:gd name="connsiteX432" fmla="*/ 1818273 w 7467600"/>
              <a:gd name="connsiteY432" fmla="*/ 6715729 h 6858000"/>
              <a:gd name="connsiteX433" fmla="*/ 1794691 w 7467600"/>
              <a:gd name="connsiteY433" fmla="*/ 6843239 h 6858000"/>
              <a:gd name="connsiteX434" fmla="*/ 1794914 w 7467600"/>
              <a:gd name="connsiteY434" fmla="*/ 6858000 h 6858000"/>
              <a:gd name="connsiteX435" fmla="*/ 1746128 w 7467600"/>
              <a:gd name="connsiteY435" fmla="*/ 6858000 h 6858000"/>
              <a:gd name="connsiteX436" fmla="*/ 1753934 w 7467600"/>
              <a:gd name="connsiteY436" fmla="*/ 6724796 h 6858000"/>
              <a:gd name="connsiteX437" fmla="*/ 1792053 w 7467600"/>
              <a:gd name="connsiteY437" fmla="*/ 6572396 h 6858000"/>
              <a:gd name="connsiteX438" fmla="*/ 1862248 w 7467600"/>
              <a:gd name="connsiteY438" fmla="*/ 6266397 h 6858000"/>
              <a:gd name="connsiteX439" fmla="*/ 1862250 w 7467600"/>
              <a:gd name="connsiteY439" fmla="*/ 6033531 h 6858000"/>
              <a:gd name="connsiteX440" fmla="*/ 1211999 w 7467600"/>
              <a:gd name="connsiteY440" fmla="*/ 6683610 h 6858000"/>
              <a:gd name="connsiteX441" fmla="*/ 1213266 w 7467600"/>
              <a:gd name="connsiteY441" fmla="*/ 6691947 h 6858000"/>
              <a:gd name="connsiteX442" fmla="*/ 1203370 w 7467600"/>
              <a:gd name="connsiteY442" fmla="*/ 6850676 h 6858000"/>
              <a:gd name="connsiteX443" fmla="*/ 1203671 w 7467600"/>
              <a:gd name="connsiteY443" fmla="*/ 6858000 h 6858000"/>
              <a:gd name="connsiteX444" fmla="*/ 1143180 w 7467600"/>
              <a:gd name="connsiteY444" fmla="*/ 6858000 h 6858000"/>
              <a:gd name="connsiteX445" fmla="*/ 1142176 w 7467600"/>
              <a:gd name="connsiteY445" fmla="*/ 6766045 h 6858000"/>
              <a:gd name="connsiteX446" fmla="*/ 1067484 w 7467600"/>
              <a:gd name="connsiteY446" fmla="*/ 6858000 h 6858000"/>
              <a:gd name="connsiteX447" fmla="*/ 953928 w 7467600"/>
              <a:gd name="connsiteY447" fmla="*/ 6858000 h 6858000"/>
              <a:gd name="connsiteX448" fmla="*/ 959715 w 7467600"/>
              <a:gd name="connsiteY448" fmla="*/ 6850185 h 6858000"/>
              <a:gd name="connsiteX449" fmla="*/ 1483788 w 7467600"/>
              <a:gd name="connsiteY449" fmla="*/ 6259174 h 6858000"/>
              <a:gd name="connsiteX450" fmla="*/ 1100671 w 7467600"/>
              <a:gd name="connsiteY450" fmla="*/ 6252137 h 6858000"/>
              <a:gd name="connsiteX451" fmla="*/ 1090144 w 7467600"/>
              <a:gd name="connsiteY451" fmla="*/ 6256748 h 6858000"/>
              <a:gd name="connsiteX452" fmla="*/ 1095872 w 7467600"/>
              <a:gd name="connsiteY452" fmla="*/ 6271892 h 6858000"/>
              <a:gd name="connsiteX453" fmla="*/ 262785 w 7467600"/>
              <a:gd name="connsiteY453" fmla="*/ 6845450 h 6858000"/>
              <a:gd name="connsiteX454" fmla="*/ 209968 w 7467600"/>
              <a:gd name="connsiteY454" fmla="*/ 6770713 h 6858000"/>
              <a:gd name="connsiteX455" fmla="*/ 873460 w 7467600"/>
              <a:gd name="connsiteY455" fmla="*/ 6253768 h 6858000"/>
              <a:gd name="connsiteX456" fmla="*/ 192686 w 7467600"/>
              <a:gd name="connsiteY456" fmla="*/ 5849257 h 6858000"/>
              <a:gd name="connsiteX457" fmla="*/ 4696 w 7467600"/>
              <a:gd name="connsiteY457" fmla="*/ 5697668 h 6858000"/>
              <a:gd name="connsiteX458" fmla="*/ 0 w 7467600"/>
              <a:gd name="connsiteY458" fmla="*/ 5689984 h 6858000"/>
              <a:gd name="connsiteX459" fmla="*/ 0 w 7467600"/>
              <a:gd name="connsiteY459" fmla="*/ 5513472 h 6858000"/>
              <a:gd name="connsiteX460" fmla="*/ 174101 w 7467600"/>
              <a:gd name="connsiteY460" fmla="*/ 5620277 h 6858000"/>
              <a:gd name="connsiteX461" fmla="*/ 891800 w 7467600"/>
              <a:gd name="connsiteY461" fmla="*/ 6036935 h 6858000"/>
              <a:gd name="connsiteX462" fmla="*/ 1072219 w 7467600"/>
              <a:gd name="connsiteY462" fmla="*/ 6169443 h 6858000"/>
              <a:gd name="connsiteX463" fmla="*/ 1074117 w 7467600"/>
              <a:gd name="connsiteY463" fmla="*/ 6170301 h 6858000"/>
              <a:gd name="connsiteX464" fmla="*/ 1083114 w 7467600"/>
              <a:gd name="connsiteY464" fmla="*/ 6174131 h 6858000"/>
              <a:gd name="connsiteX465" fmla="*/ 1543010 w 7467600"/>
              <a:gd name="connsiteY465" fmla="*/ 6191140 h 6858000"/>
              <a:gd name="connsiteX466" fmla="*/ 1551080 w 7467600"/>
              <a:gd name="connsiteY466" fmla="*/ 6195006 h 6858000"/>
              <a:gd name="connsiteX467" fmla="*/ 2345443 w 7467600"/>
              <a:gd name="connsiteY467" fmla="*/ 5549882 h 6858000"/>
              <a:gd name="connsiteX468" fmla="*/ 1721499 w 7467600"/>
              <a:gd name="connsiteY468" fmla="*/ 5599969 h 6858000"/>
              <a:gd name="connsiteX469" fmla="*/ 767716 w 7467600"/>
              <a:gd name="connsiteY469" fmla="*/ 5472768 h 6858000"/>
              <a:gd name="connsiteX470" fmla="*/ 722147 w 7467600"/>
              <a:gd name="connsiteY470" fmla="*/ 5393091 h 6858000"/>
              <a:gd name="connsiteX471" fmla="*/ 1485552 w 7467600"/>
              <a:gd name="connsiteY471" fmla="*/ 5313202 h 6858000"/>
              <a:gd name="connsiteX472" fmla="*/ 2143004 w 7467600"/>
              <a:gd name="connsiteY472" fmla="*/ 5402420 h 6858000"/>
              <a:gd name="connsiteX473" fmla="*/ 1933391 w 7467600"/>
              <a:gd name="connsiteY473" fmla="*/ 5156971 h 6858000"/>
              <a:gd name="connsiteX474" fmla="*/ 1827118 w 7467600"/>
              <a:gd name="connsiteY474" fmla="*/ 4968410 h 6858000"/>
              <a:gd name="connsiteX475" fmla="*/ 1837349 w 7467600"/>
              <a:gd name="connsiteY475" fmla="*/ 4956357 h 6858000"/>
              <a:gd name="connsiteX476" fmla="*/ 2162835 w 7467600"/>
              <a:gd name="connsiteY476" fmla="*/ 5187853 h 6858000"/>
              <a:gd name="connsiteX477" fmla="*/ 2257167 w 7467600"/>
              <a:gd name="connsiteY477" fmla="*/ 5462123 h 6858000"/>
              <a:gd name="connsiteX478" fmla="*/ 2261598 w 7467600"/>
              <a:gd name="connsiteY478" fmla="*/ 5467998 h 6858000"/>
              <a:gd name="connsiteX479" fmla="*/ 2437177 w 7467600"/>
              <a:gd name="connsiteY479" fmla="*/ 5479608 h 6858000"/>
              <a:gd name="connsiteX480" fmla="*/ 2445247 w 7467600"/>
              <a:gd name="connsiteY480" fmla="*/ 5483476 h 6858000"/>
              <a:gd name="connsiteX481" fmla="*/ 2743626 w 7467600"/>
              <a:gd name="connsiteY481" fmla="*/ 5304819 h 6858000"/>
              <a:gd name="connsiteX482" fmla="*/ 3048102 w 7467600"/>
              <a:gd name="connsiteY482" fmla="*/ 5150595 h 6858000"/>
              <a:gd name="connsiteX483" fmla="*/ 1799414 w 7467600"/>
              <a:gd name="connsiteY483" fmla="*/ 4694732 h 6858000"/>
              <a:gd name="connsiteX484" fmla="*/ 1771735 w 7467600"/>
              <a:gd name="connsiteY484" fmla="*/ 4619929 h 6858000"/>
              <a:gd name="connsiteX485" fmla="*/ 3104273 w 7467600"/>
              <a:gd name="connsiteY485" fmla="*/ 5076159 h 6858000"/>
              <a:gd name="connsiteX486" fmla="*/ 3113245 w 7467600"/>
              <a:gd name="connsiteY486" fmla="*/ 5090705 h 6858000"/>
              <a:gd name="connsiteX487" fmla="*/ 3126294 w 7467600"/>
              <a:gd name="connsiteY487" fmla="*/ 5114400 h 6858000"/>
              <a:gd name="connsiteX488" fmla="*/ 3937433 w 7467600"/>
              <a:gd name="connsiteY488" fmla="*/ 4830473 h 6858000"/>
              <a:gd name="connsiteX489" fmla="*/ 3590475 w 7467600"/>
              <a:gd name="connsiteY489" fmla="*/ 4597974 h 6858000"/>
              <a:gd name="connsiteX490" fmla="*/ 3100264 w 7467600"/>
              <a:gd name="connsiteY490" fmla="*/ 4579845 h 6858000"/>
              <a:gd name="connsiteX491" fmla="*/ 2183576 w 7467600"/>
              <a:gd name="connsiteY491" fmla="*/ 4227150 h 6858000"/>
              <a:gd name="connsiteX492" fmla="*/ 2151029 w 7467600"/>
              <a:gd name="connsiteY492" fmla="*/ 4146947 h 6858000"/>
              <a:gd name="connsiteX493" fmla="*/ 3563434 w 7467600"/>
              <a:gd name="connsiteY493" fmla="*/ 4469115 h 6858000"/>
              <a:gd name="connsiteX494" fmla="*/ 3177952 w 7467600"/>
              <a:gd name="connsiteY494" fmla="*/ 3657386 h 6858000"/>
              <a:gd name="connsiteX495" fmla="*/ 3189263 w 7467600"/>
              <a:gd name="connsiteY495" fmla="*/ 3625726 h 6858000"/>
              <a:gd name="connsiteX496" fmla="*/ 3560912 w 7467600"/>
              <a:gd name="connsiteY496" fmla="*/ 4079863 h 6858000"/>
              <a:gd name="connsiteX497" fmla="*/ 3626636 w 7467600"/>
              <a:gd name="connsiteY497" fmla="*/ 4512230 h 6858000"/>
              <a:gd name="connsiteX498" fmla="*/ 3653088 w 7467600"/>
              <a:gd name="connsiteY498" fmla="*/ 4521417 h 6858000"/>
              <a:gd name="connsiteX499" fmla="*/ 3988128 w 7467600"/>
              <a:gd name="connsiteY499" fmla="*/ 4817267 h 6858000"/>
              <a:gd name="connsiteX500" fmla="*/ 4830582 w 7467600"/>
              <a:gd name="connsiteY500" fmla="*/ 4676000 h 6858000"/>
              <a:gd name="connsiteX501" fmla="*/ 4830100 w 7467600"/>
              <a:gd name="connsiteY501" fmla="*/ 4675554 h 6858000"/>
              <a:gd name="connsiteX502" fmla="*/ 4036318 w 7467600"/>
              <a:gd name="connsiteY502" fmla="*/ 4147013 h 6858000"/>
              <a:gd name="connsiteX503" fmla="*/ 3432098 w 7467600"/>
              <a:gd name="connsiteY503" fmla="*/ 3537312 h 6858000"/>
              <a:gd name="connsiteX504" fmla="*/ 3446761 w 7467600"/>
              <a:gd name="connsiteY504" fmla="*/ 3461278 h 6858000"/>
              <a:gd name="connsiteX505" fmla="*/ 4419733 w 7467600"/>
              <a:gd name="connsiteY505" fmla="*/ 3963555 h 6858000"/>
              <a:gd name="connsiteX506" fmla="*/ 4781371 w 7467600"/>
              <a:gd name="connsiteY506" fmla="*/ 4458604 h 6858000"/>
              <a:gd name="connsiteX507" fmla="*/ 4780440 w 7467600"/>
              <a:gd name="connsiteY507" fmla="*/ 4470290 h 6858000"/>
              <a:gd name="connsiteX508" fmla="*/ 4898954 w 7467600"/>
              <a:gd name="connsiteY508" fmla="*/ 4662092 h 6858000"/>
              <a:gd name="connsiteX509" fmla="*/ 4900699 w 7467600"/>
              <a:gd name="connsiteY509" fmla="*/ 4670867 h 6858000"/>
              <a:gd name="connsiteX510" fmla="*/ 5714511 w 7467600"/>
              <a:gd name="connsiteY510" fmla="*/ 4663483 h 6858000"/>
              <a:gd name="connsiteX511" fmla="*/ 5464793 w 7467600"/>
              <a:gd name="connsiteY511" fmla="*/ 4393556 h 6858000"/>
              <a:gd name="connsiteX512" fmla="*/ 5461897 w 7467600"/>
              <a:gd name="connsiteY512" fmla="*/ 4390879 h 6858000"/>
              <a:gd name="connsiteX513" fmla="*/ 4294126 w 7467600"/>
              <a:gd name="connsiteY513" fmla="*/ 3303048 h 6858000"/>
              <a:gd name="connsiteX514" fmla="*/ 4305321 w 7467600"/>
              <a:gd name="connsiteY514" fmla="*/ 3256953 h 6858000"/>
              <a:gd name="connsiteX515" fmla="*/ 4949299 w 7467600"/>
              <a:gd name="connsiteY515" fmla="*/ 3766336 h 6858000"/>
              <a:gd name="connsiteX516" fmla="*/ 5291452 w 7467600"/>
              <a:gd name="connsiteY516" fmla="*/ 4076801 h 6858000"/>
              <a:gd name="connsiteX517" fmla="*/ 5434998 w 7467600"/>
              <a:gd name="connsiteY517" fmla="*/ 4254100 h 6858000"/>
              <a:gd name="connsiteX518" fmla="*/ 5351015 w 7467600"/>
              <a:gd name="connsiteY518" fmla="*/ 3760989 h 6858000"/>
              <a:gd name="connsiteX519" fmla="*/ 5413780 w 7467600"/>
              <a:gd name="connsiteY519" fmla="*/ 2966265 h 6858000"/>
              <a:gd name="connsiteX520" fmla="*/ 5425627 w 7467600"/>
              <a:gd name="connsiteY520" fmla="*/ 2954192 h 6858000"/>
              <a:gd name="connsiteX521" fmla="*/ 6604735 w 7467600"/>
              <a:gd name="connsiteY521" fmla="*/ 2041381 h 6858000"/>
              <a:gd name="connsiteX522" fmla="*/ 7204487 w 7467600"/>
              <a:gd name="connsiteY522" fmla="*/ 2742112 h 6858000"/>
              <a:gd name="connsiteX523" fmla="*/ 7131592 w 7467600"/>
              <a:gd name="connsiteY523" fmla="*/ 2672096 h 6858000"/>
              <a:gd name="connsiteX524" fmla="*/ 6996344 w 7467600"/>
              <a:gd name="connsiteY524" fmla="*/ 2518310 h 6858000"/>
              <a:gd name="connsiteX525" fmla="*/ 6735495 w 7467600"/>
              <a:gd name="connsiteY525" fmla="*/ 2196890 h 6858000"/>
              <a:gd name="connsiteX526" fmla="*/ 6721901 w 7467600"/>
              <a:gd name="connsiteY526" fmla="*/ 2179274 h 6858000"/>
              <a:gd name="connsiteX527" fmla="*/ 6604735 w 7467600"/>
              <a:gd name="connsiteY527" fmla="*/ 2041381 h 6858000"/>
              <a:gd name="connsiteX528" fmla="*/ 6591670 w 7467600"/>
              <a:gd name="connsiteY528" fmla="*/ 1988277 h 6858000"/>
              <a:gd name="connsiteX529" fmla="*/ 6747349 w 7467600"/>
              <a:gd name="connsiteY529" fmla="*/ 2160069 h 6858000"/>
              <a:gd name="connsiteX530" fmla="*/ 6760943 w 7467600"/>
              <a:gd name="connsiteY530" fmla="*/ 2177686 h 6858000"/>
              <a:gd name="connsiteX531" fmla="*/ 7021065 w 7467600"/>
              <a:gd name="connsiteY531" fmla="*/ 2498102 h 6858000"/>
              <a:gd name="connsiteX532" fmla="*/ 7155223 w 7467600"/>
              <a:gd name="connsiteY532" fmla="*/ 2650386 h 6858000"/>
              <a:gd name="connsiteX533" fmla="*/ 7203167 w 7467600"/>
              <a:gd name="connsiteY533" fmla="*/ 2697288 h 6858000"/>
              <a:gd name="connsiteX534" fmla="*/ 6937703 w 7467600"/>
              <a:gd name="connsiteY534" fmla="*/ 2321981 h 6858000"/>
              <a:gd name="connsiteX535" fmla="*/ 6591670 w 7467600"/>
              <a:gd name="connsiteY535" fmla="*/ 1988277 h 6858000"/>
              <a:gd name="connsiteX536" fmla="*/ 5798671 w 7467600"/>
              <a:gd name="connsiteY536" fmla="*/ 1981601 h 6858000"/>
              <a:gd name="connsiteX537" fmla="*/ 5754709 w 7467600"/>
              <a:gd name="connsiteY537" fmla="*/ 2071454 h 6858000"/>
              <a:gd name="connsiteX538" fmla="*/ 5763044 w 7467600"/>
              <a:gd name="connsiteY538" fmla="*/ 2842206 h 6858000"/>
              <a:gd name="connsiteX539" fmla="*/ 5764974 w 7467600"/>
              <a:gd name="connsiteY539" fmla="*/ 2799609 h 6858000"/>
              <a:gd name="connsiteX540" fmla="*/ 5767665 w 7467600"/>
              <a:gd name="connsiteY540" fmla="*/ 2666409 h 6858000"/>
              <a:gd name="connsiteX541" fmla="*/ 5763055 w 7467600"/>
              <a:gd name="connsiteY541" fmla="*/ 2579705 h 6858000"/>
              <a:gd name="connsiteX542" fmla="*/ 5758079 w 7467600"/>
              <a:gd name="connsiteY542" fmla="*/ 2492508 h 6858000"/>
              <a:gd name="connsiteX543" fmla="*/ 5779325 w 7467600"/>
              <a:gd name="connsiteY543" fmla="*/ 2197069 h 6858000"/>
              <a:gd name="connsiteX544" fmla="*/ 5798671 w 7467600"/>
              <a:gd name="connsiteY544" fmla="*/ 1981601 h 6858000"/>
              <a:gd name="connsiteX545" fmla="*/ 5829202 w 7467600"/>
              <a:gd name="connsiteY545" fmla="*/ 1971679 h 6858000"/>
              <a:gd name="connsiteX546" fmla="*/ 5809558 w 7467600"/>
              <a:gd name="connsiteY546" fmla="*/ 2198043 h 6858000"/>
              <a:gd name="connsiteX547" fmla="*/ 5788653 w 7467600"/>
              <a:gd name="connsiteY547" fmla="*/ 2489430 h 6858000"/>
              <a:gd name="connsiteX548" fmla="*/ 5793439 w 7467600"/>
              <a:gd name="connsiteY548" fmla="*/ 2575235 h 6858000"/>
              <a:gd name="connsiteX549" fmla="*/ 5796837 w 7467600"/>
              <a:gd name="connsiteY549" fmla="*/ 2637633 h 6858000"/>
              <a:gd name="connsiteX550" fmla="*/ 5818614 w 7467600"/>
              <a:gd name="connsiteY550" fmla="*/ 2473055 h 6858000"/>
              <a:gd name="connsiteX551" fmla="*/ 5829202 w 7467600"/>
              <a:gd name="connsiteY551" fmla="*/ 1971679 h 6858000"/>
              <a:gd name="connsiteX552" fmla="*/ 5911389 w 7467600"/>
              <a:gd name="connsiteY552" fmla="*/ 1898371 h 6858000"/>
              <a:gd name="connsiteX553" fmla="*/ 6237627 w 7467600"/>
              <a:gd name="connsiteY553" fmla="*/ 2231921 h 6858000"/>
              <a:gd name="connsiteX554" fmla="*/ 5911389 w 7467600"/>
              <a:gd name="connsiteY554" fmla="*/ 1898371 h 6858000"/>
              <a:gd name="connsiteX555" fmla="*/ 6944437 w 7467600"/>
              <a:gd name="connsiteY555" fmla="*/ 1575402 h 6858000"/>
              <a:gd name="connsiteX556" fmla="*/ 6304730 w 7467600"/>
              <a:gd name="connsiteY556" fmla="*/ 1766654 h 6858000"/>
              <a:gd name="connsiteX557" fmla="*/ 6944437 w 7467600"/>
              <a:gd name="connsiteY557" fmla="*/ 1575402 h 6858000"/>
              <a:gd name="connsiteX558" fmla="*/ 7019523 w 7467600"/>
              <a:gd name="connsiteY558" fmla="*/ 1519450 h 6858000"/>
              <a:gd name="connsiteX559" fmla="*/ 6298091 w 7467600"/>
              <a:gd name="connsiteY559" fmla="*/ 1737122 h 6858000"/>
              <a:gd name="connsiteX560" fmla="*/ 7019523 w 7467600"/>
              <a:gd name="connsiteY560" fmla="*/ 1519450 h 6858000"/>
              <a:gd name="connsiteX561" fmla="*/ 2399523 w 7467600"/>
              <a:gd name="connsiteY561" fmla="*/ 1428234 h 6858000"/>
              <a:gd name="connsiteX562" fmla="*/ 2224982 w 7467600"/>
              <a:gd name="connsiteY562" fmla="*/ 1826201 h 6858000"/>
              <a:gd name="connsiteX563" fmla="*/ 2096099 w 7467600"/>
              <a:gd name="connsiteY563" fmla="*/ 2345900 h 6858000"/>
              <a:gd name="connsiteX564" fmla="*/ 2283317 w 7467600"/>
              <a:gd name="connsiteY564" fmla="*/ 1796925 h 6858000"/>
              <a:gd name="connsiteX565" fmla="*/ 2399523 w 7467600"/>
              <a:gd name="connsiteY565" fmla="*/ 1428234 h 6858000"/>
              <a:gd name="connsiteX566" fmla="*/ 2448558 w 7467600"/>
              <a:gd name="connsiteY566" fmla="*/ 1373435 h 6858000"/>
              <a:gd name="connsiteX567" fmla="*/ 2312521 w 7467600"/>
              <a:gd name="connsiteY567" fmla="*/ 1806140 h 6858000"/>
              <a:gd name="connsiteX568" fmla="*/ 2127533 w 7467600"/>
              <a:gd name="connsiteY568" fmla="*/ 2348380 h 6858000"/>
              <a:gd name="connsiteX569" fmla="*/ 2358080 w 7467600"/>
              <a:gd name="connsiteY569" fmla="*/ 1866134 h 6858000"/>
              <a:gd name="connsiteX570" fmla="*/ 2407436 w 7467600"/>
              <a:gd name="connsiteY570" fmla="*/ 1651070 h 6858000"/>
              <a:gd name="connsiteX571" fmla="*/ 2448558 w 7467600"/>
              <a:gd name="connsiteY571" fmla="*/ 1373435 h 6858000"/>
              <a:gd name="connsiteX572" fmla="*/ 278707 w 7467600"/>
              <a:gd name="connsiteY572" fmla="*/ 1352270 h 6858000"/>
              <a:gd name="connsiteX573" fmla="*/ 321570 w 7467600"/>
              <a:gd name="connsiteY573" fmla="*/ 1861610 h 6858000"/>
              <a:gd name="connsiteX574" fmla="*/ 294281 w 7467600"/>
              <a:gd name="connsiteY574" fmla="*/ 1440658 h 6858000"/>
              <a:gd name="connsiteX575" fmla="*/ 278707 w 7467600"/>
              <a:gd name="connsiteY575" fmla="*/ 1352270 h 6858000"/>
              <a:gd name="connsiteX576" fmla="*/ 1423821 w 7467600"/>
              <a:gd name="connsiteY576" fmla="*/ 1351958 h 6858000"/>
              <a:gd name="connsiteX577" fmla="*/ 1638521 w 7467600"/>
              <a:gd name="connsiteY577" fmla="*/ 1908470 h 6858000"/>
              <a:gd name="connsiteX578" fmla="*/ 1754199 w 7467600"/>
              <a:gd name="connsiteY578" fmla="*/ 2149284 h 6858000"/>
              <a:gd name="connsiteX579" fmla="*/ 1908359 w 7467600"/>
              <a:gd name="connsiteY579" fmla="*/ 2364988 h 6858000"/>
              <a:gd name="connsiteX580" fmla="*/ 1647661 w 7467600"/>
              <a:gd name="connsiteY580" fmla="*/ 1825945 h 6858000"/>
              <a:gd name="connsiteX581" fmla="*/ 1423821 w 7467600"/>
              <a:gd name="connsiteY581" fmla="*/ 1351958 h 6858000"/>
              <a:gd name="connsiteX582" fmla="*/ 1431890 w 7467600"/>
              <a:gd name="connsiteY582" fmla="*/ 1306475 h 6858000"/>
              <a:gd name="connsiteX583" fmla="*/ 1507597 w 7467600"/>
              <a:gd name="connsiteY583" fmla="*/ 1446132 h 6858000"/>
              <a:gd name="connsiteX584" fmla="*/ 1674586 w 7467600"/>
              <a:gd name="connsiteY584" fmla="*/ 1813832 h 6858000"/>
              <a:gd name="connsiteX585" fmla="*/ 1815950 w 7467600"/>
              <a:gd name="connsiteY585" fmla="*/ 2128564 h 6858000"/>
              <a:gd name="connsiteX586" fmla="*/ 1984242 w 7467600"/>
              <a:gd name="connsiteY586" fmla="*/ 2430829 h 6858000"/>
              <a:gd name="connsiteX587" fmla="*/ 2014023 w 7467600"/>
              <a:gd name="connsiteY587" fmla="*/ 2450995 h 6858000"/>
              <a:gd name="connsiteX588" fmla="*/ 1747337 w 7467600"/>
              <a:gd name="connsiteY588" fmla="*/ 1855264 h 6858000"/>
              <a:gd name="connsiteX589" fmla="*/ 1533749 w 7467600"/>
              <a:gd name="connsiteY589" fmla="*/ 1478656 h 6858000"/>
              <a:gd name="connsiteX590" fmla="*/ 1431890 w 7467600"/>
              <a:gd name="connsiteY590" fmla="*/ 1306475 h 6858000"/>
              <a:gd name="connsiteX591" fmla="*/ 5052692 w 7467600"/>
              <a:gd name="connsiteY591" fmla="*/ 1292994 h 6858000"/>
              <a:gd name="connsiteX592" fmla="*/ 5200661 w 7467600"/>
              <a:gd name="connsiteY592" fmla="*/ 1635186 h 6858000"/>
              <a:gd name="connsiteX593" fmla="*/ 5297138 w 7467600"/>
              <a:gd name="connsiteY593" fmla="*/ 1906351 h 6858000"/>
              <a:gd name="connsiteX594" fmla="*/ 5052692 w 7467600"/>
              <a:gd name="connsiteY594" fmla="*/ 1292994 h 6858000"/>
              <a:gd name="connsiteX595" fmla="*/ 5009948 w 7467600"/>
              <a:gd name="connsiteY595" fmla="*/ 1273619 h 6858000"/>
              <a:gd name="connsiteX596" fmla="*/ 5121777 w 7467600"/>
              <a:gd name="connsiteY596" fmla="*/ 1654213 h 6858000"/>
              <a:gd name="connsiteX597" fmla="*/ 5293545 w 7467600"/>
              <a:gd name="connsiteY597" fmla="*/ 2072247 h 6858000"/>
              <a:gd name="connsiteX598" fmla="*/ 5294042 w 7467600"/>
              <a:gd name="connsiteY598" fmla="*/ 2065019 h 6858000"/>
              <a:gd name="connsiteX599" fmla="*/ 5171936 w 7467600"/>
              <a:gd name="connsiteY599" fmla="*/ 1647613 h 6858000"/>
              <a:gd name="connsiteX600" fmla="*/ 5009948 w 7467600"/>
              <a:gd name="connsiteY600" fmla="*/ 1273619 h 6858000"/>
              <a:gd name="connsiteX601" fmla="*/ 655236 w 7467600"/>
              <a:gd name="connsiteY601" fmla="*/ 1268632 h 6858000"/>
              <a:gd name="connsiteX602" fmla="*/ 839521 w 7467600"/>
              <a:gd name="connsiteY602" fmla="*/ 1685315 h 6858000"/>
              <a:gd name="connsiteX603" fmla="*/ 1109416 w 7467600"/>
              <a:gd name="connsiteY603" fmla="*/ 2061663 h 6858000"/>
              <a:gd name="connsiteX604" fmla="*/ 1298300 w 7467600"/>
              <a:gd name="connsiteY604" fmla="*/ 2247742 h 6858000"/>
              <a:gd name="connsiteX605" fmla="*/ 1125871 w 7467600"/>
              <a:gd name="connsiteY605" fmla="*/ 1989513 h 6858000"/>
              <a:gd name="connsiteX606" fmla="*/ 981574 w 7467600"/>
              <a:gd name="connsiteY606" fmla="*/ 1783157 h 6858000"/>
              <a:gd name="connsiteX607" fmla="*/ 922198 w 7467600"/>
              <a:gd name="connsiteY607" fmla="*/ 1677437 h 6858000"/>
              <a:gd name="connsiteX608" fmla="*/ 869293 w 7467600"/>
              <a:gd name="connsiteY608" fmla="*/ 1583214 h 6858000"/>
              <a:gd name="connsiteX609" fmla="*/ 751431 w 7467600"/>
              <a:gd name="connsiteY609" fmla="*/ 1405731 h 6858000"/>
              <a:gd name="connsiteX610" fmla="*/ 655236 w 7467600"/>
              <a:gd name="connsiteY610" fmla="*/ 1268632 h 6858000"/>
              <a:gd name="connsiteX611" fmla="*/ 6516292 w 7467600"/>
              <a:gd name="connsiteY611" fmla="*/ 1263064 h 6858000"/>
              <a:gd name="connsiteX612" fmla="*/ 5736320 w 7467600"/>
              <a:gd name="connsiteY612" fmla="*/ 1501803 h 6858000"/>
              <a:gd name="connsiteX613" fmla="*/ 6516292 w 7467600"/>
              <a:gd name="connsiteY613" fmla="*/ 1263064 h 6858000"/>
              <a:gd name="connsiteX614" fmla="*/ 291466 w 7467600"/>
              <a:gd name="connsiteY614" fmla="*/ 1250369 h 6858000"/>
              <a:gd name="connsiteX615" fmla="*/ 323180 w 7467600"/>
              <a:gd name="connsiteY615" fmla="*/ 1435283 h 6858000"/>
              <a:gd name="connsiteX616" fmla="*/ 349381 w 7467600"/>
              <a:gd name="connsiteY616" fmla="*/ 1875041 h 6858000"/>
              <a:gd name="connsiteX617" fmla="*/ 374363 w 7467600"/>
              <a:gd name="connsiteY617" fmla="*/ 1506494 h 6858000"/>
              <a:gd name="connsiteX618" fmla="*/ 302168 w 7467600"/>
              <a:gd name="connsiteY618" fmla="*/ 1274495 h 6858000"/>
              <a:gd name="connsiteX619" fmla="*/ 291466 w 7467600"/>
              <a:gd name="connsiteY619" fmla="*/ 1250369 h 6858000"/>
              <a:gd name="connsiteX620" fmla="*/ 678222 w 7467600"/>
              <a:gd name="connsiteY620" fmla="*/ 1248670 h 6858000"/>
              <a:gd name="connsiteX621" fmla="*/ 775536 w 7467600"/>
              <a:gd name="connsiteY621" fmla="*/ 1388015 h 6858000"/>
              <a:gd name="connsiteX622" fmla="*/ 894529 w 7467600"/>
              <a:gd name="connsiteY622" fmla="*/ 1567739 h 6858000"/>
              <a:gd name="connsiteX623" fmla="*/ 948000 w 7467600"/>
              <a:gd name="connsiteY623" fmla="*/ 1663088 h 6858000"/>
              <a:gd name="connsiteX624" fmla="*/ 1006812 w 7467600"/>
              <a:gd name="connsiteY624" fmla="*/ 1767683 h 6858000"/>
              <a:gd name="connsiteX625" fmla="*/ 1149133 w 7467600"/>
              <a:gd name="connsiteY625" fmla="*/ 1971513 h 6858000"/>
              <a:gd name="connsiteX626" fmla="*/ 1333952 w 7467600"/>
              <a:gd name="connsiteY626" fmla="*/ 2251620 h 6858000"/>
              <a:gd name="connsiteX627" fmla="*/ 1337329 w 7467600"/>
              <a:gd name="connsiteY627" fmla="*/ 2258350 h 6858000"/>
              <a:gd name="connsiteX628" fmla="*/ 1014726 w 7467600"/>
              <a:gd name="connsiteY628" fmla="*/ 1615556 h 6858000"/>
              <a:gd name="connsiteX629" fmla="*/ 678222 w 7467600"/>
              <a:gd name="connsiteY629" fmla="*/ 1248670 h 6858000"/>
              <a:gd name="connsiteX630" fmla="*/ 6691602 w 7467600"/>
              <a:gd name="connsiteY630" fmla="*/ 1140573 h 6858000"/>
              <a:gd name="connsiteX631" fmla="*/ 6571100 w 7467600"/>
              <a:gd name="connsiteY631" fmla="*/ 1183662 h 6858000"/>
              <a:gd name="connsiteX632" fmla="*/ 6241687 w 7467600"/>
              <a:gd name="connsiteY632" fmla="*/ 1257600 h 6858000"/>
              <a:gd name="connsiteX633" fmla="*/ 5693009 w 7467600"/>
              <a:gd name="connsiteY633" fmla="*/ 1478256 h 6858000"/>
              <a:gd name="connsiteX634" fmla="*/ 6548420 w 7467600"/>
              <a:gd name="connsiteY634" fmla="*/ 1214599 h 6858000"/>
              <a:gd name="connsiteX635" fmla="*/ 6605473 w 7467600"/>
              <a:gd name="connsiteY635" fmla="*/ 1184686 h 6858000"/>
              <a:gd name="connsiteX636" fmla="*/ 6691602 w 7467600"/>
              <a:gd name="connsiteY636" fmla="*/ 1140573 h 6858000"/>
              <a:gd name="connsiteX637" fmla="*/ 4002475 w 7467600"/>
              <a:gd name="connsiteY637" fmla="*/ 1037802 h 6858000"/>
              <a:gd name="connsiteX638" fmla="*/ 4000324 w 7467600"/>
              <a:gd name="connsiteY638" fmla="*/ 1039362 h 6858000"/>
              <a:gd name="connsiteX639" fmla="*/ 4002862 w 7467600"/>
              <a:gd name="connsiteY639" fmla="*/ 1042866 h 6858000"/>
              <a:gd name="connsiteX640" fmla="*/ 4002475 w 7467600"/>
              <a:gd name="connsiteY640" fmla="*/ 1037802 h 6858000"/>
              <a:gd name="connsiteX641" fmla="*/ 506322 w 7467600"/>
              <a:gd name="connsiteY641" fmla="*/ 1020997 h 6858000"/>
              <a:gd name="connsiteX642" fmla="*/ 533068 w 7467600"/>
              <a:gd name="connsiteY642" fmla="*/ 1029409 h 6858000"/>
              <a:gd name="connsiteX643" fmla="*/ 1232525 w 7467600"/>
              <a:gd name="connsiteY643" fmla="*/ 1804675 h 6858000"/>
              <a:gd name="connsiteX644" fmla="*/ 1388858 w 7467600"/>
              <a:gd name="connsiteY644" fmla="*/ 2368011 h 6858000"/>
              <a:gd name="connsiteX645" fmla="*/ 1384098 w 7467600"/>
              <a:gd name="connsiteY645" fmla="*/ 2378125 h 6858000"/>
              <a:gd name="connsiteX646" fmla="*/ 1425393 w 7467600"/>
              <a:gd name="connsiteY646" fmla="*/ 2589124 h 6858000"/>
              <a:gd name="connsiteX647" fmla="*/ 1424001 w 7467600"/>
              <a:gd name="connsiteY647" fmla="*/ 2597541 h 6858000"/>
              <a:gd name="connsiteX648" fmla="*/ 2152729 w 7467600"/>
              <a:gd name="connsiteY648" fmla="*/ 2864487 h 6858000"/>
              <a:gd name="connsiteX649" fmla="*/ 2020609 w 7467600"/>
              <a:gd name="connsiteY649" fmla="*/ 2539671 h 6858000"/>
              <a:gd name="connsiteX650" fmla="*/ 2018920 w 7467600"/>
              <a:gd name="connsiteY650" fmla="*/ 2536309 h 6858000"/>
              <a:gd name="connsiteX651" fmla="*/ 1342441 w 7467600"/>
              <a:gd name="connsiteY651" fmla="*/ 1173017 h 6858000"/>
              <a:gd name="connsiteX652" fmla="*/ 1367925 w 7467600"/>
              <a:gd name="connsiteY652" fmla="*/ 1135648 h 6858000"/>
              <a:gd name="connsiteX653" fmla="*/ 1771401 w 7467600"/>
              <a:gd name="connsiteY653" fmla="*/ 1806673 h 6858000"/>
              <a:gd name="connsiteX654" fmla="*/ 1972385 w 7467600"/>
              <a:gd name="connsiteY654" fmla="*/ 2198735 h 6858000"/>
              <a:gd name="connsiteX655" fmla="*/ 2040892 w 7467600"/>
              <a:gd name="connsiteY655" fmla="*/ 2405205 h 6858000"/>
              <a:gd name="connsiteX656" fmla="*/ 2131689 w 7467600"/>
              <a:gd name="connsiteY656" fmla="*/ 1936926 h 6858000"/>
              <a:gd name="connsiteX657" fmla="*/ 2454820 w 7467600"/>
              <a:gd name="connsiteY657" fmla="*/ 1248808 h 6858000"/>
              <a:gd name="connsiteX658" fmla="*/ 2492512 w 7467600"/>
              <a:gd name="connsiteY658" fmla="*/ 1302920 h 6858000"/>
              <a:gd name="connsiteX659" fmla="*/ 2081216 w 7467600"/>
              <a:gd name="connsiteY659" fmla="*/ 2527513 h 6858000"/>
              <a:gd name="connsiteX660" fmla="*/ 2081211 w 7467600"/>
              <a:gd name="connsiteY660" fmla="*/ 2528916 h 6858000"/>
              <a:gd name="connsiteX661" fmla="*/ 2199067 w 7467600"/>
              <a:gd name="connsiteY661" fmla="*/ 2884061 h 6858000"/>
              <a:gd name="connsiteX662" fmla="*/ 3192586 w 7467600"/>
              <a:gd name="connsiteY662" fmla="*/ 3411496 h 6858000"/>
              <a:gd name="connsiteX663" fmla="*/ 3182620 w 7467600"/>
              <a:gd name="connsiteY663" fmla="*/ 3483279 h 6858000"/>
              <a:gd name="connsiteX664" fmla="*/ 2435119 w 7467600"/>
              <a:gd name="connsiteY664" fmla="*/ 3080173 h 6858000"/>
              <a:gd name="connsiteX665" fmla="*/ 2410152 w 7467600"/>
              <a:gd name="connsiteY665" fmla="*/ 3063751 h 6858000"/>
              <a:gd name="connsiteX666" fmla="*/ 2408099 w 7467600"/>
              <a:gd name="connsiteY666" fmla="*/ 3064403 h 6858000"/>
              <a:gd name="connsiteX667" fmla="*/ 2407218 w 7467600"/>
              <a:gd name="connsiteY667" fmla="*/ 3070324 h 6858000"/>
              <a:gd name="connsiteX668" fmla="*/ 2380138 w 7467600"/>
              <a:gd name="connsiteY668" fmla="*/ 3099341 h 6858000"/>
              <a:gd name="connsiteX669" fmla="*/ 1765923 w 7467600"/>
              <a:gd name="connsiteY669" fmla="*/ 3581043 h 6858000"/>
              <a:gd name="connsiteX670" fmla="*/ 1702258 w 7467600"/>
              <a:gd name="connsiteY670" fmla="*/ 3612286 h 6858000"/>
              <a:gd name="connsiteX671" fmla="*/ 1538370 w 7467600"/>
              <a:gd name="connsiteY671" fmla="*/ 3811804 h 6858000"/>
              <a:gd name="connsiteX672" fmla="*/ 542867 w 7467600"/>
              <a:gd name="connsiteY672" fmla="*/ 4944092 h 6858000"/>
              <a:gd name="connsiteX673" fmla="*/ 515800 w 7467600"/>
              <a:gd name="connsiteY673" fmla="*/ 4862180 h 6858000"/>
              <a:gd name="connsiteX674" fmla="*/ 909145 w 7467600"/>
              <a:gd name="connsiteY674" fmla="*/ 4199225 h 6858000"/>
              <a:gd name="connsiteX675" fmla="*/ 1214067 w 7467600"/>
              <a:gd name="connsiteY675" fmla="*/ 3908561 h 6858000"/>
              <a:gd name="connsiteX676" fmla="*/ 640967 w 7467600"/>
              <a:gd name="connsiteY676" fmla="*/ 4105601 h 6858000"/>
              <a:gd name="connsiteX677" fmla="*/ 112563 w 7467600"/>
              <a:gd name="connsiteY677" fmla="*/ 4396952 h 6858000"/>
              <a:gd name="connsiteX678" fmla="*/ 0 w 7467600"/>
              <a:gd name="connsiteY678" fmla="*/ 4466006 h 6858000"/>
              <a:gd name="connsiteX679" fmla="*/ 0 w 7467600"/>
              <a:gd name="connsiteY679" fmla="*/ 4233763 h 6858000"/>
              <a:gd name="connsiteX680" fmla="*/ 36881 w 7467600"/>
              <a:gd name="connsiteY680" fmla="*/ 4200118 h 6858000"/>
              <a:gd name="connsiteX681" fmla="*/ 910534 w 7467600"/>
              <a:gd name="connsiteY681" fmla="*/ 3629753 h 6858000"/>
              <a:gd name="connsiteX682" fmla="*/ 1578717 w 7467600"/>
              <a:gd name="connsiteY682" fmla="*/ 3575982 h 6858000"/>
              <a:gd name="connsiteX683" fmla="*/ 2338780 w 7467600"/>
              <a:gd name="connsiteY683" fmla="*/ 3033725 h 6858000"/>
              <a:gd name="connsiteX684" fmla="*/ 1807991 w 7467600"/>
              <a:gd name="connsiteY684" fmla="*/ 2807184 h 6858000"/>
              <a:gd name="connsiteX685" fmla="*/ 1416358 w 7467600"/>
              <a:gd name="connsiteY685" fmla="*/ 3112571 h 6858000"/>
              <a:gd name="connsiteX686" fmla="*/ 939066 w 7467600"/>
              <a:gd name="connsiteY686" fmla="*/ 3378798 h 6858000"/>
              <a:gd name="connsiteX687" fmla="*/ 115099 w 7467600"/>
              <a:gd name="connsiteY687" fmla="*/ 3607650 h 6858000"/>
              <a:gd name="connsiteX688" fmla="*/ 97284 w 7467600"/>
              <a:gd name="connsiteY688" fmla="*/ 3520393 h 6858000"/>
              <a:gd name="connsiteX689" fmla="*/ 922050 w 7467600"/>
              <a:gd name="connsiteY689" fmla="*/ 3074867 h 6858000"/>
              <a:gd name="connsiteX690" fmla="*/ 1405265 w 7467600"/>
              <a:gd name="connsiteY690" fmla="*/ 3016319 h 6858000"/>
              <a:gd name="connsiteX691" fmla="*/ 1407512 w 7467600"/>
              <a:gd name="connsiteY691" fmla="*/ 3018001 h 6858000"/>
              <a:gd name="connsiteX692" fmla="*/ 1726266 w 7467600"/>
              <a:gd name="connsiteY692" fmla="*/ 2777274 h 6858000"/>
              <a:gd name="connsiteX693" fmla="*/ 625390 w 7467600"/>
              <a:gd name="connsiteY693" fmla="*/ 2514541 h 6858000"/>
              <a:gd name="connsiteX694" fmla="*/ 619799 w 7467600"/>
              <a:gd name="connsiteY694" fmla="*/ 2527180 h 6858000"/>
              <a:gd name="connsiteX695" fmla="*/ 310030 w 7467600"/>
              <a:gd name="connsiteY695" fmla="*/ 2771818 h 6858000"/>
              <a:gd name="connsiteX696" fmla="*/ 173877 w 7467600"/>
              <a:gd name="connsiteY696" fmla="*/ 2937056 h 6858000"/>
              <a:gd name="connsiteX697" fmla="*/ 77889 w 7467600"/>
              <a:gd name="connsiteY697" fmla="*/ 3138440 h 6858000"/>
              <a:gd name="connsiteX698" fmla="*/ 0 w 7467600"/>
              <a:gd name="connsiteY698" fmla="*/ 3271395 h 6858000"/>
              <a:gd name="connsiteX699" fmla="*/ 0 w 7467600"/>
              <a:gd name="connsiteY699" fmla="*/ 3153002 h 6858000"/>
              <a:gd name="connsiteX700" fmla="*/ 2386 w 7467600"/>
              <a:gd name="connsiteY700" fmla="*/ 3149203 h 6858000"/>
              <a:gd name="connsiteX701" fmla="*/ 89753 w 7467600"/>
              <a:gd name="connsiteY701" fmla="*/ 2987702 h 6858000"/>
              <a:gd name="connsiteX702" fmla="*/ 76869 w 7467600"/>
              <a:gd name="connsiteY702" fmla="*/ 3005404 h 6858000"/>
              <a:gd name="connsiteX703" fmla="*/ 32049 w 7467600"/>
              <a:gd name="connsiteY703" fmla="*/ 3065814 h 6858000"/>
              <a:gd name="connsiteX704" fmla="*/ 0 w 7467600"/>
              <a:gd name="connsiteY704" fmla="*/ 3108744 h 6858000"/>
              <a:gd name="connsiteX705" fmla="*/ 0 w 7467600"/>
              <a:gd name="connsiteY705" fmla="*/ 3058059 h 6858000"/>
              <a:gd name="connsiteX706" fmla="*/ 7610 w 7467600"/>
              <a:gd name="connsiteY706" fmla="*/ 3047889 h 6858000"/>
              <a:gd name="connsiteX707" fmla="*/ 52419 w 7467600"/>
              <a:gd name="connsiteY707" fmla="*/ 2987479 h 6858000"/>
              <a:gd name="connsiteX708" fmla="*/ 59142 w 7467600"/>
              <a:gd name="connsiteY708" fmla="*/ 2978488 h 6858000"/>
              <a:gd name="connsiteX709" fmla="*/ 0 w 7467600"/>
              <a:gd name="connsiteY709" fmla="*/ 3015334 h 6858000"/>
              <a:gd name="connsiteX710" fmla="*/ 0 w 7467600"/>
              <a:gd name="connsiteY710" fmla="*/ 2914286 h 6858000"/>
              <a:gd name="connsiteX711" fmla="*/ 36383 w 7467600"/>
              <a:gd name="connsiteY711" fmla="*/ 2901128 h 6858000"/>
              <a:gd name="connsiteX712" fmla="*/ 156329 w 7467600"/>
              <a:gd name="connsiteY712" fmla="*/ 2840533 h 6858000"/>
              <a:gd name="connsiteX713" fmla="*/ 358355 w 7467600"/>
              <a:gd name="connsiteY713" fmla="*/ 2620471 h 6858000"/>
              <a:gd name="connsiteX714" fmla="*/ 510577 w 7467600"/>
              <a:gd name="connsiteY714" fmla="*/ 2501244 h 6858000"/>
              <a:gd name="connsiteX715" fmla="*/ 211967 w 7467600"/>
              <a:gd name="connsiteY715" fmla="*/ 2479171 h 6858000"/>
              <a:gd name="connsiteX716" fmla="*/ 0 w 7467600"/>
              <a:gd name="connsiteY716" fmla="*/ 2476398 h 6858000"/>
              <a:gd name="connsiteX717" fmla="*/ 0 w 7467600"/>
              <a:gd name="connsiteY717" fmla="*/ 2389189 h 6858000"/>
              <a:gd name="connsiteX718" fmla="*/ 103062 w 7467600"/>
              <a:gd name="connsiteY718" fmla="*/ 2389518 h 6858000"/>
              <a:gd name="connsiteX719" fmla="*/ 510734 w 7467600"/>
              <a:gd name="connsiteY719" fmla="*/ 2416201 h 6858000"/>
              <a:gd name="connsiteX720" fmla="*/ 279257 w 7467600"/>
              <a:gd name="connsiteY720" fmla="*/ 2092102 h 6858000"/>
              <a:gd name="connsiteX721" fmla="*/ 65265 w 7467600"/>
              <a:gd name="connsiteY721" fmla="*/ 2006049 h 6858000"/>
              <a:gd name="connsiteX722" fmla="*/ 0 w 7467600"/>
              <a:gd name="connsiteY722" fmla="*/ 1982532 h 6858000"/>
              <a:gd name="connsiteX723" fmla="*/ 0 w 7467600"/>
              <a:gd name="connsiteY723" fmla="*/ 1912789 h 6858000"/>
              <a:gd name="connsiteX724" fmla="*/ 97460 w 7467600"/>
              <a:gd name="connsiteY724" fmla="*/ 1953725 h 6858000"/>
              <a:gd name="connsiteX725" fmla="*/ 221272 w 7467600"/>
              <a:gd name="connsiteY725" fmla="*/ 1980766 h 6858000"/>
              <a:gd name="connsiteX726" fmla="*/ 116765 w 7467600"/>
              <a:gd name="connsiteY726" fmla="*/ 1911033 h 6858000"/>
              <a:gd name="connsiteX727" fmla="*/ 16405 w 7467600"/>
              <a:gd name="connsiteY727" fmla="*/ 1803412 h 6858000"/>
              <a:gd name="connsiteX728" fmla="*/ 0 w 7467600"/>
              <a:gd name="connsiteY728" fmla="*/ 1784777 h 6858000"/>
              <a:gd name="connsiteX729" fmla="*/ 0 w 7467600"/>
              <a:gd name="connsiteY729" fmla="*/ 1740082 h 6858000"/>
              <a:gd name="connsiteX730" fmla="*/ 39394 w 7467600"/>
              <a:gd name="connsiteY730" fmla="*/ 1784856 h 6858000"/>
              <a:gd name="connsiteX731" fmla="*/ 135813 w 7467600"/>
              <a:gd name="connsiteY731" fmla="*/ 1888838 h 6858000"/>
              <a:gd name="connsiteX732" fmla="*/ 242575 w 7467600"/>
              <a:gd name="connsiteY732" fmla="*/ 1958841 h 6858000"/>
              <a:gd name="connsiteX733" fmla="*/ 82197 w 7467600"/>
              <a:gd name="connsiteY733" fmla="*/ 1754826 h 6858000"/>
              <a:gd name="connsiteX734" fmla="*/ 0 w 7467600"/>
              <a:gd name="connsiteY734" fmla="*/ 1679650 h 6858000"/>
              <a:gd name="connsiteX735" fmla="*/ 0 w 7467600"/>
              <a:gd name="connsiteY735" fmla="*/ 1602463 h 6858000"/>
              <a:gd name="connsiteX736" fmla="*/ 84689 w 7467600"/>
              <a:gd name="connsiteY736" fmla="*/ 1677442 h 6858000"/>
              <a:gd name="connsiteX737" fmla="*/ 298437 w 7467600"/>
              <a:gd name="connsiteY737" fmla="*/ 1968019 h 6858000"/>
              <a:gd name="connsiteX738" fmla="*/ 227269 w 7467600"/>
              <a:gd name="connsiteY738" fmla="*/ 1114064 h 6858000"/>
              <a:gd name="connsiteX739" fmla="*/ 248003 w 7467600"/>
              <a:gd name="connsiteY739" fmla="*/ 1089613 h 6858000"/>
              <a:gd name="connsiteX740" fmla="*/ 427020 w 7467600"/>
              <a:gd name="connsiteY740" fmla="*/ 1619803 h 6858000"/>
              <a:gd name="connsiteX741" fmla="*/ 340345 w 7467600"/>
              <a:gd name="connsiteY741" fmla="*/ 2027739 h 6858000"/>
              <a:gd name="connsiteX742" fmla="*/ 360865 w 7467600"/>
              <a:gd name="connsiteY742" fmla="*/ 2044827 h 6858000"/>
              <a:gd name="connsiteX743" fmla="*/ 560414 w 7467600"/>
              <a:gd name="connsiteY743" fmla="*/ 2421457 h 6858000"/>
              <a:gd name="connsiteX744" fmla="*/ 1359703 w 7467600"/>
              <a:gd name="connsiteY744" fmla="*/ 2578554 h 6858000"/>
              <a:gd name="connsiteX745" fmla="*/ 1359422 w 7467600"/>
              <a:gd name="connsiteY745" fmla="*/ 2577994 h 6858000"/>
              <a:gd name="connsiteX746" fmla="*/ 828701 w 7467600"/>
              <a:gd name="connsiteY746" fmla="*/ 1839520 h 6858000"/>
              <a:gd name="connsiteX747" fmla="*/ 494427 w 7467600"/>
              <a:gd name="connsiteY747" fmla="*/ 1092333 h 6858000"/>
              <a:gd name="connsiteX748" fmla="*/ 506322 w 7467600"/>
              <a:gd name="connsiteY748" fmla="*/ 1020997 h 6858000"/>
              <a:gd name="connsiteX749" fmla="*/ 4570198 w 7467600"/>
              <a:gd name="connsiteY749" fmla="*/ 978081 h 6858000"/>
              <a:gd name="connsiteX750" fmla="*/ 4523691 w 7467600"/>
              <a:gd name="connsiteY750" fmla="*/ 1127776 h 6858000"/>
              <a:gd name="connsiteX751" fmla="*/ 4509875 w 7467600"/>
              <a:gd name="connsiteY751" fmla="*/ 1167552 h 6858000"/>
              <a:gd name="connsiteX752" fmla="*/ 4478168 w 7467600"/>
              <a:gd name="connsiteY752" fmla="*/ 1260735 h 6858000"/>
              <a:gd name="connsiteX753" fmla="*/ 4409309 w 7467600"/>
              <a:gd name="connsiteY753" fmla="*/ 1666996 h 6858000"/>
              <a:gd name="connsiteX754" fmla="*/ 4370031 w 7467600"/>
              <a:gd name="connsiteY754" fmla="*/ 1955666 h 6858000"/>
              <a:gd name="connsiteX755" fmla="*/ 4570198 w 7467600"/>
              <a:gd name="connsiteY755" fmla="*/ 978081 h 6858000"/>
              <a:gd name="connsiteX756" fmla="*/ 4557898 w 7467600"/>
              <a:gd name="connsiteY756" fmla="*/ 900011 h 6858000"/>
              <a:gd name="connsiteX757" fmla="*/ 4344840 w 7467600"/>
              <a:gd name="connsiteY757" fmla="*/ 1922038 h 6858000"/>
              <a:gd name="connsiteX758" fmla="*/ 4378710 w 7467600"/>
              <a:gd name="connsiteY758" fmla="*/ 1665516 h 6858000"/>
              <a:gd name="connsiteX759" fmla="*/ 4448798 w 7467600"/>
              <a:gd name="connsiteY759" fmla="*/ 1253024 h 6858000"/>
              <a:gd name="connsiteX760" fmla="*/ 4480315 w 7467600"/>
              <a:gd name="connsiteY760" fmla="*/ 1158454 h 6858000"/>
              <a:gd name="connsiteX761" fmla="*/ 4494133 w 7467600"/>
              <a:gd name="connsiteY761" fmla="*/ 1118676 h 6858000"/>
              <a:gd name="connsiteX762" fmla="*/ 4557898 w 7467600"/>
              <a:gd name="connsiteY762" fmla="*/ 900011 h 6858000"/>
              <a:gd name="connsiteX763" fmla="*/ 5870151 w 7467600"/>
              <a:gd name="connsiteY763" fmla="*/ 898890 h 6858000"/>
              <a:gd name="connsiteX764" fmla="*/ 5861335 w 7467600"/>
              <a:gd name="connsiteY764" fmla="*/ 899177 h 6858000"/>
              <a:gd name="connsiteX765" fmla="*/ 5843702 w 7467600"/>
              <a:gd name="connsiteY765" fmla="*/ 899748 h 6858000"/>
              <a:gd name="connsiteX766" fmla="*/ 5651107 w 7467600"/>
              <a:gd name="connsiteY766" fmla="*/ 920306 h 6858000"/>
              <a:gd name="connsiteX767" fmla="*/ 5459407 w 7467600"/>
              <a:gd name="connsiteY767" fmla="*/ 940975 h 6858000"/>
              <a:gd name="connsiteX768" fmla="*/ 5374846 w 7467600"/>
              <a:gd name="connsiteY768" fmla="*/ 941988 h 6858000"/>
              <a:gd name="connsiteX769" fmla="*/ 5256105 w 7467600"/>
              <a:gd name="connsiteY769" fmla="*/ 945632 h 6858000"/>
              <a:gd name="connsiteX770" fmla="*/ 5107071 w 7467600"/>
              <a:gd name="connsiteY770" fmla="*/ 969720 h 6858000"/>
              <a:gd name="connsiteX771" fmla="*/ 4998681 w 7467600"/>
              <a:gd name="connsiteY771" fmla="*/ 988771 h 6858000"/>
              <a:gd name="connsiteX772" fmla="*/ 5870151 w 7467600"/>
              <a:gd name="connsiteY772" fmla="*/ 898890 h 6858000"/>
              <a:gd name="connsiteX773" fmla="*/ 5504425 w 7467600"/>
              <a:gd name="connsiteY773" fmla="*/ 848067 h 6858000"/>
              <a:gd name="connsiteX774" fmla="*/ 4968849 w 7467600"/>
              <a:gd name="connsiteY774" fmla="*/ 962318 h 6858000"/>
              <a:gd name="connsiteX775" fmla="*/ 5104039 w 7467600"/>
              <a:gd name="connsiteY775" fmla="*/ 940634 h 6858000"/>
              <a:gd name="connsiteX776" fmla="*/ 5256311 w 7467600"/>
              <a:gd name="connsiteY776" fmla="*/ 916490 h 6858000"/>
              <a:gd name="connsiteX777" fmla="*/ 5377381 w 7467600"/>
              <a:gd name="connsiteY777" fmla="*/ 912671 h 6858000"/>
              <a:gd name="connsiteX778" fmla="*/ 5460148 w 7467600"/>
              <a:gd name="connsiteY778" fmla="*/ 911442 h 6858000"/>
              <a:gd name="connsiteX779" fmla="*/ 5648971 w 7467600"/>
              <a:gd name="connsiteY779" fmla="*/ 891331 h 6858000"/>
              <a:gd name="connsiteX780" fmla="*/ 5844807 w 7467600"/>
              <a:gd name="connsiteY780" fmla="*/ 870718 h 6858000"/>
              <a:gd name="connsiteX781" fmla="*/ 5862975 w 7467600"/>
              <a:gd name="connsiteY781" fmla="*/ 869756 h 6858000"/>
              <a:gd name="connsiteX782" fmla="*/ 5920887 w 7467600"/>
              <a:gd name="connsiteY782" fmla="*/ 865929 h 6858000"/>
              <a:gd name="connsiteX783" fmla="*/ 5504425 w 7467600"/>
              <a:gd name="connsiteY783" fmla="*/ 848067 h 6858000"/>
              <a:gd name="connsiteX784" fmla="*/ 3607114 w 7467600"/>
              <a:gd name="connsiteY784" fmla="*/ 467441 h 6858000"/>
              <a:gd name="connsiteX785" fmla="*/ 3296242 w 7467600"/>
              <a:gd name="connsiteY785" fmla="*/ 807991 h 6858000"/>
              <a:gd name="connsiteX786" fmla="*/ 3174674 w 7467600"/>
              <a:gd name="connsiteY786" fmla="*/ 919759 h 6858000"/>
              <a:gd name="connsiteX787" fmla="*/ 3042978 w 7467600"/>
              <a:gd name="connsiteY787" fmla="*/ 1054894 h 6858000"/>
              <a:gd name="connsiteX788" fmla="*/ 2968914 w 7467600"/>
              <a:gd name="connsiteY788" fmla="*/ 1133756 h 6858000"/>
              <a:gd name="connsiteX789" fmla="*/ 3103823 w 7467600"/>
              <a:gd name="connsiteY789" fmla="*/ 1026814 h 6858000"/>
              <a:gd name="connsiteX790" fmla="*/ 3607114 w 7467600"/>
              <a:gd name="connsiteY790" fmla="*/ 467441 h 6858000"/>
              <a:gd name="connsiteX791" fmla="*/ 3744487 w 7467600"/>
              <a:gd name="connsiteY791" fmla="*/ 383136 h 6858000"/>
              <a:gd name="connsiteX792" fmla="*/ 3970213 w 7467600"/>
              <a:gd name="connsiteY792" fmla="*/ 995559 h 6858000"/>
              <a:gd name="connsiteX793" fmla="*/ 3744487 w 7467600"/>
              <a:gd name="connsiteY793" fmla="*/ 383136 h 6858000"/>
              <a:gd name="connsiteX794" fmla="*/ 3624562 w 7467600"/>
              <a:gd name="connsiteY794" fmla="*/ 367041 h 6858000"/>
              <a:gd name="connsiteX795" fmla="*/ 3489712 w 7467600"/>
              <a:gd name="connsiteY795" fmla="*/ 485386 h 6858000"/>
              <a:gd name="connsiteX796" fmla="*/ 3182994 w 7467600"/>
              <a:gd name="connsiteY796" fmla="*/ 828265 h 6858000"/>
              <a:gd name="connsiteX797" fmla="*/ 2892114 w 7467600"/>
              <a:gd name="connsiteY797" fmla="*/ 1172635 h 6858000"/>
              <a:gd name="connsiteX798" fmla="*/ 3021459 w 7467600"/>
              <a:gd name="connsiteY798" fmla="*/ 1035385 h 6858000"/>
              <a:gd name="connsiteX799" fmla="*/ 3153873 w 7467600"/>
              <a:gd name="connsiteY799" fmla="*/ 898971 h 6858000"/>
              <a:gd name="connsiteX800" fmla="*/ 3276511 w 7467600"/>
              <a:gd name="connsiteY800" fmla="*/ 786423 h 6858000"/>
              <a:gd name="connsiteX801" fmla="*/ 3584154 w 7467600"/>
              <a:gd name="connsiteY801" fmla="*/ 448218 h 6858000"/>
              <a:gd name="connsiteX802" fmla="*/ 3624562 w 7467600"/>
              <a:gd name="connsiteY802" fmla="*/ 367041 h 6858000"/>
              <a:gd name="connsiteX803" fmla="*/ 3766672 w 7467600"/>
              <a:gd name="connsiteY803" fmla="*/ 359429 h 6858000"/>
              <a:gd name="connsiteX804" fmla="*/ 3996338 w 7467600"/>
              <a:gd name="connsiteY804" fmla="*/ 968237 h 6858000"/>
              <a:gd name="connsiteX805" fmla="*/ 3766672 w 7467600"/>
              <a:gd name="connsiteY805" fmla="*/ 359429 h 6858000"/>
              <a:gd name="connsiteX806" fmla="*/ 5805386 w 7467600"/>
              <a:gd name="connsiteY806" fmla="*/ 239240 h 6858000"/>
              <a:gd name="connsiteX807" fmla="*/ 5736947 w 7467600"/>
              <a:gd name="connsiteY807" fmla="*/ 261367 h 6858000"/>
              <a:gd name="connsiteX808" fmla="*/ 5427012 w 7467600"/>
              <a:gd name="connsiteY808" fmla="*/ 311272 h 6858000"/>
              <a:gd name="connsiteX809" fmla="*/ 5147818 w 7467600"/>
              <a:gd name="connsiteY809" fmla="*/ 322112 h 6858000"/>
              <a:gd name="connsiteX810" fmla="*/ 5060854 w 7467600"/>
              <a:gd name="connsiteY810" fmla="*/ 311882 h 6858000"/>
              <a:gd name="connsiteX811" fmla="*/ 4945989 w 7467600"/>
              <a:gd name="connsiteY811" fmla="*/ 300516 h 6858000"/>
              <a:gd name="connsiteX812" fmla="*/ 5410479 w 7467600"/>
              <a:gd name="connsiteY812" fmla="*/ 348434 h 6858000"/>
              <a:gd name="connsiteX813" fmla="*/ 5805386 w 7467600"/>
              <a:gd name="connsiteY813" fmla="*/ 239240 h 6858000"/>
              <a:gd name="connsiteX814" fmla="*/ 5905192 w 7467600"/>
              <a:gd name="connsiteY814" fmla="*/ 163079 h 6858000"/>
              <a:gd name="connsiteX815" fmla="*/ 5865655 w 7467600"/>
              <a:gd name="connsiteY815" fmla="*/ 171901 h 6858000"/>
              <a:gd name="connsiteX816" fmla="*/ 5259740 w 7467600"/>
              <a:gd name="connsiteY816" fmla="*/ 257013 h 6858000"/>
              <a:gd name="connsiteX817" fmla="*/ 5208466 w 7467600"/>
              <a:gd name="connsiteY817" fmla="*/ 257550 h 6858000"/>
              <a:gd name="connsiteX818" fmla="*/ 4980204 w 7467600"/>
              <a:gd name="connsiteY818" fmla="*/ 271903 h 6858000"/>
              <a:gd name="connsiteX819" fmla="*/ 5068068 w 7467600"/>
              <a:gd name="connsiteY819" fmla="*/ 282244 h 6858000"/>
              <a:gd name="connsiteX820" fmla="*/ 5153231 w 7467600"/>
              <a:gd name="connsiteY820" fmla="*/ 292240 h 6858000"/>
              <a:gd name="connsiteX821" fmla="*/ 5426491 w 7467600"/>
              <a:gd name="connsiteY821" fmla="*/ 281128 h 6858000"/>
              <a:gd name="connsiteX822" fmla="*/ 5731212 w 7467600"/>
              <a:gd name="connsiteY822" fmla="*/ 231951 h 6858000"/>
              <a:gd name="connsiteX823" fmla="*/ 5905192 w 7467600"/>
              <a:gd name="connsiteY823" fmla="*/ 163079 h 6858000"/>
              <a:gd name="connsiteX824" fmla="*/ 5944437 w 7467600"/>
              <a:gd name="connsiteY824" fmla="*/ 113829 h 6858000"/>
              <a:gd name="connsiteX825" fmla="*/ 5825032 w 7467600"/>
              <a:gd name="connsiteY825" fmla="*/ 146405 h 6858000"/>
              <a:gd name="connsiteX826" fmla="*/ 4955599 w 7467600"/>
              <a:gd name="connsiteY826" fmla="*/ 247008 h 6858000"/>
              <a:gd name="connsiteX827" fmla="*/ 5210104 w 7467600"/>
              <a:gd name="connsiteY827" fmla="*/ 228123 h 6858000"/>
              <a:gd name="connsiteX828" fmla="*/ 5261015 w 7467600"/>
              <a:gd name="connsiteY828" fmla="*/ 227087 h 6858000"/>
              <a:gd name="connsiteX829" fmla="*/ 5861181 w 7467600"/>
              <a:gd name="connsiteY829" fmla="*/ 143093 h 6858000"/>
              <a:gd name="connsiteX830" fmla="*/ 5961252 w 7467600"/>
              <a:gd name="connsiteY830" fmla="*/ 114820 h 6858000"/>
              <a:gd name="connsiteX831" fmla="*/ 5944437 w 7467600"/>
              <a:gd name="connsiteY831" fmla="*/ 113829 h 6858000"/>
              <a:gd name="connsiteX832" fmla="*/ 3882765 w 7467600"/>
              <a:gd name="connsiteY832" fmla="*/ 0 h 6858000"/>
              <a:gd name="connsiteX833" fmla="*/ 3995099 w 7467600"/>
              <a:gd name="connsiteY833" fmla="*/ 0 h 6858000"/>
              <a:gd name="connsiteX834" fmla="*/ 4163818 w 7467600"/>
              <a:gd name="connsiteY834" fmla="*/ 234104 h 6858000"/>
              <a:gd name="connsiteX835" fmla="*/ 4172099 w 7467600"/>
              <a:gd name="connsiteY835" fmla="*/ 234207 h 6858000"/>
              <a:gd name="connsiteX836" fmla="*/ 4784282 w 7467600"/>
              <a:gd name="connsiteY836" fmla="*/ 276561 h 6858000"/>
              <a:gd name="connsiteX837" fmla="*/ 4801687 w 7467600"/>
              <a:gd name="connsiteY837" fmla="*/ 267764 h 6858000"/>
              <a:gd name="connsiteX838" fmla="*/ 6082788 w 7467600"/>
              <a:gd name="connsiteY838" fmla="*/ 64119 h 6858000"/>
              <a:gd name="connsiteX839" fmla="*/ 6099442 w 7467600"/>
              <a:gd name="connsiteY839" fmla="*/ 82568 h 6858000"/>
              <a:gd name="connsiteX840" fmla="*/ 4804137 w 7467600"/>
              <a:gd name="connsiteY840" fmla="*/ 320931 h 6858000"/>
              <a:gd name="connsiteX841" fmla="*/ 4227047 w 7467600"/>
              <a:gd name="connsiteY841" fmla="*/ 313415 h 6858000"/>
              <a:gd name="connsiteX842" fmla="*/ 4346041 w 7467600"/>
              <a:gd name="connsiteY842" fmla="*/ 456086 h 6858000"/>
              <a:gd name="connsiteX843" fmla="*/ 4870967 w 7467600"/>
              <a:gd name="connsiteY843" fmla="*/ 963061 h 6858000"/>
              <a:gd name="connsiteX844" fmla="*/ 4889647 w 7467600"/>
              <a:gd name="connsiteY844" fmla="*/ 957147 h 6858000"/>
              <a:gd name="connsiteX845" fmla="*/ 5422504 w 7467600"/>
              <a:gd name="connsiteY845" fmla="*/ 805191 h 6858000"/>
              <a:gd name="connsiteX846" fmla="*/ 6087656 w 7467600"/>
              <a:gd name="connsiteY846" fmla="*/ 826703 h 6858000"/>
              <a:gd name="connsiteX847" fmla="*/ 6058717 w 7467600"/>
              <a:gd name="connsiteY847" fmla="*/ 865992 h 6858000"/>
              <a:gd name="connsiteX848" fmla="*/ 4974153 w 7467600"/>
              <a:gd name="connsiteY848" fmla="*/ 1045456 h 6858000"/>
              <a:gd name="connsiteX849" fmla="*/ 5627835 w 7467600"/>
              <a:gd name="connsiteY849" fmla="*/ 1472077 h 6858000"/>
              <a:gd name="connsiteX850" fmla="*/ 5629817 w 7467600"/>
              <a:gd name="connsiteY850" fmla="*/ 1471412 h 6858000"/>
              <a:gd name="connsiteX851" fmla="*/ 5634124 w 7467600"/>
              <a:gd name="connsiteY851" fmla="*/ 1470572 h 6858000"/>
              <a:gd name="connsiteX852" fmla="*/ 5755832 w 7467600"/>
              <a:gd name="connsiteY852" fmla="*/ 1383886 h 6858000"/>
              <a:gd name="connsiteX853" fmla="*/ 6014186 w 7467600"/>
              <a:gd name="connsiteY853" fmla="*/ 1279799 h 6858000"/>
              <a:gd name="connsiteX854" fmla="*/ 6901619 w 7467600"/>
              <a:gd name="connsiteY854" fmla="*/ 1047874 h 6858000"/>
              <a:gd name="connsiteX855" fmla="*/ 6931566 w 7467600"/>
              <a:gd name="connsiteY855" fmla="*/ 1062034 h 6858000"/>
              <a:gd name="connsiteX856" fmla="*/ 5790982 w 7467600"/>
              <a:gd name="connsiteY856" fmla="*/ 1561380 h 6858000"/>
              <a:gd name="connsiteX857" fmla="*/ 6188971 w 7467600"/>
              <a:gd name="connsiteY857" fmla="*/ 1755168 h 6858000"/>
              <a:gd name="connsiteX858" fmla="*/ 6202446 w 7467600"/>
              <a:gd name="connsiteY858" fmla="*/ 1752268 h 6858000"/>
              <a:gd name="connsiteX859" fmla="*/ 7179560 w 7467600"/>
              <a:gd name="connsiteY859" fmla="*/ 1467551 h 6858000"/>
              <a:gd name="connsiteX860" fmla="*/ 7158730 w 7467600"/>
              <a:gd name="connsiteY860" fmla="*/ 1507835 h 6858000"/>
              <a:gd name="connsiteX861" fmla="*/ 6326959 w 7467600"/>
              <a:gd name="connsiteY861" fmla="*/ 1817686 h 6858000"/>
              <a:gd name="connsiteX862" fmla="*/ 6537433 w 7467600"/>
              <a:gd name="connsiteY862" fmla="*/ 1907790 h 6858000"/>
              <a:gd name="connsiteX863" fmla="*/ 6550221 w 7467600"/>
              <a:gd name="connsiteY863" fmla="*/ 1910729 h 6858000"/>
              <a:gd name="connsiteX864" fmla="*/ 6964438 w 7467600"/>
              <a:gd name="connsiteY864" fmla="*/ 2209505 h 6858000"/>
              <a:gd name="connsiteX865" fmla="*/ 7367862 w 7467600"/>
              <a:gd name="connsiteY865" fmla="*/ 2806833 h 6858000"/>
              <a:gd name="connsiteX866" fmla="*/ 7364329 w 7467600"/>
              <a:gd name="connsiteY866" fmla="*/ 2826907 h 6858000"/>
              <a:gd name="connsiteX867" fmla="*/ 7290545 w 7467600"/>
              <a:gd name="connsiteY867" fmla="*/ 2850663 h 6858000"/>
              <a:gd name="connsiteX868" fmla="*/ 6472036 w 7467600"/>
              <a:gd name="connsiteY868" fmla="*/ 1959003 h 6858000"/>
              <a:gd name="connsiteX869" fmla="*/ 5792897 w 7467600"/>
              <a:gd name="connsiteY869" fmla="*/ 1647747 h 6858000"/>
              <a:gd name="connsiteX870" fmla="*/ 5842751 w 7467600"/>
              <a:gd name="connsiteY870" fmla="*/ 1816112 h 6858000"/>
              <a:gd name="connsiteX871" fmla="*/ 5847424 w 7467600"/>
              <a:gd name="connsiteY871" fmla="*/ 1815776 h 6858000"/>
              <a:gd name="connsiteX872" fmla="*/ 6399821 w 7467600"/>
              <a:gd name="connsiteY872" fmla="*/ 2344799 h 6858000"/>
              <a:gd name="connsiteX873" fmla="*/ 6323232 w 7467600"/>
              <a:gd name="connsiteY873" fmla="*/ 2389634 h 6858000"/>
              <a:gd name="connsiteX874" fmla="*/ 5942958 w 7467600"/>
              <a:gd name="connsiteY874" fmla="*/ 2077708 h 6858000"/>
              <a:gd name="connsiteX875" fmla="*/ 5921559 w 7467600"/>
              <a:gd name="connsiteY875" fmla="*/ 2378596 h 6858000"/>
              <a:gd name="connsiteX876" fmla="*/ 5817651 w 7467600"/>
              <a:gd name="connsiteY876" fmla="*/ 3023919 h 6858000"/>
              <a:gd name="connsiteX877" fmla="*/ 5729634 w 7467600"/>
              <a:gd name="connsiteY877" fmla="*/ 3051849 h 6858000"/>
              <a:gd name="connsiteX878" fmla="*/ 5611018 w 7467600"/>
              <a:gd name="connsiteY878" fmla="*/ 2316769 h 6858000"/>
              <a:gd name="connsiteX879" fmla="*/ 5687608 w 7467600"/>
              <a:gd name="connsiteY879" fmla="*/ 2039972 h 6858000"/>
              <a:gd name="connsiteX880" fmla="*/ 5657554 w 7467600"/>
              <a:gd name="connsiteY880" fmla="*/ 1576445 h 6858000"/>
              <a:gd name="connsiteX881" fmla="*/ 5150475 w 7467600"/>
              <a:gd name="connsiteY881" fmla="*/ 1274012 h 6858000"/>
              <a:gd name="connsiteX882" fmla="*/ 5349142 w 7467600"/>
              <a:gd name="connsiteY882" fmla="*/ 2204405 h 6858000"/>
              <a:gd name="connsiteX883" fmla="*/ 5262214 w 7467600"/>
              <a:gd name="connsiteY883" fmla="*/ 2233836 h 6858000"/>
              <a:gd name="connsiteX884" fmla="*/ 4981539 w 7467600"/>
              <a:gd name="connsiteY884" fmla="*/ 1542201 h 6858000"/>
              <a:gd name="connsiteX885" fmla="*/ 4958461 w 7467600"/>
              <a:gd name="connsiteY885" fmla="*/ 1136957 h 6858000"/>
              <a:gd name="connsiteX886" fmla="*/ 4655015 w 7467600"/>
              <a:gd name="connsiteY886" fmla="*/ 891426 h 6858000"/>
              <a:gd name="connsiteX887" fmla="*/ 4348002 w 7467600"/>
              <a:gd name="connsiteY887" fmla="*/ 2205895 h 6858000"/>
              <a:gd name="connsiteX888" fmla="*/ 4262250 w 7467600"/>
              <a:gd name="connsiteY888" fmla="*/ 2219972 h 6858000"/>
              <a:gd name="connsiteX889" fmla="*/ 4550611 w 7467600"/>
              <a:gd name="connsiteY889" fmla="*/ 817540 h 6858000"/>
              <a:gd name="connsiteX890" fmla="*/ 4564418 w 7467600"/>
              <a:gd name="connsiteY890" fmla="*/ 808293 h 6858000"/>
              <a:gd name="connsiteX891" fmla="*/ 4266388 w 7467600"/>
              <a:gd name="connsiteY891" fmla="*/ 500083 h 6858000"/>
              <a:gd name="connsiteX892" fmla="*/ 4032842 w 7467600"/>
              <a:gd name="connsiteY892" fmla="*/ 211809 h 6858000"/>
              <a:gd name="connsiteX893" fmla="*/ 3882765 w 7467600"/>
              <a:gd name="connsiteY893" fmla="*/ 0 h 6858000"/>
              <a:gd name="connsiteX894" fmla="*/ 3721337 w 7467600"/>
              <a:gd name="connsiteY894" fmla="*/ 0 h 6858000"/>
              <a:gd name="connsiteX895" fmla="*/ 3797544 w 7467600"/>
              <a:gd name="connsiteY895" fmla="*/ 0 h 6858000"/>
              <a:gd name="connsiteX896" fmla="*/ 3775734 w 7467600"/>
              <a:gd name="connsiteY896" fmla="*/ 95131 h 6858000"/>
              <a:gd name="connsiteX897" fmla="*/ 3724807 w 7467600"/>
              <a:gd name="connsiteY897" fmla="*/ 272257 h 6858000"/>
              <a:gd name="connsiteX898" fmla="*/ 3726844 w 7467600"/>
              <a:gd name="connsiteY898" fmla="*/ 282988 h 6858000"/>
              <a:gd name="connsiteX899" fmla="*/ 3742664 w 7467600"/>
              <a:gd name="connsiteY899" fmla="*/ 279918 h 6858000"/>
              <a:gd name="connsiteX900" fmla="*/ 4103910 w 7467600"/>
              <a:gd name="connsiteY900" fmla="*/ 1161917 h 6858000"/>
              <a:gd name="connsiteX901" fmla="*/ 4020269 w 7467600"/>
              <a:gd name="connsiteY901" fmla="*/ 1200406 h 6858000"/>
              <a:gd name="connsiteX902" fmla="*/ 3674882 w 7467600"/>
              <a:gd name="connsiteY902" fmla="*/ 488524 h 6858000"/>
              <a:gd name="connsiteX903" fmla="*/ 3132682 w 7467600"/>
              <a:gd name="connsiteY903" fmla="*/ 1072284 h 6858000"/>
              <a:gd name="connsiteX904" fmla="*/ 2716346 w 7467600"/>
              <a:gd name="connsiteY904" fmla="*/ 1276376 h 6858000"/>
              <a:gd name="connsiteX905" fmla="*/ 2716772 w 7467600"/>
              <a:gd name="connsiteY905" fmla="*/ 1255462 h 6858000"/>
              <a:gd name="connsiteX906" fmla="*/ 3471096 w 7467600"/>
              <a:gd name="connsiteY906" fmla="*/ 437072 h 6858000"/>
              <a:gd name="connsiteX907" fmla="*/ 3639057 w 7467600"/>
              <a:gd name="connsiteY907" fmla="*/ 286334 h 6858000"/>
              <a:gd name="connsiteX908" fmla="*/ 3640309 w 7467600"/>
              <a:gd name="connsiteY908" fmla="*/ 284664 h 6858000"/>
              <a:gd name="connsiteX909" fmla="*/ 3646022 w 7467600"/>
              <a:gd name="connsiteY909" fmla="*/ 276711 h 6858000"/>
              <a:gd name="connsiteX910" fmla="*/ 3707943 w 7467600"/>
              <a:gd name="connsiteY910" fmla="*/ 65958 h 6858000"/>
              <a:gd name="connsiteX911" fmla="*/ 3721337 w 7467600"/>
              <a:gd name="connsiteY911" fmla="*/ 0 h 6858000"/>
              <a:gd name="connsiteX912" fmla="*/ 2867960 w 7467600"/>
              <a:gd name="connsiteY912" fmla="*/ 0 h 6858000"/>
              <a:gd name="connsiteX913" fmla="*/ 2926351 w 7467600"/>
              <a:gd name="connsiteY913" fmla="*/ 0 h 6858000"/>
              <a:gd name="connsiteX914" fmla="*/ 2902823 w 7467600"/>
              <a:gd name="connsiteY914" fmla="*/ 262929 h 6858000"/>
              <a:gd name="connsiteX915" fmla="*/ 2940663 w 7467600"/>
              <a:gd name="connsiteY915" fmla="*/ 140884 h 6858000"/>
              <a:gd name="connsiteX916" fmla="*/ 2947039 w 7467600"/>
              <a:gd name="connsiteY916" fmla="*/ 122524 h 6858000"/>
              <a:gd name="connsiteX917" fmla="*/ 2984316 w 7467600"/>
              <a:gd name="connsiteY917" fmla="*/ 0 h 6858000"/>
              <a:gd name="connsiteX918" fmla="*/ 3016114 w 7467600"/>
              <a:gd name="connsiteY918" fmla="*/ 0 h 6858000"/>
              <a:gd name="connsiteX919" fmla="*/ 2979949 w 7467600"/>
              <a:gd name="connsiteY919" fmla="*/ 119274 h 6858000"/>
              <a:gd name="connsiteX920" fmla="*/ 3023879 w 7467600"/>
              <a:gd name="connsiteY920" fmla="*/ 0 h 6858000"/>
              <a:gd name="connsiteX921" fmla="*/ 3105400 w 7467600"/>
              <a:gd name="connsiteY921" fmla="*/ 0 h 6858000"/>
              <a:gd name="connsiteX922" fmla="*/ 3094669 w 7467600"/>
              <a:gd name="connsiteY922" fmla="*/ 30308 h 6858000"/>
              <a:gd name="connsiteX923" fmla="*/ 2901945 w 7467600"/>
              <a:gd name="connsiteY923" fmla="*/ 466538 h 6858000"/>
              <a:gd name="connsiteX924" fmla="*/ 2815209 w 7467600"/>
              <a:gd name="connsiteY924" fmla="*/ 497361 h 6858000"/>
              <a:gd name="connsiteX925" fmla="*/ 2844845 w 7467600"/>
              <a:gd name="connsiteY925" fmla="*/ 127638 h 6858000"/>
              <a:gd name="connsiteX926" fmla="*/ 2867960 w 7467600"/>
              <a:gd name="connsiteY926" fmla="*/ 0 h 6858000"/>
              <a:gd name="connsiteX927" fmla="*/ 1057230 w 7467600"/>
              <a:gd name="connsiteY927" fmla="*/ 0 h 6858000"/>
              <a:gd name="connsiteX928" fmla="*/ 1111003 w 7467600"/>
              <a:gd name="connsiteY928" fmla="*/ 0 h 6858000"/>
              <a:gd name="connsiteX929" fmla="*/ 1125553 w 7467600"/>
              <a:gd name="connsiteY929" fmla="*/ 52588 h 6858000"/>
              <a:gd name="connsiteX930" fmla="*/ 1304276 w 7467600"/>
              <a:gd name="connsiteY930" fmla="*/ 476275 h 6858000"/>
              <a:gd name="connsiteX931" fmla="*/ 1492066 w 7467600"/>
              <a:gd name="connsiteY931" fmla="*/ 886333 h 6858000"/>
              <a:gd name="connsiteX932" fmla="*/ 1423698 w 7467600"/>
              <a:gd name="connsiteY932" fmla="*/ 710817 h 6858000"/>
              <a:gd name="connsiteX933" fmla="*/ 1357609 w 7467600"/>
              <a:gd name="connsiteY933" fmla="*/ 532892 h 6858000"/>
              <a:gd name="connsiteX934" fmla="*/ 1309550 w 7467600"/>
              <a:gd name="connsiteY934" fmla="*/ 374031 h 6858000"/>
              <a:gd name="connsiteX935" fmla="*/ 1193673 w 7467600"/>
              <a:gd name="connsiteY935" fmla="*/ 49533 h 6858000"/>
              <a:gd name="connsiteX936" fmla="*/ 1164391 w 7467600"/>
              <a:gd name="connsiteY936" fmla="*/ 0 h 6858000"/>
              <a:gd name="connsiteX937" fmla="*/ 1200666 w 7467600"/>
              <a:gd name="connsiteY937" fmla="*/ 0 h 6858000"/>
              <a:gd name="connsiteX938" fmla="*/ 1223408 w 7467600"/>
              <a:gd name="connsiteY938" fmla="*/ 38996 h 6858000"/>
              <a:gd name="connsiteX939" fmla="*/ 1339635 w 7467600"/>
              <a:gd name="connsiteY939" fmla="*/ 365517 h 6858000"/>
              <a:gd name="connsiteX940" fmla="*/ 1387469 w 7467600"/>
              <a:gd name="connsiteY940" fmla="*/ 523079 h 6858000"/>
              <a:gd name="connsiteX941" fmla="*/ 1452685 w 7467600"/>
              <a:gd name="connsiteY941" fmla="*/ 699806 h 6858000"/>
              <a:gd name="connsiteX942" fmla="*/ 1492092 w 7467600"/>
              <a:gd name="connsiteY942" fmla="*/ 800424 h 6858000"/>
              <a:gd name="connsiteX943" fmla="*/ 1455302 w 7467600"/>
              <a:gd name="connsiteY943" fmla="*/ 632913 h 6858000"/>
              <a:gd name="connsiteX944" fmla="*/ 1222336 w 7467600"/>
              <a:gd name="connsiteY944" fmla="*/ 9480 h 6858000"/>
              <a:gd name="connsiteX945" fmla="*/ 1214634 w 7467600"/>
              <a:gd name="connsiteY945" fmla="*/ 0 h 6858000"/>
              <a:gd name="connsiteX946" fmla="*/ 1289827 w 7467600"/>
              <a:gd name="connsiteY946" fmla="*/ 0 h 6858000"/>
              <a:gd name="connsiteX947" fmla="*/ 1321076 w 7467600"/>
              <a:gd name="connsiteY947" fmla="*/ 59722 h 6858000"/>
              <a:gd name="connsiteX948" fmla="*/ 1512579 w 7467600"/>
              <a:gd name="connsiteY948" fmla="*/ 626441 h 6858000"/>
              <a:gd name="connsiteX949" fmla="*/ 1506076 w 7467600"/>
              <a:gd name="connsiteY949" fmla="*/ 1089289 h 6858000"/>
              <a:gd name="connsiteX950" fmla="*/ 1486346 w 7467600"/>
              <a:gd name="connsiteY950" fmla="*/ 1079919 h 6858000"/>
              <a:gd name="connsiteX951" fmla="*/ 1070511 w 7467600"/>
              <a:gd name="connsiteY951" fmla="*/ 48609 h 6858000"/>
              <a:gd name="connsiteX952" fmla="*/ 1057230 w 7467600"/>
              <a:gd name="connsiteY952" fmla="*/ 0 h 6858000"/>
              <a:gd name="connsiteX953" fmla="*/ 43151 w 7467600"/>
              <a:gd name="connsiteY953" fmla="*/ 0 h 6858000"/>
              <a:gd name="connsiteX954" fmla="*/ 95283 w 7467600"/>
              <a:gd name="connsiteY954" fmla="*/ 0 h 6858000"/>
              <a:gd name="connsiteX955" fmla="*/ 300708 w 7467600"/>
              <a:gd name="connsiteY955" fmla="*/ 154571 h 6858000"/>
              <a:gd name="connsiteX956" fmla="*/ 530414 w 7467600"/>
              <a:gd name="connsiteY956" fmla="*/ 354673 h 6858000"/>
              <a:gd name="connsiteX957" fmla="*/ 333785 w 7467600"/>
              <a:gd name="connsiteY957" fmla="*/ 161564 h 6858000"/>
              <a:gd name="connsiteX958" fmla="*/ 147005 w 7467600"/>
              <a:gd name="connsiteY958" fmla="*/ 0 h 6858000"/>
              <a:gd name="connsiteX959" fmla="*/ 272509 w 7467600"/>
              <a:gd name="connsiteY959" fmla="*/ 0 h 6858000"/>
              <a:gd name="connsiteX960" fmla="*/ 326276 w 7467600"/>
              <a:gd name="connsiteY960" fmla="*/ 45847 h 6858000"/>
              <a:gd name="connsiteX961" fmla="*/ 823759 w 7467600"/>
              <a:gd name="connsiteY961" fmla="*/ 574145 h 6858000"/>
              <a:gd name="connsiteX962" fmla="*/ 811254 w 7467600"/>
              <a:gd name="connsiteY962" fmla="*/ 665546 h 6858000"/>
              <a:gd name="connsiteX963" fmla="*/ 154042 w 7467600"/>
              <a:gd name="connsiteY963" fmla="*/ 261522 h 6858000"/>
              <a:gd name="connsiteX964" fmla="*/ 13550 w 7467600"/>
              <a:gd name="connsiteY964" fmla="*/ 158423 h 6858000"/>
              <a:gd name="connsiteX965" fmla="*/ 0 w 7467600"/>
              <a:gd name="connsiteY965" fmla="*/ 146618 h 6858000"/>
              <a:gd name="connsiteX966" fmla="*/ 0 w 7467600"/>
              <a:gd name="connsiteY966" fmla="*/ 59161 h 6858000"/>
              <a:gd name="connsiteX967" fmla="*/ 45427 w 7467600"/>
              <a:gd name="connsiteY967" fmla="*/ 101078 h 6858000"/>
              <a:gd name="connsiteX968" fmla="*/ 630103 w 7467600"/>
              <a:gd name="connsiteY968" fmla="*/ 485885 h 6858000"/>
              <a:gd name="connsiteX969" fmla="*/ 532040 w 7467600"/>
              <a:gd name="connsiteY969" fmla="*/ 399359 h 6858000"/>
              <a:gd name="connsiteX970" fmla="*/ 517618 w 7467600"/>
              <a:gd name="connsiteY970" fmla="*/ 385726 h 6858000"/>
              <a:gd name="connsiteX971" fmla="*/ 285074 w 7467600"/>
              <a:gd name="connsiteY971" fmla="*/ 182755 h 6858000"/>
              <a:gd name="connsiteX972" fmla="*/ 43151 w 7467600"/>
              <a:gd name="connsiteY972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7042773 w 7467600"/>
              <a:gd name="connsiteY74" fmla="*/ 5734011 h 6858000"/>
              <a:gd name="connsiteX75" fmla="*/ 7379510 w 7467600"/>
              <a:gd name="connsiteY75" fmla="*/ 5755454 h 6858000"/>
              <a:gd name="connsiteX76" fmla="*/ 7467600 w 7467600"/>
              <a:gd name="connsiteY76" fmla="*/ 5845526 h 6858000"/>
              <a:gd name="connsiteX77" fmla="*/ 7271900 w 7467600"/>
              <a:gd name="connsiteY77" fmla="*/ 5734551 h 6858000"/>
              <a:gd name="connsiteX78" fmla="*/ 7015907 w 7467600"/>
              <a:gd name="connsiteY78" fmla="*/ 5541548 h 6858000"/>
              <a:gd name="connsiteX79" fmla="*/ 7259646 w 7467600"/>
              <a:gd name="connsiteY79" fmla="*/ 5765985 h 6858000"/>
              <a:gd name="connsiteX80" fmla="*/ 7467600 w 7467600"/>
              <a:gd name="connsiteY80" fmla="*/ 6012219 h 6858000"/>
              <a:gd name="connsiteX81" fmla="*/ 7105827 w 7467600"/>
              <a:gd name="connsiteY81" fmla="*/ 5718700 h 6858000"/>
              <a:gd name="connsiteX82" fmla="*/ 7356878 w 7467600"/>
              <a:gd name="connsiteY82" fmla="*/ 5981332 h 6858000"/>
              <a:gd name="connsiteX83" fmla="*/ 7467600 w 7467600"/>
              <a:gd name="connsiteY83" fmla="*/ 6117703 h 6858000"/>
              <a:gd name="connsiteX84" fmla="*/ 7467600 w 7467600"/>
              <a:gd name="connsiteY84" fmla="*/ 6163634 h 6858000"/>
              <a:gd name="connsiteX85" fmla="*/ 7403637 w 7467600"/>
              <a:gd name="connsiteY85" fmla="*/ 6083957 h 6858000"/>
              <a:gd name="connsiteX86" fmla="*/ 7254615 w 7467600"/>
              <a:gd name="connsiteY86" fmla="*/ 5911918 h 6858000"/>
              <a:gd name="connsiteX87" fmla="*/ 7312589 w 7467600"/>
              <a:gd name="connsiteY87" fmla="*/ 5982309 h 6858000"/>
              <a:gd name="connsiteX88" fmla="*/ 7448321 w 7467600"/>
              <a:gd name="connsiteY88" fmla="*/ 6190991 h 6858000"/>
              <a:gd name="connsiteX89" fmla="*/ 7467600 w 7467600"/>
              <a:gd name="connsiteY89" fmla="*/ 6221686 h 6858000"/>
              <a:gd name="connsiteX90" fmla="*/ 7467600 w 7467600"/>
              <a:gd name="connsiteY90" fmla="*/ 6334256 h 6858000"/>
              <a:gd name="connsiteX91" fmla="*/ 7454976 w 7467600"/>
              <a:gd name="connsiteY91" fmla="*/ 6318297 h 6858000"/>
              <a:gd name="connsiteX92" fmla="*/ 7042773 w 7467600"/>
              <a:gd name="connsiteY92" fmla="*/ 5734011 h 6858000"/>
              <a:gd name="connsiteX93" fmla="*/ 1456157 w 7467600"/>
              <a:gd name="connsiteY93" fmla="*/ 5371404 h 6858000"/>
              <a:gd name="connsiteX94" fmla="*/ 1244432 w 7467600"/>
              <a:gd name="connsiteY94" fmla="*/ 5385601 h 6858000"/>
              <a:gd name="connsiteX95" fmla="*/ 973990 w 7467600"/>
              <a:gd name="connsiteY95" fmla="*/ 5424940 h 6858000"/>
              <a:gd name="connsiteX96" fmla="*/ 1103809 w 7467600"/>
              <a:gd name="connsiteY96" fmla="*/ 5433720 h 6858000"/>
              <a:gd name="connsiteX97" fmla="*/ 1123454 w 7467600"/>
              <a:gd name="connsiteY97" fmla="*/ 5435727 h 6858000"/>
              <a:gd name="connsiteX98" fmla="*/ 1737017 w 7467600"/>
              <a:gd name="connsiteY98" fmla="*/ 5452183 h 6858000"/>
              <a:gd name="connsiteX99" fmla="*/ 1824397 w 7467600"/>
              <a:gd name="connsiteY99" fmla="*/ 5447757 h 6858000"/>
              <a:gd name="connsiteX100" fmla="*/ 2070059 w 7467600"/>
              <a:gd name="connsiteY100" fmla="*/ 5441660 h 6858000"/>
              <a:gd name="connsiteX101" fmla="*/ 1456157 w 7467600"/>
              <a:gd name="connsiteY101" fmla="*/ 5371404 h 6858000"/>
              <a:gd name="connsiteX102" fmla="*/ 4988186 w 7467600"/>
              <a:gd name="connsiteY102" fmla="*/ 5216467 h 6858000"/>
              <a:gd name="connsiteX103" fmla="*/ 4777334 w 7467600"/>
              <a:gd name="connsiteY103" fmla="*/ 5406072 h 6858000"/>
              <a:gd name="connsiteX104" fmla="*/ 4718341 w 7467600"/>
              <a:gd name="connsiteY104" fmla="*/ 5468043 h 6858000"/>
              <a:gd name="connsiteX105" fmla="*/ 4604655 w 7467600"/>
              <a:gd name="connsiteY105" fmla="*/ 5583434 h 6858000"/>
              <a:gd name="connsiteX106" fmla="*/ 4565074 w 7467600"/>
              <a:gd name="connsiteY106" fmla="*/ 5618550 h 6858000"/>
              <a:gd name="connsiteX107" fmla="*/ 4988186 w 7467600"/>
              <a:gd name="connsiteY107" fmla="*/ 5216467 h 6858000"/>
              <a:gd name="connsiteX108" fmla="*/ 4978032 w 7467600"/>
              <a:gd name="connsiteY108" fmla="*/ 5183809 h 6858000"/>
              <a:gd name="connsiteX109" fmla="*/ 4463413 w 7467600"/>
              <a:gd name="connsiteY109" fmla="*/ 5615162 h 6858000"/>
              <a:gd name="connsiteX110" fmla="*/ 4358134 w 7467600"/>
              <a:gd name="connsiteY110" fmla="*/ 5742791 h 6858000"/>
              <a:gd name="connsiteX111" fmla="*/ 4376219 w 7467600"/>
              <a:gd name="connsiteY111" fmla="*/ 5729027 h 6858000"/>
              <a:gd name="connsiteX112" fmla="*/ 4582340 w 7467600"/>
              <a:gd name="connsiteY112" fmla="*/ 5561037 h 6858000"/>
              <a:gd name="connsiteX113" fmla="*/ 4694684 w 7467600"/>
              <a:gd name="connsiteY113" fmla="*/ 5447098 h 6858000"/>
              <a:gd name="connsiteX114" fmla="*/ 4754123 w 7467600"/>
              <a:gd name="connsiteY114" fmla="*/ 5384643 h 6858000"/>
              <a:gd name="connsiteX115" fmla="*/ 4978032 w 7467600"/>
              <a:gd name="connsiteY115" fmla="*/ 5183809 h 6858000"/>
              <a:gd name="connsiteX116" fmla="*/ 1903353 w 7467600"/>
              <a:gd name="connsiteY116" fmla="*/ 5044827 h 6858000"/>
              <a:gd name="connsiteX117" fmla="*/ 1936931 w 7467600"/>
              <a:gd name="connsiteY117" fmla="*/ 5093954 h 6858000"/>
              <a:gd name="connsiteX118" fmla="*/ 2195868 w 7467600"/>
              <a:gd name="connsiteY118" fmla="*/ 5396574 h 6858000"/>
              <a:gd name="connsiteX119" fmla="*/ 2088852 w 7467600"/>
              <a:gd name="connsiteY119" fmla="*/ 5166123 h 6858000"/>
              <a:gd name="connsiteX120" fmla="*/ 1958241 w 7467600"/>
              <a:gd name="connsiteY120" fmla="*/ 5067955 h 6858000"/>
              <a:gd name="connsiteX121" fmla="*/ 1903353 w 7467600"/>
              <a:gd name="connsiteY121" fmla="*/ 5044827 h 6858000"/>
              <a:gd name="connsiteX122" fmla="*/ 1979378 w 7467600"/>
              <a:gd name="connsiteY122" fmla="*/ 4769504 h 6858000"/>
              <a:gd name="connsiteX123" fmla="*/ 2882120 w 7467600"/>
              <a:gd name="connsiteY123" fmla="*/ 5064547 h 6858000"/>
              <a:gd name="connsiteX124" fmla="*/ 2793103 w 7467600"/>
              <a:gd name="connsiteY124" fmla="*/ 5039699 h 6858000"/>
              <a:gd name="connsiteX125" fmla="*/ 2770041 w 7467600"/>
              <a:gd name="connsiteY125" fmla="*/ 5033634 h 6858000"/>
              <a:gd name="connsiteX126" fmla="*/ 1979378 w 7467600"/>
              <a:gd name="connsiteY126" fmla="*/ 4769504 h 6858000"/>
              <a:gd name="connsiteX127" fmla="*/ 1927410 w 7467600"/>
              <a:gd name="connsiteY127" fmla="*/ 4716164 h 6858000"/>
              <a:gd name="connsiteX128" fmla="*/ 1959587 w 7467600"/>
              <a:gd name="connsiteY128" fmla="*/ 4728849 h 6858000"/>
              <a:gd name="connsiteX129" fmla="*/ 2777707 w 7467600"/>
              <a:gd name="connsiteY129" fmla="*/ 5003991 h 6858000"/>
              <a:gd name="connsiteX130" fmla="*/ 2800768 w 7467600"/>
              <a:gd name="connsiteY130" fmla="*/ 5010056 h 6858000"/>
              <a:gd name="connsiteX131" fmla="*/ 2879408 w 7467600"/>
              <a:gd name="connsiteY131" fmla="*/ 5031590 h 6858000"/>
              <a:gd name="connsiteX132" fmla="*/ 2862295 w 7467600"/>
              <a:gd name="connsiteY132" fmla="*/ 5022958 h 6858000"/>
              <a:gd name="connsiteX133" fmla="*/ 2813343 w 7467600"/>
              <a:gd name="connsiteY133" fmla="*/ 4998369 h 6858000"/>
              <a:gd name="connsiteX134" fmla="*/ 2646245 w 7467600"/>
              <a:gd name="connsiteY134" fmla="*/ 4930999 h 6858000"/>
              <a:gd name="connsiteX135" fmla="*/ 1999243 w 7467600"/>
              <a:gd name="connsiteY135" fmla="*/ 4730524 h 6858000"/>
              <a:gd name="connsiteX136" fmla="*/ 1979527 w 7467600"/>
              <a:gd name="connsiteY136" fmla="*/ 4726651 h 6858000"/>
              <a:gd name="connsiteX137" fmla="*/ 1927410 w 7467600"/>
              <a:gd name="connsiteY137" fmla="*/ 4716164 h 6858000"/>
              <a:gd name="connsiteX138" fmla="*/ 1997014 w 7467600"/>
              <a:gd name="connsiteY138" fmla="*/ 4698007 h 6858000"/>
              <a:gd name="connsiteX139" fmla="*/ 2005458 w 7467600"/>
              <a:gd name="connsiteY139" fmla="*/ 4699540 h 6858000"/>
              <a:gd name="connsiteX140" fmla="*/ 2657186 w 7467600"/>
              <a:gd name="connsiteY140" fmla="*/ 4901687 h 6858000"/>
              <a:gd name="connsiteX141" fmla="*/ 2826662 w 7467600"/>
              <a:gd name="connsiteY141" fmla="*/ 4970362 h 6858000"/>
              <a:gd name="connsiteX142" fmla="*/ 2876100 w 7467600"/>
              <a:gd name="connsiteY142" fmla="*/ 4995397 h 6858000"/>
              <a:gd name="connsiteX143" fmla="*/ 3042600 w 7467600"/>
              <a:gd name="connsiteY143" fmla="*/ 5059532 h 6858000"/>
              <a:gd name="connsiteX144" fmla="*/ 1997014 w 7467600"/>
              <a:gd name="connsiteY144" fmla="*/ 4698007 h 6858000"/>
              <a:gd name="connsiteX145" fmla="*/ 2305292 w 7467600"/>
              <a:gd name="connsiteY145" fmla="*/ 4219492 h 6858000"/>
              <a:gd name="connsiteX146" fmla="*/ 3360922 w 7467600"/>
              <a:gd name="connsiteY146" fmla="*/ 4529373 h 6858000"/>
              <a:gd name="connsiteX147" fmla="*/ 3492420 w 7467600"/>
              <a:gd name="connsiteY147" fmla="*/ 4510145 h 6858000"/>
              <a:gd name="connsiteX148" fmla="*/ 3364086 w 7467600"/>
              <a:gd name="connsiteY148" fmla="*/ 4480340 h 6858000"/>
              <a:gd name="connsiteX149" fmla="*/ 3225818 w 7467600"/>
              <a:gd name="connsiteY149" fmla="*/ 4411822 h 6858000"/>
              <a:gd name="connsiteX150" fmla="*/ 3129696 w 7467600"/>
              <a:gd name="connsiteY150" fmla="*/ 4360704 h 6858000"/>
              <a:gd name="connsiteX151" fmla="*/ 2814545 w 7467600"/>
              <a:gd name="connsiteY151" fmla="*/ 4282955 h 6858000"/>
              <a:gd name="connsiteX152" fmla="*/ 2305292 w 7467600"/>
              <a:gd name="connsiteY152" fmla="*/ 4219492 h 6858000"/>
              <a:gd name="connsiteX153" fmla="*/ 2626982 w 7467600"/>
              <a:gd name="connsiteY153" fmla="*/ 4206450 h 6858000"/>
              <a:gd name="connsiteX154" fmla="*/ 2490617 w 7467600"/>
              <a:gd name="connsiteY154" fmla="*/ 4206951 h 6858000"/>
              <a:gd name="connsiteX155" fmla="*/ 2819869 w 7467600"/>
              <a:gd name="connsiteY155" fmla="*/ 4252936 h 6858000"/>
              <a:gd name="connsiteX156" fmla="*/ 3143018 w 7467600"/>
              <a:gd name="connsiteY156" fmla="*/ 4332698 h 6858000"/>
              <a:gd name="connsiteX157" fmla="*/ 3241520 w 7467600"/>
              <a:gd name="connsiteY157" fmla="*/ 4385112 h 6858000"/>
              <a:gd name="connsiteX158" fmla="*/ 3374575 w 7467600"/>
              <a:gd name="connsiteY158" fmla="*/ 4451517 h 6858000"/>
              <a:gd name="connsiteX159" fmla="*/ 3505221 w 7467600"/>
              <a:gd name="connsiteY159" fmla="*/ 4480757 h 6858000"/>
              <a:gd name="connsiteX160" fmla="*/ 2626982 w 7467600"/>
              <a:gd name="connsiteY160" fmla="*/ 4206450 h 6858000"/>
              <a:gd name="connsiteX161" fmla="*/ 1310106 w 7467600"/>
              <a:gd name="connsiteY161" fmla="*/ 3943217 h 6858000"/>
              <a:gd name="connsiteX162" fmla="*/ 854994 w 7467600"/>
              <a:gd name="connsiteY162" fmla="*/ 4399136 h 6858000"/>
              <a:gd name="connsiteX163" fmla="*/ 742462 w 7467600"/>
              <a:gd name="connsiteY163" fmla="*/ 4594648 h 6858000"/>
              <a:gd name="connsiteX164" fmla="*/ 820602 w 7467600"/>
              <a:gd name="connsiteY164" fmla="*/ 4485915 h 6858000"/>
              <a:gd name="connsiteX165" fmla="*/ 878295 w 7467600"/>
              <a:gd name="connsiteY165" fmla="*/ 4403594 h 6858000"/>
              <a:gd name="connsiteX166" fmla="*/ 1240607 w 7467600"/>
              <a:gd name="connsiteY166" fmla="*/ 4010401 h 6858000"/>
              <a:gd name="connsiteX167" fmla="*/ 1310106 w 7467600"/>
              <a:gd name="connsiteY167" fmla="*/ 3943217 h 6858000"/>
              <a:gd name="connsiteX168" fmla="*/ 1423113 w 7467600"/>
              <a:gd name="connsiteY168" fmla="*/ 3874565 h 6858000"/>
              <a:gd name="connsiteX169" fmla="*/ 1260565 w 7467600"/>
              <a:gd name="connsiteY169" fmla="*/ 4031982 h 6858000"/>
              <a:gd name="connsiteX170" fmla="*/ 901900 w 7467600"/>
              <a:gd name="connsiteY170" fmla="*/ 4421236 h 6858000"/>
              <a:gd name="connsiteX171" fmla="*/ 845044 w 7467600"/>
              <a:gd name="connsiteY171" fmla="*/ 4502436 h 6858000"/>
              <a:gd name="connsiteX172" fmla="*/ 685926 w 7467600"/>
              <a:gd name="connsiteY172" fmla="*/ 4703069 h 6858000"/>
              <a:gd name="connsiteX173" fmla="*/ 684248 w 7467600"/>
              <a:gd name="connsiteY173" fmla="*/ 4706721 h 6858000"/>
              <a:gd name="connsiteX174" fmla="*/ 1423113 w 7467600"/>
              <a:gd name="connsiteY174" fmla="*/ 3874565 h 6858000"/>
              <a:gd name="connsiteX175" fmla="*/ 3316479 w 7467600"/>
              <a:gd name="connsiteY175" fmla="*/ 3872136 h 6858000"/>
              <a:gd name="connsiteX176" fmla="*/ 3546806 w 7467600"/>
              <a:gd name="connsiteY176" fmla="*/ 4356139 h 6858000"/>
              <a:gd name="connsiteX177" fmla="*/ 3364433 w 7467600"/>
              <a:gd name="connsiteY177" fmla="*/ 3953121 h 6858000"/>
              <a:gd name="connsiteX178" fmla="*/ 3316479 w 7467600"/>
              <a:gd name="connsiteY178" fmla="*/ 3872136 h 6858000"/>
              <a:gd name="connsiteX179" fmla="*/ 3291335 w 7467600"/>
              <a:gd name="connsiteY179" fmla="*/ 3767420 h 6858000"/>
              <a:gd name="connsiteX180" fmla="*/ 3390805 w 7467600"/>
              <a:gd name="connsiteY180" fmla="*/ 3937163 h 6858000"/>
              <a:gd name="connsiteX181" fmla="*/ 3579062 w 7467600"/>
              <a:gd name="connsiteY181" fmla="*/ 4359040 h 6858000"/>
              <a:gd name="connsiteX182" fmla="*/ 3467355 w 7467600"/>
              <a:gd name="connsiteY182" fmla="*/ 3988130 h 6858000"/>
              <a:gd name="connsiteX183" fmla="*/ 3310753 w 7467600"/>
              <a:gd name="connsiteY183" fmla="*/ 3787140 h 6858000"/>
              <a:gd name="connsiteX184" fmla="*/ 3291335 w 7467600"/>
              <a:gd name="connsiteY184" fmla="*/ 3767420 h 6858000"/>
              <a:gd name="connsiteX185" fmla="*/ 1635889 w 7467600"/>
              <a:gd name="connsiteY185" fmla="*/ 3709494 h 6858000"/>
              <a:gd name="connsiteX186" fmla="*/ 1634800 w 7467600"/>
              <a:gd name="connsiteY186" fmla="*/ 3731111 h 6858000"/>
              <a:gd name="connsiteX187" fmla="*/ 1635889 w 7467600"/>
              <a:gd name="connsiteY187" fmla="*/ 3709494 h 6858000"/>
              <a:gd name="connsiteX188" fmla="*/ 1510397 w 7467600"/>
              <a:gd name="connsiteY188" fmla="*/ 3684705 h 6858000"/>
              <a:gd name="connsiteX189" fmla="*/ 1146550 w 7467600"/>
              <a:gd name="connsiteY189" fmla="*/ 3802012 h 6858000"/>
              <a:gd name="connsiteX190" fmla="*/ 698834 w 7467600"/>
              <a:gd name="connsiteY190" fmla="*/ 3952272 h 6858000"/>
              <a:gd name="connsiteX191" fmla="*/ 34256 w 7467600"/>
              <a:gd name="connsiteY191" fmla="*/ 4347603 h 6858000"/>
              <a:gd name="connsiteX192" fmla="*/ 527241 w 7467600"/>
              <a:gd name="connsiteY192" fmla="*/ 4065078 h 6858000"/>
              <a:gd name="connsiteX193" fmla="*/ 1510397 w 7467600"/>
              <a:gd name="connsiteY193" fmla="*/ 3684705 h 6858000"/>
              <a:gd name="connsiteX194" fmla="*/ 1313114 w 7467600"/>
              <a:gd name="connsiteY194" fmla="*/ 3655216 h 6858000"/>
              <a:gd name="connsiteX195" fmla="*/ 1109304 w 7467600"/>
              <a:gd name="connsiteY195" fmla="*/ 3669030 h 6858000"/>
              <a:gd name="connsiteX196" fmla="*/ 8129 w 7467600"/>
              <a:gd name="connsiteY196" fmla="*/ 4330519 h 6858000"/>
              <a:gd name="connsiteX197" fmla="*/ 687572 w 7467600"/>
              <a:gd name="connsiteY197" fmla="*/ 3925629 h 6858000"/>
              <a:gd name="connsiteX198" fmla="*/ 1138365 w 7467600"/>
              <a:gd name="connsiteY198" fmla="*/ 3774515 h 6858000"/>
              <a:gd name="connsiteX199" fmla="*/ 1505579 w 7467600"/>
              <a:gd name="connsiteY199" fmla="*/ 3655526 h 6858000"/>
              <a:gd name="connsiteX200" fmla="*/ 1313114 w 7467600"/>
              <a:gd name="connsiteY200" fmla="*/ 3655216 h 6858000"/>
              <a:gd name="connsiteX201" fmla="*/ 3655073 w 7467600"/>
              <a:gd name="connsiteY201" fmla="*/ 3650884 h 6858000"/>
              <a:gd name="connsiteX202" fmla="*/ 3989938 w 7467600"/>
              <a:gd name="connsiteY202" fmla="*/ 3991685 h 6858000"/>
              <a:gd name="connsiteX203" fmla="*/ 4393907 w 7467600"/>
              <a:gd name="connsiteY203" fmla="*/ 4261258 h 6858000"/>
              <a:gd name="connsiteX204" fmla="*/ 4648051 w 7467600"/>
              <a:gd name="connsiteY204" fmla="*/ 4374051 h 6858000"/>
              <a:gd name="connsiteX205" fmla="*/ 4383389 w 7467600"/>
              <a:gd name="connsiteY205" fmla="*/ 4184369 h 6858000"/>
              <a:gd name="connsiteX206" fmla="*/ 4165508 w 7467600"/>
              <a:gd name="connsiteY206" fmla="*/ 4035196 h 6858000"/>
              <a:gd name="connsiteX207" fmla="*/ 4068162 w 7467600"/>
              <a:gd name="connsiteY207" fmla="*/ 3953394 h 6858000"/>
              <a:gd name="connsiteX208" fmla="*/ 3981416 w 7467600"/>
              <a:gd name="connsiteY208" fmla="*/ 3880482 h 6858000"/>
              <a:gd name="connsiteX209" fmla="*/ 3800147 w 7467600"/>
              <a:gd name="connsiteY209" fmla="*/ 3749872 h 6858000"/>
              <a:gd name="connsiteX210" fmla="*/ 3655073 w 7467600"/>
              <a:gd name="connsiteY210" fmla="*/ 3650884 h 6858000"/>
              <a:gd name="connsiteX211" fmla="*/ 3670252 w 7467600"/>
              <a:gd name="connsiteY211" fmla="*/ 3622798 h 6858000"/>
              <a:gd name="connsiteX212" fmla="*/ 3817258 w 7467600"/>
              <a:gd name="connsiteY212" fmla="*/ 3723577 h 6858000"/>
              <a:gd name="connsiteX213" fmla="*/ 4000461 w 7467600"/>
              <a:gd name="connsiteY213" fmla="*/ 3855966 h 6858000"/>
              <a:gd name="connsiteX214" fmla="*/ 4088180 w 7467600"/>
              <a:gd name="connsiteY214" fmla="*/ 3929774 h 6858000"/>
              <a:gd name="connsiteX215" fmla="*/ 4184555 w 7467600"/>
              <a:gd name="connsiteY215" fmla="*/ 4010683 h 6858000"/>
              <a:gd name="connsiteX216" fmla="*/ 4399563 w 7467600"/>
              <a:gd name="connsiteY216" fmla="*/ 4158106 h 6858000"/>
              <a:gd name="connsiteX217" fmla="*/ 4684469 w 7467600"/>
              <a:gd name="connsiteY217" fmla="*/ 4364680 h 6858000"/>
              <a:gd name="connsiteX218" fmla="*/ 4690271 w 7467600"/>
              <a:gd name="connsiteY218" fmla="*/ 4370034 h 6858000"/>
              <a:gd name="connsiteX219" fmla="*/ 4136093 w 7467600"/>
              <a:gd name="connsiteY219" fmla="*/ 3858466 h 6858000"/>
              <a:gd name="connsiteX220" fmla="*/ 3670252 w 7467600"/>
              <a:gd name="connsiteY220" fmla="*/ 3622798 h 6858000"/>
              <a:gd name="connsiteX221" fmla="*/ 4440129 w 7467600"/>
              <a:gd name="connsiteY221" fmla="*/ 3448571 h 6858000"/>
              <a:gd name="connsiteX222" fmla="*/ 4856525 w 7467600"/>
              <a:gd name="connsiteY222" fmla="*/ 3915351 h 6858000"/>
              <a:gd name="connsiteX223" fmla="*/ 5059055 w 7467600"/>
              <a:gd name="connsiteY223" fmla="*/ 4108918 h 6858000"/>
              <a:gd name="connsiteX224" fmla="*/ 5290070 w 7467600"/>
              <a:gd name="connsiteY224" fmla="*/ 4263619 h 6858000"/>
              <a:gd name="connsiteX225" fmla="*/ 4834991 w 7467600"/>
              <a:gd name="connsiteY225" fmla="*/ 3830985 h 6858000"/>
              <a:gd name="connsiteX226" fmla="*/ 4440129 w 7467600"/>
              <a:gd name="connsiteY226" fmla="*/ 3448571 h 6858000"/>
              <a:gd name="connsiteX227" fmla="*/ 4441737 w 7467600"/>
              <a:gd name="connsiteY227" fmla="*/ 3399734 h 6858000"/>
              <a:gd name="connsiteX228" fmla="*/ 4431236 w 7467600"/>
              <a:gd name="connsiteY228" fmla="*/ 3400954 h 6858000"/>
              <a:gd name="connsiteX229" fmla="*/ 4557150 w 7467600"/>
              <a:gd name="connsiteY229" fmla="*/ 3510023 h 6858000"/>
              <a:gd name="connsiteX230" fmla="*/ 4856936 w 7467600"/>
              <a:gd name="connsiteY230" fmla="*/ 3809146 h 6858000"/>
              <a:gd name="connsiteX231" fmla="*/ 5111996 w 7467600"/>
              <a:gd name="connsiteY231" fmla="*/ 4065759 h 6858000"/>
              <a:gd name="connsiteX232" fmla="*/ 5388878 w 7467600"/>
              <a:gd name="connsiteY232" fmla="*/ 4300185 h 6858000"/>
              <a:gd name="connsiteX233" fmla="*/ 5425556 w 7467600"/>
              <a:gd name="connsiteY233" fmla="*/ 4308967 h 6858000"/>
              <a:gd name="connsiteX234" fmla="*/ 4943646 w 7467600"/>
              <a:gd name="connsiteY234" fmla="*/ 3822916 h 6858000"/>
              <a:gd name="connsiteX235" fmla="*/ 4594837 w 7467600"/>
              <a:gd name="connsiteY235" fmla="*/ 3532274 h 6858000"/>
              <a:gd name="connsiteX236" fmla="*/ 4441737 w 7467600"/>
              <a:gd name="connsiteY236" fmla="*/ 3399734 h 6858000"/>
              <a:gd name="connsiteX237" fmla="*/ 5425834 w 7467600"/>
              <a:gd name="connsiteY237" fmla="*/ 3162785 h 6858000"/>
              <a:gd name="connsiteX238" fmla="*/ 5401644 w 7467600"/>
              <a:gd name="connsiteY238" fmla="*/ 3617847 h 6858000"/>
              <a:gd name="connsiteX239" fmla="*/ 5467256 w 7467600"/>
              <a:gd name="connsiteY239" fmla="*/ 4175494 h 6858000"/>
              <a:gd name="connsiteX240" fmla="*/ 5448069 w 7467600"/>
              <a:gd name="connsiteY240" fmla="*/ 3567554 h 6858000"/>
              <a:gd name="connsiteX241" fmla="*/ 5425834 w 7467600"/>
              <a:gd name="connsiteY241" fmla="*/ 3162785 h 6858000"/>
              <a:gd name="connsiteX242" fmla="*/ 1318687 w 7467600"/>
              <a:gd name="connsiteY242" fmla="*/ 3113840 h 6858000"/>
              <a:gd name="connsiteX243" fmla="*/ 1066793 w 7467600"/>
              <a:gd name="connsiteY243" fmla="*/ 3212171 h 6858000"/>
              <a:gd name="connsiteX244" fmla="*/ 993319 w 7467600"/>
              <a:gd name="connsiteY244" fmla="*/ 3247648 h 6858000"/>
              <a:gd name="connsiteX245" fmla="*/ 853081 w 7467600"/>
              <a:gd name="connsiteY245" fmla="*/ 3312410 h 6858000"/>
              <a:gd name="connsiteX246" fmla="*/ 805957 w 7467600"/>
              <a:gd name="connsiteY246" fmla="*/ 3330443 h 6858000"/>
              <a:gd name="connsiteX247" fmla="*/ 1318687 w 7467600"/>
              <a:gd name="connsiteY247" fmla="*/ 3113840 h 6858000"/>
              <a:gd name="connsiteX248" fmla="*/ 5453702 w 7467600"/>
              <a:gd name="connsiteY248" fmla="*/ 3090882 h 6858000"/>
              <a:gd name="connsiteX249" fmla="*/ 5480135 w 7467600"/>
              <a:gd name="connsiteY249" fmla="*/ 3565802 h 6858000"/>
              <a:gd name="connsiteX250" fmla="*/ 5499023 w 7467600"/>
              <a:gd name="connsiteY250" fmla="*/ 4166310 h 6858000"/>
              <a:gd name="connsiteX251" fmla="*/ 5547022 w 7467600"/>
              <a:gd name="connsiteY251" fmla="*/ 3607838 h 6858000"/>
              <a:gd name="connsiteX252" fmla="*/ 5515964 w 7467600"/>
              <a:gd name="connsiteY252" fmla="*/ 3378541 h 6858000"/>
              <a:gd name="connsiteX253" fmla="*/ 5453702 w 7467600"/>
              <a:gd name="connsiteY253" fmla="*/ 3090882 h 6858000"/>
              <a:gd name="connsiteX254" fmla="*/ 1238695 w 7467600"/>
              <a:gd name="connsiteY254" fmla="*/ 3076820 h 6858000"/>
              <a:gd name="connsiteX255" fmla="*/ 716371 w 7467600"/>
              <a:gd name="connsiteY255" fmla="*/ 3293249 h 6858000"/>
              <a:gd name="connsiteX256" fmla="*/ 579522 w 7467600"/>
              <a:gd name="connsiteY256" fmla="*/ 3371759 h 6858000"/>
              <a:gd name="connsiteX257" fmla="*/ 600288 w 7467600"/>
              <a:gd name="connsiteY257" fmla="*/ 3365555 h 6858000"/>
              <a:gd name="connsiteX258" fmla="*/ 840692 w 7467600"/>
              <a:gd name="connsiteY258" fmla="*/ 3284921 h 6858000"/>
              <a:gd name="connsiteX259" fmla="*/ 979248 w 7467600"/>
              <a:gd name="connsiteY259" fmla="*/ 3221003 h 6858000"/>
              <a:gd name="connsiteX260" fmla="*/ 1053282 w 7467600"/>
              <a:gd name="connsiteY260" fmla="*/ 3185247 h 6858000"/>
              <a:gd name="connsiteX261" fmla="*/ 1320603 w 7467600"/>
              <a:gd name="connsiteY261" fmla="*/ 3081281 h 6858000"/>
              <a:gd name="connsiteX262" fmla="*/ 1238695 w 7467600"/>
              <a:gd name="connsiteY262" fmla="*/ 3076820 h 6858000"/>
              <a:gd name="connsiteX263" fmla="*/ 5425627 w 7467600"/>
              <a:gd name="connsiteY263" fmla="*/ 2954192 h 6858000"/>
              <a:gd name="connsiteX264" fmla="*/ 5470770 w 7467600"/>
              <a:gd name="connsiteY264" fmla="*/ 3005435 h 6858000"/>
              <a:gd name="connsiteX265" fmla="*/ 5519779 w 7467600"/>
              <a:gd name="connsiteY265" fmla="*/ 4359223 h 6858000"/>
              <a:gd name="connsiteX266" fmla="*/ 5520293 w 7467600"/>
              <a:gd name="connsiteY266" fmla="*/ 4360602 h 6858000"/>
              <a:gd name="connsiteX267" fmla="*/ 5767221 w 7467600"/>
              <a:gd name="connsiteY267" fmla="*/ 4665564 h 6858000"/>
              <a:gd name="connsiteX268" fmla="*/ 6937169 w 7467600"/>
              <a:gd name="connsiteY268" fmla="*/ 4815941 h 6858000"/>
              <a:gd name="connsiteX269" fmla="*/ 6953922 w 7467600"/>
              <a:gd name="connsiteY269" fmla="*/ 4890068 h 6858000"/>
              <a:gd name="connsiteX270" fmla="*/ 6071359 w 7467600"/>
              <a:gd name="connsiteY270" fmla="*/ 4770770 h 6858000"/>
              <a:gd name="connsiteX271" fmla="*/ 6038839 w 7467600"/>
              <a:gd name="connsiteY271" fmla="*/ 4764474 h 6858000"/>
              <a:gd name="connsiteX272" fmla="*/ 6038706 w 7467600"/>
              <a:gd name="connsiteY272" fmla="*/ 4763847 h 6858000"/>
              <a:gd name="connsiteX273" fmla="*/ 6037784 w 7467600"/>
              <a:gd name="connsiteY273" fmla="*/ 4764270 h 6858000"/>
              <a:gd name="connsiteX274" fmla="*/ 6038839 w 7467600"/>
              <a:gd name="connsiteY274" fmla="*/ 4764474 h 6858000"/>
              <a:gd name="connsiteX275" fmla="*/ 6040338 w 7467600"/>
              <a:gd name="connsiteY275" fmla="*/ 4771418 h 6858000"/>
              <a:gd name="connsiteX276" fmla="*/ 6024488 w 7467600"/>
              <a:gd name="connsiteY276" fmla="*/ 4809903 h 6858000"/>
              <a:gd name="connsiteX277" fmla="*/ 5599771 w 7467600"/>
              <a:gd name="connsiteY277" fmla="*/ 5509652 h 6858000"/>
              <a:gd name="connsiteX278" fmla="*/ 5548843 w 7467600"/>
              <a:gd name="connsiteY278" fmla="*/ 5563845 h 6858000"/>
              <a:gd name="connsiteX279" fmla="*/ 5940952 w 7467600"/>
              <a:gd name="connsiteY279" fmla="*/ 6250028 h 6858000"/>
              <a:gd name="connsiteX280" fmla="*/ 6043441 w 7467600"/>
              <a:gd name="connsiteY280" fmla="*/ 6665847 h 6858000"/>
              <a:gd name="connsiteX281" fmla="*/ 6093432 w 7467600"/>
              <a:gd name="connsiteY281" fmla="*/ 6858000 h 6858000"/>
              <a:gd name="connsiteX282" fmla="*/ 6034344 w 7467600"/>
              <a:gd name="connsiteY282" fmla="*/ 6858000 h 6858000"/>
              <a:gd name="connsiteX283" fmla="*/ 6026679 w 7467600"/>
              <a:gd name="connsiteY283" fmla="*/ 6836959 h 6858000"/>
              <a:gd name="connsiteX284" fmla="*/ 5800441 w 7467600"/>
              <a:gd name="connsiteY284" fmla="*/ 6335286 h 6858000"/>
              <a:gd name="connsiteX285" fmla="*/ 5526562 w 7467600"/>
              <a:gd name="connsiteY285" fmla="*/ 5705388 h 6858000"/>
              <a:gd name="connsiteX286" fmla="*/ 5519640 w 7467600"/>
              <a:gd name="connsiteY286" fmla="*/ 5683774 h 6858000"/>
              <a:gd name="connsiteX287" fmla="*/ 5844559 w 7467600"/>
              <a:gd name="connsiteY287" fmla="*/ 6553349 h 6858000"/>
              <a:gd name="connsiteX288" fmla="*/ 5975994 w 7467600"/>
              <a:gd name="connsiteY288" fmla="*/ 6858000 h 6858000"/>
              <a:gd name="connsiteX289" fmla="*/ 5898547 w 7467600"/>
              <a:gd name="connsiteY289" fmla="*/ 6858000 h 6858000"/>
              <a:gd name="connsiteX290" fmla="*/ 5682041 w 7467600"/>
              <a:gd name="connsiteY290" fmla="*/ 6355860 h 6858000"/>
              <a:gd name="connsiteX291" fmla="*/ 5461758 w 7467600"/>
              <a:gd name="connsiteY291" fmla="*/ 5820220 h 6858000"/>
              <a:gd name="connsiteX292" fmla="*/ 5237282 w 7467600"/>
              <a:gd name="connsiteY292" fmla="*/ 6579086 h 6858000"/>
              <a:gd name="connsiteX293" fmla="*/ 5115009 w 7467600"/>
              <a:gd name="connsiteY293" fmla="*/ 6858000 h 6858000"/>
              <a:gd name="connsiteX294" fmla="*/ 5028074 w 7467600"/>
              <a:gd name="connsiteY294" fmla="*/ 6858000 h 6858000"/>
              <a:gd name="connsiteX295" fmla="*/ 5079508 w 7467600"/>
              <a:gd name="connsiteY295" fmla="*/ 6749074 h 6858000"/>
              <a:gd name="connsiteX296" fmla="*/ 5371846 w 7467600"/>
              <a:gd name="connsiteY296" fmla="*/ 5924413 h 6858000"/>
              <a:gd name="connsiteX297" fmla="*/ 5270512 w 7467600"/>
              <a:gd name="connsiteY297" fmla="*/ 6138975 h 6858000"/>
              <a:gd name="connsiteX298" fmla="*/ 5062409 w 7467600"/>
              <a:gd name="connsiteY298" fmla="*/ 6653544 h 6858000"/>
              <a:gd name="connsiteX299" fmla="*/ 5036628 w 7467600"/>
              <a:gd name="connsiteY299" fmla="*/ 6754247 h 6858000"/>
              <a:gd name="connsiteX300" fmla="*/ 5009112 w 7467600"/>
              <a:gd name="connsiteY300" fmla="*/ 6858000 h 6858000"/>
              <a:gd name="connsiteX301" fmla="*/ 4976679 w 7467600"/>
              <a:gd name="connsiteY301" fmla="*/ 6858000 h 6858000"/>
              <a:gd name="connsiteX302" fmla="*/ 5006537 w 7467600"/>
              <a:gd name="connsiteY302" fmla="*/ 6747068 h 6858000"/>
              <a:gd name="connsiteX303" fmla="*/ 5032723 w 7467600"/>
              <a:gd name="connsiteY303" fmla="*/ 6644957 h 6858000"/>
              <a:gd name="connsiteX304" fmla="*/ 5242949 w 7467600"/>
              <a:gd name="connsiteY304" fmla="*/ 6125175 h 6858000"/>
              <a:gd name="connsiteX305" fmla="*/ 5286321 w 7467600"/>
              <a:gd name="connsiteY305" fmla="*/ 6033555 h 6858000"/>
              <a:gd name="connsiteX306" fmla="*/ 5008210 w 7467600"/>
              <a:gd name="connsiteY306" fmla="*/ 6649194 h 6858000"/>
              <a:gd name="connsiteX307" fmla="*/ 4986321 w 7467600"/>
              <a:gd name="connsiteY307" fmla="*/ 6765687 h 6858000"/>
              <a:gd name="connsiteX308" fmla="*/ 4973474 w 7467600"/>
              <a:gd name="connsiteY308" fmla="*/ 6858000 h 6858000"/>
              <a:gd name="connsiteX309" fmla="*/ 4907178 w 7467600"/>
              <a:gd name="connsiteY309" fmla="*/ 6858000 h 6858000"/>
              <a:gd name="connsiteX310" fmla="*/ 4910810 w 7467600"/>
              <a:gd name="connsiteY310" fmla="*/ 6829660 h 6858000"/>
              <a:gd name="connsiteX311" fmla="*/ 4987461 w 7467600"/>
              <a:gd name="connsiteY311" fmla="*/ 6432994 h 6858000"/>
              <a:gd name="connsiteX312" fmla="*/ 5179262 w 7467600"/>
              <a:gd name="connsiteY312" fmla="*/ 6035044 h 6858000"/>
              <a:gd name="connsiteX313" fmla="*/ 4689678 w 7467600"/>
              <a:gd name="connsiteY313" fmla="*/ 6440241 h 6858000"/>
              <a:gd name="connsiteX314" fmla="*/ 4477543 w 7467600"/>
              <a:gd name="connsiteY314" fmla="*/ 6674836 h 6858000"/>
              <a:gd name="connsiteX315" fmla="*/ 4329957 w 7467600"/>
              <a:gd name="connsiteY315" fmla="*/ 6858000 h 6858000"/>
              <a:gd name="connsiteX316" fmla="*/ 4218595 w 7467600"/>
              <a:gd name="connsiteY316" fmla="*/ 6858000 h 6858000"/>
              <a:gd name="connsiteX317" fmla="*/ 4368888 w 7467600"/>
              <a:gd name="connsiteY317" fmla="*/ 6668412 h 6858000"/>
              <a:gd name="connsiteX318" fmla="*/ 4563091 w 7467600"/>
              <a:gd name="connsiteY318" fmla="*/ 6442508 h 6858000"/>
              <a:gd name="connsiteX319" fmla="*/ 5387324 w 7467600"/>
              <a:gd name="connsiteY319" fmla="*/ 5705830 h 6858000"/>
              <a:gd name="connsiteX320" fmla="*/ 5073620 w 7467600"/>
              <a:gd name="connsiteY320" fmla="*/ 5955437 h 6858000"/>
              <a:gd name="connsiteX321" fmla="*/ 4689789 w 7467600"/>
              <a:gd name="connsiteY321" fmla="*/ 6268382 h 6858000"/>
              <a:gd name="connsiteX322" fmla="*/ 4418722 w 7467600"/>
              <a:gd name="connsiteY322" fmla="*/ 6570886 h 6858000"/>
              <a:gd name="connsiteX323" fmla="*/ 4214944 w 7467600"/>
              <a:gd name="connsiteY323" fmla="*/ 6858000 h 6858000"/>
              <a:gd name="connsiteX324" fmla="*/ 4177898 w 7467600"/>
              <a:gd name="connsiteY324" fmla="*/ 6858000 h 6858000"/>
              <a:gd name="connsiteX325" fmla="*/ 4391597 w 7467600"/>
              <a:gd name="connsiteY325" fmla="*/ 6556370 h 6858000"/>
              <a:gd name="connsiteX326" fmla="*/ 4668889 w 7467600"/>
              <a:gd name="connsiteY326" fmla="*/ 6246399 h 6858000"/>
              <a:gd name="connsiteX327" fmla="*/ 5055427 w 7467600"/>
              <a:gd name="connsiteY327" fmla="*/ 5931476 h 6858000"/>
              <a:gd name="connsiteX328" fmla="*/ 5371814 w 7467600"/>
              <a:gd name="connsiteY328" fmla="*/ 5678975 h 6858000"/>
              <a:gd name="connsiteX329" fmla="*/ 4987918 w 7467600"/>
              <a:gd name="connsiteY329" fmla="*/ 5838701 h 6858000"/>
              <a:gd name="connsiteX330" fmla="*/ 4317146 w 7467600"/>
              <a:gd name="connsiteY330" fmla="*/ 6587716 h 6858000"/>
              <a:gd name="connsiteX331" fmla="*/ 4171627 w 7467600"/>
              <a:gd name="connsiteY331" fmla="*/ 6858000 h 6858000"/>
              <a:gd name="connsiteX332" fmla="*/ 4081585 w 7467600"/>
              <a:gd name="connsiteY332" fmla="*/ 6858000 h 6858000"/>
              <a:gd name="connsiteX333" fmla="*/ 4238603 w 7467600"/>
              <a:gd name="connsiteY333" fmla="*/ 6559341 h 6858000"/>
              <a:gd name="connsiteX334" fmla="*/ 4778333 w 7467600"/>
              <a:gd name="connsiteY334" fmla="*/ 5873626 h 6858000"/>
              <a:gd name="connsiteX335" fmla="*/ 5414185 w 7467600"/>
              <a:gd name="connsiteY335" fmla="*/ 5573882 h 6858000"/>
              <a:gd name="connsiteX336" fmla="*/ 5959648 w 7467600"/>
              <a:gd name="connsiteY336" fmla="*/ 4760797 h 6858000"/>
              <a:gd name="connsiteX337" fmla="*/ 5355019 w 7467600"/>
              <a:gd name="connsiteY337" fmla="*/ 4734672 h 6858000"/>
              <a:gd name="connsiteX338" fmla="*/ 5083565 w 7467600"/>
              <a:gd name="connsiteY338" fmla="*/ 5179121 h 6858000"/>
              <a:gd name="connsiteX339" fmla="*/ 4713577 w 7467600"/>
              <a:gd name="connsiteY339" fmla="*/ 5616803 h 6858000"/>
              <a:gd name="connsiteX340" fmla="*/ 3989559 w 7467600"/>
              <a:gd name="connsiteY340" fmla="*/ 6145945 h 6858000"/>
              <a:gd name="connsiteX341" fmla="*/ 3939824 w 7467600"/>
              <a:gd name="connsiteY341" fmla="*/ 6066900 h 6858000"/>
              <a:gd name="connsiteX342" fmla="*/ 4584537 w 7467600"/>
              <a:gd name="connsiteY342" fmla="*/ 5324826 h 6858000"/>
              <a:gd name="connsiteX343" fmla="*/ 5037105 w 7467600"/>
              <a:gd name="connsiteY343" fmla="*/ 5088765 h 6858000"/>
              <a:gd name="connsiteX344" fmla="*/ 5039930 w 7467600"/>
              <a:gd name="connsiteY344" fmla="*/ 5089585 h 6858000"/>
              <a:gd name="connsiteX345" fmla="*/ 5263764 w 7467600"/>
              <a:gd name="connsiteY345" fmla="*/ 4735525 h 6858000"/>
              <a:gd name="connsiteX346" fmla="*/ 4086300 w 7467600"/>
              <a:gd name="connsiteY346" fmla="*/ 4884599 h 6858000"/>
              <a:gd name="connsiteX347" fmla="*/ 4085485 w 7467600"/>
              <a:gd name="connsiteY347" fmla="*/ 4899070 h 6858000"/>
              <a:gd name="connsiteX348" fmla="*/ 3871915 w 7467600"/>
              <a:gd name="connsiteY348" fmla="*/ 5253645 h 6858000"/>
              <a:gd name="connsiteX349" fmla="*/ 3799374 w 7467600"/>
              <a:gd name="connsiteY349" fmla="*/ 5466127 h 6858000"/>
              <a:gd name="connsiteX350" fmla="*/ 3498850 w 7467600"/>
              <a:gd name="connsiteY350" fmla="*/ 6661888 h 6858000"/>
              <a:gd name="connsiteX351" fmla="*/ 3399216 w 7467600"/>
              <a:gd name="connsiteY351" fmla="*/ 6858000 h 6858000"/>
              <a:gd name="connsiteX352" fmla="*/ 3303688 w 7467600"/>
              <a:gd name="connsiteY352" fmla="*/ 6858000 h 6858000"/>
              <a:gd name="connsiteX353" fmla="*/ 3391774 w 7467600"/>
              <a:gd name="connsiteY353" fmla="*/ 6697181 h 6858000"/>
              <a:gd name="connsiteX354" fmla="*/ 3735540 w 7467600"/>
              <a:gd name="connsiteY354" fmla="*/ 5546923 h 6858000"/>
              <a:gd name="connsiteX355" fmla="*/ 3729438 w 7467600"/>
              <a:gd name="connsiteY355" fmla="*/ 5569058 h 6858000"/>
              <a:gd name="connsiteX356" fmla="*/ 3707782 w 7467600"/>
              <a:gd name="connsiteY356" fmla="*/ 5644908 h 6858000"/>
              <a:gd name="connsiteX357" fmla="*/ 3583827 w 7467600"/>
              <a:gd name="connsiteY357" fmla="*/ 6039215 h 6858000"/>
              <a:gd name="connsiteX358" fmla="*/ 3547861 w 7467600"/>
              <a:gd name="connsiteY358" fmla="*/ 6129609 h 6858000"/>
              <a:gd name="connsiteX359" fmla="*/ 3490905 w 7467600"/>
              <a:gd name="connsiteY359" fmla="*/ 6277660 h 6858000"/>
              <a:gd name="connsiteX360" fmla="*/ 3455859 w 7467600"/>
              <a:gd name="connsiteY360" fmla="*/ 6391301 h 6858000"/>
              <a:gd name="connsiteX361" fmla="*/ 3429112 w 7467600"/>
              <a:gd name="connsiteY361" fmla="*/ 6479469 h 6858000"/>
              <a:gd name="connsiteX362" fmla="*/ 3304862 w 7467600"/>
              <a:gd name="connsiteY362" fmla="*/ 6796476 h 6858000"/>
              <a:gd name="connsiteX363" fmla="*/ 3276071 w 7467600"/>
              <a:gd name="connsiteY363" fmla="*/ 6858000 h 6858000"/>
              <a:gd name="connsiteX364" fmla="*/ 3240805 w 7467600"/>
              <a:gd name="connsiteY364" fmla="*/ 6858000 h 6858000"/>
              <a:gd name="connsiteX365" fmla="*/ 3275917 w 7467600"/>
              <a:gd name="connsiteY365" fmla="*/ 6783192 h 6858000"/>
              <a:gd name="connsiteX366" fmla="*/ 3399358 w 7467600"/>
              <a:gd name="connsiteY366" fmla="*/ 6469011 h 6858000"/>
              <a:gd name="connsiteX367" fmla="*/ 3425650 w 7467600"/>
              <a:gd name="connsiteY367" fmla="*/ 6381333 h 6858000"/>
              <a:gd name="connsiteX368" fmla="*/ 3460661 w 7467600"/>
              <a:gd name="connsiteY368" fmla="*/ 6266763 h 6858000"/>
              <a:gd name="connsiteX369" fmla="*/ 3518021 w 7467600"/>
              <a:gd name="connsiteY369" fmla="*/ 6117298 h 6858000"/>
              <a:gd name="connsiteX370" fmla="*/ 3554035 w 7467600"/>
              <a:gd name="connsiteY370" fmla="*/ 6027832 h 6858000"/>
              <a:gd name="connsiteX371" fmla="*/ 3677174 w 7467600"/>
              <a:gd name="connsiteY371" fmla="*/ 5636351 h 6858000"/>
              <a:gd name="connsiteX372" fmla="*/ 3698819 w 7467600"/>
              <a:gd name="connsiteY372" fmla="*/ 5560503 h 6858000"/>
              <a:gd name="connsiteX373" fmla="*/ 3702094 w 7467600"/>
              <a:gd name="connsiteY373" fmla="*/ 5549194 h 6858000"/>
              <a:gd name="connsiteX374" fmla="*/ 3398355 w 7467600"/>
              <a:gd name="connsiteY374" fmla="*/ 6094603 h 6858000"/>
              <a:gd name="connsiteX375" fmla="*/ 3193941 w 7467600"/>
              <a:gd name="connsiteY375" fmla="*/ 6798775 h 6858000"/>
              <a:gd name="connsiteX376" fmla="*/ 3184140 w 7467600"/>
              <a:gd name="connsiteY376" fmla="*/ 6858000 h 6858000"/>
              <a:gd name="connsiteX377" fmla="*/ 3099978 w 7467600"/>
              <a:gd name="connsiteY377" fmla="*/ 6858000 h 6858000"/>
              <a:gd name="connsiteX378" fmla="*/ 3101556 w 7467600"/>
              <a:gd name="connsiteY378" fmla="*/ 6843337 h 6858000"/>
              <a:gd name="connsiteX379" fmla="*/ 3370162 w 7467600"/>
              <a:gd name="connsiteY379" fmla="*/ 5785550 h 6858000"/>
              <a:gd name="connsiteX380" fmla="*/ 3746477 w 7467600"/>
              <a:gd name="connsiteY380" fmla="*/ 5377889 h 6858000"/>
              <a:gd name="connsiteX381" fmla="*/ 3863399 w 7467600"/>
              <a:gd name="connsiteY381" fmla="*/ 5087257 h 6858000"/>
              <a:gd name="connsiteX382" fmla="*/ 3968712 w 7467600"/>
              <a:gd name="connsiteY382" fmla="*/ 4913989 h 6858000"/>
              <a:gd name="connsiteX383" fmla="*/ 2792390 w 7467600"/>
              <a:gd name="connsiteY383" fmla="*/ 5382974 h 6858000"/>
              <a:gd name="connsiteX384" fmla="*/ 2714982 w 7467600"/>
              <a:gd name="connsiteY384" fmla="*/ 5427051 h 6858000"/>
              <a:gd name="connsiteX385" fmla="*/ 2813361 w 7467600"/>
              <a:gd name="connsiteY385" fmla="*/ 6023912 h 6858000"/>
              <a:gd name="connsiteX386" fmla="*/ 2688430 w 7467600"/>
              <a:gd name="connsiteY386" fmla="*/ 6801564 h 6858000"/>
              <a:gd name="connsiteX387" fmla="*/ 2629626 w 7467600"/>
              <a:gd name="connsiteY387" fmla="*/ 6763394 h 6858000"/>
              <a:gd name="connsiteX388" fmla="*/ 2565328 w 7467600"/>
              <a:gd name="connsiteY388" fmla="*/ 5516399 h 6858000"/>
              <a:gd name="connsiteX389" fmla="*/ 1922999 w 7467600"/>
              <a:gd name="connsiteY389" fmla="*/ 5980343 h 6858000"/>
              <a:gd name="connsiteX390" fmla="*/ 1950261 w 7467600"/>
              <a:gd name="connsiteY390" fmla="*/ 6405858 h 6858000"/>
              <a:gd name="connsiteX391" fmla="*/ 2365554 w 7467600"/>
              <a:gd name="connsiteY391" fmla="*/ 6759107 h 6858000"/>
              <a:gd name="connsiteX392" fmla="*/ 2424142 w 7467600"/>
              <a:gd name="connsiteY392" fmla="*/ 6858000 h 6858000"/>
              <a:gd name="connsiteX393" fmla="*/ 2395994 w 7467600"/>
              <a:gd name="connsiteY393" fmla="*/ 6858000 h 6858000"/>
              <a:gd name="connsiteX394" fmla="*/ 2392863 w 7467600"/>
              <a:gd name="connsiteY394" fmla="*/ 6852964 h 6858000"/>
              <a:gd name="connsiteX395" fmla="*/ 2017589 w 7467600"/>
              <a:gd name="connsiteY395" fmla="*/ 6493982 h 6858000"/>
              <a:gd name="connsiteX396" fmla="*/ 2147336 w 7467600"/>
              <a:gd name="connsiteY396" fmla="*/ 6594052 h 6858000"/>
              <a:gd name="connsiteX397" fmla="*/ 2207047 w 7467600"/>
              <a:gd name="connsiteY397" fmla="*/ 6654540 h 6858000"/>
              <a:gd name="connsiteX398" fmla="*/ 2299106 w 7467600"/>
              <a:gd name="connsiteY398" fmla="*/ 6778931 h 6858000"/>
              <a:gd name="connsiteX399" fmla="*/ 2314430 w 7467600"/>
              <a:gd name="connsiteY399" fmla="*/ 6801144 h 6858000"/>
              <a:gd name="connsiteX400" fmla="*/ 2352406 w 7467600"/>
              <a:gd name="connsiteY400" fmla="*/ 6858000 h 6858000"/>
              <a:gd name="connsiteX401" fmla="*/ 2314492 w 7467600"/>
              <a:gd name="connsiteY401" fmla="*/ 6858000 h 6858000"/>
              <a:gd name="connsiteX402" fmla="*/ 2288095 w 7467600"/>
              <a:gd name="connsiteY402" fmla="*/ 6818030 h 6858000"/>
              <a:gd name="connsiteX403" fmla="*/ 2272768 w 7467600"/>
              <a:gd name="connsiteY403" fmla="*/ 6795822 h 6858000"/>
              <a:gd name="connsiteX404" fmla="*/ 2182715 w 7467600"/>
              <a:gd name="connsiteY404" fmla="*/ 6675071 h 6858000"/>
              <a:gd name="connsiteX405" fmla="*/ 2032061 w 7467600"/>
              <a:gd name="connsiteY405" fmla="*/ 6541380 h 6858000"/>
              <a:gd name="connsiteX406" fmla="*/ 2257220 w 7467600"/>
              <a:gd name="connsiteY406" fmla="*/ 6826257 h 6858000"/>
              <a:gd name="connsiteX407" fmla="*/ 2281324 w 7467600"/>
              <a:gd name="connsiteY407" fmla="*/ 6858000 h 6858000"/>
              <a:gd name="connsiteX408" fmla="*/ 2242860 w 7467600"/>
              <a:gd name="connsiteY408" fmla="*/ 6858000 h 6858000"/>
              <a:gd name="connsiteX409" fmla="*/ 2232818 w 7467600"/>
              <a:gd name="connsiteY409" fmla="*/ 6844926 h 6858000"/>
              <a:gd name="connsiteX410" fmla="*/ 1990172 w 7467600"/>
              <a:gd name="connsiteY410" fmla="*/ 6542121 h 6858000"/>
              <a:gd name="connsiteX411" fmla="*/ 2124090 w 7467600"/>
              <a:gd name="connsiteY411" fmla="*/ 6761017 h 6858000"/>
              <a:gd name="connsiteX412" fmla="*/ 2200380 w 7467600"/>
              <a:gd name="connsiteY412" fmla="*/ 6858000 h 6858000"/>
              <a:gd name="connsiteX413" fmla="*/ 2147507 w 7467600"/>
              <a:gd name="connsiteY413" fmla="*/ 6858000 h 6858000"/>
              <a:gd name="connsiteX414" fmla="*/ 2070668 w 7467600"/>
              <a:gd name="connsiteY414" fmla="*/ 6761520 h 6858000"/>
              <a:gd name="connsiteX415" fmla="*/ 1975142 w 7467600"/>
              <a:gd name="connsiteY415" fmla="*/ 6585570 h 6858000"/>
              <a:gd name="connsiteX416" fmla="*/ 2050035 w 7467600"/>
              <a:gd name="connsiteY416" fmla="*/ 6813345 h 6858000"/>
              <a:gd name="connsiteX417" fmla="*/ 2063025 w 7467600"/>
              <a:gd name="connsiteY417" fmla="*/ 6858000 h 6858000"/>
              <a:gd name="connsiteX418" fmla="*/ 2021675 w 7467600"/>
              <a:gd name="connsiteY418" fmla="*/ 6858000 h 6858000"/>
              <a:gd name="connsiteX419" fmla="*/ 2019308 w 7467600"/>
              <a:gd name="connsiteY419" fmla="*/ 6847118 h 6858000"/>
              <a:gd name="connsiteX420" fmla="*/ 1938835 w 7467600"/>
              <a:gd name="connsiteY420" fmla="*/ 6551160 h 6858000"/>
              <a:gd name="connsiteX421" fmla="*/ 1953230 w 7467600"/>
              <a:gd name="connsiteY421" fmla="*/ 6759699 h 6858000"/>
              <a:gd name="connsiteX422" fmla="*/ 1956763 w 7467600"/>
              <a:gd name="connsiteY422" fmla="*/ 6778191 h 6858000"/>
              <a:gd name="connsiteX423" fmla="*/ 1967925 w 7467600"/>
              <a:gd name="connsiteY423" fmla="*/ 6858000 h 6858000"/>
              <a:gd name="connsiteX424" fmla="*/ 1936622 w 7467600"/>
              <a:gd name="connsiteY424" fmla="*/ 6858000 h 6858000"/>
              <a:gd name="connsiteX425" fmla="*/ 1926261 w 7467600"/>
              <a:gd name="connsiteY425" fmla="*/ 6784064 h 6858000"/>
              <a:gd name="connsiteX426" fmla="*/ 1922724 w 7467600"/>
              <a:gd name="connsiteY426" fmla="*/ 6765577 h 6858000"/>
              <a:gd name="connsiteX427" fmla="*/ 1904650 w 7467600"/>
              <a:gd name="connsiteY427" fmla="*/ 6639616 h 6858000"/>
              <a:gd name="connsiteX428" fmla="*/ 1885273 w 7467600"/>
              <a:gd name="connsiteY428" fmla="*/ 6858000 h 6858000"/>
              <a:gd name="connsiteX429" fmla="*/ 1854363 w 7467600"/>
              <a:gd name="connsiteY429" fmla="*/ 6858000 h 6858000"/>
              <a:gd name="connsiteX430" fmla="*/ 1880391 w 7467600"/>
              <a:gd name="connsiteY430" fmla="*/ 6603796 h 6858000"/>
              <a:gd name="connsiteX431" fmla="*/ 1818273 w 7467600"/>
              <a:gd name="connsiteY431" fmla="*/ 6715729 h 6858000"/>
              <a:gd name="connsiteX432" fmla="*/ 1794691 w 7467600"/>
              <a:gd name="connsiteY432" fmla="*/ 6843239 h 6858000"/>
              <a:gd name="connsiteX433" fmla="*/ 1794914 w 7467600"/>
              <a:gd name="connsiteY433" fmla="*/ 6858000 h 6858000"/>
              <a:gd name="connsiteX434" fmla="*/ 1746128 w 7467600"/>
              <a:gd name="connsiteY434" fmla="*/ 6858000 h 6858000"/>
              <a:gd name="connsiteX435" fmla="*/ 1753934 w 7467600"/>
              <a:gd name="connsiteY435" fmla="*/ 6724796 h 6858000"/>
              <a:gd name="connsiteX436" fmla="*/ 1792053 w 7467600"/>
              <a:gd name="connsiteY436" fmla="*/ 6572396 h 6858000"/>
              <a:gd name="connsiteX437" fmla="*/ 1862248 w 7467600"/>
              <a:gd name="connsiteY437" fmla="*/ 6266397 h 6858000"/>
              <a:gd name="connsiteX438" fmla="*/ 1862250 w 7467600"/>
              <a:gd name="connsiteY438" fmla="*/ 6033531 h 6858000"/>
              <a:gd name="connsiteX439" fmla="*/ 1211999 w 7467600"/>
              <a:gd name="connsiteY439" fmla="*/ 6683610 h 6858000"/>
              <a:gd name="connsiteX440" fmla="*/ 1213266 w 7467600"/>
              <a:gd name="connsiteY440" fmla="*/ 6691947 h 6858000"/>
              <a:gd name="connsiteX441" fmla="*/ 1203370 w 7467600"/>
              <a:gd name="connsiteY441" fmla="*/ 6850676 h 6858000"/>
              <a:gd name="connsiteX442" fmla="*/ 1203671 w 7467600"/>
              <a:gd name="connsiteY442" fmla="*/ 6858000 h 6858000"/>
              <a:gd name="connsiteX443" fmla="*/ 1143180 w 7467600"/>
              <a:gd name="connsiteY443" fmla="*/ 6858000 h 6858000"/>
              <a:gd name="connsiteX444" fmla="*/ 1142176 w 7467600"/>
              <a:gd name="connsiteY444" fmla="*/ 6766045 h 6858000"/>
              <a:gd name="connsiteX445" fmla="*/ 1067484 w 7467600"/>
              <a:gd name="connsiteY445" fmla="*/ 6858000 h 6858000"/>
              <a:gd name="connsiteX446" fmla="*/ 953928 w 7467600"/>
              <a:gd name="connsiteY446" fmla="*/ 6858000 h 6858000"/>
              <a:gd name="connsiteX447" fmla="*/ 959715 w 7467600"/>
              <a:gd name="connsiteY447" fmla="*/ 6850185 h 6858000"/>
              <a:gd name="connsiteX448" fmla="*/ 1483788 w 7467600"/>
              <a:gd name="connsiteY448" fmla="*/ 6259174 h 6858000"/>
              <a:gd name="connsiteX449" fmla="*/ 1100671 w 7467600"/>
              <a:gd name="connsiteY449" fmla="*/ 6252137 h 6858000"/>
              <a:gd name="connsiteX450" fmla="*/ 1090144 w 7467600"/>
              <a:gd name="connsiteY450" fmla="*/ 6256748 h 6858000"/>
              <a:gd name="connsiteX451" fmla="*/ 1095872 w 7467600"/>
              <a:gd name="connsiteY451" fmla="*/ 6271892 h 6858000"/>
              <a:gd name="connsiteX452" fmla="*/ 262785 w 7467600"/>
              <a:gd name="connsiteY452" fmla="*/ 6845450 h 6858000"/>
              <a:gd name="connsiteX453" fmla="*/ 209968 w 7467600"/>
              <a:gd name="connsiteY453" fmla="*/ 6770713 h 6858000"/>
              <a:gd name="connsiteX454" fmla="*/ 873460 w 7467600"/>
              <a:gd name="connsiteY454" fmla="*/ 6253768 h 6858000"/>
              <a:gd name="connsiteX455" fmla="*/ 192686 w 7467600"/>
              <a:gd name="connsiteY455" fmla="*/ 5849257 h 6858000"/>
              <a:gd name="connsiteX456" fmla="*/ 4696 w 7467600"/>
              <a:gd name="connsiteY456" fmla="*/ 5697668 h 6858000"/>
              <a:gd name="connsiteX457" fmla="*/ 0 w 7467600"/>
              <a:gd name="connsiteY457" fmla="*/ 5689984 h 6858000"/>
              <a:gd name="connsiteX458" fmla="*/ 0 w 7467600"/>
              <a:gd name="connsiteY458" fmla="*/ 5513472 h 6858000"/>
              <a:gd name="connsiteX459" fmla="*/ 174101 w 7467600"/>
              <a:gd name="connsiteY459" fmla="*/ 5620277 h 6858000"/>
              <a:gd name="connsiteX460" fmla="*/ 891800 w 7467600"/>
              <a:gd name="connsiteY460" fmla="*/ 6036935 h 6858000"/>
              <a:gd name="connsiteX461" fmla="*/ 1072219 w 7467600"/>
              <a:gd name="connsiteY461" fmla="*/ 6169443 h 6858000"/>
              <a:gd name="connsiteX462" fmla="*/ 1074117 w 7467600"/>
              <a:gd name="connsiteY462" fmla="*/ 6170301 h 6858000"/>
              <a:gd name="connsiteX463" fmla="*/ 1083114 w 7467600"/>
              <a:gd name="connsiteY463" fmla="*/ 6174131 h 6858000"/>
              <a:gd name="connsiteX464" fmla="*/ 1543010 w 7467600"/>
              <a:gd name="connsiteY464" fmla="*/ 6191140 h 6858000"/>
              <a:gd name="connsiteX465" fmla="*/ 1551080 w 7467600"/>
              <a:gd name="connsiteY465" fmla="*/ 6195006 h 6858000"/>
              <a:gd name="connsiteX466" fmla="*/ 2345443 w 7467600"/>
              <a:gd name="connsiteY466" fmla="*/ 5549882 h 6858000"/>
              <a:gd name="connsiteX467" fmla="*/ 1721499 w 7467600"/>
              <a:gd name="connsiteY467" fmla="*/ 5599969 h 6858000"/>
              <a:gd name="connsiteX468" fmla="*/ 767716 w 7467600"/>
              <a:gd name="connsiteY468" fmla="*/ 5472768 h 6858000"/>
              <a:gd name="connsiteX469" fmla="*/ 722147 w 7467600"/>
              <a:gd name="connsiteY469" fmla="*/ 5393091 h 6858000"/>
              <a:gd name="connsiteX470" fmla="*/ 1485552 w 7467600"/>
              <a:gd name="connsiteY470" fmla="*/ 5313202 h 6858000"/>
              <a:gd name="connsiteX471" fmla="*/ 2143004 w 7467600"/>
              <a:gd name="connsiteY471" fmla="*/ 5402420 h 6858000"/>
              <a:gd name="connsiteX472" fmla="*/ 1933391 w 7467600"/>
              <a:gd name="connsiteY472" fmla="*/ 5156971 h 6858000"/>
              <a:gd name="connsiteX473" fmla="*/ 1827118 w 7467600"/>
              <a:gd name="connsiteY473" fmla="*/ 4968410 h 6858000"/>
              <a:gd name="connsiteX474" fmla="*/ 1837349 w 7467600"/>
              <a:gd name="connsiteY474" fmla="*/ 4956357 h 6858000"/>
              <a:gd name="connsiteX475" fmla="*/ 2162835 w 7467600"/>
              <a:gd name="connsiteY475" fmla="*/ 5187853 h 6858000"/>
              <a:gd name="connsiteX476" fmla="*/ 2257167 w 7467600"/>
              <a:gd name="connsiteY476" fmla="*/ 5462123 h 6858000"/>
              <a:gd name="connsiteX477" fmla="*/ 2261598 w 7467600"/>
              <a:gd name="connsiteY477" fmla="*/ 5467998 h 6858000"/>
              <a:gd name="connsiteX478" fmla="*/ 2437177 w 7467600"/>
              <a:gd name="connsiteY478" fmla="*/ 5479608 h 6858000"/>
              <a:gd name="connsiteX479" fmla="*/ 2445247 w 7467600"/>
              <a:gd name="connsiteY479" fmla="*/ 5483476 h 6858000"/>
              <a:gd name="connsiteX480" fmla="*/ 2743626 w 7467600"/>
              <a:gd name="connsiteY480" fmla="*/ 5304819 h 6858000"/>
              <a:gd name="connsiteX481" fmla="*/ 3048102 w 7467600"/>
              <a:gd name="connsiteY481" fmla="*/ 5150595 h 6858000"/>
              <a:gd name="connsiteX482" fmla="*/ 1799414 w 7467600"/>
              <a:gd name="connsiteY482" fmla="*/ 4694732 h 6858000"/>
              <a:gd name="connsiteX483" fmla="*/ 1771735 w 7467600"/>
              <a:gd name="connsiteY483" fmla="*/ 4619929 h 6858000"/>
              <a:gd name="connsiteX484" fmla="*/ 3104273 w 7467600"/>
              <a:gd name="connsiteY484" fmla="*/ 5076159 h 6858000"/>
              <a:gd name="connsiteX485" fmla="*/ 3113245 w 7467600"/>
              <a:gd name="connsiteY485" fmla="*/ 5090705 h 6858000"/>
              <a:gd name="connsiteX486" fmla="*/ 3126294 w 7467600"/>
              <a:gd name="connsiteY486" fmla="*/ 5114400 h 6858000"/>
              <a:gd name="connsiteX487" fmla="*/ 3937433 w 7467600"/>
              <a:gd name="connsiteY487" fmla="*/ 4830473 h 6858000"/>
              <a:gd name="connsiteX488" fmla="*/ 3590475 w 7467600"/>
              <a:gd name="connsiteY488" fmla="*/ 4597974 h 6858000"/>
              <a:gd name="connsiteX489" fmla="*/ 3100264 w 7467600"/>
              <a:gd name="connsiteY489" fmla="*/ 4579845 h 6858000"/>
              <a:gd name="connsiteX490" fmla="*/ 2183576 w 7467600"/>
              <a:gd name="connsiteY490" fmla="*/ 4227150 h 6858000"/>
              <a:gd name="connsiteX491" fmla="*/ 2151029 w 7467600"/>
              <a:gd name="connsiteY491" fmla="*/ 4146947 h 6858000"/>
              <a:gd name="connsiteX492" fmla="*/ 3563434 w 7467600"/>
              <a:gd name="connsiteY492" fmla="*/ 4469115 h 6858000"/>
              <a:gd name="connsiteX493" fmla="*/ 3177952 w 7467600"/>
              <a:gd name="connsiteY493" fmla="*/ 3657386 h 6858000"/>
              <a:gd name="connsiteX494" fmla="*/ 3189263 w 7467600"/>
              <a:gd name="connsiteY494" fmla="*/ 3625726 h 6858000"/>
              <a:gd name="connsiteX495" fmla="*/ 3560912 w 7467600"/>
              <a:gd name="connsiteY495" fmla="*/ 4079863 h 6858000"/>
              <a:gd name="connsiteX496" fmla="*/ 3626636 w 7467600"/>
              <a:gd name="connsiteY496" fmla="*/ 4512230 h 6858000"/>
              <a:gd name="connsiteX497" fmla="*/ 3653088 w 7467600"/>
              <a:gd name="connsiteY497" fmla="*/ 4521417 h 6858000"/>
              <a:gd name="connsiteX498" fmla="*/ 3988128 w 7467600"/>
              <a:gd name="connsiteY498" fmla="*/ 4817267 h 6858000"/>
              <a:gd name="connsiteX499" fmla="*/ 4830582 w 7467600"/>
              <a:gd name="connsiteY499" fmla="*/ 4676000 h 6858000"/>
              <a:gd name="connsiteX500" fmla="*/ 4830100 w 7467600"/>
              <a:gd name="connsiteY500" fmla="*/ 4675554 h 6858000"/>
              <a:gd name="connsiteX501" fmla="*/ 4036318 w 7467600"/>
              <a:gd name="connsiteY501" fmla="*/ 4147013 h 6858000"/>
              <a:gd name="connsiteX502" fmla="*/ 3432098 w 7467600"/>
              <a:gd name="connsiteY502" fmla="*/ 3537312 h 6858000"/>
              <a:gd name="connsiteX503" fmla="*/ 3446761 w 7467600"/>
              <a:gd name="connsiteY503" fmla="*/ 3461278 h 6858000"/>
              <a:gd name="connsiteX504" fmla="*/ 4419733 w 7467600"/>
              <a:gd name="connsiteY504" fmla="*/ 3963555 h 6858000"/>
              <a:gd name="connsiteX505" fmla="*/ 4781371 w 7467600"/>
              <a:gd name="connsiteY505" fmla="*/ 4458604 h 6858000"/>
              <a:gd name="connsiteX506" fmla="*/ 4780440 w 7467600"/>
              <a:gd name="connsiteY506" fmla="*/ 4470290 h 6858000"/>
              <a:gd name="connsiteX507" fmla="*/ 4898954 w 7467600"/>
              <a:gd name="connsiteY507" fmla="*/ 4662092 h 6858000"/>
              <a:gd name="connsiteX508" fmla="*/ 4900699 w 7467600"/>
              <a:gd name="connsiteY508" fmla="*/ 4670867 h 6858000"/>
              <a:gd name="connsiteX509" fmla="*/ 5714511 w 7467600"/>
              <a:gd name="connsiteY509" fmla="*/ 4663483 h 6858000"/>
              <a:gd name="connsiteX510" fmla="*/ 5464793 w 7467600"/>
              <a:gd name="connsiteY510" fmla="*/ 4393556 h 6858000"/>
              <a:gd name="connsiteX511" fmla="*/ 5461897 w 7467600"/>
              <a:gd name="connsiteY511" fmla="*/ 4390879 h 6858000"/>
              <a:gd name="connsiteX512" fmla="*/ 4294126 w 7467600"/>
              <a:gd name="connsiteY512" fmla="*/ 3303048 h 6858000"/>
              <a:gd name="connsiteX513" fmla="*/ 4305321 w 7467600"/>
              <a:gd name="connsiteY513" fmla="*/ 3256953 h 6858000"/>
              <a:gd name="connsiteX514" fmla="*/ 4949299 w 7467600"/>
              <a:gd name="connsiteY514" fmla="*/ 3766336 h 6858000"/>
              <a:gd name="connsiteX515" fmla="*/ 5291452 w 7467600"/>
              <a:gd name="connsiteY515" fmla="*/ 4076801 h 6858000"/>
              <a:gd name="connsiteX516" fmla="*/ 5434998 w 7467600"/>
              <a:gd name="connsiteY516" fmla="*/ 4254100 h 6858000"/>
              <a:gd name="connsiteX517" fmla="*/ 5351015 w 7467600"/>
              <a:gd name="connsiteY517" fmla="*/ 3760989 h 6858000"/>
              <a:gd name="connsiteX518" fmla="*/ 5413780 w 7467600"/>
              <a:gd name="connsiteY518" fmla="*/ 2966265 h 6858000"/>
              <a:gd name="connsiteX519" fmla="*/ 5425627 w 7467600"/>
              <a:gd name="connsiteY519" fmla="*/ 2954192 h 6858000"/>
              <a:gd name="connsiteX520" fmla="*/ 6604735 w 7467600"/>
              <a:gd name="connsiteY520" fmla="*/ 2041381 h 6858000"/>
              <a:gd name="connsiteX521" fmla="*/ 7204487 w 7467600"/>
              <a:gd name="connsiteY521" fmla="*/ 2742112 h 6858000"/>
              <a:gd name="connsiteX522" fmla="*/ 7131592 w 7467600"/>
              <a:gd name="connsiteY522" fmla="*/ 2672096 h 6858000"/>
              <a:gd name="connsiteX523" fmla="*/ 6996344 w 7467600"/>
              <a:gd name="connsiteY523" fmla="*/ 2518310 h 6858000"/>
              <a:gd name="connsiteX524" fmla="*/ 6735495 w 7467600"/>
              <a:gd name="connsiteY524" fmla="*/ 2196890 h 6858000"/>
              <a:gd name="connsiteX525" fmla="*/ 6721901 w 7467600"/>
              <a:gd name="connsiteY525" fmla="*/ 2179274 h 6858000"/>
              <a:gd name="connsiteX526" fmla="*/ 6604735 w 7467600"/>
              <a:gd name="connsiteY526" fmla="*/ 2041381 h 6858000"/>
              <a:gd name="connsiteX527" fmla="*/ 6591670 w 7467600"/>
              <a:gd name="connsiteY527" fmla="*/ 1988277 h 6858000"/>
              <a:gd name="connsiteX528" fmla="*/ 6747349 w 7467600"/>
              <a:gd name="connsiteY528" fmla="*/ 2160069 h 6858000"/>
              <a:gd name="connsiteX529" fmla="*/ 6760943 w 7467600"/>
              <a:gd name="connsiteY529" fmla="*/ 2177686 h 6858000"/>
              <a:gd name="connsiteX530" fmla="*/ 7021065 w 7467600"/>
              <a:gd name="connsiteY530" fmla="*/ 2498102 h 6858000"/>
              <a:gd name="connsiteX531" fmla="*/ 7155223 w 7467600"/>
              <a:gd name="connsiteY531" fmla="*/ 2650386 h 6858000"/>
              <a:gd name="connsiteX532" fmla="*/ 7203167 w 7467600"/>
              <a:gd name="connsiteY532" fmla="*/ 2697288 h 6858000"/>
              <a:gd name="connsiteX533" fmla="*/ 6937703 w 7467600"/>
              <a:gd name="connsiteY533" fmla="*/ 2321981 h 6858000"/>
              <a:gd name="connsiteX534" fmla="*/ 6591670 w 7467600"/>
              <a:gd name="connsiteY534" fmla="*/ 1988277 h 6858000"/>
              <a:gd name="connsiteX535" fmla="*/ 5798671 w 7467600"/>
              <a:gd name="connsiteY535" fmla="*/ 1981601 h 6858000"/>
              <a:gd name="connsiteX536" fmla="*/ 5754709 w 7467600"/>
              <a:gd name="connsiteY536" fmla="*/ 2071454 h 6858000"/>
              <a:gd name="connsiteX537" fmla="*/ 5763044 w 7467600"/>
              <a:gd name="connsiteY537" fmla="*/ 2842206 h 6858000"/>
              <a:gd name="connsiteX538" fmla="*/ 5764974 w 7467600"/>
              <a:gd name="connsiteY538" fmla="*/ 2799609 h 6858000"/>
              <a:gd name="connsiteX539" fmla="*/ 5767665 w 7467600"/>
              <a:gd name="connsiteY539" fmla="*/ 2666409 h 6858000"/>
              <a:gd name="connsiteX540" fmla="*/ 5763055 w 7467600"/>
              <a:gd name="connsiteY540" fmla="*/ 2579705 h 6858000"/>
              <a:gd name="connsiteX541" fmla="*/ 5758079 w 7467600"/>
              <a:gd name="connsiteY541" fmla="*/ 2492508 h 6858000"/>
              <a:gd name="connsiteX542" fmla="*/ 5779325 w 7467600"/>
              <a:gd name="connsiteY542" fmla="*/ 2197069 h 6858000"/>
              <a:gd name="connsiteX543" fmla="*/ 5798671 w 7467600"/>
              <a:gd name="connsiteY543" fmla="*/ 1981601 h 6858000"/>
              <a:gd name="connsiteX544" fmla="*/ 5829202 w 7467600"/>
              <a:gd name="connsiteY544" fmla="*/ 1971679 h 6858000"/>
              <a:gd name="connsiteX545" fmla="*/ 5809558 w 7467600"/>
              <a:gd name="connsiteY545" fmla="*/ 2198043 h 6858000"/>
              <a:gd name="connsiteX546" fmla="*/ 5788653 w 7467600"/>
              <a:gd name="connsiteY546" fmla="*/ 2489430 h 6858000"/>
              <a:gd name="connsiteX547" fmla="*/ 5793439 w 7467600"/>
              <a:gd name="connsiteY547" fmla="*/ 2575235 h 6858000"/>
              <a:gd name="connsiteX548" fmla="*/ 5796837 w 7467600"/>
              <a:gd name="connsiteY548" fmla="*/ 2637633 h 6858000"/>
              <a:gd name="connsiteX549" fmla="*/ 5818614 w 7467600"/>
              <a:gd name="connsiteY549" fmla="*/ 2473055 h 6858000"/>
              <a:gd name="connsiteX550" fmla="*/ 5829202 w 7467600"/>
              <a:gd name="connsiteY550" fmla="*/ 1971679 h 6858000"/>
              <a:gd name="connsiteX551" fmla="*/ 5911389 w 7467600"/>
              <a:gd name="connsiteY551" fmla="*/ 1898371 h 6858000"/>
              <a:gd name="connsiteX552" fmla="*/ 6237627 w 7467600"/>
              <a:gd name="connsiteY552" fmla="*/ 2231921 h 6858000"/>
              <a:gd name="connsiteX553" fmla="*/ 5911389 w 7467600"/>
              <a:gd name="connsiteY553" fmla="*/ 1898371 h 6858000"/>
              <a:gd name="connsiteX554" fmla="*/ 6944437 w 7467600"/>
              <a:gd name="connsiteY554" fmla="*/ 1575402 h 6858000"/>
              <a:gd name="connsiteX555" fmla="*/ 6304730 w 7467600"/>
              <a:gd name="connsiteY555" fmla="*/ 1766654 h 6858000"/>
              <a:gd name="connsiteX556" fmla="*/ 6944437 w 7467600"/>
              <a:gd name="connsiteY556" fmla="*/ 1575402 h 6858000"/>
              <a:gd name="connsiteX557" fmla="*/ 7019523 w 7467600"/>
              <a:gd name="connsiteY557" fmla="*/ 1519450 h 6858000"/>
              <a:gd name="connsiteX558" fmla="*/ 6298091 w 7467600"/>
              <a:gd name="connsiteY558" fmla="*/ 1737122 h 6858000"/>
              <a:gd name="connsiteX559" fmla="*/ 7019523 w 7467600"/>
              <a:gd name="connsiteY559" fmla="*/ 1519450 h 6858000"/>
              <a:gd name="connsiteX560" fmla="*/ 2399523 w 7467600"/>
              <a:gd name="connsiteY560" fmla="*/ 1428234 h 6858000"/>
              <a:gd name="connsiteX561" fmla="*/ 2224982 w 7467600"/>
              <a:gd name="connsiteY561" fmla="*/ 1826201 h 6858000"/>
              <a:gd name="connsiteX562" fmla="*/ 2096099 w 7467600"/>
              <a:gd name="connsiteY562" fmla="*/ 2345900 h 6858000"/>
              <a:gd name="connsiteX563" fmla="*/ 2283317 w 7467600"/>
              <a:gd name="connsiteY563" fmla="*/ 1796925 h 6858000"/>
              <a:gd name="connsiteX564" fmla="*/ 2399523 w 7467600"/>
              <a:gd name="connsiteY564" fmla="*/ 1428234 h 6858000"/>
              <a:gd name="connsiteX565" fmla="*/ 2448558 w 7467600"/>
              <a:gd name="connsiteY565" fmla="*/ 1373435 h 6858000"/>
              <a:gd name="connsiteX566" fmla="*/ 2312521 w 7467600"/>
              <a:gd name="connsiteY566" fmla="*/ 1806140 h 6858000"/>
              <a:gd name="connsiteX567" fmla="*/ 2127533 w 7467600"/>
              <a:gd name="connsiteY567" fmla="*/ 2348380 h 6858000"/>
              <a:gd name="connsiteX568" fmla="*/ 2358080 w 7467600"/>
              <a:gd name="connsiteY568" fmla="*/ 1866134 h 6858000"/>
              <a:gd name="connsiteX569" fmla="*/ 2407436 w 7467600"/>
              <a:gd name="connsiteY569" fmla="*/ 1651070 h 6858000"/>
              <a:gd name="connsiteX570" fmla="*/ 2448558 w 7467600"/>
              <a:gd name="connsiteY570" fmla="*/ 1373435 h 6858000"/>
              <a:gd name="connsiteX571" fmla="*/ 278707 w 7467600"/>
              <a:gd name="connsiteY571" fmla="*/ 1352270 h 6858000"/>
              <a:gd name="connsiteX572" fmla="*/ 321570 w 7467600"/>
              <a:gd name="connsiteY572" fmla="*/ 1861610 h 6858000"/>
              <a:gd name="connsiteX573" fmla="*/ 294281 w 7467600"/>
              <a:gd name="connsiteY573" fmla="*/ 1440658 h 6858000"/>
              <a:gd name="connsiteX574" fmla="*/ 278707 w 7467600"/>
              <a:gd name="connsiteY574" fmla="*/ 1352270 h 6858000"/>
              <a:gd name="connsiteX575" fmla="*/ 1423821 w 7467600"/>
              <a:gd name="connsiteY575" fmla="*/ 1351958 h 6858000"/>
              <a:gd name="connsiteX576" fmla="*/ 1638521 w 7467600"/>
              <a:gd name="connsiteY576" fmla="*/ 1908470 h 6858000"/>
              <a:gd name="connsiteX577" fmla="*/ 1754199 w 7467600"/>
              <a:gd name="connsiteY577" fmla="*/ 2149284 h 6858000"/>
              <a:gd name="connsiteX578" fmla="*/ 1908359 w 7467600"/>
              <a:gd name="connsiteY578" fmla="*/ 2364988 h 6858000"/>
              <a:gd name="connsiteX579" fmla="*/ 1647661 w 7467600"/>
              <a:gd name="connsiteY579" fmla="*/ 1825945 h 6858000"/>
              <a:gd name="connsiteX580" fmla="*/ 1423821 w 7467600"/>
              <a:gd name="connsiteY580" fmla="*/ 1351958 h 6858000"/>
              <a:gd name="connsiteX581" fmla="*/ 1431890 w 7467600"/>
              <a:gd name="connsiteY581" fmla="*/ 1306475 h 6858000"/>
              <a:gd name="connsiteX582" fmla="*/ 1507597 w 7467600"/>
              <a:gd name="connsiteY582" fmla="*/ 1446132 h 6858000"/>
              <a:gd name="connsiteX583" fmla="*/ 1674586 w 7467600"/>
              <a:gd name="connsiteY583" fmla="*/ 1813832 h 6858000"/>
              <a:gd name="connsiteX584" fmla="*/ 1815950 w 7467600"/>
              <a:gd name="connsiteY584" fmla="*/ 2128564 h 6858000"/>
              <a:gd name="connsiteX585" fmla="*/ 1984242 w 7467600"/>
              <a:gd name="connsiteY585" fmla="*/ 2430829 h 6858000"/>
              <a:gd name="connsiteX586" fmla="*/ 2014023 w 7467600"/>
              <a:gd name="connsiteY586" fmla="*/ 2450995 h 6858000"/>
              <a:gd name="connsiteX587" fmla="*/ 1747337 w 7467600"/>
              <a:gd name="connsiteY587" fmla="*/ 1855264 h 6858000"/>
              <a:gd name="connsiteX588" fmla="*/ 1533749 w 7467600"/>
              <a:gd name="connsiteY588" fmla="*/ 1478656 h 6858000"/>
              <a:gd name="connsiteX589" fmla="*/ 1431890 w 7467600"/>
              <a:gd name="connsiteY589" fmla="*/ 1306475 h 6858000"/>
              <a:gd name="connsiteX590" fmla="*/ 5052692 w 7467600"/>
              <a:gd name="connsiteY590" fmla="*/ 1292994 h 6858000"/>
              <a:gd name="connsiteX591" fmla="*/ 5200661 w 7467600"/>
              <a:gd name="connsiteY591" fmla="*/ 1635186 h 6858000"/>
              <a:gd name="connsiteX592" fmla="*/ 5297138 w 7467600"/>
              <a:gd name="connsiteY592" fmla="*/ 1906351 h 6858000"/>
              <a:gd name="connsiteX593" fmla="*/ 5052692 w 7467600"/>
              <a:gd name="connsiteY593" fmla="*/ 1292994 h 6858000"/>
              <a:gd name="connsiteX594" fmla="*/ 5009948 w 7467600"/>
              <a:gd name="connsiteY594" fmla="*/ 1273619 h 6858000"/>
              <a:gd name="connsiteX595" fmla="*/ 5121777 w 7467600"/>
              <a:gd name="connsiteY595" fmla="*/ 1654213 h 6858000"/>
              <a:gd name="connsiteX596" fmla="*/ 5293545 w 7467600"/>
              <a:gd name="connsiteY596" fmla="*/ 2072247 h 6858000"/>
              <a:gd name="connsiteX597" fmla="*/ 5294042 w 7467600"/>
              <a:gd name="connsiteY597" fmla="*/ 2065019 h 6858000"/>
              <a:gd name="connsiteX598" fmla="*/ 5171936 w 7467600"/>
              <a:gd name="connsiteY598" fmla="*/ 1647613 h 6858000"/>
              <a:gd name="connsiteX599" fmla="*/ 5009948 w 7467600"/>
              <a:gd name="connsiteY599" fmla="*/ 1273619 h 6858000"/>
              <a:gd name="connsiteX600" fmla="*/ 655236 w 7467600"/>
              <a:gd name="connsiteY600" fmla="*/ 1268632 h 6858000"/>
              <a:gd name="connsiteX601" fmla="*/ 839521 w 7467600"/>
              <a:gd name="connsiteY601" fmla="*/ 1685315 h 6858000"/>
              <a:gd name="connsiteX602" fmla="*/ 1109416 w 7467600"/>
              <a:gd name="connsiteY602" fmla="*/ 2061663 h 6858000"/>
              <a:gd name="connsiteX603" fmla="*/ 1298300 w 7467600"/>
              <a:gd name="connsiteY603" fmla="*/ 2247742 h 6858000"/>
              <a:gd name="connsiteX604" fmla="*/ 1125871 w 7467600"/>
              <a:gd name="connsiteY604" fmla="*/ 1989513 h 6858000"/>
              <a:gd name="connsiteX605" fmla="*/ 981574 w 7467600"/>
              <a:gd name="connsiteY605" fmla="*/ 1783157 h 6858000"/>
              <a:gd name="connsiteX606" fmla="*/ 922198 w 7467600"/>
              <a:gd name="connsiteY606" fmla="*/ 1677437 h 6858000"/>
              <a:gd name="connsiteX607" fmla="*/ 869293 w 7467600"/>
              <a:gd name="connsiteY607" fmla="*/ 1583214 h 6858000"/>
              <a:gd name="connsiteX608" fmla="*/ 751431 w 7467600"/>
              <a:gd name="connsiteY608" fmla="*/ 1405731 h 6858000"/>
              <a:gd name="connsiteX609" fmla="*/ 655236 w 7467600"/>
              <a:gd name="connsiteY609" fmla="*/ 1268632 h 6858000"/>
              <a:gd name="connsiteX610" fmla="*/ 6516292 w 7467600"/>
              <a:gd name="connsiteY610" fmla="*/ 1263064 h 6858000"/>
              <a:gd name="connsiteX611" fmla="*/ 5736320 w 7467600"/>
              <a:gd name="connsiteY611" fmla="*/ 1501803 h 6858000"/>
              <a:gd name="connsiteX612" fmla="*/ 6516292 w 7467600"/>
              <a:gd name="connsiteY612" fmla="*/ 1263064 h 6858000"/>
              <a:gd name="connsiteX613" fmla="*/ 291466 w 7467600"/>
              <a:gd name="connsiteY613" fmla="*/ 1250369 h 6858000"/>
              <a:gd name="connsiteX614" fmla="*/ 323180 w 7467600"/>
              <a:gd name="connsiteY614" fmla="*/ 1435283 h 6858000"/>
              <a:gd name="connsiteX615" fmla="*/ 349381 w 7467600"/>
              <a:gd name="connsiteY615" fmla="*/ 1875041 h 6858000"/>
              <a:gd name="connsiteX616" fmla="*/ 374363 w 7467600"/>
              <a:gd name="connsiteY616" fmla="*/ 1506494 h 6858000"/>
              <a:gd name="connsiteX617" fmla="*/ 302168 w 7467600"/>
              <a:gd name="connsiteY617" fmla="*/ 1274495 h 6858000"/>
              <a:gd name="connsiteX618" fmla="*/ 291466 w 7467600"/>
              <a:gd name="connsiteY618" fmla="*/ 1250369 h 6858000"/>
              <a:gd name="connsiteX619" fmla="*/ 678222 w 7467600"/>
              <a:gd name="connsiteY619" fmla="*/ 1248670 h 6858000"/>
              <a:gd name="connsiteX620" fmla="*/ 775536 w 7467600"/>
              <a:gd name="connsiteY620" fmla="*/ 1388015 h 6858000"/>
              <a:gd name="connsiteX621" fmla="*/ 894529 w 7467600"/>
              <a:gd name="connsiteY621" fmla="*/ 1567739 h 6858000"/>
              <a:gd name="connsiteX622" fmla="*/ 948000 w 7467600"/>
              <a:gd name="connsiteY622" fmla="*/ 1663088 h 6858000"/>
              <a:gd name="connsiteX623" fmla="*/ 1006812 w 7467600"/>
              <a:gd name="connsiteY623" fmla="*/ 1767683 h 6858000"/>
              <a:gd name="connsiteX624" fmla="*/ 1149133 w 7467600"/>
              <a:gd name="connsiteY624" fmla="*/ 1971513 h 6858000"/>
              <a:gd name="connsiteX625" fmla="*/ 1333952 w 7467600"/>
              <a:gd name="connsiteY625" fmla="*/ 2251620 h 6858000"/>
              <a:gd name="connsiteX626" fmla="*/ 1337329 w 7467600"/>
              <a:gd name="connsiteY626" fmla="*/ 2258350 h 6858000"/>
              <a:gd name="connsiteX627" fmla="*/ 1014726 w 7467600"/>
              <a:gd name="connsiteY627" fmla="*/ 1615556 h 6858000"/>
              <a:gd name="connsiteX628" fmla="*/ 678222 w 7467600"/>
              <a:gd name="connsiteY628" fmla="*/ 1248670 h 6858000"/>
              <a:gd name="connsiteX629" fmla="*/ 6691602 w 7467600"/>
              <a:gd name="connsiteY629" fmla="*/ 1140573 h 6858000"/>
              <a:gd name="connsiteX630" fmla="*/ 6571100 w 7467600"/>
              <a:gd name="connsiteY630" fmla="*/ 1183662 h 6858000"/>
              <a:gd name="connsiteX631" fmla="*/ 6241687 w 7467600"/>
              <a:gd name="connsiteY631" fmla="*/ 1257600 h 6858000"/>
              <a:gd name="connsiteX632" fmla="*/ 5693009 w 7467600"/>
              <a:gd name="connsiteY632" fmla="*/ 1478256 h 6858000"/>
              <a:gd name="connsiteX633" fmla="*/ 6548420 w 7467600"/>
              <a:gd name="connsiteY633" fmla="*/ 1214599 h 6858000"/>
              <a:gd name="connsiteX634" fmla="*/ 6605473 w 7467600"/>
              <a:gd name="connsiteY634" fmla="*/ 1184686 h 6858000"/>
              <a:gd name="connsiteX635" fmla="*/ 6691602 w 7467600"/>
              <a:gd name="connsiteY635" fmla="*/ 1140573 h 6858000"/>
              <a:gd name="connsiteX636" fmla="*/ 4002475 w 7467600"/>
              <a:gd name="connsiteY636" fmla="*/ 1037802 h 6858000"/>
              <a:gd name="connsiteX637" fmla="*/ 4000324 w 7467600"/>
              <a:gd name="connsiteY637" fmla="*/ 1039362 h 6858000"/>
              <a:gd name="connsiteX638" fmla="*/ 4002862 w 7467600"/>
              <a:gd name="connsiteY638" fmla="*/ 1042866 h 6858000"/>
              <a:gd name="connsiteX639" fmla="*/ 4002475 w 7467600"/>
              <a:gd name="connsiteY639" fmla="*/ 1037802 h 6858000"/>
              <a:gd name="connsiteX640" fmla="*/ 506322 w 7467600"/>
              <a:gd name="connsiteY640" fmla="*/ 1020997 h 6858000"/>
              <a:gd name="connsiteX641" fmla="*/ 533068 w 7467600"/>
              <a:gd name="connsiteY641" fmla="*/ 1029409 h 6858000"/>
              <a:gd name="connsiteX642" fmla="*/ 1232525 w 7467600"/>
              <a:gd name="connsiteY642" fmla="*/ 1804675 h 6858000"/>
              <a:gd name="connsiteX643" fmla="*/ 1388858 w 7467600"/>
              <a:gd name="connsiteY643" fmla="*/ 2368011 h 6858000"/>
              <a:gd name="connsiteX644" fmla="*/ 1384098 w 7467600"/>
              <a:gd name="connsiteY644" fmla="*/ 2378125 h 6858000"/>
              <a:gd name="connsiteX645" fmla="*/ 1425393 w 7467600"/>
              <a:gd name="connsiteY645" fmla="*/ 2589124 h 6858000"/>
              <a:gd name="connsiteX646" fmla="*/ 1424001 w 7467600"/>
              <a:gd name="connsiteY646" fmla="*/ 2597541 h 6858000"/>
              <a:gd name="connsiteX647" fmla="*/ 2152729 w 7467600"/>
              <a:gd name="connsiteY647" fmla="*/ 2864487 h 6858000"/>
              <a:gd name="connsiteX648" fmla="*/ 2020609 w 7467600"/>
              <a:gd name="connsiteY648" fmla="*/ 2539671 h 6858000"/>
              <a:gd name="connsiteX649" fmla="*/ 2018920 w 7467600"/>
              <a:gd name="connsiteY649" fmla="*/ 2536309 h 6858000"/>
              <a:gd name="connsiteX650" fmla="*/ 1342441 w 7467600"/>
              <a:gd name="connsiteY650" fmla="*/ 1173017 h 6858000"/>
              <a:gd name="connsiteX651" fmla="*/ 1367925 w 7467600"/>
              <a:gd name="connsiteY651" fmla="*/ 1135648 h 6858000"/>
              <a:gd name="connsiteX652" fmla="*/ 1771401 w 7467600"/>
              <a:gd name="connsiteY652" fmla="*/ 1806673 h 6858000"/>
              <a:gd name="connsiteX653" fmla="*/ 1972385 w 7467600"/>
              <a:gd name="connsiteY653" fmla="*/ 2198735 h 6858000"/>
              <a:gd name="connsiteX654" fmla="*/ 2040892 w 7467600"/>
              <a:gd name="connsiteY654" fmla="*/ 2405205 h 6858000"/>
              <a:gd name="connsiteX655" fmla="*/ 2131689 w 7467600"/>
              <a:gd name="connsiteY655" fmla="*/ 1936926 h 6858000"/>
              <a:gd name="connsiteX656" fmla="*/ 2454820 w 7467600"/>
              <a:gd name="connsiteY656" fmla="*/ 1248808 h 6858000"/>
              <a:gd name="connsiteX657" fmla="*/ 2492512 w 7467600"/>
              <a:gd name="connsiteY657" fmla="*/ 1302920 h 6858000"/>
              <a:gd name="connsiteX658" fmla="*/ 2081216 w 7467600"/>
              <a:gd name="connsiteY658" fmla="*/ 2527513 h 6858000"/>
              <a:gd name="connsiteX659" fmla="*/ 2081211 w 7467600"/>
              <a:gd name="connsiteY659" fmla="*/ 2528916 h 6858000"/>
              <a:gd name="connsiteX660" fmla="*/ 2199067 w 7467600"/>
              <a:gd name="connsiteY660" fmla="*/ 2884061 h 6858000"/>
              <a:gd name="connsiteX661" fmla="*/ 3192586 w 7467600"/>
              <a:gd name="connsiteY661" fmla="*/ 3411496 h 6858000"/>
              <a:gd name="connsiteX662" fmla="*/ 3182620 w 7467600"/>
              <a:gd name="connsiteY662" fmla="*/ 3483279 h 6858000"/>
              <a:gd name="connsiteX663" fmla="*/ 2435119 w 7467600"/>
              <a:gd name="connsiteY663" fmla="*/ 3080173 h 6858000"/>
              <a:gd name="connsiteX664" fmla="*/ 2410152 w 7467600"/>
              <a:gd name="connsiteY664" fmla="*/ 3063751 h 6858000"/>
              <a:gd name="connsiteX665" fmla="*/ 2408099 w 7467600"/>
              <a:gd name="connsiteY665" fmla="*/ 3064403 h 6858000"/>
              <a:gd name="connsiteX666" fmla="*/ 2407218 w 7467600"/>
              <a:gd name="connsiteY666" fmla="*/ 3070324 h 6858000"/>
              <a:gd name="connsiteX667" fmla="*/ 2380138 w 7467600"/>
              <a:gd name="connsiteY667" fmla="*/ 3099341 h 6858000"/>
              <a:gd name="connsiteX668" fmla="*/ 1765923 w 7467600"/>
              <a:gd name="connsiteY668" fmla="*/ 3581043 h 6858000"/>
              <a:gd name="connsiteX669" fmla="*/ 1702258 w 7467600"/>
              <a:gd name="connsiteY669" fmla="*/ 3612286 h 6858000"/>
              <a:gd name="connsiteX670" fmla="*/ 1538370 w 7467600"/>
              <a:gd name="connsiteY670" fmla="*/ 3811804 h 6858000"/>
              <a:gd name="connsiteX671" fmla="*/ 542867 w 7467600"/>
              <a:gd name="connsiteY671" fmla="*/ 4944092 h 6858000"/>
              <a:gd name="connsiteX672" fmla="*/ 515800 w 7467600"/>
              <a:gd name="connsiteY672" fmla="*/ 4862180 h 6858000"/>
              <a:gd name="connsiteX673" fmla="*/ 909145 w 7467600"/>
              <a:gd name="connsiteY673" fmla="*/ 4199225 h 6858000"/>
              <a:gd name="connsiteX674" fmla="*/ 1214067 w 7467600"/>
              <a:gd name="connsiteY674" fmla="*/ 3908561 h 6858000"/>
              <a:gd name="connsiteX675" fmla="*/ 640967 w 7467600"/>
              <a:gd name="connsiteY675" fmla="*/ 4105601 h 6858000"/>
              <a:gd name="connsiteX676" fmla="*/ 112563 w 7467600"/>
              <a:gd name="connsiteY676" fmla="*/ 4396952 h 6858000"/>
              <a:gd name="connsiteX677" fmla="*/ 0 w 7467600"/>
              <a:gd name="connsiteY677" fmla="*/ 4466006 h 6858000"/>
              <a:gd name="connsiteX678" fmla="*/ 0 w 7467600"/>
              <a:gd name="connsiteY678" fmla="*/ 4233763 h 6858000"/>
              <a:gd name="connsiteX679" fmla="*/ 36881 w 7467600"/>
              <a:gd name="connsiteY679" fmla="*/ 4200118 h 6858000"/>
              <a:gd name="connsiteX680" fmla="*/ 910534 w 7467600"/>
              <a:gd name="connsiteY680" fmla="*/ 3629753 h 6858000"/>
              <a:gd name="connsiteX681" fmla="*/ 1578717 w 7467600"/>
              <a:gd name="connsiteY681" fmla="*/ 3575982 h 6858000"/>
              <a:gd name="connsiteX682" fmla="*/ 2338780 w 7467600"/>
              <a:gd name="connsiteY682" fmla="*/ 3033725 h 6858000"/>
              <a:gd name="connsiteX683" fmla="*/ 1807991 w 7467600"/>
              <a:gd name="connsiteY683" fmla="*/ 2807184 h 6858000"/>
              <a:gd name="connsiteX684" fmla="*/ 1416358 w 7467600"/>
              <a:gd name="connsiteY684" fmla="*/ 3112571 h 6858000"/>
              <a:gd name="connsiteX685" fmla="*/ 939066 w 7467600"/>
              <a:gd name="connsiteY685" fmla="*/ 3378798 h 6858000"/>
              <a:gd name="connsiteX686" fmla="*/ 115099 w 7467600"/>
              <a:gd name="connsiteY686" fmla="*/ 3607650 h 6858000"/>
              <a:gd name="connsiteX687" fmla="*/ 97284 w 7467600"/>
              <a:gd name="connsiteY687" fmla="*/ 3520393 h 6858000"/>
              <a:gd name="connsiteX688" fmla="*/ 922050 w 7467600"/>
              <a:gd name="connsiteY688" fmla="*/ 3074867 h 6858000"/>
              <a:gd name="connsiteX689" fmla="*/ 1405265 w 7467600"/>
              <a:gd name="connsiteY689" fmla="*/ 3016319 h 6858000"/>
              <a:gd name="connsiteX690" fmla="*/ 1407512 w 7467600"/>
              <a:gd name="connsiteY690" fmla="*/ 3018001 h 6858000"/>
              <a:gd name="connsiteX691" fmla="*/ 1726266 w 7467600"/>
              <a:gd name="connsiteY691" fmla="*/ 2777274 h 6858000"/>
              <a:gd name="connsiteX692" fmla="*/ 625390 w 7467600"/>
              <a:gd name="connsiteY692" fmla="*/ 2514541 h 6858000"/>
              <a:gd name="connsiteX693" fmla="*/ 619799 w 7467600"/>
              <a:gd name="connsiteY693" fmla="*/ 2527180 h 6858000"/>
              <a:gd name="connsiteX694" fmla="*/ 310030 w 7467600"/>
              <a:gd name="connsiteY694" fmla="*/ 2771818 h 6858000"/>
              <a:gd name="connsiteX695" fmla="*/ 173877 w 7467600"/>
              <a:gd name="connsiteY695" fmla="*/ 2937056 h 6858000"/>
              <a:gd name="connsiteX696" fmla="*/ 77889 w 7467600"/>
              <a:gd name="connsiteY696" fmla="*/ 3138440 h 6858000"/>
              <a:gd name="connsiteX697" fmla="*/ 0 w 7467600"/>
              <a:gd name="connsiteY697" fmla="*/ 3271395 h 6858000"/>
              <a:gd name="connsiteX698" fmla="*/ 0 w 7467600"/>
              <a:gd name="connsiteY698" fmla="*/ 3153002 h 6858000"/>
              <a:gd name="connsiteX699" fmla="*/ 2386 w 7467600"/>
              <a:gd name="connsiteY699" fmla="*/ 3149203 h 6858000"/>
              <a:gd name="connsiteX700" fmla="*/ 89753 w 7467600"/>
              <a:gd name="connsiteY700" fmla="*/ 2987702 h 6858000"/>
              <a:gd name="connsiteX701" fmla="*/ 76869 w 7467600"/>
              <a:gd name="connsiteY701" fmla="*/ 3005404 h 6858000"/>
              <a:gd name="connsiteX702" fmla="*/ 32049 w 7467600"/>
              <a:gd name="connsiteY702" fmla="*/ 3065814 h 6858000"/>
              <a:gd name="connsiteX703" fmla="*/ 0 w 7467600"/>
              <a:gd name="connsiteY703" fmla="*/ 3108744 h 6858000"/>
              <a:gd name="connsiteX704" fmla="*/ 0 w 7467600"/>
              <a:gd name="connsiteY704" fmla="*/ 3058059 h 6858000"/>
              <a:gd name="connsiteX705" fmla="*/ 7610 w 7467600"/>
              <a:gd name="connsiteY705" fmla="*/ 3047889 h 6858000"/>
              <a:gd name="connsiteX706" fmla="*/ 52419 w 7467600"/>
              <a:gd name="connsiteY706" fmla="*/ 2987479 h 6858000"/>
              <a:gd name="connsiteX707" fmla="*/ 59142 w 7467600"/>
              <a:gd name="connsiteY707" fmla="*/ 2978488 h 6858000"/>
              <a:gd name="connsiteX708" fmla="*/ 0 w 7467600"/>
              <a:gd name="connsiteY708" fmla="*/ 3015334 h 6858000"/>
              <a:gd name="connsiteX709" fmla="*/ 0 w 7467600"/>
              <a:gd name="connsiteY709" fmla="*/ 2914286 h 6858000"/>
              <a:gd name="connsiteX710" fmla="*/ 36383 w 7467600"/>
              <a:gd name="connsiteY710" fmla="*/ 2901128 h 6858000"/>
              <a:gd name="connsiteX711" fmla="*/ 156329 w 7467600"/>
              <a:gd name="connsiteY711" fmla="*/ 2840533 h 6858000"/>
              <a:gd name="connsiteX712" fmla="*/ 358355 w 7467600"/>
              <a:gd name="connsiteY712" fmla="*/ 2620471 h 6858000"/>
              <a:gd name="connsiteX713" fmla="*/ 510577 w 7467600"/>
              <a:gd name="connsiteY713" fmla="*/ 2501244 h 6858000"/>
              <a:gd name="connsiteX714" fmla="*/ 211967 w 7467600"/>
              <a:gd name="connsiteY714" fmla="*/ 2479171 h 6858000"/>
              <a:gd name="connsiteX715" fmla="*/ 0 w 7467600"/>
              <a:gd name="connsiteY715" fmla="*/ 2476398 h 6858000"/>
              <a:gd name="connsiteX716" fmla="*/ 0 w 7467600"/>
              <a:gd name="connsiteY716" fmla="*/ 2389189 h 6858000"/>
              <a:gd name="connsiteX717" fmla="*/ 103062 w 7467600"/>
              <a:gd name="connsiteY717" fmla="*/ 2389518 h 6858000"/>
              <a:gd name="connsiteX718" fmla="*/ 510734 w 7467600"/>
              <a:gd name="connsiteY718" fmla="*/ 2416201 h 6858000"/>
              <a:gd name="connsiteX719" fmla="*/ 279257 w 7467600"/>
              <a:gd name="connsiteY719" fmla="*/ 2092102 h 6858000"/>
              <a:gd name="connsiteX720" fmla="*/ 65265 w 7467600"/>
              <a:gd name="connsiteY720" fmla="*/ 2006049 h 6858000"/>
              <a:gd name="connsiteX721" fmla="*/ 0 w 7467600"/>
              <a:gd name="connsiteY721" fmla="*/ 1982532 h 6858000"/>
              <a:gd name="connsiteX722" fmla="*/ 0 w 7467600"/>
              <a:gd name="connsiteY722" fmla="*/ 1912789 h 6858000"/>
              <a:gd name="connsiteX723" fmla="*/ 97460 w 7467600"/>
              <a:gd name="connsiteY723" fmla="*/ 1953725 h 6858000"/>
              <a:gd name="connsiteX724" fmla="*/ 221272 w 7467600"/>
              <a:gd name="connsiteY724" fmla="*/ 1980766 h 6858000"/>
              <a:gd name="connsiteX725" fmla="*/ 116765 w 7467600"/>
              <a:gd name="connsiteY725" fmla="*/ 1911033 h 6858000"/>
              <a:gd name="connsiteX726" fmla="*/ 16405 w 7467600"/>
              <a:gd name="connsiteY726" fmla="*/ 1803412 h 6858000"/>
              <a:gd name="connsiteX727" fmla="*/ 0 w 7467600"/>
              <a:gd name="connsiteY727" fmla="*/ 1784777 h 6858000"/>
              <a:gd name="connsiteX728" fmla="*/ 0 w 7467600"/>
              <a:gd name="connsiteY728" fmla="*/ 1740082 h 6858000"/>
              <a:gd name="connsiteX729" fmla="*/ 39394 w 7467600"/>
              <a:gd name="connsiteY729" fmla="*/ 1784856 h 6858000"/>
              <a:gd name="connsiteX730" fmla="*/ 135813 w 7467600"/>
              <a:gd name="connsiteY730" fmla="*/ 1888838 h 6858000"/>
              <a:gd name="connsiteX731" fmla="*/ 242575 w 7467600"/>
              <a:gd name="connsiteY731" fmla="*/ 1958841 h 6858000"/>
              <a:gd name="connsiteX732" fmla="*/ 82197 w 7467600"/>
              <a:gd name="connsiteY732" fmla="*/ 1754826 h 6858000"/>
              <a:gd name="connsiteX733" fmla="*/ 0 w 7467600"/>
              <a:gd name="connsiteY733" fmla="*/ 1679650 h 6858000"/>
              <a:gd name="connsiteX734" fmla="*/ 0 w 7467600"/>
              <a:gd name="connsiteY734" fmla="*/ 1602463 h 6858000"/>
              <a:gd name="connsiteX735" fmla="*/ 84689 w 7467600"/>
              <a:gd name="connsiteY735" fmla="*/ 1677442 h 6858000"/>
              <a:gd name="connsiteX736" fmla="*/ 298437 w 7467600"/>
              <a:gd name="connsiteY736" fmla="*/ 1968019 h 6858000"/>
              <a:gd name="connsiteX737" fmla="*/ 227269 w 7467600"/>
              <a:gd name="connsiteY737" fmla="*/ 1114064 h 6858000"/>
              <a:gd name="connsiteX738" fmla="*/ 248003 w 7467600"/>
              <a:gd name="connsiteY738" fmla="*/ 1089613 h 6858000"/>
              <a:gd name="connsiteX739" fmla="*/ 427020 w 7467600"/>
              <a:gd name="connsiteY739" fmla="*/ 1619803 h 6858000"/>
              <a:gd name="connsiteX740" fmla="*/ 340345 w 7467600"/>
              <a:gd name="connsiteY740" fmla="*/ 2027739 h 6858000"/>
              <a:gd name="connsiteX741" fmla="*/ 360865 w 7467600"/>
              <a:gd name="connsiteY741" fmla="*/ 2044827 h 6858000"/>
              <a:gd name="connsiteX742" fmla="*/ 560414 w 7467600"/>
              <a:gd name="connsiteY742" fmla="*/ 2421457 h 6858000"/>
              <a:gd name="connsiteX743" fmla="*/ 1359703 w 7467600"/>
              <a:gd name="connsiteY743" fmla="*/ 2578554 h 6858000"/>
              <a:gd name="connsiteX744" fmla="*/ 1359422 w 7467600"/>
              <a:gd name="connsiteY744" fmla="*/ 2577994 h 6858000"/>
              <a:gd name="connsiteX745" fmla="*/ 828701 w 7467600"/>
              <a:gd name="connsiteY745" fmla="*/ 1839520 h 6858000"/>
              <a:gd name="connsiteX746" fmla="*/ 494427 w 7467600"/>
              <a:gd name="connsiteY746" fmla="*/ 1092333 h 6858000"/>
              <a:gd name="connsiteX747" fmla="*/ 506322 w 7467600"/>
              <a:gd name="connsiteY747" fmla="*/ 1020997 h 6858000"/>
              <a:gd name="connsiteX748" fmla="*/ 4570198 w 7467600"/>
              <a:gd name="connsiteY748" fmla="*/ 978081 h 6858000"/>
              <a:gd name="connsiteX749" fmla="*/ 4523691 w 7467600"/>
              <a:gd name="connsiteY749" fmla="*/ 1127776 h 6858000"/>
              <a:gd name="connsiteX750" fmla="*/ 4509875 w 7467600"/>
              <a:gd name="connsiteY750" fmla="*/ 1167552 h 6858000"/>
              <a:gd name="connsiteX751" fmla="*/ 4478168 w 7467600"/>
              <a:gd name="connsiteY751" fmla="*/ 1260735 h 6858000"/>
              <a:gd name="connsiteX752" fmla="*/ 4409309 w 7467600"/>
              <a:gd name="connsiteY752" fmla="*/ 1666996 h 6858000"/>
              <a:gd name="connsiteX753" fmla="*/ 4370031 w 7467600"/>
              <a:gd name="connsiteY753" fmla="*/ 1955666 h 6858000"/>
              <a:gd name="connsiteX754" fmla="*/ 4570198 w 7467600"/>
              <a:gd name="connsiteY754" fmla="*/ 978081 h 6858000"/>
              <a:gd name="connsiteX755" fmla="*/ 4557898 w 7467600"/>
              <a:gd name="connsiteY755" fmla="*/ 900011 h 6858000"/>
              <a:gd name="connsiteX756" fmla="*/ 4344840 w 7467600"/>
              <a:gd name="connsiteY756" fmla="*/ 1922038 h 6858000"/>
              <a:gd name="connsiteX757" fmla="*/ 4378710 w 7467600"/>
              <a:gd name="connsiteY757" fmla="*/ 1665516 h 6858000"/>
              <a:gd name="connsiteX758" fmla="*/ 4448798 w 7467600"/>
              <a:gd name="connsiteY758" fmla="*/ 1253024 h 6858000"/>
              <a:gd name="connsiteX759" fmla="*/ 4480315 w 7467600"/>
              <a:gd name="connsiteY759" fmla="*/ 1158454 h 6858000"/>
              <a:gd name="connsiteX760" fmla="*/ 4494133 w 7467600"/>
              <a:gd name="connsiteY760" fmla="*/ 1118676 h 6858000"/>
              <a:gd name="connsiteX761" fmla="*/ 4557898 w 7467600"/>
              <a:gd name="connsiteY761" fmla="*/ 900011 h 6858000"/>
              <a:gd name="connsiteX762" fmla="*/ 5870151 w 7467600"/>
              <a:gd name="connsiteY762" fmla="*/ 898890 h 6858000"/>
              <a:gd name="connsiteX763" fmla="*/ 5861335 w 7467600"/>
              <a:gd name="connsiteY763" fmla="*/ 899177 h 6858000"/>
              <a:gd name="connsiteX764" fmla="*/ 5843702 w 7467600"/>
              <a:gd name="connsiteY764" fmla="*/ 899748 h 6858000"/>
              <a:gd name="connsiteX765" fmla="*/ 5651107 w 7467600"/>
              <a:gd name="connsiteY765" fmla="*/ 920306 h 6858000"/>
              <a:gd name="connsiteX766" fmla="*/ 5459407 w 7467600"/>
              <a:gd name="connsiteY766" fmla="*/ 940975 h 6858000"/>
              <a:gd name="connsiteX767" fmla="*/ 5374846 w 7467600"/>
              <a:gd name="connsiteY767" fmla="*/ 941988 h 6858000"/>
              <a:gd name="connsiteX768" fmla="*/ 5256105 w 7467600"/>
              <a:gd name="connsiteY768" fmla="*/ 945632 h 6858000"/>
              <a:gd name="connsiteX769" fmla="*/ 5107071 w 7467600"/>
              <a:gd name="connsiteY769" fmla="*/ 969720 h 6858000"/>
              <a:gd name="connsiteX770" fmla="*/ 4998681 w 7467600"/>
              <a:gd name="connsiteY770" fmla="*/ 988771 h 6858000"/>
              <a:gd name="connsiteX771" fmla="*/ 5870151 w 7467600"/>
              <a:gd name="connsiteY771" fmla="*/ 898890 h 6858000"/>
              <a:gd name="connsiteX772" fmla="*/ 5504425 w 7467600"/>
              <a:gd name="connsiteY772" fmla="*/ 848067 h 6858000"/>
              <a:gd name="connsiteX773" fmla="*/ 4968849 w 7467600"/>
              <a:gd name="connsiteY773" fmla="*/ 962318 h 6858000"/>
              <a:gd name="connsiteX774" fmla="*/ 5104039 w 7467600"/>
              <a:gd name="connsiteY774" fmla="*/ 940634 h 6858000"/>
              <a:gd name="connsiteX775" fmla="*/ 5256311 w 7467600"/>
              <a:gd name="connsiteY775" fmla="*/ 916490 h 6858000"/>
              <a:gd name="connsiteX776" fmla="*/ 5377381 w 7467600"/>
              <a:gd name="connsiteY776" fmla="*/ 912671 h 6858000"/>
              <a:gd name="connsiteX777" fmla="*/ 5460148 w 7467600"/>
              <a:gd name="connsiteY777" fmla="*/ 911442 h 6858000"/>
              <a:gd name="connsiteX778" fmla="*/ 5648971 w 7467600"/>
              <a:gd name="connsiteY778" fmla="*/ 891331 h 6858000"/>
              <a:gd name="connsiteX779" fmla="*/ 5844807 w 7467600"/>
              <a:gd name="connsiteY779" fmla="*/ 870718 h 6858000"/>
              <a:gd name="connsiteX780" fmla="*/ 5862975 w 7467600"/>
              <a:gd name="connsiteY780" fmla="*/ 869756 h 6858000"/>
              <a:gd name="connsiteX781" fmla="*/ 5920887 w 7467600"/>
              <a:gd name="connsiteY781" fmla="*/ 865929 h 6858000"/>
              <a:gd name="connsiteX782" fmla="*/ 5504425 w 7467600"/>
              <a:gd name="connsiteY782" fmla="*/ 848067 h 6858000"/>
              <a:gd name="connsiteX783" fmla="*/ 3607114 w 7467600"/>
              <a:gd name="connsiteY783" fmla="*/ 467441 h 6858000"/>
              <a:gd name="connsiteX784" fmla="*/ 3296242 w 7467600"/>
              <a:gd name="connsiteY784" fmla="*/ 807991 h 6858000"/>
              <a:gd name="connsiteX785" fmla="*/ 3174674 w 7467600"/>
              <a:gd name="connsiteY785" fmla="*/ 919759 h 6858000"/>
              <a:gd name="connsiteX786" fmla="*/ 3042978 w 7467600"/>
              <a:gd name="connsiteY786" fmla="*/ 1054894 h 6858000"/>
              <a:gd name="connsiteX787" fmla="*/ 2968914 w 7467600"/>
              <a:gd name="connsiteY787" fmla="*/ 1133756 h 6858000"/>
              <a:gd name="connsiteX788" fmla="*/ 3103823 w 7467600"/>
              <a:gd name="connsiteY788" fmla="*/ 1026814 h 6858000"/>
              <a:gd name="connsiteX789" fmla="*/ 3607114 w 7467600"/>
              <a:gd name="connsiteY789" fmla="*/ 467441 h 6858000"/>
              <a:gd name="connsiteX790" fmla="*/ 3744487 w 7467600"/>
              <a:gd name="connsiteY790" fmla="*/ 383136 h 6858000"/>
              <a:gd name="connsiteX791" fmla="*/ 3970213 w 7467600"/>
              <a:gd name="connsiteY791" fmla="*/ 995559 h 6858000"/>
              <a:gd name="connsiteX792" fmla="*/ 3744487 w 7467600"/>
              <a:gd name="connsiteY792" fmla="*/ 383136 h 6858000"/>
              <a:gd name="connsiteX793" fmla="*/ 3624562 w 7467600"/>
              <a:gd name="connsiteY793" fmla="*/ 367041 h 6858000"/>
              <a:gd name="connsiteX794" fmla="*/ 3489712 w 7467600"/>
              <a:gd name="connsiteY794" fmla="*/ 485386 h 6858000"/>
              <a:gd name="connsiteX795" fmla="*/ 3182994 w 7467600"/>
              <a:gd name="connsiteY795" fmla="*/ 828265 h 6858000"/>
              <a:gd name="connsiteX796" fmla="*/ 2892114 w 7467600"/>
              <a:gd name="connsiteY796" fmla="*/ 1172635 h 6858000"/>
              <a:gd name="connsiteX797" fmla="*/ 3021459 w 7467600"/>
              <a:gd name="connsiteY797" fmla="*/ 1035385 h 6858000"/>
              <a:gd name="connsiteX798" fmla="*/ 3153873 w 7467600"/>
              <a:gd name="connsiteY798" fmla="*/ 898971 h 6858000"/>
              <a:gd name="connsiteX799" fmla="*/ 3276511 w 7467600"/>
              <a:gd name="connsiteY799" fmla="*/ 786423 h 6858000"/>
              <a:gd name="connsiteX800" fmla="*/ 3584154 w 7467600"/>
              <a:gd name="connsiteY800" fmla="*/ 448218 h 6858000"/>
              <a:gd name="connsiteX801" fmla="*/ 3624562 w 7467600"/>
              <a:gd name="connsiteY801" fmla="*/ 367041 h 6858000"/>
              <a:gd name="connsiteX802" fmla="*/ 3766672 w 7467600"/>
              <a:gd name="connsiteY802" fmla="*/ 359429 h 6858000"/>
              <a:gd name="connsiteX803" fmla="*/ 3996338 w 7467600"/>
              <a:gd name="connsiteY803" fmla="*/ 968237 h 6858000"/>
              <a:gd name="connsiteX804" fmla="*/ 3766672 w 7467600"/>
              <a:gd name="connsiteY804" fmla="*/ 359429 h 6858000"/>
              <a:gd name="connsiteX805" fmla="*/ 5805386 w 7467600"/>
              <a:gd name="connsiteY805" fmla="*/ 239240 h 6858000"/>
              <a:gd name="connsiteX806" fmla="*/ 5736947 w 7467600"/>
              <a:gd name="connsiteY806" fmla="*/ 261367 h 6858000"/>
              <a:gd name="connsiteX807" fmla="*/ 5427012 w 7467600"/>
              <a:gd name="connsiteY807" fmla="*/ 311272 h 6858000"/>
              <a:gd name="connsiteX808" fmla="*/ 5147818 w 7467600"/>
              <a:gd name="connsiteY808" fmla="*/ 322112 h 6858000"/>
              <a:gd name="connsiteX809" fmla="*/ 5060854 w 7467600"/>
              <a:gd name="connsiteY809" fmla="*/ 311882 h 6858000"/>
              <a:gd name="connsiteX810" fmla="*/ 4945989 w 7467600"/>
              <a:gd name="connsiteY810" fmla="*/ 300516 h 6858000"/>
              <a:gd name="connsiteX811" fmla="*/ 5410479 w 7467600"/>
              <a:gd name="connsiteY811" fmla="*/ 348434 h 6858000"/>
              <a:gd name="connsiteX812" fmla="*/ 5805386 w 7467600"/>
              <a:gd name="connsiteY812" fmla="*/ 239240 h 6858000"/>
              <a:gd name="connsiteX813" fmla="*/ 5905192 w 7467600"/>
              <a:gd name="connsiteY813" fmla="*/ 163079 h 6858000"/>
              <a:gd name="connsiteX814" fmla="*/ 5865655 w 7467600"/>
              <a:gd name="connsiteY814" fmla="*/ 171901 h 6858000"/>
              <a:gd name="connsiteX815" fmla="*/ 5259740 w 7467600"/>
              <a:gd name="connsiteY815" fmla="*/ 257013 h 6858000"/>
              <a:gd name="connsiteX816" fmla="*/ 5208466 w 7467600"/>
              <a:gd name="connsiteY816" fmla="*/ 257550 h 6858000"/>
              <a:gd name="connsiteX817" fmla="*/ 4980204 w 7467600"/>
              <a:gd name="connsiteY817" fmla="*/ 271903 h 6858000"/>
              <a:gd name="connsiteX818" fmla="*/ 5068068 w 7467600"/>
              <a:gd name="connsiteY818" fmla="*/ 282244 h 6858000"/>
              <a:gd name="connsiteX819" fmla="*/ 5153231 w 7467600"/>
              <a:gd name="connsiteY819" fmla="*/ 292240 h 6858000"/>
              <a:gd name="connsiteX820" fmla="*/ 5426491 w 7467600"/>
              <a:gd name="connsiteY820" fmla="*/ 281128 h 6858000"/>
              <a:gd name="connsiteX821" fmla="*/ 5731212 w 7467600"/>
              <a:gd name="connsiteY821" fmla="*/ 231951 h 6858000"/>
              <a:gd name="connsiteX822" fmla="*/ 5905192 w 7467600"/>
              <a:gd name="connsiteY822" fmla="*/ 163079 h 6858000"/>
              <a:gd name="connsiteX823" fmla="*/ 5944437 w 7467600"/>
              <a:gd name="connsiteY823" fmla="*/ 113829 h 6858000"/>
              <a:gd name="connsiteX824" fmla="*/ 5825032 w 7467600"/>
              <a:gd name="connsiteY824" fmla="*/ 146405 h 6858000"/>
              <a:gd name="connsiteX825" fmla="*/ 4955599 w 7467600"/>
              <a:gd name="connsiteY825" fmla="*/ 247008 h 6858000"/>
              <a:gd name="connsiteX826" fmla="*/ 5210104 w 7467600"/>
              <a:gd name="connsiteY826" fmla="*/ 228123 h 6858000"/>
              <a:gd name="connsiteX827" fmla="*/ 5261015 w 7467600"/>
              <a:gd name="connsiteY827" fmla="*/ 227087 h 6858000"/>
              <a:gd name="connsiteX828" fmla="*/ 5861181 w 7467600"/>
              <a:gd name="connsiteY828" fmla="*/ 143093 h 6858000"/>
              <a:gd name="connsiteX829" fmla="*/ 5961252 w 7467600"/>
              <a:gd name="connsiteY829" fmla="*/ 114820 h 6858000"/>
              <a:gd name="connsiteX830" fmla="*/ 5944437 w 7467600"/>
              <a:gd name="connsiteY830" fmla="*/ 113829 h 6858000"/>
              <a:gd name="connsiteX831" fmla="*/ 3882765 w 7467600"/>
              <a:gd name="connsiteY831" fmla="*/ 0 h 6858000"/>
              <a:gd name="connsiteX832" fmla="*/ 3995099 w 7467600"/>
              <a:gd name="connsiteY832" fmla="*/ 0 h 6858000"/>
              <a:gd name="connsiteX833" fmla="*/ 4163818 w 7467600"/>
              <a:gd name="connsiteY833" fmla="*/ 234104 h 6858000"/>
              <a:gd name="connsiteX834" fmla="*/ 4172099 w 7467600"/>
              <a:gd name="connsiteY834" fmla="*/ 234207 h 6858000"/>
              <a:gd name="connsiteX835" fmla="*/ 4784282 w 7467600"/>
              <a:gd name="connsiteY835" fmla="*/ 276561 h 6858000"/>
              <a:gd name="connsiteX836" fmla="*/ 4801687 w 7467600"/>
              <a:gd name="connsiteY836" fmla="*/ 267764 h 6858000"/>
              <a:gd name="connsiteX837" fmla="*/ 6082788 w 7467600"/>
              <a:gd name="connsiteY837" fmla="*/ 64119 h 6858000"/>
              <a:gd name="connsiteX838" fmla="*/ 6099442 w 7467600"/>
              <a:gd name="connsiteY838" fmla="*/ 82568 h 6858000"/>
              <a:gd name="connsiteX839" fmla="*/ 4804137 w 7467600"/>
              <a:gd name="connsiteY839" fmla="*/ 320931 h 6858000"/>
              <a:gd name="connsiteX840" fmla="*/ 4227047 w 7467600"/>
              <a:gd name="connsiteY840" fmla="*/ 313415 h 6858000"/>
              <a:gd name="connsiteX841" fmla="*/ 4346041 w 7467600"/>
              <a:gd name="connsiteY841" fmla="*/ 456086 h 6858000"/>
              <a:gd name="connsiteX842" fmla="*/ 4870967 w 7467600"/>
              <a:gd name="connsiteY842" fmla="*/ 963061 h 6858000"/>
              <a:gd name="connsiteX843" fmla="*/ 4889647 w 7467600"/>
              <a:gd name="connsiteY843" fmla="*/ 957147 h 6858000"/>
              <a:gd name="connsiteX844" fmla="*/ 5422504 w 7467600"/>
              <a:gd name="connsiteY844" fmla="*/ 805191 h 6858000"/>
              <a:gd name="connsiteX845" fmla="*/ 6087656 w 7467600"/>
              <a:gd name="connsiteY845" fmla="*/ 826703 h 6858000"/>
              <a:gd name="connsiteX846" fmla="*/ 6058717 w 7467600"/>
              <a:gd name="connsiteY846" fmla="*/ 865992 h 6858000"/>
              <a:gd name="connsiteX847" fmla="*/ 4974153 w 7467600"/>
              <a:gd name="connsiteY847" fmla="*/ 1045456 h 6858000"/>
              <a:gd name="connsiteX848" fmla="*/ 5627835 w 7467600"/>
              <a:gd name="connsiteY848" fmla="*/ 1472077 h 6858000"/>
              <a:gd name="connsiteX849" fmla="*/ 5629817 w 7467600"/>
              <a:gd name="connsiteY849" fmla="*/ 1471412 h 6858000"/>
              <a:gd name="connsiteX850" fmla="*/ 5634124 w 7467600"/>
              <a:gd name="connsiteY850" fmla="*/ 1470572 h 6858000"/>
              <a:gd name="connsiteX851" fmla="*/ 5755832 w 7467600"/>
              <a:gd name="connsiteY851" fmla="*/ 1383886 h 6858000"/>
              <a:gd name="connsiteX852" fmla="*/ 6014186 w 7467600"/>
              <a:gd name="connsiteY852" fmla="*/ 1279799 h 6858000"/>
              <a:gd name="connsiteX853" fmla="*/ 6901619 w 7467600"/>
              <a:gd name="connsiteY853" fmla="*/ 1047874 h 6858000"/>
              <a:gd name="connsiteX854" fmla="*/ 6931566 w 7467600"/>
              <a:gd name="connsiteY854" fmla="*/ 1062034 h 6858000"/>
              <a:gd name="connsiteX855" fmla="*/ 5790982 w 7467600"/>
              <a:gd name="connsiteY855" fmla="*/ 1561380 h 6858000"/>
              <a:gd name="connsiteX856" fmla="*/ 6188971 w 7467600"/>
              <a:gd name="connsiteY856" fmla="*/ 1755168 h 6858000"/>
              <a:gd name="connsiteX857" fmla="*/ 6202446 w 7467600"/>
              <a:gd name="connsiteY857" fmla="*/ 1752268 h 6858000"/>
              <a:gd name="connsiteX858" fmla="*/ 7179560 w 7467600"/>
              <a:gd name="connsiteY858" fmla="*/ 1467551 h 6858000"/>
              <a:gd name="connsiteX859" fmla="*/ 7158730 w 7467600"/>
              <a:gd name="connsiteY859" fmla="*/ 1507835 h 6858000"/>
              <a:gd name="connsiteX860" fmla="*/ 6326959 w 7467600"/>
              <a:gd name="connsiteY860" fmla="*/ 1817686 h 6858000"/>
              <a:gd name="connsiteX861" fmla="*/ 6537433 w 7467600"/>
              <a:gd name="connsiteY861" fmla="*/ 1907790 h 6858000"/>
              <a:gd name="connsiteX862" fmla="*/ 6550221 w 7467600"/>
              <a:gd name="connsiteY862" fmla="*/ 1910729 h 6858000"/>
              <a:gd name="connsiteX863" fmla="*/ 6964438 w 7467600"/>
              <a:gd name="connsiteY863" fmla="*/ 2209505 h 6858000"/>
              <a:gd name="connsiteX864" fmla="*/ 7367862 w 7467600"/>
              <a:gd name="connsiteY864" fmla="*/ 2806833 h 6858000"/>
              <a:gd name="connsiteX865" fmla="*/ 7364329 w 7467600"/>
              <a:gd name="connsiteY865" fmla="*/ 2826907 h 6858000"/>
              <a:gd name="connsiteX866" fmla="*/ 7290545 w 7467600"/>
              <a:gd name="connsiteY866" fmla="*/ 2850663 h 6858000"/>
              <a:gd name="connsiteX867" fmla="*/ 6472036 w 7467600"/>
              <a:gd name="connsiteY867" fmla="*/ 1959003 h 6858000"/>
              <a:gd name="connsiteX868" fmla="*/ 5792897 w 7467600"/>
              <a:gd name="connsiteY868" fmla="*/ 1647747 h 6858000"/>
              <a:gd name="connsiteX869" fmla="*/ 5842751 w 7467600"/>
              <a:gd name="connsiteY869" fmla="*/ 1816112 h 6858000"/>
              <a:gd name="connsiteX870" fmla="*/ 5847424 w 7467600"/>
              <a:gd name="connsiteY870" fmla="*/ 1815776 h 6858000"/>
              <a:gd name="connsiteX871" fmla="*/ 6399821 w 7467600"/>
              <a:gd name="connsiteY871" fmla="*/ 2344799 h 6858000"/>
              <a:gd name="connsiteX872" fmla="*/ 6323232 w 7467600"/>
              <a:gd name="connsiteY872" fmla="*/ 2389634 h 6858000"/>
              <a:gd name="connsiteX873" fmla="*/ 5942958 w 7467600"/>
              <a:gd name="connsiteY873" fmla="*/ 2077708 h 6858000"/>
              <a:gd name="connsiteX874" fmla="*/ 5921559 w 7467600"/>
              <a:gd name="connsiteY874" fmla="*/ 2378596 h 6858000"/>
              <a:gd name="connsiteX875" fmla="*/ 5817651 w 7467600"/>
              <a:gd name="connsiteY875" fmla="*/ 3023919 h 6858000"/>
              <a:gd name="connsiteX876" fmla="*/ 5729634 w 7467600"/>
              <a:gd name="connsiteY876" fmla="*/ 3051849 h 6858000"/>
              <a:gd name="connsiteX877" fmla="*/ 5611018 w 7467600"/>
              <a:gd name="connsiteY877" fmla="*/ 2316769 h 6858000"/>
              <a:gd name="connsiteX878" fmla="*/ 5687608 w 7467600"/>
              <a:gd name="connsiteY878" fmla="*/ 2039972 h 6858000"/>
              <a:gd name="connsiteX879" fmla="*/ 5657554 w 7467600"/>
              <a:gd name="connsiteY879" fmla="*/ 1576445 h 6858000"/>
              <a:gd name="connsiteX880" fmla="*/ 5150475 w 7467600"/>
              <a:gd name="connsiteY880" fmla="*/ 1274012 h 6858000"/>
              <a:gd name="connsiteX881" fmla="*/ 5349142 w 7467600"/>
              <a:gd name="connsiteY881" fmla="*/ 2204405 h 6858000"/>
              <a:gd name="connsiteX882" fmla="*/ 5262214 w 7467600"/>
              <a:gd name="connsiteY882" fmla="*/ 2233836 h 6858000"/>
              <a:gd name="connsiteX883" fmla="*/ 4981539 w 7467600"/>
              <a:gd name="connsiteY883" fmla="*/ 1542201 h 6858000"/>
              <a:gd name="connsiteX884" fmla="*/ 4958461 w 7467600"/>
              <a:gd name="connsiteY884" fmla="*/ 1136957 h 6858000"/>
              <a:gd name="connsiteX885" fmla="*/ 4655015 w 7467600"/>
              <a:gd name="connsiteY885" fmla="*/ 891426 h 6858000"/>
              <a:gd name="connsiteX886" fmla="*/ 4348002 w 7467600"/>
              <a:gd name="connsiteY886" fmla="*/ 2205895 h 6858000"/>
              <a:gd name="connsiteX887" fmla="*/ 4262250 w 7467600"/>
              <a:gd name="connsiteY887" fmla="*/ 2219972 h 6858000"/>
              <a:gd name="connsiteX888" fmla="*/ 4550611 w 7467600"/>
              <a:gd name="connsiteY888" fmla="*/ 817540 h 6858000"/>
              <a:gd name="connsiteX889" fmla="*/ 4564418 w 7467600"/>
              <a:gd name="connsiteY889" fmla="*/ 808293 h 6858000"/>
              <a:gd name="connsiteX890" fmla="*/ 4266388 w 7467600"/>
              <a:gd name="connsiteY890" fmla="*/ 500083 h 6858000"/>
              <a:gd name="connsiteX891" fmla="*/ 4032842 w 7467600"/>
              <a:gd name="connsiteY891" fmla="*/ 211809 h 6858000"/>
              <a:gd name="connsiteX892" fmla="*/ 3882765 w 7467600"/>
              <a:gd name="connsiteY892" fmla="*/ 0 h 6858000"/>
              <a:gd name="connsiteX893" fmla="*/ 3721337 w 7467600"/>
              <a:gd name="connsiteY893" fmla="*/ 0 h 6858000"/>
              <a:gd name="connsiteX894" fmla="*/ 3797544 w 7467600"/>
              <a:gd name="connsiteY894" fmla="*/ 0 h 6858000"/>
              <a:gd name="connsiteX895" fmla="*/ 3775734 w 7467600"/>
              <a:gd name="connsiteY895" fmla="*/ 95131 h 6858000"/>
              <a:gd name="connsiteX896" fmla="*/ 3724807 w 7467600"/>
              <a:gd name="connsiteY896" fmla="*/ 272257 h 6858000"/>
              <a:gd name="connsiteX897" fmla="*/ 3726844 w 7467600"/>
              <a:gd name="connsiteY897" fmla="*/ 282988 h 6858000"/>
              <a:gd name="connsiteX898" fmla="*/ 3742664 w 7467600"/>
              <a:gd name="connsiteY898" fmla="*/ 279918 h 6858000"/>
              <a:gd name="connsiteX899" fmla="*/ 4103910 w 7467600"/>
              <a:gd name="connsiteY899" fmla="*/ 1161917 h 6858000"/>
              <a:gd name="connsiteX900" fmla="*/ 4020269 w 7467600"/>
              <a:gd name="connsiteY900" fmla="*/ 1200406 h 6858000"/>
              <a:gd name="connsiteX901" fmla="*/ 3674882 w 7467600"/>
              <a:gd name="connsiteY901" fmla="*/ 488524 h 6858000"/>
              <a:gd name="connsiteX902" fmla="*/ 3132682 w 7467600"/>
              <a:gd name="connsiteY902" fmla="*/ 1072284 h 6858000"/>
              <a:gd name="connsiteX903" fmla="*/ 2716346 w 7467600"/>
              <a:gd name="connsiteY903" fmla="*/ 1276376 h 6858000"/>
              <a:gd name="connsiteX904" fmla="*/ 2716772 w 7467600"/>
              <a:gd name="connsiteY904" fmla="*/ 1255462 h 6858000"/>
              <a:gd name="connsiteX905" fmla="*/ 3471096 w 7467600"/>
              <a:gd name="connsiteY905" fmla="*/ 437072 h 6858000"/>
              <a:gd name="connsiteX906" fmla="*/ 3639057 w 7467600"/>
              <a:gd name="connsiteY906" fmla="*/ 286334 h 6858000"/>
              <a:gd name="connsiteX907" fmla="*/ 3640309 w 7467600"/>
              <a:gd name="connsiteY907" fmla="*/ 284664 h 6858000"/>
              <a:gd name="connsiteX908" fmla="*/ 3646022 w 7467600"/>
              <a:gd name="connsiteY908" fmla="*/ 276711 h 6858000"/>
              <a:gd name="connsiteX909" fmla="*/ 3707943 w 7467600"/>
              <a:gd name="connsiteY909" fmla="*/ 65958 h 6858000"/>
              <a:gd name="connsiteX910" fmla="*/ 3721337 w 7467600"/>
              <a:gd name="connsiteY910" fmla="*/ 0 h 6858000"/>
              <a:gd name="connsiteX911" fmla="*/ 2867960 w 7467600"/>
              <a:gd name="connsiteY911" fmla="*/ 0 h 6858000"/>
              <a:gd name="connsiteX912" fmla="*/ 2926351 w 7467600"/>
              <a:gd name="connsiteY912" fmla="*/ 0 h 6858000"/>
              <a:gd name="connsiteX913" fmla="*/ 2902823 w 7467600"/>
              <a:gd name="connsiteY913" fmla="*/ 262929 h 6858000"/>
              <a:gd name="connsiteX914" fmla="*/ 2940663 w 7467600"/>
              <a:gd name="connsiteY914" fmla="*/ 140884 h 6858000"/>
              <a:gd name="connsiteX915" fmla="*/ 2947039 w 7467600"/>
              <a:gd name="connsiteY915" fmla="*/ 122524 h 6858000"/>
              <a:gd name="connsiteX916" fmla="*/ 2984316 w 7467600"/>
              <a:gd name="connsiteY916" fmla="*/ 0 h 6858000"/>
              <a:gd name="connsiteX917" fmla="*/ 3016114 w 7467600"/>
              <a:gd name="connsiteY917" fmla="*/ 0 h 6858000"/>
              <a:gd name="connsiteX918" fmla="*/ 2979949 w 7467600"/>
              <a:gd name="connsiteY918" fmla="*/ 119274 h 6858000"/>
              <a:gd name="connsiteX919" fmla="*/ 3023879 w 7467600"/>
              <a:gd name="connsiteY919" fmla="*/ 0 h 6858000"/>
              <a:gd name="connsiteX920" fmla="*/ 3105400 w 7467600"/>
              <a:gd name="connsiteY920" fmla="*/ 0 h 6858000"/>
              <a:gd name="connsiteX921" fmla="*/ 3094669 w 7467600"/>
              <a:gd name="connsiteY921" fmla="*/ 30308 h 6858000"/>
              <a:gd name="connsiteX922" fmla="*/ 2901945 w 7467600"/>
              <a:gd name="connsiteY922" fmla="*/ 466538 h 6858000"/>
              <a:gd name="connsiteX923" fmla="*/ 2815209 w 7467600"/>
              <a:gd name="connsiteY923" fmla="*/ 497361 h 6858000"/>
              <a:gd name="connsiteX924" fmla="*/ 2844845 w 7467600"/>
              <a:gd name="connsiteY924" fmla="*/ 127638 h 6858000"/>
              <a:gd name="connsiteX925" fmla="*/ 2867960 w 7467600"/>
              <a:gd name="connsiteY925" fmla="*/ 0 h 6858000"/>
              <a:gd name="connsiteX926" fmla="*/ 1057230 w 7467600"/>
              <a:gd name="connsiteY926" fmla="*/ 0 h 6858000"/>
              <a:gd name="connsiteX927" fmla="*/ 1111003 w 7467600"/>
              <a:gd name="connsiteY927" fmla="*/ 0 h 6858000"/>
              <a:gd name="connsiteX928" fmla="*/ 1125553 w 7467600"/>
              <a:gd name="connsiteY928" fmla="*/ 52588 h 6858000"/>
              <a:gd name="connsiteX929" fmla="*/ 1304276 w 7467600"/>
              <a:gd name="connsiteY929" fmla="*/ 476275 h 6858000"/>
              <a:gd name="connsiteX930" fmla="*/ 1492066 w 7467600"/>
              <a:gd name="connsiteY930" fmla="*/ 886333 h 6858000"/>
              <a:gd name="connsiteX931" fmla="*/ 1423698 w 7467600"/>
              <a:gd name="connsiteY931" fmla="*/ 710817 h 6858000"/>
              <a:gd name="connsiteX932" fmla="*/ 1357609 w 7467600"/>
              <a:gd name="connsiteY932" fmla="*/ 532892 h 6858000"/>
              <a:gd name="connsiteX933" fmla="*/ 1309550 w 7467600"/>
              <a:gd name="connsiteY933" fmla="*/ 374031 h 6858000"/>
              <a:gd name="connsiteX934" fmla="*/ 1193673 w 7467600"/>
              <a:gd name="connsiteY934" fmla="*/ 49533 h 6858000"/>
              <a:gd name="connsiteX935" fmla="*/ 1164391 w 7467600"/>
              <a:gd name="connsiteY935" fmla="*/ 0 h 6858000"/>
              <a:gd name="connsiteX936" fmla="*/ 1200666 w 7467600"/>
              <a:gd name="connsiteY936" fmla="*/ 0 h 6858000"/>
              <a:gd name="connsiteX937" fmla="*/ 1223408 w 7467600"/>
              <a:gd name="connsiteY937" fmla="*/ 38996 h 6858000"/>
              <a:gd name="connsiteX938" fmla="*/ 1339635 w 7467600"/>
              <a:gd name="connsiteY938" fmla="*/ 365517 h 6858000"/>
              <a:gd name="connsiteX939" fmla="*/ 1387469 w 7467600"/>
              <a:gd name="connsiteY939" fmla="*/ 523079 h 6858000"/>
              <a:gd name="connsiteX940" fmla="*/ 1452685 w 7467600"/>
              <a:gd name="connsiteY940" fmla="*/ 699806 h 6858000"/>
              <a:gd name="connsiteX941" fmla="*/ 1492092 w 7467600"/>
              <a:gd name="connsiteY941" fmla="*/ 800424 h 6858000"/>
              <a:gd name="connsiteX942" fmla="*/ 1455302 w 7467600"/>
              <a:gd name="connsiteY942" fmla="*/ 632913 h 6858000"/>
              <a:gd name="connsiteX943" fmla="*/ 1222336 w 7467600"/>
              <a:gd name="connsiteY943" fmla="*/ 9480 h 6858000"/>
              <a:gd name="connsiteX944" fmla="*/ 1214634 w 7467600"/>
              <a:gd name="connsiteY944" fmla="*/ 0 h 6858000"/>
              <a:gd name="connsiteX945" fmla="*/ 1289827 w 7467600"/>
              <a:gd name="connsiteY945" fmla="*/ 0 h 6858000"/>
              <a:gd name="connsiteX946" fmla="*/ 1321076 w 7467600"/>
              <a:gd name="connsiteY946" fmla="*/ 59722 h 6858000"/>
              <a:gd name="connsiteX947" fmla="*/ 1512579 w 7467600"/>
              <a:gd name="connsiteY947" fmla="*/ 626441 h 6858000"/>
              <a:gd name="connsiteX948" fmla="*/ 1506076 w 7467600"/>
              <a:gd name="connsiteY948" fmla="*/ 1089289 h 6858000"/>
              <a:gd name="connsiteX949" fmla="*/ 1486346 w 7467600"/>
              <a:gd name="connsiteY949" fmla="*/ 1079919 h 6858000"/>
              <a:gd name="connsiteX950" fmla="*/ 1070511 w 7467600"/>
              <a:gd name="connsiteY950" fmla="*/ 48609 h 6858000"/>
              <a:gd name="connsiteX951" fmla="*/ 1057230 w 7467600"/>
              <a:gd name="connsiteY951" fmla="*/ 0 h 6858000"/>
              <a:gd name="connsiteX952" fmla="*/ 43151 w 7467600"/>
              <a:gd name="connsiteY952" fmla="*/ 0 h 6858000"/>
              <a:gd name="connsiteX953" fmla="*/ 95283 w 7467600"/>
              <a:gd name="connsiteY953" fmla="*/ 0 h 6858000"/>
              <a:gd name="connsiteX954" fmla="*/ 300708 w 7467600"/>
              <a:gd name="connsiteY954" fmla="*/ 154571 h 6858000"/>
              <a:gd name="connsiteX955" fmla="*/ 530414 w 7467600"/>
              <a:gd name="connsiteY955" fmla="*/ 354673 h 6858000"/>
              <a:gd name="connsiteX956" fmla="*/ 333785 w 7467600"/>
              <a:gd name="connsiteY956" fmla="*/ 161564 h 6858000"/>
              <a:gd name="connsiteX957" fmla="*/ 147005 w 7467600"/>
              <a:gd name="connsiteY957" fmla="*/ 0 h 6858000"/>
              <a:gd name="connsiteX958" fmla="*/ 272509 w 7467600"/>
              <a:gd name="connsiteY958" fmla="*/ 0 h 6858000"/>
              <a:gd name="connsiteX959" fmla="*/ 326276 w 7467600"/>
              <a:gd name="connsiteY959" fmla="*/ 45847 h 6858000"/>
              <a:gd name="connsiteX960" fmla="*/ 823759 w 7467600"/>
              <a:gd name="connsiteY960" fmla="*/ 574145 h 6858000"/>
              <a:gd name="connsiteX961" fmla="*/ 811254 w 7467600"/>
              <a:gd name="connsiteY961" fmla="*/ 665546 h 6858000"/>
              <a:gd name="connsiteX962" fmla="*/ 154042 w 7467600"/>
              <a:gd name="connsiteY962" fmla="*/ 261522 h 6858000"/>
              <a:gd name="connsiteX963" fmla="*/ 13550 w 7467600"/>
              <a:gd name="connsiteY963" fmla="*/ 158423 h 6858000"/>
              <a:gd name="connsiteX964" fmla="*/ 0 w 7467600"/>
              <a:gd name="connsiteY964" fmla="*/ 146618 h 6858000"/>
              <a:gd name="connsiteX965" fmla="*/ 0 w 7467600"/>
              <a:gd name="connsiteY965" fmla="*/ 59161 h 6858000"/>
              <a:gd name="connsiteX966" fmla="*/ 45427 w 7467600"/>
              <a:gd name="connsiteY966" fmla="*/ 101078 h 6858000"/>
              <a:gd name="connsiteX967" fmla="*/ 630103 w 7467600"/>
              <a:gd name="connsiteY967" fmla="*/ 485885 h 6858000"/>
              <a:gd name="connsiteX968" fmla="*/ 532040 w 7467600"/>
              <a:gd name="connsiteY968" fmla="*/ 399359 h 6858000"/>
              <a:gd name="connsiteX969" fmla="*/ 517618 w 7467600"/>
              <a:gd name="connsiteY969" fmla="*/ 385726 h 6858000"/>
              <a:gd name="connsiteX970" fmla="*/ 285074 w 7467600"/>
              <a:gd name="connsiteY970" fmla="*/ 182755 h 6858000"/>
              <a:gd name="connsiteX971" fmla="*/ 43151 w 7467600"/>
              <a:gd name="connsiteY971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7042773 w 7467600"/>
              <a:gd name="connsiteY74" fmla="*/ 5734011 h 6858000"/>
              <a:gd name="connsiteX75" fmla="*/ 7379510 w 7467600"/>
              <a:gd name="connsiteY75" fmla="*/ 5755454 h 6858000"/>
              <a:gd name="connsiteX76" fmla="*/ 7467600 w 7467600"/>
              <a:gd name="connsiteY76" fmla="*/ 5845526 h 6858000"/>
              <a:gd name="connsiteX77" fmla="*/ 7271900 w 7467600"/>
              <a:gd name="connsiteY77" fmla="*/ 5734551 h 6858000"/>
              <a:gd name="connsiteX78" fmla="*/ 7259646 w 7467600"/>
              <a:gd name="connsiteY78" fmla="*/ 5765985 h 6858000"/>
              <a:gd name="connsiteX79" fmla="*/ 7467600 w 7467600"/>
              <a:gd name="connsiteY79" fmla="*/ 6012219 h 6858000"/>
              <a:gd name="connsiteX80" fmla="*/ 7105827 w 7467600"/>
              <a:gd name="connsiteY80" fmla="*/ 5718700 h 6858000"/>
              <a:gd name="connsiteX81" fmla="*/ 7356878 w 7467600"/>
              <a:gd name="connsiteY81" fmla="*/ 5981332 h 6858000"/>
              <a:gd name="connsiteX82" fmla="*/ 7467600 w 7467600"/>
              <a:gd name="connsiteY82" fmla="*/ 6117703 h 6858000"/>
              <a:gd name="connsiteX83" fmla="*/ 7467600 w 7467600"/>
              <a:gd name="connsiteY83" fmla="*/ 6163634 h 6858000"/>
              <a:gd name="connsiteX84" fmla="*/ 7403637 w 7467600"/>
              <a:gd name="connsiteY84" fmla="*/ 6083957 h 6858000"/>
              <a:gd name="connsiteX85" fmla="*/ 7254615 w 7467600"/>
              <a:gd name="connsiteY85" fmla="*/ 5911918 h 6858000"/>
              <a:gd name="connsiteX86" fmla="*/ 7312589 w 7467600"/>
              <a:gd name="connsiteY86" fmla="*/ 5982309 h 6858000"/>
              <a:gd name="connsiteX87" fmla="*/ 7448321 w 7467600"/>
              <a:gd name="connsiteY87" fmla="*/ 6190991 h 6858000"/>
              <a:gd name="connsiteX88" fmla="*/ 7467600 w 7467600"/>
              <a:gd name="connsiteY88" fmla="*/ 6221686 h 6858000"/>
              <a:gd name="connsiteX89" fmla="*/ 7467600 w 7467600"/>
              <a:gd name="connsiteY89" fmla="*/ 6334256 h 6858000"/>
              <a:gd name="connsiteX90" fmla="*/ 7454976 w 7467600"/>
              <a:gd name="connsiteY90" fmla="*/ 6318297 h 6858000"/>
              <a:gd name="connsiteX91" fmla="*/ 7042773 w 7467600"/>
              <a:gd name="connsiteY91" fmla="*/ 5734011 h 6858000"/>
              <a:gd name="connsiteX92" fmla="*/ 1456157 w 7467600"/>
              <a:gd name="connsiteY92" fmla="*/ 5371404 h 6858000"/>
              <a:gd name="connsiteX93" fmla="*/ 1244432 w 7467600"/>
              <a:gd name="connsiteY93" fmla="*/ 5385601 h 6858000"/>
              <a:gd name="connsiteX94" fmla="*/ 973990 w 7467600"/>
              <a:gd name="connsiteY94" fmla="*/ 5424940 h 6858000"/>
              <a:gd name="connsiteX95" fmla="*/ 1103809 w 7467600"/>
              <a:gd name="connsiteY95" fmla="*/ 5433720 h 6858000"/>
              <a:gd name="connsiteX96" fmla="*/ 1123454 w 7467600"/>
              <a:gd name="connsiteY96" fmla="*/ 5435727 h 6858000"/>
              <a:gd name="connsiteX97" fmla="*/ 1737017 w 7467600"/>
              <a:gd name="connsiteY97" fmla="*/ 5452183 h 6858000"/>
              <a:gd name="connsiteX98" fmla="*/ 1824397 w 7467600"/>
              <a:gd name="connsiteY98" fmla="*/ 5447757 h 6858000"/>
              <a:gd name="connsiteX99" fmla="*/ 2070059 w 7467600"/>
              <a:gd name="connsiteY99" fmla="*/ 5441660 h 6858000"/>
              <a:gd name="connsiteX100" fmla="*/ 1456157 w 7467600"/>
              <a:gd name="connsiteY100" fmla="*/ 5371404 h 6858000"/>
              <a:gd name="connsiteX101" fmla="*/ 4988186 w 7467600"/>
              <a:gd name="connsiteY101" fmla="*/ 5216467 h 6858000"/>
              <a:gd name="connsiteX102" fmla="*/ 4777334 w 7467600"/>
              <a:gd name="connsiteY102" fmla="*/ 5406072 h 6858000"/>
              <a:gd name="connsiteX103" fmla="*/ 4718341 w 7467600"/>
              <a:gd name="connsiteY103" fmla="*/ 5468043 h 6858000"/>
              <a:gd name="connsiteX104" fmla="*/ 4604655 w 7467600"/>
              <a:gd name="connsiteY104" fmla="*/ 5583434 h 6858000"/>
              <a:gd name="connsiteX105" fmla="*/ 4565074 w 7467600"/>
              <a:gd name="connsiteY105" fmla="*/ 5618550 h 6858000"/>
              <a:gd name="connsiteX106" fmla="*/ 4988186 w 7467600"/>
              <a:gd name="connsiteY106" fmla="*/ 5216467 h 6858000"/>
              <a:gd name="connsiteX107" fmla="*/ 4978032 w 7467600"/>
              <a:gd name="connsiteY107" fmla="*/ 5183809 h 6858000"/>
              <a:gd name="connsiteX108" fmla="*/ 4463413 w 7467600"/>
              <a:gd name="connsiteY108" fmla="*/ 5615162 h 6858000"/>
              <a:gd name="connsiteX109" fmla="*/ 4358134 w 7467600"/>
              <a:gd name="connsiteY109" fmla="*/ 5742791 h 6858000"/>
              <a:gd name="connsiteX110" fmla="*/ 4376219 w 7467600"/>
              <a:gd name="connsiteY110" fmla="*/ 5729027 h 6858000"/>
              <a:gd name="connsiteX111" fmla="*/ 4582340 w 7467600"/>
              <a:gd name="connsiteY111" fmla="*/ 5561037 h 6858000"/>
              <a:gd name="connsiteX112" fmla="*/ 4694684 w 7467600"/>
              <a:gd name="connsiteY112" fmla="*/ 5447098 h 6858000"/>
              <a:gd name="connsiteX113" fmla="*/ 4754123 w 7467600"/>
              <a:gd name="connsiteY113" fmla="*/ 5384643 h 6858000"/>
              <a:gd name="connsiteX114" fmla="*/ 4978032 w 7467600"/>
              <a:gd name="connsiteY114" fmla="*/ 5183809 h 6858000"/>
              <a:gd name="connsiteX115" fmla="*/ 1903353 w 7467600"/>
              <a:gd name="connsiteY115" fmla="*/ 5044827 h 6858000"/>
              <a:gd name="connsiteX116" fmla="*/ 1936931 w 7467600"/>
              <a:gd name="connsiteY116" fmla="*/ 5093954 h 6858000"/>
              <a:gd name="connsiteX117" fmla="*/ 2195868 w 7467600"/>
              <a:gd name="connsiteY117" fmla="*/ 5396574 h 6858000"/>
              <a:gd name="connsiteX118" fmla="*/ 2088852 w 7467600"/>
              <a:gd name="connsiteY118" fmla="*/ 5166123 h 6858000"/>
              <a:gd name="connsiteX119" fmla="*/ 1958241 w 7467600"/>
              <a:gd name="connsiteY119" fmla="*/ 5067955 h 6858000"/>
              <a:gd name="connsiteX120" fmla="*/ 1903353 w 7467600"/>
              <a:gd name="connsiteY120" fmla="*/ 5044827 h 6858000"/>
              <a:gd name="connsiteX121" fmla="*/ 1979378 w 7467600"/>
              <a:gd name="connsiteY121" fmla="*/ 4769504 h 6858000"/>
              <a:gd name="connsiteX122" fmla="*/ 2882120 w 7467600"/>
              <a:gd name="connsiteY122" fmla="*/ 5064547 h 6858000"/>
              <a:gd name="connsiteX123" fmla="*/ 2793103 w 7467600"/>
              <a:gd name="connsiteY123" fmla="*/ 5039699 h 6858000"/>
              <a:gd name="connsiteX124" fmla="*/ 2770041 w 7467600"/>
              <a:gd name="connsiteY124" fmla="*/ 5033634 h 6858000"/>
              <a:gd name="connsiteX125" fmla="*/ 1979378 w 7467600"/>
              <a:gd name="connsiteY125" fmla="*/ 4769504 h 6858000"/>
              <a:gd name="connsiteX126" fmla="*/ 1927410 w 7467600"/>
              <a:gd name="connsiteY126" fmla="*/ 4716164 h 6858000"/>
              <a:gd name="connsiteX127" fmla="*/ 1959587 w 7467600"/>
              <a:gd name="connsiteY127" fmla="*/ 4728849 h 6858000"/>
              <a:gd name="connsiteX128" fmla="*/ 2777707 w 7467600"/>
              <a:gd name="connsiteY128" fmla="*/ 5003991 h 6858000"/>
              <a:gd name="connsiteX129" fmla="*/ 2800768 w 7467600"/>
              <a:gd name="connsiteY129" fmla="*/ 5010056 h 6858000"/>
              <a:gd name="connsiteX130" fmla="*/ 2879408 w 7467600"/>
              <a:gd name="connsiteY130" fmla="*/ 5031590 h 6858000"/>
              <a:gd name="connsiteX131" fmla="*/ 2862295 w 7467600"/>
              <a:gd name="connsiteY131" fmla="*/ 5022958 h 6858000"/>
              <a:gd name="connsiteX132" fmla="*/ 2813343 w 7467600"/>
              <a:gd name="connsiteY132" fmla="*/ 4998369 h 6858000"/>
              <a:gd name="connsiteX133" fmla="*/ 2646245 w 7467600"/>
              <a:gd name="connsiteY133" fmla="*/ 4930999 h 6858000"/>
              <a:gd name="connsiteX134" fmla="*/ 1999243 w 7467600"/>
              <a:gd name="connsiteY134" fmla="*/ 4730524 h 6858000"/>
              <a:gd name="connsiteX135" fmla="*/ 1979527 w 7467600"/>
              <a:gd name="connsiteY135" fmla="*/ 4726651 h 6858000"/>
              <a:gd name="connsiteX136" fmla="*/ 1927410 w 7467600"/>
              <a:gd name="connsiteY136" fmla="*/ 4716164 h 6858000"/>
              <a:gd name="connsiteX137" fmla="*/ 1997014 w 7467600"/>
              <a:gd name="connsiteY137" fmla="*/ 4698007 h 6858000"/>
              <a:gd name="connsiteX138" fmla="*/ 2005458 w 7467600"/>
              <a:gd name="connsiteY138" fmla="*/ 4699540 h 6858000"/>
              <a:gd name="connsiteX139" fmla="*/ 2657186 w 7467600"/>
              <a:gd name="connsiteY139" fmla="*/ 4901687 h 6858000"/>
              <a:gd name="connsiteX140" fmla="*/ 2826662 w 7467600"/>
              <a:gd name="connsiteY140" fmla="*/ 4970362 h 6858000"/>
              <a:gd name="connsiteX141" fmla="*/ 2876100 w 7467600"/>
              <a:gd name="connsiteY141" fmla="*/ 4995397 h 6858000"/>
              <a:gd name="connsiteX142" fmla="*/ 3042600 w 7467600"/>
              <a:gd name="connsiteY142" fmla="*/ 5059532 h 6858000"/>
              <a:gd name="connsiteX143" fmla="*/ 1997014 w 7467600"/>
              <a:gd name="connsiteY143" fmla="*/ 4698007 h 6858000"/>
              <a:gd name="connsiteX144" fmla="*/ 2305292 w 7467600"/>
              <a:gd name="connsiteY144" fmla="*/ 4219492 h 6858000"/>
              <a:gd name="connsiteX145" fmla="*/ 3360922 w 7467600"/>
              <a:gd name="connsiteY145" fmla="*/ 4529373 h 6858000"/>
              <a:gd name="connsiteX146" fmla="*/ 3492420 w 7467600"/>
              <a:gd name="connsiteY146" fmla="*/ 4510145 h 6858000"/>
              <a:gd name="connsiteX147" fmla="*/ 3364086 w 7467600"/>
              <a:gd name="connsiteY147" fmla="*/ 4480340 h 6858000"/>
              <a:gd name="connsiteX148" fmla="*/ 3225818 w 7467600"/>
              <a:gd name="connsiteY148" fmla="*/ 4411822 h 6858000"/>
              <a:gd name="connsiteX149" fmla="*/ 3129696 w 7467600"/>
              <a:gd name="connsiteY149" fmla="*/ 4360704 h 6858000"/>
              <a:gd name="connsiteX150" fmla="*/ 2814545 w 7467600"/>
              <a:gd name="connsiteY150" fmla="*/ 4282955 h 6858000"/>
              <a:gd name="connsiteX151" fmla="*/ 2305292 w 7467600"/>
              <a:gd name="connsiteY151" fmla="*/ 4219492 h 6858000"/>
              <a:gd name="connsiteX152" fmla="*/ 2626982 w 7467600"/>
              <a:gd name="connsiteY152" fmla="*/ 4206450 h 6858000"/>
              <a:gd name="connsiteX153" fmla="*/ 2490617 w 7467600"/>
              <a:gd name="connsiteY153" fmla="*/ 4206951 h 6858000"/>
              <a:gd name="connsiteX154" fmla="*/ 2819869 w 7467600"/>
              <a:gd name="connsiteY154" fmla="*/ 4252936 h 6858000"/>
              <a:gd name="connsiteX155" fmla="*/ 3143018 w 7467600"/>
              <a:gd name="connsiteY155" fmla="*/ 4332698 h 6858000"/>
              <a:gd name="connsiteX156" fmla="*/ 3241520 w 7467600"/>
              <a:gd name="connsiteY156" fmla="*/ 4385112 h 6858000"/>
              <a:gd name="connsiteX157" fmla="*/ 3374575 w 7467600"/>
              <a:gd name="connsiteY157" fmla="*/ 4451517 h 6858000"/>
              <a:gd name="connsiteX158" fmla="*/ 3505221 w 7467600"/>
              <a:gd name="connsiteY158" fmla="*/ 4480757 h 6858000"/>
              <a:gd name="connsiteX159" fmla="*/ 2626982 w 7467600"/>
              <a:gd name="connsiteY159" fmla="*/ 4206450 h 6858000"/>
              <a:gd name="connsiteX160" fmla="*/ 1310106 w 7467600"/>
              <a:gd name="connsiteY160" fmla="*/ 3943217 h 6858000"/>
              <a:gd name="connsiteX161" fmla="*/ 854994 w 7467600"/>
              <a:gd name="connsiteY161" fmla="*/ 4399136 h 6858000"/>
              <a:gd name="connsiteX162" fmla="*/ 742462 w 7467600"/>
              <a:gd name="connsiteY162" fmla="*/ 4594648 h 6858000"/>
              <a:gd name="connsiteX163" fmla="*/ 820602 w 7467600"/>
              <a:gd name="connsiteY163" fmla="*/ 4485915 h 6858000"/>
              <a:gd name="connsiteX164" fmla="*/ 878295 w 7467600"/>
              <a:gd name="connsiteY164" fmla="*/ 4403594 h 6858000"/>
              <a:gd name="connsiteX165" fmla="*/ 1240607 w 7467600"/>
              <a:gd name="connsiteY165" fmla="*/ 4010401 h 6858000"/>
              <a:gd name="connsiteX166" fmla="*/ 1310106 w 7467600"/>
              <a:gd name="connsiteY166" fmla="*/ 3943217 h 6858000"/>
              <a:gd name="connsiteX167" fmla="*/ 1423113 w 7467600"/>
              <a:gd name="connsiteY167" fmla="*/ 3874565 h 6858000"/>
              <a:gd name="connsiteX168" fmla="*/ 1260565 w 7467600"/>
              <a:gd name="connsiteY168" fmla="*/ 4031982 h 6858000"/>
              <a:gd name="connsiteX169" fmla="*/ 901900 w 7467600"/>
              <a:gd name="connsiteY169" fmla="*/ 4421236 h 6858000"/>
              <a:gd name="connsiteX170" fmla="*/ 845044 w 7467600"/>
              <a:gd name="connsiteY170" fmla="*/ 4502436 h 6858000"/>
              <a:gd name="connsiteX171" fmla="*/ 685926 w 7467600"/>
              <a:gd name="connsiteY171" fmla="*/ 4703069 h 6858000"/>
              <a:gd name="connsiteX172" fmla="*/ 684248 w 7467600"/>
              <a:gd name="connsiteY172" fmla="*/ 4706721 h 6858000"/>
              <a:gd name="connsiteX173" fmla="*/ 1423113 w 7467600"/>
              <a:gd name="connsiteY173" fmla="*/ 3874565 h 6858000"/>
              <a:gd name="connsiteX174" fmla="*/ 3316479 w 7467600"/>
              <a:gd name="connsiteY174" fmla="*/ 3872136 h 6858000"/>
              <a:gd name="connsiteX175" fmla="*/ 3546806 w 7467600"/>
              <a:gd name="connsiteY175" fmla="*/ 4356139 h 6858000"/>
              <a:gd name="connsiteX176" fmla="*/ 3364433 w 7467600"/>
              <a:gd name="connsiteY176" fmla="*/ 3953121 h 6858000"/>
              <a:gd name="connsiteX177" fmla="*/ 3316479 w 7467600"/>
              <a:gd name="connsiteY177" fmla="*/ 3872136 h 6858000"/>
              <a:gd name="connsiteX178" fmla="*/ 3291335 w 7467600"/>
              <a:gd name="connsiteY178" fmla="*/ 3767420 h 6858000"/>
              <a:gd name="connsiteX179" fmla="*/ 3390805 w 7467600"/>
              <a:gd name="connsiteY179" fmla="*/ 3937163 h 6858000"/>
              <a:gd name="connsiteX180" fmla="*/ 3579062 w 7467600"/>
              <a:gd name="connsiteY180" fmla="*/ 4359040 h 6858000"/>
              <a:gd name="connsiteX181" fmla="*/ 3467355 w 7467600"/>
              <a:gd name="connsiteY181" fmla="*/ 3988130 h 6858000"/>
              <a:gd name="connsiteX182" fmla="*/ 3310753 w 7467600"/>
              <a:gd name="connsiteY182" fmla="*/ 3787140 h 6858000"/>
              <a:gd name="connsiteX183" fmla="*/ 3291335 w 7467600"/>
              <a:gd name="connsiteY183" fmla="*/ 3767420 h 6858000"/>
              <a:gd name="connsiteX184" fmla="*/ 1635889 w 7467600"/>
              <a:gd name="connsiteY184" fmla="*/ 3709494 h 6858000"/>
              <a:gd name="connsiteX185" fmla="*/ 1634800 w 7467600"/>
              <a:gd name="connsiteY185" fmla="*/ 3731111 h 6858000"/>
              <a:gd name="connsiteX186" fmla="*/ 1635889 w 7467600"/>
              <a:gd name="connsiteY186" fmla="*/ 3709494 h 6858000"/>
              <a:gd name="connsiteX187" fmla="*/ 1510397 w 7467600"/>
              <a:gd name="connsiteY187" fmla="*/ 3684705 h 6858000"/>
              <a:gd name="connsiteX188" fmla="*/ 1146550 w 7467600"/>
              <a:gd name="connsiteY188" fmla="*/ 3802012 h 6858000"/>
              <a:gd name="connsiteX189" fmla="*/ 698834 w 7467600"/>
              <a:gd name="connsiteY189" fmla="*/ 3952272 h 6858000"/>
              <a:gd name="connsiteX190" fmla="*/ 34256 w 7467600"/>
              <a:gd name="connsiteY190" fmla="*/ 4347603 h 6858000"/>
              <a:gd name="connsiteX191" fmla="*/ 527241 w 7467600"/>
              <a:gd name="connsiteY191" fmla="*/ 4065078 h 6858000"/>
              <a:gd name="connsiteX192" fmla="*/ 1510397 w 7467600"/>
              <a:gd name="connsiteY192" fmla="*/ 3684705 h 6858000"/>
              <a:gd name="connsiteX193" fmla="*/ 1313114 w 7467600"/>
              <a:gd name="connsiteY193" fmla="*/ 3655216 h 6858000"/>
              <a:gd name="connsiteX194" fmla="*/ 1109304 w 7467600"/>
              <a:gd name="connsiteY194" fmla="*/ 3669030 h 6858000"/>
              <a:gd name="connsiteX195" fmla="*/ 8129 w 7467600"/>
              <a:gd name="connsiteY195" fmla="*/ 4330519 h 6858000"/>
              <a:gd name="connsiteX196" fmla="*/ 687572 w 7467600"/>
              <a:gd name="connsiteY196" fmla="*/ 3925629 h 6858000"/>
              <a:gd name="connsiteX197" fmla="*/ 1138365 w 7467600"/>
              <a:gd name="connsiteY197" fmla="*/ 3774515 h 6858000"/>
              <a:gd name="connsiteX198" fmla="*/ 1505579 w 7467600"/>
              <a:gd name="connsiteY198" fmla="*/ 3655526 h 6858000"/>
              <a:gd name="connsiteX199" fmla="*/ 1313114 w 7467600"/>
              <a:gd name="connsiteY199" fmla="*/ 3655216 h 6858000"/>
              <a:gd name="connsiteX200" fmla="*/ 3655073 w 7467600"/>
              <a:gd name="connsiteY200" fmla="*/ 3650884 h 6858000"/>
              <a:gd name="connsiteX201" fmla="*/ 3989938 w 7467600"/>
              <a:gd name="connsiteY201" fmla="*/ 3991685 h 6858000"/>
              <a:gd name="connsiteX202" fmla="*/ 4393907 w 7467600"/>
              <a:gd name="connsiteY202" fmla="*/ 4261258 h 6858000"/>
              <a:gd name="connsiteX203" fmla="*/ 4648051 w 7467600"/>
              <a:gd name="connsiteY203" fmla="*/ 4374051 h 6858000"/>
              <a:gd name="connsiteX204" fmla="*/ 4383389 w 7467600"/>
              <a:gd name="connsiteY204" fmla="*/ 4184369 h 6858000"/>
              <a:gd name="connsiteX205" fmla="*/ 4165508 w 7467600"/>
              <a:gd name="connsiteY205" fmla="*/ 4035196 h 6858000"/>
              <a:gd name="connsiteX206" fmla="*/ 4068162 w 7467600"/>
              <a:gd name="connsiteY206" fmla="*/ 3953394 h 6858000"/>
              <a:gd name="connsiteX207" fmla="*/ 3981416 w 7467600"/>
              <a:gd name="connsiteY207" fmla="*/ 3880482 h 6858000"/>
              <a:gd name="connsiteX208" fmla="*/ 3800147 w 7467600"/>
              <a:gd name="connsiteY208" fmla="*/ 3749872 h 6858000"/>
              <a:gd name="connsiteX209" fmla="*/ 3655073 w 7467600"/>
              <a:gd name="connsiteY209" fmla="*/ 3650884 h 6858000"/>
              <a:gd name="connsiteX210" fmla="*/ 3670252 w 7467600"/>
              <a:gd name="connsiteY210" fmla="*/ 3622798 h 6858000"/>
              <a:gd name="connsiteX211" fmla="*/ 3817258 w 7467600"/>
              <a:gd name="connsiteY211" fmla="*/ 3723577 h 6858000"/>
              <a:gd name="connsiteX212" fmla="*/ 4000461 w 7467600"/>
              <a:gd name="connsiteY212" fmla="*/ 3855966 h 6858000"/>
              <a:gd name="connsiteX213" fmla="*/ 4088180 w 7467600"/>
              <a:gd name="connsiteY213" fmla="*/ 3929774 h 6858000"/>
              <a:gd name="connsiteX214" fmla="*/ 4184555 w 7467600"/>
              <a:gd name="connsiteY214" fmla="*/ 4010683 h 6858000"/>
              <a:gd name="connsiteX215" fmla="*/ 4399563 w 7467600"/>
              <a:gd name="connsiteY215" fmla="*/ 4158106 h 6858000"/>
              <a:gd name="connsiteX216" fmla="*/ 4684469 w 7467600"/>
              <a:gd name="connsiteY216" fmla="*/ 4364680 h 6858000"/>
              <a:gd name="connsiteX217" fmla="*/ 4690271 w 7467600"/>
              <a:gd name="connsiteY217" fmla="*/ 4370034 h 6858000"/>
              <a:gd name="connsiteX218" fmla="*/ 4136093 w 7467600"/>
              <a:gd name="connsiteY218" fmla="*/ 3858466 h 6858000"/>
              <a:gd name="connsiteX219" fmla="*/ 3670252 w 7467600"/>
              <a:gd name="connsiteY219" fmla="*/ 3622798 h 6858000"/>
              <a:gd name="connsiteX220" fmla="*/ 4440129 w 7467600"/>
              <a:gd name="connsiteY220" fmla="*/ 3448571 h 6858000"/>
              <a:gd name="connsiteX221" fmla="*/ 4856525 w 7467600"/>
              <a:gd name="connsiteY221" fmla="*/ 3915351 h 6858000"/>
              <a:gd name="connsiteX222" fmla="*/ 5059055 w 7467600"/>
              <a:gd name="connsiteY222" fmla="*/ 4108918 h 6858000"/>
              <a:gd name="connsiteX223" fmla="*/ 5290070 w 7467600"/>
              <a:gd name="connsiteY223" fmla="*/ 4263619 h 6858000"/>
              <a:gd name="connsiteX224" fmla="*/ 4834991 w 7467600"/>
              <a:gd name="connsiteY224" fmla="*/ 3830985 h 6858000"/>
              <a:gd name="connsiteX225" fmla="*/ 4440129 w 7467600"/>
              <a:gd name="connsiteY225" fmla="*/ 3448571 h 6858000"/>
              <a:gd name="connsiteX226" fmla="*/ 4441737 w 7467600"/>
              <a:gd name="connsiteY226" fmla="*/ 3399734 h 6858000"/>
              <a:gd name="connsiteX227" fmla="*/ 4431236 w 7467600"/>
              <a:gd name="connsiteY227" fmla="*/ 3400954 h 6858000"/>
              <a:gd name="connsiteX228" fmla="*/ 4557150 w 7467600"/>
              <a:gd name="connsiteY228" fmla="*/ 3510023 h 6858000"/>
              <a:gd name="connsiteX229" fmla="*/ 4856936 w 7467600"/>
              <a:gd name="connsiteY229" fmla="*/ 3809146 h 6858000"/>
              <a:gd name="connsiteX230" fmla="*/ 5111996 w 7467600"/>
              <a:gd name="connsiteY230" fmla="*/ 4065759 h 6858000"/>
              <a:gd name="connsiteX231" fmla="*/ 5388878 w 7467600"/>
              <a:gd name="connsiteY231" fmla="*/ 4300185 h 6858000"/>
              <a:gd name="connsiteX232" fmla="*/ 5425556 w 7467600"/>
              <a:gd name="connsiteY232" fmla="*/ 4308967 h 6858000"/>
              <a:gd name="connsiteX233" fmla="*/ 4943646 w 7467600"/>
              <a:gd name="connsiteY233" fmla="*/ 3822916 h 6858000"/>
              <a:gd name="connsiteX234" fmla="*/ 4594837 w 7467600"/>
              <a:gd name="connsiteY234" fmla="*/ 3532274 h 6858000"/>
              <a:gd name="connsiteX235" fmla="*/ 4441737 w 7467600"/>
              <a:gd name="connsiteY235" fmla="*/ 3399734 h 6858000"/>
              <a:gd name="connsiteX236" fmla="*/ 5425834 w 7467600"/>
              <a:gd name="connsiteY236" fmla="*/ 3162785 h 6858000"/>
              <a:gd name="connsiteX237" fmla="*/ 5401644 w 7467600"/>
              <a:gd name="connsiteY237" fmla="*/ 3617847 h 6858000"/>
              <a:gd name="connsiteX238" fmla="*/ 5467256 w 7467600"/>
              <a:gd name="connsiteY238" fmla="*/ 4175494 h 6858000"/>
              <a:gd name="connsiteX239" fmla="*/ 5448069 w 7467600"/>
              <a:gd name="connsiteY239" fmla="*/ 3567554 h 6858000"/>
              <a:gd name="connsiteX240" fmla="*/ 5425834 w 7467600"/>
              <a:gd name="connsiteY240" fmla="*/ 3162785 h 6858000"/>
              <a:gd name="connsiteX241" fmla="*/ 1318687 w 7467600"/>
              <a:gd name="connsiteY241" fmla="*/ 3113840 h 6858000"/>
              <a:gd name="connsiteX242" fmla="*/ 1066793 w 7467600"/>
              <a:gd name="connsiteY242" fmla="*/ 3212171 h 6858000"/>
              <a:gd name="connsiteX243" fmla="*/ 993319 w 7467600"/>
              <a:gd name="connsiteY243" fmla="*/ 3247648 h 6858000"/>
              <a:gd name="connsiteX244" fmla="*/ 853081 w 7467600"/>
              <a:gd name="connsiteY244" fmla="*/ 3312410 h 6858000"/>
              <a:gd name="connsiteX245" fmla="*/ 805957 w 7467600"/>
              <a:gd name="connsiteY245" fmla="*/ 3330443 h 6858000"/>
              <a:gd name="connsiteX246" fmla="*/ 1318687 w 7467600"/>
              <a:gd name="connsiteY246" fmla="*/ 3113840 h 6858000"/>
              <a:gd name="connsiteX247" fmla="*/ 5453702 w 7467600"/>
              <a:gd name="connsiteY247" fmla="*/ 3090882 h 6858000"/>
              <a:gd name="connsiteX248" fmla="*/ 5480135 w 7467600"/>
              <a:gd name="connsiteY248" fmla="*/ 3565802 h 6858000"/>
              <a:gd name="connsiteX249" fmla="*/ 5499023 w 7467600"/>
              <a:gd name="connsiteY249" fmla="*/ 4166310 h 6858000"/>
              <a:gd name="connsiteX250" fmla="*/ 5547022 w 7467600"/>
              <a:gd name="connsiteY250" fmla="*/ 3607838 h 6858000"/>
              <a:gd name="connsiteX251" fmla="*/ 5515964 w 7467600"/>
              <a:gd name="connsiteY251" fmla="*/ 3378541 h 6858000"/>
              <a:gd name="connsiteX252" fmla="*/ 5453702 w 7467600"/>
              <a:gd name="connsiteY252" fmla="*/ 3090882 h 6858000"/>
              <a:gd name="connsiteX253" fmla="*/ 1238695 w 7467600"/>
              <a:gd name="connsiteY253" fmla="*/ 3076820 h 6858000"/>
              <a:gd name="connsiteX254" fmla="*/ 716371 w 7467600"/>
              <a:gd name="connsiteY254" fmla="*/ 3293249 h 6858000"/>
              <a:gd name="connsiteX255" fmla="*/ 579522 w 7467600"/>
              <a:gd name="connsiteY255" fmla="*/ 3371759 h 6858000"/>
              <a:gd name="connsiteX256" fmla="*/ 600288 w 7467600"/>
              <a:gd name="connsiteY256" fmla="*/ 3365555 h 6858000"/>
              <a:gd name="connsiteX257" fmla="*/ 840692 w 7467600"/>
              <a:gd name="connsiteY257" fmla="*/ 3284921 h 6858000"/>
              <a:gd name="connsiteX258" fmla="*/ 979248 w 7467600"/>
              <a:gd name="connsiteY258" fmla="*/ 3221003 h 6858000"/>
              <a:gd name="connsiteX259" fmla="*/ 1053282 w 7467600"/>
              <a:gd name="connsiteY259" fmla="*/ 3185247 h 6858000"/>
              <a:gd name="connsiteX260" fmla="*/ 1320603 w 7467600"/>
              <a:gd name="connsiteY260" fmla="*/ 3081281 h 6858000"/>
              <a:gd name="connsiteX261" fmla="*/ 1238695 w 7467600"/>
              <a:gd name="connsiteY261" fmla="*/ 3076820 h 6858000"/>
              <a:gd name="connsiteX262" fmla="*/ 5425627 w 7467600"/>
              <a:gd name="connsiteY262" fmla="*/ 2954192 h 6858000"/>
              <a:gd name="connsiteX263" fmla="*/ 5470770 w 7467600"/>
              <a:gd name="connsiteY263" fmla="*/ 3005435 h 6858000"/>
              <a:gd name="connsiteX264" fmla="*/ 5519779 w 7467600"/>
              <a:gd name="connsiteY264" fmla="*/ 4359223 h 6858000"/>
              <a:gd name="connsiteX265" fmla="*/ 5520293 w 7467600"/>
              <a:gd name="connsiteY265" fmla="*/ 4360602 h 6858000"/>
              <a:gd name="connsiteX266" fmla="*/ 5767221 w 7467600"/>
              <a:gd name="connsiteY266" fmla="*/ 4665564 h 6858000"/>
              <a:gd name="connsiteX267" fmla="*/ 6937169 w 7467600"/>
              <a:gd name="connsiteY267" fmla="*/ 4815941 h 6858000"/>
              <a:gd name="connsiteX268" fmla="*/ 6953922 w 7467600"/>
              <a:gd name="connsiteY268" fmla="*/ 4890068 h 6858000"/>
              <a:gd name="connsiteX269" fmla="*/ 6071359 w 7467600"/>
              <a:gd name="connsiteY269" fmla="*/ 4770770 h 6858000"/>
              <a:gd name="connsiteX270" fmla="*/ 6038839 w 7467600"/>
              <a:gd name="connsiteY270" fmla="*/ 4764474 h 6858000"/>
              <a:gd name="connsiteX271" fmla="*/ 6038706 w 7467600"/>
              <a:gd name="connsiteY271" fmla="*/ 4763847 h 6858000"/>
              <a:gd name="connsiteX272" fmla="*/ 6037784 w 7467600"/>
              <a:gd name="connsiteY272" fmla="*/ 4764270 h 6858000"/>
              <a:gd name="connsiteX273" fmla="*/ 6038839 w 7467600"/>
              <a:gd name="connsiteY273" fmla="*/ 4764474 h 6858000"/>
              <a:gd name="connsiteX274" fmla="*/ 6040338 w 7467600"/>
              <a:gd name="connsiteY274" fmla="*/ 4771418 h 6858000"/>
              <a:gd name="connsiteX275" fmla="*/ 6024488 w 7467600"/>
              <a:gd name="connsiteY275" fmla="*/ 4809903 h 6858000"/>
              <a:gd name="connsiteX276" fmla="*/ 5599771 w 7467600"/>
              <a:gd name="connsiteY276" fmla="*/ 5509652 h 6858000"/>
              <a:gd name="connsiteX277" fmla="*/ 5548843 w 7467600"/>
              <a:gd name="connsiteY277" fmla="*/ 5563845 h 6858000"/>
              <a:gd name="connsiteX278" fmla="*/ 5940952 w 7467600"/>
              <a:gd name="connsiteY278" fmla="*/ 6250028 h 6858000"/>
              <a:gd name="connsiteX279" fmla="*/ 6043441 w 7467600"/>
              <a:gd name="connsiteY279" fmla="*/ 6665847 h 6858000"/>
              <a:gd name="connsiteX280" fmla="*/ 6093432 w 7467600"/>
              <a:gd name="connsiteY280" fmla="*/ 6858000 h 6858000"/>
              <a:gd name="connsiteX281" fmla="*/ 6034344 w 7467600"/>
              <a:gd name="connsiteY281" fmla="*/ 6858000 h 6858000"/>
              <a:gd name="connsiteX282" fmla="*/ 6026679 w 7467600"/>
              <a:gd name="connsiteY282" fmla="*/ 6836959 h 6858000"/>
              <a:gd name="connsiteX283" fmla="*/ 5800441 w 7467600"/>
              <a:gd name="connsiteY283" fmla="*/ 6335286 h 6858000"/>
              <a:gd name="connsiteX284" fmla="*/ 5526562 w 7467600"/>
              <a:gd name="connsiteY284" fmla="*/ 5705388 h 6858000"/>
              <a:gd name="connsiteX285" fmla="*/ 5519640 w 7467600"/>
              <a:gd name="connsiteY285" fmla="*/ 5683774 h 6858000"/>
              <a:gd name="connsiteX286" fmla="*/ 5844559 w 7467600"/>
              <a:gd name="connsiteY286" fmla="*/ 6553349 h 6858000"/>
              <a:gd name="connsiteX287" fmla="*/ 5975994 w 7467600"/>
              <a:gd name="connsiteY287" fmla="*/ 6858000 h 6858000"/>
              <a:gd name="connsiteX288" fmla="*/ 5898547 w 7467600"/>
              <a:gd name="connsiteY288" fmla="*/ 6858000 h 6858000"/>
              <a:gd name="connsiteX289" fmla="*/ 5682041 w 7467600"/>
              <a:gd name="connsiteY289" fmla="*/ 6355860 h 6858000"/>
              <a:gd name="connsiteX290" fmla="*/ 5461758 w 7467600"/>
              <a:gd name="connsiteY290" fmla="*/ 5820220 h 6858000"/>
              <a:gd name="connsiteX291" fmla="*/ 5237282 w 7467600"/>
              <a:gd name="connsiteY291" fmla="*/ 6579086 h 6858000"/>
              <a:gd name="connsiteX292" fmla="*/ 5115009 w 7467600"/>
              <a:gd name="connsiteY292" fmla="*/ 6858000 h 6858000"/>
              <a:gd name="connsiteX293" fmla="*/ 5028074 w 7467600"/>
              <a:gd name="connsiteY293" fmla="*/ 6858000 h 6858000"/>
              <a:gd name="connsiteX294" fmla="*/ 5079508 w 7467600"/>
              <a:gd name="connsiteY294" fmla="*/ 6749074 h 6858000"/>
              <a:gd name="connsiteX295" fmla="*/ 5371846 w 7467600"/>
              <a:gd name="connsiteY295" fmla="*/ 5924413 h 6858000"/>
              <a:gd name="connsiteX296" fmla="*/ 5270512 w 7467600"/>
              <a:gd name="connsiteY296" fmla="*/ 6138975 h 6858000"/>
              <a:gd name="connsiteX297" fmla="*/ 5062409 w 7467600"/>
              <a:gd name="connsiteY297" fmla="*/ 6653544 h 6858000"/>
              <a:gd name="connsiteX298" fmla="*/ 5036628 w 7467600"/>
              <a:gd name="connsiteY298" fmla="*/ 6754247 h 6858000"/>
              <a:gd name="connsiteX299" fmla="*/ 5009112 w 7467600"/>
              <a:gd name="connsiteY299" fmla="*/ 6858000 h 6858000"/>
              <a:gd name="connsiteX300" fmla="*/ 4976679 w 7467600"/>
              <a:gd name="connsiteY300" fmla="*/ 6858000 h 6858000"/>
              <a:gd name="connsiteX301" fmla="*/ 5006537 w 7467600"/>
              <a:gd name="connsiteY301" fmla="*/ 6747068 h 6858000"/>
              <a:gd name="connsiteX302" fmla="*/ 5032723 w 7467600"/>
              <a:gd name="connsiteY302" fmla="*/ 6644957 h 6858000"/>
              <a:gd name="connsiteX303" fmla="*/ 5242949 w 7467600"/>
              <a:gd name="connsiteY303" fmla="*/ 6125175 h 6858000"/>
              <a:gd name="connsiteX304" fmla="*/ 5286321 w 7467600"/>
              <a:gd name="connsiteY304" fmla="*/ 6033555 h 6858000"/>
              <a:gd name="connsiteX305" fmla="*/ 5008210 w 7467600"/>
              <a:gd name="connsiteY305" fmla="*/ 6649194 h 6858000"/>
              <a:gd name="connsiteX306" fmla="*/ 4986321 w 7467600"/>
              <a:gd name="connsiteY306" fmla="*/ 6765687 h 6858000"/>
              <a:gd name="connsiteX307" fmla="*/ 4973474 w 7467600"/>
              <a:gd name="connsiteY307" fmla="*/ 6858000 h 6858000"/>
              <a:gd name="connsiteX308" fmla="*/ 4907178 w 7467600"/>
              <a:gd name="connsiteY308" fmla="*/ 6858000 h 6858000"/>
              <a:gd name="connsiteX309" fmla="*/ 4910810 w 7467600"/>
              <a:gd name="connsiteY309" fmla="*/ 6829660 h 6858000"/>
              <a:gd name="connsiteX310" fmla="*/ 4987461 w 7467600"/>
              <a:gd name="connsiteY310" fmla="*/ 6432994 h 6858000"/>
              <a:gd name="connsiteX311" fmla="*/ 5179262 w 7467600"/>
              <a:gd name="connsiteY311" fmla="*/ 6035044 h 6858000"/>
              <a:gd name="connsiteX312" fmla="*/ 4689678 w 7467600"/>
              <a:gd name="connsiteY312" fmla="*/ 6440241 h 6858000"/>
              <a:gd name="connsiteX313" fmla="*/ 4477543 w 7467600"/>
              <a:gd name="connsiteY313" fmla="*/ 6674836 h 6858000"/>
              <a:gd name="connsiteX314" fmla="*/ 4329957 w 7467600"/>
              <a:gd name="connsiteY314" fmla="*/ 6858000 h 6858000"/>
              <a:gd name="connsiteX315" fmla="*/ 4218595 w 7467600"/>
              <a:gd name="connsiteY315" fmla="*/ 6858000 h 6858000"/>
              <a:gd name="connsiteX316" fmla="*/ 4368888 w 7467600"/>
              <a:gd name="connsiteY316" fmla="*/ 6668412 h 6858000"/>
              <a:gd name="connsiteX317" fmla="*/ 4563091 w 7467600"/>
              <a:gd name="connsiteY317" fmla="*/ 6442508 h 6858000"/>
              <a:gd name="connsiteX318" fmla="*/ 5387324 w 7467600"/>
              <a:gd name="connsiteY318" fmla="*/ 5705830 h 6858000"/>
              <a:gd name="connsiteX319" fmla="*/ 5073620 w 7467600"/>
              <a:gd name="connsiteY319" fmla="*/ 5955437 h 6858000"/>
              <a:gd name="connsiteX320" fmla="*/ 4689789 w 7467600"/>
              <a:gd name="connsiteY320" fmla="*/ 6268382 h 6858000"/>
              <a:gd name="connsiteX321" fmla="*/ 4418722 w 7467600"/>
              <a:gd name="connsiteY321" fmla="*/ 6570886 h 6858000"/>
              <a:gd name="connsiteX322" fmla="*/ 4214944 w 7467600"/>
              <a:gd name="connsiteY322" fmla="*/ 6858000 h 6858000"/>
              <a:gd name="connsiteX323" fmla="*/ 4177898 w 7467600"/>
              <a:gd name="connsiteY323" fmla="*/ 6858000 h 6858000"/>
              <a:gd name="connsiteX324" fmla="*/ 4391597 w 7467600"/>
              <a:gd name="connsiteY324" fmla="*/ 6556370 h 6858000"/>
              <a:gd name="connsiteX325" fmla="*/ 4668889 w 7467600"/>
              <a:gd name="connsiteY325" fmla="*/ 6246399 h 6858000"/>
              <a:gd name="connsiteX326" fmla="*/ 5055427 w 7467600"/>
              <a:gd name="connsiteY326" fmla="*/ 5931476 h 6858000"/>
              <a:gd name="connsiteX327" fmla="*/ 5371814 w 7467600"/>
              <a:gd name="connsiteY327" fmla="*/ 5678975 h 6858000"/>
              <a:gd name="connsiteX328" fmla="*/ 4987918 w 7467600"/>
              <a:gd name="connsiteY328" fmla="*/ 5838701 h 6858000"/>
              <a:gd name="connsiteX329" fmla="*/ 4317146 w 7467600"/>
              <a:gd name="connsiteY329" fmla="*/ 6587716 h 6858000"/>
              <a:gd name="connsiteX330" fmla="*/ 4171627 w 7467600"/>
              <a:gd name="connsiteY330" fmla="*/ 6858000 h 6858000"/>
              <a:gd name="connsiteX331" fmla="*/ 4081585 w 7467600"/>
              <a:gd name="connsiteY331" fmla="*/ 6858000 h 6858000"/>
              <a:gd name="connsiteX332" fmla="*/ 4238603 w 7467600"/>
              <a:gd name="connsiteY332" fmla="*/ 6559341 h 6858000"/>
              <a:gd name="connsiteX333" fmla="*/ 4778333 w 7467600"/>
              <a:gd name="connsiteY333" fmla="*/ 5873626 h 6858000"/>
              <a:gd name="connsiteX334" fmla="*/ 5414185 w 7467600"/>
              <a:gd name="connsiteY334" fmla="*/ 5573882 h 6858000"/>
              <a:gd name="connsiteX335" fmla="*/ 5959648 w 7467600"/>
              <a:gd name="connsiteY335" fmla="*/ 4760797 h 6858000"/>
              <a:gd name="connsiteX336" fmla="*/ 5355019 w 7467600"/>
              <a:gd name="connsiteY336" fmla="*/ 4734672 h 6858000"/>
              <a:gd name="connsiteX337" fmla="*/ 5083565 w 7467600"/>
              <a:gd name="connsiteY337" fmla="*/ 5179121 h 6858000"/>
              <a:gd name="connsiteX338" fmla="*/ 4713577 w 7467600"/>
              <a:gd name="connsiteY338" fmla="*/ 5616803 h 6858000"/>
              <a:gd name="connsiteX339" fmla="*/ 3989559 w 7467600"/>
              <a:gd name="connsiteY339" fmla="*/ 6145945 h 6858000"/>
              <a:gd name="connsiteX340" fmla="*/ 3939824 w 7467600"/>
              <a:gd name="connsiteY340" fmla="*/ 6066900 h 6858000"/>
              <a:gd name="connsiteX341" fmla="*/ 4584537 w 7467600"/>
              <a:gd name="connsiteY341" fmla="*/ 5324826 h 6858000"/>
              <a:gd name="connsiteX342" fmla="*/ 5037105 w 7467600"/>
              <a:gd name="connsiteY342" fmla="*/ 5088765 h 6858000"/>
              <a:gd name="connsiteX343" fmla="*/ 5039930 w 7467600"/>
              <a:gd name="connsiteY343" fmla="*/ 5089585 h 6858000"/>
              <a:gd name="connsiteX344" fmla="*/ 5263764 w 7467600"/>
              <a:gd name="connsiteY344" fmla="*/ 4735525 h 6858000"/>
              <a:gd name="connsiteX345" fmla="*/ 4086300 w 7467600"/>
              <a:gd name="connsiteY345" fmla="*/ 4884599 h 6858000"/>
              <a:gd name="connsiteX346" fmla="*/ 4085485 w 7467600"/>
              <a:gd name="connsiteY346" fmla="*/ 4899070 h 6858000"/>
              <a:gd name="connsiteX347" fmla="*/ 3871915 w 7467600"/>
              <a:gd name="connsiteY347" fmla="*/ 5253645 h 6858000"/>
              <a:gd name="connsiteX348" fmla="*/ 3799374 w 7467600"/>
              <a:gd name="connsiteY348" fmla="*/ 5466127 h 6858000"/>
              <a:gd name="connsiteX349" fmla="*/ 3498850 w 7467600"/>
              <a:gd name="connsiteY349" fmla="*/ 6661888 h 6858000"/>
              <a:gd name="connsiteX350" fmla="*/ 3399216 w 7467600"/>
              <a:gd name="connsiteY350" fmla="*/ 6858000 h 6858000"/>
              <a:gd name="connsiteX351" fmla="*/ 3303688 w 7467600"/>
              <a:gd name="connsiteY351" fmla="*/ 6858000 h 6858000"/>
              <a:gd name="connsiteX352" fmla="*/ 3391774 w 7467600"/>
              <a:gd name="connsiteY352" fmla="*/ 6697181 h 6858000"/>
              <a:gd name="connsiteX353" fmla="*/ 3735540 w 7467600"/>
              <a:gd name="connsiteY353" fmla="*/ 5546923 h 6858000"/>
              <a:gd name="connsiteX354" fmla="*/ 3729438 w 7467600"/>
              <a:gd name="connsiteY354" fmla="*/ 5569058 h 6858000"/>
              <a:gd name="connsiteX355" fmla="*/ 3707782 w 7467600"/>
              <a:gd name="connsiteY355" fmla="*/ 5644908 h 6858000"/>
              <a:gd name="connsiteX356" fmla="*/ 3583827 w 7467600"/>
              <a:gd name="connsiteY356" fmla="*/ 6039215 h 6858000"/>
              <a:gd name="connsiteX357" fmla="*/ 3547861 w 7467600"/>
              <a:gd name="connsiteY357" fmla="*/ 6129609 h 6858000"/>
              <a:gd name="connsiteX358" fmla="*/ 3490905 w 7467600"/>
              <a:gd name="connsiteY358" fmla="*/ 6277660 h 6858000"/>
              <a:gd name="connsiteX359" fmla="*/ 3455859 w 7467600"/>
              <a:gd name="connsiteY359" fmla="*/ 6391301 h 6858000"/>
              <a:gd name="connsiteX360" fmla="*/ 3429112 w 7467600"/>
              <a:gd name="connsiteY360" fmla="*/ 6479469 h 6858000"/>
              <a:gd name="connsiteX361" fmla="*/ 3304862 w 7467600"/>
              <a:gd name="connsiteY361" fmla="*/ 6796476 h 6858000"/>
              <a:gd name="connsiteX362" fmla="*/ 3276071 w 7467600"/>
              <a:gd name="connsiteY362" fmla="*/ 6858000 h 6858000"/>
              <a:gd name="connsiteX363" fmla="*/ 3240805 w 7467600"/>
              <a:gd name="connsiteY363" fmla="*/ 6858000 h 6858000"/>
              <a:gd name="connsiteX364" fmla="*/ 3275917 w 7467600"/>
              <a:gd name="connsiteY364" fmla="*/ 6783192 h 6858000"/>
              <a:gd name="connsiteX365" fmla="*/ 3399358 w 7467600"/>
              <a:gd name="connsiteY365" fmla="*/ 6469011 h 6858000"/>
              <a:gd name="connsiteX366" fmla="*/ 3425650 w 7467600"/>
              <a:gd name="connsiteY366" fmla="*/ 6381333 h 6858000"/>
              <a:gd name="connsiteX367" fmla="*/ 3460661 w 7467600"/>
              <a:gd name="connsiteY367" fmla="*/ 6266763 h 6858000"/>
              <a:gd name="connsiteX368" fmla="*/ 3518021 w 7467600"/>
              <a:gd name="connsiteY368" fmla="*/ 6117298 h 6858000"/>
              <a:gd name="connsiteX369" fmla="*/ 3554035 w 7467600"/>
              <a:gd name="connsiteY369" fmla="*/ 6027832 h 6858000"/>
              <a:gd name="connsiteX370" fmla="*/ 3677174 w 7467600"/>
              <a:gd name="connsiteY370" fmla="*/ 5636351 h 6858000"/>
              <a:gd name="connsiteX371" fmla="*/ 3698819 w 7467600"/>
              <a:gd name="connsiteY371" fmla="*/ 5560503 h 6858000"/>
              <a:gd name="connsiteX372" fmla="*/ 3702094 w 7467600"/>
              <a:gd name="connsiteY372" fmla="*/ 5549194 h 6858000"/>
              <a:gd name="connsiteX373" fmla="*/ 3398355 w 7467600"/>
              <a:gd name="connsiteY373" fmla="*/ 6094603 h 6858000"/>
              <a:gd name="connsiteX374" fmla="*/ 3193941 w 7467600"/>
              <a:gd name="connsiteY374" fmla="*/ 6798775 h 6858000"/>
              <a:gd name="connsiteX375" fmla="*/ 3184140 w 7467600"/>
              <a:gd name="connsiteY375" fmla="*/ 6858000 h 6858000"/>
              <a:gd name="connsiteX376" fmla="*/ 3099978 w 7467600"/>
              <a:gd name="connsiteY376" fmla="*/ 6858000 h 6858000"/>
              <a:gd name="connsiteX377" fmla="*/ 3101556 w 7467600"/>
              <a:gd name="connsiteY377" fmla="*/ 6843337 h 6858000"/>
              <a:gd name="connsiteX378" fmla="*/ 3370162 w 7467600"/>
              <a:gd name="connsiteY378" fmla="*/ 5785550 h 6858000"/>
              <a:gd name="connsiteX379" fmla="*/ 3746477 w 7467600"/>
              <a:gd name="connsiteY379" fmla="*/ 5377889 h 6858000"/>
              <a:gd name="connsiteX380" fmla="*/ 3863399 w 7467600"/>
              <a:gd name="connsiteY380" fmla="*/ 5087257 h 6858000"/>
              <a:gd name="connsiteX381" fmla="*/ 3968712 w 7467600"/>
              <a:gd name="connsiteY381" fmla="*/ 4913989 h 6858000"/>
              <a:gd name="connsiteX382" fmla="*/ 2792390 w 7467600"/>
              <a:gd name="connsiteY382" fmla="*/ 5382974 h 6858000"/>
              <a:gd name="connsiteX383" fmla="*/ 2714982 w 7467600"/>
              <a:gd name="connsiteY383" fmla="*/ 5427051 h 6858000"/>
              <a:gd name="connsiteX384" fmla="*/ 2813361 w 7467600"/>
              <a:gd name="connsiteY384" fmla="*/ 6023912 h 6858000"/>
              <a:gd name="connsiteX385" fmla="*/ 2688430 w 7467600"/>
              <a:gd name="connsiteY385" fmla="*/ 6801564 h 6858000"/>
              <a:gd name="connsiteX386" fmla="*/ 2629626 w 7467600"/>
              <a:gd name="connsiteY386" fmla="*/ 6763394 h 6858000"/>
              <a:gd name="connsiteX387" fmla="*/ 2565328 w 7467600"/>
              <a:gd name="connsiteY387" fmla="*/ 5516399 h 6858000"/>
              <a:gd name="connsiteX388" fmla="*/ 1922999 w 7467600"/>
              <a:gd name="connsiteY388" fmla="*/ 5980343 h 6858000"/>
              <a:gd name="connsiteX389" fmla="*/ 1950261 w 7467600"/>
              <a:gd name="connsiteY389" fmla="*/ 6405858 h 6858000"/>
              <a:gd name="connsiteX390" fmla="*/ 2365554 w 7467600"/>
              <a:gd name="connsiteY390" fmla="*/ 6759107 h 6858000"/>
              <a:gd name="connsiteX391" fmla="*/ 2424142 w 7467600"/>
              <a:gd name="connsiteY391" fmla="*/ 6858000 h 6858000"/>
              <a:gd name="connsiteX392" fmla="*/ 2395994 w 7467600"/>
              <a:gd name="connsiteY392" fmla="*/ 6858000 h 6858000"/>
              <a:gd name="connsiteX393" fmla="*/ 2392863 w 7467600"/>
              <a:gd name="connsiteY393" fmla="*/ 6852964 h 6858000"/>
              <a:gd name="connsiteX394" fmla="*/ 2017589 w 7467600"/>
              <a:gd name="connsiteY394" fmla="*/ 6493982 h 6858000"/>
              <a:gd name="connsiteX395" fmla="*/ 2147336 w 7467600"/>
              <a:gd name="connsiteY395" fmla="*/ 6594052 h 6858000"/>
              <a:gd name="connsiteX396" fmla="*/ 2207047 w 7467600"/>
              <a:gd name="connsiteY396" fmla="*/ 6654540 h 6858000"/>
              <a:gd name="connsiteX397" fmla="*/ 2299106 w 7467600"/>
              <a:gd name="connsiteY397" fmla="*/ 6778931 h 6858000"/>
              <a:gd name="connsiteX398" fmla="*/ 2314430 w 7467600"/>
              <a:gd name="connsiteY398" fmla="*/ 6801144 h 6858000"/>
              <a:gd name="connsiteX399" fmla="*/ 2352406 w 7467600"/>
              <a:gd name="connsiteY399" fmla="*/ 6858000 h 6858000"/>
              <a:gd name="connsiteX400" fmla="*/ 2314492 w 7467600"/>
              <a:gd name="connsiteY400" fmla="*/ 6858000 h 6858000"/>
              <a:gd name="connsiteX401" fmla="*/ 2288095 w 7467600"/>
              <a:gd name="connsiteY401" fmla="*/ 6818030 h 6858000"/>
              <a:gd name="connsiteX402" fmla="*/ 2272768 w 7467600"/>
              <a:gd name="connsiteY402" fmla="*/ 6795822 h 6858000"/>
              <a:gd name="connsiteX403" fmla="*/ 2182715 w 7467600"/>
              <a:gd name="connsiteY403" fmla="*/ 6675071 h 6858000"/>
              <a:gd name="connsiteX404" fmla="*/ 2032061 w 7467600"/>
              <a:gd name="connsiteY404" fmla="*/ 6541380 h 6858000"/>
              <a:gd name="connsiteX405" fmla="*/ 2257220 w 7467600"/>
              <a:gd name="connsiteY405" fmla="*/ 6826257 h 6858000"/>
              <a:gd name="connsiteX406" fmla="*/ 2281324 w 7467600"/>
              <a:gd name="connsiteY406" fmla="*/ 6858000 h 6858000"/>
              <a:gd name="connsiteX407" fmla="*/ 2242860 w 7467600"/>
              <a:gd name="connsiteY407" fmla="*/ 6858000 h 6858000"/>
              <a:gd name="connsiteX408" fmla="*/ 2232818 w 7467600"/>
              <a:gd name="connsiteY408" fmla="*/ 6844926 h 6858000"/>
              <a:gd name="connsiteX409" fmla="*/ 1990172 w 7467600"/>
              <a:gd name="connsiteY409" fmla="*/ 6542121 h 6858000"/>
              <a:gd name="connsiteX410" fmla="*/ 2124090 w 7467600"/>
              <a:gd name="connsiteY410" fmla="*/ 6761017 h 6858000"/>
              <a:gd name="connsiteX411" fmla="*/ 2200380 w 7467600"/>
              <a:gd name="connsiteY411" fmla="*/ 6858000 h 6858000"/>
              <a:gd name="connsiteX412" fmla="*/ 2147507 w 7467600"/>
              <a:gd name="connsiteY412" fmla="*/ 6858000 h 6858000"/>
              <a:gd name="connsiteX413" fmla="*/ 2070668 w 7467600"/>
              <a:gd name="connsiteY413" fmla="*/ 6761520 h 6858000"/>
              <a:gd name="connsiteX414" fmla="*/ 1975142 w 7467600"/>
              <a:gd name="connsiteY414" fmla="*/ 6585570 h 6858000"/>
              <a:gd name="connsiteX415" fmla="*/ 2050035 w 7467600"/>
              <a:gd name="connsiteY415" fmla="*/ 6813345 h 6858000"/>
              <a:gd name="connsiteX416" fmla="*/ 2063025 w 7467600"/>
              <a:gd name="connsiteY416" fmla="*/ 6858000 h 6858000"/>
              <a:gd name="connsiteX417" fmla="*/ 2021675 w 7467600"/>
              <a:gd name="connsiteY417" fmla="*/ 6858000 h 6858000"/>
              <a:gd name="connsiteX418" fmla="*/ 2019308 w 7467600"/>
              <a:gd name="connsiteY418" fmla="*/ 6847118 h 6858000"/>
              <a:gd name="connsiteX419" fmla="*/ 1938835 w 7467600"/>
              <a:gd name="connsiteY419" fmla="*/ 6551160 h 6858000"/>
              <a:gd name="connsiteX420" fmla="*/ 1953230 w 7467600"/>
              <a:gd name="connsiteY420" fmla="*/ 6759699 h 6858000"/>
              <a:gd name="connsiteX421" fmla="*/ 1956763 w 7467600"/>
              <a:gd name="connsiteY421" fmla="*/ 6778191 h 6858000"/>
              <a:gd name="connsiteX422" fmla="*/ 1967925 w 7467600"/>
              <a:gd name="connsiteY422" fmla="*/ 6858000 h 6858000"/>
              <a:gd name="connsiteX423" fmla="*/ 1936622 w 7467600"/>
              <a:gd name="connsiteY423" fmla="*/ 6858000 h 6858000"/>
              <a:gd name="connsiteX424" fmla="*/ 1926261 w 7467600"/>
              <a:gd name="connsiteY424" fmla="*/ 6784064 h 6858000"/>
              <a:gd name="connsiteX425" fmla="*/ 1922724 w 7467600"/>
              <a:gd name="connsiteY425" fmla="*/ 6765577 h 6858000"/>
              <a:gd name="connsiteX426" fmla="*/ 1904650 w 7467600"/>
              <a:gd name="connsiteY426" fmla="*/ 6639616 h 6858000"/>
              <a:gd name="connsiteX427" fmla="*/ 1885273 w 7467600"/>
              <a:gd name="connsiteY427" fmla="*/ 6858000 h 6858000"/>
              <a:gd name="connsiteX428" fmla="*/ 1854363 w 7467600"/>
              <a:gd name="connsiteY428" fmla="*/ 6858000 h 6858000"/>
              <a:gd name="connsiteX429" fmla="*/ 1880391 w 7467600"/>
              <a:gd name="connsiteY429" fmla="*/ 6603796 h 6858000"/>
              <a:gd name="connsiteX430" fmla="*/ 1818273 w 7467600"/>
              <a:gd name="connsiteY430" fmla="*/ 6715729 h 6858000"/>
              <a:gd name="connsiteX431" fmla="*/ 1794691 w 7467600"/>
              <a:gd name="connsiteY431" fmla="*/ 6843239 h 6858000"/>
              <a:gd name="connsiteX432" fmla="*/ 1794914 w 7467600"/>
              <a:gd name="connsiteY432" fmla="*/ 6858000 h 6858000"/>
              <a:gd name="connsiteX433" fmla="*/ 1746128 w 7467600"/>
              <a:gd name="connsiteY433" fmla="*/ 6858000 h 6858000"/>
              <a:gd name="connsiteX434" fmla="*/ 1753934 w 7467600"/>
              <a:gd name="connsiteY434" fmla="*/ 6724796 h 6858000"/>
              <a:gd name="connsiteX435" fmla="*/ 1792053 w 7467600"/>
              <a:gd name="connsiteY435" fmla="*/ 6572396 h 6858000"/>
              <a:gd name="connsiteX436" fmla="*/ 1862248 w 7467600"/>
              <a:gd name="connsiteY436" fmla="*/ 6266397 h 6858000"/>
              <a:gd name="connsiteX437" fmla="*/ 1862250 w 7467600"/>
              <a:gd name="connsiteY437" fmla="*/ 6033531 h 6858000"/>
              <a:gd name="connsiteX438" fmla="*/ 1211999 w 7467600"/>
              <a:gd name="connsiteY438" fmla="*/ 6683610 h 6858000"/>
              <a:gd name="connsiteX439" fmla="*/ 1213266 w 7467600"/>
              <a:gd name="connsiteY439" fmla="*/ 6691947 h 6858000"/>
              <a:gd name="connsiteX440" fmla="*/ 1203370 w 7467600"/>
              <a:gd name="connsiteY440" fmla="*/ 6850676 h 6858000"/>
              <a:gd name="connsiteX441" fmla="*/ 1203671 w 7467600"/>
              <a:gd name="connsiteY441" fmla="*/ 6858000 h 6858000"/>
              <a:gd name="connsiteX442" fmla="*/ 1143180 w 7467600"/>
              <a:gd name="connsiteY442" fmla="*/ 6858000 h 6858000"/>
              <a:gd name="connsiteX443" fmla="*/ 1142176 w 7467600"/>
              <a:gd name="connsiteY443" fmla="*/ 6766045 h 6858000"/>
              <a:gd name="connsiteX444" fmla="*/ 1067484 w 7467600"/>
              <a:gd name="connsiteY444" fmla="*/ 6858000 h 6858000"/>
              <a:gd name="connsiteX445" fmla="*/ 953928 w 7467600"/>
              <a:gd name="connsiteY445" fmla="*/ 6858000 h 6858000"/>
              <a:gd name="connsiteX446" fmla="*/ 959715 w 7467600"/>
              <a:gd name="connsiteY446" fmla="*/ 6850185 h 6858000"/>
              <a:gd name="connsiteX447" fmla="*/ 1483788 w 7467600"/>
              <a:gd name="connsiteY447" fmla="*/ 6259174 h 6858000"/>
              <a:gd name="connsiteX448" fmla="*/ 1100671 w 7467600"/>
              <a:gd name="connsiteY448" fmla="*/ 6252137 h 6858000"/>
              <a:gd name="connsiteX449" fmla="*/ 1090144 w 7467600"/>
              <a:gd name="connsiteY449" fmla="*/ 6256748 h 6858000"/>
              <a:gd name="connsiteX450" fmla="*/ 1095872 w 7467600"/>
              <a:gd name="connsiteY450" fmla="*/ 6271892 h 6858000"/>
              <a:gd name="connsiteX451" fmla="*/ 262785 w 7467600"/>
              <a:gd name="connsiteY451" fmla="*/ 6845450 h 6858000"/>
              <a:gd name="connsiteX452" fmla="*/ 209968 w 7467600"/>
              <a:gd name="connsiteY452" fmla="*/ 6770713 h 6858000"/>
              <a:gd name="connsiteX453" fmla="*/ 873460 w 7467600"/>
              <a:gd name="connsiteY453" fmla="*/ 6253768 h 6858000"/>
              <a:gd name="connsiteX454" fmla="*/ 192686 w 7467600"/>
              <a:gd name="connsiteY454" fmla="*/ 5849257 h 6858000"/>
              <a:gd name="connsiteX455" fmla="*/ 4696 w 7467600"/>
              <a:gd name="connsiteY455" fmla="*/ 5697668 h 6858000"/>
              <a:gd name="connsiteX456" fmla="*/ 0 w 7467600"/>
              <a:gd name="connsiteY456" fmla="*/ 5689984 h 6858000"/>
              <a:gd name="connsiteX457" fmla="*/ 0 w 7467600"/>
              <a:gd name="connsiteY457" fmla="*/ 5513472 h 6858000"/>
              <a:gd name="connsiteX458" fmla="*/ 174101 w 7467600"/>
              <a:gd name="connsiteY458" fmla="*/ 5620277 h 6858000"/>
              <a:gd name="connsiteX459" fmla="*/ 891800 w 7467600"/>
              <a:gd name="connsiteY459" fmla="*/ 6036935 h 6858000"/>
              <a:gd name="connsiteX460" fmla="*/ 1072219 w 7467600"/>
              <a:gd name="connsiteY460" fmla="*/ 6169443 h 6858000"/>
              <a:gd name="connsiteX461" fmla="*/ 1074117 w 7467600"/>
              <a:gd name="connsiteY461" fmla="*/ 6170301 h 6858000"/>
              <a:gd name="connsiteX462" fmla="*/ 1083114 w 7467600"/>
              <a:gd name="connsiteY462" fmla="*/ 6174131 h 6858000"/>
              <a:gd name="connsiteX463" fmla="*/ 1543010 w 7467600"/>
              <a:gd name="connsiteY463" fmla="*/ 6191140 h 6858000"/>
              <a:gd name="connsiteX464" fmla="*/ 1551080 w 7467600"/>
              <a:gd name="connsiteY464" fmla="*/ 6195006 h 6858000"/>
              <a:gd name="connsiteX465" fmla="*/ 2345443 w 7467600"/>
              <a:gd name="connsiteY465" fmla="*/ 5549882 h 6858000"/>
              <a:gd name="connsiteX466" fmla="*/ 1721499 w 7467600"/>
              <a:gd name="connsiteY466" fmla="*/ 5599969 h 6858000"/>
              <a:gd name="connsiteX467" fmla="*/ 767716 w 7467600"/>
              <a:gd name="connsiteY467" fmla="*/ 5472768 h 6858000"/>
              <a:gd name="connsiteX468" fmla="*/ 722147 w 7467600"/>
              <a:gd name="connsiteY468" fmla="*/ 5393091 h 6858000"/>
              <a:gd name="connsiteX469" fmla="*/ 1485552 w 7467600"/>
              <a:gd name="connsiteY469" fmla="*/ 5313202 h 6858000"/>
              <a:gd name="connsiteX470" fmla="*/ 2143004 w 7467600"/>
              <a:gd name="connsiteY470" fmla="*/ 5402420 h 6858000"/>
              <a:gd name="connsiteX471" fmla="*/ 1933391 w 7467600"/>
              <a:gd name="connsiteY471" fmla="*/ 5156971 h 6858000"/>
              <a:gd name="connsiteX472" fmla="*/ 1827118 w 7467600"/>
              <a:gd name="connsiteY472" fmla="*/ 4968410 h 6858000"/>
              <a:gd name="connsiteX473" fmla="*/ 1837349 w 7467600"/>
              <a:gd name="connsiteY473" fmla="*/ 4956357 h 6858000"/>
              <a:gd name="connsiteX474" fmla="*/ 2162835 w 7467600"/>
              <a:gd name="connsiteY474" fmla="*/ 5187853 h 6858000"/>
              <a:gd name="connsiteX475" fmla="*/ 2257167 w 7467600"/>
              <a:gd name="connsiteY475" fmla="*/ 5462123 h 6858000"/>
              <a:gd name="connsiteX476" fmla="*/ 2261598 w 7467600"/>
              <a:gd name="connsiteY476" fmla="*/ 5467998 h 6858000"/>
              <a:gd name="connsiteX477" fmla="*/ 2437177 w 7467600"/>
              <a:gd name="connsiteY477" fmla="*/ 5479608 h 6858000"/>
              <a:gd name="connsiteX478" fmla="*/ 2445247 w 7467600"/>
              <a:gd name="connsiteY478" fmla="*/ 5483476 h 6858000"/>
              <a:gd name="connsiteX479" fmla="*/ 2743626 w 7467600"/>
              <a:gd name="connsiteY479" fmla="*/ 5304819 h 6858000"/>
              <a:gd name="connsiteX480" fmla="*/ 3048102 w 7467600"/>
              <a:gd name="connsiteY480" fmla="*/ 5150595 h 6858000"/>
              <a:gd name="connsiteX481" fmla="*/ 1799414 w 7467600"/>
              <a:gd name="connsiteY481" fmla="*/ 4694732 h 6858000"/>
              <a:gd name="connsiteX482" fmla="*/ 1771735 w 7467600"/>
              <a:gd name="connsiteY482" fmla="*/ 4619929 h 6858000"/>
              <a:gd name="connsiteX483" fmla="*/ 3104273 w 7467600"/>
              <a:gd name="connsiteY483" fmla="*/ 5076159 h 6858000"/>
              <a:gd name="connsiteX484" fmla="*/ 3113245 w 7467600"/>
              <a:gd name="connsiteY484" fmla="*/ 5090705 h 6858000"/>
              <a:gd name="connsiteX485" fmla="*/ 3126294 w 7467600"/>
              <a:gd name="connsiteY485" fmla="*/ 5114400 h 6858000"/>
              <a:gd name="connsiteX486" fmla="*/ 3937433 w 7467600"/>
              <a:gd name="connsiteY486" fmla="*/ 4830473 h 6858000"/>
              <a:gd name="connsiteX487" fmla="*/ 3590475 w 7467600"/>
              <a:gd name="connsiteY487" fmla="*/ 4597974 h 6858000"/>
              <a:gd name="connsiteX488" fmla="*/ 3100264 w 7467600"/>
              <a:gd name="connsiteY488" fmla="*/ 4579845 h 6858000"/>
              <a:gd name="connsiteX489" fmla="*/ 2183576 w 7467600"/>
              <a:gd name="connsiteY489" fmla="*/ 4227150 h 6858000"/>
              <a:gd name="connsiteX490" fmla="*/ 2151029 w 7467600"/>
              <a:gd name="connsiteY490" fmla="*/ 4146947 h 6858000"/>
              <a:gd name="connsiteX491" fmla="*/ 3563434 w 7467600"/>
              <a:gd name="connsiteY491" fmla="*/ 4469115 h 6858000"/>
              <a:gd name="connsiteX492" fmla="*/ 3177952 w 7467600"/>
              <a:gd name="connsiteY492" fmla="*/ 3657386 h 6858000"/>
              <a:gd name="connsiteX493" fmla="*/ 3189263 w 7467600"/>
              <a:gd name="connsiteY493" fmla="*/ 3625726 h 6858000"/>
              <a:gd name="connsiteX494" fmla="*/ 3560912 w 7467600"/>
              <a:gd name="connsiteY494" fmla="*/ 4079863 h 6858000"/>
              <a:gd name="connsiteX495" fmla="*/ 3626636 w 7467600"/>
              <a:gd name="connsiteY495" fmla="*/ 4512230 h 6858000"/>
              <a:gd name="connsiteX496" fmla="*/ 3653088 w 7467600"/>
              <a:gd name="connsiteY496" fmla="*/ 4521417 h 6858000"/>
              <a:gd name="connsiteX497" fmla="*/ 3988128 w 7467600"/>
              <a:gd name="connsiteY497" fmla="*/ 4817267 h 6858000"/>
              <a:gd name="connsiteX498" fmla="*/ 4830582 w 7467600"/>
              <a:gd name="connsiteY498" fmla="*/ 4676000 h 6858000"/>
              <a:gd name="connsiteX499" fmla="*/ 4830100 w 7467600"/>
              <a:gd name="connsiteY499" fmla="*/ 4675554 h 6858000"/>
              <a:gd name="connsiteX500" fmla="*/ 4036318 w 7467600"/>
              <a:gd name="connsiteY500" fmla="*/ 4147013 h 6858000"/>
              <a:gd name="connsiteX501" fmla="*/ 3432098 w 7467600"/>
              <a:gd name="connsiteY501" fmla="*/ 3537312 h 6858000"/>
              <a:gd name="connsiteX502" fmla="*/ 3446761 w 7467600"/>
              <a:gd name="connsiteY502" fmla="*/ 3461278 h 6858000"/>
              <a:gd name="connsiteX503" fmla="*/ 4419733 w 7467600"/>
              <a:gd name="connsiteY503" fmla="*/ 3963555 h 6858000"/>
              <a:gd name="connsiteX504" fmla="*/ 4781371 w 7467600"/>
              <a:gd name="connsiteY504" fmla="*/ 4458604 h 6858000"/>
              <a:gd name="connsiteX505" fmla="*/ 4780440 w 7467600"/>
              <a:gd name="connsiteY505" fmla="*/ 4470290 h 6858000"/>
              <a:gd name="connsiteX506" fmla="*/ 4898954 w 7467600"/>
              <a:gd name="connsiteY506" fmla="*/ 4662092 h 6858000"/>
              <a:gd name="connsiteX507" fmla="*/ 4900699 w 7467600"/>
              <a:gd name="connsiteY507" fmla="*/ 4670867 h 6858000"/>
              <a:gd name="connsiteX508" fmla="*/ 5714511 w 7467600"/>
              <a:gd name="connsiteY508" fmla="*/ 4663483 h 6858000"/>
              <a:gd name="connsiteX509" fmla="*/ 5464793 w 7467600"/>
              <a:gd name="connsiteY509" fmla="*/ 4393556 h 6858000"/>
              <a:gd name="connsiteX510" fmla="*/ 5461897 w 7467600"/>
              <a:gd name="connsiteY510" fmla="*/ 4390879 h 6858000"/>
              <a:gd name="connsiteX511" fmla="*/ 4294126 w 7467600"/>
              <a:gd name="connsiteY511" fmla="*/ 3303048 h 6858000"/>
              <a:gd name="connsiteX512" fmla="*/ 4305321 w 7467600"/>
              <a:gd name="connsiteY512" fmla="*/ 3256953 h 6858000"/>
              <a:gd name="connsiteX513" fmla="*/ 4949299 w 7467600"/>
              <a:gd name="connsiteY513" fmla="*/ 3766336 h 6858000"/>
              <a:gd name="connsiteX514" fmla="*/ 5291452 w 7467600"/>
              <a:gd name="connsiteY514" fmla="*/ 4076801 h 6858000"/>
              <a:gd name="connsiteX515" fmla="*/ 5434998 w 7467600"/>
              <a:gd name="connsiteY515" fmla="*/ 4254100 h 6858000"/>
              <a:gd name="connsiteX516" fmla="*/ 5351015 w 7467600"/>
              <a:gd name="connsiteY516" fmla="*/ 3760989 h 6858000"/>
              <a:gd name="connsiteX517" fmla="*/ 5413780 w 7467600"/>
              <a:gd name="connsiteY517" fmla="*/ 2966265 h 6858000"/>
              <a:gd name="connsiteX518" fmla="*/ 5425627 w 7467600"/>
              <a:gd name="connsiteY518" fmla="*/ 2954192 h 6858000"/>
              <a:gd name="connsiteX519" fmla="*/ 6604735 w 7467600"/>
              <a:gd name="connsiteY519" fmla="*/ 2041381 h 6858000"/>
              <a:gd name="connsiteX520" fmla="*/ 7204487 w 7467600"/>
              <a:gd name="connsiteY520" fmla="*/ 2742112 h 6858000"/>
              <a:gd name="connsiteX521" fmla="*/ 7131592 w 7467600"/>
              <a:gd name="connsiteY521" fmla="*/ 2672096 h 6858000"/>
              <a:gd name="connsiteX522" fmla="*/ 6996344 w 7467600"/>
              <a:gd name="connsiteY522" fmla="*/ 2518310 h 6858000"/>
              <a:gd name="connsiteX523" fmla="*/ 6735495 w 7467600"/>
              <a:gd name="connsiteY523" fmla="*/ 2196890 h 6858000"/>
              <a:gd name="connsiteX524" fmla="*/ 6721901 w 7467600"/>
              <a:gd name="connsiteY524" fmla="*/ 2179274 h 6858000"/>
              <a:gd name="connsiteX525" fmla="*/ 6604735 w 7467600"/>
              <a:gd name="connsiteY525" fmla="*/ 2041381 h 6858000"/>
              <a:gd name="connsiteX526" fmla="*/ 6591670 w 7467600"/>
              <a:gd name="connsiteY526" fmla="*/ 1988277 h 6858000"/>
              <a:gd name="connsiteX527" fmla="*/ 6747349 w 7467600"/>
              <a:gd name="connsiteY527" fmla="*/ 2160069 h 6858000"/>
              <a:gd name="connsiteX528" fmla="*/ 6760943 w 7467600"/>
              <a:gd name="connsiteY528" fmla="*/ 2177686 h 6858000"/>
              <a:gd name="connsiteX529" fmla="*/ 7021065 w 7467600"/>
              <a:gd name="connsiteY529" fmla="*/ 2498102 h 6858000"/>
              <a:gd name="connsiteX530" fmla="*/ 7155223 w 7467600"/>
              <a:gd name="connsiteY530" fmla="*/ 2650386 h 6858000"/>
              <a:gd name="connsiteX531" fmla="*/ 7203167 w 7467600"/>
              <a:gd name="connsiteY531" fmla="*/ 2697288 h 6858000"/>
              <a:gd name="connsiteX532" fmla="*/ 6937703 w 7467600"/>
              <a:gd name="connsiteY532" fmla="*/ 2321981 h 6858000"/>
              <a:gd name="connsiteX533" fmla="*/ 6591670 w 7467600"/>
              <a:gd name="connsiteY533" fmla="*/ 1988277 h 6858000"/>
              <a:gd name="connsiteX534" fmla="*/ 5798671 w 7467600"/>
              <a:gd name="connsiteY534" fmla="*/ 1981601 h 6858000"/>
              <a:gd name="connsiteX535" fmla="*/ 5754709 w 7467600"/>
              <a:gd name="connsiteY535" fmla="*/ 2071454 h 6858000"/>
              <a:gd name="connsiteX536" fmla="*/ 5763044 w 7467600"/>
              <a:gd name="connsiteY536" fmla="*/ 2842206 h 6858000"/>
              <a:gd name="connsiteX537" fmla="*/ 5764974 w 7467600"/>
              <a:gd name="connsiteY537" fmla="*/ 2799609 h 6858000"/>
              <a:gd name="connsiteX538" fmla="*/ 5767665 w 7467600"/>
              <a:gd name="connsiteY538" fmla="*/ 2666409 h 6858000"/>
              <a:gd name="connsiteX539" fmla="*/ 5763055 w 7467600"/>
              <a:gd name="connsiteY539" fmla="*/ 2579705 h 6858000"/>
              <a:gd name="connsiteX540" fmla="*/ 5758079 w 7467600"/>
              <a:gd name="connsiteY540" fmla="*/ 2492508 h 6858000"/>
              <a:gd name="connsiteX541" fmla="*/ 5779325 w 7467600"/>
              <a:gd name="connsiteY541" fmla="*/ 2197069 h 6858000"/>
              <a:gd name="connsiteX542" fmla="*/ 5798671 w 7467600"/>
              <a:gd name="connsiteY542" fmla="*/ 1981601 h 6858000"/>
              <a:gd name="connsiteX543" fmla="*/ 5829202 w 7467600"/>
              <a:gd name="connsiteY543" fmla="*/ 1971679 h 6858000"/>
              <a:gd name="connsiteX544" fmla="*/ 5809558 w 7467600"/>
              <a:gd name="connsiteY544" fmla="*/ 2198043 h 6858000"/>
              <a:gd name="connsiteX545" fmla="*/ 5788653 w 7467600"/>
              <a:gd name="connsiteY545" fmla="*/ 2489430 h 6858000"/>
              <a:gd name="connsiteX546" fmla="*/ 5793439 w 7467600"/>
              <a:gd name="connsiteY546" fmla="*/ 2575235 h 6858000"/>
              <a:gd name="connsiteX547" fmla="*/ 5796837 w 7467600"/>
              <a:gd name="connsiteY547" fmla="*/ 2637633 h 6858000"/>
              <a:gd name="connsiteX548" fmla="*/ 5818614 w 7467600"/>
              <a:gd name="connsiteY548" fmla="*/ 2473055 h 6858000"/>
              <a:gd name="connsiteX549" fmla="*/ 5829202 w 7467600"/>
              <a:gd name="connsiteY549" fmla="*/ 1971679 h 6858000"/>
              <a:gd name="connsiteX550" fmla="*/ 5911389 w 7467600"/>
              <a:gd name="connsiteY550" fmla="*/ 1898371 h 6858000"/>
              <a:gd name="connsiteX551" fmla="*/ 6237627 w 7467600"/>
              <a:gd name="connsiteY551" fmla="*/ 2231921 h 6858000"/>
              <a:gd name="connsiteX552" fmla="*/ 5911389 w 7467600"/>
              <a:gd name="connsiteY552" fmla="*/ 1898371 h 6858000"/>
              <a:gd name="connsiteX553" fmla="*/ 6944437 w 7467600"/>
              <a:gd name="connsiteY553" fmla="*/ 1575402 h 6858000"/>
              <a:gd name="connsiteX554" fmla="*/ 6304730 w 7467600"/>
              <a:gd name="connsiteY554" fmla="*/ 1766654 h 6858000"/>
              <a:gd name="connsiteX555" fmla="*/ 6944437 w 7467600"/>
              <a:gd name="connsiteY555" fmla="*/ 1575402 h 6858000"/>
              <a:gd name="connsiteX556" fmla="*/ 7019523 w 7467600"/>
              <a:gd name="connsiteY556" fmla="*/ 1519450 h 6858000"/>
              <a:gd name="connsiteX557" fmla="*/ 6298091 w 7467600"/>
              <a:gd name="connsiteY557" fmla="*/ 1737122 h 6858000"/>
              <a:gd name="connsiteX558" fmla="*/ 7019523 w 7467600"/>
              <a:gd name="connsiteY558" fmla="*/ 1519450 h 6858000"/>
              <a:gd name="connsiteX559" fmla="*/ 2399523 w 7467600"/>
              <a:gd name="connsiteY559" fmla="*/ 1428234 h 6858000"/>
              <a:gd name="connsiteX560" fmla="*/ 2224982 w 7467600"/>
              <a:gd name="connsiteY560" fmla="*/ 1826201 h 6858000"/>
              <a:gd name="connsiteX561" fmla="*/ 2096099 w 7467600"/>
              <a:gd name="connsiteY561" fmla="*/ 2345900 h 6858000"/>
              <a:gd name="connsiteX562" fmla="*/ 2283317 w 7467600"/>
              <a:gd name="connsiteY562" fmla="*/ 1796925 h 6858000"/>
              <a:gd name="connsiteX563" fmla="*/ 2399523 w 7467600"/>
              <a:gd name="connsiteY563" fmla="*/ 1428234 h 6858000"/>
              <a:gd name="connsiteX564" fmla="*/ 2448558 w 7467600"/>
              <a:gd name="connsiteY564" fmla="*/ 1373435 h 6858000"/>
              <a:gd name="connsiteX565" fmla="*/ 2312521 w 7467600"/>
              <a:gd name="connsiteY565" fmla="*/ 1806140 h 6858000"/>
              <a:gd name="connsiteX566" fmla="*/ 2127533 w 7467600"/>
              <a:gd name="connsiteY566" fmla="*/ 2348380 h 6858000"/>
              <a:gd name="connsiteX567" fmla="*/ 2358080 w 7467600"/>
              <a:gd name="connsiteY567" fmla="*/ 1866134 h 6858000"/>
              <a:gd name="connsiteX568" fmla="*/ 2407436 w 7467600"/>
              <a:gd name="connsiteY568" fmla="*/ 1651070 h 6858000"/>
              <a:gd name="connsiteX569" fmla="*/ 2448558 w 7467600"/>
              <a:gd name="connsiteY569" fmla="*/ 1373435 h 6858000"/>
              <a:gd name="connsiteX570" fmla="*/ 278707 w 7467600"/>
              <a:gd name="connsiteY570" fmla="*/ 1352270 h 6858000"/>
              <a:gd name="connsiteX571" fmla="*/ 321570 w 7467600"/>
              <a:gd name="connsiteY571" fmla="*/ 1861610 h 6858000"/>
              <a:gd name="connsiteX572" fmla="*/ 294281 w 7467600"/>
              <a:gd name="connsiteY572" fmla="*/ 1440658 h 6858000"/>
              <a:gd name="connsiteX573" fmla="*/ 278707 w 7467600"/>
              <a:gd name="connsiteY573" fmla="*/ 1352270 h 6858000"/>
              <a:gd name="connsiteX574" fmla="*/ 1423821 w 7467600"/>
              <a:gd name="connsiteY574" fmla="*/ 1351958 h 6858000"/>
              <a:gd name="connsiteX575" fmla="*/ 1638521 w 7467600"/>
              <a:gd name="connsiteY575" fmla="*/ 1908470 h 6858000"/>
              <a:gd name="connsiteX576" fmla="*/ 1754199 w 7467600"/>
              <a:gd name="connsiteY576" fmla="*/ 2149284 h 6858000"/>
              <a:gd name="connsiteX577" fmla="*/ 1908359 w 7467600"/>
              <a:gd name="connsiteY577" fmla="*/ 2364988 h 6858000"/>
              <a:gd name="connsiteX578" fmla="*/ 1647661 w 7467600"/>
              <a:gd name="connsiteY578" fmla="*/ 1825945 h 6858000"/>
              <a:gd name="connsiteX579" fmla="*/ 1423821 w 7467600"/>
              <a:gd name="connsiteY579" fmla="*/ 1351958 h 6858000"/>
              <a:gd name="connsiteX580" fmla="*/ 1431890 w 7467600"/>
              <a:gd name="connsiteY580" fmla="*/ 1306475 h 6858000"/>
              <a:gd name="connsiteX581" fmla="*/ 1507597 w 7467600"/>
              <a:gd name="connsiteY581" fmla="*/ 1446132 h 6858000"/>
              <a:gd name="connsiteX582" fmla="*/ 1674586 w 7467600"/>
              <a:gd name="connsiteY582" fmla="*/ 1813832 h 6858000"/>
              <a:gd name="connsiteX583" fmla="*/ 1815950 w 7467600"/>
              <a:gd name="connsiteY583" fmla="*/ 2128564 h 6858000"/>
              <a:gd name="connsiteX584" fmla="*/ 1984242 w 7467600"/>
              <a:gd name="connsiteY584" fmla="*/ 2430829 h 6858000"/>
              <a:gd name="connsiteX585" fmla="*/ 2014023 w 7467600"/>
              <a:gd name="connsiteY585" fmla="*/ 2450995 h 6858000"/>
              <a:gd name="connsiteX586" fmla="*/ 1747337 w 7467600"/>
              <a:gd name="connsiteY586" fmla="*/ 1855264 h 6858000"/>
              <a:gd name="connsiteX587" fmla="*/ 1533749 w 7467600"/>
              <a:gd name="connsiteY587" fmla="*/ 1478656 h 6858000"/>
              <a:gd name="connsiteX588" fmla="*/ 1431890 w 7467600"/>
              <a:gd name="connsiteY588" fmla="*/ 1306475 h 6858000"/>
              <a:gd name="connsiteX589" fmla="*/ 5052692 w 7467600"/>
              <a:gd name="connsiteY589" fmla="*/ 1292994 h 6858000"/>
              <a:gd name="connsiteX590" fmla="*/ 5200661 w 7467600"/>
              <a:gd name="connsiteY590" fmla="*/ 1635186 h 6858000"/>
              <a:gd name="connsiteX591" fmla="*/ 5297138 w 7467600"/>
              <a:gd name="connsiteY591" fmla="*/ 1906351 h 6858000"/>
              <a:gd name="connsiteX592" fmla="*/ 5052692 w 7467600"/>
              <a:gd name="connsiteY592" fmla="*/ 1292994 h 6858000"/>
              <a:gd name="connsiteX593" fmla="*/ 5009948 w 7467600"/>
              <a:gd name="connsiteY593" fmla="*/ 1273619 h 6858000"/>
              <a:gd name="connsiteX594" fmla="*/ 5121777 w 7467600"/>
              <a:gd name="connsiteY594" fmla="*/ 1654213 h 6858000"/>
              <a:gd name="connsiteX595" fmla="*/ 5293545 w 7467600"/>
              <a:gd name="connsiteY595" fmla="*/ 2072247 h 6858000"/>
              <a:gd name="connsiteX596" fmla="*/ 5294042 w 7467600"/>
              <a:gd name="connsiteY596" fmla="*/ 2065019 h 6858000"/>
              <a:gd name="connsiteX597" fmla="*/ 5171936 w 7467600"/>
              <a:gd name="connsiteY597" fmla="*/ 1647613 h 6858000"/>
              <a:gd name="connsiteX598" fmla="*/ 5009948 w 7467600"/>
              <a:gd name="connsiteY598" fmla="*/ 1273619 h 6858000"/>
              <a:gd name="connsiteX599" fmla="*/ 655236 w 7467600"/>
              <a:gd name="connsiteY599" fmla="*/ 1268632 h 6858000"/>
              <a:gd name="connsiteX600" fmla="*/ 839521 w 7467600"/>
              <a:gd name="connsiteY600" fmla="*/ 1685315 h 6858000"/>
              <a:gd name="connsiteX601" fmla="*/ 1109416 w 7467600"/>
              <a:gd name="connsiteY601" fmla="*/ 2061663 h 6858000"/>
              <a:gd name="connsiteX602" fmla="*/ 1298300 w 7467600"/>
              <a:gd name="connsiteY602" fmla="*/ 2247742 h 6858000"/>
              <a:gd name="connsiteX603" fmla="*/ 1125871 w 7467600"/>
              <a:gd name="connsiteY603" fmla="*/ 1989513 h 6858000"/>
              <a:gd name="connsiteX604" fmla="*/ 981574 w 7467600"/>
              <a:gd name="connsiteY604" fmla="*/ 1783157 h 6858000"/>
              <a:gd name="connsiteX605" fmla="*/ 922198 w 7467600"/>
              <a:gd name="connsiteY605" fmla="*/ 1677437 h 6858000"/>
              <a:gd name="connsiteX606" fmla="*/ 869293 w 7467600"/>
              <a:gd name="connsiteY606" fmla="*/ 1583214 h 6858000"/>
              <a:gd name="connsiteX607" fmla="*/ 751431 w 7467600"/>
              <a:gd name="connsiteY607" fmla="*/ 1405731 h 6858000"/>
              <a:gd name="connsiteX608" fmla="*/ 655236 w 7467600"/>
              <a:gd name="connsiteY608" fmla="*/ 1268632 h 6858000"/>
              <a:gd name="connsiteX609" fmla="*/ 6516292 w 7467600"/>
              <a:gd name="connsiteY609" fmla="*/ 1263064 h 6858000"/>
              <a:gd name="connsiteX610" fmla="*/ 5736320 w 7467600"/>
              <a:gd name="connsiteY610" fmla="*/ 1501803 h 6858000"/>
              <a:gd name="connsiteX611" fmla="*/ 6516292 w 7467600"/>
              <a:gd name="connsiteY611" fmla="*/ 1263064 h 6858000"/>
              <a:gd name="connsiteX612" fmla="*/ 291466 w 7467600"/>
              <a:gd name="connsiteY612" fmla="*/ 1250369 h 6858000"/>
              <a:gd name="connsiteX613" fmla="*/ 323180 w 7467600"/>
              <a:gd name="connsiteY613" fmla="*/ 1435283 h 6858000"/>
              <a:gd name="connsiteX614" fmla="*/ 349381 w 7467600"/>
              <a:gd name="connsiteY614" fmla="*/ 1875041 h 6858000"/>
              <a:gd name="connsiteX615" fmla="*/ 374363 w 7467600"/>
              <a:gd name="connsiteY615" fmla="*/ 1506494 h 6858000"/>
              <a:gd name="connsiteX616" fmla="*/ 302168 w 7467600"/>
              <a:gd name="connsiteY616" fmla="*/ 1274495 h 6858000"/>
              <a:gd name="connsiteX617" fmla="*/ 291466 w 7467600"/>
              <a:gd name="connsiteY617" fmla="*/ 1250369 h 6858000"/>
              <a:gd name="connsiteX618" fmla="*/ 678222 w 7467600"/>
              <a:gd name="connsiteY618" fmla="*/ 1248670 h 6858000"/>
              <a:gd name="connsiteX619" fmla="*/ 775536 w 7467600"/>
              <a:gd name="connsiteY619" fmla="*/ 1388015 h 6858000"/>
              <a:gd name="connsiteX620" fmla="*/ 894529 w 7467600"/>
              <a:gd name="connsiteY620" fmla="*/ 1567739 h 6858000"/>
              <a:gd name="connsiteX621" fmla="*/ 948000 w 7467600"/>
              <a:gd name="connsiteY621" fmla="*/ 1663088 h 6858000"/>
              <a:gd name="connsiteX622" fmla="*/ 1006812 w 7467600"/>
              <a:gd name="connsiteY622" fmla="*/ 1767683 h 6858000"/>
              <a:gd name="connsiteX623" fmla="*/ 1149133 w 7467600"/>
              <a:gd name="connsiteY623" fmla="*/ 1971513 h 6858000"/>
              <a:gd name="connsiteX624" fmla="*/ 1333952 w 7467600"/>
              <a:gd name="connsiteY624" fmla="*/ 2251620 h 6858000"/>
              <a:gd name="connsiteX625" fmla="*/ 1337329 w 7467600"/>
              <a:gd name="connsiteY625" fmla="*/ 2258350 h 6858000"/>
              <a:gd name="connsiteX626" fmla="*/ 1014726 w 7467600"/>
              <a:gd name="connsiteY626" fmla="*/ 1615556 h 6858000"/>
              <a:gd name="connsiteX627" fmla="*/ 678222 w 7467600"/>
              <a:gd name="connsiteY627" fmla="*/ 1248670 h 6858000"/>
              <a:gd name="connsiteX628" fmla="*/ 6691602 w 7467600"/>
              <a:gd name="connsiteY628" fmla="*/ 1140573 h 6858000"/>
              <a:gd name="connsiteX629" fmla="*/ 6571100 w 7467600"/>
              <a:gd name="connsiteY629" fmla="*/ 1183662 h 6858000"/>
              <a:gd name="connsiteX630" fmla="*/ 6241687 w 7467600"/>
              <a:gd name="connsiteY630" fmla="*/ 1257600 h 6858000"/>
              <a:gd name="connsiteX631" fmla="*/ 5693009 w 7467600"/>
              <a:gd name="connsiteY631" fmla="*/ 1478256 h 6858000"/>
              <a:gd name="connsiteX632" fmla="*/ 6548420 w 7467600"/>
              <a:gd name="connsiteY632" fmla="*/ 1214599 h 6858000"/>
              <a:gd name="connsiteX633" fmla="*/ 6605473 w 7467600"/>
              <a:gd name="connsiteY633" fmla="*/ 1184686 h 6858000"/>
              <a:gd name="connsiteX634" fmla="*/ 6691602 w 7467600"/>
              <a:gd name="connsiteY634" fmla="*/ 1140573 h 6858000"/>
              <a:gd name="connsiteX635" fmla="*/ 4002475 w 7467600"/>
              <a:gd name="connsiteY635" fmla="*/ 1037802 h 6858000"/>
              <a:gd name="connsiteX636" fmla="*/ 4000324 w 7467600"/>
              <a:gd name="connsiteY636" fmla="*/ 1039362 h 6858000"/>
              <a:gd name="connsiteX637" fmla="*/ 4002862 w 7467600"/>
              <a:gd name="connsiteY637" fmla="*/ 1042866 h 6858000"/>
              <a:gd name="connsiteX638" fmla="*/ 4002475 w 7467600"/>
              <a:gd name="connsiteY638" fmla="*/ 1037802 h 6858000"/>
              <a:gd name="connsiteX639" fmla="*/ 506322 w 7467600"/>
              <a:gd name="connsiteY639" fmla="*/ 1020997 h 6858000"/>
              <a:gd name="connsiteX640" fmla="*/ 533068 w 7467600"/>
              <a:gd name="connsiteY640" fmla="*/ 1029409 h 6858000"/>
              <a:gd name="connsiteX641" fmla="*/ 1232525 w 7467600"/>
              <a:gd name="connsiteY641" fmla="*/ 1804675 h 6858000"/>
              <a:gd name="connsiteX642" fmla="*/ 1388858 w 7467600"/>
              <a:gd name="connsiteY642" fmla="*/ 2368011 h 6858000"/>
              <a:gd name="connsiteX643" fmla="*/ 1384098 w 7467600"/>
              <a:gd name="connsiteY643" fmla="*/ 2378125 h 6858000"/>
              <a:gd name="connsiteX644" fmla="*/ 1425393 w 7467600"/>
              <a:gd name="connsiteY644" fmla="*/ 2589124 h 6858000"/>
              <a:gd name="connsiteX645" fmla="*/ 1424001 w 7467600"/>
              <a:gd name="connsiteY645" fmla="*/ 2597541 h 6858000"/>
              <a:gd name="connsiteX646" fmla="*/ 2152729 w 7467600"/>
              <a:gd name="connsiteY646" fmla="*/ 2864487 h 6858000"/>
              <a:gd name="connsiteX647" fmla="*/ 2020609 w 7467600"/>
              <a:gd name="connsiteY647" fmla="*/ 2539671 h 6858000"/>
              <a:gd name="connsiteX648" fmla="*/ 2018920 w 7467600"/>
              <a:gd name="connsiteY648" fmla="*/ 2536309 h 6858000"/>
              <a:gd name="connsiteX649" fmla="*/ 1342441 w 7467600"/>
              <a:gd name="connsiteY649" fmla="*/ 1173017 h 6858000"/>
              <a:gd name="connsiteX650" fmla="*/ 1367925 w 7467600"/>
              <a:gd name="connsiteY650" fmla="*/ 1135648 h 6858000"/>
              <a:gd name="connsiteX651" fmla="*/ 1771401 w 7467600"/>
              <a:gd name="connsiteY651" fmla="*/ 1806673 h 6858000"/>
              <a:gd name="connsiteX652" fmla="*/ 1972385 w 7467600"/>
              <a:gd name="connsiteY652" fmla="*/ 2198735 h 6858000"/>
              <a:gd name="connsiteX653" fmla="*/ 2040892 w 7467600"/>
              <a:gd name="connsiteY653" fmla="*/ 2405205 h 6858000"/>
              <a:gd name="connsiteX654" fmla="*/ 2131689 w 7467600"/>
              <a:gd name="connsiteY654" fmla="*/ 1936926 h 6858000"/>
              <a:gd name="connsiteX655" fmla="*/ 2454820 w 7467600"/>
              <a:gd name="connsiteY655" fmla="*/ 1248808 h 6858000"/>
              <a:gd name="connsiteX656" fmla="*/ 2492512 w 7467600"/>
              <a:gd name="connsiteY656" fmla="*/ 1302920 h 6858000"/>
              <a:gd name="connsiteX657" fmla="*/ 2081216 w 7467600"/>
              <a:gd name="connsiteY657" fmla="*/ 2527513 h 6858000"/>
              <a:gd name="connsiteX658" fmla="*/ 2081211 w 7467600"/>
              <a:gd name="connsiteY658" fmla="*/ 2528916 h 6858000"/>
              <a:gd name="connsiteX659" fmla="*/ 2199067 w 7467600"/>
              <a:gd name="connsiteY659" fmla="*/ 2884061 h 6858000"/>
              <a:gd name="connsiteX660" fmla="*/ 3192586 w 7467600"/>
              <a:gd name="connsiteY660" fmla="*/ 3411496 h 6858000"/>
              <a:gd name="connsiteX661" fmla="*/ 3182620 w 7467600"/>
              <a:gd name="connsiteY661" fmla="*/ 3483279 h 6858000"/>
              <a:gd name="connsiteX662" fmla="*/ 2435119 w 7467600"/>
              <a:gd name="connsiteY662" fmla="*/ 3080173 h 6858000"/>
              <a:gd name="connsiteX663" fmla="*/ 2410152 w 7467600"/>
              <a:gd name="connsiteY663" fmla="*/ 3063751 h 6858000"/>
              <a:gd name="connsiteX664" fmla="*/ 2408099 w 7467600"/>
              <a:gd name="connsiteY664" fmla="*/ 3064403 h 6858000"/>
              <a:gd name="connsiteX665" fmla="*/ 2407218 w 7467600"/>
              <a:gd name="connsiteY665" fmla="*/ 3070324 h 6858000"/>
              <a:gd name="connsiteX666" fmla="*/ 2380138 w 7467600"/>
              <a:gd name="connsiteY666" fmla="*/ 3099341 h 6858000"/>
              <a:gd name="connsiteX667" fmla="*/ 1765923 w 7467600"/>
              <a:gd name="connsiteY667" fmla="*/ 3581043 h 6858000"/>
              <a:gd name="connsiteX668" fmla="*/ 1702258 w 7467600"/>
              <a:gd name="connsiteY668" fmla="*/ 3612286 h 6858000"/>
              <a:gd name="connsiteX669" fmla="*/ 1538370 w 7467600"/>
              <a:gd name="connsiteY669" fmla="*/ 3811804 h 6858000"/>
              <a:gd name="connsiteX670" fmla="*/ 542867 w 7467600"/>
              <a:gd name="connsiteY670" fmla="*/ 4944092 h 6858000"/>
              <a:gd name="connsiteX671" fmla="*/ 515800 w 7467600"/>
              <a:gd name="connsiteY671" fmla="*/ 4862180 h 6858000"/>
              <a:gd name="connsiteX672" fmla="*/ 909145 w 7467600"/>
              <a:gd name="connsiteY672" fmla="*/ 4199225 h 6858000"/>
              <a:gd name="connsiteX673" fmla="*/ 1214067 w 7467600"/>
              <a:gd name="connsiteY673" fmla="*/ 3908561 h 6858000"/>
              <a:gd name="connsiteX674" fmla="*/ 640967 w 7467600"/>
              <a:gd name="connsiteY674" fmla="*/ 4105601 h 6858000"/>
              <a:gd name="connsiteX675" fmla="*/ 112563 w 7467600"/>
              <a:gd name="connsiteY675" fmla="*/ 4396952 h 6858000"/>
              <a:gd name="connsiteX676" fmla="*/ 0 w 7467600"/>
              <a:gd name="connsiteY676" fmla="*/ 4466006 h 6858000"/>
              <a:gd name="connsiteX677" fmla="*/ 0 w 7467600"/>
              <a:gd name="connsiteY677" fmla="*/ 4233763 h 6858000"/>
              <a:gd name="connsiteX678" fmla="*/ 36881 w 7467600"/>
              <a:gd name="connsiteY678" fmla="*/ 4200118 h 6858000"/>
              <a:gd name="connsiteX679" fmla="*/ 910534 w 7467600"/>
              <a:gd name="connsiteY679" fmla="*/ 3629753 h 6858000"/>
              <a:gd name="connsiteX680" fmla="*/ 1578717 w 7467600"/>
              <a:gd name="connsiteY680" fmla="*/ 3575982 h 6858000"/>
              <a:gd name="connsiteX681" fmla="*/ 2338780 w 7467600"/>
              <a:gd name="connsiteY681" fmla="*/ 3033725 h 6858000"/>
              <a:gd name="connsiteX682" fmla="*/ 1807991 w 7467600"/>
              <a:gd name="connsiteY682" fmla="*/ 2807184 h 6858000"/>
              <a:gd name="connsiteX683" fmla="*/ 1416358 w 7467600"/>
              <a:gd name="connsiteY683" fmla="*/ 3112571 h 6858000"/>
              <a:gd name="connsiteX684" fmla="*/ 939066 w 7467600"/>
              <a:gd name="connsiteY684" fmla="*/ 3378798 h 6858000"/>
              <a:gd name="connsiteX685" fmla="*/ 115099 w 7467600"/>
              <a:gd name="connsiteY685" fmla="*/ 3607650 h 6858000"/>
              <a:gd name="connsiteX686" fmla="*/ 97284 w 7467600"/>
              <a:gd name="connsiteY686" fmla="*/ 3520393 h 6858000"/>
              <a:gd name="connsiteX687" fmla="*/ 922050 w 7467600"/>
              <a:gd name="connsiteY687" fmla="*/ 3074867 h 6858000"/>
              <a:gd name="connsiteX688" fmla="*/ 1405265 w 7467600"/>
              <a:gd name="connsiteY688" fmla="*/ 3016319 h 6858000"/>
              <a:gd name="connsiteX689" fmla="*/ 1407512 w 7467600"/>
              <a:gd name="connsiteY689" fmla="*/ 3018001 h 6858000"/>
              <a:gd name="connsiteX690" fmla="*/ 1726266 w 7467600"/>
              <a:gd name="connsiteY690" fmla="*/ 2777274 h 6858000"/>
              <a:gd name="connsiteX691" fmla="*/ 625390 w 7467600"/>
              <a:gd name="connsiteY691" fmla="*/ 2514541 h 6858000"/>
              <a:gd name="connsiteX692" fmla="*/ 619799 w 7467600"/>
              <a:gd name="connsiteY692" fmla="*/ 2527180 h 6858000"/>
              <a:gd name="connsiteX693" fmla="*/ 310030 w 7467600"/>
              <a:gd name="connsiteY693" fmla="*/ 2771818 h 6858000"/>
              <a:gd name="connsiteX694" fmla="*/ 173877 w 7467600"/>
              <a:gd name="connsiteY694" fmla="*/ 2937056 h 6858000"/>
              <a:gd name="connsiteX695" fmla="*/ 77889 w 7467600"/>
              <a:gd name="connsiteY695" fmla="*/ 3138440 h 6858000"/>
              <a:gd name="connsiteX696" fmla="*/ 0 w 7467600"/>
              <a:gd name="connsiteY696" fmla="*/ 3271395 h 6858000"/>
              <a:gd name="connsiteX697" fmla="*/ 0 w 7467600"/>
              <a:gd name="connsiteY697" fmla="*/ 3153002 h 6858000"/>
              <a:gd name="connsiteX698" fmla="*/ 2386 w 7467600"/>
              <a:gd name="connsiteY698" fmla="*/ 3149203 h 6858000"/>
              <a:gd name="connsiteX699" fmla="*/ 89753 w 7467600"/>
              <a:gd name="connsiteY699" fmla="*/ 2987702 h 6858000"/>
              <a:gd name="connsiteX700" fmla="*/ 76869 w 7467600"/>
              <a:gd name="connsiteY700" fmla="*/ 3005404 h 6858000"/>
              <a:gd name="connsiteX701" fmla="*/ 32049 w 7467600"/>
              <a:gd name="connsiteY701" fmla="*/ 3065814 h 6858000"/>
              <a:gd name="connsiteX702" fmla="*/ 0 w 7467600"/>
              <a:gd name="connsiteY702" fmla="*/ 3108744 h 6858000"/>
              <a:gd name="connsiteX703" fmla="*/ 0 w 7467600"/>
              <a:gd name="connsiteY703" fmla="*/ 3058059 h 6858000"/>
              <a:gd name="connsiteX704" fmla="*/ 7610 w 7467600"/>
              <a:gd name="connsiteY704" fmla="*/ 3047889 h 6858000"/>
              <a:gd name="connsiteX705" fmla="*/ 52419 w 7467600"/>
              <a:gd name="connsiteY705" fmla="*/ 2987479 h 6858000"/>
              <a:gd name="connsiteX706" fmla="*/ 59142 w 7467600"/>
              <a:gd name="connsiteY706" fmla="*/ 2978488 h 6858000"/>
              <a:gd name="connsiteX707" fmla="*/ 0 w 7467600"/>
              <a:gd name="connsiteY707" fmla="*/ 3015334 h 6858000"/>
              <a:gd name="connsiteX708" fmla="*/ 0 w 7467600"/>
              <a:gd name="connsiteY708" fmla="*/ 2914286 h 6858000"/>
              <a:gd name="connsiteX709" fmla="*/ 36383 w 7467600"/>
              <a:gd name="connsiteY709" fmla="*/ 2901128 h 6858000"/>
              <a:gd name="connsiteX710" fmla="*/ 156329 w 7467600"/>
              <a:gd name="connsiteY710" fmla="*/ 2840533 h 6858000"/>
              <a:gd name="connsiteX711" fmla="*/ 358355 w 7467600"/>
              <a:gd name="connsiteY711" fmla="*/ 2620471 h 6858000"/>
              <a:gd name="connsiteX712" fmla="*/ 510577 w 7467600"/>
              <a:gd name="connsiteY712" fmla="*/ 2501244 h 6858000"/>
              <a:gd name="connsiteX713" fmla="*/ 211967 w 7467600"/>
              <a:gd name="connsiteY713" fmla="*/ 2479171 h 6858000"/>
              <a:gd name="connsiteX714" fmla="*/ 0 w 7467600"/>
              <a:gd name="connsiteY714" fmla="*/ 2476398 h 6858000"/>
              <a:gd name="connsiteX715" fmla="*/ 0 w 7467600"/>
              <a:gd name="connsiteY715" fmla="*/ 2389189 h 6858000"/>
              <a:gd name="connsiteX716" fmla="*/ 103062 w 7467600"/>
              <a:gd name="connsiteY716" fmla="*/ 2389518 h 6858000"/>
              <a:gd name="connsiteX717" fmla="*/ 510734 w 7467600"/>
              <a:gd name="connsiteY717" fmla="*/ 2416201 h 6858000"/>
              <a:gd name="connsiteX718" fmla="*/ 279257 w 7467600"/>
              <a:gd name="connsiteY718" fmla="*/ 2092102 h 6858000"/>
              <a:gd name="connsiteX719" fmla="*/ 65265 w 7467600"/>
              <a:gd name="connsiteY719" fmla="*/ 2006049 h 6858000"/>
              <a:gd name="connsiteX720" fmla="*/ 0 w 7467600"/>
              <a:gd name="connsiteY720" fmla="*/ 1982532 h 6858000"/>
              <a:gd name="connsiteX721" fmla="*/ 0 w 7467600"/>
              <a:gd name="connsiteY721" fmla="*/ 1912789 h 6858000"/>
              <a:gd name="connsiteX722" fmla="*/ 97460 w 7467600"/>
              <a:gd name="connsiteY722" fmla="*/ 1953725 h 6858000"/>
              <a:gd name="connsiteX723" fmla="*/ 221272 w 7467600"/>
              <a:gd name="connsiteY723" fmla="*/ 1980766 h 6858000"/>
              <a:gd name="connsiteX724" fmla="*/ 116765 w 7467600"/>
              <a:gd name="connsiteY724" fmla="*/ 1911033 h 6858000"/>
              <a:gd name="connsiteX725" fmla="*/ 16405 w 7467600"/>
              <a:gd name="connsiteY725" fmla="*/ 1803412 h 6858000"/>
              <a:gd name="connsiteX726" fmla="*/ 0 w 7467600"/>
              <a:gd name="connsiteY726" fmla="*/ 1784777 h 6858000"/>
              <a:gd name="connsiteX727" fmla="*/ 0 w 7467600"/>
              <a:gd name="connsiteY727" fmla="*/ 1740082 h 6858000"/>
              <a:gd name="connsiteX728" fmla="*/ 39394 w 7467600"/>
              <a:gd name="connsiteY728" fmla="*/ 1784856 h 6858000"/>
              <a:gd name="connsiteX729" fmla="*/ 135813 w 7467600"/>
              <a:gd name="connsiteY729" fmla="*/ 1888838 h 6858000"/>
              <a:gd name="connsiteX730" fmla="*/ 242575 w 7467600"/>
              <a:gd name="connsiteY730" fmla="*/ 1958841 h 6858000"/>
              <a:gd name="connsiteX731" fmla="*/ 82197 w 7467600"/>
              <a:gd name="connsiteY731" fmla="*/ 1754826 h 6858000"/>
              <a:gd name="connsiteX732" fmla="*/ 0 w 7467600"/>
              <a:gd name="connsiteY732" fmla="*/ 1679650 h 6858000"/>
              <a:gd name="connsiteX733" fmla="*/ 0 w 7467600"/>
              <a:gd name="connsiteY733" fmla="*/ 1602463 h 6858000"/>
              <a:gd name="connsiteX734" fmla="*/ 84689 w 7467600"/>
              <a:gd name="connsiteY734" fmla="*/ 1677442 h 6858000"/>
              <a:gd name="connsiteX735" fmla="*/ 298437 w 7467600"/>
              <a:gd name="connsiteY735" fmla="*/ 1968019 h 6858000"/>
              <a:gd name="connsiteX736" fmla="*/ 227269 w 7467600"/>
              <a:gd name="connsiteY736" fmla="*/ 1114064 h 6858000"/>
              <a:gd name="connsiteX737" fmla="*/ 248003 w 7467600"/>
              <a:gd name="connsiteY737" fmla="*/ 1089613 h 6858000"/>
              <a:gd name="connsiteX738" fmla="*/ 427020 w 7467600"/>
              <a:gd name="connsiteY738" fmla="*/ 1619803 h 6858000"/>
              <a:gd name="connsiteX739" fmla="*/ 340345 w 7467600"/>
              <a:gd name="connsiteY739" fmla="*/ 2027739 h 6858000"/>
              <a:gd name="connsiteX740" fmla="*/ 360865 w 7467600"/>
              <a:gd name="connsiteY740" fmla="*/ 2044827 h 6858000"/>
              <a:gd name="connsiteX741" fmla="*/ 560414 w 7467600"/>
              <a:gd name="connsiteY741" fmla="*/ 2421457 h 6858000"/>
              <a:gd name="connsiteX742" fmla="*/ 1359703 w 7467600"/>
              <a:gd name="connsiteY742" fmla="*/ 2578554 h 6858000"/>
              <a:gd name="connsiteX743" fmla="*/ 1359422 w 7467600"/>
              <a:gd name="connsiteY743" fmla="*/ 2577994 h 6858000"/>
              <a:gd name="connsiteX744" fmla="*/ 828701 w 7467600"/>
              <a:gd name="connsiteY744" fmla="*/ 1839520 h 6858000"/>
              <a:gd name="connsiteX745" fmla="*/ 494427 w 7467600"/>
              <a:gd name="connsiteY745" fmla="*/ 1092333 h 6858000"/>
              <a:gd name="connsiteX746" fmla="*/ 506322 w 7467600"/>
              <a:gd name="connsiteY746" fmla="*/ 1020997 h 6858000"/>
              <a:gd name="connsiteX747" fmla="*/ 4570198 w 7467600"/>
              <a:gd name="connsiteY747" fmla="*/ 978081 h 6858000"/>
              <a:gd name="connsiteX748" fmla="*/ 4523691 w 7467600"/>
              <a:gd name="connsiteY748" fmla="*/ 1127776 h 6858000"/>
              <a:gd name="connsiteX749" fmla="*/ 4509875 w 7467600"/>
              <a:gd name="connsiteY749" fmla="*/ 1167552 h 6858000"/>
              <a:gd name="connsiteX750" fmla="*/ 4478168 w 7467600"/>
              <a:gd name="connsiteY750" fmla="*/ 1260735 h 6858000"/>
              <a:gd name="connsiteX751" fmla="*/ 4409309 w 7467600"/>
              <a:gd name="connsiteY751" fmla="*/ 1666996 h 6858000"/>
              <a:gd name="connsiteX752" fmla="*/ 4370031 w 7467600"/>
              <a:gd name="connsiteY752" fmla="*/ 1955666 h 6858000"/>
              <a:gd name="connsiteX753" fmla="*/ 4570198 w 7467600"/>
              <a:gd name="connsiteY753" fmla="*/ 978081 h 6858000"/>
              <a:gd name="connsiteX754" fmla="*/ 4557898 w 7467600"/>
              <a:gd name="connsiteY754" fmla="*/ 900011 h 6858000"/>
              <a:gd name="connsiteX755" fmla="*/ 4344840 w 7467600"/>
              <a:gd name="connsiteY755" fmla="*/ 1922038 h 6858000"/>
              <a:gd name="connsiteX756" fmla="*/ 4378710 w 7467600"/>
              <a:gd name="connsiteY756" fmla="*/ 1665516 h 6858000"/>
              <a:gd name="connsiteX757" fmla="*/ 4448798 w 7467600"/>
              <a:gd name="connsiteY757" fmla="*/ 1253024 h 6858000"/>
              <a:gd name="connsiteX758" fmla="*/ 4480315 w 7467600"/>
              <a:gd name="connsiteY758" fmla="*/ 1158454 h 6858000"/>
              <a:gd name="connsiteX759" fmla="*/ 4494133 w 7467600"/>
              <a:gd name="connsiteY759" fmla="*/ 1118676 h 6858000"/>
              <a:gd name="connsiteX760" fmla="*/ 4557898 w 7467600"/>
              <a:gd name="connsiteY760" fmla="*/ 900011 h 6858000"/>
              <a:gd name="connsiteX761" fmla="*/ 5870151 w 7467600"/>
              <a:gd name="connsiteY761" fmla="*/ 898890 h 6858000"/>
              <a:gd name="connsiteX762" fmla="*/ 5861335 w 7467600"/>
              <a:gd name="connsiteY762" fmla="*/ 899177 h 6858000"/>
              <a:gd name="connsiteX763" fmla="*/ 5843702 w 7467600"/>
              <a:gd name="connsiteY763" fmla="*/ 899748 h 6858000"/>
              <a:gd name="connsiteX764" fmla="*/ 5651107 w 7467600"/>
              <a:gd name="connsiteY764" fmla="*/ 920306 h 6858000"/>
              <a:gd name="connsiteX765" fmla="*/ 5459407 w 7467600"/>
              <a:gd name="connsiteY765" fmla="*/ 940975 h 6858000"/>
              <a:gd name="connsiteX766" fmla="*/ 5374846 w 7467600"/>
              <a:gd name="connsiteY766" fmla="*/ 941988 h 6858000"/>
              <a:gd name="connsiteX767" fmla="*/ 5256105 w 7467600"/>
              <a:gd name="connsiteY767" fmla="*/ 945632 h 6858000"/>
              <a:gd name="connsiteX768" fmla="*/ 5107071 w 7467600"/>
              <a:gd name="connsiteY768" fmla="*/ 969720 h 6858000"/>
              <a:gd name="connsiteX769" fmla="*/ 4998681 w 7467600"/>
              <a:gd name="connsiteY769" fmla="*/ 988771 h 6858000"/>
              <a:gd name="connsiteX770" fmla="*/ 5870151 w 7467600"/>
              <a:gd name="connsiteY770" fmla="*/ 898890 h 6858000"/>
              <a:gd name="connsiteX771" fmla="*/ 5504425 w 7467600"/>
              <a:gd name="connsiteY771" fmla="*/ 848067 h 6858000"/>
              <a:gd name="connsiteX772" fmla="*/ 4968849 w 7467600"/>
              <a:gd name="connsiteY772" fmla="*/ 962318 h 6858000"/>
              <a:gd name="connsiteX773" fmla="*/ 5104039 w 7467600"/>
              <a:gd name="connsiteY773" fmla="*/ 940634 h 6858000"/>
              <a:gd name="connsiteX774" fmla="*/ 5256311 w 7467600"/>
              <a:gd name="connsiteY774" fmla="*/ 916490 h 6858000"/>
              <a:gd name="connsiteX775" fmla="*/ 5377381 w 7467600"/>
              <a:gd name="connsiteY775" fmla="*/ 912671 h 6858000"/>
              <a:gd name="connsiteX776" fmla="*/ 5460148 w 7467600"/>
              <a:gd name="connsiteY776" fmla="*/ 911442 h 6858000"/>
              <a:gd name="connsiteX777" fmla="*/ 5648971 w 7467600"/>
              <a:gd name="connsiteY777" fmla="*/ 891331 h 6858000"/>
              <a:gd name="connsiteX778" fmla="*/ 5844807 w 7467600"/>
              <a:gd name="connsiteY778" fmla="*/ 870718 h 6858000"/>
              <a:gd name="connsiteX779" fmla="*/ 5862975 w 7467600"/>
              <a:gd name="connsiteY779" fmla="*/ 869756 h 6858000"/>
              <a:gd name="connsiteX780" fmla="*/ 5920887 w 7467600"/>
              <a:gd name="connsiteY780" fmla="*/ 865929 h 6858000"/>
              <a:gd name="connsiteX781" fmla="*/ 5504425 w 7467600"/>
              <a:gd name="connsiteY781" fmla="*/ 848067 h 6858000"/>
              <a:gd name="connsiteX782" fmla="*/ 3607114 w 7467600"/>
              <a:gd name="connsiteY782" fmla="*/ 467441 h 6858000"/>
              <a:gd name="connsiteX783" fmla="*/ 3296242 w 7467600"/>
              <a:gd name="connsiteY783" fmla="*/ 807991 h 6858000"/>
              <a:gd name="connsiteX784" fmla="*/ 3174674 w 7467600"/>
              <a:gd name="connsiteY784" fmla="*/ 919759 h 6858000"/>
              <a:gd name="connsiteX785" fmla="*/ 3042978 w 7467600"/>
              <a:gd name="connsiteY785" fmla="*/ 1054894 h 6858000"/>
              <a:gd name="connsiteX786" fmla="*/ 2968914 w 7467600"/>
              <a:gd name="connsiteY786" fmla="*/ 1133756 h 6858000"/>
              <a:gd name="connsiteX787" fmla="*/ 3103823 w 7467600"/>
              <a:gd name="connsiteY787" fmla="*/ 1026814 h 6858000"/>
              <a:gd name="connsiteX788" fmla="*/ 3607114 w 7467600"/>
              <a:gd name="connsiteY788" fmla="*/ 467441 h 6858000"/>
              <a:gd name="connsiteX789" fmla="*/ 3744487 w 7467600"/>
              <a:gd name="connsiteY789" fmla="*/ 383136 h 6858000"/>
              <a:gd name="connsiteX790" fmla="*/ 3970213 w 7467600"/>
              <a:gd name="connsiteY790" fmla="*/ 995559 h 6858000"/>
              <a:gd name="connsiteX791" fmla="*/ 3744487 w 7467600"/>
              <a:gd name="connsiteY791" fmla="*/ 383136 h 6858000"/>
              <a:gd name="connsiteX792" fmla="*/ 3624562 w 7467600"/>
              <a:gd name="connsiteY792" fmla="*/ 367041 h 6858000"/>
              <a:gd name="connsiteX793" fmla="*/ 3489712 w 7467600"/>
              <a:gd name="connsiteY793" fmla="*/ 485386 h 6858000"/>
              <a:gd name="connsiteX794" fmla="*/ 3182994 w 7467600"/>
              <a:gd name="connsiteY794" fmla="*/ 828265 h 6858000"/>
              <a:gd name="connsiteX795" fmla="*/ 2892114 w 7467600"/>
              <a:gd name="connsiteY795" fmla="*/ 1172635 h 6858000"/>
              <a:gd name="connsiteX796" fmla="*/ 3021459 w 7467600"/>
              <a:gd name="connsiteY796" fmla="*/ 1035385 h 6858000"/>
              <a:gd name="connsiteX797" fmla="*/ 3153873 w 7467600"/>
              <a:gd name="connsiteY797" fmla="*/ 898971 h 6858000"/>
              <a:gd name="connsiteX798" fmla="*/ 3276511 w 7467600"/>
              <a:gd name="connsiteY798" fmla="*/ 786423 h 6858000"/>
              <a:gd name="connsiteX799" fmla="*/ 3584154 w 7467600"/>
              <a:gd name="connsiteY799" fmla="*/ 448218 h 6858000"/>
              <a:gd name="connsiteX800" fmla="*/ 3624562 w 7467600"/>
              <a:gd name="connsiteY800" fmla="*/ 367041 h 6858000"/>
              <a:gd name="connsiteX801" fmla="*/ 3766672 w 7467600"/>
              <a:gd name="connsiteY801" fmla="*/ 359429 h 6858000"/>
              <a:gd name="connsiteX802" fmla="*/ 3996338 w 7467600"/>
              <a:gd name="connsiteY802" fmla="*/ 968237 h 6858000"/>
              <a:gd name="connsiteX803" fmla="*/ 3766672 w 7467600"/>
              <a:gd name="connsiteY803" fmla="*/ 359429 h 6858000"/>
              <a:gd name="connsiteX804" fmla="*/ 5805386 w 7467600"/>
              <a:gd name="connsiteY804" fmla="*/ 239240 h 6858000"/>
              <a:gd name="connsiteX805" fmla="*/ 5736947 w 7467600"/>
              <a:gd name="connsiteY805" fmla="*/ 261367 h 6858000"/>
              <a:gd name="connsiteX806" fmla="*/ 5427012 w 7467600"/>
              <a:gd name="connsiteY806" fmla="*/ 311272 h 6858000"/>
              <a:gd name="connsiteX807" fmla="*/ 5147818 w 7467600"/>
              <a:gd name="connsiteY807" fmla="*/ 322112 h 6858000"/>
              <a:gd name="connsiteX808" fmla="*/ 5060854 w 7467600"/>
              <a:gd name="connsiteY808" fmla="*/ 311882 h 6858000"/>
              <a:gd name="connsiteX809" fmla="*/ 4945989 w 7467600"/>
              <a:gd name="connsiteY809" fmla="*/ 300516 h 6858000"/>
              <a:gd name="connsiteX810" fmla="*/ 5410479 w 7467600"/>
              <a:gd name="connsiteY810" fmla="*/ 348434 h 6858000"/>
              <a:gd name="connsiteX811" fmla="*/ 5805386 w 7467600"/>
              <a:gd name="connsiteY811" fmla="*/ 239240 h 6858000"/>
              <a:gd name="connsiteX812" fmla="*/ 5905192 w 7467600"/>
              <a:gd name="connsiteY812" fmla="*/ 163079 h 6858000"/>
              <a:gd name="connsiteX813" fmla="*/ 5865655 w 7467600"/>
              <a:gd name="connsiteY813" fmla="*/ 171901 h 6858000"/>
              <a:gd name="connsiteX814" fmla="*/ 5259740 w 7467600"/>
              <a:gd name="connsiteY814" fmla="*/ 257013 h 6858000"/>
              <a:gd name="connsiteX815" fmla="*/ 5208466 w 7467600"/>
              <a:gd name="connsiteY815" fmla="*/ 257550 h 6858000"/>
              <a:gd name="connsiteX816" fmla="*/ 4980204 w 7467600"/>
              <a:gd name="connsiteY816" fmla="*/ 271903 h 6858000"/>
              <a:gd name="connsiteX817" fmla="*/ 5068068 w 7467600"/>
              <a:gd name="connsiteY817" fmla="*/ 282244 h 6858000"/>
              <a:gd name="connsiteX818" fmla="*/ 5153231 w 7467600"/>
              <a:gd name="connsiteY818" fmla="*/ 292240 h 6858000"/>
              <a:gd name="connsiteX819" fmla="*/ 5426491 w 7467600"/>
              <a:gd name="connsiteY819" fmla="*/ 281128 h 6858000"/>
              <a:gd name="connsiteX820" fmla="*/ 5731212 w 7467600"/>
              <a:gd name="connsiteY820" fmla="*/ 231951 h 6858000"/>
              <a:gd name="connsiteX821" fmla="*/ 5905192 w 7467600"/>
              <a:gd name="connsiteY821" fmla="*/ 163079 h 6858000"/>
              <a:gd name="connsiteX822" fmla="*/ 5944437 w 7467600"/>
              <a:gd name="connsiteY822" fmla="*/ 113829 h 6858000"/>
              <a:gd name="connsiteX823" fmla="*/ 5825032 w 7467600"/>
              <a:gd name="connsiteY823" fmla="*/ 146405 h 6858000"/>
              <a:gd name="connsiteX824" fmla="*/ 4955599 w 7467600"/>
              <a:gd name="connsiteY824" fmla="*/ 247008 h 6858000"/>
              <a:gd name="connsiteX825" fmla="*/ 5210104 w 7467600"/>
              <a:gd name="connsiteY825" fmla="*/ 228123 h 6858000"/>
              <a:gd name="connsiteX826" fmla="*/ 5261015 w 7467600"/>
              <a:gd name="connsiteY826" fmla="*/ 227087 h 6858000"/>
              <a:gd name="connsiteX827" fmla="*/ 5861181 w 7467600"/>
              <a:gd name="connsiteY827" fmla="*/ 143093 h 6858000"/>
              <a:gd name="connsiteX828" fmla="*/ 5961252 w 7467600"/>
              <a:gd name="connsiteY828" fmla="*/ 114820 h 6858000"/>
              <a:gd name="connsiteX829" fmla="*/ 5944437 w 7467600"/>
              <a:gd name="connsiteY829" fmla="*/ 113829 h 6858000"/>
              <a:gd name="connsiteX830" fmla="*/ 3882765 w 7467600"/>
              <a:gd name="connsiteY830" fmla="*/ 0 h 6858000"/>
              <a:gd name="connsiteX831" fmla="*/ 3995099 w 7467600"/>
              <a:gd name="connsiteY831" fmla="*/ 0 h 6858000"/>
              <a:gd name="connsiteX832" fmla="*/ 4163818 w 7467600"/>
              <a:gd name="connsiteY832" fmla="*/ 234104 h 6858000"/>
              <a:gd name="connsiteX833" fmla="*/ 4172099 w 7467600"/>
              <a:gd name="connsiteY833" fmla="*/ 234207 h 6858000"/>
              <a:gd name="connsiteX834" fmla="*/ 4784282 w 7467600"/>
              <a:gd name="connsiteY834" fmla="*/ 276561 h 6858000"/>
              <a:gd name="connsiteX835" fmla="*/ 4801687 w 7467600"/>
              <a:gd name="connsiteY835" fmla="*/ 267764 h 6858000"/>
              <a:gd name="connsiteX836" fmla="*/ 6082788 w 7467600"/>
              <a:gd name="connsiteY836" fmla="*/ 64119 h 6858000"/>
              <a:gd name="connsiteX837" fmla="*/ 6099442 w 7467600"/>
              <a:gd name="connsiteY837" fmla="*/ 82568 h 6858000"/>
              <a:gd name="connsiteX838" fmla="*/ 4804137 w 7467600"/>
              <a:gd name="connsiteY838" fmla="*/ 320931 h 6858000"/>
              <a:gd name="connsiteX839" fmla="*/ 4227047 w 7467600"/>
              <a:gd name="connsiteY839" fmla="*/ 313415 h 6858000"/>
              <a:gd name="connsiteX840" fmla="*/ 4346041 w 7467600"/>
              <a:gd name="connsiteY840" fmla="*/ 456086 h 6858000"/>
              <a:gd name="connsiteX841" fmla="*/ 4870967 w 7467600"/>
              <a:gd name="connsiteY841" fmla="*/ 963061 h 6858000"/>
              <a:gd name="connsiteX842" fmla="*/ 4889647 w 7467600"/>
              <a:gd name="connsiteY842" fmla="*/ 957147 h 6858000"/>
              <a:gd name="connsiteX843" fmla="*/ 5422504 w 7467600"/>
              <a:gd name="connsiteY843" fmla="*/ 805191 h 6858000"/>
              <a:gd name="connsiteX844" fmla="*/ 6087656 w 7467600"/>
              <a:gd name="connsiteY844" fmla="*/ 826703 h 6858000"/>
              <a:gd name="connsiteX845" fmla="*/ 6058717 w 7467600"/>
              <a:gd name="connsiteY845" fmla="*/ 865992 h 6858000"/>
              <a:gd name="connsiteX846" fmla="*/ 4974153 w 7467600"/>
              <a:gd name="connsiteY846" fmla="*/ 1045456 h 6858000"/>
              <a:gd name="connsiteX847" fmla="*/ 5627835 w 7467600"/>
              <a:gd name="connsiteY847" fmla="*/ 1472077 h 6858000"/>
              <a:gd name="connsiteX848" fmla="*/ 5629817 w 7467600"/>
              <a:gd name="connsiteY848" fmla="*/ 1471412 h 6858000"/>
              <a:gd name="connsiteX849" fmla="*/ 5634124 w 7467600"/>
              <a:gd name="connsiteY849" fmla="*/ 1470572 h 6858000"/>
              <a:gd name="connsiteX850" fmla="*/ 5755832 w 7467600"/>
              <a:gd name="connsiteY850" fmla="*/ 1383886 h 6858000"/>
              <a:gd name="connsiteX851" fmla="*/ 6014186 w 7467600"/>
              <a:gd name="connsiteY851" fmla="*/ 1279799 h 6858000"/>
              <a:gd name="connsiteX852" fmla="*/ 6901619 w 7467600"/>
              <a:gd name="connsiteY852" fmla="*/ 1047874 h 6858000"/>
              <a:gd name="connsiteX853" fmla="*/ 6931566 w 7467600"/>
              <a:gd name="connsiteY853" fmla="*/ 1062034 h 6858000"/>
              <a:gd name="connsiteX854" fmla="*/ 5790982 w 7467600"/>
              <a:gd name="connsiteY854" fmla="*/ 1561380 h 6858000"/>
              <a:gd name="connsiteX855" fmla="*/ 6188971 w 7467600"/>
              <a:gd name="connsiteY855" fmla="*/ 1755168 h 6858000"/>
              <a:gd name="connsiteX856" fmla="*/ 6202446 w 7467600"/>
              <a:gd name="connsiteY856" fmla="*/ 1752268 h 6858000"/>
              <a:gd name="connsiteX857" fmla="*/ 7179560 w 7467600"/>
              <a:gd name="connsiteY857" fmla="*/ 1467551 h 6858000"/>
              <a:gd name="connsiteX858" fmla="*/ 7158730 w 7467600"/>
              <a:gd name="connsiteY858" fmla="*/ 1507835 h 6858000"/>
              <a:gd name="connsiteX859" fmla="*/ 6326959 w 7467600"/>
              <a:gd name="connsiteY859" fmla="*/ 1817686 h 6858000"/>
              <a:gd name="connsiteX860" fmla="*/ 6537433 w 7467600"/>
              <a:gd name="connsiteY860" fmla="*/ 1907790 h 6858000"/>
              <a:gd name="connsiteX861" fmla="*/ 6550221 w 7467600"/>
              <a:gd name="connsiteY861" fmla="*/ 1910729 h 6858000"/>
              <a:gd name="connsiteX862" fmla="*/ 6964438 w 7467600"/>
              <a:gd name="connsiteY862" fmla="*/ 2209505 h 6858000"/>
              <a:gd name="connsiteX863" fmla="*/ 7367862 w 7467600"/>
              <a:gd name="connsiteY863" fmla="*/ 2806833 h 6858000"/>
              <a:gd name="connsiteX864" fmla="*/ 7364329 w 7467600"/>
              <a:gd name="connsiteY864" fmla="*/ 2826907 h 6858000"/>
              <a:gd name="connsiteX865" fmla="*/ 7290545 w 7467600"/>
              <a:gd name="connsiteY865" fmla="*/ 2850663 h 6858000"/>
              <a:gd name="connsiteX866" fmla="*/ 6472036 w 7467600"/>
              <a:gd name="connsiteY866" fmla="*/ 1959003 h 6858000"/>
              <a:gd name="connsiteX867" fmla="*/ 5792897 w 7467600"/>
              <a:gd name="connsiteY867" fmla="*/ 1647747 h 6858000"/>
              <a:gd name="connsiteX868" fmla="*/ 5842751 w 7467600"/>
              <a:gd name="connsiteY868" fmla="*/ 1816112 h 6858000"/>
              <a:gd name="connsiteX869" fmla="*/ 5847424 w 7467600"/>
              <a:gd name="connsiteY869" fmla="*/ 1815776 h 6858000"/>
              <a:gd name="connsiteX870" fmla="*/ 6399821 w 7467600"/>
              <a:gd name="connsiteY870" fmla="*/ 2344799 h 6858000"/>
              <a:gd name="connsiteX871" fmla="*/ 6323232 w 7467600"/>
              <a:gd name="connsiteY871" fmla="*/ 2389634 h 6858000"/>
              <a:gd name="connsiteX872" fmla="*/ 5942958 w 7467600"/>
              <a:gd name="connsiteY872" fmla="*/ 2077708 h 6858000"/>
              <a:gd name="connsiteX873" fmla="*/ 5921559 w 7467600"/>
              <a:gd name="connsiteY873" fmla="*/ 2378596 h 6858000"/>
              <a:gd name="connsiteX874" fmla="*/ 5817651 w 7467600"/>
              <a:gd name="connsiteY874" fmla="*/ 3023919 h 6858000"/>
              <a:gd name="connsiteX875" fmla="*/ 5729634 w 7467600"/>
              <a:gd name="connsiteY875" fmla="*/ 3051849 h 6858000"/>
              <a:gd name="connsiteX876" fmla="*/ 5611018 w 7467600"/>
              <a:gd name="connsiteY876" fmla="*/ 2316769 h 6858000"/>
              <a:gd name="connsiteX877" fmla="*/ 5687608 w 7467600"/>
              <a:gd name="connsiteY877" fmla="*/ 2039972 h 6858000"/>
              <a:gd name="connsiteX878" fmla="*/ 5657554 w 7467600"/>
              <a:gd name="connsiteY878" fmla="*/ 1576445 h 6858000"/>
              <a:gd name="connsiteX879" fmla="*/ 5150475 w 7467600"/>
              <a:gd name="connsiteY879" fmla="*/ 1274012 h 6858000"/>
              <a:gd name="connsiteX880" fmla="*/ 5349142 w 7467600"/>
              <a:gd name="connsiteY880" fmla="*/ 2204405 h 6858000"/>
              <a:gd name="connsiteX881" fmla="*/ 5262214 w 7467600"/>
              <a:gd name="connsiteY881" fmla="*/ 2233836 h 6858000"/>
              <a:gd name="connsiteX882" fmla="*/ 4981539 w 7467600"/>
              <a:gd name="connsiteY882" fmla="*/ 1542201 h 6858000"/>
              <a:gd name="connsiteX883" fmla="*/ 4958461 w 7467600"/>
              <a:gd name="connsiteY883" fmla="*/ 1136957 h 6858000"/>
              <a:gd name="connsiteX884" fmla="*/ 4655015 w 7467600"/>
              <a:gd name="connsiteY884" fmla="*/ 891426 h 6858000"/>
              <a:gd name="connsiteX885" fmla="*/ 4348002 w 7467600"/>
              <a:gd name="connsiteY885" fmla="*/ 2205895 h 6858000"/>
              <a:gd name="connsiteX886" fmla="*/ 4262250 w 7467600"/>
              <a:gd name="connsiteY886" fmla="*/ 2219972 h 6858000"/>
              <a:gd name="connsiteX887" fmla="*/ 4550611 w 7467600"/>
              <a:gd name="connsiteY887" fmla="*/ 817540 h 6858000"/>
              <a:gd name="connsiteX888" fmla="*/ 4564418 w 7467600"/>
              <a:gd name="connsiteY888" fmla="*/ 808293 h 6858000"/>
              <a:gd name="connsiteX889" fmla="*/ 4266388 w 7467600"/>
              <a:gd name="connsiteY889" fmla="*/ 500083 h 6858000"/>
              <a:gd name="connsiteX890" fmla="*/ 4032842 w 7467600"/>
              <a:gd name="connsiteY890" fmla="*/ 211809 h 6858000"/>
              <a:gd name="connsiteX891" fmla="*/ 3882765 w 7467600"/>
              <a:gd name="connsiteY891" fmla="*/ 0 h 6858000"/>
              <a:gd name="connsiteX892" fmla="*/ 3721337 w 7467600"/>
              <a:gd name="connsiteY892" fmla="*/ 0 h 6858000"/>
              <a:gd name="connsiteX893" fmla="*/ 3797544 w 7467600"/>
              <a:gd name="connsiteY893" fmla="*/ 0 h 6858000"/>
              <a:gd name="connsiteX894" fmla="*/ 3775734 w 7467600"/>
              <a:gd name="connsiteY894" fmla="*/ 95131 h 6858000"/>
              <a:gd name="connsiteX895" fmla="*/ 3724807 w 7467600"/>
              <a:gd name="connsiteY895" fmla="*/ 272257 h 6858000"/>
              <a:gd name="connsiteX896" fmla="*/ 3726844 w 7467600"/>
              <a:gd name="connsiteY896" fmla="*/ 282988 h 6858000"/>
              <a:gd name="connsiteX897" fmla="*/ 3742664 w 7467600"/>
              <a:gd name="connsiteY897" fmla="*/ 279918 h 6858000"/>
              <a:gd name="connsiteX898" fmla="*/ 4103910 w 7467600"/>
              <a:gd name="connsiteY898" fmla="*/ 1161917 h 6858000"/>
              <a:gd name="connsiteX899" fmla="*/ 4020269 w 7467600"/>
              <a:gd name="connsiteY899" fmla="*/ 1200406 h 6858000"/>
              <a:gd name="connsiteX900" fmla="*/ 3674882 w 7467600"/>
              <a:gd name="connsiteY900" fmla="*/ 488524 h 6858000"/>
              <a:gd name="connsiteX901" fmla="*/ 3132682 w 7467600"/>
              <a:gd name="connsiteY901" fmla="*/ 1072284 h 6858000"/>
              <a:gd name="connsiteX902" fmla="*/ 2716346 w 7467600"/>
              <a:gd name="connsiteY902" fmla="*/ 1276376 h 6858000"/>
              <a:gd name="connsiteX903" fmla="*/ 2716772 w 7467600"/>
              <a:gd name="connsiteY903" fmla="*/ 1255462 h 6858000"/>
              <a:gd name="connsiteX904" fmla="*/ 3471096 w 7467600"/>
              <a:gd name="connsiteY904" fmla="*/ 437072 h 6858000"/>
              <a:gd name="connsiteX905" fmla="*/ 3639057 w 7467600"/>
              <a:gd name="connsiteY905" fmla="*/ 286334 h 6858000"/>
              <a:gd name="connsiteX906" fmla="*/ 3640309 w 7467600"/>
              <a:gd name="connsiteY906" fmla="*/ 284664 h 6858000"/>
              <a:gd name="connsiteX907" fmla="*/ 3646022 w 7467600"/>
              <a:gd name="connsiteY907" fmla="*/ 276711 h 6858000"/>
              <a:gd name="connsiteX908" fmla="*/ 3707943 w 7467600"/>
              <a:gd name="connsiteY908" fmla="*/ 65958 h 6858000"/>
              <a:gd name="connsiteX909" fmla="*/ 3721337 w 7467600"/>
              <a:gd name="connsiteY909" fmla="*/ 0 h 6858000"/>
              <a:gd name="connsiteX910" fmla="*/ 2867960 w 7467600"/>
              <a:gd name="connsiteY910" fmla="*/ 0 h 6858000"/>
              <a:gd name="connsiteX911" fmla="*/ 2926351 w 7467600"/>
              <a:gd name="connsiteY911" fmla="*/ 0 h 6858000"/>
              <a:gd name="connsiteX912" fmla="*/ 2902823 w 7467600"/>
              <a:gd name="connsiteY912" fmla="*/ 262929 h 6858000"/>
              <a:gd name="connsiteX913" fmla="*/ 2940663 w 7467600"/>
              <a:gd name="connsiteY913" fmla="*/ 140884 h 6858000"/>
              <a:gd name="connsiteX914" fmla="*/ 2947039 w 7467600"/>
              <a:gd name="connsiteY914" fmla="*/ 122524 h 6858000"/>
              <a:gd name="connsiteX915" fmla="*/ 2984316 w 7467600"/>
              <a:gd name="connsiteY915" fmla="*/ 0 h 6858000"/>
              <a:gd name="connsiteX916" fmla="*/ 3016114 w 7467600"/>
              <a:gd name="connsiteY916" fmla="*/ 0 h 6858000"/>
              <a:gd name="connsiteX917" fmla="*/ 2979949 w 7467600"/>
              <a:gd name="connsiteY917" fmla="*/ 119274 h 6858000"/>
              <a:gd name="connsiteX918" fmla="*/ 3023879 w 7467600"/>
              <a:gd name="connsiteY918" fmla="*/ 0 h 6858000"/>
              <a:gd name="connsiteX919" fmla="*/ 3105400 w 7467600"/>
              <a:gd name="connsiteY919" fmla="*/ 0 h 6858000"/>
              <a:gd name="connsiteX920" fmla="*/ 3094669 w 7467600"/>
              <a:gd name="connsiteY920" fmla="*/ 30308 h 6858000"/>
              <a:gd name="connsiteX921" fmla="*/ 2901945 w 7467600"/>
              <a:gd name="connsiteY921" fmla="*/ 466538 h 6858000"/>
              <a:gd name="connsiteX922" fmla="*/ 2815209 w 7467600"/>
              <a:gd name="connsiteY922" fmla="*/ 497361 h 6858000"/>
              <a:gd name="connsiteX923" fmla="*/ 2844845 w 7467600"/>
              <a:gd name="connsiteY923" fmla="*/ 127638 h 6858000"/>
              <a:gd name="connsiteX924" fmla="*/ 2867960 w 7467600"/>
              <a:gd name="connsiteY924" fmla="*/ 0 h 6858000"/>
              <a:gd name="connsiteX925" fmla="*/ 1057230 w 7467600"/>
              <a:gd name="connsiteY925" fmla="*/ 0 h 6858000"/>
              <a:gd name="connsiteX926" fmla="*/ 1111003 w 7467600"/>
              <a:gd name="connsiteY926" fmla="*/ 0 h 6858000"/>
              <a:gd name="connsiteX927" fmla="*/ 1125553 w 7467600"/>
              <a:gd name="connsiteY927" fmla="*/ 52588 h 6858000"/>
              <a:gd name="connsiteX928" fmla="*/ 1304276 w 7467600"/>
              <a:gd name="connsiteY928" fmla="*/ 476275 h 6858000"/>
              <a:gd name="connsiteX929" fmla="*/ 1492066 w 7467600"/>
              <a:gd name="connsiteY929" fmla="*/ 886333 h 6858000"/>
              <a:gd name="connsiteX930" fmla="*/ 1423698 w 7467600"/>
              <a:gd name="connsiteY930" fmla="*/ 710817 h 6858000"/>
              <a:gd name="connsiteX931" fmla="*/ 1357609 w 7467600"/>
              <a:gd name="connsiteY931" fmla="*/ 532892 h 6858000"/>
              <a:gd name="connsiteX932" fmla="*/ 1309550 w 7467600"/>
              <a:gd name="connsiteY932" fmla="*/ 374031 h 6858000"/>
              <a:gd name="connsiteX933" fmla="*/ 1193673 w 7467600"/>
              <a:gd name="connsiteY933" fmla="*/ 49533 h 6858000"/>
              <a:gd name="connsiteX934" fmla="*/ 1164391 w 7467600"/>
              <a:gd name="connsiteY934" fmla="*/ 0 h 6858000"/>
              <a:gd name="connsiteX935" fmla="*/ 1200666 w 7467600"/>
              <a:gd name="connsiteY935" fmla="*/ 0 h 6858000"/>
              <a:gd name="connsiteX936" fmla="*/ 1223408 w 7467600"/>
              <a:gd name="connsiteY936" fmla="*/ 38996 h 6858000"/>
              <a:gd name="connsiteX937" fmla="*/ 1339635 w 7467600"/>
              <a:gd name="connsiteY937" fmla="*/ 365517 h 6858000"/>
              <a:gd name="connsiteX938" fmla="*/ 1387469 w 7467600"/>
              <a:gd name="connsiteY938" fmla="*/ 523079 h 6858000"/>
              <a:gd name="connsiteX939" fmla="*/ 1452685 w 7467600"/>
              <a:gd name="connsiteY939" fmla="*/ 699806 h 6858000"/>
              <a:gd name="connsiteX940" fmla="*/ 1492092 w 7467600"/>
              <a:gd name="connsiteY940" fmla="*/ 800424 h 6858000"/>
              <a:gd name="connsiteX941" fmla="*/ 1455302 w 7467600"/>
              <a:gd name="connsiteY941" fmla="*/ 632913 h 6858000"/>
              <a:gd name="connsiteX942" fmla="*/ 1222336 w 7467600"/>
              <a:gd name="connsiteY942" fmla="*/ 9480 h 6858000"/>
              <a:gd name="connsiteX943" fmla="*/ 1214634 w 7467600"/>
              <a:gd name="connsiteY943" fmla="*/ 0 h 6858000"/>
              <a:gd name="connsiteX944" fmla="*/ 1289827 w 7467600"/>
              <a:gd name="connsiteY944" fmla="*/ 0 h 6858000"/>
              <a:gd name="connsiteX945" fmla="*/ 1321076 w 7467600"/>
              <a:gd name="connsiteY945" fmla="*/ 59722 h 6858000"/>
              <a:gd name="connsiteX946" fmla="*/ 1512579 w 7467600"/>
              <a:gd name="connsiteY946" fmla="*/ 626441 h 6858000"/>
              <a:gd name="connsiteX947" fmla="*/ 1506076 w 7467600"/>
              <a:gd name="connsiteY947" fmla="*/ 1089289 h 6858000"/>
              <a:gd name="connsiteX948" fmla="*/ 1486346 w 7467600"/>
              <a:gd name="connsiteY948" fmla="*/ 1079919 h 6858000"/>
              <a:gd name="connsiteX949" fmla="*/ 1070511 w 7467600"/>
              <a:gd name="connsiteY949" fmla="*/ 48609 h 6858000"/>
              <a:gd name="connsiteX950" fmla="*/ 1057230 w 7467600"/>
              <a:gd name="connsiteY950" fmla="*/ 0 h 6858000"/>
              <a:gd name="connsiteX951" fmla="*/ 43151 w 7467600"/>
              <a:gd name="connsiteY951" fmla="*/ 0 h 6858000"/>
              <a:gd name="connsiteX952" fmla="*/ 95283 w 7467600"/>
              <a:gd name="connsiteY952" fmla="*/ 0 h 6858000"/>
              <a:gd name="connsiteX953" fmla="*/ 300708 w 7467600"/>
              <a:gd name="connsiteY953" fmla="*/ 154571 h 6858000"/>
              <a:gd name="connsiteX954" fmla="*/ 530414 w 7467600"/>
              <a:gd name="connsiteY954" fmla="*/ 354673 h 6858000"/>
              <a:gd name="connsiteX955" fmla="*/ 333785 w 7467600"/>
              <a:gd name="connsiteY955" fmla="*/ 161564 h 6858000"/>
              <a:gd name="connsiteX956" fmla="*/ 147005 w 7467600"/>
              <a:gd name="connsiteY956" fmla="*/ 0 h 6858000"/>
              <a:gd name="connsiteX957" fmla="*/ 272509 w 7467600"/>
              <a:gd name="connsiteY957" fmla="*/ 0 h 6858000"/>
              <a:gd name="connsiteX958" fmla="*/ 326276 w 7467600"/>
              <a:gd name="connsiteY958" fmla="*/ 45847 h 6858000"/>
              <a:gd name="connsiteX959" fmla="*/ 823759 w 7467600"/>
              <a:gd name="connsiteY959" fmla="*/ 574145 h 6858000"/>
              <a:gd name="connsiteX960" fmla="*/ 811254 w 7467600"/>
              <a:gd name="connsiteY960" fmla="*/ 665546 h 6858000"/>
              <a:gd name="connsiteX961" fmla="*/ 154042 w 7467600"/>
              <a:gd name="connsiteY961" fmla="*/ 261522 h 6858000"/>
              <a:gd name="connsiteX962" fmla="*/ 13550 w 7467600"/>
              <a:gd name="connsiteY962" fmla="*/ 158423 h 6858000"/>
              <a:gd name="connsiteX963" fmla="*/ 0 w 7467600"/>
              <a:gd name="connsiteY963" fmla="*/ 146618 h 6858000"/>
              <a:gd name="connsiteX964" fmla="*/ 0 w 7467600"/>
              <a:gd name="connsiteY964" fmla="*/ 59161 h 6858000"/>
              <a:gd name="connsiteX965" fmla="*/ 45427 w 7467600"/>
              <a:gd name="connsiteY965" fmla="*/ 101078 h 6858000"/>
              <a:gd name="connsiteX966" fmla="*/ 630103 w 7467600"/>
              <a:gd name="connsiteY966" fmla="*/ 485885 h 6858000"/>
              <a:gd name="connsiteX967" fmla="*/ 532040 w 7467600"/>
              <a:gd name="connsiteY967" fmla="*/ 399359 h 6858000"/>
              <a:gd name="connsiteX968" fmla="*/ 517618 w 7467600"/>
              <a:gd name="connsiteY968" fmla="*/ 385726 h 6858000"/>
              <a:gd name="connsiteX969" fmla="*/ 285074 w 7467600"/>
              <a:gd name="connsiteY969" fmla="*/ 182755 h 6858000"/>
              <a:gd name="connsiteX970" fmla="*/ 43151 w 7467600"/>
              <a:gd name="connsiteY970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7454976 w 7467600"/>
              <a:gd name="connsiteY74" fmla="*/ 6318297 h 6858000"/>
              <a:gd name="connsiteX75" fmla="*/ 7379510 w 7467600"/>
              <a:gd name="connsiteY75" fmla="*/ 5755454 h 6858000"/>
              <a:gd name="connsiteX76" fmla="*/ 7467600 w 7467600"/>
              <a:gd name="connsiteY76" fmla="*/ 5845526 h 6858000"/>
              <a:gd name="connsiteX77" fmla="*/ 7271900 w 7467600"/>
              <a:gd name="connsiteY77" fmla="*/ 5734551 h 6858000"/>
              <a:gd name="connsiteX78" fmla="*/ 7259646 w 7467600"/>
              <a:gd name="connsiteY78" fmla="*/ 5765985 h 6858000"/>
              <a:gd name="connsiteX79" fmla="*/ 7467600 w 7467600"/>
              <a:gd name="connsiteY79" fmla="*/ 6012219 h 6858000"/>
              <a:gd name="connsiteX80" fmla="*/ 7105827 w 7467600"/>
              <a:gd name="connsiteY80" fmla="*/ 5718700 h 6858000"/>
              <a:gd name="connsiteX81" fmla="*/ 7356878 w 7467600"/>
              <a:gd name="connsiteY81" fmla="*/ 5981332 h 6858000"/>
              <a:gd name="connsiteX82" fmla="*/ 7467600 w 7467600"/>
              <a:gd name="connsiteY82" fmla="*/ 6117703 h 6858000"/>
              <a:gd name="connsiteX83" fmla="*/ 7467600 w 7467600"/>
              <a:gd name="connsiteY83" fmla="*/ 6163634 h 6858000"/>
              <a:gd name="connsiteX84" fmla="*/ 7403637 w 7467600"/>
              <a:gd name="connsiteY84" fmla="*/ 6083957 h 6858000"/>
              <a:gd name="connsiteX85" fmla="*/ 7254615 w 7467600"/>
              <a:gd name="connsiteY85" fmla="*/ 5911918 h 6858000"/>
              <a:gd name="connsiteX86" fmla="*/ 7312589 w 7467600"/>
              <a:gd name="connsiteY86" fmla="*/ 5982309 h 6858000"/>
              <a:gd name="connsiteX87" fmla="*/ 7448321 w 7467600"/>
              <a:gd name="connsiteY87" fmla="*/ 6190991 h 6858000"/>
              <a:gd name="connsiteX88" fmla="*/ 7467600 w 7467600"/>
              <a:gd name="connsiteY88" fmla="*/ 6221686 h 6858000"/>
              <a:gd name="connsiteX89" fmla="*/ 7467600 w 7467600"/>
              <a:gd name="connsiteY89" fmla="*/ 6334256 h 6858000"/>
              <a:gd name="connsiteX90" fmla="*/ 7454976 w 7467600"/>
              <a:gd name="connsiteY90" fmla="*/ 6318297 h 6858000"/>
              <a:gd name="connsiteX91" fmla="*/ 1456157 w 7467600"/>
              <a:gd name="connsiteY91" fmla="*/ 5371404 h 6858000"/>
              <a:gd name="connsiteX92" fmla="*/ 1244432 w 7467600"/>
              <a:gd name="connsiteY92" fmla="*/ 5385601 h 6858000"/>
              <a:gd name="connsiteX93" fmla="*/ 973990 w 7467600"/>
              <a:gd name="connsiteY93" fmla="*/ 5424940 h 6858000"/>
              <a:gd name="connsiteX94" fmla="*/ 1103809 w 7467600"/>
              <a:gd name="connsiteY94" fmla="*/ 5433720 h 6858000"/>
              <a:gd name="connsiteX95" fmla="*/ 1123454 w 7467600"/>
              <a:gd name="connsiteY95" fmla="*/ 5435727 h 6858000"/>
              <a:gd name="connsiteX96" fmla="*/ 1737017 w 7467600"/>
              <a:gd name="connsiteY96" fmla="*/ 5452183 h 6858000"/>
              <a:gd name="connsiteX97" fmla="*/ 1824397 w 7467600"/>
              <a:gd name="connsiteY97" fmla="*/ 5447757 h 6858000"/>
              <a:gd name="connsiteX98" fmla="*/ 2070059 w 7467600"/>
              <a:gd name="connsiteY98" fmla="*/ 5441660 h 6858000"/>
              <a:gd name="connsiteX99" fmla="*/ 1456157 w 7467600"/>
              <a:gd name="connsiteY99" fmla="*/ 5371404 h 6858000"/>
              <a:gd name="connsiteX100" fmla="*/ 4988186 w 7467600"/>
              <a:gd name="connsiteY100" fmla="*/ 5216467 h 6858000"/>
              <a:gd name="connsiteX101" fmla="*/ 4777334 w 7467600"/>
              <a:gd name="connsiteY101" fmla="*/ 5406072 h 6858000"/>
              <a:gd name="connsiteX102" fmla="*/ 4718341 w 7467600"/>
              <a:gd name="connsiteY102" fmla="*/ 5468043 h 6858000"/>
              <a:gd name="connsiteX103" fmla="*/ 4604655 w 7467600"/>
              <a:gd name="connsiteY103" fmla="*/ 5583434 h 6858000"/>
              <a:gd name="connsiteX104" fmla="*/ 4565074 w 7467600"/>
              <a:gd name="connsiteY104" fmla="*/ 5618550 h 6858000"/>
              <a:gd name="connsiteX105" fmla="*/ 4988186 w 7467600"/>
              <a:gd name="connsiteY105" fmla="*/ 5216467 h 6858000"/>
              <a:gd name="connsiteX106" fmla="*/ 4978032 w 7467600"/>
              <a:gd name="connsiteY106" fmla="*/ 5183809 h 6858000"/>
              <a:gd name="connsiteX107" fmla="*/ 4463413 w 7467600"/>
              <a:gd name="connsiteY107" fmla="*/ 5615162 h 6858000"/>
              <a:gd name="connsiteX108" fmla="*/ 4358134 w 7467600"/>
              <a:gd name="connsiteY108" fmla="*/ 5742791 h 6858000"/>
              <a:gd name="connsiteX109" fmla="*/ 4376219 w 7467600"/>
              <a:gd name="connsiteY109" fmla="*/ 5729027 h 6858000"/>
              <a:gd name="connsiteX110" fmla="*/ 4582340 w 7467600"/>
              <a:gd name="connsiteY110" fmla="*/ 5561037 h 6858000"/>
              <a:gd name="connsiteX111" fmla="*/ 4694684 w 7467600"/>
              <a:gd name="connsiteY111" fmla="*/ 5447098 h 6858000"/>
              <a:gd name="connsiteX112" fmla="*/ 4754123 w 7467600"/>
              <a:gd name="connsiteY112" fmla="*/ 5384643 h 6858000"/>
              <a:gd name="connsiteX113" fmla="*/ 4978032 w 7467600"/>
              <a:gd name="connsiteY113" fmla="*/ 5183809 h 6858000"/>
              <a:gd name="connsiteX114" fmla="*/ 1903353 w 7467600"/>
              <a:gd name="connsiteY114" fmla="*/ 5044827 h 6858000"/>
              <a:gd name="connsiteX115" fmla="*/ 1936931 w 7467600"/>
              <a:gd name="connsiteY115" fmla="*/ 5093954 h 6858000"/>
              <a:gd name="connsiteX116" fmla="*/ 2195868 w 7467600"/>
              <a:gd name="connsiteY116" fmla="*/ 5396574 h 6858000"/>
              <a:gd name="connsiteX117" fmla="*/ 2088852 w 7467600"/>
              <a:gd name="connsiteY117" fmla="*/ 5166123 h 6858000"/>
              <a:gd name="connsiteX118" fmla="*/ 1958241 w 7467600"/>
              <a:gd name="connsiteY118" fmla="*/ 5067955 h 6858000"/>
              <a:gd name="connsiteX119" fmla="*/ 1903353 w 7467600"/>
              <a:gd name="connsiteY119" fmla="*/ 5044827 h 6858000"/>
              <a:gd name="connsiteX120" fmla="*/ 1979378 w 7467600"/>
              <a:gd name="connsiteY120" fmla="*/ 4769504 h 6858000"/>
              <a:gd name="connsiteX121" fmla="*/ 2882120 w 7467600"/>
              <a:gd name="connsiteY121" fmla="*/ 5064547 h 6858000"/>
              <a:gd name="connsiteX122" fmla="*/ 2793103 w 7467600"/>
              <a:gd name="connsiteY122" fmla="*/ 5039699 h 6858000"/>
              <a:gd name="connsiteX123" fmla="*/ 2770041 w 7467600"/>
              <a:gd name="connsiteY123" fmla="*/ 5033634 h 6858000"/>
              <a:gd name="connsiteX124" fmla="*/ 1979378 w 7467600"/>
              <a:gd name="connsiteY124" fmla="*/ 4769504 h 6858000"/>
              <a:gd name="connsiteX125" fmla="*/ 1927410 w 7467600"/>
              <a:gd name="connsiteY125" fmla="*/ 4716164 h 6858000"/>
              <a:gd name="connsiteX126" fmla="*/ 1959587 w 7467600"/>
              <a:gd name="connsiteY126" fmla="*/ 4728849 h 6858000"/>
              <a:gd name="connsiteX127" fmla="*/ 2777707 w 7467600"/>
              <a:gd name="connsiteY127" fmla="*/ 5003991 h 6858000"/>
              <a:gd name="connsiteX128" fmla="*/ 2800768 w 7467600"/>
              <a:gd name="connsiteY128" fmla="*/ 5010056 h 6858000"/>
              <a:gd name="connsiteX129" fmla="*/ 2879408 w 7467600"/>
              <a:gd name="connsiteY129" fmla="*/ 5031590 h 6858000"/>
              <a:gd name="connsiteX130" fmla="*/ 2862295 w 7467600"/>
              <a:gd name="connsiteY130" fmla="*/ 5022958 h 6858000"/>
              <a:gd name="connsiteX131" fmla="*/ 2813343 w 7467600"/>
              <a:gd name="connsiteY131" fmla="*/ 4998369 h 6858000"/>
              <a:gd name="connsiteX132" fmla="*/ 2646245 w 7467600"/>
              <a:gd name="connsiteY132" fmla="*/ 4930999 h 6858000"/>
              <a:gd name="connsiteX133" fmla="*/ 1999243 w 7467600"/>
              <a:gd name="connsiteY133" fmla="*/ 4730524 h 6858000"/>
              <a:gd name="connsiteX134" fmla="*/ 1979527 w 7467600"/>
              <a:gd name="connsiteY134" fmla="*/ 4726651 h 6858000"/>
              <a:gd name="connsiteX135" fmla="*/ 1927410 w 7467600"/>
              <a:gd name="connsiteY135" fmla="*/ 4716164 h 6858000"/>
              <a:gd name="connsiteX136" fmla="*/ 1997014 w 7467600"/>
              <a:gd name="connsiteY136" fmla="*/ 4698007 h 6858000"/>
              <a:gd name="connsiteX137" fmla="*/ 2005458 w 7467600"/>
              <a:gd name="connsiteY137" fmla="*/ 4699540 h 6858000"/>
              <a:gd name="connsiteX138" fmla="*/ 2657186 w 7467600"/>
              <a:gd name="connsiteY138" fmla="*/ 4901687 h 6858000"/>
              <a:gd name="connsiteX139" fmla="*/ 2826662 w 7467600"/>
              <a:gd name="connsiteY139" fmla="*/ 4970362 h 6858000"/>
              <a:gd name="connsiteX140" fmla="*/ 2876100 w 7467600"/>
              <a:gd name="connsiteY140" fmla="*/ 4995397 h 6858000"/>
              <a:gd name="connsiteX141" fmla="*/ 3042600 w 7467600"/>
              <a:gd name="connsiteY141" fmla="*/ 5059532 h 6858000"/>
              <a:gd name="connsiteX142" fmla="*/ 1997014 w 7467600"/>
              <a:gd name="connsiteY142" fmla="*/ 4698007 h 6858000"/>
              <a:gd name="connsiteX143" fmla="*/ 2305292 w 7467600"/>
              <a:gd name="connsiteY143" fmla="*/ 4219492 h 6858000"/>
              <a:gd name="connsiteX144" fmla="*/ 3360922 w 7467600"/>
              <a:gd name="connsiteY144" fmla="*/ 4529373 h 6858000"/>
              <a:gd name="connsiteX145" fmla="*/ 3492420 w 7467600"/>
              <a:gd name="connsiteY145" fmla="*/ 4510145 h 6858000"/>
              <a:gd name="connsiteX146" fmla="*/ 3364086 w 7467600"/>
              <a:gd name="connsiteY146" fmla="*/ 4480340 h 6858000"/>
              <a:gd name="connsiteX147" fmla="*/ 3225818 w 7467600"/>
              <a:gd name="connsiteY147" fmla="*/ 4411822 h 6858000"/>
              <a:gd name="connsiteX148" fmla="*/ 3129696 w 7467600"/>
              <a:gd name="connsiteY148" fmla="*/ 4360704 h 6858000"/>
              <a:gd name="connsiteX149" fmla="*/ 2814545 w 7467600"/>
              <a:gd name="connsiteY149" fmla="*/ 4282955 h 6858000"/>
              <a:gd name="connsiteX150" fmla="*/ 2305292 w 7467600"/>
              <a:gd name="connsiteY150" fmla="*/ 4219492 h 6858000"/>
              <a:gd name="connsiteX151" fmla="*/ 2626982 w 7467600"/>
              <a:gd name="connsiteY151" fmla="*/ 4206450 h 6858000"/>
              <a:gd name="connsiteX152" fmla="*/ 2490617 w 7467600"/>
              <a:gd name="connsiteY152" fmla="*/ 4206951 h 6858000"/>
              <a:gd name="connsiteX153" fmla="*/ 2819869 w 7467600"/>
              <a:gd name="connsiteY153" fmla="*/ 4252936 h 6858000"/>
              <a:gd name="connsiteX154" fmla="*/ 3143018 w 7467600"/>
              <a:gd name="connsiteY154" fmla="*/ 4332698 h 6858000"/>
              <a:gd name="connsiteX155" fmla="*/ 3241520 w 7467600"/>
              <a:gd name="connsiteY155" fmla="*/ 4385112 h 6858000"/>
              <a:gd name="connsiteX156" fmla="*/ 3374575 w 7467600"/>
              <a:gd name="connsiteY156" fmla="*/ 4451517 h 6858000"/>
              <a:gd name="connsiteX157" fmla="*/ 3505221 w 7467600"/>
              <a:gd name="connsiteY157" fmla="*/ 4480757 h 6858000"/>
              <a:gd name="connsiteX158" fmla="*/ 2626982 w 7467600"/>
              <a:gd name="connsiteY158" fmla="*/ 4206450 h 6858000"/>
              <a:gd name="connsiteX159" fmla="*/ 1310106 w 7467600"/>
              <a:gd name="connsiteY159" fmla="*/ 3943217 h 6858000"/>
              <a:gd name="connsiteX160" fmla="*/ 854994 w 7467600"/>
              <a:gd name="connsiteY160" fmla="*/ 4399136 h 6858000"/>
              <a:gd name="connsiteX161" fmla="*/ 742462 w 7467600"/>
              <a:gd name="connsiteY161" fmla="*/ 4594648 h 6858000"/>
              <a:gd name="connsiteX162" fmla="*/ 820602 w 7467600"/>
              <a:gd name="connsiteY162" fmla="*/ 4485915 h 6858000"/>
              <a:gd name="connsiteX163" fmla="*/ 878295 w 7467600"/>
              <a:gd name="connsiteY163" fmla="*/ 4403594 h 6858000"/>
              <a:gd name="connsiteX164" fmla="*/ 1240607 w 7467600"/>
              <a:gd name="connsiteY164" fmla="*/ 4010401 h 6858000"/>
              <a:gd name="connsiteX165" fmla="*/ 1310106 w 7467600"/>
              <a:gd name="connsiteY165" fmla="*/ 3943217 h 6858000"/>
              <a:gd name="connsiteX166" fmla="*/ 1423113 w 7467600"/>
              <a:gd name="connsiteY166" fmla="*/ 3874565 h 6858000"/>
              <a:gd name="connsiteX167" fmla="*/ 1260565 w 7467600"/>
              <a:gd name="connsiteY167" fmla="*/ 4031982 h 6858000"/>
              <a:gd name="connsiteX168" fmla="*/ 901900 w 7467600"/>
              <a:gd name="connsiteY168" fmla="*/ 4421236 h 6858000"/>
              <a:gd name="connsiteX169" fmla="*/ 845044 w 7467600"/>
              <a:gd name="connsiteY169" fmla="*/ 4502436 h 6858000"/>
              <a:gd name="connsiteX170" fmla="*/ 685926 w 7467600"/>
              <a:gd name="connsiteY170" fmla="*/ 4703069 h 6858000"/>
              <a:gd name="connsiteX171" fmla="*/ 684248 w 7467600"/>
              <a:gd name="connsiteY171" fmla="*/ 4706721 h 6858000"/>
              <a:gd name="connsiteX172" fmla="*/ 1423113 w 7467600"/>
              <a:gd name="connsiteY172" fmla="*/ 3874565 h 6858000"/>
              <a:gd name="connsiteX173" fmla="*/ 3316479 w 7467600"/>
              <a:gd name="connsiteY173" fmla="*/ 3872136 h 6858000"/>
              <a:gd name="connsiteX174" fmla="*/ 3546806 w 7467600"/>
              <a:gd name="connsiteY174" fmla="*/ 4356139 h 6858000"/>
              <a:gd name="connsiteX175" fmla="*/ 3364433 w 7467600"/>
              <a:gd name="connsiteY175" fmla="*/ 3953121 h 6858000"/>
              <a:gd name="connsiteX176" fmla="*/ 3316479 w 7467600"/>
              <a:gd name="connsiteY176" fmla="*/ 3872136 h 6858000"/>
              <a:gd name="connsiteX177" fmla="*/ 3291335 w 7467600"/>
              <a:gd name="connsiteY177" fmla="*/ 3767420 h 6858000"/>
              <a:gd name="connsiteX178" fmla="*/ 3390805 w 7467600"/>
              <a:gd name="connsiteY178" fmla="*/ 3937163 h 6858000"/>
              <a:gd name="connsiteX179" fmla="*/ 3579062 w 7467600"/>
              <a:gd name="connsiteY179" fmla="*/ 4359040 h 6858000"/>
              <a:gd name="connsiteX180" fmla="*/ 3467355 w 7467600"/>
              <a:gd name="connsiteY180" fmla="*/ 3988130 h 6858000"/>
              <a:gd name="connsiteX181" fmla="*/ 3310753 w 7467600"/>
              <a:gd name="connsiteY181" fmla="*/ 3787140 h 6858000"/>
              <a:gd name="connsiteX182" fmla="*/ 3291335 w 7467600"/>
              <a:gd name="connsiteY182" fmla="*/ 3767420 h 6858000"/>
              <a:gd name="connsiteX183" fmla="*/ 1635889 w 7467600"/>
              <a:gd name="connsiteY183" fmla="*/ 3709494 h 6858000"/>
              <a:gd name="connsiteX184" fmla="*/ 1634800 w 7467600"/>
              <a:gd name="connsiteY184" fmla="*/ 3731111 h 6858000"/>
              <a:gd name="connsiteX185" fmla="*/ 1635889 w 7467600"/>
              <a:gd name="connsiteY185" fmla="*/ 3709494 h 6858000"/>
              <a:gd name="connsiteX186" fmla="*/ 1510397 w 7467600"/>
              <a:gd name="connsiteY186" fmla="*/ 3684705 h 6858000"/>
              <a:gd name="connsiteX187" fmla="*/ 1146550 w 7467600"/>
              <a:gd name="connsiteY187" fmla="*/ 3802012 h 6858000"/>
              <a:gd name="connsiteX188" fmla="*/ 698834 w 7467600"/>
              <a:gd name="connsiteY188" fmla="*/ 3952272 h 6858000"/>
              <a:gd name="connsiteX189" fmla="*/ 34256 w 7467600"/>
              <a:gd name="connsiteY189" fmla="*/ 4347603 h 6858000"/>
              <a:gd name="connsiteX190" fmla="*/ 527241 w 7467600"/>
              <a:gd name="connsiteY190" fmla="*/ 4065078 h 6858000"/>
              <a:gd name="connsiteX191" fmla="*/ 1510397 w 7467600"/>
              <a:gd name="connsiteY191" fmla="*/ 3684705 h 6858000"/>
              <a:gd name="connsiteX192" fmla="*/ 1313114 w 7467600"/>
              <a:gd name="connsiteY192" fmla="*/ 3655216 h 6858000"/>
              <a:gd name="connsiteX193" fmla="*/ 1109304 w 7467600"/>
              <a:gd name="connsiteY193" fmla="*/ 3669030 h 6858000"/>
              <a:gd name="connsiteX194" fmla="*/ 8129 w 7467600"/>
              <a:gd name="connsiteY194" fmla="*/ 4330519 h 6858000"/>
              <a:gd name="connsiteX195" fmla="*/ 687572 w 7467600"/>
              <a:gd name="connsiteY195" fmla="*/ 3925629 h 6858000"/>
              <a:gd name="connsiteX196" fmla="*/ 1138365 w 7467600"/>
              <a:gd name="connsiteY196" fmla="*/ 3774515 h 6858000"/>
              <a:gd name="connsiteX197" fmla="*/ 1505579 w 7467600"/>
              <a:gd name="connsiteY197" fmla="*/ 3655526 h 6858000"/>
              <a:gd name="connsiteX198" fmla="*/ 1313114 w 7467600"/>
              <a:gd name="connsiteY198" fmla="*/ 3655216 h 6858000"/>
              <a:gd name="connsiteX199" fmla="*/ 3655073 w 7467600"/>
              <a:gd name="connsiteY199" fmla="*/ 3650884 h 6858000"/>
              <a:gd name="connsiteX200" fmla="*/ 3989938 w 7467600"/>
              <a:gd name="connsiteY200" fmla="*/ 3991685 h 6858000"/>
              <a:gd name="connsiteX201" fmla="*/ 4393907 w 7467600"/>
              <a:gd name="connsiteY201" fmla="*/ 4261258 h 6858000"/>
              <a:gd name="connsiteX202" fmla="*/ 4648051 w 7467600"/>
              <a:gd name="connsiteY202" fmla="*/ 4374051 h 6858000"/>
              <a:gd name="connsiteX203" fmla="*/ 4383389 w 7467600"/>
              <a:gd name="connsiteY203" fmla="*/ 4184369 h 6858000"/>
              <a:gd name="connsiteX204" fmla="*/ 4165508 w 7467600"/>
              <a:gd name="connsiteY204" fmla="*/ 4035196 h 6858000"/>
              <a:gd name="connsiteX205" fmla="*/ 4068162 w 7467600"/>
              <a:gd name="connsiteY205" fmla="*/ 3953394 h 6858000"/>
              <a:gd name="connsiteX206" fmla="*/ 3981416 w 7467600"/>
              <a:gd name="connsiteY206" fmla="*/ 3880482 h 6858000"/>
              <a:gd name="connsiteX207" fmla="*/ 3800147 w 7467600"/>
              <a:gd name="connsiteY207" fmla="*/ 3749872 h 6858000"/>
              <a:gd name="connsiteX208" fmla="*/ 3655073 w 7467600"/>
              <a:gd name="connsiteY208" fmla="*/ 3650884 h 6858000"/>
              <a:gd name="connsiteX209" fmla="*/ 3670252 w 7467600"/>
              <a:gd name="connsiteY209" fmla="*/ 3622798 h 6858000"/>
              <a:gd name="connsiteX210" fmla="*/ 3817258 w 7467600"/>
              <a:gd name="connsiteY210" fmla="*/ 3723577 h 6858000"/>
              <a:gd name="connsiteX211" fmla="*/ 4000461 w 7467600"/>
              <a:gd name="connsiteY211" fmla="*/ 3855966 h 6858000"/>
              <a:gd name="connsiteX212" fmla="*/ 4088180 w 7467600"/>
              <a:gd name="connsiteY212" fmla="*/ 3929774 h 6858000"/>
              <a:gd name="connsiteX213" fmla="*/ 4184555 w 7467600"/>
              <a:gd name="connsiteY213" fmla="*/ 4010683 h 6858000"/>
              <a:gd name="connsiteX214" fmla="*/ 4399563 w 7467600"/>
              <a:gd name="connsiteY214" fmla="*/ 4158106 h 6858000"/>
              <a:gd name="connsiteX215" fmla="*/ 4684469 w 7467600"/>
              <a:gd name="connsiteY215" fmla="*/ 4364680 h 6858000"/>
              <a:gd name="connsiteX216" fmla="*/ 4690271 w 7467600"/>
              <a:gd name="connsiteY216" fmla="*/ 4370034 h 6858000"/>
              <a:gd name="connsiteX217" fmla="*/ 4136093 w 7467600"/>
              <a:gd name="connsiteY217" fmla="*/ 3858466 h 6858000"/>
              <a:gd name="connsiteX218" fmla="*/ 3670252 w 7467600"/>
              <a:gd name="connsiteY218" fmla="*/ 3622798 h 6858000"/>
              <a:gd name="connsiteX219" fmla="*/ 4440129 w 7467600"/>
              <a:gd name="connsiteY219" fmla="*/ 3448571 h 6858000"/>
              <a:gd name="connsiteX220" fmla="*/ 4856525 w 7467600"/>
              <a:gd name="connsiteY220" fmla="*/ 3915351 h 6858000"/>
              <a:gd name="connsiteX221" fmla="*/ 5059055 w 7467600"/>
              <a:gd name="connsiteY221" fmla="*/ 4108918 h 6858000"/>
              <a:gd name="connsiteX222" fmla="*/ 5290070 w 7467600"/>
              <a:gd name="connsiteY222" fmla="*/ 4263619 h 6858000"/>
              <a:gd name="connsiteX223" fmla="*/ 4834991 w 7467600"/>
              <a:gd name="connsiteY223" fmla="*/ 3830985 h 6858000"/>
              <a:gd name="connsiteX224" fmla="*/ 4440129 w 7467600"/>
              <a:gd name="connsiteY224" fmla="*/ 3448571 h 6858000"/>
              <a:gd name="connsiteX225" fmla="*/ 4441737 w 7467600"/>
              <a:gd name="connsiteY225" fmla="*/ 3399734 h 6858000"/>
              <a:gd name="connsiteX226" fmla="*/ 4431236 w 7467600"/>
              <a:gd name="connsiteY226" fmla="*/ 3400954 h 6858000"/>
              <a:gd name="connsiteX227" fmla="*/ 4557150 w 7467600"/>
              <a:gd name="connsiteY227" fmla="*/ 3510023 h 6858000"/>
              <a:gd name="connsiteX228" fmla="*/ 4856936 w 7467600"/>
              <a:gd name="connsiteY228" fmla="*/ 3809146 h 6858000"/>
              <a:gd name="connsiteX229" fmla="*/ 5111996 w 7467600"/>
              <a:gd name="connsiteY229" fmla="*/ 4065759 h 6858000"/>
              <a:gd name="connsiteX230" fmla="*/ 5388878 w 7467600"/>
              <a:gd name="connsiteY230" fmla="*/ 4300185 h 6858000"/>
              <a:gd name="connsiteX231" fmla="*/ 5425556 w 7467600"/>
              <a:gd name="connsiteY231" fmla="*/ 4308967 h 6858000"/>
              <a:gd name="connsiteX232" fmla="*/ 4943646 w 7467600"/>
              <a:gd name="connsiteY232" fmla="*/ 3822916 h 6858000"/>
              <a:gd name="connsiteX233" fmla="*/ 4594837 w 7467600"/>
              <a:gd name="connsiteY233" fmla="*/ 3532274 h 6858000"/>
              <a:gd name="connsiteX234" fmla="*/ 4441737 w 7467600"/>
              <a:gd name="connsiteY234" fmla="*/ 3399734 h 6858000"/>
              <a:gd name="connsiteX235" fmla="*/ 5425834 w 7467600"/>
              <a:gd name="connsiteY235" fmla="*/ 3162785 h 6858000"/>
              <a:gd name="connsiteX236" fmla="*/ 5401644 w 7467600"/>
              <a:gd name="connsiteY236" fmla="*/ 3617847 h 6858000"/>
              <a:gd name="connsiteX237" fmla="*/ 5467256 w 7467600"/>
              <a:gd name="connsiteY237" fmla="*/ 4175494 h 6858000"/>
              <a:gd name="connsiteX238" fmla="*/ 5448069 w 7467600"/>
              <a:gd name="connsiteY238" fmla="*/ 3567554 h 6858000"/>
              <a:gd name="connsiteX239" fmla="*/ 5425834 w 7467600"/>
              <a:gd name="connsiteY239" fmla="*/ 3162785 h 6858000"/>
              <a:gd name="connsiteX240" fmla="*/ 1318687 w 7467600"/>
              <a:gd name="connsiteY240" fmla="*/ 3113840 h 6858000"/>
              <a:gd name="connsiteX241" fmla="*/ 1066793 w 7467600"/>
              <a:gd name="connsiteY241" fmla="*/ 3212171 h 6858000"/>
              <a:gd name="connsiteX242" fmla="*/ 993319 w 7467600"/>
              <a:gd name="connsiteY242" fmla="*/ 3247648 h 6858000"/>
              <a:gd name="connsiteX243" fmla="*/ 853081 w 7467600"/>
              <a:gd name="connsiteY243" fmla="*/ 3312410 h 6858000"/>
              <a:gd name="connsiteX244" fmla="*/ 805957 w 7467600"/>
              <a:gd name="connsiteY244" fmla="*/ 3330443 h 6858000"/>
              <a:gd name="connsiteX245" fmla="*/ 1318687 w 7467600"/>
              <a:gd name="connsiteY245" fmla="*/ 3113840 h 6858000"/>
              <a:gd name="connsiteX246" fmla="*/ 5453702 w 7467600"/>
              <a:gd name="connsiteY246" fmla="*/ 3090882 h 6858000"/>
              <a:gd name="connsiteX247" fmla="*/ 5480135 w 7467600"/>
              <a:gd name="connsiteY247" fmla="*/ 3565802 h 6858000"/>
              <a:gd name="connsiteX248" fmla="*/ 5499023 w 7467600"/>
              <a:gd name="connsiteY248" fmla="*/ 4166310 h 6858000"/>
              <a:gd name="connsiteX249" fmla="*/ 5547022 w 7467600"/>
              <a:gd name="connsiteY249" fmla="*/ 3607838 h 6858000"/>
              <a:gd name="connsiteX250" fmla="*/ 5515964 w 7467600"/>
              <a:gd name="connsiteY250" fmla="*/ 3378541 h 6858000"/>
              <a:gd name="connsiteX251" fmla="*/ 5453702 w 7467600"/>
              <a:gd name="connsiteY251" fmla="*/ 3090882 h 6858000"/>
              <a:gd name="connsiteX252" fmla="*/ 1238695 w 7467600"/>
              <a:gd name="connsiteY252" fmla="*/ 3076820 h 6858000"/>
              <a:gd name="connsiteX253" fmla="*/ 716371 w 7467600"/>
              <a:gd name="connsiteY253" fmla="*/ 3293249 h 6858000"/>
              <a:gd name="connsiteX254" fmla="*/ 579522 w 7467600"/>
              <a:gd name="connsiteY254" fmla="*/ 3371759 h 6858000"/>
              <a:gd name="connsiteX255" fmla="*/ 600288 w 7467600"/>
              <a:gd name="connsiteY255" fmla="*/ 3365555 h 6858000"/>
              <a:gd name="connsiteX256" fmla="*/ 840692 w 7467600"/>
              <a:gd name="connsiteY256" fmla="*/ 3284921 h 6858000"/>
              <a:gd name="connsiteX257" fmla="*/ 979248 w 7467600"/>
              <a:gd name="connsiteY257" fmla="*/ 3221003 h 6858000"/>
              <a:gd name="connsiteX258" fmla="*/ 1053282 w 7467600"/>
              <a:gd name="connsiteY258" fmla="*/ 3185247 h 6858000"/>
              <a:gd name="connsiteX259" fmla="*/ 1320603 w 7467600"/>
              <a:gd name="connsiteY259" fmla="*/ 3081281 h 6858000"/>
              <a:gd name="connsiteX260" fmla="*/ 1238695 w 7467600"/>
              <a:gd name="connsiteY260" fmla="*/ 3076820 h 6858000"/>
              <a:gd name="connsiteX261" fmla="*/ 5425627 w 7467600"/>
              <a:gd name="connsiteY261" fmla="*/ 2954192 h 6858000"/>
              <a:gd name="connsiteX262" fmla="*/ 5470770 w 7467600"/>
              <a:gd name="connsiteY262" fmla="*/ 3005435 h 6858000"/>
              <a:gd name="connsiteX263" fmla="*/ 5519779 w 7467600"/>
              <a:gd name="connsiteY263" fmla="*/ 4359223 h 6858000"/>
              <a:gd name="connsiteX264" fmla="*/ 5520293 w 7467600"/>
              <a:gd name="connsiteY264" fmla="*/ 4360602 h 6858000"/>
              <a:gd name="connsiteX265" fmla="*/ 5767221 w 7467600"/>
              <a:gd name="connsiteY265" fmla="*/ 4665564 h 6858000"/>
              <a:gd name="connsiteX266" fmla="*/ 6937169 w 7467600"/>
              <a:gd name="connsiteY266" fmla="*/ 4815941 h 6858000"/>
              <a:gd name="connsiteX267" fmla="*/ 6953922 w 7467600"/>
              <a:gd name="connsiteY267" fmla="*/ 4890068 h 6858000"/>
              <a:gd name="connsiteX268" fmla="*/ 6071359 w 7467600"/>
              <a:gd name="connsiteY268" fmla="*/ 4770770 h 6858000"/>
              <a:gd name="connsiteX269" fmla="*/ 6038839 w 7467600"/>
              <a:gd name="connsiteY269" fmla="*/ 4764474 h 6858000"/>
              <a:gd name="connsiteX270" fmla="*/ 6038706 w 7467600"/>
              <a:gd name="connsiteY270" fmla="*/ 4763847 h 6858000"/>
              <a:gd name="connsiteX271" fmla="*/ 6037784 w 7467600"/>
              <a:gd name="connsiteY271" fmla="*/ 4764270 h 6858000"/>
              <a:gd name="connsiteX272" fmla="*/ 6038839 w 7467600"/>
              <a:gd name="connsiteY272" fmla="*/ 4764474 h 6858000"/>
              <a:gd name="connsiteX273" fmla="*/ 6040338 w 7467600"/>
              <a:gd name="connsiteY273" fmla="*/ 4771418 h 6858000"/>
              <a:gd name="connsiteX274" fmla="*/ 6024488 w 7467600"/>
              <a:gd name="connsiteY274" fmla="*/ 4809903 h 6858000"/>
              <a:gd name="connsiteX275" fmla="*/ 5599771 w 7467600"/>
              <a:gd name="connsiteY275" fmla="*/ 5509652 h 6858000"/>
              <a:gd name="connsiteX276" fmla="*/ 5548843 w 7467600"/>
              <a:gd name="connsiteY276" fmla="*/ 5563845 h 6858000"/>
              <a:gd name="connsiteX277" fmla="*/ 5940952 w 7467600"/>
              <a:gd name="connsiteY277" fmla="*/ 6250028 h 6858000"/>
              <a:gd name="connsiteX278" fmla="*/ 6043441 w 7467600"/>
              <a:gd name="connsiteY278" fmla="*/ 6665847 h 6858000"/>
              <a:gd name="connsiteX279" fmla="*/ 6093432 w 7467600"/>
              <a:gd name="connsiteY279" fmla="*/ 6858000 h 6858000"/>
              <a:gd name="connsiteX280" fmla="*/ 6034344 w 7467600"/>
              <a:gd name="connsiteY280" fmla="*/ 6858000 h 6858000"/>
              <a:gd name="connsiteX281" fmla="*/ 6026679 w 7467600"/>
              <a:gd name="connsiteY281" fmla="*/ 6836959 h 6858000"/>
              <a:gd name="connsiteX282" fmla="*/ 5800441 w 7467600"/>
              <a:gd name="connsiteY282" fmla="*/ 6335286 h 6858000"/>
              <a:gd name="connsiteX283" fmla="*/ 5526562 w 7467600"/>
              <a:gd name="connsiteY283" fmla="*/ 5705388 h 6858000"/>
              <a:gd name="connsiteX284" fmla="*/ 5519640 w 7467600"/>
              <a:gd name="connsiteY284" fmla="*/ 5683774 h 6858000"/>
              <a:gd name="connsiteX285" fmla="*/ 5844559 w 7467600"/>
              <a:gd name="connsiteY285" fmla="*/ 6553349 h 6858000"/>
              <a:gd name="connsiteX286" fmla="*/ 5975994 w 7467600"/>
              <a:gd name="connsiteY286" fmla="*/ 6858000 h 6858000"/>
              <a:gd name="connsiteX287" fmla="*/ 5898547 w 7467600"/>
              <a:gd name="connsiteY287" fmla="*/ 6858000 h 6858000"/>
              <a:gd name="connsiteX288" fmla="*/ 5682041 w 7467600"/>
              <a:gd name="connsiteY288" fmla="*/ 6355860 h 6858000"/>
              <a:gd name="connsiteX289" fmla="*/ 5461758 w 7467600"/>
              <a:gd name="connsiteY289" fmla="*/ 5820220 h 6858000"/>
              <a:gd name="connsiteX290" fmla="*/ 5237282 w 7467600"/>
              <a:gd name="connsiteY290" fmla="*/ 6579086 h 6858000"/>
              <a:gd name="connsiteX291" fmla="*/ 5115009 w 7467600"/>
              <a:gd name="connsiteY291" fmla="*/ 6858000 h 6858000"/>
              <a:gd name="connsiteX292" fmla="*/ 5028074 w 7467600"/>
              <a:gd name="connsiteY292" fmla="*/ 6858000 h 6858000"/>
              <a:gd name="connsiteX293" fmla="*/ 5079508 w 7467600"/>
              <a:gd name="connsiteY293" fmla="*/ 6749074 h 6858000"/>
              <a:gd name="connsiteX294" fmla="*/ 5371846 w 7467600"/>
              <a:gd name="connsiteY294" fmla="*/ 5924413 h 6858000"/>
              <a:gd name="connsiteX295" fmla="*/ 5270512 w 7467600"/>
              <a:gd name="connsiteY295" fmla="*/ 6138975 h 6858000"/>
              <a:gd name="connsiteX296" fmla="*/ 5062409 w 7467600"/>
              <a:gd name="connsiteY296" fmla="*/ 6653544 h 6858000"/>
              <a:gd name="connsiteX297" fmla="*/ 5036628 w 7467600"/>
              <a:gd name="connsiteY297" fmla="*/ 6754247 h 6858000"/>
              <a:gd name="connsiteX298" fmla="*/ 5009112 w 7467600"/>
              <a:gd name="connsiteY298" fmla="*/ 6858000 h 6858000"/>
              <a:gd name="connsiteX299" fmla="*/ 4976679 w 7467600"/>
              <a:gd name="connsiteY299" fmla="*/ 6858000 h 6858000"/>
              <a:gd name="connsiteX300" fmla="*/ 5006537 w 7467600"/>
              <a:gd name="connsiteY300" fmla="*/ 6747068 h 6858000"/>
              <a:gd name="connsiteX301" fmla="*/ 5032723 w 7467600"/>
              <a:gd name="connsiteY301" fmla="*/ 6644957 h 6858000"/>
              <a:gd name="connsiteX302" fmla="*/ 5242949 w 7467600"/>
              <a:gd name="connsiteY302" fmla="*/ 6125175 h 6858000"/>
              <a:gd name="connsiteX303" fmla="*/ 5286321 w 7467600"/>
              <a:gd name="connsiteY303" fmla="*/ 6033555 h 6858000"/>
              <a:gd name="connsiteX304" fmla="*/ 5008210 w 7467600"/>
              <a:gd name="connsiteY304" fmla="*/ 6649194 h 6858000"/>
              <a:gd name="connsiteX305" fmla="*/ 4986321 w 7467600"/>
              <a:gd name="connsiteY305" fmla="*/ 6765687 h 6858000"/>
              <a:gd name="connsiteX306" fmla="*/ 4973474 w 7467600"/>
              <a:gd name="connsiteY306" fmla="*/ 6858000 h 6858000"/>
              <a:gd name="connsiteX307" fmla="*/ 4907178 w 7467600"/>
              <a:gd name="connsiteY307" fmla="*/ 6858000 h 6858000"/>
              <a:gd name="connsiteX308" fmla="*/ 4910810 w 7467600"/>
              <a:gd name="connsiteY308" fmla="*/ 6829660 h 6858000"/>
              <a:gd name="connsiteX309" fmla="*/ 4987461 w 7467600"/>
              <a:gd name="connsiteY309" fmla="*/ 6432994 h 6858000"/>
              <a:gd name="connsiteX310" fmla="*/ 5179262 w 7467600"/>
              <a:gd name="connsiteY310" fmla="*/ 6035044 h 6858000"/>
              <a:gd name="connsiteX311" fmla="*/ 4689678 w 7467600"/>
              <a:gd name="connsiteY311" fmla="*/ 6440241 h 6858000"/>
              <a:gd name="connsiteX312" fmla="*/ 4477543 w 7467600"/>
              <a:gd name="connsiteY312" fmla="*/ 6674836 h 6858000"/>
              <a:gd name="connsiteX313" fmla="*/ 4329957 w 7467600"/>
              <a:gd name="connsiteY313" fmla="*/ 6858000 h 6858000"/>
              <a:gd name="connsiteX314" fmla="*/ 4218595 w 7467600"/>
              <a:gd name="connsiteY314" fmla="*/ 6858000 h 6858000"/>
              <a:gd name="connsiteX315" fmla="*/ 4368888 w 7467600"/>
              <a:gd name="connsiteY315" fmla="*/ 6668412 h 6858000"/>
              <a:gd name="connsiteX316" fmla="*/ 4563091 w 7467600"/>
              <a:gd name="connsiteY316" fmla="*/ 6442508 h 6858000"/>
              <a:gd name="connsiteX317" fmla="*/ 5387324 w 7467600"/>
              <a:gd name="connsiteY317" fmla="*/ 5705830 h 6858000"/>
              <a:gd name="connsiteX318" fmla="*/ 5073620 w 7467600"/>
              <a:gd name="connsiteY318" fmla="*/ 5955437 h 6858000"/>
              <a:gd name="connsiteX319" fmla="*/ 4689789 w 7467600"/>
              <a:gd name="connsiteY319" fmla="*/ 6268382 h 6858000"/>
              <a:gd name="connsiteX320" fmla="*/ 4418722 w 7467600"/>
              <a:gd name="connsiteY320" fmla="*/ 6570886 h 6858000"/>
              <a:gd name="connsiteX321" fmla="*/ 4214944 w 7467600"/>
              <a:gd name="connsiteY321" fmla="*/ 6858000 h 6858000"/>
              <a:gd name="connsiteX322" fmla="*/ 4177898 w 7467600"/>
              <a:gd name="connsiteY322" fmla="*/ 6858000 h 6858000"/>
              <a:gd name="connsiteX323" fmla="*/ 4391597 w 7467600"/>
              <a:gd name="connsiteY323" fmla="*/ 6556370 h 6858000"/>
              <a:gd name="connsiteX324" fmla="*/ 4668889 w 7467600"/>
              <a:gd name="connsiteY324" fmla="*/ 6246399 h 6858000"/>
              <a:gd name="connsiteX325" fmla="*/ 5055427 w 7467600"/>
              <a:gd name="connsiteY325" fmla="*/ 5931476 h 6858000"/>
              <a:gd name="connsiteX326" fmla="*/ 5371814 w 7467600"/>
              <a:gd name="connsiteY326" fmla="*/ 5678975 h 6858000"/>
              <a:gd name="connsiteX327" fmla="*/ 4987918 w 7467600"/>
              <a:gd name="connsiteY327" fmla="*/ 5838701 h 6858000"/>
              <a:gd name="connsiteX328" fmla="*/ 4317146 w 7467600"/>
              <a:gd name="connsiteY328" fmla="*/ 6587716 h 6858000"/>
              <a:gd name="connsiteX329" fmla="*/ 4171627 w 7467600"/>
              <a:gd name="connsiteY329" fmla="*/ 6858000 h 6858000"/>
              <a:gd name="connsiteX330" fmla="*/ 4081585 w 7467600"/>
              <a:gd name="connsiteY330" fmla="*/ 6858000 h 6858000"/>
              <a:gd name="connsiteX331" fmla="*/ 4238603 w 7467600"/>
              <a:gd name="connsiteY331" fmla="*/ 6559341 h 6858000"/>
              <a:gd name="connsiteX332" fmla="*/ 4778333 w 7467600"/>
              <a:gd name="connsiteY332" fmla="*/ 5873626 h 6858000"/>
              <a:gd name="connsiteX333" fmla="*/ 5414185 w 7467600"/>
              <a:gd name="connsiteY333" fmla="*/ 5573882 h 6858000"/>
              <a:gd name="connsiteX334" fmla="*/ 5959648 w 7467600"/>
              <a:gd name="connsiteY334" fmla="*/ 4760797 h 6858000"/>
              <a:gd name="connsiteX335" fmla="*/ 5355019 w 7467600"/>
              <a:gd name="connsiteY335" fmla="*/ 4734672 h 6858000"/>
              <a:gd name="connsiteX336" fmla="*/ 5083565 w 7467600"/>
              <a:gd name="connsiteY336" fmla="*/ 5179121 h 6858000"/>
              <a:gd name="connsiteX337" fmla="*/ 4713577 w 7467600"/>
              <a:gd name="connsiteY337" fmla="*/ 5616803 h 6858000"/>
              <a:gd name="connsiteX338" fmla="*/ 3989559 w 7467600"/>
              <a:gd name="connsiteY338" fmla="*/ 6145945 h 6858000"/>
              <a:gd name="connsiteX339" fmla="*/ 3939824 w 7467600"/>
              <a:gd name="connsiteY339" fmla="*/ 6066900 h 6858000"/>
              <a:gd name="connsiteX340" fmla="*/ 4584537 w 7467600"/>
              <a:gd name="connsiteY340" fmla="*/ 5324826 h 6858000"/>
              <a:gd name="connsiteX341" fmla="*/ 5037105 w 7467600"/>
              <a:gd name="connsiteY341" fmla="*/ 5088765 h 6858000"/>
              <a:gd name="connsiteX342" fmla="*/ 5039930 w 7467600"/>
              <a:gd name="connsiteY342" fmla="*/ 5089585 h 6858000"/>
              <a:gd name="connsiteX343" fmla="*/ 5263764 w 7467600"/>
              <a:gd name="connsiteY343" fmla="*/ 4735525 h 6858000"/>
              <a:gd name="connsiteX344" fmla="*/ 4086300 w 7467600"/>
              <a:gd name="connsiteY344" fmla="*/ 4884599 h 6858000"/>
              <a:gd name="connsiteX345" fmla="*/ 4085485 w 7467600"/>
              <a:gd name="connsiteY345" fmla="*/ 4899070 h 6858000"/>
              <a:gd name="connsiteX346" fmla="*/ 3871915 w 7467600"/>
              <a:gd name="connsiteY346" fmla="*/ 5253645 h 6858000"/>
              <a:gd name="connsiteX347" fmla="*/ 3799374 w 7467600"/>
              <a:gd name="connsiteY347" fmla="*/ 5466127 h 6858000"/>
              <a:gd name="connsiteX348" fmla="*/ 3498850 w 7467600"/>
              <a:gd name="connsiteY348" fmla="*/ 6661888 h 6858000"/>
              <a:gd name="connsiteX349" fmla="*/ 3399216 w 7467600"/>
              <a:gd name="connsiteY349" fmla="*/ 6858000 h 6858000"/>
              <a:gd name="connsiteX350" fmla="*/ 3303688 w 7467600"/>
              <a:gd name="connsiteY350" fmla="*/ 6858000 h 6858000"/>
              <a:gd name="connsiteX351" fmla="*/ 3391774 w 7467600"/>
              <a:gd name="connsiteY351" fmla="*/ 6697181 h 6858000"/>
              <a:gd name="connsiteX352" fmla="*/ 3735540 w 7467600"/>
              <a:gd name="connsiteY352" fmla="*/ 5546923 h 6858000"/>
              <a:gd name="connsiteX353" fmla="*/ 3729438 w 7467600"/>
              <a:gd name="connsiteY353" fmla="*/ 5569058 h 6858000"/>
              <a:gd name="connsiteX354" fmla="*/ 3707782 w 7467600"/>
              <a:gd name="connsiteY354" fmla="*/ 5644908 h 6858000"/>
              <a:gd name="connsiteX355" fmla="*/ 3583827 w 7467600"/>
              <a:gd name="connsiteY355" fmla="*/ 6039215 h 6858000"/>
              <a:gd name="connsiteX356" fmla="*/ 3547861 w 7467600"/>
              <a:gd name="connsiteY356" fmla="*/ 6129609 h 6858000"/>
              <a:gd name="connsiteX357" fmla="*/ 3490905 w 7467600"/>
              <a:gd name="connsiteY357" fmla="*/ 6277660 h 6858000"/>
              <a:gd name="connsiteX358" fmla="*/ 3455859 w 7467600"/>
              <a:gd name="connsiteY358" fmla="*/ 6391301 h 6858000"/>
              <a:gd name="connsiteX359" fmla="*/ 3429112 w 7467600"/>
              <a:gd name="connsiteY359" fmla="*/ 6479469 h 6858000"/>
              <a:gd name="connsiteX360" fmla="*/ 3304862 w 7467600"/>
              <a:gd name="connsiteY360" fmla="*/ 6796476 h 6858000"/>
              <a:gd name="connsiteX361" fmla="*/ 3276071 w 7467600"/>
              <a:gd name="connsiteY361" fmla="*/ 6858000 h 6858000"/>
              <a:gd name="connsiteX362" fmla="*/ 3240805 w 7467600"/>
              <a:gd name="connsiteY362" fmla="*/ 6858000 h 6858000"/>
              <a:gd name="connsiteX363" fmla="*/ 3275917 w 7467600"/>
              <a:gd name="connsiteY363" fmla="*/ 6783192 h 6858000"/>
              <a:gd name="connsiteX364" fmla="*/ 3399358 w 7467600"/>
              <a:gd name="connsiteY364" fmla="*/ 6469011 h 6858000"/>
              <a:gd name="connsiteX365" fmla="*/ 3425650 w 7467600"/>
              <a:gd name="connsiteY365" fmla="*/ 6381333 h 6858000"/>
              <a:gd name="connsiteX366" fmla="*/ 3460661 w 7467600"/>
              <a:gd name="connsiteY366" fmla="*/ 6266763 h 6858000"/>
              <a:gd name="connsiteX367" fmla="*/ 3518021 w 7467600"/>
              <a:gd name="connsiteY367" fmla="*/ 6117298 h 6858000"/>
              <a:gd name="connsiteX368" fmla="*/ 3554035 w 7467600"/>
              <a:gd name="connsiteY368" fmla="*/ 6027832 h 6858000"/>
              <a:gd name="connsiteX369" fmla="*/ 3677174 w 7467600"/>
              <a:gd name="connsiteY369" fmla="*/ 5636351 h 6858000"/>
              <a:gd name="connsiteX370" fmla="*/ 3698819 w 7467600"/>
              <a:gd name="connsiteY370" fmla="*/ 5560503 h 6858000"/>
              <a:gd name="connsiteX371" fmla="*/ 3702094 w 7467600"/>
              <a:gd name="connsiteY371" fmla="*/ 5549194 h 6858000"/>
              <a:gd name="connsiteX372" fmla="*/ 3398355 w 7467600"/>
              <a:gd name="connsiteY372" fmla="*/ 6094603 h 6858000"/>
              <a:gd name="connsiteX373" fmla="*/ 3193941 w 7467600"/>
              <a:gd name="connsiteY373" fmla="*/ 6798775 h 6858000"/>
              <a:gd name="connsiteX374" fmla="*/ 3184140 w 7467600"/>
              <a:gd name="connsiteY374" fmla="*/ 6858000 h 6858000"/>
              <a:gd name="connsiteX375" fmla="*/ 3099978 w 7467600"/>
              <a:gd name="connsiteY375" fmla="*/ 6858000 h 6858000"/>
              <a:gd name="connsiteX376" fmla="*/ 3101556 w 7467600"/>
              <a:gd name="connsiteY376" fmla="*/ 6843337 h 6858000"/>
              <a:gd name="connsiteX377" fmla="*/ 3370162 w 7467600"/>
              <a:gd name="connsiteY377" fmla="*/ 5785550 h 6858000"/>
              <a:gd name="connsiteX378" fmla="*/ 3746477 w 7467600"/>
              <a:gd name="connsiteY378" fmla="*/ 5377889 h 6858000"/>
              <a:gd name="connsiteX379" fmla="*/ 3863399 w 7467600"/>
              <a:gd name="connsiteY379" fmla="*/ 5087257 h 6858000"/>
              <a:gd name="connsiteX380" fmla="*/ 3968712 w 7467600"/>
              <a:gd name="connsiteY380" fmla="*/ 4913989 h 6858000"/>
              <a:gd name="connsiteX381" fmla="*/ 2792390 w 7467600"/>
              <a:gd name="connsiteY381" fmla="*/ 5382974 h 6858000"/>
              <a:gd name="connsiteX382" fmla="*/ 2714982 w 7467600"/>
              <a:gd name="connsiteY382" fmla="*/ 5427051 h 6858000"/>
              <a:gd name="connsiteX383" fmla="*/ 2813361 w 7467600"/>
              <a:gd name="connsiteY383" fmla="*/ 6023912 h 6858000"/>
              <a:gd name="connsiteX384" fmla="*/ 2688430 w 7467600"/>
              <a:gd name="connsiteY384" fmla="*/ 6801564 h 6858000"/>
              <a:gd name="connsiteX385" fmla="*/ 2629626 w 7467600"/>
              <a:gd name="connsiteY385" fmla="*/ 6763394 h 6858000"/>
              <a:gd name="connsiteX386" fmla="*/ 2565328 w 7467600"/>
              <a:gd name="connsiteY386" fmla="*/ 5516399 h 6858000"/>
              <a:gd name="connsiteX387" fmla="*/ 1922999 w 7467600"/>
              <a:gd name="connsiteY387" fmla="*/ 5980343 h 6858000"/>
              <a:gd name="connsiteX388" fmla="*/ 1950261 w 7467600"/>
              <a:gd name="connsiteY388" fmla="*/ 6405858 h 6858000"/>
              <a:gd name="connsiteX389" fmla="*/ 2365554 w 7467600"/>
              <a:gd name="connsiteY389" fmla="*/ 6759107 h 6858000"/>
              <a:gd name="connsiteX390" fmla="*/ 2424142 w 7467600"/>
              <a:gd name="connsiteY390" fmla="*/ 6858000 h 6858000"/>
              <a:gd name="connsiteX391" fmla="*/ 2395994 w 7467600"/>
              <a:gd name="connsiteY391" fmla="*/ 6858000 h 6858000"/>
              <a:gd name="connsiteX392" fmla="*/ 2392863 w 7467600"/>
              <a:gd name="connsiteY392" fmla="*/ 6852964 h 6858000"/>
              <a:gd name="connsiteX393" fmla="*/ 2017589 w 7467600"/>
              <a:gd name="connsiteY393" fmla="*/ 6493982 h 6858000"/>
              <a:gd name="connsiteX394" fmla="*/ 2147336 w 7467600"/>
              <a:gd name="connsiteY394" fmla="*/ 6594052 h 6858000"/>
              <a:gd name="connsiteX395" fmla="*/ 2207047 w 7467600"/>
              <a:gd name="connsiteY395" fmla="*/ 6654540 h 6858000"/>
              <a:gd name="connsiteX396" fmla="*/ 2299106 w 7467600"/>
              <a:gd name="connsiteY396" fmla="*/ 6778931 h 6858000"/>
              <a:gd name="connsiteX397" fmla="*/ 2314430 w 7467600"/>
              <a:gd name="connsiteY397" fmla="*/ 6801144 h 6858000"/>
              <a:gd name="connsiteX398" fmla="*/ 2352406 w 7467600"/>
              <a:gd name="connsiteY398" fmla="*/ 6858000 h 6858000"/>
              <a:gd name="connsiteX399" fmla="*/ 2314492 w 7467600"/>
              <a:gd name="connsiteY399" fmla="*/ 6858000 h 6858000"/>
              <a:gd name="connsiteX400" fmla="*/ 2288095 w 7467600"/>
              <a:gd name="connsiteY400" fmla="*/ 6818030 h 6858000"/>
              <a:gd name="connsiteX401" fmla="*/ 2272768 w 7467600"/>
              <a:gd name="connsiteY401" fmla="*/ 6795822 h 6858000"/>
              <a:gd name="connsiteX402" fmla="*/ 2182715 w 7467600"/>
              <a:gd name="connsiteY402" fmla="*/ 6675071 h 6858000"/>
              <a:gd name="connsiteX403" fmla="*/ 2032061 w 7467600"/>
              <a:gd name="connsiteY403" fmla="*/ 6541380 h 6858000"/>
              <a:gd name="connsiteX404" fmla="*/ 2257220 w 7467600"/>
              <a:gd name="connsiteY404" fmla="*/ 6826257 h 6858000"/>
              <a:gd name="connsiteX405" fmla="*/ 2281324 w 7467600"/>
              <a:gd name="connsiteY405" fmla="*/ 6858000 h 6858000"/>
              <a:gd name="connsiteX406" fmla="*/ 2242860 w 7467600"/>
              <a:gd name="connsiteY406" fmla="*/ 6858000 h 6858000"/>
              <a:gd name="connsiteX407" fmla="*/ 2232818 w 7467600"/>
              <a:gd name="connsiteY407" fmla="*/ 6844926 h 6858000"/>
              <a:gd name="connsiteX408" fmla="*/ 1990172 w 7467600"/>
              <a:gd name="connsiteY408" fmla="*/ 6542121 h 6858000"/>
              <a:gd name="connsiteX409" fmla="*/ 2124090 w 7467600"/>
              <a:gd name="connsiteY409" fmla="*/ 6761017 h 6858000"/>
              <a:gd name="connsiteX410" fmla="*/ 2200380 w 7467600"/>
              <a:gd name="connsiteY410" fmla="*/ 6858000 h 6858000"/>
              <a:gd name="connsiteX411" fmla="*/ 2147507 w 7467600"/>
              <a:gd name="connsiteY411" fmla="*/ 6858000 h 6858000"/>
              <a:gd name="connsiteX412" fmla="*/ 2070668 w 7467600"/>
              <a:gd name="connsiteY412" fmla="*/ 6761520 h 6858000"/>
              <a:gd name="connsiteX413" fmla="*/ 1975142 w 7467600"/>
              <a:gd name="connsiteY413" fmla="*/ 6585570 h 6858000"/>
              <a:gd name="connsiteX414" fmla="*/ 2050035 w 7467600"/>
              <a:gd name="connsiteY414" fmla="*/ 6813345 h 6858000"/>
              <a:gd name="connsiteX415" fmla="*/ 2063025 w 7467600"/>
              <a:gd name="connsiteY415" fmla="*/ 6858000 h 6858000"/>
              <a:gd name="connsiteX416" fmla="*/ 2021675 w 7467600"/>
              <a:gd name="connsiteY416" fmla="*/ 6858000 h 6858000"/>
              <a:gd name="connsiteX417" fmla="*/ 2019308 w 7467600"/>
              <a:gd name="connsiteY417" fmla="*/ 6847118 h 6858000"/>
              <a:gd name="connsiteX418" fmla="*/ 1938835 w 7467600"/>
              <a:gd name="connsiteY418" fmla="*/ 6551160 h 6858000"/>
              <a:gd name="connsiteX419" fmla="*/ 1953230 w 7467600"/>
              <a:gd name="connsiteY419" fmla="*/ 6759699 h 6858000"/>
              <a:gd name="connsiteX420" fmla="*/ 1956763 w 7467600"/>
              <a:gd name="connsiteY420" fmla="*/ 6778191 h 6858000"/>
              <a:gd name="connsiteX421" fmla="*/ 1967925 w 7467600"/>
              <a:gd name="connsiteY421" fmla="*/ 6858000 h 6858000"/>
              <a:gd name="connsiteX422" fmla="*/ 1936622 w 7467600"/>
              <a:gd name="connsiteY422" fmla="*/ 6858000 h 6858000"/>
              <a:gd name="connsiteX423" fmla="*/ 1926261 w 7467600"/>
              <a:gd name="connsiteY423" fmla="*/ 6784064 h 6858000"/>
              <a:gd name="connsiteX424" fmla="*/ 1922724 w 7467600"/>
              <a:gd name="connsiteY424" fmla="*/ 6765577 h 6858000"/>
              <a:gd name="connsiteX425" fmla="*/ 1904650 w 7467600"/>
              <a:gd name="connsiteY425" fmla="*/ 6639616 h 6858000"/>
              <a:gd name="connsiteX426" fmla="*/ 1885273 w 7467600"/>
              <a:gd name="connsiteY426" fmla="*/ 6858000 h 6858000"/>
              <a:gd name="connsiteX427" fmla="*/ 1854363 w 7467600"/>
              <a:gd name="connsiteY427" fmla="*/ 6858000 h 6858000"/>
              <a:gd name="connsiteX428" fmla="*/ 1880391 w 7467600"/>
              <a:gd name="connsiteY428" fmla="*/ 6603796 h 6858000"/>
              <a:gd name="connsiteX429" fmla="*/ 1818273 w 7467600"/>
              <a:gd name="connsiteY429" fmla="*/ 6715729 h 6858000"/>
              <a:gd name="connsiteX430" fmla="*/ 1794691 w 7467600"/>
              <a:gd name="connsiteY430" fmla="*/ 6843239 h 6858000"/>
              <a:gd name="connsiteX431" fmla="*/ 1794914 w 7467600"/>
              <a:gd name="connsiteY431" fmla="*/ 6858000 h 6858000"/>
              <a:gd name="connsiteX432" fmla="*/ 1746128 w 7467600"/>
              <a:gd name="connsiteY432" fmla="*/ 6858000 h 6858000"/>
              <a:gd name="connsiteX433" fmla="*/ 1753934 w 7467600"/>
              <a:gd name="connsiteY433" fmla="*/ 6724796 h 6858000"/>
              <a:gd name="connsiteX434" fmla="*/ 1792053 w 7467600"/>
              <a:gd name="connsiteY434" fmla="*/ 6572396 h 6858000"/>
              <a:gd name="connsiteX435" fmla="*/ 1862248 w 7467600"/>
              <a:gd name="connsiteY435" fmla="*/ 6266397 h 6858000"/>
              <a:gd name="connsiteX436" fmla="*/ 1862250 w 7467600"/>
              <a:gd name="connsiteY436" fmla="*/ 6033531 h 6858000"/>
              <a:gd name="connsiteX437" fmla="*/ 1211999 w 7467600"/>
              <a:gd name="connsiteY437" fmla="*/ 6683610 h 6858000"/>
              <a:gd name="connsiteX438" fmla="*/ 1213266 w 7467600"/>
              <a:gd name="connsiteY438" fmla="*/ 6691947 h 6858000"/>
              <a:gd name="connsiteX439" fmla="*/ 1203370 w 7467600"/>
              <a:gd name="connsiteY439" fmla="*/ 6850676 h 6858000"/>
              <a:gd name="connsiteX440" fmla="*/ 1203671 w 7467600"/>
              <a:gd name="connsiteY440" fmla="*/ 6858000 h 6858000"/>
              <a:gd name="connsiteX441" fmla="*/ 1143180 w 7467600"/>
              <a:gd name="connsiteY441" fmla="*/ 6858000 h 6858000"/>
              <a:gd name="connsiteX442" fmla="*/ 1142176 w 7467600"/>
              <a:gd name="connsiteY442" fmla="*/ 6766045 h 6858000"/>
              <a:gd name="connsiteX443" fmla="*/ 1067484 w 7467600"/>
              <a:gd name="connsiteY443" fmla="*/ 6858000 h 6858000"/>
              <a:gd name="connsiteX444" fmla="*/ 953928 w 7467600"/>
              <a:gd name="connsiteY444" fmla="*/ 6858000 h 6858000"/>
              <a:gd name="connsiteX445" fmla="*/ 959715 w 7467600"/>
              <a:gd name="connsiteY445" fmla="*/ 6850185 h 6858000"/>
              <a:gd name="connsiteX446" fmla="*/ 1483788 w 7467600"/>
              <a:gd name="connsiteY446" fmla="*/ 6259174 h 6858000"/>
              <a:gd name="connsiteX447" fmla="*/ 1100671 w 7467600"/>
              <a:gd name="connsiteY447" fmla="*/ 6252137 h 6858000"/>
              <a:gd name="connsiteX448" fmla="*/ 1090144 w 7467600"/>
              <a:gd name="connsiteY448" fmla="*/ 6256748 h 6858000"/>
              <a:gd name="connsiteX449" fmla="*/ 1095872 w 7467600"/>
              <a:gd name="connsiteY449" fmla="*/ 6271892 h 6858000"/>
              <a:gd name="connsiteX450" fmla="*/ 262785 w 7467600"/>
              <a:gd name="connsiteY450" fmla="*/ 6845450 h 6858000"/>
              <a:gd name="connsiteX451" fmla="*/ 209968 w 7467600"/>
              <a:gd name="connsiteY451" fmla="*/ 6770713 h 6858000"/>
              <a:gd name="connsiteX452" fmla="*/ 873460 w 7467600"/>
              <a:gd name="connsiteY452" fmla="*/ 6253768 h 6858000"/>
              <a:gd name="connsiteX453" fmla="*/ 192686 w 7467600"/>
              <a:gd name="connsiteY453" fmla="*/ 5849257 h 6858000"/>
              <a:gd name="connsiteX454" fmla="*/ 4696 w 7467600"/>
              <a:gd name="connsiteY454" fmla="*/ 5697668 h 6858000"/>
              <a:gd name="connsiteX455" fmla="*/ 0 w 7467600"/>
              <a:gd name="connsiteY455" fmla="*/ 5689984 h 6858000"/>
              <a:gd name="connsiteX456" fmla="*/ 0 w 7467600"/>
              <a:gd name="connsiteY456" fmla="*/ 5513472 h 6858000"/>
              <a:gd name="connsiteX457" fmla="*/ 174101 w 7467600"/>
              <a:gd name="connsiteY457" fmla="*/ 5620277 h 6858000"/>
              <a:gd name="connsiteX458" fmla="*/ 891800 w 7467600"/>
              <a:gd name="connsiteY458" fmla="*/ 6036935 h 6858000"/>
              <a:gd name="connsiteX459" fmla="*/ 1072219 w 7467600"/>
              <a:gd name="connsiteY459" fmla="*/ 6169443 h 6858000"/>
              <a:gd name="connsiteX460" fmla="*/ 1074117 w 7467600"/>
              <a:gd name="connsiteY460" fmla="*/ 6170301 h 6858000"/>
              <a:gd name="connsiteX461" fmla="*/ 1083114 w 7467600"/>
              <a:gd name="connsiteY461" fmla="*/ 6174131 h 6858000"/>
              <a:gd name="connsiteX462" fmla="*/ 1543010 w 7467600"/>
              <a:gd name="connsiteY462" fmla="*/ 6191140 h 6858000"/>
              <a:gd name="connsiteX463" fmla="*/ 1551080 w 7467600"/>
              <a:gd name="connsiteY463" fmla="*/ 6195006 h 6858000"/>
              <a:gd name="connsiteX464" fmla="*/ 2345443 w 7467600"/>
              <a:gd name="connsiteY464" fmla="*/ 5549882 h 6858000"/>
              <a:gd name="connsiteX465" fmla="*/ 1721499 w 7467600"/>
              <a:gd name="connsiteY465" fmla="*/ 5599969 h 6858000"/>
              <a:gd name="connsiteX466" fmla="*/ 767716 w 7467600"/>
              <a:gd name="connsiteY466" fmla="*/ 5472768 h 6858000"/>
              <a:gd name="connsiteX467" fmla="*/ 722147 w 7467600"/>
              <a:gd name="connsiteY467" fmla="*/ 5393091 h 6858000"/>
              <a:gd name="connsiteX468" fmla="*/ 1485552 w 7467600"/>
              <a:gd name="connsiteY468" fmla="*/ 5313202 h 6858000"/>
              <a:gd name="connsiteX469" fmla="*/ 2143004 w 7467600"/>
              <a:gd name="connsiteY469" fmla="*/ 5402420 h 6858000"/>
              <a:gd name="connsiteX470" fmla="*/ 1933391 w 7467600"/>
              <a:gd name="connsiteY470" fmla="*/ 5156971 h 6858000"/>
              <a:gd name="connsiteX471" fmla="*/ 1827118 w 7467600"/>
              <a:gd name="connsiteY471" fmla="*/ 4968410 h 6858000"/>
              <a:gd name="connsiteX472" fmla="*/ 1837349 w 7467600"/>
              <a:gd name="connsiteY472" fmla="*/ 4956357 h 6858000"/>
              <a:gd name="connsiteX473" fmla="*/ 2162835 w 7467600"/>
              <a:gd name="connsiteY473" fmla="*/ 5187853 h 6858000"/>
              <a:gd name="connsiteX474" fmla="*/ 2257167 w 7467600"/>
              <a:gd name="connsiteY474" fmla="*/ 5462123 h 6858000"/>
              <a:gd name="connsiteX475" fmla="*/ 2261598 w 7467600"/>
              <a:gd name="connsiteY475" fmla="*/ 5467998 h 6858000"/>
              <a:gd name="connsiteX476" fmla="*/ 2437177 w 7467600"/>
              <a:gd name="connsiteY476" fmla="*/ 5479608 h 6858000"/>
              <a:gd name="connsiteX477" fmla="*/ 2445247 w 7467600"/>
              <a:gd name="connsiteY477" fmla="*/ 5483476 h 6858000"/>
              <a:gd name="connsiteX478" fmla="*/ 2743626 w 7467600"/>
              <a:gd name="connsiteY478" fmla="*/ 5304819 h 6858000"/>
              <a:gd name="connsiteX479" fmla="*/ 3048102 w 7467600"/>
              <a:gd name="connsiteY479" fmla="*/ 5150595 h 6858000"/>
              <a:gd name="connsiteX480" fmla="*/ 1799414 w 7467600"/>
              <a:gd name="connsiteY480" fmla="*/ 4694732 h 6858000"/>
              <a:gd name="connsiteX481" fmla="*/ 1771735 w 7467600"/>
              <a:gd name="connsiteY481" fmla="*/ 4619929 h 6858000"/>
              <a:gd name="connsiteX482" fmla="*/ 3104273 w 7467600"/>
              <a:gd name="connsiteY482" fmla="*/ 5076159 h 6858000"/>
              <a:gd name="connsiteX483" fmla="*/ 3113245 w 7467600"/>
              <a:gd name="connsiteY483" fmla="*/ 5090705 h 6858000"/>
              <a:gd name="connsiteX484" fmla="*/ 3126294 w 7467600"/>
              <a:gd name="connsiteY484" fmla="*/ 5114400 h 6858000"/>
              <a:gd name="connsiteX485" fmla="*/ 3937433 w 7467600"/>
              <a:gd name="connsiteY485" fmla="*/ 4830473 h 6858000"/>
              <a:gd name="connsiteX486" fmla="*/ 3590475 w 7467600"/>
              <a:gd name="connsiteY486" fmla="*/ 4597974 h 6858000"/>
              <a:gd name="connsiteX487" fmla="*/ 3100264 w 7467600"/>
              <a:gd name="connsiteY487" fmla="*/ 4579845 h 6858000"/>
              <a:gd name="connsiteX488" fmla="*/ 2183576 w 7467600"/>
              <a:gd name="connsiteY488" fmla="*/ 4227150 h 6858000"/>
              <a:gd name="connsiteX489" fmla="*/ 2151029 w 7467600"/>
              <a:gd name="connsiteY489" fmla="*/ 4146947 h 6858000"/>
              <a:gd name="connsiteX490" fmla="*/ 3563434 w 7467600"/>
              <a:gd name="connsiteY490" fmla="*/ 4469115 h 6858000"/>
              <a:gd name="connsiteX491" fmla="*/ 3177952 w 7467600"/>
              <a:gd name="connsiteY491" fmla="*/ 3657386 h 6858000"/>
              <a:gd name="connsiteX492" fmla="*/ 3189263 w 7467600"/>
              <a:gd name="connsiteY492" fmla="*/ 3625726 h 6858000"/>
              <a:gd name="connsiteX493" fmla="*/ 3560912 w 7467600"/>
              <a:gd name="connsiteY493" fmla="*/ 4079863 h 6858000"/>
              <a:gd name="connsiteX494" fmla="*/ 3626636 w 7467600"/>
              <a:gd name="connsiteY494" fmla="*/ 4512230 h 6858000"/>
              <a:gd name="connsiteX495" fmla="*/ 3653088 w 7467600"/>
              <a:gd name="connsiteY495" fmla="*/ 4521417 h 6858000"/>
              <a:gd name="connsiteX496" fmla="*/ 3988128 w 7467600"/>
              <a:gd name="connsiteY496" fmla="*/ 4817267 h 6858000"/>
              <a:gd name="connsiteX497" fmla="*/ 4830582 w 7467600"/>
              <a:gd name="connsiteY497" fmla="*/ 4676000 h 6858000"/>
              <a:gd name="connsiteX498" fmla="*/ 4830100 w 7467600"/>
              <a:gd name="connsiteY498" fmla="*/ 4675554 h 6858000"/>
              <a:gd name="connsiteX499" fmla="*/ 4036318 w 7467600"/>
              <a:gd name="connsiteY499" fmla="*/ 4147013 h 6858000"/>
              <a:gd name="connsiteX500" fmla="*/ 3432098 w 7467600"/>
              <a:gd name="connsiteY500" fmla="*/ 3537312 h 6858000"/>
              <a:gd name="connsiteX501" fmla="*/ 3446761 w 7467600"/>
              <a:gd name="connsiteY501" fmla="*/ 3461278 h 6858000"/>
              <a:gd name="connsiteX502" fmla="*/ 4419733 w 7467600"/>
              <a:gd name="connsiteY502" fmla="*/ 3963555 h 6858000"/>
              <a:gd name="connsiteX503" fmla="*/ 4781371 w 7467600"/>
              <a:gd name="connsiteY503" fmla="*/ 4458604 h 6858000"/>
              <a:gd name="connsiteX504" fmla="*/ 4780440 w 7467600"/>
              <a:gd name="connsiteY504" fmla="*/ 4470290 h 6858000"/>
              <a:gd name="connsiteX505" fmla="*/ 4898954 w 7467600"/>
              <a:gd name="connsiteY505" fmla="*/ 4662092 h 6858000"/>
              <a:gd name="connsiteX506" fmla="*/ 4900699 w 7467600"/>
              <a:gd name="connsiteY506" fmla="*/ 4670867 h 6858000"/>
              <a:gd name="connsiteX507" fmla="*/ 5714511 w 7467600"/>
              <a:gd name="connsiteY507" fmla="*/ 4663483 h 6858000"/>
              <a:gd name="connsiteX508" fmla="*/ 5464793 w 7467600"/>
              <a:gd name="connsiteY508" fmla="*/ 4393556 h 6858000"/>
              <a:gd name="connsiteX509" fmla="*/ 5461897 w 7467600"/>
              <a:gd name="connsiteY509" fmla="*/ 4390879 h 6858000"/>
              <a:gd name="connsiteX510" fmla="*/ 4294126 w 7467600"/>
              <a:gd name="connsiteY510" fmla="*/ 3303048 h 6858000"/>
              <a:gd name="connsiteX511" fmla="*/ 4305321 w 7467600"/>
              <a:gd name="connsiteY511" fmla="*/ 3256953 h 6858000"/>
              <a:gd name="connsiteX512" fmla="*/ 4949299 w 7467600"/>
              <a:gd name="connsiteY512" fmla="*/ 3766336 h 6858000"/>
              <a:gd name="connsiteX513" fmla="*/ 5291452 w 7467600"/>
              <a:gd name="connsiteY513" fmla="*/ 4076801 h 6858000"/>
              <a:gd name="connsiteX514" fmla="*/ 5434998 w 7467600"/>
              <a:gd name="connsiteY514" fmla="*/ 4254100 h 6858000"/>
              <a:gd name="connsiteX515" fmla="*/ 5351015 w 7467600"/>
              <a:gd name="connsiteY515" fmla="*/ 3760989 h 6858000"/>
              <a:gd name="connsiteX516" fmla="*/ 5413780 w 7467600"/>
              <a:gd name="connsiteY516" fmla="*/ 2966265 h 6858000"/>
              <a:gd name="connsiteX517" fmla="*/ 5425627 w 7467600"/>
              <a:gd name="connsiteY517" fmla="*/ 2954192 h 6858000"/>
              <a:gd name="connsiteX518" fmla="*/ 6604735 w 7467600"/>
              <a:gd name="connsiteY518" fmla="*/ 2041381 h 6858000"/>
              <a:gd name="connsiteX519" fmla="*/ 7204487 w 7467600"/>
              <a:gd name="connsiteY519" fmla="*/ 2742112 h 6858000"/>
              <a:gd name="connsiteX520" fmla="*/ 7131592 w 7467600"/>
              <a:gd name="connsiteY520" fmla="*/ 2672096 h 6858000"/>
              <a:gd name="connsiteX521" fmla="*/ 6996344 w 7467600"/>
              <a:gd name="connsiteY521" fmla="*/ 2518310 h 6858000"/>
              <a:gd name="connsiteX522" fmla="*/ 6735495 w 7467600"/>
              <a:gd name="connsiteY522" fmla="*/ 2196890 h 6858000"/>
              <a:gd name="connsiteX523" fmla="*/ 6721901 w 7467600"/>
              <a:gd name="connsiteY523" fmla="*/ 2179274 h 6858000"/>
              <a:gd name="connsiteX524" fmla="*/ 6604735 w 7467600"/>
              <a:gd name="connsiteY524" fmla="*/ 2041381 h 6858000"/>
              <a:gd name="connsiteX525" fmla="*/ 6591670 w 7467600"/>
              <a:gd name="connsiteY525" fmla="*/ 1988277 h 6858000"/>
              <a:gd name="connsiteX526" fmla="*/ 6747349 w 7467600"/>
              <a:gd name="connsiteY526" fmla="*/ 2160069 h 6858000"/>
              <a:gd name="connsiteX527" fmla="*/ 6760943 w 7467600"/>
              <a:gd name="connsiteY527" fmla="*/ 2177686 h 6858000"/>
              <a:gd name="connsiteX528" fmla="*/ 7021065 w 7467600"/>
              <a:gd name="connsiteY528" fmla="*/ 2498102 h 6858000"/>
              <a:gd name="connsiteX529" fmla="*/ 7155223 w 7467600"/>
              <a:gd name="connsiteY529" fmla="*/ 2650386 h 6858000"/>
              <a:gd name="connsiteX530" fmla="*/ 7203167 w 7467600"/>
              <a:gd name="connsiteY530" fmla="*/ 2697288 h 6858000"/>
              <a:gd name="connsiteX531" fmla="*/ 6937703 w 7467600"/>
              <a:gd name="connsiteY531" fmla="*/ 2321981 h 6858000"/>
              <a:gd name="connsiteX532" fmla="*/ 6591670 w 7467600"/>
              <a:gd name="connsiteY532" fmla="*/ 1988277 h 6858000"/>
              <a:gd name="connsiteX533" fmla="*/ 5798671 w 7467600"/>
              <a:gd name="connsiteY533" fmla="*/ 1981601 h 6858000"/>
              <a:gd name="connsiteX534" fmla="*/ 5754709 w 7467600"/>
              <a:gd name="connsiteY534" fmla="*/ 2071454 h 6858000"/>
              <a:gd name="connsiteX535" fmla="*/ 5763044 w 7467600"/>
              <a:gd name="connsiteY535" fmla="*/ 2842206 h 6858000"/>
              <a:gd name="connsiteX536" fmla="*/ 5764974 w 7467600"/>
              <a:gd name="connsiteY536" fmla="*/ 2799609 h 6858000"/>
              <a:gd name="connsiteX537" fmla="*/ 5767665 w 7467600"/>
              <a:gd name="connsiteY537" fmla="*/ 2666409 h 6858000"/>
              <a:gd name="connsiteX538" fmla="*/ 5763055 w 7467600"/>
              <a:gd name="connsiteY538" fmla="*/ 2579705 h 6858000"/>
              <a:gd name="connsiteX539" fmla="*/ 5758079 w 7467600"/>
              <a:gd name="connsiteY539" fmla="*/ 2492508 h 6858000"/>
              <a:gd name="connsiteX540" fmla="*/ 5779325 w 7467600"/>
              <a:gd name="connsiteY540" fmla="*/ 2197069 h 6858000"/>
              <a:gd name="connsiteX541" fmla="*/ 5798671 w 7467600"/>
              <a:gd name="connsiteY541" fmla="*/ 1981601 h 6858000"/>
              <a:gd name="connsiteX542" fmla="*/ 5829202 w 7467600"/>
              <a:gd name="connsiteY542" fmla="*/ 1971679 h 6858000"/>
              <a:gd name="connsiteX543" fmla="*/ 5809558 w 7467600"/>
              <a:gd name="connsiteY543" fmla="*/ 2198043 h 6858000"/>
              <a:gd name="connsiteX544" fmla="*/ 5788653 w 7467600"/>
              <a:gd name="connsiteY544" fmla="*/ 2489430 h 6858000"/>
              <a:gd name="connsiteX545" fmla="*/ 5793439 w 7467600"/>
              <a:gd name="connsiteY545" fmla="*/ 2575235 h 6858000"/>
              <a:gd name="connsiteX546" fmla="*/ 5796837 w 7467600"/>
              <a:gd name="connsiteY546" fmla="*/ 2637633 h 6858000"/>
              <a:gd name="connsiteX547" fmla="*/ 5818614 w 7467600"/>
              <a:gd name="connsiteY547" fmla="*/ 2473055 h 6858000"/>
              <a:gd name="connsiteX548" fmla="*/ 5829202 w 7467600"/>
              <a:gd name="connsiteY548" fmla="*/ 1971679 h 6858000"/>
              <a:gd name="connsiteX549" fmla="*/ 5911389 w 7467600"/>
              <a:gd name="connsiteY549" fmla="*/ 1898371 h 6858000"/>
              <a:gd name="connsiteX550" fmla="*/ 6237627 w 7467600"/>
              <a:gd name="connsiteY550" fmla="*/ 2231921 h 6858000"/>
              <a:gd name="connsiteX551" fmla="*/ 5911389 w 7467600"/>
              <a:gd name="connsiteY551" fmla="*/ 1898371 h 6858000"/>
              <a:gd name="connsiteX552" fmla="*/ 6944437 w 7467600"/>
              <a:gd name="connsiteY552" fmla="*/ 1575402 h 6858000"/>
              <a:gd name="connsiteX553" fmla="*/ 6304730 w 7467600"/>
              <a:gd name="connsiteY553" fmla="*/ 1766654 h 6858000"/>
              <a:gd name="connsiteX554" fmla="*/ 6944437 w 7467600"/>
              <a:gd name="connsiteY554" fmla="*/ 1575402 h 6858000"/>
              <a:gd name="connsiteX555" fmla="*/ 7019523 w 7467600"/>
              <a:gd name="connsiteY555" fmla="*/ 1519450 h 6858000"/>
              <a:gd name="connsiteX556" fmla="*/ 6298091 w 7467600"/>
              <a:gd name="connsiteY556" fmla="*/ 1737122 h 6858000"/>
              <a:gd name="connsiteX557" fmla="*/ 7019523 w 7467600"/>
              <a:gd name="connsiteY557" fmla="*/ 1519450 h 6858000"/>
              <a:gd name="connsiteX558" fmla="*/ 2399523 w 7467600"/>
              <a:gd name="connsiteY558" fmla="*/ 1428234 h 6858000"/>
              <a:gd name="connsiteX559" fmla="*/ 2224982 w 7467600"/>
              <a:gd name="connsiteY559" fmla="*/ 1826201 h 6858000"/>
              <a:gd name="connsiteX560" fmla="*/ 2096099 w 7467600"/>
              <a:gd name="connsiteY560" fmla="*/ 2345900 h 6858000"/>
              <a:gd name="connsiteX561" fmla="*/ 2283317 w 7467600"/>
              <a:gd name="connsiteY561" fmla="*/ 1796925 h 6858000"/>
              <a:gd name="connsiteX562" fmla="*/ 2399523 w 7467600"/>
              <a:gd name="connsiteY562" fmla="*/ 1428234 h 6858000"/>
              <a:gd name="connsiteX563" fmla="*/ 2448558 w 7467600"/>
              <a:gd name="connsiteY563" fmla="*/ 1373435 h 6858000"/>
              <a:gd name="connsiteX564" fmla="*/ 2312521 w 7467600"/>
              <a:gd name="connsiteY564" fmla="*/ 1806140 h 6858000"/>
              <a:gd name="connsiteX565" fmla="*/ 2127533 w 7467600"/>
              <a:gd name="connsiteY565" fmla="*/ 2348380 h 6858000"/>
              <a:gd name="connsiteX566" fmla="*/ 2358080 w 7467600"/>
              <a:gd name="connsiteY566" fmla="*/ 1866134 h 6858000"/>
              <a:gd name="connsiteX567" fmla="*/ 2407436 w 7467600"/>
              <a:gd name="connsiteY567" fmla="*/ 1651070 h 6858000"/>
              <a:gd name="connsiteX568" fmla="*/ 2448558 w 7467600"/>
              <a:gd name="connsiteY568" fmla="*/ 1373435 h 6858000"/>
              <a:gd name="connsiteX569" fmla="*/ 278707 w 7467600"/>
              <a:gd name="connsiteY569" fmla="*/ 1352270 h 6858000"/>
              <a:gd name="connsiteX570" fmla="*/ 321570 w 7467600"/>
              <a:gd name="connsiteY570" fmla="*/ 1861610 h 6858000"/>
              <a:gd name="connsiteX571" fmla="*/ 294281 w 7467600"/>
              <a:gd name="connsiteY571" fmla="*/ 1440658 h 6858000"/>
              <a:gd name="connsiteX572" fmla="*/ 278707 w 7467600"/>
              <a:gd name="connsiteY572" fmla="*/ 1352270 h 6858000"/>
              <a:gd name="connsiteX573" fmla="*/ 1423821 w 7467600"/>
              <a:gd name="connsiteY573" fmla="*/ 1351958 h 6858000"/>
              <a:gd name="connsiteX574" fmla="*/ 1638521 w 7467600"/>
              <a:gd name="connsiteY574" fmla="*/ 1908470 h 6858000"/>
              <a:gd name="connsiteX575" fmla="*/ 1754199 w 7467600"/>
              <a:gd name="connsiteY575" fmla="*/ 2149284 h 6858000"/>
              <a:gd name="connsiteX576" fmla="*/ 1908359 w 7467600"/>
              <a:gd name="connsiteY576" fmla="*/ 2364988 h 6858000"/>
              <a:gd name="connsiteX577" fmla="*/ 1647661 w 7467600"/>
              <a:gd name="connsiteY577" fmla="*/ 1825945 h 6858000"/>
              <a:gd name="connsiteX578" fmla="*/ 1423821 w 7467600"/>
              <a:gd name="connsiteY578" fmla="*/ 1351958 h 6858000"/>
              <a:gd name="connsiteX579" fmla="*/ 1431890 w 7467600"/>
              <a:gd name="connsiteY579" fmla="*/ 1306475 h 6858000"/>
              <a:gd name="connsiteX580" fmla="*/ 1507597 w 7467600"/>
              <a:gd name="connsiteY580" fmla="*/ 1446132 h 6858000"/>
              <a:gd name="connsiteX581" fmla="*/ 1674586 w 7467600"/>
              <a:gd name="connsiteY581" fmla="*/ 1813832 h 6858000"/>
              <a:gd name="connsiteX582" fmla="*/ 1815950 w 7467600"/>
              <a:gd name="connsiteY582" fmla="*/ 2128564 h 6858000"/>
              <a:gd name="connsiteX583" fmla="*/ 1984242 w 7467600"/>
              <a:gd name="connsiteY583" fmla="*/ 2430829 h 6858000"/>
              <a:gd name="connsiteX584" fmla="*/ 2014023 w 7467600"/>
              <a:gd name="connsiteY584" fmla="*/ 2450995 h 6858000"/>
              <a:gd name="connsiteX585" fmla="*/ 1747337 w 7467600"/>
              <a:gd name="connsiteY585" fmla="*/ 1855264 h 6858000"/>
              <a:gd name="connsiteX586" fmla="*/ 1533749 w 7467600"/>
              <a:gd name="connsiteY586" fmla="*/ 1478656 h 6858000"/>
              <a:gd name="connsiteX587" fmla="*/ 1431890 w 7467600"/>
              <a:gd name="connsiteY587" fmla="*/ 1306475 h 6858000"/>
              <a:gd name="connsiteX588" fmla="*/ 5052692 w 7467600"/>
              <a:gd name="connsiteY588" fmla="*/ 1292994 h 6858000"/>
              <a:gd name="connsiteX589" fmla="*/ 5200661 w 7467600"/>
              <a:gd name="connsiteY589" fmla="*/ 1635186 h 6858000"/>
              <a:gd name="connsiteX590" fmla="*/ 5297138 w 7467600"/>
              <a:gd name="connsiteY590" fmla="*/ 1906351 h 6858000"/>
              <a:gd name="connsiteX591" fmla="*/ 5052692 w 7467600"/>
              <a:gd name="connsiteY591" fmla="*/ 1292994 h 6858000"/>
              <a:gd name="connsiteX592" fmla="*/ 5009948 w 7467600"/>
              <a:gd name="connsiteY592" fmla="*/ 1273619 h 6858000"/>
              <a:gd name="connsiteX593" fmla="*/ 5121777 w 7467600"/>
              <a:gd name="connsiteY593" fmla="*/ 1654213 h 6858000"/>
              <a:gd name="connsiteX594" fmla="*/ 5293545 w 7467600"/>
              <a:gd name="connsiteY594" fmla="*/ 2072247 h 6858000"/>
              <a:gd name="connsiteX595" fmla="*/ 5294042 w 7467600"/>
              <a:gd name="connsiteY595" fmla="*/ 2065019 h 6858000"/>
              <a:gd name="connsiteX596" fmla="*/ 5171936 w 7467600"/>
              <a:gd name="connsiteY596" fmla="*/ 1647613 h 6858000"/>
              <a:gd name="connsiteX597" fmla="*/ 5009948 w 7467600"/>
              <a:gd name="connsiteY597" fmla="*/ 1273619 h 6858000"/>
              <a:gd name="connsiteX598" fmla="*/ 655236 w 7467600"/>
              <a:gd name="connsiteY598" fmla="*/ 1268632 h 6858000"/>
              <a:gd name="connsiteX599" fmla="*/ 839521 w 7467600"/>
              <a:gd name="connsiteY599" fmla="*/ 1685315 h 6858000"/>
              <a:gd name="connsiteX600" fmla="*/ 1109416 w 7467600"/>
              <a:gd name="connsiteY600" fmla="*/ 2061663 h 6858000"/>
              <a:gd name="connsiteX601" fmla="*/ 1298300 w 7467600"/>
              <a:gd name="connsiteY601" fmla="*/ 2247742 h 6858000"/>
              <a:gd name="connsiteX602" fmla="*/ 1125871 w 7467600"/>
              <a:gd name="connsiteY602" fmla="*/ 1989513 h 6858000"/>
              <a:gd name="connsiteX603" fmla="*/ 981574 w 7467600"/>
              <a:gd name="connsiteY603" fmla="*/ 1783157 h 6858000"/>
              <a:gd name="connsiteX604" fmla="*/ 922198 w 7467600"/>
              <a:gd name="connsiteY604" fmla="*/ 1677437 h 6858000"/>
              <a:gd name="connsiteX605" fmla="*/ 869293 w 7467600"/>
              <a:gd name="connsiteY605" fmla="*/ 1583214 h 6858000"/>
              <a:gd name="connsiteX606" fmla="*/ 751431 w 7467600"/>
              <a:gd name="connsiteY606" fmla="*/ 1405731 h 6858000"/>
              <a:gd name="connsiteX607" fmla="*/ 655236 w 7467600"/>
              <a:gd name="connsiteY607" fmla="*/ 1268632 h 6858000"/>
              <a:gd name="connsiteX608" fmla="*/ 6516292 w 7467600"/>
              <a:gd name="connsiteY608" fmla="*/ 1263064 h 6858000"/>
              <a:gd name="connsiteX609" fmla="*/ 5736320 w 7467600"/>
              <a:gd name="connsiteY609" fmla="*/ 1501803 h 6858000"/>
              <a:gd name="connsiteX610" fmla="*/ 6516292 w 7467600"/>
              <a:gd name="connsiteY610" fmla="*/ 1263064 h 6858000"/>
              <a:gd name="connsiteX611" fmla="*/ 291466 w 7467600"/>
              <a:gd name="connsiteY611" fmla="*/ 1250369 h 6858000"/>
              <a:gd name="connsiteX612" fmla="*/ 323180 w 7467600"/>
              <a:gd name="connsiteY612" fmla="*/ 1435283 h 6858000"/>
              <a:gd name="connsiteX613" fmla="*/ 349381 w 7467600"/>
              <a:gd name="connsiteY613" fmla="*/ 1875041 h 6858000"/>
              <a:gd name="connsiteX614" fmla="*/ 374363 w 7467600"/>
              <a:gd name="connsiteY614" fmla="*/ 1506494 h 6858000"/>
              <a:gd name="connsiteX615" fmla="*/ 302168 w 7467600"/>
              <a:gd name="connsiteY615" fmla="*/ 1274495 h 6858000"/>
              <a:gd name="connsiteX616" fmla="*/ 291466 w 7467600"/>
              <a:gd name="connsiteY616" fmla="*/ 1250369 h 6858000"/>
              <a:gd name="connsiteX617" fmla="*/ 678222 w 7467600"/>
              <a:gd name="connsiteY617" fmla="*/ 1248670 h 6858000"/>
              <a:gd name="connsiteX618" fmla="*/ 775536 w 7467600"/>
              <a:gd name="connsiteY618" fmla="*/ 1388015 h 6858000"/>
              <a:gd name="connsiteX619" fmla="*/ 894529 w 7467600"/>
              <a:gd name="connsiteY619" fmla="*/ 1567739 h 6858000"/>
              <a:gd name="connsiteX620" fmla="*/ 948000 w 7467600"/>
              <a:gd name="connsiteY620" fmla="*/ 1663088 h 6858000"/>
              <a:gd name="connsiteX621" fmla="*/ 1006812 w 7467600"/>
              <a:gd name="connsiteY621" fmla="*/ 1767683 h 6858000"/>
              <a:gd name="connsiteX622" fmla="*/ 1149133 w 7467600"/>
              <a:gd name="connsiteY622" fmla="*/ 1971513 h 6858000"/>
              <a:gd name="connsiteX623" fmla="*/ 1333952 w 7467600"/>
              <a:gd name="connsiteY623" fmla="*/ 2251620 h 6858000"/>
              <a:gd name="connsiteX624" fmla="*/ 1337329 w 7467600"/>
              <a:gd name="connsiteY624" fmla="*/ 2258350 h 6858000"/>
              <a:gd name="connsiteX625" fmla="*/ 1014726 w 7467600"/>
              <a:gd name="connsiteY625" fmla="*/ 1615556 h 6858000"/>
              <a:gd name="connsiteX626" fmla="*/ 678222 w 7467600"/>
              <a:gd name="connsiteY626" fmla="*/ 1248670 h 6858000"/>
              <a:gd name="connsiteX627" fmla="*/ 6691602 w 7467600"/>
              <a:gd name="connsiteY627" fmla="*/ 1140573 h 6858000"/>
              <a:gd name="connsiteX628" fmla="*/ 6571100 w 7467600"/>
              <a:gd name="connsiteY628" fmla="*/ 1183662 h 6858000"/>
              <a:gd name="connsiteX629" fmla="*/ 6241687 w 7467600"/>
              <a:gd name="connsiteY629" fmla="*/ 1257600 h 6858000"/>
              <a:gd name="connsiteX630" fmla="*/ 5693009 w 7467600"/>
              <a:gd name="connsiteY630" fmla="*/ 1478256 h 6858000"/>
              <a:gd name="connsiteX631" fmla="*/ 6548420 w 7467600"/>
              <a:gd name="connsiteY631" fmla="*/ 1214599 h 6858000"/>
              <a:gd name="connsiteX632" fmla="*/ 6605473 w 7467600"/>
              <a:gd name="connsiteY632" fmla="*/ 1184686 h 6858000"/>
              <a:gd name="connsiteX633" fmla="*/ 6691602 w 7467600"/>
              <a:gd name="connsiteY633" fmla="*/ 1140573 h 6858000"/>
              <a:gd name="connsiteX634" fmla="*/ 4002475 w 7467600"/>
              <a:gd name="connsiteY634" fmla="*/ 1037802 h 6858000"/>
              <a:gd name="connsiteX635" fmla="*/ 4000324 w 7467600"/>
              <a:gd name="connsiteY635" fmla="*/ 1039362 h 6858000"/>
              <a:gd name="connsiteX636" fmla="*/ 4002862 w 7467600"/>
              <a:gd name="connsiteY636" fmla="*/ 1042866 h 6858000"/>
              <a:gd name="connsiteX637" fmla="*/ 4002475 w 7467600"/>
              <a:gd name="connsiteY637" fmla="*/ 1037802 h 6858000"/>
              <a:gd name="connsiteX638" fmla="*/ 506322 w 7467600"/>
              <a:gd name="connsiteY638" fmla="*/ 1020997 h 6858000"/>
              <a:gd name="connsiteX639" fmla="*/ 533068 w 7467600"/>
              <a:gd name="connsiteY639" fmla="*/ 1029409 h 6858000"/>
              <a:gd name="connsiteX640" fmla="*/ 1232525 w 7467600"/>
              <a:gd name="connsiteY640" fmla="*/ 1804675 h 6858000"/>
              <a:gd name="connsiteX641" fmla="*/ 1388858 w 7467600"/>
              <a:gd name="connsiteY641" fmla="*/ 2368011 h 6858000"/>
              <a:gd name="connsiteX642" fmla="*/ 1384098 w 7467600"/>
              <a:gd name="connsiteY642" fmla="*/ 2378125 h 6858000"/>
              <a:gd name="connsiteX643" fmla="*/ 1425393 w 7467600"/>
              <a:gd name="connsiteY643" fmla="*/ 2589124 h 6858000"/>
              <a:gd name="connsiteX644" fmla="*/ 1424001 w 7467600"/>
              <a:gd name="connsiteY644" fmla="*/ 2597541 h 6858000"/>
              <a:gd name="connsiteX645" fmla="*/ 2152729 w 7467600"/>
              <a:gd name="connsiteY645" fmla="*/ 2864487 h 6858000"/>
              <a:gd name="connsiteX646" fmla="*/ 2020609 w 7467600"/>
              <a:gd name="connsiteY646" fmla="*/ 2539671 h 6858000"/>
              <a:gd name="connsiteX647" fmla="*/ 2018920 w 7467600"/>
              <a:gd name="connsiteY647" fmla="*/ 2536309 h 6858000"/>
              <a:gd name="connsiteX648" fmla="*/ 1342441 w 7467600"/>
              <a:gd name="connsiteY648" fmla="*/ 1173017 h 6858000"/>
              <a:gd name="connsiteX649" fmla="*/ 1367925 w 7467600"/>
              <a:gd name="connsiteY649" fmla="*/ 1135648 h 6858000"/>
              <a:gd name="connsiteX650" fmla="*/ 1771401 w 7467600"/>
              <a:gd name="connsiteY650" fmla="*/ 1806673 h 6858000"/>
              <a:gd name="connsiteX651" fmla="*/ 1972385 w 7467600"/>
              <a:gd name="connsiteY651" fmla="*/ 2198735 h 6858000"/>
              <a:gd name="connsiteX652" fmla="*/ 2040892 w 7467600"/>
              <a:gd name="connsiteY652" fmla="*/ 2405205 h 6858000"/>
              <a:gd name="connsiteX653" fmla="*/ 2131689 w 7467600"/>
              <a:gd name="connsiteY653" fmla="*/ 1936926 h 6858000"/>
              <a:gd name="connsiteX654" fmla="*/ 2454820 w 7467600"/>
              <a:gd name="connsiteY654" fmla="*/ 1248808 h 6858000"/>
              <a:gd name="connsiteX655" fmla="*/ 2492512 w 7467600"/>
              <a:gd name="connsiteY655" fmla="*/ 1302920 h 6858000"/>
              <a:gd name="connsiteX656" fmla="*/ 2081216 w 7467600"/>
              <a:gd name="connsiteY656" fmla="*/ 2527513 h 6858000"/>
              <a:gd name="connsiteX657" fmla="*/ 2081211 w 7467600"/>
              <a:gd name="connsiteY657" fmla="*/ 2528916 h 6858000"/>
              <a:gd name="connsiteX658" fmla="*/ 2199067 w 7467600"/>
              <a:gd name="connsiteY658" fmla="*/ 2884061 h 6858000"/>
              <a:gd name="connsiteX659" fmla="*/ 3192586 w 7467600"/>
              <a:gd name="connsiteY659" fmla="*/ 3411496 h 6858000"/>
              <a:gd name="connsiteX660" fmla="*/ 3182620 w 7467600"/>
              <a:gd name="connsiteY660" fmla="*/ 3483279 h 6858000"/>
              <a:gd name="connsiteX661" fmla="*/ 2435119 w 7467600"/>
              <a:gd name="connsiteY661" fmla="*/ 3080173 h 6858000"/>
              <a:gd name="connsiteX662" fmla="*/ 2410152 w 7467600"/>
              <a:gd name="connsiteY662" fmla="*/ 3063751 h 6858000"/>
              <a:gd name="connsiteX663" fmla="*/ 2408099 w 7467600"/>
              <a:gd name="connsiteY663" fmla="*/ 3064403 h 6858000"/>
              <a:gd name="connsiteX664" fmla="*/ 2407218 w 7467600"/>
              <a:gd name="connsiteY664" fmla="*/ 3070324 h 6858000"/>
              <a:gd name="connsiteX665" fmla="*/ 2380138 w 7467600"/>
              <a:gd name="connsiteY665" fmla="*/ 3099341 h 6858000"/>
              <a:gd name="connsiteX666" fmla="*/ 1765923 w 7467600"/>
              <a:gd name="connsiteY666" fmla="*/ 3581043 h 6858000"/>
              <a:gd name="connsiteX667" fmla="*/ 1702258 w 7467600"/>
              <a:gd name="connsiteY667" fmla="*/ 3612286 h 6858000"/>
              <a:gd name="connsiteX668" fmla="*/ 1538370 w 7467600"/>
              <a:gd name="connsiteY668" fmla="*/ 3811804 h 6858000"/>
              <a:gd name="connsiteX669" fmla="*/ 542867 w 7467600"/>
              <a:gd name="connsiteY669" fmla="*/ 4944092 h 6858000"/>
              <a:gd name="connsiteX670" fmla="*/ 515800 w 7467600"/>
              <a:gd name="connsiteY670" fmla="*/ 4862180 h 6858000"/>
              <a:gd name="connsiteX671" fmla="*/ 909145 w 7467600"/>
              <a:gd name="connsiteY671" fmla="*/ 4199225 h 6858000"/>
              <a:gd name="connsiteX672" fmla="*/ 1214067 w 7467600"/>
              <a:gd name="connsiteY672" fmla="*/ 3908561 h 6858000"/>
              <a:gd name="connsiteX673" fmla="*/ 640967 w 7467600"/>
              <a:gd name="connsiteY673" fmla="*/ 4105601 h 6858000"/>
              <a:gd name="connsiteX674" fmla="*/ 112563 w 7467600"/>
              <a:gd name="connsiteY674" fmla="*/ 4396952 h 6858000"/>
              <a:gd name="connsiteX675" fmla="*/ 0 w 7467600"/>
              <a:gd name="connsiteY675" fmla="*/ 4466006 h 6858000"/>
              <a:gd name="connsiteX676" fmla="*/ 0 w 7467600"/>
              <a:gd name="connsiteY676" fmla="*/ 4233763 h 6858000"/>
              <a:gd name="connsiteX677" fmla="*/ 36881 w 7467600"/>
              <a:gd name="connsiteY677" fmla="*/ 4200118 h 6858000"/>
              <a:gd name="connsiteX678" fmla="*/ 910534 w 7467600"/>
              <a:gd name="connsiteY678" fmla="*/ 3629753 h 6858000"/>
              <a:gd name="connsiteX679" fmla="*/ 1578717 w 7467600"/>
              <a:gd name="connsiteY679" fmla="*/ 3575982 h 6858000"/>
              <a:gd name="connsiteX680" fmla="*/ 2338780 w 7467600"/>
              <a:gd name="connsiteY680" fmla="*/ 3033725 h 6858000"/>
              <a:gd name="connsiteX681" fmla="*/ 1807991 w 7467600"/>
              <a:gd name="connsiteY681" fmla="*/ 2807184 h 6858000"/>
              <a:gd name="connsiteX682" fmla="*/ 1416358 w 7467600"/>
              <a:gd name="connsiteY682" fmla="*/ 3112571 h 6858000"/>
              <a:gd name="connsiteX683" fmla="*/ 939066 w 7467600"/>
              <a:gd name="connsiteY683" fmla="*/ 3378798 h 6858000"/>
              <a:gd name="connsiteX684" fmla="*/ 115099 w 7467600"/>
              <a:gd name="connsiteY684" fmla="*/ 3607650 h 6858000"/>
              <a:gd name="connsiteX685" fmla="*/ 97284 w 7467600"/>
              <a:gd name="connsiteY685" fmla="*/ 3520393 h 6858000"/>
              <a:gd name="connsiteX686" fmla="*/ 922050 w 7467600"/>
              <a:gd name="connsiteY686" fmla="*/ 3074867 h 6858000"/>
              <a:gd name="connsiteX687" fmla="*/ 1405265 w 7467600"/>
              <a:gd name="connsiteY687" fmla="*/ 3016319 h 6858000"/>
              <a:gd name="connsiteX688" fmla="*/ 1407512 w 7467600"/>
              <a:gd name="connsiteY688" fmla="*/ 3018001 h 6858000"/>
              <a:gd name="connsiteX689" fmla="*/ 1726266 w 7467600"/>
              <a:gd name="connsiteY689" fmla="*/ 2777274 h 6858000"/>
              <a:gd name="connsiteX690" fmla="*/ 625390 w 7467600"/>
              <a:gd name="connsiteY690" fmla="*/ 2514541 h 6858000"/>
              <a:gd name="connsiteX691" fmla="*/ 619799 w 7467600"/>
              <a:gd name="connsiteY691" fmla="*/ 2527180 h 6858000"/>
              <a:gd name="connsiteX692" fmla="*/ 310030 w 7467600"/>
              <a:gd name="connsiteY692" fmla="*/ 2771818 h 6858000"/>
              <a:gd name="connsiteX693" fmla="*/ 173877 w 7467600"/>
              <a:gd name="connsiteY693" fmla="*/ 2937056 h 6858000"/>
              <a:gd name="connsiteX694" fmla="*/ 77889 w 7467600"/>
              <a:gd name="connsiteY694" fmla="*/ 3138440 h 6858000"/>
              <a:gd name="connsiteX695" fmla="*/ 0 w 7467600"/>
              <a:gd name="connsiteY695" fmla="*/ 3271395 h 6858000"/>
              <a:gd name="connsiteX696" fmla="*/ 0 w 7467600"/>
              <a:gd name="connsiteY696" fmla="*/ 3153002 h 6858000"/>
              <a:gd name="connsiteX697" fmla="*/ 2386 w 7467600"/>
              <a:gd name="connsiteY697" fmla="*/ 3149203 h 6858000"/>
              <a:gd name="connsiteX698" fmla="*/ 89753 w 7467600"/>
              <a:gd name="connsiteY698" fmla="*/ 2987702 h 6858000"/>
              <a:gd name="connsiteX699" fmla="*/ 76869 w 7467600"/>
              <a:gd name="connsiteY699" fmla="*/ 3005404 h 6858000"/>
              <a:gd name="connsiteX700" fmla="*/ 32049 w 7467600"/>
              <a:gd name="connsiteY700" fmla="*/ 3065814 h 6858000"/>
              <a:gd name="connsiteX701" fmla="*/ 0 w 7467600"/>
              <a:gd name="connsiteY701" fmla="*/ 3108744 h 6858000"/>
              <a:gd name="connsiteX702" fmla="*/ 0 w 7467600"/>
              <a:gd name="connsiteY702" fmla="*/ 3058059 h 6858000"/>
              <a:gd name="connsiteX703" fmla="*/ 7610 w 7467600"/>
              <a:gd name="connsiteY703" fmla="*/ 3047889 h 6858000"/>
              <a:gd name="connsiteX704" fmla="*/ 52419 w 7467600"/>
              <a:gd name="connsiteY704" fmla="*/ 2987479 h 6858000"/>
              <a:gd name="connsiteX705" fmla="*/ 59142 w 7467600"/>
              <a:gd name="connsiteY705" fmla="*/ 2978488 h 6858000"/>
              <a:gd name="connsiteX706" fmla="*/ 0 w 7467600"/>
              <a:gd name="connsiteY706" fmla="*/ 3015334 h 6858000"/>
              <a:gd name="connsiteX707" fmla="*/ 0 w 7467600"/>
              <a:gd name="connsiteY707" fmla="*/ 2914286 h 6858000"/>
              <a:gd name="connsiteX708" fmla="*/ 36383 w 7467600"/>
              <a:gd name="connsiteY708" fmla="*/ 2901128 h 6858000"/>
              <a:gd name="connsiteX709" fmla="*/ 156329 w 7467600"/>
              <a:gd name="connsiteY709" fmla="*/ 2840533 h 6858000"/>
              <a:gd name="connsiteX710" fmla="*/ 358355 w 7467600"/>
              <a:gd name="connsiteY710" fmla="*/ 2620471 h 6858000"/>
              <a:gd name="connsiteX711" fmla="*/ 510577 w 7467600"/>
              <a:gd name="connsiteY711" fmla="*/ 2501244 h 6858000"/>
              <a:gd name="connsiteX712" fmla="*/ 211967 w 7467600"/>
              <a:gd name="connsiteY712" fmla="*/ 2479171 h 6858000"/>
              <a:gd name="connsiteX713" fmla="*/ 0 w 7467600"/>
              <a:gd name="connsiteY713" fmla="*/ 2476398 h 6858000"/>
              <a:gd name="connsiteX714" fmla="*/ 0 w 7467600"/>
              <a:gd name="connsiteY714" fmla="*/ 2389189 h 6858000"/>
              <a:gd name="connsiteX715" fmla="*/ 103062 w 7467600"/>
              <a:gd name="connsiteY715" fmla="*/ 2389518 h 6858000"/>
              <a:gd name="connsiteX716" fmla="*/ 510734 w 7467600"/>
              <a:gd name="connsiteY716" fmla="*/ 2416201 h 6858000"/>
              <a:gd name="connsiteX717" fmla="*/ 279257 w 7467600"/>
              <a:gd name="connsiteY717" fmla="*/ 2092102 h 6858000"/>
              <a:gd name="connsiteX718" fmla="*/ 65265 w 7467600"/>
              <a:gd name="connsiteY718" fmla="*/ 2006049 h 6858000"/>
              <a:gd name="connsiteX719" fmla="*/ 0 w 7467600"/>
              <a:gd name="connsiteY719" fmla="*/ 1982532 h 6858000"/>
              <a:gd name="connsiteX720" fmla="*/ 0 w 7467600"/>
              <a:gd name="connsiteY720" fmla="*/ 1912789 h 6858000"/>
              <a:gd name="connsiteX721" fmla="*/ 97460 w 7467600"/>
              <a:gd name="connsiteY721" fmla="*/ 1953725 h 6858000"/>
              <a:gd name="connsiteX722" fmla="*/ 221272 w 7467600"/>
              <a:gd name="connsiteY722" fmla="*/ 1980766 h 6858000"/>
              <a:gd name="connsiteX723" fmla="*/ 116765 w 7467600"/>
              <a:gd name="connsiteY723" fmla="*/ 1911033 h 6858000"/>
              <a:gd name="connsiteX724" fmla="*/ 16405 w 7467600"/>
              <a:gd name="connsiteY724" fmla="*/ 1803412 h 6858000"/>
              <a:gd name="connsiteX725" fmla="*/ 0 w 7467600"/>
              <a:gd name="connsiteY725" fmla="*/ 1784777 h 6858000"/>
              <a:gd name="connsiteX726" fmla="*/ 0 w 7467600"/>
              <a:gd name="connsiteY726" fmla="*/ 1740082 h 6858000"/>
              <a:gd name="connsiteX727" fmla="*/ 39394 w 7467600"/>
              <a:gd name="connsiteY727" fmla="*/ 1784856 h 6858000"/>
              <a:gd name="connsiteX728" fmla="*/ 135813 w 7467600"/>
              <a:gd name="connsiteY728" fmla="*/ 1888838 h 6858000"/>
              <a:gd name="connsiteX729" fmla="*/ 242575 w 7467600"/>
              <a:gd name="connsiteY729" fmla="*/ 1958841 h 6858000"/>
              <a:gd name="connsiteX730" fmla="*/ 82197 w 7467600"/>
              <a:gd name="connsiteY730" fmla="*/ 1754826 h 6858000"/>
              <a:gd name="connsiteX731" fmla="*/ 0 w 7467600"/>
              <a:gd name="connsiteY731" fmla="*/ 1679650 h 6858000"/>
              <a:gd name="connsiteX732" fmla="*/ 0 w 7467600"/>
              <a:gd name="connsiteY732" fmla="*/ 1602463 h 6858000"/>
              <a:gd name="connsiteX733" fmla="*/ 84689 w 7467600"/>
              <a:gd name="connsiteY733" fmla="*/ 1677442 h 6858000"/>
              <a:gd name="connsiteX734" fmla="*/ 298437 w 7467600"/>
              <a:gd name="connsiteY734" fmla="*/ 1968019 h 6858000"/>
              <a:gd name="connsiteX735" fmla="*/ 227269 w 7467600"/>
              <a:gd name="connsiteY735" fmla="*/ 1114064 h 6858000"/>
              <a:gd name="connsiteX736" fmla="*/ 248003 w 7467600"/>
              <a:gd name="connsiteY736" fmla="*/ 1089613 h 6858000"/>
              <a:gd name="connsiteX737" fmla="*/ 427020 w 7467600"/>
              <a:gd name="connsiteY737" fmla="*/ 1619803 h 6858000"/>
              <a:gd name="connsiteX738" fmla="*/ 340345 w 7467600"/>
              <a:gd name="connsiteY738" fmla="*/ 2027739 h 6858000"/>
              <a:gd name="connsiteX739" fmla="*/ 360865 w 7467600"/>
              <a:gd name="connsiteY739" fmla="*/ 2044827 h 6858000"/>
              <a:gd name="connsiteX740" fmla="*/ 560414 w 7467600"/>
              <a:gd name="connsiteY740" fmla="*/ 2421457 h 6858000"/>
              <a:gd name="connsiteX741" fmla="*/ 1359703 w 7467600"/>
              <a:gd name="connsiteY741" fmla="*/ 2578554 h 6858000"/>
              <a:gd name="connsiteX742" fmla="*/ 1359422 w 7467600"/>
              <a:gd name="connsiteY742" fmla="*/ 2577994 h 6858000"/>
              <a:gd name="connsiteX743" fmla="*/ 828701 w 7467600"/>
              <a:gd name="connsiteY743" fmla="*/ 1839520 h 6858000"/>
              <a:gd name="connsiteX744" fmla="*/ 494427 w 7467600"/>
              <a:gd name="connsiteY744" fmla="*/ 1092333 h 6858000"/>
              <a:gd name="connsiteX745" fmla="*/ 506322 w 7467600"/>
              <a:gd name="connsiteY745" fmla="*/ 1020997 h 6858000"/>
              <a:gd name="connsiteX746" fmla="*/ 4570198 w 7467600"/>
              <a:gd name="connsiteY746" fmla="*/ 978081 h 6858000"/>
              <a:gd name="connsiteX747" fmla="*/ 4523691 w 7467600"/>
              <a:gd name="connsiteY747" fmla="*/ 1127776 h 6858000"/>
              <a:gd name="connsiteX748" fmla="*/ 4509875 w 7467600"/>
              <a:gd name="connsiteY748" fmla="*/ 1167552 h 6858000"/>
              <a:gd name="connsiteX749" fmla="*/ 4478168 w 7467600"/>
              <a:gd name="connsiteY749" fmla="*/ 1260735 h 6858000"/>
              <a:gd name="connsiteX750" fmla="*/ 4409309 w 7467600"/>
              <a:gd name="connsiteY750" fmla="*/ 1666996 h 6858000"/>
              <a:gd name="connsiteX751" fmla="*/ 4370031 w 7467600"/>
              <a:gd name="connsiteY751" fmla="*/ 1955666 h 6858000"/>
              <a:gd name="connsiteX752" fmla="*/ 4570198 w 7467600"/>
              <a:gd name="connsiteY752" fmla="*/ 978081 h 6858000"/>
              <a:gd name="connsiteX753" fmla="*/ 4557898 w 7467600"/>
              <a:gd name="connsiteY753" fmla="*/ 900011 h 6858000"/>
              <a:gd name="connsiteX754" fmla="*/ 4344840 w 7467600"/>
              <a:gd name="connsiteY754" fmla="*/ 1922038 h 6858000"/>
              <a:gd name="connsiteX755" fmla="*/ 4378710 w 7467600"/>
              <a:gd name="connsiteY755" fmla="*/ 1665516 h 6858000"/>
              <a:gd name="connsiteX756" fmla="*/ 4448798 w 7467600"/>
              <a:gd name="connsiteY756" fmla="*/ 1253024 h 6858000"/>
              <a:gd name="connsiteX757" fmla="*/ 4480315 w 7467600"/>
              <a:gd name="connsiteY757" fmla="*/ 1158454 h 6858000"/>
              <a:gd name="connsiteX758" fmla="*/ 4494133 w 7467600"/>
              <a:gd name="connsiteY758" fmla="*/ 1118676 h 6858000"/>
              <a:gd name="connsiteX759" fmla="*/ 4557898 w 7467600"/>
              <a:gd name="connsiteY759" fmla="*/ 900011 h 6858000"/>
              <a:gd name="connsiteX760" fmla="*/ 5870151 w 7467600"/>
              <a:gd name="connsiteY760" fmla="*/ 898890 h 6858000"/>
              <a:gd name="connsiteX761" fmla="*/ 5861335 w 7467600"/>
              <a:gd name="connsiteY761" fmla="*/ 899177 h 6858000"/>
              <a:gd name="connsiteX762" fmla="*/ 5843702 w 7467600"/>
              <a:gd name="connsiteY762" fmla="*/ 899748 h 6858000"/>
              <a:gd name="connsiteX763" fmla="*/ 5651107 w 7467600"/>
              <a:gd name="connsiteY763" fmla="*/ 920306 h 6858000"/>
              <a:gd name="connsiteX764" fmla="*/ 5459407 w 7467600"/>
              <a:gd name="connsiteY764" fmla="*/ 940975 h 6858000"/>
              <a:gd name="connsiteX765" fmla="*/ 5374846 w 7467600"/>
              <a:gd name="connsiteY765" fmla="*/ 941988 h 6858000"/>
              <a:gd name="connsiteX766" fmla="*/ 5256105 w 7467600"/>
              <a:gd name="connsiteY766" fmla="*/ 945632 h 6858000"/>
              <a:gd name="connsiteX767" fmla="*/ 5107071 w 7467600"/>
              <a:gd name="connsiteY767" fmla="*/ 969720 h 6858000"/>
              <a:gd name="connsiteX768" fmla="*/ 4998681 w 7467600"/>
              <a:gd name="connsiteY768" fmla="*/ 988771 h 6858000"/>
              <a:gd name="connsiteX769" fmla="*/ 5870151 w 7467600"/>
              <a:gd name="connsiteY769" fmla="*/ 898890 h 6858000"/>
              <a:gd name="connsiteX770" fmla="*/ 5504425 w 7467600"/>
              <a:gd name="connsiteY770" fmla="*/ 848067 h 6858000"/>
              <a:gd name="connsiteX771" fmla="*/ 4968849 w 7467600"/>
              <a:gd name="connsiteY771" fmla="*/ 962318 h 6858000"/>
              <a:gd name="connsiteX772" fmla="*/ 5104039 w 7467600"/>
              <a:gd name="connsiteY772" fmla="*/ 940634 h 6858000"/>
              <a:gd name="connsiteX773" fmla="*/ 5256311 w 7467600"/>
              <a:gd name="connsiteY773" fmla="*/ 916490 h 6858000"/>
              <a:gd name="connsiteX774" fmla="*/ 5377381 w 7467600"/>
              <a:gd name="connsiteY774" fmla="*/ 912671 h 6858000"/>
              <a:gd name="connsiteX775" fmla="*/ 5460148 w 7467600"/>
              <a:gd name="connsiteY775" fmla="*/ 911442 h 6858000"/>
              <a:gd name="connsiteX776" fmla="*/ 5648971 w 7467600"/>
              <a:gd name="connsiteY776" fmla="*/ 891331 h 6858000"/>
              <a:gd name="connsiteX777" fmla="*/ 5844807 w 7467600"/>
              <a:gd name="connsiteY777" fmla="*/ 870718 h 6858000"/>
              <a:gd name="connsiteX778" fmla="*/ 5862975 w 7467600"/>
              <a:gd name="connsiteY778" fmla="*/ 869756 h 6858000"/>
              <a:gd name="connsiteX779" fmla="*/ 5920887 w 7467600"/>
              <a:gd name="connsiteY779" fmla="*/ 865929 h 6858000"/>
              <a:gd name="connsiteX780" fmla="*/ 5504425 w 7467600"/>
              <a:gd name="connsiteY780" fmla="*/ 848067 h 6858000"/>
              <a:gd name="connsiteX781" fmla="*/ 3607114 w 7467600"/>
              <a:gd name="connsiteY781" fmla="*/ 467441 h 6858000"/>
              <a:gd name="connsiteX782" fmla="*/ 3296242 w 7467600"/>
              <a:gd name="connsiteY782" fmla="*/ 807991 h 6858000"/>
              <a:gd name="connsiteX783" fmla="*/ 3174674 w 7467600"/>
              <a:gd name="connsiteY783" fmla="*/ 919759 h 6858000"/>
              <a:gd name="connsiteX784" fmla="*/ 3042978 w 7467600"/>
              <a:gd name="connsiteY784" fmla="*/ 1054894 h 6858000"/>
              <a:gd name="connsiteX785" fmla="*/ 2968914 w 7467600"/>
              <a:gd name="connsiteY785" fmla="*/ 1133756 h 6858000"/>
              <a:gd name="connsiteX786" fmla="*/ 3103823 w 7467600"/>
              <a:gd name="connsiteY786" fmla="*/ 1026814 h 6858000"/>
              <a:gd name="connsiteX787" fmla="*/ 3607114 w 7467600"/>
              <a:gd name="connsiteY787" fmla="*/ 467441 h 6858000"/>
              <a:gd name="connsiteX788" fmla="*/ 3744487 w 7467600"/>
              <a:gd name="connsiteY788" fmla="*/ 383136 h 6858000"/>
              <a:gd name="connsiteX789" fmla="*/ 3970213 w 7467600"/>
              <a:gd name="connsiteY789" fmla="*/ 995559 h 6858000"/>
              <a:gd name="connsiteX790" fmla="*/ 3744487 w 7467600"/>
              <a:gd name="connsiteY790" fmla="*/ 383136 h 6858000"/>
              <a:gd name="connsiteX791" fmla="*/ 3624562 w 7467600"/>
              <a:gd name="connsiteY791" fmla="*/ 367041 h 6858000"/>
              <a:gd name="connsiteX792" fmla="*/ 3489712 w 7467600"/>
              <a:gd name="connsiteY792" fmla="*/ 485386 h 6858000"/>
              <a:gd name="connsiteX793" fmla="*/ 3182994 w 7467600"/>
              <a:gd name="connsiteY793" fmla="*/ 828265 h 6858000"/>
              <a:gd name="connsiteX794" fmla="*/ 2892114 w 7467600"/>
              <a:gd name="connsiteY794" fmla="*/ 1172635 h 6858000"/>
              <a:gd name="connsiteX795" fmla="*/ 3021459 w 7467600"/>
              <a:gd name="connsiteY795" fmla="*/ 1035385 h 6858000"/>
              <a:gd name="connsiteX796" fmla="*/ 3153873 w 7467600"/>
              <a:gd name="connsiteY796" fmla="*/ 898971 h 6858000"/>
              <a:gd name="connsiteX797" fmla="*/ 3276511 w 7467600"/>
              <a:gd name="connsiteY797" fmla="*/ 786423 h 6858000"/>
              <a:gd name="connsiteX798" fmla="*/ 3584154 w 7467600"/>
              <a:gd name="connsiteY798" fmla="*/ 448218 h 6858000"/>
              <a:gd name="connsiteX799" fmla="*/ 3624562 w 7467600"/>
              <a:gd name="connsiteY799" fmla="*/ 367041 h 6858000"/>
              <a:gd name="connsiteX800" fmla="*/ 3766672 w 7467600"/>
              <a:gd name="connsiteY800" fmla="*/ 359429 h 6858000"/>
              <a:gd name="connsiteX801" fmla="*/ 3996338 w 7467600"/>
              <a:gd name="connsiteY801" fmla="*/ 968237 h 6858000"/>
              <a:gd name="connsiteX802" fmla="*/ 3766672 w 7467600"/>
              <a:gd name="connsiteY802" fmla="*/ 359429 h 6858000"/>
              <a:gd name="connsiteX803" fmla="*/ 5805386 w 7467600"/>
              <a:gd name="connsiteY803" fmla="*/ 239240 h 6858000"/>
              <a:gd name="connsiteX804" fmla="*/ 5736947 w 7467600"/>
              <a:gd name="connsiteY804" fmla="*/ 261367 h 6858000"/>
              <a:gd name="connsiteX805" fmla="*/ 5427012 w 7467600"/>
              <a:gd name="connsiteY805" fmla="*/ 311272 h 6858000"/>
              <a:gd name="connsiteX806" fmla="*/ 5147818 w 7467600"/>
              <a:gd name="connsiteY806" fmla="*/ 322112 h 6858000"/>
              <a:gd name="connsiteX807" fmla="*/ 5060854 w 7467600"/>
              <a:gd name="connsiteY807" fmla="*/ 311882 h 6858000"/>
              <a:gd name="connsiteX808" fmla="*/ 4945989 w 7467600"/>
              <a:gd name="connsiteY808" fmla="*/ 300516 h 6858000"/>
              <a:gd name="connsiteX809" fmla="*/ 5410479 w 7467600"/>
              <a:gd name="connsiteY809" fmla="*/ 348434 h 6858000"/>
              <a:gd name="connsiteX810" fmla="*/ 5805386 w 7467600"/>
              <a:gd name="connsiteY810" fmla="*/ 239240 h 6858000"/>
              <a:gd name="connsiteX811" fmla="*/ 5905192 w 7467600"/>
              <a:gd name="connsiteY811" fmla="*/ 163079 h 6858000"/>
              <a:gd name="connsiteX812" fmla="*/ 5865655 w 7467600"/>
              <a:gd name="connsiteY812" fmla="*/ 171901 h 6858000"/>
              <a:gd name="connsiteX813" fmla="*/ 5259740 w 7467600"/>
              <a:gd name="connsiteY813" fmla="*/ 257013 h 6858000"/>
              <a:gd name="connsiteX814" fmla="*/ 5208466 w 7467600"/>
              <a:gd name="connsiteY814" fmla="*/ 257550 h 6858000"/>
              <a:gd name="connsiteX815" fmla="*/ 4980204 w 7467600"/>
              <a:gd name="connsiteY815" fmla="*/ 271903 h 6858000"/>
              <a:gd name="connsiteX816" fmla="*/ 5068068 w 7467600"/>
              <a:gd name="connsiteY816" fmla="*/ 282244 h 6858000"/>
              <a:gd name="connsiteX817" fmla="*/ 5153231 w 7467600"/>
              <a:gd name="connsiteY817" fmla="*/ 292240 h 6858000"/>
              <a:gd name="connsiteX818" fmla="*/ 5426491 w 7467600"/>
              <a:gd name="connsiteY818" fmla="*/ 281128 h 6858000"/>
              <a:gd name="connsiteX819" fmla="*/ 5731212 w 7467600"/>
              <a:gd name="connsiteY819" fmla="*/ 231951 h 6858000"/>
              <a:gd name="connsiteX820" fmla="*/ 5905192 w 7467600"/>
              <a:gd name="connsiteY820" fmla="*/ 163079 h 6858000"/>
              <a:gd name="connsiteX821" fmla="*/ 5944437 w 7467600"/>
              <a:gd name="connsiteY821" fmla="*/ 113829 h 6858000"/>
              <a:gd name="connsiteX822" fmla="*/ 5825032 w 7467600"/>
              <a:gd name="connsiteY822" fmla="*/ 146405 h 6858000"/>
              <a:gd name="connsiteX823" fmla="*/ 4955599 w 7467600"/>
              <a:gd name="connsiteY823" fmla="*/ 247008 h 6858000"/>
              <a:gd name="connsiteX824" fmla="*/ 5210104 w 7467600"/>
              <a:gd name="connsiteY824" fmla="*/ 228123 h 6858000"/>
              <a:gd name="connsiteX825" fmla="*/ 5261015 w 7467600"/>
              <a:gd name="connsiteY825" fmla="*/ 227087 h 6858000"/>
              <a:gd name="connsiteX826" fmla="*/ 5861181 w 7467600"/>
              <a:gd name="connsiteY826" fmla="*/ 143093 h 6858000"/>
              <a:gd name="connsiteX827" fmla="*/ 5961252 w 7467600"/>
              <a:gd name="connsiteY827" fmla="*/ 114820 h 6858000"/>
              <a:gd name="connsiteX828" fmla="*/ 5944437 w 7467600"/>
              <a:gd name="connsiteY828" fmla="*/ 113829 h 6858000"/>
              <a:gd name="connsiteX829" fmla="*/ 3882765 w 7467600"/>
              <a:gd name="connsiteY829" fmla="*/ 0 h 6858000"/>
              <a:gd name="connsiteX830" fmla="*/ 3995099 w 7467600"/>
              <a:gd name="connsiteY830" fmla="*/ 0 h 6858000"/>
              <a:gd name="connsiteX831" fmla="*/ 4163818 w 7467600"/>
              <a:gd name="connsiteY831" fmla="*/ 234104 h 6858000"/>
              <a:gd name="connsiteX832" fmla="*/ 4172099 w 7467600"/>
              <a:gd name="connsiteY832" fmla="*/ 234207 h 6858000"/>
              <a:gd name="connsiteX833" fmla="*/ 4784282 w 7467600"/>
              <a:gd name="connsiteY833" fmla="*/ 276561 h 6858000"/>
              <a:gd name="connsiteX834" fmla="*/ 4801687 w 7467600"/>
              <a:gd name="connsiteY834" fmla="*/ 267764 h 6858000"/>
              <a:gd name="connsiteX835" fmla="*/ 6082788 w 7467600"/>
              <a:gd name="connsiteY835" fmla="*/ 64119 h 6858000"/>
              <a:gd name="connsiteX836" fmla="*/ 6099442 w 7467600"/>
              <a:gd name="connsiteY836" fmla="*/ 82568 h 6858000"/>
              <a:gd name="connsiteX837" fmla="*/ 4804137 w 7467600"/>
              <a:gd name="connsiteY837" fmla="*/ 320931 h 6858000"/>
              <a:gd name="connsiteX838" fmla="*/ 4227047 w 7467600"/>
              <a:gd name="connsiteY838" fmla="*/ 313415 h 6858000"/>
              <a:gd name="connsiteX839" fmla="*/ 4346041 w 7467600"/>
              <a:gd name="connsiteY839" fmla="*/ 456086 h 6858000"/>
              <a:gd name="connsiteX840" fmla="*/ 4870967 w 7467600"/>
              <a:gd name="connsiteY840" fmla="*/ 963061 h 6858000"/>
              <a:gd name="connsiteX841" fmla="*/ 4889647 w 7467600"/>
              <a:gd name="connsiteY841" fmla="*/ 957147 h 6858000"/>
              <a:gd name="connsiteX842" fmla="*/ 5422504 w 7467600"/>
              <a:gd name="connsiteY842" fmla="*/ 805191 h 6858000"/>
              <a:gd name="connsiteX843" fmla="*/ 6087656 w 7467600"/>
              <a:gd name="connsiteY843" fmla="*/ 826703 h 6858000"/>
              <a:gd name="connsiteX844" fmla="*/ 6058717 w 7467600"/>
              <a:gd name="connsiteY844" fmla="*/ 865992 h 6858000"/>
              <a:gd name="connsiteX845" fmla="*/ 4974153 w 7467600"/>
              <a:gd name="connsiteY845" fmla="*/ 1045456 h 6858000"/>
              <a:gd name="connsiteX846" fmla="*/ 5627835 w 7467600"/>
              <a:gd name="connsiteY846" fmla="*/ 1472077 h 6858000"/>
              <a:gd name="connsiteX847" fmla="*/ 5629817 w 7467600"/>
              <a:gd name="connsiteY847" fmla="*/ 1471412 h 6858000"/>
              <a:gd name="connsiteX848" fmla="*/ 5634124 w 7467600"/>
              <a:gd name="connsiteY848" fmla="*/ 1470572 h 6858000"/>
              <a:gd name="connsiteX849" fmla="*/ 5755832 w 7467600"/>
              <a:gd name="connsiteY849" fmla="*/ 1383886 h 6858000"/>
              <a:gd name="connsiteX850" fmla="*/ 6014186 w 7467600"/>
              <a:gd name="connsiteY850" fmla="*/ 1279799 h 6858000"/>
              <a:gd name="connsiteX851" fmla="*/ 6901619 w 7467600"/>
              <a:gd name="connsiteY851" fmla="*/ 1047874 h 6858000"/>
              <a:gd name="connsiteX852" fmla="*/ 6931566 w 7467600"/>
              <a:gd name="connsiteY852" fmla="*/ 1062034 h 6858000"/>
              <a:gd name="connsiteX853" fmla="*/ 5790982 w 7467600"/>
              <a:gd name="connsiteY853" fmla="*/ 1561380 h 6858000"/>
              <a:gd name="connsiteX854" fmla="*/ 6188971 w 7467600"/>
              <a:gd name="connsiteY854" fmla="*/ 1755168 h 6858000"/>
              <a:gd name="connsiteX855" fmla="*/ 6202446 w 7467600"/>
              <a:gd name="connsiteY855" fmla="*/ 1752268 h 6858000"/>
              <a:gd name="connsiteX856" fmla="*/ 7179560 w 7467600"/>
              <a:gd name="connsiteY856" fmla="*/ 1467551 h 6858000"/>
              <a:gd name="connsiteX857" fmla="*/ 7158730 w 7467600"/>
              <a:gd name="connsiteY857" fmla="*/ 1507835 h 6858000"/>
              <a:gd name="connsiteX858" fmla="*/ 6326959 w 7467600"/>
              <a:gd name="connsiteY858" fmla="*/ 1817686 h 6858000"/>
              <a:gd name="connsiteX859" fmla="*/ 6537433 w 7467600"/>
              <a:gd name="connsiteY859" fmla="*/ 1907790 h 6858000"/>
              <a:gd name="connsiteX860" fmla="*/ 6550221 w 7467600"/>
              <a:gd name="connsiteY860" fmla="*/ 1910729 h 6858000"/>
              <a:gd name="connsiteX861" fmla="*/ 6964438 w 7467600"/>
              <a:gd name="connsiteY861" fmla="*/ 2209505 h 6858000"/>
              <a:gd name="connsiteX862" fmla="*/ 7367862 w 7467600"/>
              <a:gd name="connsiteY862" fmla="*/ 2806833 h 6858000"/>
              <a:gd name="connsiteX863" fmla="*/ 7364329 w 7467600"/>
              <a:gd name="connsiteY863" fmla="*/ 2826907 h 6858000"/>
              <a:gd name="connsiteX864" fmla="*/ 7290545 w 7467600"/>
              <a:gd name="connsiteY864" fmla="*/ 2850663 h 6858000"/>
              <a:gd name="connsiteX865" fmla="*/ 6472036 w 7467600"/>
              <a:gd name="connsiteY865" fmla="*/ 1959003 h 6858000"/>
              <a:gd name="connsiteX866" fmla="*/ 5792897 w 7467600"/>
              <a:gd name="connsiteY866" fmla="*/ 1647747 h 6858000"/>
              <a:gd name="connsiteX867" fmla="*/ 5842751 w 7467600"/>
              <a:gd name="connsiteY867" fmla="*/ 1816112 h 6858000"/>
              <a:gd name="connsiteX868" fmla="*/ 5847424 w 7467600"/>
              <a:gd name="connsiteY868" fmla="*/ 1815776 h 6858000"/>
              <a:gd name="connsiteX869" fmla="*/ 6399821 w 7467600"/>
              <a:gd name="connsiteY869" fmla="*/ 2344799 h 6858000"/>
              <a:gd name="connsiteX870" fmla="*/ 6323232 w 7467600"/>
              <a:gd name="connsiteY870" fmla="*/ 2389634 h 6858000"/>
              <a:gd name="connsiteX871" fmla="*/ 5942958 w 7467600"/>
              <a:gd name="connsiteY871" fmla="*/ 2077708 h 6858000"/>
              <a:gd name="connsiteX872" fmla="*/ 5921559 w 7467600"/>
              <a:gd name="connsiteY872" fmla="*/ 2378596 h 6858000"/>
              <a:gd name="connsiteX873" fmla="*/ 5817651 w 7467600"/>
              <a:gd name="connsiteY873" fmla="*/ 3023919 h 6858000"/>
              <a:gd name="connsiteX874" fmla="*/ 5729634 w 7467600"/>
              <a:gd name="connsiteY874" fmla="*/ 3051849 h 6858000"/>
              <a:gd name="connsiteX875" fmla="*/ 5611018 w 7467600"/>
              <a:gd name="connsiteY875" fmla="*/ 2316769 h 6858000"/>
              <a:gd name="connsiteX876" fmla="*/ 5687608 w 7467600"/>
              <a:gd name="connsiteY876" fmla="*/ 2039972 h 6858000"/>
              <a:gd name="connsiteX877" fmla="*/ 5657554 w 7467600"/>
              <a:gd name="connsiteY877" fmla="*/ 1576445 h 6858000"/>
              <a:gd name="connsiteX878" fmla="*/ 5150475 w 7467600"/>
              <a:gd name="connsiteY878" fmla="*/ 1274012 h 6858000"/>
              <a:gd name="connsiteX879" fmla="*/ 5349142 w 7467600"/>
              <a:gd name="connsiteY879" fmla="*/ 2204405 h 6858000"/>
              <a:gd name="connsiteX880" fmla="*/ 5262214 w 7467600"/>
              <a:gd name="connsiteY880" fmla="*/ 2233836 h 6858000"/>
              <a:gd name="connsiteX881" fmla="*/ 4981539 w 7467600"/>
              <a:gd name="connsiteY881" fmla="*/ 1542201 h 6858000"/>
              <a:gd name="connsiteX882" fmla="*/ 4958461 w 7467600"/>
              <a:gd name="connsiteY882" fmla="*/ 1136957 h 6858000"/>
              <a:gd name="connsiteX883" fmla="*/ 4655015 w 7467600"/>
              <a:gd name="connsiteY883" fmla="*/ 891426 h 6858000"/>
              <a:gd name="connsiteX884" fmla="*/ 4348002 w 7467600"/>
              <a:gd name="connsiteY884" fmla="*/ 2205895 h 6858000"/>
              <a:gd name="connsiteX885" fmla="*/ 4262250 w 7467600"/>
              <a:gd name="connsiteY885" fmla="*/ 2219972 h 6858000"/>
              <a:gd name="connsiteX886" fmla="*/ 4550611 w 7467600"/>
              <a:gd name="connsiteY886" fmla="*/ 817540 h 6858000"/>
              <a:gd name="connsiteX887" fmla="*/ 4564418 w 7467600"/>
              <a:gd name="connsiteY887" fmla="*/ 808293 h 6858000"/>
              <a:gd name="connsiteX888" fmla="*/ 4266388 w 7467600"/>
              <a:gd name="connsiteY888" fmla="*/ 500083 h 6858000"/>
              <a:gd name="connsiteX889" fmla="*/ 4032842 w 7467600"/>
              <a:gd name="connsiteY889" fmla="*/ 211809 h 6858000"/>
              <a:gd name="connsiteX890" fmla="*/ 3882765 w 7467600"/>
              <a:gd name="connsiteY890" fmla="*/ 0 h 6858000"/>
              <a:gd name="connsiteX891" fmla="*/ 3721337 w 7467600"/>
              <a:gd name="connsiteY891" fmla="*/ 0 h 6858000"/>
              <a:gd name="connsiteX892" fmla="*/ 3797544 w 7467600"/>
              <a:gd name="connsiteY892" fmla="*/ 0 h 6858000"/>
              <a:gd name="connsiteX893" fmla="*/ 3775734 w 7467600"/>
              <a:gd name="connsiteY893" fmla="*/ 95131 h 6858000"/>
              <a:gd name="connsiteX894" fmla="*/ 3724807 w 7467600"/>
              <a:gd name="connsiteY894" fmla="*/ 272257 h 6858000"/>
              <a:gd name="connsiteX895" fmla="*/ 3726844 w 7467600"/>
              <a:gd name="connsiteY895" fmla="*/ 282988 h 6858000"/>
              <a:gd name="connsiteX896" fmla="*/ 3742664 w 7467600"/>
              <a:gd name="connsiteY896" fmla="*/ 279918 h 6858000"/>
              <a:gd name="connsiteX897" fmla="*/ 4103910 w 7467600"/>
              <a:gd name="connsiteY897" fmla="*/ 1161917 h 6858000"/>
              <a:gd name="connsiteX898" fmla="*/ 4020269 w 7467600"/>
              <a:gd name="connsiteY898" fmla="*/ 1200406 h 6858000"/>
              <a:gd name="connsiteX899" fmla="*/ 3674882 w 7467600"/>
              <a:gd name="connsiteY899" fmla="*/ 488524 h 6858000"/>
              <a:gd name="connsiteX900" fmla="*/ 3132682 w 7467600"/>
              <a:gd name="connsiteY900" fmla="*/ 1072284 h 6858000"/>
              <a:gd name="connsiteX901" fmla="*/ 2716346 w 7467600"/>
              <a:gd name="connsiteY901" fmla="*/ 1276376 h 6858000"/>
              <a:gd name="connsiteX902" fmla="*/ 2716772 w 7467600"/>
              <a:gd name="connsiteY902" fmla="*/ 1255462 h 6858000"/>
              <a:gd name="connsiteX903" fmla="*/ 3471096 w 7467600"/>
              <a:gd name="connsiteY903" fmla="*/ 437072 h 6858000"/>
              <a:gd name="connsiteX904" fmla="*/ 3639057 w 7467600"/>
              <a:gd name="connsiteY904" fmla="*/ 286334 h 6858000"/>
              <a:gd name="connsiteX905" fmla="*/ 3640309 w 7467600"/>
              <a:gd name="connsiteY905" fmla="*/ 284664 h 6858000"/>
              <a:gd name="connsiteX906" fmla="*/ 3646022 w 7467600"/>
              <a:gd name="connsiteY906" fmla="*/ 276711 h 6858000"/>
              <a:gd name="connsiteX907" fmla="*/ 3707943 w 7467600"/>
              <a:gd name="connsiteY907" fmla="*/ 65958 h 6858000"/>
              <a:gd name="connsiteX908" fmla="*/ 3721337 w 7467600"/>
              <a:gd name="connsiteY908" fmla="*/ 0 h 6858000"/>
              <a:gd name="connsiteX909" fmla="*/ 2867960 w 7467600"/>
              <a:gd name="connsiteY909" fmla="*/ 0 h 6858000"/>
              <a:gd name="connsiteX910" fmla="*/ 2926351 w 7467600"/>
              <a:gd name="connsiteY910" fmla="*/ 0 h 6858000"/>
              <a:gd name="connsiteX911" fmla="*/ 2902823 w 7467600"/>
              <a:gd name="connsiteY911" fmla="*/ 262929 h 6858000"/>
              <a:gd name="connsiteX912" fmla="*/ 2940663 w 7467600"/>
              <a:gd name="connsiteY912" fmla="*/ 140884 h 6858000"/>
              <a:gd name="connsiteX913" fmla="*/ 2947039 w 7467600"/>
              <a:gd name="connsiteY913" fmla="*/ 122524 h 6858000"/>
              <a:gd name="connsiteX914" fmla="*/ 2984316 w 7467600"/>
              <a:gd name="connsiteY914" fmla="*/ 0 h 6858000"/>
              <a:gd name="connsiteX915" fmla="*/ 3016114 w 7467600"/>
              <a:gd name="connsiteY915" fmla="*/ 0 h 6858000"/>
              <a:gd name="connsiteX916" fmla="*/ 2979949 w 7467600"/>
              <a:gd name="connsiteY916" fmla="*/ 119274 h 6858000"/>
              <a:gd name="connsiteX917" fmla="*/ 3023879 w 7467600"/>
              <a:gd name="connsiteY917" fmla="*/ 0 h 6858000"/>
              <a:gd name="connsiteX918" fmla="*/ 3105400 w 7467600"/>
              <a:gd name="connsiteY918" fmla="*/ 0 h 6858000"/>
              <a:gd name="connsiteX919" fmla="*/ 3094669 w 7467600"/>
              <a:gd name="connsiteY919" fmla="*/ 30308 h 6858000"/>
              <a:gd name="connsiteX920" fmla="*/ 2901945 w 7467600"/>
              <a:gd name="connsiteY920" fmla="*/ 466538 h 6858000"/>
              <a:gd name="connsiteX921" fmla="*/ 2815209 w 7467600"/>
              <a:gd name="connsiteY921" fmla="*/ 497361 h 6858000"/>
              <a:gd name="connsiteX922" fmla="*/ 2844845 w 7467600"/>
              <a:gd name="connsiteY922" fmla="*/ 127638 h 6858000"/>
              <a:gd name="connsiteX923" fmla="*/ 2867960 w 7467600"/>
              <a:gd name="connsiteY923" fmla="*/ 0 h 6858000"/>
              <a:gd name="connsiteX924" fmla="*/ 1057230 w 7467600"/>
              <a:gd name="connsiteY924" fmla="*/ 0 h 6858000"/>
              <a:gd name="connsiteX925" fmla="*/ 1111003 w 7467600"/>
              <a:gd name="connsiteY925" fmla="*/ 0 h 6858000"/>
              <a:gd name="connsiteX926" fmla="*/ 1125553 w 7467600"/>
              <a:gd name="connsiteY926" fmla="*/ 52588 h 6858000"/>
              <a:gd name="connsiteX927" fmla="*/ 1304276 w 7467600"/>
              <a:gd name="connsiteY927" fmla="*/ 476275 h 6858000"/>
              <a:gd name="connsiteX928" fmla="*/ 1492066 w 7467600"/>
              <a:gd name="connsiteY928" fmla="*/ 886333 h 6858000"/>
              <a:gd name="connsiteX929" fmla="*/ 1423698 w 7467600"/>
              <a:gd name="connsiteY929" fmla="*/ 710817 h 6858000"/>
              <a:gd name="connsiteX930" fmla="*/ 1357609 w 7467600"/>
              <a:gd name="connsiteY930" fmla="*/ 532892 h 6858000"/>
              <a:gd name="connsiteX931" fmla="*/ 1309550 w 7467600"/>
              <a:gd name="connsiteY931" fmla="*/ 374031 h 6858000"/>
              <a:gd name="connsiteX932" fmla="*/ 1193673 w 7467600"/>
              <a:gd name="connsiteY932" fmla="*/ 49533 h 6858000"/>
              <a:gd name="connsiteX933" fmla="*/ 1164391 w 7467600"/>
              <a:gd name="connsiteY933" fmla="*/ 0 h 6858000"/>
              <a:gd name="connsiteX934" fmla="*/ 1200666 w 7467600"/>
              <a:gd name="connsiteY934" fmla="*/ 0 h 6858000"/>
              <a:gd name="connsiteX935" fmla="*/ 1223408 w 7467600"/>
              <a:gd name="connsiteY935" fmla="*/ 38996 h 6858000"/>
              <a:gd name="connsiteX936" fmla="*/ 1339635 w 7467600"/>
              <a:gd name="connsiteY936" fmla="*/ 365517 h 6858000"/>
              <a:gd name="connsiteX937" fmla="*/ 1387469 w 7467600"/>
              <a:gd name="connsiteY937" fmla="*/ 523079 h 6858000"/>
              <a:gd name="connsiteX938" fmla="*/ 1452685 w 7467600"/>
              <a:gd name="connsiteY938" fmla="*/ 699806 h 6858000"/>
              <a:gd name="connsiteX939" fmla="*/ 1492092 w 7467600"/>
              <a:gd name="connsiteY939" fmla="*/ 800424 h 6858000"/>
              <a:gd name="connsiteX940" fmla="*/ 1455302 w 7467600"/>
              <a:gd name="connsiteY940" fmla="*/ 632913 h 6858000"/>
              <a:gd name="connsiteX941" fmla="*/ 1222336 w 7467600"/>
              <a:gd name="connsiteY941" fmla="*/ 9480 h 6858000"/>
              <a:gd name="connsiteX942" fmla="*/ 1214634 w 7467600"/>
              <a:gd name="connsiteY942" fmla="*/ 0 h 6858000"/>
              <a:gd name="connsiteX943" fmla="*/ 1289827 w 7467600"/>
              <a:gd name="connsiteY943" fmla="*/ 0 h 6858000"/>
              <a:gd name="connsiteX944" fmla="*/ 1321076 w 7467600"/>
              <a:gd name="connsiteY944" fmla="*/ 59722 h 6858000"/>
              <a:gd name="connsiteX945" fmla="*/ 1512579 w 7467600"/>
              <a:gd name="connsiteY945" fmla="*/ 626441 h 6858000"/>
              <a:gd name="connsiteX946" fmla="*/ 1506076 w 7467600"/>
              <a:gd name="connsiteY946" fmla="*/ 1089289 h 6858000"/>
              <a:gd name="connsiteX947" fmla="*/ 1486346 w 7467600"/>
              <a:gd name="connsiteY947" fmla="*/ 1079919 h 6858000"/>
              <a:gd name="connsiteX948" fmla="*/ 1070511 w 7467600"/>
              <a:gd name="connsiteY948" fmla="*/ 48609 h 6858000"/>
              <a:gd name="connsiteX949" fmla="*/ 1057230 w 7467600"/>
              <a:gd name="connsiteY949" fmla="*/ 0 h 6858000"/>
              <a:gd name="connsiteX950" fmla="*/ 43151 w 7467600"/>
              <a:gd name="connsiteY950" fmla="*/ 0 h 6858000"/>
              <a:gd name="connsiteX951" fmla="*/ 95283 w 7467600"/>
              <a:gd name="connsiteY951" fmla="*/ 0 h 6858000"/>
              <a:gd name="connsiteX952" fmla="*/ 300708 w 7467600"/>
              <a:gd name="connsiteY952" fmla="*/ 154571 h 6858000"/>
              <a:gd name="connsiteX953" fmla="*/ 530414 w 7467600"/>
              <a:gd name="connsiteY953" fmla="*/ 354673 h 6858000"/>
              <a:gd name="connsiteX954" fmla="*/ 333785 w 7467600"/>
              <a:gd name="connsiteY954" fmla="*/ 161564 h 6858000"/>
              <a:gd name="connsiteX955" fmla="*/ 147005 w 7467600"/>
              <a:gd name="connsiteY955" fmla="*/ 0 h 6858000"/>
              <a:gd name="connsiteX956" fmla="*/ 272509 w 7467600"/>
              <a:gd name="connsiteY956" fmla="*/ 0 h 6858000"/>
              <a:gd name="connsiteX957" fmla="*/ 326276 w 7467600"/>
              <a:gd name="connsiteY957" fmla="*/ 45847 h 6858000"/>
              <a:gd name="connsiteX958" fmla="*/ 823759 w 7467600"/>
              <a:gd name="connsiteY958" fmla="*/ 574145 h 6858000"/>
              <a:gd name="connsiteX959" fmla="*/ 811254 w 7467600"/>
              <a:gd name="connsiteY959" fmla="*/ 665546 h 6858000"/>
              <a:gd name="connsiteX960" fmla="*/ 154042 w 7467600"/>
              <a:gd name="connsiteY960" fmla="*/ 261522 h 6858000"/>
              <a:gd name="connsiteX961" fmla="*/ 13550 w 7467600"/>
              <a:gd name="connsiteY961" fmla="*/ 158423 h 6858000"/>
              <a:gd name="connsiteX962" fmla="*/ 0 w 7467600"/>
              <a:gd name="connsiteY962" fmla="*/ 146618 h 6858000"/>
              <a:gd name="connsiteX963" fmla="*/ 0 w 7467600"/>
              <a:gd name="connsiteY963" fmla="*/ 59161 h 6858000"/>
              <a:gd name="connsiteX964" fmla="*/ 45427 w 7467600"/>
              <a:gd name="connsiteY964" fmla="*/ 101078 h 6858000"/>
              <a:gd name="connsiteX965" fmla="*/ 630103 w 7467600"/>
              <a:gd name="connsiteY965" fmla="*/ 485885 h 6858000"/>
              <a:gd name="connsiteX966" fmla="*/ 532040 w 7467600"/>
              <a:gd name="connsiteY966" fmla="*/ 399359 h 6858000"/>
              <a:gd name="connsiteX967" fmla="*/ 517618 w 7467600"/>
              <a:gd name="connsiteY967" fmla="*/ 385726 h 6858000"/>
              <a:gd name="connsiteX968" fmla="*/ 285074 w 7467600"/>
              <a:gd name="connsiteY968" fmla="*/ 182755 h 6858000"/>
              <a:gd name="connsiteX969" fmla="*/ 43151 w 7467600"/>
              <a:gd name="connsiteY969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7454976 w 7467600"/>
              <a:gd name="connsiteY74" fmla="*/ 6318297 h 6858000"/>
              <a:gd name="connsiteX75" fmla="*/ 7379510 w 7467600"/>
              <a:gd name="connsiteY75" fmla="*/ 5755454 h 6858000"/>
              <a:gd name="connsiteX76" fmla="*/ 7467600 w 7467600"/>
              <a:gd name="connsiteY76" fmla="*/ 5845526 h 6858000"/>
              <a:gd name="connsiteX77" fmla="*/ 7271900 w 7467600"/>
              <a:gd name="connsiteY77" fmla="*/ 5734551 h 6858000"/>
              <a:gd name="connsiteX78" fmla="*/ 7259646 w 7467600"/>
              <a:gd name="connsiteY78" fmla="*/ 5765985 h 6858000"/>
              <a:gd name="connsiteX79" fmla="*/ 7467600 w 7467600"/>
              <a:gd name="connsiteY79" fmla="*/ 6012219 h 6858000"/>
              <a:gd name="connsiteX80" fmla="*/ 7356878 w 7467600"/>
              <a:gd name="connsiteY80" fmla="*/ 5981332 h 6858000"/>
              <a:gd name="connsiteX81" fmla="*/ 7467600 w 7467600"/>
              <a:gd name="connsiteY81" fmla="*/ 6117703 h 6858000"/>
              <a:gd name="connsiteX82" fmla="*/ 7467600 w 7467600"/>
              <a:gd name="connsiteY82" fmla="*/ 6163634 h 6858000"/>
              <a:gd name="connsiteX83" fmla="*/ 7403637 w 7467600"/>
              <a:gd name="connsiteY83" fmla="*/ 6083957 h 6858000"/>
              <a:gd name="connsiteX84" fmla="*/ 7254615 w 7467600"/>
              <a:gd name="connsiteY84" fmla="*/ 5911918 h 6858000"/>
              <a:gd name="connsiteX85" fmla="*/ 7312589 w 7467600"/>
              <a:gd name="connsiteY85" fmla="*/ 5982309 h 6858000"/>
              <a:gd name="connsiteX86" fmla="*/ 7448321 w 7467600"/>
              <a:gd name="connsiteY86" fmla="*/ 6190991 h 6858000"/>
              <a:gd name="connsiteX87" fmla="*/ 7467600 w 7467600"/>
              <a:gd name="connsiteY87" fmla="*/ 6221686 h 6858000"/>
              <a:gd name="connsiteX88" fmla="*/ 7467600 w 7467600"/>
              <a:gd name="connsiteY88" fmla="*/ 6334256 h 6858000"/>
              <a:gd name="connsiteX89" fmla="*/ 7454976 w 7467600"/>
              <a:gd name="connsiteY89" fmla="*/ 6318297 h 6858000"/>
              <a:gd name="connsiteX90" fmla="*/ 1456157 w 7467600"/>
              <a:gd name="connsiteY90" fmla="*/ 5371404 h 6858000"/>
              <a:gd name="connsiteX91" fmla="*/ 1244432 w 7467600"/>
              <a:gd name="connsiteY91" fmla="*/ 5385601 h 6858000"/>
              <a:gd name="connsiteX92" fmla="*/ 973990 w 7467600"/>
              <a:gd name="connsiteY92" fmla="*/ 5424940 h 6858000"/>
              <a:gd name="connsiteX93" fmla="*/ 1103809 w 7467600"/>
              <a:gd name="connsiteY93" fmla="*/ 5433720 h 6858000"/>
              <a:gd name="connsiteX94" fmla="*/ 1123454 w 7467600"/>
              <a:gd name="connsiteY94" fmla="*/ 5435727 h 6858000"/>
              <a:gd name="connsiteX95" fmla="*/ 1737017 w 7467600"/>
              <a:gd name="connsiteY95" fmla="*/ 5452183 h 6858000"/>
              <a:gd name="connsiteX96" fmla="*/ 1824397 w 7467600"/>
              <a:gd name="connsiteY96" fmla="*/ 5447757 h 6858000"/>
              <a:gd name="connsiteX97" fmla="*/ 2070059 w 7467600"/>
              <a:gd name="connsiteY97" fmla="*/ 5441660 h 6858000"/>
              <a:gd name="connsiteX98" fmla="*/ 1456157 w 7467600"/>
              <a:gd name="connsiteY98" fmla="*/ 5371404 h 6858000"/>
              <a:gd name="connsiteX99" fmla="*/ 4988186 w 7467600"/>
              <a:gd name="connsiteY99" fmla="*/ 5216467 h 6858000"/>
              <a:gd name="connsiteX100" fmla="*/ 4777334 w 7467600"/>
              <a:gd name="connsiteY100" fmla="*/ 5406072 h 6858000"/>
              <a:gd name="connsiteX101" fmla="*/ 4718341 w 7467600"/>
              <a:gd name="connsiteY101" fmla="*/ 5468043 h 6858000"/>
              <a:gd name="connsiteX102" fmla="*/ 4604655 w 7467600"/>
              <a:gd name="connsiteY102" fmla="*/ 5583434 h 6858000"/>
              <a:gd name="connsiteX103" fmla="*/ 4565074 w 7467600"/>
              <a:gd name="connsiteY103" fmla="*/ 5618550 h 6858000"/>
              <a:gd name="connsiteX104" fmla="*/ 4988186 w 7467600"/>
              <a:gd name="connsiteY104" fmla="*/ 5216467 h 6858000"/>
              <a:gd name="connsiteX105" fmla="*/ 4978032 w 7467600"/>
              <a:gd name="connsiteY105" fmla="*/ 5183809 h 6858000"/>
              <a:gd name="connsiteX106" fmla="*/ 4463413 w 7467600"/>
              <a:gd name="connsiteY106" fmla="*/ 5615162 h 6858000"/>
              <a:gd name="connsiteX107" fmla="*/ 4358134 w 7467600"/>
              <a:gd name="connsiteY107" fmla="*/ 5742791 h 6858000"/>
              <a:gd name="connsiteX108" fmla="*/ 4376219 w 7467600"/>
              <a:gd name="connsiteY108" fmla="*/ 5729027 h 6858000"/>
              <a:gd name="connsiteX109" fmla="*/ 4582340 w 7467600"/>
              <a:gd name="connsiteY109" fmla="*/ 5561037 h 6858000"/>
              <a:gd name="connsiteX110" fmla="*/ 4694684 w 7467600"/>
              <a:gd name="connsiteY110" fmla="*/ 5447098 h 6858000"/>
              <a:gd name="connsiteX111" fmla="*/ 4754123 w 7467600"/>
              <a:gd name="connsiteY111" fmla="*/ 5384643 h 6858000"/>
              <a:gd name="connsiteX112" fmla="*/ 4978032 w 7467600"/>
              <a:gd name="connsiteY112" fmla="*/ 5183809 h 6858000"/>
              <a:gd name="connsiteX113" fmla="*/ 1903353 w 7467600"/>
              <a:gd name="connsiteY113" fmla="*/ 5044827 h 6858000"/>
              <a:gd name="connsiteX114" fmla="*/ 1936931 w 7467600"/>
              <a:gd name="connsiteY114" fmla="*/ 5093954 h 6858000"/>
              <a:gd name="connsiteX115" fmla="*/ 2195868 w 7467600"/>
              <a:gd name="connsiteY115" fmla="*/ 5396574 h 6858000"/>
              <a:gd name="connsiteX116" fmla="*/ 2088852 w 7467600"/>
              <a:gd name="connsiteY116" fmla="*/ 5166123 h 6858000"/>
              <a:gd name="connsiteX117" fmla="*/ 1958241 w 7467600"/>
              <a:gd name="connsiteY117" fmla="*/ 5067955 h 6858000"/>
              <a:gd name="connsiteX118" fmla="*/ 1903353 w 7467600"/>
              <a:gd name="connsiteY118" fmla="*/ 5044827 h 6858000"/>
              <a:gd name="connsiteX119" fmla="*/ 1979378 w 7467600"/>
              <a:gd name="connsiteY119" fmla="*/ 4769504 h 6858000"/>
              <a:gd name="connsiteX120" fmla="*/ 2882120 w 7467600"/>
              <a:gd name="connsiteY120" fmla="*/ 5064547 h 6858000"/>
              <a:gd name="connsiteX121" fmla="*/ 2793103 w 7467600"/>
              <a:gd name="connsiteY121" fmla="*/ 5039699 h 6858000"/>
              <a:gd name="connsiteX122" fmla="*/ 2770041 w 7467600"/>
              <a:gd name="connsiteY122" fmla="*/ 5033634 h 6858000"/>
              <a:gd name="connsiteX123" fmla="*/ 1979378 w 7467600"/>
              <a:gd name="connsiteY123" fmla="*/ 4769504 h 6858000"/>
              <a:gd name="connsiteX124" fmla="*/ 1927410 w 7467600"/>
              <a:gd name="connsiteY124" fmla="*/ 4716164 h 6858000"/>
              <a:gd name="connsiteX125" fmla="*/ 1959587 w 7467600"/>
              <a:gd name="connsiteY125" fmla="*/ 4728849 h 6858000"/>
              <a:gd name="connsiteX126" fmla="*/ 2777707 w 7467600"/>
              <a:gd name="connsiteY126" fmla="*/ 5003991 h 6858000"/>
              <a:gd name="connsiteX127" fmla="*/ 2800768 w 7467600"/>
              <a:gd name="connsiteY127" fmla="*/ 5010056 h 6858000"/>
              <a:gd name="connsiteX128" fmla="*/ 2879408 w 7467600"/>
              <a:gd name="connsiteY128" fmla="*/ 5031590 h 6858000"/>
              <a:gd name="connsiteX129" fmla="*/ 2862295 w 7467600"/>
              <a:gd name="connsiteY129" fmla="*/ 5022958 h 6858000"/>
              <a:gd name="connsiteX130" fmla="*/ 2813343 w 7467600"/>
              <a:gd name="connsiteY130" fmla="*/ 4998369 h 6858000"/>
              <a:gd name="connsiteX131" fmla="*/ 2646245 w 7467600"/>
              <a:gd name="connsiteY131" fmla="*/ 4930999 h 6858000"/>
              <a:gd name="connsiteX132" fmla="*/ 1999243 w 7467600"/>
              <a:gd name="connsiteY132" fmla="*/ 4730524 h 6858000"/>
              <a:gd name="connsiteX133" fmla="*/ 1979527 w 7467600"/>
              <a:gd name="connsiteY133" fmla="*/ 4726651 h 6858000"/>
              <a:gd name="connsiteX134" fmla="*/ 1927410 w 7467600"/>
              <a:gd name="connsiteY134" fmla="*/ 4716164 h 6858000"/>
              <a:gd name="connsiteX135" fmla="*/ 1997014 w 7467600"/>
              <a:gd name="connsiteY135" fmla="*/ 4698007 h 6858000"/>
              <a:gd name="connsiteX136" fmla="*/ 2005458 w 7467600"/>
              <a:gd name="connsiteY136" fmla="*/ 4699540 h 6858000"/>
              <a:gd name="connsiteX137" fmla="*/ 2657186 w 7467600"/>
              <a:gd name="connsiteY137" fmla="*/ 4901687 h 6858000"/>
              <a:gd name="connsiteX138" fmla="*/ 2826662 w 7467600"/>
              <a:gd name="connsiteY138" fmla="*/ 4970362 h 6858000"/>
              <a:gd name="connsiteX139" fmla="*/ 2876100 w 7467600"/>
              <a:gd name="connsiteY139" fmla="*/ 4995397 h 6858000"/>
              <a:gd name="connsiteX140" fmla="*/ 3042600 w 7467600"/>
              <a:gd name="connsiteY140" fmla="*/ 5059532 h 6858000"/>
              <a:gd name="connsiteX141" fmla="*/ 1997014 w 7467600"/>
              <a:gd name="connsiteY141" fmla="*/ 4698007 h 6858000"/>
              <a:gd name="connsiteX142" fmla="*/ 2305292 w 7467600"/>
              <a:gd name="connsiteY142" fmla="*/ 4219492 h 6858000"/>
              <a:gd name="connsiteX143" fmla="*/ 3360922 w 7467600"/>
              <a:gd name="connsiteY143" fmla="*/ 4529373 h 6858000"/>
              <a:gd name="connsiteX144" fmla="*/ 3492420 w 7467600"/>
              <a:gd name="connsiteY144" fmla="*/ 4510145 h 6858000"/>
              <a:gd name="connsiteX145" fmla="*/ 3364086 w 7467600"/>
              <a:gd name="connsiteY145" fmla="*/ 4480340 h 6858000"/>
              <a:gd name="connsiteX146" fmla="*/ 3225818 w 7467600"/>
              <a:gd name="connsiteY146" fmla="*/ 4411822 h 6858000"/>
              <a:gd name="connsiteX147" fmla="*/ 3129696 w 7467600"/>
              <a:gd name="connsiteY147" fmla="*/ 4360704 h 6858000"/>
              <a:gd name="connsiteX148" fmla="*/ 2814545 w 7467600"/>
              <a:gd name="connsiteY148" fmla="*/ 4282955 h 6858000"/>
              <a:gd name="connsiteX149" fmla="*/ 2305292 w 7467600"/>
              <a:gd name="connsiteY149" fmla="*/ 4219492 h 6858000"/>
              <a:gd name="connsiteX150" fmla="*/ 2626982 w 7467600"/>
              <a:gd name="connsiteY150" fmla="*/ 4206450 h 6858000"/>
              <a:gd name="connsiteX151" fmla="*/ 2490617 w 7467600"/>
              <a:gd name="connsiteY151" fmla="*/ 4206951 h 6858000"/>
              <a:gd name="connsiteX152" fmla="*/ 2819869 w 7467600"/>
              <a:gd name="connsiteY152" fmla="*/ 4252936 h 6858000"/>
              <a:gd name="connsiteX153" fmla="*/ 3143018 w 7467600"/>
              <a:gd name="connsiteY153" fmla="*/ 4332698 h 6858000"/>
              <a:gd name="connsiteX154" fmla="*/ 3241520 w 7467600"/>
              <a:gd name="connsiteY154" fmla="*/ 4385112 h 6858000"/>
              <a:gd name="connsiteX155" fmla="*/ 3374575 w 7467600"/>
              <a:gd name="connsiteY155" fmla="*/ 4451517 h 6858000"/>
              <a:gd name="connsiteX156" fmla="*/ 3505221 w 7467600"/>
              <a:gd name="connsiteY156" fmla="*/ 4480757 h 6858000"/>
              <a:gd name="connsiteX157" fmla="*/ 2626982 w 7467600"/>
              <a:gd name="connsiteY157" fmla="*/ 4206450 h 6858000"/>
              <a:gd name="connsiteX158" fmla="*/ 1310106 w 7467600"/>
              <a:gd name="connsiteY158" fmla="*/ 3943217 h 6858000"/>
              <a:gd name="connsiteX159" fmla="*/ 854994 w 7467600"/>
              <a:gd name="connsiteY159" fmla="*/ 4399136 h 6858000"/>
              <a:gd name="connsiteX160" fmla="*/ 742462 w 7467600"/>
              <a:gd name="connsiteY160" fmla="*/ 4594648 h 6858000"/>
              <a:gd name="connsiteX161" fmla="*/ 820602 w 7467600"/>
              <a:gd name="connsiteY161" fmla="*/ 4485915 h 6858000"/>
              <a:gd name="connsiteX162" fmla="*/ 878295 w 7467600"/>
              <a:gd name="connsiteY162" fmla="*/ 4403594 h 6858000"/>
              <a:gd name="connsiteX163" fmla="*/ 1240607 w 7467600"/>
              <a:gd name="connsiteY163" fmla="*/ 4010401 h 6858000"/>
              <a:gd name="connsiteX164" fmla="*/ 1310106 w 7467600"/>
              <a:gd name="connsiteY164" fmla="*/ 3943217 h 6858000"/>
              <a:gd name="connsiteX165" fmla="*/ 1423113 w 7467600"/>
              <a:gd name="connsiteY165" fmla="*/ 3874565 h 6858000"/>
              <a:gd name="connsiteX166" fmla="*/ 1260565 w 7467600"/>
              <a:gd name="connsiteY166" fmla="*/ 4031982 h 6858000"/>
              <a:gd name="connsiteX167" fmla="*/ 901900 w 7467600"/>
              <a:gd name="connsiteY167" fmla="*/ 4421236 h 6858000"/>
              <a:gd name="connsiteX168" fmla="*/ 845044 w 7467600"/>
              <a:gd name="connsiteY168" fmla="*/ 4502436 h 6858000"/>
              <a:gd name="connsiteX169" fmla="*/ 685926 w 7467600"/>
              <a:gd name="connsiteY169" fmla="*/ 4703069 h 6858000"/>
              <a:gd name="connsiteX170" fmla="*/ 684248 w 7467600"/>
              <a:gd name="connsiteY170" fmla="*/ 4706721 h 6858000"/>
              <a:gd name="connsiteX171" fmla="*/ 1423113 w 7467600"/>
              <a:gd name="connsiteY171" fmla="*/ 3874565 h 6858000"/>
              <a:gd name="connsiteX172" fmla="*/ 3316479 w 7467600"/>
              <a:gd name="connsiteY172" fmla="*/ 3872136 h 6858000"/>
              <a:gd name="connsiteX173" fmla="*/ 3546806 w 7467600"/>
              <a:gd name="connsiteY173" fmla="*/ 4356139 h 6858000"/>
              <a:gd name="connsiteX174" fmla="*/ 3364433 w 7467600"/>
              <a:gd name="connsiteY174" fmla="*/ 3953121 h 6858000"/>
              <a:gd name="connsiteX175" fmla="*/ 3316479 w 7467600"/>
              <a:gd name="connsiteY175" fmla="*/ 3872136 h 6858000"/>
              <a:gd name="connsiteX176" fmla="*/ 3291335 w 7467600"/>
              <a:gd name="connsiteY176" fmla="*/ 3767420 h 6858000"/>
              <a:gd name="connsiteX177" fmla="*/ 3390805 w 7467600"/>
              <a:gd name="connsiteY177" fmla="*/ 3937163 h 6858000"/>
              <a:gd name="connsiteX178" fmla="*/ 3579062 w 7467600"/>
              <a:gd name="connsiteY178" fmla="*/ 4359040 h 6858000"/>
              <a:gd name="connsiteX179" fmla="*/ 3467355 w 7467600"/>
              <a:gd name="connsiteY179" fmla="*/ 3988130 h 6858000"/>
              <a:gd name="connsiteX180" fmla="*/ 3310753 w 7467600"/>
              <a:gd name="connsiteY180" fmla="*/ 3787140 h 6858000"/>
              <a:gd name="connsiteX181" fmla="*/ 3291335 w 7467600"/>
              <a:gd name="connsiteY181" fmla="*/ 3767420 h 6858000"/>
              <a:gd name="connsiteX182" fmla="*/ 1635889 w 7467600"/>
              <a:gd name="connsiteY182" fmla="*/ 3709494 h 6858000"/>
              <a:gd name="connsiteX183" fmla="*/ 1634800 w 7467600"/>
              <a:gd name="connsiteY183" fmla="*/ 3731111 h 6858000"/>
              <a:gd name="connsiteX184" fmla="*/ 1635889 w 7467600"/>
              <a:gd name="connsiteY184" fmla="*/ 3709494 h 6858000"/>
              <a:gd name="connsiteX185" fmla="*/ 1510397 w 7467600"/>
              <a:gd name="connsiteY185" fmla="*/ 3684705 h 6858000"/>
              <a:gd name="connsiteX186" fmla="*/ 1146550 w 7467600"/>
              <a:gd name="connsiteY186" fmla="*/ 3802012 h 6858000"/>
              <a:gd name="connsiteX187" fmla="*/ 698834 w 7467600"/>
              <a:gd name="connsiteY187" fmla="*/ 3952272 h 6858000"/>
              <a:gd name="connsiteX188" fmla="*/ 34256 w 7467600"/>
              <a:gd name="connsiteY188" fmla="*/ 4347603 h 6858000"/>
              <a:gd name="connsiteX189" fmla="*/ 527241 w 7467600"/>
              <a:gd name="connsiteY189" fmla="*/ 4065078 h 6858000"/>
              <a:gd name="connsiteX190" fmla="*/ 1510397 w 7467600"/>
              <a:gd name="connsiteY190" fmla="*/ 3684705 h 6858000"/>
              <a:gd name="connsiteX191" fmla="*/ 1313114 w 7467600"/>
              <a:gd name="connsiteY191" fmla="*/ 3655216 h 6858000"/>
              <a:gd name="connsiteX192" fmla="*/ 1109304 w 7467600"/>
              <a:gd name="connsiteY192" fmla="*/ 3669030 h 6858000"/>
              <a:gd name="connsiteX193" fmla="*/ 8129 w 7467600"/>
              <a:gd name="connsiteY193" fmla="*/ 4330519 h 6858000"/>
              <a:gd name="connsiteX194" fmla="*/ 687572 w 7467600"/>
              <a:gd name="connsiteY194" fmla="*/ 3925629 h 6858000"/>
              <a:gd name="connsiteX195" fmla="*/ 1138365 w 7467600"/>
              <a:gd name="connsiteY195" fmla="*/ 3774515 h 6858000"/>
              <a:gd name="connsiteX196" fmla="*/ 1505579 w 7467600"/>
              <a:gd name="connsiteY196" fmla="*/ 3655526 h 6858000"/>
              <a:gd name="connsiteX197" fmla="*/ 1313114 w 7467600"/>
              <a:gd name="connsiteY197" fmla="*/ 3655216 h 6858000"/>
              <a:gd name="connsiteX198" fmla="*/ 3655073 w 7467600"/>
              <a:gd name="connsiteY198" fmla="*/ 3650884 h 6858000"/>
              <a:gd name="connsiteX199" fmla="*/ 3989938 w 7467600"/>
              <a:gd name="connsiteY199" fmla="*/ 3991685 h 6858000"/>
              <a:gd name="connsiteX200" fmla="*/ 4393907 w 7467600"/>
              <a:gd name="connsiteY200" fmla="*/ 4261258 h 6858000"/>
              <a:gd name="connsiteX201" fmla="*/ 4648051 w 7467600"/>
              <a:gd name="connsiteY201" fmla="*/ 4374051 h 6858000"/>
              <a:gd name="connsiteX202" fmla="*/ 4383389 w 7467600"/>
              <a:gd name="connsiteY202" fmla="*/ 4184369 h 6858000"/>
              <a:gd name="connsiteX203" fmla="*/ 4165508 w 7467600"/>
              <a:gd name="connsiteY203" fmla="*/ 4035196 h 6858000"/>
              <a:gd name="connsiteX204" fmla="*/ 4068162 w 7467600"/>
              <a:gd name="connsiteY204" fmla="*/ 3953394 h 6858000"/>
              <a:gd name="connsiteX205" fmla="*/ 3981416 w 7467600"/>
              <a:gd name="connsiteY205" fmla="*/ 3880482 h 6858000"/>
              <a:gd name="connsiteX206" fmla="*/ 3800147 w 7467600"/>
              <a:gd name="connsiteY206" fmla="*/ 3749872 h 6858000"/>
              <a:gd name="connsiteX207" fmla="*/ 3655073 w 7467600"/>
              <a:gd name="connsiteY207" fmla="*/ 3650884 h 6858000"/>
              <a:gd name="connsiteX208" fmla="*/ 3670252 w 7467600"/>
              <a:gd name="connsiteY208" fmla="*/ 3622798 h 6858000"/>
              <a:gd name="connsiteX209" fmla="*/ 3817258 w 7467600"/>
              <a:gd name="connsiteY209" fmla="*/ 3723577 h 6858000"/>
              <a:gd name="connsiteX210" fmla="*/ 4000461 w 7467600"/>
              <a:gd name="connsiteY210" fmla="*/ 3855966 h 6858000"/>
              <a:gd name="connsiteX211" fmla="*/ 4088180 w 7467600"/>
              <a:gd name="connsiteY211" fmla="*/ 3929774 h 6858000"/>
              <a:gd name="connsiteX212" fmla="*/ 4184555 w 7467600"/>
              <a:gd name="connsiteY212" fmla="*/ 4010683 h 6858000"/>
              <a:gd name="connsiteX213" fmla="*/ 4399563 w 7467600"/>
              <a:gd name="connsiteY213" fmla="*/ 4158106 h 6858000"/>
              <a:gd name="connsiteX214" fmla="*/ 4684469 w 7467600"/>
              <a:gd name="connsiteY214" fmla="*/ 4364680 h 6858000"/>
              <a:gd name="connsiteX215" fmla="*/ 4690271 w 7467600"/>
              <a:gd name="connsiteY215" fmla="*/ 4370034 h 6858000"/>
              <a:gd name="connsiteX216" fmla="*/ 4136093 w 7467600"/>
              <a:gd name="connsiteY216" fmla="*/ 3858466 h 6858000"/>
              <a:gd name="connsiteX217" fmla="*/ 3670252 w 7467600"/>
              <a:gd name="connsiteY217" fmla="*/ 3622798 h 6858000"/>
              <a:gd name="connsiteX218" fmla="*/ 4440129 w 7467600"/>
              <a:gd name="connsiteY218" fmla="*/ 3448571 h 6858000"/>
              <a:gd name="connsiteX219" fmla="*/ 4856525 w 7467600"/>
              <a:gd name="connsiteY219" fmla="*/ 3915351 h 6858000"/>
              <a:gd name="connsiteX220" fmla="*/ 5059055 w 7467600"/>
              <a:gd name="connsiteY220" fmla="*/ 4108918 h 6858000"/>
              <a:gd name="connsiteX221" fmla="*/ 5290070 w 7467600"/>
              <a:gd name="connsiteY221" fmla="*/ 4263619 h 6858000"/>
              <a:gd name="connsiteX222" fmla="*/ 4834991 w 7467600"/>
              <a:gd name="connsiteY222" fmla="*/ 3830985 h 6858000"/>
              <a:gd name="connsiteX223" fmla="*/ 4440129 w 7467600"/>
              <a:gd name="connsiteY223" fmla="*/ 3448571 h 6858000"/>
              <a:gd name="connsiteX224" fmla="*/ 4441737 w 7467600"/>
              <a:gd name="connsiteY224" fmla="*/ 3399734 h 6858000"/>
              <a:gd name="connsiteX225" fmla="*/ 4431236 w 7467600"/>
              <a:gd name="connsiteY225" fmla="*/ 3400954 h 6858000"/>
              <a:gd name="connsiteX226" fmla="*/ 4557150 w 7467600"/>
              <a:gd name="connsiteY226" fmla="*/ 3510023 h 6858000"/>
              <a:gd name="connsiteX227" fmla="*/ 4856936 w 7467600"/>
              <a:gd name="connsiteY227" fmla="*/ 3809146 h 6858000"/>
              <a:gd name="connsiteX228" fmla="*/ 5111996 w 7467600"/>
              <a:gd name="connsiteY228" fmla="*/ 4065759 h 6858000"/>
              <a:gd name="connsiteX229" fmla="*/ 5388878 w 7467600"/>
              <a:gd name="connsiteY229" fmla="*/ 4300185 h 6858000"/>
              <a:gd name="connsiteX230" fmla="*/ 5425556 w 7467600"/>
              <a:gd name="connsiteY230" fmla="*/ 4308967 h 6858000"/>
              <a:gd name="connsiteX231" fmla="*/ 4943646 w 7467600"/>
              <a:gd name="connsiteY231" fmla="*/ 3822916 h 6858000"/>
              <a:gd name="connsiteX232" fmla="*/ 4594837 w 7467600"/>
              <a:gd name="connsiteY232" fmla="*/ 3532274 h 6858000"/>
              <a:gd name="connsiteX233" fmla="*/ 4441737 w 7467600"/>
              <a:gd name="connsiteY233" fmla="*/ 3399734 h 6858000"/>
              <a:gd name="connsiteX234" fmla="*/ 5425834 w 7467600"/>
              <a:gd name="connsiteY234" fmla="*/ 3162785 h 6858000"/>
              <a:gd name="connsiteX235" fmla="*/ 5401644 w 7467600"/>
              <a:gd name="connsiteY235" fmla="*/ 3617847 h 6858000"/>
              <a:gd name="connsiteX236" fmla="*/ 5467256 w 7467600"/>
              <a:gd name="connsiteY236" fmla="*/ 4175494 h 6858000"/>
              <a:gd name="connsiteX237" fmla="*/ 5448069 w 7467600"/>
              <a:gd name="connsiteY237" fmla="*/ 3567554 h 6858000"/>
              <a:gd name="connsiteX238" fmla="*/ 5425834 w 7467600"/>
              <a:gd name="connsiteY238" fmla="*/ 3162785 h 6858000"/>
              <a:gd name="connsiteX239" fmla="*/ 1318687 w 7467600"/>
              <a:gd name="connsiteY239" fmla="*/ 3113840 h 6858000"/>
              <a:gd name="connsiteX240" fmla="*/ 1066793 w 7467600"/>
              <a:gd name="connsiteY240" fmla="*/ 3212171 h 6858000"/>
              <a:gd name="connsiteX241" fmla="*/ 993319 w 7467600"/>
              <a:gd name="connsiteY241" fmla="*/ 3247648 h 6858000"/>
              <a:gd name="connsiteX242" fmla="*/ 853081 w 7467600"/>
              <a:gd name="connsiteY242" fmla="*/ 3312410 h 6858000"/>
              <a:gd name="connsiteX243" fmla="*/ 805957 w 7467600"/>
              <a:gd name="connsiteY243" fmla="*/ 3330443 h 6858000"/>
              <a:gd name="connsiteX244" fmla="*/ 1318687 w 7467600"/>
              <a:gd name="connsiteY244" fmla="*/ 3113840 h 6858000"/>
              <a:gd name="connsiteX245" fmla="*/ 5453702 w 7467600"/>
              <a:gd name="connsiteY245" fmla="*/ 3090882 h 6858000"/>
              <a:gd name="connsiteX246" fmla="*/ 5480135 w 7467600"/>
              <a:gd name="connsiteY246" fmla="*/ 3565802 h 6858000"/>
              <a:gd name="connsiteX247" fmla="*/ 5499023 w 7467600"/>
              <a:gd name="connsiteY247" fmla="*/ 4166310 h 6858000"/>
              <a:gd name="connsiteX248" fmla="*/ 5547022 w 7467600"/>
              <a:gd name="connsiteY248" fmla="*/ 3607838 h 6858000"/>
              <a:gd name="connsiteX249" fmla="*/ 5515964 w 7467600"/>
              <a:gd name="connsiteY249" fmla="*/ 3378541 h 6858000"/>
              <a:gd name="connsiteX250" fmla="*/ 5453702 w 7467600"/>
              <a:gd name="connsiteY250" fmla="*/ 3090882 h 6858000"/>
              <a:gd name="connsiteX251" fmla="*/ 1238695 w 7467600"/>
              <a:gd name="connsiteY251" fmla="*/ 3076820 h 6858000"/>
              <a:gd name="connsiteX252" fmla="*/ 716371 w 7467600"/>
              <a:gd name="connsiteY252" fmla="*/ 3293249 h 6858000"/>
              <a:gd name="connsiteX253" fmla="*/ 579522 w 7467600"/>
              <a:gd name="connsiteY253" fmla="*/ 3371759 h 6858000"/>
              <a:gd name="connsiteX254" fmla="*/ 600288 w 7467600"/>
              <a:gd name="connsiteY254" fmla="*/ 3365555 h 6858000"/>
              <a:gd name="connsiteX255" fmla="*/ 840692 w 7467600"/>
              <a:gd name="connsiteY255" fmla="*/ 3284921 h 6858000"/>
              <a:gd name="connsiteX256" fmla="*/ 979248 w 7467600"/>
              <a:gd name="connsiteY256" fmla="*/ 3221003 h 6858000"/>
              <a:gd name="connsiteX257" fmla="*/ 1053282 w 7467600"/>
              <a:gd name="connsiteY257" fmla="*/ 3185247 h 6858000"/>
              <a:gd name="connsiteX258" fmla="*/ 1320603 w 7467600"/>
              <a:gd name="connsiteY258" fmla="*/ 3081281 h 6858000"/>
              <a:gd name="connsiteX259" fmla="*/ 1238695 w 7467600"/>
              <a:gd name="connsiteY259" fmla="*/ 3076820 h 6858000"/>
              <a:gd name="connsiteX260" fmla="*/ 5425627 w 7467600"/>
              <a:gd name="connsiteY260" fmla="*/ 2954192 h 6858000"/>
              <a:gd name="connsiteX261" fmla="*/ 5470770 w 7467600"/>
              <a:gd name="connsiteY261" fmla="*/ 3005435 h 6858000"/>
              <a:gd name="connsiteX262" fmla="*/ 5519779 w 7467600"/>
              <a:gd name="connsiteY262" fmla="*/ 4359223 h 6858000"/>
              <a:gd name="connsiteX263" fmla="*/ 5520293 w 7467600"/>
              <a:gd name="connsiteY263" fmla="*/ 4360602 h 6858000"/>
              <a:gd name="connsiteX264" fmla="*/ 5767221 w 7467600"/>
              <a:gd name="connsiteY264" fmla="*/ 4665564 h 6858000"/>
              <a:gd name="connsiteX265" fmla="*/ 6937169 w 7467600"/>
              <a:gd name="connsiteY265" fmla="*/ 4815941 h 6858000"/>
              <a:gd name="connsiteX266" fmla="*/ 6953922 w 7467600"/>
              <a:gd name="connsiteY266" fmla="*/ 4890068 h 6858000"/>
              <a:gd name="connsiteX267" fmla="*/ 6071359 w 7467600"/>
              <a:gd name="connsiteY267" fmla="*/ 4770770 h 6858000"/>
              <a:gd name="connsiteX268" fmla="*/ 6038839 w 7467600"/>
              <a:gd name="connsiteY268" fmla="*/ 4764474 h 6858000"/>
              <a:gd name="connsiteX269" fmla="*/ 6038706 w 7467600"/>
              <a:gd name="connsiteY269" fmla="*/ 4763847 h 6858000"/>
              <a:gd name="connsiteX270" fmla="*/ 6037784 w 7467600"/>
              <a:gd name="connsiteY270" fmla="*/ 4764270 h 6858000"/>
              <a:gd name="connsiteX271" fmla="*/ 6038839 w 7467600"/>
              <a:gd name="connsiteY271" fmla="*/ 4764474 h 6858000"/>
              <a:gd name="connsiteX272" fmla="*/ 6040338 w 7467600"/>
              <a:gd name="connsiteY272" fmla="*/ 4771418 h 6858000"/>
              <a:gd name="connsiteX273" fmla="*/ 6024488 w 7467600"/>
              <a:gd name="connsiteY273" fmla="*/ 4809903 h 6858000"/>
              <a:gd name="connsiteX274" fmla="*/ 5599771 w 7467600"/>
              <a:gd name="connsiteY274" fmla="*/ 5509652 h 6858000"/>
              <a:gd name="connsiteX275" fmla="*/ 5548843 w 7467600"/>
              <a:gd name="connsiteY275" fmla="*/ 5563845 h 6858000"/>
              <a:gd name="connsiteX276" fmla="*/ 5940952 w 7467600"/>
              <a:gd name="connsiteY276" fmla="*/ 6250028 h 6858000"/>
              <a:gd name="connsiteX277" fmla="*/ 6043441 w 7467600"/>
              <a:gd name="connsiteY277" fmla="*/ 6665847 h 6858000"/>
              <a:gd name="connsiteX278" fmla="*/ 6093432 w 7467600"/>
              <a:gd name="connsiteY278" fmla="*/ 6858000 h 6858000"/>
              <a:gd name="connsiteX279" fmla="*/ 6034344 w 7467600"/>
              <a:gd name="connsiteY279" fmla="*/ 6858000 h 6858000"/>
              <a:gd name="connsiteX280" fmla="*/ 6026679 w 7467600"/>
              <a:gd name="connsiteY280" fmla="*/ 6836959 h 6858000"/>
              <a:gd name="connsiteX281" fmla="*/ 5800441 w 7467600"/>
              <a:gd name="connsiteY281" fmla="*/ 6335286 h 6858000"/>
              <a:gd name="connsiteX282" fmla="*/ 5526562 w 7467600"/>
              <a:gd name="connsiteY282" fmla="*/ 5705388 h 6858000"/>
              <a:gd name="connsiteX283" fmla="*/ 5519640 w 7467600"/>
              <a:gd name="connsiteY283" fmla="*/ 5683774 h 6858000"/>
              <a:gd name="connsiteX284" fmla="*/ 5844559 w 7467600"/>
              <a:gd name="connsiteY284" fmla="*/ 6553349 h 6858000"/>
              <a:gd name="connsiteX285" fmla="*/ 5975994 w 7467600"/>
              <a:gd name="connsiteY285" fmla="*/ 6858000 h 6858000"/>
              <a:gd name="connsiteX286" fmla="*/ 5898547 w 7467600"/>
              <a:gd name="connsiteY286" fmla="*/ 6858000 h 6858000"/>
              <a:gd name="connsiteX287" fmla="*/ 5682041 w 7467600"/>
              <a:gd name="connsiteY287" fmla="*/ 6355860 h 6858000"/>
              <a:gd name="connsiteX288" fmla="*/ 5461758 w 7467600"/>
              <a:gd name="connsiteY288" fmla="*/ 5820220 h 6858000"/>
              <a:gd name="connsiteX289" fmla="*/ 5237282 w 7467600"/>
              <a:gd name="connsiteY289" fmla="*/ 6579086 h 6858000"/>
              <a:gd name="connsiteX290" fmla="*/ 5115009 w 7467600"/>
              <a:gd name="connsiteY290" fmla="*/ 6858000 h 6858000"/>
              <a:gd name="connsiteX291" fmla="*/ 5028074 w 7467600"/>
              <a:gd name="connsiteY291" fmla="*/ 6858000 h 6858000"/>
              <a:gd name="connsiteX292" fmla="*/ 5079508 w 7467600"/>
              <a:gd name="connsiteY292" fmla="*/ 6749074 h 6858000"/>
              <a:gd name="connsiteX293" fmla="*/ 5371846 w 7467600"/>
              <a:gd name="connsiteY293" fmla="*/ 5924413 h 6858000"/>
              <a:gd name="connsiteX294" fmla="*/ 5270512 w 7467600"/>
              <a:gd name="connsiteY294" fmla="*/ 6138975 h 6858000"/>
              <a:gd name="connsiteX295" fmla="*/ 5062409 w 7467600"/>
              <a:gd name="connsiteY295" fmla="*/ 6653544 h 6858000"/>
              <a:gd name="connsiteX296" fmla="*/ 5036628 w 7467600"/>
              <a:gd name="connsiteY296" fmla="*/ 6754247 h 6858000"/>
              <a:gd name="connsiteX297" fmla="*/ 5009112 w 7467600"/>
              <a:gd name="connsiteY297" fmla="*/ 6858000 h 6858000"/>
              <a:gd name="connsiteX298" fmla="*/ 4976679 w 7467600"/>
              <a:gd name="connsiteY298" fmla="*/ 6858000 h 6858000"/>
              <a:gd name="connsiteX299" fmla="*/ 5006537 w 7467600"/>
              <a:gd name="connsiteY299" fmla="*/ 6747068 h 6858000"/>
              <a:gd name="connsiteX300" fmla="*/ 5032723 w 7467600"/>
              <a:gd name="connsiteY300" fmla="*/ 6644957 h 6858000"/>
              <a:gd name="connsiteX301" fmla="*/ 5242949 w 7467600"/>
              <a:gd name="connsiteY301" fmla="*/ 6125175 h 6858000"/>
              <a:gd name="connsiteX302" fmla="*/ 5286321 w 7467600"/>
              <a:gd name="connsiteY302" fmla="*/ 6033555 h 6858000"/>
              <a:gd name="connsiteX303" fmla="*/ 5008210 w 7467600"/>
              <a:gd name="connsiteY303" fmla="*/ 6649194 h 6858000"/>
              <a:gd name="connsiteX304" fmla="*/ 4986321 w 7467600"/>
              <a:gd name="connsiteY304" fmla="*/ 6765687 h 6858000"/>
              <a:gd name="connsiteX305" fmla="*/ 4973474 w 7467600"/>
              <a:gd name="connsiteY305" fmla="*/ 6858000 h 6858000"/>
              <a:gd name="connsiteX306" fmla="*/ 4907178 w 7467600"/>
              <a:gd name="connsiteY306" fmla="*/ 6858000 h 6858000"/>
              <a:gd name="connsiteX307" fmla="*/ 4910810 w 7467600"/>
              <a:gd name="connsiteY307" fmla="*/ 6829660 h 6858000"/>
              <a:gd name="connsiteX308" fmla="*/ 4987461 w 7467600"/>
              <a:gd name="connsiteY308" fmla="*/ 6432994 h 6858000"/>
              <a:gd name="connsiteX309" fmla="*/ 5179262 w 7467600"/>
              <a:gd name="connsiteY309" fmla="*/ 6035044 h 6858000"/>
              <a:gd name="connsiteX310" fmla="*/ 4689678 w 7467600"/>
              <a:gd name="connsiteY310" fmla="*/ 6440241 h 6858000"/>
              <a:gd name="connsiteX311" fmla="*/ 4477543 w 7467600"/>
              <a:gd name="connsiteY311" fmla="*/ 6674836 h 6858000"/>
              <a:gd name="connsiteX312" fmla="*/ 4329957 w 7467600"/>
              <a:gd name="connsiteY312" fmla="*/ 6858000 h 6858000"/>
              <a:gd name="connsiteX313" fmla="*/ 4218595 w 7467600"/>
              <a:gd name="connsiteY313" fmla="*/ 6858000 h 6858000"/>
              <a:gd name="connsiteX314" fmla="*/ 4368888 w 7467600"/>
              <a:gd name="connsiteY314" fmla="*/ 6668412 h 6858000"/>
              <a:gd name="connsiteX315" fmla="*/ 4563091 w 7467600"/>
              <a:gd name="connsiteY315" fmla="*/ 6442508 h 6858000"/>
              <a:gd name="connsiteX316" fmla="*/ 5387324 w 7467600"/>
              <a:gd name="connsiteY316" fmla="*/ 5705830 h 6858000"/>
              <a:gd name="connsiteX317" fmla="*/ 5073620 w 7467600"/>
              <a:gd name="connsiteY317" fmla="*/ 5955437 h 6858000"/>
              <a:gd name="connsiteX318" fmla="*/ 4689789 w 7467600"/>
              <a:gd name="connsiteY318" fmla="*/ 6268382 h 6858000"/>
              <a:gd name="connsiteX319" fmla="*/ 4418722 w 7467600"/>
              <a:gd name="connsiteY319" fmla="*/ 6570886 h 6858000"/>
              <a:gd name="connsiteX320" fmla="*/ 4214944 w 7467600"/>
              <a:gd name="connsiteY320" fmla="*/ 6858000 h 6858000"/>
              <a:gd name="connsiteX321" fmla="*/ 4177898 w 7467600"/>
              <a:gd name="connsiteY321" fmla="*/ 6858000 h 6858000"/>
              <a:gd name="connsiteX322" fmla="*/ 4391597 w 7467600"/>
              <a:gd name="connsiteY322" fmla="*/ 6556370 h 6858000"/>
              <a:gd name="connsiteX323" fmla="*/ 4668889 w 7467600"/>
              <a:gd name="connsiteY323" fmla="*/ 6246399 h 6858000"/>
              <a:gd name="connsiteX324" fmla="*/ 5055427 w 7467600"/>
              <a:gd name="connsiteY324" fmla="*/ 5931476 h 6858000"/>
              <a:gd name="connsiteX325" fmla="*/ 5371814 w 7467600"/>
              <a:gd name="connsiteY325" fmla="*/ 5678975 h 6858000"/>
              <a:gd name="connsiteX326" fmla="*/ 4987918 w 7467600"/>
              <a:gd name="connsiteY326" fmla="*/ 5838701 h 6858000"/>
              <a:gd name="connsiteX327" fmla="*/ 4317146 w 7467600"/>
              <a:gd name="connsiteY327" fmla="*/ 6587716 h 6858000"/>
              <a:gd name="connsiteX328" fmla="*/ 4171627 w 7467600"/>
              <a:gd name="connsiteY328" fmla="*/ 6858000 h 6858000"/>
              <a:gd name="connsiteX329" fmla="*/ 4081585 w 7467600"/>
              <a:gd name="connsiteY329" fmla="*/ 6858000 h 6858000"/>
              <a:gd name="connsiteX330" fmla="*/ 4238603 w 7467600"/>
              <a:gd name="connsiteY330" fmla="*/ 6559341 h 6858000"/>
              <a:gd name="connsiteX331" fmla="*/ 4778333 w 7467600"/>
              <a:gd name="connsiteY331" fmla="*/ 5873626 h 6858000"/>
              <a:gd name="connsiteX332" fmla="*/ 5414185 w 7467600"/>
              <a:gd name="connsiteY332" fmla="*/ 5573882 h 6858000"/>
              <a:gd name="connsiteX333" fmla="*/ 5959648 w 7467600"/>
              <a:gd name="connsiteY333" fmla="*/ 4760797 h 6858000"/>
              <a:gd name="connsiteX334" fmla="*/ 5355019 w 7467600"/>
              <a:gd name="connsiteY334" fmla="*/ 4734672 h 6858000"/>
              <a:gd name="connsiteX335" fmla="*/ 5083565 w 7467600"/>
              <a:gd name="connsiteY335" fmla="*/ 5179121 h 6858000"/>
              <a:gd name="connsiteX336" fmla="*/ 4713577 w 7467600"/>
              <a:gd name="connsiteY336" fmla="*/ 5616803 h 6858000"/>
              <a:gd name="connsiteX337" fmla="*/ 3989559 w 7467600"/>
              <a:gd name="connsiteY337" fmla="*/ 6145945 h 6858000"/>
              <a:gd name="connsiteX338" fmla="*/ 3939824 w 7467600"/>
              <a:gd name="connsiteY338" fmla="*/ 6066900 h 6858000"/>
              <a:gd name="connsiteX339" fmla="*/ 4584537 w 7467600"/>
              <a:gd name="connsiteY339" fmla="*/ 5324826 h 6858000"/>
              <a:gd name="connsiteX340" fmla="*/ 5037105 w 7467600"/>
              <a:gd name="connsiteY340" fmla="*/ 5088765 h 6858000"/>
              <a:gd name="connsiteX341" fmla="*/ 5039930 w 7467600"/>
              <a:gd name="connsiteY341" fmla="*/ 5089585 h 6858000"/>
              <a:gd name="connsiteX342" fmla="*/ 5263764 w 7467600"/>
              <a:gd name="connsiteY342" fmla="*/ 4735525 h 6858000"/>
              <a:gd name="connsiteX343" fmla="*/ 4086300 w 7467600"/>
              <a:gd name="connsiteY343" fmla="*/ 4884599 h 6858000"/>
              <a:gd name="connsiteX344" fmla="*/ 4085485 w 7467600"/>
              <a:gd name="connsiteY344" fmla="*/ 4899070 h 6858000"/>
              <a:gd name="connsiteX345" fmla="*/ 3871915 w 7467600"/>
              <a:gd name="connsiteY345" fmla="*/ 5253645 h 6858000"/>
              <a:gd name="connsiteX346" fmla="*/ 3799374 w 7467600"/>
              <a:gd name="connsiteY346" fmla="*/ 5466127 h 6858000"/>
              <a:gd name="connsiteX347" fmla="*/ 3498850 w 7467600"/>
              <a:gd name="connsiteY347" fmla="*/ 6661888 h 6858000"/>
              <a:gd name="connsiteX348" fmla="*/ 3399216 w 7467600"/>
              <a:gd name="connsiteY348" fmla="*/ 6858000 h 6858000"/>
              <a:gd name="connsiteX349" fmla="*/ 3303688 w 7467600"/>
              <a:gd name="connsiteY349" fmla="*/ 6858000 h 6858000"/>
              <a:gd name="connsiteX350" fmla="*/ 3391774 w 7467600"/>
              <a:gd name="connsiteY350" fmla="*/ 6697181 h 6858000"/>
              <a:gd name="connsiteX351" fmla="*/ 3735540 w 7467600"/>
              <a:gd name="connsiteY351" fmla="*/ 5546923 h 6858000"/>
              <a:gd name="connsiteX352" fmla="*/ 3729438 w 7467600"/>
              <a:gd name="connsiteY352" fmla="*/ 5569058 h 6858000"/>
              <a:gd name="connsiteX353" fmla="*/ 3707782 w 7467600"/>
              <a:gd name="connsiteY353" fmla="*/ 5644908 h 6858000"/>
              <a:gd name="connsiteX354" fmla="*/ 3583827 w 7467600"/>
              <a:gd name="connsiteY354" fmla="*/ 6039215 h 6858000"/>
              <a:gd name="connsiteX355" fmla="*/ 3547861 w 7467600"/>
              <a:gd name="connsiteY355" fmla="*/ 6129609 h 6858000"/>
              <a:gd name="connsiteX356" fmla="*/ 3490905 w 7467600"/>
              <a:gd name="connsiteY356" fmla="*/ 6277660 h 6858000"/>
              <a:gd name="connsiteX357" fmla="*/ 3455859 w 7467600"/>
              <a:gd name="connsiteY357" fmla="*/ 6391301 h 6858000"/>
              <a:gd name="connsiteX358" fmla="*/ 3429112 w 7467600"/>
              <a:gd name="connsiteY358" fmla="*/ 6479469 h 6858000"/>
              <a:gd name="connsiteX359" fmla="*/ 3304862 w 7467600"/>
              <a:gd name="connsiteY359" fmla="*/ 6796476 h 6858000"/>
              <a:gd name="connsiteX360" fmla="*/ 3276071 w 7467600"/>
              <a:gd name="connsiteY360" fmla="*/ 6858000 h 6858000"/>
              <a:gd name="connsiteX361" fmla="*/ 3240805 w 7467600"/>
              <a:gd name="connsiteY361" fmla="*/ 6858000 h 6858000"/>
              <a:gd name="connsiteX362" fmla="*/ 3275917 w 7467600"/>
              <a:gd name="connsiteY362" fmla="*/ 6783192 h 6858000"/>
              <a:gd name="connsiteX363" fmla="*/ 3399358 w 7467600"/>
              <a:gd name="connsiteY363" fmla="*/ 6469011 h 6858000"/>
              <a:gd name="connsiteX364" fmla="*/ 3425650 w 7467600"/>
              <a:gd name="connsiteY364" fmla="*/ 6381333 h 6858000"/>
              <a:gd name="connsiteX365" fmla="*/ 3460661 w 7467600"/>
              <a:gd name="connsiteY365" fmla="*/ 6266763 h 6858000"/>
              <a:gd name="connsiteX366" fmla="*/ 3518021 w 7467600"/>
              <a:gd name="connsiteY366" fmla="*/ 6117298 h 6858000"/>
              <a:gd name="connsiteX367" fmla="*/ 3554035 w 7467600"/>
              <a:gd name="connsiteY367" fmla="*/ 6027832 h 6858000"/>
              <a:gd name="connsiteX368" fmla="*/ 3677174 w 7467600"/>
              <a:gd name="connsiteY368" fmla="*/ 5636351 h 6858000"/>
              <a:gd name="connsiteX369" fmla="*/ 3698819 w 7467600"/>
              <a:gd name="connsiteY369" fmla="*/ 5560503 h 6858000"/>
              <a:gd name="connsiteX370" fmla="*/ 3702094 w 7467600"/>
              <a:gd name="connsiteY370" fmla="*/ 5549194 h 6858000"/>
              <a:gd name="connsiteX371" fmla="*/ 3398355 w 7467600"/>
              <a:gd name="connsiteY371" fmla="*/ 6094603 h 6858000"/>
              <a:gd name="connsiteX372" fmla="*/ 3193941 w 7467600"/>
              <a:gd name="connsiteY372" fmla="*/ 6798775 h 6858000"/>
              <a:gd name="connsiteX373" fmla="*/ 3184140 w 7467600"/>
              <a:gd name="connsiteY373" fmla="*/ 6858000 h 6858000"/>
              <a:gd name="connsiteX374" fmla="*/ 3099978 w 7467600"/>
              <a:gd name="connsiteY374" fmla="*/ 6858000 h 6858000"/>
              <a:gd name="connsiteX375" fmla="*/ 3101556 w 7467600"/>
              <a:gd name="connsiteY375" fmla="*/ 6843337 h 6858000"/>
              <a:gd name="connsiteX376" fmla="*/ 3370162 w 7467600"/>
              <a:gd name="connsiteY376" fmla="*/ 5785550 h 6858000"/>
              <a:gd name="connsiteX377" fmla="*/ 3746477 w 7467600"/>
              <a:gd name="connsiteY377" fmla="*/ 5377889 h 6858000"/>
              <a:gd name="connsiteX378" fmla="*/ 3863399 w 7467600"/>
              <a:gd name="connsiteY378" fmla="*/ 5087257 h 6858000"/>
              <a:gd name="connsiteX379" fmla="*/ 3968712 w 7467600"/>
              <a:gd name="connsiteY379" fmla="*/ 4913989 h 6858000"/>
              <a:gd name="connsiteX380" fmla="*/ 2792390 w 7467600"/>
              <a:gd name="connsiteY380" fmla="*/ 5382974 h 6858000"/>
              <a:gd name="connsiteX381" fmla="*/ 2714982 w 7467600"/>
              <a:gd name="connsiteY381" fmla="*/ 5427051 h 6858000"/>
              <a:gd name="connsiteX382" fmla="*/ 2813361 w 7467600"/>
              <a:gd name="connsiteY382" fmla="*/ 6023912 h 6858000"/>
              <a:gd name="connsiteX383" fmla="*/ 2688430 w 7467600"/>
              <a:gd name="connsiteY383" fmla="*/ 6801564 h 6858000"/>
              <a:gd name="connsiteX384" fmla="*/ 2629626 w 7467600"/>
              <a:gd name="connsiteY384" fmla="*/ 6763394 h 6858000"/>
              <a:gd name="connsiteX385" fmla="*/ 2565328 w 7467600"/>
              <a:gd name="connsiteY385" fmla="*/ 5516399 h 6858000"/>
              <a:gd name="connsiteX386" fmla="*/ 1922999 w 7467600"/>
              <a:gd name="connsiteY386" fmla="*/ 5980343 h 6858000"/>
              <a:gd name="connsiteX387" fmla="*/ 1950261 w 7467600"/>
              <a:gd name="connsiteY387" fmla="*/ 6405858 h 6858000"/>
              <a:gd name="connsiteX388" fmla="*/ 2365554 w 7467600"/>
              <a:gd name="connsiteY388" fmla="*/ 6759107 h 6858000"/>
              <a:gd name="connsiteX389" fmla="*/ 2424142 w 7467600"/>
              <a:gd name="connsiteY389" fmla="*/ 6858000 h 6858000"/>
              <a:gd name="connsiteX390" fmla="*/ 2395994 w 7467600"/>
              <a:gd name="connsiteY390" fmla="*/ 6858000 h 6858000"/>
              <a:gd name="connsiteX391" fmla="*/ 2392863 w 7467600"/>
              <a:gd name="connsiteY391" fmla="*/ 6852964 h 6858000"/>
              <a:gd name="connsiteX392" fmla="*/ 2017589 w 7467600"/>
              <a:gd name="connsiteY392" fmla="*/ 6493982 h 6858000"/>
              <a:gd name="connsiteX393" fmla="*/ 2147336 w 7467600"/>
              <a:gd name="connsiteY393" fmla="*/ 6594052 h 6858000"/>
              <a:gd name="connsiteX394" fmla="*/ 2207047 w 7467600"/>
              <a:gd name="connsiteY394" fmla="*/ 6654540 h 6858000"/>
              <a:gd name="connsiteX395" fmla="*/ 2299106 w 7467600"/>
              <a:gd name="connsiteY395" fmla="*/ 6778931 h 6858000"/>
              <a:gd name="connsiteX396" fmla="*/ 2314430 w 7467600"/>
              <a:gd name="connsiteY396" fmla="*/ 6801144 h 6858000"/>
              <a:gd name="connsiteX397" fmla="*/ 2352406 w 7467600"/>
              <a:gd name="connsiteY397" fmla="*/ 6858000 h 6858000"/>
              <a:gd name="connsiteX398" fmla="*/ 2314492 w 7467600"/>
              <a:gd name="connsiteY398" fmla="*/ 6858000 h 6858000"/>
              <a:gd name="connsiteX399" fmla="*/ 2288095 w 7467600"/>
              <a:gd name="connsiteY399" fmla="*/ 6818030 h 6858000"/>
              <a:gd name="connsiteX400" fmla="*/ 2272768 w 7467600"/>
              <a:gd name="connsiteY400" fmla="*/ 6795822 h 6858000"/>
              <a:gd name="connsiteX401" fmla="*/ 2182715 w 7467600"/>
              <a:gd name="connsiteY401" fmla="*/ 6675071 h 6858000"/>
              <a:gd name="connsiteX402" fmla="*/ 2032061 w 7467600"/>
              <a:gd name="connsiteY402" fmla="*/ 6541380 h 6858000"/>
              <a:gd name="connsiteX403" fmla="*/ 2257220 w 7467600"/>
              <a:gd name="connsiteY403" fmla="*/ 6826257 h 6858000"/>
              <a:gd name="connsiteX404" fmla="*/ 2281324 w 7467600"/>
              <a:gd name="connsiteY404" fmla="*/ 6858000 h 6858000"/>
              <a:gd name="connsiteX405" fmla="*/ 2242860 w 7467600"/>
              <a:gd name="connsiteY405" fmla="*/ 6858000 h 6858000"/>
              <a:gd name="connsiteX406" fmla="*/ 2232818 w 7467600"/>
              <a:gd name="connsiteY406" fmla="*/ 6844926 h 6858000"/>
              <a:gd name="connsiteX407" fmla="*/ 1990172 w 7467600"/>
              <a:gd name="connsiteY407" fmla="*/ 6542121 h 6858000"/>
              <a:gd name="connsiteX408" fmla="*/ 2124090 w 7467600"/>
              <a:gd name="connsiteY408" fmla="*/ 6761017 h 6858000"/>
              <a:gd name="connsiteX409" fmla="*/ 2200380 w 7467600"/>
              <a:gd name="connsiteY409" fmla="*/ 6858000 h 6858000"/>
              <a:gd name="connsiteX410" fmla="*/ 2147507 w 7467600"/>
              <a:gd name="connsiteY410" fmla="*/ 6858000 h 6858000"/>
              <a:gd name="connsiteX411" fmla="*/ 2070668 w 7467600"/>
              <a:gd name="connsiteY411" fmla="*/ 6761520 h 6858000"/>
              <a:gd name="connsiteX412" fmla="*/ 1975142 w 7467600"/>
              <a:gd name="connsiteY412" fmla="*/ 6585570 h 6858000"/>
              <a:gd name="connsiteX413" fmla="*/ 2050035 w 7467600"/>
              <a:gd name="connsiteY413" fmla="*/ 6813345 h 6858000"/>
              <a:gd name="connsiteX414" fmla="*/ 2063025 w 7467600"/>
              <a:gd name="connsiteY414" fmla="*/ 6858000 h 6858000"/>
              <a:gd name="connsiteX415" fmla="*/ 2021675 w 7467600"/>
              <a:gd name="connsiteY415" fmla="*/ 6858000 h 6858000"/>
              <a:gd name="connsiteX416" fmla="*/ 2019308 w 7467600"/>
              <a:gd name="connsiteY416" fmla="*/ 6847118 h 6858000"/>
              <a:gd name="connsiteX417" fmla="*/ 1938835 w 7467600"/>
              <a:gd name="connsiteY417" fmla="*/ 6551160 h 6858000"/>
              <a:gd name="connsiteX418" fmla="*/ 1953230 w 7467600"/>
              <a:gd name="connsiteY418" fmla="*/ 6759699 h 6858000"/>
              <a:gd name="connsiteX419" fmla="*/ 1956763 w 7467600"/>
              <a:gd name="connsiteY419" fmla="*/ 6778191 h 6858000"/>
              <a:gd name="connsiteX420" fmla="*/ 1967925 w 7467600"/>
              <a:gd name="connsiteY420" fmla="*/ 6858000 h 6858000"/>
              <a:gd name="connsiteX421" fmla="*/ 1936622 w 7467600"/>
              <a:gd name="connsiteY421" fmla="*/ 6858000 h 6858000"/>
              <a:gd name="connsiteX422" fmla="*/ 1926261 w 7467600"/>
              <a:gd name="connsiteY422" fmla="*/ 6784064 h 6858000"/>
              <a:gd name="connsiteX423" fmla="*/ 1922724 w 7467600"/>
              <a:gd name="connsiteY423" fmla="*/ 6765577 h 6858000"/>
              <a:gd name="connsiteX424" fmla="*/ 1904650 w 7467600"/>
              <a:gd name="connsiteY424" fmla="*/ 6639616 h 6858000"/>
              <a:gd name="connsiteX425" fmla="*/ 1885273 w 7467600"/>
              <a:gd name="connsiteY425" fmla="*/ 6858000 h 6858000"/>
              <a:gd name="connsiteX426" fmla="*/ 1854363 w 7467600"/>
              <a:gd name="connsiteY426" fmla="*/ 6858000 h 6858000"/>
              <a:gd name="connsiteX427" fmla="*/ 1880391 w 7467600"/>
              <a:gd name="connsiteY427" fmla="*/ 6603796 h 6858000"/>
              <a:gd name="connsiteX428" fmla="*/ 1818273 w 7467600"/>
              <a:gd name="connsiteY428" fmla="*/ 6715729 h 6858000"/>
              <a:gd name="connsiteX429" fmla="*/ 1794691 w 7467600"/>
              <a:gd name="connsiteY429" fmla="*/ 6843239 h 6858000"/>
              <a:gd name="connsiteX430" fmla="*/ 1794914 w 7467600"/>
              <a:gd name="connsiteY430" fmla="*/ 6858000 h 6858000"/>
              <a:gd name="connsiteX431" fmla="*/ 1746128 w 7467600"/>
              <a:gd name="connsiteY431" fmla="*/ 6858000 h 6858000"/>
              <a:gd name="connsiteX432" fmla="*/ 1753934 w 7467600"/>
              <a:gd name="connsiteY432" fmla="*/ 6724796 h 6858000"/>
              <a:gd name="connsiteX433" fmla="*/ 1792053 w 7467600"/>
              <a:gd name="connsiteY433" fmla="*/ 6572396 h 6858000"/>
              <a:gd name="connsiteX434" fmla="*/ 1862248 w 7467600"/>
              <a:gd name="connsiteY434" fmla="*/ 6266397 h 6858000"/>
              <a:gd name="connsiteX435" fmla="*/ 1862250 w 7467600"/>
              <a:gd name="connsiteY435" fmla="*/ 6033531 h 6858000"/>
              <a:gd name="connsiteX436" fmla="*/ 1211999 w 7467600"/>
              <a:gd name="connsiteY436" fmla="*/ 6683610 h 6858000"/>
              <a:gd name="connsiteX437" fmla="*/ 1213266 w 7467600"/>
              <a:gd name="connsiteY437" fmla="*/ 6691947 h 6858000"/>
              <a:gd name="connsiteX438" fmla="*/ 1203370 w 7467600"/>
              <a:gd name="connsiteY438" fmla="*/ 6850676 h 6858000"/>
              <a:gd name="connsiteX439" fmla="*/ 1203671 w 7467600"/>
              <a:gd name="connsiteY439" fmla="*/ 6858000 h 6858000"/>
              <a:gd name="connsiteX440" fmla="*/ 1143180 w 7467600"/>
              <a:gd name="connsiteY440" fmla="*/ 6858000 h 6858000"/>
              <a:gd name="connsiteX441" fmla="*/ 1142176 w 7467600"/>
              <a:gd name="connsiteY441" fmla="*/ 6766045 h 6858000"/>
              <a:gd name="connsiteX442" fmla="*/ 1067484 w 7467600"/>
              <a:gd name="connsiteY442" fmla="*/ 6858000 h 6858000"/>
              <a:gd name="connsiteX443" fmla="*/ 953928 w 7467600"/>
              <a:gd name="connsiteY443" fmla="*/ 6858000 h 6858000"/>
              <a:gd name="connsiteX444" fmla="*/ 959715 w 7467600"/>
              <a:gd name="connsiteY444" fmla="*/ 6850185 h 6858000"/>
              <a:gd name="connsiteX445" fmla="*/ 1483788 w 7467600"/>
              <a:gd name="connsiteY445" fmla="*/ 6259174 h 6858000"/>
              <a:gd name="connsiteX446" fmla="*/ 1100671 w 7467600"/>
              <a:gd name="connsiteY446" fmla="*/ 6252137 h 6858000"/>
              <a:gd name="connsiteX447" fmla="*/ 1090144 w 7467600"/>
              <a:gd name="connsiteY447" fmla="*/ 6256748 h 6858000"/>
              <a:gd name="connsiteX448" fmla="*/ 1095872 w 7467600"/>
              <a:gd name="connsiteY448" fmla="*/ 6271892 h 6858000"/>
              <a:gd name="connsiteX449" fmla="*/ 262785 w 7467600"/>
              <a:gd name="connsiteY449" fmla="*/ 6845450 h 6858000"/>
              <a:gd name="connsiteX450" fmla="*/ 209968 w 7467600"/>
              <a:gd name="connsiteY450" fmla="*/ 6770713 h 6858000"/>
              <a:gd name="connsiteX451" fmla="*/ 873460 w 7467600"/>
              <a:gd name="connsiteY451" fmla="*/ 6253768 h 6858000"/>
              <a:gd name="connsiteX452" fmla="*/ 192686 w 7467600"/>
              <a:gd name="connsiteY452" fmla="*/ 5849257 h 6858000"/>
              <a:gd name="connsiteX453" fmla="*/ 4696 w 7467600"/>
              <a:gd name="connsiteY453" fmla="*/ 5697668 h 6858000"/>
              <a:gd name="connsiteX454" fmla="*/ 0 w 7467600"/>
              <a:gd name="connsiteY454" fmla="*/ 5689984 h 6858000"/>
              <a:gd name="connsiteX455" fmla="*/ 0 w 7467600"/>
              <a:gd name="connsiteY455" fmla="*/ 5513472 h 6858000"/>
              <a:gd name="connsiteX456" fmla="*/ 174101 w 7467600"/>
              <a:gd name="connsiteY456" fmla="*/ 5620277 h 6858000"/>
              <a:gd name="connsiteX457" fmla="*/ 891800 w 7467600"/>
              <a:gd name="connsiteY457" fmla="*/ 6036935 h 6858000"/>
              <a:gd name="connsiteX458" fmla="*/ 1072219 w 7467600"/>
              <a:gd name="connsiteY458" fmla="*/ 6169443 h 6858000"/>
              <a:gd name="connsiteX459" fmla="*/ 1074117 w 7467600"/>
              <a:gd name="connsiteY459" fmla="*/ 6170301 h 6858000"/>
              <a:gd name="connsiteX460" fmla="*/ 1083114 w 7467600"/>
              <a:gd name="connsiteY460" fmla="*/ 6174131 h 6858000"/>
              <a:gd name="connsiteX461" fmla="*/ 1543010 w 7467600"/>
              <a:gd name="connsiteY461" fmla="*/ 6191140 h 6858000"/>
              <a:gd name="connsiteX462" fmla="*/ 1551080 w 7467600"/>
              <a:gd name="connsiteY462" fmla="*/ 6195006 h 6858000"/>
              <a:gd name="connsiteX463" fmla="*/ 2345443 w 7467600"/>
              <a:gd name="connsiteY463" fmla="*/ 5549882 h 6858000"/>
              <a:gd name="connsiteX464" fmla="*/ 1721499 w 7467600"/>
              <a:gd name="connsiteY464" fmla="*/ 5599969 h 6858000"/>
              <a:gd name="connsiteX465" fmla="*/ 767716 w 7467600"/>
              <a:gd name="connsiteY465" fmla="*/ 5472768 h 6858000"/>
              <a:gd name="connsiteX466" fmla="*/ 722147 w 7467600"/>
              <a:gd name="connsiteY466" fmla="*/ 5393091 h 6858000"/>
              <a:gd name="connsiteX467" fmla="*/ 1485552 w 7467600"/>
              <a:gd name="connsiteY467" fmla="*/ 5313202 h 6858000"/>
              <a:gd name="connsiteX468" fmla="*/ 2143004 w 7467600"/>
              <a:gd name="connsiteY468" fmla="*/ 5402420 h 6858000"/>
              <a:gd name="connsiteX469" fmla="*/ 1933391 w 7467600"/>
              <a:gd name="connsiteY469" fmla="*/ 5156971 h 6858000"/>
              <a:gd name="connsiteX470" fmla="*/ 1827118 w 7467600"/>
              <a:gd name="connsiteY470" fmla="*/ 4968410 h 6858000"/>
              <a:gd name="connsiteX471" fmla="*/ 1837349 w 7467600"/>
              <a:gd name="connsiteY471" fmla="*/ 4956357 h 6858000"/>
              <a:gd name="connsiteX472" fmla="*/ 2162835 w 7467600"/>
              <a:gd name="connsiteY472" fmla="*/ 5187853 h 6858000"/>
              <a:gd name="connsiteX473" fmla="*/ 2257167 w 7467600"/>
              <a:gd name="connsiteY473" fmla="*/ 5462123 h 6858000"/>
              <a:gd name="connsiteX474" fmla="*/ 2261598 w 7467600"/>
              <a:gd name="connsiteY474" fmla="*/ 5467998 h 6858000"/>
              <a:gd name="connsiteX475" fmla="*/ 2437177 w 7467600"/>
              <a:gd name="connsiteY475" fmla="*/ 5479608 h 6858000"/>
              <a:gd name="connsiteX476" fmla="*/ 2445247 w 7467600"/>
              <a:gd name="connsiteY476" fmla="*/ 5483476 h 6858000"/>
              <a:gd name="connsiteX477" fmla="*/ 2743626 w 7467600"/>
              <a:gd name="connsiteY477" fmla="*/ 5304819 h 6858000"/>
              <a:gd name="connsiteX478" fmla="*/ 3048102 w 7467600"/>
              <a:gd name="connsiteY478" fmla="*/ 5150595 h 6858000"/>
              <a:gd name="connsiteX479" fmla="*/ 1799414 w 7467600"/>
              <a:gd name="connsiteY479" fmla="*/ 4694732 h 6858000"/>
              <a:gd name="connsiteX480" fmla="*/ 1771735 w 7467600"/>
              <a:gd name="connsiteY480" fmla="*/ 4619929 h 6858000"/>
              <a:gd name="connsiteX481" fmla="*/ 3104273 w 7467600"/>
              <a:gd name="connsiteY481" fmla="*/ 5076159 h 6858000"/>
              <a:gd name="connsiteX482" fmla="*/ 3113245 w 7467600"/>
              <a:gd name="connsiteY482" fmla="*/ 5090705 h 6858000"/>
              <a:gd name="connsiteX483" fmla="*/ 3126294 w 7467600"/>
              <a:gd name="connsiteY483" fmla="*/ 5114400 h 6858000"/>
              <a:gd name="connsiteX484" fmla="*/ 3937433 w 7467600"/>
              <a:gd name="connsiteY484" fmla="*/ 4830473 h 6858000"/>
              <a:gd name="connsiteX485" fmla="*/ 3590475 w 7467600"/>
              <a:gd name="connsiteY485" fmla="*/ 4597974 h 6858000"/>
              <a:gd name="connsiteX486" fmla="*/ 3100264 w 7467600"/>
              <a:gd name="connsiteY486" fmla="*/ 4579845 h 6858000"/>
              <a:gd name="connsiteX487" fmla="*/ 2183576 w 7467600"/>
              <a:gd name="connsiteY487" fmla="*/ 4227150 h 6858000"/>
              <a:gd name="connsiteX488" fmla="*/ 2151029 w 7467600"/>
              <a:gd name="connsiteY488" fmla="*/ 4146947 h 6858000"/>
              <a:gd name="connsiteX489" fmla="*/ 3563434 w 7467600"/>
              <a:gd name="connsiteY489" fmla="*/ 4469115 h 6858000"/>
              <a:gd name="connsiteX490" fmla="*/ 3177952 w 7467600"/>
              <a:gd name="connsiteY490" fmla="*/ 3657386 h 6858000"/>
              <a:gd name="connsiteX491" fmla="*/ 3189263 w 7467600"/>
              <a:gd name="connsiteY491" fmla="*/ 3625726 h 6858000"/>
              <a:gd name="connsiteX492" fmla="*/ 3560912 w 7467600"/>
              <a:gd name="connsiteY492" fmla="*/ 4079863 h 6858000"/>
              <a:gd name="connsiteX493" fmla="*/ 3626636 w 7467600"/>
              <a:gd name="connsiteY493" fmla="*/ 4512230 h 6858000"/>
              <a:gd name="connsiteX494" fmla="*/ 3653088 w 7467600"/>
              <a:gd name="connsiteY494" fmla="*/ 4521417 h 6858000"/>
              <a:gd name="connsiteX495" fmla="*/ 3988128 w 7467600"/>
              <a:gd name="connsiteY495" fmla="*/ 4817267 h 6858000"/>
              <a:gd name="connsiteX496" fmla="*/ 4830582 w 7467600"/>
              <a:gd name="connsiteY496" fmla="*/ 4676000 h 6858000"/>
              <a:gd name="connsiteX497" fmla="*/ 4830100 w 7467600"/>
              <a:gd name="connsiteY497" fmla="*/ 4675554 h 6858000"/>
              <a:gd name="connsiteX498" fmla="*/ 4036318 w 7467600"/>
              <a:gd name="connsiteY498" fmla="*/ 4147013 h 6858000"/>
              <a:gd name="connsiteX499" fmla="*/ 3432098 w 7467600"/>
              <a:gd name="connsiteY499" fmla="*/ 3537312 h 6858000"/>
              <a:gd name="connsiteX500" fmla="*/ 3446761 w 7467600"/>
              <a:gd name="connsiteY500" fmla="*/ 3461278 h 6858000"/>
              <a:gd name="connsiteX501" fmla="*/ 4419733 w 7467600"/>
              <a:gd name="connsiteY501" fmla="*/ 3963555 h 6858000"/>
              <a:gd name="connsiteX502" fmla="*/ 4781371 w 7467600"/>
              <a:gd name="connsiteY502" fmla="*/ 4458604 h 6858000"/>
              <a:gd name="connsiteX503" fmla="*/ 4780440 w 7467600"/>
              <a:gd name="connsiteY503" fmla="*/ 4470290 h 6858000"/>
              <a:gd name="connsiteX504" fmla="*/ 4898954 w 7467600"/>
              <a:gd name="connsiteY504" fmla="*/ 4662092 h 6858000"/>
              <a:gd name="connsiteX505" fmla="*/ 4900699 w 7467600"/>
              <a:gd name="connsiteY505" fmla="*/ 4670867 h 6858000"/>
              <a:gd name="connsiteX506" fmla="*/ 5714511 w 7467600"/>
              <a:gd name="connsiteY506" fmla="*/ 4663483 h 6858000"/>
              <a:gd name="connsiteX507" fmla="*/ 5464793 w 7467600"/>
              <a:gd name="connsiteY507" fmla="*/ 4393556 h 6858000"/>
              <a:gd name="connsiteX508" fmla="*/ 5461897 w 7467600"/>
              <a:gd name="connsiteY508" fmla="*/ 4390879 h 6858000"/>
              <a:gd name="connsiteX509" fmla="*/ 4294126 w 7467600"/>
              <a:gd name="connsiteY509" fmla="*/ 3303048 h 6858000"/>
              <a:gd name="connsiteX510" fmla="*/ 4305321 w 7467600"/>
              <a:gd name="connsiteY510" fmla="*/ 3256953 h 6858000"/>
              <a:gd name="connsiteX511" fmla="*/ 4949299 w 7467600"/>
              <a:gd name="connsiteY511" fmla="*/ 3766336 h 6858000"/>
              <a:gd name="connsiteX512" fmla="*/ 5291452 w 7467600"/>
              <a:gd name="connsiteY512" fmla="*/ 4076801 h 6858000"/>
              <a:gd name="connsiteX513" fmla="*/ 5434998 w 7467600"/>
              <a:gd name="connsiteY513" fmla="*/ 4254100 h 6858000"/>
              <a:gd name="connsiteX514" fmla="*/ 5351015 w 7467600"/>
              <a:gd name="connsiteY514" fmla="*/ 3760989 h 6858000"/>
              <a:gd name="connsiteX515" fmla="*/ 5413780 w 7467600"/>
              <a:gd name="connsiteY515" fmla="*/ 2966265 h 6858000"/>
              <a:gd name="connsiteX516" fmla="*/ 5425627 w 7467600"/>
              <a:gd name="connsiteY516" fmla="*/ 2954192 h 6858000"/>
              <a:gd name="connsiteX517" fmla="*/ 6604735 w 7467600"/>
              <a:gd name="connsiteY517" fmla="*/ 2041381 h 6858000"/>
              <a:gd name="connsiteX518" fmla="*/ 7204487 w 7467600"/>
              <a:gd name="connsiteY518" fmla="*/ 2742112 h 6858000"/>
              <a:gd name="connsiteX519" fmla="*/ 7131592 w 7467600"/>
              <a:gd name="connsiteY519" fmla="*/ 2672096 h 6858000"/>
              <a:gd name="connsiteX520" fmla="*/ 6996344 w 7467600"/>
              <a:gd name="connsiteY520" fmla="*/ 2518310 h 6858000"/>
              <a:gd name="connsiteX521" fmla="*/ 6735495 w 7467600"/>
              <a:gd name="connsiteY521" fmla="*/ 2196890 h 6858000"/>
              <a:gd name="connsiteX522" fmla="*/ 6721901 w 7467600"/>
              <a:gd name="connsiteY522" fmla="*/ 2179274 h 6858000"/>
              <a:gd name="connsiteX523" fmla="*/ 6604735 w 7467600"/>
              <a:gd name="connsiteY523" fmla="*/ 2041381 h 6858000"/>
              <a:gd name="connsiteX524" fmla="*/ 6591670 w 7467600"/>
              <a:gd name="connsiteY524" fmla="*/ 1988277 h 6858000"/>
              <a:gd name="connsiteX525" fmla="*/ 6747349 w 7467600"/>
              <a:gd name="connsiteY525" fmla="*/ 2160069 h 6858000"/>
              <a:gd name="connsiteX526" fmla="*/ 6760943 w 7467600"/>
              <a:gd name="connsiteY526" fmla="*/ 2177686 h 6858000"/>
              <a:gd name="connsiteX527" fmla="*/ 7021065 w 7467600"/>
              <a:gd name="connsiteY527" fmla="*/ 2498102 h 6858000"/>
              <a:gd name="connsiteX528" fmla="*/ 7155223 w 7467600"/>
              <a:gd name="connsiteY528" fmla="*/ 2650386 h 6858000"/>
              <a:gd name="connsiteX529" fmla="*/ 7203167 w 7467600"/>
              <a:gd name="connsiteY529" fmla="*/ 2697288 h 6858000"/>
              <a:gd name="connsiteX530" fmla="*/ 6937703 w 7467600"/>
              <a:gd name="connsiteY530" fmla="*/ 2321981 h 6858000"/>
              <a:gd name="connsiteX531" fmla="*/ 6591670 w 7467600"/>
              <a:gd name="connsiteY531" fmla="*/ 1988277 h 6858000"/>
              <a:gd name="connsiteX532" fmla="*/ 5798671 w 7467600"/>
              <a:gd name="connsiteY532" fmla="*/ 1981601 h 6858000"/>
              <a:gd name="connsiteX533" fmla="*/ 5754709 w 7467600"/>
              <a:gd name="connsiteY533" fmla="*/ 2071454 h 6858000"/>
              <a:gd name="connsiteX534" fmla="*/ 5763044 w 7467600"/>
              <a:gd name="connsiteY534" fmla="*/ 2842206 h 6858000"/>
              <a:gd name="connsiteX535" fmla="*/ 5764974 w 7467600"/>
              <a:gd name="connsiteY535" fmla="*/ 2799609 h 6858000"/>
              <a:gd name="connsiteX536" fmla="*/ 5767665 w 7467600"/>
              <a:gd name="connsiteY536" fmla="*/ 2666409 h 6858000"/>
              <a:gd name="connsiteX537" fmla="*/ 5763055 w 7467600"/>
              <a:gd name="connsiteY537" fmla="*/ 2579705 h 6858000"/>
              <a:gd name="connsiteX538" fmla="*/ 5758079 w 7467600"/>
              <a:gd name="connsiteY538" fmla="*/ 2492508 h 6858000"/>
              <a:gd name="connsiteX539" fmla="*/ 5779325 w 7467600"/>
              <a:gd name="connsiteY539" fmla="*/ 2197069 h 6858000"/>
              <a:gd name="connsiteX540" fmla="*/ 5798671 w 7467600"/>
              <a:gd name="connsiteY540" fmla="*/ 1981601 h 6858000"/>
              <a:gd name="connsiteX541" fmla="*/ 5829202 w 7467600"/>
              <a:gd name="connsiteY541" fmla="*/ 1971679 h 6858000"/>
              <a:gd name="connsiteX542" fmla="*/ 5809558 w 7467600"/>
              <a:gd name="connsiteY542" fmla="*/ 2198043 h 6858000"/>
              <a:gd name="connsiteX543" fmla="*/ 5788653 w 7467600"/>
              <a:gd name="connsiteY543" fmla="*/ 2489430 h 6858000"/>
              <a:gd name="connsiteX544" fmla="*/ 5793439 w 7467600"/>
              <a:gd name="connsiteY544" fmla="*/ 2575235 h 6858000"/>
              <a:gd name="connsiteX545" fmla="*/ 5796837 w 7467600"/>
              <a:gd name="connsiteY545" fmla="*/ 2637633 h 6858000"/>
              <a:gd name="connsiteX546" fmla="*/ 5818614 w 7467600"/>
              <a:gd name="connsiteY546" fmla="*/ 2473055 h 6858000"/>
              <a:gd name="connsiteX547" fmla="*/ 5829202 w 7467600"/>
              <a:gd name="connsiteY547" fmla="*/ 1971679 h 6858000"/>
              <a:gd name="connsiteX548" fmla="*/ 5911389 w 7467600"/>
              <a:gd name="connsiteY548" fmla="*/ 1898371 h 6858000"/>
              <a:gd name="connsiteX549" fmla="*/ 6237627 w 7467600"/>
              <a:gd name="connsiteY549" fmla="*/ 2231921 h 6858000"/>
              <a:gd name="connsiteX550" fmla="*/ 5911389 w 7467600"/>
              <a:gd name="connsiteY550" fmla="*/ 1898371 h 6858000"/>
              <a:gd name="connsiteX551" fmla="*/ 6944437 w 7467600"/>
              <a:gd name="connsiteY551" fmla="*/ 1575402 h 6858000"/>
              <a:gd name="connsiteX552" fmla="*/ 6304730 w 7467600"/>
              <a:gd name="connsiteY552" fmla="*/ 1766654 h 6858000"/>
              <a:gd name="connsiteX553" fmla="*/ 6944437 w 7467600"/>
              <a:gd name="connsiteY553" fmla="*/ 1575402 h 6858000"/>
              <a:gd name="connsiteX554" fmla="*/ 7019523 w 7467600"/>
              <a:gd name="connsiteY554" fmla="*/ 1519450 h 6858000"/>
              <a:gd name="connsiteX555" fmla="*/ 6298091 w 7467600"/>
              <a:gd name="connsiteY555" fmla="*/ 1737122 h 6858000"/>
              <a:gd name="connsiteX556" fmla="*/ 7019523 w 7467600"/>
              <a:gd name="connsiteY556" fmla="*/ 1519450 h 6858000"/>
              <a:gd name="connsiteX557" fmla="*/ 2399523 w 7467600"/>
              <a:gd name="connsiteY557" fmla="*/ 1428234 h 6858000"/>
              <a:gd name="connsiteX558" fmla="*/ 2224982 w 7467600"/>
              <a:gd name="connsiteY558" fmla="*/ 1826201 h 6858000"/>
              <a:gd name="connsiteX559" fmla="*/ 2096099 w 7467600"/>
              <a:gd name="connsiteY559" fmla="*/ 2345900 h 6858000"/>
              <a:gd name="connsiteX560" fmla="*/ 2283317 w 7467600"/>
              <a:gd name="connsiteY560" fmla="*/ 1796925 h 6858000"/>
              <a:gd name="connsiteX561" fmla="*/ 2399523 w 7467600"/>
              <a:gd name="connsiteY561" fmla="*/ 1428234 h 6858000"/>
              <a:gd name="connsiteX562" fmla="*/ 2448558 w 7467600"/>
              <a:gd name="connsiteY562" fmla="*/ 1373435 h 6858000"/>
              <a:gd name="connsiteX563" fmla="*/ 2312521 w 7467600"/>
              <a:gd name="connsiteY563" fmla="*/ 1806140 h 6858000"/>
              <a:gd name="connsiteX564" fmla="*/ 2127533 w 7467600"/>
              <a:gd name="connsiteY564" fmla="*/ 2348380 h 6858000"/>
              <a:gd name="connsiteX565" fmla="*/ 2358080 w 7467600"/>
              <a:gd name="connsiteY565" fmla="*/ 1866134 h 6858000"/>
              <a:gd name="connsiteX566" fmla="*/ 2407436 w 7467600"/>
              <a:gd name="connsiteY566" fmla="*/ 1651070 h 6858000"/>
              <a:gd name="connsiteX567" fmla="*/ 2448558 w 7467600"/>
              <a:gd name="connsiteY567" fmla="*/ 1373435 h 6858000"/>
              <a:gd name="connsiteX568" fmla="*/ 278707 w 7467600"/>
              <a:gd name="connsiteY568" fmla="*/ 1352270 h 6858000"/>
              <a:gd name="connsiteX569" fmla="*/ 321570 w 7467600"/>
              <a:gd name="connsiteY569" fmla="*/ 1861610 h 6858000"/>
              <a:gd name="connsiteX570" fmla="*/ 294281 w 7467600"/>
              <a:gd name="connsiteY570" fmla="*/ 1440658 h 6858000"/>
              <a:gd name="connsiteX571" fmla="*/ 278707 w 7467600"/>
              <a:gd name="connsiteY571" fmla="*/ 1352270 h 6858000"/>
              <a:gd name="connsiteX572" fmla="*/ 1423821 w 7467600"/>
              <a:gd name="connsiteY572" fmla="*/ 1351958 h 6858000"/>
              <a:gd name="connsiteX573" fmla="*/ 1638521 w 7467600"/>
              <a:gd name="connsiteY573" fmla="*/ 1908470 h 6858000"/>
              <a:gd name="connsiteX574" fmla="*/ 1754199 w 7467600"/>
              <a:gd name="connsiteY574" fmla="*/ 2149284 h 6858000"/>
              <a:gd name="connsiteX575" fmla="*/ 1908359 w 7467600"/>
              <a:gd name="connsiteY575" fmla="*/ 2364988 h 6858000"/>
              <a:gd name="connsiteX576" fmla="*/ 1647661 w 7467600"/>
              <a:gd name="connsiteY576" fmla="*/ 1825945 h 6858000"/>
              <a:gd name="connsiteX577" fmla="*/ 1423821 w 7467600"/>
              <a:gd name="connsiteY577" fmla="*/ 1351958 h 6858000"/>
              <a:gd name="connsiteX578" fmla="*/ 1431890 w 7467600"/>
              <a:gd name="connsiteY578" fmla="*/ 1306475 h 6858000"/>
              <a:gd name="connsiteX579" fmla="*/ 1507597 w 7467600"/>
              <a:gd name="connsiteY579" fmla="*/ 1446132 h 6858000"/>
              <a:gd name="connsiteX580" fmla="*/ 1674586 w 7467600"/>
              <a:gd name="connsiteY580" fmla="*/ 1813832 h 6858000"/>
              <a:gd name="connsiteX581" fmla="*/ 1815950 w 7467600"/>
              <a:gd name="connsiteY581" fmla="*/ 2128564 h 6858000"/>
              <a:gd name="connsiteX582" fmla="*/ 1984242 w 7467600"/>
              <a:gd name="connsiteY582" fmla="*/ 2430829 h 6858000"/>
              <a:gd name="connsiteX583" fmla="*/ 2014023 w 7467600"/>
              <a:gd name="connsiteY583" fmla="*/ 2450995 h 6858000"/>
              <a:gd name="connsiteX584" fmla="*/ 1747337 w 7467600"/>
              <a:gd name="connsiteY584" fmla="*/ 1855264 h 6858000"/>
              <a:gd name="connsiteX585" fmla="*/ 1533749 w 7467600"/>
              <a:gd name="connsiteY585" fmla="*/ 1478656 h 6858000"/>
              <a:gd name="connsiteX586" fmla="*/ 1431890 w 7467600"/>
              <a:gd name="connsiteY586" fmla="*/ 1306475 h 6858000"/>
              <a:gd name="connsiteX587" fmla="*/ 5052692 w 7467600"/>
              <a:gd name="connsiteY587" fmla="*/ 1292994 h 6858000"/>
              <a:gd name="connsiteX588" fmla="*/ 5200661 w 7467600"/>
              <a:gd name="connsiteY588" fmla="*/ 1635186 h 6858000"/>
              <a:gd name="connsiteX589" fmla="*/ 5297138 w 7467600"/>
              <a:gd name="connsiteY589" fmla="*/ 1906351 h 6858000"/>
              <a:gd name="connsiteX590" fmla="*/ 5052692 w 7467600"/>
              <a:gd name="connsiteY590" fmla="*/ 1292994 h 6858000"/>
              <a:gd name="connsiteX591" fmla="*/ 5009948 w 7467600"/>
              <a:gd name="connsiteY591" fmla="*/ 1273619 h 6858000"/>
              <a:gd name="connsiteX592" fmla="*/ 5121777 w 7467600"/>
              <a:gd name="connsiteY592" fmla="*/ 1654213 h 6858000"/>
              <a:gd name="connsiteX593" fmla="*/ 5293545 w 7467600"/>
              <a:gd name="connsiteY593" fmla="*/ 2072247 h 6858000"/>
              <a:gd name="connsiteX594" fmla="*/ 5294042 w 7467600"/>
              <a:gd name="connsiteY594" fmla="*/ 2065019 h 6858000"/>
              <a:gd name="connsiteX595" fmla="*/ 5171936 w 7467600"/>
              <a:gd name="connsiteY595" fmla="*/ 1647613 h 6858000"/>
              <a:gd name="connsiteX596" fmla="*/ 5009948 w 7467600"/>
              <a:gd name="connsiteY596" fmla="*/ 1273619 h 6858000"/>
              <a:gd name="connsiteX597" fmla="*/ 655236 w 7467600"/>
              <a:gd name="connsiteY597" fmla="*/ 1268632 h 6858000"/>
              <a:gd name="connsiteX598" fmla="*/ 839521 w 7467600"/>
              <a:gd name="connsiteY598" fmla="*/ 1685315 h 6858000"/>
              <a:gd name="connsiteX599" fmla="*/ 1109416 w 7467600"/>
              <a:gd name="connsiteY599" fmla="*/ 2061663 h 6858000"/>
              <a:gd name="connsiteX600" fmla="*/ 1298300 w 7467600"/>
              <a:gd name="connsiteY600" fmla="*/ 2247742 h 6858000"/>
              <a:gd name="connsiteX601" fmla="*/ 1125871 w 7467600"/>
              <a:gd name="connsiteY601" fmla="*/ 1989513 h 6858000"/>
              <a:gd name="connsiteX602" fmla="*/ 981574 w 7467600"/>
              <a:gd name="connsiteY602" fmla="*/ 1783157 h 6858000"/>
              <a:gd name="connsiteX603" fmla="*/ 922198 w 7467600"/>
              <a:gd name="connsiteY603" fmla="*/ 1677437 h 6858000"/>
              <a:gd name="connsiteX604" fmla="*/ 869293 w 7467600"/>
              <a:gd name="connsiteY604" fmla="*/ 1583214 h 6858000"/>
              <a:gd name="connsiteX605" fmla="*/ 751431 w 7467600"/>
              <a:gd name="connsiteY605" fmla="*/ 1405731 h 6858000"/>
              <a:gd name="connsiteX606" fmla="*/ 655236 w 7467600"/>
              <a:gd name="connsiteY606" fmla="*/ 1268632 h 6858000"/>
              <a:gd name="connsiteX607" fmla="*/ 6516292 w 7467600"/>
              <a:gd name="connsiteY607" fmla="*/ 1263064 h 6858000"/>
              <a:gd name="connsiteX608" fmla="*/ 5736320 w 7467600"/>
              <a:gd name="connsiteY608" fmla="*/ 1501803 h 6858000"/>
              <a:gd name="connsiteX609" fmla="*/ 6516292 w 7467600"/>
              <a:gd name="connsiteY609" fmla="*/ 1263064 h 6858000"/>
              <a:gd name="connsiteX610" fmla="*/ 291466 w 7467600"/>
              <a:gd name="connsiteY610" fmla="*/ 1250369 h 6858000"/>
              <a:gd name="connsiteX611" fmla="*/ 323180 w 7467600"/>
              <a:gd name="connsiteY611" fmla="*/ 1435283 h 6858000"/>
              <a:gd name="connsiteX612" fmla="*/ 349381 w 7467600"/>
              <a:gd name="connsiteY612" fmla="*/ 1875041 h 6858000"/>
              <a:gd name="connsiteX613" fmla="*/ 374363 w 7467600"/>
              <a:gd name="connsiteY613" fmla="*/ 1506494 h 6858000"/>
              <a:gd name="connsiteX614" fmla="*/ 302168 w 7467600"/>
              <a:gd name="connsiteY614" fmla="*/ 1274495 h 6858000"/>
              <a:gd name="connsiteX615" fmla="*/ 291466 w 7467600"/>
              <a:gd name="connsiteY615" fmla="*/ 1250369 h 6858000"/>
              <a:gd name="connsiteX616" fmla="*/ 678222 w 7467600"/>
              <a:gd name="connsiteY616" fmla="*/ 1248670 h 6858000"/>
              <a:gd name="connsiteX617" fmla="*/ 775536 w 7467600"/>
              <a:gd name="connsiteY617" fmla="*/ 1388015 h 6858000"/>
              <a:gd name="connsiteX618" fmla="*/ 894529 w 7467600"/>
              <a:gd name="connsiteY618" fmla="*/ 1567739 h 6858000"/>
              <a:gd name="connsiteX619" fmla="*/ 948000 w 7467600"/>
              <a:gd name="connsiteY619" fmla="*/ 1663088 h 6858000"/>
              <a:gd name="connsiteX620" fmla="*/ 1006812 w 7467600"/>
              <a:gd name="connsiteY620" fmla="*/ 1767683 h 6858000"/>
              <a:gd name="connsiteX621" fmla="*/ 1149133 w 7467600"/>
              <a:gd name="connsiteY621" fmla="*/ 1971513 h 6858000"/>
              <a:gd name="connsiteX622" fmla="*/ 1333952 w 7467600"/>
              <a:gd name="connsiteY622" fmla="*/ 2251620 h 6858000"/>
              <a:gd name="connsiteX623" fmla="*/ 1337329 w 7467600"/>
              <a:gd name="connsiteY623" fmla="*/ 2258350 h 6858000"/>
              <a:gd name="connsiteX624" fmla="*/ 1014726 w 7467600"/>
              <a:gd name="connsiteY624" fmla="*/ 1615556 h 6858000"/>
              <a:gd name="connsiteX625" fmla="*/ 678222 w 7467600"/>
              <a:gd name="connsiteY625" fmla="*/ 1248670 h 6858000"/>
              <a:gd name="connsiteX626" fmla="*/ 6691602 w 7467600"/>
              <a:gd name="connsiteY626" fmla="*/ 1140573 h 6858000"/>
              <a:gd name="connsiteX627" fmla="*/ 6571100 w 7467600"/>
              <a:gd name="connsiteY627" fmla="*/ 1183662 h 6858000"/>
              <a:gd name="connsiteX628" fmla="*/ 6241687 w 7467600"/>
              <a:gd name="connsiteY628" fmla="*/ 1257600 h 6858000"/>
              <a:gd name="connsiteX629" fmla="*/ 5693009 w 7467600"/>
              <a:gd name="connsiteY629" fmla="*/ 1478256 h 6858000"/>
              <a:gd name="connsiteX630" fmla="*/ 6548420 w 7467600"/>
              <a:gd name="connsiteY630" fmla="*/ 1214599 h 6858000"/>
              <a:gd name="connsiteX631" fmla="*/ 6605473 w 7467600"/>
              <a:gd name="connsiteY631" fmla="*/ 1184686 h 6858000"/>
              <a:gd name="connsiteX632" fmla="*/ 6691602 w 7467600"/>
              <a:gd name="connsiteY632" fmla="*/ 1140573 h 6858000"/>
              <a:gd name="connsiteX633" fmla="*/ 4002475 w 7467600"/>
              <a:gd name="connsiteY633" fmla="*/ 1037802 h 6858000"/>
              <a:gd name="connsiteX634" fmla="*/ 4000324 w 7467600"/>
              <a:gd name="connsiteY634" fmla="*/ 1039362 h 6858000"/>
              <a:gd name="connsiteX635" fmla="*/ 4002862 w 7467600"/>
              <a:gd name="connsiteY635" fmla="*/ 1042866 h 6858000"/>
              <a:gd name="connsiteX636" fmla="*/ 4002475 w 7467600"/>
              <a:gd name="connsiteY636" fmla="*/ 1037802 h 6858000"/>
              <a:gd name="connsiteX637" fmla="*/ 506322 w 7467600"/>
              <a:gd name="connsiteY637" fmla="*/ 1020997 h 6858000"/>
              <a:gd name="connsiteX638" fmla="*/ 533068 w 7467600"/>
              <a:gd name="connsiteY638" fmla="*/ 1029409 h 6858000"/>
              <a:gd name="connsiteX639" fmla="*/ 1232525 w 7467600"/>
              <a:gd name="connsiteY639" fmla="*/ 1804675 h 6858000"/>
              <a:gd name="connsiteX640" fmla="*/ 1388858 w 7467600"/>
              <a:gd name="connsiteY640" fmla="*/ 2368011 h 6858000"/>
              <a:gd name="connsiteX641" fmla="*/ 1384098 w 7467600"/>
              <a:gd name="connsiteY641" fmla="*/ 2378125 h 6858000"/>
              <a:gd name="connsiteX642" fmla="*/ 1425393 w 7467600"/>
              <a:gd name="connsiteY642" fmla="*/ 2589124 h 6858000"/>
              <a:gd name="connsiteX643" fmla="*/ 1424001 w 7467600"/>
              <a:gd name="connsiteY643" fmla="*/ 2597541 h 6858000"/>
              <a:gd name="connsiteX644" fmla="*/ 2152729 w 7467600"/>
              <a:gd name="connsiteY644" fmla="*/ 2864487 h 6858000"/>
              <a:gd name="connsiteX645" fmla="*/ 2020609 w 7467600"/>
              <a:gd name="connsiteY645" fmla="*/ 2539671 h 6858000"/>
              <a:gd name="connsiteX646" fmla="*/ 2018920 w 7467600"/>
              <a:gd name="connsiteY646" fmla="*/ 2536309 h 6858000"/>
              <a:gd name="connsiteX647" fmla="*/ 1342441 w 7467600"/>
              <a:gd name="connsiteY647" fmla="*/ 1173017 h 6858000"/>
              <a:gd name="connsiteX648" fmla="*/ 1367925 w 7467600"/>
              <a:gd name="connsiteY648" fmla="*/ 1135648 h 6858000"/>
              <a:gd name="connsiteX649" fmla="*/ 1771401 w 7467600"/>
              <a:gd name="connsiteY649" fmla="*/ 1806673 h 6858000"/>
              <a:gd name="connsiteX650" fmla="*/ 1972385 w 7467600"/>
              <a:gd name="connsiteY650" fmla="*/ 2198735 h 6858000"/>
              <a:gd name="connsiteX651" fmla="*/ 2040892 w 7467600"/>
              <a:gd name="connsiteY651" fmla="*/ 2405205 h 6858000"/>
              <a:gd name="connsiteX652" fmla="*/ 2131689 w 7467600"/>
              <a:gd name="connsiteY652" fmla="*/ 1936926 h 6858000"/>
              <a:gd name="connsiteX653" fmla="*/ 2454820 w 7467600"/>
              <a:gd name="connsiteY653" fmla="*/ 1248808 h 6858000"/>
              <a:gd name="connsiteX654" fmla="*/ 2492512 w 7467600"/>
              <a:gd name="connsiteY654" fmla="*/ 1302920 h 6858000"/>
              <a:gd name="connsiteX655" fmla="*/ 2081216 w 7467600"/>
              <a:gd name="connsiteY655" fmla="*/ 2527513 h 6858000"/>
              <a:gd name="connsiteX656" fmla="*/ 2081211 w 7467600"/>
              <a:gd name="connsiteY656" fmla="*/ 2528916 h 6858000"/>
              <a:gd name="connsiteX657" fmla="*/ 2199067 w 7467600"/>
              <a:gd name="connsiteY657" fmla="*/ 2884061 h 6858000"/>
              <a:gd name="connsiteX658" fmla="*/ 3192586 w 7467600"/>
              <a:gd name="connsiteY658" fmla="*/ 3411496 h 6858000"/>
              <a:gd name="connsiteX659" fmla="*/ 3182620 w 7467600"/>
              <a:gd name="connsiteY659" fmla="*/ 3483279 h 6858000"/>
              <a:gd name="connsiteX660" fmla="*/ 2435119 w 7467600"/>
              <a:gd name="connsiteY660" fmla="*/ 3080173 h 6858000"/>
              <a:gd name="connsiteX661" fmla="*/ 2410152 w 7467600"/>
              <a:gd name="connsiteY661" fmla="*/ 3063751 h 6858000"/>
              <a:gd name="connsiteX662" fmla="*/ 2408099 w 7467600"/>
              <a:gd name="connsiteY662" fmla="*/ 3064403 h 6858000"/>
              <a:gd name="connsiteX663" fmla="*/ 2407218 w 7467600"/>
              <a:gd name="connsiteY663" fmla="*/ 3070324 h 6858000"/>
              <a:gd name="connsiteX664" fmla="*/ 2380138 w 7467600"/>
              <a:gd name="connsiteY664" fmla="*/ 3099341 h 6858000"/>
              <a:gd name="connsiteX665" fmla="*/ 1765923 w 7467600"/>
              <a:gd name="connsiteY665" fmla="*/ 3581043 h 6858000"/>
              <a:gd name="connsiteX666" fmla="*/ 1702258 w 7467600"/>
              <a:gd name="connsiteY666" fmla="*/ 3612286 h 6858000"/>
              <a:gd name="connsiteX667" fmla="*/ 1538370 w 7467600"/>
              <a:gd name="connsiteY667" fmla="*/ 3811804 h 6858000"/>
              <a:gd name="connsiteX668" fmla="*/ 542867 w 7467600"/>
              <a:gd name="connsiteY668" fmla="*/ 4944092 h 6858000"/>
              <a:gd name="connsiteX669" fmla="*/ 515800 w 7467600"/>
              <a:gd name="connsiteY669" fmla="*/ 4862180 h 6858000"/>
              <a:gd name="connsiteX670" fmla="*/ 909145 w 7467600"/>
              <a:gd name="connsiteY670" fmla="*/ 4199225 h 6858000"/>
              <a:gd name="connsiteX671" fmla="*/ 1214067 w 7467600"/>
              <a:gd name="connsiteY671" fmla="*/ 3908561 h 6858000"/>
              <a:gd name="connsiteX672" fmla="*/ 640967 w 7467600"/>
              <a:gd name="connsiteY672" fmla="*/ 4105601 h 6858000"/>
              <a:gd name="connsiteX673" fmla="*/ 112563 w 7467600"/>
              <a:gd name="connsiteY673" fmla="*/ 4396952 h 6858000"/>
              <a:gd name="connsiteX674" fmla="*/ 0 w 7467600"/>
              <a:gd name="connsiteY674" fmla="*/ 4466006 h 6858000"/>
              <a:gd name="connsiteX675" fmla="*/ 0 w 7467600"/>
              <a:gd name="connsiteY675" fmla="*/ 4233763 h 6858000"/>
              <a:gd name="connsiteX676" fmla="*/ 36881 w 7467600"/>
              <a:gd name="connsiteY676" fmla="*/ 4200118 h 6858000"/>
              <a:gd name="connsiteX677" fmla="*/ 910534 w 7467600"/>
              <a:gd name="connsiteY677" fmla="*/ 3629753 h 6858000"/>
              <a:gd name="connsiteX678" fmla="*/ 1578717 w 7467600"/>
              <a:gd name="connsiteY678" fmla="*/ 3575982 h 6858000"/>
              <a:gd name="connsiteX679" fmla="*/ 2338780 w 7467600"/>
              <a:gd name="connsiteY679" fmla="*/ 3033725 h 6858000"/>
              <a:gd name="connsiteX680" fmla="*/ 1807991 w 7467600"/>
              <a:gd name="connsiteY680" fmla="*/ 2807184 h 6858000"/>
              <a:gd name="connsiteX681" fmla="*/ 1416358 w 7467600"/>
              <a:gd name="connsiteY681" fmla="*/ 3112571 h 6858000"/>
              <a:gd name="connsiteX682" fmla="*/ 939066 w 7467600"/>
              <a:gd name="connsiteY682" fmla="*/ 3378798 h 6858000"/>
              <a:gd name="connsiteX683" fmla="*/ 115099 w 7467600"/>
              <a:gd name="connsiteY683" fmla="*/ 3607650 h 6858000"/>
              <a:gd name="connsiteX684" fmla="*/ 97284 w 7467600"/>
              <a:gd name="connsiteY684" fmla="*/ 3520393 h 6858000"/>
              <a:gd name="connsiteX685" fmla="*/ 922050 w 7467600"/>
              <a:gd name="connsiteY685" fmla="*/ 3074867 h 6858000"/>
              <a:gd name="connsiteX686" fmla="*/ 1405265 w 7467600"/>
              <a:gd name="connsiteY686" fmla="*/ 3016319 h 6858000"/>
              <a:gd name="connsiteX687" fmla="*/ 1407512 w 7467600"/>
              <a:gd name="connsiteY687" fmla="*/ 3018001 h 6858000"/>
              <a:gd name="connsiteX688" fmla="*/ 1726266 w 7467600"/>
              <a:gd name="connsiteY688" fmla="*/ 2777274 h 6858000"/>
              <a:gd name="connsiteX689" fmla="*/ 625390 w 7467600"/>
              <a:gd name="connsiteY689" fmla="*/ 2514541 h 6858000"/>
              <a:gd name="connsiteX690" fmla="*/ 619799 w 7467600"/>
              <a:gd name="connsiteY690" fmla="*/ 2527180 h 6858000"/>
              <a:gd name="connsiteX691" fmla="*/ 310030 w 7467600"/>
              <a:gd name="connsiteY691" fmla="*/ 2771818 h 6858000"/>
              <a:gd name="connsiteX692" fmla="*/ 173877 w 7467600"/>
              <a:gd name="connsiteY692" fmla="*/ 2937056 h 6858000"/>
              <a:gd name="connsiteX693" fmla="*/ 77889 w 7467600"/>
              <a:gd name="connsiteY693" fmla="*/ 3138440 h 6858000"/>
              <a:gd name="connsiteX694" fmla="*/ 0 w 7467600"/>
              <a:gd name="connsiteY694" fmla="*/ 3271395 h 6858000"/>
              <a:gd name="connsiteX695" fmla="*/ 0 w 7467600"/>
              <a:gd name="connsiteY695" fmla="*/ 3153002 h 6858000"/>
              <a:gd name="connsiteX696" fmla="*/ 2386 w 7467600"/>
              <a:gd name="connsiteY696" fmla="*/ 3149203 h 6858000"/>
              <a:gd name="connsiteX697" fmla="*/ 89753 w 7467600"/>
              <a:gd name="connsiteY697" fmla="*/ 2987702 h 6858000"/>
              <a:gd name="connsiteX698" fmla="*/ 76869 w 7467600"/>
              <a:gd name="connsiteY698" fmla="*/ 3005404 h 6858000"/>
              <a:gd name="connsiteX699" fmla="*/ 32049 w 7467600"/>
              <a:gd name="connsiteY699" fmla="*/ 3065814 h 6858000"/>
              <a:gd name="connsiteX700" fmla="*/ 0 w 7467600"/>
              <a:gd name="connsiteY700" fmla="*/ 3108744 h 6858000"/>
              <a:gd name="connsiteX701" fmla="*/ 0 w 7467600"/>
              <a:gd name="connsiteY701" fmla="*/ 3058059 h 6858000"/>
              <a:gd name="connsiteX702" fmla="*/ 7610 w 7467600"/>
              <a:gd name="connsiteY702" fmla="*/ 3047889 h 6858000"/>
              <a:gd name="connsiteX703" fmla="*/ 52419 w 7467600"/>
              <a:gd name="connsiteY703" fmla="*/ 2987479 h 6858000"/>
              <a:gd name="connsiteX704" fmla="*/ 59142 w 7467600"/>
              <a:gd name="connsiteY704" fmla="*/ 2978488 h 6858000"/>
              <a:gd name="connsiteX705" fmla="*/ 0 w 7467600"/>
              <a:gd name="connsiteY705" fmla="*/ 3015334 h 6858000"/>
              <a:gd name="connsiteX706" fmla="*/ 0 w 7467600"/>
              <a:gd name="connsiteY706" fmla="*/ 2914286 h 6858000"/>
              <a:gd name="connsiteX707" fmla="*/ 36383 w 7467600"/>
              <a:gd name="connsiteY707" fmla="*/ 2901128 h 6858000"/>
              <a:gd name="connsiteX708" fmla="*/ 156329 w 7467600"/>
              <a:gd name="connsiteY708" fmla="*/ 2840533 h 6858000"/>
              <a:gd name="connsiteX709" fmla="*/ 358355 w 7467600"/>
              <a:gd name="connsiteY709" fmla="*/ 2620471 h 6858000"/>
              <a:gd name="connsiteX710" fmla="*/ 510577 w 7467600"/>
              <a:gd name="connsiteY710" fmla="*/ 2501244 h 6858000"/>
              <a:gd name="connsiteX711" fmla="*/ 211967 w 7467600"/>
              <a:gd name="connsiteY711" fmla="*/ 2479171 h 6858000"/>
              <a:gd name="connsiteX712" fmla="*/ 0 w 7467600"/>
              <a:gd name="connsiteY712" fmla="*/ 2476398 h 6858000"/>
              <a:gd name="connsiteX713" fmla="*/ 0 w 7467600"/>
              <a:gd name="connsiteY713" fmla="*/ 2389189 h 6858000"/>
              <a:gd name="connsiteX714" fmla="*/ 103062 w 7467600"/>
              <a:gd name="connsiteY714" fmla="*/ 2389518 h 6858000"/>
              <a:gd name="connsiteX715" fmla="*/ 510734 w 7467600"/>
              <a:gd name="connsiteY715" fmla="*/ 2416201 h 6858000"/>
              <a:gd name="connsiteX716" fmla="*/ 279257 w 7467600"/>
              <a:gd name="connsiteY716" fmla="*/ 2092102 h 6858000"/>
              <a:gd name="connsiteX717" fmla="*/ 65265 w 7467600"/>
              <a:gd name="connsiteY717" fmla="*/ 2006049 h 6858000"/>
              <a:gd name="connsiteX718" fmla="*/ 0 w 7467600"/>
              <a:gd name="connsiteY718" fmla="*/ 1982532 h 6858000"/>
              <a:gd name="connsiteX719" fmla="*/ 0 w 7467600"/>
              <a:gd name="connsiteY719" fmla="*/ 1912789 h 6858000"/>
              <a:gd name="connsiteX720" fmla="*/ 97460 w 7467600"/>
              <a:gd name="connsiteY720" fmla="*/ 1953725 h 6858000"/>
              <a:gd name="connsiteX721" fmla="*/ 221272 w 7467600"/>
              <a:gd name="connsiteY721" fmla="*/ 1980766 h 6858000"/>
              <a:gd name="connsiteX722" fmla="*/ 116765 w 7467600"/>
              <a:gd name="connsiteY722" fmla="*/ 1911033 h 6858000"/>
              <a:gd name="connsiteX723" fmla="*/ 16405 w 7467600"/>
              <a:gd name="connsiteY723" fmla="*/ 1803412 h 6858000"/>
              <a:gd name="connsiteX724" fmla="*/ 0 w 7467600"/>
              <a:gd name="connsiteY724" fmla="*/ 1784777 h 6858000"/>
              <a:gd name="connsiteX725" fmla="*/ 0 w 7467600"/>
              <a:gd name="connsiteY725" fmla="*/ 1740082 h 6858000"/>
              <a:gd name="connsiteX726" fmla="*/ 39394 w 7467600"/>
              <a:gd name="connsiteY726" fmla="*/ 1784856 h 6858000"/>
              <a:gd name="connsiteX727" fmla="*/ 135813 w 7467600"/>
              <a:gd name="connsiteY727" fmla="*/ 1888838 h 6858000"/>
              <a:gd name="connsiteX728" fmla="*/ 242575 w 7467600"/>
              <a:gd name="connsiteY728" fmla="*/ 1958841 h 6858000"/>
              <a:gd name="connsiteX729" fmla="*/ 82197 w 7467600"/>
              <a:gd name="connsiteY729" fmla="*/ 1754826 h 6858000"/>
              <a:gd name="connsiteX730" fmla="*/ 0 w 7467600"/>
              <a:gd name="connsiteY730" fmla="*/ 1679650 h 6858000"/>
              <a:gd name="connsiteX731" fmla="*/ 0 w 7467600"/>
              <a:gd name="connsiteY731" fmla="*/ 1602463 h 6858000"/>
              <a:gd name="connsiteX732" fmla="*/ 84689 w 7467600"/>
              <a:gd name="connsiteY732" fmla="*/ 1677442 h 6858000"/>
              <a:gd name="connsiteX733" fmla="*/ 298437 w 7467600"/>
              <a:gd name="connsiteY733" fmla="*/ 1968019 h 6858000"/>
              <a:gd name="connsiteX734" fmla="*/ 227269 w 7467600"/>
              <a:gd name="connsiteY734" fmla="*/ 1114064 h 6858000"/>
              <a:gd name="connsiteX735" fmla="*/ 248003 w 7467600"/>
              <a:gd name="connsiteY735" fmla="*/ 1089613 h 6858000"/>
              <a:gd name="connsiteX736" fmla="*/ 427020 w 7467600"/>
              <a:gd name="connsiteY736" fmla="*/ 1619803 h 6858000"/>
              <a:gd name="connsiteX737" fmla="*/ 340345 w 7467600"/>
              <a:gd name="connsiteY737" fmla="*/ 2027739 h 6858000"/>
              <a:gd name="connsiteX738" fmla="*/ 360865 w 7467600"/>
              <a:gd name="connsiteY738" fmla="*/ 2044827 h 6858000"/>
              <a:gd name="connsiteX739" fmla="*/ 560414 w 7467600"/>
              <a:gd name="connsiteY739" fmla="*/ 2421457 h 6858000"/>
              <a:gd name="connsiteX740" fmla="*/ 1359703 w 7467600"/>
              <a:gd name="connsiteY740" fmla="*/ 2578554 h 6858000"/>
              <a:gd name="connsiteX741" fmla="*/ 1359422 w 7467600"/>
              <a:gd name="connsiteY741" fmla="*/ 2577994 h 6858000"/>
              <a:gd name="connsiteX742" fmla="*/ 828701 w 7467600"/>
              <a:gd name="connsiteY742" fmla="*/ 1839520 h 6858000"/>
              <a:gd name="connsiteX743" fmla="*/ 494427 w 7467600"/>
              <a:gd name="connsiteY743" fmla="*/ 1092333 h 6858000"/>
              <a:gd name="connsiteX744" fmla="*/ 506322 w 7467600"/>
              <a:gd name="connsiteY744" fmla="*/ 1020997 h 6858000"/>
              <a:gd name="connsiteX745" fmla="*/ 4570198 w 7467600"/>
              <a:gd name="connsiteY745" fmla="*/ 978081 h 6858000"/>
              <a:gd name="connsiteX746" fmla="*/ 4523691 w 7467600"/>
              <a:gd name="connsiteY746" fmla="*/ 1127776 h 6858000"/>
              <a:gd name="connsiteX747" fmla="*/ 4509875 w 7467600"/>
              <a:gd name="connsiteY747" fmla="*/ 1167552 h 6858000"/>
              <a:gd name="connsiteX748" fmla="*/ 4478168 w 7467600"/>
              <a:gd name="connsiteY748" fmla="*/ 1260735 h 6858000"/>
              <a:gd name="connsiteX749" fmla="*/ 4409309 w 7467600"/>
              <a:gd name="connsiteY749" fmla="*/ 1666996 h 6858000"/>
              <a:gd name="connsiteX750" fmla="*/ 4370031 w 7467600"/>
              <a:gd name="connsiteY750" fmla="*/ 1955666 h 6858000"/>
              <a:gd name="connsiteX751" fmla="*/ 4570198 w 7467600"/>
              <a:gd name="connsiteY751" fmla="*/ 978081 h 6858000"/>
              <a:gd name="connsiteX752" fmla="*/ 4557898 w 7467600"/>
              <a:gd name="connsiteY752" fmla="*/ 900011 h 6858000"/>
              <a:gd name="connsiteX753" fmla="*/ 4344840 w 7467600"/>
              <a:gd name="connsiteY753" fmla="*/ 1922038 h 6858000"/>
              <a:gd name="connsiteX754" fmla="*/ 4378710 w 7467600"/>
              <a:gd name="connsiteY754" fmla="*/ 1665516 h 6858000"/>
              <a:gd name="connsiteX755" fmla="*/ 4448798 w 7467600"/>
              <a:gd name="connsiteY755" fmla="*/ 1253024 h 6858000"/>
              <a:gd name="connsiteX756" fmla="*/ 4480315 w 7467600"/>
              <a:gd name="connsiteY756" fmla="*/ 1158454 h 6858000"/>
              <a:gd name="connsiteX757" fmla="*/ 4494133 w 7467600"/>
              <a:gd name="connsiteY757" fmla="*/ 1118676 h 6858000"/>
              <a:gd name="connsiteX758" fmla="*/ 4557898 w 7467600"/>
              <a:gd name="connsiteY758" fmla="*/ 900011 h 6858000"/>
              <a:gd name="connsiteX759" fmla="*/ 5870151 w 7467600"/>
              <a:gd name="connsiteY759" fmla="*/ 898890 h 6858000"/>
              <a:gd name="connsiteX760" fmla="*/ 5861335 w 7467600"/>
              <a:gd name="connsiteY760" fmla="*/ 899177 h 6858000"/>
              <a:gd name="connsiteX761" fmla="*/ 5843702 w 7467600"/>
              <a:gd name="connsiteY761" fmla="*/ 899748 h 6858000"/>
              <a:gd name="connsiteX762" fmla="*/ 5651107 w 7467600"/>
              <a:gd name="connsiteY762" fmla="*/ 920306 h 6858000"/>
              <a:gd name="connsiteX763" fmla="*/ 5459407 w 7467600"/>
              <a:gd name="connsiteY763" fmla="*/ 940975 h 6858000"/>
              <a:gd name="connsiteX764" fmla="*/ 5374846 w 7467600"/>
              <a:gd name="connsiteY764" fmla="*/ 941988 h 6858000"/>
              <a:gd name="connsiteX765" fmla="*/ 5256105 w 7467600"/>
              <a:gd name="connsiteY765" fmla="*/ 945632 h 6858000"/>
              <a:gd name="connsiteX766" fmla="*/ 5107071 w 7467600"/>
              <a:gd name="connsiteY766" fmla="*/ 969720 h 6858000"/>
              <a:gd name="connsiteX767" fmla="*/ 4998681 w 7467600"/>
              <a:gd name="connsiteY767" fmla="*/ 988771 h 6858000"/>
              <a:gd name="connsiteX768" fmla="*/ 5870151 w 7467600"/>
              <a:gd name="connsiteY768" fmla="*/ 898890 h 6858000"/>
              <a:gd name="connsiteX769" fmla="*/ 5504425 w 7467600"/>
              <a:gd name="connsiteY769" fmla="*/ 848067 h 6858000"/>
              <a:gd name="connsiteX770" fmla="*/ 4968849 w 7467600"/>
              <a:gd name="connsiteY770" fmla="*/ 962318 h 6858000"/>
              <a:gd name="connsiteX771" fmla="*/ 5104039 w 7467600"/>
              <a:gd name="connsiteY771" fmla="*/ 940634 h 6858000"/>
              <a:gd name="connsiteX772" fmla="*/ 5256311 w 7467600"/>
              <a:gd name="connsiteY772" fmla="*/ 916490 h 6858000"/>
              <a:gd name="connsiteX773" fmla="*/ 5377381 w 7467600"/>
              <a:gd name="connsiteY773" fmla="*/ 912671 h 6858000"/>
              <a:gd name="connsiteX774" fmla="*/ 5460148 w 7467600"/>
              <a:gd name="connsiteY774" fmla="*/ 911442 h 6858000"/>
              <a:gd name="connsiteX775" fmla="*/ 5648971 w 7467600"/>
              <a:gd name="connsiteY775" fmla="*/ 891331 h 6858000"/>
              <a:gd name="connsiteX776" fmla="*/ 5844807 w 7467600"/>
              <a:gd name="connsiteY776" fmla="*/ 870718 h 6858000"/>
              <a:gd name="connsiteX777" fmla="*/ 5862975 w 7467600"/>
              <a:gd name="connsiteY777" fmla="*/ 869756 h 6858000"/>
              <a:gd name="connsiteX778" fmla="*/ 5920887 w 7467600"/>
              <a:gd name="connsiteY778" fmla="*/ 865929 h 6858000"/>
              <a:gd name="connsiteX779" fmla="*/ 5504425 w 7467600"/>
              <a:gd name="connsiteY779" fmla="*/ 848067 h 6858000"/>
              <a:gd name="connsiteX780" fmla="*/ 3607114 w 7467600"/>
              <a:gd name="connsiteY780" fmla="*/ 467441 h 6858000"/>
              <a:gd name="connsiteX781" fmla="*/ 3296242 w 7467600"/>
              <a:gd name="connsiteY781" fmla="*/ 807991 h 6858000"/>
              <a:gd name="connsiteX782" fmla="*/ 3174674 w 7467600"/>
              <a:gd name="connsiteY782" fmla="*/ 919759 h 6858000"/>
              <a:gd name="connsiteX783" fmla="*/ 3042978 w 7467600"/>
              <a:gd name="connsiteY783" fmla="*/ 1054894 h 6858000"/>
              <a:gd name="connsiteX784" fmla="*/ 2968914 w 7467600"/>
              <a:gd name="connsiteY784" fmla="*/ 1133756 h 6858000"/>
              <a:gd name="connsiteX785" fmla="*/ 3103823 w 7467600"/>
              <a:gd name="connsiteY785" fmla="*/ 1026814 h 6858000"/>
              <a:gd name="connsiteX786" fmla="*/ 3607114 w 7467600"/>
              <a:gd name="connsiteY786" fmla="*/ 467441 h 6858000"/>
              <a:gd name="connsiteX787" fmla="*/ 3744487 w 7467600"/>
              <a:gd name="connsiteY787" fmla="*/ 383136 h 6858000"/>
              <a:gd name="connsiteX788" fmla="*/ 3970213 w 7467600"/>
              <a:gd name="connsiteY788" fmla="*/ 995559 h 6858000"/>
              <a:gd name="connsiteX789" fmla="*/ 3744487 w 7467600"/>
              <a:gd name="connsiteY789" fmla="*/ 383136 h 6858000"/>
              <a:gd name="connsiteX790" fmla="*/ 3624562 w 7467600"/>
              <a:gd name="connsiteY790" fmla="*/ 367041 h 6858000"/>
              <a:gd name="connsiteX791" fmla="*/ 3489712 w 7467600"/>
              <a:gd name="connsiteY791" fmla="*/ 485386 h 6858000"/>
              <a:gd name="connsiteX792" fmla="*/ 3182994 w 7467600"/>
              <a:gd name="connsiteY792" fmla="*/ 828265 h 6858000"/>
              <a:gd name="connsiteX793" fmla="*/ 2892114 w 7467600"/>
              <a:gd name="connsiteY793" fmla="*/ 1172635 h 6858000"/>
              <a:gd name="connsiteX794" fmla="*/ 3021459 w 7467600"/>
              <a:gd name="connsiteY794" fmla="*/ 1035385 h 6858000"/>
              <a:gd name="connsiteX795" fmla="*/ 3153873 w 7467600"/>
              <a:gd name="connsiteY795" fmla="*/ 898971 h 6858000"/>
              <a:gd name="connsiteX796" fmla="*/ 3276511 w 7467600"/>
              <a:gd name="connsiteY796" fmla="*/ 786423 h 6858000"/>
              <a:gd name="connsiteX797" fmla="*/ 3584154 w 7467600"/>
              <a:gd name="connsiteY797" fmla="*/ 448218 h 6858000"/>
              <a:gd name="connsiteX798" fmla="*/ 3624562 w 7467600"/>
              <a:gd name="connsiteY798" fmla="*/ 367041 h 6858000"/>
              <a:gd name="connsiteX799" fmla="*/ 3766672 w 7467600"/>
              <a:gd name="connsiteY799" fmla="*/ 359429 h 6858000"/>
              <a:gd name="connsiteX800" fmla="*/ 3996338 w 7467600"/>
              <a:gd name="connsiteY800" fmla="*/ 968237 h 6858000"/>
              <a:gd name="connsiteX801" fmla="*/ 3766672 w 7467600"/>
              <a:gd name="connsiteY801" fmla="*/ 359429 h 6858000"/>
              <a:gd name="connsiteX802" fmla="*/ 5805386 w 7467600"/>
              <a:gd name="connsiteY802" fmla="*/ 239240 h 6858000"/>
              <a:gd name="connsiteX803" fmla="*/ 5736947 w 7467600"/>
              <a:gd name="connsiteY803" fmla="*/ 261367 h 6858000"/>
              <a:gd name="connsiteX804" fmla="*/ 5427012 w 7467600"/>
              <a:gd name="connsiteY804" fmla="*/ 311272 h 6858000"/>
              <a:gd name="connsiteX805" fmla="*/ 5147818 w 7467600"/>
              <a:gd name="connsiteY805" fmla="*/ 322112 h 6858000"/>
              <a:gd name="connsiteX806" fmla="*/ 5060854 w 7467600"/>
              <a:gd name="connsiteY806" fmla="*/ 311882 h 6858000"/>
              <a:gd name="connsiteX807" fmla="*/ 4945989 w 7467600"/>
              <a:gd name="connsiteY807" fmla="*/ 300516 h 6858000"/>
              <a:gd name="connsiteX808" fmla="*/ 5410479 w 7467600"/>
              <a:gd name="connsiteY808" fmla="*/ 348434 h 6858000"/>
              <a:gd name="connsiteX809" fmla="*/ 5805386 w 7467600"/>
              <a:gd name="connsiteY809" fmla="*/ 239240 h 6858000"/>
              <a:gd name="connsiteX810" fmla="*/ 5905192 w 7467600"/>
              <a:gd name="connsiteY810" fmla="*/ 163079 h 6858000"/>
              <a:gd name="connsiteX811" fmla="*/ 5865655 w 7467600"/>
              <a:gd name="connsiteY811" fmla="*/ 171901 h 6858000"/>
              <a:gd name="connsiteX812" fmla="*/ 5259740 w 7467600"/>
              <a:gd name="connsiteY812" fmla="*/ 257013 h 6858000"/>
              <a:gd name="connsiteX813" fmla="*/ 5208466 w 7467600"/>
              <a:gd name="connsiteY813" fmla="*/ 257550 h 6858000"/>
              <a:gd name="connsiteX814" fmla="*/ 4980204 w 7467600"/>
              <a:gd name="connsiteY814" fmla="*/ 271903 h 6858000"/>
              <a:gd name="connsiteX815" fmla="*/ 5068068 w 7467600"/>
              <a:gd name="connsiteY815" fmla="*/ 282244 h 6858000"/>
              <a:gd name="connsiteX816" fmla="*/ 5153231 w 7467600"/>
              <a:gd name="connsiteY816" fmla="*/ 292240 h 6858000"/>
              <a:gd name="connsiteX817" fmla="*/ 5426491 w 7467600"/>
              <a:gd name="connsiteY817" fmla="*/ 281128 h 6858000"/>
              <a:gd name="connsiteX818" fmla="*/ 5731212 w 7467600"/>
              <a:gd name="connsiteY818" fmla="*/ 231951 h 6858000"/>
              <a:gd name="connsiteX819" fmla="*/ 5905192 w 7467600"/>
              <a:gd name="connsiteY819" fmla="*/ 163079 h 6858000"/>
              <a:gd name="connsiteX820" fmla="*/ 5944437 w 7467600"/>
              <a:gd name="connsiteY820" fmla="*/ 113829 h 6858000"/>
              <a:gd name="connsiteX821" fmla="*/ 5825032 w 7467600"/>
              <a:gd name="connsiteY821" fmla="*/ 146405 h 6858000"/>
              <a:gd name="connsiteX822" fmla="*/ 4955599 w 7467600"/>
              <a:gd name="connsiteY822" fmla="*/ 247008 h 6858000"/>
              <a:gd name="connsiteX823" fmla="*/ 5210104 w 7467600"/>
              <a:gd name="connsiteY823" fmla="*/ 228123 h 6858000"/>
              <a:gd name="connsiteX824" fmla="*/ 5261015 w 7467600"/>
              <a:gd name="connsiteY824" fmla="*/ 227087 h 6858000"/>
              <a:gd name="connsiteX825" fmla="*/ 5861181 w 7467600"/>
              <a:gd name="connsiteY825" fmla="*/ 143093 h 6858000"/>
              <a:gd name="connsiteX826" fmla="*/ 5961252 w 7467600"/>
              <a:gd name="connsiteY826" fmla="*/ 114820 h 6858000"/>
              <a:gd name="connsiteX827" fmla="*/ 5944437 w 7467600"/>
              <a:gd name="connsiteY827" fmla="*/ 113829 h 6858000"/>
              <a:gd name="connsiteX828" fmla="*/ 3882765 w 7467600"/>
              <a:gd name="connsiteY828" fmla="*/ 0 h 6858000"/>
              <a:gd name="connsiteX829" fmla="*/ 3995099 w 7467600"/>
              <a:gd name="connsiteY829" fmla="*/ 0 h 6858000"/>
              <a:gd name="connsiteX830" fmla="*/ 4163818 w 7467600"/>
              <a:gd name="connsiteY830" fmla="*/ 234104 h 6858000"/>
              <a:gd name="connsiteX831" fmla="*/ 4172099 w 7467600"/>
              <a:gd name="connsiteY831" fmla="*/ 234207 h 6858000"/>
              <a:gd name="connsiteX832" fmla="*/ 4784282 w 7467600"/>
              <a:gd name="connsiteY832" fmla="*/ 276561 h 6858000"/>
              <a:gd name="connsiteX833" fmla="*/ 4801687 w 7467600"/>
              <a:gd name="connsiteY833" fmla="*/ 267764 h 6858000"/>
              <a:gd name="connsiteX834" fmla="*/ 6082788 w 7467600"/>
              <a:gd name="connsiteY834" fmla="*/ 64119 h 6858000"/>
              <a:gd name="connsiteX835" fmla="*/ 6099442 w 7467600"/>
              <a:gd name="connsiteY835" fmla="*/ 82568 h 6858000"/>
              <a:gd name="connsiteX836" fmla="*/ 4804137 w 7467600"/>
              <a:gd name="connsiteY836" fmla="*/ 320931 h 6858000"/>
              <a:gd name="connsiteX837" fmla="*/ 4227047 w 7467600"/>
              <a:gd name="connsiteY837" fmla="*/ 313415 h 6858000"/>
              <a:gd name="connsiteX838" fmla="*/ 4346041 w 7467600"/>
              <a:gd name="connsiteY838" fmla="*/ 456086 h 6858000"/>
              <a:gd name="connsiteX839" fmla="*/ 4870967 w 7467600"/>
              <a:gd name="connsiteY839" fmla="*/ 963061 h 6858000"/>
              <a:gd name="connsiteX840" fmla="*/ 4889647 w 7467600"/>
              <a:gd name="connsiteY840" fmla="*/ 957147 h 6858000"/>
              <a:gd name="connsiteX841" fmla="*/ 5422504 w 7467600"/>
              <a:gd name="connsiteY841" fmla="*/ 805191 h 6858000"/>
              <a:gd name="connsiteX842" fmla="*/ 6087656 w 7467600"/>
              <a:gd name="connsiteY842" fmla="*/ 826703 h 6858000"/>
              <a:gd name="connsiteX843" fmla="*/ 6058717 w 7467600"/>
              <a:gd name="connsiteY843" fmla="*/ 865992 h 6858000"/>
              <a:gd name="connsiteX844" fmla="*/ 4974153 w 7467600"/>
              <a:gd name="connsiteY844" fmla="*/ 1045456 h 6858000"/>
              <a:gd name="connsiteX845" fmla="*/ 5627835 w 7467600"/>
              <a:gd name="connsiteY845" fmla="*/ 1472077 h 6858000"/>
              <a:gd name="connsiteX846" fmla="*/ 5629817 w 7467600"/>
              <a:gd name="connsiteY846" fmla="*/ 1471412 h 6858000"/>
              <a:gd name="connsiteX847" fmla="*/ 5634124 w 7467600"/>
              <a:gd name="connsiteY847" fmla="*/ 1470572 h 6858000"/>
              <a:gd name="connsiteX848" fmla="*/ 5755832 w 7467600"/>
              <a:gd name="connsiteY848" fmla="*/ 1383886 h 6858000"/>
              <a:gd name="connsiteX849" fmla="*/ 6014186 w 7467600"/>
              <a:gd name="connsiteY849" fmla="*/ 1279799 h 6858000"/>
              <a:gd name="connsiteX850" fmla="*/ 6901619 w 7467600"/>
              <a:gd name="connsiteY850" fmla="*/ 1047874 h 6858000"/>
              <a:gd name="connsiteX851" fmla="*/ 6931566 w 7467600"/>
              <a:gd name="connsiteY851" fmla="*/ 1062034 h 6858000"/>
              <a:gd name="connsiteX852" fmla="*/ 5790982 w 7467600"/>
              <a:gd name="connsiteY852" fmla="*/ 1561380 h 6858000"/>
              <a:gd name="connsiteX853" fmla="*/ 6188971 w 7467600"/>
              <a:gd name="connsiteY853" fmla="*/ 1755168 h 6858000"/>
              <a:gd name="connsiteX854" fmla="*/ 6202446 w 7467600"/>
              <a:gd name="connsiteY854" fmla="*/ 1752268 h 6858000"/>
              <a:gd name="connsiteX855" fmla="*/ 7179560 w 7467600"/>
              <a:gd name="connsiteY855" fmla="*/ 1467551 h 6858000"/>
              <a:gd name="connsiteX856" fmla="*/ 7158730 w 7467600"/>
              <a:gd name="connsiteY856" fmla="*/ 1507835 h 6858000"/>
              <a:gd name="connsiteX857" fmla="*/ 6326959 w 7467600"/>
              <a:gd name="connsiteY857" fmla="*/ 1817686 h 6858000"/>
              <a:gd name="connsiteX858" fmla="*/ 6537433 w 7467600"/>
              <a:gd name="connsiteY858" fmla="*/ 1907790 h 6858000"/>
              <a:gd name="connsiteX859" fmla="*/ 6550221 w 7467600"/>
              <a:gd name="connsiteY859" fmla="*/ 1910729 h 6858000"/>
              <a:gd name="connsiteX860" fmla="*/ 6964438 w 7467600"/>
              <a:gd name="connsiteY860" fmla="*/ 2209505 h 6858000"/>
              <a:gd name="connsiteX861" fmla="*/ 7367862 w 7467600"/>
              <a:gd name="connsiteY861" fmla="*/ 2806833 h 6858000"/>
              <a:gd name="connsiteX862" fmla="*/ 7364329 w 7467600"/>
              <a:gd name="connsiteY862" fmla="*/ 2826907 h 6858000"/>
              <a:gd name="connsiteX863" fmla="*/ 7290545 w 7467600"/>
              <a:gd name="connsiteY863" fmla="*/ 2850663 h 6858000"/>
              <a:gd name="connsiteX864" fmla="*/ 6472036 w 7467600"/>
              <a:gd name="connsiteY864" fmla="*/ 1959003 h 6858000"/>
              <a:gd name="connsiteX865" fmla="*/ 5792897 w 7467600"/>
              <a:gd name="connsiteY865" fmla="*/ 1647747 h 6858000"/>
              <a:gd name="connsiteX866" fmla="*/ 5842751 w 7467600"/>
              <a:gd name="connsiteY866" fmla="*/ 1816112 h 6858000"/>
              <a:gd name="connsiteX867" fmla="*/ 5847424 w 7467600"/>
              <a:gd name="connsiteY867" fmla="*/ 1815776 h 6858000"/>
              <a:gd name="connsiteX868" fmla="*/ 6399821 w 7467600"/>
              <a:gd name="connsiteY868" fmla="*/ 2344799 h 6858000"/>
              <a:gd name="connsiteX869" fmla="*/ 6323232 w 7467600"/>
              <a:gd name="connsiteY869" fmla="*/ 2389634 h 6858000"/>
              <a:gd name="connsiteX870" fmla="*/ 5942958 w 7467600"/>
              <a:gd name="connsiteY870" fmla="*/ 2077708 h 6858000"/>
              <a:gd name="connsiteX871" fmla="*/ 5921559 w 7467600"/>
              <a:gd name="connsiteY871" fmla="*/ 2378596 h 6858000"/>
              <a:gd name="connsiteX872" fmla="*/ 5817651 w 7467600"/>
              <a:gd name="connsiteY872" fmla="*/ 3023919 h 6858000"/>
              <a:gd name="connsiteX873" fmla="*/ 5729634 w 7467600"/>
              <a:gd name="connsiteY873" fmla="*/ 3051849 h 6858000"/>
              <a:gd name="connsiteX874" fmla="*/ 5611018 w 7467600"/>
              <a:gd name="connsiteY874" fmla="*/ 2316769 h 6858000"/>
              <a:gd name="connsiteX875" fmla="*/ 5687608 w 7467600"/>
              <a:gd name="connsiteY875" fmla="*/ 2039972 h 6858000"/>
              <a:gd name="connsiteX876" fmla="*/ 5657554 w 7467600"/>
              <a:gd name="connsiteY876" fmla="*/ 1576445 h 6858000"/>
              <a:gd name="connsiteX877" fmla="*/ 5150475 w 7467600"/>
              <a:gd name="connsiteY877" fmla="*/ 1274012 h 6858000"/>
              <a:gd name="connsiteX878" fmla="*/ 5349142 w 7467600"/>
              <a:gd name="connsiteY878" fmla="*/ 2204405 h 6858000"/>
              <a:gd name="connsiteX879" fmla="*/ 5262214 w 7467600"/>
              <a:gd name="connsiteY879" fmla="*/ 2233836 h 6858000"/>
              <a:gd name="connsiteX880" fmla="*/ 4981539 w 7467600"/>
              <a:gd name="connsiteY880" fmla="*/ 1542201 h 6858000"/>
              <a:gd name="connsiteX881" fmla="*/ 4958461 w 7467600"/>
              <a:gd name="connsiteY881" fmla="*/ 1136957 h 6858000"/>
              <a:gd name="connsiteX882" fmla="*/ 4655015 w 7467600"/>
              <a:gd name="connsiteY882" fmla="*/ 891426 h 6858000"/>
              <a:gd name="connsiteX883" fmla="*/ 4348002 w 7467600"/>
              <a:gd name="connsiteY883" fmla="*/ 2205895 h 6858000"/>
              <a:gd name="connsiteX884" fmla="*/ 4262250 w 7467600"/>
              <a:gd name="connsiteY884" fmla="*/ 2219972 h 6858000"/>
              <a:gd name="connsiteX885" fmla="*/ 4550611 w 7467600"/>
              <a:gd name="connsiteY885" fmla="*/ 817540 h 6858000"/>
              <a:gd name="connsiteX886" fmla="*/ 4564418 w 7467600"/>
              <a:gd name="connsiteY886" fmla="*/ 808293 h 6858000"/>
              <a:gd name="connsiteX887" fmla="*/ 4266388 w 7467600"/>
              <a:gd name="connsiteY887" fmla="*/ 500083 h 6858000"/>
              <a:gd name="connsiteX888" fmla="*/ 4032842 w 7467600"/>
              <a:gd name="connsiteY888" fmla="*/ 211809 h 6858000"/>
              <a:gd name="connsiteX889" fmla="*/ 3882765 w 7467600"/>
              <a:gd name="connsiteY889" fmla="*/ 0 h 6858000"/>
              <a:gd name="connsiteX890" fmla="*/ 3721337 w 7467600"/>
              <a:gd name="connsiteY890" fmla="*/ 0 h 6858000"/>
              <a:gd name="connsiteX891" fmla="*/ 3797544 w 7467600"/>
              <a:gd name="connsiteY891" fmla="*/ 0 h 6858000"/>
              <a:gd name="connsiteX892" fmla="*/ 3775734 w 7467600"/>
              <a:gd name="connsiteY892" fmla="*/ 95131 h 6858000"/>
              <a:gd name="connsiteX893" fmla="*/ 3724807 w 7467600"/>
              <a:gd name="connsiteY893" fmla="*/ 272257 h 6858000"/>
              <a:gd name="connsiteX894" fmla="*/ 3726844 w 7467600"/>
              <a:gd name="connsiteY894" fmla="*/ 282988 h 6858000"/>
              <a:gd name="connsiteX895" fmla="*/ 3742664 w 7467600"/>
              <a:gd name="connsiteY895" fmla="*/ 279918 h 6858000"/>
              <a:gd name="connsiteX896" fmla="*/ 4103910 w 7467600"/>
              <a:gd name="connsiteY896" fmla="*/ 1161917 h 6858000"/>
              <a:gd name="connsiteX897" fmla="*/ 4020269 w 7467600"/>
              <a:gd name="connsiteY897" fmla="*/ 1200406 h 6858000"/>
              <a:gd name="connsiteX898" fmla="*/ 3674882 w 7467600"/>
              <a:gd name="connsiteY898" fmla="*/ 488524 h 6858000"/>
              <a:gd name="connsiteX899" fmla="*/ 3132682 w 7467600"/>
              <a:gd name="connsiteY899" fmla="*/ 1072284 h 6858000"/>
              <a:gd name="connsiteX900" fmla="*/ 2716346 w 7467600"/>
              <a:gd name="connsiteY900" fmla="*/ 1276376 h 6858000"/>
              <a:gd name="connsiteX901" fmla="*/ 2716772 w 7467600"/>
              <a:gd name="connsiteY901" fmla="*/ 1255462 h 6858000"/>
              <a:gd name="connsiteX902" fmla="*/ 3471096 w 7467600"/>
              <a:gd name="connsiteY902" fmla="*/ 437072 h 6858000"/>
              <a:gd name="connsiteX903" fmla="*/ 3639057 w 7467600"/>
              <a:gd name="connsiteY903" fmla="*/ 286334 h 6858000"/>
              <a:gd name="connsiteX904" fmla="*/ 3640309 w 7467600"/>
              <a:gd name="connsiteY904" fmla="*/ 284664 h 6858000"/>
              <a:gd name="connsiteX905" fmla="*/ 3646022 w 7467600"/>
              <a:gd name="connsiteY905" fmla="*/ 276711 h 6858000"/>
              <a:gd name="connsiteX906" fmla="*/ 3707943 w 7467600"/>
              <a:gd name="connsiteY906" fmla="*/ 65958 h 6858000"/>
              <a:gd name="connsiteX907" fmla="*/ 3721337 w 7467600"/>
              <a:gd name="connsiteY907" fmla="*/ 0 h 6858000"/>
              <a:gd name="connsiteX908" fmla="*/ 2867960 w 7467600"/>
              <a:gd name="connsiteY908" fmla="*/ 0 h 6858000"/>
              <a:gd name="connsiteX909" fmla="*/ 2926351 w 7467600"/>
              <a:gd name="connsiteY909" fmla="*/ 0 h 6858000"/>
              <a:gd name="connsiteX910" fmla="*/ 2902823 w 7467600"/>
              <a:gd name="connsiteY910" fmla="*/ 262929 h 6858000"/>
              <a:gd name="connsiteX911" fmla="*/ 2940663 w 7467600"/>
              <a:gd name="connsiteY911" fmla="*/ 140884 h 6858000"/>
              <a:gd name="connsiteX912" fmla="*/ 2947039 w 7467600"/>
              <a:gd name="connsiteY912" fmla="*/ 122524 h 6858000"/>
              <a:gd name="connsiteX913" fmla="*/ 2984316 w 7467600"/>
              <a:gd name="connsiteY913" fmla="*/ 0 h 6858000"/>
              <a:gd name="connsiteX914" fmla="*/ 3016114 w 7467600"/>
              <a:gd name="connsiteY914" fmla="*/ 0 h 6858000"/>
              <a:gd name="connsiteX915" fmla="*/ 2979949 w 7467600"/>
              <a:gd name="connsiteY915" fmla="*/ 119274 h 6858000"/>
              <a:gd name="connsiteX916" fmla="*/ 3023879 w 7467600"/>
              <a:gd name="connsiteY916" fmla="*/ 0 h 6858000"/>
              <a:gd name="connsiteX917" fmla="*/ 3105400 w 7467600"/>
              <a:gd name="connsiteY917" fmla="*/ 0 h 6858000"/>
              <a:gd name="connsiteX918" fmla="*/ 3094669 w 7467600"/>
              <a:gd name="connsiteY918" fmla="*/ 30308 h 6858000"/>
              <a:gd name="connsiteX919" fmla="*/ 2901945 w 7467600"/>
              <a:gd name="connsiteY919" fmla="*/ 466538 h 6858000"/>
              <a:gd name="connsiteX920" fmla="*/ 2815209 w 7467600"/>
              <a:gd name="connsiteY920" fmla="*/ 497361 h 6858000"/>
              <a:gd name="connsiteX921" fmla="*/ 2844845 w 7467600"/>
              <a:gd name="connsiteY921" fmla="*/ 127638 h 6858000"/>
              <a:gd name="connsiteX922" fmla="*/ 2867960 w 7467600"/>
              <a:gd name="connsiteY922" fmla="*/ 0 h 6858000"/>
              <a:gd name="connsiteX923" fmla="*/ 1057230 w 7467600"/>
              <a:gd name="connsiteY923" fmla="*/ 0 h 6858000"/>
              <a:gd name="connsiteX924" fmla="*/ 1111003 w 7467600"/>
              <a:gd name="connsiteY924" fmla="*/ 0 h 6858000"/>
              <a:gd name="connsiteX925" fmla="*/ 1125553 w 7467600"/>
              <a:gd name="connsiteY925" fmla="*/ 52588 h 6858000"/>
              <a:gd name="connsiteX926" fmla="*/ 1304276 w 7467600"/>
              <a:gd name="connsiteY926" fmla="*/ 476275 h 6858000"/>
              <a:gd name="connsiteX927" fmla="*/ 1492066 w 7467600"/>
              <a:gd name="connsiteY927" fmla="*/ 886333 h 6858000"/>
              <a:gd name="connsiteX928" fmla="*/ 1423698 w 7467600"/>
              <a:gd name="connsiteY928" fmla="*/ 710817 h 6858000"/>
              <a:gd name="connsiteX929" fmla="*/ 1357609 w 7467600"/>
              <a:gd name="connsiteY929" fmla="*/ 532892 h 6858000"/>
              <a:gd name="connsiteX930" fmla="*/ 1309550 w 7467600"/>
              <a:gd name="connsiteY930" fmla="*/ 374031 h 6858000"/>
              <a:gd name="connsiteX931" fmla="*/ 1193673 w 7467600"/>
              <a:gd name="connsiteY931" fmla="*/ 49533 h 6858000"/>
              <a:gd name="connsiteX932" fmla="*/ 1164391 w 7467600"/>
              <a:gd name="connsiteY932" fmla="*/ 0 h 6858000"/>
              <a:gd name="connsiteX933" fmla="*/ 1200666 w 7467600"/>
              <a:gd name="connsiteY933" fmla="*/ 0 h 6858000"/>
              <a:gd name="connsiteX934" fmla="*/ 1223408 w 7467600"/>
              <a:gd name="connsiteY934" fmla="*/ 38996 h 6858000"/>
              <a:gd name="connsiteX935" fmla="*/ 1339635 w 7467600"/>
              <a:gd name="connsiteY935" fmla="*/ 365517 h 6858000"/>
              <a:gd name="connsiteX936" fmla="*/ 1387469 w 7467600"/>
              <a:gd name="connsiteY936" fmla="*/ 523079 h 6858000"/>
              <a:gd name="connsiteX937" fmla="*/ 1452685 w 7467600"/>
              <a:gd name="connsiteY937" fmla="*/ 699806 h 6858000"/>
              <a:gd name="connsiteX938" fmla="*/ 1492092 w 7467600"/>
              <a:gd name="connsiteY938" fmla="*/ 800424 h 6858000"/>
              <a:gd name="connsiteX939" fmla="*/ 1455302 w 7467600"/>
              <a:gd name="connsiteY939" fmla="*/ 632913 h 6858000"/>
              <a:gd name="connsiteX940" fmla="*/ 1222336 w 7467600"/>
              <a:gd name="connsiteY940" fmla="*/ 9480 h 6858000"/>
              <a:gd name="connsiteX941" fmla="*/ 1214634 w 7467600"/>
              <a:gd name="connsiteY941" fmla="*/ 0 h 6858000"/>
              <a:gd name="connsiteX942" fmla="*/ 1289827 w 7467600"/>
              <a:gd name="connsiteY942" fmla="*/ 0 h 6858000"/>
              <a:gd name="connsiteX943" fmla="*/ 1321076 w 7467600"/>
              <a:gd name="connsiteY943" fmla="*/ 59722 h 6858000"/>
              <a:gd name="connsiteX944" fmla="*/ 1512579 w 7467600"/>
              <a:gd name="connsiteY944" fmla="*/ 626441 h 6858000"/>
              <a:gd name="connsiteX945" fmla="*/ 1506076 w 7467600"/>
              <a:gd name="connsiteY945" fmla="*/ 1089289 h 6858000"/>
              <a:gd name="connsiteX946" fmla="*/ 1486346 w 7467600"/>
              <a:gd name="connsiteY946" fmla="*/ 1079919 h 6858000"/>
              <a:gd name="connsiteX947" fmla="*/ 1070511 w 7467600"/>
              <a:gd name="connsiteY947" fmla="*/ 48609 h 6858000"/>
              <a:gd name="connsiteX948" fmla="*/ 1057230 w 7467600"/>
              <a:gd name="connsiteY948" fmla="*/ 0 h 6858000"/>
              <a:gd name="connsiteX949" fmla="*/ 43151 w 7467600"/>
              <a:gd name="connsiteY949" fmla="*/ 0 h 6858000"/>
              <a:gd name="connsiteX950" fmla="*/ 95283 w 7467600"/>
              <a:gd name="connsiteY950" fmla="*/ 0 h 6858000"/>
              <a:gd name="connsiteX951" fmla="*/ 300708 w 7467600"/>
              <a:gd name="connsiteY951" fmla="*/ 154571 h 6858000"/>
              <a:gd name="connsiteX952" fmla="*/ 530414 w 7467600"/>
              <a:gd name="connsiteY952" fmla="*/ 354673 h 6858000"/>
              <a:gd name="connsiteX953" fmla="*/ 333785 w 7467600"/>
              <a:gd name="connsiteY953" fmla="*/ 161564 h 6858000"/>
              <a:gd name="connsiteX954" fmla="*/ 147005 w 7467600"/>
              <a:gd name="connsiteY954" fmla="*/ 0 h 6858000"/>
              <a:gd name="connsiteX955" fmla="*/ 272509 w 7467600"/>
              <a:gd name="connsiteY955" fmla="*/ 0 h 6858000"/>
              <a:gd name="connsiteX956" fmla="*/ 326276 w 7467600"/>
              <a:gd name="connsiteY956" fmla="*/ 45847 h 6858000"/>
              <a:gd name="connsiteX957" fmla="*/ 823759 w 7467600"/>
              <a:gd name="connsiteY957" fmla="*/ 574145 h 6858000"/>
              <a:gd name="connsiteX958" fmla="*/ 811254 w 7467600"/>
              <a:gd name="connsiteY958" fmla="*/ 665546 h 6858000"/>
              <a:gd name="connsiteX959" fmla="*/ 154042 w 7467600"/>
              <a:gd name="connsiteY959" fmla="*/ 261522 h 6858000"/>
              <a:gd name="connsiteX960" fmla="*/ 13550 w 7467600"/>
              <a:gd name="connsiteY960" fmla="*/ 158423 h 6858000"/>
              <a:gd name="connsiteX961" fmla="*/ 0 w 7467600"/>
              <a:gd name="connsiteY961" fmla="*/ 146618 h 6858000"/>
              <a:gd name="connsiteX962" fmla="*/ 0 w 7467600"/>
              <a:gd name="connsiteY962" fmla="*/ 59161 h 6858000"/>
              <a:gd name="connsiteX963" fmla="*/ 45427 w 7467600"/>
              <a:gd name="connsiteY963" fmla="*/ 101078 h 6858000"/>
              <a:gd name="connsiteX964" fmla="*/ 630103 w 7467600"/>
              <a:gd name="connsiteY964" fmla="*/ 485885 h 6858000"/>
              <a:gd name="connsiteX965" fmla="*/ 532040 w 7467600"/>
              <a:gd name="connsiteY965" fmla="*/ 399359 h 6858000"/>
              <a:gd name="connsiteX966" fmla="*/ 517618 w 7467600"/>
              <a:gd name="connsiteY966" fmla="*/ 385726 h 6858000"/>
              <a:gd name="connsiteX967" fmla="*/ 285074 w 7467600"/>
              <a:gd name="connsiteY967" fmla="*/ 182755 h 6858000"/>
              <a:gd name="connsiteX968" fmla="*/ 43151 w 7467600"/>
              <a:gd name="connsiteY968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7454976 w 7467600"/>
              <a:gd name="connsiteY74" fmla="*/ 6318297 h 6858000"/>
              <a:gd name="connsiteX75" fmla="*/ 7379510 w 7467600"/>
              <a:gd name="connsiteY75" fmla="*/ 5755454 h 6858000"/>
              <a:gd name="connsiteX76" fmla="*/ 7467600 w 7467600"/>
              <a:gd name="connsiteY76" fmla="*/ 5845526 h 6858000"/>
              <a:gd name="connsiteX77" fmla="*/ 7271900 w 7467600"/>
              <a:gd name="connsiteY77" fmla="*/ 5734551 h 6858000"/>
              <a:gd name="connsiteX78" fmla="*/ 7467600 w 7467600"/>
              <a:gd name="connsiteY78" fmla="*/ 6012219 h 6858000"/>
              <a:gd name="connsiteX79" fmla="*/ 7356878 w 7467600"/>
              <a:gd name="connsiteY79" fmla="*/ 5981332 h 6858000"/>
              <a:gd name="connsiteX80" fmla="*/ 7467600 w 7467600"/>
              <a:gd name="connsiteY80" fmla="*/ 6117703 h 6858000"/>
              <a:gd name="connsiteX81" fmla="*/ 7467600 w 7467600"/>
              <a:gd name="connsiteY81" fmla="*/ 6163634 h 6858000"/>
              <a:gd name="connsiteX82" fmla="*/ 7403637 w 7467600"/>
              <a:gd name="connsiteY82" fmla="*/ 6083957 h 6858000"/>
              <a:gd name="connsiteX83" fmla="*/ 7254615 w 7467600"/>
              <a:gd name="connsiteY83" fmla="*/ 5911918 h 6858000"/>
              <a:gd name="connsiteX84" fmla="*/ 7312589 w 7467600"/>
              <a:gd name="connsiteY84" fmla="*/ 5982309 h 6858000"/>
              <a:gd name="connsiteX85" fmla="*/ 7448321 w 7467600"/>
              <a:gd name="connsiteY85" fmla="*/ 6190991 h 6858000"/>
              <a:gd name="connsiteX86" fmla="*/ 7467600 w 7467600"/>
              <a:gd name="connsiteY86" fmla="*/ 6221686 h 6858000"/>
              <a:gd name="connsiteX87" fmla="*/ 7467600 w 7467600"/>
              <a:gd name="connsiteY87" fmla="*/ 6334256 h 6858000"/>
              <a:gd name="connsiteX88" fmla="*/ 7454976 w 7467600"/>
              <a:gd name="connsiteY88" fmla="*/ 6318297 h 6858000"/>
              <a:gd name="connsiteX89" fmla="*/ 1456157 w 7467600"/>
              <a:gd name="connsiteY89" fmla="*/ 5371404 h 6858000"/>
              <a:gd name="connsiteX90" fmla="*/ 1244432 w 7467600"/>
              <a:gd name="connsiteY90" fmla="*/ 5385601 h 6858000"/>
              <a:gd name="connsiteX91" fmla="*/ 973990 w 7467600"/>
              <a:gd name="connsiteY91" fmla="*/ 5424940 h 6858000"/>
              <a:gd name="connsiteX92" fmla="*/ 1103809 w 7467600"/>
              <a:gd name="connsiteY92" fmla="*/ 5433720 h 6858000"/>
              <a:gd name="connsiteX93" fmla="*/ 1123454 w 7467600"/>
              <a:gd name="connsiteY93" fmla="*/ 5435727 h 6858000"/>
              <a:gd name="connsiteX94" fmla="*/ 1737017 w 7467600"/>
              <a:gd name="connsiteY94" fmla="*/ 5452183 h 6858000"/>
              <a:gd name="connsiteX95" fmla="*/ 1824397 w 7467600"/>
              <a:gd name="connsiteY95" fmla="*/ 5447757 h 6858000"/>
              <a:gd name="connsiteX96" fmla="*/ 2070059 w 7467600"/>
              <a:gd name="connsiteY96" fmla="*/ 5441660 h 6858000"/>
              <a:gd name="connsiteX97" fmla="*/ 1456157 w 7467600"/>
              <a:gd name="connsiteY97" fmla="*/ 5371404 h 6858000"/>
              <a:gd name="connsiteX98" fmla="*/ 4988186 w 7467600"/>
              <a:gd name="connsiteY98" fmla="*/ 5216467 h 6858000"/>
              <a:gd name="connsiteX99" fmla="*/ 4777334 w 7467600"/>
              <a:gd name="connsiteY99" fmla="*/ 5406072 h 6858000"/>
              <a:gd name="connsiteX100" fmla="*/ 4718341 w 7467600"/>
              <a:gd name="connsiteY100" fmla="*/ 5468043 h 6858000"/>
              <a:gd name="connsiteX101" fmla="*/ 4604655 w 7467600"/>
              <a:gd name="connsiteY101" fmla="*/ 5583434 h 6858000"/>
              <a:gd name="connsiteX102" fmla="*/ 4565074 w 7467600"/>
              <a:gd name="connsiteY102" fmla="*/ 5618550 h 6858000"/>
              <a:gd name="connsiteX103" fmla="*/ 4988186 w 7467600"/>
              <a:gd name="connsiteY103" fmla="*/ 5216467 h 6858000"/>
              <a:gd name="connsiteX104" fmla="*/ 4978032 w 7467600"/>
              <a:gd name="connsiteY104" fmla="*/ 5183809 h 6858000"/>
              <a:gd name="connsiteX105" fmla="*/ 4463413 w 7467600"/>
              <a:gd name="connsiteY105" fmla="*/ 5615162 h 6858000"/>
              <a:gd name="connsiteX106" fmla="*/ 4358134 w 7467600"/>
              <a:gd name="connsiteY106" fmla="*/ 5742791 h 6858000"/>
              <a:gd name="connsiteX107" fmla="*/ 4376219 w 7467600"/>
              <a:gd name="connsiteY107" fmla="*/ 5729027 h 6858000"/>
              <a:gd name="connsiteX108" fmla="*/ 4582340 w 7467600"/>
              <a:gd name="connsiteY108" fmla="*/ 5561037 h 6858000"/>
              <a:gd name="connsiteX109" fmla="*/ 4694684 w 7467600"/>
              <a:gd name="connsiteY109" fmla="*/ 5447098 h 6858000"/>
              <a:gd name="connsiteX110" fmla="*/ 4754123 w 7467600"/>
              <a:gd name="connsiteY110" fmla="*/ 5384643 h 6858000"/>
              <a:gd name="connsiteX111" fmla="*/ 4978032 w 7467600"/>
              <a:gd name="connsiteY111" fmla="*/ 5183809 h 6858000"/>
              <a:gd name="connsiteX112" fmla="*/ 1903353 w 7467600"/>
              <a:gd name="connsiteY112" fmla="*/ 5044827 h 6858000"/>
              <a:gd name="connsiteX113" fmla="*/ 1936931 w 7467600"/>
              <a:gd name="connsiteY113" fmla="*/ 5093954 h 6858000"/>
              <a:gd name="connsiteX114" fmla="*/ 2195868 w 7467600"/>
              <a:gd name="connsiteY114" fmla="*/ 5396574 h 6858000"/>
              <a:gd name="connsiteX115" fmla="*/ 2088852 w 7467600"/>
              <a:gd name="connsiteY115" fmla="*/ 5166123 h 6858000"/>
              <a:gd name="connsiteX116" fmla="*/ 1958241 w 7467600"/>
              <a:gd name="connsiteY116" fmla="*/ 5067955 h 6858000"/>
              <a:gd name="connsiteX117" fmla="*/ 1903353 w 7467600"/>
              <a:gd name="connsiteY117" fmla="*/ 5044827 h 6858000"/>
              <a:gd name="connsiteX118" fmla="*/ 1979378 w 7467600"/>
              <a:gd name="connsiteY118" fmla="*/ 4769504 h 6858000"/>
              <a:gd name="connsiteX119" fmla="*/ 2882120 w 7467600"/>
              <a:gd name="connsiteY119" fmla="*/ 5064547 h 6858000"/>
              <a:gd name="connsiteX120" fmla="*/ 2793103 w 7467600"/>
              <a:gd name="connsiteY120" fmla="*/ 5039699 h 6858000"/>
              <a:gd name="connsiteX121" fmla="*/ 2770041 w 7467600"/>
              <a:gd name="connsiteY121" fmla="*/ 5033634 h 6858000"/>
              <a:gd name="connsiteX122" fmla="*/ 1979378 w 7467600"/>
              <a:gd name="connsiteY122" fmla="*/ 4769504 h 6858000"/>
              <a:gd name="connsiteX123" fmla="*/ 1927410 w 7467600"/>
              <a:gd name="connsiteY123" fmla="*/ 4716164 h 6858000"/>
              <a:gd name="connsiteX124" fmla="*/ 1959587 w 7467600"/>
              <a:gd name="connsiteY124" fmla="*/ 4728849 h 6858000"/>
              <a:gd name="connsiteX125" fmla="*/ 2777707 w 7467600"/>
              <a:gd name="connsiteY125" fmla="*/ 5003991 h 6858000"/>
              <a:gd name="connsiteX126" fmla="*/ 2800768 w 7467600"/>
              <a:gd name="connsiteY126" fmla="*/ 5010056 h 6858000"/>
              <a:gd name="connsiteX127" fmla="*/ 2879408 w 7467600"/>
              <a:gd name="connsiteY127" fmla="*/ 5031590 h 6858000"/>
              <a:gd name="connsiteX128" fmla="*/ 2862295 w 7467600"/>
              <a:gd name="connsiteY128" fmla="*/ 5022958 h 6858000"/>
              <a:gd name="connsiteX129" fmla="*/ 2813343 w 7467600"/>
              <a:gd name="connsiteY129" fmla="*/ 4998369 h 6858000"/>
              <a:gd name="connsiteX130" fmla="*/ 2646245 w 7467600"/>
              <a:gd name="connsiteY130" fmla="*/ 4930999 h 6858000"/>
              <a:gd name="connsiteX131" fmla="*/ 1999243 w 7467600"/>
              <a:gd name="connsiteY131" fmla="*/ 4730524 h 6858000"/>
              <a:gd name="connsiteX132" fmla="*/ 1979527 w 7467600"/>
              <a:gd name="connsiteY132" fmla="*/ 4726651 h 6858000"/>
              <a:gd name="connsiteX133" fmla="*/ 1927410 w 7467600"/>
              <a:gd name="connsiteY133" fmla="*/ 4716164 h 6858000"/>
              <a:gd name="connsiteX134" fmla="*/ 1997014 w 7467600"/>
              <a:gd name="connsiteY134" fmla="*/ 4698007 h 6858000"/>
              <a:gd name="connsiteX135" fmla="*/ 2005458 w 7467600"/>
              <a:gd name="connsiteY135" fmla="*/ 4699540 h 6858000"/>
              <a:gd name="connsiteX136" fmla="*/ 2657186 w 7467600"/>
              <a:gd name="connsiteY136" fmla="*/ 4901687 h 6858000"/>
              <a:gd name="connsiteX137" fmla="*/ 2826662 w 7467600"/>
              <a:gd name="connsiteY137" fmla="*/ 4970362 h 6858000"/>
              <a:gd name="connsiteX138" fmla="*/ 2876100 w 7467600"/>
              <a:gd name="connsiteY138" fmla="*/ 4995397 h 6858000"/>
              <a:gd name="connsiteX139" fmla="*/ 3042600 w 7467600"/>
              <a:gd name="connsiteY139" fmla="*/ 5059532 h 6858000"/>
              <a:gd name="connsiteX140" fmla="*/ 1997014 w 7467600"/>
              <a:gd name="connsiteY140" fmla="*/ 4698007 h 6858000"/>
              <a:gd name="connsiteX141" fmla="*/ 2305292 w 7467600"/>
              <a:gd name="connsiteY141" fmla="*/ 4219492 h 6858000"/>
              <a:gd name="connsiteX142" fmla="*/ 3360922 w 7467600"/>
              <a:gd name="connsiteY142" fmla="*/ 4529373 h 6858000"/>
              <a:gd name="connsiteX143" fmla="*/ 3492420 w 7467600"/>
              <a:gd name="connsiteY143" fmla="*/ 4510145 h 6858000"/>
              <a:gd name="connsiteX144" fmla="*/ 3364086 w 7467600"/>
              <a:gd name="connsiteY144" fmla="*/ 4480340 h 6858000"/>
              <a:gd name="connsiteX145" fmla="*/ 3225818 w 7467600"/>
              <a:gd name="connsiteY145" fmla="*/ 4411822 h 6858000"/>
              <a:gd name="connsiteX146" fmla="*/ 3129696 w 7467600"/>
              <a:gd name="connsiteY146" fmla="*/ 4360704 h 6858000"/>
              <a:gd name="connsiteX147" fmla="*/ 2814545 w 7467600"/>
              <a:gd name="connsiteY147" fmla="*/ 4282955 h 6858000"/>
              <a:gd name="connsiteX148" fmla="*/ 2305292 w 7467600"/>
              <a:gd name="connsiteY148" fmla="*/ 4219492 h 6858000"/>
              <a:gd name="connsiteX149" fmla="*/ 2626982 w 7467600"/>
              <a:gd name="connsiteY149" fmla="*/ 4206450 h 6858000"/>
              <a:gd name="connsiteX150" fmla="*/ 2490617 w 7467600"/>
              <a:gd name="connsiteY150" fmla="*/ 4206951 h 6858000"/>
              <a:gd name="connsiteX151" fmla="*/ 2819869 w 7467600"/>
              <a:gd name="connsiteY151" fmla="*/ 4252936 h 6858000"/>
              <a:gd name="connsiteX152" fmla="*/ 3143018 w 7467600"/>
              <a:gd name="connsiteY152" fmla="*/ 4332698 h 6858000"/>
              <a:gd name="connsiteX153" fmla="*/ 3241520 w 7467600"/>
              <a:gd name="connsiteY153" fmla="*/ 4385112 h 6858000"/>
              <a:gd name="connsiteX154" fmla="*/ 3374575 w 7467600"/>
              <a:gd name="connsiteY154" fmla="*/ 4451517 h 6858000"/>
              <a:gd name="connsiteX155" fmla="*/ 3505221 w 7467600"/>
              <a:gd name="connsiteY155" fmla="*/ 4480757 h 6858000"/>
              <a:gd name="connsiteX156" fmla="*/ 2626982 w 7467600"/>
              <a:gd name="connsiteY156" fmla="*/ 4206450 h 6858000"/>
              <a:gd name="connsiteX157" fmla="*/ 1310106 w 7467600"/>
              <a:gd name="connsiteY157" fmla="*/ 3943217 h 6858000"/>
              <a:gd name="connsiteX158" fmla="*/ 854994 w 7467600"/>
              <a:gd name="connsiteY158" fmla="*/ 4399136 h 6858000"/>
              <a:gd name="connsiteX159" fmla="*/ 742462 w 7467600"/>
              <a:gd name="connsiteY159" fmla="*/ 4594648 h 6858000"/>
              <a:gd name="connsiteX160" fmla="*/ 820602 w 7467600"/>
              <a:gd name="connsiteY160" fmla="*/ 4485915 h 6858000"/>
              <a:gd name="connsiteX161" fmla="*/ 878295 w 7467600"/>
              <a:gd name="connsiteY161" fmla="*/ 4403594 h 6858000"/>
              <a:gd name="connsiteX162" fmla="*/ 1240607 w 7467600"/>
              <a:gd name="connsiteY162" fmla="*/ 4010401 h 6858000"/>
              <a:gd name="connsiteX163" fmla="*/ 1310106 w 7467600"/>
              <a:gd name="connsiteY163" fmla="*/ 3943217 h 6858000"/>
              <a:gd name="connsiteX164" fmla="*/ 1423113 w 7467600"/>
              <a:gd name="connsiteY164" fmla="*/ 3874565 h 6858000"/>
              <a:gd name="connsiteX165" fmla="*/ 1260565 w 7467600"/>
              <a:gd name="connsiteY165" fmla="*/ 4031982 h 6858000"/>
              <a:gd name="connsiteX166" fmla="*/ 901900 w 7467600"/>
              <a:gd name="connsiteY166" fmla="*/ 4421236 h 6858000"/>
              <a:gd name="connsiteX167" fmla="*/ 845044 w 7467600"/>
              <a:gd name="connsiteY167" fmla="*/ 4502436 h 6858000"/>
              <a:gd name="connsiteX168" fmla="*/ 685926 w 7467600"/>
              <a:gd name="connsiteY168" fmla="*/ 4703069 h 6858000"/>
              <a:gd name="connsiteX169" fmla="*/ 684248 w 7467600"/>
              <a:gd name="connsiteY169" fmla="*/ 4706721 h 6858000"/>
              <a:gd name="connsiteX170" fmla="*/ 1423113 w 7467600"/>
              <a:gd name="connsiteY170" fmla="*/ 3874565 h 6858000"/>
              <a:gd name="connsiteX171" fmla="*/ 3316479 w 7467600"/>
              <a:gd name="connsiteY171" fmla="*/ 3872136 h 6858000"/>
              <a:gd name="connsiteX172" fmla="*/ 3546806 w 7467600"/>
              <a:gd name="connsiteY172" fmla="*/ 4356139 h 6858000"/>
              <a:gd name="connsiteX173" fmla="*/ 3364433 w 7467600"/>
              <a:gd name="connsiteY173" fmla="*/ 3953121 h 6858000"/>
              <a:gd name="connsiteX174" fmla="*/ 3316479 w 7467600"/>
              <a:gd name="connsiteY174" fmla="*/ 3872136 h 6858000"/>
              <a:gd name="connsiteX175" fmla="*/ 3291335 w 7467600"/>
              <a:gd name="connsiteY175" fmla="*/ 3767420 h 6858000"/>
              <a:gd name="connsiteX176" fmla="*/ 3390805 w 7467600"/>
              <a:gd name="connsiteY176" fmla="*/ 3937163 h 6858000"/>
              <a:gd name="connsiteX177" fmla="*/ 3579062 w 7467600"/>
              <a:gd name="connsiteY177" fmla="*/ 4359040 h 6858000"/>
              <a:gd name="connsiteX178" fmla="*/ 3467355 w 7467600"/>
              <a:gd name="connsiteY178" fmla="*/ 3988130 h 6858000"/>
              <a:gd name="connsiteX179" fmla="*/ 3310753 w 7467600"/>
              <a:gd name="connsiteY179" fmla="*/ 3787140 h 6858000"/>
              <a:gd name="connsiteX180" fmla="*/ 3291335 w 7467600"/>
              <a:gd name="connsiteY180" fmla="*/ 3767420 h 6858000"/>
              <a:gd name="connsiteX181" fmla="*/ 1635889 w 7467600"/>
              <a:gd name="connsiteY181" fmla="*/ 3709494 h 6858000"/>
              <a:gd name="connsiteX182" fmla="*/ 1634800 w 7467600"/>
              <a:gd name="connsiteY182" fmla="*/ 3731111 h 6858000"/>
              <a:gd name="connsiteX183" fmla="*/ 1635889 w 7467600"/>
              <a:gd name="connsiteY183" fmla="*/ 3709494 h 6858000"/>
              <a:gd name="connsiteX184" fmla="*/ 1510397 w 7467600"/>
              <a:gd name="connsiteY184" fmla="*/ 3684705 h 6858000"/>
              <a:gd name="connsiteX185" fmla="*/ 1146550 w 7467600"/>
              <a:gd name="connsiteY185" fmla="*/ 3802012 h 6858000"/>
              <a:gd name="connsiteX186" fmla="*/ 698834 w 7467600"/>
              <a:gd name="connsiteY186" fmla="*/ 3952272 h 6858000"/>
              <a:gd name="connsiteX187" fmla="*/ 34256 w 7467600"/>
              <a:gd name="connsiteY187" fmla="*/ 4347603 h 6858000"/>
              <a:gd name="connsiteX188" fmla="*/ 527241 w 7467600"/>
              <a:gd name="connsiteY188" fmla="*/ 4065078 h 6858000"/>
              <a:gd name="connsiteX189" fmla="*/ 1510397 w 7467600"/>
              <a:gd name="connsiteY189" fmla="*/ 3684705 h 6858000"/>
              <a:gd name="connsiteX190" fmla="*/ 1313114 w 7467600"/>
              <a:gd name="connsiteY190" fmla="*/ 3655216 h 6858000"/>
              <a:gd name="connsiteX191" fmla="*/ 1109304 w 7467600"/>
              <a:gd name="connsiteY191" fmla="*/ 3669030 h 6858000"/>
              <a:gd name="connsiteX192" fmla="*/ 8129 w 7467600"/>
              <a:gd name="connsiteY192" fmla="*/ 4330519 h 6858000"/>
              <a:gd name="connsiteX193" fmla="*/ 687572 w 7467600"/>
              <a:gd name="connsiteY193" fmla="*/ 3925629 h 6858000"/>
              <a:gd name="connsiteX194" fmla="*/ 1138365 w 7467600"/>
              <a:gd name="connsiteY194" fmla="*/ 3774515 h 6858000"/>
              <a:gd name="connsiteX195" fmla="*/ 1505579 w 7467600"/>
              <a:gd name="connsiteY195" fmla="*/ 3655526 h 6858000"/>
              <a:gd name="connsiteX196" fmla="*/ 1313114 w 7467600"/>
              <a:gd name="connsiteY196" fmla="*/ 3655216 h 6858000"/>
              <a:gd name="connsiteX197" fmla="*/ 3655073 w 7467600"/>
              <a:gd name="connsiteY197" fmla="*/ 3650884 h 6858000"/>
              <a:gd name="connsiteX198" fmla="*/ 3989938 w 7467600"/>
              <a:gd name="connsiteY198" fmla="*/ 3991685 h 6858000"/>
              <a:gd name="connsiteX199" fmla="*/ 4393907 w 7467600"/>
              <a:gd name="connsiteY199" fmla="*/ 4261258 h 6858000"/>
              <a:gd name="connsiteX200" fmla="*/ 4648051 w 7467600"/>
              <a:gd name="connsiteY200" fmla="*/ 4374051 h 6858000"/>
              <a:gd name="connsiteX201" fmla="*/ 4383389 w 7467600"/>
              <a:gd name="connsiteY201" fmla="*/ 4184369 h 6858000"/>
              <a:gd name="connsiteX202" fmla="*/ 4165508 w 7467600"/>
              <a:gd name="connsiteY202" fmla="*/ 4035196 h 6858000"/>
              <a:gd name="connsiteX203" fmla="*/ 4068162 w 7467600"/>
              <a:gd name="connsiteY203" fmla="*/ 3953394 h 6858000"/>
              <a:gd name="connsiteX204" fmla="*/ 3981416 w 7467600"/>
              <a:gd name="connsiteY204" fmla="*/ 3880482 h 6858000"/>
              <a:gd name="connsiteX205" fmla="*/ 3800147 w 7467600"/>
              <a:gd name="connsiteY205" fmla="*/ 3749872 h 6858000"/>
              <a:gd name="connsiteX206" fmla="*/ 3655073 w 7467600"/>
              <a:gd name="connsiteY206" fmla="*/ 3650884 h 6858000"/>
              <a:gd name="connsiteX207" fmla="*/ 3670252 w 7467600"/>
              <a:gd name="connsiteY207" fmla="*/ 3622798 h 6858000"/>
              <a:gd name="connsiteX208" fmla="*/ 3817258 w 7467600"/>
              <a:gd name="connsiteY208" fmla="*/ 3723577 h 6858000"/>
              <a:gd name="connsiteX209" fmla="*/ 4000461 w 7467600"/>
              <a:gd name="connsiteY209" fmla="*/ 3855966 h 6858000"/>
              <a:gd name="connsiteX210" fmla="*/ 4088180 w 7467600"/>
              <a:gd name="connsiteY210" fmla="*/ 3929774 h 6858000"/>
              <a:gd name="connsiteX211" fmla="*/ 4184555 w 7467600"/>
              <a:gd name="connsiteY211" fmla="*/ 4010683 h 6858000"/>
              <a:gd name="connsiteX212" fmla="*/ 4399563 w 7467600"/>
              <a:gd name="connsiteY212" fmla="*/ 4158106 h 6858000"/>
              <a:gd name="connsiteX213" fmla="*/ 4684469 w 7467600"/>
              <a:gd name="connsiteY213" fmla="*/ 4364680 h 6858000"/>
              <a:gd name="connsiteX214" fmla="*/ 4690271 w 7467600"/>
              <a:gd name="connsiteY214" fmla="*/ 4370034 h 6858000"/>
              <a:gd name="connsiteX215" fmla="*/ 4136093 w 7467600"/>
              <a:gd name="connsiteY215" fmla="*/ 3858466 h 6858000"/>
              <a:gd name="connsiteX216" fmla="*/ 3670252 w 7467600"/>
              <a:gd name="connsiteY216" fmla="*/ 3622798 h 6858000"/>
              <a:gd name="connsiteX217" fmla="*/ 4440129 w 7467600"/>
              <a:gd name="connsiteY217" fmla="*/ 3448571 h 6858000"/>
              <a:gd name="connsiteX218" fmla="*/ 4856525 w 7467600"/>
              <a:gd name="connsiteY218" fmla="*/ 3915351 h 6858000"/>
              <a:gd name="connsiteX219" fmla="*/ 5059055 w 7467600"/>
              <a:gd name="connsiteY219" fmla="*/ 4108918 h 6858000"/>
              <a:gd name="connsiteX220" fmla="*/ 5290070 w 7467600"/>
              <a:gd name="connsiteY220" fmla="*/ 4263619 h 6858000"/>
              <a:gd name="connsiteX221" fmla="*/ 4834991 w 7467600"/>
              <a:gd name="connsiteY221" fmla="*/ 3830985 h 6858000"/>
              <a:gd name="connsiteX222" fmla="*/ 4440129 w 7467600"/>
              <a:gd name="connsiteY222" fmla="*/ 3448571 h 6858000"/>
              <a:gd name="connsiteX223" fmla="*/ 4441737 w 7467600"/>
              <a:gd name="connsiteY223" fmla="*/ 3399734 h 6858000"/>
              <a:gd name="connsiteX224" fmla="*/ 4431236 w 7467600"/>
              <a:gd name="connsiteY224" fmla="*/ 3400954 h 6858000"/>
              <a:gd name="connsiteX225" fmla="*/ 4557150 w 7467600"/>
              <a:gd name="connsiteY225" fmla="*/ 3510023 h 6858000"/>
              <a:gd name="connsiteX226" fmla="*/ 4856936 w 7467600"/>
              <a:gd name="connsiteY226" fmla="*/ 3809146 h 6858000"/>
              <a:gd name="connsiteX227" fmla="*/ 5111996 w 7467600"/>
              <a:gd name="connsiteY227" fmla="*/ 4065759 h 6858000"/>
              <a:gd name="connsiteX228" fmla="*/ 5388878 w 7467600"/>
              <a:gd name="connsiteY228" fmla="*/ 4300185 h 6858000"/>
              <a:gd name="connsiteX229" fmla="*/ 5425556 w 7467600"/>
              <a:gd name="connsiteY229" fmla="*/ 4308967 h 6858000"/>
              <a:gd name="connsiteX230" fmla="*/ 4943646 w 7467600"/>
              <a:gd name="connsiteY230" fmla="*/ 3822916 h 6858000"/>
              <a:gd name="connsiteX231" fmla="*/ 4594837 w 7467600"/>
              <a:gd name="connsiteY231" fmla="*/ 3532274 h 6858000"/>
              <a:gd name="connsiteX232" fmla="*/ 4441737 w 7467600"/>
              <a:gd name="connsiteY232" fmla="*/ 3399734 h 6858000"/>
              <a:gd name="connsiteX233" fmla="*/ 5425834 w 7467600"/>
              <a:gd name="connsiteY233" fmla="*/ 3162785 h 6858000"/>
              <a:gd name="connsiteX234" fmla="*/ 5401644 w 7467600"/>
              <a:gd name="connsiteY234" fmla="*/ 3617847 h 6858000"/>
              <a:gd name="connsiteX235" fmla="*/ 5467256 w 7467600"/>
              <a:gd name="connsiteY235" fmla="*/ 4175494 h 6858000"/>
              <a:gd name="connsiteX236" fmla="*/ 5448069 w 7467600"/>
              <a:gd name="connsiteY236" fmla="*/ 3567554 h 6858000"/>
              <a:gd name="connsiteX237" fmla="*/ 5425834 w 7467600"/>
              <a:gd name="connsiteY237" fmla="*/ 3162785 h 6858000"/>
              <a:gd name="connsiteX238" fmla="*/ 1318687 w 7467600"/>
              <a:gd name="connsiteY238" fmla="*/ 3113840 h 6858000"/>
              <a:gd name="connsiteX239" fmla="*/ 1066793 w 7467600"/>
              <a:gd name="connsiteY239" fmla="*/ 3212171 h 6858000"/>
              <a:gd name="connsiteX240" fmla="*/ 993319 w 7467600"/>
              <a:gd name="connsiteY240" fmla="*/ 3247648 h 6858000"/>
              <a:gd name="connsiteX241" fmla="*/ 853081 w 7467600"/>
              <a:gd name="connsiteY241" fmla="*/ 3312410 h 6858000"/>
              <a:gd name="connsiteX242" fmla="*/ 805957 w 7467600"/>
              <a:gd name="connsiteY242" fmla="*/ 3330443 h 6858000"/>
              <a:gd name="connsiteX243" fmla="*/ 1318687 w 7467600"/>
              <a:gd name="connsiteY243" fmla="*/ 3113840 h 6858000"/>
              <a:gd name="connsiteX244" fmla="*/ 5453702 w 7467600"/>
              <a:gd name="connsiteY244" fmla="*/ 3090882 h 6858000"/>
              <a:gd name="connsiteX245" fmla="*/ 5480135 w 7467600"/>
              <a:gd name="connsiteY245" fmla="*/ 3565802 h 6858000"/>
              <a:gd name="connsiteX246" fmla="*/ 5499023 w 7467600"/>
              <a:gd name="connsiteY246" fmla="*/ 4166310 h 6858000"/>
              <a:gd name="connsiteX247" fmla="*/ 5547022 w 7467600"/>
              <a:gd name="connsiteY247" fmla="*/ 3607838 h 6858000"/>
              <a:gd name="connsiteX248" fmla="*/ 5515964 w 7467600"/>
              <a:gd name="connsiteY248" fmla="*/ 3378541 h 6858000"/>
              <a:gd name="connsiteX249" fmla="*/ 5453702 w 7467600"/>
              <a:gd name="connsiteY249" fmla="*/ 3090882 h 6858000"/>
              <a:gd name="connsiteX250" fmla="*/ 1238695 w 7467600"/>
              <a:gd name="connsiteY250" fmla="*/ 3076820 h 6858000"/>
              <a:gd name="connsiteX251" fmla="*/ 716371 w 7467600"/>
              <a:gd name="connsiteY251" fmla="*/ 3293249 h 6858000"/>
              <a:gd name="connsiteX252" fmla="*/ 579522 w 7467600"/>
              <a:gd name="connsiteY252" fmla="*/ 3371759 h 6858000"/>
              <a:gd name="connsiteX253" fmla="*/ 600288 w 7467600"/>
              <a:gd name="connsiteY253" fmla="*/ 3365555 h 6858000"/>
              <a:gd name="connsiteX254" fmla="*/ 840692 w 7467600"/>
              <a:gd name="connsiteY254" fmla="*/ 3284921 h 6858000"/>
              <a:gd name="connsiteX255" fmla="*/ 979248 w 7467600"/>
              <a:gd name="connsiteY255" fmla="*/ 3221003 h 6858000"/>
              <a:gd name="connsiteX256" fmla="*/ 1053282 w 7467600"/>
              <a:gd name="connsiteY256" fmla="*/ 3185247 h 6858000"/>
              <a:gd name="connsiteX257" fmla="*/ 1320603 w 7467600"/>
              <a:gd name="connsiteY257" fmla="*/ 3081281 h 6858000"/>
              <a:gd name="connsiteX258" fmla="*/ 1238695 w 7467600"/>
              <a:gd name="connsiteY258" fmla="*/ 3076820 h 6858000"/>
              <a:gd name="connsiteX259" fmla="*/ 5425627 w 7467600"/>
              <a:gd name="connsiteY259" fmla="*/ 2954192 h 6858000"/>
              <a:gd name="connsiteX260" fmla="*/ 5470770 w 7467600"/>
              <a:gd name="connsiteY260" fmla="*/ 3005435 h 6858000"/>
              <a:gd name="connsiteX261" fmla="*/ 5519779 w 7467600"/>
              <a:gd name="connsiteY261" fmla="*/ 4359223 h 6858000"/>
              <a:gd name="connsiteX262" fmla="*/ 5520293 w 7467600"/>
              <a:gd name="connsiteY262" fmla="*/ 4360602 h 6858000"/>
              <a:gd name="connsiteX263" fmla="*/ 5767221 w 7467600"/>
              <a:gd name="connsiteY263" fmla="*/ 4665564 h 6858000"/>
              <a:gd name="connsiteX264" fmla="*/ 6937169 w 7467600"/>
              <a:gd name="connsiteY264" fmla="*/ 4815941 h 6858000"/>
              <a:gd name="connsiteX265" fmla="*/ 6953922 w 7467600"/>
              <a:gd name="connsiteY265" fmla="*/ 4890068 h 6858000"/>
              <a:gd name="connsiteX266" fmla="*/ 6071359 w 7467600"/>
              <a:gd name="connsiteY266" fmla="*/ 4770770 h 6858000"/>
              <a:gd name="connsiteX267" fmla="*/ 6038839 w 7467600"/>
              <a:gd name="connsiteY267" fmla="*/ 4764474 h 6858000"/>
              <a:gd name="connsiteX268" fmla="*/ 6038706 w 7467600"/>
              <a:gd name="connsiteY268" fmla="*/ 4763847 h 6858000"/>
              <a:gd name="connsiteX269" fmla="*/ 6037784 w 7467600"/>
              <a:gd name="connsiteY269" fmla="*/ 4764270 h 6858000"/>
              <a:gd name="connsiteX270" fmla="*/ 6038839 w 7467600"/>
              <a:gd name="connsiteY270" fmla="*/ 4764474 h 6858000"/>
              <a:gd name="connsiteX271" fmla="*/ 6040338 w 7467600"/>
              <a:gd name="connsiteY271" fmla="*/ 4771418 h 6858000"/>
              <a:gd name="connsiteX272" fmla="*/ 6024488 w 7467600"/>
              <a:gd name="connsiteY272" fmla="*/ 4809903 h 6858000"/>
              <a:gd name="connsiteX273" fmla="*/ 5599771 w 7467600"/>
              <a:gd name="connsiteY273" fmla="*/ 5509652 h 6858000"/>
              <a:gd name="connsiteX274" fmla="*/ 5548843 w 7467600"/>
              <a:gd name="connsiteY274" fmla="*/ 5563845 h 6858000"/>
              <a:gd name="connsiteX275" fmla="*/ 5940952 w 7467600"/>
              <a:gd name="connsiteY275" fmla="*/ 6250028 h 6858000"/>
              <a:gd name="connsiteX276" fmla="*/ 6043441 w 7467600"/>
              <a:gd name="connsiteY276" fmla="*/ 6665847 h 6858000"/>
              <a:gd name="connsiteX277" fmla="*/ 6093432 w 7467600"/>
              <a:gd name="connsiteY277" fmla="*/ 6858000 h 6858000"/>
              <a:gd name="connsiteX278" fmla="*/ 6034344 w 7467600"/>
              <a:gd name="connsiteY278" fmla="*/ 6858000 h 6858000"/>
              <a:gd name="connsiteX279" fmla="*/ 6026679 w 7467600"/>
              <a:gd name="connsiteY279" fmla="*/ 6836959 h 6858000"/>
              <a:gd name="connsiteX280" fmla="*/ 5800441 w 7467600"/>
              <a:gd name="connsiteY280" fmla="*/ 6335286 h 6858000"/>
              <a:gd name="connsiteX281" fmla="*/ 5526562 w 7467600"/>
              <a:gd name="connsiteY281" fmla="*/ 5705388 h 6858000"/>
              <a:gd name="connsiteX282" fmla="*/ 5519640 w 7467600"/>
              <a:gd name="connsiteY282" fmla="*/ 5683774 h 6858000"/>
              <a:gd name="connsiteX283" fmla="*/ 5844559 w 7467600"/>
              <a:gd name="connsiteY283" fmla="*/ 6553349 h 6858000"/>
              <a:gd name="connsiteX284" fmla="*/ 5975994 w 7467600"/>
              <a:gd name="connsiteY284" fmla="*/ 6858000 h 6858000"/>
              <a:gd name="connsiteX285" fmla="*/ 5898547 w 7467600"/>
              <a:gd name="connsiteY285" fmla="*/ 6858000 h 6858000"/>
              <a:gd name="connsiteX286" fmla="*/ 5682041 w 7467600"/>
              <a:gd name="connsiteY286" fmla="*/ 6355860 h 6858000"/>
              <a:gd name="connsiteX287" fmla="*/ 5461758 w 7467600"/>
              <a:gd name="connsiteY287" fmla="*/ 5820220 h 6858000"/>
              <a:gd name="connsiteX288" fmla="*/ 5237282 w 7467600"/>
              <a:gd name="connsiteY288" fmla="*/ 6579086 h 6858000"/>
              <a:gd name="connsiteX289" fmla="*/ 5115009 w 7467600"/>
              <a:gd name="connsiteY289" fmla="*/ 6858000 h 6858000"/>
              <a:gd name="connsiteX290" fmla="*/ 5028074 w 7467600"/>
              <a:gd name="connsiteY290" fmla="*/ 6858000 h 6858000"/>
              <a:gd name="connsiteX291" fmla="*/ 5079508 w 7467600"/>
              <a:gd name="connsiteY291" fmla="*/ 6749074 h 6858000"/>
              <a:gd name="connsiteX292" fmla="*/ 5371846 w 7467600"/>
              <a:gd name="connsiteY292" fmla="*/ 5924413 h 6858000"/>
              <a:gd name="connsiteX293" fmla="*/ 5270512 w 7467600"/>
              <a:gd name="connsiteY293" fmla="*/ 6138975 h 6858000"/>
              <a:gd name="connsiteX294" fmla="*/ 5062409 w 7467600"/>
              <a:gd name="connsiteY294" fmla="*/ 6653544 h 6858000"/>
              <a:gd name="connsiteX295" fmla="*/ 5036628 w 7467600"/>
              <a:gd name="connsiteY295" fmla="*/ 6754247 h 6858000"/>
              <a:gd name="connsiteX296" fmla="*/ 5009112 w 7467600"/>
              <a:gd name="connsiteY296" fmla="*/ 6858000 h 6858000"/>
              <a:gd name="connsiteX297" fmla="*/ 4976679 w 7467600"/>
              <a:gd name="connsiteY297" fmla="*/ 6858000 h 6858000"/>
              <a:gd name="connsiteX298" fmla="*/ 5006537 w 7467600"/>
              <a:gd name="connsiteY298" fmla="*/ 6747068 h 6858000"/>
              <a:gd name="connsiteX299" fmla="*/ 5032723 w 7467600"/>
              <a:gd name="connsiteY299" fmla="*/ 6644957 h 6858000"/>
              <a:gd name="connsiteX300" fmla="*/ 5242949 w 7467600"/>
              <a:gd name="connsiteY300" fmla="*/ 6125175 h 6858000"/>
              <a:gd name="connsiteX301" fmla="*/ 5286321 w 7467600"/>
              <a:gd name="connsiteY301" fmla="*/ 6033555 h 6858000"/>
              <a:gd name="connsiteX302" fmla="*/ 5008210 w 7467600"/>
              <a:gd name="connsiteY302" fmla="*/ 6649194 h 6858000"/>
              <a:gd name="connsiteX303" fmla="*/ 4986321 w 7467600"/>
              <a:gd name="connsiteY303" fmla="*/ 6765687 h 6858000"/>
              <a:gd name="connsiteX304" fmla="*/ 4973474 w 7467600"/>
              <a:gd name="connsiteY304" fmla="*/ 6858000 h 6858000"/>
              <a:gd name="connsiteX305" fmla="*/ 4907178 w 7467600"/>
              <a:gd name="connsiteY305" fmla="*/ 6858000 h 6858000"/>
              <a:gd name="connsiteX306" fmla="*/ 4910810 w 7467600"/>
              <a:gd name="connsiteY306" fmla="*/ 6829660 h 6858000"/>
              <a:gd name="connsiteX307" fmla="*/ 4987461 w 7467600"/>
              <a:gd name="connsiteY307" fmla="*/ 6432994 h 6858000"/>
              <a:gd name="connsiteX308" fmla="*/ 5179262 w 7467600"/>
              <a:gd name="connsiteY308" fmla="*/ 6035044 h 6858000"/>
              <a:gd name="connsiteX309" fmla="*/ 4689678 w 7467600"/>
              <a:gd name="connsiteY309" fmla="*/ 6440241 h 6858000"/>
              <a:gd name="connsiteX310" fmla="*/ 4477543 w 7467600"/>
              <a:gd name="connsiteY310" fmla="*/ 6674836 h 6858000"/>
              <a:gd name="connsiteX311" fmla="*/ 4329957 w 7467600"/>
              <a:gd name="connsiteY311" fmla="*/ 6858000 h 6858000"/>
              <a:gd name="connsiteX312" fmla="*/ 4218595 w 7467600"/>
              <a:gd name="connsiteY312" fmla="*/ 6858000 h 6858000"/>
              <a:gd name="connsiteX313" fmla="*/ 4368888 w 7467600"/>
              <a:gd name="connsiteY313" fmla="*/ 6668412 h 6858000"/>
              <a:gd name="connsiteX314" fmla="*/ 4563091 w 7467600"/>
              <a:gd name="connsiteY314" fmla="*/ 6442508 h 6858000"/>
              <a:gd name="connsiteX315" fmla="*/ 5387324 w 7467600"/>
              <a:gd name="connsiteY315" fmla="*/ 5705830 h 6858000"/>
              <a:gd name="connsiteX316" fmla="*/ 5073620 w 7467600"/>
              <a:gd name="connsiteY316" fmla="*/ 5955437 h 6858000"/>
              <a:gd name="connsiteX317" fmla="*/ 4689789 w 7467600"/>
              <a:gd name="connsiteY317" fmla="*/ 6268382 h 6858000"/>
              <a:gd name="connsiteX318" fmla="*/ 4418722 w 7467600"/>
              <a:gd name="connsiteY318" fmla="*/ 6570886 h 6858000"/>
              <a:gd name="connsiteX319" fmla="*/ 4214944 w 7467600"/>
              <a:gd name="connsiteY319" fmla="*/ 6858000 h 6858000"/>
              <a:gd name="connsiteX320" fmla="*/ 4177898 w 7467600"/>
              <a:gd name="connsiteY320" fmla="*/ 6858000 h 6858000"/>
              <a:gd name="connsiteX321" fmla="*/ 4391597 w 7467600"/>
              <a:gd name="connsiteY321" fmla="*/ 6556370 h 6858000"/>
              <a:gd name="connsiteX322" fmla="*/ 4668889 w 7467600"/>
              <a:gd name="connsiteY322" fmla="*/ 6246399 h 6858000"/>
              <a:gd name="connsiteX323" fmla="*/ 5055427 w 7467600"/>
              <a:gd name="connsiteY323" fmla="*/ 5931476 h 6858000"/>
              <a:gd name="connsiteX324" fmla="*/ 5371814 w 7467600"/>
              <a:gd name="connsiteY324" fmla="*/ 5678975 h 6858000"/>
              <a:gd name="connsiteX325" fmla="*/ 4987918 w 7467600"/>
              <a:gd name="connsiteY325" fmla="*/ 5838701 h 6858000"/>
              <a:gd name="connsiteX326" fmla="*/ 4317146 w 7467600"/>
              <a:gd name="connsiteY326" fmla="*/ 6587716 h 6858000"/>
              <a:gd name="connsiteX327" fmla="*/ 4171627 w 7467600"/>
              <a:gd name="connsiteY327" fmla="*/ 6858000 h 6858000"/>
              <a:gd name="connsiteX328" fmla="*/ 4081585 w 7467600"/>
              <a:gd name="connsiteY328" fmla="*/ 6858000 h 6858000"/>
              <a:gd name="connsiteX329" fmla="*/ 4238603 w 7467600"/>
              <a:gd name="connsiteY329" fmla="*/ 6559341 h 6858000"/>
              <a:gd name="connsiteX330" fmla="*/ 4778333 w 7467600"/>
              <a:gd name="connsiteY330" fmla="*/ 5873626 h 6858000"/>
              <a:gd name="connsiteX331" fmla="*/ 5414185 w 7467600"/>
              <a:gd name="connsiteY331" fmla="*/ 5573882 h 6858000"/>
              <a:gd name="connsiteX332" fmla="*/ 5959648 w 7467600"/>
              <a:gd name="connsiteY332" fmla="*/ 4760797 h 6858000"/>
              <a:gd name="connsiteX333" fmla="*/ 5355019 w 7467600"/>
              <a:gd name="connsiteY333" fmla="*/ 4734672 h 6858000"/>
              <a:gd name="connsiteX334" fmla="*/ 5083565 w 7467600"/>
              <a:gd name="connsiteY334" fmla="*/ 5179121 h 6858000"/>
              <a:gd name="connsiteX335" fmla="*/ 4713577 w 7467600"/>
              <a:gd name="connsiteY335" fmla="*/ 5616803 h 6858000"/>
              <a:gd name="connsiteX336" fmla="*/ 3989559 w 7467600"/>
              <a:gd name="connsiteY336" fmla="*/ 6145945 h 6858000"/>
              <a:gd name="connsiteX337" fmla="*/ 3939824 w 7467600"/>
              <a:gd name="connsiteY337" fmla="*/ 6066900 h 6858000"/>
              <a:gd name="connsiteX338" fmla="*/ 4584537 w 7467600"/>
              <a:gd name="connsiteY338" fmla="*/ 5324826 h 6858000"/>
              <a:gd name="connsiteX339" fmla="*/ 5037105 w 7467600"/>
              <a:gd name="connsiteY339" fmla="*/ 5088765 h 6858000"/>
              <a:gd name="connsiteX340" fmla="*/ 5039930 w 7467600"/>
              <a:gd name="connsiteY340" fmla="*/ 5089585 h 6858000"/>
              <a:gd name="connsiteX341" fmla="*/ 5263764 w 7467600"/>
              <a:gd name="connsiteY341" fmla="*/ 4735525 h 6858000"/>
              <a:gd name="connsiteX342" fmla="*/ 4086300 w 7467600"/>
              <a:gd name="connsiteY342" fmla="*/ 4884599 h 6858000"/>
              <a:gd name="connsiteX343" fmla="*/ 4085485 w 7467600"/>
              <a:gd name="connsiteY343" fmla="*/ 4899070 h 6858000"/>
              <a:gd name="connsiteX344" fmla="*/ 3871915 w 7467600"/>
              <a:gd name="connsiteY344" fmla="*/ 5253645 h 6858000"/>
              <a:gd name="connsiteX345" fmla="*/ 3799374 w 7467600"/>
              <a:gd name="connsiteY345" fmla="*/ 5466127 h 6858000"/>
              <a:gd name="connsiteX346" fmla="*/ 3498850 w 7467600"/>
              <a:gd name="connsiteY346" fmla="*/ 6661888 h 6858000"/>
              <a:gd name="connsiteX347" fmla="*/ 3399216 w 7467600"/>
              <a:gd name="connsiteY347" fmla="*/ 6858000 h 6858000"/>
              <a:gd name="connsiteX348" fmla="*/ 3303688 w 7467600"/>
              <a:gd name="connsiteY348" fmla="*/ 6858000 h 6858000"/>
              <a:gd name="connsiteX349" fmla="*/ 3391774 w 7467600"/>
              <a:gd name="connsiteY349" fmla="*/ 6697181 h 6858000"/>
              <a:gd name="connsiteX350" fmla="*/ 3735540 w 7467600"/>
              <a:gd name="connsiteY350" fmla="*/ 5546923 h 6858000"/>
              <a:gd name="connsiteX351" fmla="*/ 3729438 w 7467600"/>
              <a:gd name="connsiteY351" fmla="*/ 5569058 h 6858000"/>
              <a:gd name="connsiteX352" fmla="*/ 3707782 w 7467600"/>
              <a:gd name="connsiteY352" fmla="*/ 5644908 h 6858000"/>
              <a:gd name="connsiteX353" fmla="*/ 3583827 w 7467600"/>
              <a:gd name="connsiteY353" fmla="*/ 6039215 h 6858000"/>
              <a:gd name="connsiteX354" fmla="*/ 3547861 w 7467600"/>
              <a:gd name="connsiteY354" fmla="*/ 6129609 h 6858000"/>
              <a:gd name="connsiteX355" fmla="*/ 3490905 w 7467600"/>
              <a:gd name="connsiteY355" fmla="*/ 6277660 h 6858000"/>
              <a:gd name="connsiteX356" fmla="*/ 3455859 w 7467600"/>
              <a:gd name="connsiteY356" fmla="*/ 6391301 h 6858000"/>
              <a:gd name="connsiteX357" fmla="*/ 3429112 w 7467600"/>
              <a:gd name="connsiteY357" fmla="*/ 6479469 h 6858000"/>
              <a:gd name="connsiteX358" fmla="*/ 3304862 w 7467600"/>
              <a:gd name="connsiteY358" fmla="*/ 6796476 h 6858000"/>
              <a:gd name="connsiteX359" fmla="*/ 3276071 w 7467600"/>
              <a:gd name="connsiteY359" fmla="*/ 6858000 h 6858000"/>
              <a:gd name="connsiteX360" fmla="*/ 3240805 w 7467600"/>
              <a:gd name="connsiteY360" fmla="*/ 6858000 h 6858000"/>
              <a:gd name="connsiteX361" fmla="*/ 3275917 w 7467600"/>
              <a:gd name="connsiteY361" fmla="*/ 6783192 h 6858000"/>
              <a:gd name="connsiteX362" fmla="*/ 3399358 w 7467600"/>
              <a:gd name="connsiteY362" fmla="*/ 6469011 h 6858000"/>
              <a:gd name="connsiteX363" fmla="*/ 3425650 w 7467600"/>
              <a:gd name="connsiteY363" fmla="*/ 6381333 h 6858000"/>
              <a:gd name="connsiteX364" fmla="*/ 3460661 w 7467600"/>
              <a:gd name="connsiteY364" fmla="*/ 6266763 h 6858000"/>
              <a:gd name="connsiteX365" fmla="*/ 3518021 w 7467600"/>
              <a:gd name="connsiteY365" fmla="*/ 6117298 h 6858000"/>
              <a:gd name="connsiteX366" fmla="*/ 3554035 w 7467600"/>
              <a:gd name="connsiteY366" fmla="*/ 6027832 h 6858000"/>
              <a:gd name="connsiteX367" fmla="*/ 3677174 w 7467600"/>
              <a:gd name="connsiteY367" fmla="*/ 5636351 h 6858000"/>
              <a:gd name="connsiteX368" fmla="*/ 3698819 w 7467600"/>
              <a:gd name="connsiteY368" fmla="*/ 5560503 h 6858000"/>
              <a:gd name="connsiteX369" fmla="*/ 3702094 w 7467600"/>
              <a:gd name="connsiteY369" fmla="*/ 5549194 h 6858000"/>
              <a:gd name="connsiteX370" fmla="*/ 3398355 w 7467600"/>
              <a:gd name="connsiteY370" fmla="*/ 6094603 h 6858000"/>
              <a:gd name="connsiteX371" fmla="*/ 3193941 w 7467600"/>
              <a:gd name="connsiteY371" fmla="*/ 6798775 h 6858000"/>
              <a:gd name="connsiteX372" fmla="*/ 3184140 w 7467600"/>
              <a:gd name="connsiteY372" fmla="*/ 6858000 h 6858000"/>
              <a:gd name="connsiteX373" fmla="*/ 3099978 w 7467600"/>
              <a:gd name="connsiteY373" fmla="*/ 6858000 h 6858000"/>
              <a:gd name="connsiteX374" fmla="*/ 3101556 w 7467600"/>
              <a:gd name="connsiteY374" fmla="*/ 6843337 h 6858000"/>
              <a:gd name="connsiteX375" fmla="*/ 3370162 w 7467600"/>
              <a:gd name="connsiteY375" fmla="*/ 5785550 h 6858000"/>
              <a:gd name="connsiteX376" fmla="*/ 3746477 w 7467600"/>
              <a:gd name="connsiteY376" fmla="*/ 5377889 h 6858000"/>
              <a:gd name="connsiteX377" fmla="*/ 3863399 w 7467600"/>
              <a:gd name="connsiteY377" fmla="*/ 5087257 h 6858000"/>
              <a:gd name="connsiteX378" fmla="*/ 3968712 w 7467600"/>
              <a:gd name="connsiteY378" fmla="*/ 4913989 h 6858000"/>
              <a:gd name="connsiteX379" fmla="*/ 2792390 w 7467600"/>
              <a:gd name="connsiteY379" fmla="*/ 5382974 h 6858000"/>
              <a:gd name="connsiteX380" fmla="*/ 2714982 w 7467600"/>
              <a:gd name="connsiteY380" fmla="*/ 5427051 h 6858000"/>
              <a:gd name="connsiteX381" fmla="*/ 2813361 w 7467600"/>
              <a:gd name="connsiteY381" fmla="*/ 6023912 h 6858000"/>
              <a:gd name="connsiteX382" fmla="*/ 2688430 w 7467600"/>
              <a:gd name="connsiteY382" fmla="*/ 6801564 h 6858000"/>
              <a:gd name="connsiteX383" fmla="*/ 2629626 w 7467600"/>
              <a:gd name="connsiteY383" fmla="*/ 6763394 h 6858000"/>
              <a:gd name="connsiteX384" fmla="*/ 2565328 w 7467600"/>
              <a:gd name="connsiteY384" fmla="*/ 5516399 h 6858000"/>
              <a:gd name="connsiteX385" fmla="*/ 1922999 w 7467600"/>
              <a:gd name="connsiteY385" fmla="*/ 5980343 h 6858000"/>
              <a:gd name="connsiteX386" fmla="*/ 1950261 w 7467600"/>
              <a:gd name="connsiteY386" fmla="*/ 6405858 h 6858000"/>
              <a:gd name="connsiteX387" fmla="*/ 2365554 w 7467600"/>
              <a:gd name="connsiteY387" fmla="*/ 6759107 h 6858000"/>
              <a:gd name="connsiteX388" fmla="*/ 2424142 w 7467600"/>
              <a:gd name="connsiteY388" fmla="*/ 6858000 h 6858000"/>
              <a:gd name="connsiteX389" fmla="*/ 2395994 w 7467600"/>
              <a:gd name="connsiteY389" fmla="*/ 6858000 h 6858000"/>
              <a:gd name="connsiteX390" fmla="*/ 2392863 w 7467600"/>
              <a:gd name="connsiteY390" fmla="*/ 6852964 h 6858000"/>
              <a:gd name="connsiteX391" fmla="*/ 2017589 w 7467600"/>
              <a:gd name="connsiteY391" fmla="*/ 6493982 h 6858000"/>
              <a:gd name="connsiteX392" fmla="*/ 2147336 w 7467600"/>
              <a:gd name="connsiteY392" fmla="*/ 6594052 h 6858000"/>
              <a:gd name="connsiteX393" fmla="*/ 2207047 w 7467600"/>
              <a:gd name="connsiteY393" fmla="*/ 6654540 h 6858000"/>
              <a:gd name="connsiteX394" fmla="*/ 2299106 w 7467600"/>
              <a:gd name="connsiteY394" fmla="*/ 6778931 h 6858000"/>
              <a:gd name="connsiteX395" fmla="*/ 2314430 w 7467600"/>
              <a:gd name="connsiteY395" fmla="*/ 6801144 h 6858000"/>
              <a:gd name="connsiteX396" fmla="*/ 2352406 w 7467600"/>
              <a:gd name="connsiteY396" fmla="*/ 6858000 h 6858000"/>
              <a:gd name="connsiteX397" fmla="*/ 2314492 w 7467600"/>
              <a:gd name="connsiteY397" fmla="*/ 6858000 h 6858000"/>
              <a:gd name="connsiteX398" fmla="*/ 2288095 w 7467600"/>
              <a:gd name="connsiteY398" fmla="*/ 6818030 h 6858000"/>
              <a:gd name="connsiteX399" fmla="*/ 2272768 w 7467600"/>
              <a:gd name="connsiteY399" fmla="*/ 6795822 h 6858000"/>
              <a:gd name="connsiteX400" fmla="*/ 2182715 w 7467600"/>
              <a:gd name="connsiteY400" fmla="*/ 6675071 h 6858000"/>
              <a:gd name="connsiteX401" fmla="*/ 2032061 w 7467600"/>
              <a:gd name="connsiteY401" fmla="*/ 6541380 h 6858000"/>
              <a:gd name="connsiteX402" fmla="*/ 2257220 w 7467600"/>
              <a:gd name="connsiteY402" fmla="*/ 6826257 h 6858000"/>
              <a:gd name="connsiteX403" fmla="*/ 2281324 w 7467600"/>
              <a:gd name="connsiteY403" fmla="*/ 6858000 h 6858000"/>
              <a:gd name="connsiteX404" fmla="*/ 2242860 w 7467600"/>
              <a:gd name="connsiteY404" fmla="*/ 6858000 h 6858000"/>
              <a:gd name="connsiteX405" fmla="*/ 2232818 w 7467600"/>
              <a:gd name="connsiteY405" fmla="*/ 6844926 h 6858000"/>
              <a:gd name="connsiteX406" fmla="*/ 1990172 w 7467600"/>
              <a:gd name="connsiteY406" fmla="*/ 6542121 h 6858000"/>
              <a:gd name="connsiteX407" fmla="*/ 2124090 w 7467600"/>
              <a:gd name="connsiteY407" fmla="*/ 6761017 h 6858000"/>
              <a:gd name="connsiteX408" fmla="*/ 2200380 w 7467600"/>
              <a:gd name="connsiteY408" fmla="*/ 6858000 h 6858000"/>
              <a:gd name="connsiteX409" fmla="*/ 2147507 w 7467600"/>
              <a:gd name="connsiteY409" fmla="*/ 6858000 h 6858000"/>
              <a:gd name="connsiteX410" fmla="*/ 2070668 w 7467600"/>
              <a:gd name="connsiteY410" fmla="*/ 6761520 h 6858000"/>
              <a:gd name="connsiteX411" fmla="*/ 1975142 w 7467600"/>
              <a:gd name="connsiteY411" fmla="*/ 6585570 h 6858000"/>
              <a:gd name="connsiteX412" fmla="*/ 2050035 w 7467600"/>
              <a:gd name="connsiteY412" fmla="*/ 6813345 h 6858000"/>
              <a:gd name="connsiteX413" fmla="*/ 2063025 w 7467600"/>
              <a:gd name="connsiteY413" fmla="*/ 6858000 h 6858000"/>
              <a:gd name="connsiteX414" fmla="*/ 2021675 w 7467600"/>
              <a:gd name="connsiteY414" fmla="*/ 6858000 h 6858000"/>
              <a:gd name="connsiteX415" fmla="*/ 2019308 w 7467600"/>
              <a:gd name="connsiteY415" fmla="*/ 6847118 h 6858000"/>
              <a:gd name="connsiteX416" fmla="*/ 1938835 w 7467600"/>
              <a:gd name="connsiteY416" fmla="*/ 6551160 h 6858000"/>
              <a:gd name="connsiteX417" fmla="*/ 1953230 w 7467600"/>
              <a:gd name="connsiteY417" fmla="*/ 6759699 h 6858000"/>
              <a:gd name="connsiteX418" fmla="*/ 1956763 w 7467600"/>
              <a:gd name="connsiteY418" fmla="*/ 6778191 h 6858000"/>
              <a:gd name="connsiteX419" fmla="*/ 1967925 w 7467600"/>
              <a:gd name="connsiteY419" fmla="*/ 6858000 h 6858000"/>
              <a:gd name="connsiteX420" fmla="*/ 1936622 w 7467600"/>
              <a:gd name="connsiteY420" fmla="*/ 6858000 h 6858000"/>
              <a:gd name="connsiteX421" fmla="*/ 1926261 w 7467600"/>
              <a:gd name="connsiteY421" fmla="*/ 6784064 h 6858000"/>
              <a:gd name="connsiteX422" fmla="*/ 1922724 w 7467600"/>
              <a:gd name="connsiteY422" fmla="*/ 6765577 h 6858000"/>
              <a:gd name="connsiteX423" fmla="*/ 1904650 w 7467600"/>
              <a:gd name="connsiteY423" fmla="*/ 6639616 h 6858000"/>
              <a:gd name="connsiteX424" fmla="*/ 1885273 w 7467600"/>
              <a:gd name="connsiteY424" fmla="*/ 6858000 h 6858000"/>
              <a:gd name="connsiteX425" fmla="*/ 1854363 w 7467600"/>
              <a:gd name="connsiteY425" fmla="*/ 6858000 h 6858000"/>
              <a:gd name="connsiteX426" fmla="*/ 1880391 w 7467600"/>
              <a:gd name="connsiteY426" fmla="*/ 6603796 h 6858000"/>
              <a:gd name="connsiteX427" fmla="*/ 1818273 w 7467600"/>
              <a:gd name="connsiteY427" fmla="*/ 6715729 h 6858000"/>
              <a:gd name="connsiteX428" fmla="*/ 1794691 w 7467600"/>
              <a:gd name="connsiteY428" fmla="*/ 6843239 h 6858000"/>
              <a:gd name="connsiteX429" fmla="*/ 1794914 w 7467600"/>
              <a:gd name="connsiteY429" fmla="*/ 6858000 h 6858000"/>
              <a:gd name="connsiteX430" fmla="*/ 1746128 w 7467600"/>
              <a:gd name="connsiteY430" fmla="*/ 6858000 h 6858000"/>
              <a:gd name="connsiteX431" fmla="*/ 1753934 w 7467600"/>
              <a:gd name="connsiteY431" fmla="*/ 6724796 h 6858000"/>
              <a:gd name="connsiteX432" fmla="*/ 1792053 w 7467600"/>
              <a:gd name="connsiteY432" fmla="*/ 6572396 h 6858000"/>
              <a:gd name="connsiteX433" fmla="*/ 1862248 w 7467600"/>
              <a:gd name="connsiteY433" fmla="*/ 6266397 h 6858000"/>
              <a:gd name="connsiteX434" fmla="*/ 1862250 w 7467600"/>
              <a:gd name="connsiteY434" fmla="*/ 6033531 h 6858000"/>
              <a:gd name="connsiteX435" fmla="*/ 1211999 w 7467600"/>
              <a:gd name="connsiteY435" fmla="*/ 6683610 h 6858000"/>
              <a:gd name="connsiteX436" fmla="*/ 1213266 w 7467600"/>
              <a:gd name="connsiteY436" fmla="*/ 6691947 h 6858000"/>
              <a:gd name="connsiteX437" fmla="*/ 1203370 w 7467600"/>
              <a:gd name="connsiteY437" fmla="*/ 6850676 h 6858000"/>
              <a:gd name="connsiteX438" fmla="*/ 1203671 w 7467600"/>
              <a:gd name="connsiteY438" fmla="*/ 6858000 h 6858000"/>
              <a:gd name="connsiteX439" fmla="*/ 1143180 w 7467600"/>
              <a:gd name="connsiteY439" fmla="*/ 6858000 h 6858000"/>
              <a:gd name="connsiteX440" fmla="*/ 1142176 w 7467600"/>
              <a:gd name="connsiteY440" fmla="*/ 6766045 h 6858000"/>
              <a:gd name="connsiteX441" fmla="*/ 1067484 w 7467600"/>
              <a:gd name="connsiteY441" fmla="*/ 6858000 h 6858000"/>
              <a:gd name="connsiteX442" fmla="*/ 953928 w 7467600"/>
              <a:gd name="connsiteY442" fmla="*/ 6858000 h 6858000"/>
              <a:gd name="connsiteX443" fmla="*/ 959715 w 7467600"/>
              <a:gd name="connsiteY443" fmla="*/ 6850185 h 6858000"/>
              <a:gd name="connsiteX444" fmla="*/ 1483788 w 7467600"/>
              <a:gd name="connsiteY444" fmla="*/ 6259174 h 6858000"/>
              <a:gd name="connsiteX445" fmla="*/ 1100671 w 7467600"/>
              <a:gd name="connsiteY445" fmla="*/ 6252137 h 6858000"/>
              <a:gd name="connsiteX446" fmla="*/ 1090144 w 7467600"/>
              <a:gd name="connsiteY446" fmla="*/ 6256748 h 6858000"/>
              <a:gd name="connsiteX447" fmla="*/ 1095872 w 7467600"/>
              <a:gd name="connsiteY447" fmla="*/ 6271892 h 6858000"/>
              <a:gd name="connsiteX448" fmla="*/ 262785 w 7467600"/>
              <a:gd name="connsiteY448" fmla="*/ 6845450 h 6858000"/>
              <a:gd name="connsiteX449" fmla="*/ 209968 w 7467600"/>
              <a:gd name="connsiteY449" fmla="*/ 6770713 h 6858000"/>
              <a:gd name="connsiteX450" fmla="*/ 873460 w 7467600"/>
              <a:gd name="connsiteY450" fmla="*/ 6253768 h 6858000"/>
              <a:gd name="connsiteX451" fmla="*/ 192686 w 7467600"/>
              <a:gd name="connsiteY451" fmla="*/ 5849257 h 6858000"/>
              <a:gd name="connsiteX452" fmla="*/ 4696 w 7467600"/>
              <a:gd name="connsiteY452" fmla="*/ 5697668 h 6858000"/>
              <a:gd name="connsiteX453" fmla="*/ 0 w 7467600"/>
              <a:gd name="connsiteY453" fmla="*/ 5689984 h 6858000"/>
              <a:gd name="connsiteX454" fmla="*/ 0 w 7467600"/>
              <a:gd name="connsiteY454" fmla="*/ 5513472 h 6858000"/>
              <a:gd name="connsiteX455" fmla="*/ 174101 w 7467600"/>
              <a:gd name="connsiteY455" fmla="*/ 5620277 h 6858000"/>
              <a:gd name="connsiteX456" fmla="*/ 891800 w 7467600"/>
              <a:gd name="connsiteY456" fmla="*/ 6036935 h 6858000"/>
              <a:gd name="connsiteX457" fmla="*/ 1072219 w 7467600"/>
              <a:gd name="connsiteY457" fmla="*/ 6169443 h 6858000"/>
              <a:gd name="connsiteX458" fmla="*/ 1074117 w 7467600"/>
              <a:gd name="connsiteY458" fmla="*/ 6170301 h 6858000"/>
              <a:gd name="connsiteX459" fmla="*/ 1083114 w 7467600"/>
              <a:gd name="connsiteY459" fmla="*/ 6174131 h 6858000"/>
              <a:gd name="connsiteX460" fmla="*/ 1543010 w 7467600"/>
              <a:gd name="connsiteY460" fmla="*/ 6191140 h 6858000"/>
              <a:gd name="connsiteX461" fmla="*/ 1551080 w 7467600"/>
              <a:gd name="connsiteY461" fmla="*/ 6195006 h 6858000"/>
              <a:gd name="connsiteX462" fmla="*/ 2345443 w 7467600"/>
              <a:gd name="connsiteY462" fmla="*/ 5549882 h 6858000"/>
              <a:gd name="connsiteX463" fmla="*/ 1721499 w 7467600"/>
              <a:gd name="connsiteY463" fmla="*/ 5599969 h 6858000"/>
              <a:gd name="connsiteX464" fmla="*/ 767716 w 7467600"/>
              <a:gd name="connsiteY464" fmla="*/ 5472768 h 6858000"/>
              <a:gd name="connsiteX465" fmla="*/ 722147 w 7467600"/>
              <a:gd name="connsiteY465" fmla="*/ 5393091 h 6858000"/>
              <a:gd name="connsiteX466" fmla="*/ 1485552 w 7467600"/>
              <a:gd name="connsiteY466" fmla="*/ 5313202 h 6858000"/>
              <a:gd name="connsiteX467" fmla="*/ 2143004 w 7467600"/>
              <a:gd name="connsiteY467" fmla="*/ 5402420 h 6858000"/>
              <a:gd name="connsiteX468" fmla="*/ 1933391 w 7467600"/>
              <a:gd name="connsiteY468" fmla="*/ 5156971 h 6858000"/>
              <a:gd name="connsiteX469" fmla="*/ 1827118 w 7467600"/>
              <a:gd name="connsiteY469" fmla="*/ 4968410 h 6858000"/>
              <a:gd name="connsiteX470" fmla="*/ 1837349 w 7467600"/>
              <a:gd name="connsiteY470" fmla="*/ 4956357 h 6858000"/>
              <a:gd name="connsiteX471" fmla="*/ 2162835 w 7467600"/>
              <a:gd name="connsiteY471" fmla="*/ 5187853 h 6858000"/>
              <a:gd name="connsiteX472" fmla="*/ 2257167 w 7467600"/>
              <a:gd name="connsiteY472" fmla="*/ 5462123 h 6858000"/>
              <a:gd name="connsiteX473" fmla="*/ 2261598 w 7467600"/>
              <a:gd name="connsiteY473" fmla="*/ 5467998 h 6858000"/>
              <a:gd name="connsiteX474" fmla="*/ 2437177 w 7467600"/>
              <a:gd name="connsiteY474" fmla="*/ 5479608 h 6858000"/>
              <a:gd name="connsiteX475" fmla="*/ 2445247 w 7467600"/>
              <a:gd name="connsiteY475" fmla="*/ 5483476 h 6858000"/>
              <a:gd name="connsiteX476" fmla="*/ 2743626 w 7467600"/>
              <a:gd name="connsiteY476" fmla="*/ 5304819 h 6858000"/>
              <a:gd name="connsiteX477" fmla="*/ 3048102 w 7467600"/>
              <a:gd name="connsiteY477" fmla="*/ 5150595 h 6858000"/>
              <a:gd name="connsiteX478" fmla="*/ 1799414 w 7467600"/>
              <a:gd name="connsiteY478" fmla="*/ 4694732 h 6858000"/>
              <a:gd name="connsiteX479" fmla="*/ 1771735 w 7467600"/>
              <a:gd name="connsiteY479" fmla="*/ 4619929 h 6858000"/>
              <a:gd name="connsiteX480" fmla="*/ 3104273 w 7467600"/>
              <a:gd name="connsiteY480" fmla="*/ 5076159 h 6858000"/>
              <a:gd name="connsiteX481" fmla="*/ 3113245 w 7467600"/>
              <a:gd name="connsiteY481" fmla="*/ 5090705 h 6858000"/>
              <a:gd name="connsiteX482" fmla="*/ 3126294 w 7467600"/>
              <a:gd name="connsiteY482" fmla="*/ 5114400 h 6858000"/>
              <a:gd name="connsiteX483" fmla="*/ 3937433 w 7467600"/>
              <a:gd name="connsiteY483" fmla="*/ 4830473 h 6858000"/>
              <a:gd name="connsiteX484" fmla="*/ 3590475 w 7467600"/>
              <a:gd name="connsiteY484" fmla="*/ 4597974 h 6858000"/>
              <a:gd name="connsiteX485" fmla="*/ 3100264 w 7467600"/>
              <a:gd name="connsiteY485" fmla="*/ 4579845 h 6858000"/>
              <a:gd name="connsiteX486" fmla="*/ 2183576 w 7467600"/>
              <a:gd name="connsiteY486" fmla="*/ 4227150 h 6858000"/>
              <a:gd name="connsiteX487" fmla="*/ 2151029 w 7467600"/>
              <a:gd name="connsiteY487" fmla="*/ 4146947 h 6858000"/>
              <a:gd name="connsiteX488" fmla="*/ 3563434 w 7467600"/>
              <a:gd name="connsiteY488" fmla="*/ 4469115 h 6858000"/>
              <a:gd name="connsiteX489" fmla="*/ 3177952 w 7467600"/>
              <a:gd name="connsiteY489" fmla="*/ 3657386 h 6858000"/>
              <a:gd name="connsiteX490" fmla="*/ 3189263 w 7467600"/>
              <a:gd name="connsiteY490" fmla="*/ 3625726 h 6858000"/>
              <a:gd name="connsiteX491" fmla="*/ 3560912 w 7467600"/>
              <a:gd name="connsiteY491" fmla="*/ 4079863 h 6858000"/>
              <a:gd name="connsiteX492" fmla="*/ 3626636 w 7467600"/>
              <a:gd name="connsiteY492" fmla="*/ 4512230 h 6858000"/>
              <a:gd name="connsiteX493" fmla="*/ 3653088 w 7467600"/>
              <a:gd name="connsiteY493" fmla="*/ 4521417 h 6858000"/>
              <a:gd name="connsiteX494" fmla="*/ 3988128 w 7467600"/>
              <a:gd name="connsiteY494" fmla="*/ 4817267 h 6858000"/>
              <a:gd name="connsiteX495" fmla="*/ 4830582 w 7467600"/>
              <a:gd name="connsiteY495" fmla="*/ 4676000 h 6858000"/>
              <a:gd name="connsiteX496" fmla="*/ 4830100 w 7467600"/>
              <a:gd name="connsiteY496" fmla="*/ 4675554 h 6858000"/>
              <a:gd name="connsiteX497" fmla="*/ 4036318 w 7467600"/>
              <a:gd name="connsiteY497" fmla="*/ 4147013 h 6858000"/>
              <a:gd name="connsiteX498" fmla="*/ 3432098 w 7467600"/>
              <a:gd name="connsiteY498" fmla="*/ 3537312 h 6858000"/>
              <a:gd name="connsiteX499" fmla="*/ 3446761 w 7467600"/>
              <a:gd name="connsiteY499" fmla="*/ 3461278 h 6858000"/>
              <a:gd name="connsiteX500" fmla="*/ 4419733 w 7467600"/>
              <a:gd name="connsiteY500" fmla="*/ 3963555 h 6858000"/>
              <a:gd name="connsiteX501" fmla="*/ 4781371 w 7467600"/>
              <a:gd name="connsiteY501" fmla="*/ 4458604 h 6858000"/>
              <a:gd name="connsiteX502" fmla="*/ 4780440 w 7467600"/>
              <a:gd name="connsiteY502" fmla="*/ 4470290 h 6858000"/>
              <a:gd name="connsiteX503" fmla="*/ 4898954 w 7467600"/>
              <a:gd name="connsiteY503" fmla="*/ 4662092 h 6858000"/>
              <a:gd name="connsiteX504" fmla="*/ 4900699 w 7467600"/>
              <a:gd name="connsiteY504" fmla="*/ 4670867 h 6858000"/>
              <a:gd name="connsiteX505" fmla="*/ 5714511 w 7467600"/>
              <a:gd name="connsiteY505" fmla="*/ 4663483 h 6858000"/>
              <a:gd name="connsiteX506" fmla="*/ 5464793 w 7467600"/>
              <a:gd name="connsiteY506" fmla="*/ 4393556 h 6858000"/>
              <a:gd name="connsiteX507" fmla="*/ 5461897 w 7467600"/>
              <a:gd name="connsiteY507" fmla="*/ 4390879 h 6858000"/>
              <a:gd name="connsiteX508" fmla="*/ 4294126 w 7467600"/>
              <a:gd name="connsiteY508" fmla="*/ 3303048 h 6858000"/>
              <a:gd name="connsiteX509" fmla="*/ 4305321 w 7467600"/>
              <a:gd name="connsiteY509" fmla="*/ 3256953 h 6858000"/>
              <a:gd name="connsiteX510" fmla="*/ 4949299 w 7467600"/>
              <a:gd name="connsiteY510" fmla="*/ 3766336 h 6858000"/>
              <a:gd name="connsiteX511" fmla="*/ 5291452 w 7467600"/>
              <a:gd name="connsiteY511" fmla="*/ 4076801 h 6858000"/>
              <a:gd name="connsiteX512" fmla="*/ 5434998 w 7467600"/>
              <a:gd name="connsiteY512" fmla="*/ 4254100 h 6858000"/>
              <a:gd name="connsiteX513" fmla="*/ 5351015 w 7467600"/>
              <a:gd name="connsiteY513" fmla="*/ 3760989 h 6858000"/>
              <a:gd name="connsiteX514" fmla="*/ 5413780 w 7467600"/>
              <a:gd name="connsiteY514" fmla="*/ 2966265 h 6858000"/>
              <a:gd name="connsiteX515" fmla="*/ 5425627 w 7467600"/>
              <a:gd name="connsiteY515" fmla="*/ 2954192 h 6858000"/>
              <a:gd name="connsiteX516" fmla="*/ 6604735 w 7467600"/>
              <a:gd name="connsiteY516" fmla="*/ 2041381 h 6858000"/>
              <a:gd name="connsiteX517" fmla="*/ 7204487 w 7467600"/>
              <a:gd name="connsiteY517" fmla="*/ 2742112 h 6858000"/>
              <a:gd name="connsiteX518" fmla="*/ 7131592 w 7467600"/>
              <a:gd name="connsiteY518" fmla="*/ 2672096 h 6858000"/>
              <a:gd name="connsiteX519" fmla="*/ 6996344 w 7467600"/>
              <a:gd name="connsiteY519" fmla="*/ 2518310 h 6858000"/>
              <a:gd name="connsiteX520" fmla="*/ 6735495 w 7467600"/>
              <a:gd name="connsiteY520" fmla="*/ 2196890 h 6858000"/>
              <a:gd name="connsiteX521" fmla="*/ 6721901 w 7467600"/>
              <a:gd name="connsiteY521" fmla="*/ 2179274 h 6858000"/>
              <a:gd name="connsiteX522" fmla="*/ 6604735 w 7467600"/>
              <a:gd name="connsiteY522" fmla="*/ 2041381 h 6858000"/>
              <a:gd name="connsiteX523" fmla="*/ 6591670 w 7467600"/>
              <a:gd name="connsiteY523" fmla="*/ 1988277 h 6858000"/>
              <a:gd name="connsiteX524" fmla="*/ 6747349 w 7467600"/>
              <a:gd name="connsiteY524" fmla="*/ 2160069 h 6858000"/>
              <a:gd name="connsiteX525" fmla="*/ 6760943 w 7467600"/>
              <a:gd name="connsiteY525" fmla="*/ 2177686 h 6858000"/>
              <a:gd name="connsiteX526" fmla="*/ 7021065 w 7467600"/>
              <a:gd name="connsiteY526" fmla="*/ 2498102 h 6858000"/>
              <a:gd name="connsiteX527" fmla="*/ 7155223 w 7467600"/>
              <a:gd name="connsiteY527" fmla="*/ 2650386 h 6858000"/>
              <a:gd name="connsiteX528" fmla="*/ 7203167 w 7467600"/>
              <a:gd name="connsiteY528" fmla="*/ 2697288 h 6858000"/>
              <a:gd name="connsiteX529" fmla="*/ 6937703 w 7467600"/>
              <a:gd name="connsiteY529" fmla="*/ 2321981 h 6858000"/>
              <a:gd name="connsiteX530" fmla="*/ 6591670 w 7467600"/>
              <a:gd name="connsiteY530" fmla="*/ 1988277 h 6858000"/>
              <a:gd name="connsiteX531" fmla="*/ 5798671 w 7467600"/>
              <a:gd name="connsiteY531" fmla="*/ 1981601 h 6858000"/>
              <a:gd name="connsiteX532" fmla="*/ 5754709 w 7467600"/>
              <a:gd name="connsiteY532" fmla="*/ 2071454 h 6858000"/>
              <a:gd name="connsiteX533" fmla="*/ 5763044 w 7467600"/>
              <a:gd name="connsiteY533" fmla="*/ 2842206 h 6858000"/>
              <a:gd name="connsiteX534" fmla="*/ 5764974 w 7467600"/>
              <a:gd name="connsiteY534" fmla="*/ 2799609 h 6858000"/>
              <a:gd name="connsiteX535" fmla="*/ 5767665 w 7467600"/>
              <a:gd name="connsiteY535" fmla="*/ 2666409 h 6858000"/>
              <a:gd name="connsiteX536" fmla="*/ 5763055 w 7467600"/>
              <a:gd name="connsiteY536" fmla="*/ 2579705 h 6858000"/>
              <a:gd name="connsiteX537" fmla="*/ 5758079 w 7467600"/>
              <a:gd name="connsiteY537" fmla="*/ 2492508 h 6858000"/>
              <a:gd name="connsiteX538" fmla="*/ 5779325 w 7467600"/>
              <a:gd name="connsiteY538" fmla="*/ 2197069 h 6858000"/>
              <a:gd name="connsiteX539" fmla="*/ 5798671 w 7467600"/>
              <a:gd name="connsiteY539" fmla="*/ 1981601 h 6858000"/>
              <a:gd name="connsiteX540" fmla="*/ 5829202 w 7467600"/>
              <a:gd name="connsiteY540" fmla="*/ 1971679 h 6858000"/>
              <a:gd name="connsiteX541" fmla="*/ 5809558 w 7467600"/>
              <a:gd name="connsiteY541" fmla="*/ 2198043 h 6858000"/>
              <a:gd name="connsiteX542" fmla="*/ 5788653 w 7467600"/>
              <a:gd name="connsiteY542" fmla="*/ 2489430 h 6858000"/>
              <a:gd name="connsiteX543" fmla="*/ 5793439 w 7467600"/>
              <a:gd name="connsiteY543" fmla="*/ 2575235 h 6858000"/>
              <a:gd name="connsiteX544" fmla="*/ 5796837 w 7467600"/>
              <a:gd name="connsiteY544" fmla="*/ 2637633 h 6858000"/>
              <a:gd name="connsiteX545" fmla="*/ 5818614 w 7467600"/>
              <a:gd name="connsiteY545" fmla="*/ 2473055 h 6858000"/>
              <a:gd name="connsiteX546" fmla="*/ 5829202 w 7467600"/>
              <a:gd name="connsiteY546" fmla="*/ 1971679 h 6858000"/>
              <a:gd name="connsiteX547" fmla="*/ 5911389 w 7467600"/>
              <a:gd name="connsiteY547" fmla="*/ 1898371 h 6858000"/>
              <a:gd name="connsiteX548" fmla="*/ 6237627 w 7467600"/>
              <a:gd name="connsiteY548" fmla="*/ 2231921 h 6858000"/>
              <a:gd name="connsiteX549" fmla="*/ 5911389 w 7467600"/>
              <a:gd name="connsiteY549" fmla="*/ 1898371 h 6858000"/>
              <a:gd name="connsiteX550" fmla="*/ 6944437 w 7467600"/>
              <a:gd name="connsiteY550" fmla="*/ 1575402 h 6858000"/>
              <a:gd name="connsiteX551" fmla="*/ 6304730 w 7467600"/>
              <a:gd name="connsiteY551" fmla="*/ 1766654 h 6858000"/>
              <a:gd name="connsiteX552" fmla="*/ 6944437 w 7467600"/>
              <a:gd name="connsiteY552" fmla="*/ 1575402 h 6858000"/>
              <a:gd name="connsiteX553" fmla="*/ 7019523 w 7467600"/>
              <a:gd name="connsiteY553" fmla="*/ 1519450 h 6858000"/>
              <a:gd name="connsiteX554" fmla="*/ 6298091 w 7467600"/>
              <a:gd name="connsiteY554" fmla="*/ 1737122 h 6858000"/>
              <a:gd name="connsiteX555" fmla="*/ 7019523 w 7467600"/>
              <a:gd name="connsiteY555" fmla="*/ 1519450 h 6858000"/>
              <a:gd name="connsiteX556" fmla="*/ 2399523 w 7467600"/>
              <a:gd name="connsiteY556" fmla="*/ 1428234 h 6858000"/>
              <a:gd name="connsiteX557" fmla="*/ 2224982 w 7467600"/>
              <a:gd name="connsiteY557" fmla="*/ 1826201 h 6858000"/>
              <a:gd name="connsiteX558" fmla="*/ 2096099 w 7467600"/>
              <a:gd name="connsiteY558" fmla="*/ 2345900 h 6858000"/>
              <a:gd name="connsiteX559" fmla="*/ 2283317 w 7467600"/>
              <a:gd name="connsiteY559" fmla="*/ 1796925 h 6858000"/>
              <a:gd name="connsiteX560" fmla="*/ 2399523 w 7467600"/>
              <a:gd name="connsiteY560" fmla="*/ 1428234 h 6858000"/>
              <a:gd name="connsiteX561" fmla="*/ 2448558 w 7467600"/>
              <a:gd name="connsiteY561" fmla="*/ 1373435 h 6858000"/>
              <a:gd name="connsiteX562" fmla="*/ 2312521 w 7467600"/>
              <a:gd name="connsiteY562" fmla="*/ 1806140 h 6858000"/>
              <a:gd name="connsiteX563" fmla="*/ 2127533 w 7467600"/>
              <a:gd name="connsiteY563" fmla="*/ 2348380 h 6858000"/>
              <a:gd name="connsiteX564" fmla="*/ 2358080 w 7467600"/>
              <a:gd name="connsiteY564" fmla="*/ 1866134 h 6858000"/>
              <a:gd name="connsiteX565" fmla="*/ 2407436 w 7467600"/>
              <a:gd name="connsiteY565" fmla="*/ 1651070 h 6858000"/>
              <a:gd name="connsiteX566" fmla="*/ 2448558 w 7467600"/>
              <a:gd name="connsiteY566" fmla="*/ 1373435 h 6858000"/>
              <a:gd name="connsiteX567" fmla="*/ 278707 w 7467600"/>
              <a:gd name="connsiteY567" fmla="*/ 1352270 h 6858000"/>
              <a:gd name="connsiteX568" fmla="*/ 321570 w 7467600"/>
              <a:gd name="connsiteY568" fmla="*/ 1861610 h 6858000"/>
              <a:gd name="connsiteX569" fmla="*/ 294281 w 7467600"/>
              <a:gd name="connsiteY569" fmla="*/ 1440658 h 6858000"/>
              <a:gd name="connsiteX570" fmla="*/ 278707 w 7467600"/>
              <a:gd name="connsiteY570" fmla="*/ 1352270 h 6858000"/>
              <a:gd name="connsiteX571" fmla="*/ 1423821 w 7467600"/>
              <a:gd name="connsiteY571" fmla="*/ 1351958 h 6858000"/>
              <a:gd name="connsiteX572" fmla="*/ 1638521 w 7467600"/>
              <a:gd name="connsiteY572" fmla="*/ 1908470 h 6858000"/>
              <a:gd name="connsiteX573" fmla="*/ 1754199 w 7467600"/>
              <a:gd name="connsiteY573" fmla="*/ 2149284 h 6858000"/>
              <a:gd name="connsiteX574" fmla="*/ 1908359 w 7467600"/>
              <a:gd name="connsiteY574" fmla="*/ 2364988 h 6858000"/>
              <a:gd name="connsiteX575" fmla="*/ 1647661 w 7467600"/>
              <a:gd name="connsiteY575" fmla="*/ 1825945 h 6858000"/>
              <a:gd name="connsiteX576" fmla="*/ 1423821 w 7467600"/>
              <a:gd name="connsiteY576" fmla="*/ 1351958 h 6858000"/>
              <a:gd name="connsiteX577" fmla="*/ 1431890 w 7467600"/>
              <a:gd name="connsiteY577" fmla="*/ 1306475 h 6858000"/>
              <a:gd name="connsiteX578" fmla="*/ 1507597 w 7467600"/>
              <a:gd name="connsiteY578" fmla="*/ 1446132 h 6858000"/>
              <a:gd name="connsiteX579" fmla="*/ 1674586 w 7467600"/>
              <a:gd name="connsiteY579" fmla="*/ 1813832 h 6858000"/>
              <a:gd name="connsiteX580" fmla="*/ 1815950 w 7467600"/>
              <a:gd name="connsiteY580" fmla="*/ 2128564 h 6858000"/>
              <a:gd name="connsiteX581" fmla="*/ 1984242 w 7467600"/>
              <a:gd name="connsiteY581" fmla="*/ 2430829 h 6858000"/>
              <a:gd name="connsiteX582" fmla="*/ 2014023 w 7467600"/>
              <a:gd name="connsiteY582" fmla="*/ 2450995 h 6858000"/>
              <a:gd name="connsiteX583" fmla="*/ 1747337 w 7467600"/>
              <a:gd name="connsiteY583" fmla="*/ 1855264 h 6858000"/>
              <a:gd name="connsiteX584" fmla="*/ 1533749 w 7467600"/>
              <a:gd name="connsiteY584" fmla="*/ 1478656 h 6858000"/>
              <a:gd name="connsiteX585" fmla="*/ 1431890 w 7467600"/>
              <a:gd name="connsiteY585" fmla="*/ 1306475 h 6858000"/>
              <a:gd name="connsiteX586" fmla="*/ 5052692 w 7467600"/>
              <a:gd name="connsiteY586" fmla="*/ 1292994 h 6858000"/>
              <a:gd name="connsiteX587" fmla="*/ 5200661 w 7467600"/>
              <a:gd name="connsiteY587" fmla="*/ 1635186 h 6858000"/>
              <a:gd name="connsiteX588" fmla="*/ 5297138 w 7467600"/>
              <a:gd name="connsiteY588" fmla="*/ 1906351 h 6858000"/>
              <a:gd name="connsiteX589" fmla="*/ 5052692 w 7467600"/>
              <a:gd name="connsiteY589" fmla="*/ 1292994 h 6858000"/>
              <a:gd name="connsiteX590" fmla="*/ 5009948 w 7467600"/>
              <a:gd name="connsiteY590" fmla="*/ 1273619 h 6858000"/>
              <a:gd name="connsiteX591" fmla="*/ 5121777 w 7467600"/>
              <a:gd name="connsiteY591" fmla="*/ 1654213 h 6858000"/>
              <a:gd name="connsiteX592" fmla="*/ 5293545 w 7467600"/>
              <a:gd name="connsiteY592" fmla="*/ 2072247 h 6858000"/>
              <a:gd name="connsiteX593" fmla="*/ 5294042 w 7467600"/>
              <a:gd name="connsiteY593" fmla="*/ 2065019 h 6858000"/>
              <a:gd name="connsiteX594" fmla="*/ 5171936 w 7467600"/>
              <a:gd name="connsiteY594" fmla="*/ 1647613 h 6858000"/>
              <a:gd name="connsiteX595" fmla="*/ 5009948 w 7467600"/>
              <a:gd name="connsiteY595" fmla="*/ 1273619 h 6858000"/>
              <a:gd name="connsiteX596" fmla="*/ 655236 w 7467600"/>
              <a:gd name="connsiteY596" fmla="*/ 1268632 h 6858000"/>
              <a:gd name="connsiteX597" fmla="*/ 839521 w 7467600"/>
              <a:gd name="connsiteY597" fmla="*/ 1685315 h 6858000"/>
              <a:gd name="connsiteX598" fmla="*/ 1109416 w 7467600"/>
              <a:gd name="connsiteY598" fmla="*/ 2061663 h 6858000"/>
              <a:gd name="connsiteX599" fmla="*/ 1298300 w 7467600"/>
              <a:gd name="connsiteY599" fmla="*/ 2247742 h 6858000"/>
              <a:gd name="connsiteX600" fmla="*/ 1125871 w 7467600"/>
              <a:gd name="connsiteY600" fmla="*/ 1989513 h 6858000"/>
              <a:gd name="connsiteX601" fmla="*/ 981574 w 7467600"/>
              <a:gd name="connsiteY601" fmla="*/ 1783157 h 6858000"/>
              <a:gd name="connsiteX602" fmla="*/ 922198 w 7467600"/>
              <a:gd name="connsiteY602" fmla="*/ 1677437 h 6858000"/>
              <a:gd name="connsiteX603" fmla="*/ 869293 w 7467600"/>
              <a:gd name="connsiteY603" fmla="*/ 1583214 h 6858000"/>
              <a:gd name="connsiteX604" fmla="*/ 751431 w 7467600"/>
              <a:gd name="connsiteY604" fmla="*/ 1405731 h 6858000"/>
              <a:gd name="connsiteX605" fmla="*/ 655236 w 7467600"/>
              <a:gd name="connsiteY605" fmla="*/ 1268632 h 6858000"/>
              <a:gd name="connsiteX606" fmla="*/ 6516292 w 7467600"/>
              <a:gd name="connsiteY606" fmla="*/ 1263064 h 6858000"/>
              <a:gd name="connsiteX607" fmla="*/ 5736320 w 7467600"/>
              <a:gd name="connsiteY607" fmla="*/ 1501803 h 6858000"/>
              <a:gd name="connsiteX608" fmla="*/ 6516292 w 7467600"/>
              <a:gd name="connsiteY608" fmla="*/ 1263064 h 6858000"/>
              <a:gd name="connsiteX609" fmla="*/ 291466 w 7467600"/>
              <a:gd name="connsiteY609" fmla="*/ 1250369 h 6858000"/>
              <a:gd name="connsiteX610" fmla="*/ 323180 w 7467600"/>
              <a:gd name="connsiteY610" fmla="*/ 1435283 h 6858000"/>
              <a:gd name="connsiteX611" fmla="*/ 349381 w 7467600"/>
              <a:gd name="connsiteY611" fmla="*/ 1875041 h 6858000"/>
              <a:gd name="connsiteX612" fmla="*/ 374363 w 7467600"/>
              <a:gd name="connsiteY612" fmla="*/ 1506494 h 6858000"/>
              <a:gd name="connsiteX613" fmla="*/ 302168 w 7467600"/>
              <a:gd name="connsiteY613" fmla="*/ 1274495 h 6858000"/>
              <a:gd name="connsiteX614" fmla="*/ 291466 w 7467600"/>
              <a:gd name="connsiteY614" fmla="*/ 1250369 h 6858000"/>
              <a:gd name="connsiteX615" fmla="*/ 678222 w 7467600"/>
              <a:gd name="connsiteY615" fmla="*/ 1248670 h 6858000"/>
              <a:gd name="connsiteX616" fmla="*/ 775536 w 7467600"/>
              <a:gd name="connsiteY616" fmla="*/ 1388015 h 6858000"/>
              <a:gd name="connsiteX617" fmla="*/ 894529 w 7467600"/>
              <a:gd name="connsiteY617" fmla="*/ 1567739 h 6858000"/>
              <a:gd name="connsiteX618" fmla="*/ 948000 w 7467600"/>
              <a:gd name="connsiteY618" fmla="*/ 1663088 h 6858000"/>
              <a:gd name="connsiteX619" fmla="*/ 1006812 w 7467600"/>
              <a:gd name="connsiteY619" fmla="*/ 1767683 h 6858000"/>
              <a:gd name="connsiteX620" fmla="*/ 1149133 w 7467600"/>
              <a:gd name="connsiteY620" fmla="*/ 1971513 h 6858000"/>
              <a:gd name="connsiteX621" fmla="*/ 1333952 w 7467600"/>
              <a:gd name="connsiteY621" fmla="*/ 2251620 h 6858000"/>
              <a:gd name="connsiteX622" fmla="*/ 1337329 w 7467600"/>
              <a:gd name="connsiteY622" fmla="*/ 2258350 h 6858000"/>
              <a:gd name="connsiteX623" fmla="*/ 1014726 w 7467600"/>
              <a:gd name="connsiteY623" fmla="*/ 1615556 h 6858000"/>
              <a:gd name="connsiteX624" fmla="*/ 678222 w 7467600"/>
              <a:gd name="connsiteY624" fmla="*/ 1248670 h 6858000"/>
              <a:gd name="connsiteX625" fmla="*/ 6691602 w 7467600"/>
              <a:gd name="connsiteY625" fmla="*/ 1140573 h 6858000"/>
              <a:gd name="connsiteX626" fmla="*/ 6571100 w 7467600"/>
              <a:gd name="connsiteY626" fmla="*/ 1183662 h 6858000"/>
              <a:gd name="connsiteX627" fmla="*/ 6241687 w 7467600"/>
              <a:gd name="connsiteY627" fmla="*/ 1257600 h 6858000"/>
              <a:gd name="connsiteX628" fmla="*/ 5693009 w 7467600"/>
              <a:gd name="connsiteY628" fmla="*/ 1478256 h 6858000"/>
              <a:gd name="connsiteX629" fmla="*/ 6548420 w 7467600"/>
              <a:gd name="connsiteY629" fmla="*/ 1214599 h 6858000"/>
              <a:gd name="connsiteX630" fmla="*/ 6605473 w 7467600"/>
              <a:gd name="connsiteY630" fmla="*/ 1184686 h 6858000"/>
              <a:gd name="connsiteX631" fmla="*/ 6691602 w 7467600"/>
              <a:gd name="connsiteY631" fmla="*/ 1140573 h 6858000"/>
              <a:gd name="connsiteX632" fmla="*/ 4002475 w 7467600"/>
              <a:gd name="connsiteY632" fmla="*/ 1037802 h 6858000"/>
              <a:gd name="connsiteX633" fmla="*/ 4000324 w 7467600"/>
              <a:gd name="connsiteY633" fmla="*/ 1039362 h 6858000"/>
              <a:gd name="connsiteX634" fmla="*/ 4002862 w 7467600"/>
              <a:gd name="connsiteY634" fmla="*/ 1042866 h 6858000"/>
              <a:gd name="connsiteX635" fmla="*/ 4002475 w 7467600"/>
              <a:gd name="connsiteY635" fmla="*/ 1037802 h 6858000"/>
              <a:gd name="connsiteX636" fmla="*/ 506322 w 7467600"/>
              <a:gd name="connsiteY636" fmla="*/ 1020997 h 6858000"/>
              <a:gd name="connsiteX637" fmla="*/ 533068 w 7467600"/>
              <a:gd name="connsiteY637" fmla="*/ 1029409 h 6858000"/>
              <a:gd name="connsiteX638" fmla="*/ 1232525 w 7467600"/>
              <a:gd name="connsiteY638" fmla="*/ 1804675 h 6858000"/>
              <a:gd name="connsiteX639" fmla="*/ 1388858 w 7467600"/>
              <a:gd name="connsiteY639" fmla="*/ 2368011 h 6858000"/>
              <a:gd name="connsiteX640" fmla="*/ 1384098 w 7467600"/>
              <a:gd name="connsiteY640" fmla="*/ 2378125 h 6858000"/>
              <a:gd name="connsiteX641" fmla="*/ 1425393 w 7467600"/>
              <a:gd name="connsiteY641" fmla="*/ 2589124 h 6858000"/>
              <a:gd name="connsiteX642" fmla="*/ 1424001 w 7467600"/>
              <a:gd name="connsiteY642" fmla="*/ 2597541 h 6858000"/>
              <a:gd name="connsiteX643" fmla="*/ 2152729 w 7467600"/>
              <a:gd name="connsiteY643" fmla="*/ 2864487 h 6858000"/>
              <a:gd name="connsiteX644" fmla="*/ 2020609 w 7467600"/>
              <a:gd name="connsiteY644" fmla="*/ 2539671 h 6858000"/>
              <a:gd name="connsiteX645" fmla="*/ 2018920 w 7467600"/>
              <a:gd name="connsiteY645" fmla="*/ 2536309 h 6858000"/>
              <a:gd name="connsiteX646" fmla="*/ 1342441 w 7467600"/>
              <a:gd name="connsiteY646" fmla="*/ 1173017 h 6858000"/>
              <a:gd name="connsiteX647" fmla="*/ 1367925 w 7467600"/>
              <a:gd name="connsiteY647" fmla="*/ 1135648 h 6858000"/>
              <a:gd name="connsiteX648" fmla="*/ 1771401 w 7467600"/>
              <a:gd name="connsiteY648" fmla="*/ 1806673 h 6858000"/>
              <a:gd name="connsiteX649" fmla="*/ 1972385 w 7467600"/>
              <a:gd name="connsiteY649" fmla="*/ 2198735 h 6858000"/>
              <a:gd name="connsiteX650" fmla="*/ 2040892 w 7467600"/>
              <a:gd name="connsiteY650" fmla="*/ 2405205 h 6858000"/>
              <a:gd name="connsiteX651" fmla="*/ 2131689 w 7467600"/>
              <a:gd name="connsiteY651" fmla="*/ 1936926 h 6858000"/>
              <a:gd name="connsiteX652" fmla="*/ 2454820 w 7467600"/>
              <a:gd name="connsiteY652" fmla="*/ 1248808 h 6858000"/>
              <a:gd name="connsiteX653" fmla="*/ 2492512 w 7467600"/>
              <a:gd name="connsiteY653" fmla="*/ 1302920 h 6858000"/>
              <a:gd name="connsiteX654" fmla="*/ 2081216 w 7467600"/>
              <a:gd name="connsiteY654" fmla="*/ 2527513 h 6858000"/>
              <a:gd name="connsiteX655" fmla="*/ 2081211 w 7467600"/>
              <a:gd name="connsiteY655" fmla="*/ 2528916 h 6858000"/>
              <a:gd name="connsiteX656" fmla="*/ 2199067 w 7467600"/>
              <a:gd name="connsiteY656" fmla="*/ 2884061 h 6858000"/>
              <a:gd name="connsiteX657" fmla="*/ 3192586 w 7467600"/>
              <a:gd name="connsiteY657" fmla="*/ 3411496 h 6858000"/>
              <a:gd name="connsiteX658" fmla="*/ 3182620 w 7467600"/>
              <a:gd name="connsiteY658" fmla="*/ 3483279 h 6858000"/>
              <a:gd name="connsiteX659" fmla="*/ 2435119 w 7467600"/>
              <a:gd name="connsiteY659" fmla="*/ 3080173 h 6858000"/>
              <a:gd name="connsiteX660" fmla="*/ 2410152 w 7467600"/>
              <a:gd name="connsiteY660" fmla="*/ 3063751 h 6858000"/>
              <a:gd name="connsiteX661" fmla="*/ 2408099 w 7467600"/>
              <a:gd name="connsiteY661" fmla="*/ 3064403 h 6858000"/>
              <a:gd name="connsiteX662" fmla="*/ 2407218 w 7467600"/>
              <a:gd name="connsiteY662" fmla="*/ 3070324 h 6858000"/>
              <a:gd name="connsiteX663" fmla="*/ 2380138 w 7467600"/>
              <a:gd name="connsiteY663" fmla="*/ 3099341 h 6858000"/>
              <a:gd name="connsiteX664" fmla="*/ 1765923 w 7467600"/>
              <a:gd name="connsiteY664" fmla="*/ 3581043 h 6858000"/>
              <a:gd name="connsiteX665" fmla="*/ 1702258 w 7467600"/>
              <a:gd name="connsiteY665" fmla="*/ 3612286 h 6858000"/>
              <a:gd name="connsiteX666" fmla="*/ 1538370 w 7467600"/>
              <a:gd name="connsiteY666" fmla="*/ 3811804 h 6858000"/>
              <a:gd name="connsiteX667" fmla="*/ 542867 w 7467600"/>
              <a:gd name="connsiteY667" fmla="*/ 4944092 h 6858000"/>
              <a:gd name="connsiteX668" fmla="*/ 515800 w 7467600"/>
              <a:gd name="connsiteY668" fmla="*/ 4862180 h 6858000"/>
              <a:gd name="connsiteX669" fmla="*/ 909145 w 7467600"/>
              <a:gd name="connsiteY669" fmla="*/ 4199225 h 6858000"/>
              <a:gd name="connsiteX670" fmla="*/ 1214067 w 7467600"/>
              <a:gd name="connsiteY670" fmla="*/ 3908561 h 6858000"/>
              <a:gd name="connsiteX671" fmla="*/ 640967 w 7467600"/>
              <a:gd name="connsiteY671" fmla="*/ 4105601 h 6858000"/>
              <a:gd name="connsiteX672" fmla="*/ 112563 w 7467600"/>
              <a:gd name="connsiteY672" fmla="*/ 4396952 h 6858000"/>
              <a:gd name="connsiteX673" fmla="*/ 0 w 7467600"/>
              <a:gd name="connsiteY673" fmla="*/ 4466006 h 6858000"/>
              <a:gd name="connsiteX674" fmla="*/ 0 w 7467600"/>
              <a:gd name="connsiteY674" fmla="*/ 4233763 h 6858000"/>
              <a:gd name="connsiteX675" fmla="*/ 36881 w 7467600"/>
              <a:gd name="connsiteY675" fmla="*/ 4200118 h 6858000"/>
              <a:gd name="connsiteX676" fmla="*/ 910534 w 7467600"/>
              <a:gd name="connsiteY676" fmla="*/ 3629753 h 6858000"/>
              <a:gd name="connsiteX677" fmla="*/ 1578717 w 7467600"/>
              <a:gd name="connsiteY677" fmla="*/ 3575982 h 6858000"/>
              <a:gd name="connsiteX678" fmla="*/ 2338780 w 7467600"/>
              <a:gd name="connsiteY678" fmla="*/ 3033725 h 6858000"/>
              <a:gd name="connsiteX679" fmla="*/ 1807991 w 7467600"/>
              <a:gd name="connsiteY679" fmla="*/ 2807184 h 6858000"/>
              <a:gd name="connsiteX680" fmla="*/ 1416358 w 7467600"/>
              <a:gd name="connsiteY680" fmla="*/ 3112571 h 6858000"/>
              <a:gd name="connsiteX681" fmla="*/ 939066 w 7467600"/>
              <a:gd name="connsiteY681" fmla="*/ 3378798 h 6858000"/>
              <a:gd name="connsiteX682" fmla="*/ 115099 w 7467600"/>
              <a:gd name="connsiteY682" fmla="*/ 3607650 h 6858000"/>
              <a:gd name="connsiteX683" fmla="*/ 97284 w 7467600"/>
              <a:gd name="connsiteY683" fmla="*/ 3520393 h 6858000"/>
              <a:gd name="connsiteX684" fmla="*/ 922050 w 7467600"/>
              <a:gd name="connsiteY684" fmla="*/ 3074867 h 6858000"/>
              <a:gd name="connsiteX685" fmla="*/ 1405265 w 7467600"/>
              <a:gd name="connsiteY685" fmla="*/ 3016319 h 6858000"/>
              <a:gd name="connsiteX686" fmla="*/ 1407512 w 7467600"/>
              <a:gd name="connsiteY686" fmla="*/ 3018001 h 6858000"/>
              <a:gd name="connsiteX687" fmla="*/ 1726266 w 7467600"/>
              <a:gd name="connsiteY687" fmla="*/ 2777274 h 6858000"/>
              <a:gd name="connsiteX688" fmla="*/ 625390 w 7467600"/>
              <a:gd name="connsiteY688" fmla="*/ 2514541 h 6858000"/>
              <a:gd name="connsiteX689" fmla="*/ 619799 w 7467600"/>
              <a:gd name="connsiteY689" fmla="*/ 2527180 h 6858000"/>
              <a:gd name="connsiteX690" fmla="*/ 310030 w 7467600"/>
              <a:gd name="connsiteY690" fmla="*/ 2771818 h 6858000"/>
              <a:gd name="connsiteX691" fmla="*/ 173877 w 7467600"/>
              <a:gd name="connsiteY691" fmla="*/ 2937056 h 6858000"/>
              <a:gd name="connsiteX692" fmla="*/ 77889 w 7467600"/>
              <a:gd name="connsiteY692" fmla="*/ 3138440 h 6858000"/>
              <a:gd name="connsiteX693" fmla="*/ 0 w 7467600"/>
              <a:gd name="connsiteY693" fmla="*/ 3271395 h 6858000"/>
              <a:gd name="connsiteX694" fmla="*/ 0 w 7467600"/>
              <a:gd name="connsiteY694" fmla="*/ 3153002 h 6858000"/>
              <a:gd name="connsiteX695" fmla="*/ 2386 w 7467600"/>
              <a:gd name="connsiteY695" fmla="*/ 3149203 h 6858000"/>
              <a:gd name="connsiteX696" fmla="*/ 89753 w 7467600"/>
              <a:gd name="connsiteY696" fmla="*/ 2987702 h 6858000"/>
              <a:gd name="connsiteX697" fmla="*/ 76869 w 7467600"/>
              <a:gd name="connsiteY697" fmla="*/ 3005404 h 6858000"/>
              <a:gd name="connsiteX698" fmla="*/ 32049 w 7467600"/>
              <a:gd name="connsiteY698" fmla="*/ 3065814 h 6858000"/>
              <a:gd name="connsiteX699" fmla="*/ 0 w 7467600"/>
              <a:gd name="connsiteY699" fmla="*/ 3108744 h 6858000"/>
              <a:gd name="connsiteX700" fmla="*/ 0 w 7467600"/>
              <a:gd name="connsiteY700" fmla="*/ 3058059 h 6858000"/>
              <a:gd name="connsiteX701" fmla="*/ 7610 w 7467600"/>
              <a:gd name="connsiteY701" fmla="*/ 3047889 h 6858000"/>
              <a:gd name="connsiteX702" fmla="*/ 52419 w 7467600"/>
              <a:gd name="connsiteY702" fmla="*/ 2987479 h 6858000"/>
              <a:gd name="connsiteX703" fmla="*/ 59142 w 7467600"/>
              <a:gd name="connsiteY703" fmla="*/ 2978488 h 6858000"/>
              <a:gd name="connsiteX704" fmla="*/ 0 w 7467600"/>
              <a:gd name="connsiteY704" fmla="*/ 3015334 h 6858000"/>
              <a:gd name="connsiteX705" fmla="*/ 0 w 7467600"/>
              <a:gd name="connsiteY705" fmla="*/ 2914286 h 6858000"/>
              <a:gd name="connsiteX706" fmla="*/ 36383 w 7467600"/>
              <a:gd name="connsiteY706" fmla="*/ 2901128 h 6858000"/>
              <a:gd name="connsiteX707" fmla="*/ 156329 w 7467600"/>
              <a:gd name="connsiteY707" fmla="*/ 2840533 h 6858000"/>
              <a:gd name="connsiteX708" fmla="*/ 358355 w 7467600"/>
              <a:gd name="connsiteY708" fmla="*/ 2620471 h 6858000"/>
              <a:gd name="connsiteX709" fmla="*/ 510577 w 7467600"/>
              <a:gd name="connsiteY709" fmla="*/ 2501244 h 6858000"/>
              <a:gd name="connsiteX710" fmla="*/ 211967 w 7467600"/>
              <a:gd name="connsiteY710" fmla="*/ 2479171 h 6858000"/>
              <a:gd name="connsiteX711" fmla="*/ 0 w 7467600"/>
              <a:gd name="connsiteY711" fmla="*/ 2476398 h 6858000"/>
              <a:gd name="connsiteX712" fmla="*/ 0 w 7467600"/>
              <a:gd name="connsiteY712" fmla="*/ 2389189 h 6858000"/>
              <a:gd name="connsiteX713" fmla="*/ 103062 w 7467600"/>
              <a:gd name="connsiteY713" fmla="*/ 2389518 h 6858000"/>
              <a:gd name="connsiteX714" fmla="*/ 510734 w 7467600"/>
              <a:gd name="connsiteY714" fmla="*/ 2416201 h 6858000"/>
              <a:gd name="connsiteX715" fmla="*/ 279257 w 7467600"/>
              <a:gd name="connsiteY715" fmla="*/ 2092102 h 6858000"/>
              <a:gd name="connsiteX716" fmla="*/ 65265 w 7467600"/>
              <a:gd name="connsiteY716" fmla="*/ 2006049 h 6858000"/>
              <a:gd name="connsiteX717" fmla="*/ 0 w 7467600"/>
              <a:gd name="connsiteY717" fmla="*/ 1982532 h 6858000"/>
              <a:gd name="connsiteX718" fmla="*/ 0 w 7467600"/>
              <a:gd name="connsiteY718" fmla="*/ 1912789 h 6858000"/>
              <a:gd name="connsiteX719" fmla="*/ 97460 w 7467600"/>
              <a:gd name="connsiteY719" fmla="*/ 1953725 h 6858000"/>
              <a:gd name="connsiteX720" fmla="*/ 221272 w 7467600"/>
              <a:gd name="connsiteY720" fmla="*/ 1980766 h 6858000"/>
              <a:gd name="connsiteX721" fmla="*/ 116765 w 7467600"/>
              <a:gd name="connsiteY721" fmla="*/ 1911033 h 6858000"/>
              <a:gd name="connsiteX722" fmla="*/ 16405 w 7467600"/>
              <a:gd name="connsiteY722" fmla="*/ 1803412 h 6858000"/>
              <a:gd name="connsiteX723" fmla="*/ 0 w 7467600"/>
              <a:gd name="connsiteY723" fmla="*/ 1784777 h 6858000"/>
              <a:gd name="connsiteX724" fmla="*/ 0 w 7467600"/>
              <a:gd name="connsiteY724" fmla="*/ 1740082 h 6858000"/>
              <a:gd name="connsiteX725" fmla="*/ 39394 w 7467600"/>
              <a:gd name="connsiteY725" fmla="*/ 1784856 h 6858000"/>
              <a:gd name="connsiteX726" fmla="*/ 135813 w 7467600"/>
              <a:gd name="connsiteY726" fmla="*/ 1888838 h 6858000"/>
              <a:gd name="connsiteX727" fmla="*/ 242575 w 7467600"/>
              <a:gd name="connsiteY727" fmla="*/ 1958841 h 6858000"/>
              <a:gd name="connsiteX728" fmla="*/ 82197 w 7467600"/>
              <a:gd name="connsiteY728" fmla="*/ 1754826 h 6858000"/>
              <a:gd name="connsiteX729" fmla="*/ 0 w 7467600"/>
              <a:gd name="connsiteY729" fmla="*/ 1679650 h 6858000"/>
              <a:gd name="connsiteX730" fmla="*/ 0 w 7467600"/>
              <a:gd name="connsiteY730" fmla="*/ 1602463 h 6858000"/>
              <a:gd name="connsiteX731" fmla="*/ 84689 w 7467600"/>
              <a:gd name="connsiteY731" fmla="*/ 1677442 h 6858000"/>
              <a:gd name="connsiteX732" fmla="*/ 298437 w 7467600"/>
              <a:gd name="connsiteY732" fmla="*/ 1968019 h 6858000"/>
              <a:gd name="connsiteX733" fmla="*/ 227269 w 7467600"/>
              <a:gd name="connsiteY733" fmla="*/ 1114064 h 6858000"/>
              <a:gd name="connsiteX734" fmla="*/ 248003 w 7467600"/>
              <a:gd name="connsiteY734" fmla="*/ 1089613 h 6858000"/>
              <a:gd name="connsiteX735" fmla="*/ 427020 w 7467600"/>
              <a:gd name="connsiteY735" fmla="*/ 1619803 h 6858000"/>
              <a:gd name="connsiteX736" fmla="*/ 340345 w 7467600"/>
              <a:gd name="connsiteY736" fmla="*/ 2027739 h 6858000"/>
              <a:gd name="connsiteX737" fmla="*/ 360865 w 7467600"/>
              <a:gd name="connsiteY737" fmla="*/ 2044827 h 6858000"/>
              <a:gd name="connsiteX738" fmla="*/ 560414 w 7467600"/>
              <a:gd name="connsiteY738" fmla="*/ 2421457 h 6858000"/>
              <a:gd name="connsiteX739" fmla="*/ 1359703 w 7467600"/>
              <a:gd name="connsiteY739" fmla="*/ 2578554 h 6858000"/>
              <a:gd name="connsiteX740" fmla="*/ 1359422 w 7467600"/>
              <a:gd name="connsiteY740" fmla="*/ 2577994 h 6858000"/>
              <a:gd name="connsiteX741" fmla="*/ 828701 w 7467600"/>
              <a:gd name="connsiteY741" fmla="*/ 1839520 h 6858000"/>
              <a:gd name="connsiteX742" fmla="*/ 494427 w 7467600"/>
              <a:gd name="connsiteY742" fmla="*/ 1092333 h 6858000"/>
              <a:gd name="connsiteX743" fmla="*/ 506322 w 7467600"/>
              <a:gd name="connsiteY743" fmla="*/ 1020997 h 6858000"/>
              <a:gd name="connsiteX744" fmla="*/ 4570198 w 7467600"/>
              <a:gd name="connsiteY744" fmla="*/ 978081 h 6858000"/>
              <a:gd name="connsiteX745" fmla="*/ 4523691 w 7467600"/>
              <a:gd name="connsiteY745" fmla="*/ 1127776 h 6858000"/>
              <a:gd name="connsiteX746" fmla="*/ 4509875 w 7467600"/>
              <a:gd name="connsiteY746" fmla="*/ 1167552 h 6858000"/>
              <a:gd name="connsiteX747" fmla="*/ 4478168 w 7467600"/>
              <a:gd name="connsiteY747" fmla="*/ 1260735 h 6858000"/>
              <a:gd name="connsiteX748" fmla="*/ 4409309 w 7467600"/>
              <a:gd name="connsiteY748" fmla="*/ 1666996 h 6858000"/>
              <a:gd name="connsiteX749" fmla="*/ 4370031 w 7467600"/>
              <a:gd name="connsiteY749" fmla="*/ 1955666 h 6858000"/>
              <a:gd name="connsiteX750" fmla="*/ 4570198 w 7467600"/>
              <a:gd name="connsiteY750" fmla="*/ 978081 h 6858000"/>
              <a:gd name="connsiteX751" fmla="*/ 4557898 w 7467600"/>
              <a:gd name="connsiteY751" fmla="*/ 900011 h 6858000"/>
              <a:gd name="connsiteX752" fmla="*/ 4344840 w 7467600"/>
              <a:gd name="connsiteY752" fmla="*/ 1922038 h 6858000"/>
              <a:gd name="connsiteX753" fmla="*/ 4378710 w 7467600"/>
              <a:gd name="connsiteY753" fmla="*/ 1665516 h 6858000"/>
              <a:gd name="connsiteX754" fmla="*/ 4448798 w 7467600"/>
              <a:gd name="connsiteY754" fmla="*/ 1253024 h 6858000"/>
              <a:gd name="connsiteX755" fmla="*/ 4480315 w 7467600"/>
              <a:gd name="connsiteY755" fmla="*/ 1158454 h 6858000"/>
              <a:gd name="connsiteX756" fmla="*/ 4494133 w 7467600"/>
              <a:gd name="connsiteY756" fmla="*/ 1118676 h 6858000"/>
              <a:gd name="connsiteX757" fmla="*/ 4557898 w 7467600"/>
              <a:gd name="connsiteY757" fmla="*/ 900011 h 6858000"/>
              <a:gd name="connsiteX758" fmla="*/ 5870151 w 7467600"/>
              <a:gd name="connsiteY758" fmla="*/ 898890 h 6858000"/>
              <a:gd name="connsiteX759" fmla="*/ 5861335 w 7467600"/>
              <a:gd name="connsiteY759" fmla="*/ 899177 h 6858000"/>
              <a:gd name="connsiteX760" fmla="*/ 5843702 w 7467600"/>
              <a:gd name="connsiteY760" fmla="*/ 899748 h 6858000"/>
              <a:gd name="connsiteX761" fmla="*/ 5651107 w 7467600"/>
              <a:gd name="connsiteY761" fmla="*/ 920306 h 6858000"/>
              <a:gd name="connsiteX762" fmla="*/ 5459407 w 7467600"/>
              <a:gd name="connsiteY762" fmla="*/ 940975 h 6858000"/>
              <a:gd name="connsiteX763" fmla="*/ 5374846 w 7467600"/>
              <a:gd name="connsiteY763" fmla="*/ 941988 h 6858000"/>
              <a:gd name="connsiteX764" fmla="*/ 5256105 w 7467600"/>
              <a:gd name="connsiteY764" fmla="*/ 945632 h 6858000"/>
              <a:gd name="connsiteX765" fmla="*/ 5107071 w 7467600"/>
              <a:gd name="connsiteY765" fmla="*/ 969720 h 6858000"/>
              <a:gd name="connsiteX766" fmla="*/ 4998681 w 7467600"/>
              <a:gd name="connsiteY766" fmla="*/ 988771 h 6858000"/>
              <a:gd name="connsiteX767" fmla="*/ 5870151 w 7467600"/>
              <a:gd name="connsiteY767" fmla="*/ 898890 h 6858000"/>
              <a:gd name="connsiteX768" fmla="*/ 5504425 w 7467600"/>
              <a:gd name="connsiteY768" fmla="*/ 848067 h 6858000"/>
              <a:gd name="connsiteX769" fmla="*/ 4968849 w 7467600"/>
              <a:gd name="connsiteY769" fmla="*/ 962318 h 6858000"/>
              <a:gd name="connsiteX770" fmla="*/ 5104039 w 7467600"/>
              <a:gd name="connsiteY770" fmla="*/ 940634 h 6858000"/>
              <a:gd name="connsiteX771" fmla="*/ 5256311 w 7467600"/>
              <a:gd name="connsiteY771" fmla="*/ 916490 h 6858000"/>
              <a:gd name="connsiteX772" fmla="*/ 5377381 w 7467600"/>
              <a:gd name="connsiteY772" fmla="*/ 912671 h 6858000"/>
              <a:gd name="connsiteX773" fmla="*/ 5460148 w 7467600"/>
              <a:gd name="connsiteY773" fmla="*/ 911442 h 6858000"/>
              <a:gd name="connsiteX774" fmla="*/ 5648971 w 7467600"/>
              <a:gd name="connsiteY774" fmla="*/ 891331 h 6858000"/>
              <a:gd name="connsiteX775" fmla="*/ 5844807 w 7467600"/>
              <a:gd name="connsiteY775" fmla="*/ 870718 h 6858000"/>
              <a:gd name="connsiteX776" fmla="*/ 5862975 w 7467600"/>
              <a:gd name="connsiteY776" fmla="*/ 869756 h 6858000"/>
              <a:gd name="connsiteX777" fmla="*/ 5920887 w 7467600"/>
              <a:gd name="connsiteY777" fmla="*/ 865929 h 6858000"/>
              <a:gd name="connsiteX778" fmla="*/ 5504425 w 7467600"/>
              <a:gd name="connsiteY778" fmla="*/ 848067 h 6858000"/>
              <a:gd name="connsiteX779" fmla="*/ 3607114 w 7467600"/>
              <a:gd name="connsiteY779" fmla="*/ 467441 h 6858000"/>
              <a:gd name="connsiteX780" fmla="*/ 3296242 w 7467600"/>
              <a:gd name="connsiteY780" fmla="*/ 807991 h 6858000"/>
              <a:gd name="connsiteX781" fmla="*/ 3174674 w 7467600"/>
              <a:gd name="connsiteY781" fmla="*/ 919759 h 6858000"/>
              <a:gd name="connsiteX782" fmla="*/ 3042978 w 7467600"/>
              <a:gd name="connsiteY782" fmla="*/ 1054894 h 6858000"/>
              <a:gd name="connsiteX783" fmla="*/ 2968914 w 7467600"/>
              <a:gd name="connsiteY783" fmla="*/ 1133756 h 6858000"/>
              <a:gd name="connsiteX784" fmla="*/ 3103823 w 7467600"/>
              <a:gd name="connsiteY784" fmla="*/ 1026814 h 6858000"/>
              <a:gd name="connsiteX785" fmla="*/ 3607114 w 7467600"/>
              <a:gd name="connsiteY785" fmla="*/ 467441 h 6858000"/>
              <a:gd name="connsiteX786" fmla="*/ 3744487 w 7467600"/>
              <a:gd name="connsiteY786" fmla="*/ 383136 h 6858000"/>
              <a:gd name="connsiteX787" fmla="*/ 3970213 w 7467600"/>
              <a:gd name="connsiteY787" fmla="*/ 995559 h 6858000"/>
              <a:gd name="connsiteX788" fmla="*/ 3744487 w 7467600"/>
              <a:gd name="connsiteY788" fmla="*/ 383136 h 6858000"/>
              <a:gd name="connsiteX789" fmla="*/ 3624562 w 7467600"/>
              <a:gd name="connsiteY789" fmla="*/ 367041 h 6858000"/>
              <a:gd name="connsiteX790" fmla="*/ 3489712 w 7467600"/>
              <a:gd name="connsiteY790" fmla="*/ 485386 h 6858000"/>
              <a:gd name="connsiteX791" fmla="*/ 3182994 w 7467600"/>
              <a:gd name="connsiteY791" fmla="*/ 828265 h 6858000"/>
              <a:gd name="connsiteX792" fmla="*/ 2892114 w 7467600"/>
              <a:gd name="connsiteY792" fmla="*/ 1172635 h 6858000"/>
              <a:gd name="connsiteX793" fmla="*/ 3021459 w 7467600"/>
              <a:gd name="connsiteY793" fmla="*/ 1035385 h 6858000"/>
              <a:gd name="connsiteX794" fmla="*/ 3153873 w 7467600"/>
              <a:gd name="connsiteY794" fmla="*/ 898971 h 6858000"/>
              <a:gd name="connsiteX795" fmla="*/ 3276511 w 7467600"/>
              <a:gd name="connsiteY795" fmla="*/ 786423 h 6858000"/>
              <a:gd name="connsiteX796" fmla="*/ 3584154 w 7467600"/>
              <a:gd name="connsiteY796" fmla="*/ 448218 h 6858000"/>
              <a:gd name="connsiteX797" fmla="*/ 3624562 w 7467600"/>
              <a:gd name="connsiteY797" fmla="*/ 367041 h 6858000"/>
              <a:gd name="connsiteX798" fmla="*/ 3766672 w 7467600"/>
              <a:gd name="connsiteY798" fmla="*/ 359429 h 6858000"/>
              <a:gd name="connsiteX799" fmla="*/ 3996338 w 7467600"/>
              <a:gd name="connsiteY799" fmla="*/ 968237 h 6858000"/>
              <a:gd name="connsiteX800" fmla="*/ 3766672 w 7467600"/>
              <a:gd name="connsiteY800" fmla="*/ 359429 h 6858000"/>
              <a:gd name="connsiteX801" fmla="*/ 5805386 w 7467600"/>
              <a:gd name="connsiteY801" fmla="*/ 239240 h 6858000"/>
              <a:gd name="connsiteX802" fmla="*/ 5736947 w 7467600"/>
              <a:gd name="connsiteY802" fmla="*/ 261367 h 6858000"/>
              <a:gd name="connsiteX803" fmla="*/ 5427012 w 7467600"/>
              <a:gd name="connsiteY803" fmla="*/ 311272 h 6858000"/>
              <a:gd name="connsiteX804" fmla="*/ 5147818 w 7467600"/>
              <a:gd name="connsiteY804" fmla="*/ 322112 h 6858000"/>
              <a:gd name="connsiteX805" fmla="*/ 5060854 w 7467600"/>
              <a:gd name="connsiteY805" fmla="*/ 311882 h 6858000"/>
              <a:gd name="connsiteX806" fmla="*/ 4945989 w 7467600"/>
              <a:gd name="connsiteY806" fmla="*/ 300516 h 6858000"/>
              <a:gd name="connsiteX807" fmla="*/ 5410479 w 7467600"/>
              <a:gd name="connsiteY807" fmla="*/ 348434 h 6858000"/>
              <a:gd name="connsiteX808" fmla="*/ 5805386 w 7467600"/>
              <a:gd name="connsiteY808" fmla="*/ 239240 h 6858000"/>
              <a:gd name="connsiteX809" fmla="*/ 5905192 w 7467600"/>
              <a:gd name="connsiteY809" fmla="*/ 163079 h 6858000"/>
              <a:gd name="connsiteX810" fmla="*/ 5865655 w 7467600"/>
              <a:gd name="connsiteY810" fmla="*/ 171901 h 6858000"/>
              <a:gd name="connsiteX811" fmla="*/ 5259740 w 7467600"/>
              <a:gd name="connsiteY811" fmla="*/ 257013 h 6858000"/>
              <a:gd name="connsiteX812" fmla="*/ 5208466 w 7467600"/>
              <a:gd name="connsiteY812" fmla="*/ 257550 h 6858000"/>
              <a:gd name="connsiteX813" fmla="*/ 4980204 w 7467600"/>
              <a:gd name="connsiteY813" fmla="*/ 271903 h 6858000"/>
              <a:gd name="connsiteX814" fmla="*/ 5068068 w 7467600"/>
              <a:gd name="connsiteY814" fmla="*/ 282244 h 6858000"/>
              <a:gd name="connsiteX815" fmla="*/ 5153231 w 7467600"/>
              <a:gd name="connsiteY815" fmla="*/ 292240 h 6858000"/>
              <a:gd name="connsiteX816" fmla="*/ 5426491 w 7467600"/>
              <a:gd name="connsiteY816" fmla="*/ 281128 h 6858000"/>
              <a:gd name="connsiteX817" fmla="*/ 5731212 w 7467600"/>
              <a:gd name="connsiteY817" fmla="*/ 231951 h 6858000"/>
              <a:gd name="connsiteX818" fmla="*/ 5905192 w 7467600"/>
              <a:gd name="connsiteY818" fmla="*/ 163079 h 6858000"/>
              <a:gd name="connsiteX819" fmla="*/ 5944437 w 7467600"/>
              <a:gd name="connsiteY819" fmla="*/ 113829 h 6858000"/>
              <a:gd name="connsiteX820" fmla="*/ 5825032 w 7467600"/>
              <a:gd name="connsiteY820" fmla="*/ 146405 h 6858000"/>
              <a:gd name="connsiteX821" fmla="*/ 4955599 w 7467600"/>
              <a:gd name="connsiteY821" fmla="*/ 247008 h 6858000"/>
              <a:gd name="connsiteX822" fmla="*/ 5210104 w 7467600"/>
              <a:gd name="connsiteY822" fmla="*/ 228123 h 6858000"/>
              <a:gd name="connsiteX823" fmla="*/ 5261015 w 7467600"/>
              <a:gd name="connsiteY823" fmla="*/ 227087 h 6858000"/>
              <a:gd name="connsiteX824" fmla="*/ 5861181 w 7467600"/>
              <a:gd name="connsiteY824" fmla="*/ 143093 h 6858000"/>
              <a:gd name="connsiteX825" fmla="*/ 5961252 w 7467600"/>
              <a:gd name="connsiteY825" fmla="*/ 114820 h 6858000"/>
              <a:gd name="connsiteX826" fmla="*/ 5944437 w 7467600"/>
              <a:gd name="connsiteY826" fmla="*/ 113829 h 6858000"/>
              <a:gd name="connsiteX827" fmla="*/ 3882765 w 7467600"/>
              <a:gd name="connsiteY827" fmla="*/ 0 h 6858000"/>
              <a:gd name="connsiteX828" fmla="*/ 3995099 w 7467600"/>
              <a:gd name="connsiteY828" fmla="*/ 0 h 6858000"/>
              <a:gd name="connsiteX829" fmla="*/ 4163818 w 7467600"/>
              <a:gd name="connsiteY829" fmla="*/ 234104 h 6858000"/>
              <a:gd name="connsiteX830" fmla="*/ 4172099 w 7467600"/>
              <a:gd name="connsiteY830" fmla="*/ 234207 h 6858000"/>
              <a:gd name="connsiteX831" fmla="*/ 4784282 w 7467600"/>
              <a:gd name="connsiteY831" fmla="*/ 276561 h 6858000"/>
              <a:gd name="connsiteX832" fmla="*/ 4801687 w 7467600"/>
              <a:gd name="connsiteY832" fmla="*/ 267764 h 6858000"/>
              <a:gd name="connsiteX833" fmla="*/ 6082788 w 7467600"/>
              <a:gd name="connsiteY833" fmla="*/ 64119 h 6858000"/>
              <a:gd name="connsiteX834" fmla="*/ 6099442 w 7467600"/>
              <a:gd name="connsiteY834" fmla="*/ 82568 h 6858000"/>
              <a:gd name="connsiteX835" fmla="*/ 4804137 w 7467600"/>
              <a:gd name="connsiteY835" fmla="*/ 320931 h 6858000"/>
              <a:gd name="connsiteX836" fmla="*/ 4227047 w 7467600"/>
              <a:gd name="connsiteY836" fmla="*/ 313415 h 6858000"/>
              <a:gd name="connsiteX837" fmla="*/ 4346041 w 7467600"/>
              <a:gd name="connsiteY837" fmla="*/ 456086 h 6858000"/>
              <a:gd name="connsiteX838" fmla="*/ 4870967 w 7467600"/>
              <a:gd name="connsiteY838" fmla="*/ 963061 h 6858000"/>
              <a:gd name="connsiteX839" fmla="*/ 4889647 w 7467600"/>
              <a:gd name="connsiteY839" fmla="*/ 957147 h 6858000"/>
              <a:gd name="connsiteX840" fmla="*/ 5422504 w 7467600"/>
              <a:gd name="connsiteY840" fmla="*/ 805191 h 6858000"/>
              <a:gd name="connsiteX841" fmla="*/ 6087656 w 7467600"/>
              <a:gd name="connsiteY841" fmla="*/ 826703 h 6858000"/>
              <a:gd name="connsiteX842" fmla="*/ 6058717 w 7467600"/>
              <a:gd name="connsiteY842" fmla="*/ 865992 h 6858000"/>
              <a:gd name="connsiteX843" fmla="*/ 4974153 w 7467600"/>
              <a:gd name="connsiteY843" fmla="*/ 1045456 h 6858000"/>
              <a:gd name="connsiteX844" fmla="*/ 5627835 w 7467600"/>
              <a:gd name="connsiteY844" fmla="*/ 1472077 h 6858000"/>
              <a:gd name="connsiteX845" fmla="*/ 5629817 w 7467600"/>
              <a:gd name="connsiteY845" fmla="*/ 1471412 h 6858000"/>
              <a:gd name="connsiteX846" fmla="*/ 5634124 w 7467600"/>
              <a:gd name="connsiteY846" fmla="*/ 1470572 h 6858000"/>
              <a:gd name="connsiteX847" fmla="*/ 5755832 w 7467600"/>
              <a:gd name="connsiteY847" fmla="*/ 1383886 h 6858000"/>
              <a:gd name="connsiteX848" fmla="*/ 6014186 w 7467600"/>
              <a:gd name="connsiteY848" fmla="*/ 1279799 h 6858000"/>
              <a:gd name="connsiteX849" fmla="*/ 6901619 w 7467600"/>
              <a:gd name="connsiteY849" fmla="*/ 1047874 h 6858000"/>
              <a:gd name="connsiteX850" fmla="*/ 6931566 w 7467600"/>
              <a:gd name="connsiteY850" fmla="*/ 1062034 h 6858000"/>
              <a:gd name="connsiteX851" fmla="*/ 5790982 w 7467600"/>
              <a:gd name="connsiteY851" fmla="*/ 1561380 h 6858000"/>
              <a:gd name="connsiteX852" fmla="*/ 6188971 w 7467600"/>
              <a:gd name="connsiteY852" fmla="*/ 1755168 h 6858000"/>
              <a:gd name="connsiteX853" fmla="*/ 6202446 w 7467600"/>
              <a:gd name="connsiteY853" fmla="*/ 1752268 h 6858000"/>
              <a:gd name="connsiteX854" fmla="*/ 7179560 w 7467600"/>
              <a:gd name="connsiteY854" fmla="*/ 1467551 h 6858000"/>
              <a:gd name="connsiteX855" fmla="*/ 7158730 w 7467600"/>
              <a:gd name="connsiteY855" fmla="*/ 1507835 h 6858000"/>
              <a:gd name="connsiteX856" fmla="*/ 6326959 w 7467600"/>
              <a:gd name="connsiteY856" fmla="*/ 1817686 h 6858000"/>
              <a:gd name="connsiteX857" fmla="*/ 6537433 w 7467600"/>
              <a:gd name="connsiteY857" fmla="*/ 1907790 h 6858000"/>
              <a:gd name="connsiteX858" fmla="*/ 6550221 w 7467600"/>
              <a:gd name="connsiteY858" fmla="*/ 1910729 h 6858000"/>
              <a:gd name="connsiteX859" fmla="*/ 6964438 w 7467600"/>
              <a:gd name="connsiteY859" fmla="*/ 2209505 h 6858000"/>
              <a:gd name="connsiteX860" fmla="*/ 7367862 w 7467600"/>
              <a:gd name="connsiteY860" fmla="*/ 2806833 h 6858000"/>
              <a:gd name="connsiteX861" fmla="*/ 7364329 w 7467600"/>
              <a:gd name="connsiteY861" fmla="*/ 2826907 h 6858000"/>
              <a:gd name="connsiteX862" fmla="*/ 7290545 w 7467600"/>
              <a:gd name="connsiteY862" fmla="*/ 2850663 h 6858000"/>
              <a:gd name="connsiteX863" fmla="*/ 6472036 w 7467600"/>
              <a:gd name="connsiteY863" fmla="*/ 1959003 h 6858000"/>
              <a:gd name="connsiteX864" fmla="*/ 5792897 w 7467600"/>
              <a:gd name="connsiteY864" fmla="*/ 1647747 h 6858000"/>
              <a:gd name="connsiteX865" fmla="*/ 5842751 w 7467600"/>
              <a:gd name="connsiteY865" fmla="*/ 1816112 h 6858000"/>
              <a:gd name="connsiteX866" fmla="*/ 5847424 w 7467600"/>
              <a:gd name="connsiteY866" fmla="*/ 1815776 h 6858000"/>
              <a:gd name="connsiteX867" fmla="*/ 6399821 w 7467600"/>
              <a:gd name="connsiteY867" fmla="*/ 2344799 h 6858000"/>
              <a:gd name="connsiteX868" fmla="*/ 6323232 w 7467600"/>
              <a:gd name="connsiteY868" fmla="*/ 2389634 h 6858000"/>
              <a:gd name="connsiteX869" fmla="*/ 5942958 w 7467600"/>
              <a:gd name="connsiteY869" fmla="*/ 2077708 h 6858000"/>
              <a:gd name="connsiteX870" fmla="*/ 5921559 w 7467600"/>
              <a:gd name="connsiteY870" fmla="*/ 2378596 h 6858000"/>
              <a:gd name="connsiteX871" fmla="*/ 5817651 w 7467600"/>
              <a:gd name="connsiteY871" fmla="*/ 3023919 h 6858000"/>
              <a:gd name="connsiteX872" fmla="*/ 5729634 w 7467600"/>
              <a:gd name="connsiteY872" fmla="*/ 3051849 h 6858000"/>
              <a:gd name="connsiteX873" fmla="*/ 5611018 w 7467600"/>
              <a:gd name="connsiteY873" fmla="*/ 2316769 h 6858000"/>
              <a:gd name="connsiteX874" fmla="*/ 5687608 w 7467600"/>
              <a:gd name="connsiteY874" fmla="*/ 2039972 h 6858000"/>
              <a:gd name="connsiteX875" fmla="*/ 5657554 w 7467600"/>
              <a:gd name="connsiteY875" fmla="*/ 1576445 h 6858000"/>
              <a:gd name="connsiteX876" fmla="*/ 5150475 w 7467600"/>
              <a:gd name="connsiteY876" fmla="*/ 1274012 h 6858000"/>
              <a:gd name="connsiteX877" fmla="*/ 5349142 w 7467600"/>
              <a:gd name="connsiteY877" fmla="*/ 2204405 h 6858000"/>
              <a:gd name="connsiteX878" fmla="*/ 5262214 w 7467600"/>
              <a:gd name="connsiteY878" fmla="*/ 2233836 h 6858000"/>
              <a:gd name="connsiteX879" fmla="*/ 4981539 w 7467600"/>
              <a:gd name="connsiteY879" fmla="*/ 1542201 h 6858000"/>
              <a:gd name="connsiteX880" fmla="*/ 4958461 w 7467600"/>
              <a:gd name="connsiteY880" fmla="*/ 1136957 h 6858000"/>
              <a:gd name="connsiteX881" fmla="*/ 4655015 w 7467600"/>
              <a:gd name="connsiteY881" fmla="*/ 891426 h 6858000"/>
              <a:gd name="connsiteX882" fmla="*/ 4348002 w 7467600"/>
              <a:gd name="connsiteY882" fmla="*/ 2205895 h 6858000"/>
              <a:gd name="connsiteX883" fmla="*/ 4262250 w 7467600"/>
              <a:gd name="connsiteY883" fmla="*/ 2219972 h 6858000"/>
              <a:gd name="connsiteX884" fmla="*/ 4550611 w 7467600"/>
              <a:gd name="connsiteY884" fmla="*/ 817540 h 6858000"/>
              <a:gd name="connsiteX885" fmla="*/ 4564418 w 7467600"/>
              <a:gd name="connsiteY885" fmla="*/ 808293 h 6858000"/>
              <a:gd name="connsiteX886" fmla="*/ 4266388 w 7467600"/>
              <a:gd name="connsiteY886" fmla="*/ 500083 h 6858000"/>
              <a:gd name="connsiteX887" fmla="*/ 4032842 w 7467600"/>
              <a:gd name="connsiteY887" fmla="*/ 211809 h 6858000"/>
              <a:gd name="connsiteX888" fmla="*/ 3882765 w 7467600"/>
              <a:gd name="connsiteY888" fmla="*/ 0 h 6858000"/>
              <a:gd name="connsiteX889" fmla="*/ 3721337 w 7467600"/>
              <a:gd name="connsiteY889" fmla="*/ 0 h 6858000"/>
              <a:gd name="connsiteX890" fmla="*/ 3797544 w 7467600"/>
              <a:gd name="connsiteY890" fmla="*/ 0 h 6858000"/>
              <a:gd name="connsiteX891" fmla="*/ 3775734 w 7467600"/>
              <a:gd name="connsiteY891" fmla="*/ 95131 h 6858000"/>
              <a:gd name="connsiteX892" fmla="*/ 3724807 w 7467600"/>
              <a:gd name="connsiteY892" fmla="*/ 272257 h 6858000"/>
              <a:gd name="connsiteX893" fmla="*/ 3726844 w 7467600"/>
              <a:gd name="connsiteY893" fmla="*/ 282988 h 6858000"/>
              <a:gd name="connsiteX894" fmla="*/ 3742664 w 7467600"/>
              <a:gd name="connsiteY894" fmla="*/ 279918 h 6858000"/>
              <a:gd name="connsiteX895" fmla="*/ 4103910 w 7467600"/>
              <a:gd name="connsiteY895" fmla="*/ 1161917 h 6858000"/>
              <a:gd name="connsiteX896" fmla="*/ 4020269 w 7467600"/>
              <a:gd name="connsiteY896" fmla="*/ 1200406 h 6858000"/>
              <a:gd name="connsiteX897" fmla="*/ 3674882 w 7467600"/>
              <a:gd name="connsiteY897" fmla="*/ 488524 h 6858000"/>
              <a:gd name="connsiteX898" fmla="*/ 3132682 w 7467600"/>
              <a:gd name="connsiteY898" fmla="*/ 1072284 h 6858000"/>
              <a:gd name="connsiteX899" fmla="*/ 2716346 w 7467600"/>
              <a:gd name="connsiteY899" fmla="*/ 1276376 h 6858000"/>
              <a:gd name="connsiteX900" fmla="*/ 2716772 w 7467600"/>
              <a:gd name="connsiteY900" fmla="*/ 1255462 h 6858000"/>
              <a:gd name="connsiteX901" fmla="*/ 3471096 w 7467600"/>
              <a:gd name="connsiteY901" fmla="*/ 437072 h 6858000"/>
              <a:gd name="connsiteX902" fmla="*/ 3639057 w 7467600"/>
              <a:gd name="connsiteY902" fmla="*/ 286334 h 6858000"/>
              <a:gd name="connsiteX903" fmla="*/ 3640309 w 7467600"/>
              <a:gd name="connsiteY903" fmla="*/ 284664 h 6858000"/>
              <a:gd name="connsiteX904" fmla="*/ 3646022 w 7467600"/>
              <a:gd name="connsiteY904" fmla="*/ 276711 h 6858000"/>
              <a:gd name="connsiteX905" fmla="*/ 3707943 w 7467600"/>
              <a:gd name="connsiteY905" fmla="*/ 65958 h 6858000"/>
              <a:gd name="connsiteX906" fmla="*/ 3721337 w 7467600"/>
              <a:gd name="connsiteY906" fmla="*/ 0 h 6858000"/>
              <a:gd name="connsiteX907" fmla="*/ 2867960 w 7467600"/>
              <a:gd name="connsiteY907" fmla="*/ 0 h 6858000"/>
              <a:gd name="connsiteX908" fmla="*/ 2926351 w 7467600"/>
              <a:gd name="connsiteY908" fmla="*/ 0 h 6858000"/>
              <a:gd name="connsiteX909" fmla="*/ 2902823 w 7467600"/>
              <a:gd name="connsiteY909" fmla="*/ 262929 h 6858000"/>
              <a:gd name="connsiteX910" fmla="*/ 2940663 w 7467600"/>
              <a:gd name="connsiteY910" fmla="*/ 140884 h 6858000"/>
              <a:gd name="connsiteX911" fmla="*/ 2947039 w 7467600"/>
              <a:gd name="connsiteY911" fmla="*/ 122524 h 6858000"/>
              <a:gd name="connsiteX912" fmla="*/ 2984316 w 7467600"/>
              <a:gd name="connsiteY912" fmla="*/ 0 h 6858000"/>
              <a:gd name="connsiteX913" fmla="*/ 3016114 w 7467600"/>
              <a:gd name="connsiteY913" fmla="*/ 0 h 6858000"/>
              <a:gd name="connsiteX914" fmla="*/ 2979949 w 7467600"/>
              <a:gd name="connsiteY914" fmla="*/ 119274 h 6858000"/>
              <a:gd name="connsiteX915" fmla="*/ 3023879 w 7467600"/>
              <a:gd name="connsiteY915" fmla="*/ 0 h 6858000"/>
              <a:gd name="connsiteX916" fmla="*/ 3105400 w 7467600"/>
              <a:gd name="connsiteY916" fmla="*/ 0 h 6858000"/>
              <a:gd name="connsiteX917" fmla="*/ 3094669 w 7467600"/>
              <a:gd name="connsiteY917" fmla="*/ 30308 h 6858000"/>
              <a:gd name="connsiteX918" fmla="*/ 2901945 w 7467600"/>
              <a:gd name="connsiteY918" fmla="*/ 466538 h 6858000"/>
              <a:gd name="connsiteX919" fmla="*/ 2815209 w 7467600"/>
              <a:gd name="connsiteY919" fmla="*/ 497361 h 6858000"/>
              <a:gd name="connsiteX920" fmla="*/ 2844845 w 7467600"/>
              <a:gd name="connsiteY920" fmla="*/ 127638 h 6858000"/>
              <a:gd name="connsiteX921" fmla="*/ 2867960 w 7467600"/>
              <a:gd name="connsiteY921" fmla="*/ 0 h 6858000"/>
              <a:gd name="connsiteX922" fmla="*/ 1057230 w 7467600"/>
              <a:gd name="connsiteY922" fmla="*/ 0 h 6858000"/>
              <a:gd name="connsiteX923" fmla="*/ 1111003 w 7467600"/>
              <a:gd name="connsiteY923" fmla="*/ 0 h 6858000"/>
              <a:gd name="connsiteX924" fmla="*/ 1125553 w 7467600"/>
              <a:gd name="connsiteY924" fmla="*/ 52588 h 6858000"/>
              <a:gd name="connsiteX925" fmla="*/ 1304276 w 7467600"/>
              <a:gd name="connsiteY925" fmla="*/ 476275 h 6858000"/>
              <a:gd name="connsiteX926" fmla="*/ 1492066 w 7467600"/>
              <a:gd name="connsiteY926" fmla="*/ 886333 h 6858000"/>
              <a:gd name="connsiteX927" fmla="*/ 1423698 w 7467600"/>
              <a:gd name="connsiteY927" fmla="*/ 710817 h 6858000"/>
              <a:gd name="connsiteX928" fmla="*/ 1357609 w 7467600"/>
              <a:gd name="connsiteY928" fmla="*/ 532892 h 6858000"/>
              <a:gd name="connsiteX929" fmla="*/ 1309550 w 7467600"/>
              <a:gd name="connsiteY929" fmla="*/ 374031 h 6858000"/>
              <a:gd name="connsiteX930" fmla="*/ 1193673 w 7467600"/>
              <a:gd name="connsiteY930" fmla="*/ 49533 h 6858000"/>
              <a:gd name="connsiteX931" fmla="*/ 1164391 w 7467600"/>
              <a:gd name="connsiteY931" fmla="*/ 0 h 6858000"/>
              <a:gd name="connsiteX932" fmla="*/ 1200666 w 7467600"/>
              <a:gd name="connsiteY932" fmla="*/ 0 h 6858000"/>
              <a:gd name="connsiteX933" fmla="*/ 1223408 w 7467600"/>
              <a:gd name="connsiteY933" fmla="*/ 38996 h 6858000"/>
              <a:gd name="connsiteX934" fmla="*/ 1339635 w 7467600"/>
              <a:gd name="connsiteY934" fmla="*/ 365517 h 6858000"/>
              <a:gd name="connsiteX935" fmla="*/ 1387469 w 7467600"/>
              <a:gd name="connsiteY935" fmla="*/ 523079 h 6858000"/>
              <a:gd name="connsiteX936" fmla="*/ 1452685 w 7467600"/>
              <a:gd name="connsiteY936" fmla="*/ 699806 h 6858000"/>
              <a:gd name="connsiteX937" fmla="*/ 1492092 w 7467600"/>
              <a:gd name="connsiteY937" fmla="*/ 800424 h 6858000"/>
              <a:gd name="connsiteX938" fmla="*/ 1455302 w 7467600"/>
              <a:gd name="connsiteY938" fmla="*/ 632913 h 6858000"/>
              <a:gd name="connsiteX939" fmla="*/ 1222336 w 7467600"/>
              <a:gd name="connsiteY939" fmla="*/ 9480 h 6858000"/>
              <a:gd name="connsiteX940" fmla="*/ 1214634 w 7467600"/>
              <a:gd name="connsiteY940" fmla="*/ 0 h 6858000"/>
              <a:gd name="connsiteX941" fmla="*/ 1289827 w 7467600"/>
              <a:gd name="connsiteY941" fmla="*/ 0 h 6858000"/>
              <a:gd name="connsiteX942" fmla="*/ 1321076 w 7467600"/>
              <a:gd name="connsiteY942" fmla="*/ 59722 h 6858000"/>
              <a:gd name="connsiteX943" fmla="*/ 1512579 w 7467600"/>
              <a:gd name="connsiteY943" fmla="*/ 626441 h 6858000"/>
              <a:gd name="connsiteX944" fmla="*/ 1506076 w 7467600"/>
              <a:gd name="connsiteY944" fmla="*/ 1089289 h 6858000"/>
              <a:gd name="connsiteX945" fmla="*/ 1486346 w 7467600"/>
              <a:gd name="connsiteY945" fmla="*/ 1079919 h 6858000"/>
              <a:gd name="connsiteX946" fmla="*/ 1070511 w 7467600"/>
              <a:gd name="connsiteY946" fmla="*/ 48609 h 6858000"/>
              <a:gd name="connsiteX947" fmla="*/ 1057230 w 7467600"/>
              <a:gd name="connsiteY947" fmla="*/ 0 h 6858000"/>
              <a:gd name="connsiteX948" fmla="*/ 43151 w 7467600"/>
              <a:gd name="connsiteY948" fmla="*/ 0 h 6858000"/>
              <a:gd name="connsiteX949" fmla="*/ 95283 w 7467600"/>
              <a:gd name="connsiteY949" fmla="*/ 0 h 6858000"/>
              <a:gd name="connsiteX950" fmla="*/ 300708 w 7467600"/>
              <a:gd name="connsiteY950" fmla="*/ 154571 h 6858000"/>
              <a:gd name="connsiteX951" fmla="*/ 530414 w 7467600"/>
              <a:gd name="connsiteY951" fmla="*/ 354673 h 6858000"/>
              <a:gd name="connsiteX952" fmla="*/ 333785 w 7467600"/>
              <a:gd name="connsiteY952" fmla="*/ 161564 h 6858000"/>
              <a:gd name="connsiteX953" fmla="*/ 147005 w 7467600"/>
              <a:gd name="connsiteY953" fmla="*/ 0 h 6858000"/>
              <a:gd name="connsiteX954" fmla="*/ 272509 w 7467600"/>
              <a:gd name="connsiteY954" fmla="*/ 0 h 6858000"/>
              <a:gd name="connsiteX955" fmla="*/ 326276 w 7467600"/>
              <a:gd name="connsiteY955" fmla="*/ 45847 h 6858000"/>
              <a:gd name="connsiteX956" fmla="*/ 823759 w 7467600"/>
              <a:gd name="connsiteY956" fmla="*/ 574145 h 6858000"/>
              <a:gd name="connsiteX957" fmla="*/ 811254 w 7467600"/>
              <a:gd name="connsiteY957" fmla="*/ 665546 h 6858000"/>
              <a:gd name="connsiteX958" fmla="*/ 154042 w 7467600"/>
              <a:gd name="connsiteY958" fmla="*/ 261522 h 6858000"/>
              <a:gd name="connsiteX959" fmla="*/ 13550 w 7467600"/>
              <a:gd name="connsiteY959" fmla="*/ 158423 h 6858000"/>
              <a:gd name="connsiteX960" fmla="*/ 0 w 7467600"/>
              <a:gd name="connsiteY960" fmla="*/ 146618 h 6858000"/>
              <a:gd name="connsiteX961" fmla="*/ 0 w 7467600"/>
              <a:gd name="connsiteY961" fmla="*/ 59161 h 6858000"/>
              <a:gd name="connsiteX962" fmla="*/ 45427 w 7467600"/>
              <a:gd name="connsiteY962" fmla="*/ 101078 h 6858000"/>
              <a:gd name="connsiteX963" fmla="*/ 630103 w 7467600"/>
              <a:gd name="connsiteY963" fmla="*/ 485885 h 6858000"/>
              <a:gd name="connsiteX964" fmla="*/ 532040 w 7467600"/>
              <a:gd name="connsiteY964" fmla="*/ 399359 h 6858000"/>
              <a:gd name="connsiteX965" fmla="*/ 517618 w 7467600"/>
              <a:gd name="connsiteY965" fmla="*/ 385726 h 6858000"/>
              <a:gd name="connsiteX966" fmla="*/ 285074 w 7467600"/>
              <a:gd name="connsiteY966" fmla="*/ 182755 h 6858000"/>
              <a:gd name="connsiteX967" fmla="*/ 43151 w 7467600"/>
              <a:gd name="connsiteY967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7454976 w 7467600"/>
              <a:gd name="connsiteY74" fmla="*/ 6318297 h 6858000"/>
              <a:gd name="connsiteX75" fmla="*/ 7379510 w 7467600"/>
              <a:gd name="connsiteY75" fmla="*/ 5755454 h 6858000"/>
              <a:gd name="connsiteX76" fmla="*/ 7467600 w 7467600"/>
              <a:gd name="connsiteY76" fmla="*/ 5845526 h 6858000"/>
              <a:gd name="connsiteX77" fmla="*/ 7467600 w 7467600"/>
              <a:gd name="connsiteY77" fmla="*/ 6012219 h 6858000"/>
              <a:gd name="connsiteX78" fmla="*/ 7356878 w 7467600"/>
              <a:gd name="connsiteY78" fmla="*/ 5981332 h 6858000"/>
              <a:gd name="connsiteX79" fmla="*/ 7467600 w 7467600"/>
              <a:gd name="connsiteY79" fmla="*/ 6117703 h 6858000"/>
              <a:gd name="connsiteX80" fmla="*/ 7467600 w 7467600"/>
              <a:gd name="connsiteY80" fmla="*/ 6163634 h 6858000"/>
              <a:gd name="connsiteX81" fmla="*/ 7403637 w 7467600"/>
              <a:gd name="connsiteY81" fmla="*/ 6083957 h 6858000"/>
              <a:gd name="connsiteX82" fmla="*/ 7254615 w 7467600"/>
              <a:gd name="connsiteY82" fmla="*/ 5911918 h 6858000"/>
              <a:gd name="connsiteX83" fmla="*/ 7312589 w 7467600"/>
              <a:gd name="connsiteY83" fmla="*/ 5982309 h 6858000"/>
              <a:gd name="connsiteX84" fmla="*/ 7448321 w 7467600"/>
              <a:gd name="connsiteY84" fmla="*/ 6190991 h 6858000"/>
              <a:gd name="connsiteX85" fmla="*/ 7467600 w 7467600"/>
              <a:gd name="connsiteY85" fmla="*/ 6221686 h 6858000"/>
              <a:gd name="connsiteX86" fmla="*/ 7467600 w 7467600"/>
              <a:gd name="connsiteY86" fmla="*/ 6334256 h 6858000"/>
              <a:gd name="connsiteX87" fmla="*/ 7454976 w 7467600"/>
              <a:gd name="connsiteY87" fmla="*/ 6318297 h 6858000"/>
              <a:gd name="connsiteX88" fmla="*/ 1456157 w 7467600"/>
              <a:gd name="connsiteY88" fmla="*/ 5371404 h 6858000"/>
              <a:gd name="connsiteX89" fmla="*/ 1244432 w 7467600"/>
              <a:gd name="connsiteY89" fmla="*/ 5385601 h 6858000"/>
              <a:gd name="connsiteX90" fmla="*/ 973990 w 7467600"/>
              <a:gd name="connsiteY90" fmla="*/ 5424940 h 6858000"/>
              <a:gd name="connsiteX91" fmla="*/ 1103809 w 7467600"/>
              <a:gd name="connsiteY91" fmla="*/ 5433720 h 6858000"/>
              <a:gd name="connsiteX92" fmla="*/ 1123454 w 7467600"/>
              <a:gd name="connsiteY92" fmla="*/ 5435727 h 6858000"/>
              <a:gd name="connsiteX93" fmla="*/ 1737017 w 7467600"/>
              <a:gd name="connsiteY93" fmla="*/ 5452183 h 6858000"/>
              <a:gd name="connsiteX94" fmla="*/ 1824397 w 7467600"/>
              <a:gd name="connsiteY94" fmla="*/ 5447757 h 6858000"/>
              <a:gd name="connsiteX95" fmla="*/ 2070059 w 7467600"/>
              <a:gd name="connsiteY95" fmla="*/ 5441660 h 6858000"/>
              <a:gd name="connsiteX96" fmla="*/ 1456157 w 7467600"/>
              <a:gd name="connsiteY96" fmla="*/ 5371404 h 6858000"/>
              <a:gd name="connsiteX97" fmla="*/ 4988186 w 7467600"/>
              <a:gd name="connsiteY97" fmla="*/ 5216467 h 6858000"/>
              <a:gd name="connsiteX98" fmla="*/ 4777334 w 7467600"/>
              <a:gd name="connsiteY98" fmla="*/ 5406072 h 6858000"/>
              <a:gd name="connsiteX99" fmla="*/ 4718341 w 7467600"/>
              <a:gd name="connsiteY99" fmla="*/ 5468043 h 6858000"/>
              <a:gd name="connsiteX100" fmla="*/ 4604655 w 7467600"/>
              <a:gd name="connsiteY100" fmla="*/ 5583434 h 6858000"/>
              <a:gd name="connsiteX101" fmla="*/ 4565074 w 7467600"/>
              <a:gd name="connsiteY101" fmla="*/ 5618550 h 6858000"/>
              <a:gd name="connsiteX102" fmla="*/ 4988186 w 7467600"/>
              <a:gd name="connsiteY102" fmla="*/ 5216467 h 6858000"/>
              <a:gd name="connsiteX103" fmla="*/ 4978032 w 7467600"/>
              <a:gd name="connsiteY103" fmla="*/ 5183809 h 6858000"/>
              <a:gd name="connsiteX104" fmla="*/ 4463413 w 7467600"/>
              <a:gd name="connsiteY104" fmla="*/ 5615162 h 6858000"/>
              <a:gd name="connsiteX105" fmla="*/ 4358134 w 7467600"/>
              <a:gd name="connsiteY105" fmla="*/ 5742791 h 6858000"/>
              <a:gd name="connsiteX106" fmla="*/ 4376219 w 7467600"/>
              <a:gd name="connsiteY106" fmla="*/ 5729027 h 6858000"/>
              <a:gd name="connsiteX107" fmla="*/ 4582340 w 7467600"/>
              <a:gd name="connsiteY107" fmla="*/ 5561037 h 6858000"/>
              <a:gd name="connsiteX108" fmla="*/ 4694684 w 7467600"/>
              <a:gd name="connsiteY108" fmla="*/ 5447098 h 6858000"/>
              <a:gd name="connsiteX109" fmla="*/ 4754123 w 7467600"/>
              <a:gd name="connsiteY109" fmla="*/ 5384643 h 6858000"/>
              <a:gd name="connsiteX110" fmla="*/ 4978032 w 7467600"/>
              <a:gd name="connsiteY110" fmla="*/ 5183809 h 6858000"/>
              <a:gd name="connsiteX111" fmla="*/ 1903353 w 7467600"/>
              <a:gd name="connsiteY111" fmla="*/ 5044827 h 6858000"/>
              <a:gd name="connsiteX112" fmla="*/ 1936931 w 7467600"/>
              <a:gd name="connsiteY112" fmla="*/ 5093954 h 6858000"/>
              <a:gd name="connsiteX113" fmla="*/ 2195868 w 7467600"/>
              <a:gd name="connsiteY113" fmla="*/ 5396574 h 6858000"/>
              <a:gd name="connsiteX114" fmla="*/ 2088852 w 7467600"/>
              <a:gd name="connsiteY114" fmla="*/ 5166123 h 6858000"/>
              <a:gd name="connsiteX115" fmla="*/ 1958241 w 7467600"/>
              <a:gd name="connsiteY115" fmla="*/ 5067955 h 6858000"/>
              <a:gd name="connsiteX116" fmla="*/ 1903353 w 7467600"/>
              <a:gd name="connsiteY116" fmla="*/ 5044827 h 6858000"/>
              <a:gd name="connsiteX117" fmla="*/ 1979378 w 7467600"/>
              <a:gd name="connsiteY117" fmla="*/ 4769504 h 6858000"/>
              <a:gd name="connsiteX118" fmla="*/ 2882120 w 7467600"/>
              <a:gd name="connsiteY118" fmla="*/ 5064547 h 6858000"/>
              <a:gd name="connsiteX119" fmla="*/ 2793103 w 7467600"/>
              <a:gd name="connsiteY119" fmla="*/ 5039699 h 6858000"/>
              <a:gd name="connsiteX120" fmla="*/ 2770041 w 7467600"/>
              <a:gd name="connsiteY120" fmla="*/ 5033634 h 6858000"/>
              <a:gd name="connsiteX121" fmla="*/ 1979378 w 7467600"/>
              <a:gd name="connsiteY121" fmla="*/ 4769504 h 6858000"/>
              <a:gd name="connsiteX122" fmla="*/ 1927410 w 7467600"/>
              <a:gd name="connsiteY122" fmla="*/ 4716164 h 6858000"/>
              <a:gd name="connsiteX123" fmla="*/ 1959587 w 7467600"/>
              <a:gd name="connsiteY123" fmla="*/ 4728849 h 6858000"/>
              <a:gd name="connsiteX124" fmla="*/ 2777707 w 7467600"/>
              <a:gd name="connsiteY124" fmla="*/ 5003991 h 6858000"/>
              <a:gd name="connsiteX125" fmla="*/ 2800768 w 7467600"/>
              <a:gd name="connsiteY125" fmla="*/ 5010056 h 6858000"/>
              <a:gd name="connsiteX126" fmla="*/ 2879408 w 7467600"/>
              <a:gd name="connsiteY126" fmla="*/ 5031590 h 6858000"/>
              <a:gd name="connsiteX127" fmla="*/ 2862295 w 7467600"/>
              <a:gd name="connsiteY127" fmla="*/ 5022958 h 6858000"/>
              <a:gd name="connsiteX128" fmla="*/ 2813343 w 7467600"/>
              <a:gd name="connsiteY128" fmla="*/ 4998369 h 6858000"/>
              <a:gd name="connsiteX129" fmla="*/ 2646245 w 7467600"/>
              <a:gd name="connsiteY129" fmla="*/ 4930999 h 6858000"/>
              <a:gd name="connsiteX130" fmla="*/ 1999243 w 7467600"/>
              <a:gd name="connsiteY130" fmla="*/ 4730524 h 6858000"/>
              <a:gd name="connsiteX131" fmla="*/ 1979527 w 7467600"/>
              <a:gd name="connsiteY131" fmla="*/ 4726651 h 6858000"/>
              <a:gd name="connsiteX132" fmla="*/ 1927410 w 7467600"/>
              <a:gd name="connsiteY132" fmla="*/ 4716164 h 6858000"/>
              <a:gd name="connsiteX133" fmla="*/ 1997014 w 7467600"/>
              <a:gd name="connsiteY133" fmla="*/ 4698007 h 6858000"/>
              <a:gd name="connsiteX134" fmla="*/ 2005458 w 7467600"/>
              <a:gd name="connsiteY134" fmla="*/ 4699540 h 6858000"/>
              <a:gd name="connsiteX135" fmla="*/ 2657186 w 7467600"/>
              <a:gd name="connsiteY135" fmla="*/ 4901687 h 6858000"/>
              <a:gd name="connsiteX136" fmla="*/ 2826662 w 7467600"/>
              <a:gd name="connsiteY136" fmla="*/ 4970362 h 6858000"/>
              <a:gd name="connsiteX137" fmla="*/ 2876100 w 7467600"/>
              <a:gd name="connsiteY137" fmla="*/ 4995397 h 6858000"/>
              <a:gd name="connsiteX138" fmla="*/ 3042600 w 7467600"/>
              <a:gd name="connsiteY138" fmla="*/ 5059532 h 6858000"/>
              <a:gd name="connsiteX139" fmla="*/ 1997014 w 7467600"/>
              <a:gd name="connsiteY139" fmla="*/ 4698007 h 6858000"/>
              <a:gd name="connsiteX140" fmla="*/ 2305292 w 7467600"/>
              <a:gd name="connsiteY140" fmla="*/ 4219492 h 6858000"/>
              <a:gd name="connsiteX141" fmla="*/ 3360922 w 7467600"/>
              <a:gd name="connsiteY141" fmla="*/ 4529373 h 6858000"/>
              <a:gd name="connsiteX142" fmla="*/ 3492420 w 7467600"/>
              <a:gd name="connsiteY142" fmla="*/ 4510145 h 6858000"/>
              <a:gd name="connsiteX143" fmla="*/ 3364086 w 7467600"/>
              <a:gd name="connsiteY143" fmla="*/ 4480340 h 6858000"/>
              <a:gd name="connsiteX144" fmla="*/ 3225818 w 7467600"/>
              <a:gd name="connsiteY144" fmla="*/ 4411822 h 6858000"/>
              <a:gd name="connsiteX145" fmla="*/ 3129696 w 7467600"/>
              <a:gd name="connsiteY145" fmla="*/ 4360704 h 6858000"/>
              <a:gd name="connsiteX146" fmla="*/ 2814545 w 7467600"/>
              <a:gd name="connsiteY146" fmla="*/ 4282955 h 6858000"/>
              <a:gd name="connsiteX147" fmla="*/ 2305292 w 7467600"/>
              <a:gd name="connsiteY147" fmla="*/ 4219492 h 6858000"/>
              <a:gd name="connsiteX148" fmla="*/ 2626982 w 7467600"/>
              <a:gd name="connsiteY148" fmla="*/ 4206450 h 6858000"/>
              <a:gd name="connsiteX149" fmla="*/ 2490617 w 7467600"/>
              <a:gd name="connsiteY149" fmla="*/ 4206951 h 6858000"/>
              <a:gd name="connsiteX150" fmla="*/ 2819869 w 7467600"/>
              <a:gd name="connsiteY150" fmla="*/ 4252936 h 6858000"/>
              <a:gd name="connsiteX151" fmla="*/ 3143018 w 7467600"/>
              <a:gd name="connsiteY151" fmla="*/ 4332698 h 6858000"/>
              <a:gd name="connsiteX152" fmla="*/ 3241520 w 7467600"/>
              <a:gd name="connsiteY152" fmla="*/ 4385112 h 6858000"/>
              <a:gd name="connsiteX153" fmla="*/ 3374575 w 7467600"/>
              <a:gd name="connsiteY153" fmla="*/ 4451517 h 6858000"/>
              <a:gd name="connsiteX154" fmla="*/ 3505221 w 7467600"/>
              <a:gd name="connsiteY154" fmla="*/ 4480757 h 6858000"/>
              <a:gd name="connsiteX155" fmla="*/ 2626982 w 7467600"/>
              <a:gd name="connsiteY155" fmla="*/ 4206450 h 6858000"/>
              <a:gd name="connsiteX156" fmla="*/ 1310106 w 7467600"/>
              <a:gd name="connsiteY156" fmla="*/ 3943217 h 6858000"/>
              <a:gd name="connsiteX157" fmla="*/ 854994 w 7467600"/>
              <a:gd name="connsiteY157" fmla="*/ 4399136 h 6858000"/>
              <a:gd name="connsiteX158" fmla="*/ 742462 w 7467600"/>
              <a:gd name="connsiteY158" fmla="*/ 4594648 h 6858000"/>
              <a:gd name="connsiteX159" fmla="*/ 820602 w 7467600"/>
              <a:gd name="connsiteY159" fmla="*/ 4485915 h 6858000"/>
              <a:gd name="connsiteX160" fmla="*/ 878295 w 7467600"/>
              <a:gd name="connsiteY160" fmla="*/ 4403594 h 6858000"/>
              <a:gd name="connsiteX161" fmla="*/ 1240607 w 7467600"/>
              <a:gd name="connsiteY161" fmla="*/ 4010401 h 6858000"/>
              <a:gd name="connsiteX162" fmla="*/ 1310106 w 7467600"/>
              <a:gd name="connsiteY162" fmla="*/ 3943217 h 6858000"/>
              <a:gd name="connsiteX163" fmla="*/ 1423113 w 7467600"/>
              <a:gd name="connsiteY163" fmla="*/ 3874565 h 6858000"/>
              <a:gd name="connsiteX164" fmla="*/ 1260565 w 7467600"/>
              <a:gd name="connsiteY164" fmla="*/ 4031982 h 6858000"/>
              <a:gd name="connsiteX165" fmla="*/ 901900 w 7467600"/>
              <a:gd name="connsiteY165" fmla="*/ 4421236 h 6858000"/>
              <a:gd name="connsiteX166" fmla="*/ 845044 w 7467600"/>
              <a:gd name="connsiteY166" fmla="*/ 4502436 h 6858000"/>
              <a:gd name="connsiteX167" fmla="*/ 685926 w 7467600"/>
              <a:gd name="connsiteY167" fmla="*/ 4703069 h 6858000"/>
              <a:gd name="connsiteX168" fmla="*/ 684248 w 7467600"/>
              <a:gd name="connsiteY168" fmla="*/ 4706721 h 6858000"/>
              <a:gd name="connsiteX169" fmla="*/ 1423113 w 7467600"/>
              <a:gd name="connsiteY169" fmla="*/ 3874565 h 6858000"/>
              <a:gd name="connsiteX170" fmla="*/ 3316479 w 7467600"/>
              <a:gd name="connsiteY170" fmla="*/ 3872136 h 6858000"/>
              <a:gd name="connsiteX171" fmla="*/ 3546806 w 7467600"/>
              <a:gd name="connsiteY171" fmla="*/ 4356139 h 6858000"/>
              <a:gd name="connsiteX172" fmla="*/ 3364433 w 7467600"/>
              <a:gd name="connsiteY172" fmla="*/ 3953121 h 6858000"/>
              <a:gd name="connsiteX173" fmla="*/ 3316479 w 7467600"/>
              <a:gd name="connsiteY173" fmla="*/ 3872136 h 6858000"/>
              <a:gd name="connsiteX174" fmla="*/ 3291335 w 7467600"/>
              <a:gd name="connsiteY174" fmla="*/ 3767420 h 6858000"/>
              <a:gd name="connsiteX175" fmla="*/ 3390805 w 7467600"/>
              <a:gd name="connsiteY175" fmla="*/ 3937163 h 6858000"/>
              <a:gd name="connsiteX176" fmla="*/ 3579062 w 7467600"/>
              <a:gd name="connsiteY176" fmla="*/ 4359040 h 6858000"/>
              <a:gd name="connsiteX177" fmla="*/ 3467355 w 7467600"/>
              <a:gd name="connsiteY177" fmla="*/ 3988130 h 6858000"/>
              <a:gd name="connsiteX178" fmla="*/ 3310753 w 7467600"/>
              <a:gd name="connsiteY178" fmla="*/ 3787140 h 6858000"/>
              <a:gd name="connsiteX179" fmla="*/ 3291335 w 7467600"/>
              <a:gd name="connsiteY179" fmla="*/ 3767420 h 6858000"/>
              <a:gd name="connsiteX180" fmla="*/ 1635889 w 7467600"/>
              <a:gd name="connsiteY180" fmla="*/ 3709494 h 6858000"/>
              <a:gd name="connsiteX181" fmla="*/ 1634800 w 7467600"/>
              <a:gd name="connsiteY181" fmla="*/ 3731111 h 6858000"/>
              <a:gd name="connsiteX182" fmla="*/ 1635889 w 7467600"/>
              <a:gd name="connsiteY182" fmla="*/ 3709494 h 6858000"/>
              <a:gd name="connsiteX183" fmla="*/ 1510397 w 7467600"/>
              <a:gd name="connsiteY183" fmla="*/ 3684705 h 6858000"/>
              <a:gd name="connsiteX184" fmla="*/ 1146550 w 7467600"/>
              <a:gd name="connsiteY184" fmla="*/ 3802012 h 6858000"/>
              <a:gd name="connsiteX185" fmla="*/ 698834 w 7467600"/>
              <a:gd name="connsiteY185" fmla="*/ 3952272 h 6858000"/>
              <a:gd name="connsiteX186" fmla="*/ 34256 w 7467600"/>
              <a:gd name="connsiteY186" fmla="*/ 4347603 h 6858000"/>
              <a:gd name="connsiteX187" fmla="*/ 527241 w 7467600"/>
              <a:gd name="connsiteY187" fmla="*/ 4065078 h 6858000"/>
              <a:gd name="connsiteX188" fmla="*/ 1510397 w 7467600"/>
              <a:gd name="connsiteY188" fmla="*/ 3684705 h 6858000"/>
              <a:gd name="connsiteX189" fmla="*/ 1313114 w 7467600"/>
              <a:gd name="connsiteY189" fmla="*/ 3655216 h 6858000"/>
              <a:gd name="connsiteX190" fmla="*/ 1109304 w 7467600"/>
              <a:gd name="connsiteY190" fmla="*/ 3669030 h 6858000"/>
              <a:gd name="connsiteX191" fmla="*/ 8129 w 7467600"/>
              <a:gd name="connsiteY191" fmla="*/ 4330519 h 6858000"/>
              <a:gd name="connsiteX192" fmla="*/ 687572 w 7467600"/>
              <a:gd name="connsiteY192" fmla="*/ 3925629 h 6858000"/>
              <a:gd name="connsiteX193" fmla="*/ 1138365 w 7467600"/>
              <a:gd name="connsiteY193" fmla="*/ 3774515 h 6858000"/>
              <a:gd name="connsiteX194" fmla="*/ 1505579 w 7467600"/>
              <a:gd name="connsiteY194" fmla="*/ 3655526 h 6858000"/>
              <a:gd name="connsiteX195" fmla="*/ 1313114 w 7467600"/>
              <a:gd name="connsiteY195" fmla="*/ 3655216 h 6858000"/>
              <a:gd name="connsiteX196" fmla="*/ 3655073 w 7467600"/>
              <a:gd name="connsiteY196" fmla="*/ 3650884 h 6858000"/>
              <a:gd name="connsiteX197" fmla="*/ 3989938 w 7467600"/>
              <a:gd name="connsiteY197" fmla="*/ 3991685 h 6858000"/>
              <a:gd name="connsiteX198" fmla="*/ 4393907 w 7467600"/>
              <a:gd name="connsiteY198" fmla="*/ 4261258 h 6858000"/>
              <a:gd name="connsiteX199" fmla="*/ 4648051 w 7467600"/>
              <a:gd name="connsiteY199" fmla="*/ 4374051 h 6858000"/>
              <a:gd name="connsiteX200" fmla="*/ 4383389 w 7467600"/>
              <a:gd name="connsiteY200" fmla="*/ 4184369 h 6858000"/>
              <a:gd name="connsiteX201" fmla="*/ 4165508 w 7467600"/>
              <a:gd name="connsiteY201" fmla="*/ 4035196 h 6858000"/>
              <a:gd name="connsiteX202" fmla="*/ 4068162 w 7467600"/>
              <a:gd name="connsiteY202" fmla="*/ 3953394 h 6858000"/>
              <a:gd name="connsiteX203" fmla="*/ 3981416 w 7467600"/>
              <a:gd name="connsiteY203" fmla="*/ 3880482 h 6858000"/>
              <a:gd name="connsiteX204" fmla="*/ 3800147 w 7467600"/>
              <a:gd name="connsiteY204" fmla="*/ 3749872 h 6858000"/>
              <a:gd name="connsiteX205" fmla="*/ 3655073 w 7467600"/>
              <a:gd name="connsiteY205" fmla="*/ 3650884 h 6858000"/>
              <a:gd name="connsiteX206" fmla="*/ 3670252 w 7467600"/>
              <a:gd name="connsiteY206" fmla="*/ 3622798 h 6858000"/>
              <a:gd name="connsiteX207" fmla="*/ 3817258 w 7467600"/>
              <a:gd name="connsiteY207" fmla="*/ 3723577 h 6858000"/>
              <a:gd name="connsiteX208" fmla="*/ 4000461 w 7467600"/>
              <a:gd name="connsiteY208" fmla="*/ 3855966 h 6858000"/>
              <a:gd name="connsiteX209" fmla="*/ 4088180 w 7467600"/>
              <a:gd name="connsiteY209" fmla="*/ 3929774 h 6858000"/>
              <a:gd name="connsiteX210" fmla="*/ 4184555 w 7467600"/>
              <a:gd name="connsiteY210" fmla="*/ 4010683 h 6858000"/>
              <a:gd name="connsiteX211" fmla="*/ 4399563 w 7467600"/>
              <a:gd name="connsiteY211" fmla="*/ 4158106 h 6858000"/>
              <a:gd name="connsiteX212" fmla="*/ 4684469 w 7467600"/>
              <a:gd name="connsiteY212" fmla="*/ 4364680 h 6858000"/>
              <a:gd name="connsiteX213" fmla="*/ 4690271 w 7467600"/>
              <a:gd name="connsiteY213" fmla="*/ 4370034 h 6858000"/>
              <a:gd name="connsiteX214" fmla="*/ 4136093 w 7467600"/>
              <a:gd name="connsiteY214" fmla="*/ 3858466 h 6858000"/>
              <a:gd name="connsiteX215" fmla="*/ 3670252 w 7467600"/>
              <a:gd name="connsiteY215" fmla="*/ 3622798 h 6858000"/>
              <a:gd name="connsiteX216" fmla="*/ 4440129 w 7467600"/>
              <a:gd name="connsiteY216" fmla="*/ 3448571 h 6858000"/>
              <a:gd name="connsiteX217" fmla="*/ 4856525 w 7467600"/>
              <a:gd name="connsiteY217" fmla="*/ 3915351 h 6858000"/>
              <a:gd name="connsiteX218" fmla="*/ 5059055 w 7467600"/>
              <a:gd name="connsiteY218" fmla="*/ 4108918 h 6858000"/>
              <a:gd name="connsiteX219" fmla="*/ 5290070 w 7467600"/>
              <a:gd name="connsiteY219" fmla="*/ 4263619 h 6858000"/>
              <a:gd name="connsiteX220" fmla="*/ 4834991 w 7467600"/>
              <a:gd name="connsiteY220" fmla="*/ 3830985 h 6858000"/>
              <a:gd name="connsiteX221" fmla="*/ 4440129 w 7467600"/>
              <a:gd name="connsiteY221" fmla="*/ 3448571 h 6858000"/>
              <a:gd name="connsiteX222" fmla="*/ 4441737 w 7467600"/>
              <a:gd name="connsiteY222" fmla="*/ 3399734 h 6858000"/>
              <a:gd name="connsiteX223" fmla="*/ 4431236 w 7467600"/>
              <a:gd name="connsiteY223" fmla="*/ 3400954 h 6858000"/>
              <a:gd name="connsiteX224" fmla="*/ 4557150 w 7467600"/>
              <a:gd name="connsiteY224" fmla="*/ 3510023 h 6858000"/>
              <a:gd name="connsiteX225" fmla="*/ 4856936 w 7467600"/>
              <a:gd name="connsiteY225" fmla="*/ 3809146 h 6858000"/>
              <a:gd name="connsiteX226" fmla="*/ 5111996 w 7467600"/>
              <a:gd name="connsiteY226" fmla="*/ 4065759 h 6858000"/>
              <a:gd name="connsiteX227" fmla="*/ 5388878 w 7467600"/>
              <a:gd name="connsiteY227" fmla="*/ 4300185 h 6858000"/>
              <a:gd name="connsiteX228" fmla="*/ 5425556 w 7467600"/>
              <a:gd name="connsiteY228" fmla="*/ 4308967 h 6858000"/>
              <a:gd name="connsiteX229" fmla="*/ 4943646 w 7467600"/>
              <a:gd name="connsiteY229" fmla="*/ 3822916 h 6858000"/>
              <a:gd name="connsiteX230" fmla="*/ 4594837 w 7467600"/>
              <a:gd name="connsiteY230" fmla="*/ 3532274 h 6858000"/>
              <a:gd name="connsiteX231" fmla="*/ 4441737 w 7467600"/>
              <a:gd name="connsiteY231" fmla="*/ 3399734 h 6858000"/>
              <a:gd name="connsiteX232" fmla="*/ 5425834 w 7467600"/>
              <a:gd name="connsiteY232" fmla="*/ 3162785 h 6858000"/>
              <a:gd name="connsiteX233" fmla="*/ 5401644 w 7467600"/>
              <a:gd name="connsiteY233" fmla="*/ 3617847 h 6858000"/>
              <a:gd name="connsiteX234" fmla="*/ 5467256 w 7467600"/>
              <a:gd name="connsiteY234" fmla="*/ 4175494 h 6858000"/>
              <a:gd name="connsiteX235" fmla="*/ 5448069 w 7467600"/>
              <a:gd name="connsiteY235" fmla="*/ 3567554 h 6858000"/>
              <a:gd name="connsiteX236" fmla="*/ 5425834 w 7467600"/>
              <a:gd name="connsiteY236" fmla="*/ 3162785 h 6858000"/>
              <a:gd name="connsiteX237" fmla="*/ 1318687 w 7467600"/>
              <a:gd name="connsiteY237" fmla="*/ 3113840 h 6858000"/>
              <a:gd name="connsiteX238" fmla="*/ 1066793 w 7467600"/>
              <a:gd name="connsiteY238" fmla="*/ 3212171 h 6858000"/>
              <a:gd name="connsiteX239" fmla="*/ 993319 w 7467600"/>
              <a:gd name="connsiteY239" fmla="*/ 3247648 h 6858000"/>
              <a:gd name="connsiteX240" fmla="*/ 853081 w 7467600"/>
              <a:gd name="connsiteY240" fmla="*/ 3312410 h 6858000"/>
              <a:gd name="connsiteX241" fmla="*/ 805957 w 7467600"/>
              <a:gd name="connsiteY241" fmla="*/ 3330443 h 6858000"/>
              <a:gd name="connsiteX242" fmla="*/ 1318687 w 7467600"/>
              <a:gd name="connsiteY242" fmla="*/ 3113840 h 6858000"/>
              <a:gd name="connsiteX243" fmla="*/ 5453702 w 7467600"/>
              <a:gd name="connsiteY243" fmla="*/ 3090882 h 6858000"/>
              <a:gd name="connsiteX244" fmla="*/ 5480135 w 7467600"/>
              <a:gd name="connsiteY244" fmla="*/ 3565802 h 6858000"/>
              <a:gd name="connsiteX245" fmla="*/ 5499023 w 7467600"/>
              <a:gd name="connsiteY245" fmla="*/ 4166310 h 6858000"/>
              <a:gd name="connsiteX246" fmla="*/ 5547022 w 7467600"/>
              <a:gd name="connsiteY246" fmla="*/ 3607838 h 6858000"/>
              <a:gd name="connsiteX247" fmla="*/ 5515964 w 7467600"/>
              <a:gd name="connsiteY247" fmla="*/ 3378541 h 6858000"/>
              <a:gd name="connsiteX248" fmla="*/ 5453702 w 7467600"/>
              <a:gd name="connsiteY248" fmla="*/ 3090882 h 6858000"/>
              <a:gd name="connsiteX249" fmla="*/ 1238695 w 7467600"/>
              <a:gd name="connsiteY249" fmla="*/ 3076820 h 6858000"/>
              <a:gd name="connsiteX250" fmla="*/ 716371 w 7467600"/>
              <a:gd name="connsiteY250" fmla="*/ 3293249 h 6858000"/>
              <a:gd name="connsiteX251" fmla="*/ 579522 w 7467600"/>
              <a:gd name="connsiteY251" fmla="*/ 3371759 h 6858000"/>
              <a:gd name="connsiteX252" fmla="*/ 600288 w 7467600"/>
              <a:gd name="connsiteY252" fmla="*/ 3365555 h 6858000"/>
              <a:gd name="connsiteX253" fmla="*/ 840692 w 7467600"/>
              <a:gd name="connsiteY253" fmla="*/ 3284921 h 6858000"/>
              <a:gd name="connsiteX254" fmla="*/ 979248 w 7467600"/>
              <a:gd name="connsiteY254" fmla="*/ 3221003 h 6858000"/>
              <a:gd name="connsiteX255" fmla="*/ 1053282 w 7467600"/>
              <a:gd name="connsiteY255" fmla="*/ 3185247 h 6858000"/>
              <a:gd name="connsiteX256" fmla="*/ 1320603 w 7467600"/>
              <a:gd name="connsiteY256" fmla="*/ 3081281 h 6858000"/>
              <a:gd name="connsiteX257" fmla="*/ 1238695 w 7467600"/>
              <a:gd name="connsiteY257" fmla="*/ 3076820 h 6858000"/>
              <a:gd name="connsiteX258" fmla="*/ 5425627 w 7467600"/>
              <a:gd name="connsiteY258" fmla="*/ 2954192 h 6858000"/>
              <a:gd name="connsiteX259" fmla="*/ 5470770 w 7467600"/>
              <a:gd name="connsiteY259" fmla="*/ 3005435 h 6858000"/>
              <a:gd name="connsiteX260" fmla="*/ 5519779 w 7467600"/>
              <a:gd name="connsiteY260" fmla="*/ 4359223 h 6858000"/>
              <a:gd name="connsiteX261" fmla="*/ 5520293 w 7467600"/>
              <a:gd name="connsiteY261" fmla="*/ 4360602 h 6858000"/>
              <a:gd name="connsiteX262" fmla="*/ 5767221 w 7467600"/>
              <a:gd name="connsiteY262" fmla="*/ 4665564 h 6858000"/>
              <a:gd name="connsiteX263" fmla="*/ 6937169 w 7467600"/>
              <a:gd name="connsiteY263" fmla="*/ 4815941 h 6858000"/>
              <a:gd name="connsiteX264" fmla="*/ 6953922 w 7467600"/>
              <a:gd name="connsiteY264" fmla="*/ 4890068 h 6858000"/>
              <a:gd name="connsiteX265" fmla="*/ 6071359 w 7467600"/>
              <a:gd name="connsiteY265" fmla="*/ 4770770 h 6858000"/>
              <a:gd name="connsiteX266" fmla="*/ 6038839 w 7467600"/>
              <a:gd name="connsiteY266" fmla="*/ 4764474 h 6858000"/>
              <a:gd name="connsiteX267" fmla="*/ 6038706 w 7467600"/>
              <a:gd name="connsiteY267" fmla="*/ 4763847 h 6858000"/>
              <a:gd name="connsiteX268" fmla="*/ 6037784 w 7467600"/>
              <a:gd name="connsiteY268" fmla="*/ 4764270 h 6858000"/>
              <a:gd name="connsiteX269" fmla="*/ 6038839 w 7467600"/>
              <a:gd name="connsiteY269" fmla="*/ 4764474 h 6858000"/>
              <a:gd name="connsiteX270" fmla="*/ 6040338 w 7467600"/>
              <a:gd name="connsiteY270" fmla="*/ 4771418 h 6858000"/>
              <a:gd name="connsiteX271" fmla="*/ 6024488 w 7467600"/>
              <a:gd name="connsiteY271" fmla="*/ 4809903 h 6858000"/>
              <a:gd name="connsiteX272" fmla="*/ 5599771 w 7467600"/>
              <a:gd name="connsiteY272" fmla="*/ 5509652 h 6858000"/>
              <a:gd name="connsiteX273" fmla="*/ 5548843 w 7467600"/>
              <a:gd name="connsiteY273" fmla="*/ 5563845 h 6858000"/>
              <a:gd name="connsiteX274" fmla="*/ 5940952 w 7467600"/>
              <a:gd name="connsiteY274" fmla="*/ 6250028 h 6858000"/>
              <a:gd name="connsiteX275" fmla="*/ 6043441 w 7467600"/>
              <a:gd name="connsiteY275" fmla="*/ 6665847 h 6858000"/>
              <a:gd name="connsiteX276" fmla="*/ 6093432 w 7467600"/>
              <a:gd name="connsiteY276" fmla="*/ 6858000 h 6858000"/>
              <a:gd name="connsiteX277" fmla="*/ 6034344 w 7467600"/>
              <a:gd name="connsiteY277" fmla="*/ 6858000 h 6858000"/>
              <a:gd name="connsiteX278" fmla="*/ 6026679 w 7467600"/>
              <a:gd name="connsiteY278" fmla="*/ 6836959 h 6858000"/>
              <a:gd name="connsiteX279" fmla="*/ 5800441 w 7467600"/>
              <a:gd name="connsiteY279" fmla="*/ 6335286 h 6858000"/>
              <a:gd name="connsiteX280" fmla="*/ 5526562 w 7467600"/>
              <a:gd name="connsiteY280" fmla="*/ 5705388 h 6858000"/>
              <a:gd name="connsiteX281" fmla="*/ 5519640 w 7467600"/>
              <a:gd name="connsiteY281" fmla="*/ 5683774 h 6858000"/>
              <a:gd name="connsiteX282" fmla="*/ 5844559 w 7467600"/>
              <a:gd name="connsiteY282" fmla="*/ 6553349 h 6858000"/>
              <a:gd name="connsiteX283" fmla="*/ 5975994 w 7467600"/>
              <a:gd name="connsiteY283" fmla="*/ 6858000 h 6858000"/>
              <a:gd name="connsiteX284" fmla="*/ 5898547 w 7467600"/>
              <a:gd name="connsiteY284" fmla="*/ 6858000 h 6858000"/>
              <a:gd name="connsiteX285" fmla="*/ 5682041 w 7467600"/>
              <a:gd name="connsiteY285" fmla="*/ 6355860 h 6858000"/>
              <a:gd name="connsiteX286" fmla="*/ 5461758 w 7467600"/>
              <a:gd name="connsiteY286" fmla="*/ 5820220 h 6858000"/>
              <a:gd name="connsiteX287" fmla="*/ 5237282 w 7467600"/>
              <a:gd name="connsiteY287" fmla="*/ 6579086 h 6858000"/>
              <a:gd name="connsiteX288" fmla="*/ 5115009 w 7467600"/>
              <a:gd name="connsiteY288" fmla="*/ 6858000 h 6858000"/>
              <a:gd name="connsiteX289" fmla="*/ 5028074 w 7467600"/>
              <a:gd name="connsiteY289" fmla="*/ 6858000 h 6858000"/>
              <a:gd name="connsiteX290" fmla="*/ 5079508 w 7467600"/>
              <a:gd name="connsiteY290" fmla="*/ 6749074 h 6858000"/>
              <a:gd name="connsiteX291" fmla="*/ 5371846 w 7467600"/>
              <a:gd name="connsiteY291" fmla="*/ 5924413 h 6858000"/>
              <a:gd name="connsiteX292" fmla="*/ 5270512 w 7467600"/>
              <a:gd name="connsiteY292" fmla="*/ 6138975 h 6858000"/>
              <a:gd name="connsiteX293" fmla="*/ 5062409 w 7467600"/>
              <a:gd name="connsiteY293" fmla="*/ 6653544 h 6858000"/>
              <a:gd name="connsiteX294" fmla="*/ 5036628 w 7467600"/>
              <a:gd name="connsiteY294" fmla="*/ 6754247 h 6858000"/>
              <a:gd name="connsiteX295" fmla="*/ 5009112 w 7467600"/>
              <a:gd name="connsiteY295" fmla="*/ 6858000 h 6858000"/>
              <a:gd name="connsiteX296" fmla="*/ 4976679 w 7467600"/>
              <a:gd name="connsiteY296" fmla="*/ 6858000 h 6858000"/>
              <a:gd name="connsiteX297" fmla="*/ 5006537 w 7467600"/>
              <a:gd name="connsiteY297" fmla="*/ 6747068 h 6858000"/>
              <a:gd name="connsiteX298" fmla="*/ 5032723 w 7467600"/>
              <a:gd name="connsiteY298" fmla="*/ 6644957 h 6858000"/>
              <a:gd name="connsiteX299" fmla="*/ 5242949 w 7467600"/>
              <a:gd name="connsiteY299" fmla="*/ 6125175 h 6858000"/>
              <a:gd name="connsiteX300" fmla="*/ 5286321 w 7467600"/>
              <a:gd name="connsiteY300" fmla="*/ 6033555 h 6858000"/>
              <a:gd name="connsiteX301" fmla="*/ 5008210 w 7467600"/>
              <a:gd name="connsiteY301" fmla="*/ 6649194 h 6858000"/>
              <a:gd name="connsiteX302" fmla="*/ 4986321 w 7467600"/>
              <a:gd name="connsiteY302" fmla="*/ 6765687 h 6858000"/>
              <a:gd name="connsiteX303" fmla="*/ 4973474 w 7467600"/>
              <a:gd name="connsiteY303" fmla="*/ 6858000 h 6858000"/>
              <a:gd name="connsiteX304" fmla="*/ 4907178 w 7467600"/>
              <a:gd name="connsiteY304" fmla="*/ 6858000 h 6858000"/>
              <a:gd name="connsiteX305" fmla="*/ 4910810 w 7467600"/>
              <a:gd name="connsiteY305" fmla="*/ 6829660 h 6858000"/>
              <a:gd name="connsiteX306" fmla="*/ 4987461 w 7467600"/>
              <a:gd name="connsiteY306" fmla="*/ 6432994 h 6858000"/>
              <a:gd name="connsiteX307" fmla="*/ 5179262 w 7467600"/>
              <a:gd name="connsiteY307" fmla="*/ 6035044 h 6858000"/>
              <a:gd name="connsiteX308" fmla="*/ 4689678 w 7467600"/>
              <a:gd name="connsiteY308" fmla="*/ 6440241 h 6858000"/>
              <a:gd name="connsiteX309" fmla="*/ 4477543 w 7467600"/>
              <a:gd name="connsiteY309" fmla="*/ 6674836 h 6858000"/>
              <a:gd name="connsiteX310" fmla="*/ 4329957 w 7467600"/>
              <a:gd name="connsiteY310" fmla="*/ 6858000 h 6858000"/>
              <a:gd name="connsiteX311" fmla="*/ 4218595 w 7467600"/>
              <a:gd name="connsiteY311" fmla="*/ 6858000 h 6858000"/>
              <a:gd name="connsiteX312" fmla="*/ 4368888 w 7467600"/>
              <a:gd name="connsiteY312" fmla="*/ 6668412 h 6858000"/>
              <a:gd name="connsiteX313" fmla="*/ 4563091 w 7467600"/>
              <a:gd name="connsiteY313" fmla="*/ 6442508 h 6858000"/>
              <a:gd name="connsiteX314" fmla="*/ 5387324 w 7467600"/>
              <a:gd name="connsiteY314" fmla="*/ 5705830 h 6858000"/>
              <a:gd name="connsiteX315" fmla="*/ 5073620 w 7467600"/>
              <a:gd name="connsiteY315" fmla="*/ 5955437 h 6858000"/>
              <a:gd name="connsiteX316" fmla="*/ 4689789 w 7467600"/>
              <a:gd name="connsiteY316" fmla="*/ 6268382 h 6858000"/>
              <a:gd name="connsiteX317" fmla="*/ 4418722 w 7467600"/>
              <a:gd name="connsiteY317" fmla="*/ 6570886 h 6858000"/>
              <a:gd name="connsiteX318" fmla="*/ 4214944 w 7467600"/>
              <a:gd name="connsiteY318" fmla="*/ 6858000 h 6858000"/>
              <a:gd name="connsiteX319" fmla="*/ 4177898 w 7467600"/>
              <a:gd name="connsiteY319" fmla="*/ 6858000 h 6858000"/>
              <a:gd name="connsiteX320" fmla="*/ 4391597 w 7467600"/>
              <a:gd name="connsiteY320" fmla="*/ 6556370 h 6858000"/>
              <a:gd name="connsiteX321" fmla="*/ 4668889 w 7467600"/>
              <a:gd name="connsiteY321" fmla="*/ 6246399 h 6858000"/>
              <a:gd name="connsiteX322" fmla="*/ 5055427 w 7467600"/>
              <a:gd name="connsiteY322" fmla="*/ 5931476 h 6858000"/>
              <a:gd name="connsiteX323" fmla="*/ 5371814 w 7467600"/>
              <a:gd name="connsiteY323" fmla="*/ 5678975 h 6858000"/>
              <a:gd name="connsiteX324" fmla="*/ 4987918 w 7467600"/>
              <a:gd name="connsiteY324" fmla="*/ 5838701 h 6858000"/>
              <a:gd name="connsiteX325" fmla="*/ 4317146 w 7467600"/>
              <a:gd name="connsiteY325" fmla="*/ 6587716 h 6858000"/>
              <a:gd name="connsiteX326" fmla="*/ 4171627 w 7467600"/>
              <a:gd name="connsiteY326" fmla="*/ 6858000 h 6858000"/>
              <a:gd name="connsiteX327" fmla="*/ 4081585 w 7467600"/>
              <a:gd name="connsiteY327" fmla="*/ 6858000 h 6858000"/>
              <a:gd name="connsiteX328" fmla="*/ 4238603 w 7467600"/>
              <a:gd name="connsiteY328" fmla="*/ 6559341 h 6858000"/>
              <a:gd name="connsiteX329" fmla="*/ 4778333 w 7467600"/>
              <a:gd name="connsiteY329" fmla="*/ 5873626 h 6858000"/>
              <a:gd name="connsiteX330" fmla="*/ 5414185 w 7467600"/>
              <a:gd name="connsiteY330" fmla="*/ 5573882 h 6858000"/>
              <a:gd name="connsiteX331" fmla="*/ 5959648 w 7467600"/>
              <a:gd name="connsiteY331" fmla="*/ 4760797 h 6858000"/>
              <a:gd name="connsiteX332" fmla="*/ 5355019 w 7467600"/>
              <a:gd name="connsiteY332" fmla="*/ 4734672 h 6858000"/>
              <a:gd name="connsiteX333" fmla="*/ 5083565 w 7467600"/>
              <a:gd name="connsiteY333" fmla="*/ 5179121 h 6858000"/>
              <a:gd name="connsiteX334" fmla="*/ 4713577 w 7467600"/>
              <a:gd name="connsiteY334" fmla="*/ 5616803 h 6858000"/>
              <a:gd name="connsiteX335" fmla="*/ 3989559 w 7467600"/>
              <a:gd name="connsiteY335" fmla="*/ 6145945 h 6858000"/>
              <a:gd name="connsiteX336" fmla="*/ 3939824 w 7467600"/>
              <a:gd name="connsiteY336" fmla="*/ 6066900 h 6858000"/>
              <a:gd name="connsiteX337" fmla="*/ 4584537 w 7467600"/>
              <a:gd name="connsiteY337" fmla="*/ 5324826 h 6858000"/>
              <a:gd name="connsiteX338" fmla="*/ 5037105 w 7467600"/>
              <a:gd name="connsiteY338" fmla="*/ 5088765 h 6858000"/>
              <a:gd name="connsiteX339" fmla="*/ 5039930 w 7467600"/>
              <a:gd name="connsiteY339" fmla="*/ 5089585 h 6858000"/>
              <a:gd name="connsiteX340" fmla="*/ 5263764 w 7467600"/>
              <a:gd name="connsiteY340" fmla="*/ 4735525 h 6858000"/>
              <a:gd name="connsiteX341" fmla="*/ 4086300 w 7467600"/>
              <a:gd name="connsiteY341" fmla="*/ 4884599 h 6858000"/>
              <a:gd name="connsiteX342" fmla="*/ 4085485 w 7467600"/>
              <a:gd name="connsiteY342" fmla="*/ 4899070 h 6858000"/>
              <a:gd name="connsiteX343" fmla="*/ 3871915 w 7467600"/>
              <a:gd name="connsiteY343" fmla="*/ 5253645 h 6858000"/>
              <a:gd name="connsiteX344" fmla="*/ 3799374 w 7467600"/>
              <a:gd name="connsiteY344" fmla="*/ 5466127 h 6858000"/>
              <a:gd name="connsiteX345" fmla="*/ 3498850 w 7467600"/>
              <a:gd name="connsiteY345" fmla="*/ 6661888 h 6858000"/>
              <a:gd name="connsiteX346" fmla="*/ 3399216 w 7467600"/>
              <a:gd name="connsiteY346" fmla="*/ 6858000 h 6858000"/>
              <a:gd name="connsiteX347" fmla="*/ 3303688 w 7467600"/>
              <a:gd name="connsiteY347" fmla="*/ 6858000 h 6858000"/>
              <a:gd name="connsiteX348" fmla="*/ 3391774 w 7467600"/>
              <a:gd name="connsiteY348" fmla="*/ 6697181 h 6858000"/>
              <a:gd name="connsiteX349" fmla="*/ 3735540 w 7467600"/>
              <a:gd name="connsiteY349" fmla="*/ 5546923 h 6858000"/>
              <a:gd name="connsiteX350" fmla="*/ 3729438 w 7467600"/>
              <a:gd name="connsiteY350" fmla="*/ 5569058 h 6858000"/>
              <a:gd name="connsiteX351" fmla="*/ 3707782 w 7467600"/>
              <a:gd name="connsiteY351" fmla="*/ 5644908 h 6858000"/>
              <a:gd name="connsiteX352" fmla="*/ 3583827 w 7467600"/>
              <a:gd name="connsiteY352" fmla="*/ 6039215 h 6858000"/>
              <a:gd name="connsiteX353" fmla="*/ 3547861 w 7467600"/>
              <a:gd name="connsiteY353" fmla="*/ 6129609 h 6858000"/>
              <a:gd name="connsiteX354" fmla="*/ 3490905 w 7467600"/>
              <a:gd name="connsiteY354" fmla="*/ 6277660 h 6858000"/>
              <a:gd name="connsiteX355" fmla="*/ 3455859 w 7467600"/>
              <a:gd name="connsiteY355" fmla="*/ 6391301 h 6858000"/>
              <a:gd name="connsiteX356" fmla="*/ 3429112 w 7467600"/>
              <a:gd name="connsiteY356" fmla="*/ 6479469 h 6858000"/>
              <a:gd name="connsiteX357" fmla="*/ 3304862 w 7467600"/>
              <a:gd name="connsiteY357" fmla="*/ 6796476 h 6858000"/>
              <a:gd name="connsiteX358" fmla="*/ 3276071 w 7467600"/>
              <a:gd name="connsiteY358" fmla="*/ 6858000 h 6858000"/>
              <a:gd name="connsiteX359" fmla="*/ 3240805 w 7467600"/>
              <a:gd name="connsiteY359" fmla="*/ 6858000 h 6858000"/>
              <a:gd name="connsiteX360" fmla="*/ 3275917 w 7467600"/>
              <a:gd name="connsiteY360" fmla="*/ 6783192 h 6858000"/>
              <a:gd name="connsiteX361" fmla="*/ 3399358 w 7467600"/>
              <a:gd name="connsiteY361" fmla="*/ 6469011 h 6858000"/>
              <a:gd name="connsiteX362" fmla="*/ 3425650 w 7467600"/>
              <a:gd name="connsiteY362" fmla="*/ 6381333 h 6858000"/>
              <a:gd name="connsiteX363" fmla="*/ 3460661 w 7467600"/>
              <a:gd name="connsiteY363" fmla="*/ 6266763 h 6858000"/>
              <a:gd name="connsiteX364" fmla="*/ 3518021 w 7467600"/>
              <a:gd name="connsiteY364" fmla="*/ 6117298 h 6858000"/>
              <a:gd name="connsiteX365" fmla="*/ 3554035 w 7467600"/>
              <a:gd name="connsiteY365" fmla="*/ 6027832 h 6858000"/>
              <a:gd name="connsiteX366" fmla="*/ 3677174 w 7467600"/>
              <a:gd name="connsiteY366" fmla="*/ 5636351 h 6858000"/>
              <a:gd name="connsiteX367" fmla="*/ 3698819 w 7467600"/>
              <a:gd name="connsiteY367" fmla="*/ 5560503 h 6858000"/>
              <a:gd name="connsiteX368" fmla="*/ 3702094 w 7467600"/>
              <a:gd name="connsiteY368" fmla="*/ 5549194 h 6858000"/>
              <a:gd name="connsiteX369" fmla="*/ 3398355 w 7467600"/>
              <a:gd name="connsiteY369" fmla="*/ 6094603 h 6858000"/>
              <a:gd name="connsiteX370" fmla="*/ 3193941 w 7467600"/>
              <a:gd name="connsiteY370" fmla="*/ 6798775 h 6858000"/>
              <a:gd name="connsiteX371" fmla="*/ 3184140 w 7467600"/>
              <a:gd name="connsiteY371" fmla="*/ 6858000 h 6858000"/>
              <a:gd name="connsiteX372" fmla="*/ 3099978 w 7467600"/>
              <a:gd name="connsiteY372" fmla="*/ 6858000 h 6858000"/>
              <a:gd name="connsiteX373" fmla="*/ 3101556 w 7467600"/>
              <a:gd name="connsiteY373" fmla="*/ 6843337 h 6858000"/>
              <a:gd name="connsiteX374" fmla="*/ 3370162 w 7467600"/>
              <a:gd name="connsiteY374" fmla="*/ 5785550 h 6858000"/>
              <a:gd name="connsiteX375" fmla="*/ 3746477 w 7467600"/>
              <a:gd name="connsiteY375" fmla="*/ 5377889 h 6858000"/>
              <a:gd name="connsiteX376" fmla="*/ 3863399 w 7467600"/>
              <a:gd name="connsiteY376" fmla="*/ 5087257 h 6858000"/>
              <a:gd name="connsiteX377" fmla="*/ 3968712 w 7467600"/>
              <a:gd name="connsiteY377" fmla="*/ 4913989 h 6858000"/>
              <a:gd name="connsiteX378" fmla="*/ 2792390 w 7467600"/>
              <a:gd name="connsiteY378" fmla="*/ 5382974 h 6858000"/>
              <a:gd name="connsiteX379" fmla="*/ 2714982 w 7467600"/>
              <a:gd name="connsiteY379" fmla="*/ 5427051 h 6858000"/>
              <a:gd name="connsiteX380" fmla="*/ 2813361 w 7467600"/>
              <a:gd name="connsiteY380" fmla="*/ 6023912 h 6858000"/>
              <a:gd name="connsiteX381" fmla="*/ 2688430 w 7467600"/>
              <a:gd name="connsiteY381" fmla="*/ 6801564 h 6858000"/>
              <a:gd name="connsiteX382" fmla="*/ 2629626 w 7467600"/>
              <a:gd name="connsiteY382" fmla="*/ 6763394 h 6858000"/>
              <a:gd name="connsiteX383" fmla="*/ 2565328 w 7467600"/>
              <a:gd name="connsiteY383" fmla="*/ 5516399 h 6858000"/>
              <a:gd name="connsiteX384" fmla="*/ 1922999 w 7467600"/>
              <a:gd name="connsiteY384" fmla="*/ 5980343 h 6858000"/>
              <a:gd name="connsiteX385" fmla="*/ 1950261 w 7467600"/>
              <a:gd name="connsiteY385" fmla="*/ 6405858 h 6858000"/>
              <a:gd name="connsiteX386" fmla="*/ 2365554 w 7467600"/>
              <a:gd name="connsiteY386" fmla="*/ 6759107 h 6858000"/>
              <a:gd name="connsiteX387" fmla="*/ 2424142 w 7467600"/>
              <a:gd name="connsiteY387" fmla="*/ 6858000 h 6858000"/>
              <a:gd name="connsiteX388" fmla="*/ 2395994 w 7467600"/>
              <a:gd name="connsiteY388" fmla="*/ 6858000 h 6858000"/>
              <a:gd name="connsiteX389" fmla="*/ 2392863 w 7467600"/>
              <a:gd name="connsiteY389" fmla="*/ 6852964 h 6858000"/>
              <a:gd name="connsiteX390" fmla="*/ 2017589 w 7467600"/>
              <a:gd name="connsiteY390" fmla="*/ 6493982 h 6858000"/>
              <a:gd name="connsiteX391" fmla="*/ 2147336 w 7467600"/>
              <a:gd name="connsiteY391" fmla="*/ 6594052 h 6858000"/>
              <a:gd name="connsiteX392" fmla="*/ 2207047 w 7467600"/>
              <a:gd name="connsiteY392" fmla="*/ 6654540 h 6858000"/>
              <a:gd name="connsiteX393" fmla="*/ 2299106 w 7467600"/>
              <a:gd name="connsiteY393" fmla="*/ 6778931 h 6858000"/>
              <a:gd name="connsiteX394" fmla="*/ 2314430 w 7467600"/>
              <a:gd name="connsiteY394" fmla="*/ 6801144 h 6858000"/>
              <a:gd name="connsiteX395" fmla="*/ 2352406 w 7467600"/>
              <a:gd name="connsiteY395" fmla="*/ 6858000 h 6858000"/>
              <a:gd name="connsiteX396" fmla="*/ 2314492 w 7467600"/>
              <a:gd name="connsiteY396" fmla="*/ 6858000 h 6858000"/>
              <a:gd name="connsiteX397" fmla="*/ 2288095 w 7467600"/>
              <a:gd name="connsiteY397" fmla="*/ 6818030 h 6858000"/>
              <a:gd name="connsiteX398" fmla="*/ 2272768 w 7467600"/>
              <a:gd name="connsiteY398" fmla="*/ 6795822 h 6858000"/>
              <a:gd name="connsiteX399" fmla="*/ 2182715 w 7467600"/>
              <a:gd name="connsiteY399" fmla="*/ 6675071 h 6858000"/>
              <a:gd name="connsiteX400" fmla="*/ 2032061 w 7467600"/>
              <a:gd name="connsiteY400" fmla="*/ 6541380 h 6858000"/>
              <a:gd name="connsiteX401" fmla="*/ 2257220 w 7467600"/>
              <a:gd name="connsiteY401" fmla="*/ 6826257 h 6858000"/>
              <a:gd name="connsiteX402" fmla="*/ 2281324 w 7467600"/>
              <a:gd name="connsiteY402" fmla="*/ 6858000 h 6858000"/>
              <a:gd name="connsiteX403" fmla="*/ 2242860 w 7467600"/>
              <a:gd name="connsiteY403" fmla="*/ 6858000 h 6858000"/>
              <a:gd name="connsiteX404" fmla="*/ 2232818 w 7467600"/>
              <a:gd name="connsiteY404" fmla="*/ 6844926 h 6858000"/>
              <a:gd name="connsiteX405" fmla="*/ 1990172 w 7467600"/>
              <a:gd name="connsiteY405" fmla="*/ 6542121 h 6858000"/>
              <a:gd name="connsiteX406" fmla="*/ 2124090 w 7467600"/>
              <a:gd name="connsiteY406" fmla="*/ 6761017 h 6858000"/>
              <a:gd name="connsiteX407" fmla="*/ 2200380 w 7467600"/>
              <a:gd name="connsiteY407" fmla="*/ 6858000 h 6858000"/>
              <a:gd name="connsiteX408" fmla="*/ 2147507 w 7467600"/>
              <a:gd name="connsiteY408" fmla="*/ 6858000 h 6858000"/>
              <a:gd name="connsiteX409" fmla="*/ 2070668 w 7467600"/>
              <a:gd name="connsiteY409" fmla="*/ 6761520 h 6858000"/>
              <a:gd name="connsiteX410" fmla="*/ 1975142 w 7467600"/>
              <a:gd name="connsiteY410" fmla="*/ 6585570 h 6858000"/>
              <a:gd name="connsiteX411" fmla="*/ 2050035 w 7467600"/>
              <a:gd name="connsiteY411" fmla="*/ 6813345 h 6858000"/>
              <a:gd name="connsiteX412" fmla="*/ 2063025 w 7467600"/>
              <a:gd name="connsiteY412" fmla="*/ 6858000 h 6858000"/>
              <a:gd name="connsiteX413" fmla="*/ 2021675 w 7467600"/>
              <a:gd name="connsiteY413" fmla="*/ 6858000 h 6858000"/>
              <a:gd name="connsiteX414" fmla="*/ 2019308 w 7467600"/>
              <a:gd name="connsiteY414" fmla="*/ 6847118 h 6858000"/>
              <a:gd name="connsiteX415" fmla="*/ 1938835 w 7467600"/>
              <a:gd name="connsiteY415" fmla="*/ 6551160 h 6858000"/>
              <a:gd name="connsiteX416" fmla="*/ 1953230 w 7467600"/>
              <a:gd name="connsiteY416" fmla="*/ 6759699 h 6858000"/>
              <a:gd name="connsiteX417" fmla="*/ 1956763 w 7467600"/>
              <a:gd name="connsiteY417" fmla="*/ 6778191 h 6858000"/>
              <a:gd name="connsiteX418" fmla="*/ 1967925 w 7467600"/>
              <a:gd name="connsiteY418" fmla="*/ 6858000 h 6858000"/>
              <a:gd name="connsiteX419" fmla="*/ 1936622 w 7467600"/>
              <a:gd name="connsiteY419" fmla="*/ 6858000 h 6858000"/>
              <a:gd name="connsiteX420" fmla="*/ 1926261 w 7467600"/>
              <a:gd name="connsiteY420" fmla="*/ 6784064 h 6858000"/>
              <a:gd name="connsiteX421" fmla="*/ 1922724 w 7467600"/>
              <a:gd name="connsiteY421" fmla="*/ 6765577 h 6858000"/>
              <a:gd name="connsiteX422" fmla="*/ 1904650 w 7467600"/>
              <a:gd name="connsiteY422" fmla="*/ 6639616 h 6858000"/>
              <a:gd name="connsiteX423" fmla="*/ 1885273 w 7467600"/>
              <a:gd name="connsiteY423" fmla="*/ 6858000 h 6858000"/>
              <a:gd name="connsiteX424" fmla="*/ 1854363 w 7467600"/>
              <a:gd name="connsiteY424" fmla="*/ 6858000 h 6858000"/>
              <a:gd name="connsiteX425" fmla="*/ 1880391 w 7467600"/>
              <a:gd name="connsiteY425" fmla="*/ 6603796 h 6858000"/>
              <a:gd name="connsiteX426" fmla="*/ 1818273 w 7467600"/>
              <a:gd name="connsiteY426" fmla="*/ 6715729 h 6858000"/>
              <a:gd name="connsiteX427" fmla="*/ 1794691 w 7467600"/>
              <a:gd name="connsiteY427" fmla="*/ 6843239 h 6858000"/>
              <a:gd name="connsiteX428" fmla="*/ 1794914 w 7467600"/>
              <a:gd name="connsiteY428" fmla="*/ 6858000 h 6858000"/>
              <a:gd name="connsiteX429" fmla="*/ 1746128 w 7467600"/>
              <a:gd name="connsiteY429" fmla="*/ 6858000 h 6858000"/>
              <a:gd name="connsiteX430" fmla="*/ 1753934 w 7467600"/>
              <a:gd name="connsiteY430" fmla="*/ 6724796 h 6858000"/>
              <a:gd name="connsiteX431" fmla="*/ 1792053 w 7467600"/>
              <a:gd name="connsiteY431" fmla="*/ 6572396 h 6858000"/>
              <a:gd name="connsiteX432" fmla="*/ 1862248 w 7467600"/>
              <a:gd name="connsiteY432" fmla="*/ 6266397 h 6858000"/>
              <a:gd name="connsiteX433" fmla="*/ 1862250 w 7467600"/>
              <a:gd name="connsiteY433" fmla="*/ 6033531 h 6858000"/>
              <a:gd name="connsiteX434" fmla="*/ 1211999 w 7467600"/>
              <a:gd name="connsiteY434" fmla="*/ 6683610 h 6858000"/>
              <a:gd name="connsiteX435" fmla="*/ 1213266 w 7467600"/>
              <a:gd name="connsiteY435" fmla="*/ 6691947 h 6858000"/>
              <a:gd name="connsiteX436" fmla="*/ 1203370 w 7467600"/>
              <a:gd name="connsiteY436" fmla="*/ 6850676 h 6858000"/>
              <a:gd name="connsiteX437" fmla="*/ 1203671 w 7467600"/>
              <a:gd name="connsiteY437" fmla="*/ 6858000 h 6858000"/>
              <a:gd name="connsiteX438" fmla="*/ 1143180 w 7467600"/>
              <a:gd name="connsiteY438" fmla="*/ 6858000 h 6858000"/>
              <a:gd name="connsiteX439" fmla="*/ 1142176 w 7467600"/>
              <a:gd name="connsiteY439" fmla="*/ 6766045 h 6858000"/>
              <a:gd name="connsiteX440" fmla="*/ 1067484 w 7467600"/>
              <a:gd name="connsiteY440" fmla="*/ 6858000 h 6858000"/>
              <a:gd name="connsiteX441" fmla="*/ 953928 w 7467600"/>
              <a:gd name="connsiteY441" fmla="*/ 6858000 h 6858000"/>
              <a:gd name="connsiteX442" fmla="*/ 959715 w 7467600"/>
              <a:gd name="connsiteY442" fmla="*/ 6850185 h 6858000"/>
              <a:gd name="connsiteX443" fmla="*/ 1483788 w 7467600"/>
              <a:gd name="connsiteY443" fmla="*/ 6259174 h 6858000"/>
              <a:gd name="connsiteX444" fmla="*/ 1100671 w 7467600"/>
              <a:gd name="connsiteY444" fmla="*/ 6252137 h 6858000"/>
              <a:gd name="connsiteX445" fmla="*/ 1090144 w 7467600"/>
              <a:gd name="connsiteY445" fmla="*/ 6256748 h 6858000"/>
              <a:gd name="connsiteX446" fmla="*/ 1095872 w 7467600"/>
              <a:gd name="connsiteY446" fmla="*/ 6271892 h 6858000"/>
              <a:gd name="connsiteX447" fmla="*/ 262785 w 7467600"/>
              <a:gd name="connsiteY447" fmla="*/ 6845450 h 6858000"/>
              <a:gd name="connsiteX448" fmla="*/ 209968 w 7467600"/>
              <a:gd name="connsiteY448" fmla="*/ 6770713 h 6858000"/>
              <a:gd name="connsiteX449" fmla="*/ 873460 w 7467600"/>
              <a:gd name="connsiteY449" fmla="*/ 6253768 h 6858000"/>
              <a:gd name="connsiteX450" fmla="*/ 192686 w 7467600"/>
              <a:gd name="connsiteY450" fmla="*/ 5849257 h 6858000"/>
              <a:gd name="connsiteX451" fmla="*/ 4696 w 7467600"/>
              <a:gd name="connsiteY451" fmla="*/ 5697668 h 6858000"/>
              <a:gd name="connsiteX452" fmla="*/ 0 w 7467600"/>
              <a:gd name="connsiteY452" fmla="*/ 5689984 h 6858000"/>
              <a:gd name="connsiteX453" fmla="*/ 0 w 7467600"/>
              <a:gd name="connsiteY453" fmla="*/ 5513472 h 6858000"/>
              <a:gd name="connsiteX454" fmla="*/ 174101 w 7467600"/>
              <a:gd name="connsiteY454" fmla="*/ 5620277 h 6858000"/>
              <a:gd name="connsiteX455" fmla="*/ 891800 w 7467600"/>
              <a:gd name="connsiteY455" fmla="*/ 6036935 h 6858000"/>
              <a:gd name="connsiteX456" fmla="*/ 1072219 w 7467600"/>
              <a:gd name="connsiteY456" fmla="*/ 6169443 h 6858000"/>
              <a:gd name="connsiteX457" fmla="*/ 1074117 w 7467600"/>
              <a:gd name="connsiteY457" fmla="*/ 6170301 h 6858000"/>
              <a:gd name="connsiteX458" fmla="*/ 1083114 w 7467600"/>
              <a:gd name="connsiteY458" fmla="*/ 6174131 h 6858000"/>
              <a:gd name="connsiteX459" fmla="*/ 1543010 w 7467600"/>
              <a:gd name="connsiteY459" fmla="*/ 6191140 h 6858000"/>
              <a:gd name="connsiteX460" fmla="*/ 1551080 w 7467600"/>
              <a:gd name="connsiteY460" fmla="*/ 6195006 h 6858000"/>
              <a:gd name="connsiteX461" fmla="*/ 2345443 w 7467600"/>
              <a:gd name="connsiteY461" fmla="*/ 5549882 h 6858000"/>
              <a:gd name="connsiteX462" fmla="*/ 1721499 w 7467600"/>
              <a:gd name="connsiteY462" fmla="*/ 5599969 h 6858000"/>
              <a:gd name="connsiteX463" fmla="*/ 767716 w 7467600"/>
              <a:gd name="connsiteY463" fmla="*/ 5472768 h 6858000"/>
              <a:gd name="connsiteX464" fmla="*/ 722147 w 7467600"/>
              <a:gd name="connsiteY464" fmla="*/ 5393091 h 6858000"/>
              <a:gd name="connsiteX465" fmla="*/ 1485552 w 7467600"/>
              <a:gd name="connsiteY465" fmla="*/ 5313202 h 6858000"/>
              <a:gd name="connsiteX466" fmla="*/ 2143004 w 7467600"/>
              <a:gd name="connsiteY466" fmla="*/ 5402420 h 6858000"/>
              <a:gd name="connsiteX467" fmla="*/ 1933391 w 7467600"/>
              <a:gd name="connsiteY467" fmla="*/ 5156971 h 6858000"/>
              <a:gd name="connsiteX468" fmla="*/ 1827118 w 7467600"/>
              <a:gd name="connsiteY468" fmla="*/ 4968410 h 6858000"/>
              <a:gd name="connsiteX469" fmla="*/ 1837349 w 7467600"/>
              <a:gd name="connsiteY469" fmla="*/ 4956357 h 6858000"/>
              <a:gd name="connsiteX470" fmla="*/ 2162835 w 7467600"/>
              <a:gd name="connsiteY470" fmla="*/ 5187853 h 6858000"/>
              <a:gd name="connsiteX471" fmla="*/ 2257167 w 7467600"/>
              <a:gd name="connsiteY471" fmla="*/ 5462123 h 6858000"/>
              <a:gd name="connsiteX472" fmla="*/ 2261598 w 7467600"/>
              <a:gd name="connsiteY472" fmla="*/ 5467998 h 6858000"/>
              <a:gd name="connsiteX473" fmla="*/ 2437177 w 7467600"/>
              <a:gd name="connsiteY473" fmla="*/ 5479608 h 6858000"/>
              <a:gd name="connsiteX474" fmla="*/ 2445247 w 7467600"/>
              <a:gd name="connsiteY474" fmla="*/ 5483476 h 6858000"/>
              <a:gd name="connsiteX475" fmla="*/ 2743626 w 7467600"/>
              <a:gd name="connsiteY475" fmla="*/ 5304819 h 6858000"/>
              <a:gd name="connsiteX476" fmla="*/ 3048102 w 7467600"/>
              <a:gd name="connsiteY476" fmla="*/ 5150595 h 6858000"/>
              <a:gd name="connsiteX477" fmla="*/ 1799414 w 7467600"/>
              <a:gd name="connsiteY477" fmla="*/ 4694732 h 6858000"/>
              <a:gd name="connsiteX478" fmla="*/ 1771735 w 7467600"/>
              <a:gd name="connsiteY478" fmla="*/ 4619929 h 6858000"/>
              <a:gd name="connsiteX479" fmla="*/ 3104273 w 7467600"/>
              <a:gd name="connsiteY479" fmla="*/ 5076159 h 6858000"/>
              <a:gd name="connsiteX480" fmla="*/ 3113245 w 7467600"/>
              <a:gd name="connsiteY480" fmla="*/ 5090705 h 6858000"/>
              <a:gd name="connsiteX481" fmla="*/ 3126294 w 7467600"/>
              <a:gd name="connsiteY481" fmla="*/ 5114400 h 6858000"/>
              <a:gd name="connsiteX482" fmla="*/ 3937433 w 7467600"/>
              <a:gd name="connsiteY482" fmla="*/ 4830473 h 6858000"/>
              <a:gd name="connsiteX483" fmla="*/ 3590475 w 7467600"/>
              <a:gd name="connsiteY483" fmla="*/ 4597974 h 6858000"/>
              <a:gd name="connsiteX484" fmla="*/ 3100264 w 7467600"/>
              <a:gd name="connsiteY484" fmla="*/ 4579845 h 6858000"/>
              <a:gd name="connsiteX485" fmla="*/ 2183576 w 7467600"/>
              <a:gd name="connsiteY485" fmla="*/ 4227150 h 6858000"/>
              <a:gd name="connsiteX486" fmla="*/ 2151029 w 7467600"/>
              <a:gd name="connsiteY486" fmla="*/ 4146947 h 6858000"/>
              <a:gd name="connsiteX487" fmla="*/ 3563434 w 7467600"/>
              <a:gd name="connsiteY487" fmla="*/ 4469115 h 6858000"/>
              <a:gd name="connsiteX488" fmla="*/ 3177952 w 7467600"/>
              <a:gd name="connsiteY488" fmla="*/ 3657386 h 6858000"/>
              <a:gd name="connsiteX489" fmla="*/ 3189263 w 7467600"/>
              <a:gd name="connsiteY489" fmla="*/ 3625726 h 6858000"/>
              <a:gd name="connsiteX490" fmla="*/ 3560912 w 7467600"/>
              <a:gd name="connsiteY490" fmla="*/ 4079863 h 6858000"/>
              <a:gd name="connsiteX491" fmla="*/ 3626636 w 7467600"/>
              <a:gd name="connsiteY491" fmla="*/ 4512230 h 6858000"/>
              <a:gd name="connsiteX492" fmla="*/ 3653088 w 7467600"/>
              <a:gd name="connsiteY492" fmla="*/ 4521417 h 6858000"/>
              <a:gd name="connsiteX493" fmla="*/ 3988128 w 7467600"/>
              <a:gd name="connsiteY493" fmla="*/ 4817267 h 6858000"/>
              <a:gd name="connsiteX494" fmla="*/ 4830582 w 7467600"/>
              <a:gd name="connsiteY494" fmla="*/ 4676000 h 6858000"/>
              <a:gd name="connsiteX495" fmla="*/ 4830100 w 7467600"/>
              <a:gd name="connsiteY495" fmla="*/ 4675554 h 6858000"/>
              <a:gd name="connsiteX496" fmla="*/ 4036318 w 7467600"/>
              <a:gd name="connsiteY496" fmla="*/ 4147013 h 6858000"/>
              <a:gd name="connsiteX497" fmla="*/ 3432098 w 7467600"/>
              <a:gd name="connsiteY497" fmla="*/ 3537312 h 6858000"/>
              <a:gd name="connsiteX498" fmla="*/ 3446761 w 7467600"/>
              <a:gd name="connsiteY498" fmla="*/ 3461278 h 6858000"/>
              <a:gd name="connsiteX499" fmla="*/ 4419733 w 7467600"/>
              <a:gd name="connsiteY499" fmla="*/ 3963555 h 6858000"/>
              <a:gd name="connsiteX500" fmla="*/ 4781371 w 7467600"/>
              <a:gd name="connsiteY500" fmla="*/ 4458604 h 6858000"/>
              <a:gd name="connsiteX501" fmla="*/ 4780440 w 7467600"/>
              <a:gd name="connsiteY501" fmla="*/ 4470290 h 6858000"/>
              <a:gd name="connsiteX502" fmla="*/ 4898954 w 7467600"/>
              <a:gd name="connsiteY502" fmla="*/ 4662092 h 6858000"/>
              <a:gd name="connsiteX503" fmla="*/ 4900699 w 7467600"/>
              <a:gd name="connsiteY503" fmla="*/ 4670867 h 6858000"/>
              <a:gd name="connsiteX504" fmla="*/ 5714511 w 7467600"/>
              <a:gd name="connsiteY504" fmla="*/ 4663483 h 6858000"/>
              <a:gd name="connsiteX505" fmla="*/ 5464793 w 7467600"/>
              <a:gd name="connsiteY505" fmla="*/ 4393556 h 6858000"/>
              <a:gd name="connsiteX506" fmla="*/ 5461897 w 7467600"/>
              <a:gd name="connsiteY506" fmla="*/ 4390879 h 6858000"/>
              <a:gd name="connsiteX507" fmla="*/ 4294126 w 7467600"/>
              <a:gd name="connsiteY507" fmla="*/ 3303048 h 6858000"/>
              <a:gd name="connsiteX508" fmla="*/ 4305321 w 7467600"/>
              <a:gd name="connsiteY508" fmla="*/ 3256953 h 6858000"/>
              <a:gd name="connsiteX509" fmla="*/ 4949299 w 7467600"/>
              <a:gd name="connsiteY509" fmla="*/ 3766336 h 6858000"/>
              <a:gd name="connsiteX510" fmla="*/ 5291452 w 7467600"/>
              <a:gd name="connsiteY510" fmla="*/ 4076801 h 6858000"/>
              <a:gd name="connsiteX511" fmla="*/ 5434998 w 7467600"/>
              <a:gd name="connsiteY511" fmla="*/ 4254100 h 6858000"/>
              <a:gd name="connsiteX512" fmla="*/ 5351015 w 7467600"/>
              <a:gd name="connsiteY512" fmla="*/ 3760989 h 6858000"/>
              <a:gd name="connsiteX513" fmla="*/ 5413780 w 7467600"/>
              <a:gd name="connsiteY513" fmla="*/ 2966265 h 6858000"/>
              <a:gd name="connsiteX514" fmla="*/ 5425627 w 7467600"/>
              <a:gd name="connsiteY514" fmla="*/ 2954192 h 6858000"/>
              <a:gd name="connsiteX515" fmla="*/ 6604735 w 7467600"/>
              <a:gd name="connsiteY515" fmla="*/ 2041381 h 6858000"/>
              <a:gd name="connsiteX516" fmla="*/ 7204487 w 7467600"/>
              <a:gd name="connsiteY516" fmla="*/ 2742112 h 6858000"/>
              <a:gd name="connsiteX517" fmla="*/ 7131592 w 7467600"/>
              <a:gd name="connsiteY517" fmla="*/ 2672096 h 6858000"/>
              <a:gd name="connsiteX518" fmla="*/ 6996344 w 7467600"/>
              <a:gd name="connsiteY518" fmla="*/ 2518310 h 6858000"/>
              <a:gd name="connsiteX519" fmla="*/ 6735495 w 7467600"/>
              <a:gd name="connsiteY519" fmla="*/ 2196890 h 6858000"/>
              <a:gd name="connsiteX520" fmla="*/ 6721901 w 7467600"/>
              <a:gd name="connsiteY520" fmla="*/ 2179274 h 6858000"/>
              <a:gd name="connsiteX521" fmla="*/ 6604735 w 7467600"/>
              <a:gd name="connsiteY521" fmla="*/ 2041381 h 6858000"/>
              <a:gd name="connsiteX522" fmla="*/ 6591670 w 7467600"/>
              <a:gd name="connsiteY522" fmla="*/ 1988277 h 6858000"/>
              <a:gd name="connsiteX523" fmla="*/ 6747349 w 7467600"/>
              <a:gd name="connsiteY523" fmla="*/ 2160069 h 6858000"/>
              <a:gd name="connsiteX524" fmla="*/ 6760943 w 7467600"/>
              <a:gd name="connsiteY524" fmla="*/ 2177686 h 6858000"/>
              <a:gd name="connsiteX525" fmla="*/ 7021065 w 7467600"/>
              <a:gd name="connsiteY525" fmla="*/ 2498102 h 6858000"/>
              <a:gd name="connsiteX526" fmla="*/ 7155223 w 7467600"/>
              <a:gd name="connsiteY526" fmla="*/ 2650386 h 6858000"/>
              <a:gd name="connsiteX527" fmla="*/ 7203167 w 7467600"/>
              <a:gd name="connsiteY527" fmla="*/ 2697288 h 6858000"/>
              <a:gd name="connsiteX528" fmla="*/ 6937703 w 7467600"/>
              <a:gd name="connsiteY528" fmla="*/ 2321981 h 6858000"/>
              <a:gd name="connsiteX529" fmla="*/ 6591670 w 7467600"/>
              <a:gd name="connsiteY529" fmla="*/ 1988277 h 6858000"/>
              <a:gd name="connsiteX530" fmla="*/ 5798671 w 7467600"/>
              <a:gd name="connsiteY530" fmla="*/ 1981601 h 6858000"/>
              <a:gd name="connsiteX531" fmla="*/ 5754709 w 7467600"/>
              <a:gd name="connsiteY531" fmla="*/ 2071454 h 6858000"/>
              <a:gd name="connsiteX532" fmla="*/ 5763044 w 7467600"/>
              <a:gd name="connsiteY532" fmla="*/ 2842206 h 6858000"/>
              <a:gd name="connsiteX533" fmla="*/ 5764974 w 7467600"/>
              <a:gd name="connsiteY533" fmla="*/ 2799609 h 6858000"/>
              <a:gd name="connsiteX534" fmla="*/ 5767665 w 7467600"/>
              <a:gd name="connsiteY534" fmla="*/ 2666409 h 6858000"/>
              <a:gd name="connsiteX535" fmla="*/ 5763055 w 7467600"/>
              <a:gd name="connsiteY535" fmla="*/ 2579705 h 6858000"/>
              <a:gd name="connsiteX536" fmla="*/ 5758079 w 7467600"/>
              <a:gd name="connsiteY536" fmla="*/ 2492508 h 6858000"/>
              <a:gd name="connsiteX537" fmla="*/ 5779325 w 7467600"/>
              <a:gd name="connsiteY537" fmla="*/ 2197069 h 6858000"/>
              <a:gd name="connsiteX538" fmla="*/ 5798671 w 7467600"/>
              <a:gd name="connsiteY538" fmla="*/ 1981601 h 6858000"/>
              <a:gd name="connsiteX539" fmla="*/ 5829202 w 7467600"/>
              <a:gd name="connsiteY539" fmla="*/ 1971679 h 6858000"/>
              <a:gd name="connsiteX540" fmla="*/ 5809558 w 7467600"/>
              <a:gd name="connsiteY540" fmla="*/ 2198043 h 6858000"/>
              <a:gd name="connsiteX541" fmla="*/ 5788653 w 7467600"/>
              <a:gd name="connsiteY541" fmla="*/ 2489430 h 6858000"/>
              <a:gd name="connsiteX542" fmla="*/ 5793439 w 7467600"/>
              <a:gd name="connsiteY542" fmla="*/ 2575235 h 6858000"/>
              <a:gd name="connsiteX543" fmla="*/ 5796837 w 7467600"/>
              <a:gd name="connsiteY543" fmla="*/ 2637633 h 6858000"/>
              <a:gd name="connsiteX544" fmla="*/ 5818614 w 7467600"/>
              <a:gd name="connsiteY544" fmla="*/ 2473055 h 6858000"/>
              <a:gd name="connsiteX545" fmla="*/ 5829202 w 7467600"/>
              <a:gd name="connsiteY545" fmla="*/ 1971679 h 6858000"/>
              <a:gd name="connsiteX546" fmla="*/ 5911389 w 7467600"/>
              <a:gd name="connsiteY546" fmla="*/ 1898371 h 6858000"/>
              <a:gd name="connsiteX547" fmla="*/ 6237627 w 7467600"/>
              <a:gd name="connsiteY547" fmla="*/ 2231921 h 6858000"/>
              <a:gd name="connsiteX548" fmla="*/ 5911389 w 7467600"/>
              <a:gd name="connsiteY548" fmla="*/ 1898371 h 6858000"/>
              <a:gd name="connsiteX549" fmla="*/ 6944437 w 7467600"/>
              <a:gd name="connsiteY549" fmla="*/ 1575402 h 6858000"/>
              <a:gd name="connsiteX550" fmla="*/ 6304730 w 7467600"/>
              <a:gd name="connsiteY550" fmla="*/ 1766654 h 6858000"/>
              <a:gd name="connsiteX551" fmla="*/ 6944437 w 7467600"/>
              <a:gd name="connsiteY551" fmla="*/ 1575402 h 6858000"/>
              <a:gd name="connsiteX552" fmla="*/ 7019523 w 7467600"/>
              <a:gd name="connsiteY552" fmla="*/ 1519450 h 6858000"/>
              <a:gd name="connsiteX553" fmla="*/ 6298091 w 7467600"/>
              <a:gd name="connsiteY553" fmla="*/ 1737122 h 6858000"/>
              <a:gd name="connsiteX554" fmla="*/ 7019523 w 7467600"/>
              <a:gd name="connsiteY554" fmla="*/ 1519450 h 6858000"/>
              <a:gd name="connsiteX555" fmla="*/ 2399523 w 7467600"/>
              <a:gd name="connsiteY555" fmla="*/ 1428234 h 6858000"/>
              <a:gd name="connsiteX556" fmla="*/ 2224982 w 7467600"/>
              <a:gd name="connsiteY556" fmla="*/ 1826201 h 6858000"/>
              <a:gd name="connsiteX557" fmla="*/ 2096099 w 7467600"/>
              <a:gd name="connsiteY557" fmla="*/ 2345900 h 6858000"/>
              <a:gd name="connsiteX558" fmla="*/ 2283317 w 7467600"/>
              <a:gd name="connsiteY558" fmla="*/ 1796925 h 6858000"/>
              <a:gd name="connsiteX559" fmla="*/ 2399523 w 7467600"/>
              <a:gd name="connsiteY559" fmla="*/ 1428234 h 6858000"/>
              <a:gd name="connsiteX560" fmla="*/ 2448558 w 7467600"/>
              <a:gd name="connsiteY560" fmla="*/ 1373435 h 6858000"/>
              <a:gd name="connsiteX561" fmla="*/ 2312521 w 7467600"/>
              <a:gd name="connsiteY561" fmla="*/ 1806140 h 6858000"/>
              <a:gd name="connsiteX562" fmla="*/ 2127533 w 7467600"/>
              <a:gd name="connsiteY562" fmla="*/ 2348380 h 6858000"/>
              <a:gd name="connsiteX563" fmla="*/ 2358080 w 7467600"/>
              <a:gd name="connsiteY563" fmla="*/ 1866134 h 6858000"/>
              <a:gd name="connsiteX564" fmla="*/ 2407436 w 7467600"/>
              <a:gd name="connsiteY564" fmla="*/ 1651070 h 6858000"/>
              <a:gd name="connsiteX565" fmla="*/ 2448558 w 7467600"/>
              <a:gd name="connsiteY565" fmla="*/ 1373435 h 6858000"/>
              <a:gd name="connsiteX566" fmla="*/ 278707 w 7467600"/>
              <a:gd name="connsiteY566" fmla="*/ 1352270 h 6858000"/>
              <a:gd name="connsiteX567" fmla="*/ 321570 w 7467600"/>
              <a:gd name="connsiteY567" fmla="*/ 1861610 h 6858000"/>
              <a:gd name="connsiteX568" fmla="*/ 294281 w 7467600"/>
              <a:gd name="connsiteY568" fmla="*/ 1440658 h 6858000"/>
              <a:gd name="connsiteX569" fmla="*/ 278707 w 7467600"/>
              <a:gd name="connsiteY569" fmla="*/ 1352270 h 6858000"/>
              <a:gd name="connsiteX570" fmla="*/ 1423821 w 7467600"/>
              <a:gd name="connsiteY570" fmla="*/ 1351958 h 6858000"/>
              <a:gd name="connsiteX571" fmla="*/ 1638521 w 7467600"/>
              <a:gd name="connsiteY571" fmla="*/ 1908470 h 6858000"/>
              <a:gd name="connsiteX572" fmla="*/ 1754199 w 7467600"/>
              <a:gd name="connsiteY572" fmla="*/ 2149284 h 6858000"/>
              <a:gd name="connsiteX573" fmla="*/ 1908359 w 7467600"/>
              <a:gd name="connsiteY573" fmla="*/ 2364988 h 6858000"/>
              <a:gd name="connsiteX574" fmla="*/ 1647661 w 7467600"/>
              <a:gd name="connsiteY574" fmla="*/ 1825945 h 6858000"/>
              <a:gd name="connsiteX575" fmla="*/ 1423821 w 7467600"/>
              <a:gd name="connsiteY575" fmla="*/ 1351958 h 6858000"/>
              <a:gd name="connsiteX576" fmla="*/ 1431890 w 7467600"/>
              <a:gd name="connsiteY576" fmla="*/ 1306475 h 6858000"/>
              <a:gd name="connsiteX577" fmla="*/ 1507597 w 7467600"/>
              <a:gd name="connsiteY577" fmla="*/ 1446132 h 6858000"/>
              <a:gd name="connsiteX578" fmla="*/ 1674586 w 7467600"/>
              <a:gd name="connsiteY578" fmla="*/ 1813832 h 6858000"/>
              <a:gd name="connsiteX579" fmla="*/ 1815950 w 7467600"/>
              <a:gd name="connsiteY579" fmla="*/ 2128564 h 6858000"/>
              <a:gd name="connsiteX580" fmla="*/ 1984242 w 7467600"/>
              <a:gd name="connsiteY580" fmla="*/ 2430829 h 6858000"/>
              <a:gd name="connsiteX581" fmla="*/ 2014023 w 7467600"/>
              <a:gd name="connsiteY581" fmla="*/ 2450995 h 6858000"/>
              <a:gd name="connsiteX582" fmla="*/ 1747337 w 7467600"/>
              <a:gd name="connsiteY582" fmla="*/ 1855264 h 6858000"/>
              <a:gd name="connsiteX583" fmla="*/ 1533749 w 7467600"/>
              <a:gd name="connsiteY583" fmla="*/ 1478656 h 6858000"/>
              <a:gd name="connsiteX584" fmla="*/ 1431890 w 7467600"/>
              <a:gd name="connsiteY584" fmla="*/ 1306475 h 6858000"/>
              <a:gd name="connsiteX585" fmla="*/ 5052692 w 7467600"/>
              <a:gd name="connsiteY585" fmla="*/ 1292994 h 6858000"/>
              <a:gd name="connsiteX586" fmla="*/ 5200661 w 7467600"/>
              <a:gd name="connsiteY586" fmla="*/ 1635186 h 6858000"/>
              <a:gd name="connsiteX587" fmla="*/ 5297138 w 7467600"/>
              <a:gd name="connsiteY587" fmla="*/ 1906351 h 6858000"/>
              <a:gd name="connsiteX588" fmla="*/ 5052692 w 7467600"/>
              <a:gd name="connsiteY588" fmla="*/ 1292994 h 6858000"/>
              <a:gd name="connsiteX589" fmla="*/ 5009948 w 7467600"/>
              <a:gd name="connsiteY589" fmla="*/ 1273619 h 6858000"/>
              <a:gd name="connsiteX590" fmla="*/ 5121777 w 7467600"/>
              <a:gd name="connsiteY590" fmla="*/ 1654213 h 6858000"/>
              <a:gd name="connsiteX591" fmla="*/ 5293545 w 7467600"/>
              <a:gd name="connsiteY591" fmla="*/ 2072247 h 6858000"/>
              <a:gd name="connsiteX592" fmla="*/ 5294042 w 7467600"/>
              <a:gd name="connsiteY592" fmla="*/ 2065019 h 6858000"/>
              <a:gd name="connsiteX593" fmla="*/ 5171936 w 7467600"/>
              <a:gd name="connsiteY593" fmla="*/ 1647613 h 6858000"/>
              <a:gd name="connsiteX594" fmla="*/ 5009948 w 7467600"/>
              <a:gd name="connsiteY594" fmla="*/ 1273619 h 6858000"/>
              <a:gd name="connsiteX595" fmla="*/ 655236 w 7467600"/>
              <a:gd name="connsiteY595" fmla="*/ 1268632 h 6858000"/>
              <a:gd name="connsiteX596" fmla="*/ 839521 w 7467600"/>
              <a:gd name="connsiteY596" fmla="*/ 1685315 h 6858000"/>
              <a:gd name="connsiteX597" fmla="*/ 1109416 w 7467600"/>
              <a:gd name="connsiteY597" fmla="*/ 2061663 h 6858000"/>
              <a:gd name="connsiteX598" fmla="*/ 1298300 w 7467600"/>
              <a:gd name="connsiteY598" fmla="*/ 2247742 h 6858000"/>
              <a:gd name="connsiteX599" fmla="*/ 1125871 w 7467600"/>
              <a:gd name="connsiteY599" fmla="*/ 1989513 h 6858000"/>
              <a:gd name="connsiteX600" fmla="*/ 981574 w 7467600"/>
              <a:gd name="connsiteY600" fmla="*/ 1783157 h 6858000"/>
              <a:gd name="connsiteX601" fmla="*/ 922198 w 7467600"/>
              <a:gd name="connsiteY601" fmla="*/ 1677437 h 6858000"/>
              <a:gd name="connsiteX602" fmla="*/ 869293 w 7467600"/>
              <a:gd name="connsiteY602" fmla="*/ 1583214 h 6858000"/>
              <a:gd name="connsiteX603" fmla="*/ 751431 w 7467600"/>
              <a:gd name="connsiteY603" fmla="*/ 1405731 h 6858000"/>
              <a:gd name="connsiteX604" fmla="*/ 655236 w 7467600"/>
              <a:gd name="connsiteY604" fmla="*/ 1268632 h 6858000"/>
              <a:gd name="connsiteX605" fmla="*/ 6516292 w 7467600"/>
              <a:gd name="connsiteY605" fmla="*/ 1263064 h 6858000"/>
              <a:gd name="connsiteX606" fmla="*/ 5736320 w 7467600"/>
              <a:gd name="connsiteY606" fmla="*/ 1501803 h 6858000"/>
              <a:gd name="connsiteX607" fmla="*/ 6516292 w 7467600"/>
              <a:gd name="connsiteY607" fmla="*/ 1263064 h 6858000"/>
              <a:gd name="connsiteX608" fmla="*/ 291466 w 7467600"/>
              <a:gd name="connsiteY608" fmla="*/ 1250369 h 6858000"/>
              <a:gd name="connsiteX609" fmla="*/ 323180 w 7467600"/>
              <a:gd name="connsiteY609" fmla="*/ 1435283 h 6858000"/>
              <a:gd name="connsiteX610" fmla="*/ 349381 w 7467600"/>
              <a:gd name="connsiteY610" fmla="*/ 1875041 h 6858000"/>
              <a:gd name="connsiteX611" fmla="*/ 374363 w 7467600"/>
              <a:gd name="connsiteY611" fmla="*/ 1506494 h 6858000"/>
              <a:gd name="connsiteX612" fmla="*/ 302168 w 7467600"/>
              <a:gd name="connsiteY612" fmla="*/ 1274495 h 6858000"/>
              <a:gd name="connsiteX613" fmla="*/ 291466 w 7467600"/>
              <a:gd name="connsiteY613" fmla="*/ 1250369 h 6858000"/>
              <a:gd name="connsiteX614" fmla="*/ 678222 w 7467600"/>
              <a:gd name="connsiteY614" fmla="*/ 1248670 h 6858000"/>
              <a:gd name="connsiteX615" fmla="*/ 775536 w 7467600"/>
              <a:gd name="connsiteY615" fmla="*/ 1388015 h 6858000"/>
              <a:gd name="connsiteX616" fmla="*/ 894529 w 7467600"/>
              <a:gd name="connsiteY616" fmla="*/ 1567739 h 6858000"/>
              <a:gd name="connsiteX617" fmla="*/ 948000 w 7467600"/>
              <a:gd name="connsiteY617" fmla="*/ 1663088 h 6858000"/>
              <a:gd name="connsiteX618" fmla="*/ 1006812 w 7467600"/>
              <a:gd name="connsiteY618" fmla="*/ 1767683 h 6858000"/>
              <a:gd name="connsiteX619" fmla="*/ 1149133 w 7467600"/>
              <a:gd name="connsiteY619" fmla="*/ 1971513 h 6858000"/>
              <a:gd name="connsiteX620" fmla="*/ 1333952 w 7467600"/>
              <a:gd name="connsiteY620" fmla="*/ 2251620 h 6858000"/>
              <a:gd name="connsiteX621" fmla="*/ 1337329 w 7467600"/>
              <a:gd name="connsiteY621" fmla="*/ 2258350 h 6858000"/>
              <a:gd name="connsiteX622" fmla="*/ 1014726 w 7467600"/>
              <a:gd name="connsiteY622" fmla="*/ 1615556 h 6858000"/>
              <a:gd name="connsiteX623" fmla="*/ 678222 w 7467600"/>
              <a:gd name="connsiteY623" fmla="*/ 1248670 h 6858000"/>
              <a:gd name="connsiteX624" fmla="*/ 6691602 w 7467600"/>
              <a:gd name="connsiteY624" fmla="*/ 1140573 h 6858000"/>
              <a:gd name="connsiteX625" fmla="*/ 6571100 w 7467600"/>
              <a:gd name="connsiteY625" fmla="*/ 1183662 h 6858000"/>
              <a:gd name="connsiteX626" fmla="*/ 6241687 w 7467600"/>
              <a:gd name="connsiteY626" fmla="*/ 1257600 h 6858000"/>
              <a:gd name="connsiteX627" fmla="*/ 5693009 w 7467600"/>
              <a:gd name="connsiteY627" fmla="*/ 1478256 h 6858000"/>
              <a:gd name="connsiteX628" fmla="*/ 6548420 w 7467600"/>
              <a:gd name="connsiteY628" fmla="*/ 1214599 h 6858000"/>
              <a:gd name="connsiteX629" fmla="*/ 6605473 w 7467600"/>
              <a:gd name="connsiteY629" fmla="*/ 1184686 h 6858000"/>
              <a:gd name="connsiteX630" fmla="*/ 6691602 w 7467600"/>
              <a:gd name="connsiteY630" fmla="*/ 1140573 h 6858000"/>
              <a:gd name="connsiteX631" fmla="*/ 4002475 w 7467600"/>
              <a:gd name="connsiteY631" fmla="*/ 1037802 h 6858000"/>
              <a:gd name="connsiteX632" fmla="*/ 4000324 w 7467600"/>
              <a:gd name="connsiteY632" fmla="*/ 1039362 h 6858000"/>
              <a:gd name="connsiteX633" fmla="*/ 4002862 w 7467600"/>
              <a:gd name="connsiteY633" fmla="*/ 1042866 h 6858000"/>
              <a:gd name="connsiteX634" fmla="*/ 4002475 w 7467600"/>
              <a:gd name="connsiteY634" fmla="*/ 1037802 h 6858000"/>
              <a:gd name="connsiteX635" fmla="*/ 506322 w 7467600"/>
              <a:gd name="connsiteY635" fmla="*/ 1020997 h 6858000"/>
              <a:gd name="connsiteX636" fmla="*/ 533068 w 7467600"/>
              <a:gd name="connsiteY636" fmla="*/ 1029409 h 6858000"/>
              <a:gd name="connsiteX637" fmla="*/ 1232525 w 7467600"/>
              <a:gd name="connsiteY637" fmla="*/ 1804675 h 6858000"/>
              <a:gd name="connsiteX638" fmla="*/ 1388858 w 7467600"/>
              <a:gd name="connsiteY638" fmla="*/ 2368011 h 6858000"/>
              <a:gd name="connsiteX639" fmla="*/ 1384098 w 7467600"/>
              <a:gd name="connsiteY639" fmla="*/ 2378125 h 6858000"/>
              <a:gd name="connsiteX640" fmla="*/ 1425393 w 7467600"/>
              <a:gd name="connsiteY640" fmla="*/ 2589124 h 6858000"/>
              <a:gd name="connsiteX641" fmla="*/ 1424001 w 7467600"/>
              <a:gd name="connsiteY641" fmla="*/ 2597541 h 6858000"/>
              <a:gd name="connsiteX642" fmla="*/ 2152729 w 7467600"/>
              <a:gd name="connsiteY642" fmla="*/ 2864487 h 6858000"/>
              <a:gd name="connsiteX643" fmla="*/ 2020609 w 7467600"/>
              <a:gd name="connsiteY643" fmla="*/ 2539671 h 6858000"/>
              <a:gd name="connsiteX644" fmla="*/ 2018920 w 7467600"/>
              <a:gd name="connsiteY644" fmla="*/ 2536309 h 6858000"/>
              <a:gd name="connsiteX645" fmla="*/ 1342441 w 7467600"/>
              <a:gd name="connsiteY645" fmla="*/ 1173017 h 6858000"/>
              <a:gd name="connsiteX646" fmla="*/ 1367925 w 7467600"/>
              <a:gd name="connsiteY646" fmla="*/ 1135648 h 6858000"/>
              <a:gd name="connsiteX647" fmla="*/ 1771401 w 7467600"/>
              <a:gd name="connsiteY647" fmla="*/ 1806673 h 6858000"/>
              <a:gd name="connsiteX648" fmla="*/ 1972385 w 7467600"/>
              <a:gd name="connsiteY648" fmla="*/ 2198735 h 6858000"/>
              <a:gd name="connsiteX649" fmla="*/ 2040892 w 7467600"/>
              <a:gd name="connsiteY649" fmla="*/ 2405205 h 6858000"/>
              <a:gd name="connsiteX650" fmla="*/ 2131689 w 7467600"/>
              <a:gd name="connsiteY650" fmla="*/ 1936926 h 6858000"/>
              <a:gd name="connsiteX651" fmla="*/ 2454820 w 7467600"/>
              <a:gd name="connsiteY651" fmla="*/ 1248808 h 6858000"/>
              <a:gd name="connsiteX652" fmla="*/ 2492512 w 7467600"/>
              <a:gd name="connsiteY652" fmla="*/ 1302920 h 6858000"/>
              <a:gd name="connsiteX653" fmla="*/ 2081216 w 7467600"/>
              <a:gd name="connsiteY653" fmla="*/ 2527513 h 6858000"/>
              <a:gd name="connsiteX654" fmla="*/ 2081211 w 7467600"/>
              <a:gd name="connsiteY654" fmla="*/ 2528916 h 6858000"/>
              <a:gd name="connsiteX655" fmla="*/ 2199067 w 7467600"/>
              <a:gd name="connsiteY655" fmla="*/ 2884061 h 6858000"/>
              <a:gd name="connsiteX656" fmla="*/ 3192586 w 7467600"/>
              <a:gd name="connsiteY656" fmla="*/ 3411496 h 6858000"/>
              <a:gd name="connsiteX657" fmla="*/ 3182620 w 7467600"/>
              <a:gd name="connsiteY657" fmla="*/ 3483279 h 6858000"/>
              <a:gd name="connsiteX658" fmla="*/ 2435119 w 7467600"/>
              <a:gd name="connsiteY658" fmla="*/ 3080173 h 6858000"/>
              <a:gd name="connsiteX659" fmla="*/ 2410152 w 7467600"/>
              <a:gd name="connsiteY659" fmla="*/ 3063751 h 6858000"/>
              <a:gd name="connsiteX660" fmla="*/ 2408099 w 7467600"/>
              <a:gd name="connsiteY660" fmla="*/ 3064403 h 6858000"/>
              <a:gd name="connsiteX661" fmla="*/ 2407218 w 7467600"/>
              <a:gd name="connsiteY661" fmla="*/ 3070324 h 6858000"/>
              <a:gd name="connsiteX662" fmla="*/ 2380138 w 7467600"/>
              <a:gd name="connsiteY662" fmla="*/ 3099341 h 6858000"/>
              <a:gd name="connsiteX663" fmla="*/ 1765923 w 7467600"/>
              <a:gd name="connsiteY663" fmla="*/ 3581043 h 6858000"/>
              <a:gd name="connsiteX664" fmla="*/ 1702258 w 7467600"/>
              <a:gd name="connsiteY664" fmla="*/ 3612286 h 6858000"/>
              <a:gd name="connsiteX665" fmla="*/ 1538370 w 7467600"/>
              <a:gd name="connsiteY665" fmla="*/ 3811804 h 6858000"/>
              <a:gd name="connsiteX666" fmla="*/ 542867 w 7467600"/>
              <a:gd name="connsiteY666" fmla="*/ 4944092 h 6858000"/>
              <a:gd name="connsiteX667" fmla="*/ 515800 w 7467600"/>
              <a:gd name="connsiteY667" fmla="*/ 4862180 h 6858000"/>
              <a:gd name="connsiteX668" fmla="*/ 909145 w 7467600"/>
              <a:gd name="connsiteY668" fmla="*/ 4199225 h 6858000"/>
              <a:gd name="connsiteX669" fmla="*/ 1214067 w 7467600"/>
              <a:gd name="connsiteY669" fmla="*/ 3908561 h 6858000"/>
              <a:gd name="connsiteX670" fmla="*/ 640967 w 7467600"/>
              <a:gd name="connsiteY670" fmla="*/ 4105601 h 6858000"/>
              <a:gd name="connsiteX671" fmla="*/ 112563 w 7467600"/>
              <a:gd name="connsiteY671" fmla="*/ 4396952 h 6858000"/>
              <a:gd name="connsiteX672" fmla="*/ 0 w 7467600"/>
              <a:gd name="connsiteY672" fmla="*/ 4466006 h 6858000"/>
              <a:gd name="connsiteX673" fmla="*/ 0 w 7467600"/>
              <a:gd name="connsiteY673" fmla="*/ 4233763 h 6858000"/>
              <a:gd name="connsiteX674" fmla="*/ 36881 w 7467600"/>
              <a:gd name="connsiteY674" fmla="*/ 4200118 h 6858000"/>
              <a:gd name="connsiteX675" fmla="*/ 910534 w 7467600"/>
              <a:gd name="connsiteY675" fmla="*/ 3629753 h 6858000"/>
              <a:gd name="connsiteX676" fmla="*/ 1578717 w 7467600"/>
              <a:gd name="connsiteY676" fmla="*/ 3575982 h 6858000"/>
              <a:gd name="connsiteX677" fmla="*/ 2338780 w 7467600"/>
              <a:gd name="connsiteY677" fmla="*/ 3033725 h 6858000"/>
              <a:gd name="connsiteX678" fmla="*/ 1807991 w 7467600"/>
              <a:gd name="connsiteY678" fmla="*/ 2807184 h 6858000"/>
              <a:gd name="connsiteX679" fmla="*/ 1416358 w 7467600"/>
              <a:gd name="connsiteY679" fmla="*/ 3112571 h 6858000"/>
              <a:gd name="connsiteX680" fmla="*/ 939066 w 7467600"/>
              <a:gd name="connsiteY680" fmla="*/ 3378798 h 6858000"/>
              <a:gd name="connsiteX681" fmla="*/ 115099 w 7467600"/>
              <a:gd name="connsiteY681" fmla="*/ 3607650 h 6858000"/>
              <a:gd name="connsiteX682" fmla="*/ 97284 w 7467600"/>
              <a:gd name="connsiteY682" fmla="*/ 3520393 h 6858000"/>
              <a:gd name="connsiteX683" fmla="*/ 922050 w 7467600"/>
              <a:gd name="connsiteY683" fmla="*/ 3074867 h 6858000"/>
              <a:gd name="connsiteX684" fmla="*/ 1405265 w 7467600"/>
              <a:gd name="connsiteY684" fmla="*/ 3016319 h 6858000"/>
              <a:gd name="connsiteX685" fmla="*/ 1407512 w 7467600"/>
              <a:gd name="connsiteY685" fmla="*/ 3018001 h 6858000"/>
              <a:gd name="connsiteX686" fmla="*/ 1726266 w 7467600"/>
              <a:gd name="connsiteY686" fmla="*/ 2777274 h 6858000"/>
              <a:gd name="connsiteX687" fmla="*/ 625390 w 7467600"/>
              <a:gd name="connsiteY687" fmla="*/ 2514541 h 6858000"/>
              <a:gd name="connsiteX688" fmla="*/ 619799 w 7467600"/>
              <a:gd name="connsiteY688" fmla="*/ 2527180 h 6858000"/>
              <a:gd name="connsiteX689" fmla="*/ 310030 w 7467600"/>
              <a:gd name="connsiteY689" fmla="*/ 2771818 h 6858000"/>
              <a:gd name="connsiteX690" fmla="*/ 173877 w 7467600"/>
              <a:gd name="connsiteY690" fmla="*/ 2937056 h 6858000"/>
              <a:gd name="connsiteX691" fmla="*/ 77889 w 7467600"/>
              <a:gd name="connsiteY691" fmla="*/ 3138440 h 6858000"/>
              <a:gd name="connsiteX692" fmla="*/ 0 w 7467600"/>
              <a:gd name="connsiteY692" fmla="*/ 3271395 h 6858000"/>
              <a:gd name="connsiteX693" fmla="*/ 0 w 7467600"/>
              <a:gd name="connsiteY693" fmla="*/ 3153002 h 6858000"/>
              <a:gd name="connsiteX694" fmla="*/ 2386 w 7467600"/>
              <a:gd name="connsiteY694" fmla="*/ 3149203 h 6858000"/>
              <a:gd name="connsiteX695" fmla="*/ 89753 w 7467600"/>
              <a:gd name="connsiteY695" fmla="*/ 2987702 h 6858000"/>
              <a:gd name="connsiteX696" fmla="*/ 76869 w 7467600"/>
              <a:gd name="connsiteY696" fmla="*/ 3005404 h 6858000"/>
              <a:gd name="connsiteX697" fmla="*/ 32049 w 7467600"/>
              <a:gd name="connsiteY697" fmla="*/ 3065814 h 6858000"/>
              <a:gd name="connsiteX698" fmla="*/ 0 w 7467600"/>
              <a:gd name="connsiteY698" fmla="*/ 3108744 h 6858000"/>
              <a:gd name="connsiteX699" fmla="*/ 0 w 7467600"/>
              <a:gd name="connsiteY699" fmla="*/ 3058059 h 6858000"/>
              <a:gd name="connsiteX700" fmla="*/ 7610 w 7467600"/>
              <a:gd name="connsiteY700" fmla="*/ 3047889 h 6858000"/>
              <a:gd name="connsiteX701" fmla="*/ 52419 w 7467600"/>
              <a:gd name="connsiteY701" fmla="*/ 2987479 h 6858000"/>
              <a:gd name="connsiteX702" fmla="*/ 59142 w 7467600"/>
              <a:gd name="connsiteY702" fmla="*/ 2978488 h 6858000"/>
              <a:gd name="connsiteX703" fmla="*/ 0 w 7467600"/>
              <a:gd name="connsiteY703" fmla="*/ 3015334 h 6858000"/>
              <a:gd name="connsiteX704" fmla="*/ 0 w 7467600"/>
              <a:gd name="connsiteY704" fmla="*/ 2914286 h 6858000"/>
              <a:gd name="connsiteX705" fmla="*/ 36383 w 7467600"/>
              <a:gd name="connsiteY705" fmla="*/ 2901128 h 6858000"/>
              <a:gd name="connsiteX706" fmla="*/ 156329 w 7467600"/>
              <a:gd name="connsiteY706" fmla="*/ 2840533 h 6858000"/>
              <a:gd name="connsiteX707" fmla="*/ 358355 w 7467600"/>
              <a:gd name="connsiteY707" fmla="*/ 2620471 h 6858000"/>
              <a:gd name="connsiteX708" fmla="*/ 510577 w 7467600"/>
              <a:gd name="connsiteY708" fmla="*/ 2501244 h 6858000"/>
              <a:gd name="connsiteX709" fmla="*/ 211967 w 7467600"/>
              <a:gd name="connsiteY709" fmla="*/ 2479171 h 6858000"/>
              <a:gd name="connsiteX710" fmla="*/ 0 w 7467600"/>
              <a:gd name="connsiteY710" fmla="*/ 2476398 h 6858000"/>
              <a:gd name="connsiteX711" fmla="*/ 0 w 7467600"/>
              <a:gd name="connsiteY711" fmla="*/ 2389189 h 6858000"/>
              <a:gd name="connsiteX712" fmla="*/ 103062 w 7467600"/>
              <a:gd name="connsiteY712" fmla="*/ 2389518 h 6858000"/>
              <a:gd name="connsiteX713" fmla="*/ 510734 w 7467600"/>
              <a:gd name="connsiteY713" fmla="*/ 2416201 h 6858000"/>
              <a:gd name="connsiteX714" fmla="*/ 279257 w 7467600"/>
              <a:gd name="connsiteY714" fmla="*/ 2092102 h 6858000"/>
              <a:gd name="connsiteX715" fmla="*/ 65265 w 7467600"/>
              <a:gd name="connsiteY715" fmla="*/ 2006049 h 6858000"/>
              <a:gd name="connsiteX716" fmla="*/ 0 w 7467600"/>
              <a:gd name="connsiteY716" fmla="*/ 1982532 h 6858000"/>
              <a:gd name="connsiteX717" fmla="*/ 0 w 7467600"/>
              <a:gd name="connsiteY717" fmla="*/ 1912789 h 6858000"/>
              <a:gd name="connsiteX718" fmla="*/ 97460 w 7467600"/>
              <a:gd name="connsiteY718" fmla="*/ 1953725 h 6858000"/>
              <a:gd name="connsiteX719" fmla="*/ 221272 w 7467600"/>
              <a:gd name="connsiteY719" fmla="*/ 1980766 h 6858000"/>
              <a:gd name="connsiteX720" fmla="*/ 116765 w 7467600"/>
              <a:gd name="connsiteY720" fmla="*/ 1911033 h 6858000"/>
              <a:gd name="connsiteX721" fmla="*/ 16405 w 7467600"/>
              <a:gd name="connsiteY721" fmla="*/ 1803412 h 6858000"/>
              <a:gd name="connsiteX722" fmla="*/ 0 w 7467600"/>
              <a:gd name="connsiteY722" fmla="*/ 1784777 h 6858000"/>
              <a:gd name="connsiteX723" fmla="*/ 0 w 7467600"/>
              <a:gd name="connsiteY723" fmla="*/ 1740082 h 6858000"/>
              <a:gd name="connsiteX724" fmla="*/ 39394 w 7467600"/>
              <a:gd name="connsiteY724" fmla="*/ 1784856 h 6858000"/>
              <a:gd name="connsiteX725" fmla="*/ 135813 w 7467600"/>
              <a:gd name="connsiteY725" fmla="*/ 1888838 h 6858000"/>
              <a:gd name="connsiteX726" fmla="*/ 242575 w 7467600"/>
              <a:gd name="connsiteY726" fmla="*/ 1958841 h 6858000"/>
              <a:gd name="connsiteX727" fmla="*/ 82197 w 7467600"/>
              <a:gd name="connsiteY727" fmla="*/ 1754826 h 6858000"/>
              <a:gd name="connsiteX728" fmla="*/ 0 w 7467600"/>
              <a:gd name="connsiteY728" fmla="*/ 1679650 h 6858000"/>
              <a:gd name="connsiteX729" fmla="*/ 0 w 7467600"/>
              <a:gd name="connsiteY729" fmla="*/ 1602463 h 6858000"/>
              <a:gd name="connsiteX730" fmla="*/ 84689 w 7467600"/>
              <a:gd name="connsiteY730" fmla="*/ 1677442 h 6858000"/>
              <a:gd name="connsiteX731" fmla="*/ 298437 w 7467600"/>
              <a:gd name="connsiteY731" fmla="*/ 1968019 h 6858000"/>
              <a:gd name="connsiteX732" fmla="*/ 227269 w 7467600"/>
              <a:gd name="connsiteY732" fmla="*/ 1114064 h 6858000"/>
              <a:gd name="connsiteX733" fmla="*/ 248003 w 7467600"/>
              <a:gd name="connsiteY733" fmla="*/ 1089613 h 6858000"/>
              <a:gd name="connsiteX734" fmla="*/ 427020 w 7467600"/>
              <a:gd name="connsiteY734" fmla="*/ 1619803 h 6858000"/>
              <a:gd name="connsiteX735" fmla="*/ 340345 w 7467600"/>
              <a:gd name="connsiteY735" fmla="*/ 2027739 h 6858000"/>
              <a:gd name="connsiteX736" fmla="*/ 360865 w 7467600"/>
              <a:gd name="connsiteY736" fmla="*/ 2044827 h 6858000"/>
              <a:gd name="connsiteX737" fmla="*/ 560414 w 7467600"/>
              <a:gd name="connsiteY737" fmla="*/ 2421457 h 6858000"/>
              <a:gd name="connsiteX738" fmla="*/ 1359703 w 7467600"/>
              <a:gd name="connsiteY738" fmla="*/ 2578554 h 6858000"/>
              <a:gd name="connsiteX739" fmla="*/ 1359422 w 7467600"/>
              <a:gd name="connsiteY739" fmla="*/ 2577994 h 6858000"/>
              <a:gd name="connsiteX740" fmla="*/ 828701 w 7467600"/>
              <a:gd name="connsiteY740" fmla="*/ 1839520 h 6858000"/>
              <a:gd name="connsiteX741" fmla="*/ 494427 w 7467600"/>
              <a:gd name="connsiteY741" fmla="*/ 1092333 h 6858000"/>
              <a:gd name="connsiteX742" fmla="*/ 506322 w 7467600"/>
              <a:gd name="connsiteY742" fmla="*/ 1020997 h 6858000"/>
              <a:gd name="connsiteX743" fmla="*/ 4570198 w 7467600"/>
              <a:gd name="connsiteY743" fmla="*/ 978081 h 6858000"/>
              <a:gd name="connsiteX744" fmla="*/ 4523691 w 7467600"/>
              <a:gd name="connsiteY744" fmla="*/ 1127776 h 6858000"/>
              <a:gd name="connsiteX745" fmla="*/ 4509875 w 7467600"/>
              <a:gd name="connsiteY745" fmla="*/ 1167552 h 6858000"/>
              <a:gd name="connsiteX746" fmla="*/ 4478168 w 7467600"/>
              <a:gd name="connsiteY746" fmla="*/ 1260735 h 6858000"/>
              <a:gd name="connsiteX747" fmla="*/ 4409309 w 7467600"/>
              <a:gd name="connsiteY747" fmla="*/ 1666996 h 6858000"/>
              <a:gd name="connsiteX748" fmla="*/ 4370031 w 7467600"/>
              <a:gd name="connsiteY748" fmla="*/ 1955666 h 6858000"/>
              <a:gd name="connsiteX749" fmla="*/ 4570198 w 7467600"/>
              <a:gd name="connsiteY749" fmla="*/ 978081 h 6858000"/>
              <a:gd name="connsiteX750" fmla="*/ 4557898 w 7467600"/>
              <a:gd name="connsiteY750" fmla="*/ 900011 h 6858000"/>
              <a:gd name="connsiteX751" fmla="*/ 4344840 w 7467600"/>
              <a:gd name="connsiteY751" fmla="*/ 1922038 h 6858000"/>
              <a:gd name="connsiteX752" fmla="*/ 4378710 w 7467600"/>
              <a:gd name="connsiteY752" fmla="*/ 1665516 h 6858000"/>
              <a:gd name="connsiteX753" fmla="*/ 4448798 w 7467600"/>
              <a:gd name="connsiteY753" fmla="*/ 1253024 h 6858000"/>
              <a:gd name="connsiteX754" fmla="*/ 4480315 w 7467600"/>
              <a:gd name="connsiteY754" fmla="*/ 1158454 h 6858000"/>
              <a:gd name="connsiteX755" fmla="*/ 4494133 w 7467600"/>
              <a:gd name="connsiteY755" fmla="*/ 1118676 h 6858000"/>
              <a:gd name="connsiteX756" fmla="*/ 4557898 w 7467600"/>
              <a:gd name="connsiteY756" fmla="*/ 900011 h 6858000"/>
              <a:gd name="connsiteX757" fmla="*/ 5870151 w 7467600"/>
              <a:gd name="connsiteY757" fmla="*/ 898890 h 6858000"/>
              <a:gd name="connsiteX758" fmla="*/ 5861335 w 7467600"/>
              <a:gd name="connsiteY758" fmla="*/ 899177 h 6858000"/>
              <a:gd name="connsiteX759" fmla="*/ 5843702 w 7467600"/>
              <a:gd name="connsiteY759" fmla="*/ 899748 h 6858000"/>
              <a:gd name="connsiteX760" fmla="*/ 5651107 w 7467600"/>
              <a:gd name="connsiteY760" fmla="*/ 920306 h 6858000"/>
              <a:gd name="connsiteX761" fmla="*/ 5459407 w 7467600"/>
              <a:gd name="connsiteY761" fmla="*/ 940975 h 6858000"/>
              <a:gd name="connsiteX762" fmla="*/ 5374846 w 7467600"/>
              <a:gd name="connsiteY762" fmla="*/ 941988 h 6858000"/>
              <a:gd name="connsiteX763" fmla="*/ 5256105 w 7467600"/>
              <a:gd name="connsiteY763" fmla="*/ 945632 h 6858000"/>
              <a:gd name="connsiteX764" fmla="*/ 5107071 w 7467600"/>
              <a:gd name="connsiteY764" fmla="*/ 969720 h 6858000"/>
              <a:gd name="connsiteX765" fmla="*/ 4998681 w 7467600"/>
              <a:gd name="connsiteY765" fmla="*/ 988771 h 6858000"/>
              <a:gd name="connsiteX766" fmla="*/ 5870151 w 7467600"/>
              <a:gd name="connsiteY766" fmla="*/ 898890 h 6858000"/>
              <a:gd name="connsiteX767" fmla="*/ 5504425 w 7467600"/>
              <a:gd name="connsiteY767" fmla="*/ 848067 h 6858000"/>
              <a:gd name="connsiteX768" fmla="*/ 4968849 w 7467600"/>
              <a:gd name="connsiteY768" fmla="*/ 962318 h 6858000"/>
              <a:gd name="connsiteX769" fmla="*/ 5104039 w 7467600"/>
              <a:gd name="connsiteY769" fmla="*/ 940634 h 6858000"/>
              <a:gd name="connsiteX770" fmla="*/ 5256311 w 7467600"/>
              <a:gd name="connsiteY770" fmla="*/ 916490 h 6858000"/>
              <a:gd name="connsiteX771" fmla="*/ 5377381 w 7467600"/>
              <a:gd name="connsiteY771" fmla="*/ 912671 h 6858000"/>
              <a:gd name="connsiteX772" fmla="*/ 5460148 w 7467600"/>
              <a:gd name="connsiteY772" fmla="*/ 911442 h 6858000"/>
              <a:gd name="connsiteX773" fmla="*/ 5648971 w 7467600"/>
              <a:gd name="connsiteY773" fmla="*/ 891331 h 6858000"/>
              <a:gd name="connsiteX774" fmla="*/ 5844807 w 7467600"/>
              <a:gd name="connsiteY774" fmla="*/ 870718 h 6858000"/>
              <a:gd name="connsiteX775" fmla="*/ 5862975 w 7467600"/>
              <a:gd name="connsiteY775" fmla="*/ 869756 h 6858000"/>
              <a:gd name="connsiteX776" fmla="*/ 5920887 w 7467600"/>
              <a:gd name="connsiteY776" fmla="*/ 865929 h 6858000"/>
              <a:gd name="connsiteX777" fmla="*/ 5504425 w 7467600"/>
              <a:gd name="connsiteY777" fmla="*/ 848067 h 6858000"/>
              <a:gd name="connsiteX778" fmla="*/ 3607114 w 7467600"/>
              <a:gd name="connsiteY778" fmla="*/ 467441 h 6858000"/>
              <a:gd name="connsiteX779" fmla="*/ 3296242 w 7467600"/>
              <a:gd name="connsiteY779" fmla="*/ 807991 h 6858000"/>
              <a:gd name="connsiteX780" fmla="*/ 3174674 w 7467600"/>
              <a:gd name="connsiteY780" fmla="*/ 919759 h 6858000"/>
              <a:gd name="connsiteX781" fmla="*/ 3042978 w 7467600"/>
              <a:gd name="connsiteY781" fmla="*/ 1054894 h 6858000"/>
              <a:gd name="connsiteX782" fmla="*/ 2968914 w 7467600"/>
              <a:gd name="connsiteY782" fmla="*/ 1133756 h 6858000"/>
              <a:gd name="connsiteX783" fmla="*/ 3103823 w 7467600"/>
              <a:gd name="connsiteY783" fmla="*/ 1026814 h 6858000"/>
              <a:gd name="connsiteX784" fmla="*/ 3607114 w 7467600"/>
              <a:gd name="connsiteY784" fmla="*/ 467441 h 6858000"/>
              <a:gd name="connsiteX785" fmla="*/ 3744487 w 7467600"/>
              <a:gd name="connsiteY785" fmla="*/ 383136 h 6858000"/>
              <a:gd name="connsiteX786" fmla="*/ 3970213 w 7467600"/>
              <a:gd name="connsiteY786" fmla="*/ 995559 h 6858000"/>
              <a:gd name="connsiteX787" fmla="*/ 3744487 w 7467600"/>
              <a:gd name="connsiteY787" fmla="*/ 383136 h 6858000"/>
              <a:gd name="connsiteX788" fmla="*/ 3624562 w 7467600"/>
              <a:gd name="connsiteY788" fmla="*/ 367041 h 6858000"/>
              <a:gd name="connsiteX789" fmla="*/ 3489712 w 7467600"/>
              <a:gd name="connsiteY789" fmla="*/ 485386 h 6858000"/>
              <a:gd name="connsiteX790" fmla="*/ 3182994 w 7467600"/>
              <a:gd name="connsiteY790" fmla="*/ 828265 h 6858000"/>
              <a:gd name="connsiteX791" fmla="*/ 2892114 w 7467600"/>
              <a:gd name="connsiteY791" fmla="*/ 1172635 h 6858000"/>
              <a:gd name="connsiteX792" fmla="*/ 3021459 w 7467600"/>
              <a:gd name="connsiteY792" fmla="*/ 1035385 h 6858000"/>
              <a:gd name="connsiteX793" fmla="*/ 3153873 w 7467600"/>
              <a:gd name="connsiteY793" fmla="*/ 898971 h 6858000"/>
              <a:gd name="connsiteX794" fmla="*/ 3276511 w 7467600"/>
              <a:gd name="connsiteY794" fmla="*/ 786423 h 6858000"/>
              <a:gd name="connsiteX795" fmla="*/ 3584154 w 7467600"/>
              <a:gd name="connsiteY795" fmla="*/ 448218 h 6858000"/>
              <a:gd name="connsiteX796" fmla="*/ 3624562 w 7467600"/>
              <a:gd name="connsiteY796" fmla="*/ 367041 h 6858000"/>
              <a:gd name="connsiteX797" fmla="*/ 3766672 w 7467600"/>
              <a:gd name="connsiteY797" fmla="*/ 359429 h 6858000"/>
              <a:gd name="connsiteX798" fmla="*/ 3996338 w 7467600"/>
              <a:gd name="connsiteY798" fmla="*/ 968237 h 6858000"/>
              <a:gd name="connsiteX799" fmla="*/ 3766672 w 7467600"/>
              <a:gd name="connsiteY799" fmla="*/ 359429 h 6858000"/>
              <a:gd name="connsiteX800" fmla="*/ 5805386 w 7467600"/>
              <a:gd name="connsiteY800" fmla="*/ 239240 h 6858000"/>
              <a:gd name="connsiteX801" fmla="*/ 5736947 w 7467600"/>
              <a:gd name="connsiteY801" fmla="*/ 261367 h 6858000"/>
              <a:gd name="connsiteX802" fmla="*/ 5427012 w 7467600"/>
              <a:gd name="connsiteY802" fmla="*/ 311272 h 6858000"/>
              <a:gd name="connsiteX803" fmla="*/ 5147818 w 7467600"/>
              <a:gd name="connsiteY803" fmla="*/ 322112 h 6858000"/>
              <a:gd name="connsiteX804" fmla="*/ 5060854 w 7467600"/>
              <a:gd name="connsiteY804" fmla="*/ 311882 h 6858000"/>
              <a:gd name="connsiteX805" fmla="*/ 4945989 w 7467600"/>
              <a:gd name="connsiteY805" fmla="*/ 300516 h 6858000"/>
              <a:gd name="connsiteX806" fmla="*/ 5410479 w 7467600"/>
              <a:gd name="connsiteY806" fmla="*/ 348434 h 6858000"/>
              <a:gd name="connsiteX807" fmla="*/ 5805386 w 7467600"/>
              <a:gd name="connsiteY807" fmla="*/ 239240 h 6858000"/>
              <a:gd name="connsiteX808" fmla="*/ 5905192 w 7467600"/>
              <a:gd name="connsiteY808" fmla="*/ 163079 h 6858000"/>
              <a:gd name="connsiteX809" fmla="*/ 5865655 w 7467600"/>
              <a:gd name="connsiteY809" fmla="*/ 171901 h 6858000"/>
              <a:gd name="connsiteX810" fmla="*/ 5259740 w 7467600"/>
              <a:gd name="connsiteY810" fmla="*/ 257013 h 6858000"/>
              <a:gd name="connsiteX811" fmla="*/ 5208466 w 7467600"/>
              <a:gd name="connsiteY811" fmla="*/ 257550 h 6858000"/>
              <a:gd name="connsiteX812" fmla="*/ 4980204 w 7467600"/>
              <a:gd name="connsiteY812" fmla="*/ 271903 h 6858000"/>
              <a:gd name="connsiteX813" fmla="*/ 5068068 w 7467600"/>
              <a:gd name="connsiteY813" fmla="*/ 282244 h 6858000"/>
              <a:gd name="connsiteX814" fmla="*/ 5153231 w 7467600"/>
              <a:gd name="connsiteY814" fmla="*/ 292240 h 6858000"/>
              <a:gd name="connsiteX815" fmla="*/ 5426491 w 7467600"/>
              <a:gd name="connsiteY815" fmla="*/ 281128 h 6858000"/>
              <a:gd name="connsiteX816" fmla="*/ 5731212 w 7467600"/>
              <a:gd name="connsiteY816" fmla="*/ 231951 h 6858000"/>
              <a:gd name="connsiteX817" fmla="*/ 5905192 w 7467600"/>
              <a:gd name="connsiteY817" fmla="*/ 163079 h 6858000"/>
              <a:gd name="connsiteX818" fmla="*/ 5944437 w 7467600"/>
              <a:gd name="connsiteY818" fmla="*/ 113829 h 6858000"/>
              <a:gd name="connsiteX819" fmla="*/ 5825032 w 7467600"/>
              <a:gd name="connsiteY819" fmla="*/ 146405 h 6858000"/>
              <a:gd name="connsiteX820" fmla="*/ 4955599 w 7467600"/>
              <a:gd name="connsiteY820" fmla="*/ 247008 h 6858000"/>
              <a:gd name="connsiteX821" fmla="*/ 5210104 w 7467600"/>
              <a:gd name="connsiteY821" fmla="*/ 228123 h 6858000"/>
              <a:gd name="connsiteX822" fmla="*/ 5261015 w 7467600"/>
              <a:gd name="connsiteY822" fmla="*/ 227087 h 6858000"/>
              <a:gd name="connsiteX823" fmla="*/ 5861181 w 7467600"/>
              <a:gd name="connsiteY823" fmla="*/ 143093 h 6858000"/>
              <a:gd name="connsiteX824" fmla="*/ 5961252 w 7467600"/>
              <a:gd name="connsiteY824" fmla="*/ 114820 h 6858000"/>
              <a:gd name="connsiteX825" fmla="*/ 5944437 w 7467600"/>
              <a:gd name="connsiteY825" fmla="*/ 113829 h 6858000"/>
              <a:gd name="connsiteX826" fmla="*/ 3882765 w 7467600"/>
              <a:gd name="connsiteY826" fmla="*/ 0 h 6858000"/>
              <a:gd name="connsiteX827" fmla="*/ 3995099 w 7467600"/>
              <a:gd name="connsiteY827" fmla="*/ 0 h 6858000"/>
              <a:gd name="connsiteX828" fmla="*/ 4163818 w 7467600"/>
              <a:gd name="connsiteY828" fmla="*/ 234104 h 6858000"/>
              <a:gd name="connsiteX829" fmla="*/ 4172099 w 7467600"/>
              <a:gd name="connsiteY829" fmla="*/ 234207 h 6858000"/>
              <a:gd name="connsiteX830" fmla="*/ 4784282 w 7467600"/>
              <a:gd name="connsiteY830" fmla="*/ 276561 h 6858000"/>
              <a:gd name="connsiteX831" fmla="*/ 4801687 w 7467600"/>
              <a:gd name="connsiteY831" fmla="*/ 267764 h 6858000"/>
              <a:gd name="connsiteX832" fmla="*/ 6082788 w 7467600"/>
              <a:gd name="connsiteY832" fmla="*/ 64119 h 6858000"/>
              <a:gd name="connsiteX833" fmla="*/ 6099442 w 7467600"/>
              <a:gd name="connsiteY833" fmla="*/ 82568 h 6858000"/>
              <a:gd name="connsiteX834" fmla="*/ 4804137 w 7467600"/>
              <a:gd name="connsiteY834" fmla="*/ 320931 h 6858000"/>
              <a:gd name="connsiteX835" fmla="*/ 4227047 w 7467600"/>
              <a:gd name="connsiteY835" fmla="*/ 313415 h 6858000"/>
              <a:gd name="connsiteX836" fmla="*/ 4346041 w 7467600"/>
              <a:gd name="connsiteY836" fmla="*/ 456086 h 6858000"/>
              <a:gd name="connsiteX837" fmla="*/ 4870967 w 7467600"/>
              <a:gd name="connsiteY837" fmla="*/ 963061 h 6858000"/>
              <a:gd name="connsiteX838" fmla="*/ 4889647 w 7467600"/>
              <a:gd name="connsiteY838" fmla="*/ 957147 h 6858000"/>
              <a:gd name="connsiteX839" fmla="*/ 5422504 w 7467600"/>
              <a:gd name="connsiteY839" fmla="*/ 805191 h 6858000"/>
              <a:gd name="connsiteX840" fmla="*/ 6087656 w 7467600"/>
              <a:gd name="connsiteY840" fmla="*/ 826703 h 6858000"/>
              <a:gd name="connsiteX841" fmla="*/ 6058717 w 7467600"/>
              <a:gd name="connsiteY841" fmla="*/ 865992 h 6858000"/>
              <a:gd name="connsiteX842" fmla="*/ 4974153 w 7467600"/>
              <a:gd name="connsiteY842" fmla="*/ 1045456 h 6858000"/>
              <a:gd name="connsiteX843" fmla="*/ 5627835 w 7467600"/>
              <a:gd name="connsiteY843" fmla="*/ 1472077 h 6858000"/>
              <a:gd name="connsiteX844" fmla="*/ 5629817 w 7467600"/>
              <a:gd name="connsiteY844" fmla="*/ 1471412 h 6858000"/>
              <a:gd name="connsiteX845" fmla="*/ 5634124 w 7467600"/>
              <a:gd name="connsiteY845" fmla="*/ 1470572 h 6858000"/>
              <a:gd name="connsiteX846" fmla="*/ 5755832 w 7467600"/>
              <a:gd name="connsiteY846" fmla="*/ 1383886 h 6858000"/>
              <a:gd name="connsiteX847" fmla="*/ 6014186 w 7467600"/>
              <a:gd name="connsiteY847" fmla="*/ 1279799 h 6858000"/>
              <a:gd name="connsiteX848" fmla="*/ 6901619 w 7467600"/>
              <a:gd name="connsiteY848" fmla="*/ 1047874 h 6858000"/>
              <a:gd name="connsiteX849" fmla="*/ 6931566 w 7467600"/>
              <a:gd name="connsiteY849" fmla="*/ 1062034 h 6858000"/>
              <a:gd name="connsiteX850" fmla="*/ 5790982 w 7467600"/>
              <a:gd name="connsiteY850" fmla="*/ 1561380 h 6858000"/>
              <a:gd name="connsiteX851" fmla="*/ 6188971 w 7467600"/>
              <a:gd name="connsiteY851" fmla="*/ 1755168 h 6858000"/>
              <a:gd name="connsiteX852" fmla="*/ 6202446 w 7467600"/>
              <a:gd name="connsiteY852" fmla="*/ 1752268 h 6858000"/>
              <a:gd name="connsiteX853" fmla="*/ 7179560 w 7467600"/>
              <a:gd name="connsiteY853" fmla="*/ 1467551 h 6858000"/>
              <a:gd name="connsiteX854" fmla="*/ 7158730 w 7467600"/>
              <a:gd name="connsiteY854" fmla="*/ 1507835 h 6858000"/>
              <a:gd name="connsiteX855" fmla="*/ 6326959 w 7467600"/>
              <a:gd name="connsiteY855" fmla="*/ 1817686 h 6858000"/>
              <a:gd name="connsiteX856" fmla="*/ 6537433 w 7467600"/>
              <a:gd name="connsiteY856" fmla="*/ 1907790 h 6858000"/>
              <a:gd name="connsiteX857" fmla="*/ 6550221 w 7467600"/>
              <a:gd name="connsiteY857" fmla="*/ 1910729 h 6858000"/>
              <a:gd name="connsiteX858" fmla="*/ 6964438 w 7467600"/>
              <a:gd name="connsiteY858" fmla="*/ 2209505 h 6858000"/>
              <a:gd name="connsiteX859" fmla="*/ 7367862 w 7467600"/>
              <a:gd name="connsiteY859" fmla="*/ 2806833 h 6858000"/>
              <a:gd name="connsiteX860" fmla="*/ 7364329 w 7467600"/>
              <a:gd name="connsiteY860" fmla="*/ 2826907 h 6858000"/>
              <a:gd name="connsiteX861" fmla="*/ 7290545 w 7467600"/>
              <a:gd name="connsiteY861" fmla="*/ 2850663 h 6858000"/>
              <a:gd name="connsiteX862" fmla="*/ 6472036 w 7467600"/>
              <a:gd name="connsiteY862" fmla="*/ 1959003 h 6858000"/>
              <a:gd name="connsiteX863" fmla="*/ 5792897 w 7467600"/>
              <a:gd name="connsiteY863" fmla="*/ 1647747 h 6858000"/>
              <a:gd name="connsiteX864" fmla="*/ 5842751 w 7467600"/>
              <a:gd name="connsiteY864" fmla="*/ 1816112 h 6858000"/>
              <a:gd name="connsiteX865" fmla="*/ 5847424 w 7467600"/>
              <a:gd name="connsiteY865" fmla="*/ 1815776 h 6858000"/>
              <a:gd name="connsiteX866" fmla="*/ 6399821 w 7467600"/>
              <a:gd name="connsiteY866" fmla="*/ 2344799 h 6858000"/>
              <a:gd name="connsiteX867" fmla="*/ 6323232 w 7467600"/>
              <a:gd name="connsiteY867" fmla="*/ 2389634 h 6858000"/>
              <a:gd name="connsiteX868" fmla="*/ 5942958 w 7467600"/>
              <a:gd name="connsiteY868" fmla="*/ 2077708 h 6858000"/>
              <a:gd name="connsiteX869" fmla="*/ 5921559 w 7467600"/>
              <a:gd name="connsiteY869" fmla="*/ 2378596 h 6858000"/>
              <a:gd name="connsiteX870" fmla="*/ 5817651 w 7467600"/>
              <a:gd name="connsiteY870" fmla="*/ 3023919 h 6858000"/>
              <a:gd name="connsiteX871" fmla="*/ 5729634 w 7467600"/>
              <a:gd name="connsiteY871" fmla="*/ 3051849 h 6858000"/>
              <a:gd name="connsiteX872" fmla="*/ 5611018 w 7467600"/>
              <a:gd name="connsiteY872" fmla="*/ 2316769 h 6858000"/>
              <a:gd name="connsiteX873" fmla="*/ 5687608 w 7467600"/>
              <a:gd name="connsiteY873" fmla="*/ 2039972 h 6858000"/>
              <a:gd name="connsiteX874" fmla="*/ 5657554 w 7467600"/>
              <a:gd name="connsiteY874" fmla="*/ 1576445 h 6858000"/>
              <a:gd name="connsiteX875" fmla="*/ 5150475 w 7467600"/>
              <a:gd name="connsiteY875" fmla="*/ 1274012 h 6858000"/>
              <a:gd name="connsiteX876" fmla="*/ 5349142 w 7467600"/>
              <a:gd name="connsiteY876" fmla="*/ 2204405 h 6858000"/>
              <a:gd name="connsiteX877" fmla="*/ 5262214 w 7467600"/>
              <a:gd name="connsiteY877" fmla="*/ 2233836 h 6858000"/>
              <a:gd name="connsiteX878" fmla="*/ 4981539 w 7467600"/>
              <a:gd name="connsiteY878" fmla="*/ 1542201 h 6858000"/>
              <a:gd name="connsiteX879" fmla="*/ 4958461 w 7467600"/>
              <a:gd name="connsiteY879" fmla="*/ 1136957 h 6858000"/>
              <a:gd name="connsiteX880" fmla="*/ 4655015 w 7467600"/>
              <a:gd name="connsiteY880" fmla="*/ 891426 h 6858000"/>
              <a:gd name="connsiteX881" fmla="*/ 4348002 w 7467600"/>
              <a:gd name="connsiteY881" fmla="*/ 2205895 h 6858000"/>
              <a:gd name="connsiteX882" fmla="*/ 4262250 w 7467600"/>
              <a:gd name="connsiteY882" fmla="*/ 2219972 h 6858000"/>
              <a:gd name="connsiteX883" fmla="*/ 4550611 w 7467600"/>
              <a:gd name="connsiteY883" fmla="*/ 817540 h 6858000"/>
              <a:gd name="connsiteX884" fmla="*/ 4564418 w 7467600"/>
              <a:gd name="connsiteY884" fmla="*/ 808293 h 6858000"/>
              <a:gd name="connsiteX885" fmla="*/ 4266388 w 7467600"/>
              <a:gd name="connsiteY885" fmla="*/ 500083 h 6858000"/>
              <a:gd name="connsiteX886" fmla="*/ 4032842 w 7467600"/>
              <a:gd name="connsiteY886" fmla="*/ 211809 h 6858000"/>
              <a:gd name="connsiteX887" fmla="*/ 3882765 w 7467600"/>
              <a:gd name="connsiteY887" fmla="*/ 0 h 6858000"/>
              <a:gd name="connsiteX888" fmla="*/ 3721337 w 7467600"/>
              <a:gd name="connsiteY888" fmla="*/ 0 h 6858000"/>
              <a:gd name="connsiteX889" fmla="*/ 3797544 w 7467600"/>
              <a:gd name="connsiteY889" fmla="*/ 0 h 6858000"/>
              <a:gd name="connsiteX890" fmla="*/ 3775734 w 7467600"/>
              <a:gd name="connsiteY890" fmla="*/ 95131 h 6858000"/>
              <a:gd name="connsiteX891" fmla="*/ 3724807 w 7467600"/>
              <a:gd name="connsiteY891" fmla="*/ 272257 h 6858000"/>
              <a:gd name="connsiteX892" fmla="*/ 3726844 w 7467600"/>
              <a:gd name="connsiteY892" fmla="*/ 282988 h 6858000"/>
              <a:gd name="connsiteX893" fmla="*/ 3742664 w 7467600"/>
              <a:gd name="connsiteY893" fmla="*/ 279918 h 6858000"/>
              <a:gd name="connsiteX894" fmla="*/ 4103910 w 7467600"/>
              <a:gd name="connsiteY894" fmla="*/ 1161917 h 6858000"/>
              <a:gd name="connsiteX895" fmla="*/ 4020269 w 7467600"/>
              <a:gd name="connsiteY895" fmla="*/ 1200406 h 6858000"/>
              <a:gd name="connsiteX896" fmla="*/ 3674882 w 7467600"/>
              <a:gd name="connsiteY896" fmla="*/ 488524 h 6858000"/>
              <a:gd name="connsiteX897" fmla="*/ 3132682 w 7467600"/>
              <a:gd name="connsiteY897" fmla="*/ 1072284 h 6858000"/>
              <a:gd name="connsiteX898" fmla="*/ 2716346 w 7467600"/>
              <a:gd name="connsiteY898" fmla="*/ 1276376 h 6858000"/>
              <a:gd name="connsiteX899" fmla="*/ 2716772 w 7467600"/>
              <a:gd name="connsiteY899" fmla="*/ 1255462 h 6858000"/>
              <a:gd name="connsiteX900" fmla="*/ 3471096 w 7467600"/>
              <a:gd name="connsiteY900" fmla="*/ 437072 h 6858000"/>
              <a:gd name="connsiteX901" fmla="*/ 3639057 w 7467600"/>
              <a:gd name="connsiteY901" fmla="*/ 286334 h 6858000"/>
              <a:gd name="connsiteX902" fmla="*/ 3640309 w 7467600"/>
              <a:gd name="connsiteY902" fmla="*/ 284664 h 6858000"/>
              <a:gd name="connsiteX903" fmla="*/ 3646022 w 7467600"/>
              <a:gd name="connsiteY903" fmla="*/ 276711 h 6858000"/>
              <a:gd name="connsiteX904" fmla="*/ 3707943 w 7467600"/>
              <a:gd name="connsiteY904" fmla="*/ 65958 h 6858000"/>
              <a:gd name="connsiteX905" fmla="*/ 3721337 w 7467600"/>
              <a:gd name="connsiteY905" fmla="*/ 0 h 6858000"/>
              <a:gd name="connsiteX906" fmla="*/ 2867960 w 7467600"/>
              <a:gd name="connsiteY906" fmla="*/ 0 h 6858000"/>
              <a:gd name="connsiteX907" fmla="*/ 2926351 w 7467600"/>
              <a:gd name="connsiteY907" fmla="*/ 0 h 6858000"/>
              <a:gd name="connsiteX908" fmla="*/ 2902823 w 7467600"/>
              <a:gd name="connsiteY908" fmla="*/ 262929 h 6858000"/>
              <a:gd name="connsiteX909" fmla="*/ 2940663 w 7467600"/>
              <a:gd name="connsiteY909" fmla="*/ 140884 h 6858000"/>
              <a:gd name="connsiteX910" fmla="*/ 2947039 w 7467600"/>
              <a:gd name="connsiteY910" fmla="*/ 122524 h 6858000"/>
              <a:gd name="connsiteX911" fmla="*/ 2984316 w 7467600"/>
              <a:gd name="connsiteY911" fmla="*/ 0 h 6858000"/>
              <a:gd name="connsiteX912" fmla="*/ 3016114 w 7467600"/>
              <a:gd name="connsiteY912" fmla="*/ 0 h 6858000"/>
              <a:gd name="connsiteX913" fmla="*/ 2979949 w 7467600"/>
              <a:gd name="connsiteY913" fmla="*/ 119274 h 6858000"/>
              <a:gd name="connsiteX914" fmla="*/ 3023879 w 7467600"/>
              <a:gd name="connsiteY914" fmla="*/ 0 h 6858000"/>
              <a:gd name="connsiteX915" fmla="*/ 3105400 w 7467600"/>
              <a:gd name="connsiteY915" fmla="*/ 0 h 6858000"/>
              <a:gd name="connsiteX916" fmla="*/ 3094669 w 7467600"/>
              <a:gd name="connsiteY916" fmla="*/ 30308 h 6858000"/>
              <a:gd name="connsiteX917" fmla="*/ 2901945 w 7467600"/>
              <a:gd name="connsiteY917" fmla="*/ 466538 h 6858000"/>
              <a:gd name="connsiteX918" fmla="*/ 2815209 w 7467600"/>
              <a:gd name="connsiteY918" fmla="*/ 497361 h 6858000"/>
              <a:gd name="connsiteX919" fmla="*/ 2844845 w 7467600"/>
              <a:gd name="connsiteY919" fmla="*/ 127638 h 6858000"/>
              <a:gd name="connsiteX920" fmla="*/ 2867960 w 7467600"/>
              <a:gd name="connsiteY920" fmla="*/ 0 h 6858000"/>
              <a:gd name="connsiteX921" fmla="*/ 1057230 w 7467600"/>
              <a:gd name="connsiteY921" fmla="*/ 0 h 6858000"/>
              <a:gd name="connsiteX922" fmla="*/ 1111003 w 7467600"/>
              <a:gd name="connsiteY922" fmla="*/ 0 h 6858000"/>
              <a:gd name="connsiteX923" fmla="*/ 1125553 w 7467600"/>
              <a:gd name="connsiteY923" fmla="*/ 52588 h 6858000"/>
              <a:gd name="connsiteX924" fmla="*/ 1304276 w 7467600"/>
              <a:gd name="connsiteY924" fmla="*/ 476275 h 6858000"/>
              <a:gd name="connsiteX925" fmla="*/ 1492066 w 7467600"/>
              <a:gd name="connsiteY925" fmla="*/ 886333 h 6858000"/>
              <a:gd name="connsiteX926" fmla="*/ 1423698 w 7467600"/>
              <a:gd name="connsiteY926" fmla="*/ 710817 h 6858000"/>
              <a:gd name="connsiteX927" fmla="*/ 1357609 w 7467600"/>
              <a:gd name="connsiteY927" fmla="*/ 532892 h 6858000"/>
              <a:gd name="connsiteX928" fmla="*/ 1309550 w 7467600"/>
              <a:gd name="connsiteY928" fmla="*/ 374031 h 6858000"/>
              <a:gd name="connsiteX929" fmla="*/ 1193673 w 7467600"/>
              <a:gd name="connsiteY929" fmla="*/ 49533 h 6858000"/>
              <a:gd name="connsiteX930" fmla="*/ 1164391 w 7467600"/>
              <a:gd name="connsiteY930" fmla="*/ 0 h 6858000"/>
              <a:gd name="connsiteX931" fmla="*/ 1200666 w 7467600"/>
              <a:gd name="connsiteY931" fmla="*/ 0 h 6858000"/>
              <a:gd name="connsiteX932" fmla="*/ 1223408 w 7467600"/>
              <a:gd name="connsiteY932" fmla="*/ 38996 h 6858000"/>
              <a:gd name="connsiteX933" fmla="*/ 1339635 w 7467600"/>
              <a:gd name="connsiteY933" fmla="*/ 365517 h 6858000"/>
              <a:gd name="connsiteX934" fmla="*/ 1387469 w 7467600"/>
              <a:gd name="connsiteY934" fmla="*/ 523079 h 6858000"/>
              <a:gd name="connsiteX935" fmla="*/ 1452685 w 7467600"/>
              <a:gd name="connsiteY935" fmla="*/ 699806 h 6858000"/>
              <a:gd name="connsiteX936" fmla="*/ 1492092 w 7467600"/>
              <a:gd name="connsiteY936" fmla="*/ 800424 h 6858000"/>
              <a:gd name="connsiteX937" fmla="*/ 1455302 w 7467600"/>
              <a:gd name="connsiteY937" fmla="*/ 632913 h 6858000"/>
              <a:gd name="connsiteX938" fmla="*/ 1222336 w 7467600"/>
              <a:gd name="connsiteY938" fmla="*/ 9480 h 6858000"/>
              <a:gd name="connsiteX939" fmla="*/ 1214634 w 7467600"/>
              <a:gd name="connsiteY939" fmla="*/ 0 h 6858000"/>
              <a:gd name="connsiteX940" fmla="*/ 1289827 w 7467600"/>
              <a:gd name="connsiteY940" fmla="*/ 0 h 6858000"/>
              <a:gd name="connsiteX941" fmla="*/ 1321076 w 7467600"/>
              <a:gd name="connsiteY941" fmla="*/ 59722 h 6858000"/>
              <a:gd name="connsiteX942" fmla="*/ 1512579 w 7467600"/>
              <a:gd name="connsiteY942" fmla="*/ 626441 h 6858000"/>
              <a:gd name="connsiteX943" fmla="*/ 1506076 w 7467600"/>
              <a:gd name="connsiteY943" fmla="*/ 1089289 h 6858000"/>
              <a:gd name="connsiteX944" fmla="*/ 1486346 w 7467600"/>
              <a:gd name="connsiteY944" fmla="*/ 1079919 h 6858000"/>
              <a:gd name="connsiteX945" fmla="*/ 1070511 w 7467600"/>
              <a:gd name="connsiteY945" fmla="*/ 48609 h 6858000"/>
              <a:gd name="connsiteX946" fmla="*/ 1057230 w 7467600"/>
              <a:gd name="connsiteY946" fmla="*/ 0 h 6858000"/>
              <a:gd name="connsiteX947" fmla="*/ 43151 w 7467600"/>
              <a:gd name="connsiteY947" fmla="*/ 0 h 6858000"/>
              <a:gd name="connsiteX948" fmla="*/ 95283 w 7467600"/>
              <a:gd name="connsiteY948" fmla="*/ 0 h 6858000"/>
              <a:gd name="connsiteX949" fmla="*/ 300708 w 7467600"/>
              <a:gd name="connsiteY949" fmla="*/ 154571 h 6858000"/>
              <a:gd name="connsiteX950" fmla="*/ 530414 w 7467600"/>
              <a:gd name="connsiteY950" fmla="*/ 354673 h 6858000"/>
              <a:gd name="connsiteX951" fmla="*/ 333785 w 7467600"/>
              <a:gd name="connsiteY951" fmla="*/ 161564 h 6858000"/>
              <a:gd name="connsiteX952" fmla="*/ 147005 w 7467600"/>
              <a:gd name="connsiteY952" fmla="*/ 0 h 6858000"/>
              <a:gd name="connsiteX953" fmla="*/ 272509 w 7467600"/>
              <a:gd name="connsiteY953" fmla="*/ 0 h 6858000"/>
              <a:gd name="connsiteX954" fmla="*/ 326276 w 7467600"/>
              <a:gd name="connsiteY954" fmla="*/ 45847 h 6858000"/>
              <a:gd name="connsiteX955" fmla="*/ 823759 w 7467600"/>
              <a:gd name="connsiteY955" fmla="*/ 574145 h 6858000"/>
              <a:gd name="connsiteX956" fmla="*/ 811254 w 7467600"/>
              <a:gd name="connsiteY956" fmla="*/ 665546 h 6858000"/>
              <a:gd name="connsiteX957" fmla="*/ 154042 w 7467600"/>
              <a:gd name="connsiteY957" fmla="*/ 261522 h 6858000"/>
              <a:gd name="connsiteX958" fmla="*/ 13550 w 7467600"/>
              <a:gd name="connsiteY958" fmla="*/ 158423 h 6858000"/>
              <a:gd name="connsiteX959" fmla="*/ 0 w 7467600"/>
              <a:gd name="connsiteY959" fmla="*/ 146618 h 6858000"/>
              <a:gd name="connsiteX960" fmla="*/ 0 w 7467600"/>
              <a:gd name="connsiteY960" fmla="*/ 59161 h 6858000"/>
              <a:gd name="connsiteX961" fmla="*/ 45427 w 7467600"/>
              <a:gd name="connsiteY961" fmla="*/ 101078 h 6858000"/>
              <a:gd name="connsiteX962" fmla="*/ 630103 w 7467600"/>
              <a:gd name="connsiteY962" fmla="*/ 485885 h 6858000"/>
              <a:gd name="connsiteX963" fmla="*/ 532040 w 7467600"/>
              <a:gd name="connsiteY963" fmla="*/ 399359 h 6858000"/>
              <a:gd name="connsiteX964" fmla="*/ 517618 w 7467600"/>
              <a:gd name="connsiteY964" fmla="*/ 385726 h 6858000"/>
              <a:gd name="connsiteX965" fmla="*/ 285074 w 7467600"/>
              <a:gd name="connsiteY965" fmla="*/ 182755 h 6858000"/>
              <a:gd name="connsiteX966" fmla="*/ 43151 w 7467600"/>
              <a:gd name="connsiteY966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7454976 w 7467600"/>
              <a:gd name="connsiteY74" fmla="*/ 6318297 h 6858000"/>
              <a:gd name="connsiteX75" fmla="*/ 7379510 w 7467600"/>
              <a:gd name="connsiteY75" fmla="*/ 5755454 h 6858000"/>
              <a:gd name="connsiteX76" fmla="*/ 7467600 w 7467600"/>
              <a:gd name="connsiteY76" fmla="*/ 6012219 h 6858000"/>
              <a:gd name="connsiteX77" fmla="*/ 7356878 w 7467600"/>
              <a:gd name="connsiteY77" fmla="*/ 5981332 h 6858000"/>
              <a:gd name="connsiteX78" fmla="*/ 7467600 w 7467600"/>
              <a:gd name="connsiteY78" fmla="*/ 6117703 h 6858000"/>
              <a:gd name="connsiteX79" fmla="*/ 7467600 w 7467600"/>
              <a:gd name="connsiteY79" fmla="*/ 6163634 h 6858000"/>
              <a:gd name="connsiteX80" fmla="*/ 7403637 w 7467600"/>
              <a:gd name="connsiteY80" fmla="*/ 6083957 h 6858000"/>
              <a:gd name="connsiteX81" fmla="*/ 7254615 w 7467600"/>
              <a:gd name="connsiteY81" fmla="*/ 5911918 h 6858000"/>
              <a:gd name="connsiteX82" fmla="*/ 7312589 w 7467600"/>
              <a:gd name="connsiteY82" fmla="*/ 5982309 h 6858000"/>
              <a:gd name="connsiteX83" fmla="*/ 7448321 w 7467600"/>
              <a:gd name="connsiteY83" fmla="*/ 6190991 h 6858000"/>
              <a:gd name="connsiteX84" fmla="*/ 7467600 w 7467600"/>
              <a:gd name="connsiteY84" fmla="*/ 6221686 h 6858000"/>
              <a:gd name="connsiteX85" fmla="*/ 7467600 w 7467600"/>
              <a:gd name="connsiteY85" fmla="*/ 6334256 h 6858000"/>
              <a:gd name="connsiteX86" fmla="*/ 7454976 w 7467600"/>
              <a:gd name="connsiteY86" fmla="*/ 6318297 h 6858000"/>
              <a:gd name="connsiteX87" fmla="*/ 1456157 w 7467600"/>
              <a:gd name="connsiteY87" fmla="*/ 5371404 h 6858000"/>
              <a:gd name="connsiteX88" fmla="*/ 1244432 w 7467600"/>
              <a:gd name="connsiteY88" fmla="*/ 5385601 h 6858000"/>
              <a:gd name="connsiteX89" fmla="*/ 973990 w 7467600"/>
              <a:gd name="connsiteY89" fmla="*/ 5424940 h 6858000"/>
              <a:gd name="connsiteX90" fmla="*/ 1103809 w 7467600"/>
              <a:gd name="connsiteY90" fmla="*/ 5433720 h 6858000"/>
              <a:gd name="connsiteX91" fmla="*/ 1123454 w 7467600"/>
              <a:gd name="connsiteY91" fmla="*/ 5435727 h 6858000"/>
              <a:gd name="connsiteX92" fmla="*/ 1737017 w 7467600"/>
              <a:gd name="connsiteY92" fmla="*/ 5452183 h 6858000"/>
              <a:gd name="connsiteX93" fmla="*/ 1824397 w 7467600"/>
              <a:gd name="connsiteY93" fmla="*/ 5447757 h 6858000"/>
              <a:gd name="connsiteX94" fmla="*/ 2070059 w 7467600"/>
              <a:gd name="connsiteY94" fmla="*/ 5441660 h 6858000"/>
              <a:gd name="connsiteX95" fmla="*/ 1456157 w 7467600"/>
              <a:gd name="connsiteY95" fmla="*/ 5371404 h 6858000"/>
              <a:gd name="connsiteX96" fmla="*/ 4988186 w 7467600"/>
              <a:gd name="connsiteY96" fmla="*/ 5216467 h 6858000"/>
              <a:gd name="connsiteX97" fmla="*/ 4777334 w 7467600"/>
              <a:gd name="connsiteY97" fmla="*/ 5406072 h 6858000"/>
              <a:gd name="connsiteX98" fmla="*/ 4718341 w 7467600"/>
              <a:gd name="connsiteY98" fmla="*/ 5468043 h 6858000"/>
              <a:gd name="connsiteX99" fmla="*/ 4604655 w 7467600"/>
              <a:gd name="connsiteY99" fmla="*/ 5583434 h 6858000"/>
              <a:gd name="connsiteX100" fmla="*/ 4565074 w 7467600"/>
              <a:gd name="connsiteY100" fmla="*/ 5618550 h 6858000"/>
              <a:gd name="connsiteX101" fmla="*/ 4988186 w 7467600"/>
              <a:gd name="connsiteY101" fmla="*/ 5216467 h 6858000"/>
              <a:gd name="connsiteX102" fmla="*/ 4978032 w 7467600"/>
              <a:gd name="connsiteY102" fmla="*/ 5183809 h 6858000"/>
              <a:gd name="connsiteX103" fmla="*/ 4463413 w 7467600"/>
              <a:gd name="connsiteY103" fmla="*/ 5615162 h 6858000"/>
              <a:gd name="connsiteX104" fmla="*/ 4358134 w 7467600"/>
              <a:gd name="connsiteY104" fmla="*/ 5742791 h 6858000"/>
              <a:gd name="connsiteX105" fmla="*/ 4376219 w 7467600"/>
              <a:gd name="connsiteY105" fmla="*/ 5729027 h 6858000"/>
              <a:gd name="connsiteX106" fmla="*/ 4582340 w 7467600"/>
              <a:gd name="connsiteY106" fmla="*/ 5561037 h 6858000"/>
              <a:gd name="connsiteX107" fmla="*/ 4694684 w 7467600"/>
              <a:gd name="connsiteY107" fmla="*/ 5447098 h 6858000"/>
              <a:gd name="connsiteX108" fmla="*/ 4754123 w 7467600"/>
              <a:gd name="connsiteY108" fmla="*/ 5384643 h 6858000"/>
              <a:gd name="connsiteX109" fmla="*/ 4978032 w 7467600"/>
              <a:gd name="connsiteY109" fmla="*/ 5183809 h 6858000"/>
              <a:gd name="connsiteX110" fmla="*/ 1903353 w 7467600"/>
              <a:gd name="connsiteY110" fmla="*/ 5044827 h 6858000"/>
              <a:gd name="connsiteX111" fmla="*/ 1936931 w 7467600"/>
              <a:gd name="connsiteY111" fmla="*/ 5093954 h 6858000"/>
              <a:gd name="connsiteX112" fmla="*/ 2195868 w 7467600"/>
              <a:gd name="connsiteY112" fmla="*/ 5396574 h 6858000"/>
              <a:gd name="connsiteX113" fmla="*/ 2088852 w 7467600"/>
              <a:gd name="connsiteY113" fmla="*/ 5166123 h 6858000"/>
              <a:gd name="connsiteX114" fmla="*/ 1958241 w 7467600"/>
              <a:gd name="connsiteY114" fmla="*/ 5067955 h 6858000"/>
              <a:gd name="connsiteX115" fmla="*/ 1903353 w 7467600"/>
              <a:gd name="connsiteY115" fmla="*/ 5044827 h 6858000"/>
              <a:gd name="connsiteX116" fmla="*/ 1979378 w 7467600"/>
              <a:gd name="connsiteY116" fmla="*/ 4769504 h 6858000"/>
              <a:gd name="connsiteX117" fmla="*/ 2882120 w 7467600"/>
              <a:gd name="connsiteY117" fmla="*/ 5064547 h 6858000"/>
              <a:gd name="connsiteX118" fmla="*/ 2793103 w 7467600"/>
              <a:gd name="connsiteY118" fmla="*/ 5039699 h 6858000"/>
              <a:gd name="connsiteX119" fmla="*/ 2770041 w 7467600"/>
              <a:gd name="connsiteY119" fmla="*/ 5033634 h 6858000"/>
              <a:gd name="connsiteX120" fmla="*/ 1979378 w 7467600"/>
              <a:gd name="connsiteY120" fmla="*/ 4769504 h 6858000"/>
              <a:gd name="connsiteX121" fmla="*/ 1927410 w 7467600"/>
              <a:gd name="connsiteY121" fmla="*/ 4716164 h 6858000"/>
              <a:gd name="connsiteX122" fmla="*/ 1959587 w 7467600"/>
              <a:gd name="connsiteY122" fmla="*/ 4728849 h 6858000"/>
              <a:gd name="connsiteX123" fmla="*/ 2777707 w 7467600"/>
              <a:gd name="connsiteY123" fmla="*/ 5003991 h 6858000"/>
              <a:gd name="connsiteX124" fmla="*/ 2800768 w 7467600"/>
              <a:gd name="connsiteY124" fmla="*/ 5010056 h 6858000"/>
              <a:gd name="connsiteX125" fmla="*/ 2879408 w 7467600"/>
              <a:gd name="connsiteY125" fmla="*/ 5031590 h 6858000"/>
              <a:gd name="connsiteX126" fmla="*/ 2862295 w 7467600"/>
              <a:gd name="connsiteY126" fmla="*/ 5022958 h 6858000"/>
              <a:gd name="connsiteX127" fmla="*/ 2813343 w 7467600"/>
              <a:gd name="connsiteY127" fmla="*/ 4998369 h 6858000"/>
              <a:gd name="connsiteX128" fmla="*/ 2646245 w 7467600"/>
              <a:gd name="connsiteY128" fmla="*/ 4930999 h 6858000"/>
              <a:gd name="connsiteX129" fmla="*/ 1999243 w 7467600"/>
              <a:gd name="connsiteY129" fmla="*/ 4730524 h 6858000"/>
              <a:gd name="connsiteX130" fmla="*/ 1979527 w 7467600"/>
              <a:gd name="connsiteY130" fmla="*/ 4726651 h 6858000"/>
              <a:gd name="connsiteX131" fmla="*/ 1927410 w 7467600"/>
              <a:gd name="connsiteY131" fmla="*/ 4716164 h 6858000"/>
              <a:gd name="connsiteX132" fmla="*/ 1997014 w 7467600"/>
              <a:gd name="connsiteY132" fmla="*/ 4698007 h 6858000"/>
              <a:gd name="connsiteX133" fmla="*/ 2005458 w 7467600"/>
              <a:gd name="connsiteY133" fmla="*/ 4699540 h 6858000"/>
              <a:gd name="connsiteX134" fmla="*/ 2657186 w 7467600"/>
              <a:gd name="connsiteY134" fmla="*/ 4901687 h 6858000"/>
              <a:gd name="connsiteX135" fmla="*/ 2826662 w 7467600"/>
              <a:gd name="connsiteY135" fmla="*/ 4970362 h 6858000"/>
              <a:gd name="connsiteX136" fmla="*/ 2876100 w 7467600"/>
              <a:gd name="connsiteY136" fmla="*/ 4995397 h 6858000"/>
              <a:gd name="connsiteX137" fmla="*/ 3042600 w 7467600"/>
              <a:gd name="connsiteY137" fmla="*/ 5059532 h 6858000"/>
              <a:gd name="connsiteX138" fmla="*/ 1997014 w 7467600"/>
              <a:gd name="connsiteY138" fmla="*/ 4698007 h 6858000"/>
              <a:gd name="connsiteX139" fmla="*/ 2305292 w 7467600"/>
              <a:gd name="connsiteY139" fmla="*/ 4219492 h 6858000"/>
              <a:gd name="connsiteX140" fmla="*/ 3360922 w 7467600"/>
              <a:gd name="connsiteY140" fmla="*/ 4529373 h 6858000"/>
              <a:gd name="connsiteX141" fmla="*/ 3492420 w 7467600"/>
              <a:gd name="connsiteY141" fmla="*/ 4510145 h 6858000"/>
              <a:gd name="connsiteX142" fmla="*/ 3364086 w 7467600"/>
              <a:gd name="connsiteY142" fmla="*/ 4480340 h 6858000"/>
              <a:gd name="connsiteX143" fmla="*/ 3225818 w 7467600"/>
              <a:gd name="connsiteY143" fmla="*/ 4411822 h 6858000"/>
              <a:gd name="connsiteX144" fmla="*/ 3129696 w 7467600"/>
              <a:gd name="connsiteY144" fmla="*/ 4360704 h 6858000"/>
              <a:gd name="connsiteX145" fmla="*/ 2814545 w 7467600"/>
              <a:gd name="connsiteY145" fmla="*/ 4282955 h 6858000"/>
              <a:gd name="connsiteX146" fmla="*/ 2305292 w 7467600"/>
              <a:gd name="connsiteY146" fmla="*/ 4219492 h 6858000"/>
              <a:gd name="connsiteX147" fmla="*/ 2626982 w 7467600"/>
              <a:gd name="connsiteY147" fmla="*/ 4206450 h 6858000"/>
              <a:gd name="connsiteX148" fmla="*/ 2490617 w 7467600"/>
              <a:gd name="connsiteY148" fmla="*/ 4206951 h 6858000"/>
              <a:gd name="connsiteX149" fmla="*/ 2819869 w 7467600"/>
              <a:gd name="connsiteY149" fmla="*/ 4252936 h 6858000"/>
              <a:gd name="connsiteX150" fmla="*/ 3143018 w 7467600"/>
              <a:gd name="connsiteY150" fmla="*/ 4332698 h 6858000"/>
              <a:gd name="connsiteX151" fmla="*/ 3241520 w 7467600"/>
              <a:gd name="connsiteY151" fmla="*/ 4385112 h 6858000"/>
              <a:gd name="connsiteX152" fmla="*/ 3374575 w 7467600"/>
              <a:gd name="connsiteY152" fmla="*/ 4451517 h 6858000"/>
              <a:gd name="connsiteX153" fmla="*/ 3505221 w 7467600"/>
              <a:gd name="connsiteY153" fmla="*/ 4480757 h 6858000"/>
              <a:gd name="connsiteX154" fmla="*/ 2626982 w 7467600"/>
              <a:gd name="connsiteY154" fmla="*/ 4206450 h 6858000"/>
              <a:gd name="connsiteX155" fmla="*/ 1310106 w 7467600"/>
              <a:gd name="connsiteY155" fmla="*/ 3943217 h 6858000"/>
              <a:gd name="connsiteX156" fmla="*/ 854994 w 7467600"/>
              <a:gd name="connsiteY156" fmla="*/ 4399136 h 6858000"/>
              <a:gd name="connsiteX157" fmla="*/ 742462 w 7467600"/>
              <a:gd name="connsiteY157" fmla="*/ 4594648 h 6858000"/>
              <a:gd name="connsiteX158" fmla="*/ 820602 w 7467600"/>
              <a:gd name="connsiteY158" fmla="*/ 4485915 h 6858000"/>
              <a:gd name="connsiteX159" fmla="*/ 878295 w 7467600"/>
              <a:gd name="connsiteY159" fmla="*/ 4403594 h 6858000"/>
              <a:gd name="connsiteX160" fmla="*/ 1240607 w 7467600"/>
              <a:gd name="connsiteY160" fmla="*/ 4010401 h 6858000"/>
              <a:gd name="connsiteX161" fmla="*/ 1310106 w 7467600"/>
              <a:gd name="connsiteY161" fmla="*/ 3943217 h 6858000"/>
              <a:gd name="connsiteX162" fmla="*/ 1423113 w 7467600"/>
              <a:gd name="connsiteY162" fmla="*/ 3874565 h 6858000"/>
              <a:gd name="connsiteX163" fmla="*/ 1260565 w 7467600"/>
              <a:gd name="connsiteY163" fmla="*/ 4031982 h 6858000"/>
              <a:gd name="connsiteX164" fmla="*/ 901900 w 7467600"/>
              <a:gd name="connsiteY164" fmla="*/ 4421236 h 6858000"/>
              <a:gd name="connsiteX165" fmla="*/ 845044 w 7467600"/>
              <a:gd name="connsiteY165" fmla="*/ 4502436 h 6858000"/>
              <a:gd name="connsiteX166" fmla="*/ 685926 w 7467600"/>
              <a:gd name="connsiteY166" fmla="*/ 4703069 h 6858000"/>
              <a:gd name="connsiteX167" fmla="*/ 684248 w 7467600"/>
              <a:gd name="connsiteY167" fmla="*/ 4706721 h 6858000"/>
              <a:gd name="connsiteX168" fmla="*/ 1423113 w 7467600"/>
              <a:gd name="connsiteY168" fmla="*/ 3874565 h 6858000"/>
              <a:gd name="connsiteX169" fmla="*/ 3316479 w 7467600"/>
              <a:gd name="connsiteY169" fmla="*/ 3872136 h 6858000"/>
              <a:gd name="connsiteX170" fmla="*/ 3546806 w 7467600"/>
              <a:gd name="connsiteY170" fmla="*/ 4356139 h 6858000"/>
              <a:gd name="connsiteX171" fmla="*/ 3364433 w 7467600"/>
              <a:gd name="connsiteY171" fmla="*/ 3953121 h 6858000"/>
              <a:gd name="connsiteX172" fmla="*/ 3316479 w 7467600"/>
              <a:gd name="connsiteY172" fmla="*/ 3872136 h 6858000"/>
              <a:gd name="connsiteX173" fmla="*/ 3291335 w 7467600"/>
              <a:gd name="connsiteY173" fmla="*/ 3767420 h 6858000"/>
              <a:gd name="connsiteX174" fmla="*/ 3390805 w 7467600"/>
              <a:gd name="connsiteY174" fmla="*/ 3937163 h 6858000"/>
              <a:gd name="connsiteX175" fmla="*/ 3579062 w 7467600"/>
              <a:gd name="connsiteY175" fmla="*/ 4359040 h 6858000"/>
              <a:gd name="connsiteX176" fmla="*/ 3467355 w 7467600"/>
              <a:gd name="connsiteY176" fmla="*/ 3988130 h 6858000"/>
              <a:gd name="connsiteX177" fmla="*/ 3310753 w 7467600"/>
              <a:gd name="connsiteY177" fmla="*/ 3787140 h 6858000"/>
              <a:gd name="connsiteX178" fmla="*/ 3291335 w 7467600"/>
              <a:gd name="connsiteY178" fmla="*/ 3767420 h 6858000"/>
              <a:gd name="connsiteX179" fmla="*/ 1635889 w 7467600"/>
              <a:gd name="connsiteY179" fmla="*/ 3709494 h 6858000"/>
              <a:gd name="connsiteX180" fmla="*/ 1634800 w 7467600"/>
              <a:gd name="connsiteY180" fmla="*/ 3731111 h 6858000"/>
              <a:gd name="connsiteX181" fmla="*/ 1635889 w 7467600"/>
              <a:gd name="connsiteY181" fmla="*/ 3709494 h 6858000"/>
              <a:gd name="connsiteX182" fmla="*/ 1510397 w 7467600"/>
              <a:gd name="connsiteY182" fmla="*/ 3684705 h 6858000"/>
              <a:gd name="connsiteX183" fmla="*/ 1146550 w 7467600"/>
              <a:gd name="connsiteY183" fmla="*/ 3802012 h 6858000"/>
              <a:gd name="connsiteX184" fmla="*/ 698834 w 7467600"/>
              <a:gd name="connsiteY184" fmla="*/ 3952272 h 6858000"/>
              <a:gd name="connsiteX185" fmla="*/ 34256 w 7467600"/>
              <a:gd name="connsiteY185" fmla="*/ 4347603 h 6858000"/>
              <a:gd name="connsiteX186" fmla="*/ 527241 w 7467600"/>
              <a:gd name="connsiteY186" fmla="*/ 4065078 h 6858000"/>
              <a:gd name="connsiteX187" fmla="*/ 1510397 w 7467600"/>
              <a:gd name="connsiteY187" fmla="*/ 3684705 h 6858000"/>
              <a:gd name="connsiteX188" fmla="*/ 1313114 w 7467600"/>
              <a:gd name="connsiteY188" fmla="*/ 3655216 h 6858000"/>
              <a:gd name="connsiteX189" fmla="*/ 1109304 w 7467600"/>
              <a:gd name="connsiteY189" fmla="*/ 3669030 h 6858000"/>
              <a:gd name="connsiteX190" fmla="*/ 8129 w 7467600"/>
              <a:gd name="connsiteY190" fmla="*/ 4330519 h 6858000"/>
              <a:gd name="connsiteX191" fmla="*/ 687572 w 7467600"/>
              <a:gd name="connsiteY191" fmla="*/ 3925629 h 6858000"/>
              <a:gd name="connsiteX192" fmla="*/ 1138365 w 7467600"/>
              <a:gd name="connsiteY192" fmla="*/ 3774515 h 6858000"/>
              <a:gd name="connsiteX193" fmla="*/ 1505579 w 7467600"/>
              <a:gd name="connsiteY193" fmla="*/ 3655526 h 6858000"/>
              <a:gd name="connsiteX194" fmla="*/ 1313114 w 7467600"/>
              <a:gd name="connsiteY194" fmla="*/ 3655216 h 6858000"/>
              <a:gd name="connsiteX195" fmla="*/ 3655073 w 7467600"/>
              <a:gd name="connsiteY195" fmla="*/ 3650884 h 6858000"/>
              <a:gd name="connsiteX196" fmla="*/ 3989938 w 7467600"/>
              <a:gd name="connsiteY196" fmla="*/ 3991685 h 6858000"/>
              <a:gd name="connsiteX197" fmla="*/ 4393907 w 7467600"/>
              <a:gd name="connsiteY197" fmla="*/ 4261258 h 6858000"/>
              <a:gd name="connsiteX198" fmla="*/ 4648051 w 7467600"/>
              <a:gd name="connsiteY198" fmla="*/ 4374051 h 6858000"/>
              <a:gd name="connsiteX199" fmla="*/ 4383389 w 7467600"/>
              <a:gd name="connsiteY199" fmla="*/ 4184369 h 6858000"/>
              <a:gd name="connsiteX200" fmla="*/ 4165508 w 7467600"/>
              <a:gd name="connsiteY200" fmla="*/ 4035196 h 6858000"/>
              <a:gd name="connsiteX201" fmla="*/ 4068162 w 7467600"/>
              <a:gd name="connsiteY201" fmla="*/ 3953394 h 6858000"/>
              <a:gd name="connsiteX202" fmla="*/ 3981416 w 7467600"/>
              <a:gd name="connsiteY202" fmla="*/ 3880482 h 6858000"/>
              <a:gd name="connsiteX203" fmla="*/ 3800147 w 7467600"/>
              <a:gd name="connsiteY203" fmla="*/ 3749872 h 6858000"/>
              <a:gd name="connsiteX204" fmla="*/ 3655073 w 7467600"/>
              <a:gd name="connsiteY204" fmla="*/ 3650884 h 6858000"/>
              <a:gd name="connsiteX205" fmla="*/ 3670252 w 7467600"/>
              <a:gd name="connsiteY205" fmla="*/ 3622798 h 6858000"/>
              <a:gd name="connsiteX206" fmla="*/ 3817258 w 7467600"/>
              <a:gd name="connsiteY206" fmla="*/ 3723577 h 6858000"/>
              <a:gd name="connsiteX207" fmla="*/ 4000461 w 7467600"/>
              <a:gd name="connsiteY207" fmla="*/ 3855966 h 6858000"/>
              <a:gd name="connsiteX208" fmla="*/ 4088180 w 7467600"/>
              <a:gd name="connsiteY208" fmla="*/ 3929774 h 6858000"/>
              <a:gd name="connsiteX209" fmla="*/ 4184555 w 7467600"/>
              <a:gd name="connsiteY209" fmla="*/ 4010683 h 6858000"/>
              <a:gd name="connsiteX210" fmla="*/ 4399563 w 7467600"/>
              <a:gd name="connsiteY210" fmla="*/ 4158106 h 6858000"/>
              <a:gd name="connsiteX211" fmla="*/ 4684469 w 7467600"/>
              <a:gd name="connsiteY211" fmla="*/ 4364680 h 6858000"/>
              <a:gd name="connsiteX212" fmla="*/ 4690271 w 7467600"/>
              <a:gd name="connsiteY212" fmla="*/ 4370034 h 6858000"/>
              <a:gd name="connsiteX213" fmla="*/ 4136093 w 7467600"/>
              <a:gd name="connsiteY213" fmla="*/ 3858466 h 6858000"/>
              <a:gd name="connsiteX214" fmla="*/ 3670252 w 7467600"/>
              <a:gd name="connsiteY214" fmla="*/ 3622798 h 6858000"/>
              <a:gd name="connsiteX215" fmla="*/ 4440129 w 7467600"/>
              <a:gd name="connsiteY215" fmla="*/ 3448571 h 6858000"/>
              <a:gd name="connsiteX216" fmla="*/ 4856525 w 7467600"/>
              <a:gd name="connsiteY216" fmla="*/ 3915351 h 6858000"/>
              <a:gd name="connsiteX217" fmla="*/ 5059055 w 7467600"/>
              <a:gd name="connsiteY217" fmla="*/ 4108918 h 6858000"/>
              <a:gd name="connsiteX218" fmla="*/ 5290070 w 7467600"/>
              <a:gd name="connsiteY218" fmla="*/ 4263619 h 6858000"/>
              <a:gd name="connsiteX219" fmla="*/ 4834991 w 7467600"/>
              <a:gd name="connsiteY219" fmla="*/ 3830985 h 6858000"/>
              <a:gd name="connsiteX220" fmla="*/ 4440129 w 7467600"/>
              <a:gd name="connsiteY220" fmla="*/ 3448571 h 6858000"/>
              <a:gd name="connsiteX221" fmla="*/ 4441737 w 7467600"/>
              <a:gd name="connsiteY221" fmla="*/ 3399734 h 6858000"/>
              <a:gd name="connsiteX222" fmla="*/ 4431236 w 7467600"/>
              <a:gd name="connsiteY222" fmla="*/ 3400954 h 6858000"/>
              <a:gd name="connsiteX223" fmla="*/ 4557150 w 7467600"/>
              <a:gd name="connsiteY223" fmla="*/ 3510023 h 6858000"/>
              <a:gd name="connsiteX224" fmla="*/ 4856936 w 7467600"/>
              <a:gd name="connsiteY224" fmla="*/ 3809146 h 6858000"/>
              <a:gd name="connsiteX225" fmla="*/ 5111996 w 7467600"/>
              <a:gd name="connsiteY225" fmla="*/ 4065759 h 6858000"/>
              <a:gd name="connsiteX226" fmla="*/ 5388878 w 7467600"/>
              <a:gd name="connsiteY226" fmla="*/ 4300185 h 6858000"/>
              <a:gd name="connsiteX227" fmla="*/ 5425556 w 7467600"/>
              <a:gd name="connsiteY227" fmla="*/ 4308967 h 6858000"/>
              <a:gd name="connsiteX228" fmla="*/ 4943646 w 7467600"/>
              <a:gd name="connsiteY228" fmla="*/ 3822916 h 6858000"/>
              <a:gd name="connsiteX229" fmla="*/ 4594837 w 7467600"/>
              <a:gd name="connsiteY229" fmla="*/ 3532274 h 6858000"/>
              <a:gd name="connsiteX230" fmla="*/ 4441737 w 7467600"/>
              <a:gd name="connsiteY230" fmla="*/ 3399734 h 6858000"/>
              <a:gd name="connsiteX231" fmla="*/ 5425834 w 7467600"/>
              <a:gd name="connsiteY231" fmla="*/ 3162785 h 6858000"/>
              <a:gd name="connsiteX232" fmla="*/ 5401644 w 7467600"/>
              <a:gd name="connsiteY232" fmla="*/ 3617847 h 6858000"/>
              <a:gd name="connsiteX233" fmla="*/ 5467256 w 7467600"/>
              <a:gd name="connsiteY233" fmla="*/ 4175494 h 6858000"/>
              <a:gd name="connsiteX234" fmla="*/ 5448069 w 7467600"/>
              <a:gd name="connsiteY234" fmla="*/ 3567554 h 6858000"/>
              <a:gd name="connsiteX235" fmla="*/ 5425834 w 7467600"/>
              <a:gd name="connsiteY235" fmla="*/ 3162785 h 6858000"/>
              <a:gd name="connsiteX236" fmla="*/ 1318687 w 7467600"/>
              <a:gd name="connsiteY236" fmla="*/ 3113840 h 6858000"/>
              <a:gd name="connsiteX237" fmla="*/ 1066793 w 7467600"/>
              <a:gd name="connsiteY237" fmla="*/ 3212171 h 6858000"/>
              <a:gd name="connsiteX238" fmla="*/ 993319 w 7467600"/>
              <a:gd name="connsiteY238" fmla="*/ 3247648 h 6858000"/>
              <a:gd name="connsiteX239" fmla="*/ 853081 w 7467600"/>
              <a:gd name="connsiteY239" fmla="*/ 3312410 h 6858000"/>
              <a:gd name="connsiteX240" fmla="*/ 805957 w 7467600"/>
              <a:gd name="connsiteY240" fmla="*/ 3330443 h 6858000"/>
              <a:gd name="connsiteX241" fmla="*/ 1318687 w 7467600"/>
              <a:gd name="connsiteY241" fmla="*/ 3113840 h 6858000"/>
              <a:gd name="connsiteX242" fmla="*/ 5453702 w 7467600"/>
              <a:gd name="connsiteY242" fmla="*/ 3090882 h 6858000"/>
              <a:gd name="connsiteX243" fmla="*/ 5480135 w 7467600"/>
              <a:gd name="connsiteY243" fmla="*/ 3565802 h 6858000"/>
              <a:gd name="connsiteX244" fmla="*/ 5499023 w 7467600"/>
              <a:gd name="connsiteY244" fmla="*/ 4166310 h 6858000"/>
              <a:gd name="connsiteX245" fmla="*/ 5547022 w 7467600"/>
              <a:gd name="connsiteY245" fmla="*/ 3607838 h 6858000"/>
              <a:gd name="connsiteX246" fmla="*/ 5515964 w 7467600"/>
              <a:gd name="connsiteY246" fmla="*/ 3378541 h 6858000"/>
              <a:gd name="connsiteX247" fmla="*/ 5453702 w 7467600"/>
              <a:gd name="connsiteY247" fmla="*/ 3090882 h 6858000"/>
              <a:gd name="connsiteX248" fmla="*/ 1238695 w 7467600"/>
              <a:gd name="connsiteY248" fmla="*/ 3076820 h 6858000"/>
              <a:gd name="connsiteX249" fmla="*/ 716371 w 7467600"/>
              <a:gd name="connsiteY249" fmla="*/ 3293249 h 6858000"/>
              <a:gd name="connsiteX250" fmla="*/ 579522 w 7467600"/>
              <a:gd name="connsiteY250" fmla="*/ 3371759 h 6858000"/>
              <a:gd name="connsiteX251" fmla="*/ 600288 w 7467600"/>
              <a:gd name="connsiteY251" fmla="*/ 3365555 h 6858000"/>
              <a:gd name="connsiteX252" fmla="*/ 840692 w 7467600"/>
              <a:gd name="connsiteY252" fmla="*/ 3284921 h 6858000"/>
              <a:gd name="connsiteX253" fmla="*/ 979248 w 7467600"/>
              <a:gd name="connsiteY253" fmla="*/ 3221003 h 6858000"/>
              <a:gd name="connsiteX254" fmla="*/ 1053282 w 7467600"/>
              <a:gd name="connsiteY254" fmla="*/ 3185247 h 6858000"/>
              <a:gd name="connsiteX255" fmla="*/ 1320603 w 7467600"/>
              <a:gd name="connsiteY255" fmla="*/ 3081281 h 6858000"/>
              <a:gd name="connsiteX256" fmla="*/ 1238695 w 7467600"/>
              <a:gd name="connsiteY256" fmla="*/ 3076820 h 6858000"/>
              <a:gd name="connsiteX257" fmla="*/ 5425627 w 7467600"/>
              <a:gd name="connsiteY257" fmla="*/ 2954192 h 6858000"/>
              <a:gd name="connsiteX258" fmla="*/ 5470770 w 7467600"/>
              <a:gd name="connsiteY258" fmla="*/ 3005435 h 6858000"/>
              <a:gd name="connsiteX259" fmla="*/ 5519779 w 7467600"/>
              <a:gd name="connsiteY259" fmla="*/ 4359223 h 6858000"/>
              <a:gd name="connsiteX260" fmla="*/ 5520293 w 7467600"/>
              <a:gd name="connsiteY260" fmla="*/ 4360602 h 6858000"/>
              <a:gd name="connsiteX261" fmla="*/ 5767221 w 7467600"/>
              <a:gd name="connsiteY261" fmla="*/ 4665564 h 6858000"/>
              <a:gd name="connsiteX262" fmla="*/ 6937169 w 7467600"/>
              <a:gd name="connsiteY262" fmla="*/ 4815941 h 6858000"/>
              <a:gd name="connsiteX263" fmla="*/ 6953922 w 7467600"/>
              <a:gd name="connsiteY263" fmla="*/ 4890068 h 6858000"/>
              <a:gd name="connsiteX264" fmla="*/ 6071359 w 7467600"/>
              <a:gd name="connsiteY264" fmla="*/ 4770770 h 6858000"/>
              <a:gd name="connsiteX265" fmla="*/ 6038839 w 7467600"/>
              <a:gd name="connsiteY265" fmla="*/ 4764474 h 6858000"/>
              <a:gd name="connsiteX266" fmla="*/ 6038706 w 7467600"/>
              <a:gd name="connsiteY266" fmla="*/ 4763847 h 6858000"/>
              <a:gd name="connsiteX267" fmla="*/ 6037784 w 7467600"/>
              <a:gd name="connsiteY267" fmla="*/ 4764270 h 6858000"/>
              <a:gd name="connsiteX268" fmla="*/ 6038839 w 7467600"/>
              <a:gd name="connsiteY268" fmla="*/ 4764474 h 6858000"/>
              <a:gd name="connsiteX269" fmla="*/ 6040338 w 7467600"/>
              <a:gd name="connsiteY269" fmla="*/ 4771418 h 6858000"/>
              <a:gd name="connsiteX270" fmla="*/ 6024488 w 7467600"/>
              <a:gd name="connsiteY270" fmla="*/ 4809903 h 6858000"/>
              <a:gd name="connsiteX271" fmla="*/ 5599771 w 7467600"/>
              <a:gd name="connsiteY271" fmla="*/ 5509652 h 6858000"/>
              <a:gd name="connsiteX272" fmla="*/ 5548843 w 7467600"/>
              <a:gd name="connsiteY272" fmla="*/ 5563845 h 6858000"/>
              <a:gd name="connsiteX273" fmla="*/ 5940952 w 7467600"/>
              <a:gd name="connsiteY273" fmla="*/ 6250028 h 6858000"/>
              <a:gd name="connsiteX274" fmla="*/ 6043441 w 7467600"/>
              <a:gd name="connsiteY274" fmla="*/ 6665847 h 6858000"/>
              <a:gd name="connsiteX275" fmla="*/ 6093432 w 7467600"/>
              <a:gd name="connsiteY275" fmla="*/ 6858000 h 6858000"/>
              <a:gd name="connsiteX276" fmla="*/ 6034344 w 7467600"/>
              <a:gd name="connsiteY276" fmla="*/ 6858000 h 6858000"/>
              <a:gd name="connsiteX277" fmla="*/ 6026679 w 7467600"/>
              <a:gd name="connsiteY277" fmla="*/ 6836959 h 6858000"/>
              <a:gd name="connsiteX278" fmla="*/ 5800441 w 7467600"/>
              <a:gd name="connsiteY278" fmla="*/ 6335286 h 6858000"/>
              <a:gd name="connsiteX279" fmla="*/ 5526562 w 7467600"/>
              <a:gd name="connsiteY279" fmla="*/ 5705388 h 6858000"/>
              <a:gd name="connsiteX280" fmla="*/ 5519640 w 7467600"/>
              <a:gd name="connsiteY280" fmla="*/ 5683774 h 6858000"/>
              <a:gd name="connsiteX281" fmla="*/ 5844559 w 7467600"/>
              <a:gd name="connsiteY281" fmla="*/ 6553349 h 6858000"/>
              <a:gd name="connsiteX282" fmla="*/ 5975994 w 7467600"/>
              <a:gd name="connsiteY282" fmla="*/ 6858000 h 6858000"/>
              <a:gd name="connsiteX283" fmla="*/ 5898547 w 7467600"/>
              <a:gd name="connsiteY283" fmla="*/ 6858000 h 6858000"/>
              <a:gd name="connsiteX284" fmla="*/ 5682041 w 7467600"/>
              <a:gd name="connsiteY284" fmla="*/ 6355860 h 6858000"/>
              <a:gd name="connsiteX285" fmla="*/ 5461758 w 7467600"/>
              <a:gd name="connsiteY285" fmla="*/ 5820220 h 6858000"/>
              <a:gd name="connsiteX286" fmla="*/ 5237282 w 7467600"/>
              <a:gd name="connsiteY286" fmla="*/ 6579086 h 6858000"/>
              <a:gd name="connsiteX287" fmla="*/ 5115009 w 7467600"/>
              <a:gd name="connsiteY287" fmla="*/ 6858000 h 6858000"/>
              <a:gd name="connsiteX288" fmla="*/ 5028074 w 7467600"/>
              <a:gd name="connsiteY288" fmla="*/ 6858000 h 6858000"/>
              <a:gd name="connsiteX289" fmla="*/ 5079508 w 7467600"/>
              <a:gd name="connsiteY289" fmla="*/ 6749074 h 6858000"/>
              <a:gd name="connsiteX290" fmla="*/ 5371846 w 7467600"/>
              <a:gd name="connsiteY290" fmla="*/ 5924413 h 6858000"/>
              <a:gd name="connsiteX291" fmla="*/ 5270512 w 7467600"/>
              <a:gd name="connsiteY291" fmla="*/ 6138975 h 6858000"/>
              <a:gd name="connsiteX292" fmla="*/ 5062409 w 7467600"/>
              <a:gd name="connsiteY292" fmla="*/ 6653544 h 6858000"/>
              <a:gd name="connsiteX293" fmla="*/ 5036628 w 7467600"/>
              <a:gd name="connsiteY293" fmla="*/ 6754247 h 6858000"/>
              <a:gd name="connsiteX294" fmla="*/ 5009112 w 7467600"/>
              <a:gd name="connsiteY294" fmla="*/ 6858000 h 6858000"/>
              <a:gd name="connsiteX295" fmla="*/ 4976679 w 7467600"/>
              <a:gd name="connsiteY295" fmla="*/ 6858000 h 6858000"/>
              <a:gd name="connsiteX296" fmla="*/ 5006537 w 7467600"/>
              <a:gd name="connsiteY296" fmla="*/ 6747068 h 6858000"/>
              <a:gd name="connsiteX297" fmla="*/ 5032723 w 7467600"/>
              <a:gd name="connsiteY297" fmla="*/ 6644957 h 6858000"/>
              <a:gd name="connsiteX298" fmla="*/ 5242949 w 7467600"/>
              <a:gd name="connsiteY298" fmla="*/ 6125175 h 6858000"/>
              <a:gd name="connsiteX299" fmla="*/ 5286321 w 7467600"/>
              <a:gd name="connsiteY299" fmla="*/ 6033555 h 6858000"/>
              <a:gd name="connsiteX300" fmla="*/ 5008210 w 7467600"/>
              <a:gd name="connsiteY300" fmla="*/ 6649194 h 6858000"/>
              <a:gd name="connsiteX301" fmla="*/ 4986321 w 7467600"/>
              <a:gd name="connsiteY301" fmla="*/ 6765687 h 6858000"/>
              <a:gd name="connsiteX302" fmla="*/ 4973474 w 7467600"/>
              <a:gd name="connsiteY302" fmla="*/ 6858000 h 6858000"/>
              <a:gd name="connsiteX303" fmla="*/ 4907178 w 7467600"/>
              <a:gd name="connsiteY303" fmla="*/ 6858000 h 6858000"/>
              <a:gd name="connsiteX304" fmla="*/ 4910810 w 7467600"/>
              <a:gd name="connsiteY304" fmla="*/ 6829660 h 6858000"/>
              <a:gd name="connsiteX305" fmla="*/ 4987461 w 7467600"/>
              <a:gd name="connsiteY305" fmla="*/ 6432994 h 6858000"/>
              <a:gd name="connsiteX306" fmla="*/ 5179262 w 7467600"/>
              <a:gd name="connsiteY306" fmla="*/ 6035044 h 6858000"/>
              <a:gd name="connsiteX307" fmla="*/ 4689678 w 7467600"/>
              <a:gd name="connsiteY307" fmla="*/ 6440241 h 6858000"/>
              <a:gd name="connsiteX308" fmla="*/ 4477543 w 7467600"/>
              <a:gd name="connsiteY308" fmla="*/ 6674836 h 6858000"/>
              <a:gd name="connsiteX309" fmla="*/ 4329957 w 7467600"/>
              <a:gd name="connsiteY309" fmla="*/ 6858000 h 6858000"/>
              <a:gd name="connsiteX310" fmla="*/ 4218595 w 7467600"/>
              <a:gd name="connsiteY310" fmla="*/ 6858000 h 6858000"/>
              <a:gd name="connsiteX311" fmla="*/ 4368888 w 7467600"/>
              <a:gd name="connsiteY311" fmla="*/ 6668412 h 6858000"/>
              <a:gd name="connsiteX312" fmla="*/ 4563091 w 7467600"/>
              <a:gd name="connsiteY312" fmla="*/ 6442508 h 6858000"/>
              <a:gd name="connsiteX313" fmla="*/ 5387324 w 7467600"/>
              <a:gd name="connsiteY313" fmla="*/ 5705830 h 6858000"/>
              <a:gd name="connsiteX314" fmla="*/ 5073620 w 7467600"/>
              <a:gd name="connsiteY314" fmla="*/ 5955437 h 6858000"/>
              <a:gd name="connsiteX315" fmla="*/ 4689789 w 7467600"/>
              <a:gd name="connsiteY315" fmla="*/ 6268382 h 6858000"/>
              <a:gd name="connsiteX316" fmla="*/ 4418722 w 7467600"/>
              <a:gd name="connsiteY316" fmla="*/ 6570886 h 6858000"/>
              <a:gd name="connsiteX317" fmla="*/ 4214944 w 7467600"/>
              <a:gd name="connsiteY317" fmla="*/ 6858000 h 6858000"/>
              <a:gd name="connsiteX318" fmla="*/ 4177898 w 7467600"/>
              <a:gd name="connsiteY318" fmla="*/ 6858000 h 6858000"/>
              <a:gd name="connsiteX319" fmla="*/ 4391597 w 7467600"/>
              <a:gd name="connsiteY319" fmla="*/ 6556370 h 6858000"/>
              <a:gd name="connsiteX320" fmla="*/ 4668889 w 7467600"/>
              <a:gd name="connsiteY320" fmla="*/ 6246399 h 6858000"/>
              <a:gd name="connsiteX321" fmla="*/ 5055427 w 7467600"/>
              <a:gd name="connsiteY321" fmla="*/ 5931476 h 6858000"/>
              <a:gd name="connsiteX322" fmla="*/ 5371814 w 7467600"/>
              <a:gd name="connsiteY322" fmla="*/ 5678975 h 6858000"/>
              <a:gd name="connsiteX323" fmla="*/ 4987918 w 7467600"/>
              <a:gd name="connsiteY323" fmla="*/ 5838701 h 6858000"/>
              <a:gd name="connsiteX324" fmla="*/ 4317146 w 7467600"/>
              <a:gd name="connsiteY324" fmla="*/ 6587716 h 6858000"/>
              <a:gd name="connsiteX325" fmla="*/ 4171627 w 7467600"/>
              <a:gd name="connsiteY325" fmla="*/ 6858000 h 6858000"/>
              <a:gd name="connsiteX326" fmla="*/ 4081585 w 7467600"/>
              <a:gd name="connsiteY326" fmla="*/ 6858000 h 6858000"/>
              <a:gd name="connsiteX327" fmla="*/ 4238603 w 7467600"/>
              <a:gd name="connsiteY327" fmla="*/ 6559341 h 6858000"/>
              <a:gd name="connsiteX328" fmla="*/ 4778333 w 7467600"/>
              <a:gd name="connsiteY328" fmla="*/ 5873626 h 6858000"/>
              <a:gd name="connsiteX329" fmla="*/ 5414185 w 7467600"/>
              <a:gd name="connsiteY329" fmla="*/ 5573882 h 6858000"/>
              <a:gd name="connsiteX330" fmla="*/ 5959648 w 7467600"/>
              <a:gd name="connsiteY330" fmla="*/ 4760797 h 6858000"/>
              <a:gd name="connsiteX331" fmla="*/ 5355019 w 7467600"/>
              <a:gd name="connsiteY331" fmla="*/ 4734672 h 6858000"/>
              <a:gd name="connsiteX332" fmla="*/ 5083565 w 7467600"/>
              <a:gd name="connsiteY332" fmla="*/ 5179121 h 6858000"/>
              <a:gd name="connsiteX333" fmla="*/ 4713577 w 7467600"/>
              <a:gd name="connsiteY333" fmla="*/ 5616803 h 6858000"/>
              <a:gd name="connsiteX334" fmla="*/ 3989559 w 7467600"/>
              <a:gd name="connsiteY334" fmla="*/ 6145945 h 6858000"/>
              <a:gd name="connsiteX335" fmla="*/ 3939824 w 7467600"/>
              <a:gd name="connsiteY335" fmla="*/ 6066900 h 6858000"/>
              <a:gd name="connsiteX336" fmla="*/ 4584537 w 7467600"/>
              <a:gd name="connsiteY336" fmla="*/ 5324826 h 6858000"/>
              <a:gd name="connsiteX337" fmla="*/ 5037105 w 7467600"/>
              <a:gd name="connsiteY337" fmla="*/ 5088765 h 6858000"/>
              <a:gd name="connsiteX338" fmla="*/ 5039930 w 7467600"/>
              <a:gd name="connsiteY338" fmla="*/ 5089585 h 6858000"/>
              <a:gd name="connsiteX339" fmla="*/ 5263764 w 7467600"/>
              <a:gd name="connsiteY339" fmla="*/ 4735525 h 6858000"/>
              <a:gd name="connsiteX340" fmla="*/ 4086300 w 7467600"/>
              <a:gd name="connsiteY340" fmla="*/ 4884599 h 6858000"/>
              <a:gd name="connsiteX341" fmla="*/ 4085485 w 7467600"/>
              <a:gd name="connsiteY341" fmla="*/ 4899070 h 6858000"/>
              <a:gd name="connsiteX342" fmla="*/ 3871915 w 7467600"/>
              <a:gd name="connsiteY342" fmla="*/ 5253645 h 6858000"/>
              <a:gd name="connsiteX343" fmla="*/ 3799374 w 7467600"/>
              <a:gd name="connsiteY343" fmla="*/ 5466127 h 6858000"/>
              <a:gd name="connsiteX344" fmla="*/ 3498850 w 7467600"/>
              <a:gd name="connsiteY344" fmla="*/ 6661888 h 6858000"/>
              <a:gd name="connsiteX345" fmla="*/ 3399216 w 7467600"/>
              <a:gd name="connsiteY345" fmla="*/ 6858000 h 6858000"/>
              <a:gd name="connsiteX346" fmla="*/ 3303688 w 7467600"/>
              <a:gd name="connsiteY346" fmla="*/ 6858000 h 6858000"/>
              <a:gd name="connsiteX347" fmla="*/ 3391774 w 7467600"/>
              <a:gd name="connsiteY347" fmla="*/ 6697181 h 6858000"/>
              <a:gd name="connsiteX348" fmla="*/ 3735540 w 7467600"/>
              <a:gd name="connsiteY348" fmla="*/ 5546923 h 6858000"/>
              <a:gd name="connsiteX349" fmla="*/ 3729438 w 7467600"/>
              <a:gd name="connsiteY349" fmla="*/ 5569058 h 6858000"/>
              <a:gd name="connsiteX350" fmla="*/ 3707782 w 7467600"/>
              <a:gd name="connsiteY350" fmla="*/ 5644908 h 6858000"/>
              <a:gd name="connsiteX351" fmla="*/ 3583827 w 7467600"/>
              <a:gd name="connsiteY351" fmla="*/ 6039215 h 6858000"/>
              <a:gd name="connsiteX352" fmla="*/ 3547861 w 7467600"/>
              <a:gd name="connsiteY352" fmla="*/ 6129609 h 6858000"/>
              <a:gd name="connsiteX353" fmla="*/ 3490905 w 7467600"/>
              <a:gd name="connsiteY353" fmla="*/ 6277660 h 6858000"/>
              <a:gd name="connsiteX354" fmla="*/ 3455859 w 7467600"/>
              <a:gd name="connsiteY354" fmla="*/ 6391301 h 6858000"/>
              <a:gd name="connsiteX355" fmla="*/ 3429112 w 7467600"/>
              <a:gd name="connsiteY355" fmla="*/ 6479469 h 6858000"/>
              <a:gd name="connsiteX356" fmla="*/ 3304862 w 7467600"/>
              <a:gd name="connsiteY356" fmla="*/ 6796476 h 6858000"/>
              <a:gd name="connsiteX357" fmla="*/ 3276071 w 7467600"/>
              <a:gd name="connsiteY357" fmla="*/ 6858000 h 6858000"/>
              <a:gd name="connsiteX358" fmla="*/ 3240805 w 7467600"/>
              <a:gd name="connsiteY358" fmla="*/ 6858000 h 6858000"/>
              <a:gd name="connsiteX359" fmla="*/ 3275917 w 7467600"/>
              <a:gd name="connsiteY359" fmla="*/ 6783192 h 6858000"/>
              <a:gd name="connsiteX360" fmla="*/ 3399358 w 7467600"/>
              <a:gd name="connsiteY360" fmla="*/ 6469011 h 6858000"/>
              <a:gd name="connsiteX361" fmla="*/ 3425650 w 7467600"/>
              <a:gd name="connsiteY361" fmla="*/ 6381333 h 6858000"/>
              <a:gd name="connsiteX362" fmla="*/ 3460661 w 7467600"/>
              <a:gd name="connsiteY362" fmla="*/ 6266763 h 6858000"/>
              <a:gd name="connsiteX363" fmla="*/ 3518021 w 7467600"/>
              <a:gd name="connsiteY363" fmla="*/ 6117298 h 6858000"/>
              <a:gd name="connsiteX364" fmla="*/ 3554035 w 7467600"/>
              <a:gd name="connsiteY364" fmla="*/ 6027832 h 6858000"/>
              <a:gd name="connsiteX365" fmla="*/ 3677174 w 7467600"/>
              <a:gd name="connsiteY365" fmla="*/ 5636351 h 6858000"/>
              <a:gd name="connsiteX366" fmla="*/ 3698819 w 7467600"/>
              <a:gd name="connsiteY366" fmla="*/ 5560503 h 6858000"/>
              <a:gd name="connsiteX367" fmla="*/ 3702094 w 7467600"/>
              <a:gd name="connsiteY367" fmla="*/ 5549194 h 6858000"/>
              <a:gd name="connsiteX368" fmla="*/ 3398355 w 7467600"/>
              <a:gd name="connsiteY368" fmla="*/ 6094603 h 6858000"/>
              <a:gd name="connsiteX369" fmla="*/ 3193941 w 7467600"/>
              <a:gd name="connsiteY369" fmla="*/ 6798775 h 6858000"/>
              <a:gd name="connsiteX370" fmla="*/ 3184140 w 7467600"/>
              <a:gd name="connsiteY370" fmla="*/ 6858000 h 6858000"/>
              <a:gd name="connsiteX371" fmla="*/ 3099978 w 7467600"/>
              <a:gd name="connsiteY371" fmla="*/ 6858000 h 6858000"/>
              <a:gd name="connsiteX372" fmla="*/ 3101556 w 7467600"/>
              <a:gd name="connsiteY372" fmla="*/ 6843337 h 6858000"/>
              <a:gd name="connsiteX373" fmla="*/ 3370162 w 7467600"/>
              <a:gd name="connsiteY373" fmla="*/ 5785550 h 6858000"/>
              <a:gd name="connsiteX374" fmla="*/ 3746477 w 7467600"/>
              <a:gd name="connsiteY374" fmla="*/ 5377889 h 6858000"/>
              <a:gd name="connsiteX375" fmla="*/ 3863399 w 7467600"/>
              <a:gd name="connsiteY375" fmla="*/ 5087257 h 6858000"/>
              <a:gd name="connsiteX376" fmla="*/ 3968712 w 7467600"/>
              <a:gd name="connsiteY376" fmla="*/ 4913989 h 6858000"/>
              <a:gd name="connsiteX377" fmla="*/ 2792390 w 7467600"/>
              <a:gd name="connsiteY377" fmla="*/ 5382974 h 6858000"/>
              <a:gd name="connsiteX378" fmla="*/ 2714982 w 7467600"/>
              <a:gd name="connsiteY378" fmla="*/ 5427051 h 6858000"/>
              <a:gd name="connsiteX379" fmla="*/ 2813361 w 7467600"/>
              <a:gd name="connsiteY379" fmla="*/ 6023912 h 6858000"/>
              <a:gd name="connsiteX380" fmla="*/ 2688430 w 7467600"/>
              <a:gd name="connsiteY380" fmla="*/ 6801564 h 6858000"/>
              <a:gd name="connsiteX381" fmla="*/ 2629626 w 7467600"/>
              <a:gd name="connsiteY381" fmla="*/ 6763394 h 6858000"/>
              <a:gd name="connsiteX382" fmla="*/ 2565328 w 7467600"/>
              <a:gd name="connsiteY382" fmla="*/ 5516399 h 6858000"/>
              <a:gd name="connsiteX383" fmla="*/ 1922999 w 7467600"/>
              <a:gd name="connsiteY383" fmla="*/ 5980343 h 6858000"/>
              <a:gd name="connsiteX384" fmla="*/ 1950261 w 7467600"/>
              <a:gd name="connsiteY384" fmla="*/ 6405858 h 6858000"/>
              <a:gd name="connsiteX385" fmla="*/ 2365554 w 7467600"/>
              <a:gd name="connsiteY385" fmla="*/ 6759107 h 6858000"/>
              <a:gd name="connsiteX386" fmla="*/ 2424142 w 7467600"/>
              <a:gd name="connsiteY386" fmla="*/ 6858000 h 6858000"/>
              <a:gd name="connsiteX387" fmla="*/ 2395994 w 7467600"/>
              <a:gd name="connsiteY387" fmla="*/ 6858000 h 6858000"/>
              <a:gd name="connsiteX388" fmla="*/ 2392863 w 7467600"/>
              <a:gd name="connsiteY388" fmla="*/ 6852964 h 6858000"/>
              <a:gd name="connsiteX389" fmla="*/ 2017589 w 7467600"/>
              <a:gd name="connsiteY389" fmla="*/ 6493982 h 6858000"/>
              <a:gd name="connsiteX390" fmla="*/ 2147336 w 7467600"/>
              <a:gd name="connsiteY390" fmla="*/ 6594052 h 6858000"/>
              <a:gd name="connsiteX391" fmla="*/ 2207047 w 7467600"/>
              <a:gd name="connsiteY391" fmla="*/ 6654540 h 6858000"/>
              <a:gd name="connsiteX392" fmla="*/ 2299106 w 7467600"/>
              <a:gd name="connsiteY392" fmla="*/ 6778931 h 6858000"/>
              <a:gd name="connsiteX393" fmla="*/ 2314430 w 7467600"/>
              <a:gd name="connsiteY393" fmla="*/ 6801144 h 6858000"/>
              <a:gd name="connsiteX394" fmla="*/ 2352406 w 7467600"/>
              <a:gd name="connsiteY394" fmla="*/ 6858000 h 6858000"/>
              <a:gd name="connsiteX395" fmla="*/ 2314492 w 7467600"/>
              <a:gd name="connsiteY395" fmla="*/ 6858000 h 6858000"/>
              <a:gd name="connsiteX396" fmla="*/ 2288095 w 7467600"/>
              <a:gd name="connsiteY396" fmla="*/ 6818030 h 6858000"/>
              <a:gd name="connsiteX397" fmla="*/ 2272768 w 7467600"/>
              <a:gd name="connsiteY397" fmla="*/ 6795822 h 6858000"/>
              <a:gd name="connsiteX398" fmla="*/ 2182715 w 7467600"/>
              <a:gd name="connsiteY398" fmla="*/ 6675071 h 6858000"/>
              <a:gd name="connsiteX399" fmla="*/ 2032061 w 7467600"/>
              <a:gd name="connsiteY399" fmla="*/ 6541380 h 6858000"/>
              <a:gd name="connsiteX400" fmla="*/ 2257220 w 7467600"/>
              <a:gd name="connsiteY400" fmla="*/ 6826257 h 6858000"/>
              <a:gd name="connsiteX401" fmla="*/ 2281324 w 7467600"/>
              <a:gd name="connsiteY401" fmla="*/ 6858000 h 6858000"/>
              <a:gd name="connsiteX402" fmla="*/ 2242860 w 7467600"/>
              <a:gd name="connsiteY402" fmla="*/ 6858000 h 6858000"/>
              <a:gd name="connsiteX403" fmla="*/ 2232818 w 7467600"/>
              <a:gd name="connsiteY403" fmla="*/ 6844926 h 6858000"/>
              <a:gd name="connsiteX404" fmla="*/ 1990172 w 7467600"/>
              <a:gd name="connsiteY404" fmla="*/ 6542121 h 6858000"/>
              <a:gd name="connsiteX405" fmla="*/ 2124090 w 7467600"/>
              <a:gd name="connsiteY405" fmla="*/ 6761017 h 6858000"/>
              <a:gd name="connsiteX406" fmla="*/ 2200380 w 7467600"/>
              <a:gd name="connsiteY406" fmla="*/ 6858000 h 6858000"/>
              <a:gd name="connsiteX407" fmla="*/ 2147507 w 7467600"/>
              <a:gd name="connsiteY407" fmla="*/ 6858000 h 6858000"/>
              <a:gd name="connsiteX408" fmla="*/ 2070668 w 7467600"/>
              <a:gd name="connsiteY408" fmla="*/ 6761520 h 6858000"/>
              <a:gd name="connsiteX409" fmla="*/ 1975142 w 7467600"/>
              <a:gd name="connsiteY409" fmla="*/ 6585570 h 6858000"/>
              <a:gd name="connsiteX410" fmla="*/ 2050035 w 7467600"/>
              <a:gd name="connsiteY410" fmla="*/ 6813345 h 6858000"/>
              <a:gd name="connsiteX411" fmla="*/ 2063025 w 7467600"/>
              <a:gd name="connsiteY411" fmla="*/ 6858000 h 6858000"/>
              <a:gd name="connsiteX412" fmla="*/ 2021675 w 7467600"/>
              <a:gd name="connsiteY412" fmla="*/ 6858000 h 6858000"/>
              <a:gd name="connsiteX413" fmla="*/ 2019308 w 7467600"/>
              <a:gd name="connsiteY413" fmla="*/ 6847118 h 6858000"/>
              <a:gd name="connsiteX414" fmla="*/ 1938835 w 7467600"/>
              <a:gd name="connsiteY414" fmla="*/ 6551160 h 6858000"/>
              <a:gd name="connsiteX415" fmla="*/ 1953230 w 7467600"/>
              <a:gd name="connsiteY415" fmla="*/ 6759699 h 6858000"/>
              <a:gd name="connsiteX416" fmla="*/ 1956763 w 7467600"/>
              <a:gd name="connsiteY416" fmla="*/ 6778191 h 6858000"/>
              <a:gd name="connsiteX417" fmla="*/ 1967925 w 7467600"/>
              <a:gd name="connsiteY417" fmla="*/ 6858000 h 6858000"/>
              <a:gd name="connsiteX418" fmla="*/ 1936622 w 7467600"/>
              <a:gd name="connsiteY418" fmla="*/ 6858000 h 6858000"/>
              <a:gd name="connsiteX419" fmla="*/ 1926261 w 7467600"/>
              <a:gd name="connsiteY419" fmla="*/ 6784064 h 6858000"/>
              <a:gd name="connsiteX420" fmla="*/ 1922724 w 7467600"/>
              <a:gd name="connsiteY420" fmla="*/ 6765577 h 6858000"/>
              <a:gd name="connsiteX421" fmla="*/ 1904650 w 7467600"/>
              <a:gd name="connsiteY421" fmla="*/ 6639616 h 6858000"/>
              <a:gd name="connsiteX422" fmla="*/ 1885273 w 7467600"/>
              <a:gd name="connsiteY422" fmla="*/ 6858000 h 6858000"/>
              <a:gd name="connsiteX423" fmla="*/ 1854363 w 7467600"/>
              <a:gd name="connsiteY423" fmla="*/ 6858000 h 6858000"/>
              <a:gd name="connsiteX424" fmla="*/ 1880391 w 7467600"/>
              <a:gd name="connsiteY424" fmla="*/ 6603796 h 6858000"/>
              <a:gd name="connsiteX425" fmla="*/ 1818273 w 7467600"/>
              <a:gd name="connsiteY425" fmla="*/ 6715729 h 6858000"/>
              <a:gd name="connsiteX426" fmla="*/ 1794691 w 7467600"/>
              <a:gd name="connsiteY426" fmla="*/ 6843239 h 6858000"/>
              <a:gd name="connsiteX427" fmla="*/ 1794914 w 7467600"/>
              <a:gd name="connsiteY427" fmla="*/ 6858000 h 6858000"/>
              <a:gd name="connsiteX428" fmla="*/ 1746128 w 7467600"/>
              <a:gd name="connsiteY428" fmla="*/ 6858000 h 6858000"/>
              <a:gd name="connsiteX429" fmla="*/ 1753934 w 7467600"/>
              <a:gd name="connsiteY429" fmla="*/ 6724796 h 6858000"/>
              <a:gd name="connsiteX430" fmla="*/ 1792053 w 7467600"/>
              <a:gd name="connsiteY430" fmla="*/ 6572396 h 6858000"/>
              <a:gd name="connsiteX431" fmla="*/ 1862248 w 7467600"/>
              <a:gd name="connsiteY431" fmla="*/ 6266397 h 6858000"/>
              <a:gd name="connsiteX432" fmla="*/ 1862250 w 7467600"/>
              <a:gd name="connsiteY432" fmla="*/ 6033531 h 6858000"/>
              <a:gd name="connsiteX433" fmla="*/ 1211999 w 7467600"/>
              <a:gd name="connsiteY433" fmla="*/ 6683610 h 6858000"/>
              <a:gd name="connsiteX434" fmla="*/ 1213266 w 7467600"/>
              <a:gd name="connsiteY434" fmla="*/ 6691947 h 6858000"/>
              <a:gd name="connsiteX435" fmla="*/ 1203370 w 7467600"/>
              <a:gd name="connsiteY435" fmla="*/ 6850676 h 6858000"/>
              <a:gd name="connsiteX436" fmla="*/ 1203671 w 7467600"/>
              <a:gd name="connsiteY436" fmla="*/ 6858000 h 6858000"/>
              <a:gd name="connsiteX437" fmla="*/ 1143180 w 7467600"/>
              <a:gd name="connsiteY437" fmla="*/ 6858000 h 6858000"/>
              <a:gd name="connsiteX438" fmla="*/ 1142176 w 7467600"/>
              <a:gd name="connsiteY438" fmla="*/ 6766045 h 6858000"/>
              <a:gd name="connsiteX439" fmla="*/ 1067484 w 7467600"/>
              <a:gd name="connsiteY439" fmla="*/ 6858000 h 6858000"/>
              <a:gd name="connsiteX440" fmla="*/ 953928 w 7467600"/>
              <a:gd name="connsiteY440" fmla="*/ 6858000 h 6858000"/>
              <a:gd name="connsiteX441" fmla="*/ 959715 w 7467600"/>
              <a:gd name="connsiteY441" fmla="*/ 6850185 h 6858000"/>
              <a:gd name="connsiteX442" fmla="*/ 1483788 w 7467600"/>
              <a:gd name="connsiteY442" fmla="*/ 6259174 h 6858000"/>
              <a:gd name="connsiteX443" fmla="*/ 1100671 w 7467600"/>
              <a:gd name="connsiteY443" fmla="*/ 6252137 h 6858000"/>
              <a:gd name="connsiteX444" fmla="*/ 1090144 w 7467600"/>
              <a:gd name="connsiteY444" fmla="*/ 6256748 h 6858000"/>
              <a:gd name="connsiteX445" fmla="*/ 1095872 w 7467600"/>
              <a:gd name="connsiteY445" fmla="*/ 6271892 h 6858000"/>
              <a:gd name="connsiteX446" fmla="*/ 262785 w 7467600"/>
              <a:gd name="connsiteY446" fmla="*/ 6845450 h 6858000"/>
              <a:gd name="connsiteX447" fmla="*/ 209968 w 7467600"/>
              <a:gd name="connsiteY447" fmla="*/ 6770713 h 6858000"/>
              <a:gd name="connsiteX448" fmla="*/ 873460 w 7467600"/>
              <a:gd name="connsiteY448" fmla="*/ 6253768 h 6858000"/>
              <a:gd name="connsiteX449" fmla="*/ 192686 w 7467600"/>
              <a:gd name="connsiteY449" fmla="*/ 5849257 h 6858000"/>
              <a:gd name="connsiteX450" fmla="*/ 4696 w 7467600"/>
              <a:gd name="connsiteY450" fmla="*/ 5697668 h 6858000"/>
              <a:gd name="connsiteX451" fmla="*/ 0 w 7467600"/>
              <a:gd name="connsiteY451" fmla="*/ 5689984 h 6858000"/>
              <a:gd name="connsiteX452" fmla="*/ 0 w 7467600"/>
              <a:gd name="connsiteY452" fmla="*/ 5513472 h 6858000"/>
              <a:gd name="connsiteX453" fmla="*/ 174101 w 7467600"/>
              <a:gd name="connsiteY453" fmla="*/ 5620277 h 6858000"/>
              <a:gd name="connsiteX454" fmla="*/ 891800 w 7467600"/>
              <a:gd name="connsiteY454" fmla="*/ 6036935 h 6858000"/>
              <a:gd name="connsiteX455" fmla="*/ 1072219 w 7467600"/>
              <a:gd name="connsiteY455" fmla="*/ 6169443 h 6858000"/>
              <a:gd name="connsiteX456" fmla="*/ 1074117 w 7467600"/>
              <a:gd name="connsiteY456" fmla="*/ 6170301 h 6858000"/>
              <a:gd name="connsiteX457" fmla="*/ 1083114 w 7467600"/>
              <a:gd name="connsiteY457" fmla="*/ 6174131 h 6858000"/>
              <a:gd name="connsiteX458" fmla="*/ 1543010 w 7467600"/>
              <a:gd name="connsiteY458" fmla="*/ 6191140 h 6858000"/>
              <a:gd name="connsiteX459" fmla="*/ 1551080 w 7467600"/>
              <a:gd name="connsiteY459" fmla="*/ 6195006 h 6858000"/>
              <a:gd name="connsiteX460" fmla="*/ 2345443 w 7467600"/>
              <a:gd name="connsiteY460" fmla="*/ 5549882 h 6858000"/>
              <a:gd name="connsiteX461" fmla="*/ 1721499 w 7467600"/>
              <a:gd name="connsiteY461" fmla="*/ 5599969 h 6858000"/>
              <a:gd name="connsiteX462" fmla="*/ 767716 w 7467600"/>
              <a:gd name="connsiteY462" fmla="*/ 5472768 h 6858000"/>
              <a:gd name="connsiteX463" fmla="*/ 722147 w 7467600"/>
              <a:gd name="connsiteY463" fmla="*/ 5393091 h 6858000"/>
              <a:gd name="connsiteX464" fmla="*/ 1485552 w 7467600"/>
              <a:gd name="connsiteY464" fmla="*/ 5313202 h 6858000"/>
              <a:gd name="connsiteX465" fmla="*/ 2143004 w 7467600"/>
              <a:gd name="connsiteY465" fmla="*/ 5402420 h 6858000"/>
              <a:gd name="connsiteX466" fmla="*/ 1933391 w 7467600"/>
              <a:gd name="connsiteY466" fmla="*/ 5156971 h 6858000"/>
              <a:gd name="connsiteX467" fmla="*/ 1827118 w 7467600"/>
              <a:gd name="connsiteY467" fmla="*/ 4968410 h 6858000"/>
              <a:gd name="connsiteX468" fmla="*/ 1837349 w 7467600"/>
              <a:gd name="connsiteY468" fmla="*/ 4956357 h 6858000"/>
              <a:gd name="connsiteX469" fmla="*/ 2162835 w 7467600"/>
              <a:gd name="connsiteY469" fmla="*/ 5187853 h 6858000"/>
              <a:gd name="connsiteX470" fmla="*/ 2257167 w 7467600"/>
              <a:gd name="connsiteY470" fmla="*/ 5462123 h 6858000"/>
              <a:gd name="connsiteX471" fmla="*/ 2261598 w 7467600"/>
              <a:gd name="connsiteY471" fmla="*/ 5467998 h 6858000"/>
              <a:gd name="connsiteX472" fmla="*/ 2437177 w 7467600"/>
              <a:gd name="connsiteY472" fmla="*/ 5479608 h 6858000"/>
              <a:gd name="connsiteX473" fmla="*/ 2445247 w 7467600"/>
              <a:gd name="connsiteY473" fmla="*/ 5483476 h 6858000"/>
              <a:gd name="connsiteX474" fmla="*/ 2743626 w 7467600"/>
              <a:gd name="connsiteY474" fmla="*/ 5304819 h 6858000"/>
              <a:gd name="connsiteX475" fmla="*/ 3048102 w 7467600"/>
              <a:gd name="connsiteY475" fmla="*/ 5150595 h 6858000"/>
              <a:gd name="connsiteX476" fmla="*/ 1799414 w 7467600"/>
              <a:gd name="connsiteY476" fmla="*/ 4694732 h 6858000"/>
              <a:gd name="connsiteX477" fmla="*/ 1771735 w 7467600"/>
              <a:gd name="connsiteY477" fmla="*/ 4619929 h 6858000"/>
              <a:gd name="connsiteX478" fmla="*/ 3104273 w 7467600"/>
              <a:gd name="connsiteY478" fmla="*/ 5076159 h 6858000"/>
              <a:gd name="connsiteX479" fmla="*/ 3113245 w 7467600"/>
              <a:gd name="connsiteY479" fmla="*/ 5090705 h 6858000"/>
              <a:gd name="connsiteX480" fmla="*/ 3126294 w 7467600"/>
              <a:gd name="connsiteY480" fmla="*/ 5114400 h 6858000"/>
              <a:gd name="connsiteX481" fmla="*/ 3937433 w 7467600"/>
              <a:gd name="connsiteY481" fmla="*/ 4830473 h 6858000"/>
              <a:gd name="connsiteX482" fmla="*/ 3590475 w 7467600"/>
              <a:gd name="connsiteY482" fmla="*/ 4597974 h 6858000"/>
              <a:gd name="connsiteX483" fmla="*/ 3100264 w 7467600"/>
              <a:gd name="connsiteY483" fmla="*/ 4579845 h 6858000"/>
              <a:gd name="connsiteX484" fmla="*/ 2183576 w 7467600"/>
              <a:gd name="connsiteY484" fmla="*/ 4227150 h 6858000"/>
              <a:gd name="connsiteX485" fmla="*/ 2151029 w 7467600"/>
              <a:gd name="connsiteY485" fmla="*/ 4146947 h 6858000"/>
              <a:gd name="connsiteX486" fmla="*/ 3563434 w 7467600"/>
              <a:gd name="connsiteY486" fmla="*/ 4469115 h 6858000"/>
              <a:gd name="connsiteX487" fmla="*/ 3177952 w 7467600"/>
              <a:gd name="connsiteY487" fmla="*/ 3657386 h 6858000"/>
              <a:gd name="connsiteX488" fmla="*/ 3189263 w 7467600"/>
              <a:gd name="connsiteY488" fmla="*/ 3625726 h 6858000"/>
              <a:gd name="connsiteX489" fmla="*/ 3560912 w 7467600"/>
              <a:gd name="connsiteY489" fmla="*/ 4079863 h 6858000"/>
              <a:gd name="connsiteX490" fmla="*/ 3626636 w 7467600"/>
              <a:gd name="connsiteY490" fmla="*/ 4512230 h 6858000"/>
              <a:gd name="connsiteX491" fmla="*/ 3653088 w 7467600"/>
              <a:gd name="connsiteY491" fmla="*/ 4521417 h 6858000"/>
              <a:gd name="connsiteX492" fmla="*/ 3988128 w 7467600"/>
              <a:gd name="connsiteY492" fmla="*/ 4817267 h 6858000"/>
              <a:gd name="connsiteX493" fmla="*/ 4830582 w 7467600"/>
              <a:gd name="connsiteY493" fmla="*/ 4676000 h 6858000"/>
              <a:gd name="connsiteX494" fmla="*/ 4830100 w 7467600"/>
              <a:gd name="connsiteY494" fmla="*/ 4675554 h 6858000"/>
              <a:gd name="connsiteX495" fmla="*/ 4036318 w 7467600"/>
              <a:gd name="connsiteY495" fmla="*/ 4147013 h 6858000"/>
              <a:gd name="connsiteX496" fmla="*/ 3432098 w 7467600"/>
              <a:gd name="connsiteY496" fmla="*/ 3537312 h 6858000"/>
              <a:gd name="connsiteX497" fmla="*/ 3446761 w 7467600"/>
              <a:gd name="connsiteY497" fmla="*/ 3461278 h 6858000"/>
              <a:gd name="connsiteX498" fmla="*/ 4419733 w 7467600"/>
              <a:gd name="connsiteY498" fmla="*/ 3963555 h 6858000"/>
              <a:gd name="connsiteX499" fmla="*/ 4781371 w 7467600"/>
              <a:gd name="connsiteY499" fmla="*/ 4458604 h 6858000"/>
              <a:gd name="connsiteX500" fmla="*/ 4780440 w 7467600"/>
              <a:gd name="connsiteY500" fmla="*/ 4470290 h 6858000"/>
              <a:gd name="connsiteX501" fmla="*/ 4898954 w 7467600"/>
              <a:gd name="connsiteY501" fmla="*/ 4662092 h 6858000"/>
              <a:gd name="connsiteX502" fmla="*/ 4900699 w 7467600"/>
              <a:gd name="connsiteY502" fmla="*/ 4670867 h 6858000"/>
              <a:gd name="connsiteX503" fmla="*/ 5714511 w 7467600"/>
              <a:gd name="connsiteY503" fmla="*/ 4663483 h 6858000"/>
              <a:gd name="connsiteX504" fmla="*/ 5464793 w 7467600"/>
              <a:gd name="connsiteY504" fmla="*/ 4393556 h 6858000"/>
              <a:gd name="connsiteX505" fmla="*/ 5461897 w 7467600"/>
              <a:gd name="connsiteY505" fmla="*/ 4390879 h 6858000"/>
              <a:gd name="connsiteX506" fmla="*/ 4294126 w 7467600"/>
              <a:gd name="connsiteY506" fmla="*/ 3303048 h 6858000"/>
              <a:gd name="connsiteX507" fmla="*/ 4305321 w 7467600"/>
              <a:gd name="connsiteY507" fmla="*/ 3256953 h 6858000"/>
              <a:gd name="connsiteX508" fmla="*/ 4949299 w 7467600"/>
              <a:gd name="connsiteY508" fmla="*/ 3766336 h 6858000"/>
              <a:gd name="connsiteX509" fmla="*/ 5291452 w 7467600"/>
              <a:gd name="connsiteY509" fmla="*/ 4076801 h 6858000"/>
              <a:gd name="connsiteX510" fmla="*/ 5434998 w 7467600"/>
              <a:gd name="connsiteY510" fmla="*/ 4254100 h 6858000"/>
              <a:gd name="connsiteX511" fmla="*/ 5351015 w 7467600"/>
              <a:gd name="connsiteY511" fmla="*/ 3760989 h 6858000"/>
              <a:gd name="connsiteX512" fmla="*/ 5413780 w 7467600"/>
              <a:gd name="connsiteY512" fmla="*/ 2966265 h 6858000"/>
              <a:gd name="connsiteX513" fmla="*/ 5425627 w 7467600"/>
              <a:gd name="connsiteY513" fmla="*/ 2954192 h 6858000"/>
              <a:gd name="connsiteX514" fmla="*/ 6604735 w 7467600"/>
              <a:gd name="connsiteY514" fmla="*/ 2041381 h 6858000"/>
              <a:gd name="connsiteX515" fmla="*/ 7204487 w 7467600"/>
              <a:gd name="connsiteY515" fmla="*/ 2742112 h 6858000"/>
              <a:gd name="connsiteX516" fmla="*/ 7131592 w 7467600"/>
              <a:gd name="connsiteY516" fmla="*/ 2672096 h 6858000"/>
              <a:gd name="connsiteX517" fmla="*/ 6996344 w 7467600"/>
              <a:gd name="connsiteY517" fmla="*/ 2518310 h 6858000"/>
              <a:gd name="connsiteX518" fmla="*/ 6735495 w 7467600"/>
              <a:gd name="connsiteY518" fmla="*/ 2196890 h 6858000"/>
              <a:gd name="connsiteX519" fmla="*/ 6721901 w 7467600"/>
              <a:gd name="connsiteY519" fmla="*/ 2179274 h 6858000"/>
              <a:gd name="connsiteX520" fmla="*/ 6604735 w 7467600"/>
              <a:gd name="connsiteY520" fmla="*/ 2041381 h 6858000"/>
              <a:gd name="connsiteX521" fmla="*/ 6591670 w 7467600"/>
              <a:gd name="connsiteY521" fmla="*/ 1988277 h 6858000"/>
              <a:gd name="connsiteX522" fmla="*/ 6747349 w 7467600"/>
              <a:gd name="connsiteY522" fmla="*/ 2160069 h 6858000"/>
              <a:gd name="connsiteX523" fmla="*/ 6760943 w 7467600"/>
              <a:gd name="connsiteY523" fmla="*/ 2177686 h 6858000"/>
              <a:gd name="connsiteX524" fmla="*/ 7021065 w 7467600"/>
              <a:gd name="connsiteY524" fmla="*/ 2498102 h 6858000"/>
              <a:gd name="connsiteX525" fmla="*/ 7155223 w 7467600"/>
              <a:gd name="connsiteY525" fmla="*/ 2650386 h 6858000"/>
              <a:gd name="connsiteX526" fmla="*/ 7203167 w 7467600"/>
              <a:gd name="connsiteY526" fmla="*/ 2697288 h 6858000"/>
              <a:gd name="connsiteX527" fmla="*/ 6937703 w 7467600"/>
              <a:gd name="connsiteY527" fmla="*/ 2321981 h 6858000"/>
              <a:gd name="connsiteX528" fmla="*/ 6591670 w 7467600"/>
              <a:gd name="connsiteY528" fmla="*/ 1988277 h 6858000"/>
              <a:gd name="connsiteX529" fmla="*/ 5798671 w 7467600"/>
              <a:gd name="connsiteY529" fmla="*/ 1981601 h 6858000"/>
              <a:gd name="connsiteX530" fmla="*/ 5754709 w 7467600"/>
              <a:gd name="connsiteY530" fmla="*/ 2071454 h 6858000"/>
              <a:gd name="connsiteX531" fmla="*/ 5763044 w 7467600"/>
              <a:gd name="connsiteY531" fmla="*/ 2842206 h 6858000"/>
              <a:gd name="connsiteX532" fmla="*/ 5764974 w 7467600"/>
              <a:gd name="connsiteY532" fmla="*/ 2799609 h 6858000"/>
              <a:gd name="connsiteX533" fmla="*/ 5767665 w 7467600"/>
              <a:gd name="connsiteY533" fmla="*/ 2666409 h 6858000"/>
              <a:gd name="connsiteX534" fmla="*/ 5763055 w 7467600"/>
              <a:gd name="connsiteY534" fmla="*/ 2579705 h 6858000"/>
              <a:gd name="connsiteX535" fmla="*/ 5758079 w 7467600"/>
              <a:gd name="connsiteY535" fmla="*/ 2492508 h 6858000"/>
              <a:gd name="connsiteX536" fmla="*/ 5779325 w 7467600"/>
              <a:gd name="connsiteY536" fmla="*/ 2197069 h 6858000"/>
              <a:gd name="connsiteX537" fmla="*/ 5798671 w 7467600"/>
              <a:gd name="connsiteY537" fmla="*/ 1981601 h 6858000"/>
              <a:gd name="connsiteX538" fmla="*/ 5829202 w 7467600"/>
              <a:gd name="connsiteY538" fmla="*/ 1971679 h 6858000"/>
              <a:gd name="connsiteX539" fmla="*/ 5809558 w 7467600"/>
              <a:gd name="connsiteY539" fmla="*/ 2198043 h 6858000"/>
              <a:gd name="connsiteX540" fmla="*/ 5788653 w 7467600"/>
              <a:gd name="connsiteY540" fmla="*/ 2489430 h 6858000"/>
              <a:gd name="connsiteX541" fmla="*/ 5793439 w 7467600"/>
              <a:gd name="connsiteY541" fmla="*/ 2575235 h 6858000"/>
              <a:gd name="connsiteX542" fmla="*/ 5796837 w 7467600"/>
              <a:gd name="connsiteY542" fmla="*/ 2637633 h 6858000"/>
              <a:gd name="connsiteX543" fmla="*/ 5818614 w 7467600"/>
              <a:gd name="connsiteY543" fmla="*/ 2473055 h 6858000"/>
              <a:gd name="connsiteX544" fmla="*/ 5829202 w 7467600"/>
              <a:gd name="connsiteY544" fmla="*/ 1971679 h 6858000"/>
              <a:gd name="connsiteX545" fmla="*/ 5911389 w 7467600"/>
              <a:gd name="connsiteY545" fmla="*/ 1898371 h 6858000"/>
              <a:gd name="connsiteX546" fmla="*/ 6237627 w 7467600"/>
              <a:gd name="connsiteY546" fmla="*/ 2231921 h 6858000"/>
              <a:gd name="connsiteX547" fmla="*/ 5911389 w 7467600"/>
              <a:gd name="connsiteY547" fmla="*/ 1898371 h 6858000"/>
              <a:gd name="connsiteX548" fmla="*/ 6944437 w 7467600"/>
              <a:gd name="connsiteY548" fmla="*/ 1575402 h 6858000"/>
              <a:gd name="connsiteX549" fmla="*/ 6304730 w 7467600"/>
              <a:gd name="connsiteY549" fmla="*/ 1766654 h 6858000"/>
              <a:gd name="connsiteX550" fmla="*/ 6944437 w 7467600"/>
              <a:gd name="connsiteY550" fmla="*/ 1575402 h 6858000"/>
              <a:gd name="connsiteX551" fmla="*/ 7019523 w 7467600"/>
              <a:gd name="connsiteY551" fmla="*/ 1519450 h 6858000"/>
              <a:gd name="connsiteX552" fmla="*/ 6298091 w 7467600"/>
              <a:gd name="connsiteY552" fmla="*/ 1737122 h 6858000"/>
              <a:gd name="connsiteX553" fmla="*/ 7019523 w 7467600"/>
              <a:gd name="connsiteY553" fmla="*/ 1519450 h 6858000"/>
              <a:gd name="connsiteX554" fmla="*/ 2399523 w 7467600"/>
              <a:gd name="connsiteY554" fmla="*/ 1428234 h 6858000"/>
              <a:gd name="connsiteX555" fmla="*/ 2224982 w 7467600"/>
              <a:gd name="connsiteY555" fmla="*/ 1826201 h 6858000"/>
              <a:gd name="connsiteX556" fmla="*/ 2096099 w 7467600"/>
              <a:gd name="connsiteY556" fmla="*/ 2345900 h 6858000"/>
              <a:gd name="connsiteX557" fmla="*/ 2283317 w 7467600"/>
              <a:gd name="connsiteY557" fmla="*/ 1796925 h 6858000"/>
              <a:gd name="connsiteX558" fmla="*/ 2399523 w 7467600"/>
              <a:gd name="connsiteY558" fmla="*/ 1428234 h 6858000"/>
              <a:gd name="connsiteX559" fmla="*/ 2448558 w 7467600"/>
              <a:gd name="connsiteY559" fmla="*/ 1373435 h 6858000"/>
              <a:gd name="connsiteX560" fmla="*/ 2312521 w 7467600"/>
              <a:gd name="connsiteY560" fmla="*/ 1806140 h 6858000"/>
              <a:gd name="connsiteX561" fmla="*/ 2127533 w 7467600"/>
              <a:gd name="connsiteY561" fmla="*/ 2348380 h 6858000"/>
              <a:gd name="connsiteX562" fmla="*/ 2358080 w 7467600"/>
              <a:gd name="connsiteY562" fmla="*/ 1866134 h 6858000"/>
              <a:gd name="connsiteX563" fmla="*/ 2407436 w 7467600"/>
              <a:gd name="connsiteY563" fmla="*/ 1651070 h 6858000"/>
              <a:gd name="connsiteX564" fmla="*/ 2448558 w 7467600"/>
              <a:gd name="connsiteY564" fmla="*/ 1373435 h 6858000"/>
              <a:gd name="connsiteX565" fmla="*/ 278707 w 7467600"/>
              <a:gd name="connsiteY565" fmla="*/ 1352270 h 6858000"/>
              <a:gd name="connsiteX566" fmla="*/ 321570 w 7467600"/>
              <a:gd name="connsiteY566" fmla="*/ 1861610 h 6858000"/>
              <a:gd name="connsiteX567" fmla="*/ 294281 w 7467600"/>
              <a:gd name="connsiteY567" fmla="*/ 1440658 h 6858000"/>
              <a:gd name="connsiteX568" fmla="*/ 278707 w 7467600"/>
              <a:gd name="connsiteY568" fmla="*/ 1352270 h 6858000"/>
              <a:gd name="connsiteX569" fmla="*/ 1423821 w 7467600"/>
              <a:gd name="connsiteY569" fmla="*/ 1351958 h 6858000"/>
              <a:gd name="connsiteX570" fmla="*/ 1638521 w 7467600"/>
              <a:gd name="connsiteY570" fmla="*/ 1908470 h 6858000"/>
              <a:gd name="connsiteX571" fmla="*/ 1754199 w 7467600"/>
              <a:gd name="connsiteY571" fmla="*/ 2149284 h 6858000"/>
              <a:gd name="connsiteX572" fmla="*/ 1908359 w 7467600"/>
              <a:gd name="connsiteY572" fmla="*/ 2364988 h 6858000"/>
              <a:gd name="connsiteX573" fmla="*/ 1647661 w 7467600"/>
              <a:gd name="connsiteY573" fmla="*/ 1825945 h 6858000"/>
              <a:gd name="connsiteX574" fmla="*/ 1423821 w 7467600"/>
              <a:gd name="connsiteY574" fmla="*/ 1351958 h 6858000"/>
              <a:gd name="connsiteX575" fmla="*/ 1431890 w 7467600"/>
              <a:gd name="connsiteY575" fmla="*/ 1306475 h 6858000"/>
              <a:gd name="connsiteX576" fmla="*/ 1507597 w 7467600"/>
              <a:gd name="connsiteY576" fmla="*/ 1446132 h 6858000"/>
              <a:gd name="connsiteX577" fmla="*/ 1674586 w 7467600"/>
              <a:gd name="connsiteY577" fmla="*/ 1813832 h 6858000"/>
              <a:gd name="connsiteX578" fmla="*/ 1815950 w 7467600"/>
              <a:gd name="connsiteY578" fmla="*/ 2128564 h 6858000"/>
              <a:gd name="connsiteX579" fmla="*/ 1984242 w 7467600"/>
              <a:gd name="connsiteY579" fmla="*/ 2430829 h 6858000"/>
              <a:gd name="connsiteX580" fmla="*/ 2014023 w 7467600"/>
              <a:gd name="connsiteY580" fmla="*/ 2450995 h 6858000"/>
              <a:gd name="connsiteX581" fmla="*/ 1747337 w 7467600"/>
              <a:gd name="connsiteY581" fmla="*/ 1855264 h 6858000"/>
              <a:gd name="connsiteX582" fmla="*/ 1533749 w 7467600"/>
              <a:gd name="connsiteY582" fmla="*/ 1478656 h 6858000"/>
              <a:gd name="connsiteX583" fmla="*/ 1431890 w 7467600"/>
              <a:gd name="connsiteY583" fmla="*/ 1306475 h 6858000"/>
              <a:gd name="connsiteX584" fmla="*/ 5052692 w 7467600"/>
              <a:gd name="connsiteY584" fmla="*/ 1292994 h 6858000"/>
              <a:gd name="connsiteX585" fmla="*/ 5200661 w 7467600"/>
              <a:gd name="connsiteY585" fmla="*/ 1635186 h 6858000"/>
              <a:gd name="connsiteX586" fmla="*/ 5297138 w 7467600"/>
              <a:gd name="connsiteY586" fmla="*/ 1906351 h 6858000"/>
              <a:gd name="connsiteX587" fmla="*/ 5052692 w 7467600"/>
              <a:gd name="connsiteY587" fmla="*/ 1292994 h 6858000"/>
              <a:gd name="connsiteX588" fmla="*/ 5009948 w 7467600"/>
              <a:gd name="connsiteY588" fmla="*/ 1273619 h 6858000"/>
              <a:gd name="connsiteX589" fmla="*/ 5121777 w 7467600"/>
              <a:gd name="connsiteY589" fmla="*/ 1654213 h 6858000"/>
              <a:gd name="connsiteX590" fmla="*/ 5293545 w 7467600"/>
              <a:gd name="connsiteY590" fmla="*/ 2072247 h 6858000"/>
              <a:gd name="connsiteX591" fmla="*/ 5294042 w 7467600"/>
              <a:gd name="connsiteY591" fmla="*/ 2065019 h 6858000"/>
              <a:gd name="connsiteX592" fmla="*/ 5171936 w 7467600"/>
              <a:gd name="connsiteY592" fmla="*/ 1647613 h 6858000"/>
              <a:gd name="connsiteX593" fmla="*/ 5009948 w 7467600"/>
              <a:gd name="connsiteY593" fmla="*/ 1273619 h 6858000"/>
              <a:gd name="connsiteX594" fmla="*/ 655236 w 7467600"/>
              <a:gd name="connsiteY594" fmla="*/ 1268632 h 6858000"/>
              <a:gd name="connsiteX595" fmla="*/ 839521 w 7467600"/>
              <a:gd name="connsiteY595" fmla="*/ 1685315 h 6858000"/>
              <a:gd name="connsiteX596" fmla="*/ 1109416 w 7467600"/>
              <a:gd name="connsiteY596" fmla="*/ 2061663 h 6858000"/>
              <a:gd name="connsiteX597" fmla="*/ 1298300 w 7467600"/>
              <a:gd name="connsiteY597" fmla="*/ 2247742 h 6858000"/>
              <a:gd name="connsiteX598" fmla="*/ 1125871 w 7467600"/>
              <a:gd name="connsiteY598" fmla="*/ 1989513 h 6858000"/>
              <a:gd name="connsiteX599" fmla="*/ 981574 w 7467600"/>
              <a:gd name="connsiteY599" fmla="*/ 1783157 h 6858000"/>
              <a:gd name="connsiteX600" fmla="*/ 922198 w 7467600"/>
              <a:gd name="connsiteY600" fmla="*/ 1677437 h 6858000"/>
              <a:gd name="connsiteX601" fmla="*/ 869293 w 7467600"/>
              <a:gd name="connsiteY601" fmla="*/ 1583214 h 6858000"/>
              <a:gd name="connsiteX602" fmla="*/ 751431 w 7467600"/>
              <a:gd name="connsiteY602" fmla="*/ 1405731 h 6858000"/>
              <a:gd name="connsiteX603" fmla="*/ 655236 w 7467600"/>
              <a:gd name="connsiteY603" fmla="*/ 1268632 h 6858000"/>
              <a:gd name="connsiteX604" fmla="*/ 6516292 w 7467600"/>
              <a:gd name="connsiteY604" fmla="*/ 1263064 h 6858000"/>
              <a:gd name="connsiteX605" fmla="*/ 5736320 w 7467600"/>
              <a:gd name="connsiteY605" fmla="*/ 1501803 h 6858000"/>
              <a:gd name="connsiteX606" fmla="*/ 6516292 w 7467600"/>
              <a:gd name="connsiteY606" fmla="*/ 1263064 h 6858000"/>
              <a:gd name="connsiteX607" fmla="*/ 291466 w 7467600"/>
              <a:gd name="connsiteY607" fmla="*/ 1250369 h 6858000"/>
              <a:gd name="connsiteX608" fmla="*/ 323180 w 7467600"/>
              <a:gd name="connsiteY608" fmla="*/ 1435283 h 6858000"/>
              <a:gd name="connsiteX609" fmla="*/ 349381 w 7467600"/>
              <a:gd name="connsiteY609" fmla="*/ 1875041 h 6858000"/>
              <a:gd name="connsiteX610" fmla="*/ 374363 w 7467600"/>
              <a:gd name="connsiteY610" fmla="*/ 1506494 h 6858000"/>
              <a:gd name="connsiteX611" fmla="*/ 302168 w 7467600"/>
              <a:gd name="connsiteY611" fmla="*/ 1274495 h 6858000"/>
              <a:gd name="connsiteX612" fmla="*/ 291466 w 7467600"/>
              <a:gd name="connsiteY612" fmla="*/ 1250369 h 6858000"/>
              <a:gd name="connsiteX613" fmla="*/ 678222 w 7467600"/>
              <a:gd name="connsiteY613" fmla="*/ 1248670 h 6858000"/>
              <a:gd name="connsiteX614" fmla="*/ 775536 w 7467600"/>
              <a:gd name="connsiteY614" fmla="*/ 1388015 h 6858000"/>
              <a:gd name="connsiteX615" fmla="*/ 894529 w 7467600"/>
              <a:gd name="connsiteY615" fmla="*/ 1567739 h 6858000"/>
              <a:gd name="connsiteX616" fmla="*/ 948000 w 7467600"/>
              <a:gd name="connsiteY616" fmla="*/ 1663088 h 6858000"/>
              <a:gd name="connsiteX617" fmla="*/ 1006812 w 7467600"/>
              <a:gd name="connsiteY617" fmla="*/ 1767683 h 6858000"/>
              <a:gd name="connsiteX618" fmla="*/ 1149133 w 7467600"/>
              <a:gd name="connsiteY618" fmla="*/ 1971513 h 6858000"/>
              <a:gd name="connsiteX619" fmla="*/ 1333952 w 7467600"/>
              <a:gd name="connsiteY619" fmla="*/ 2251620 h 6858000"/>
              <a:gd name="connsiteX620" fmla="*/ 1337329 w 7467600"/>
              <a:gd name="connsiteY620" fmla="*/ 2258350 h 6858000"/>
              <a:gd name="connsiteX621" fmla="*/ 1014726 w 7467600"/>
              <a:gd name="connsiteY621" fmla="*/ 1615556 h 6858000"/>
              <a:gd name="connsiteX622" fmla="*/ 678222 w 7467600"/>
              <a:gd name="connsiteY622" fmla="*/ 1248670 h 6858000"/>
              <a:gd name="connsiteX623" fmla="*/ 6691602 w 7467600"/>
              <a:gd name="connsiteY623" fmla="*/ 1140573 h 6858000"/>
              <a:gd name="connsiteX624" fmla="*/ 6571100 w 7467600"/>
              <a:gd name="connsiteY624" fmla="*/ 1183662 h 6858000"/>
              <a:gd name="connsiteX625" fmla="*/ 6241687 w 7467600"/>
              <a:gd name="connsiteY625" fmla="*/ 1257600 h 6858000"/>
              <a:gd name="connsiteX626" fmla="*/ 5693009 w 7467600"/>
              <a:gd name="connsiteY626" fmla="*/ 1478256 h 6858000"/>
              <a:gd name="connsiteX627" fmla="*/ 6548420 w 7467600"/>
              <a:gd name="connsiteY627" fmla="*/ 1214599 h 6858000"/>
              <a:gd name="connsiteX628" fmla="*/ 6605473 w 7467600"/>
              <a:gd name="connsiteY628" fmla="*/ 1184686 h 6858000"/>
              <a:gd name="connsiteX629" fmla="*/ 6691602 w 7467600"/>
              <a:gd name="connsiteY629" fmla="*/ 1140573 h 6858000"/>
              <a:gd name="connsiteX630" fmla="*/ 4002475 w 7467600"/>
              <a:gd name="connsiteY630" fmla="*/ 1037802 h 6858000"/>
              <a:gd name="connsiteX631" fmla="*/ 4000324 w 7467600"/>
              <a:gd name="connsiteY631" fmla="*/ 1039362 h 6858000"/>
              <a:gd name="connsiteX632" fmla="*/ 4002862 w 7467600"/>
              <a:gd name="connsiteY632" fmla="*/ 1042866 h 6858000"/>
              <a:gd name="connsiteX633" fmla="*/ 4002475 w 7467600"/>
              <a:gd name="connsiteY633" fmla="*/ 1037802 h 6858000"/>
              <a:gd name="connsiteX634" fmla="*/ 506322 w 7467600"/>
              <a:gd name="connsiteY634" fmla="*/ 1020997 h 6858000"/>
              <a:gd name="connsiteX635" fmla="*/ 533068 w 7467600"/>
              <a:gd name="connsiteY635" fmla="*/ 1029409 h 6858000"/>
              <a:gd name="connsiteX636" fmla="*/ 1232525 w 7467600"/>
              <a:gd name="connsiteY636" fmla="*/ 1804675 h 6858000"/>
              <a:gd name="connsiteX637" fmla="*/ 1388858 w 7467600"/>
              <a:gd name="connsiteY637" fmla="*/ 2368011 h 6858000"/>
              <a:gd name="connsiteX638" fmla="*/ 1384098 w 7467600"/>
              <a:gd name="connsiteY638" fmla="*/ 2378125 h 6858000"/>
              <a:gd name="connsiteX639" fmla="*/ 1425393 w 7467600"/>
              <a:gd name="connsiteY639" fmla="*/ 2589124 h 6858000"/>
              <a:gd name="connsiteX640" fmla="*/ 1424001 w 7467600"/>
              <a:gd name="connsiteY640" fmla="*/ 2597541 h 6858000"/>
              <a:gd name="connsiteX641" fmla="*/ 2152729 w 7467600"/>
              <a:gd name="connsiteY641" fmla="*/ 2864487 h 6858000"/>
              <a:gd name="connsiteX642" fmla="*/ 2020609 w 7467600"/>
              <a:gd name="connsiteY642" fmla="*/ 2539671 h 6858000"/>
              <a:gd name="connsiteX643" fmla="*/ 2018920 w 7467600"/>
              <a:gd name="connsiteY643" fmla="*/ 2536309 h 6858000"/>
              <a:gd name="connsiteX644" fmla="*/ 1342441 w 7467600"/>
              <a:gd name="connsiteY644" fmla="*/ 1173017 h 6858000"/>
              <a:gd name="connsiteX645" fmla="*/ 1367925 w 7467600"/>
              <a:gd name="connsiteY645" fmla="*/ 1135648 h 6858000"/>
              <a:gd name="connsiteX646" fmla="*/ 1771401 w 7467600"/>
              <a:gd name="connsiteY646" fmla="*/ 1806673 h 6858000"/>
              <a:gd name="connsiteX647" fmla="*/ 1972385 w 7467600"/>
              <a:gd name="connsiteY647" fmla="*/ 2198735 h 6858000"/>
              <a:gd name="connsiteX648" fmla="*/ 2040892 w 7467600"/>
              <a:gd name="connsiteY648" fmla="*/ 2405205 h 6858000"/>
              <a:gd name="connsiteX649" fmla="*/ 2131689 w 7467600"/>
              <a:gd name="connsiteY649" fmla="*/ 1936926 h 6858000"/>
              <a:gd name="connsiteX650" fmla="*/ 2454820 w 7467600"/>
              <a:gd name="connsiteY650" fmla="*/ 1248808 h 6858000"/>
              <a:gd name="connsiteX651" fmla="*/ 2492512 w 7467600"/>
              <a:gd name="connsiteY651" fmla="*/ 1302920 h 6858000"/>
              <a:gd name="connsiteX652" fmla="*/ 2081216 w 7467600"/>
              <a:gd name="connsiteY652" fmla="*/ 2527513 h 6858000"/>
              <a:gd name="connsiteX653" fmla="*/ 2081211 w 7467600"/>
              <a:gd name="connsiteY653" fmla="*/ 2528916 h 6858000"/>
              <a:gd name="connsiteX654" fmla="*/ 2199067 w 7467600"/>
              <a:gd name="connsiteY654" fmla="*/ 2884061 h 6858000"/>
              <a:gd name="connsiteX655" fmla="*/ 3192586 w 7467600"/>
              <a:gd name="connsiteY655" fmla="*/ 3411496 h 6858000"/>
              <a:gd name="connsiteX656" fmla="*/ 3182620 w 7467600"/>
              <a:gd name="connsiteY656" fmla="*/ 3483279 h 6858000"/>
              <a:gd name="connsiteX657" fmla="*/ 2435119 w 7467600"/>
              <a:gd name="connsiteY657" fmla="*/ 3080173 h 6858000"/>
              <a:gd name="connsiteX658" fmla="*/ 2410152 w 7467600"/>
              <a:gd name="connsiteY658" fmla="*/ 3063751 h 6858000"/>
              <a:gd name="connsiteX659" fmla="*/ 2408099 w 7467600"/>
              <a:gd name="connsiteY659" fmla="*/ 3064403 h 6858000"/>
              <a:gd name="connsiteX660" fmla="*/ 2407218 w 7467600"/>
              <a:gd name="connsiteY660" fmla="*/ 3070324 h 6858000"/>
              <a:gd name="connsiteX661" fmla="*/ 2380138 w 7467600"/>
              <a:gd name="connsiteY661" fmla="*/ 3099341 h 6858000"/>
              <a:gd name="connsiteX662" fmla="*/ 1765923 w 7467600"/>
              <a:gd name="connsiteY662" fmla="*/ 3581043 h 6858000"/>
              <a:gd name="connsiteX663" fmla="*/ 1702258 w 7467600"/>
              <a:gd name="connsiteY663" fmla="*/ 3612286 h 6858000"/>
              <a:gd name="connsiteX664" fmla="*/ 1538370 w 7467600"/>
              <a:gd name="connsiteY664" fmla="*/ 3811804 h 6858000"/>
              <a:gd name="connsiteX665" fmla="*/ 542867 w 7467600"/>
              <a:gd name="connsiteY665" fmla="*/ 4944092 h 6858000"/>
              <a:gd name="connsiteX666" fmla="*/ 515800 w 7467600"/>
              <a:gd name="connsiteY666" fmla="*/ 4862180 h 6858000"/>
              <a:gd name="connsiteX667" fmla="*/ 909145 w 7467600"/>
              <a:gd name="connsiteY667" fmla="*/ 4199225 h 6858000"/>
              <a:gd name="connsiteX668" fmla="*/ 1214067 w 7467600"/>
              <a:gd name="connsiteY668" fmla="*/ 3908561 h 6858000"/>
              <a:gd name="connsiteX669" fmla="*/ 640967 w 7467600"/>
              <a:gd name="connsiteY669" fmla="*/ 4105601 h 6858000"/>
              <a:gd name="connsiteX670" fmla="*/ 112563 w 7467600"/>
              <a:gd name="connsiteY670" fmla="*/ 4396952 h 6858000"/>
              <a:gd name="connsiteX671" fmla="*/ 0 w 7467600"/>
              <a:gd name="connsiteY671" fmla="*/ 4466006 h 6858000"/>
              <a:gd name="connsiteX672" fmla="*/ 0 w 7467600"/>
              <a:gd name="connsiteY672" fmla="*/ 4233763 h 6858000"/>
              <a:gd name="connsiteX673" fmla="*/ 36881 w 7467600"/>
              <a:gd name="connsiteY673" fmla="*/ 4200118 h 6858000"/>
              <a:gd name="connsiteX674" fmla="*/ 910534 w 7467600"/>
              <a:gd name="connsiteY674" fmla="*/ 3629753 h 6858000"/>
              <a:gd name="connsiteX675" fmla="*/ 1578717 w 7467600"/>
              <a:gd name="connsiteY675" fmla="*/ 3575982 h 6858000"/>
              <a:gd name="connsiteX676" fmla="*/ 2338780 w 7467600"/>
              <a:gd name="connsiteY676" fmla="*/ 3033725 h 6858000"/>
              <a:gd name="connsiteX677" fmla="*/ 1807991 w 7467600"/>
              <a:gd name="connsiteY677" fmla="*/ 2807184 h 6858000"/>
              <a:gd name="connsiteX678" fmla="*/ 1416358 w 7467600"/>
              <a:gd name="connsiteY678" fmla="*/ 3112571 h 6858000"/>
              <a:gd name="connsiteX679" fmla="*/ 939066 w 7467600"/>
              <a:gd name="connsiteY679" fmla="*/ 3378798 h 6858000"/>
              <a:gd name="connsiteX680" fmla="*/ 115099 w 7467600"/>
              <a:gd name="connsiteY680" fmla="*/ 3607650 h 6858000"/>
              <a:gd name="connsiteX681" fmla="*/ 97284 w 7467600"/>
              <a:gd name="connsiteY681" fmla="*/ 3520393 h 6858000"/>
              <a:gd name="connsiteX682" fmla="*/ 922050 w 7467600"/>
              <a:gd name="connsiteY682" fmla="*/ 3074867 h 6858000"/>
              <a:gd name="connsiteX683" fmla="*/ 1405265 w 7467600"/>
              <a:gd name="connsiteY683" fmla="*/ 3016319 h 6858000"/>
              <a:gd name="connsiteX684" fmla="*/ 1407512 w 7467600"/>
              <a:gd name="connsiteY684" fmla="*/ 3018001 h 6858000"/>
              <a:gd name="connsiteX685" fmla="*/ 1726266 w 7467600"/>
              <a:gd name="connsiteY685" fmla="*/ 2777274 h 6858000"/>
              <a:gd name="connsiteX686" fmla="*/ 625390 w 7467600"/>
              <a:gd name="connsiteY686" fmla="*/ 2514541 h 6858000"/>
              <a:gd name="connsiteX687" fmla="*/ 619799 w 7467600"/>
              <a:gd name="connsiteY687" fmla="*/ 2527180 h 6858000"/>
              <a:gd name="connsiteX688" fmla="*/ 310030 w 7467600"/>
              <a:gd name="connsiteY688" fmla="*/ 2771818 h 6858000"/>
              <a:gd name="connsiteX689" fmla="*/ 173877 w 7467600"/>
              <a:gd name="connsiteY689" fmla="*/ 2937056 h 6858000"/>
              <a:gd name="connsiteX690" fmla="*/ 77889 w 7467600"/>
              <a:gd name="connsiteY690" fmla="*/ 3138440 h 6858000"/>
              <a:gd name="connsiteX691" fmla="*/ 0 w 7467600"/>
              <a:gd name="connsiteY691" fmla="*/ 3271395 h 6858000"/>
              <a:gd name="connsiteX692" fmla="*/ 0 w 7467600"/>
              <a:gd name="connsiteY692" fmla="*/ 3153002 h 6858000"/>
              <a:gd name="connsiteX693" fmla="*/ 2386 w 7467600"/>
              <a:gd name="connsiteY693" fmla="*/ 3149203 h 6858000"/>
              <a:gd name="connsiteX694" fmla="*/ 89753 w 7467600"/>
              <a:gd name="connsiteY694" fmla="*/ 2987702 h 6858000"/>
              <a:gd name="connsiteX695" fmla="*/ 76869 w 7467600"/>
              <a:gd name="connsiteY695" fmla="*/ 3005404 h 6858000"/>
              <a:gd name="connsiteX696" fmla="*/ 32049 w 7467600"/>
              <a:gd name="connsiteY696" fmla="*/ 3065814 h 6858000"/>
              <a:gd name="connsiteX697" fmla="*/ 0 w 7467600"/>
              <a:gd name="connsiteY697" fmla="*/ 3108744 h 6858000"/>
              <a:gd name="connsiteX698" fmla="*/ 0 w 7467600"/>
              <a:gd name="connsiteY698" fmla="*/ 3058059 h 6858000"/>
              <a:gd name="connsiteX699" fmla="*/ 7610 w 7467600"/>
              <a:gd name="connsiteY699" fmla="*/ 3047889 h 6858000"/>
              <a:gd name="connsiteX700" fmla="*/ 52419 w 7467600"/>
              <a:gd name="connsiteY700" fmla="*/ 2987479 h 6858000"/>
              <a:gd name="connsiteX701" fmla="*/ 59142 w 7467600"/>
              <a:gd name="connsiteY701" fmla="*/ 2978488 h 6858000"/>
              <a:gd name="connsiteX702" fmla="*/ 0 w 7467600"/>
              <a:gd name="connsiteY702" fmla="*/ 3015334 h 6858000"/>
              <a:gd name="connsiteX703" fmla="*/ 0 w 7467600"/>
              <a:gd name="connsiteY703" fmla="*/ 2914286 h 6858000"/>
              <a:gd name="connsiteX704" fmla="*/ 36383 w 7467600"/>
              <a:gd name="connsiteY704" fmla="*/ 2901128 h 6858000"/>
              <a:gd name="connsiteX705" fmla="*/ 156329 w 7467600"/>
              <a:gd name="connsiteY705" fmla="*/ 2840533 h 6858000"/>
              <a:gd name="connsiteX706" fmla="*/ 358355 w 7467600"/>
              <a:gd name="connsiteY706" fmla="*/ 2620471 h 6858000"/>
              <a:gd name="connsiteX707" fmla="*/ 510577 w 7467600"/>
              <a:gd name="connsiteY707" fmla="*/ 2501244 h 6858000"/>
              <a:gd name="connsiteX708" fmla="*/ 211967 w 7467600"/>
              <a:gd name="connsiteY708" fmla="*/ 2479171 h 6858000"/>
              <a:gd name="connsiteX709" fmla="*/ 0 w 7467600"/>
              <a:gd name="connsiteY709" fmla="*/ 2476398 h 6858000"/>
              <a:gd name="connsiteX710" fmla="*/ 0 w 7467600"/>
              <a:gd name="connsiteY710" fmla="*/ 2389189 h 6858000"/>
              <a:gd name="connsiteX711" fmla="*/ 103062 w 7467600"/>
              <a:gd name="connsiteY711" fmla="*/ 2389518 h 6858000"/>
              <a:gd name="connsiteX712" fmla="*/ 510734 w 7467600"/>
              <a:gd name="connsiteY712" fmla="*/ 2416201 h 6858000"/>
              <a:gd name="connsiteX713" fmla="*/ 279257 w 7467600"/>
              <a:gd name="connsiteY713" fmla="*/ 2092102 h 6858000"/>
              <a:gd name="connsiteX714" fmla="*/ 65265 w 7467600"/>
              <a:gd name="connsiteY714" fmla="*/ 2006049 h 6858000"/>
              <a:gd name="connsiteX715" fmla="*/ 0 w 7467600"/>
              <a:gd name="connsiteY715" fmla="*/ 1982532 h 6858000"/>
              <a:gd name="connsiteX716" fmla="*/ 0 w 7467600"/>
              <a:gd name="connsiteY716" fmla="*/ 1912789 h 6858000"/>
              <a:gd name="connsiteX717" fmla="*/ 97460 w 7467600"/>
              <a:gd name="connsiteY717" fmla="*/ 1953725 h 6858000"/>
              <a:gd name="connsiteX718" fmla="*/ 221272 w 7467600"/>
              <a:gd name="connsiteY718" fmla="*/ 1980766 h 6858000"/>
              <a:gd name="connsiteX719" fmla="*/ 116765 w 7467600"/>
              <a:gd name="connsiteY719" fmla="*/ 1911033 h 6858000"/>
              <a:gd name="connsiteX720" fmla="*/ 16405 w 7467600"/>
              <a:gd name="connsiteY720" fmla="*/ 1803412 h 6858000"/>
              <a:gd name="connsiteX721" fmla="*/ 0 w 7467600"/>
              <a:gd name="connsiteY721" fmla="*/ 1784777 h 6858000"/>
              <a:gd name="connsiteX722" fmla="*/ 0 w 7467600"/>
              <a:gd name="connsiteY722" fmla="*/ 1740082 h 6858000"/>
              <a:gd name="connsiteX723" fmla="*/ 39394 w 7467600"/>
              <a:gd name="connsiteY723" fmla="*/ 1784856 h 6858000"/>
              <a:gd name="connsiteX724" fmla="*/ 135813 w 7467600"/>
              <a:gd name="connsiteY724" fmla="*/ 1888838 h 6858000"/>
              <a:gd name="connsiteX725" fmla="*/ 242575 w 7467600"/>
              <a:gd name="connsiteY725" fmla="*/ 1958841 h 6858000"/>
              <a:gd name="connsiteX726" fmla="*/ 82197 w 7467600"/>
              <a:gd name="connsiteY726" fmla="*/ 1754826 h 6858000"/>
              <a:gd name="connsiteX727" fmla="*/ 0 w 7467600"/>
              <a:gd name="connsiteY727" fmla="*/ 1679650 h 6858000"/>
              <a:gd name="connsiteX728" fmla="*/ 0 w 7467600"/>
              <a:gd name="connsiteY728" fmla="*/ 1602463 h 6858000"/>
              <a:gd name="connsiteX729" fmla="*/ 84689 w 7467600"/>
              <a:gd name="connsiteY729" fmla="*/ 1677442 h 6858000"/>
              <a:gd name="connsiteX730" fmla="*/ 298437 w 7467600"/>
              <a:gd name="connsiteY730" fmla="*/ 1968019 h 6858000"/>
              <a:gd name="connsiteX731" fmla="*/ 227269 w 7467600"/>
              <a:gd name="connsiteY731" fmla="*/ 1114064 h 6858000"/>
              <a:gd name="connsiteX732" fmla="*/ 248003 w 7467600"/>
              <a:gd name="connsiteY732" fmla="*/ 1089613 h 6858000"/>
              <a:gd name="connsiteX733" fmla="*/ 427020 w 7467600"/>
              <a:gd name="connsiteY733" fmla="*/ 1619803 h 6858000"/>
              <a:gd name="connsiteX734" fmla="*/ 340345 w 7467600"/>
              <a:gd name="connsiteY734" fmla="*/ 2027739 h 6858000"/>
              <a:gd name="connsiteX735" fmla="*/ 360865 w 7467600"/>
              <a:gd name="connsiteY735" fmla="*/ 2044827 h 6858000"/>
              <a:gd name="connsiteX736" fmla="*/ 560414 w 7467600"/>
              <a:gd name="connsiteY736" fmla="*/ 2421457 h 6858000"/>
              <a:gd name="connsiteX737" fmla="*/ 1359703 w 7467600"/>
              <a:gd name="connsiteY737" fmla="*/ 2578554 h 6858000"/>
              <a:gd name="connsiteX738" fmla="*/ 1359422 w 7467600"/>
              <a:gd name="connsiteY738" fmla="*/ 2577994 h 6858000"/>
              <a:gd name="connsiteX739" fmla="*/ 828701 w 7467600"/>
              <a:gd name="connsiteY739" fmla="*/ 1839520 h 6858000"/>
              <a:gd name="connsiteX740" fmla="*/ 494427 w 7467600"/>
              <a:gd name="connsiteY740" fmla="*/ 1092333 h 6858000"/>
              <a:gd name="connsiteX741" fmla="*/ 506322 w 7467600"/>
              <a:gd name="connsiteY741" fmla="*/ 1020997 h 6858000"/>
              <a:gd name="connsiteX742" fmla="*/ 4570198 w 7467600"/>
              <a:gd name="connsiteY742" fmla="*/ 978081 h 6858000"/>
              <a:gd name="connsiteX743" fmla="*/ 4523691 w 7467600"/>
              <a:gd name="connsiteY743" fmla="*/ 1127776 h 6858000"/>
              <a:gd name="connsiteX744" fmla="*/ 4509875 w 7467600"/>
              <a:gd name="connsiteY744" fmla="*/ 1167552 h 6858000"/>
              <a:gd name="connsiteX745" fmla="*/ 4478168 w 7467600"/>
              <a:gd name="connsiteY745" fmla="*/ 1260735 h 6858000"/>
              <a:gd name="connsiteX746" fmla="*/ 4409309 w 7467600"/>
              <a:gd name="connsiteY746" fmla="*/ 1666996 h 6858000"/>
              <a:gd name="connsiteX747" fmla="*/ 4370031 w 7467600"/>
              <a:gd name="connsiteY747" fmla="*/ 1955666 h 6858000"/>
              <a:gd name="connsiteX748" fmla="*/ 4570198 w 7467600"/>
              <a:gd name="connsiteY748" fmla="*/ 978081 h 6858000"/>
              <a:gd name="connsiteX749" fmla="*/ 4557898 w 7467600"/>
              <a:gd name="connsiteY749" fmla="*/ 900011 h 6858000"/>
              <a:gd name="connsiteX750" fmla="*/ 4344840 w 7467600"/>
              <a:gd name="connsiteY750" fmla="*/ 1922038 h 6858000"/>
              <a:gd name="connsiteX751" fmla="*/ 4378710 w 7467600"/>
              <a:gd name="connsiteY751" fmla="*/ 1665516 h 6858000"/>
              <a:gd name="connsiteX752" fmla="*/ 4448798 w 7467600"/>
              <a:gd name="connsiteY752" fmla="*/ 1253024 h 6858000"/>
              <a:gd name="connsiteX753" fmla="*/ 4480315 w 7467600"/>
              <a:gd name="connsiteY753" fmla="*/ 1158454 h 6858000"/>
              <a:gd name="connsiteX754" fmla="*/ 4494133 w 7467600"/>
              <a:gd name="connsiteY754" fmla="*/ 1118676 h 6858000"/>
              <a:gd name="connsiteX755" fmla="*/ 4557898 w 7467600"/>
              <a:gd name="connsiteY755" fmla="*/ 900011 h 6858000"/>
              <a:gd name="connsiteX756" fmla="*/ 5870151 w 7467600"/>
              <a:gd name="connsiteY756" fmla="*/ 898890 h 6858000"/>
              <a:gd name="connsiteX757" fmla="*/ 5861335 w 7467600"/>
              <a:gd name="connsiteY757" fmla="*/ 899177 h 6858000"/>
              <a:gd name="connsiteX758" fmla="*/ 5843702 w 7467600"/>
              <a:gd name="connsiteY758" fmla="*/ 899748 h 6858000"/>
              <a:gd name="connsiteX759" fmla="*/ 5651107 w 7467600"/>
              <a:gd name="connsiteY759" fmla="*/ 920306 h 6858000"/>
              <a:gd name="connsiteX760" fmla="*/ 5459407 w 7467600"/>
              <a:gd name="connsiteY760" fmla="*/ 940975 h 6858000"/>
              <a:gd name="connsiteX761" fmla="*/ 5374846 w 7467600"/>
              <a:gd name="connsiteY761" fmla="*/ 941988 h 6858000"/>
              <a:gd name="connsiteX762" fmla="*/ 5256105 w 7467600"/>
              <a:gd name="connsiteY762" fmla="*/ 945632 h 6858000"/>
              <a:gd name="connsiteX763" fmla="*/ 5107071 w 7467600"/>
              <a:gd name="connsiteY763" fmla="*/ 969720 h 6858000"/>
              <a:gd name="connsiteX764" fmla="*/ 4998681 w 7467600"/>
              <a:gd name="connsiteY764" fmla="*/ 988771 h 6858000"/>
              <a:gd name="connsiteX765" fmla="*/ 5870151 w 7467600"/>
              <a:gd name="connsiteY765" fmla="*/ 898890 h 6858000"/>
              <a:gd name="connsiteX766" fmla="*/ 5504425 w 7467600"/>
              <a:gd name="connsiteY766" fmla="*/ 848067 h 6858000"/>
              <a:gd name="connsiteX767" fmla="*/ 4968849 w 7467600"/>
              <a:gd name="connsiteY767" fmla="*/ 962318 h 6858000"/>
              <a:gd name="connsiteX768" fmla="*/ 5104039 w 7467600"/>
              <a:gd name="connsiteY768" fmla="*/ 940634 h 6858000"/>
              <a:gd name="connsiteX769" fmla="*/ 5256311 w 7467600"/>
              <a:gd name="connsiteY769" fmla="*/ 916490 h 6858000"/>
              <a:gd name="connsiteX770" fmla="*/ 5377381 w 7467600"/>
              <a:gd name="connsiteY770" fmla="*/ 912671 h 6858000"/>
              <a:gd name="connsiteX771" fmla="*/ 5460148 w 7467600"/>
              <a:gd name="connsiteY771" fmla="*/ 911442 h 6858000"/>
              <a:gd name="connsiteX772" fmla="*/ 5648971 w 7467600"/>
              <a:gd name="connsiteY772" fmla="*/ 891331 h 6858000"/>
              <a:gd name="connsiteX773" fmla="*/ 5844807 w 7467600"/>
              <a:gd name="connsiteY773" fmla="*/ 870718 h 6858000"/>
              <a:gd name="connsiteX774" fmla="*/ 5862975 w 7467600"/>
              <a:gd name="connsiteY774" fmla="*/ 869756 h 6858000"/>
              <a:gd name="connsiteX775" fmla="*/ 5920887 w 7467600"/>
              <a:gd name="connsiteY775" fmla="*/ 865929 h 6858000"/>
              <a:gd name="connsiteX776" fmla="*/ 5504425 w 7467600"/>
              <a:gd name="connsiteY776" fmla="*/ 848067 h 6858000"/>
              <a:gd name="connsiteX777" fmla="*/ 3607114 w 7467600"/>
              <a:gd name="connsiteY777" fmla="*/ 467441 h 6858000"/>
              <a:gd name="connsiteX778" fmla="*/ 3296242 w 7467600"/>
              <a:gd name="connsiteY778" fmla="*/ 807991 h 6858000"/>
              <a:gd name="connsiteX779" fmla="*/ 3174674 w 7467600"/>
              <a:gd name="connsiteY779" fmla="*/ 919759 h 6858000"/>
              <a:gd name="connsiteX780" fmla="*/ 3042978 w 7467600"/>
              <a:gd name="connsiteY780" fmla="*/ 1054894 h 6858000"/>
              <a:gd name="connsiteX781" fmla="*/ 2968914 w 7467600"/>
              <a:gd name="connsiteY781" fmla="*/ 1133756 h 6858000"/>
              <a:gd name="connsiteX782" fmla="*/ 3103823 w 7467600"/>
              <a:gd name="connsiteY782" fmla="*/ 1026814 h 6858000"/>
              <a:gd name="connsiteX783" fmla="*/ 3607114 w 7467600"/>
              <a:gd name="connsiteY783" fmla="*/ 467441 h 6858000"/>
              <a:gd name="connsiteX784" fmla="*/ 3744487 w 7467600"/>
              <a:gd name="connsiteY784" fmla="*/ 383136 h 6858000"/>
              <a:gd name="connsiteX785" fmla="*/ 3970213 w 7467600"/>
              <a:gd name="connsiteY785" fmla="*/ 995559 h 6858000"/>
              <a:gd name="connsiteX786" fmla="*/ 3744487 w 7467600"/>
              <a:gd name="connsiteY786" fmla="*/ 383136 h 6858000"/>
              <a:gd name="connsiteX787" fmla="*/ 3624562 w 7467600"/>
              <a:gd name="connsiteY787" fmla="*/ 367041 h 6858000"/>
              <a:gd name="connsiteX788" fmla="*/ 3489712 w 7467600"/>
              <a:gd name="connsiteY788" fmla="*/ 485386 h 6858000"/>
              <a:gd name="connsiteX789" fmla="*/ 3182994 w 7467600"/>
              <a:gd name="connsiteY789" fmla="*/ 828265 h 6858000"/>
              <a:gd name="connsiteX790" fmla="*/ 2892114 w 7467600"/>
              <a:gd name="connsiteY790" fmla="*/ 1172635 h 6858000"/>
              <a:gd name="connsiteX791" fmla="*/ 3021459 w 7467600"/>
              <a:gd name="connsiteY791" fmla="*/ 1035385 h 6858000"/>
              <a:gd name="connsiteX792" fmla="*/ 3153873 w 7467600"/>
              <a:gd name="connsiteY792" fmla="*/ 898971 h 6858000"/>
              <a:gd name="connsiteX793" fmla="*/ 3276511 w 7467600"/>
              <a:gd name="connsiteY793" fmla="*/ 786423 h 6858000"/>
              <a:gd name="connsiteX794" fmla="*/ 3584154 w 7467600"/>
              <a:gd name="connsiteY794" fmla="*/ 448218 h 6858000"/>
              <a:gd name="connsiteX795" fmla="*/ 3624562 w 7467600"/>
              <a:gd name="connsiteY795" fmla="*/ 367041 h 6858000"/>
              <a:gd name="connsiteX796" fmla="*/ 3766672 w 7467600"/>
              <a:gd name="connsiteY796" fmla="*/ 359429 h 6858000"/>
              <a:gd name="connsiteX797" fmla="*/ 3996338 w 7467600"/>
              <a:gd name="connsiteY797" fmla="*/ 968237 h 6858000"/>
              <a:gd name="connsiteX798" fmla="*/ 3766672 w 7467600"/>
              <a:gd name="connsiteY798" fmla="*/ 359429 h 6858000"/>
              <a:gd name="connsiteX799" fmla="*/ 5805386 w 7467600"/>
              <a:gd name="connsiteY799" fmla="*/ 239240 h 6858000"/>
              <a:gd name="connsiteX800" fmla="*/ 5736947 w 7467600"/>
              <a:gd name="connsiteY800" fmla="*/ 261367 h 6858000"/>
              <a:gd name="connsiteX801" fmla="*/ 5427012 w 7467600"/>
              <a:gd name="connsiteY801" fmla="*/ 311272 h 6858000"/>
              <a:gd name="connsiteX802" fmla="*/ 5147818 w 7467600"/>
              <a:gd name="connsiteY802" fmla="*/ 322112 h 6858000"/>
              <a:gd name="connsiteX803" fmla="*/ 5060854 w 7467600"/>
              <a:gd name="connsiteY803" fmla="*/ 311882 h 6858000"/>
              <a:gd name="connsiteX804" fmla="*/ 4945989 w 7467600"/>
              <a:gd name="connsiteY804" fmla="*/ 300516 h 6858000"/>
              <a:gd name="connsiteX805" fmla="*/ 5410479 w 7467600"/>
              <a:gd name="connsiteY805" fmla="*/ 348434 h 6858000"/>
              <a:gd name="connsiteX806" fmla="*/ 5805386 w 7467600"/>
              <a:gd name="connsiteY806" fmla="*/ 239240 h 6858000"/>
              <a:gd name="connsiteX807" fmla="*/ 5905192 w 7467600"/>
              <a:gd name="connsiteY807" fmla="*/ 163079 h 6858000"/>
              <a:gd name="connsiteX808" fmla="*/ 5865655 w 7467600"/>
              <a:gd name="connsiteY808" fmla="*/ 171901 h 6858000"/>
              <a:gd name="connsiteX809" fmla="*/ 5259740 w 7467600"/>
              <a:gd name="connsiteY809" fmla="*/ 257013 h 6858000"/>
              <a:gd name="connsiteX810" fmla="*/ 5208466 w 7467600"/>
              <a:gd name="connsiteY810" fmla="*/ 257550 h 6858000"/>
              <a:gd name="connsiteX811" fmla="*/ 4980204 w 7467600"/>
              <a:gd name="connsiteY811" fmla="*/ 271903 h 6858000"/>
              <a:gd name="connsiteX812" fmla="*/ 5068068 w 7467600"/>
              <a:gd name="connsiteY812" fmla="*/ 282244 h 6858000"/>
              <a:gd name="connsiteX813" fmla="*/ 5153231 w 7467600"/>
              <a:gd name="connsiteY813" fmla="*/ 292240 h 6858000"/>
              <a:gd name="connsiteX814" fmla="*/ 5426491 w 7467600"/>
              <a:gd name="connsiteY814" fmla="*/ 281128 h 6858000"/>
              <a:gd name="connsiteX815" fmla="*/ 5731212 w 7467600"/>
              <a:gd name="connsiteY815" fmla="*/ 231951 h 6858000"/>
              <a:gd name="connsiteX816" fmla="*/ 5905192 w 7467600"/>
              <a:gd name="connsiteY816" fmla="*/ 163079 h 6858000"/>
              <a:gd name="connsiteX817" fmla="*/ 5944437 w 7467600"/>
              <a:gd name="connsiteY817" fmla="*/ 113829 h 6858000"/>
              <a:gd name="connsiteX818" fmla="*/ 5825032 w 7467600"/>
              <a:gd name="connsiteY818" fmla="*/ 146405 h 6858000"/>
              <a:gd name="connsiteX819" fmla="*/ 4955599 w 7467600"/>
              <a:gd name="connsiteY819" fmla="*/ 247008 h 6858000"/>
              <a:gd name="connsiteX820" fmla="*/ 5210104 w 7467600"/>
              <a:gd name="connsiteY820" fmla="*/ 228123 h 6858000"/>
              <a:gd name="connsiteX821" fmla="*/ 5261015 w 7467600"/>
              <a:gd name="connsiteY821" fmla="*/ 227087 h 6858000"/>
              <a:gd name="connsiteX822" fmla="*/ 5861181 w 7467600"/>
              <a:gd name="connsiteY822" fmla="*/ 143093 h 6858000"/>
              <a:gd name="connsiteX823" fmla="*/ 5961252 w 7467600"/>
              <a:gd name="connsiteY823" fmla="*/ 114820 h 6858000"/>
              <a:gd name="connsiteX824" fmla="*/ 5944437 w 7467600"/>
              <a:gd name="connsiteY824" fmla="*/ 113829 h 6858000"/>
              <a:gd name="connsiteX825" fmla="*/ 3882765 w 7467600"/>
              <a:gd name="connsiteY825" fmla="*/ 0 h 6858000"/>
              <a:gd name="connsiteX826" fmla="*/ 3995099 w 7467600"/>
              <a:gd name="connsiteY826" fmla="*/ 0 h 6858000"/>
              <a:gd name="connsiteX827" fmla="*/ 4163818 w 7467600"/>
              <a:gd name="connsiteY827" fmla="*/ 234104 h 6858000"/>
              <a:gd name="connsiteX828" fmla="*/ 4172099 w 7467600"/>
              <a:gd name="connsiteY828" fmla="*/ 234207 h 6858000"/>
              <a:gd name="connsiteX829" fmla="*/ 4784282 w 7467600"/>
              <a:gd name="connsiteY829" fmla="*/ 276561 h 6858000"/>
              <a:gd name="connsiteX830" fmla="*/ 4801687 w 7467600"/>
              <a:gd name="connsiteY830" fmla="*/ 267764 h 6858000"/>
              <a:gd name="connsiteX831" fmla="*/ 6082788 w 7467600"/>
              <a:gd name="connsiteY831" fmla="*/ 64119 h 6858000"/>
              <a:gd name="connsiteX832" fmla="*/ 6099442 w 7467600"/>
              <a:gd name="connsiteY832" fmla="*/ 82568 h 6858000"/>
              <a:gd name="connsiteX833" fmla="*/ 4804137 w 7467600"/>
              <a:gd name="connsiteY833" fmla="*/ 320931 h 6858000"/>
              <a:gd name="connsiteX834" fmla="*/ 4227047 w 7467600"/>
              <a:gd name="connsiteY834" fmla="*/ 313415 h 6858000"/>
              <a:gd name="connsiteX835" fmla="*/ 4346041 w 7467600"/>
              <a:gd name="connsiteY835" fmla="*/ 456086 h 6858000"/>
              <a:gd name="connsiteX836" fmla="*/ 4870967 w 7467600"/>
              <a:gd name="connsiteY836" fmla="*/ 963061 h 6858000"/>
              <a:gd name="connsiteX837" fmla="*/ 4889647 w 7467600"/>
              <a:gd name="connsiteY837" fmla="*/ 957147 h 6858000"/>
              <a:gd name="connsiteX838" fmla="*/ 5422504 w 7467600"/>
              <a:gd name="connsiteY838" fmla="*/ 805191 h 6858000"/>
              <a:gd name="connsiteX839" fmla="*/ 6087656 w 7467600"/>
              <a:gd name="connsiteY839" fmla="*/ 826703 h 6858000"/>
              <a:gd name="connsiteX840" fmla="*/ 6058717 w 7467600"/>
              <a:gd name="connsiteY840" fmla="*/ 865992 h 6858000"/>
              <a:gd name="connsiteX841" fmla="*/ 4974153 w 7467600"/>
              <a:gd name="connsiteY841" fmla="*/ 1045456 h 6858000"/>
              <a:gd name="connsiteX842" fmla="*/ 5627835 w 7467600"/>
              <a:gd name="connsiteY842" fmla="*/ 1472077 h 6858000"/>
              <a:gd name="connsiteX843" fmla="*/ 5629817 w 7467600"/>
              <a:gd name="connsiteY843" fmla="*/ 1471412 h 6858000"/>
              <a:gd name="connsiteX844" fmla="*/ 5634124 w 7467600"/>
              <a:gd name="connsiteY844" fmla="*/ 1470572 h 6858000"/>
              <a:gd name="connsiteX845" fmla="*/ 5755832 w 7467600"/>
              <a:gd name="connsiteY845" fmla="*/ 1383886 h 6858000"/>
              <a:gd name="connsiteX846" fmla="*/ 6014186 w 7467600"/>
              <a:gd name="connsiteY846" fmla="*/ 1279799 h 6858000"/>
              <a:gd name="connsiteX847" fmla="*/ 6901619 w 7467600"/>
              <a:gd name="connsiteY847" fmla="*/ 1047874 h 6858000"/>
              <a:gd name="connsiteX848" fmla="*/ 6931566 w 7467600"/>
              <a:gd name="connsiteY848" fmla="*/ 1062034 h 6858000"/>
              <a:gd name="connsiteX849" fmla="*/ 5790982 w 7467600"/>
              <a:gd name="connsiteY849" fmla="*/ 1561380 h 6858000"/>
              <a:gd name="connsiteX850" fmla="*/ 6188971 w 7467600"/>
              <a:gd name="connsiteY850" fmla="*/ 1755168 h 6858000"/>
              <a:gd name="connsiteX851" fmla="*/ 6202446 w 7467600"/>
              <a:gd name="connsiteY851" fmla="*/ 1752268 h 6858000"/>
              <a:gd name="connsiteX852" fmla="*/ 7179560 w 7467600"/>
              <a:gd name="connsiteY852" fmla="*/ 1467551 h 6858000"/>
              <a:gd name="connsiteX853" fmla="*/ 7158730 w 7467600"/>
              <a:gd name="connsiteY853" fmla="*/ 1507835 h 6858000"/>
              <a:gd name="connsiteX854" fmla="*/ 6326959 w 7467600"/>
              <a:gd name="connsiteY854" fmla="*/ 1817686 h 6858000"/>
              <a:gd name="connsiteX855" fmla="*/ 6537433 w 7467600"/>
              <a:gd name="connsiteY855" fmla="*/ 1907790 h 6858000"/>
              <a:gd name="connsiteX856" fmla="*/ 6550221 w 7467600"/>
              <a:gd name="connsiteY856" fmla="*/ 1910729 h 6858000"/>
              <a:gd name="connsiteX857" fmla="*/ 6964438 w 7467600"/>
              <a:gd name="connsiteY857" fmla="*/ 2209505 h 6858000"/>
              <a:gd name="connsiteX858" fmla="*/ 7367862 w 7467600"/>
              <a:gd name="connsiteY858" fmla="*/ 2806833 h 6858000"/>
              <a:gd name="connsiteX859" fmla="*/ 7364329 w 7467600"/>
              <a:gd name="connsiteY859" fmla="*/ 2826907 h 6858000"/>
              <a:gd name="connsiteX860" fmla="*/ 7290545 w 7467600"/>
              <a:gd name="connsiteY860" fmla="*/ 2850663 h 6858000"/>
              <a:gd name="connsiteX861" fmla="*/ 6472036 w 7467600"/>
              <a:gd name="connsiteY861" fmla="*/ 1959003 h 6858000"/>
              <a:gd name="connsiteX862" fmla="*/ 5792897 w 7467600"/>
              <a:gd name="connsiteY862" fmla="*/ 1647747 h 6858000"/>
              <a:gd name="connsiteX863" fmla="*/ 5842751 w 7467600"/>
              <a:gd name="connsiteY863" fmla="*/ 1816112 h 6858000"/>
              <a:gd name="connsiteX864" fmla="*/ 5847424 w 7467600"/>
              <a:gd name="connsiteY864" fmla="*/ 1815776 h 6858000"/>
              <a:gd name="connsiteX865" fmla="*/ 6399821 w 7467600"/>
              <a:gd name="connsiteY865" fmla="*/ 2344799 h 6858000"/>
              <a:gd name="connsiteX866" fmla="*/ 6323232 w 7467600"/>
              <a:gd name="connsiteY866" fmla="*/ 2389634 h 6858000"/>
              <a:gd name="connsiteX867" fmla="*/ 5942958 w 7467600"/>
              <a:gd name="connsiteY867" fmla="*/ 2077708 h 6858000"/>
              <a:gd name="connsiteX868" fmla="*/ 5921559 w 7467600"/>
              <a:gd name="connsiteY868" fmla="*/ 2378596 h 6858000"/>
              <a:gd name="connsiteX869" fmla="*/ 5817651 w 7467600"/>
              <a:gd name="connsiteY869" fmla="*/ 3023919 h 6858000"/>
              <a:gd name="connsiteX870" fmla="*/ 5729634 w 7467600"/>
              <a:gd name="connsiteY870" fmla="*/ 3051849 h 6858000"/>
              <a:gd name="connsiteX871" fmla="*/ 5611018 w 7467600"/>
              <a:gd name="connsiteY871" fmla="*/ 2316769 h 6858000"/>
              <a:gd name="connsiteX872" fmla="*/ 5687608 w 7467600"/>
              <a:gd name="connsiteY872" fmla="*/ 2039972 h 6858000"/>
              <a:gd name="connsiteX873" fmla="*/ 5657554 w 7467600"/>
              <a:gd name="connsiteY873" fmla="*/ 1576445 h 6858000"/>
              <a:gd name="connsiteX874" fmla="*/ 5150475 w 7467600"/>
              <a:gd name="connsiteY874" fmla="*/ 1274012 h 6858000"/>
              <a:gd name="connsiteX875" fmla="*/ 5349142 w 7467600"/>
              <a:gd name="connsiteY875" fmla="*/ 2204405 h 6858000"/>
              <a:gd name="connsiteX876" fmla="*/ 5262214 w 7467600"/>
              <a:gd name="connsiteY876" fmla="*/ 2233836 h 6858000"/>
              <a:gd name="connsiteX877" fmla="*/ 4981539 w 7467600"/>
              <a:gd name="connsiteY877" fmla="*/ 1542201 h 6858000"/>
              <a:gd name="connsiteX878" fmla="*/ 4958461 w 7467600"/>
              <a:gd name="connsiteY878" fmla="*/ 1136957 h 6858000"/>
              <a:gd name="connsiteX879" fmla="*/ 4655015 w 7467600"/>
              <a:gd name="connsiteY879" fmla="*/ 891426 h 6858000"/>
              <a:gd name="connsiteX880" fmla="*/ 4348002 w 7467600"/>
              <a:gd name="connsiteY880" fmla="*/ 2205895 h 6858000"/>
              <a:gd name="connsiteX881" fmla="*/ 4262250 w 7467600"/>
              <a:gd name="connsiteY881" fmla="*/ 2219972 h 6858000"/>
              <a:gd name="connsiteX882" fmla="*/ 4550611 w 7467600"/>
              <a:gd name="connsiteY882" fmla="*/ 817540 h 6858000"/>
              <a:gd name="connsiteX883" fmla="*/ 4564418 w 7467600"/>
              <a:gd name="connsiteY883" fmla="*/ 808293 h 6858000"/>
              <a:gd name="connsiteX884" fmla="*/ 4266388 w 7467600"/>
              <a:gd name="connsiteY884" fmla="*/ 500083 h 6858000"/>
              <a:gd name="connsiteX885" fmla="*/ 4032842 w 7467600"/>
              <a:gd name="connsiteY885" fmla="*/ 211809 h 6858000"/>
              <a:gd name="connsiteX886" fmla="*/ 3882765 w 7467600"/>
              <a:gd name="connsiteY886" fmla="*/ 0 h 6858000"/>
              <a:gd name="connsiteX887" fmla="*/ 3721337 w 7467600"/>
              <a:gd name="connsiteY887" fmla="*/ 0 h 6858000"/>
              <a:gd name="connsiteX888" fmla="*/ 3797544 w 7467600"/>
              <a:gd name="connsiteY888" fmla="*/ 0 h 6858000"/>
              <a:gd name="connsiteX889" fmla="*/ 3775734 w 7467600"/>
              <a:gd name="connsiteY889" fmla="*/ 95131 h 6858000"/>
              <a:gd name="connsiteX890" fmla="*/ 3724807 w 7467600"/>
              <a:gd name="connsiteY890" fmla="*/ 272257 h 6858000"/>
              <a:gd name="connsiteX891" fmla="*/ 3726844 w 7467600"/>
              <a:gd name="connsiteY891" fmla="*/ 282988 h 6858000"/>
              <a:gd name="connsiteX892" fmla="*/ 3742664 w 7467600"/>
              <a:gd name="connsiteY892" fmla="*/ 279918 h 6858000"/>
              <a:gd name="connsiteX893" fmla="*/ 4103910 w 7467600"/>
              <a:gd name="connsiteY893" fmla="*/ 1161917 h 6858000"/>
              <a:gd name="connsiteX894" fmla="*/ 4020269 w 7467600"/>
              <a:gd name="connsiteY894" fmla="*/ 1200406 h 6858000"/>
              <a:gd name="connsiteX895" fmla="*/ 3674882 w 7467600"/>
              <a:gd name="connsiteY895" fmla="*/ 488524 h 6858000"/>
              <a:gd name="connsiteX896" fmla="*/ 3132682 w 7467600"/>
              <a:gd name="connsiteY896" fmla="*/ 1072284 h 6858000"/>
              <a:gd name="connsiteX897" fmla="*/ 2716346 w 7467600"/>
              <a:gd name="connsiteY897" fmla="*/ 1276376 h 6858000"/>
              <a:gd name="connsiteX898" fmla="*/ 2716772 w 7467600"/>
              <a:gd name="connsiteY898" fmla="*/ 1255462 h 6858000"/>
              <a:gd name="connsiteX899" fmla="*/ 3471096 w 7467600"/>
              <a:gd name="connsiteY899" fmla="*/ 437072 h 6858000"/>
              <a:gd name="connsiteX900" fmla="*/ 3639057 w 7467600"/>
              <a:gd name="connsiteY900" fmla="*/ 286334 h 6858000"/>
              <a:gd name="connsiteX901" fmla="*/ 3640309 w 7467600"/>
              <a:gd name="connsiteY901" fmla="*/ 284664 h 6858000"/>
              <a:gd name="connsiteX902" fmla="*/ 3646022 w 7467600"/>
              <a:gd name="connsiteY902" fmla="*/ 276711 h 6858000"/>
              <a:gd name="connsiteX903" fmla="*/ 3707943 w 7467600"/>
              <a:gd name="connsiteY903" fmla="*/ 65958 h 6858000"/>
              <a:gd name="connsiteX904" fmla="*/ 3721337 w 7467600"/>
              <a:gd name="connsiteY904" fmla="*/ 0 h 6858000"/>
              <a:gd name="connsiteX905" fmla="*/ 2867960 w 7467600"/>
              <a:gd name="connsiteY905" fmla="*/ 0 h 6858000"/>
              <a:gd name="connsiteX906" fmla="*/ 2926351 w 7467600"/>
              <a:gd name="connsiteY906" fmla="*/ 0 h 6858000"/>
              <a:gd name="connsiteX907" fmla="*/ 2902823 w 7467600"/>
              <a:gd name="connsiteY907" fmla="*/ 262929 h 6858000"/>
              <a:gd name="connsiteX908" fmla="*/ 2940663 w 7467600"/>
              <a:gd name="connsiteY908" fmla="*/ 140884 h 6858000"/>
              <a:gd name="connsiteX909" fmla="*/ 2947039 w 7467600"/>
              <a:gd name="connsiteY909" fmla="*/ 122524 h 6858000"/>
              <a:gd name="connsiteX910" fmla="*/ 2984316 w 7467600"/>
              <a:gd name="connsiteY910" fmla="*/ 0 h 6858000"/>
              <a:gd name="connsiteX911" fmla="*/ 3016114 w 7467600"/>
              <a:gd name="connsiteY911" fmla="*/ 0 h 6858000"/>
              <a:gd name="connsiteX912" fmla="*/ 2979949 w 7467600"/>
              <a:gd name="connsiteY912" fmla="*/ 119274 h 6858000"/>
              <a:gd name="connsiteX913" fmla="*/ 3023879 w 7467600"/>
              <a:gd name="connsiteY913" fmla="*/ 0 h 6858000"/>
              <a:gd name="connsiteX914" fmla="*/ 3105400 w 7467600"/>
              <a:gd name="connsiteY914" fmla="*/ 0 h 6858000"/>
              <a:gd name="connsiteX915" fmla="*/ 3094669 w 7467600"/>
              <a:gd name="connsiteY915" fmla="*/ 30308 h 6858000"/>
              <a:gd name="connsiteX916" fmla="*/ 2901945 w 7467600"/>
              <a:gd name="connsiteY916" fmla="*/ 466538 h 6858000"/>
              <a:gd name="connsiteX917" fmla="*/ 2815209 w 7467600"/>
              <a:gd name="connsiteY917" fmla="*/ 497361 h 6858000"/>
              <a:gd name="connsiteX918" fmla="*/ 2844845 w 7467600"/>
              <a:gd name="connsiteY918" fmla="*/ 127638 h 6858000"/>
              <a:gd name="connsiteX919" fmla="*/ 2867960 w 7467600"/>
              <a:gd name="connsiteY919" fmla="*/ 0 h 6858000"/>
              <a:gd name="connsiteX920" fmla="*/ 1057230 w 7467600"/>
              <a:gd name="connsiteY920" fmla="*/ 0 h 6858000"/>
              <a:gd name="connsiteX921" fmla="*/ 1111003 w 7467600"/>
              <a:gd name="connsiteY921" fmla="*/ 0 h 6858000"/>
              <a:gd name="connsiteX922" fmla="*/ 1125553 w 7467600"/>
              <a:gd name="connsiteY922" fmla="*/ 52588 h 6858000"/>
              <a:gd name="connsiteX923" fmla="*/ 1304276 w 7467600"/>
              <a:gd name="connsiteY923" fmla="*/ 476275 h 6858000"/>
              <a:gd name="connsiteX924" fmla="*/ 1492066 w 7467600"/>
              <a:gd name="connsiteY924" fmla="*/ 886333 h 6858000"/>
              <a:gd name="connsiteX925" fmla="*/ 1423698 w 7467600"/>
              <a:gd name="connsiteY925" fmla="*/ 710817 h 6858000"/>
              <a:gd name="connsiteX926" fmla="*/ 1357609 w 7467600"/>
              <a:gd name="connsiteY926" fmla="*/ 532892 h 6858000"/>
              <a:gd name="connsiteX927" fmla="*/ 1309550 w 7467600"/>
              <a:gd name="connsiteY927" fmla="*/ 374031 h 6858000"/>
              <a:gd name="connsiteX928" fmla="*/ 1193673 w 7467600"/>
              <a:gd name="connsiteY928" fmla="*/ 49533 h 6858000"/>
              <a:gd name="connsiteX929" fmla="*/ 1164391 w 7467600"/>
              <a:gd name="connsiteY929" fmla="*/ 0 h 6858000"/>
              <a:gd name="connsiteX930" fmla="*/ 1200666 w 7467600"/>
              <a:gd name="connsiteY930" fmla="*/ 0 h 6858000"/>
              <a:gd name="connsiteX931" fmla="*/ 1223408 w 7467600"/>
              <a:gd name="connsiteY931" fmla="*/ 38996 h 6858000"/>
              <a:gd name="connsiteX932" fmla="*/ 1339635 w 7467600"/>
              <a:gd name="connsiteY932" fmla="*/ 365517 h 6858000"/>
              <a:gd name="connsiteX933" fmla="*/ 1387469 w 7467600"/>
              <a:gd name="connsiteY933" fmla="*/ 523079 h 6858000"/>
              <a:gd name="connsiteX934" fmla="*/ 1452685 w 7467600"/>
              <a:gd name="connsiteY934" fmla="*/ 699806 h 6858000"/>
              <a:gd name="connsiteX935" fmla="*/ 1492092 w 7467600"/>
              <a:gd name="connsiteY935" fmla="*/ 800424 h 6858000"/>
              <a:gd name="connsiteX936" fmla="*/ 1455302 w 7467600"/>
              <a:gd name="connsiteY936" fmla="*/ 632913 h 6858000"/>
              <a:gd name="connsiteX937" fmla="*/ 1222336 w 7467600"/>
              <a:gd name="connsiteY937" fmla="*/ 9480 h 6858000"/>
              <a:gd name="connsiteX938" fmla="*/ 1214634 w 7467600"/>
              <a:gd name="connsiteY938" fmla="*/ 0 h 6858000"/>
              <a:gd name="connsiteX939" fmla="*/ 1289827 w 7467600"/>
              <a:gd name="connsiteY939" fmla="*/ 0 h 6858000"/>
              <a:gd name="connsiteX940" fmla="*/ 1321076 w 7467600"/>
              <a:gd name="connsiteY940" fmla="*/ 59722 h 6858000"/>
              <a:gd name="connsiteX941" fmla="*/ 1512579 w 7467600"/>
              <a:gd name="connsiteY941" fmla="*/ 626441 h 6858000"/>
              <a:gd name="connsiteX942" fmla="*/ 1506076 w 7467600"/>
              <a:gd name="connsiteY942" fmla="*/ 1089289 h 6858000"/>
              <a:gd name="connsiteX943" fmla="*/ 1486346 w 7467600"/>
              <a:gd name="connsiteY943" fmla="*/ 1079919 h 6858000"/>
              <a:gd name="connsiteX944" fmla="*/ 1070511 w 7467600"/>
              <a:gd name="connsiteY944" fmla="*/ 48609 h 6858000"/>
              <a:gd name="connsiteX945" fmla="*/ 1057230 w 7467600"/>
              <a:gd name="connsiteY945" fmla="*/ 0 h 6858000"/>
              <a:gd name="connsiteX946" fmla="*/ 43151 w 7467600"/>
              <a:gd name="connsiteY946" fmla="*/ 0 h 6858000"/>
              <a:gd name="connsiteX947" fmla="*/ 95283 w 7467600"/>
              <a:gd name="connsiteY947" fmla="*/ 0 h 6858000"/>
              <a:gd name="connsiteX948" fmla="*/ 300708 w 7467600"/>
              <a:gd name="connsiteY948" fmla="*/ 154571 h 6858000"/>
              <a:gd name="connsiteX949" fmla="*/ 530414 w 7467600"/>
              <a:gd name="connsiteY949" fmla="*/ 354673 h 6858000"/>
              <a:gd name="connsiteX950" fmla="*/ 333785 w 7467600"/>
              <a:gd name="connsiteY950" fmla="*/ 161564 h 6858000"/>
              <a:gd name="connsiteX951" fmla="*/ 147005 w 7467600"/>
              <a:gd name="connsiteY951" fmla="*/ 0 h 6858000"/>
              <a:gd name="connsiteX952" fmla="*/ 272509 w 7467600"/>
              <a:gd name="connsiteY952" fmla="*/ 0 h 6858000"/>
              <a:gd name="connsiteX953" fmla="*/ 326276 w 7467600"/>
              <a:gd name="connsiteY953" fmla="*/ 45847 h 6858000"/>
              <a:gd name="connsiteX954" fmla="*/ 823759 w 7467600"/>
              <a:gd name="connsiteY954" fmla="*/ 574145 h 6858000"/>
              <a:gd name="connsiteX955" fmla="*/ 811254 w 7467600"/>
              <a:gd name="connsiteY955" fmla="*/ 665546 h 6858000"/>
              <a:gd name="connsiteX956" fmla="*/ 154042 w 7467600"/>
              <a:gd name="connsiteY956" fmla="*/ 261522 h 6858000"/>
              <a:gd name="connsiteX957" fmla="*/ 13550 w 7467600"/>
              <a:gd name="connsiteY957" fmla="*/ 158423 h 6858000"/>
              <a:gd name="connsiteX958" fmla="*/ 0 w 7467600"/>
              <a:gd name="connsiteY958" fmla="*/ 146618 h 6858000"/>
              <a:gd name="connsiteX959" fmla="*/ 0 w 7467600"/>
              <a:gd name="connsiteY959" fmla="*/ 59161 h 6858000"/>
              <a:gd name="connsiteX960" fmla="*/ 45427 w 7467600"/>
              <a:gd name="connsiteY960" fmla="*/ 101078 h 6858000"/>
              <a:gd name="connsiteX961" fmla="*/ 630103 w 7467600"/>
              <a:gd name="connsiteY961" fmla="*/ 485885 h 6858000"/>
              <a:gd name="connsiteX962" fmla="*/ 532040 w 7467600"/>
              <a:gd name="connsiteY962" fmla="*/ 399359 h 6858000"/>
              <a:gd name="connsiteX963" fmla="*/ 517618 w 7467600"/>
              <a:gd name="connsiteY963" fmla="*/ 385726 h 6858000"/>
              <a:gd name="connsiteX964" fmla="*/ 285074 w 7467600"/>
              <a:gd name="connsiteY964" fmla="*/ 182755 h 6858000"/>
              <a:gd name="connsiteX965" fmla="*/ 43151 w 7467600"/>
              <a:gd name="connsiteY965" fmla="*/ 0 h 6858000"/>
              <a:gd name="connsiteX0" fmla="*/ 369702 w 7472601"/>
              <a:gd name="connsiteY0" fmla="*/ 6712169 h 6858000"/>
              <a:gd name="connsiteX1" fmla="*/ 366575 w 7472601"/>
              <a:gd name="connsiteY1" fmla="*/ 6715556 h 6858000"/>
              <a:gd name="connsiteX2" fmla="*/ 371637 w 7472601"/>
              <a:gd name="connsiteY2" fmla="*/ 6713954 h 6858000"/>
              <a:gd name="connsiteX3" fmla="*/ 369702 w 7472601"/>
              <a:gd name="connsiteY3" fmla="*/ 6712169 h 6858000"/>
              <a:gd name="connsiteX4" fmla="*/ 7088673 w 7472601"/>
              <a:gd name="connsiteY4" fmla="*/ 6610396 h 6858000"/>
              <a:gd name="connsiteX5" fmla="*/ 7440138 w 7472601"/>
              <a:gd name="connsiteY5" fmla="*/ 6622648 h 6858000"/>
              <a:gd name="connsiteX6" fmla="*/ 7467600 w 7472601"/>
              <a:gd name="connsiteY6" fmla="*/ 6628217 h 6858000"/>
              <a:gd name="connsiteX7" fmla="*/ 7467600 w 7472601"/>
              <a:gd name="connsiteY7" fmla="*/ 6668575 h 6858000"/>
              <a:gd name="connsiteX8" fmla="*/ 7392322 w 7472601"/>
              <a:gd name="connsiteY8" fmla="*/ 6658238 h 6858000"/>
              <a:gd name="connsiteX9" fmla="*/ 7467600 w 7472601"/>
              <a:gd name="connsiteY9" fmla="*/ 6683873 h 6858000"/>
              <a:gd name="connsiteX10" fmla="*/ 7467600 w 7472601"/>
              <a:gd name="connsiteY10" fmla="*/ 6714215 h 6858000"/>
              <a:gd name="connsiteX11" fmla="*/ 7447383 w 7472601"/>
              <a:gd name="connsiteY11" fmla="*/ 6707202 h 6858000"/>
              <a:gd name="connsiteX12" fmla="*/ 7289862 w 7472601"/>
              <a:gd name="connsiteY12" fmla="*/ 6659827 h 6858000"/>
              <a:gd name="connsiteX13" fmla="*/ 7434024 w 7472601"/>
              <a:gd name="connsiteY13" fmla="*/ 6722130 h 6858000"/>
              <a:gd name="connsiteX14" fmla="*/ 7467600 w 7472601"/>
              <a:gd name="connsiteY14" fmla="*/ 6736157 h 6858000"/>
              <a:gd name="connsiteX15" fmla="*/ 7467600 w 7472601"/>
              <a:gd name="connsiteY15" fmla="*/ 6767913 h 6858000"/>
              <a:gd name="connsiteX16" fmla="*/ 7392158 w 7472601"/>
              <a:gd name="connsiteY16" fmla="*/ 6771365 h 6858000"/>
              <a:gd name="connsiteX17" fmla="*/ 7467600 w 7472601"/>
              <a:gd name="connsiteY17" fmla="*/ 6805948 h 6858000"/>
              <a:gd name="connsiteX18" fmla="*/ 7467600 w 7472601"/>
              <a:gd name="connsiteY18" fmla="*/ 6831490 h 6858000"/>
              <a:gd name="connsiteX19" fmla="*/ 7410696 w 7472601"/>
              <a:gd name="connsiteY19" fmla="*/ 6803861 h 6858000"/>
              <a:gd name="connsiteX20" fmla="*/ 7088673 w 7472601"/>
              <a:gd name="connsiteY20" fmla="*/ 6610396 h 6858000"/>
              <a:gd name="connsiteX21" fmla="*/ 1019354 w 7472601"/>
              <a:gd name="connsiteY21" fmla="*/ 6315006 h 6858000"/>
              <a:gd name="connsiteX22" fmla="*/ 441046 w 7472601"/>
              <a:gd name="connsiteY22" fmla="*/ 6691153 h 6858000"/>
              <a:gd name="connsiteX23" fmla="*/ 1019354 w 7472601"/>
              <a:gd name="connsiteY23" fmla="*/ 6315006 h 6858000"/>
              <a:gd name="connsiteX24" fmla="*/ 991680 w 7472601"/>
              <a:gd name="connsiteY24" fmla="*/ 6298413 h 6858000"/>
              <a:gd name="connsiteX25" fmla="*/ 409060 w 7472601"/>
              <a:gd name="connsiteY25" fmla="*/ 6671470 h 6858000"/>
              <a:gd name="connsiteX26" fmla="*/ 991680 w 7472601"/>
              <a:gd name="connsiteY26" fmla="*/ 6298413 h 6858000"/>
              <a:gd name="connsiteX27" fmla="*/ 103333 w 7472601"/>
              <a:gd name="connsiteY27" fmla="*/ 5699602 h 6858000"/>
              <a:gd name="connsiteX28" fmla="*/ 233938 w 7472601"/>
              <a:gd name="connsiteY28" fmla="*/ 5809416 h 6858000"/>
              <a:gd name="connsiteX29" fmla="*/ 883580 w 7472601"/>
              <a:gd name="connsiteY29" fmla="*/ 6180710 h 6858000"/>
              <a:gd name="connsiteX30" fmla="*/ 487337 w 7472601"/>
              <a:gd name="connsiteY30" fmla="*/ 5950182 h 6858000"/>
              <a:gd name="connsiteX31" fmla="*/ 354051 w 7472601"/>
              <a:gd name="connsiteY31" fmla="*/ 5854912 h 6858000"/>
              <a:gd name="connsiteX32" fmla="*/ 195436 w 7472601"/>
              <a:gd name="connsiteY32" fmla="*/ 5755068 h 6858000"/>
              <a:gd name="connsiteX33" fmla="*/ 103333 w 7472601"/>
              <a:gd name="connsiteY33" fmla="*/ 5699602 h 6858000"/>
              <a:gd name="connsiteX34" fmla="*/ 5539432 w 7472601"/>
              <a:gd name="connsiteY34" fmla="*/ 5642928 h 6858000"/>
              <a:gd name="connsiteX35" fmla="*/ 5555462 w 7472601"/>
              <a:gd name="connsiteY35" fmla="*/ 5694454 h 6858000"/>
              <a:gd name="connsiteX36" fmla="*/ 5828270 w 7472601"/>
              <a:gd name="connsiteY36" fmla="*/ 6320663 h 6858000"/>
              <a:gd name="connsiteX37" fmla="*/ 5947416 w 7472601"/>
              <a:gd name="connsiteY37" fmla="*/ 6574846 h 6858000"/>
              <a:gd name="connsiteX38" fmla="*/ 5539432 w 7472601"/>
              <a:gd name="connsiteY38" fmla="*/ 5642928 h 6858000"/>
              <a:gd name="connsiteX39" fmla="*/ 51253 w 7472601"/>
              <a:gd name="connsiteY39" fmla="*/ 5631825 h 6858000"/>
              <a:gd name="connsiteX40" fmla="*/ 211622 w 7472601"/>
              <a:gd name="connsiteY40" fmla="*/ 5728803 h 6858000"/>
              <a:gd name="connsiteX41" fmla="*/ 371652 w 7472601"/>
              <a:gd name="connsiteY41" fmla="*/ 5829062 h 6858000"/>
              <a:gd name="connsiteX42" fmla="*/ 505903 w 7472601"/>
              <a:gd name="connsiteY42" fmla="*/ 5925221 h 6858000"/>
              <a:gd name="connsiteX43" fmla="*/ 899240 w 7472601"/>
              <a:gd name="connsiteY43" fmla="*/ 6153068 h 6858000"/>
              <a:gd name="connsiteX44" fmla="*/ 988114 w 7472601"/>
              <a:gd name="connsiteY44" fmla="*/ 6174204 h 6858000"/>
              <a:gd name="connsiteX45" fmla="*/ 845971 w 7472601"/>
              <a:gd name="connsiteY45" fmla="*/ 6067177 h 6858000"/>
              <a:gd name="connsiteX46" fmla="*/ 448057 w 7472601"/>
              <a:gd name="connsiteY46" fmla="*/ 5841376 h 6858000"/>
              <a:gd name="connsiteX47" fmla="*/ 51253 w 7472601"/>
              <a:gd name="connsiteY47" fmla="*/ 5631825 h 6858000"/>
              <a:gd name="connsiteX48" fmla="*/ 2606687 w 7472601"/>
              <a:gd name="connsiteY48" fmla="*/ 5630718 h 6858000"/>
              <a:gd name="connsiteX49" fmla="*/ 2645658 w 7472601"/>
              <a:gd name="connsiteY49" fmla="*/ 6640259 h 6858000"/>
              <a:gd name="connsiteX50" fmla="*/ 2606687 w 7472601"/>
              <a:gd name="connsiteY50" fmla="*/ 5630718 h 6858000"/>
              <a:gd name="connsiteX51" fmla="*/ 3642057 w 7472601"/>
              <a:gd name="connsiteY51" fmla="*/ 5573487 h 6858000"/>
              <a:gd name="connsiteX52" fmla="*/ 3632981 w 7472601"/>
              <a:gd name="connsiteY52" fmla="*/ 5579437 h 6858000"/>
              <a:gd name="connsiteX53" fmla="*/ 3382436 w 7472601"/>
              <a:gd name="connsiteY53" fmla="*/ 5952726 h 6858000"/>
              <a:gd name="connsiteX54" fmla="*/ 3191929 w 7472601"/>
              <a:gd name="connsiteY54" fmla="*/ 6662669 h 6858000"/>
              <a:gd name="connsiteX55" fmla="*/ 3369898 w 7472601"/>
              <a:gd name="connsiteY55" fmla="*/ 6081771 h 6858000"/>
              <a:gd name="connsiteX56" fmla="*/ 3642057 w 7472601"/>
              <a:gd name="connsiteY56" fmla="*/ 5573487 h 6858000"/>
              <a:gd name="connsiteX57" fmla="*/ 2650666 w 7472601"/>
              <a:gd name="connsiteY57" fmla="*/ 5530686 h 6858000"/>
              <a:gd name="connsiteX58" fmla="*/ 2650249 w 7472601"/>
              <a:gd name="connsiteY58" fmla="*/ 5532101 h 6858000"/>
              <a:gd name="connsiteX59" fmla="*/ 2663808 w 7472601"/>
              <a:gd name="connsiteY59" fmla="*/ 6535215 h 6858000"/>
              <a:gd name="connsiteX60" fmla="*/ 2665418 w 7472601"/>
              <a:gd name="connsiteY60" fmla="*/ 6132756 h 6858000"/>
              <a:gd name="connsiteX61" fmla="*/ 2650666 w 7472601"/>
              <a:gd name="connsiteY61" fmla="*/ 5530686 h 6858000"/>
              <a:gd name="connsiteX62" fmla="*/ 2680277 w 7472601"/>
              <a:gd name="connsiteY62" fmla="*/ 5479204 h 6858000"/>
              <a:gd name="connsiteX63" fmla="*/ 2678972 w 7472601"/>
              <a:gd name="connsiteY63" fmla="*/ 5481582 h 6858000"/>
              <a:gd name="connsiteX64" fmla="*/ 2696666 w 7472601"/>
              <a:gd name="connsiteY64" fmla="*/ 6133836 h 6858000"/>
              <a:gd name="connsiteX65" fmla="*/ 2695769 w 7472601"/>
              <a:gd name="connsiteY65" fmla="*/ 6390955 h 6858000"/>
              <a:gd name="connsiteX66" fmla="*/ 2739893 w 7472601"/>
              <a:gd name="connsiteY66" fmla="*/ 6108357 h 6858000"/>
              <a:gd name="connsiteX67" fmla="*/ 2680277 w 7472601"/>
              <a:gd name="connsiteY67" fmla="*/ 5479204 h 6858000"/>
              <a:gd name="connsiteX68" fmla="*/ 1132195 w 7472601"/>
              <a:gd name="connsiteY68" fmla="*/ 5467980 h 6858000"/>
              <a:gd name="connsiteX69" fmla="*/ 1679056 w 7472601"/>
              <a:gd name="connsiteY69" fmla="*/ 5516907 h 6858000"/>
              <a:gd name="connsiteX70" fmla="*/ 2128648 w 7472601"/>
              <a:gd name="connsiteY70" fmla="*/ 5474249 h 6858000"/>
              <a:gd name="connsiteX71" fmla="*/ 1825619 w 7472601"/>
              <a:gd name="connsiteY71" fmla="*/ 5478447 h 6858000"/>
              <a:gd name="connsiteX72" fmla="*/ 1737798 w 7472601"/>
              <a:gd name="connsiteY72" fmla="*/ 5483353 h 6858000"/>
              <a:gd name="connsiteX73" fmla="*/ 1132195 w 7472601"/>
              <a:gd name="connsiteY73" fmla="*/ 5467980 h 6858000"/>
              <a:gd name="connsiteX74" fmla="*/ 7454976 w 7472601"/>
              <a:gd name="connsiteY74" fmla="*/ 6318297 h 6858000"/>
              <a:gd name="connsiteX75" fmla="*/ 7467600 w 7472601"/>
              <a:gd name="connsiteY75" fmla="*/ 6012219 h 6858000"/>
              <a:gd name="connsiteX76" fmla="*/ 7356878 w 7472601"/>
              <a:gd name="connsiteY76" fmla="*/ 5981332 h 6858000"/>
              <a:gd name="connsiteX77" fmla="*/ 7467600 w 7472601"/>
              <a:gd name="connsiteY77" fmla="*/ 6117703 h 6858000"/>
              <a:gd name="connsiteX78" fmla="*/ 7467600 w 7472601"/>
              <a:gd name="connsiteY78" fmla="*/ 6163634 h 6858000"/>
              <a:gd name="connsiteX79" fmla="*/ 7403637 w 7472601"/>
              <a:gd name="connsiteY79" fmla="*/ 6083957 h 6858000"/>
              <a:gd name="connsiteX80" fmla="*/ 7254615 w 7472601"/>
              <a:gd name="connsiteY80" fmla="*/ 5911918 h 6858000"/>
              <a:gd name="connsiteX81" fmla="*/ 7312589 w 7472601"/>
              <a:gd name="connsiteY81" fmla="*/ 5982309 h 6858000"/>
              <a:gd name="connsiteX82" fmla="*/ 7448321 w 7472601"/>
              <a:gd name="connsiteY82" fmla="*/ 6190991 h 6858000"/>
              <a:gd name="connsiteX83" fmla="*/ 7467600 w 7472601"/>
              <a:gd name="connsiteY83" fmla="*/ 6221686 h 6858000"/>
              <a:gd name="connsiteX84" fmla="*/ 7467600 w 7472601"/>
              <a:gd name="connsiteY84" fmla="*/ 6334256 h 6858000"/>
              <a:gd name="connsiteX85" fmla="*/ 7454976 w 7472601"/>
              <a:gd name="connsiteY85" fmla="*/ 6318297 h 6858000"/>
              <a:gd name="connsiteX86" fmla="*/ 1456157 w 7472601"/>
              <a:gd name="connsiteY86" fmla="*/ 5371404 h 6858000"/>
              <a:gd name="connsiteX87" fmla="*/ 1244432 w 7472601"/>
              <a:gd name="connsiteY87" fmla="*/ 5385601 h 6858000"/>
              <a:gd name="connsiteX88" fmla="*/ 973990 w 7472601"/>
              <a:gd name="connsiteY88" fmla="*/ 5424940 h 6858000"/>
              <a:gd name="connsiteX89" fmla="*/ 1103809 w 7472601"/>
              <a:gd name="connsiteY89" fmla="*/ 5433720 h 6858000"/>
              <a:gd name="connsiteX90" fmla="*/ 1123454 w 7472601"/>
              <a:gd name="connsiteY90" fmla="*/ 5435727 h 6858000"/>
              <a:gd name="connsiteX91" fmla="*/ 1737017 w 7472601"/>
              <a:gd name="connsiteY91" fmla="*/ 5452183 h 6858000"/>
              <a:gd name="connsiteX92" fmla="*/ 1824397 w 7472601"/>
              <a:gd name="connsiteY92" fmla="*/ 5447757 h 6858000"/>
              <a:gd name="connsiteX93" fmla="*/ 2070059 w 7472601"/>
              <a:gd name="connsiteY93" fmla="*/ 5441660 h 6858000"/>
              <a:gd name="connsiteX94" fmla="*/ 1456157 w 7472601"/>
              <a:gd name="connsiteY94" fmla="*/ 5371404 h 6858000"/>
              <a:gd name="connsiteX95" fmla="*/ 4988186 w 7472601"/>
              <a:gd name="connsiteY95" fmla="*/ 5216467 h 6858000"/>
              <a:gd name="connsiteX96" fmla="*/ 4777334 w 7472601"/>
              <a:gd name="connsiteY96" fmla="*/ 5406072 h 6858000"/>
              <a:gd name="connsiteX97" fmla="*/ 4718341 w 7472601"/>
              <a:gd name="connsiteY97" fmla="*/ 5468043 h 6858000"/>
              <a:gd name="connsiteX98" fmla="*/ 4604655 w 7472601"/>
              <a:gd name="connsiteY98" fmla="*/ 5583434 h 6858000"/>
              <a:gd name="connsiteX99" fmla="*/ 4565074 w 7472601"/>
              <a:gd name="connsiteY99" fmla="*/ 5618550 h 6858000"/>
              <a:gd name="connsiteX100" fmla="*/ 4988186 w 7472601"/>
              <a:gd name="connsiteY100" fmla="*/ 5216467 h 6858000"/>
              <a:gd name="connsiteX101" fmla="*/ 4978032 w 7472601"/>
              <a:gd name="connsiteY101" fmla="*/ 5183809 h 6858000"/>
              <a:gd name="connsiteX102" fmla="*/ 4463413 w 7472601"/>
              <a:gd name="connsiteY102" fmla="*/ 5615162 h 6858000"/>
              <a:gd name="connsiteX103" fmla="*/ 4358134 w 7472601"/>
              <a:gd name="connsiteY103" fmla="*/ 5742791 h 6858000"/>
              <a:gd name="connsiteX104" fmla="*/ 4376219 w 7472601"/>
              <a:gd name="connsiteY104" fmla="*/ 5729027 h 6858000"/>
              <a:gd name="connsiteX105" fmla="*/ 4582340 w 7472601"/>
              <a:gd name="connsiteY105" fmla="*/ 5561037 h 6858000"/>
              <a:gd name="connsiteX106" fmla="*/ 4694684 w 7472601"/>
              <a:gd name="connsiteY106" fmla="*/ 5447098 h 6858000"/>
              <a:gd name="connsiteX107" fmla="*/ 4754123 w 7472601"/>
              <a:gd name="connsiteY107" fmla="*/ 5384643 h 6858000"/>
              <a:gd name="connsiteX108" fmla="*/ 4978032 w 7472601"/>
              <a:gd name="connsiteY108" fmla="*/ 5183809 h 6858000"/>
              <a:gd name="connsiteX109" fmla="*/ 1903353 w 7472601"/>
              <a:gd name="connsiteY109" fmla="*/ 5044827 h 6858000"/>
              <a:gd name="connsiteX110" fmla="*/ 1936931 w 7472601"/>
              <a:gd name="connsiteY110" fmla="*/ 5093954 h 6858000"/>
              <a:gd name="connsiteX111" fmla="*/ 2195868 w 7472601"/>
              <a:gd name="connsiteY111" fmla="*/ 5396574 h 6858000"/>
              <a:gd name="connsiteX112" fmla="*/ 2088852 w 7472601"/>
              <a:gd name="connsiteY112" fmla="*/ 5166123 h 6858000"/>
              <a:gd name="connsiteX113" fmla="*/ 1958241 w 7472601"/>
              <a:gd name="connsiteY113" fmla="*/ 5067955 h 6858000"/>
              <a:gd name="connsiteX114" fmla="*/ 1903353 w 7472601"/>
              <a:gd name="connsiteY114" fmla="*/ 5044827 h 6858000"/>
              <a:gd name="connsiteX115" fmla="*/ 1979378 w 7472601"/>
              <a:gd name="connsiteY115" fmla="*/ 4769504 h 6858000"/>
              <a:gd name="connsiteX116" fmla="*/ 2882120 w 7472601"/>
              <a:gd name="connsiteY116" fmla="*/ 5064547 h 6858000"/>
              <a:gd name="connsiteX117" fmla="*/ 2793103 w 7472601"/>
              <a:gd name="connsiteY117" fmla="*/ 5039699 h 6858000"/>
              <a:gd name="connsiteX118" fmla="*/ 2770041 w 7472601"/>
              <a:gd name="connsiteY118" fmla="*/ 5033634 h 6858000"/>
              <a:gd name="connsiteX119" fmla="*/ 1979378 w 7472601"/>
              <a:gd name="connsiteY119" fmla="*/ 4769504 h 6858000"/>
              <a:gd name="connsiteX120" fmla="*/ 1927410 w 7472601"/>
              <a:gd name="connsiteY120" fmla="*/ 4716164 h 6858000"/>
              <a:gd name="connsiteX121" fmla="*/ 1959587 w 7472601"/>
              <a:gd name="connsiteY121" fmla="*/ 4728849 h 6858000"/>
              <a:gd name="connsiteX122" fmla="*/ 2777707 w 7472601"/>
              <a:gd name="connsiteY122" fmla="*/ 5003991 h 6858000"/>
              <a:gd name="connsiteX123" fmla="*/ 2800768 w 7472601"/>
              <a:gd name="connsiteY123" fmla="*/ 5010056 h 6858000"/>
              <a:gd name="connsiteX124" fmla="*/ 2879408 w 7472601"/>
              <a:gd name="connsiteY124" fmla="*/ 5031590 h 6858000"/>
              <a:gd name="connsiteX125" fmla="*/ 2862295 w 7472601"/>
              <a:gd name="connsiteY125" fmla="*/ 5022958 h 6858000"/>
              <a:gd name="connsiteX126" fmla="*/ 2813343 w 7472601"/>
              <a:gd name="connsiteY126" fmla="*/ 4998369 h 6858000"/>
              <a:gd name="connsiteX127" fmla="*/ 2646245 w 7472601"/>
              <a:gd name="connsiteY127" fmla="*/ 4930999 h 6858000"/>
              <a:gd name="connsiteX128" fmla="*/ 1999243 w 7472601"/>
              <a:gd name="connsiteY128" fmla="*/ 4730524 h 6858000"/>
              <a:gd name="connsiteX129" fmla="*/ 1979527 w 7472601"/>
              <a:gd name="connsiteY129" fmla="*/ 4726651 h 6858000"/>
              <a:gd name="connsiteX130" fmla="*/ 1927410 w 7472601"/>
              <a:gd name="connsiteY130" fmla="*/ 4716164 h 6858000"/>
              <a:gd name="connsiteX131" fmla="*/ 1997014 w 7472601"/>
              <a:gd name="connsiteY131" fmla="*/ 4698007 h 6858000"/>
              <a:gd name="connsiteX132" fmla="*/ 2005458 w 7472601"/>
              <a:gd name="connsiteY132" fmla="*/ 4699540 h 6858000"/>
              <a:gd name="connsiteX133" fmla="*/ 2657186 w 7472601"/>
              <a:gd name="connsiteY133" fmla="*/ 4901687 h 6858000"/>
              <a:gd name="connsiteX134" fmla="*/ 2826662 w 7472601"/>
              <a:gd name="connsiteY134" fmla="*/ 4970362 h 6858000"/>
              <a:gd name="connsiteX135" fmla="*/ 2876100 w 7472601"/>
              <a:gd name="connsiteY135" fmla="*/ 4995397 h 6858000"/>
              <a:gd name="connsiteX136" fmla="*/ 3042600 w 7472601"/>
              <a:gd name="connsiteY136" fmla="*/ 5059532 h 6858000"/>
              <a:gd name="connsiteX137" fmla="*/ 1997014 w 7472601"/>
              <a:gd name="connsiteY137" fmla="*/ 4698007 h 6858000"/>
              <a:gd name="connsiteX138" fmla="*/ 2305292 w 7472601"/>
              <a:gd name="connsiteY138" fmla="*/ 4219492 h 6858000"/>
              <a:gd name="connsiteX139" fmla="*/ 3360922 w 7472601"/>
              <a:gd name="connsiteY139" fmla="*/ 4529373 h 6858000"/>
              <a:gd name="connsiteX140" fmla="*/ 3492420 w 7472601"/>
              <a:gd name="connsiteY140" fmla="*/ 4510145 h 6858000"/>
              <a:gd name="connsiteX141" fmla="*/ 3364086 w 7472601"/>
              <a:gd name="connsiteY141" fmla="*/ 4480340 h 6858000"/>
              <a:gd name="connsiteX142" fmla="*/ 3225818 w 7472601"/>
              <a:gd name="connsiteY142" fmla="*/ 4411822 h 6858000"/>
              <a:gd name="connsiteX143" fmla="*/ 3129696 w 7472601"/>
              <a:gd name="connsiteY143" fmla="*/ 4360704 h 6858000"/>
              <a:gd name="connsiteX144" fmla="*/ 2814545 w 7472601"/>
              <a:gd name="connsiteY144" fmla="*/ 4282955 h 6858000"/>
              <a:gd name="connsiteX145" fmla="*/ 2305292 w 7472601"/>
              <a:gd name="connsiteY145" fmla="*/ 4219492 h 6858000"/>
              <a:gd name="connsiteX146" fmla="*/ 2626982 w 7472601"/>
              <a:gd name="connsiteY146" fmla="*/ 4206450 h 6858000"/>
              <a:gd name="connsiteX147" fmla="*/ 2490617 w 7472601"/>
              <a:gd name="connsiteY147" fmla="*/ 4206951 h 6858000"/>
              <a:gd name="connsiteX148" fmla="*/ 2819869 w 7472601"/>
              <a:gd name="connsiteY148" fmla="*/ 4252936 h 6858000"/>
              <a:gd name="connsiteX149" fmla="*/ 3143018 w 7472601"/>
              <a:gd name="connsiteY149" fmla="*/ 4332698 h 6858000"/>
              <a:gd name="connsiteX150" fmla="*/ 3241520 w 7472601"/>
              <a:gd name="connsiteY150" fmla="*/ 4385112 h 6858000"/>
              <a:gd name="connsiteX151" fmla="*/ 3374575 w 7472601"/>
              <a:gd name="connsiteY151" fmla="*/ 4451517 h 6858000"/>
              <a:gd name="connsiteX152" fmla="*/ 3505221 w 7472601"/>
              <a:gd name="connsiteY152" fmla="*/ 4480757 h 6858000"/>
              <a:gd name="connsiteX153" fmla="*/ 2626982 w 7472601"/>
              <a:gd name="connsiteY153" fmla="*/ 4206450 h 6858000"/>
              <a:gd name="connsiteX154" fmla="*/ 1310106 w 7472601"/>
              <a:gd name="connsiteY154" fmla="*/ 3943217 h 6858000"/>
              <a:gd name="connsiteX155" fmla="*/ 854994 w 7472601"/>
              <a:gd name="connsiteY155" fmla="*/ 4399136 h 6858000"/>
              <a:gd name="connsiteX156" fmla="*/ 742462 w 7472601"/>
              <a:gd name="connsiteY156" fmla="*/ 4594648 h 6858000"/>
              <a:gd name="connsiteX157" fmla="*/ 820602 w 7472601"/>
              <a:gd name="connsiteY157" fmla="*/ 4485915 h 6858000"/>
              <a:gd name="connsiteX158" fmla="*/ 878295 w 7472601"/>
              <a:gd name="connsiteY158" fmla="*/ 4403594 h 6858000"/>
              <a:gd name="connsiteX159" fmla="*/ 1240607 w 7472601"/>
              <a:gd name="connsiteY159" fmla="*/ 4010401 h 6858000"/>
              <a:gd name="connsiteX160" fmla="*/ 1310106 w 7472601"/>
              <a:gd name="connsiteY160" fmla="*/ 3943217 h 6858000"/>
              <a:gd name="connsiteX161" fmla="*/ 1423113 w 7472601"/>
              <a:gd name="connsiteY161" fmla="*/ 3874565 h 6858000"/>
              <a:gd name="connsiteX162" fmla="*/ 1260565 w 7472601"/>
              <a:gd name="connsiteY162" fmla="*/ 4031982 h 6858000"/>
              <a:gd name="connsiteX163" fmla="*/ 901900 w 7472601"/>
              <a:gd name="connsiteY163" fmla="*/ 4421236 h 6858000"/>
              <a:gd name="connsiteX164" fmla="*/ 845044 w 7472601"/>
              <a:gd name="connsiteY164" fmla="*/ 4502436 h 6858000"/>
              <a:gd name="connsiteX165" fmla="*/ 685926 w 7472601"/>
              <a:gd name="connsiteY165" fmla="*/ 4703069 h 6858000"/>
              <a:gd name="connsiteX166" fmla="*/ 684248 w 7472601"/>
              <a:gd name="connsiteY166" fmla="*/ 4706721 h 6858000"/>
              <a:gd name="connsiteX167" fmla="*/ 1423113 w 7472601"/>
              <a:gd name="connsiteY167" fmla="*/ 3874565 h 6858000"/>
              <a:gd name="connsiteX168" fmla="*/ 3316479 w 7472601"/>
              <a:gd name="connsiteY168" fmla="*/ 3872136 h 6858000"/>
              <a:gd name="connsiteX169" fmla="*/ 3546806 w 7472601"/>
              <a:gd name="connsiteY169" fmla="*/ 4356139 h 6858000"/>
              <a:gd name="connsiteX170" fmla="*/ 3364433 w 7472601"/>
              <a:gd name="connsiteY170" fmla="*/ 3953121 h 6858000"/>
              <a:gd name="connsiteX171" fmla="*/ 3316479 w 7472601"/>
              <a:gd name="connsiteY171" fmla="*/ 3872136 h 6858000"/>
              <a:gd name="connsiteX172" fmla="*/ 3291335 w 7472601"/>
              <a:gd name="connsiteY172" fmla="*/ 3767420 h 6858000"/>
              <a:gd name="connsiteX173" fmla="*/ 3390805 w 7472601"/>
              <a:gd name="connsiteY173" fmla="*/ 3937163 h 6858000"/>
              <a:gd name="connsiteX174" fmla="*/ 3579062 w 7472601"/>
              <a:gd name="connsiteY174" fmla="*/ 4359040 h 6858000"/>
              <a:gd name="connsiteX175" fmla="*/ 3467355 w 7472601"/>
              <a:gd name="connsiteY175" fmla="*/ 3988130 h 6858000"/>
              <a:gd name="connsiteX176" fmla="*/ 3310753 w 7472601"/>
              <a:gd name="connsiteY176" fmla="*/ 3787140 h 6858000"/>
              <a:gd name="connsiteX177" fmla="*/ 3291335 w 7472601"/>
              <a:gd name="connsiteY177" fmla="*/ 3767420 h 6858000"/>
              <a:gd name="connsiteX178" fmla="*/ 1635889 w 7472601"/>
              <a:gd name="connsiteY178" fmla="*/ 3709494 h 6858000"/>
              <a:gd name="connsiteX179" fmla="*/ 1634800 w 7472601"/>
              <a:gd name="connsiteY179" fmla="*/ 3731111 h 6858000"/>
              <a:gd name="connsiteX180" fmla="*/ 1635889 w 7472601"/>
              <a:gd name="connsiteY180" fmla="*/ 3709494 h 6858000"/>
              <a:gd name="connsiteX181" fmla="*/ 1510397 w 7472601"/>
              <a:gd name="connsiteY181" fmla="*/ 3684705 h 6858000"/>
              <a:gd name="connsiteX182" fmla="*/ 1146550 w 7472601"/>
              <a:gd name="connsiteY182" fmla="*/ 3802012 h 6858000"/>
              <a:gd name="connsiteX183" fmla="*/ 698834 w 7472601"/>
              <a:gd name="connsiteY183" fmla="*/ 3952272 h 6858000"/>
              <a:gd name="connsiteX184" fmla="*/ 34256 w 7472601"/>
              <a:gd name="connsiteY184" fmla="*/ 4347603 h 6858000"/>
              <a:gd name="connsiteX185" fmla="*/ 527241 w 7472601"/>
              <a:gd name="connsiteY185" fmla="*/ 4065078 h 6858000"/>
              <a:gd name="connsiteX186" fmla="*/ 1510397 w 7472601"/>
              <a:gd name="connsiteY186" fmla="*/ 3684705 h 6858000"/>
              <a:gd name="connsiteX187" fmla="*/ 1313114 w 7472601"/>
              <a:gd name="connsiteY187" fmla="*/ 3655216 h 6858000"/>
              <a:gd name="connsiteX188" fmla="*/ 1109304 w 7472601"/>
              <a:gd name="connsiteY188" fmla="*/ 3669030 h 6858000"/>
              <a:gd name="connsiteX189" fmla="*/ 8129 w 7472601"/>
              <a:gd name="connsiteY189" fmla="*/ 4330519 h 6858000"/>
              <a:gd name="connsiteX190" fmla="*/ 687572 w 7472601"/>
              <a:gd name="connsiteY190" fmla="*/ 3925629 h 6858000"/>
              <a:gd name="connsiteX191" fmla="*/ 1138365 w 7472601"/>
              <a:gd name="connsiteY191" fmla="*/ 3774515 h 6858000"/>
              <a:gd name="connsiteX192" fmla="*/ 1505579 w 7472601"/>
              <a:gd name="connsiteY192" fmla="*/ 3655526 h 6858000"/>
              <a:gd name="connsiteX193" fmla="*/ 1313114 w 7472601"/>
              <a:gd name="connsiteY193" fmla="*/ 3655216 h 6858000"/>
              <a:gd name="connsiteX194" fmla="*/ 3655073 w 7472601"/>
              <a:gd name="connsiteY194" fmla="*/ 3650884 h 6858000"/>
              <a:gd name="connsiteX195" fmla="*/ 3989938 w 7472601"/>
              <a:gd name="connsiteY195" fmla="*/ 3991685 h 6858000"/>
              <a:gd name="connsiteX196" fmla="*/ 4393907 w 7472601"/>
              <a:gd name="connsiteY196" fmla="*/ 4261258 h 6858000"/>
              <a:gd name="connsiteX197" fmla="*/ 4648051 w 7472601"/>
              <a:gd name="connsiteY197" fmla="*/ 4374051 h 6858000"/>
              <a:gd name="connsiteX198" fmla="*/ 4383389 w 7472601"/>
              <a:gd name="connsiteY198" fmla="*/ 4184369 h 6858000"/>
              <a:gd name="connsiteX199" fmla="*/ 4165508 w 7472601"/>
              <a:gd name="connsiteY199" fmla="*/ 4035196 h 6858000"/>
              <a:gd name="connsiteX200" fmla="*/ 4068162 w 7472601"/>
              <a:gd name="connsiteY200" fmla="*/ 3953394 h 6858000"/>
              <a:gd name="connsiteX201" fmla="*/ 3981416 w 7472601"/>
              <a:gd name="connsiteY201" fmla="*/ 3880482 h 6858000"/>
              <a:gd name="connsiteX202" fmla="*/ 3800147 w 7472601"/>
              <a:gd name="connsiteY202" fmla="*/ 3749872 h 6858000"/>
              <a:gd name="connsiteX203" fmla="*/ 3655073 w 7472601"/>
              <a:gd name="connsiteY203" fmla="*/ 3650884 h 6858000"/>
              <a:gd name="connsiteX204" fmla="*/ 3670252 w 7472601"/>
              <a:gd name="connsiteY204" fmla="*/ 3622798 h 6858000"/>
              <a:gd name="connsiteX205" fmla="*/ 3817258 w 7472601"/>
              <a:gd name="connsiteY205" fmla="*/ 3723577 h 6858000"/>
              <a:gd name="connsiteX206" fmla="*/ 4000461 w 7472601"/>
              <a:gd name="connsiteY206" fmla="*/ 3855966 h 6858000"/>
              <a:gd name="connsiteX207" fmla="*/ 4088180 w 7472601"/>
              <a:gd name="connsiteY207" fmla="*/ 3929774 h 6858000"/>
              <a:gd name="connsiteX208" fmla="*/ 4184555 w 7472601"/>
              <a:gd name="connsiteY208" fmla="*/ 4010683 h 6858000"/>
              <a:gd name="connsiteX209" fmla="*/ 4399563 w 7472601"/>
              <a:gd name="connsiteY209" fmla="*/ 4158106 h 6858000"/>
              <a:gd name="connsiteX210" fmla="*/ 4684469 w 7472601"/>
              <a:gd name="connsiteY210" fmla="*/ 4364680 h 6858000"/>
              <a:gd name="connsiteX211" fmla="*/ 4690271 w 7472601"/>
              <a:gd name="connsiteY211" fmla="*/ 4370034 h 6858000"/>
              <a:gd name="connsiteX212" fmla="*/ 4136093 w 7472601"/>
              <a:gd name="connsiteY212" fmla="*/ 3858466 h 6858000"/>
              <a:gd name="connsiteX213" fmla="*/ 3670252 w 7472601"/>
              <a:gd name="connsiteY213" fmla="*/ 3622798 h 6858000"/>
              <a:gd name="connsiteX214" fmla="*/ 4440129 w 7472601"/>
              <a:gd name="connsiteY214" fmla="*/ 3448571 h 6858000"/>
              <a:gd name="connsiteX215" fmla="*/ 4856525 w 7472601"/>
              <a:gd name="connsiteY215" fmla="*/ 3915351 h 6858000"/>
              <a:gd name="connsiteX216" fmla="*/ 5059055 w 7472601"/>
              <a:gd name="connsiteY216" fmla="*/ 4108918 h 6858000"/>
              <a:gd name="connsiteX217" fmla="*/ 5290070 w 7472601"/>
              <a:gd name="connsiteY217" fmla="*/ 4263619 h 6858000"/>
              <a:gd name="connsiteX218" fmla="*/ 4834991 w 7472601"/>
              <a:gd name="connsiteY218" fmla="*/ 3830985 h 6858000"/>
              <a:gd name="connsiteX219" fmla="*/ 4440129 w 7472601"/>
              <a:gd name="connsiteY219" fmla="*/ 3448571 h 6858000"/>
              <a:gd name="connsiteX220" fmla="*/ 4441737 w 7472601"/>
              <a:gd name="connsiteY220" fmla="*/ 3399734 h 6858000"/>
              <a:gd name="connsiteX221" fmla="*/ 4431236 w 7472601"/>
              <a:gd name="connsiteY221" fmla="*/ 3400954 h 6858000"/>
              <a:gd name="connsiteX222" fmla="*/ 4557150 w 7472601"/>
              <a:gd name="connsiteY222" fmla="*/ 3510023 h 6858000"/>
              <a:gd name="connsiteX223" fmla="*/ 4856936 w 7472601"/>
              <a:gd name="connsiteY223" fmla="*/ 3809146 h 6858000"/>
              <a:gd name="connsiteX224" fmla="*/ 5111996 w 7472601"/>
              <a:gd name="connsiteY224" fmla="*/ 4065759 h 6858000"/>
              <a:gd name="connsiteX225" fmla="*/ 5388878 w 7472601"/>
              <a:gd name="connsiteY225" fmla="*/ 4300185 h 6858000"/>
              <a:gd name="connsiteX226" fmla="*/ 5425556 w 7472601"/>
              <a:gd name="connsiteY226" fmla="*/ 4308967 h 6858000"/>
              <a:gd name="connsiteX227" fmla="*/ 4943646 w 7472601"/>
              <a:gd name="connsiteY227" fmla="*/ 3822916 h 6858000"/>
              <a:gd name="connsiteX228" fmla="*/ 4594837 w 7472601"/>
              <a:gd name="connsiteY228" fmla="*/ 3532274 h 6858000"/>
              <a:gd name="connsiteX229" fmla="*/ 4441737 w 7472601"/>
              <a:gd name="connsiteY229" fmla="*/ 3399734 h 6858000"/>
              <a:gd name="connsiteX230" fmla="*/ 5425834 w 7472601"/>
              <a:gd name="connsiteY230" fmla="*/ 3162785 h 6858000"/>
              <a:gd name="connsiteX231" fmla="*/ 5401644 w 7472601"/>
              <a:gd name="connsiteY231" fmla="*/ 3617847 h 6858000"/>
              <a:gd name="connsiteX232" fmla="*/ 5467256 w 7472601"/>
              <a:gd name="connsiteY232" fmla="*/ 4175494 h 6858000"/>
              <a:gd name="connsiteX233" fmla="*/ 5448069 w 7472601"/>
              <a:gd name="connsiteY233" fmla="*/ 3567554 h 6858000"/>
              <a:gd name="connsiteX234" fmla="*/ 5425834 w 7472601"/>
              <a:gd name="connsiteY234" fmla="*/ 3162785 h 6858000"/>
              <a:gd name="connsiteX235" fmla="*/ 1318687 w 7472601"/>
              <a:gd name="connsiteY235" fmla="*/ 3113840 h 6858000"/>
              <a:gd name="connsiteX236" fmla="*/ 1066793 w 7472601"/>
              <a:gd name="connsiteY236" fmla="*/ 3212171 h 6858000"/>
              <a:gd name="connsiteX237" fmla="*/ 993319 w 7472601"/>
              <a:gd name="connsiteY237" fmla="*/ 3247648 h 6858000"/>
              <a:gd name="connsiteX238" fmla="*/ 853081 w 7472601"/>
              <a:gd name="connsiteY238" fmla="*/ 3312410 h 6858000"/>
              <a:gd name="connsiteX239" fmla="*/ 805957 w 7472601"/>
              <a:gd name="connsiteY239" fmla="*/ 3330443 h 6858000"/>
              <a:gd name="connsiteX240" fmla="*/ 1318687 w 7472601"/>
              <a:gd name="connsiteY240" fmla="*/ 3113840 h 6858000"/>
              <a:gd name="connsiteX241" fmla="*/ 5453702 w 7472601"/>
              <a:gd name="connsiteY241" fmla="*/ 3090882 h 6858000"/>
              <a:gd name="connsiteX242" fmla="*/ 5480135 w 7472601"/>
              <a:gd name="connsiteY242" fmla="*/ 3565802 h 6858000"/>
              <a:gd name="connsiteX243" fmla="*/ 5499023 w 7472601"/>
              <a:gd name="connsiteY243" fmla="*/ 4166310 h 6858000"/>
              <a:gd name="connsiteX244" fmla="*/ 5547022 w 7472601"/>
              <a:gd name="connsiteY244" fmla="*/ 3607838 h 6858000"/>
              <a:gd name="connsiteX245" fmla="*/ 5515964 w 7472601"/>
              <a:gd name="connsiteY245" fmla="*/ 3378541 h 6858000"/>
              <a:gd name="connsiteX246" fmla="*/ 5453702 w 7472601"/>
              <a:gd name="connsiteY246" fmla="*/ 3090882 h 6858000"/>
              <a:gd name="connsiteX247" fmla="*/ 1238695 w 7472601"/>
              <a:gd name="connsiteY247" fmla="*/ 3076820 h 6858000"/>
              <a:gd name="connsiteX248" fmla="*/ 716371 w 7472601"/>
              <a:gd name="connsiteY248" fmla="*/ 3293249 h 6858000"/>
              <a:gd name="connsiteX249" fmla="*/ 579522 w 7472601"/>
              <a:gd name="connsiteY249" fmla="*/ 3371759 h 6858000"/>
              <a:gd name="connsiteX250" fmla="*/ 600288 w 7472601"/>
              <a:gd name="connsiteY250" fmla="*/ 3365555 h 6858000"/>
              <a:gd name="connsiteX251" fmla="*/ 840692 w 7472601"/>
              <a:gd name="connsiteY251" fmla="*/ 3284921 h 6858000"/>
              <a:gd name="connsiteX252" fmla="*/ 979248 w 7472601"/>
              <a:gd name="connsiteY252" fmla="*/ 3221003 h 6858000"/>
              <a:gd name="connsiteX253" fmla="*/ 1053282 w 7472601"/>
              <a:gd name="connsiteY253" fmla="*/ 3185247 h 6858000"/>
              <a:gd name="connsiteX254" fmla="*/ 1320603 w 7472601"/>
              <a:gd name="connsiteY254" fmla="*/ 3081281 h 6858000"/>
              <a:gd name="connsiteX255" fmla="*/ 1238695 w 7472601"/>
              <a:gd name="connsiteY255" fmla="*/ 3076820 h 6858000"/>
              <a:gd name="connsiteX256" fmla="*/ 5425627 w 7472601"/>
              <a:gd name="connsiteY256" fmla="*/ 2954192 h 6858000"/>
              <a:gd name="connsiteX257" fmla="*/ 5470770 w 7472601"/>
              <a:gd name="connsiteY257" fmla="*/ 3005435 h 6858000"/>
              <a:gd name="connsiteX258" fmla="*/ 5519779 w 7472601"/>
              <a:gd name="connsiteY258" fmla="*/ 4359223 h 6858000"/>
              <a:gd name="connsiteX259" fmla="*/ 5520293 w 7472601"/>
              <a:gd name="connsiteY259" fmla="*/ 4360602 h 6858000"/>
              <a:gd name="connsiteX260" fmla="*/ 5767221 w 7472601"/>
              <a:gd name="connsiteY260" fmla="*/ 4665564 h 6858000"/>
              <a:gd name="connsiteX261" fmla="*/ 6937169 w 7472601"/>
              <a:gd name="connsiteY261" fmla="*/ 4815941 h 6858000"/>
              <a:gd name="connsiteX262" fmla="*/ 6953922 w 7472601"/>
              <a:gd name="connsiteY262" fmla="*/ 4890068 h 6858000"/>
              <a:gd name="connsiteX263" fmla="*/ 6071359 w 7472601"/>
              <a:gd name="connsiteY263" fmla="*/ 4770770 h 6858000"/>
              <a:gd name="connsiteX264" fmla="*/ 6038839 w 7472601"/>
              <a:gd name="connsiteY264" fmla="*/ 4764474 h 6858000"/>
              <a:gd name="connsiteX265" fmla="*/ 6038706 w 7472601"/>
              <a:gd name="connsiteY265" fmla="*/ 4763847 h 6858000"/>
              <a:gd name="connsiteX266" fmla="*/ 6037784 w 7472601"/>
              <a:gd name="connsiteY266" fmla="*/ 4764270 h 6858000"/>
              <a:gd name="connsiteX267" fmla="*/ 6038839 w 7472601"/>
              <a:gd name="connsiteY267" fmla="*/ 4764474 h 6858000"/>
              <a:gd name="connsiteX268" fmla="*/ 6040338 w 7472601"/>
              <a:gd name="connsiteY268" fmla="*/ 4771418 h 6858000"/>
              <a:gd name="connsiteX269" fmla="*/ 6024488 w 7472601"/>
              <a:gd name="connsiteY269" fmla="*/ 4809903 h 6858000"/>
              <a:gd name="connsiteX270" fmla="*/ 5599771 w 7472601"/>
              <a:gd name="connsiteY270" fmla="*/ 5509652 h 6858000"/>
              <a:gd name="connsiteX271" fmla="*/ 5548843 w 7472601"/>
              <a:gd name="connsiteY271" fmla="*/ 5563845 h 6858000"/>
              <a:gd name="connsiteX272" fmla="*/ 5940952 w 7472601"/>
              <a:gd name="connsiteY272" fmla="*/ 6250028 h 6858000"/>
              <a:gd name="connsiteX273" fmla="*/ 6043441 w 7472601"/>
              <a:gd name="connsiteY273" fmla="*/ 6665847 h 6858000"/>
              <a:gd name="connsiteX274" fmla="*/ 6093432 w 7472601"/>
              <a:gd name="connsiteY274" fmla="*/ 6858000 h 6858000"/>
              <a:gd name="connsiteX275" fmla="*/ 6034344 w 7472601"/>
              <a:gd name="connsiteY275" fmla="*/ 6858000 h 6858000"/>
              <a:gd name="connsiteX276" fmla="*/ 6026679 w 7472601"/>
              <a:gd name="connsiteY276" fmla="*/ 6836959 h 6858000"/>
              <a:gd name="connsiteX277" fmla="*/ 5800441 w 7472601"/>
              <a:gd name="connsiteY277" fmla="*/ 6335286 h 6858000"/>
              <a:gd name="connsiteX278" fmla="*/ 5526562 w 7472601"/>
              <a:gd name="connsiteY278" fmla="*/ 5705388 h 6858000"/>
              <a:gd name="connsiteX279" fmla="*/ 5519640 w 7472601"/>
              <a:gd name="connsiteY279" fmla="*/ 5683774 h 6858000"/>
              <a:gd name="connsiteX280" fmla="*/ 5844559 w 7472601"/>
              <a:gd name="connsiteY280" fmla="*/ 6553349 h 6858000"/>
              <a:gd name="connsiteX281" fmla="*/ 5975994 w 7472601"/>
              <a:gd name="connsiteY281" fmla="*/ 6858000 h 6858000"/>
              <a:gd name="connsiteX282" fmla="*/ 5898547 w 7472601"/>
              <a:gd name="connsiteY282" fmla="*/ 6858000 h 6858000"/>
              <a:gd name="connsiteX283" fmla="*/ 5682041 w 7472601"/>
              <a:gd name="connsiteY283" fmla="*/ 6355860 h 6858000"/>
              <a:gd name="connsiteX284" fmla="*/ 5461758 w 7472601"/>
              <a:gd name="connsiteY284" fmla="*/ 5820220 h 6858000"/>
              <a:gd name="connsiteX285" fmla="*/ 5237282 w 7472601"/>
              <a:gd name="connsiteY285" fmla="*/ 6579086 h 6858000"/>
              <a:gd name="connsiteX286" fmla="*/ 5115009 w 7472601"/>
              <a:gd name="connsiteY286" fmla="*/ 6858000 h 6858000"/>
              <a:gd name="connsiteX287" fmla="*/ 5028074 w 7472601"/>
              <a:gd name="connsiteY287" fmla="*/ 6858000 h 6858000"/>
              <a:gd name="connsiteX288" fmla="*/ 5079508 w 7472601"/>
              <a:gd name="connsiteY288" fmla="*/ 6749074 h 6858000"/>
              <a:gd name="connsiteX289" fmla="*/ 5371846 w 7472601"/>
              <a:gd name="connsiteY289" fmla="*/ 5924413 h 6858000"/>
              <a:gd name="connsiteX290" fmla="*/ 5270512 w 7472601"/>
              <a:gd name="connsiteY290" fmla="*/ 6138975 h 6858000"/>
              <a:gd name="connsiteX291" fmla="*/ 5062409 w 7472601"/>
              <a:gd name="connsiteY291" fmla="*/ 6653544 h 6858000"/>
              <a:gd name="connsiteX292" fmla="*/ 5036628 w 7472601"/>
              <a:gd name="connsiteY292" fmla="*/ 6754247 h 6858000"/>
              <a:gd name="connsiteX293" fmla="*/ 5009112 w 7472601"/>
              <a:gd name="connsiteY293" fmla="*/ 6858000 h 6858000"/>
              <a:gd name="connsiteX294" fmla="*/ 4976679 w 7472601"/>
              <a:gd name="connsiteY294" fmla="*/ 6858000 h 6858000"/>
              <a:gd name="connsiteX295" fmla="*/ 5006537 w 7472601"/>
              <a:gd name="connsiteY295" fmla="*/ 6747068 h 6858000"/>
              <a:gd name="connsiteX296" fmla="*/ 5032723 w 7472601"/>
              <a:gd name="connsiteY296" fmla="*/ 6644957 h 6858000"/>
              <a:gd name="connsiteX297" fmla="*/ 5242949 w 7472601"/>
              <a:gd name="connsiteY297" fmla="*/ 6125175 h 6858000"/>
              <a:gd name="connsiteX298" fmla="*/ 5286321 w 7472601"/>
              <a:gd name="connsiteY298" fmla="*/ 6033555 h 6858000"/>
              <a:gd name="connsiteX299" fmla="*/ 5008210 w 7472601"/>
              <a:gd name="connsiteY299" fmla="*/ 6649194 h 6858000"/>
              <a:gd name="connsiteX300" fmla="*/ 4986321 w 7472601"/>
              <a:gd name="connsiteY300" fmla="*/ 6765687 h 6858000"/>
              <a:gd name="connsiteX301" fmla="*/ 4973474 w 7472601"/>
              <a:gd name="connsiteY301" fmla="*/ 6858000 h 6858000"/>
              <a:gd name="connsiteX302" fmla="*/ 4907178 w 7472601"/>
              <a:gd name="connsiteY302" fmla="*/ 6858000 h 6858000"/>
              <a:gd name="connsiteX303" fmla="*/ 4910810 w 7472601"/>
              <a:gd name="connsiteY303" fmla="*/ 6829660 h 6858000"/>
              <a:gd name="connsiteX304" fmla="*/ 4987461 w 7472601"/>
              <a:gd name="connsiteY304" fmla="*/ 6432994 h 6858000"/>
              <a:gd name="connsiteX305" fmla="*/ 5179262 w 7472601"/>
              <a:gd name="connsiteY305" fmla="*/ 6035044 h 6858000"/>
              <a:gd name="connsiteX306" fmla="*/ 4689678 w 7472601"/>
              <a:gd name="connsiteY306" fmla="*/ 6440241 h 6858000"/>
              <a:gd name="connsiteX307" fmla="*/ 4477543 w 7472601"/>
              <a:gd name="connsiteY307" fmla="*/ 6674836 h 6858000"/>
              <a:gd name="connsiteX308" fmla="*/ 4329957 w 7472601"/>
              <a:gd name="connsiteY308" fmla="*/ 6858000 h 6858000"/>
              <a:gd name="connsiteX309" fmla="*/ 4218595 w 7472601"/>
              <a:gd name="connsiteY309" fmla="*/ 6858000 h 6858000"/>
              <a:gd name="connsiteX310" fmla="*/ 4368888 w 7472601"/>
              <a:gd name="connsiteY310" fmla="*/ 6668412 h 6858000"/>
              <a:gd name="connsiteX311" fmla="*/ 4563091 w 7472601"/>
              <a:gd name="connsiteY311" fmla="*/ 6442508 h 6858000"/>
              <a:gd name="connsiteX312" fmla="*/ 5387324 w 7472601"/>
              <a:gd name="connsiteY312" fmla="*/ 5705830 h 6858000"/>
              <a:gd name="connsiteX313" fmla="*/ 5073620 w 7472601"/>
              <a:gd name="connsiteY313" fmla="*/ 5955437 h 6858000"/>
              <a:gd name="connsiteX314" fmla="*/ 4689789 w 7472601"/>
              <a:gd name="connsiteY314" fmla="*/ 6268382 h 6858000"/>
              <a:gd name="connsiteX315" fmla="*/ 4418722 w 7472601"/>
              <a:gd name="connsiteY315" fmla="*/ 6570886 h 6858000"/>
              <a:gd name="connsiteX316" fmla="*/ 4214944 w 7472601"/>
              <a:gd name="connsiteY316" fmla="*/ 6858000 h 6858000"/>
              <a:gd name="connsiteX317" fmla="*/ 4177898 w 7472601"/>
              <a:gd name="connsiteY317" fmla="*/ 6858000 h 6858000"/>
              <a:gd name="connsiteX318" fmla="*/ 4391597 w 7472601"/>
              <a:gd name="connsiteY318" fmla="*/ 6556370 h 6858000"/>
              <a:gd name="connsiteX319" fmla="*/ 4668889 w 7472601"/>
              <a:gd name="connsiteY319" fmla="*/ 6246399 h 6858000"/>
              <a:gd name="connsiteX320" fmla="*/ 5055427 w 7472601"/>
              <a:gd name="connsiteY320" fmla="*/ 5931476 h 6858000"/>
              <a:gd name="connsiteX321" fmla="*/ 5371814 w 7472601"/>
              <a:gd name="connsiteY321" fmla="*/ 5678975 h 6858000"/>
              <a:gd name="connsiteX322" fmla="*/ 4987918 w 7472601"/>
              <a:gd name="connsiteY322" fmla="*/ 5838701 h 6858000"/>
              <a:gd name="connsiteX323" fmla="*/ 4317146 w 7472601"/>
              <a:gd name="connsiteY323" fmla="*/ 6587716 h 6858000"/>
              <a:gd name="connsiteX324" fmla="*/ 4171627 w 7472601"/>
              <a:gd name="connsiteY324" fmla="*/ 6858000 h 6858000"/>
              <a:gd name="connsiteX325" fmla="*/ 4081585 w 7472601"/>
              <a:gd name="connsiteY325" fmla="*/ 6858000 h 6858000"/>
              <a:gd name="connsiteX326" fmla="*/ 4238603 w 7472601"/>
              <a:gd name="connsiteY326" fmla="*/ 6559341 h 6858000"/>
              <a:gd name="connsiteX327" fmla="*/ 4778333 w 7472601"/>
              <a:gd name="connsiteY327" fmla="*/ 5873626 h 6858000"/>
              <a:gd name="connsiteX328" fmla="*/ 5414185 w 7472601"/>
              <a:gd name="connsiteY328" fmla="*/ 5573882 h 6858000"/>
              <a:gd name="connsiteX329" fmla="*/ 5959648 w 7472601"/>
              <a:gd name="connsiteY329" fmla="*/ 4760797 h 6858000"/>
              <a:gd name="connsiteX330" fmla="*/ 5355019 w 7472601"/>
              <a:gd name="connsiteY330" fmla="*/ 4734672 h 6858000"/>
              <a:gd name="connsiteX331" fmla="*/ 5083565 w 7472601"/>
              <a:gd name="connsiteY331" fmla="*/ 5179121 h 6858000"/>
              <a:gd name="connsiteX332" fmla="*/ 4713577 w 7472601"/>
              <a:gd name="connsiteY332" fmla="*/ 5616803 h 6858000"/>
              <a:gd name="connsiteX333" fmla="*/ 3989559 w 7472601"/>
              <a:gd name="connsiteY333" fmla="*/ 6145945 h 6858000"/>
              <a:gd name="connsiteX334" fmla="*/ 3939824 w 7472601"/>
              <a:gd name="connsiteY334" fmla="*/ 6066900 h 6858000"/>
              <a:gd name="connsiteX335" fmla="*/ 4584537 w 7472601"/>
              <a:gd name="connsiteY335" fmla="*/ 5324826 h 6858000"/>
              <a:gd name="connsiteX336" fmla="*/ 5037105 w 7472601"/>
              <a:gd name="connsiteY336" fmla="*/ 5088765 h 6858000"/>
              <a:gd name="connsiteX337" fmla="*/ 5039930 w 7472601"/>
              <a:gd name="connsiteY337" fmla="*/ 5089585 h 6858000"/>
              <a:gd name="connsiteX338" fmla="*/ 5263764 w 7472601"/>
              <a:gd name="connsiteY338" fmla="*/ 4735525 h 6858000"/>
              <a:gd name="connsiteX339" fmla="*/ 4086300 w 7472601"/>
              <a:gd name="connsiteY339" fmla="*/ 4884599 h 6858000"/>
              <a:gd name="connsiteX340" fmla="*/ 4085485 w 7472601"/>
              <a:gd name="connsiteY340" fmla="*/ 4899070 h 6858000"/>
              <a:gd name="connsiteX341" fmla="*/ 3871915 w 7472601"/>
              <a:gd name="connsiteY341" fmla="*/ 5253645 h 6858000"/>
              <a:gd name="connsiteX342" fmla="*/ 3799374 w 7472601"/>
              <a:gd name="connsiteY342" fmla="*/ 5466127 h 6858000"/>
              <a:gd name="connsiteX343" fmla="*/ 3498850 w 7472601"/>
              <a:gd name="connsiteY343" fmla="*/ 6661888 h 6858000"/>
              <a:gd name="connsiteX344" fmla="*/ 3399216 w 7472601"/>
              <a:gd name="connsiteY344" fmla="*/ 6858000 h 6858000"/>
              <a:gd name="connsiteX345" fmla="*/ 3303688 w 7472601"/>
              <a:gd name="connsiteY345" fmla="*/ 6858000 h 6858000"/>
              <a:gd name="connsiteX346" fmla="*/ 3391774 w 7472601"/>
              <a:gd name="connsiteY346" fmla="*/ 6697181 h 6858000"/>
              <a:gd name="connsiteX347" fmla="*/ 3735540 w 7472601"/>
              <a:gd name="connsiteY347" fmla="*/ 5546923 h 6858000"/>
              <a:gd name="connsiteX348" fmla="*/ 3729438 w 7472601"/>
              <a:gd name="connsiteY348" fmla="*/ 5569058 h 6858000"/>
              <a:gd name="connsiteX349" fmla="*/ 3707782 w 7472601"/>
              <a:gd name="connsiteY349" fmla="*/ 5644908 h 6858000"/>
              <a:gd name="connsiteX350" fmla="*/ 3583827 w 7472601"/>
              <a:gd name="connsiteY350" fmla="*/ 6039215 h 6858000"/>
              <a:gd name="connsiteX351" fmla="*/ 3547861 w 7472601"/>
              <a:gd name="connsiteY351" fmla="*/ 6129609 h 6858000"/>
              <a:gd name="connsiteX352" fmla="*/ 3490905 w 7472601"/>
              <a:gd name="connsiteY352" fmla="*/ 6277660 h 6858000"/>
              <a:gd name="connsiteX353" fmla="*/ 3455859 w 7472601"/>
              <a:gd name="connsiteY353" fmla="*/ 6391301 h 6858000"/>
              <a:gd name="connsiteX354" fmla="*/ 3429112 w 7472601"/>
              <a:gd name="connsiteY354" fmla="*/ 6479469 h 6858000"/>
              <a:gd name="connsiteX355" fmla="*/ 3304862 w 7472601"/>
              <a:gd name="connsiteY355" fmla="*/ 6796476 h 6858000"/>
              <a:gd name="connsiteX356" fmla="*/ 3276071 w 7472601"/>
              <a:gd name="connsiteY356" fmla="*/ 6858000 h 6858000"/>
              <a:gd name="connsiteX357" fmla="*/ 3240805 w 7472601"/>
              <a:gd name="connsiteY357" fmla="*/ 6858000 h 6858000"/>
              <a:gd name="connsiteX358" fmla="*/ 3275917 w 7472601"/>
              <a:gd name="connsiteY358" fmla="*/ 6783192 h 6858000"/>
              <a:gd name="connsiteX359" fmla="*/ 3399358 w 7472601"/>
              <a:gd name="connsiteY359" fmla="*/ 6469011 h 6858000"/>
              <a:gd name="connsiteX360" fmla="*/ 3425650 w 7472601"/>
              <a:gd name="connsiteY360" fmla="*/ 6381333 h 6858000"/>
              <a:gd name="connsiteX361" fmla="*/ 3460661 w 7472601"/>
              <a:gd name="connsiteY361" fmla="*/ 6266763 h 6858000"/>
              <a:gd name="connsiteX362" fmla="*/ 3518021 w 7472601"/>
              <a:gd name="connsiteY362" fmla="*/ 6117298 h 6858000"/>
              <a:gd name="connsiteX363" fmla="*/ 3554035 w 7472601"/>
              <a:gd name="connsiteY363" fmla="*/ 6027832 h 6858000"/>
              <a:gd name="connsiteX364" fmla="*/ 3677174 w 7472601"/>
              <a:gd name="connsiteY364" fmla="*/ 5636351 h 6858000"/>
              <a:gd name="connsiteX365" fmla="*/ 3698819 w 7472601"/>
              <a:gd name="connsiteY365" fmla="*/ 5560503 h 6858000"/>
              <a:gd name="connsiteX366" fmla="*/ 3702094 w 7472601"/>
              <a:gd name="connsiteY366" fmla="*/ 5549194 h 6858000"/>
              <a:gd name="connsiteX367" fmla="*/ 3398355 w 7472601"/>
              <a:gd name="connsiteY367" fmla="*/ 6094603 h 6858000"/>
              <a:gd name="connsiteX368" fmla="*/ 3193941 w 7472601"/>
              <a:gd name="connsiteY368" fmla="*/ 6798775 h 6858000"/>
              <a:gd name="connsiteX369" fmla="*/ 3184140 w 7472601"/>
              <a:gd name="connsiteY369" fmla="*/ 6858000 h 6858000"/>
              <a:gd name="connsiteX370" fmla="*/ 3099978 w 7472601"/>
              <a:gd name="connsiteY370" fmla="*/ 6858000 h 6858000"/>
              <a:gd name="connsiteX371" fmla="*/ 3101556 w 7472601"/>
              <a:gd name="connsiteY371" fmla="*/ 6843337 h 6858000"/>
              <a:gd name="connsiteX372" fmla="*/ 3370162 w 7472601"/>
              <a:gd name="connsiteY372" fmla="*/ 5785550 h 6858000"/>
              <a:gd name="connsiteX373" fmla="*/ 3746477 w 7472601"/>
              <a:gd name="connsiteY373" fmla="*/ 5377889 h 6858000"/>
              <a:gd name="connsiteX374" fmla="*/ 3863399 w 7472601"/>
              <a:gd name="connsiteY374" fmla="*/ 5087257 h 6858000"/>
              <a:gd name="connsiteX375" fmla="*/ 3968712 w 7472601"/>
              <a:gd name="connsiteY375" fmla="*/ 4913989 h 6858000"/>
              <a:gd name="connsiteX376" fmla="*/ 2792390 w 7472601"/>
              <a:gd name="connsiteY376" fmla="*/ 5382974 h 6858000"/>
              <a:gd name="connsiteX377" fmla="*/ 2714982 w 7472601"/>
              <a:gd name="connsiteY377" fmla="*/ 5427051 h 6858000"/>
              <a:gd name="connsiteX378" fmla="*/ 2813361 w 7472601"/>
              <a:gd name="connsiteY378" fmla="*/ 6023912 h 6858000"/>
              <a:gd name="connsiteX379" fmla="*/ 2688430 w 7472601"/>
              <a:gd name="connsiteY379" fmla="*/ 6801564 h 6858000"/>
              <a:gd name="connsiteX380" fmla="*/ 2629626 w 7472601"/>
              <a:gd name="connsiteY380" fmla="*/ 6763394 h 6858000"/>
              <a:gd name="connsiteX381" fmla="*/ 2565328 w 7472601"/>
              <a:gd name="connsiteY381" fmla="*/ 5516399 h 6858000"/>
              <a:gd name="connsiteX382" fmla="*/ 1922999 w 7472601"/>
              <a:gd name="connsiteY382" fmla="*/ 5980343 h 6858000"/>
              <a:gd name="connsiteX383" fmla="*/ 1950261 w 7472601"/>
              <a:gd name="connsiteY383" fmla="*/ 6405858 h 6858000"/>
              <a:gd name="connsiteX384" fmla="*/ 2365554 w 7472601"/>
              <a:gd name="connsiteY384" fmla="*/ 6759107 h 6858000"/>
              <a:gd name="connsiteX385" fmla="*/ 2424142 w 7472601"/>
              <a:gd name="connsiteY385" fmla="*/ 6858000 h 6858000"/>
              <a:gd name="connsiteX386" fmla="*/ 2395994 w 7472601"/>
              <a:gd name="connsiteY386" fmla="*/ 6858000 h 6858000"/>
              <a:gd name="connsiteX387" fmla="*/ 2392863 w 7472601"/>
              <a:gd name="connsiteY387" fmla="*/ 6852964 h 6858000"/>
              <a:gd name="connsiteX388" fmla="*/ 2017589 w 7472601"/>
              <a:gd name="connsiteY388" fmla="*/ 6493982 h 6858000"/>
              <a:gd name="connsiteX389" fmla="*/ 2147336 w 7472601"/>
              <a:gd name="connsiteY389" fmla="*/ 6594052 h 6858000"/>
              <a:gd name="connsiteX390" fmla="*/ 2207047 w 7472601"/>
              <a:gd name="connsiteY390" fmla="*/ 6654540 h 6858000"/>
              <a:gd name="connsiteX391" fmla="*/ 2299106 w 7472601"/>
              <a:gd name="connsiteY391" fmla="*/ 6778931 h 6858000"/>
              <a:gd name="connsiteX392" fmla="*/ 2314430 w 7472601"/>
              <a:gd name="connsiteY392" fmla="*/ 6801144 h 6858000"/>
              <a:gd name="connsiteX393" fmla="*/ 2352406 w 7472601"/>
              <a:gd name="connsiteY393" fmla="*/ 6858000 h 6858000"/>
              <a:gd name="connsiteX394" fmla="*/ 2314492 w 7472601"/>
              <a:gd name="connsiteY394" fmla="*/ 6858000 h 6858000"/>
              <a:gd name="connsiteX395" fmla="*/ 2288095 w 7472601"/>
              <a:gd name="connsiteY395" fmla="*/ 6818030 h 6858000"/>
              <a:gd name="connsiteX396" fmla="*/ 2272768 w 7472601"/>
              <a:gd name="connsiteY396" fmla="*/ 6795822 h 6858000"/>
              <a:gd name="connsiteX397" fmla="*/ 2182715 w 7472601"/>
              <a:gd name="connsiteY397" fmla="*/ 6675071 h 6858000"/>
              <a:gd name="connsiteX398" fmla="*/ 2032061 w 7472601"/>
              <a:gd name="connsiteY398" fmla="*/ 6541380 h 6858000"/>
              <a:gd name="connsiteX399" fmla="*/ 2257220 w 7472601"/>
              <a:gd name="connsiteY399" fmla="*/ 6826257 h 6858000"/>
              <a:gd name="connsiteX400" fmla="*/ 2281324 w 7472601"/>
              <a:gd name="connsiteY400" fmla="*/ 6858000 h 6858000"/>
              <a:gd name="connsiteX401" fmla="*/ 2242860 w 7472601"/>
              <a:gd name="connsiteY401" fmla="*/ 6858000 h 6858000"/>
              <a:gd name="connsiteX402" fmla="*/ 2232818 w 7472601"/>
              <a:gd name="connsiteY402" fmla="*/ 6844926 h 6858000"/>
              <a:gd name="connsiteX403" fmla="*/ 1990172 w 7472601"/>
              <a:gd name="connsiteY403" fmla="*/ 6542121 h 6858000"/>
              <a:gd name="connsiteX404" fmla="*/ 2124090 w 7472601"/>
              <a:gd name="connsiteY404" fmla="*/ 6761017 h 6858000"/>
              <a:gd name="connsiteX405" fmla="*/ 2200380 w 7472601"/>
              <a:gd name="connsiteY405" fmla="*/ 6858000 h 6858000"/>
              <a:gd name="connsiteX406" fmla="*/ 2147507 w 7472601"/>
              <a:gd name="connsiteY406" fmla="*/ 6858000 h 6858000"/>
              <a:gd name="connsiteX407" fmla="*/ 2070668 w 7472601"/>
              <a:gd name="connsiteY407" fmla="*/ 6761520 h 6858000"/>
              <a:gd name="connsiteX408" fmla="*/ 1975142 w 7472601"/>
              <a:gd name="connsiteY408" fmla="*/ 6585570 h 6858000"/>
              <a:gd name="connsiteX409" fmla="*/ 2050035 w 7472601"/>
              <a:gd name="connsiteY409" fmla="*/ 6813345 h 6858000"/>
              <a:gd name="connsiteX410" fmla="*/ 2063025 w 7472601"/>
              <a:gd name="connsiteY410" fmla="*/ 6858000 h 6858000"/>
              <a:gd name="connsiteX411" fmla="*/ 2021675 w 7472601"/>
              <a:gd name="connsiteY411" fmla="*/ 6858000 h 6858000"/>
              <a:gd name="connsiteX412" fmla="*/ 2019308 w 7472601"/>
              <a:gd name="connsiteY412" fmla="*/ 6847118 h 6858000"/>
              <a:gd name="connsiteX413" fmla="*/ 1938835 w 7472601"/>
              <a:gd name="connsiteY413" fmla="*/ 6551160 h 6858000"/>
              <a:gd name="connsiteX414" fmla="*/ 1953230 w 7472601"/>
              <a:gd name="connsiteY414" fmla="*/ 6759699 h 6858000"/>
              <a:gd name="connsiteX415" fmla="*/ 1956763 w 7472601"/>
              <a:gd name="connsiteY415" fmla="*/ 6778191 h 6858000"/>
              <a:gd name="connsiteX416" fmla="*/ 1967925 w 7472601"/>
              <a:gd name="connsiteY416" fmla="*/ 6858000 h 6858000"/>
              <a:gd name="connsiteX417" fmla="*/ 1936622 w 7472601"/>
              <a:gd name="connsiteY417" fmla="*/ 6858000 h 6858000"/>
              <a:gd name="connsiteX418" fmla="*/ 1926261 w 7472601"/>
              <a:gd name="connsiteY418" fmla="*/ 6784064 h 6858000"/>
              <a:gd name="connsiteX419" fmla="*/ 1922724 w 7472601"/>
              <a:gd name="connsiteY419" fmla="*/ 6765577 h 6858000"/>
              <a:gd name="connsiteX420" fmla="*/ 1904650 w 7472601"/>
              <a:gd name="connsiteY420" fmla="*/ 6639616 h 6858000"/>
              <a:gd name="connsiteX421" fmla="*/ 1885273 w 7472601"/>
              <a:gd name="connsiteY421" fmla="*/ 6858000 h 6858000"/>
              <a:gd name="connsiteX422" fmla="*/ 1854363 w 7472601"/>
              <a:gd name="connsiteY422" fmla="*/ 6858000 h 6858000"/>
              <a:gd name="connsiteX423" fmla="*/ 1880391 w 7472601"/>
              <a:gd name="connsiteY423" fmla="*/ 6603796 h 6858000"/>
              <a:gd name="connsiteX424" fmla="*/ 1818273 w 7472601"/>
              <a:gd name="connsiteY424" fmla="*/ 6715729 h 6858000"/>
              <a:gd name="connsiteX425" fmla="*/ 1794691 w 7472601"/>
              <a:gd name="connsiteY425" fmla="*/ 6843239 h 6858000"/>
              <a:gd name="connsiteX426" fmla="*/ 1794914 w 7472601"/>
              <a:gd name="connsiteY426" fmla="*/ 6858000 h 6858000"/>
              <a:gd name="connsiteX427" fmla="*/ 1746128 w 7472601"/>
              <a:gd name="connsiteY427" fmla="*/ 6858000 h 6858000"/>
              <a:gd name="connsiteX428" fmla="*/ 1753934 w 7472601"/>
              <a:gd name="connsiteY428" fmla="*/ 6724796 h 6858000"/>
              <a:gd name="connsiteX429" fmla="*/ 1792053 w 7472601"/>
              <a:gd name="connsiteY429" fmla="*/ 6572396 h 6858000"/>
              <a:gd name="connsiteX430" fmla="*/ 1862248 w 7472601"/>
              <a:gd name="connsiteY430" fmla="*/ 6266397 h 6858000"/>
              <a:gd name="connsiteX431" fmla="*/ 1862250 w 7472601"/>
              <a:gd name="connsiteY431" fmla="*/ 6033531 h 6858000"/>
              <a:gd name="connsiteX432" fmla="*/ 1211999 w 7472601"/>
              <a:gd name="connsiteY432" fmla="*/ 6683610 h 6858000"/>
              <a:gd name="connsiteX433" fmla="*/ 1213266 w 7472601"/>
              <a:gd name="connsiteY433" fmla="*/ 6691947 h 6858000"/>
              <a:gd name="connsiteX434" fmla="*/ 1203370 w 7472601"/>
              <a:gd name="connsiteY434" fmla="*/ 6850676 h 6858000"/>
              <a:gd name="connsiteX435" fmla="*/ 1203671 w 7472601"/>
              <a:gd name="connsiteY435" fmla="*/ 6858000 h 6858000"/>
              <a:gd name="connsiteX436" fmla="*/ 1143180 w 7472601"/>
              <a:gd name="connsiteY436" fmla="*/ 6858000 h 6858000"/>
              <a:gd name="connsiteX437" fmla="*/ 1142176 w 7472601"/>
              <a:gd name="connsiteY437" fmla="*/ 6766045 h 6858000"/>
              <a:gd name="connsiteX438" fmla="*/ 1067484 w 7472601"/>
              <a:gd name="connsiteY438" fmla="*/ 6858000 h 6858000"/>
              <a:gd name="connsiteX439" fmla="*/ 953928 w 7472601"/>
              <a:gd name="connsiteY439" fmla="*/ 6858000 h 6858000"/>
              <a:gd name="connsiteX440" fmla="*/ 959715 w 7472601"/>
              <a:gd name="connsiteY440" fmla="*/ 6850185 h 6858000"/>
              <a:gd name="connsiteX441" fmla="*/ 1483788 w 7472601"/>
              <a:gd name="connsiteY441" fmla="*/ 6259174 h 6858000"/>
              <a:gd name="connsiteX442" fmla="*/ 1100671 w 7472601"/>
              <a:gd name="connsiteY442" fmla="*/ 6252137 h 6858000"/>
              <a:gd name="connsiteX443" fmla="*/ 1090144 w 7472601"/>
              <a:gd name="connsiteY443" fmla="*/ 6256748 h 6858000"/>
              <a:gd name="connsiteX444" fmla="*/ 1095872 w 7472601"/>
              <a:gd name="connsiteY444" fmla="*/ 6271892 h 6858000"/>
              <a:gd name="connsiteX445" fmla="*/ 262785 w 7472601"/>
              <a:gd name="connsiteY445" fmla="*/ 6845450 h 6858000"/>
              <a:gd name="connsiteX446" fmla="*/ 209968 w 7472601"/>
              <a:gd name="connsiteY446" fmla="*/ 6770713 h 6858000"/>
              <a:gd name="connsiteX447" fmla="*/ 873460 w 7472601"/>
              <a:gd name="connsiteY447" fmla="*/ 6253768 h 6858000"/>
              <a:gd name="connsiteX448" fmla="*/ 192686 w 7472601"/>
              <a:gd name="connsiteY448" fmla="*/ 5849257 h 6858000"/>
              <a:gd name="connsiteX449" fmla="*/ 4696 w 7472601"/>
              <a:gd name="connsiteY449" fmla="*/ 5697668 h 6858000"/>
              <a:gd name="connsiteX450" fmla="*/ 0 w 7472601"/>
              <a:gd name="connsiteY450" fmla="*/ 5689984 h 6858000"/>
              <a:gd name="connsiteX451" fmla="*/ 0 w 7472601"/>
              <a:gd name="connsiteY451" fmla="*/ 5513472 h 6858000"/>
              <a:gd name="connsiteX452" fmla="*/ 174101 w 7472601"/>
              <a:gd name="connsiteY452" fmla="*/ 5620277 h 6858000"/>
              <a:gd name="connsiteX453" fmla="*/ 891800 w 7472601"/>
              <a:gd name="connsiteY453" fmla="*/ 6036935 h 6858000"/>
              <a:gd name="connsiteX454" fmla="*/ 1072219 w 7472601"/>
              <a:gd name="connsiteY454" fmla="*/ 6169443 h 6858000"/>
              <a:gd name="connsiteX455" fmla="*/ 1074117 w 7472601"/>
              <a:gd name="connsiteY455" fmla="*/ 6170301 h 6858000"/>
              <a:gd name="connsiteX456" fmla="*/ 1083114 w 7472601"/>
              <a:gd name="connsiteY456" fmla="*/ 6174131 h 6858000"/>
              <a:gd name="connsiteX457" fmla="*/ 1543010 w 7472601"/>
              <a:gd name="connsiteY457" fmla="*/ 6191140 h 6858000"/>
              <a:gd name="connsiteX458" fmla="*/ 1551080 w 7472601"/>
              <a:gd name="connsiteY458" fmla="*/ 6195006 h 6858000"/>
              <a:gd name="connsiteX459" fmla="*/ 2345443 w 7472601"/>
              <a:gd name="connsiteY459" fmla="*/ 5549882 h 6858000"/>
              <a:gd name="connsiteX460" fmla="*/ 1721499 w 7472601"/>
              <a:gd name="connsiteY460" fmla="*/ 5599969 h 6858000"/>
              <a:gd name="connsiteX461" fmla="*/ 767716 w 7472601"/>
              <a:gd name="connsiteY461" fmla="*/ 5472768 h 6858000"/>
              <a:gd name="connsiteX462" fmla="*/ 722147 w 7472601"/>
              <a:gd name="connsiteY462" fmla="*/ 5393091 h 6858000"/>
              <a:gd name="connsiteX463" fmla="*/ 1485552 w 7472601"/>
              <a:gd name="connsiteY463" fmla="*/ 5313202 h 6858000"/>
              <a:gd name="connsiteX464" fmla="*/ 2143004 w 7472601"/>
              <a:gd name="connsiteY464" fmla="*/ 5402420 h 6858000"/>
              <a:gd name="connsiteX465" fmla="*/ 1933391 w 7472601"/>
              <a:gd name="connsiteY465" fmla="*/ 5156971 h 6858000"/>
              <a:gd name="connsiteX466" fmla="*/ 1827118 w 7472601"/>
              <a:gd name="connsiteY466" fmla="*/ 4968410 h 6858000"/>
              <a:gd name="connsiteX467" fmla="*/ 1837349 w 7472601"/>
              <a:gd name="connsiteY467" fmla="*/ 4956357 h 6858000"/>
              <a:gd name="connsiteX468" fmla="*/ 2162835 w 7472601"/>
              <a:gd name="connsiteY468" fmla="*/ 5187853 h 6858000"/>
              <a:gd name="connsiteX469" fmla="*/ 2257167 w 7472601"/>
              <a:gd name="connsiteY469" fmla="*/ 5462123 h 6858000"/>
              <a:gd name="connsiteX470" fmla="*/ 2261598 w 7472601"/>
              <a:gd name="connsiteY470" fmla="*/ 5467998 h 6858000"/>
              <a:gd name="connsiteX471" fmla="*/ 2437177 w 7472601"/>
              <a:gd name="connsiteY471" fmla="*/ 5479608 h 6858000"/>
              <a:gd name="connsiteX472" fmla="*/ 2445247 w 7472601"/>
              <a:gd name="connsiteY472" fmla="*/ 5483476 h 6858000"/>
              <a:gd name="connsiteX473" fmla="*/ 2743626 w 7472601"/>
              <a:gd name="connsiteY473" fmla="*/ 5304819 h 6858000"/>
              <a:gd name="connsiteX474" fmla="*/ 3048102 w 7472601"/>
              <a:gd name="connsiteY474" fmla="*/ 5150595 h 6858000"/>
              <a:gd name="connsiteX475" fmla="*/ 1799414 w 7472601"/>
              <a:gd name="connsiteY475" fmla="*/ 4694732 h 6858000"/>
              <a:gd name="connsiteX476" fmla="*/ 1771735 w 7472601"/>
              <a:gd name="connsiteY476" fmla="*/ 4619929 h 6858000"/>
              <a:gd name="connsiteX477" fmla="*/ 3104273 w 7472601"/>
              <a:gd name="connsiteY477" fmla="*/ 5076159 h 6858000"/>
              <a:gd name="connsiteX478" fmla="*/ 3113245 w 7472601"/>
              <a:gd name="connsiteY478" fmla="*/ 5090705 h 6858000"/>
              <a:gd name="connsiteX479" fmla="*/ 3126294 w 7472601"/>
              <a:gd name="connsiteY479" fmla="*/ 5114400 h 6858000"/>
              <a:gd name="connsiteX480" fmla="*/ 3937433 w 7472601"/>
              <a:gd name="connsiteY480" fmla="*/ 4830473 h 6858000"/>
              <a:gd name="connsiteX481" fmla="*/ 3590475 w 7472601"/>
              <a:gd name="connsiteY481" fmla="*/ 4597974 h 6858000"/>
              <a:gd name="connsiteX482" fmla="*/ 3100264 w 7472601"/>
              <a:gd name="connsiteY482" fmla="*/ 4579845 h 6858000"/>
              <a:gd name="connsiteX483" fmla="*/ 2183576 w 7472601"/>
              <a:gd name="connsiteY483" fmla="*/ 4227150 h 6858000"/>
              <a:gd name="connsiteX484" fmla="*/ 2151029 w 7472601"/>
              <a:gd name="connsiteY484" fmla="*/ 4146947 h 6858000"/>
              <a:gd name="connsiteX485" fmla="*/ 3563434 w 7472601"/>
              <a:gd name="connsiteY485" fmla="*/ 4469115 h 6858000"/>
              <a:gd name="connsiteX486" fmla="*/ 3177952 w 7472601"/>
              <a:gd name="connsiteY486" fmla="*/ 3657386 h 6858000"/>
              <a:gd name="connsiteX487" fmla="*/ 3189263 w 7472601"/>
              <a:gd name="connsiteY487" fmla="*/ 3625726 h 6858000"/>
              <a:gd name="connsiteX488" fmla="*/ 3560912 w 7472601"/>
              <a:gd name="connsiteY488" fmla="*/ 4079863 h 6858000"/>
              <a:gd name="connsiteX489" fmla="*/ 3626636 w 7472601"/>
              <a:gd name="connsiteY489" fmla="*/ 4512230 h 6858000"/>
              <a:gd name="connsiteX490" fmla="*/ 3653088 w 7472601"/>
              <a:gd name="connsiteY490" fmla="*/ 4521417 h 6858000"/>
              <a:gd name="connsiteX491" fmla="*/ 3988128 w 7472601"/>
              <a:gd name="connsiteY491" fmla="*/ 4817267 h 6858000"/>
              <a:gd name="connsiteX492" fmla="*/ 4830582 w 7472601"/>
              <a:gd name="connsiteY492" fmla="*/ 4676000 h 6858000"/>
              <a:gd name="connsiteX493" fmla="*/ 4830100 w 7472601"/>
              <a:gd name="connsiteY493" fmla="*/ 4675554 h 6858000"/>
              <a:gd name="connsiteX494" fmla="*/ 4036318 w 7472601"/>
              <a:gd name="connsiteY494" fmla="*/ 4147013 h 6858000"/>
              <a:gd name="connsiteX495" fmla="*/ 3432098 w 7472601"/>
              <a:gd name="connsiteY495" fmla="*/ 3537312 h 6858000"/>
              <a:gd name="connsiteX496" fmla="*/ 3446761 w 7472601"/>
              <a:gd name="connsiteY496" fmla="*/ 3461278 h 6858000"/>
              <a:gd name="connsiteX497" fmla="*/ 4419733 w 7472601"/>
              <a:gd name="connsiteY497" fmla="*/ 3963555 h 6858000"/>
              <a:gd name="connsiteX498" fmla="*/ 4781371 w 7472601"/>
              <a:gd name="connsiteY498" fmla="*/ 4458604 h 6858000"/>
              <a:gd name="connsiteX499" fmla="*/ 4780440 w 7472601"/>
              <a:gd name="connsiteY499" fmla="*/ 4470290 h 6858000"/>
              <a:gd name="connsiteX500" fmla="*/ 4898954 w 7472601"/>
              <a:gd name="connsiteY500" fmla="*/ 4662092 h 6858000"/>
              <a:gd name="connsiteX501" fmla="*/ 4900699 w 7472601"/>
              <a:gd name="connsiteY501" fmla="*/ 4670867 h 6858000"/>
              <a:gd name="connsiteX502" fmla="*/ 5714511 w 7472601"/>
              <a:gd name="connsiteY502" fmla="*/ 4663483 h 6858000"/>
              <a:gd name="connsiteX503" fmla="*/ 5464793 w 7472601"/>
              <a:gd name="connsiteY503" fmla="*/ 4393556 h 6858000"/>
              <a:gd name="connsiteX504" fmla="*/ 5461897 w 7472601"/>
              <a:gd name="connsiteY504" fmla="*/ 4390879 h 6858000"/>
              <a:gd name="connsiteX505" fmla="*/ 4294126 w 7472601"/>
              <a:gd name="connsiteY505" fmla="*/ 3303048 h 6858000"/>
              <a:gd name="connsiteX506" fmla="*/ 4305321 w 7472601"/>
              <a:gd name="connsiteY506" fmla="*/ 3256953 h 6858000"/>
              <a:gd name="connsiteX507" fmla="*/ 4949299 w 7472601"/>
              <a:gd name="connsiteY507" fmla="*/ 3766336 h 6858000"/>
              <a:gd name="connsiteX508" fmla="*/ 5291452 w 7472601"/>
              <a:gd name="connsiteY508" fmla="*/ 4076801 h 6858000"/>
              <a:gd name="connsiteX509" fmla="*/ 5434998 w 7472601"/>
              <a:gd name="connsiteY509" fmla="*/ 4254100 h 6858000"/>
              <a:gd name="connsiteX510" fmla="*/ 5351015 w 7472601"/>
              <a:gd name="connsiteY510" fmla="*/ 3760989 h 6858000"/>
              <a:gd name="connsiteX511" fmla="*/ 5413780 w 7472601"/>
              <a:gd name="connsiteY511" fmla="*/ 2966265 h 6858000"/>
              <a:gd name="connsiteX512" fmla="*/ 5425627 w 7472601"/>
              <a:gd name="connsiteY512" fmla="*/ 2954192 h 6858000"/>
              <a:gd name="connsiteX513" fmla="*/ 6604735 w 7472601"/>
              <a:gd name="connsiteY513" fmla="*/ 2041381 h 6858000"/>
              <a:gd name="connsiteX514" fmla="*/ 7204487 w 7472601"/>
              <a:gd name="connsiteY514" fmla="*/ 2742112 h 6858000"/>
              <a:gd name="connsiteX515" fmla="*/ 7131592 w 7472601"/>
              <a:gd name="connsiteY515" fmla="*/ 2672096 h 6858000"/>
              <a:gd name="connsiteX516" fmla="*/ 6996344 w 7472601"/>
              <a:gd name="connsiteY516" fmla="*/ 2518310 h 6858000"/>
              <a:gd name="connsiteX517" fmla="*/ 6735495 w 7472601"/>
              <a:gd name="connsiteY517" fmla="*/ 2196890 h 6858000"/>
              <a:gd name="connsiteX518" fmla="*/ 6721901 w 7472601"/>
              <a:gd name="connsiteY518" fmla="*/ 2179274 h 6858000"/>
              <a:gd name="connsiteX519" fmla="*/ 6604735 w 7472601"/>
              <a:gd name="connsiteY519" fmla="*/ 2041381 h 6858000"/>
              <a:gd name="connsiteX520" fmla="*/ 6591670 w 7472601"/>
              <a:gd name="connsiteY520" fmla="*/ 1988277 h 6858000"/>
              <a:gd name="connsiteX521" fmla="*/ 6747349 w 7472601"/>
              <a:gd name="connsiteY521" fmla="*/ 2160069 h 6858000"/>
              <a:gd name="connsiteX522" fmla="*/ 6760943 w 7472601"/>
              <a:gd name="connsiteY522" fmla="*/ 2177686 h 6858000"/>
              <a:gd name="connsiteX523" fmla="*/ 7021065 w 7472601"/>
              <a:gd name="connsiteY523" fmla="*/ 2498102 h 6858000"/>
              <a:gd name="connsiteX524" fmla="*/ 7155223 w 7472601"/>
              <a:gd name="connsiteY524" fmla="*/ 2650386 h 6858000"/>
              <a:gd name="connsiteX525" fmla="*/ 7203167 w 7472601"/>
              <a:gd name="connsiteY525" fmla="*/ 2697288 h 6858000"/>
              <a:gd name="connsiteX526" fmla="*/ 6937703 w 7472601"/>
              <a:gd name="connsiteY526" fmla="*/ 2321981 h 6858000"/>
              <a:gd name="connsiteX527" fmla="*/ 6591670 w 7472601"/>
              <a:gd name="connsiteY527" fmla="*/ 1988277 h 6858000"/>
              <a:gd name="connsiteX528" fmla="*/ 5798671 w 7472601"/>
              <a:gd name="connsiteY528" fmla="*/ 1981601 h 6858000"/>
              <a:gd name="connsiteX529" fmla="*/ 5754709 w 7472601"/>
              <a:gd name="connsiteY529" fmla="*/ 2071454 h 6858000"/>
              <a:gd name="connsiteX530" fmla="*/ 5763044 w 7472601"/>
              <a:gd name="connsiteY530" fmla="*/ 2842206 h 6858000"/>
              <a:gd name="connsiteX531" fmla="*/ 5764974 w 7472601"/>
              <a:gd name="connsiteY531" fmla="*/ 2799609 h 6858000"/>
              <a:gd name="connsiteX532" fmla="*/ 5767665 w 7472601"/>
              <a:gd name="connsiteY532" fmla="*/ 2666409 h 6858000"/>
              <a:gd name="connsiteX533" fmla="*/ 5763055 w 7472601"/>
              <a:gd name="connsiteY533" fmla="*/ 2579705 h 6858000"/>
              <a:gd name="connsiteX534" fmla="*/ 5758079 w 7472601"/>
              <a:gd name="connsiteY534" fmla="*/ 2492508 h 6858000"/>
              <a:gd name="connsiteX535" fmla="*/ 5779325 w 7472601"/>
              <a:gd name="connsiteY535" fmla="*/ 2197069 h 6858000"/>
              <a:gd name="connsiteX536" fmla="*/ 5798671 w 7472601"/>
              <a:gd name="connsiteY536" fmla="*/ 1981601 h 6858000"/>
              <a:gd name="connsiteX537" fmla="*/ 5829202 w 7472601"/>
              <a:gd name="connsiteY537" fmla="*/ 1971679 h 6858000"/>
              <a:gd name="connsiteX538" fmla="*/ 5809558 w 7472601"/>
              <a:gd name="connsiteY538" fmla="*/ 2198043 h 6858000"/>
              <a:gd name="connsiteX539" fmla="*/ 5788653 w 7472601"/>
              <a:gd name="connsiteY539" fmla="*/ 2489430 h 6858000"/>
              <a:gd name="connsiteX540" fmla="*/ 5793439 w 7472601"/>
              <a:gd name="connsiteY540" fmla="*/ 2575235 h 6858000"/>
              <a:gd name="connsiteX541" fmla="*/ 5796837 w 7472601"/>
              <a:gd name="connsiteY541" fmla="*/ 2637633 h 6858000"/>
              <a:gd name="connsiteX542" fmla="*/ 5818614 w 7472601"/>
              <a:gd name="connsiteY542" fmla="*/ 2473055 h 6858000"/>
              <a:gd name="connsiteX543" fmla="*/ 5829202 w 7472601"/>
              <a:gd name="connsiteY543" fmla="*/ 1971679 h 6858000"/>
              <a:gd name="connsiteX544" fmla="*/ 5911389 w 7472601"/>
              <a:gd name="connsiteY544" fmla="*/ 1898371 h 6858000"/>
              <a:gd name="connsiteX545" fmla="*/ 6237627 w 7472601"/>
              <a:gd name="connsiteY545" fmla="*/ 2231921 h 6858000"/>
              <a:gd name="connsiteX546" fmla="*/ 5911389 w 7472601"/>
              <a:gd name="connsiteY546" fmla="*/ 1898371 h 6858000"/>
              <a:gd name="connsiteX547" fmla="*/ 6944437 w 7472601"/>
              <a:gd name="connsiteY547" fmla="*/ 1575402 h 6858000"/>
              <a:gd name="connsiteX548" fmla="*/ 6304730 w 7472601"/>
              <a:gd name="connsiteY548" fmla="*/ 1766654 h 6858000"/>
              <a:gd name="connsiteX549" fmla="*/ 6944437 w 7472601"/>
              <a:gd name="connsiteY549" fmla="*/ 1575402 h 6858000"/>
              <a:gd name="connsiteX550" fmla="*/ 7019523 w 7472601"/>
              <a:gd name="connsiteY550" fmla="*/ 1519450 h 6858000"/>
              <a:gd name="connsiteX551" fmla="*/ 6298091 w 7472601"/>
              <a:gd name="connsiteY551" fmla="*/ 1737122 h 6858000"/>
              <a:gd name="connsiteX552" fmla="*/ 7019523 w 7472601"/>
              <a:gd name="connsiteY552" fmla="*/ 1519450 h 6858000"/>
              <a:gd name="connsiteX553" fmla="*/ 2399523 w 7472601"/>
              <a:gd name="connsiteY553" fmla="*/ 1428234 h 6858000"/>
              <a:gd name="connsiteX554" fmla="*/ 2224982 w 7472601"/>
              <a:gd name="connsiteY554" fmla="*/ 1826201 h 6858000"/>
              <a:gd name="connsiteX555" fmla="*/ 2096099 w 7472601"/>
              <a:gd name="connsiteY555" fmla="*/ 2345900 h 6858000"/>
              <a:gd name="connsiteX556" fmla="*/ 2283317 w 7472601"/>
              <a:gd name="connsiteY556" fmla="*/ 1796925 h 6858000"/>
              <a:gd name="connsiteX557" fmla="*/ 2399523 w 7472601"/>
              <a:gd name="connsiteY557" fmla="*/ 1428234 h 6858000"/>
              <a:gd name="connsiteX558" fmla="*/ 2448558 w 7472601"/>
              <a:gd name="connsiteY558" fmla="*/ 1373435 h 6858000"/>
              <a:gd name="connsiteX559" fmla="*/ 2312521 w 7472601"/>
              <a:gd name="connsiteY559" fmla="*/ 1806140 h 6858000"/>
              <a:gd name="connsiteX560" fmla="*/ 2127533 w 7472601"/>
              <a:gd name="connsiteY560" fmla="*/ 2348380 h 6858000"/>
              <a:gd name="connsiteX561" fmla="*/ 2358080 w 7472601"/>
              <a:gd name="connsiteY561" fmla="*/ 1866134 h 6858000"/>
              <a:gd name="connsiteX562" fmla="*/ 2407436 w 7472601"/>
              <a:gd name="connsiteY562" fmla="*/ 1651070 h 6858000"/>
              <a:gd name="connsiteX563" fmla="*/ 2448558 w 7472601"/>
              <a:gd name="connsiteY563" fmla="*/ 1373435 h 6858000"/>
              <a:gd name="connsiteX564" fmla="*/ 278707 w 7472601"/>
              <a:gd name="connsiteY564" fmla="*/ 1352270 h 6858000"/>
              <a:gd name="connsiteX565" fmla="*/ 321570 w 7472601"/>
              <a:gd name="connsiteY565" fmla="*/ 1861610 h 6858000"/>
              <a:gd name="connsiteX566" fmla="*/ 294281 w 7472601"/>
              <a:gd name="connsiteY566" fmla="*/ 1440658 h 6858000"/>
              <a:gd name="connsiteX567" fmla="*/ 278707 w 7472601"/>
              <a:gd name="connsiteY567" fmla="*/ 1352270 h 6858000"/>
              <a:gd name="connsiteX568" fmla="*/ 1423821 w 7472601"/>
              <a:gd name="connsiteY568" fmla="*/ 1351958 h 6858000"/>
              <a:gd name="connsiteX569" fmla="*/ 1638521 w 7472601"/>
              <a:gd name="connsiteY569" fmla="*/ 1908470 h 6858000"/>
              <a:gd name="connsiteX570" fmla="*/ 1754199 w 7472601"/>
              <a:gd name="connsiteY570" fmla="*/ 2149284 h 6858000"/>
              <a:gd name="connsiteX571" fmla="*/ 1908359 w 7472601"/>
              <a:gd name="connsiteY571" fmla="*/ 2364988 h 6858000"/>
              <a:gd name="connsiteX572" fmla="*/ 1647661 w 7472601"/>
              <a:gd name="connsiteY572" fmla="*/ 1825945 h 6858000"/>
              <a:gd name="connsiteX573" fmla="*/ 1423821 w 7472601"/>
              <a:gd name="connsiteY573" fmla="*/ 1351958 h 6858000"/>
              <a:gd name="connsiteX574" fmla="*/ 1431890 w 7472601"/>
              <a:gd name="connsiteY574" fmla="*/ 1306475 h 6858000"/>
              <a:gd name="connsiteX575" fmla="*/ 1507597 w 7472601"/>
              <a:gd name="connsiteY575" fmla="*/ 1446132 h 6858000"/>
              <a:gd name="connsiteX576" fmla="*/ 1674586 w 7472601"/>
              <a:gd name="connsiteY576" fmla="*/ 1813832 h 6858000"/>
              <a:gd name="connsiteX577" fmla="*/ 1815950 w 7472601"/>
              <a:gd name="connsiteY577" fmla="*/ 2128564 h 6858000"/>
              <a:gd name="connsiteX578" fmla="*/ 1984242 w 7472601"/>
              <a:gd name="connsiteY578" fmla="*/ 2430829 h 6858000"/>
              <a:gd name="connsiteX579" fmla="*/ 2014023 w 7472601"/>
              <a:gd name="connsiteY579" fmla="*/ 2450995 h 6858000"/>
              <a:gd name="connsiteX580" fmla="*/ 1747337 w 7472601"/>
              <a:gd name="connsiteY580" fmla="*/ 1855264 h 6858000"/>
              <a:gd name="connsiteX581" fmla="*/ 1533749 w 7472601"/>
              <a:gd name="connsiteY581" fmla="*/ 1478656 h 6858000"/>
              <a:gd name="connsiteX582" fmla="*/ 1431890 w 7472601"/>
              <a:gd name="connsiteY582" fmla="*/ 1306475 h 6858000"/>
              <a:gd name="connsiteX583" fmla="*/ 5052692 w 7472601"/>
              <a:gd name="connsiteY583" fmla="*/ 1292994 h 6858000"/>
              <a:gd name="connsiteX584" fmla="*/ 5200661 w 7472601"/>
              <a:gd name="connsiteY584" fmla="*/ 1635186 h 6858000"/>
              <a:gd name="connsiteX585" fmla="*/ 5297138 w 7472601"/>
              <a:gd name="connsiteY585" fmla="*/ 1906351 h 6858000"/>
              <a:gd name="connsiteX586" fmla="*/ 5052692 w 7472601"/>
              <a:gd name="connsiteY586" fmla="*/ 1292994 h 6858000"/>
              <a:gd name="connsiteX587" fmla="*/ 5009948 w 7472601"/>
              <a:gd name="connsiteY587" fmla="*/ 1273619 h 6858000"/>
              <a:gd name="connsiteX588" fmla="*/ 5121777 w 7472601"/>
              <a:gd name="connsiteY588" fmla="*/ 1654213 h 6858000"/>
              <a:gd name="connsiteX589" fmla="*/ 5293545 w 7472601"/>
              <a:gd name="connsiteY589" fmla="*/ 2072247 h 6858000"/>
              <a:gd name="connsiteX590" fmla="*/ 5294042 w 7472601"/>
              <a:gd name="connsiteY590" fmla="*/ 2065019 h 6858000"/>
              <a:gd name="connsiteX591" fmla="*/ 5171936 w 7472601"/>
              <a:gd name="connsiteY591" fmla="*/ 1647613 h 6858000"/>
              <a:gd name="connsiteX592" fmla="*/ 5009948 w 7472601"/>
              <a:gd name="connsiteY592" fmla="*/ 1273619 h 6858000"/>
              <a:gd name="connsiteX593" fmla="*/ 655236 w 7472601"/>
              <a:gd name="connsiteY593" fmla="*/ 1268632 h 6858000"/>
              <a:gd name="connsiteX594" fmla="*/ 839521 w 7472601"/>
              <a:gd name="connsiteY594" fmla="*/ 1685315 h 6858000"/>
              <a:gd name="connsiteX595" fmla="*/ 1109416 w 7472601"/>
              <a:gd name="connsiteY595" fmla="*/ 2061663 h 6858000"/>
              <a:gd name="connsiteX596" fmla="*/ 1298300 w 7472601"/>
              <a:gd name="connsiteY596" fmla="*/ 2247742 h 6858000"/>
              <a:gd name="connsiteX597" fmla="*/ 1125871 w 7472601"/>
              <a:gd name="connsiteY597" fmla="*/ 1989513 h 6858000"/>
              <a:gd name="connsiteX598" fmla="*/ 981574 w 7472601"/>
              <a:gd name="connsiteY598" fmla="*/ 1783157 h 6858000"/>
              <a:gd name="connsiteX599" fmla="*/ 922198 w 7472601"/>
              <a:gd name="connsiteY599" fmla="*/ 1677437 h 6858000"/>
              <a:gd name="connsiteX600" fmla="*/ 869293 w 7472601"/>
              <a:gd name="connsiteY600" fmla="*/ 1583214 h 6858000"/>
              <a:gd name="connsiteX601" fmla="*/ 751431 w 7472601"/>
              <a:gd name="connsiteY601" fmla="*/ 1405731 h 6858000"/>
              <a:gd name="connsiteX602" fmla="*/ 655236 w 7472601"/>
              <a:gd name="connsiteY602" fmla="*/ 1268632 h 6858000"/>
              <a:gd name="connsiteX603" fmla="*/ 6516292 w 7472601"/>
              <a:gd name="connsiteY603" fmla="*/ 1263064 h 6858000"/>
              <a:gd name="connsiteX604" fmla="*/ 5736320 w 7472601"/>
              <a:gd name="connsiteY604" fmla="*/ 1501803 h 6858000"/>
              <a:gd name="connsiteX605" fmla="*/ 6516292 w 7472601"/>
              <a:gd name="connsiteY605" fmla="*/ 1263064 h 6858000"/>
              <a:gd name="connsiteX606" fmla="*/ 291466 w 7472601"/>
              <a:gd name="connsiteY606" fmla="*/ 1250369 h 6858000"/>
              <a:gd name="connsiteX607" fmla="*/ 323180 w 7472601"/>
              <a:gd name="connsiteY607" fmla="*/ 1435283 h 6858000"/>
              <a:gd name="connsiteX608" fmla="*/ 349381 w 7472601"/>
              <a:gd name="connsiteY608" fmla="*/ 1875041 h 6858000"/>
              <a:gd name="connsiteX609" fmla="*/ 374363 w 7472601"/>
              <a:gd name="connsiteY609" fmla="*/ 1506494 h 6858000"/>
              <a:gd name="connsiteX610" fmla="*/ 302168 w 7472601"/>
              <a:gd name="connsiteY610" fmla="*/ 1274495 h 6858000"/>
              <a:gd name="connsiteX611" fmla="*/ 291466 w 7472601"/>
              <a:gd name="connsiteY611" fmla="*/ 1250369 h 6858000"/>
              <a:gd name="connsiteX612" fmla="*/ 678222 w 7472601"/>
              <a:gd name="connsiteY612" fmla="*/ 1248670 h 6858000"/>
              <a:gd name="connsiteX613" fmla="*/ 775536 w 7472601"/>
              <a:gd name="connsiteY613" fmla="*/ 1388015 h 6858000"/>
              <a:gd name="connsiteX614" fmla="*/ 894529 w 7472601"/>
              <a:gd name="connsiteY614" fmla="*/ 1567739 h 6858000"/>
              <a:gd name="connsiteX615" fmla="*/ 948000 w 7472601"/>
              <a:gd name="connsiteY615" fmla="*/ 1663088 h 6858000"/>
              <a:gd name="connsiteX616" fmla="*/ 1006812 w 7472601"/>
              <a:gd name="connsiteY616" fmla="*/ 1767683 h 6858000"/>
              <a:gd name="connsiteX617" fmla="*/ 1149133 w 7472601"/>
              <a:gd name="connsiteY617" fmla="*/ 1971513 h 6858000"/>
              <a:gd name="connsiteX618" fmla="*/ 1333952 w 7472601"/>
              <a:gd name="connsiteY618" fmla="*/ 2251620 h 6858000"/>
              <a:gd name="connsiteX619" fmla="*/ 1337329 w 7472601"/>
              <a:gd name="connsiteY619" fmla="*/ 2258350 h 6858000"/>
              <a:gd name="connsiteX620" fmla="*/ 1014726 w 7472601"/>
              <a:gd name="connsiteY620" fmla="*/ 1615556 h 6858000"/>
              <a:gd name="connsiteX621" fmla="*/ 678222 w 7472601"/>
              <a:gd name="connsiteY621" fmla="*/ 1248670 h 6858000"/>
              <a:gd name="connsiteX622" fmla="*/ 6691602 w 7472601"/>
              <a:gd name="connsiteY622" fmla="*/ 1140573 h 6858000"/>
              <a:gd name="connsiteX623" fmla="*/ 6571100 w 7472601"/>
              <a:gd name="connsiteY623" fmla="*/ 1183662 h 6858000"/>
              <a:gd name="connsiteX624" fmla="*/ 6241687 w 7472601"/>
              <a:gd name="connsiteY624" fmla="*/ 1257600 h 6858000"/>
              <a:gd name="connsiteX625" fmla="*/ 5693009 w 7472601"/>
              <a:gd name="connsiteY625" fmla="*/ 1478256 h 6858000"/>
              <a:gd name="connsiteX626" fmla="*/ 6548420 w 7472601"/>
              <a:gd name="connsiteY626" fmla="*/ 1214599 h 6858000"/>
              <a:gd name="connsiteX627" fmla="*/ 6605473 w 7472601"/>
              <a:gd name="connsiteY627" fmla="*/ 1184686 h 6858000"/>
              <a:gd name="connsiteX628" fmla="*/ 6691602 w 7472601"/>
              <a:gd name="connsiteY628" fmla="*/ 1140573 h 6858000"/>
              <a:gd name="connsiteX629" fmla="*/ 4002475 w 7472601"/>
              <a:gd name="connsiteY629" fmla="*/ 1037802 h 6858000"/>
              <a:gd name="connsiteX630" fmla="*/ 4000324 w 7472601"/>
              <a:gd name="connsiteY630" fmla="*/ 1039362 h 6858000"/>
              <a:gd name="connsiteX631" fmla="*/ 4002862 w 7472601"/>
              <a:gd name="connsiteY631" fmla="*/ 1042866 h 6858000"/>
              <a:gd name="connsiteX632" fmla="*/ 4002475 w 7472601"/>
              <a:gd name="connsiteY632" fmla="*/ 1037802 h 6858000"/>
              <a:gd name="connsiteX633" fmla="*/ 506322 w 7472601"/>
              <a:gd name="connsiteY633" fmla="*/ 1020997 h 6858000"/>
              <a:gd name="connsiteX634" fmla="*/ 533068 w 7472601"/>
              <a:gd name="connsiteY634" fmla="*/ 1029409 h 6858000"/>
              <a:gd name="connsiteX635" fmla="*/ 1232525 w 7472601"/>
              <a:gd name="connsiteY635" fmla="*/ 1804675 h 6858000"/>
              <a:gd name="connsiteX636" fmla="*/ 1388858 w 7472601"/>
              <a:gd name="connsiteY636" fmla="*/ 2368011 h 6858000"/>
              <a:gd name="connsiteX637" fmla="*/ 1384098 w 7472601"/>
              <a:gd name="connsiteY637" fmla="*/ 2378125 h 6858000"/>
              <a:gd name="connsiteX638" fmla="*/ 1425393 w 7472601"/>
              <a:gd name="connsiteY638" fmla="*/ 2589124 h 6858000"/>
              <a:gd name="connsiteX639" fmla="*/ 1424001 w 7472601"/>
              <a:gd name="connsiteY639" fmla="*/ 2597541 h 6858000"/>
              <a:gd name="connsiteX640" fmla="*/ 2152729 w 7472601"/>
              <a:gd name="connsiteY640" fmla="*/ 2864487 h 6858000"/>
              <a:gd name="connsiteX641" fmla="*/ 2020609 w 7472601"/>
              <a:gd name="connsiteY641" fmla="*/ 2539671 h 6858000"/>
              <a:gd name="connsiteX642" fmla="*/ 2018920 w 7472601"/>
              <a:gd name="connsiteY642" fmla="*/ 2536309 h 6858000"/>
              <a:gd name="connsiteX643" fmla="*/ 1342441 w 7472601"/>
              <a:gd name="connsiteY643" fmla="*/ 1173017 h 6858000"/>
              <a:gd name="connsiteX644" fmla="*/ 1367925 w 7472601"/>
              <a:gd name="connsiteY644" fmla="*/ 1135648 h 6858000"/>
              <a:gd name="connsiteX645" fmla="*/ 1771401 w 7472601"/>
              <a:gd name="connsiteY645" fmla="*/ 1806673 h 6858000"/>
              <a:gd name="connsiteX646" fmla="*/ 1972385 w 7472601"/>
              <a:gd name="connsiteY646" fmla="*/ 2198735 h 6858000"/>
              <a:gd name="connsiteX647" fmla="*/ 2040892 w 7472601"/>
              <a:gd name="connsiteY647" fmla="*/ 2405205 h 6858000"/>
              <a:gd name="connsiteX648" fmla="*/ 2131689 w 7472601"/>
              <a:gd name="connsiteY648" fmla="*/ 1936926 h 6858000"/>
              <a:gd name="connsiteX649" fmla="*/ 2454820 w 7472601"/>
              <a:gd name="connsiteY649" fmla="*/ 1248808 h 6858000"/>
              <a:gd name="connsiteX650" fmla="*/ 2492512 w 7472601"/>
              <a:gd name="connsiteY650" fmla="*/ 1302920 h 6858000"/>
              <a:gd name="connsiteX651" fmla="*/ 2081216 w 7472601"/>
              <a:gd name="connsiteY651" fmla="*/ 2527513 h 6858000"/>
              <a:gd name="connsiteX652" fmla="*/ 2081211 w 7472601"/>
              <a:gd name="connsiteY652" fmla="*/ 2528916 h 6858000"/>
              <a:gd name="connsiteX653" fmla="*/ 2199067 w 7472601"/>
              <a:gd name="connsiteY653" fmla="*/ 2884061 h 6858000"/>
              <a:gd name="connsiteX654" fmla="*/ 3192586 w 7472601"/>
              <a:gd name="connsiteY654" fmla="*/ 3411496 h 6858000"/>
              <a:gd name="connsiteX655" fmla="*/ 3182620 w 7472601"/>
              <a:gd name="connsiteY655" fmla="*/ 3483279 h 6858000"/>
              <a:gd name="connsiteX656" fmla="*/ 2435119 w 7472601"/>
              <a:gd name="connsiteY656" fmla="*/ 3080173 h 6858000"/>
              <a:gd name="connsiteX657" fmla="*/ 2410152 w 7472601"/>
              <a:gd name="connsiteY657" fmla="*/ 3063751 h 6858000"/>
              <a:gd name="connsiteX658" fmla="*/ 2408099 w 7472601"/>
              <a:gd name="connsiteY658" fmla="*/ 3064403 h 6858000"/>
              <a:gd name="connsiteX659" fmla="*/ 2407218 w 7472601"/>
              <a:gd name="connsiteY659" fmla="*/ 3070324 h 6858000"/>
              <a:gd name="connsiteX660" fmla="*/ 2380138 w 7472601"/>
              <a:gd name="connsiteY660" fmla="*/ 3099341 h 6858000"/>
              <a:gd name="connsiteX661" fmla="*/ 1765923 w 7472601"/>
              <a:gd name="connsiteY661" fmla="*/ 3581043 h 6858000"/>
              <a:gd name="connsiteX662" fmla="*/ 1702258 w 7472601"/>
              <a:gd name="connsiteY662" fmla="*/ 3612286 h 6858000"/>
              <a:gd name="connsiteX663" fmla="*/ 1538370 w 7472601"/>
              <a:gd name="connsiteY663" fmla="*/ 3811804 h 6858000"/>
              <a:gd name="connsiteX664" fmla="*/ 542867 w 7472601"/>
              <a:gd name="connsiteY664" fmla="*/ 4944092 h 6858000"/>
              <a:gd name="connsiteX665" fmla="*/ 515800 w 7472601"/>
              <a:gd name="connsiteY665" fmla="*/ 4862180 h 6858000"/>
              <a:gd name="connsiteX666" fmla="*/ 909145 w 7472601"/>
              <a:gd name="connsiteY666" fmla="*/ 4199225 h 6858000"/>
              <a:gd name="connsiteX667" fmla="*/ 1214067 w 7472601"/>
              <a:gd name="connsiteY667" fmla="*/ 3908561 h 6858000"/>
              <a:gd name="connsiteX668" fmla="*/ 640967 w 7472601"/>
              <a:gd name="connsiteY668" fmla="*/ 4105601 h 6858000"/>
              <a:gd name="connsiteX669" fmla="*/ 112563 w 7472601"/>
              <a:gd name="connsiteY669" fmla="*/ 4396952 h 6858000"/>
              <a:gd name="connsiteX670" fmla="*/ 0 w 7472601"/>
              <a:gd name="connsiteY670" fmla="*/ 4466006 h 6858000"/>
              <a:gd name="connsiteX671" fmla="*/ 0 w 7472601"/>
              <a:gd name="connsiteY671" fmla="*/ 4233763 h 6858000"/>
              <a:gd name="connsiteX672" fmla="*/ 36881 w 7472601"/>
              <a:gd name="connsiteY672" fmla="*/ 4200118 h 6858000"/>
              <a:gd name="connsiteX673" fmla="*/ 910534 w 7472601"/>
              <a:gd name="connsiteY673" fmla="*/ 3629753 h 6858000"/>
              <a:gd name="connsiteX674" fmla="*/ 1578717 w 7472601"/>
              <a:gd name="connsiteY674" fmla="*/ 3575982 h 6858000"/>
              <a:gd name="connsiteX675" fmla="*/ 2338780 w 7472601"/>
              <a:gd name="connsiteY675" fmla="*/ 3033725 h 6858000"/>
              <a:gd name="connsiteX676" fmla="*/ 1807991 w 7472601"/>
              <a:gd name="connsiteY676" fmla="*/ 2807184 h 6858000"/>
              <a:gd name="connsiteX677" fmla="*/ 1416358 w 7472601"/>
              <a:gd name="connsiteY677" fmla="*/ 3112571 h 6858000"/>
              <a:gd name="connsiteX678" fmla="*/ 939066 w 7472601"/>
              <a:gd name="connsiteY678" fmla="*/ 3378798 h 6858000"/>
              <a:gd name="connsiteX679" fmla="*/ 115099 w 7472601"/>
              <a:gd name="connsiteY679" fmla="*/ 3607650 h 6858000"/>
              <a:gd name="connsiteX680" fmla="*/ 97284 w 7472601"/>
              <a:gd name="connsiteY680" fmla="*/ 3520393 h 6858000"/>
              <a:gd name="connsiteX681" fmla="*/ 922050 w 7472601"/>
              <a:gd name="connsiteY681" fmla="*/ 3074867 h 6858000"/>
              <a:gd name="connsiteX682" fmla="*/ 1405265 w 7472601"/>
              <a:gd name="connsiteY682" fmla="*/ 3016319 h 6858000"/>
              <a:gd name="connsiteX683" fmla="*/ 1407512 w 7472601"/>
              <a:gd name="connsiteY683" fmla="*/ 3018001 h 6858000"/>
              <a:gd name="connsiteX684" fmla="*/ 1726266 w 7472601"/>
              <a:gd name="connsiteY684" fmla="*/ 2777274 h 6858000"/>
              <a:gd name="connsiteX685" fmla="*/ 625390 w 7472601"/>
              <a:gd name="connsiteY685" fmla="*/ 2514541 h 6858000"/>
              <a:gd name="connsiteX686" fmla="*/ 619799 w 7472601"/>
              <a:gd name="connsiteY686" fmla="*/ 2527180 h 6858000"/>
              <a:gd name="connsiteX687" fmla="*/ 310030 w 7472601"/>
              <a:gd name="connsiteY687" fmla="*/ 2771818 h 6858000"/>
              <a:gd name="connsiteX688" fmla="*/ 173877 w 7472601"/>
              <a:gd name="connsiteY688" fmla="*/ 2937056 h 6858000"/>
              <a:gd name="connsiteX689" fmla="*/ 77889 w 7472601"/>
              <a:gd name="connsiteY689" fmla="*/ 3138440 h 6858000"/>
              <a:gd name="connsiteX690" fmla="*/ 0 w 7472601"/>
              <a:gd name="connsiteY690" fmla="*/ 3271395 h 6858000"/>
              <a:gd name="connsiteX691" fmla="*/ 0 w 7472601"/>
              <a:gd name="connsiteY691" fmla="*/ 3153002 h 6858000"/>
              <a:gd name="connsiteX692" fmla="*/ 2386 w 7472601"/>
              <a:gd name="connsiteY692" fmla="*/ 3149203 h 6858000"/>
              <a:gd name="connsiteX693" fmla="*/ 89753 w 7472601"/>
              <a:gd name="connsiteY693" fmla="*/ 2987702 h 6858000"/>
              <a:gd name="connsiteX694" fmla="*/ 76869 w 7472601"/>
              <a:gd name="connsiteY694" fmla="*/ 3005404 h 6858000"/>
              <a:gd name="connsiteX695" fmla="*/ 32049 w 7472601"/>
              <a:gd name="connsiteY695" fmla="*/ 3065814 h 6858000"/>
              <a:gd name="connsiteX696" fmla="*/ 0 w 7472601"/>
              <a:gd name="connsiteY696" fmla="*/ 3108744 h 6858000"/>
              <a:gd name="connsiteX697" fmla="*/ 0 w 7472601"/>
              <a:gd name="connsiteY697" fmla="*/ 3058059 h 6858000"/>
              <a:gd name="connsiteX698" fmla="*/ 7610 w 7472601"/>
              <a:gd name="connsiteY698" fmla="*/ 3047889 h 6858000"/>
              <a:gd name="connsiteX699" fmla="*/ 52419 w 7472601"/>
              <a:gd name="connsiteY699" fmla="*/ 2987479 h 6858000"/>
              <a:gd name="connsiteX700" fmla="*/ 59142 w 7472601"/>
              <a:gd name="connsiteY700" fmla="*/ 2978488 h 6858000"/>
              <a:gd name="connsiteX701" fmla="*/ 0 w 7472601"/>
              <a:gd name="connsiteY701" fmla="*/ 3015334 h 6858000"/>
              <a:gd name="connsiteX702" fmla="*/ 0 w 7472601"/>
              <a:gd name="connsiteY702" fmla="*/ 2914286 h 6858000"/>
              <a:gd name="connsiteX703" fmla="*/ 36383 w 7472601"/>
              <a:gd name="connsiteY703" fmla="*/ 2901128 h 6858000"/>
              <a:gd name="connsiteX704" fmla="*/ 156329 w 7472601"/>
              <a:gd name="connsiteY704" fmla="*/ 2840533 h 6858000"/>
              <a:gd name="connsiteX705" fmla="*/ 358355 w 7472601"/>
              <a:gd name="connsiteY705" fmla="*/ 2620471 h 6858000"/>
              <a:gd name="connsiteX706" fmla="*/ 510577 w 7472601"/>
              <a:gd name="connsiteY706" fmla="*/ 2501244 h 6858000"/>
              <a:gd name="connsiteX707" fmla="*/ 211967 w 7472601"/>
              <a:gd name="connsiteY707" fmla="*/ 2479171 h 6858000"/>
              <a:gd name="connsiteX708" fmla="*/ 0 w 7472601"/>
              <a:gd name="connsiteY708" fmla="*/ 2476398 h 6858000"/>
              <a:gd name="connsiteX709" fmla="*/ 0 w 7472601"/>
              <a:gd name="connsiteY709" fmla="*/ 2389189 h 6858000"/>
              <a:gd name="connsiteX710" fmla="*/ 103062 w 7472601"/>
              <a:gd name="connsiteY710" fmla="*/ 2389518 h 6858000"/>
              <a:gd name="connsiteX711" fmla="*/ 510734 w 7472601"/>
              <a:gd name="connsiteY711" fmla="*/ 2416201 h 6858000"/>
              <a:gd name="connsiteX712" fmla="*/ 279257 w 7472601"/>
              <a:gd name="connsiteY712" fmla="*/ 2092102 h 6858000"/>
              <a:gd name="connsiteX713" fmla="*/ 65265 w 7472601"/>
              <a:gd name="connsiteY713" fmla="*/ 2006049 h 6858000"/>
              <a:gd name="connsiteX714" fmla="*/ 0 w 7472601"/>
              <a:gd name="connsiteY714" fmla="*/ 1982532 h 6858000"/>
              <a:gd name="connsiteX715" fmla="*/ 0 w 7472601"/>
              <a:gd name="connsiteY715" fmla="*/ 1912789 h 6858000"/>
              <a:gd name="connsiteX716" fmla="*/ 97460 w 7472601"/>
              <a:gd name="connsiteY716" fmla="*/ 1953725 h 6858000"/>
              <a:gd name="connsiteX717" fmla="*/ 221272 w 7472601"/>
              <a:gd name="connsiteY717" fmla="*/ 1980766 h 6858000"/>
              <a:gd name="connsiteX718" fmla="*/ 116765 w 7472601"/>
              <a:gd name="connsiteY718" fmla="*/ 1911033 h 6858000"/>
              <a:gd name="connsiteX719" fmla="*/ 16405 w 7472601"/>
              <a:gd name="connsiteY719" fmla="*/ 1803412 h 6858000"/>
              <a:gd name="connsiteX720" fmla="*/ 0 w 7472601"/>
              <a:gd name="connsiteY720" fmla="*/ 1784777 h 6858000"/>
              <a:gd name="connsiteX721" fmla="*/ 0 w 7472601"/>
              <a:gd name="connsiteY721" fmla="*/ 1740082 h 6858000"/>
              <a:gd name="connsiteX722" fmla="*/ 39394 w 7472601"/>
              <a:gd name="connsiteY722" fmla="*/ 1784856 h 6858000"/>
              <a:gd name="connsiteX723" fmla="*/ 135813 w 7472601"/>
              <a:gd name="connsiteY723" fmla="*/ 1888838 h 6858000"/>
              <a:gd name="connsiteX724" fmla="*/ 242575 w 7472601"/>
              <a:gd name="connsiteY724" fmla="*/ 1958841 h 6858000"/>
              <a:gd name="connsiteX725" fmla="*/ 82197 w 7472601"/>
              <a:gd name="connsiteY725" fmla="*/ 1754826 h 6858000"/>
              <a:gd name="connsiteX726" fmla="*/ 0 w 7472601"/>
              <a:gd name="connsiteY726" fmla="*/ 1679650 h 6858000"/>
              <a:gd name="connsiteX727" fmla="*/ 0 w 7472601"/>
              <a:gd name="connsiteY727" fmla="*/ 1602463 h 6858000"/>
              <a:gd name="connsiteX728" fmla="*/ 84689 w 7472601"/>
              <a:gd name="connsiteY728" fmla="*/ 1677442 h 6858000"/>
              <a:gd name="connsiteX729" fmla="*/ 298437 w 7472601"/>
              <a:gd name="connsiteY729" fmla="*/ 1968019 h 6858000"/>
              <a:gd name="connsiteX730" fmla="*/ 227269 w 7472601"/>
              <a:gd name="connsiteY730" fmla="*/ 1114064 h 6858000"/>
              <a:gd name="connsiteX731" fmla="*/ 248003 w 7472601"/>
              <a:gd name="connsiteY731" fmla="*/ 1089613 h 6858000"/>
              <a:gd name="connsiteX732" fmla="*/ 427020 w 7472601"/>
              <a:gd name="connsiteY732" fmla="*/ 1619803 h 6858000"/>
              <a:gd name="connsiteX733" fmla="*/ 340345 w 7472601"/>
              <a:gd name="connsiteY733" fmla="*/ 2027739 h 6858000"/>
              <a:gd name="connsiteX734" fmla="*/ 360865 w 7472601"/>
              <a:gd name="connsiteY734" fmla="*/ 2044827 h 6858000"/>
              <a:gd name="connsiteX735" fmla="*/ 560414 w 7472601"/>
              <a:gd name="connsiteY735" fmla="*/ 2421457 h 6858000"/>
              <a:gd name="connsiteX736" fmla="*/ 1359703 w 7472601"/>
              <a:gd name="connsiteY736" fmla="*/ 2578554 h 6858000"/>
              <a:gd name="connsiteX737" fmla="*/ 1359422 w 7472601"/>
              <a:gd name="connsiteY737" fmla="*/ 2577994 h 6858000"/>
              <a:gd name="connsiteX738" fmla="*/ 828701 w 7472601"/>
              <a:gd name="connsiteY738" fmla="*/ 1839520 h 6858000"/>
              <a:gd name="connsiteX739" fmla="*/ 494427 w 7472601"/>
              <a:gd name="connsiteY739" fmla="*/ 1092333 h 6858000"/>
              <a:gd name="connsiteX740" fmla="*/ 506322 w 7472601"/>
              <a:gd name="connsiteY740" fmla="*/ 1020997 h 6858000"/>
              <a:gd name="connsiteX741" fmla="*/ 4570198 w 7472601"/>
              <a:gd name="connsiteY741" fmla="*/ 978081 h 6858000"/>
              <a:gd name="connsiteX742" fmla="*/ 4523691 w 7472601"/>
              <a:gd name="connsiteY742" fmla="*/ 1127776 h 6858000"/>
              <a:gd name="connsiteX743" fmla="*/ 4509875 w 7472601"/>
              <a:gd name="connsiteY743" fmla="*/ 1167552 h 6858000"/>
              <a:gd name="connsiteX744" fmla="*/ 4478168 w 7472601"/>
              <a:gd name="connsiteY744" fmla="*/ 1260735 h 6858000"/>
              <a:gd name="connsiteX745" fmla="*/ 4409309 w 7472601"/>
              <a:gd name="connsiteY745" fmla="*/ 1666996 h 6858000"/>
              <a:gd name="connsiteX746" fmla="*/ 4370031 w 7472601"/>
              <a:gd name="connsiteY746" fmla="*/ 1955666 h 6858000"/>
              <a:gd name="connsiteX747" fmla="*/ 4570198 w 7472601"/>
              <a:gd name="connsiteY747" fmla="*/ 978081 h 6858000"/>
              <a:gd name="connsiteX748" fmla="*/ 4557898 w 7472601"/>
              <a:gd name="connsiteY748" fmla="*/ 900011 h 6858000"/>
              <a:gd name="connsiteX749" fmla="*/ 4344840 w 7472601"/>
              <a:gd name="connsiteY749" fmla="*/ 1922038 h 6858000"/>
              <a:gd name="connsiteX750" fmla="*/ 4378710 w 7472601"/>
              <a:gd name="connsiteY750" fmla="*/ 1665516 h 6858000"/>
              <a:gd name="connsiteX751" fmla="*/ 4448798 w 7472601"/>
              <a:gd name="connsiteY751" fmla="*/ 1253024 h 6858000"/>
              <a:gd name="connsiteX752" fmla="*/ 4480315 w 7472601"/>
              <a:gd name="connsiteY752" fmla="*/ 1158454 h 6858000"/>
              <a:gd name="connsiteX753" fmla="*/ 4494133 w 7472601"/>
              <a:gd name="connsiteY753" fmla="*/ 1118676 h 6858000"/>
              <a:gd name="connsiteX754" fmla="*/ 4557898 w 7472601"/>
              <a:gd name="connsiteY754" fmla="*/ 900011 h 6858000"/>
              <a:gd name="connsiteX755" fmla="*/ 5870151 w 7472601"/>
              <a:gd name="connsiteY755" fmla="*/ 898890 h 6858000"/>
              <a:gd name="connsiteX756" fmla="*/ 5861335 w 7472601"/>
              <a:gd name="connsiteY756" fmla="*/ 899177 h 6858000"/>
              <a:gd name="connsiteX757" fmla="*/ 5843702 w 7472601"/>
              <a:gd name="connsiteY757" fmla="*/ 899748 h 6858000"/>
              <a:gd name="connsiteX758" fmla="*/ 5651107 w 7472601"/>
              <a:gd name="connsiteY758" fmla="*/ 920306 h 6858000"/>
              <a:gd name="connsiteX759" fmla="*/ 5459407 w 7472601"/>
              <a:gd name="connsiteY759" fmla="*/ 940975 h 6858000"/>
              <a:gd name="connsiteX760" fmla="*/ 5374846 w 7472601"/>
              <a:gd name="connsiteY760" fmla="*/ 941988 h 6858000"/>
              <a:gd name="connsiteX761" fmla="*/ 5256105 w 7472601"/>
              <a:gd name="connsiteY761" fmla="*/ 945632 h 6858000"/>
              <a:gd name="connsiteX762" fmla="*/ 5107071 w 7472601"/>
              <a:gd name="connsiteY762" fmla="*/ 969720 h 6858000"/>
              <a:gd name="connsiteX763" fmla="*/ 4998681 w 7472601"/>
              <a:gd name="connsiteY763" fmla="*/ 988771 h 6858000"/>
              <a:gd name="connsiteX764" fmla="*/ 5870151 w 7472601"/>
              <a:gd name="connsiteY764" fmla="*/ 898890 h 6858000"/>
              <a:gd name="connsiteX765" fmla="*/ 5504425 w 7472601"/>
              <a:gd name="connsiteY765" fmla="*/ 848067 h 6858000"/>
              <a:gd name="connsiteX766" fmla="*/ 4968849 w 7472601"/>
              <a:gd name="connsiteY766" fmla="*/ 962318 h 6858000"/>
              <a:gd name="connsiteX767" fmla="*/ 5104039 w 7472601"/>
              <a:gd name="connsiteY767" fmla="*/ 940634 h 6858000"/>
              <a:gd name="connsiteX768" fmla="*/ 5256311 w 7472601"/>
              <a:gd name="connsiteY768" fmla="*/ 916490 h 6858000"/>
              <a:gd name="connsiteX769" fmla="*/ 5377381 w 7472601"/>
              <a:gd name="connsiteY769" fmla="*/ 912671 h 6858000"/>
              <a:gd name="connsiteX770" fmla="*/ 5460148 w 7472601"/>
              <a:gd name="connsiteY770" fmla="*/ 911442 h 6858000"/>
              <a:gd name="connsiteX771" fmla="*/ 5648971 w 7472601"/>
              <a:gd name="connsiteY771" fmla="*/ 891331 h 6858000"/>
              <a:gd name="connsiteX772" fmla="*/ 5844807 w 7472601"/>
              <a:gd name="connsiteY772" fmla="*/ 870718 h 6858000"/>
              <a:gd name="connsiteX773" fmla="*/ 5862975 w 7472601"/>
              <a:gd name="connsiteY773" fmla="*/ 869756 h 6858000"/>
              <a:gd name="connsiteX774" fmla="*/ 5920887 w 7472601"/>
              <a:gd name="connsiteY774" fmla="*/ 865929 h 6858000"/>
              <a:gd name="connsiteX775" fmla="*/ 5504425 w 7472601"/>
              <a:gd name="connsiteY775" fmla="*/ 848067 h 6858000"/>
              <a:gd name="connsiteX776" fmla="*/ 3607114 w 7472601"/>
              <a:gd name="connsiteY776" fmla="*/ 467441 h 6858000"/>
              <a:gd name="connsiteX777" fmla="*/ 3296242 w 7472601"/>
              <a:gd name="connsiteY777" fmla="*/ 807991 h 6858000"/>
              <a:gd name="connsiteX778" fmla="*/ 3174674 w 7472601"/>
              <a:gd name="connsiteY778" fmla="*/ 919759 h 6858000"/>
              <a:gd name="connsiteX779" fmla="*/ 3042978 w 7472601"/>
              <a:gd name="connsiteY779" fmla="*/ 1054894 h 6858000"/>
              <a:gd name="connsiteX780" fmla="*/ 2968914 w 7472601"/>
              <a:gd name="connsiteY780" fmla="*/ 1133756 h 6858000"/>
              <a:gd name="connsiteX781" fmla="*/ 3103823 w 7472601"/>
              <a:gd name="connsiteY781" fmla="*/ 1026814 h 6858000"/>
              <a:gd name="connsiteX782" fmla="*/ 3607114 w 7472601"/>
              <a:gd name="connsiteY782" fmla="*/ 467441 h 6858000"/>
              <a:gd name="connsiteX783" fmla="*/ 3744487 w 7472601"/>
              <a:gd name="connsiteY783" fmla="*/ 383136 h 6858000"/>
              <a:gd name="connsiteX784" fmla="*/ 3970213 w 7472601"/>
              <a:gd name="connsiteY784" fmla="*/ 995559 h 6858000"/>
              <a:gd name="connsiteX785" fmla="*/ 3744487 w 7472601"/>
              <a:gd name="connsiteY785" fmla="*/ 383136 h 6858000"/>
              <a:gd name="connsiteX786" fmla="*/ 3624562 w 7472601"/>
              <a:gd name="connsiteY786" fmla="*/ 367041 h 6858000"/>
              <a:gd name="connsiteX787" fmla="*/ 3489712 w 7472601"/>
              <a:gd name="connsiteY787" fmla="*/ 485386 h 6858000"/>
              <a:gd name="connsiteX788" fmla="*/ 3182994 w 7472601"/>
              <a:gd name="connsiteY788" fmla="*/ 828265 h 6858000"/>
              <a:gd name="connsiteX789" fmla="*/ 2892114 w 7472601"/>
              <a:gd name="connsiteY789" fmla="*/ 1172635 h 6858000"/>
              <a:gd name="connsiteX790" fmla="*/ 3021459 w 7472601"/>
              <a:gd name="connsiteY790" fmla="*/ 1035385 h 6858000"/>
              <a:gd name="connsiteX791" fmla="*/ 3153873 w 7472601"/>
              <a:gd name="connsiteY791" fmla="*/ 898971 h 6858000"/>
              <a:gd name="connsiteX792" fmla="*/ 3276511 w 7472601"/>
              <a:gd name="connsiteY792" fmla="*/ 786423 h 6858000"/>
              <a:gd name="connsiteX793" fmla="*/ 3584154 w 7472601"/>
              <a:gd name="connsiteY793" fmla="*/ 448218 h 6858000"/>
              <a:gd name="connsiteX794" fmla="*/ 3624562 w 7472601"/>
              <a:gd name="connsiteY794" fmla="*/ 367041 h 6858000"/>
              <a:gd name="connsiteX795" fmla="*/ 3766672 w 7472601"/>
              <a:gd name="connsiteY795" fmla="*/ 359429 h 6858000"/>
              <a:gd name="connsiteX796" fmla="*/ 3996338 w 7472601"/>
              <a:gd name="connsiteY796" fmla="*/ 968237 h 6858000"/>
              <a:gd name="connsiteX797" fmla="*/ 3766672 w 7472601"/>
              <a:gd name="connsiteY797" fmla="*/ 359429 h 6858000"/>
              <a:gd name="connsiteX798" fmla="*/ 5805386 w 7472601"/>
              <a:gd name="connsiteY798" fmla="*/ 239240 h 6858000"/>
              <a:gd name="connsiteX799" fmla="*/ 5736947 w 7472601"/>
              <a:gd name="connsiteY799" fmla="*/ 261367 h 6858000"/>
              <a:gd name="connsiteX800" fmla="*/ 5427012 w 7472601"/>
              <a:gd name="connsiteY800" fmla="*/ 311272 h 6858000"/>
              <a:gd name="connsiteX801" fmla="*/ 5147818 w 7472601"/>
              <a:gd name="connsiteY801" fmla="*/ 322112 h 6858000"/>
              <a:gd name="connsiteX802" fmla="*/ 5060854 w 7472601"/>
              <a:gd name="connsiteY802" fmla="*/ 311882 h 6858000"/>
              <a:gd name="connsiteX803" fmla="*/ 4945989 w 7472601"/>
              <a:gd name="connsiteY803" fmla="*/ 300516 h 6858000"/>
              <a:gd name="connsiteX804" fmla="*/ 5410479 w 7472601"/>
              <a:gd name="connsiteY804" fmla="*/ 348434 h 6858000"/>
              <a:gd name="connsiteX805" fmla="*/ 5805386 w 7472601"/>
              <a:gd name="connsiteY805" fmla="*/ 239240 h 6858000"/>
              <a:gd name="connsiteX806" fmla="*/ 5905192 w 7472601"/>
              <a:gd name="connsiteY806" fmla="*/ 163079 h 6858000"/>
              <a:gd name="connsiteX807" fmla="*/ 5865655 w 7472601"/>
              <a:gd name="connsiteY807" fmla="*/ 171901 h 6858000"/>
              <a:gd name="connsiteX808" fmla="*/ 5259740 w 7472601"/>
              <a:gd name="connsiteY808" fmla="*/ 257013 h 6858000"/>
              <a:gd name="connsiteX809" fmla="*/ 5208466 w 7472601"/>
              <a:gd name="connsiteY809" fmla="*/ 257550 h 6858000"/>
              <a:gd name="connsiteX810" fmla="*/ 4980204 w 7472601"/>
              <a:gd name="connsiteY810" fmla="*/ 271903 h 6858000"/>
              <a:gd name="connsiteX811" fmla="*/ 5068068 w 7472601"/>
              <a:gd name="connsiteY811" fmla="*/ 282244 h 6858000"/>
              <a:gd name="connsiteX812" fmla="*/ 5153231 w 7472601"/>
              <a:gd name="connsiteY812" fmla="*/ 292240 h 6858000"/>
              <a:gd name="connsiteX813" fmla="*/ 5426491 w 7472601"/>
              <a:gd name="connsiteY813" fmla="*/ 281128 h 6858000"/>
              <a:gd name="connsiteX814" fmla="*/ 5731212 w 7472601"/>
              <a:gd name="connsiteY814" fmla="*/ 231951 h 6858000"/>
              <a:gd name="connsiteX815" fmla="*/ 5905192 w 7472601"/>
              <a:gd name="connsiteY815" fmla="*/ 163079 h 6858000"/>
              <a:gd name="connsiteX816" fmla="*/ 5944437 w 7472601"/>
              <a:gd name="connsiteY816" fmla="*/ 113829 h 6858000"/>
              <a:gd name="connsiteX817" fmla="*/ 5825032 w 7472601"/>
              <a:gd name="connsiteY817" fmla="*/ 146405 h 6858000"/>
              <a:gd name="connsiteX818" fmla="*/ 4955599 w 7472601"/>
              <a:gd name="connsiteY818" fmla="*/ 247008 h 6858000"/>
              <a:gd name="connsiteX819" fmla="*/ 5210104 w 7472601"/>
              <a:gd name="connsiteY819" fmla="*/ 228123 h 6858000"/>
              <a:gd name="connsiteX820" fmla="*/ 5261015 w 7472601"/>
              <a:gd name="connsiteY820" fmla="*/ 227087 h 6858000"/>
              <a:gd name="connsiteX821" fmla="*/ 5861181 w 7472601"/>
              <a:gd name="connsiteY821" fmla="*/ 143093 h 6858000"/>
              <a:gd name="connsiteX822" fmla="*/ 5961252 w 7472601"/>
              <a:gd name="connsiteY822" fmla="*/ 114820 h 6858000"/>
              <a:gd name="connsiteX823" fmla="*/ 5944437 w 7472601"/>
              <a:gd name="connsiteY823" fmla="*/ 113829 h 6858000"/>
              <a:gd name="connsiteX824" fmla="*/ 3882765 w 7472601"/>
              <a:gd name="connsiteY824" fmla="*/ 0 h 6858000"/>
              <a:gd name="connsiteX825" fmla="*/ 3995099 w 7472601"/>
              <a:gd name="connsiteY825" fmla="*/ 0 h 6858000"/>
              <a:gd name="connsiteX826" fmla="*/ 4163818 w 7472601"/>
              <a:gd name="connsiteY826" fmla="*/ 234104 h 6858000"/>
              <a:gd name="connsiteX827" fmla="*/ 4172099 w 7472601"/>
              <a:gd name="connsiteY827" fmla="*/ 234207 h 6858000"/>
              <a:gd name="connsiteX828" fmla="*/ 4784282 w 7472601"/>
              <a:gd name="connsiteY828" fmla="*/ 276561 h 6858000"/>
              <a:gd name="connsiteX829" fmla="*/ 4801687 w 7472601"/>
              <a:gd name="connsiteY829" fmla="*/ 267764 h 6858000"/>
              <a:gd name="connsiteX830" fmla="*/ 6082788 w 7472601"/>
              <a:gd name="connsiteY830" fmla="*/ 64119 h 6858000"/>
              <a:gd name="connsiteX831" fmla="*/ 6099442 w 7472601"/>
              <a:gd name="connsiteY831" fmla="*/ 82568 h 6858000"/>
              <a:gd name="connsiteX832" fmla="*/ 4804137 w 7472601"/>
              <a:gd name="connsiteY832" fmla="*/ 320931 h 6858000"/>
              <a:gd name="connsiteX833" fmla="*/ 4227047 w 7472601"/>
              <a:gd name="connsiteY833" fmla="*/ 313415 h 6858000"/>
              <a:gd name="connsiteX834" fmla="*/ 4346041 w 7472601"/>
              <a:gd name="connsiteY834" fmla="*/ 456086 h 6858000"/>
              <a:gd name="connsiteX835" fmla="*/ 4870967 w 7472601"/>
              <a:gd name="connsiteY835" fmla="*/ 963061 h 6858000"/>
              <a:gd name="connsiteX836" fmla="*/ 4889647 w 7472601"/>
              <a:gd name="connsiteY836" fmla="*/ 957147 h 6858000"/>
              <a:gd name="connsiteX837" fmla="*/ 5422504 w 7472601"/>
              <a:gd name="connsiteY837" fmla="*/ 805191 h 6858000"/>
              <a:gd name="connsiteX838" fmla="*/ 6087656 w 7472601"/>
              <a:gd name="connsiteY838" fmla="*/ 826703 h 6858000"/>
              <a:gd name="connsiteX839" fmla="*/ 6058717 w 7472601"/>
              <a:gd name="connsiteY839" fmla="*/ 865992 h 6858000"/>
              <a:gd name="connsiteX840" fmla="*/ 4974153 w 7472601"/>
              <a:gd name="connsiteY840" fmla="*/ 1045456 h 6858000"/>
              <a:gd name="connsiteX841" fmla="*/ 5627835 w 7472601"/>
              <a:gd name="connsiteY841" fmla="*/ 1472077 h 6858000"/>
              <a:gd name="connsiteX842" fmla="*/ 5629817 w 7472601"/>
              <a:gd name="connsiteY842" fmla="*/ 1471412 h 6858000"/>
              <a:gd name="connsiteX843" fmla="*/ 5634124 w 7472601"/>
              <a:gd name="connsiteY843" fmla="*/ 1470572 h 6858000"/>
              <a:gd name="connsiteX844" fmla="*/ 5755832 w 7472601"/>
              <a:gd name="connsiteY844" fmla="*/ 1383886 h 6858000"/>
              <a:gd name="connsiteX845" fmla="*/ 6014186 w 7472601"/>
              <a:gd name="connsiteY845" fmla="*/ 1279799 h 6858000"/>
              <a:gd name="connsiteX846" fmla="*/ 6901619 w 7472601"/>
              <a:gd name="connsiteY846" fmla="*/ 1047874 h 6858000"/>
              <a:gd name="connsiteX847" fmla="*/ 6931566 w 7472601"/>
              <a:gd name="connsiteY847" fmla="*/ 1062034 h 6858000"/>
              <a:gd name="connsiteX848" fmla="*/ 5790982 w 7472601"/>
              <a:gd name="connsiteY848" fmla="*/ 1561380 h 6858000"/>
              <a:gd name="connsiteX849" fmla="*/ 6188971 w 7472601"/>
              <a:gd name="connsiteY849" fmla="*/ 1755168 h 6858000"/>
              <a:gd name="connsiteX850" fmla="*/ 6202446 w 7472601"/>
              <a:gd name="connsiteY850" fmla="*/ 1752268 h 6858000"/>
              <a:gd name="connsiteX851" fmla="*/ 7179560 w 7472601"/>
              <a:gd name="connsiteY851" fmla="*/ 1467551 h 6858000"/>
              <a:gd name="connsiteX852" fmla="*/ 7158730 w 7472601"/>
              <a:gd name="connsiteY852" fmla="*/ 1507835 h 6858000"/>
              <a:gd name="connsiteX853" fmla="*/ 6326959 w 7472601"/>
              <a:gd name="connsiteY853" fmla="*/ 1817686 h 6858000"/>
              <a:gd name="connsiteX854" fmla="*/ 6537433 w 7472601"/>
              <a:gd name="connsiteY854" fmla="*/ 1907790 h 6858000"/>
              <a:gd name="connsiteX855" fmla="*/ 6550221 w 7472601"/>
              <a:gd name="connsiteY855" fmla="*/ 1910729 h 6858000"/>
              <a:gd name="connsiteX856" fmla="*/ 6964438 w 7472601"/>
              <a:gd name="connsiteY856" fmla="*/ 2209505 h 6858000"/>
              <a:gd name="connsiteX857" fmla="*/ 7367862 w 7472601"/>
              <a:gd name="connsiteY857" fmla="*/ 2806833 h 6858000"/>
              <a:gd name="connsiteX858" fmla="*/ 7364329 w 7472601"/>
              <a:gd name="connsiteY858" fmla="*/ 2826907 h 6858000"/>
              <a:gd name="connsiteX859" fmla="*/ 7290545 w 7472601"/>
              <a:gd name="connsiteY859" fmla="*/ 2850663 h 6858000"/>
              <a:gd name="connsiteX860" fmla="*/ 6472036 w 7472601"/>
              <a:gd name="connsiteY860" fmla="*/ 1959003 h 6858000"/>
              <a:gd name="connsiteX861" fmla="*/ 5792897 w 7472601"/>
              <a:gd name="connsiteY861" fmla="*/ 1647747 h 6858000"/>
              <a:gd name="connsiteX862" fmla="*/ 5842751 w 7472601"/>
              <a:gd name="connsiteY862" fmla="*/ 1816112 h 6858000"/>
              <a:gd name="connsiteX863" fmla="*/ 5847424 w 7472601"/>
              <a:gd name="connsiteY863" fmla="*/ 1815776 h 6858000"/>
              <a:gd name="connsiteX864" fmla="*/ 6399821 w 7472601"/>
              <a:gd name="connsiteY864" fmla="*/ 2344799 h 6858000"/>
              <a:gd name="connsiteX865" fmla="*/ 6323232 w 7472601"/>
              <a:gd name="connsiteY865" fmla="*/ 2389634 h 6858000"/>
              <a:gd name="connsiteX866" fmla="*/ 5942958 w 7472601"/>
              <a:gd name="connsiteY866" fmla="*/ 2077708 h 6858000"/>
              <a:gd name="connsiteX867" fmla="*/ 5921559 w 7472601"/>
              <a:gd name="connsiteY867" fmla="*/ 2378596 h 6858000"/>
              <a:gd name="connsiteX868" fmla="*/ 5817651 w 7472601"/>
              <a:gd name="connsiteY868" fmla="*/ 3023919 h 6858000"/>
              <a:gd name="connsiteX869" fmla="*/ 5729634 w 7472601"/>
              <a:gd name="connsiteY869" fmla="*/ 3051849 h 6858000"/>
              <a:gd name="connsiteX870" fmla="*/ 5611018 w 7472601"/>
              <a:gd name="connsiteY870" fmla="*/ 2316769 h 6858000"/>
              <a:gd name="connsiteX871" fmla="*/ 5687608 w 7472601"/>
              <a:gd name="connsiteY871" fmla="*/ 2039972 h 6858000"/>
              <a:gd name="connsiteX872" fmla="*/ 5657554 w 7472601"/>
              <a:gd name="connsiteY872" fmla="*/ 1576445 h 6858000"/>
              <a:gd name="connsiteX873" fmla="*/ 5150475 w 7472601"/>
              <a:gd name="connsiteY873" fmla="*/ 1274012 h 6858000"/>
              <a:gd name="connsiteX874" fmla="*/ 5349142 w 7472601"/>
              <a:gd name="connsiteY874" fmla="*/ 2204405 h 6858000"/>
              <a:gd name="connsiteX875" fmla="*/ 5262214 w 7472601"/>
              <a:gd name="connsiteY875" fmla="*/ 2233836 h 6858000"/>
              <a:gd name="connsiteX876" fmla="*/ 4981539 w 7472601"/>
              <a:gd name="connsiteY876" fmla="*/ 1542201 h 6858000"/>
              <a:gd name="connsiteX877" fmla="*/ 4958461 w 7472601"/>
              <a:gd name="connsiteY877" fmla="*/ 1136957 h 6858000"/>
              <a:gd name="connsiteX878" fmla="*/ 4655015 w 7472601"/>
              <a:gd name="connsiteY878" fmla="*/ 891426 h 6858000"/>
              <a:gd name="connsiteX879" fmla="*/ 4348002 w 7472601"/>
              <a:gd name="connsiteY879" fmla="*/ 2205895 h 6858000"/>
              <a:gd name="connsiteX880" fmla="*/ 4262250 w 7472601"/>
              <a:gd name="connsiteY880" fmla="*/ 2219972 h 6858000"/>
              <a:gd name="connsiteX881" fmla="*/ 4550611 w 7472601"/>
              <a:gd name="connsiteY881" fmla="*/ 817540 h 6858000"/>
              <a:gd name="connsiteX882" fmla="*/ 4564418 w 7472601"/>
              <a:gd name="connsiteY882" fmla="*/ 808293 h 6858000"/>
              <a:gd name="connsiteX883" fmla="*/ 4266388 w 7472601"/>
              <a:gd name="connsiteY883" fmla="*/ 500083 h 6858000"/>
              <a:gd name="connsiteX884" fmla="*/ 4032842 w 7472601"/>
              <a:gd name="connsiteY884" fmla="*/ 211809 h 6858000"/>
              <a:gd name="connsiteX885" fmla="*/ 3882765 w 7472601"/>
              <a:gd name="connsiteY885" fmla="*/ 0 h 6858000"/>
              <a:gd name="connsiteX886" fmla="*/ 3721337 w 7472601"/>
              <a:gd name="connsiteY886" fmla="*/ 0 h 6858000"/>
              <a:gd name="connsiteX887" fmla="*/ 3797544 w 7472601"/>
              <a:gd name="connsiteY887" fmla="*/ 0 h 6858000"/>
              <a:gd name="connsiteX888" fmla="*/ 3775734 w 7472601"/>
              <a:gd name="connsiteY888" fmla="*/ 95131 h 6858000"/>
              <a:gd name="connsiteX889" fmla="*/ 3724807 w 7472601"/>
              <a:gd name="connsiteY889" fmla="*/ 272257 h 6858000"/>
              <a:gd name="connsiteX890" fmla="*/ 3726844 w 7472601"/>
              <a:gd name="connsiteY890" fmla="*/ 282988 h 6858000"/>
              <a:gd name="connsiteX891" fmla="*/ 3742664 w 7472601"/>
              <a:gd name="connsiteY891" fmla="*/ 279918 h 6858000"/>
              <a:gd name="connsiteX892" fmla="*/ 4103910 w 7472601"/>
              <a:gd name="connsiteY892" fmla="*/ 1161917 h 6858000"/>
              <a:gd name="connsiteX893" fmla="*/ 4020269 w 7472601"/>
              <a:gd name="connsiteY893" fmla="*/ 1200406 h 6858000"/>
              <a:gd name="connsiteX894" fmla="*/ 3674882 w 7472601"/>
              <a:gd name="connsiteY894" fmla="*/ 488524 h 6858000"/>
              <a:gd name="connsiteX895" fmla="*/ 3132682 w 7472601"/>
              <a:gd name="connsiteY895" fmla="*/ 1072284 h 6858000"/>
              <a:gd name="connsiteX896" fmla="*/ 2716346 w 7472601"/>
              <a:gd name="connsiteY896" fmla="*/ 1276376 h 6858000"/>
              <a:gd name="connsiteX897" fmla="*/ 2716772 w 7472601"/>
              <a:gd name="connsiteY897" fmla="*/ 1255462 h 6858000"/>
              <a:gd name="connsiteX898" fmla="*/ 3471096 w 7472601"/>
              <a:gd name="connsiteY898" fmla="*/ 437072 h 6858000"/>
              <a:gd name="connsiteX899" fmla="*/ 3639057 w 7472601"/>
              <a:gd name="connsiteY899" fmla="*/ 286334 h 6858000"/>
              <a:gd name="connsiteX900" fmla="*/ 3640309 w 7472601"/>
              <a:gd name="connsiteY900" fmla="*/ 284664 h 6858000"/>
              <a:gd name="connsiteX901" fmla="*/ 3646022 w 7472601"/>
              <a:gd name="connsiteY901" fmla="*/ 276711 h 6858000"/>
              <a:gd name="connsiteX902" fmla="*/ 3707943 w 7472601"/>
              <a:gd name="connsiteY902" fmla="*/ 65958 h 6858000"/>
              <a:gd name="connsiteX903" fmla="*/ 3721337 w 7472601"/>
              <a:gd name="connsiteY903" fmla="*/ 0 h 6858000"/>
              <a:gd name="connsiteX904" fmla="*/ 2867960 w 7472601"/>
              <a:gd name="connsiteY904" fmla="*/ 0 h 6858000"/>
              <a:gd name="connsiteX905" fmla="*/ 2926351 w 7472601"/>
              <a:gd name="connsiteY905" fmla="*/ 0 h 6858000"/>
              <a:gd name="connsiteX906" fmla="*/ 2902823 w 7472601"/>
              <a:gd name="connsiteY906" fmla="*/ 262929 h 6858000"/>
              <a:gd name="connsiteX907" fmla="*/ 2940663 w 7472601"/>
              <a:gd name="connsiteY907" fmla="*/ 140884 h 6858000"/>
              <a:gd name="connsiteX908" fmla="*/ 2947039 w 7472601"/>
              <a:gd name="connsiteY908" fmla="*/ 122524 h 6858000"/>
              <a:gd name="connsiteX909" fmla="*/ 2984316 w 7472601"/>
              <a:gd name="connsiteY909" fmla="*/ 0 h 6858000"/>
              <a:gd name="connsiteX910" fmla="*/ 3016114 w 7472601"/>
              <a:gd name="connsiteY910" fmla="*/ 0 h 6858000"/>
              <a:gd name="connsiteX911" fmla="*/ 2979949 w 7472601"/>
              <a:gd name="connsiteY911" fmla="*/ 119274 h 6858000"/>
              <a:gd name="connsiteX912" fmla="*/ 3023879 w 7472601"/>
              <a:gd name="connsiteY912" fmla="*/ 0 h 6858000"/>
              <a:gd name="connsiteX913" fmla="*/ 3105400 w 7472601"/>
              <a:gd name="connsiteY913" fmla="*/ 0 h 6858000"/>
              <a:gd name="connsiteX914" fmla="*/ 3094669 w 7472601"/>
              <a:gd name="connsiteY914" fmla="*/ 30308 h 6858000"/>
              <a:gd name="connsiteX915" fmla="*/ 2901945 w 7472601"/>
              <a:gd name="connsiteY915" fmla="*/ 466538 h 6858000"/>
              <a:gd name="connsiteX916" fmla="*/ 2815209 w 7472601"/>
              <a:gd name="connsiteY916" fmla="*/ 497361 h 6858000"/>
              <a:gd name="connsiteX917" fmla="*/ 2844845 w 7472601"/>
              <a:gd name="connsiteY917" fmla="*/ 127638 h 6858000"/>
              <a:gd name="connsiteX918" fmla="*/ 2867960 w 7472601"/>
              <a:gd name="connsiteY918" fmla="*/ 0 h 6858000"/>
              <a:gd name="connsiteX919" fmla="*/ 1057230 w 7472601"/>
              <a:gd name="connsiteY919" fmla="*/ 0 h 6858000"/>
              <a:gd name="connsiteX920" fmla="*/ 1111003 w 7472601"/>
              <a:gd name="connsiteY920" fmla="*/ 0 h 6858000"/>
              <a:gd name="connsiteX921" fmla="*/ 1125553 w 7472601"/>
              <a:gd name="connsiteY921" fmla="*/ 52588 h 6858000"/>
              <a:gd name="connsiteX922" fmla="*/ 1304276 w 7472601"/>
              <a:gd name="connsiteY922" fmla="*/ 476275 h 6858000"/>
              <a:gd name="connsiteX923" fmla="*/ 1492066 w 7472601"/>
              <a:gd name="connsiteY923" fmla="*/ 886333 h 6858000"/>
              <a:gd name="connsiteX924" fmla="*/ 1423698 w 7472601"/>
              <a:gd name="connsiteY924" fmla="*/ 710817 h 6858000"/>
              <a:gd name="connsiteX925" fmla="*/ 1357609 w 7472601"/>
              <a:gd name="connsiteY925" fmla="*/ 532892 h 6858000"/>
              <a:gd name="connsiteX926" fmla="*/ 1309550 w 7472601"/>
              <a:gd name="connsiteY926" fmla="*/ 374031 h 6858000"/>
              <a:gd name="connsiteX927" fmla="*/ 1193673 w 7472601"/>
              <a:gd name="connsiteY927" fmla="*/ 49533 h 6858000"/>
              <a:gd name="connsiteX928" fmla="*/ 1164391 w 7472601"/>
              <a:gd name="connsiteY928" fmla="*/ 0 h 6858000"/>
              <a:gd name="connsiteX929" fmla="*/ 1200666 w 7472601"/>
              <a:gd name="connsiteY929" fmla="*/ 0 h 6858000"/>
              <a:gd name="connsiteX930" fmla="*/ 1223408 w 7472601"/>
              <a:gd name="connsiteY930" fmla="*/ 38996 h 6858000"/>
              <a:gd name="connsiteX931" fmla="*/ 1339635 w 7472601"/>
              <a:gd name="connsiteY931" fmla="*/ 365517 h 6858000"/>
              <a:gd name="connsiteX932" fmla="*/ 1387469 w 7472601"/>
              <a:gd name="connsiteY932" fmla="*/ 523079 h 6858000"/>
              <a:gd name="connsiteX933" fmla="*/ 1452685 w 7472601"/>
              <a:gd name="connsiteY933" fmla="*/ 699806 h 6858000"/>
              <a:gd name="connsiteX934" fmla="*/ 1492092 w 7472601"/>
              <a:gd name="connsiteY934" fmla="*/ 800424 h 6858000"/>
              <a:gd name="connsiteX935" fmla="*/ 1455302 w 7472601"/>
              <a:gd name="connsiteY935" fmla="*/ 632913 h 6858000"/>
              <a:gd name="connsiteX936" fmla="*/ 1222336 w 7472601"/>
              <a:gd name="connsiteY936" fmla="*/ 9480 h 6858000"/>
              <a:gd name="connsiteX937" fmla="*/ 1214634 w 7472601"/>
              <a:gd name="connsiteY937" fmla="*/ 0 h 6858000"/>
              <a:gd name="connsiteX938" fmla="*/ 1289827 w 7472601"/>
              <a:gd name="connsiteY938" fmla="*/ 0 h 6858000"/>
              <a:gd name="connsiteX939" fmla="*/ 1321076 w 7472601"/>
              <a:gd name="connsiteY939" fmla="*/ 59722 h 6858000"/>
              <a:gd name="connsiteX940" fmla="*/ 1512579 w 7472601"/>
              <a:gd name="connsiteY940" fmla="*/ 626441 h 6858000"/>
              <a:gd name="connsiteX941" fmla="*/ 1506076 w 7472601"/>
              <a:gd name="connsiteY941" fmla="*/ 1089289 h 6858000"/>
              <a:gd name="connsiteX942" fmla="*/ 1486346 w 7472601"/>
              <a:gd name="connsiteY942" fmla="*/ 1079919 h 6858000"/>
              <a:gd name="connsiteX943" fmla="*/ 1070511 w 7472601"/>
              <a:gd name="connsiteY943" fmla="*/ 48609 h 6858000"/>
              <a:gd name="connsiteX944" fmla="*/ 1057230 w 7472601"/>
              <a:gd name="connsiteY944" fmla="*/ 0 h 6858000"/>
              <a:gd name="connsiteX945" fmla="*/ 43151 w 7472601"/>
              <a:gd name="connsiteY945" fmla="*/ 0 h 6858000"/>
              <a:gd name="connsiteX946" fmla="*/ 95283 w 7472601"/>
              <a:gd name="connsiteY946" fmla="*/ 0 h 6858000"/>
              <a:gd name="connsiteX947" fmla="*/ 300708 w 7472601"/>
              <a:gd name="connsiteY947" fmla="*/ 154571 h 6858000"/>
              <a:gd name="connsiteX948" fmla="*/ 530414 w 7472601"/>
              <a:gd name="connsiteY948" fmla="*/ 354673 h 6858000"/>
              <a:gd name="connsiteX949" fmla="*/ 333785 w 7472601"/>
              <a:gd name="connsiteY949" fmla="*/ 161564 h 6858000"/>
              <a:gd name="connsiteX950" fmla="*/ 147005 w 7472601"/>
              <a:gd name="connsiteY950" fmla="*/ 0 h 6858000"/>
              <a:gd name="connsiteX951" fmla="*/ 272509 w 7472601"/>
              <a:gd name="connsiteY951" fmla="*/ 0 h 6858000"/>
              <a:gd name="connsiteX952" fmla="*/ 326276 w 7472601"/>
              <a:gd name="connsiteY952" fmla="*/ 45847 h 6858000"/>
              <a:gd name="connsiteX953" fmla="*/ 823759 w 7472601"/>
              <a:gd name="connsiteY953" fmla="*/ 574145 h 6858000"/>
              <a:gd name="connsiteX954" fmla="*/ 811254 w 7472601"/>
              <a:gd name="connsiteY954" fmla="*/ 665546 h 6858000"/>
              <a:gd name="connsiteX955" fmla="*/ 154042 w 7472601"/>
              <a:gd name="connsiteY955" fmla="*/ 261522 h 6858000"/>
              <a:gd name="connsiteX956" fmla="*/ 13550 w 7472601"/>
              <a:gd name="connsiteY956" fmla="*/ 158423 h 6858000"/>
              <a:gd name="connsiteX957" fmla="*/ 0 w 7472601"/>
              <a:gd name="connsiteY957" fmla="*/ 146618 h 6858000"/>
              <a:gd name="connsiteX958" fmla="*/ 0 w 7472601"/>
              <a:gd name="connsiteY958" fmla="*/ 59161 h 6858000"/>
              <a:gd name="connsiteX959" fmla="*/ 45427 w 7472601"/>
              <a:gd name="connsiteY959" fmla="*/ 101078 h 6858000"/>
              <a:gd name="connsiteX960" fmla="*/ 630103 w 7472601"/>
              <a:gd name="connsiteY960" fmla="*/ 485885 h 6858000"/>
              <a:gd name="connsiteX961" fmla="*/ 532040 w 7472601"/>
              <a:gd name="connsiteY961" fmla="*/ 399359 h 6858000"/>
              <a:gd name="connsiteX962" fmla="*/ 517618 w 7472601"/>
              <a:gd name="connsiteY962" fmla="*/ 385726 h 6858000"/>
              <a:gd name="connsiteX963" fmla="*/ 285074 w 7472601"/>
              <a:gd name="connsiteY963" fmla="*/ 182755 h 6858000"/>
              <a:gd name="connsiteX964" fmla="*/ 43151 w 7472601"/>
              <a:gd name="connsiteY964" fmla="*/ 0 h 6858000"/>
              <a:gd name="connsiteX0" fmla="*/ 369702 w 7472601"/>
              <a:gd name="connsiteY0" fmla="*/ 6712169 h 6858000"/>
              <a:gd name="connsiteX1" fmla="*/ 366575 w 7472601"/>
              <a:gd name="connsiteY1" fmla="*/ 6715556 h 6858000"/>
              <a:gd name="connsiteX2" fmla="*/ 371637 w 7472601"/>
              <a:gd name="connsiteY2" fmla="*/ 6713954 h 6858000"/>
              <a:gd name="connsiteX3" fmla="*/ 369702 w 7472601"/>
              <a:gd name="connsiteY3" fmla="*/ 6712169 h 6858000"/>
              <a:gd name="connsiteX4" fmla="*/ 7088673 w 7472601"/>
              <a:gd name="connsiteY4" fmla="*/ 6610396 h 6858000"/>
              <a:gd name="connsiteX5" fmla="*/ 7440138 w 7472601"/>
              <a:gd name="connsiteY5" fmla="*/ 6622648 h 6858000"/>
              <a:gd name="connsiteX6" fmla="*/ 7467600 w 7472601"/>
              <a:gd name="connsiteY6" fmla="*/ 6628217 h 6858000"/>
              <a:gd name="connsiteX7" fmla="*/ 7467600 w 7472601"/>
              <a:gd name="connsiteY7" fmla="*/ 6668575 h 6858000"/>
              <a:gd name="connsiteX8" fmla="*/ 7392322 w 7472601"/>
              <a:gd name="connsiteY8" fmla="*/ 6658238 h 6858000"/>
              <a:gd name="connsiteX9" fmla="*/ 7467600 w 7472601"/>
              <a:gd name="connsiteY9" fmla="*/ 6683873 h 6858000"/>
              <a:gd name="connsiteX10" fmla="*/ 7467600 w 7472601"/>
              <a:gd name="connsiteY10" fmla="*/ 6714215 h 6858000"/>
              <a:gd name="connsiteX11" fmla="*/ 7447383 w 7472601"/>
              <a:gd name="connsiteY11" fmla="*/ 6707202 h 6858000"/>
              <a:gd name="connsiteX12" fmla="*/ 7289862 w 7472601"/>
              <a:gd name="connsiteY12" fmla="*/ 6659827 h 6858000"/>
              <a:gd name="connsiteX13" fmla="*/ 7434024 w 7472601"/>
              <a:gd name="connsiteY13" fmla="*/ 6722130 h 6858000"/>
              <a:gd name="connsiteX14" fmla="*/ 7467600 w 7472601"/>
              <a:gd name="connsiteY14" fmla="*/ 6736157 h 6858000"/>
              <a:gd name="connsiteX15" fmla="*/ 7467600 w 7472601"/>
              <a:gd name="connsiteY15" fmla="*/ 6767913 h 6858000"/>
              <a:gd name="connsiteX16" fmla="*/ 7392158 w 7472601"/>
              <a:gd name="connsiteY16" fmla="*/ 6771365 h 6858000"/>
              <a:gd name="connsiteX17" fmla="*/ 7467600 w 7472601"/>
              <a:gd name="connsiteY17" fmla="*/ 6805948 h 6858000"/>
              <a:gd name="connsiteX18" fmla="*/ 7467600 w 7472601"/>
              <a:gd name="connsiteY18" fmla="*/ 6831490 h 6858000"/>
              <a:gd name="connsiteX19" fmla="*/ 7410696 w 7472601"/>
              <a:gd name="connsiteY19" fmla="*/ 6803861 h 6858000"/>
              <a:gd name="connsiteX20" fmla="*/ 7088673 w 7472601"/>
              <a:gd name="connsiteY20" fmla="*/ 6610396 h 6858000"/>
              <a:gd name="connsiteX21" fmla="*/ 1019354 w 7472601"/>
              <a:gd name="connsiteY21" fmla="*/ 6315006 h 6858000"/>
              <a:gd name="connsiteX22" fmla="*/ 441046 w 7472601"/>
              <a:gd name="connsiteY22" fmla="*/ 6691153 h 6858000"/>
              <a:gd name="connsiteX23" fmla="*/ 1019354 w 7472601"/>
              <a:gd name="connsiteY23" fmla="*/ 6315006 h 6858000"/>
              <a:gd name="connsiteX24" fmla="*/ 991680 w 7472601"/>
              <a:gd name="connsiteY24" fmla="*/ 6298413 h 6858000"/>
              <a:gd name="connsiteX25" fmla="*/ 409060 w 7472601"/>
              <a:gd name="connsiteY25" fmla="*/ 6671470 h 6858000"/>
              <a:gd name="connsiteX26" fmla="*/ 991680 w 7472601"/>
              <a:gd name="connsiteY26" fmla="*/ 6298413 h 6858000"/>
              <a:gd name="connsiteX27" fmla="*/ 103333 w 7472601"/>
              <a:gd name="connsiteY27" fmla="*/ 5699602 h 6858000"/>
              <a:gd name="connsiteX28" fmla="*/ 233938 w 7472601"/>
              <a:gd name="connsiteY28" fmla="*/ 5809416 h 6858000"/>
              <a:gd name="connsiteX29" fmla="*/ 883580 w 7472601"/>
              <a:gd name="connsiteY29" fmla="*/ 6180710 h 6858000"/>
              <a:gd name="connsiteX30" fmla="*/ 487337 w 7472601"/>
              <a:gd name="connsiteY30" fmla="*/ 5950182 h 6858000"/>
              <a:gd name="connsiteX31" fmla="*/ 354051 w 7472601"/>
              <a:gd name="connsiteY31" fmla="*/ 5854912 h 6858000"/>
              <a:gd name="connsiteX32" fmla="*/ 195436 w 7472601"/>
              <a:gd name="connsiteY32" fmla="*/ 5755068 h 6858000"/>
              <a:gd name="connsiteX33" fmla="*/ 103333 w 7472601"/>
              <a:gd name="connsiteY33" fmla="*/ 5699602 h 6858000"/>
              <a:gd name="connsiteX34" fmla="*/ 5539432 w 7472601"/>
              <a:gd name="connsiteY34" fmla="*/ 5642928 h 6858000"/>
              <a:gd name="connsiteX35" fmla="*/ 5555462 w 7472601"/>
              <a:gd name="connsiteY35" fmla="*/ 5694454 h 6858000"/>
              <a:gd name="connsiteX36" fmla="*/ 5828270 w 7472601"/>
              <a:gd name="connsiteY36" fmla="*/ 6320663 h 6858000"/>
              <a:gd name="connsiteX37" fmla="*/ 5947416 w 7472601"/>
              <a:gd name="connsiteY37" fmla="*/ 6574846 h 6858000"/>
              <a:gd name="connsiteX38" fmla="*/ 5539432 w 7472601"/>
              <a:gd name="connsiteY38" fmla="*/ 5642928 h 6858000"/>
              <a:gd name="connsiteX39" fmla="*/ 51253 w 7472601"/>
              <a:gd name="connsiteY39" fmla="*/ 5631825 h 6858000"/>
              <a:gd name="connsiteX40" fmla="*/ 211622 w 7472601"/>
              <a:gd name="connsiteY40" fmla="*/ 5728803 h 6858000"/>
              <a:gd name="connsiteX41" fmla="*/ 371652 w 7472601"/>
              <a:gd name="connsiteY41" fmla="*/ 5829062 h 6858000"/>
              <a:gd name="connsiteX42" fmla="*/ 505903 w 7472601"/>
              <a:gd name="connsiteY42" fmla="*/ 5925221 h 6858000"/>
              <a:gd name="connsiteX43" fmla="*/ 899240 w 7472601"/>
              <a:gd name="connsiteY43" fmla="*/ 6153068 h 6858000"/>
              <a:gd name="connsiteX44" fmla="*/ 988114 w 7472601"/>
              <a:gd name="connsiteY44" fmla="*/ 6174204 h 6858000"/>
              <a:gd name="connsiteX45" fmla="*/ 845971 w 7472601"/>
              <a:gd name="connsiteY45" fmla="*/ 6067177 h 6858000"/>
              <a:gd name="connsiteX46" fmla="*/ 448057 w 7472601"/>
              <a:gd name="connsiteY46" fmla="*/ 5841376 h 6858000"/>
              <a:gd name="connsiteX47" fmla="*/ 51253 w 7472601"/>
              <a:gd name="connsiteY47" fmla="*/ 5631825 h 6858000"/>
              <a:gd name="connsiteX48" fmla="*/ 2606687 w 7472601"/>
              <a:gd name="connsiteY48" fmla="*/ 5630718 h 6858000"/>
              <a:gd name="connsiteX49" fmla="*/ 2645658 w 7472601"/>
              <a:gd name="connsiteY49" fmla="*/ 6640259 h 6858000"/>
              <a:gd name="connsiteX50" fmla="*/ 2606687 w 7472601"/>
              <a:gd name="connsiteY50" fmla="*/ 5630718 h 6858000"/>
              <a:gd name="connsiteX51" fmla="*/ 3642057 w 7472601"/>
              <a:gd name="connsiteY51" fmla="*/ 5573487 h 6858000"/>
              <a:gd name="connsiteX52" fmla="*/ 3632981 w 7472601"/>
              <a:gd name="connsiteY52" fmla="*/ 5579437 h 6858000"/>
              <a:gd name="connsiteX53" fmla="*/ 3382436 w 7472601"/>
              <a:gd name="connsiteY53" fmla="*/ 5952726 h 6858000"/>
              <a:gd name="connsiteX54" fmla="*/ 3191929 w 7472601"/>
              <a:gd name="connsiteY54" fmla="*/ 6662669 h 6858000"/>
              <a:gd name="connsiteX55" fmla="*/ 3369898 w 7472601"/>
              <a:gd name="connsiteY55" fmla="*/ 6081771 h 6858000"/>
              <a:gd name="connsiteX56" fmla="*/ 3642057 w 7472601"/>
              <a:gd name="connsiteY56" fmla="*/ 5573487 h 6858000"/>
              <a:gd name="connsiteX57" fmla="*/ 2650666 w 7472601"/>
              <a:gd name="connsiteY57" fmla="*/ 5530686 h 6858000"/>
              <a:gd name="connsiteX58" fmla="*/ 2650249 w 7472601"/>
              <a:gd name="connsiteY58" fmla="*/ 5532101 h 6858000"/>
              <a:gd name="connsiteX59" fmla="*/ 2663808 w 7472601"/>
              <a:gd name="connsiteY59" fmla="*/ 6535215 h 6858000"/>
              <a:gd name="connsiteX60" fmla="*/ 2665418 w 7472601"/>
              <a:gd name="connsiteY60" fmla="*/ 6132756 h 6858000"/>
              <a:gd name="connsiteX61" fmla="*/ 2650666 w 7472601"/>
              <a:gd name="connsiteY61" fmla="*/ 5530686 h 6858000"/>
              <a:gd name="connsiteX62" fmla="*/ 2680277 w 7472601"/>
              <a:gd name="connsiteY62" fmla="*/ 5479204 h 6858000"/>
              <a:gd name="connsiteX63" fmla="*/ 2678972 w 7472601"/>
              <a:gd name="connsiteY63" fmla="*/ 5481582 h 6858000"/>
              <a:gd name="connsiteX64" fmla="*/ 2696666 w 7472601"/>
              <a:gd name="connsiteY64" fmla="*/ 6133836 h 6858000"/>
              <a:gd name="connsiteX65" fmla="*/ 2695769 w 7472601"/>
              <a:gd name="connsiteY65" fmla="*/ 6390955 h 6858000"/>
              <a:gd name="connsiteX66" fmla="*/ 2739893 w 7472601"/>
              <a:gd name="connsiteY66" fmla="*/ 6108357 h 6858000"/>
              <a:gd name="connsiteX67" fmla="*/ 2680277 w 7472601"/>
              <a:gd name="connsiteY67" fmla="*/ 5479204 h 6858000"/>
              <a:gd name="connsiteX68" fmla="*/ 1132195 w 7472601"/>
              <a:gd name="connsiteY68" fmla="*/ 5467980 h 6858000"/>
              <a:gd name="connsiteX69" fmla="*/ 1679056 w 7472601"/>
              <a:gd name="connsiteY69" fmla="*/ 5516907 h 6858000"/>
              <a:gd name="connsiteX70" fmla="*/ 2128648 w 7472601"/>
              <a:gd name="connsiteY70" fmla="*/ 5474249 h 6858000"/>
              <a:gd name="connsiteX71" fmla="*/ 1825619 w 7472601"/>
              <a:gd name="connsiteY71" fmla="*/ 5478447 h 6858000"/>
              <a:gd name="connsiteX72" fmla="*/ 1737798 w 7472601"/>
              <a:gd name="connsiteY72" fmla="*/ 5483353 h 6858000"/>
              <a:gd name="connsiteX73" fmla="*/ 1132195 w 7472601"/>
              <a:gd name="connsiteY73" fmla="*/ 5467980 h 6858000"/>
              <a:gd name="connsiteX74" fmla="*/ 7454976 w 7472601"/>
              <a:gd name="connsiteY74" fmla="*/ 6318297 h 6858000"/>
              <a:gd name="connsiteX75" fmla="*/ 7467600 w 7472601"/>
              <a:gd name="connsiteY75" fmla="*/ 6012219 h 6858000"/>
              <a:gd name="connsiteX76" fmla="*/ 7356878 w 7472601"/>
              <a:gd name="connsiteY76" fmla="*/ 5981332 h 6858000"/>
              <a:gd name="connsiteX77" fmla="*/ 7467600 w 7472601"/>
              <a:gd name="connsiteY77" fmla="*/ 6117703 h 6858000"/>
              <a:gd name="connsiteX78" fmla="*/ 7467600 w 7472601"/>
              <a:gd name="connsiteY78" fmla="*/ 6163634 h 6858000"/>
              <a:gd name="connsiteX79" fmla="*/ 7403637 w 7472601"/>
              <a:gd name="connsiteY79" fmla="*/ 6083957 h 6858000"/>
              <a:gd name="connsiteX80" fmla="*/ 7312589 w 7472601"/>
              <a:gd name="connsiteY80" fmla="*/ 5982309 h 6858000"/>
              <a:gd name="connsiteX81" fmla="*/ 7448321 w 7472601"/>
              <a:gd name="connsiteY81" fmla="*/ 6190991 h 6858000"/>
              <a:gd name="connsiteX82" fmla="*/ 7467600 w 7472601"/>
              <a:gd name="connsiteY82" fmla="*/ 6221686 h 6858000"/>
              <a:gd name="connsiteX83" fmla="*/ 7467600 w 7472601"/>
              <a:gd name="connsiteY83" fmla="*/ 6334256 h 6858000"/>
              <a:gd name="connsiteX84" fmla="*/ 7454976 w 7472601"/>
              <a:gd name="connsiteY84" fmla="*/ 6318297 h 6858000"/>
              <a:gd name="connsiteX85" fmla="*/ 1456157 w 7472601"/>
              <a:gd name="connsiteY85" fmla="*/ 5371404 h 6858000"/>
              <a:gd name="connsiteX86" fmla="*/ 1244432 w 7472601"/>
              <a:gd name="connsiteY86" fmla="*/ 5385601 h 6858000"/>
              <a:gd name="connsiteX87" fmla="*/ 973990 w 7472601"/>
              <a:gd name="connsiteY87" fmla="*/ 5424940 h 6858000"/>
              <a:gd name="connsiteX88" fmla="*/ 1103809 w 7472601"/>
              <a:gd name="connsiteY88" fmla="*/ 5433720 h 6858000"/>
              <a:gd name="connsiteX89" fmla="*/ 1123454 w 7472601"/>
              <a:gd name="connsiteY89" fmla="*/ 5435727 h 6858000"/>
              <a:gd name="connsiteX90" fmla="*/ 1737017 w 7472601"/>
              <a:gd name="connsiteY90" fmla="*/ 5452183 h 6858000"/>
              <a:gd name="connsiteX91" fmla="*/ 1824397 w 7472601"/>
              <a:gd name="connsiteY91" fmla="*/ 5447757 h 6858000"/>
              <a:gd name="connsiteX92" fmla="*/ 2070059 w 7472601"/>
              <a:gd name="connsiteY92" fmla="*/ 5441660 h 6858000"/>
              <a:gd name="connsiteX93" fmla="*/ 1456157 w 7472601"/>
              <a:gd name="connsiteY93" fmla="*/ 5371404 h 6858000"/>
              <a:gd name="connsiteX94" fmla="*/ 4988186 w 7472601"/>
              <a:gd name="connsiteY94" fmla="*/ 5216467 h 6858000"/>
              <a:gd name="connsiteX95" fmla="*/ 4777334 w 7472601"/>
              <a:gd name="connsiteY95" fmla="*/ 5406072 h 6858000"/>
              <a:gd name="connsiteX96" fmla="*/ 4718341 w 7472601"/>
              <a:gd name="connsiteY96" fmla="*/ 5468043 h 6858000"/>
              <a:gd name="connsiteX97" fmla="*/ 4604655 w 7472601"/>
              <a:gd name="connsiteY97" fmla="*/ 5583434 h 6858000"/>
              <a:gd name="connsiteX98" fmla="*/ 4565074 w 7472601"/>
              <a:gd name="connsiteY98" fmla="*/ 5618550 h 6858000"/>
              <a:gd name="connsiteX99" fmla="*/ 4988186 w 7472601"/>
              <a:gd name="connsiteY99" fmla="*/ 5216467 h 6858000"/>
              <a:gd name="connsiteX100" fmla="*/ 4978032 w 7472601"/>
              <a:gd name="connsiteY100" fmla="*/ 5183809 h 6858000"/>
              <a:gd name="connsiteX101" fmla="*/ 4463413 w 7472601"/>
              <a:gd name="connsiteY101" fmla="*/ 5615162 h 6858000"/>
              <a:gd name="connsiteX102" fmla="*/ 4358134 w 7472601"/>
              <a:gd name="connsiteY102" fmla="*/ 5742791 h 6858000"/>
              <a:gd name="connsiteX103" fmla="*/ 4376219 w 7472601"/>
              <a:gd name="connsiteY103" fmla="*/ 5729027 h 6858000"/>
              <a:gd name="connsiteX104" fmla="*/ 4582340 w 7472601"/>
              <a:gd name="connsiteY104" fmla="*/ 5561037 h 6858000"/>
              <a:gd name="connsiteX105" fmla="*/ 4694684 w 7472601"/>
              <a:gd name="connsiteY105" fmla="*/ 5447098 h 6858000"/>
              <a:gd name="connsiteX106" fmla="*/ 4754123 w 7472601"/>
              <a:gd name="connsiteY106" fmla="*/ 5384643 h 6858000"/>
              <a:gd name="connsiteX107" fmla="*/ 4978032 w 7472601"/>
              <a:gd name="connsiteY107" fmla="*/ 5183809 h 6858000"/>
              <a:gd name="connsiteX108" fmla="*/ 1903353 w 7472601"/>
              <a:gd name="connsiteY108" fmla="*/ 5044827 h 6858000"/>
              <a:gd name="connsiteX109" fmla="*/ 1936931 w 7472601"/>
              <a:gd name="connsiteY109" fmla="*/ 5093954 h 6858000"/>
              <a:gd name="connsiteX110" fmla="*/ 2195868 w 7472601"/>
              <a:gd name="connsiteY110" fmla="*/ 5396574 h 6858000"/>
              <a:gd name="connsiteX111" fmla="*/ 2088852 w 7472601"/>
              <a:gd name="connsiteY111" fmla="*/ 5166123 h 6858000"/>
              <a:gd name="connsiteX112" fmla="*/ 1958241 w 7472601"/>
              <a:gd name="connsiteY112" fmla="*/ 5067955 h 6858000"/>
              <a:gd name="connsiteX113" fmla="*/ 1903353 w 7472601"/>
              <a:gd name="connsiteY113" fmla="*/ 5044827 h 6858000"/>
              <a:gd name="connsiteX114" fmla="*/ 1979378 w 7472601"/>
              <a:gd name="connsiteY114" fmla="*/ 4769504 h 6858000"/>
              <a:gd name="connsiteX115" fmla="*/ 2882120 w 7472601"/>
              <a:gd name="connsiteY115" fmla="*/ 5064547 h 6858000"/>
              <a:gd name="connsiteX116" fmla="*/ 2793103 w 7472601"/>
              <a:gd name="connsiteY116" fmla="*/ 5039699 h 6858000"/>
              <a:gd name="connsiteX117" fmla="*/ 2770041 w 7472601"/>
              <a:gd name="connsiteY117" fmla="*/ 5033634 h 6858000"/>
              <a:gd name="connsiteX118" fmla="*/ 1979378 w 7472601"/>
              <a:gd name="connsiteY118" fmla="*/ 4769504 h 6858000"/>
              <a:gd name="connsiteX119" fmla="*/ 1927410 w 7472601"/>
              <a:gd name="connsiteY119" fmla="*/ 4716164 h 6858000"/>
              <a:gd name="connsiteX120" fmla="*/ 1959587 w 7472601"/>
              <a:gd name="connsiteY120" fmla="*/ 4728849 h 6858000"/>
              <a:gd name="connsiteX121" fmla="*/ 2777707 w 7472601"/>
              <a:gd name="connsiteY121" fmla="*/ 5003991 h 6858000"/>
              <a:gd name="connsiteX122" fmla="*/ 2800768 w 7472601"/>
              <a:gd name="connsiteY122" fmla="*/ 5010056 h 6858000"/>
              <a:gd name="connsiteX123" fmla="*/ 2879408 w 7472601"/>
              <a:gd name="connsiteY123" fmla="*/ 5031590 h 6858000"/>
              <a:gd name="connsiteX124" fmla="*/ 2862295 w 7472601"/>
              <a:gd name="connsiteY124" fmla="*/ 5022958 h 6858000"/>
              <a:gd name="connsiteX125" fmla="*/ 2813343 w 7472601"/>
              <a:gd name="connsiteY125" fmla="*/ 4998369 h 6858000"/>
              <a:gd name="connsiteX126" fmla="*/ 2646245 w 7472601"/>
              <a:gd name="connsiteY126" fmla="*/ 4930999 h 6858000"/>
              <a:gd name="connsiteX127" fmla="*/ 1999243 w 7472601"/>
              <a:gd name="connsiteY127" fmla="*/ 4730524 h 6858000"/>
              <a:gd name="connsiteX128" fmla="*/ 1979527 w 7472601"/>
              <a:gd name="connsiteY128" fmla="*/ 4726651 h 6858000"/>
              <a:gd name="connsiteX129" fmla="*/ 1927410 w 7472601"/>
              <a:gd name="connsiteY129" fmla="*/ 4716164 h 6858000"/>
              <a:gd name="connsiteX130" fmla="*/ 1997014 w 7472601"/>
              <a:gd name="connsiteY130" fmla="*/ 4698007 h 6858000"/>
              <a:gd name="connsiteX131" fmla="*/ 2005458 w 7472601"/>
              <a:gd name="connsiteY131" fmla="*/ 4699540 h 6858000"/>
              <a:gd name="connsiteX132" fmla="*/ 2657186 w 7472601"/>
              <a:gd name="connsiteY132" fmla="*/ 4901687 h 6858000"/>
              <a:gd name="connsiteX133" fmla="*/ 2826662 w 7472601"/>
              <a:gd name="connsiteY133" fmla="*/ 4970362 h 6858000"/>
              <a:gd name="connsiteX134" fmla="*/ 2876100 w 7472601"/>
              <a:gd name="connsiteY134" fmla="*/ 4995397 h 6858000"/>
              <a:gd name="connsiteX135" fmla="*/ 3042600 w 7472601"/>
              <a:gd name="connsiteY135" fmla="*/ 5059532 h 6858000"/>
              <a:gd name="connsiteX136" fmla="*/ 1997014 w 7472601"/>
              <a:gd name="connsiteY136" fmla="*/ 4698007 h 6858000"/>
              <a:gd name="connsiteX137" fmla="*/ 2305292 w 7472601"/>
              <a:gd name="connsiteY137" fmla="*/ 4219492 h 6858000"/>
              <a:gd name="connsiteX138" fmla="*/ 3360922 w 7472601"/>
              <a:gd name="connsiteY138" fmla="*/ 4529373 h 6858000"/>
              <a:gd name="connsiteX139" fmla="*/ 3492420 w 7472601"/>
              <a:gd name="connsiteY139" fmla="*/ 4510145 h 6858000"/>
              <a:gd name="connsiteX140" fmla="*/ 3364086 w 7472601"/>
              <a:gd name="connsiteY140" fmla="*/ 4480340 h 6858000"/>
              <a:gd name="connsiteX141" fmla="*/ 3225818 w 7472601"/>
              <a:gd name="connsiteY141" fmla="*/ 4411822 h 6858000"/>
              <a:gd name="connsiteX142" fmla="*/ 3129696 w 7472601"/>
              <a:gd name="connsiteY142" fmla="*/ 4360704 h 6858000"/>
              <a:gd name="connsiteX143" fmla="*/ 2814545 w 7472601"/>
              <a:gd name="connsiteY143" fmla="*/ 4282955 h 6858000"/>
              <a:gd name="connsiteX144" fmla="*/ 2305292 w 7472601"/>
              <a:gd name="connsiteY144" fmla="*/ 4219492 h 6858000"/>
              <a:gd name="connsiteX145" fmla="*/ 2626982 w 7472601"/>
              <a:gd name="connsiteY145" fmla="*/ 4206450 h 6858000"/>
              <a:gd name="connsiteX146" fmla="*/ 2490617 w 7472601"/>
              <a:gd name="connsiteY146" fmla="*/ 4206951 h 6858000"/>
              <a:gd name="connsiteX147" fmla="*/ 2819869 w 7472601"/>
              <a:gd name="connsiteY147" fmla="*/ 4252936 h 6858000"/>
              <a:gd name="connsiteX148" fmla="*/ 3143018 w 7472601"/>
              <a:gd name="connsiteY148" fmla="*/ 4332698 h 6858000"/>
              <a:gd name="connsiteX149" fmla="*/ 3241520 w 7472601"/>
              <a:gd name="connsiteY149" fmla="*/ 4385112 h 6858000"/>
              <a:gd name="connsiteX150" fmla="*/ 3374575 w 7472601"/>
              <a:gd name="connsiteY150" fmla="*/ 4451517 h 6858000"/>
              <a:gd name="connsiteX151" fmla="*/ 3505221 w 7472601"/>
              <a:gd name="connsiteY151" fmla="*/ 4480757 h 6858000"/>
              <a:gd name="connsiteX152" fmla="*/ 2626982 w 7472601"/>
              <a:gd name="connsiteY152" fmla="*/ 4206450 h 6858000"/>
              <a:gd name="connsiteX153" fmla="*/ 1310106 w 7472601"/>
              <a:gd name="connsiteY153" fmla="*/ 3943217 h 6858000"/>
              <a:gd name="connsiteX154" fmla="*/ 854994 w 7472601"/>
              <a:gd name="connsiteY154" fmla="*/ 4399136 h 6858000"/>
              <a:gd name="connsiteX155" fmla="*/ 742462 w 7472601"/>
              <a:gd name="connsiteY155" fmla="*/ 4594648 h 6858000"/>
              <a:gd name="connsiteX156" fmla="*/ 820602 w 7472601"/>
              <a:gd name="connsiteY156" fmla="*/ 4485915 h 6858000"/>
              <a:gd name="connsiteX157" fmla="*/ 878295 w 7472601"/>
              <a:gd name="connsiteY157" fmla="*/ 4403594 h 6858000"/>
              <a:gd name="connsiteX158" fmla="*/ 1240607 w 7472601"/>
              <a:gd name="connsiteY158" fmla="*/ 4010401 h 6858000"/>
              <a:gd name="connsiteX159" fmla="*/ 1310106 w 7472601"/>
              <a:gd name="connsiteY159" fmla="*/ 3943217 h 6858000"/>
              <a:gd name="connsiteX160" fmla="*/ 1423113 w 7472601"/>
              <a:gd name="connsiteY160" fmla="*/ 3874565 h 6858000"/>
              <a:gd name="connsiteX161" fmla="*/ 1260565 w 7472601"/>
              <a:gd name="connsiteY161" fmla="*/ 4031982 h 6858000"/>
              <a:gd name="connsiteX162" fmla="*/ 901900 w 7472601"/>
              <a:gd name="connsiteY162" fmla="*/ 4421236 h 6858000"/>
              <a:gd name="connsiteX163" fmla="*/ 845044 w 7472601"/>
              <a:gd name="connsiteY163" fmla="*/ 4502436 h 6858000"/>
              <a:gd name="connsiteX164" fmla="*/ 685926 w 7472601"/>
              <a:gd name="connsiteY164" fmla="*/ 4703069 h 6858000"/>
              <a:gd name="connsiteX165" fmla="*/ 684248 w 7472601"/>
              <a:gd name="connsiteY165" fmla="*/ 4706721 h 6858000"/>
              <a:gd name="connsiteX166" fmla="*/ 1423113 w 7472601"/>
              <a:gd name="connsiteY166" fmla="*/ 3874565 h 6858000"/>
              <a:gd name="connsiteX167" fmla="*/ 3316479 w 7472601"/>
              <a:gd name="connsiteY167" fmla="*/ 3872136 h 6858000"/>
              <a:gd name="connsiteX168" fmla="*/ 3546806 w 7472601"/>
              <a:gd name="connsiteY168" fmla="*/ 4356139 h 6858000"/>
              <a:gd name="connsiteX169" fmla="*/ 3364433 w 7472601"/>
              <a:gd name="connsiteY169" fmla="*/ 3953121 h 6858000"/>
              <a:gd name="connsiteX170" fmla="*/ 3316479 w 7472601"/>
              <a:gd name="connsiteY170" fmla="*/ 3872136 h 6858000"/>
              <a:gd name="connsiteX171" fmla="*/ 3291335 w 7472601"/>
              <a:gd name="connsiteY171" fmla="*/ 3767420 h 6858000"/>
              <a:gd name="connsiteX172" fmla="*/ 3390805 w 7472601"/>
              <a:gd name="connsiteY172" fmla="*/ 3937163 h 6858000"/>
              <a:gd name="connsiteX173" fmla="*/ 3579062 w 7472601"/>
              <a:gd name="connsiteY173" fmla="*/ 4359040 h 6858000"/>
              <a:gd name="connsiteX174" fmla="*/ 3467355 w 7472601"/>
              <a:gd name="connsiteY174" fmla="*/ 3988130 h 6858000"/>
              <a:gd name="connsiteX175" fmla="*/ 3310753 w 7472601"/>
              <a:gd name="connsiteY175" fmla="*/ 3787140 h 6858000"/>
              <a:gd name="connsiteX176" fmla="*/ 3291335 w 7472601"/>
              <a:gd name="connsiteY176" fmla="*/ 3767420 h 6858000"/>
              <a:gd name="connsiteX177" fmla="*/ 1635889 w 7472601"/>
              <a:gd name="connsiteY177" fmla="*/ 3709494 h 6858000"/>
              <a:gd name="connsiteX178" fmla="*/ 1634800 w 7472601"/>
              <a:gd name="connsiteY178" fmla="*/ 3731111 h 6858000"/>
              <a:gd name="connsiteX179" fmla="*/ 1635889 w 7472601"/>
              <a:gd name="connsiteY179" fmla="*/ 3709494 h 6858000"/>
              <a:gd name="connsiteX180" fmla="*/ 1510397 w 7472601"/>
              <a:gd name="connsiteY180" fmla="*/ 3684705 h 6858000"/>
              <a:gd name="connsiteX181" fmla="*/ 1146550 w 7472601"/>
              <a:gd name="connsiteY181" fmla="*/ 3802012 h 6858000"/>
              <a:gd name="connsiteX182" fmla="*/ 698834 w 7472601"/>
              <a:gd name="connsiteY182" fmla="*/ 3952272 h 6858000"/>
              <a:gd name="connsiteX183" fmla="*/ 34256 w 7472601"/>
              <a:gd name="connsiteY183" fmla="*/ 4347603 h 6858000"/>
              <a:gd name="connsiteX184" fmla="*/ 527241 w 7472601"/>
              <a:gd name="connsiteY184" fmla="*/ 4065078 h 6858000"/>
              <a:gd name="connsiteX185" fmla="*/ 1510397 w 7472601"/>
              <a:gd name="connsiteY185" fmla="*/ 3684705 h 6858000"/>
              <a:gd name="connsiteX186" fmla="*/ 1313114 w 7472601"/>
              <a:gd name="connsiteY186" fmla="*/ 3655216 h 6858000"/>
              <a:gd name="connsiteX187" fmla="*/ 1109304 w 7472601"/>
              <a:gd name="connsiteY187" fmla="*/ 3669030 h 6858000"/>
              <a:gd name="connsiteX188" fmla="*/ 8129 w 7472601"/>
              <a:gd name="connsiteY188" fmla="*/ 4330519 h 6858000"/>
              <a:gd name="connsiteX189" fmla="*/ 687572 w 7472601"/>
              <a:gd name="connsiteY189" fmla="*/ 3925629 h 6858000"/>
              <a:gd name="connsiteX190" fmla="*/ 1138365 w 7472601"/>
              <a:gd name="connsiteY190" fmla="*/ 3774515 h 6858000"/>
              <a:gd name="connsiteX191" fmla="*/ 1505579 w 7472601"/>
              <a:gd name="connsiteY191" fmla="*/ 3655526 h 6858000"/>
              <a:gd name="connsiteX192" fmla="*/ 1313114 w 7472601"/>
              <a:gd name="connsiteY192" fmla="*/ 3655216 h 6858000"/>
              <a:gd name="connsiteX193" fmla="*/ 3655073 w 7472601"/>
              <a:gd name="connsiteY193" fmla="*/ 3650884 h 6858000"/>
              <a:gd name="connsiteX194" fmla="*/ 3989938 w 7472601"/>
              <a:gd name="connsiteY194" fmla="*/ 3991685 h 6858000"/>
              <a:gd name="connsiteX195" fmla="*/ 4393907 w 7472601"/>
              <a:gd name="connsiteY195" fmla="*/ 4261258 h 6858000"/>
              <a:gd name="connsiteX196" fmla="*/ 4648051 w 7472601"/>
              <a:gd name="connsiteY196" fmla="*/ 4374051 h 6858000"/>
              <a:gd name="connsiteX197" fmla="*/ 4383389 w 7472601"/>
              <a:gd name="connsiteY197" fmla="*/ 4184369 h 6858000"/>
              <a:gd name="connsiteX198" fmla="*/ 4165508 w 7472601"/>
              <a:gd name="connsiteY198" fmla="*/ 4035196 h 6858000"/>
              <a:gd name="connsiteX199" fmla="*/ 4068162 w 7472601"/>
              <a:gd name="connsiteY199" fmla="*/ 3953394 h 6858000"/>
              <a:gd name="connsiteX200" fmla="*/ 3981416 w 7472601"/>
              <a:gd name="connsiteY200" fmla="*/ 3880482 h 6858000"/>
              <a:gd name="connsiteX201" fmla="*/ 3800147 w 7472601"/>
              <a:gd name="connsiteY201" fmla="*/ 3749872 h 6858000"/>
              <a:gd name="connsiteX202" fmla="*/ 3655073 w 7472601"/>
              <a:gd name="connsiteY202" fmla="*/ 3650884 h 6858000"/>
              <a:gd name="connsiteX203" fmla="*/ 3670252 w 7472601"/>
              <a:gd name="connsiteY203" fmla="*/ 3622798 h 6858000"/>
              <a:gd name="connsiteX204" fmla="*/ 3817258 w 7472601"/>
              <a:gd name="connsiteY204" fmla="*/ 3723577 h 6858000"/>
              <a:gd name="connsiteX205" fmla="*/ 4000461 w 7472601"/>
              <a:gd name="connsiteY205" fmla="*/ 3855966 h 6858000"/>
              <a:gd name="connsiteX206" fmla="*/ 4088180 w 7472601"/>
              <a:gd name="connsiteY206" fmla="*/ 3929774 h 6858000"/>
              <a:gd name="connsiteX207" fmla="*/ 4184555 w 7472601"/>
              <a:gd name="connsiteY207" fmla="*/ 4010683 h 6858000"/>
              <a:gd name="connsiteX208" fmla="*/ 4399563 w 7472601"/>
              <a:gd name="connsiteY208" fmla="*/ 4158106 h 6858000"/>
              <a:gd name="connsiteX209" fmla="*/ 4684469 w 7472601"/>
              <a:gd name="connsiteY209" fmla="*/ 4364680 h 6858000"/>
              <a:gd name="connsiteX210" fmla="*/ 4690271 w 7472601"/>
              <a:gd name="connsiteY210" fmla="*/ 4370034 h 6858000"/>
              <a:gd name="connsiteX211" fmla="*/ 4136093 w 7472601"/>
              <a:gd name="connsiteY211" fmla="*/ 3858466 h 6858000"/>
              <a:gd name="connsiteX212" fmla="*/ 3670252 w 7472601"/>
              <a:gd name="connsiteY212" fmla="*/ 3622798 h 6858000"/>
              <a:gd name="connsiteX213" fmla="*/ 4440129 w 7472601"/>
              <a:gd name="connsiteY213" fmla="*/ 3448571 h 6858000"/>
              <a:gd name="connsiteX214" fmla="*/ 4856525 w 7472601"/>
              <a:gd name="connsiteY214" fmla="*/ 3915351 h 6858000"/>
              <a:gd name="connsiteX215" fmla="*/ 5059055 w 7472601"/>
              <a:gd name="connsiteY215" fmla="*/ 4108918 h 6858000"/>
              <a:gd name="connsiteX216" fmla="*/ 5290070 w 7472601"/>
              <a:gd name="connsiteY216" fmla="*/ 4263619 h 6858000"/>
              <a:gd name="connsiteX217" fmla="*/ 4834991 w 7472601"/>
              <a:gd name="connsiteY217" fmla="*/ 3830985 h 6858000"/>
              <a:gd name="connsiteX218" fmla="*/ 4440129 w 7472601"/>
              <a:gd name="connsiteY218" fmla="*/ 3448571 h 6858000"/>
              <a:gd name="connsiteX219" fmla="*/ 4441737 w 7472601"/>
              <a:gd name="connsiteY219" fmla="*/ 3399734 h 6858000"/>
              <a:gd name="connsiteX220" fmla="*/ 4431236 w 7472601"/>
              <a:gd name="connsiteY220" fmla="*/ 3400954 h 6858000"/>
              <a:gd name="connsiteX221" fmla="*/ 4557150 w 7472601"/>
              <a:gd name="connsiteY221" fmla="*/ 3510023 h 6858000"/>
              <a:gd name="connsiteX222" fmla="*/ 4856936 w 7472601"/>
              <a:gd name="connsiteY222" fmla="*/ 3809146 h 6858000"/>
              <a:gd name="connsiteX223" fmla="*/ 5111996 w 7472601"/>
              <a:gd name="connsiteY223" fmla="*/ 4065759 h 6858000"/>
              <a:gd name="connsiteX224" fmla="*/ 5388878 w 7472601"/>
              <a:gd name="connsiteY224" fmla="*/ 4300185 h 6858000"/>
              <a:gd name="connsiteX225" fmla="*/ 5425556 w 7472601"/>
              <a:gd name="connsiteY225" fmla="*/ 4308967 h 6858000"/>
              <a:gd name="connsiteX226" fmla="*/ 4943646 w 7472601"/>
              <a:gd name="connsiteY226" fmla="*/ 3822916 h 6858000"/>
              <a:gd name="connsiteX227" fmla="*/ 4594837 w 7472601"/>
              <a:gd name="connsiteY227" fmla="*/ 3532274 h 6858000"/>
              <a:gd name="connsiteX228" fmla="*/ 4441737 w 7472601"/>
              <a:gd name="connsiteY228" fmla="*/ 3399734 h 6858000"/>
              <a:gd name="connsiteX229" fmla="*/ 5425834 w 7472601"/>
              <a:gd name="connsiteY229" fmla="*/ 3162785 h 6858000"/>
              <a:gd name="connsiteX230" fmla="*/ 5401644 w 7472601"/>
              <a:gd name="connsiteY230" fmla="*/ 3617847 h 6858000"/>
              <a:gd name="connsiteX231" fmla="*/ 5467256 w 7472601"/>
              <a:gd name="connsiteY231" fmla="*/ 4175494 h 6858000"/>
              <a:gd name="connsiteX232" fmla="*/ 5448069 w 7472601"/>
              <a:gd name="connsiteY232" fmla="*/ 3567554 h 6858000"/>
              <a:gd name="connsiteX233" fmla="*/ 5425834 w 7472601"/>
              <a:gd name="connsiteY233" fmla="*/ 3162785 h 6858000"/>
              <a:gd name="connsiteX234" fmla="*/ 1318687 w 7472601"/>
              <a:gd name="connsiteY234" fmla="*/ 3113840 h 6858000"/>
              <a:gd name="connsiteX235" fmla="*/ 1066793 w 7472601"/>
              <a:gd name="connsiteY235" fmla="*/ 3212171 h 6858000"/>
              <a:gd name="connsiteX236" fmla="*/ 993319 w 7472601"/>
              <a:gd name="connsiteY236" fmla="*/ 3247648 h 6858000"/>
              <a:gd name="connsiteX237" fmla="*/ 853081 w 7472601"/>
              <a:gd name="connsiteY237" fmla="*/ 3312410 h 6858000"/>
              <a:gd name="connsiteX238" fmla="*/ 805957 w 7472601"/>
              <a:gd name="connsiteY238" fmla="*/ 3330443 h 6858000"/>
              <a:gd name="connsiteX239" fmla="*/ 1318687 w 7472601"/>
              <a:gd name="connsiteY239" fmla="*/ 3113840 h 6858000"/>
              <a:gd name="connsiteX240" fmla="*/ 5453702 w 7472601"/>
              <a:gd name="connsiteY240" fmla="*/ 3090882 h 6858000"/>
              <a:gd name="connsiteX241" fmla="*/ 5480135 w 7472601"/>
              <a:gd name="connsiteY241" fmla="*/ 3565802 h 6858000"/>
              <a:gd name="connsiteX242" fmla="*/ 5499023 w 7472601"/>
              <a:gd name="connsiteY242" fmla="*/ 4166310 h 6858000"/>
              <a:gd name="connsiteX243" fmla="*/ 5547022 w 7472601"/>
              <a:gd name="connsiteY243" fmla="*/ 3607838 h 6858000"/>
              <a:gd name="connsiteX244" fmla="*/ 5515964 w 7472601"/>
              <a:gd name="connsiteY244" fmla="*/ 3378541 h 6858000"/>
              <a:gd name="connsiteX245" fmla="*/ 5453702 w 7472601"/>
              <a:gd name="connsiteY245" fmla="*/ 3090882 h 6858000"/>
              <a:gd name="connsiteX246" fmla="*/ 1238695 w 7472601"/>
              <a:gd name="connsiteY246" fmla="*/ 3076820 h 6858000"/>
              <a:gd name="connsiteX247" fmla="*/ 716371 w 7472601"/>
              <a:gd name="connsiteY247" fmla="*/ 3293249 h 6858000"/>
              <a:gd name="connsiteX248" fmla="*/ 579522 w 7472601"/>
              <a:gd name="connsiteY248" fmla="*/ 3371759 h 6858000"/>
              <a:gd name="connsiteX249" fmla="*/ 600288 w 7472601"/>
              <a:gd name="connsiteY249" fmla="*/ 3365555 h 6858000"/>
              <a:gd name="connsiteX250" fmla="*/ 840692 w 7472601"/>
              <a:gd name="connsiteY250" fmla="*/ 3284921 h 6858000"/>
              <a:gd name="connsiteX251" fmla="*/ 979248 w 7472601"/>
              <a:gd name="connsiteY251" fmla="*/ 3221003 h 6858000"/>
              <a:gd name="connsiteX252" fmla="*/ 1053282 w 7472601"/>
              <a:gd name="connsiteY252" fmla="*/ 3185247 h 6858000"/>
              <a:gd name="connsiteX253" fmla="*/ 1320603 w 7472601"/>
              <a:gd name="connsiteY253" fmla="*/ 3081281 h 6858000"/>
              <a:gd name="connsiteX254" fmla="*/ 1238695 w 7472601"/>
              <a:gd name="connsiteY254" fmla="*/ 3076820 h 6858000"/>
              <a:gd name="connsiteX255" fmla="*/ 5425627 w 7472601"/>
              <a:gd name="connsiteY255" fmla="*/ 2954192 h 6858000"/>
              <a:gd name="connsiteX256" fmla="*/ 5470770 w 7472601"/>
              <a:gd name="connsiteY256" fmla="*/ 3005435 h 6858000"/>
              <a:gd name="connsiteX257" fmla="*/ 5519779 w 7472601"/>
              <a:gd name="connsiteY257" fmla="*/ 4359223 h 6858000"/>
              <a:gd name="connsiteX258" fmla="*/ 5520293 w 7472601"/>
              <a:gd name="connsiteY258" fmla="*/ 4360602 h 6858000"/>
              <a:gd name="connsiteX259" fmla="*/ 5767221 w 7472601"/>
              <a:gd name="connsiteY259" fmla="*/ 4665564 h 6858000"/>
              <a:gd name="connsiteX260" fmla="*/ 6937169 w 7472601"/>
              <a:gd name="connsiteY260" fmla="*/ 4815941 h 6858000"/>
              <a:gd name="connsiteX261" fmla="*/ 6953922 w 7472601"/>
              <a:gd name="connsiteY261" fmla="*/ 4890068 h 6858000"/>
              <a:gd name="connsiteX262" fmla="*/ 6071359 w 7472601"/>
              <a:gd name="connsiteY262" fmla="*/ 4770770 h 6858000"/>
              <a:gd name="connsiteX263" fmla="*/ 6038839 w 7472601"/>
              <a:gd name="connsiteY263" fmla="*/ 4764474 h 6858000"/>
              <a:gd name="connsiteX264" fmla="*/ 6038706 w 7472601"/>
              <a:gd name="connsiteY264" fmla="*/ 4763847 h 6858000"/>
              <a:gd name="connsiteX265" fmla="*/ 6037784 w 7472601"/>
              <a:gd name="connsiteY265" fmla="*/ 4764270 h 6858000"/>
              <a:gd name="connsiteX266" fmla="*/ 6038839 w 7472601"/>
              <a:gd name="connsiteY266" fmla="*/ 4764474 h 6858000"/>
              <a:gd name="connsiteX267" fmla="*/ 6040338 w 7472601"/>
              <a:gd name="connsiteY267" fmla="*/ 4771418 h 6858000"/>
              <a:gd name="connsiteX268" fmla="*/ 6024488 w 7472601"/>
              <a:gd name="connsiteY268" fmla="*/ 4809903 h 6858000"/>
              <a:gd name="connsiteX269" fmla="*/ 5599771 w 7472601"/>
              <a:gd name="connsiteY269" fmla="*/ 5509652 h 6858000"/>
              <a:gd name="connsiteX270" fmla="*/ 5548843 w 7472601"/>
              <a:gd name="connsiteY270" fmla="*/ 5563845 h 6858000"/>
              <a:gd name="connsiteX271" fmla="*/ 5940952 w 7472601"/>
              <a:gd name="connsiteY271" fmla="*/ 6250028 h 6858000"/>
              <a:gd name="connsiteX272" fmla="*/ 6043441 w 7472601"/>
              <a:gd name="connsiteY272" fmla="*/ 6665847 h 6858000"/>
              <a:gd name="connsiteX273" fmla="*/ 6093432 w 7472601"/>
              <a:gd name="connsiteY273" fmla="*/ 6858000 h 6858000"/>
              <a:gd name="connsiteX274" fmla="*/ 6034344 w 7472601"/>
              <a:gd name="connsiteY274" fmla="*/ 6858000 h 6858000"/>
              <a:gd name="connsiteX275" fmla="*/ 6026679 w 7472601"/>
              <a:gd name="connsiteY275" fmla="*/ 6836959 h 6858000"/>
              <a:gd name="connsiteX276" fmla="*/ 5800441 w 7472601"/>
              <a:gd name="connsiteY276" fmla="*/ 6335286 h 6858000"/>
              <a:gd name="connsiteX277" fmla="*/ 5526562 w 7472601"/>
              <a:gd name="connsiteY277" fmla="*/ 5705388 h 6858000"/>
              <a:gd name="connsiteX278" fmla="*/ 5519640 w 7472601"/>
              <a:gd name="connsiteY278" fmla="*/ 5683774 h 6858000"/>
              <a:gd name="connsiteX279" fmla="*/ 5844559 w 7472601"/>
              <a:gd name="connsiteY279" fmla="*/ 6553349 h 6858000"/>
              <a:gd name="connsiteX280" fmla="*/ 5975994 w 7472601"/>
              <a:gd name="connsiteY280" fmla="*/ 6858000 h 6858000"/>
              <a:gd name="connsiteX281" fmla="*/ 5898547 w 7472601"/>
              <a:gd name="connsiteY281" fmla="*/ 6858000 h 6858000"/>
              <a:gd name="connsiteX282" fmla="*/ 5682041 w 7472601"/>
              <a:gd name="connsiteY282" fmla="*/ 6355860 h 6858000"/>
              <a:gd name="connsiteX283" fmla="*/ 5461758 w 7472601"/>
              <a:gd name="connsiteY283" fmla="*/ 5820220 h 6858000"/>
              <a:gd name="connsiteX284" fmla="*/ 5237282 w 7472601"/>
              <a:gd name="connsiteY284" fmla="*/ 6579086 h 6858000"/>
              <a:gd name="connsiteX285" fmla="*/ 5115009 w 7472601"/>
              <a:gd name="connsiteY285" fmla="*/ 6858000 h 6858000"/>
              <a:gd name="connsiteX286" fmla="*/ 5028074 w 7472601"/>
              <a:gd name="connsiteY286" fmla="*/ 6858000 h 6858000"/>
              <a:gd name="connsiteX287" fmla="*/ 5079508 w 7472601"/>
              <a:gd name="connsiteY287" fmla="*/ 6749074 h 6858000"/>
              <a:gd name="connsiteX288" fmla="*/ 5371846 w 7472601"/>
              <a:gd name="connsiteY288" fmla="*/ 5924413 h 6858000"/>
              <a:gd name="connsiteX289" fmla="*/ 5270512 w 7472601"/>
              <a:gd name="connsiteY289" fmla="*/ 6138975 h 6858000"/>
              <a:gd name="connsiteX290" fmla="*/ 5062409 w 7472601"/>
              <a:gd name="connsiteY290" fmla="*/ 6653544 h 6858000"/>
              <a:gd name="connsiteX291" fmla="*/ 5036628 w 7472601"/>
              <a:gd name="connsiteY291" fmla="*/ 6754247 h 6858000"/>
              <a:gd name="connsiteX292" fmla="*/ 5009112 w 7472601"/>
              <a:gd name="connsiteY292" fmla="*/ 6858000 h 6858000"/>
              <a:gd name="connsiteX293" fmla="*/ 4976679 w 7472601"/>
              <a:gd name="connsiteY293" fmla="*/ 6858000 h 6858000"/>
              <a:gd name="connsiteX294" fmla="*/ 5006537 w 7472601"/>
              <a:gd name="connsiteY294" fmla="*/ 6747068 h 6858000"/>
              <a:gd name="connsiteX295" fmla="*/ 5032723 w 7472601"/>
              <a:gd name="connsiteY295" fmla="*/ 6644957 h 6858000"/>
              <a:gd name="connsiteX296" fmla="*/ 5242949 w 7472601"/>
              <a:gd name="connsiteY296" fmla="*/ 6125175 h 6858000"/>
              <a:gd name="connsiteX297" fmla="*/ 5286321 w 7472601"/>
              <a:gd name="connsiteY297" fmla="*/ 6033555 h 6858000"/>
              <a:gd name="connsiteX298" fmla="*/ 5008210 w 7472601"/>
              <a:gd name="connsiteY298" fmla="*/ 6649194 h 6858000"/>
              <a:gd name="connsiteX299" fmla="*/ 4986321 w 7472601"/>
              <a:gd name="connsiteY299" fmla="*/ 6765687 h 6858000"/>
              <a:gd name="connsiteX300" fmla="*/ 4973474 w 7472601"/>
              <a:gd name="connsiteY300" fmla="*/ 6858000 h 6858000"/>
              <a:gd name="connsiteX301" fmla="*/ 4907178 w 7472601"/>
              <a:gd name="connsiteY301" fmla="*/ 6858000 h 6858000"/>
              <a:gd name="connsiteX302" fmla="*/ 4910810 w 7472601"/>
              <a:gd name="connsiteY302" fmla="*/ 6829660 h 6858000"/>
              <a:gd name="connsiteX303" fmla="*/ 4987461 w 7472601"/>
              <a:gd name="connsiteY303" fmla="*/ 6432994 h 6858000"/>
              <a:gd name="connsiteX304" fmla="*/ 5179262 w 7472601"/>
              <a:gd name="connsiteY304" fmla="*/ 6035044 h 6858000"/>
              <a:gd name="connsiteX305" fmla="*/ 4689678 w 7472601"/>
              <a:gd name="connsiteY305" fmla="*/ 6440241 h 6858000"/>
              <a:gd name="connsiteX306" fmla="*/ 4477543 w 7472601"/>
              <a:gd name="connsiteY306" fmla="*/ 6674836 h 6858000"/>
              <a:gd name="connsiteX307" fmla="*/ 4329957 w 7472601"/>
              <a:gd name="connsiteY307" fmla="*/ 6858000 h 6858000"/>
              <a:gd name="connsiteX308" fmla="*/ 4218595 w 7472601"/>
              <a:gd name="connsiteY308" fmla="*/ 6858000 h 6858000"/>
              <a:gd name="connsiteX309" fmla="*/ 4368888 w 7472601"/>
              <a:gd name="connsiteY309" fmla="*/ 6668412 h 6858000"/>
              <a:gd name="connsiteX310" fmla="*/ 4563091 w 7472601"/>
              <a:gd name="connsiteY310" fmla="*/ 6442508 h 6858000"/>
              <a:gd name="connsiteX311" fmla="*/ 5387324 w 7472601"/>
              <a:gd name="connsiteY311" fmla="*/ 5705830 h 6858000"/>
              <a:gd name="connsiteX312" fmla="*/ 5073620 w 7472601"/>
              <a:gd name="connsiteY312" fmla="*/ 5955437 h 6858000"/>
              <a:gd name="connsiteX313" fmla="*/ 4689789 w 7472601"/>
              <a:gd name="connsiteY313" fmla="*/ 6268382 h 6858000"/>
              <a:gd name="connsiteX314" fmla="*/ 4418722 w 7472601"/>
              <a:gd name="connsiteY314" fmla="*/ 6570886 h 6858000"/>
              <a:gd name="connsiteX315" fmla="*/ 4214944 w 7472601"/>
              <a:gd name="connsiteY315" fmla="*/ 6858000 h 6858000"/>
              <a:gd name="connsiteX316" fmla="*/ 4177898 w 7472601"/>
              <a:gd name="connsiteY316" fmla="*/ 6858000 h 6858000"/>
              <a:gd name="connsiteX317" fmla="*/ 4391597 w 7472601"/>
              <a:gd name="connsiteY317" fmla="*/ 6556370 h 6858000"/>
              <a:gd name="connsiteX318" fmla="*/ 4668889 w 7472601"/>
              <a:gd name="connsiteY318" fmla="*/ 6246399 h 6858000"/>
              <a:gd name="connsiteX319" fmla="*/ 5055427 w 7472601"/>
              <a:gd name="connsiteY319" fmla="*/ 5931476 h 6858000"/>
              <a:gd name="connsiteX320" fmla="*/ 5371814 w 7472601"/>
              <a:gd name="connsiteY320" fmla="*/ 5678975 h 6858000"/>
              <a:gd name="connsiteX321" fmla="*/ 4987918 w 7472601"/>
              <a:gd name="connsiteY321" fmla="*/ 5838701 h 6858000"/>
              <a:gd name="connsiteX322" fmla="*/ 4317146 w 7472601"/>
              <a:gd name="connsiteY322" fmla="*/ 6587716 h 6858000"/>
              <a:gd name="connsiteX323" fmla="*/ 4171627 w 7472601"/>
              <a:gd name="connsiteY323" fmla="*/ 6858000 h 6858000"/>
              <a:gd name="connsiteX324" fmla="*/ 4081585 w 7472601"/>
              <a:gd name="connsiteY324" fmla="*/ 6858000 h 6858000"/>
              <a:gd name="connsiteX325" fmla="*/ 4238603 w 7472601"/>
              <a:gd name="connsiteY325" fmla="*/ 6559341 h 6858000"/>
              <a:gd name="connsiteX326" fmla="*/ 4778333 w 7472601"/>
              <a:gd name="connsiteY326" fmla="*/ 5873626 h 6858000"/>
              <a:gd name="connsiteX327" fmla="*/ 5414185 w 7472601"/>
              <a:gd name="connsiteY327" fmla="*/ 5573882 h 6858000"/>
              <a:gd name="connsiteX328" fmla="*/ 5959648 w 7472601"/>
              <a:gd name="connsiteY328" fmla="*/ 4760797 h 6858000"/>
              <a:gd name="connsiteX329" fmla="*/ 5355019 w 7472601"/>
              <a:gd name="connsiteY329" fmla="*/ 4734672 h 6858000"/>
              <a:gd name="connsiteX330" fmla="*/ 5083565 w 7472601"/>
              <a:gd name="connsiteY330" fmla="*/ 5179121 h 6858000"/>
              <a:gd name="connsiteX331" fmla="*/ 4713577 w 7472601"/>
              <a:gd name="connsiteY331" fmla="*/ 5616803 h 6858000"/>
              <a:gd name="connsiteX332" fmla="*/ 3989559 w 7472601"/>
              <a:gd name="connsiteY332" fmla="*/ 6145945 h 6858000"/>
              <a:gd name="connsiteX333" fmla="*/ 3939824 w 7472601"/>
              <a:gd name="connsiteY333" fmla="*/ 6066900 h 6858000"/>
              <a:gd name="connsiteX334" fmla="*/ 4584537 w 7472601"/>
              <a:gd name="connsiteY334" fmla="*/ 5324826 h 6858000"/>
              <a:gd name="connsiteX335" fmla="*/ 5037105 w 7472601"/>
              <a:gd name="connsiteY335" fmla="*/ 5088765 h 6858000"/>
              <a:gd name="connsiteX336" fmla="*/ 5039930 w 7472601"/>
              <a:gd name="connsiteY336" fmla="*/ 5089585 h 6858000"/>
              <a:gd name="connsiteX337" fmla="*/ 5263764 w 7472601"/>
              <a:gd name="connsiteY337" fmla="*/ 4735525 h 6858000"/>
              <a:gd name="connsiteX338" fmla="*/ 4086300 w 7472601"/>
              <a:gd name="connsiteY338" fmla="*/ 4884599 h 6858000"/>
              <a:gd name="connsiteX339" fmla="*/ 4085485 w 7472601"/>
              <a:gd name="connsiteY339" fmla="*/ 4899070 h 6858000"/>
              <a:gd name="connsiteX340" fmla="*/ 3871915 w 7472601"/>
              <a:gd name="connsiteY340" fmla="*/ 5253645 h 6858000"/>
              <a:gd name="connsiteX341" fmla="*/ 3799374 w 7472601"/>
              <a:gd name="connsiteY341" fmla="*/ 5466127 h 6858000"/>
              <a:gd name="connsiteX342" fmla="*/ 3498850 w 7472601"/>
              <a:gd name="connsiteY342" fmla="*/ 6661888 h 6858000"/>
              <a:gd name="connsiteX343" fmla="*/ 3399216 w 7472601"/>
              <a:gd name="connsiteY343" fmla="*/ 6858000 h 6858000"/>
              <a:gd name="connsiteX344" fmla="*/ 3303688 w 7472601"/>
              <a:gd name="connsiteY344" fmla="*/ 6858000 h 6858000"/>
              <a:gd name="connsiteX345" fmla="*/ 3391774 w 7472601"/>
              <a:gd name="connsiteY345" fmla="*/ 6697181 h 6858000"/>
              <a:gd name="connsiteX346" fmla="*/ 3735540 w 7472601"/>
              <a:gd name="connsiteY346" fmla="*/ 5546923 h 6858000"/>
              <a:gd name="connsiteX347" fmla="*/ 3729438 w 7472601"/>
              <a:gd name="connsiteY347" fmla="*/ 5569058 h 6858000"/>
              <a:gd name="connsiteX348" fmla="*/ 3707782 w 7472601"/>
              <a:gd name="connsiteY348" fmla="*/ 5644908 h 6858000"/>
              <a:gd name="connsiteX349" fmla="*/ 3583827 w 7472601"/>
              <a:gd name="connsiteY349" fmla="*/ 6039215 h 6858000"/>
              <a:gd name="connsiteX350" fmla="*/ 3547861 w 7472601"/>
              <a:gd name="connsiteY350" fmla="*/ 6129609 h 6858000"/>
              <a:gd name="connsiteX351" fmla="*/ 3490905 w 7472601"/>
              <a:gd name="connsiteY351" fmla="*/ 6277660 h 6858000"/>
              <a:gd name="connsiteX352" fmla="*/ 3455859 w 7472601"/>
              <a:gd name="connsiteY352" fmla="*/ 6391301 h 6858000"/>
              <a:gd name="connsiteX353" fmla="*/ 3429112 w 7472601"/>
              <a:gd name="connsiteY353" fmla="*/ 6479469 h 6858000"/>
              <a:gd name="connsiteX354" fmla="*/ 3304862 w 7472601"/>
              <a:gd name="connsiteY354" fmla="*/ 6796476 h 6858000"/>
              <a:gd name="connsiteX355" fmla="*/ 3276071 w 7472601"/>
              <a:gd name="connsiteY355" fmla="*/ 6858000 h 6858000"/>
              <a:gd name="connsiteX356" fmla="*/ 3240805 w 7472601"/>
              <a:gd name="connsiteY356" fmla="*/ 6858000 h 6858000"/>
              <a:gd name="connsiteX357" fmla="*/ 3275917 w 7472601"/>
              <a:gd name="connsiteY357" fmla="*/ 6783192 h 6858000"/>
              <a:gd name="connsiteX358" fmla="*/ 3399358 w 7472601"/>
              <a:gd name="connsiteY358" fmla="*/ 6469011 h 6858000"/>
              <a:gd name="connsiteX359" fmla="*/ 3425650 w 7472601"/>
              <a:gd name="connsiteY359" fmla="*/ 6381333 h 6858000"/>
              <a:gd name="connsiteX360" fmla="*/ 3460661 w 7472601"/>
              <a:gd name="connsiteY360" fmla="*/ 6266763 h 6858000"/>
              <a:gd name="connsiteX361" fmla="*/ 3518021 w 7472601"/>
              <a:gd name="connsiteY361" fmla="*/ 6117298 h 6858000"/>
              <a:gd name="connsiteX362" fmla="*/ 3554035 w 7472601"/>
              <a:gd name="connsiteY362" fmla="*/ 6027832 h 6858000"/>
              <a:gd name="connsiteX363" fmla="*/ 3677174 w 7472601"/>
              <a:gd name="connsiteY363" fmla="*/ 5636351 h 6858000"/>
              <a:gd name="connsiteX364" fmla="*/ 3698819 w 7472601"/>
              <a:gd name="connsiteY364" fmla="*/ 5560503 h 6858000"/>
              <a:gd name="connsiteX365" fmla="*/ 3702094 w 7472601"/>
              <a:gd name="connsiteY365" fmla="*/ 5549194 h 6858000"/>
              <a:gd name="connsiteX366" fmla="*/ 3398355 w 7472601"/>
              <a:gd name="connsiteY366" fmla="*/ 6094603 h 6858000"/>
              <a:gd name="connsiteX367" fmla="*/ 3193941 w 7472601"/>
              <a:gd name="connsiteY367" fmla="*/ 6798775 h 6858000"/>
              <a:gd name="connsiteX368" fmla="*/ 3184140 w 7472601"/>
              <a:gd name="connsiteY368" fmla="*/ 6858000 h 6858000"/>
              <a:gd name="connsiteX369" fmla="*/ 3099978 w 7472601"/>
              <a:gd name="connsiteY369" fmla="*/ 6858000 h 6858000"/>
              <a:gd name="connsiteX370" fmla="*/ 3101556 w 7472601"/>
              <a:gd name="connsiteY370" fmla="*/ 6843337 h 6858000"/>
              <a:gd name="connsiteX371" fmla="*/ 3370162 w 7472601"/>
              <a:gd name="connsiteY371" fmla="*/ 5785550 h 6858000"/>
              <a:gd name="connsiteX372" fmla="*/ 3746477 w 7472601"/>
              <a:gd name="connsiteY372" fmla="*/ 5377889 h 6858000"/>
              <a:gd name="connsiteX373" fmla="*/ 3863399 w 7472601"/>
              <a:gd name="connsiteY373" fmla="*/ 5087257 h 6858000"/>
              <a:gd name="connsiteX374" fmla="*/ 3968712 w 7472601"/>
              <a:gd name="connsiteY374" fmla="*/ 4913989 h 6858000"/>
              <a:gd name="connsiteX375" fmla="*/ 2792390 w 7472601"/>
              <a:gd name="connsiteY375" fmla="*/ 5382974 h 6858000"/>
              <a:gd name="connsiteX376" fmla="*/ 2714982 w 7472601"/>
              <a:gd name="connsiteY376" fmla="*/ 5427051 h 6858000"/>
              <a:gd name="connsiteX377" fmla="*/ 2813361 w 7472601"/>
              <a:gd name="connsiteY377" fmla="*/ 6023912 h 6858000"/>
              <a:gd name="connsiteX378" fmla="*/ 2688430 w 7472601"/>
              <a:gd name="connsiteY378" fmla="*/ 6801564 h 6858000"/>
              <a:gd name="connsiteX379" fmla="*/ 2629626 w 7472601"/>
              <a:gd name="connsiteY379" fmla="*/ 6763394 h 6858000"/>
              <a:gd name="connsiteX380" fmla="*/ 2565328 w 7472601"/>
              <a:gd name="connsiteY380" fmla="*/ 5516399 h 6858000"/>
              <a:gd name="connsiteX381" fmla="*/ 1922999 w 7472601"/>
              <a:gd name="connsiteY381" fmla="*/ 5980343 h 6858000"/>
              <a:gd name="connsiteX382" fmla="*/ 1950261 w 7472601"/>
              <a:gd name="connsiteY382" fmla="*/ 6405858 h 6858000"/>
              <a:gd name="connsiteX383" fmla="*/ 2365554 w 7472601"/>
              <a:gd name="connsiteY383" fmla="*/ 6759107 h 6858000"/>
              <a:gd name="connsiteX384" fmla="*/ 2424142 w 7472601"/>
              <a:gd name="connsiteY384" fmla="*/ 6858000 h 6858000"/>
              <a:gd name="connsiteX385" fmla="*/ 2395994 w 7472601"/>
              <a:gd name="connsiteY385" fmla="*/ 6858000 h 6858000"/>
              <a:gd name="connsiteX386" fmla="*/ 2392863 w 7472601"/>
              <a:gd name="connsiteY386" fmla="*/ 6852964 h 6858000"/>
              <a:gd name="connsiteX387" fmla="*/ 2017589 w 7472601"/>
              <a:gd name="connsiteY387" fmla="*/ 6493982 h 6858000"/>
              <a:gd name="connsiteX388" fmla="*/ 2147336 w 7472601"/>
              <a:gd name="connsiteY388" fmla="*/ 6594052 h 6858000"/>
              <a:gd name="connsiteX389" fmla="*/ 2207047 w 7472601"/>
              <a:gd name="connsiteY389" fmla="*/ 6654540 h 6858000"/>
              <a:gd name="connsiteX390" fmla="*/ 2299106 w 7472601"/>
              <a:gd name="connsiteY390" fmla="*/ 6778931 h 6858000"/>
              <a:gd name="connsiteX391" fmla="*/ 2314430 w 7472601"/>
              <a:gd name="connsiteY391" fmla="*/ 6801144 h 6858000"/>
              <a:gd name="connsiteX392" fmla="*/ 2352406 w 7472601"/>
              <a:gd name="connsiteY392" fmla="*/ 6858000 h 6858000"/>
              <a:gd name="connsiteX393" fmla="*/ 2314492 w 7472601"/>
              <a:gd name="connsiteY393" fmla="*/ 6858000 h 6858000"/>
              <a:gd name="connsiteX394" fmla="*/ 2288095 w 7472601"/>
              <a:gd name="connsiteY394" fmla="*/ 6818030 h 6858000"/>
              <a:gd name="connsiteX395" fmla="*/ 2272768 w 7472601"/>
              <a:gd name="connsiteY395" fmla="*/ 6795822 h 6858000"/>
              <a:gd name="connsiteX396" fmla="*/ 2182715 w 7472601"/>
              <a:gd name="connsiteY396" fmla="*/ 6675071 h 6858000"/>
              <a:gd name="connsiteX397" fmla="*/ 2032061 w 7472601"/>
              <a:gd name="connsiteY397" fmla="*/ 6541380 h 6858000"/>
              <a:gd name="connsiteX398" fmla="*/ 2257220 w 7472601"/>
              <a:gd name="connsiteY398" fmla="*/ 6826257 h 6858000"/>
              <a:gd name="connsiteX399" fmla="*/ 2281324 w 7472601"/>
              <a:gd name="connsiteY399" fmla="*/ 6858000 h 6858000"/>
              <a:gd name="connsiteX400" fmla="*/ 2242860 w 7472601"/>
              <a:gd name="connsiteY400" fmla="*/ 6858000 h 6858000"/>
              <a:gd name="connsiteX401" fmla="*/ 2232818 w 7472601"/>
              <a:gd name="connsiteY401" fmla="*/ 6844926 h 6858000"/>
              <a:gd name="connsiteX402" fmla="*/ 1990172 w 7472601"/>
              <a:gd name="connsiteY402" fmla="*/ 6542121 h 6858000"/>
              <a:gd name="connsiteX403" fmla="*/ 2124090 w 7472601"/>
              <a:gd name="connsiteY403" fmla="*/ 6761017 h 6858000"/>
              <a:gd name="connsiteX404" fmla="*/ 2200380 w 7472601"/>
              <a:gd name="connsiteY404" fmla="*/ 6858000 h 6858000"/>
              <a:gd name="connsiteX405" fmla="*/ 2147507 w 7472601"/>
              <a:gd name="connsiteY405" fmla="*/ 6858000 h 6858000"/>
              <a:gd name="connsiteX406" fmla="*/ 2070668 w 7472601"/>
              <a:gd name="connsiteY406" fmla="*/ 6761520 h 6858000"/>
              <a:gd name="connsiteX407" fmla="*/ 1975142 w 7472601"/>
              <a:gd name="connsiteY407" fmla="*/ 6585570 h 6858000"/>
              <a:gd name="connsiteX408" fmla="*/ 2050035 w 7472601"/>
              <a:gd name="connsiteY408" fmla="*/ 6813345 h 6858000"/>
              <a:gd name="connsiteX409" fmla="*/ 2063025 w 7472601"/>
              <a:gd name="connsiteY409" fmla="*/ 6858000 h 6858000"/>
              <a:gd name="connsiteX410" fmla="*/ 2021675 w 7472601"/>
              <a:gd name="connsiteY410" fmla="*/ 6858000 h 6858000"/>
              <a:gd name="connsiteX411" fmla="*/ 2019308 w 7472601"/>
              <a:gd name="connsiteY411" fmla="*/ 6847118 h 6858000"/>
              <a:gd name="connsiteX412" fmla="*/ 1938835 w 7472601"/>
              <a:gd name="connsiteY412" fmla="*/ 6551160 h 6858000"/>
              <a:gd name="connsiteX413" fmla="*/ 1953230 w 7472601"/>
              <a:gd name="connsiteY413" fmla="*/ 6759699 h 6858000"/>
              <a:gd name="connsiteX414" fmla="*/ 1956763 w 7472601"/>
              <a:gd name="connsiteY414" fmla="*/ 6778191 h 6858000"/>
              <a:gd name="connsiteX415" fmla="*/ 1967925 w 7472601"/>
              <a:gd name="connsiteY415" fmla="*/ 6858000 h 6858000"/>
              <a:gd name="connsiteX416" fmla="*/ 1936622 w 7472601"/>
              <a:gd name="connsiteY416" fmla="*/ 6858000 h 6858000"/>
              <a:gd name="connsiteX417" fmla="*/ 1926261 w 7472601"/>
              <a:gd name="connsiteY417" fmla="*/ 6784064 h 6858000"/>
              <a:gd name="connsiteX418" fmla="*/ 1922724 w 7472601"/>
              <a:gd name="connsiteY418" fmla="*/ 6765577 h 6858000"/>
              <a:gd name="connsiteX419" fmla="*/ 1904650 w 7472601"/>
              <a:gd name="connsiteY419" fmla="*/ 6639616 h 6858000"/>
              <a:gd name="connsiteX420" fmla="*/ 1885273 w 7472601"/>
              <a:gd name="connsiteY420" fmla="*/ 6858000 h 6858000"/>
              <a:gd name="connsiteX421" fmla="*/ 1854363 w 7472601"/>
              <a:gd name="connsiteY421" fmla="*/ 6858000 h 6858000"/>
              <a:gd name="connsiteX422" fmla="*/ 1880391 w 7472601"/>
              <a:gd name="connsiteY422" fmla="*/ 6603796 h 6858000"/>
              <a:gd name="connsiteX423" fmla="*/ 1818273 w 7472601"/>
              <a:gd name="connsiteY423" fmla="*/ 6715729 h 6858000"/>
              <a:gd name="connsiteX424" fmla="*/ 1794691 w 7472601"/>
              <a:gd name="connsiteY424" fmla="*/ 6843239 h 6858000"/>
              <a:gd name="connsiteX425" fmla="*/ 1794914 w 7472601"/>
              <a:gd name="connsiteY425" fmla="*/ 6858000 h 6858000"/>
              <a:gd name="connsiteX426" fmla="*/ 1746128 w 7472601"/>
              <a:gd name="connsiteY426" fmla="*/ 6858000 h 6858000"/>
              <a:gd name="connsiteX427" fmla="*/ 1753934 w 7472601"/>
              <a:gd name="connsiteY427" fmla="*/ 6724796 h 6858000"/>
              <a:gd name="connsiteX428" fmla="*/ 1792053 w 7472601"/>
              <a:gd name="connsiteY428" fmla="*/ 6572396 h 6858000"/>
              <a:gd name="connsiteX429" fmla="*/ 1862248 w 7472601"/>
              <a:gd name="connsiteY429" fmla="*/ 6266397 h 6858000"/>
              <a:gd name="connsiteX430" fmla="*/ 1862250 w 7472601"/>
              <a:gd name="connsiteY430" fmla="*/ 6033531 h 6858000"/>
              <a:gd name="connsiteX431" fmla="*/ 1211999 w 7472601"/>
              <a:gd name="connsiteY431" fmla="*/ 6683610 h 6858000"/>
              <a:gd name="connsiteX432" fmla="*/ 1213266 w 7472601"/>
              <a:gd name="connsiteY432" fmla="*/ 6691947 h 6858000"/>
              <a:gd name="connsiteX433" fmla="*/ 1203370 w 7472601"/>
              <a:gd name="connsiteY433" fmla="*/ 6850676 h 6858000"/>
              <a:gd name="connsiteX434" fmla="*/ 1203671 w 7472601"/>
              <a:gd name="connsiteY434" fmla="*/ 6858000 h 6858000"/>
              <a:gd name="connsiteX435" fmla="*/ 1143180 w 7472601"/>
              <a:gd name="connsiteY435" fmla="*/ 6858000 h 6858000"/>
              <a:gd name="connsiteX436" fmla="*/ 1142176 w 7472601"/>
              <a:gd name="connsiteY436" fmla="*/ 6766045 h 6858000"/>
              <a:gd name="connsiteX437" fmla="*/ 1067484 w 7472601"/>
              <a:gd name="connsiteY437" fmla="*/ 6858000 h 6858000"/>
              <a:gd name="connsiteX438" fmla="*/ 953928 w 7472601"/>
              <a:gd name="connsiteY438" fmla="*/ 6858000 h 6858000"/>
              <a:gd name="connsiteX439" fmla="*/ 959715 w 7472601"/>
              <a:gd name="connsiteY439" fmla="*/ 6850185 h 6858000"/>
              <a:gd name="connsiteX440" fmla="*/ 1483788 w 7472601"/>
              <a:gd name="connsiteY440" fmla="*/ 6259174 h 6858000"/>
              <a:gd name="connsiteX441" fmla="*/ 1100671 w 7472601"/>
              <a:gd name="connsiteY441" fmla="*/ 6252137 h 6858000"/>
              <a:gd name="connsiteX442" fmla="*/ 1090144 w 7472601"/>
              <a:gd name="connsiteY442" fmla="*/ 6256748 h 6858000"/>
              <a:gd name="connsiteX443" fmla="*/ 1095872 w 7472601"/>
              <a:gd name="connsiteY443" fmla="*/ 6271892 h 6858000"/>
              <a:gd name="connsiteX444" fmla="*/ 262785 w 7472601"/>
              <a:gd name="connsiteY444" fmla="*/ 6845450 h 6858000"/>
              <a:gd name="connsiteX445" fmla="*/ 209968 w 7472601"/>
              <a:gd name="connsiteY445" fmla="*/ 6770713 h 6858000"/>
              <a:gd name="connsiteX446" fmla="*/ 873460 w 7472601"/>
              <a:gd name="connsiteY446" fmla="*/ 6253768 h 6858000"/>
              <a:gd name="connsiteX447" fmla="*/ 192686 w 7472601"/>
              <a:gd name="connsiteY447" fmla="*/ 5849257 h 6858000"/>
              <a:gd name="connsiteX448" fmla="*/ 4696 w 7472601"/>
              <a:gd name="connsiteY448" fmla="*/ 5697668 h 6858000"/>
              <a:gd name="connsiteX449" fmla="*/ 0 w 7472601"/>
              <a:gd name="connsiteY449" fmla="*/ 5689984 h 6858000"/>
              <a:gd name="connsiteX450" fmla="*/ 0 w 7472601"/>
              <a:gd name="connsiteY450" fmla="*/ 5513472 h 6858000"/>
              <a:gd name="connsiteX451" fmla="*/ 174101 w 7472601"/>
              <a:gd name="connsiteY451" fmla="*/ 5620277 h 6858000"/>
              <a:gd name="connsiteX452" fmla="*/ 891800 w 7472601"/>
              <a:gd name="connsiteY452" fmla="*/ 6036935 h 6858000"/>
              <a:gd name="connsiteX453" fmla="*/ 1072219 w 7472601"/>
              <a:gd name="connsiteY453" fmla="*/ 6169443 h 6858000"/>
              <a:gd name="connsiteX454" fmla="*/ 1074117 w 7472601"/>
              <a:gd name="connsiteY454" fmla="*/ 6170301 h 6858000"/>
              <a:gd name="connsiteX455" fmla="*/ 1083114 w 7472601"/>
              <a:gd name="connsiteY455" fmla="*/ 6174131 h 6858000"/>
              <a:gd name="connsiteX456" fmla="*/ 1543010 w 7472601"/>
              <a:gd name="connsiteY456" fmla="*/ 6191140 h 6858000"/>
              <a:gd name="connsiteX457" fmla="*/ 1551080 w 7472601"/>
              <a:gd name="connsiteY457" fmla="*/ 6195006 h 6858000"/>
              <a:gd name="connsiteX458" fmla="*/ 2345443 w 7472601"/>
              <a:gd name="connsiteY458" fmla="*/ 5549882 h 6858000"/>
              <a:gd name="connsiteX459" fmla="*/ 1721499 w 7472601"/>
              <a:gd name="connsiteY459" fmla="*/ 5599969 h 6858000"/>
              <a:gd name="connsiteX460" fmla="*/ 767716 w 7472601"/>
              <a:gd name="connsiteY460" fmla="*/ 5472768 h 6858000"/>
              <a:gd name="connsiteX461" fmla="*/ 722147 w 7472601"/>
              <a:gd name="connsiteY461" fmla="*/ 5393091 h 6858000"/>
              <a:gd name="connsiteX462" fmla="*/ 1485552 w 7472601"/>
              <a:gd name="connsiteY462" fmla="*/ 5313202 h 6858000"/>
              <a:gd name="connsiteX463" fmla="*/ 2143004 w 7472601"/>
              <a:gd name="connsiteY463" fmla="*/ 5402420 h 6858000"/>
              <a:gd name="connsiteX464" fmla="*/ 1933391 w 7472601"/>
              <a:gd name="connsiteY464" fmla="*/ 5156971 h 6858000"/>
              <a:gd name="connsiteX465" fmla="*/ 1827118 w 7472601"/>
              <a:gd name="connsiteY465" fmla="*/ 4968410 h 6858000"/>
              <a:gd name="connsiteX466" fmla="*/ 1837349 w 7472601"/>
              <a:gd name="connsiteY466" fmla="*/ 4956357 h 6858000"/>
              <a:gd name="connsiteX467" fmla="*/ 2162835 w 7472601"/>
              <a:gd name="connsiteY467" fmla="*/ 5187853 h 6858000"/>
              <a:gd name="connsiteX468" fmla="*/ 2257167 w 7472601"/>
              <a:gd name="connsiteY468" fmla="*/ 5462123 h 6858000"/>
              <a:gd name="connsiteX469" fmla="*/ 2261598 w 7472601"/>
              <a:gd name="connsiteY469" fmla="*/ 5467998 h 6858000"/>
              <a:gd name="connsiteX470" fmla="*/ 2437177 w 7472601"/>
              <a:gd name="connsiteY470" fmla="*/ 5479608 h 6858000"/>
              <a:gd name="connsiteX471" fmla="*/ 2445247 w 7472601"/>
              <a:gd name="connsiteY471" fmla="*/ 5483476 h 6858000"/>
              <a:gd name="connsiteX472" fmla="*/ 2743626 w 7472601"/>
              <a:gd name="connsiteY472" fmla="*/ 5304819 h 6858000"/>
              <a:gd name="connsiteX473" fmla="*/ 3048102 w 7472601"/>
              <a:gd name="connsiteY473" fmla="*/ 5150595 h 6858000"/>
              <a:gd name="connsiteX474" fmla="*/ 1799414 w 7472601"/>
              <a:gd name="connsiteY474" fmla="*/ 4694732 h 6858000"/>
              <a:gd name="connsiteX475" fmla="*/ 1771735 w 7472601"/>
              <a:gd name="connsiteY475" fmla="*/ 4619929 h 6858000"/>
              <a:gd name="connsiteX476" fmla="*/ 3104273 w 7472601"/>
              <a:gd name="connsiteY476" fmla="*/ 5076159 h 6858000"/>
              <a:gd name="connsiteX477" fmla="*/ 3113245 w 7472601"/>
              <a:gd name="connsiteY477" fmla="*/ 5090705 h 6858000"/>
              <a:gd name="connsiteX478" fmla="*/ 3126294 w 7472601"/>
              <a:gd name="connsiteY478" fmla="*/ 5114400 h 6858000"/>
              <a:gd name="connsiteX479" fmla="*/ 3937433 w 7472601"/>
              <a:gd name="connsiteY479" fmla="*/ 4830473 h 6858000"/>
              <a:gd name="connsiteX480" fmla="*/ 3590475 w 7472601"/>
              <a:gd name="connsiteY480" fmla="*/ 4597974 h 6858000"/>
              <a:gd name="connsiteX481" fmla="*/ 3100264 w 7472601"/>
              <a:gd name="connsiteY481" fmla="*/ 4579845 h 6858000"/>
              <a:gd name="connsiteX482" fmla="*/ 2183576 w 7472601"/>
              <a:gd name="connsiteY482" fmla="*/ 4227150 h 6858000"/>
              <a:gd name="connsiteX483" fmla="*/ 2151029 w 7472601"/>
              <a:gd name="connsiteY483" fmla="*/ 4146947 h 6858000"/>
              <a:gd name="connsiteX484" fmla="*/ 3563434 w 7472601"/>
              <a:gd name="connsiteY484" fmla="*/ 4469115 h 6858000"/>
              <a:gd name="connsiteX485" fmla="*/ 3177952 w 7472601"/>
              <a:gd name="connsiteY485" fmla="*/ 3657386 h 6858000"/>
              <a:gd name="connsiteX486" fmla="*/ 3189263 w 7472601"/>
              <a:gd name="connsiteY486" fmla="*/ 3625726 h 6858000"/>
              <a:gd name="connsiteX487" fmla="*/ 3560912 w 7472601"/>
              <a:gd name="connsiteY487" fmla="*/ 4079863 h 6858000"/>
              <a:gd name="connsiteX488" fmla="*/ 3626636 w 7472601"/>
              <a:gd name="connsiteY488" fmla="*/ 4512230 h 6858000"/>
              <a:gd name="connsiteX489" fmla="*/ 3653088 w 7472601"/>
              <a:gd name="connsiteY489" fmla="*/ 4521417 h 6858000"/>
              <a:gd name="connsiteX490" fmla="*/ 3988128 w 7472601"/>
              <a:gd name="connsiteY490" fmla="*/ 4817267 h 6858000"/>
              <a:gd name="connsiteX491" fmla="*/ 4830582 w 7472601"/>
              <a:gd name="connsiteY491" fmla="*/ 4676000 h 6858000"/>
              <a:gd name="connsiteX492" fmla="*/ 4830100 w 7472601"/>
              <a:gd name="connsiteY492" fmla="*/ 4675554 h 6858000"/>
              <a:gd name="connsiteX493" fmla="*/ 4036318 w 7472601"/>
              <a:gd name="connsiteY493" fmla="*/ 4147013 h 6858000"/>
              <a:gd name="connsiteX494" fmla="*/ 3432098 w 7472601"/>
              <a:gd name="connsiteY494" fmla="*/ 3537312 h 6858000"/>
              <a:gd name="connsiteX495" fmla="*/ 3446761 w 7472601"/>
              <a:gd name="connsiteY495" fmla="*/ 3461278 h 6858000"/>
              <a:gd name="connsiteX496" fmla="*/ 4419733 w 7472601"/>
              <a:gd name="connsiteY496" fmla="*/ 3963555 h 6858000"/>
              <a:gd name="connsiteX497" fmla="*/ 4781371 w 7472601"/>
              <a:gd name="connsiteY497" fmla="*/ 4458604 h 6858000"/>
              <a:gd name="connsiteX498" fmla="*/ 4780440 w 7472601"/>
              <a:gd name="connsiteY498" fmla="*/ 4470290 h 6858000"/>
              <a:gd name="connsiteX499" fmla="*/ 4898954 w 7472601"/>
              <a:gd name="connsiteY499" fmla="*/ 4662092 h 6858000"/>
              <a:gd name="connsiteX500" fmla="*/ 4900699 w 7472601"/>
              <a:gd name="connsiteY500" fmla="*/ 4670867 h 6858000"/>
              <a:gd name="connsiteX501" fmla="*/ 5714511 w 7472601"/>
              <a:gd name="connsiteY501" fmla="*/ 4663483 h 6858000"/>
              <a:gd name="connsiteX502" fmla="*/ 5464793 w 7472601"/>
              <a:gd name="connsiteY502" fmla="*/ 4393556 h 6858000"/>
              <a:gd name="connsiteX503" fmla="*/ 5461897 w 7472601"/>
              <a:gd name="connsiteY503" fmla="*/ 4390879 h 6858000"/>
              <a:gd name="connsiteX504" fmla="*/ 4294126 w 7472601"/>
              <a:gd name="connsiteY504" fmla="*/ 3303048 h 6858000"/>
              <a:gd name="connsiteX505" fmla="*/ 4305321 w 7472601"/>
              <a:gd name="connsiteY505" fmla="*/ 3256953 h 6858000"/>
              <a:gd name="connsiteX506" fmla="*/ 4949299 w 7472601"/>
              <a:gd name="connsiteY506" fmla="*/ 3766336 h 6858000"/>
              <a:gd name="connsiteX507" fmla="*/ 5291452 w 7472601"/>
              <a:gd name="connsiteY507" fmla="*/ 4076801 h 6858000"/>
              <a:gd name="connsiteX508" fmla="*/ 5434998 w 7472601"/>
              <a:gd name="connsiteY508" fmla="*/ 4254100 h 6858000"/>
              <a:gd name="connsiteX509" fmla="*/ 5351015 w 7472601"/>
              <a:gd name="connsiteY509" fmla="*/ 3760989 h 6858000"/>
              <a:gd name="connsiteX510" fmla="*/ 5413780 w 7472601"/>
              <a:gd name="connsiteY510" fmla="*/ 2966265 h 6858000"/>
              <a:gd name="connsiteX511" fmla="*/ 5425627 w 7472601"/>
              <a:gd name="connsiteY511" fmla="*/ 2954192 h 6858000"/>
              <a:gd name="connsiteX512" fmla="*/ 6604735 w 7472601"/>
              <a:gd name="connsiteY512" fmla="*/ 2041381 h 6858000"/>
              <a:gd name="connsiteX513" fmla="*/ 7204487 w 7472601"/>
              <a:gd name="connsiteY513" fmla="*/ 2742112 h 6858000"/>
              <a:gd name="connsiteX514" fmla="*/ 7131592 w 7472601"/>
              <a:gd name="connsiteY514" fmla="*/ 2672096 h 6858000"/>
              <a:gd name="connsiteX515" fmla="*/ 6996344 w 7472601"/>
              <a:gd name="connsiteY515" fmla="*/ 2518310 h 6858000"/>
              <a:gd name="connsiteX516" fmla="*/ 6735495 w 7472601"/>
              <a:gd name="connsiteY516" fmla="*/ 2196890 h 6858000"/>
              <a:gd name="connsiteX517" fmla="*/ 6721901 w 7472601"/>
              <a:gd name="connsiteY517" fmla="*/ 2179274 h 6858000"/>
              <a:gd name="connsiteX518" fmla="*/ 6604735 w 7472601"/>
              <a:gd name="connsiteY518" fmla="*/ 2041381 h 6858000"/>
              <a:gd name="connsiteX519" fmla="*/ 6591670 w 7472601"/>
              <a:gd name="connsiteY519" fmla="*/ 1988277 h 6858000"/>
              <a:gd name="connsiteX520" fmla="*/ 6747349 w 7472601"/>
              <a:gd name="connsiteY520" fmla="*/ 2160069 h 6858000"/>
              <a:gd name="connsiteX521" fmla="*/ 6760943 w 7472601"/>
              <a:gd name="connsiteY521" fmla="*/ 2177686 h 6858000"/>
              <a:gd name="connsiteX522" fmla="*/ 7021065 w 7472601"/>
              <a:gd name="connsiteY522" fmla="*/ 2498102 h 6858000"/>
              <a:gd name="connsiteX523" fmla="*/ 7155223 w 7472601"/>
              <a:gd name="connsiteY523" fmla="*/ 2650386 h 6858000"/>
              <a:gd name="connsiteX524" fmla="*/ 7203167 w 7472601"/>
              <a:gd name="connsiteY524" fmla="*/ 2697288 h 6858000"/>
              <a:gd name="connsiteX525" fmla="*/ 6937703 w 7472601"/>
              <a:gd name="connsiteY525" fmla="*/ 2321981 h 6858000"/>
              <a:gd name="connsiteX526" fmla="*/ 6591670 w 7472601"/>
              <a:gd name="connsiteY526" fmla="*/ 1988277 h 6858000"/>
              <a:gd name="connsiteX527" fmla="*/ 5798671 w 7472601"/>
              <a:gd name="connsiteY527" fmla="*/ 1981601 h 6858000"/>
              <a:gd name="connsiteX528" fmla="*/ 5754709 w 7472601"/>
              <a:gd name="connsiteY528" fmla="*/ 2071454 h 6858000"/>
              <a:gd name="connsiteX529" fmla="*/ 5763044 w 7472601"/>
              <a:gd name="connsiteY529" fmla="*/ 2842206 h 6858000"/>
              <a:gd name="connsiteX530" fmla="*/ 5764974 w 7472601"/>
              <a:gd name="connsiteY530" fmla="*/ 2799609 h 6858000"/>
              <a:gd name="connsiteX531" fmla="*/ 5767665 w 7472601"/>
              <a:gd name="connsiteY531" fmla="*/ 2666409 h 6858000"/>
              <a:gd name="connsiteX532" fmla="*/ 5763055 w 7472601"/>
              <a:gd name="connsiteY532" fmla="*/ 2579705 h 6858000"/>
              <a:gd name="connsiteX533" fmla="*/ 5758079 w 7472601"/>
              <a:gd name="connsiteY533" fmla="*/ 2492508 h 6858000"/>
              <a:gd name="connsiteX534" fmla="*/ 5779325 w 7472601"/>
              <a:gd name="connsiteY534" fmla="*/ 2197069 h 6858000"/>
              <a:gd name="connsiteX535" fmla="*/ 5798671 w 7472601"/>
              <a:gd name="connsiteY535" fmla="*/ 1981601 h 6858000"/>
              <a:gd name="connsiteX536" fmla="*/ 5829202 w 7472601"/>
              <a:gd name="connsiteY536" fmla="*/ 1971679 h 6858000"/>
              <a:gd name="connsiteX537" fmla="*/ 5809558 w 7472601"/>
              <a:gd name="connsiteY537" fmla="*/ 2198043 h 6858000"/>
              <a:gd name="connsiteX538" fmla="*/ 5788653 w 7472601"/>
              <a:gd name="connsiteY538" fmla="*/ 2489430 h 6858000"/>
              <a:gd name="connsiteX539" fmla="*/ 5793439 w 7472601"/>
              <a:gd name="connsiteY539" fmla="*/ 2575235 h 6858000"/>
              <a:gd name="connsiteX540" fmla="*/ 5796837 w 7472601"/>
              <a:gd name="connsiteY540" fmla="*/ 2637633 h 6858000"/>
              <a:gd name="connsiteX541" fmla="*/ 5818614 w 7472601"/>
              <a:gd name="connsiteY541" fmla="*/ 2473055 h 6858000"/>
              <a:gd name="connsiteX542" fmla="*/ 5829202 w 7472601"/>
              <a:gd name="connsiteY542" fmla="*/ 1971679 h 6858000"/>
              <a:gd name="connsiteX543" fmla="*/ 5911389 w 7472601"/>
              <a:gd name="connsiteY543" fmla="*/ 1898371 h 6858000"/>
              <a:gd name="connsiteX544" fmla="*/ 6237627 w 7472601"/>
              <a:gd name="connsiteY544" fmla="*/ 2231921 h 6858000"/>
              <a:gd name="connsiteX545" fmla="*/ 5911389 w 7472601"/>
              <a:gd name="connsiteY545" fmla="*/ 1898371 h 6858000"/>
              <a:gd name="connsiteX546" fmla="*/ 6944437 w 7472601"/>
              <a:gd name="connsiteY546" fmla="*/ 1575402 h 6858000"/>
              <a:gd name="connsiteX547" fmla="*/ 6304730 w 7472601"/>
              <a:gd name="connsiteY547" fmla="*/ 1766654 h 6858000"/>
              <a:gd name="connsiteX548" fmla="*/ 6944437 w 7472601"/>
              <a:gd name="connsiteY548" fmla="*/ 1575402 h 6858000"/>
              <a:gd name="connsiteX549" fmla="*/ 7019523 w 7472601"/>
              <a:gd name="connsiteY549" fmla="*/ 1519450 h 6858000"/>
              <a:gd name="connsiteX550" fmla="*/ 6298091 w 7472601"/>
              <a:gd name="connsiteY550" fmla="*/ 1737122 h 6858000"/>
              <a:gd name="connsiteX551" fmla="*/ 7019523 w 7472601"/>
              <a:gd name="connsiteY551" fmla="*/ 1519450 h 6858000"/>
              <a:gd name="connsiteX552" fmla="*/ 2399523 w 7472601"/>
              <a:gd name="connsiteY552" fmla="*/ 1428234 h 6858000"/>
              <a:gd name="connsiteX553" fmla="*/ 2224982 w 7472601"/>
              <a:gd name="connsiteY553" fmla="*/ 1826201 h 6858000"/>
              <a:gd name="connsiteX554" fmla="*/ 2096099 w 7472601"/>
              <a:gd name="connsiteY554" fmla="*/ 2345900 h 6858000"/>
              <a:gd name="connsiteX555" fmla="*/ 2283317 w 7472601"/>
              <a:gd name="connsiteY555" fmla="*/ 1796925 h 6858000"/>
              <a:gd name="connsiteX556" fmla="*/ 2399523 w 7472601"/>
              <a:gd name="connsiteY556" fmla="*/ 1428234 h 6858000"/>
              <a:gd name="connsiteX557" fmla="*/ 2448558 w 7472601"/>
              <a:gd name="connsiteY557" fmla="*/ 1373435 h 6858000"/>
              <a:gd name="connsiteX558" fmla="*/ 2312521 w 7472601"/>
              <a:gd name="connsiteY558" fmla="*/ 1806140 h 6858000"/>
              <a:gd name="connsiteX559" fmla="*/ 2127533 w 7472601"/>
              <a:gd name="connsiteY559" fmla="*/ 2348380 h 6858000"/>
              <a:gd name="connsiteX560" fmla="*/ 2358080 w 7472601"/>
              <a:gd name="connsiteY560" fmla="*/ 1866134 h 6858000"/>
              <a:gd name="connsiteX561" fmla="*/ 2407436 w 7472601"/>
              <a:gd name="connsiteY561" fmla="*/ 1651070 h 6858000"/>
              <a:gd name="connsiteX562" fmla="*/ 2448558 w 7472601"/>
              <a:gd name="connsiteY562" fmla="*/ 1373435 h 6858000"/>
              <a:gd name="connsiteX563" fmla="*/ 278707 w 7472601"/>
              <a:gd name="connsiteY563" fmla="*/ 1352270 h 6858000"/>
              <a:gd name="connsiteX564" fmla="*/ 321570 w 7472601"/>
              <a:gd name="connsiteY564" fmla="*/ 1861610 h 6858000"/>
              <a:gd name="connsiteX565" fmla="*/ 294281 w 7472601"/>
              <a:gd name="connsiteY565" fmla="*/ 1440658 h 6858000"/>
              <a:gd name="connsiteX566" fmla="*/ 278707 w 7472601"/>
              <a:gd name="connsiteY566" fmla="*/ 1352270 h 6858000"/>
              <a:gd name="connsiteX567" fmla="*/ 1423821 w 7472601"/>
              <a:gd name="connsiteY567" fmla="*/ 1351958 h 6858000"/>
              <a:gd name="connsiteX568" fmla="*/ 1638521 w 7472601"/>
              <a:gd name="connsiteY568" fmla="*/ 1908470 h 6858000"/>
              <a:gd name="connsiteX569" fmla="*/ 1754199 w 7472601"/>
              <a:gd name="connsiteY569" fmla="*/ 2149284 h 6858000"/>
              <a:gd name="connsiteX570" fmla="*/ 1908359 w 7472601"/>
              <a:gd name="connsiteY570" fmla="*/ 2364988 h 6858000"/>
              <a:gd name="connsiteX571" fmla="*/ 1647661 w 7472601"/>
              <a:gd name="connsiteY571" fmla="*/ 1825945 h 6858000"/>
              <a:gd name="connsiteX572" fmla="*/ 1423821 w 7472601"/>
              <a:gd name="connsiteY572" fmla="*/ 1351958 h 6858000"/>
              <a:gd name="connsiteX573" fmla="*/ 1431890 w 7472601"/>
              <a:gd name="connsiteY573" fmla="*/ 1306475 h 6858000"/>
              <a:gd name="connsiteX574" fmla="*/ 1507597 w 7472601"/>
              <a:gd name="connsiteY574" fmla="*/ 1446132 h 6858000"/>
              <a:gd name="connsiteX575" fmla="*/ 1674586 w 7472601"/>
              <a:gd name="connsiteY575" fmla="*/ 1813832 h 6858000"/>
              <a:gd name="connsiteX576" fmla="*/ 1815950 w 7472601"/>
              <a:gd name="connsiteY576" fmla="*/ 2128564 h 6858000"/>
              <a:gd name="connsiteX577" fmla="*/ 1984242 w 7472601"/>
              <a:gd name="connsiteY577" fmla="*/ 2430829 h 6858000"/>
              <a:gd name="connsiteX578" fmla="*/ 2014023 w 7472601"/>
              <a:gd name="connsiteY578" fmla="*/ 2450995 h 6858000"/>
              <a:gd name="connsiteX579" fmla="*/ 1747337 w 7472601"/>
              <a:gd name="connsiteY579" fmla="*/ 1855264 h 6858000"/>
              <a:gd name="connsiteX580" fmla="*/ 1533749 w 7472601"/>
              <a:gd name="connsiteY580" fmla="*/ 1478656 h 6858000"/>
              <a:gd name="connsiteX581" fmla="*/ 1431890 w 7472601"/>
              <a:gd name="connsiteY581" fmla="*/ 1306475 h 6858000"/>
              <a:gd name="connsiteX582" fmla="*/ 5052692 w 7472601"/>
              <a:gd name="connsiteY582" fmla="*/ 1292994 h 6858000"/>
              <a:gd name="connsiteX583" fmla="*/ 5200661 w 7472601"/>
              <a:gd name="connsiteY583" fmla="*/ 1635186 h 6858000"/>
              <a:gd name="connsiteX584" fmla="*/ 5297138 w 7472601"/>
              <a:gd name="connsiteY584" fmla="*/ 1906351 h 6858000"/>
              <a:gd name="connsiteX585" fmla="*/ 5052692 w 7472601"/>
              <a:gd name="connsiteY585" fmla="*/ 1292994 h 6858000"/>
              <a:gd name="connsiteX586" fmla="*/ 5009948 w 7472601"/>
              <a:gd name="connsiteY586" fmla="*/ 1273619 h 6858000"/>
              <a:gd name="connsiteX587" fmla="*/ 5121777 w 7472601"/>
              <a:gd name="connsiteY587" fmla="*/ 1654213 h 6858000"/>
              <a:gd name="connsiteX588" fmla="*/ 5293545 w 7472601"/>
              <a:gd name="connsiteY588" fmla="*/ 2072247 h 6858000"/>
              <a:gd name="connsiteX589" fmla="*/ 5294042 w 7472601"/>
              <a:gd name="connsiteY589" fmla="*/ 2065019 h 6858000"/>
              <a:gd name="connsiteX590" fmla="*/ 5171936 w 7472601"/>
              <a:gd name="connsiteY590" fmla="*/ 1647613 h 6858000"/>
              <a:gd name="connsiteX591" fmla="*/ 5009948 w 7472601"/>
              <a:gd name="connsiteY591" fmla="*/ 1273619 h 6858000"/>
              <a:gd name="connsiteX592" fmla="*/ 655236 w 7472601"/>
              <a:gd name="connsiteY592" fmla="*/ 1268632 h 6858000"/>
              <a:gd name="connsiteX593" fmla="*/ 839521 w 7472601"/>
              <a:gd name="connsiteY593" fmla="*/ 1685315 h 6858000"/>
              <a:gd name="connsiteX594" fmla="*/ 1109416 w 7472601"/>
              <a:gd name="connsiteY594" fmla="*/ 2061663 h 6858000"/>
              <a:gd name="connsiteX595" fmla="*/ 1298300 w 7472601"/>
              <a:gd name="connsiteY595" fmla="*/ 2247742 h 6858000"/>
              <a:gd name="connsiteX596" fmla="*/ 1125871 w 7472601"/>
              <a:gd name="connsiteY596" fmla="*/ 1989513 h 6858000"/>
              <a:gd name="connsiteX597" fmla="*/ 981574 w 7472601"/>
              <a:gd name="connsiteY597" fmla="*/ 1783157 h 6858000"/>
              <a:gd name="connsiteX598" fmla="*/ 922198 w 7472601"/>
              <a:gd name="connsiteY598" fmla="*/ 1677437 h 6858000"/>
              <a:gd name="connsiteX599" fmla="*/ 869293 w 7472601"/>
              <a:gd name="connsiteY599" fmla="*/ 1583214 h 6858000"/>
              <a:gd name="connsiteX600" fmla="*/ 751431 w 7472601"/>
              <a:gd name="connsiteY600" fmla="*/ 1405731 h 6858000"/>
              <a:gd name="connsiteX601" fmla="*/ 655236 w 7472601"/>
              <a:gd name="connsiteY601" fmla="*/ 1268632 h 6858000"/>
              <a:gd name="connsiteX602" fmla="*/ 6516292 w 7472601"/>
              <a:gd name="connsiteY602" fmla="*/ 1263064 h 6858000"/>
              <a:gd name="connsiteX603" fmla="*/ 5736320 w 7472601"/>
              <a:gd name="connsiteY603" fmla="*/ 1501803 h 6858000"/>
              <a:gd name="connsiteX604" fmla="*/ 6516292 w 7472601"/>
              <a:gd name="connsiteY604" fmla="*/ 1263064 h 6858000"/>
              <a:gd name="connsiteX605" fmla="*/ 291466 w 7472601"/>
              <a:gd name="connsiteY605" fmla="*/ 1250369 h 6858000"/>
              <a:gd name="connsiteX606" fmla="*/ 323180 w 7472601"/>
              <a:gd name="connsiteY606" fmla="*/ 1435283 h 6858000"/>
              <a:gd name="connsiteX607" fmla="*/ 349381 w 7472601"/>
              <a:gd name="connsiteY607" fmla="*/ 1875041 h 6858000"/>
              <a:gd name="connsiteX608" fmla="*/ 374363 w 7472601"/>
              <a:gd name="connsiteY608" fmla="*/ 1506494 h 6858000"/>
              <a:gd name="connsiteX609" fmla="*/ 302168 w 7472601"/>
              <a:gd name="connsiteY609" fmla="*/ 1274495 h 6858000"/>
              <a:gd name="connsiteX610" fmla="*/ 291466 w 7472601"/>
              <a:gd name="connsiteY610" fmla="*/ 1250369 h 6858000"/>
              <a:gd name="connsiteX611" fmla="*/ 678222 w 7472601"/>
              <a:gd name="connsiteY611" fmla="*/ 1248670 h 6858000"/>
              <a:gd name="connsiteX612" fmla="*/ 775536 w 7472601"/>
              <a:gd name="connsiteY612" fmla="*/ 1388015 h 6858000"/>
              <a:gd name="connsiteX613" fmla="*/ 894529 w 7472601"/>
              <a:gd name="connsiteY613" fmla="*/ 1567739 h 6858000"/>
              <a:gd name="connsiteX614" fmla="*/ 948000 w 7472601"/>
              <a:gd name="connsiteY614" fmla="*/ 1663088 h 6858000"/>
              <a:gd name="connsiteX615" fmla="*/ 1006812 w 7472601"/>
              <a:gd name="connsiteY615" fmla="*/ 1767683 h 6858000"/>
              <a:gd name="connsiteX616" fmla="*/ 1149133 w 7472601"/>
              <a:gd name="connsiteY616" fmla="*/ 1971513 h 6858000"/>
              <a:gd name="connsiteX617" fmla="*/ 1333952 w 7472601"/>
              <a:gd name="connsiteY617" fmla="*/ 2251620 h 6858000"/>
              <a:gd name="connsiteX618" fmla="*/ 1337329 w 7472601"/>
              <a:gd name="connsiteY618" fmla="*/ 2258350 h 6858000"/>
              <a:gd name="connsiteX619" fmla="*/ 1014726 w 7472601"/>
              <a:gd name="connsiteY619" fmla="*/ 1615556 h 6858000"/>
              <a:gd name="connsiteX620" fmla="*/ 678222 w 7472601"/>
              <a:gd name="connsiteY620" fmla="*/ 1248670 h 6858000"/>
              <a:gd name="connsiteX621" fmla="*/ 6691602 w 7472601"/>
              <a:gd name="connsiteY621" fmla="*/ 1140573 h 6858000"/>
              <a:gd name="connsiteX622" fmla="*/ 6571100 w 7472601"/>
              <a:gd name="connsiteY622" fmla="*/ 1183662 h 6858000"/>
              <a:gd name="connsiteX623" fmla="*/ 6241687 w 7472601"/>
              <a:gd name="connsiteY623" fmla="*/ 1257600 h 6858000"/>
              <a:gd name="connsiteX624" fmla="*/ 5693009 w 7472601"/>
              <a:gd name="connsiteY624" fmla="*/ 1478256 h 6858000"/>
              <a:gd name="connsiteX625" fmla="*/ 6548420 w 7472601"/>
              <a:gd name="connsiteY625" fmla="*/ 1214599 h 6858000"/>
              <a:gd name="connsiteX626" fmla="*/ 6605473 w 7472601"/>
              <a:gd name="connsiteY626" fmla="*/ 1184686 h 6858000"/>
              <a:gd name="connsiteX627" fmla="*/ 6691602 w 7472601"/>
              <a:gd name="connsiteY627" fmla="*/ 1140573 h 6858000"/>
              <a:gd name="connsiteX628" fmla="*/ 4002475 w 7472601"/>
              <a:gd name="connsiteY628" fmla="*/ 1037802 h 6858000"/>
              <a:gd name="connsiteX629" fmla="*/ 4000324 w 7472601"/>
              <a:gd name="connsiteY629" fmla="*/ 1039362 h 6858000"/>
              <a:gd name="connsiteX630" fmla="*/ 4002862 w 7472601"/>
              <a:gd name="connsiteY630" fmla="*/ 1042866 h 6858000"/>
              <a:gd name="connsiteX631" fmla="*/ 4002475 w 7472601"/>
              <a:gd name="connsiteY631" fmla="*/ 1037802 h 6858000"/>
              <a:gd name="connsiteX632" fmla="*/ 506322 w 7472601"/>
              <a:gd name="connsiteY632" fmla="*/ 1020997 h 6858000"/>
              <a:gd name="connsiteX633" fmla="*/ 533068 w 7472601"/>
              <a:gd name="connsiteY633" fmla="*/ 1029409 h 6858000"/>
              <a:gd name="connsiteX634" fmla="*/ 1232525 w 7472601"/>
              <a:gd name="connsiteY634" fmla="*/ 1804675 h 6858000"/>
              <a:gd name="connsiteX635" fmla="*/ 1388858 w 7472601"/>
              <a:gd name="connsiteY635" fmla="*/ 2368011 h 6858000"/>
              <a:gd name="connsiteX636" fmla="*/ 1384098 w 7472601"/>
              <a:gd name="connsiteY636" fmla="*/ 2378125 h 6858000"/>
              <a:gd name="connsiteX637" fmla="*/ 1425393 w 7472601"/>
              <a:gd name="connsiteY637" fmla="*/ 2589124 h 6858000"/>
              <a:gd name="connsiteX638" fmla="*/ 1424001 w 7472601"/>
              <a:gd name="connsiteY638" fmla="*/ 2597541 h 6858000"/>
              <a:gd name="connsiteX639" fmla="*/ 2152729 w 7472601"/>
              <a:gd name="connsiteY639" fmla="*/ 2864487 h 6858000"/>
              <a:gd name="connsiteX640" fmla="*/ 2020609 w 7472601"/>
              <a:gd name="connsiteY640" fmla="*/ 2539671 h 6858000"/>
              <a:gd name="connsiteX641" fmla="*/ 2018920 w 7472601"/>
              <a:gd name="connsiteY641" fmla="*/ 2536309 h 6858000"/>
              <a:gd name="connsiteX642" fmla="*/ 1342441 w 7472601"/>
              <a:gd name="connsiteY642" fmla="*/ 1173017 h 6858000"/>
              <a:gd name="connsiteX643" fmla="*/ 1367925 w 7472601"/>
              <a:gd name="connsiteY643" fmla="*/ 1135648 h 6858000"/>
              <a:gd name="connsiteX644" fmla="*/ 1771401 w 7472601"/>
              <a:gd name="connsiteY644" fmla="*/ 1806673 h 6858000"/>
              <a:gd name="connsiteX645" fmla="*/ 1972385 w 7472601"/>
              <a:gd name="connsiteY645" fmla="*/ 2198735 h 6858000"/>
              <a:gd name="connsiteX646" fmla="*/ 2040892 w 7472601"/>
              <a:gd name="connsiteY646" fmla="*/ 2405205 h 6858000"/>
              <a:gd name="connsiteX647" fmla="*/ 2131689 w 7472601"/>
              <a:gd name="connsiteY647" fmla="*/ 1936926 h 6858000"/>
              <a:gd name="connsiteX648" fmla="*/ 2454820 w 7472601"/>
              <a:gd name="connsiteY648" fmla="*/ 1248808 h 6858000"/>
              <a:gd name="connsiteX649" fmla="*/ 2492512 w 7472601"/>
              <a:gd name="connsiteY649" fmla="*/ 1302920 h 6858000"/>
              <a:gd name="connsiteX650" fmla="*/ 2081216 w 7472601"/>
              <a:gd name="connsiteY650" fmla="*/ 2527513 h 6858000"/>
              <a:gd name="connsiteX651" fmla="*/ 2081211 w 7472601"/>
              <a:gd name="connsiteY651" fmla="*/ 2528916 h 6858000"/>
              <a:gd name="connsiteX652" fmla="*/ 2199067 w 7472601"/>
              <a:gd name="connsiteY652" fmla="*/ 2884061 h 6858000"/>
              <a:gd name="connsiteX653" fmla="*/ 3192586 w 7472601"/>
              <a:gd name="connsiteY653" fmla="*/ 3411496 h 6858000"/>
              <a:gd name="connsiteX654" fmla="*/ 3182620 w 7472601"/>
              <a:gd name="connsiteY654" fmla="*/ 3483279 h 6858000"/>
              <a:gd name="connsiteX655" fmla="*/ 2435119 w 7472601"/>
              <a:gd name="connsiteY655" fmla="*/ 3080173 h 6858000"/>
              <a:gd name="connsiteX656" fmla="*/ 2410152 w 7472601"/>
              <a:gd name="connsiteY656" fmla="*/ 3063751 h 6858000"/>
              <a:gd name="connsiteX657" fmla="*/ 2408099 w 7472601"/>
              <a:gd name="connsiteY657" fmla="*/ 3064403 h 6858000"/>
              <a:gd name="connsiteX658" fmla="*/ 2407218 w 7472601"/>
              <a:gd name="connsiteY658" fmla="*/ 3070324 h 6858000"/>
              <a:gd name="connsiteX659" fmla="*/ 2380138 w 7472601"/>
              <a:gd name="connsiteY659" fmla="*/ 3099341 h 6858000"/>
              <a:gd name="connsiteX660" fmla="*/ 1765923 w 7472601"/>
              <a:gd name="connsiteY660" fmla="*/ 3581043 h 6858000"/>
              <a:gd name="connsiteX661" fmla="*/ 1702258 w 7472601"/>
              <a:gd name="connsiteY661" fmla="*/ 3612286 h 6858000"/>
              <a:gd name="connsiteX662" fmla="*/ 1538370 w 7472601"/>
              <a:gd name="connsiteY662" fmla="*/ 3811804 h 6858000"/>
              <a:gd name="connsiteX663" fmla="*/ 542867 w 7472601"/>
              <a:gd name="connsiteY663" fmla="*/ 4944092 h 6858000"/>
              <a:gd name="connsiteX664" fmla="*/ 515800 w 7472601"/>
              <a:gd name="connsiteY664" fmla="*/ 4862180 h 6858000"/>
              <a:gd name="connsiteX665" fmla="*/ 909145 w 7472601"/>
              <a:gd name="connsiteY665" fmla="*/ 4199225 h 6858000"/>
              <a:gd name="connsiteX666" fmla="*/ 1214067 w 7472601"/>
              <a:gd name="connsiteY666" fmla="*/ 3908561 h 6858000"/>
              <a:gd name="connsiteX667" fmla="*/ 640967 w 7472601"/>
              <a:gd name="connsiteY667" fmla="*/ 4105601 h 6858000"/>
              <a:gd name="connsiteX668" fmla="*/ 112563 w 7472601"/>
              <a:gd name="connsiteY668" fmla="*/ 4396952 h 6858000"/>
              <a:gd name="connsiteX669" fmla="*/ 0 w 7472601"/>
              <a:gd name="connsiteY669" fmla="*/ 4466006 h 6858000"/>
              <a:gd name="connsiteX670" fmla="*/ 0 w 7472601"/>
              <a:gd name="connsiteY670" fmla="*/ 4233763 h 6858000"/>
              <a:gd name="connsiteX671" fmla="*/ 36881 w 7472601"/>
              <a:gd name="connsiteY671" fmla="*/ 4200118 h 6858000"/>
              <a:gd name="connsiteX672" fmla="*/ 910534 w 7472601"/>
              <a:gd name="connsiteY672" fmla="*/ 3629753 h 6858000"/>
              <a:gd name="connsiteX673" fmla="*/ 1578717 w 7472601"/>
              <a:gd name="connsiteY673" fmla="*/ 3575982 h 6858000"/>
              <a:gd name="connsiteX674" fmla="*/ 2338780 w 7472601"/>
              <a:gd name="connsiteY674" fmla="*/ 3033725 h 6858000"/>
              <a:gd name="connsiteX675" fmla="*/ 1807991 w 7472601"/>
              <a:gd name="connsiteY675" fmla="*/ 2807184 h 6858000"/>
              <a:gd name="connsiteX676" fmla="*/ 1416358 w 7472601"/>
              <a:gd name="connsiteY676" fmla="*/ 3112571 h 6858000"/>
              <a:gd name="connsiteX677" fmla="*/ 939066 w 7472601"/>
              <a:gd name="connsiteY677" fmla="*/ 3378798 h 6858000"/>
              <a:gd name="connsiteX678" fmla="*/ 115099 w 7472601"/>
              <a:gd name="connsiteY678" fmla="*/ 3607650 h 6858000"/>
              <a:gd name="connsiteX679" fmla="*/ 97284 w 7472601"/>
              <a:gd name="connsiteY679" fmla="*/ 3520393 h 6858000"/>
              <a:gd name="connsiteX680" fmla="*/ 922050 w 7472601"/>
              <a:gd name="connsiteY680" fmla="*/ 3074867 h 6858000"/>
              <a:gd name="connsiteX681" fmla="*/ 1405265 w 7472601"/>
              <a:gd name="connsiteY681" fmla="*/ 3016319 h 6858000"/>
              <a:gd name="connsiteX682" fmla="*/ 1407512 w 7472601"/>
              <a:gd name="connsiteY682" fmla="*/ 3018001 h 6858000"/>
              <a:gd name="connsiteX683" fmla="*/ 1726266 w 7472601"/>
              <a:gd name="connsiteY683" fmla="*/ 2777274 h 6858000"/>
              <a:gd name="connsiteX684" fmla="*/ 625390 w 7472601"/>
              <a:gd name="connsiteY684" fmla="*/ 2514541 h 6858000"/>
              <a:gd name="connsiteX685" fmla="*/ 619799 w 7472601"/>
              <a:gd name="connsiteY685" fmla="*/ 2527180 h 6858000"/>
              <a:gd name="connsiteX686" fmla="*/ 310030 w 7472601"/>
              <a:gd name="connsiteY686" fmla="*/ 2771818 h 6858000"/>
              <a:gd name="connsiteX687" fmla="*/ 173877 w 7472601"/>
              <a:gd name="connsiteY687" fmla="*/ 2937056 h 6858000"/>
              <a:gd name="connsiteX688" fmla="*/ 77889 w 7472601"/>
              <a:gd name="connsiteY688" fmla="*/ 3138440 h 6858000"/>
              <a:gd name="connsiteX689" fmla="*/ 0 w 7472601"/>
              <a:gd name="connsiteY689" fmla="*/ 3271395 h 6858000"/>
              <a:gd name="connsiteX690" fmla="*/ 0 w 7472601"/>
              <a:gd name="connsiteY690" fmla="*/ 3153002 h 6858000"/>
              <a:gd name="connsiteX691" fmla="*/ 2386 w 7472601"/>
              <a:gd name="connsiteY691" fmla="*/ 3149203 h 6858000"/>
              <a:gd name="connsiteX692" fmla="*/ 89753 w 7472601"/>
              <a:gd name="connsiteY692" fmla="*/ 2987702 h 6858000"/>
              <a:gd name="connsiteX693" fmla="*/ 76869 w 7472601"/>
              <a:gd name="connsiteY693" fmla="*/ 3005404 h 6858000"/>
              <a:gd name="connsiteX694" fmla="*/ 32049 w 7472601"/>
              <a:gd name="connsiteY694" fmla="*/ 3065814 h 6858000"/>
              <a:gd name="connsiteX695" fmla="*/ 0 w 7472601"/>
              <a:gd name="connsiteY695" fmla="*/ 3108744 h 6858000"/>
              <a:gd name="connsiteX696" fmla="*/ 0 w 7472601"/>
              <a:gd name="connsiteY696" fmla="*/ 3058059 h 6858000"/>
              <a:gd name="connsiteX697" fmla="*/ 7610 w 7472601"/>
              <a:gd name="connsiteY697" fmla="*/ 3047889 h 6858000"/>
              <a:gd name="connsiteX698" fmla="*/ 52419 w 7472601"/>
              <a:gd name="connsiteY698" fmla="*/ 2987479 h 6858000"/>
              <a:gd name="connsiteX699" fmla="*/ 59142 w 7472601"/>
              <a:gd name="connsiteY699" fmla="*/ 2978488 h 6858000"/>
              <a:gd name="connsiteX700" fmla="*/ 0 w 7472601"/>
              <a:gd name="connsiteY700" fmla="*/ 3015334 h 6858000"/>
              <a:gd name="connsiteX701" fmla="*/ 0 w 7472601"/>
              <a:gd name="connsiteY701" fmla="*/ 2914286 h 6858000"/>
              <a:gd name="connsiteX702" fmla="*/ 36383 w 7472601"/>
              <a:gd name="connsiteY702" fmla="*/ 2901128 h 6858000"/>
              <a:gd name="connsiteX703" fmla="*/ 156329 w 7472601"/>
              <a:gd name="connsiteY703" fmla="*/ 2840533 h 6858000"/>
              <a:gd name="connsiteX704" fmla="*/ 358355 w 7472601"/>
              <a:gd name="connsiteY704" fmla="*/ 2620471 h 6858000"/>
              <a:gd name="connsiteX705" fmla="*/ 510577 w 7472601"/>
              <a:gd name="connsiteY705" fmla="*/ 2501244 h 6858000"/>
              <a:gd name="connsiteX706" fmla="*/ 211967 w 7472601"/>
              <a:gd name="connsiteY706" fmla="*/ 2479171 h 6858000"/>
              <a:gd name="connsiteX707" fmla="*/ 0 w 7472601"/>
              <a:gd name="connsiteY707" fmla="*/ 2476398 h 6858000"/>
              <a:gd name="connsiteX708" fmla="*/ 0 w 7472601"/>
              <a:gd name="connsiteY708" fmla="*/ 2389189 h 6858000"/>
              <a:gd name="connsiteX709" fmla="*/ 103062 w 7472601"/>
              <a:gd name="connsiteY709" fmla="*/ 2389518 h 6858000"/>
              <a:gd name="connsiteX710" fmla="*/ 510734 w 7472601"/>
              <a:gd name="connsiteY710" fmla="*/ 2416201 h 6858000"/>
              <a:gd name="connsiteX711" fmla="*/ 279257 w 7472601"/>
              <a:gd name="connsiteY711" fmla="*/ 2092102 h 6858000"/>
              <a:gd name="connsiteX712" fmla="*/ 65265 w 7472601"/>
              <a:gd name="connsiteY712" fmla="*/ 2006049 h 6858000"/>
              <a:gd name="connsiteX713" fmla="*/ 0 w 7472601"/>
              <a:gd name="connsiteY713" fmla="*/ 1982532 h 6858000"/>
              <a:gd name="connsiteX714" fmla="*/ 0 w 7472601"/>
              <a:gd name="connsiteY714" fmla="*/ 1912789 h 6858000"/>
              <a:gd name="connsiteX715" fmla="*/ 97460 w 7472601"/>
              <a:gd name="connsiteY715" fmla="*/ 1953725 h 6858000"/>
              <a:gd name="connsiteX716" fmla="*/ 221272 w 7472601"/>
              <a:gd name="connsiteY716" fmla="*/ 1980766 h 6858000"/>
              <a:gd name="connsiteX717" fmla="*/ 116765 w 7472601"/>
              <a:gd name="connsiteY717" fmla="*/ 1911033 h 6858000"/>
              <a:gd name="connsiteX718" fmla="*/ 16405 w 7472601"/>
              <a:gd name="connsiteY718" fmla="*/ 1803412 h 6858000"/>
              <a:gd name="connsiteX719" fmla="*/ 0 w 7472601"/>
              <a:gd name="connsiteY719" fmla="*/ 1784777 h 6858000"/>
              <a:gd name="connsiteX720" fmla="*/ 0 w 7472601"/>
              <a:gd name="connsiteY720" fmla="*/ 1740082 h 6858000"/>
              <a:gd name="connsiteX721" fmla="*/ 39394 w 7472601"/>
              <a:gd name="connsiteY721" fmla="*/ 1784856 h 6858000"/>
              <a:gd name="connsiteX722" fmla="*/ 135813 w 7472601"/>
              <a:gd name="connsiteY722" fmla="*/ 1888838 h 6858000"/>
              <a:gd name="connsiteX723" fmla="*/ 242575 w 7472601"/>
              <a:gd name="connsiteY723" fmla="*/ 1958841 h 6858000"/>
              <a:gd name="connsiteX724" fmla="*/ 82197 w 7472601"/>
              <a:gd name="connsiteY724" fmla="*/ 1754826 h 6858000"/>
              <a:gd name="connsiteX725" fmla="*/ 0 w 7472601"/>
              <a:gd name="connsiteY725" fmla="*/ 1679650 h 6858000"/>
              <a:gd name="connsiteX726" fmla="*/ 0 w 7472601"/>
              <a:gd name="connsiteY726" fmla="*/ 1602463 h 6858000"/>
              <a:gd name="connsiteX727" fmla="*/ 84689 w 7472601"/>
              <a:gd name="connsiteY727" fmla="*/ 1677442 h 6858000"/>
              <a:gd name="connsiteX728" fmla="*/ 298437 w 7472601"/>
              <a:gd name="connsiteY728" fmla="*/ 1968019 h 6858000"/>
              <a:gd name="connsiteX729" fmla="*/ 227269 w 7472601"/>
              <a:gd name="connsiteY729" fmla="*/ 1114064 h 6858000"/>
              <a:gd name="connsiteX730" fmla="*/ 248003 w 7472601"/>
              <a:gd name="connsiteY730" fmla="*/ 1089613 h 6858000"/>
              <a:gd name="connsiteX731" fmla="*/ 427020 w 7472601"/>
              <a:gd name="connsiteY731" fmla="*/ 1619803 h 6858000"/>
              <a:gd name="connsiteX732" fmla="*/ 340345 w 7472601"/>
              <a:gd name="connsiteY732" fmla="*/ 2027739 h 6858000"/>
              <a:gd name="connsiteX733" fmla="*/ 360865 w 7472601"/>
              <a:gd name="connsiteY733" fmla="*/ 2044827 h 6858000"/>
              <a:gd name="connsiteX734" fmla="*/ 560414 w 7472601"/>
              <a:gd name="connsiteY734" fmla="*/ 2421457 h 6858000"/>
              <a:gd name="connsiteX735" fmla="*/ 1359703 w 7472601"/>
              <a:gd name="connsiteY735" fmla="*/ 2578554 h 6858000"/>
              <a:gd name="connsiteX736" fmla="*/ 1359422 w 7472601"/>
              <a:gd name="connsiteY736" fmla="*/ 2577994 h 6858000"/>
              <a:gd name="connsiteX737" fmla="*/ 828701 w 7472601"/>
              <a:gd name="connsiteY737" fmla="*/ 1839520 h 6858000"/>
              <a:gd name="connsiteX738" fmla="*/ 494427 w 7472601"/>
              <a:gd name="connsiteY738" fmla="*/ 1092333 h 6858000"/>
              <a:gd name="connsiteX739" fmla="*/ 506322 w 7472601"/>
              <a:gd name="connsiteY739" fmla="*/ 1020997 h 6858000"/>
              <a:gd name="connsiteX740" fmla="*/ 4570198 w 7472601"/>
              <a:gd name="connsiteY740" fmla="*/ 978081 h 6858000"/>
              <a:gd name="connsiteX741" fmla="*/ 4523691 w 7472601"/>
              <a:gd name="connsiteY741" fmla="*/ 1127776 h 6858000"/>
              <a:gd name="connsiteX742" fmla="*/ 4509875 w 7472601"/>
              <a:gd name="connsiteY742" fmla="*/ 1167552 h 6858000"/>
              <a:gd name="connsiteX743" fmla="*/ 4478168 w 7472601"/>
              <a:gd name="connsiteY743" fmla="*/ 1260735 h 6858000"/>
              <a:gd name="connsiteX744" fmla="*/ 4409309 w 7472601"/>
              <a:gd name="connsiteY744" fmla="*/ 1666996 h 6858000"/>
              <a:gd name="connsiteX745" fmla="*/ 4370031 w 7472601"/>
              <a:gd name="connsiteY745" fmla="*/ 1955666 h 6858000"/>
              <a:gd name="connsiteX746" fmla="*/ 4570198 w 7472601"/>
              <a:gd name="connsiteY746" fmla="*/ 978081 h 6858000"/>
              <a:gd name="connsiteX747" fmla="*/ 4557898 w 7472601"/>
              <a:gd name="connsiteY747" fmla="*/ 900011 h 6858000"/>
              <a:gd name="connsiteX748" fmla="*/ 4344840 w 7472601"/>
              <a:gd name="connsiteY748" fmla="*/ 1922038 h 6858000"/>
              <a:gd name="connsiteX749" fmla="*/ 4378710 w 7472601"/>
              <a:gd name="connsiteY749" fmla="*/ 1665516 h 6858000"/>
              <a:gd name="connsiteX750" fmla="*/ 4448798 w 7472601"/>
              <a:gd name="connsiteY750" fmla="*/ 1253024 h 6858000"/>
              <a:gd name="connsiteX751" fmla="*/ 4480315 w 7472601"/>
              <a:gd name="connsiteY751" fmla="*/ 1158454 h 6858000"/>
              <a:gd name="connsiteX752" fmla="*/ 4494133 w 7472601"/>
              <a:gd name="connsiteY752" fmla="*/ 1118676 h 6858000"/>
              <a:gd name="connsiteX753" fmla="*/ 4557898 w 7472601"/>
              <a:gd name="connsiteY753" fmla="*/ 900011 h 6858000"/>
              <a:gd name="connsiteX754" fmla="*/ 5870151 w 7472601"/>
              <a:gd name="connsiteY754" fmla="*/ 898890 h 6858000"/>
              <a:gd name="connsiteX755" fmla="*/ 5861335 w 7472601"/>
              <a:gd name="connsiteY755" fmla="*/ 899177 h 6858000"/>
              <a:gd name="connsiteX756" fmla="*/ 5843702 w 7472601"/>
              <a:gd name="connsiteY756" fmla="*/ 899748 h 6858000"/>
              <a:gd name="connsiteX757" fmla="*/ 5651107 w 7472601"/>
              <a:gd name="connsiteY757" fmla="*/ 920306 h 6858000"/>
              <a:gd name="connsiteX758" fmla="*/ 5459407 w 7472601"/>
              <a:gd name="connsiteY758" fmla="*/ 940975 h 6858000"/>
              <a:gd name="connsiteX759" fmla="*/ 5374846 w 7472601"/>
              <a:gd name="connsiteY759" fmla="*/ 941988 h 6858000"/>
              <a:gd name="connsiteX760" fmla="*/ 5256105 w 7472601"/>
              <a:gd name="connsiteY760" fmla="*/ 945632 h 6858000"/>
              <a:gd name="connsiteX761" fmla="*/ 5107071 w 7472601"/>
              <a:gd name="connsiteY761" fmla="*/ 969720 h 6858000"/>
              <a:gd name="connsiteX762" fmla="*/ 4998681 w 7472601"/>
              <a:gd name="connsiteY762" fmla="*/ 988771 h 6858000"/>
              <a:gd name="connsiteX763" fmla="*/ 5870151 w 7472601"/>
              <a:gd name="connsiteY763" fmla="*/ 898890 h 6858000"/>
              <a:gd name="connsiteX764" fmla="*/ 5504425 w 7472601"/>
              <a:gd name="connsiteY764" fmla="*/ 848067 h 6858000"/>
              <a:gd name="connsiteX765" fmla="*/ 4968849 w 7472601"/>
              <a:gd name="connsiteY765" fmla="*/ 962318 h 6858000"/>
              <a:gd name="connsiteX766" fmla="*/ 5104039 w 7472601"/>
              <a:gd name="connsiteY766" fmla="*/ 940634 h 6858000"/>
              <a:gd name="connsiteX767" fmla="*/ 5256311 w 7472601"/>
              <a:gd name="connsiteY767" fmla="*/ 916490 h 6858000"/>
              <a:gd name="connsiteX768" fmla="*/ 5377381 w 7472601"/>
              <a:gd name="connsiteY768" fmla="*/ 912671 h 6858000"/>
              <a:gd name="connsiteX769" fmla="*/ 5460148 w 7472601"/>
              <a:gd name="connsiteY769" fmla="*/ 911442 h 6858000"/>
              <a:gd name="connsiteX770" fmla="*/ 5648971 w 7472601"/>
              <a:gd name="connsiteY770" fmla="*/ 891331 h 6858000"/>
              <a:gd name="connsiteX771" fmla="*/ 5844807 w 7472601"/>
              <a:gd name="connsiteY771" fmla="*/ 870718 h 6858000"/>
              <a:gd name="connsiteX772" fmla="*/ 5862975 w 7472601"/>
              <a:gd name="connsiteY772" fmla="*/ 869756 h 6858000"/>
              <a:gd name="connsiteX773" fmla="*/ 5920887 w 7472601"/>
              <a:gd name="connsiteY773" fmla="*/ 865929 h 6858000"/>
              <a:gd name="connsiteX774" fmla="*/ 5504425 w 7472601"/>
              <a:gd name="connsiteY774" fmla="*/ 848067 h 6858000"/>
              <a:gd name="connsiteX775" fmla="*/ 3607114 w 7472601"/>
              <a:gd name="connsiteY775" fmla="*/ 467441 h 6858000"/>
              <a:gd name="connsiteX776" fmla="*/ 3296242 w 7472601"/>
              <a:gd name="connsiteY776" fmla="*/ 807991 h 6858000"/>
              <a:gd name="connsiteX777" fmla="*/ 3174674 w 7472601"/>
              <a:gd name="connsiteY777" fmla="*/ 919759 h 6858000"/>
              <a:gd name="connsiteX778" fmla="*/ 3042978 w 7472601"/>
              <a:gd name="connsiteY778" fmla="*/ 1054894 h 6858000"/>
              <a:gd name="connsiteX779" fmla="*/ 2968914 w 7472601"/>
              <a:gd name="connsiteY779" fmla="*/ 1133756 h 6858000"/>
              <a:gd name="connsiteX780" fmla="*/ 3103823 w 7472601"/>
              <a:gd name="connsiteY780" fmla="*/ 1026814 h 6858000"/>
              <a:gd name="connsiteX781" fmla="*/ 3607114 w 7472601"/>
              <a:gd name="connsiteY781" fmla="*/ 467441 h 6858000"/>
              <a:gd name="connsiteX782" fmla="*/ 3744487 w 7472601"/>
              <a:gd name="connsiteY782" fmla="*/ 383136 h 6858000"/>
              <a:gd name="connsiteX783" fmla="*/ 3970213 w 7472601"/>
              <a:gd name="connsiteY783" fmla="*/ 995559 h 6858000"/>
              <a:gd name="connsiteX784" fmla="*/ 3744487 w 7472601"/>
              <a:gd name="connsiteY784" fmla="*/ 383136 h 6858000"/>
              <a:gd name="connsiteX785" fmla="*/ 3624562 w 7472601"/>
              <a:gd name="connsiteY785" fmla="*/ 367041 h 6858000"/>
              <a:gd name="connsiteX786" fmla="*/ 3489712 w 7472601"/>
              <a:gd name="connsiteY786" fmla="*/ 485386 h 6858000"/>
              <a:gd name="connsiteX787" fmla="*/ 3182994 w 7472601"/>
              <a:gd name="connsiteY787" fmla="*/ 828265 h 6858000"/>
              <a:gd name="connsiteX788" fmla="*/ 2892114 w 7472601"/>
              <a:gd name="connsiteY788" fmla="*/ 1172635 h 6858000"/>
              <a:gd name="connsiteX789" fmla="*/ 3021459 w 7472601"/>
              <a:gd name="connsiteY789" fmla="*/ 1035385 h 6858000"/>
              <a:gd name="connsiteX790" fmla="*/ 3153873 w 7472601"/>
              <a:gd name="connsiteY790" fmla="*/ 898971 h 6858000"/>
              <a:gd name="connsiteX791" fmla="*/ 3276511 w 7472601"/>
              <a:gd name="connsiteY791" fmla="*/ 786423 h 6858000"/>
              <a:gd name="connsiteX792" fmla="*/ 3584154 w 7472601"/>
              <a:gd name="connsiteY792" fmla="*/ 448218 h 6858000"/>
              <a:gd name="connsiteX793" fmla="*/ 3624562 w 7472601"/>
              <a:gd name="connsiteY793" fmla="*/ 367041 h 6858000"/>
              <a:gd name="connsiteX794" fmla="*/ 3766672 w 7472601"/>
              <a:gd name="connsiteY794" fmla="*/ 359429 h 6858000"/>
              <a:gd name="connsiteX795" fmla="*/ 3996338 w 7472601"/>
              <a:gd name="connsiteY795" fmla="*/ 968237 h 6858000"/>
              <a:gd name="connsiteX796" fmla="*/ 3766672 w 7472601"/>
              <a:gd name="connsiteY796" fmla="*/ 359429 h 6858000"/>
              <a:gd name="connsiteX797" fmla="*/ 5805386 w 7472601"/>
              <a:gd name="connsiteY797" fmla="*/ 239240 h 6858000"/>
              <a:gd name="connsiteX798" fmla="*/ 5736947 w 7472601"/>
              <a:gd name="connsiteY798" fmla="*/ 261367 h 6858000"/>
              <a:gd name="connsiteX799" fmla="*/ 5427012 w 7472601"/>
              <a:gd name="connsiteY799" fmla="*/ 311272 h 6858000"/>
              <a:gd name="connsiteX800" fmla="*/ 5147818 w 7472601"/>
              <a:gd name="connsiteY800" fmla="*/ 322112 h 6858000"/>
              <a:gd name="connsiteX801" fmla="*/ 5060854 w 7472601"/>
              <a:gd name="connsiteY801" fmla="*/ 311882 h 6858000"/>
              <a:gd name="connsiteX802" fmla="*/ 4945989 w 7472601"/>
              <a:gd name="connsiteY802" fmla="*/ 300516 h 6858000"/>
              <a:gd name="connsiteX803" fmla="*/ 5410479 w 7472601"/>
              <a:gd name="connsiteY803" fmla="*/ 348434 h 6858000"/>
              <a:gd name="connsiteX804" fmla="*/ 5805386 w 7472601"/>
              <a:gd name="connsiteY804" fmla="*/ 239240 h 6858000"/>
              <a:gd name="connsiteX805" fmla="*/ 5905192 w 7472601"/>
              <a:gd name="connsiteY805" fmla="*/ 163079 h 6858000"/>
              <a:gd name="connsiteX806" fmla="*/ 5865655 w 7472601"/>
              <a:gd name="connsiteY806" fmla="*/ 171901 h 6858000"/>
              <a:gd name="connsiteX807" fmla="*/ 5259740 w 7472601"/>
              <a:gd name="connsiteY807" fmla="*/ 257013 h 6858000"/>
              <a:gd name="connsiteX808" fmla="*/ 5208466 w 7472601"/>
              <a:gd name="connsiteY808" fmla="*/ 257550 h 6858000"/>
              <a:gd name="connsiteX809" fmla="*/ 4980204 w 7472601"/>
              <a:gd name="connsiteY809" fmla="*/ 271903 h 6858000"/>
              <a:gd name="connsiteX810" fmla="*/ 5068068 w 7472601"/>
              <a:gd name="connsiteY810" fmla="*/ 282244 h 6858000"/>
              <a:gd name="connsiteX811" fmla="*/ 5153231 w 7472601"/>
              <a:gd name="connsiteY811" fmla="*/ 292240 h 6858000"/>
              <a:gd name="connsiteX812" fmla="*/ 5426491 w 7472601"/>
              <a:gd name="connsiteY812" fmla="*/ 281128 h 6858000"/>
              <a:gd name="connsiteX813" fmla="*/ 5731212 w 7472601"/>
              <a:gd name="connsiteY813" fmla="*/ 231951 h 6858000"/>
              <a:gd name="connsiteX814" fmla="*/ 5905192 w 7472601"/>
              <a:gd name="connsiteY814" fmla="*/ 163079 h 6858000"/>
              <a:gd name="connsiteX815" fmla="*/ 5944437 w 7472601"/>
              <a:gd name="connsiteY815" fmla="*/ 113829 h 6858000"/>
              <a:gd name="connsiteX816" fmla="*/ 5825032 w 7472601"/>
              <a:gd name="connsiteY816" fmla="*/ 146405 h 6858000"/>
              <a:gd name="connsiteX817" fmla="*/ 4955599 w 7472601"/>
              <a:gd name="connsiteY817" fmla="*/ 247008 h 6858000"/>
              <a:gd name="connsiteX818" fmla="*/ 5210104 w 7472601"/>
              <a:gd name="connsiteY818" fmla="*/ 228123 h 6858000"/>
              <a:gd name="connsiteX819" fmla="*/ 5261015 w 7472601"/>
              <a:gd name="connsiteY819" fmla="*/ 227087 h 6858000"/>
              <a:gd name="connsiteX820" fmla="*/ 5861181 w 7472601"/>
              <a:gd name="connsiteY820" fmla="*/ 143093 h 6858000"/>
              <a:gd name="connsiteX821" fmla="*/ 5961252 w 7472601"/>
              <a:gd name="connsiteY821" fmla="*/ 114820 h 6858000"/>
              <a:gd name="connsiteX822" fmla="*/ 5944437 w 7472601"/>
              <a:gd name="connsiteY822" fmla="*/ 113829 h 6858000"/>
              <a:gd name="connsiteX823" fmla="*/ 3882765 w 7472601"/>
              <a:gd name="connsiteY823" fmla="*/ 0 h 6858000"/>
              <a:gd name="connsiteX824" fmla="*/ 3995099 w 7472601"/>
              <a:gd name="connsiteY824" fmla="*/ 0 h 6858000"/>
              <a:gd name="connsiteX825" fmla="*/ 4163818 w 7472601"/>
              <a:gd name="connsiteY825" fmla="*/ 234104 h 6858000"/>
              <a:gd name="connsiteX826" fmla="*/ 4172099 w 7472601"/>
              <a:gd name="connsiteY826" fmla="*/ 234207 h 6858000"/>
              <a:gd name="connsiteX827" fmla="*/ 4784282 w 7472601"/>
              <a:gd name="connsiteY827" fmla="*/ 276561 h 6858000"/>
              <a:gd name="connsiteX828" fmla="*/ 4801687 w 7472601"/>
              <a:gd name="connsiteY828" fmla="*/ 267764 h 6858000"/>
              <a:gd name="connsiteX829" fmla="*/ 6082788 w 7472601"/>
              <a:gd name="connsiteY829" fmla="*/ 64119 h 6858000"/>
              <a:gd name="connsiteX830" fmla="*/ 6099442 w 7472601"/>
              <a:gd name="connsiteY830" fmla="*/ 82568 h 6858000"/>
              <a:gd name="connsiteX831" fmla="*/ 4804137 w 7472601"/>
              <a:gd name="connsiteY831" fmla="*/ 320931 h 6858000"/>
              <a:gd name="connsiteX832" fmla="*/ 4227047 w 7472601"/>
              <a:gd name="connsiteY832" fmla="*/ 313415 h 6858000"/>
              <a:gd name="connsiteX833" fmla="*/ 4346041 w 7472601"/>
              <a:gd name="connsiteY833" fmla="*/ 456086 h 6858000"/>
              <a:gd name="connsiteX834" fmla="*/ 4870967 w 7472601"/>
              <a:gd name="connsiteY834" fmla="*/ 963061 h 6858000"/>
              <a:gd name="connsiteX835" fmla="*/ 4889647 w 7472601"/>
              <a:gd name="connsiteY835" fmla="*/ 957147 h 6858000"/>
              <a:gd name="connsiteX836" fmla="*/ 5422504 w 7472601"/>
              <a:gd name="connsiteY836" fmla="*/ 805191 h 6858000"/>
              <a:gd name="connsiteX837" fmla="*/ 6087656 w 7472601"/>
              <a:gd name="connsiteY837" fmla="*/ 826703 h 6858000"/>
              <a:gd name="connsiteX838" fmla="*/ 6058717 w 7472601"/>
              <a:gd name="connsiteY838" fmla="*/ 865992 h 6858000"/>
              <a:gd name="connsiteX839" fmla="*/ 4974153 w 7472601"/>
              <a:gd name="connsiteY839" fmla="*/ 1045456 h 6858000"/>
              <a:gd name="connsiteX840" fmla="*/ 5627835 w 7472601"/>
              <a:gd name="connsiteY840" fmla="*/ 1472077 h 6858000"/>
              <a:gd name="connsiteX841" fmla="*/ 5629817 w 7472601"/>
              <a:gd name="connsiteY841" fmla="*/ 1471412 h 6858000"/>
              <a:gd name="connsiteX842" fmla="*/ 5634124 w 7472601"/>
              <a:gd name="connsiteY842" fmla="*/ 1470572 h 6858000"/>
              <a:gd name="connsiteX843" fmla="*/ 5755832 w 7472601"/>
              <a:gd name="connsiteY843" fmla="*/ 1383886 h 6858000"/>
              <a:gd name="connsiteX844" fmla="*/ 6014186 w 7472601"/>
              <a:gd name="connsiteY844" fmla="*/ 1279799 h 6858000"/>
              <a:gd name="connsiteX845" fmla="*/ 6901619 w 7472601"/>
              <a:gd name="connsiteY845" fmla="*/ 1047874 h 6858000"/>
              <a:gd name="connsiteX846" fmla="*/ 6931566 w 7472601"/>
              <a:gd name="connsiteY846" fmla="*/ 1062034 h 6858000"/>
              <a:gd name="connsiteX847" fmla="*/ 5790982 w 7472601"/>
              <a:gd name="connsiteY847" fmla="*/ 1561380 h 6858000"/>
              <a:gd name="connsiteX848" fmla="*/ 6188971 w 7472601"/>
              <a:gd name="connsiteY848" fmla="*/ 1755168 h 6858000"/>
              <a:gd name="connsiteX849" fmla="*/ 6202446 w 7472601"/>
              <a:gd name="connsiteY849" fmla="*/ 1752268 h 6858000"/>
              <a:gd name="connsiteX850" fmla="*/ 7179560 w 7472601"/>
              <a:gd name="connsiteY850" fmla="*/ 1467551 h 6858000"/>
              <a:gd name="connsiteX851" fmla="*/ 7158730 w 7472601"/>
              <a:gd name="connsiteY851" fmla="*/ 1507835 h 6858000"/>
              <a:gd name="connsiteX852" fmla="*/ 6326959 w 7472601"/>
              <a:gd name="connsiteY852" fmla="*/ 1817686 h 6858000"/>
              <a:gd name="connsiteX853" fmla="*/ 6537433 w 7472601"/>
              <a:gd name="connsiteY853" fmla="*/ 1907790 h 6858000"/>
              <a:gd name="connsiteX854" fmla="*/ 6550221 w 7472601"/>
              <a:gd name="connsiteY854" fmla="*/ 1910729 h 6858000"/>
              <a:gd name="connsiteX855" fmla="*/ 6964438 w 7472601"/>
              <a:gd name="connsiteY855" fmla="*/ 2209505 h 6858000"/>
              <a:gd name="connsiteX856" fmla="*/ 7367862 w 7472601"/>
              <a:gd name="connsiteY856" fmla="*/ 2806833 h 6858000"/>
              <a:gd name="connsiteX857" fmla="*/ 7364329 w 7472601"/>
              <a:gd name="connsiteY857" fmla="*/ 2826907 h 6858000"/>
              <a:gd name="connsiteX858" fmla="*/ 7290545 w 7472601"/>
              <a:gd name="connsiteY858" fmla="*/ 2850663 h 6858000"/>
              <a:gd name="connsiteX859" fmla="*/ 6472036 w 7472601"/>
              <a:gd name="connsiteY859" fmla="*/ 1959003 h 6858000"/>
              <a:gd name="connsiteX860" fmla="*/ 5792897 w 7472601"/>
              <a:gd name="connsiteY860" fmla="*/ 1647747 h 6858000"/>
              <a:gd name="connsiteX861" fmla="*/ 5842751 w 7472601"/>
              <a:gd name="connsiteY861" fmla="*/ 1816112 h 6858000"/>
              <a:gd name="connsiteX862" fmla="*/ 5847424 w 7472601"/>
              <a:gd name="connsiteY862" fmla="*/ 1815776 h 6858000"/>
              <a:gd name="connsiteX863" fmla="*/ 6399821 w 7472601"/>
              <a:gd name="connsiteY863" fmla="*/ 2344799 h 6858000"/>
              <a:gd name="connsiteX864" fmla="*/ 6323232 w 7472601"/>
              <a:gd name="connsiteY864" fmla="*/ 2389634 h 6858000"/>
              <a:gd name="connsiteX865" fmla="*/ 5942958 w 7472601"/>
              <a:gd name="connsiteY865" fmla="*/ 2077708 h 6858000"/>
              <a:gd name="connsiteX866" fmla="*/ 5921559 w 7472601"/>
              <a:gd name="connsiteY866" fmla="*/ 2378596 h 6858000"/>
              <a:gd name="connsiteX867" fmla="*/ 5817651 w 7472601"/>
              <a:gd name="connsiteY867" fmla="*/ 3023919 h 6858000"/>
              <a:gd name="connsiteX868" fmla="*/ 5729634 w 7472601"/>
              <a:gd name="connsiteY868" fmla="*/ 3051849 h 6858000"/>
              <a:gd name="connsiteX869" fmla="*/ 5611018 w 7472601"/>
              <a:gd name="connsiteY869" fmla="*/ 2316769 h 6858000"/>
              <a:gd name="connsiteX870" fmla="*/ 5687608 w 7472601"/>
              <a:gd name="connsiteY870" fmla="*/ 2039972 h 6858000"/>
              <a:gd name="connsiteX871" fmla="*/ 5657554 w 7472601"/>
              <a:gd name="connsiteY871" fmla="*/ 1576445 h 6858000"/>
              <a:gd name="connsiteX872" fmla="*/ 5150475 w 7472601"/>
              <a:gd name="connsiteY872" fmla="*/ 1274012 h 6858000"/>
              <a:gd name="connsiteX873" fmla="*/ 5349142 w 7472601"/>
              <a:gd name="connsiteY873" fmla="*/ 2204405 h 6858000"/>
              <a:gd name="connsiteX874" fmla="*/ 5262214 w 7472601"/>
              <a:gd name="connsiteY874" fmla="*/ 2233836 h 6858000"/>
              <a:gd name="connsiteX875" fmla="*/ 4981539 w 7472601"/>
              <a:gd name="connsiteY875" fmla="*/ 1542201 h 6858000"/>
              <a:gd name="connsiteX876" fmla="*/ 4958461 w 7472601"/>
              <a:gd name="connsiteY876" fmla="*/ 1136957 h 6858000"/>
              <a:gd name="connsiteX877" fmla="*/ 4655015 w 7472601"/>
              <a:gd name="connsiteY877" fmla="*/ 891426 h 6858000"/>
              <a:gd name="connsiteX878" fmla="*/ 4348002 w 7472601"/>
              <a:gd name="connsiteY878" fmla="*/ 2205895 h 6858000"/>
              <a:gd name="connsiteX879" fmla="*/ 4262250 w 7472601"/>
              <a:gd name="connsiteY879" fmla="*/ 2219972 h 6858000"/>
              <a:gd name="connsiteX880" fmla="*/ 4550611 w 7472601"/>
              <a:gd name="connsiteY880" fmla="*/ 817540 h 6858000"/>
              <a:gd name="connsiteX881" fmla="*/ 4564418 w 7472601"/>
              <a:gd name="connsiteY881" fmla="*/ 808293 h 6858000"/>
              <a:gd name="connsiteX882" fmla="*/ 4266388 w 7472601"/>
              <a:gd name="connsiteY882" fmla="*/ 500083 h 6858000"/>
              <a:gd name="connsiteX883" fmla="*/ 4032842 w 7472601"/>
              <a:gd name="connsiteY883" fmla="*/ 211809 h 6858000"/>
              <a:gd name="connsiteX884" fmla="*/ 3882765 w 7472601"/>
              <a:gd name="connsiteY884" fmla="*/ 0 h 6858000"/>
              <a:gd name="connsiteX885" fmla="*/ 3721337 w 7472601"/>
              <a:gd name="connsiteY885" fmla="*/ 0 h 6858000"/>
              <a:gd name="connsiteX886" fmla="*/ 3797544 w 7472601"/>
              <a:gd name="connsiteY886" fmla="*/ 0 h 6858000"/>
              <a:gd name="connsiteX887" fmla="*/ 3775734 w 7472601"/>
              <a:gd name="connsiteY887" fmla="*/ 95131 h 6858000"/>
              <a:gd name="connsiteX888" fmla="*/ 3724807 w 7472601"/>
              <a:gd name="connsiteY888" fmla="*/ 272257 h 6858000"/>
              <a:gd name="connsiteX889" fmla="*/ 3726844 w 7472601"/>
              <a:gd name="connsiteY889" fmla="*/ 282988 h 6858000"/>
              <a:gd name="connsiteX890" fmla="*/ 3742664 w 7472601"/>
              <a:gd name="connsiteY890" fmla="*/ 279918 h 6858000"/>
              <a:gd name="connsiteX891" fmla="*/ 4103910 w 7472601"/>
              <a:gd name="connsiteY891" fmla="*/ 1161917 h 6858000"/>
              <a:gd name="connsiteX892" fmla="*/ 4020269 w 7472601"/>
              <a:gd name="connsiteY892" fmla="*/ 1200406 h 6858000"/>
              <a:gd name="connsiteX893" fmla="*/ 3674882 w 7472601"/>
              <a:gd name="connsiteY893" fmla="*/ 488524 h 6858000"/>
              <a:gd name="connsiteX894" fmla="*/ 3132682 w 7472601"/>
              <a:gd name="connsiteY894" fmla="*/ 1072284 h 6858000"/>
              <a:gd name="connsiteX895" fmla="*/ 2716346 w 7472601"/>
              <a:gd name="connsiteY895" fmla="*/ 1276376 h 6858000"/>
              <a:gd name="connsiteX896" fmla="*/ 2716772 w 7472601"/>
              <a:gd name="connsiteY896" fmla="*/ 1255462 h 6858000"/>
              <a:gd name="connsiteX897" fmla="*/ 3471096 w 7472601"/>
              <a:gd name="connsiteY897" fmla="*/ 437072 h 6858000"/>
              <a:gd name="connsiteX898" fmla="*/ 3639057 w 7472601"/>
              <a:gd name="connsiteY898" fmla="*/ 286334 h 6858000"/>
              <a:gd name="connsiteX899" fmla="*/ 3640309 w 7472601"/>
              <a:gd name="connsiteY899" fmla="*/ 284664 h 6858000"/>
              <a:gd name="connsiteX900" fmla="*/ 3646022 w 7472601"/>
              <a:gd name="connsiteY900" fmla="*/ 276711 h 6858000"/>
              <a:gd name="connsiteX901" fmla="*/ 3707943 w 7472601"/>
              <a:gd name="connsiteY901" fmla="*/ 65958 h 6858000"/>
              <a:gd name="connsiteX902" fmla="*/ 3721337 w 7472601"/>
              <a:gd name="connsiteY902" fmla="*/ 0 h 6858000"/>
              <a:gd name="connsiteX903" fmla="*/ 2867960 w 7472601"/>
              <a:gd name="connsiteY903" fmla="*/ 0 h 6858000"/>
              <a:gd name="connsiteX904" fmla="*/ 2926351 w 7472601"/>
              <a:gd name="connsiteY904" fmla="*/ 0 h 6858000"/>
              <a:gd name="connsiteX905" fmla="*/ 2902823 w 7472601"/>
              <a:gd name="connsiteY905" fmla="*/ 262929 h 6858000"/>
              <a:gd name="connsiteX906" fmla="*/ 2940663 w 7472601"/>
              <a:gd name="connsiteY906" fmla="*/ 140884 h 6858000"/>
              <a:gd name="connsiteX907" fmla="*/ 2947039 w 7472601"/>
              <a:gd name="connsiteY907" fmla="*/ 122524 h 6858000"/>
              <a:gd name="connsiteX908" fmla="*/ 2984316 w 7472601"/>
              <a:gd name="connsiteY908" fmla="*/ 0 h 6858000"/>
              <a:gd name="connsiteX909" fmla="*/ 3016114 w 7472601"/>
              <a:gd name="connsiteY909" fmla="*/ 0 h 6858000"/>
              <a:gd name="connsiteX910" fmla="*/ 2979949 w 7472601"/>
              <a:gd name="connsiteY910" fmla="*/ 119274 h 6858000"/>
              <a:gd name="connsiteX911" fmla="*/ 3023879 w 7472601"/>
              <a:gd name="connsiteY911" fmla="*/ 0 h 6858000"/>
              <a:gd name="connsiteX912" fmla="*/ 3105400 w 7472601"/>
              <a:gd name="connsiteY912" fmla="*/ 0 h 6858000"/>
              <a:gd name="connsiteX913" fmla="*/ 3094669 w 7472601"/>
              <a:gd name="connsiteY913" fmla="*/ 30308 h 6858000"/>
              <a:gd name="connsiteX914" fmla="*/ 2901945 w 7472601"/>
              <a:gd name="connsiteY914" fmla="*/ 466538 h 6858000"/>
              <a:gd name="connsiteX915" fmla="*/ 2815209 w 7472601"/>
              <a:gd name="connsiteY915" fmla="*/ 497361 h 6858000"/>
              <a:gd name="connsiteX916" fmla="*/ 2844845 w 7472601"/>
              <a:gd name="connsiteY916" fmla="*/ 127638 h 6858000"/>
              <a:gd name="connsiteX917" fmla="*/ 2867960 w 7472601"/>
              <a:gd name="connsiteY917" fmla="*/ 0 h 6858000"/>
              <a:gd name="connsiteX918" fmla="*/ 1057230 w 7472601"/>
              <a:gd name="connsiteY918" fmla="*/ 0 h 6858000"/>
              <a:gd name="connsiteX919" fmla="*/ 1111003 w 7472601"/>
              <a:gd name="connsiteY919" fmla="*/ 0 h 6858000"/>
              <a:gd name="connsiteX920" fmla="*/ 1125553 w 7472601"/>
              <a:gd name="connsiteY920" fmla="*/ 52588 h 6858000"/>
              <a:gd name="connsiteX921" fmla="*/ 1304276 w 7472601"/>
              <a:gd name="connsiteY921" fmla="*/ 476275 h 6858000"/>
              <a:gd name="connsiteX922" fmla="*/ 1492066 w 7472601"/>
              <a:gd name="connsiteY922" fmla="*/ 886333 h 6858000"/>
              <a:gd name="connsiteX923" fmla="*/ 1423698 w 7472601"/>
              <a:gd name="connsiteY923" fmla="*/ 710817 h 6858000"/>
              <a:gd name="connsiteX924" fmla="*/ 1357609 w 7472601"/>
              <a:gd name="connsiteY924" fmla="*/ 532892 h 6858000"/>
              <a:gd name="connsiteX925" fmla="*/ 1309550 w 7472601"/>
              <a:gd name="connsiteY925" fmla="*/ 374031 h 6858000"/>
              <a:gd name="connsiteX926" fmla="*/ 1193673 w 7472601"/>
              <a:gd name="connsiteY926" fmla="*/ 49533 h 6858000"/>
              <a:gd name="connsiteX927" fmla="*/ 1164391 w 7472601"/>
              <a:gd name="connsiteY927" fmla="*/ 0 h 6858000"/>
              <a:gd name="connsiteX928" fmla="*/ 1200666 w 7472601"/>
              <a:gd name="connsiteY928" fmla="*/ 0 h 6858000"/>
              <a:gd name="connsiteX929" fmla="*/ 1223408 w 7472601"/>
              <a:gd name="connsiteY929" fmla="*/ 38996 h 6858000"/>
              <a:gd name="connsiteX930" fmla="*/ 1339635 w 7472601"/>
              <a:gd name="connsiteY930" fmla="*/ 365517 h 6858000"/>
              <a:gd name="connsiteX931" fmla="*/ 1387469 w 7472601"/>
              <a:gd name="connsiteY931" fmla="*/ 523079 h 6858000"/>
              <a:gd name="connsiteX932" fmla="*/ 1452685 w 7472601"/>
              <a:gd name="connsiteY932" fmla="*/ 699806 h 6858000"/>
              <a:gd name="connsiteX933" fmla="*/ 1492092 w 7472601"/>
              <a:gd name="connsiteY933" fmla="*/ 800424 h 6858000"/>
              <a:gd name="connsiteX934" fmla="*/ 1455302 w 7472601"/>
              <a:gd name="connsiteY934" fmla="*/ 632913 h 6858000"/>
              <a:gd name="connsiteX935" fmla="*/ 1222336 w 7472601"/>
              <a:gd name="connsiteY935" fmla="*/ 9480 h 6858000"/>
              <a:gd name="connsiteX936" fmla="*/ 1214634 w 7472601"/>
              <a:gd name="connsiteY936" fmla="*/ 0 h 6858000"/>
              <a:gd name="connsiteX937" fmla="*/ 1289827 w 7472601"/>
              <a:gd name="connsiteY937" fmla="*/ 0 h 6858000"/>
              <a:gd name="connsiteX938" fmla="*/ 1321076 w 7472601"/>
              <a:gd name="connsiteY938" fmla="*/ 59722 h 6858000"/>
              <a:gd name="connsiteX939" fmla="*/ 1512579 w 7472601"/>
              <a:gd name="connsiteY939" fmla="*/ 626441 h 6858000"/>
              <a:gd name="connsiteX940" fmla="*/ 1506076 w 7472601"/>
              <a:gd name="connsiteY940" fmla="*/ 1089289 h 6858000"/>
              <a:gd name="connsiteX941" fmla="*/ 1486346 w 7472601"/>
              <a:gd name="connsiteY941" fmla="*/ 1079919 h 6858000"/>
              <a:gd name="connsiteX942" fmla="*/ 1070511 w 7472601"/>
              <a:gd name="connsiteY942" fmla="*/ 48609 h 6858000"/>
              <a:gd name="connsiteX943" fmla="*/ 1057230 w 7472601"/>
              <a:gd name="connsiteY943" fmla="*/ 0 h 6858000"/>
              <a:gd name="connsiteX944" fmla="*/ 43151 w 7472601"/>
              <a:gd name="connsiteY944" fmla="*/ 0 h 6858000"/>
              <a:gd name="connsiteX945" fmla="*/ 95283 w 7472601"/>
              <a:gd name="connsiteY945" fmla="*/ 0 h 6858000"/>
              <a:gd name="connsiteX946" fmla="*/ 300708 w 7472601"/>
              <a:gd name="connsiteY946" fmla="*/ 154571 h 6858000"/>
              <a:gd name="connsiteX947" fmla="*/ 530414 w 7472601"/>
              <a:gd name="connsiteY947" fmla="*/ 354673 h 6858000"/>
              <a:gd name="connsiteX948" fmla="*/ 333785 w 7472601"/>
              <a:gd name="connsiteY948" fmla="*/ 161564 h 6858000"/>
              <a:gd name="connsiteX949" fmla="*/ 147005 w 7472601"/>
              <a:gd name="connsiteY949" fmla="*/ 0 h 6858000"/>
              <a:gd name="connsiteX950" fmla="*/ 272509 w 7472601"/>
              <a:gd name="connsiteY950" fmla="*/ 0 h 6858000"/>
              <a:gd name="connsiteX951" fmla="*/ 326276 w 7472601"/>
              <a:gd name="connsiteY951" fmla="*/ 45847 h 6858000"/>
              <a:gd name="connsiteX952" fmla="*/ 823759 w 7472601"/>
              <a:gd name="connsiteY952" fmla="*/ 574145 h 6858000"/>
              <a:gd name="connsiteX953" fmla="*/ 811254 w 7472601"/>
              <a:gd name="connsiteY953" fmla="*/ 665546 h 6858000"/>
              <a:gd name="connsiteX954" fmla="*/ 154042 w 7472601"/>
              <a:gd name="connsiteY954" fmla="*/ 261522 h 6858000"/>
              <a:gd name="connsiteX955" fmla="*/ 13550 w 7472601"/>
              <a:gd name="connsiteY955" fmla="*/ 158423 h 6858000"/>
              <a:gd name="connsiteX956" fmla="*/ 0 w 7472601"/>
              <a:gd name="connsiteY956" fmla="*/ 146618 h 6858000"/>
              <a:gd name="connsiteX957" fmla="*/ 0 w 7472601"/>
              <a:gd name="connsiteY957" fmla="*/ 59161 h 6858000"/>
              <a:gd name="connsiteX958" fmla="*/ 45427 w 7472601"/>
              <a:gd name="connsiteY958" fmla="*/ 101078 h 6858000"/>
              <a:gd name="connsiteX959" fmla="*/ 630103 w 7472601"/>
              <a:gd name="connsiteY959" fmla="*/ 485885 h 6858000"/>
              <a:gd name="connsiteX960" fmla="*/ 532040 w 7472601"/>
              <a:gd name="connsiteY960" fmla="*/ 399359 h 6858000"/>
              <a:gd name="connsiteX961" fmla="*/ 517618 w 7472601"/>
              <a:gd name="connsiteY961" fmla="*/ 385726 h 6858000"/>
              <a:gd name="connsiteX962" fmla="*/ 285074 w 7472601"/>
              <a:gd name="connsiteY962" fmla="*/ 182755 h 6858000"/>
              <a:gd name="connsiteX963" fmla="*/ 43151 w 7472601"/>
              <a:gd name="connsiteY963" fmla="*/ 0 h 6858000"/>
              <a:gd name="connsiteX0" fmla="*/ 369702 w 7472601"/>
              <a:gd name="connsiteY0" fmla="*/ 6712169 h 6858000"/>
              <a:gd name="connsiteX1" fmla="*/ 366575 w 7472601"/>
              <a:gd name="connsiteY1" fmla="*/ 6715556 h 6858000"/>
              <a:gd name="connsiteX2" fmla="*/ 371637 w 7472601"/>
              <a:gd name="connsiteY2" fmla="*/ 6713954 h 6858000"/>
              <a:gd name="connsiteX3" fmla="*/ 369702 w 7472601"/>
              <a:gd name="connsiteY3" fmla="*/ 6712169 h 6858000"/>
              <a:gd name="connsiteX4" fmla="*/ 7088673 w 7472601"/>
              <a:gd name="connsiteY4" fmla="*/ 6610396 h 6858000"/>
              <a:gd name="connsiteX5" fmla="*/ 7440138 w 7472601"/>
              <a:gd name="connsiteY5" fmla="*/ 6622648 h 6858000"/>
              <a:gd name="connsiteX6" fmla="*/ 7467600 w 7472601"/>
              <a:gd name="connsiteY6" fmla="*/ 6628217 h 6858000"/>
              <a:gd name="connsiteX7" fmla="*/ 7467600 w 7472601"/>
              <a:gd name="connsiteY7" fmla="*/ 6668575 h 6858000"/>
              <a:gd name="connsiteX8" fmla="*/ 7392322 w 7472601"/>
              <a:gd name="connsiteY8" fmla="*/ 6658238 h 6858000"/>
              <a:gd name="connsiteX9" fmla="*/ 7467600 w 7472601"/>
              <a:gd name="connsiteY9" fmla="*/ 6683873 h 6858000"/>
              <a:gd name="connsiteX10" fmla="*/ 7467600 w 7472601"/>
              <a:gd name="connsiteY10" fmla="*/ 6714215 h 6858000"/>
              <a:gd name="connsiteX11" fmla="*/ 7447383 w 7472601"/>
              <a:gd name="connsiteY11" fmla="*/ 6707202 h 6858000"/>
              <a:gd name="connsiteX12" fmla="*/ 7289862 w 7472601"/>
              <a:gd name="connsiteY12" fmla="*/ 6659827 h 6858000"/>
              <a:gd name="connsiteX13" fmla="*/ 7434024 w 7472601"/>
              <a:gd name="connsiteY13" fmla="*/ 6722130 h 6858000"/>
              <a:gd name="connsiteX14" fmla="*/ 7467600 w 7472601"/>
              <a:gd name="connsiteY14" fmla="*/ 6736157 h 6858000"/>
              <a:gd name="connsiteX15" fmla="*/ 7467600 w 7472601"/>
              <a:gd name="connsiteY15" fmla="*/ 6767913 h 6858000"/>
              <a:gd name="connsiteX16" fmla="*/ 7392158 w 7472601"/>
              <a:gd name="connsiteY16" fmla="*/ 6771365 h 6858000"/>
              <a:gd name="connsiteX17" fmla="*/ 7467600 w 7472601"/>
              <a:gd name="connsiteY17" fmla="*/ 6805948 h 6858000"/>
              <a:gd name="connsiteX18" fmla="*/ 7467600 w 7472601"/>
              <a:gd name="connsiteY18" fmla="*/ 6831490 h 6858000"/>
              <a:gd name="connsiteX19" fmla="*/ 7410696 w 7472601"/>
              <a:gd name="connsiteY19" fmla="*/ 6803861 h 6858000"/>
              <a:gd name="connsiteX20" fmla="*/ 7088673 w 7472601"/>
              <a:gd name="connsiteY20" fmla="*/ 6610396 h 6858000"/>
              <a:gd name="connsiteX21" fmla="*/ 1019354 w 7472601"/>
              <a:gd name="connsiteY21" fmla="*/ 6315006 h 6858000"/>
              <a:gd name="connsiteX22" fmla="*/ 441046 w 7472601"/>
              <a:gd name="connsiteY22" fmla="*/ 6691153 h 6858000"/>
              <a:gd name="connsiteX23" fmla="*/ 1019354 w 7472601"/>
              <a:gd name="connsiteY23" fmla="*/ 6315006 h 6858000"/>
              <a:gd name="connsiteX24" fmla="*/ 991680 w 7472601"/>
              <a:gd name="connsiteY24" fmla="*/ 6298413 h 6858000"/>
              <a:gd name="connsiteX25" fmla="*/ 409060 w 7472601"/>
              <a:gd name="connsiteY25" fmla="*/ 6671470 h 6858000"/>
              <a:gd name="connsiteX26" fmla="*/ 991680 w 7472601"/>
              <a:gd name="connsiteY26" fmla="*/ 6298413 h 6858000"/>
              <a:gd name="connsiteX27" fmla="*/ 103333 w 7472601"/>
              <a:gd name="connsiteY27" fmla="*/ 5699602 h 6858000"/>
              <a:gd name="connsiteX28" fmla="*/ 233938 w 7472601"/>
              <a:gd name="connsiteY28" fmla="*/ 5809416 h 6858000"/>
              <a:gd name="connsiteX29" fmla="*/ 883580 w 7472601"/>
              <a:gd name="connsiteY29" fmla="*/ 6180710 h 6858000"/>
              <a:gd name="connsiteX30" fmla="*/ 487337 w 7472601"/>
              <a:gd name="connsiteY30" fmla="*/ 5950182 h 6858000"/>
              <a:gd name="connsiteX31" fmla="*/ 354051 w 7472601"/>
              <a:gd name="connsiteY31" fmla="*/ 5854912 h 6858000"/>
              <a:gd name="connsiteX32" fmla="*/ 195436 w 7472601"/>
              <a:gd name="connsiteY32" fmla="*/ 5755068 h 6858000"/>
              <a:gd name="connsiteX33" fmla="*/ 103333 w 7472601"/>
              <a:gd name="connsiteY33" fmla="*/ 5699602 h 6858000"/>
              <a:gd name="connsiteX34" fmla="*/ 5539432 w 7472601"/>
              <a:gd name="connsiteY34" fmla="*/ 5642928 h 6858000"/>
              <a:gd name="connsiteX35" fmla="*/ 5555462 w 7472601"/>
              <a:gd name="connsiteY35" fmla="*/ 5694454 h 6858000"/>
              <a:gd name="connsiteX36" fmla="*/ 5828270 w 7472601"/>
              <a:gd name="connsiteY36" fmla="*/ 6320663 h 6858000"/>
              <a:gd name="connsiteX37" fmla="*/ 5947416 w 7472601"/>
              <a:gd name="connsiteY37" fmla="*/ 6574846 h 6858000"/>
              <a:gd name="connsiteX38" fmla="*/ 5539432 w 7472601"/>
              <a:gd name="connsiteY38" fmla="*/ 5642928 h 6858000"/>
              <a:gd name="connsiteX39" fmla="*/ 51253 w 7472601"/>
              <a:gd name="connsiteY39" fmla="*/ 5631825 h 6858000"/>
              <a:gd name="connsiteX40" fmla="*/ 211622 w 7472601"/>
              <a:gd name="connsiteY40" fmla="*/ 5728803 h 6858000"/>
              <a:gd name="connsiteX41" fmla="*/ 371652 w 7472601"/>
              <a:gd name="connsiteY41" fmla="*/ 5829062 h 6858000"/>
              <a:gd name="connsiteX42" fmla="*/ 505903 w 7472601"/>
              <a:gd name="connsiteY42" fmla="*/ 5925221 h 6858000"/>
              <a:gd name="connsiteX43" fmla="*/ 899240 w 7472601"/>
              <a:gd name="connsiteY43" fmla="*/ 6153068 h 6858000"/>
              <a:gd name="connsiteX44" fmla="*/ 988114 w 7472601"/>
              <a:gd name="connsiteY44" fmla="*/ 6174204 h 6858000"/>
              <a:gd name="connsiteX45" fmla="*/ 845971 w 7472601"/>
              <a:gd name="connsiteY45" fmla="*/ 6067177 h 6858000"/>
              <a:gd name="connsiteX46" fmla="*/ 448057 w 7472601"/>
              <a:gd name="connsiteY46" fmla="*/ 5841376 h 6858000"/>
              <a:gd name="connsiteX47" fmla="*/ 51253 w 7472601"/>
              <a:gd name="connsiteY47" fmla="*/ 5631825 h 6858000"/>
              <a:gd name="connsiteX48" fmla="*/ 2606687 w 7472601"/>
              <a:gd name="connsiteY48" fmla="*/ 5630718 h 6858000"/>
              <a:gd name="connsiteX49" fmla="*/ 2645658 w 7472601"/>
              <a:gd name="connsiteY49" fmla="*/ 6640259 h 6858000"/>
              <a:gd name="connsiteX50" fmla="*/ 2606687 w 7472601"/>
              <a:gd name="connsiteY50" fmla="*/ 5630718 h 6858000"/>
              <a:gd name="connsiteX51" fmla="*/ 3642057 w 7472601"/>
              <a:gd name="connsiteY51" fmla="*/ 5573487 h 6858000"/>
              <a:gd name="connsiteX52" fmla="*/ 3632981 w 7472601"/>
              <a:gd name="connsiteY52" fmla="*/ 5579437 h 6858000"/>
              <a:gd name="connsiteX53" fmla="*/ 3382436 w 7472601"/>
              <a:gd name="connsiteY53" fmla="*/ 5952726 h 6858000"/>
              <a:gd name="connsiteX54" fmla="*/ 3191929 w 7472601"/>
              <a:gd name="connsiteY54" fmla="*/ 6662669 h 6858000"/>
              <a:gd name="connsiteX55" fmla="*/ 3369898 w 7472601"/>
              <a:gd name="connsiteY55" fmla="*/ 6081771 h 6858000"/>
              <a:gd name="connsiteX56" fmla="*/ 3642057 w 7472601"/>
              <a:gd name="connsiteY56" fmla="*/ 5573487 h 6858000"/>
              <a:gd name="connsiteX57" fmla="*/ 2650666 w 7472601"/>
              <a:gd name="connsiteY57" fmla="*/ 5530686 h 6858000"/>
              <a:gd name="connsiteX58" fmla="*/ 2650249 w 7472601"/>
              <a:gd name="connsiteY58" fmla="*/ 5532101 h 6858000"/>
              <a:gd name="connsiteX59" fmla="*/ 2663808 w 7472601"/>
              <a:gd name="connsiteY59" fmla="*/ 6535215 h 6858000"/>
              <a:gd name="connsiteX60" fmla="*/ 2665418 w 7472601"/>
              <a:gd name="connsiteY60" fmla="*/ 6132756 h 6858000"/>
              <a:gd name="connsiteX61" fmla="*/ 2650666 w 7472601"/>
              <a:gd name="connsiteY61" fmla="*/ 5530686 h 6858000"/>
              <a:gd name="connsiteX62" fmla="*/ 2680277 w 7472601"/>
              <a:gd name="connsiteY62" fmla="*/ 5479204 h 6858000"/>
              <a:gd name="connsiteX63" fmla="*/ 2678972 w 7472601"/>
              <a:gd name="connsiteY63" fmla="*/ 5481582 h 6858000"/>
              <a:gd name="connsiteX64" fmla="*/ 2696666 w 7472601"/>
              <a:gd name="connsiteY64" fmla="*/ 6133836 h 6858000"/>
              <a:gd name="connsiteX65" fmla="*/ 2695769 w 7472601"/>
              <a:gd name="connsiteY65" fmla="*/ 6390955 h 6858000"/>
              <a:gd name="connsiteX66" fmla="*/ 2739893 w 7472601"/>
              <a:gd name="connsiteY66" fmla="*/ 6108357 h 6858000"/>
              <a:gd name="connsiteX67" fmla="*/ 2680277 w 7472601"/>
              <a:gd name="connsiteY67" fmla="*/ 5479204 h 6858000"/>
              <a:gd name="connsiteX68" fmla="*/ 1132195 w 7472601"/>
              <a:gd name="connsiteY68" fmla="*/ 5467980 h 6858000"/>
              <a:gd name="connsiteX69" fmla="*/ 1679056 w 7472601"/>
              <a:gd name="connsiteY69" fmla="*/ 5516907 h 6858000"/>
              <a:gd name="connsiteX70" fmla="*/ 2128648 w 7472601"/>
              <a:gd name="connsiteY70" fmla="*/ 5474249 h 6858000"/>
              <a:gd name="connsiteX71" fmla="*/ 1825619 w 7472601"/>
              <a:gd name="connsiteY71" fmla="*/ 5478447 h 6858000"/>
              <a:gd name="connsiteX72" fmla="*/ 1737798 w 7472601"/>
              <a:gd name="connsiteY72" fmla="*/ 5483353 h 6858000"/>
              <a:gd name="connsiteX73" fmla="*/ 1132195 w 7472601"/>
              <a:gd name="connsiteY73" fmla="*/ 5467980 h 6858000"/>
              <a:gd name="connsiteX74" fmla="*/ 7454976 w 7472601"/>
              <a:gd name="connsiteY74" fmla="*/ 6318297 h 6858000"/>
              <a:gd name="connsiteX75" fmla="*/ 7467600 w 7472601"/>
              <a:gd name="connsiteY75" fmla="*/ 6012219 h 6858000"/>
              <a:gd name="connsiteX76" fmla="*/ 7356878 w 7472601"/>
              <a:gd name="connsiteY76" fmla="*/ 5981332 h 6858000"/>
              <a:gd name="connsiteX77" fmla="*/ 7467600 w 7472601"/>
              <a:gd name="connsiteY77" fmla="*/ 6117703 h 6858000"/>
              <a:gd name="connsiteX78" fmla="*/ 7467600 w 7472601"/>
              <a:gd name="connsiteY78" fmla="*/ 6163634 h 6858000"/>
              <a:gd name="connsiteX79" fmla="*/ 7403637 w 7472601"/>
              <a:gd name="connsiteY79" fmla="*/ 6083957 h 6858000"/>
              <a:gd name="connsiteX80" fmla="*/ 7448321 w 7472601"/>
              <a:gd name="connsiteY80" fmla="*/ 6190991 h 6858000"/>
              <a:gd name="connsiteX81" fmla="*/ 7467600 w 7472601"/>
              <a:gd name="connsiteY81" fmla="*/ 6221686 h 6858000"/>
              <a:gd name="connsiteX82" fmla="*/ 7467600 w 7472601"/>
              <a:gd name="connsiteY82" fmla="*/ 6334256 h 6858000"/>
              <a:gd name="connsiteX83" fmla="*/ 7454976 w 7472601"/>
              <a:gd name="connsiteY83" fmla="*/ 6318297 h 6858000"/>
              <a:gd name="connsiteX84" fmla="*/ 1456157 w 7472601"/>
              <a:gd name="connsiteY84" fmla="*/ 5371404 h 6858000"/>
              <a:gd name="connsiteX85" fmla="*/ 1244432 w 7472601"/>
              <a:gd name="connsiteY85" fmla="*/ 5385601 h 6858000"/>
              <a:gd name="connsiteX86" fmla="*/ 973990 w 7472601"/>
              <a:gd name="connsiteY86" fmla="*/ 5424940 h 6858000"/>
              <a:gd name="connsiteX87" fmla="*/ 1103809 w 7472601"/>
              <a:gd name="connsiteY87" fmla="*/ 5433720 h 6858000"/>
              <a:gd name="connsiteX88" fmla="*/ 1123454 w 7472601"/>
              <a:gd name="connsiteY88" fmla="*/ 5435727 h 6858000"/>
              <a:gd name="connsiteX89" fmla="*/ 1737017 w 7472601"/>
              <a:gd name="connsiteY89" fmla="*/ 5452183 h 6858000"/>
              <a:gd name="connsiteX90" fmla="*/ 1824397 w 7472601"/>
              <a:gd name="connsiteY90" fmla="*/ 5447757 h 6858000"/>
              <a:gd name="connsiteX91" fmla="*/ 2070059 w 7472601"/>
              <a:gd name="connsiteY91" fmla="*/ 5441660 h 6858000"/>
              <a:gd name="connsiteX92" fmla="*/ 1456157 w 7472601"/>
              <a:gd name="connsiteY92" fmla="*/ 5371404 h 6858000"/>
              <a:gd name="connsiteX93" fmla="*/ 4988186 w 7472601"/>
              <a:gd name="connsiteY93" fmla="*/ 5216467 h 6858000"/>
              <a:gd name="connsiteX94" fmla="*/ 4777334 w 7472601"/>
              <a:gd name="connsiteY94" fmla="*/ 5406072 h 6858000"/>
              <a:gd name="connsiteX95" fmla="*/ 4718341 w 7472601"/>
              <a:gd name="connsiteY95" fmla="*/ 5468043 h 6858000"/>
              <a:gd name="connsiteX96" fmla="*/ 4604655 w 7472601"/>
              <a:gd name="connsiteY96" fmla="*/ 5583434 h 6858000"/>
              <a:gd name="connsiteX97" fmla="*/ 4565074 w 7472601"/>
              <a:gd name="connsiteY97" fmla="*/ 5618550 h 6858000"/>
              <a:gd name="connsiteX98" fmla="*/ 4988186 w 7472601"/>
              <a:gd name="connsiteY98" fmla="*/ 5216467 h 6858000"/>
              <a:gd name="connsiteX99" fmla="*/ 4978032 w 7472601"/>
              <a:gd name="connsiteY99" fmla="*/ 5183809 h 6858000"/>
              <a:gd name="connsiteX100" fmla="*/ 4463413 w 7472601"/>
              <a:gd name="connsiteY100" fmla="*/ 5615162 h 6858000"/>
              <a:gd name="connsiteX101" fmla="*/ 4358134 w 7472601"/>
              <a:gd name="connsiteY101" fmla="*/ 5742791 h 6858000"/>
              <a:gd name="connsiteX102" fmla="*/ 4376219 w 7472601"/>
              <a:gd name="connsiteY102" fmla="*/ 5729027 h 6858000"/>
              <a:gd name="connsiteX103" fmla="*/ 4582340 w 7472601"/>
              <a:gd name="connsiteY103" fmla="*/ 5561037 h 6858000"/>
              <a:gd name="connsiteX104" fmla="*/ 4694684 w 7472601"/>
              <a:gd name="connsiteY104" fmla="*/ 5447098 h 6858000"/>
              <a:gd name="connsiteX105" fmla="*/ 4754123 w 7472601"/>
              <a:gd name="connsiteY105" fmla="*/ 5384643 h 6858000"/>
              <a:gd name="connsiteX106" fmla="*/ 4978032 w 7472601"/>
              <a:gd name="connsiteY106" fmla="*/ 5183809 h 6858000"/>
              <a:gd name="connsiteX107" fmla="*/ 1903353 w 7472601"/>
              <a:gd name="connsiteY107" fmla="*/ 5044827 h 6858000"/>
              <a:gd name="connsiteX108" fmla="*/ 1936931 w 7472601"/>
              <a:gd name="connsiteY108" fmla="*/ 5093954 h 6858000"/>
              <a:gd name="connsiteX109" fmla="*/ 2195868 w 7472601"/>
              <a:gd name="connsiteY109" fmla="*/ 5396574 h 6858000"/>
              <a:gd name="connsiteX110" fmla="*/ 2088852 w 7472601"/>
              <a:gd name="connsiteY110" fmla="*/ 5166123 h 6858000"/>
              <a:gd name="connsiteX111" fmla="*/ 1958241 w 7472601"/>
              <a:gd name="connsiteY111" fmla="*/ 5067955 h 6858000"/>
              <a:gd name="connsiteX112" fmla="*/ 1903353 w 7472601"/>
              <a:gd name="connsiteY112" fmla="*/ 5044827 h 6858000"/>
              <a:gd name="connsiteX113" fmla="*/ 1979378 w 7472601"/>
              <a:gd name="connsiteY113" fmla="*/ 4769504 h 6858000"/>
              <a:gd name="connsiteX114" fmla="*/ 2882120 w 7472601"/>
              <a:gd name="connsiteY114" fmla="*/ 5064547 h 6858000"/>
              <a:gd name="connsiteX115" fmla="*/ 2793103 w 7472601"/>
              <a:gd name="connsiteY115" fmla="*/ 5039699 h 6858000"/>
              <a:gd name="connsiteX116" fmla="*/ 2770041 w 7472601"/>
              <a:gd name="connsiteY116" fmla="*/ 5033634 h 6858000"/>
              <a:gd name="connsiteX117" fmla="*/ 1979378 w 7472601"/>
              <a:gd name="connsiteY117" fmla="*/ 4769504 h 6858000"/>
              <a:gd name="connsiteX118" fmla="*/ 1927410 w 7472601"/>
              <a:gd name="connsiteY118" fmla="*/ 4716164 h 6858000"/>
              <a:gd name="connsiteX119" fmla="*/ 1959587 w 7472601"/>
              <a:gd name="connsiteY119" fmla="*/ 4728849 h 6858000"/>
              <a:gd name="connsiteX120" fmla="*/ 2777707 w 7472601"/>
              <a:gd name="connsiteY120" fmla="*/ 5003991 h 6858000"/>
              <a:gd name="connsiteX121" fmla="*/ 2800768 w 7472601"/>
              <a:gd name="connsiteY121" fmla="*/ 5010056 h 6858000"/>
              <a:gd name="connsiteX122" fmla="*/ 2879408 w 7472601"/>
              <a:gd name="connsiteY122" fmla="*/ 5031590 h 6858000"/>
              <a:gd name="connsiteX123" fmla="*/ 2862295 w 7472601"/>
              <a:gd name="connsiteY123" fmla="*/ 5022958 h 6858000"/>
              <a:gd name="connsiteX124" fmla="*/ 2813343 w 7472601"/>
              <a:gd name="connsiteY124" fmla="*/ 4998369 h 6858000"/>
              <a:gd name="connsiteX125" fmla="*/ 2646245 w 7472601"/>
              <a:gd name="connsiteY125" fmla="*/ 4930999 h 6858000"/>
              <a:gd name="connsiteX126" fmla="*/ 1999243 w 7472601"/>
              <a:gd name="connsiteY126" fmla="*/ 4730524 h 6858000"/>
              <a:gd name="connsiteX127" fmla="*/ 1979527 w 7472601"/>
              <a:gd name="connsiteY127" fmla="*/ 4726651 h 6858000"/>
              <a:gd name="connsiteX128" fmla="*/ 1927410 w 7472601"/>
              <a:gd name="connsiteY128" fmla="*/ 4716164 h 6858000"/>
              <a:gd name="connsiteX129" fmla="*/ 1997014 w 7472601"/>
              <a:gd name="connsiteY129" fmla="*/ 4698007 h 6858000"/>
              <a:gd name="connsiteX130" fmla="*/ 2005458 w 7472601"/>
              <a:gd name="connsiteY130" fmla="*/ 4699540 h 6858000"/>
              <a:gd name="connsiteX131" fmla="*/ 2657186 w 7472601"/>
              <a:gd name="connsiteY131" fmla="*/ 4901687 h 6858000"/>
              <a:gd name="connsiteX132" fmla="*/ 2826662 w 7472601"/>
              <a:gd name="connsiteY132" fmla="*/ 4970362 h 6858000"/>
              <a:gd name="connsiteX133" fmla="*/ 2876100 w 7472601"/>
              <a:gd name="connsiteY133" fmla="*/ 4995397 h 6858000"/>
              <a:gd name="connsiteX134" fmla="*/ 3042600 w 7472601"/>
              <a:gd name="connsiteY134" fmla="*/ 5059532 h 6858000"/>
              <a:gd name="connsiteX135" fmla="*/ 1997014 w 7472601"/>
              <a:gd name="connsiteY135" fmla="*/ 4698007 h 6858000"/>
              <a:gd name="connsiteX136" fmla="*/ 2305292 w 7472601"/>
              <a:gd name="connsiteY136" fmla="*/ 4219492 h 6858000"/>
              <a:gd name="connsiteX137" fmla="*/ 3360922 w 7472601"/>
              <a:gd name="connsiteY137" fmla="*/ 4529373 h 6858000"/>
              <a:gd name="connsiteX138" fmla="*/ 3492420 w 7472601"/>
              <a:gd name="connsiteY138" fmla="*/ 4510145 h 6858000"/>
              <a:gd name="connsiteX139" fmla="*/ 3364086 w 7472601"/>
              <a:gd name="connsiteY139" fmla="*/ 4480340 h 6858000"/>
              <a:gd name="connsiteX140" fmla="*/ 3225818 w 7472601"/>
              <a:gd name="connsiteY140" fmla="*/ 4411822 h 6858000"/>
              <a:gd name="connsiteX141" fmla="*/ 3129696 w 7472601"/>
              <a:gd name="connsiteY141" fmla="*/ 4360704 h 6858000"/>
              <a:gd name="connsiteX142" fmla="*/ 2814545 w 7472601"/>
              <a:gd name="connsiteY142" fmla="*/ 4282955 h 6858000"/>
              <a:gd name="connsiteX143" fmla="*/ 2305292 w 7472601"/>
              <a:gd name="connsiteY143" fmla="*/ 4219492 h 6858000"/>
              <a:gd name="connsiteX144" fmla="*/ 2626982 w 7472601"/>
              <a:gd name="connsiteY144" fmla="*/ 4206450 h 6858000"/>
              <a:gd name="connsiteX145" fmla="*/ 2490617 w 7472601"/>
              <a:gd name="connsiteY145" fmla="*/ 4206951 h 6858000"/>
              <a:gd name="connsiteX146" fmla="*/ 2819869 w 7472601"/>
              <a:gd name="connsiteY146" fmla="*/ 4252936 h 6858000"/>
              <a:gd name="connsiteX147" fmla="*/ 3143018 w 7472601"/>
              <a:gd name="connsiteY147" fmla="*/ 4332698 h 6858000"/>
              <a:gd name="connsiteX148" fmla="*/ 3241520 w 7472601"/>
              <a:gd name="connsiteY148" fmla="*/ 4385112 h 6858000"/>
              <a:gd name="connsiteX149" fmla="*/ 3374575 w 7472601"/>
              <a:gd name="connsiteY149" fmla="*/ 4451517 h 6858000"/>
              <a:gd name="connsiteX150" fmla="*/ 3505221 w 7472601"/>
              <a:gd name="connsiteY150" fmla="*/ 4480757 h 6858000"/>
              <a:gd name="connsiteX151" fmla="*/ 2626982 w 7472601"/>
              <a:gd name="connsiteY151" fmla="*/ 4206450 h 6858000"/>
              <a:gd name="connsiteX152" fmla="*/ 1310106 w 7472601"/>
              <a:gd name="connsiteY152" fmla="*/ 3943217 h 6858000"/>
              <a:gd name="connsiteX153" fmla="*/ 854994 w 7472601"/>
              <a:gd name="connsiteY153" fmla="*/ 4399136 h 6858000"/>
              <a:gd name="connsiteX154" fmla="*/ 742462 w 7472601"/>
              <a:gd name="connsiteY154" fmla="*/ 4594648 h 6858000"/>
              <a:gd name="connsiteX155" fmla="*/ 820602 w 7472601"/>
              <a:gd name="connsiteY155" fmla="*/ 4485915 h 6858000"/>
              <a:gd name="connsiteX156" fmla="*/ 878295 w 7472601"/>
              <a:gd name="connsiteY156" fmla="*/ 4403594 h 6858000"/>
              <a:gd name="connsiteX157" fmla="*/ 1240607 w 7472601"/>
              <a:gd name="connsiteY157" fmla="*/ 4010401 h 6858000"/>
              <a:gd name="connsiteX158" fmla="*/ 1310106 w 7472601"/>
              <a:gd name="connsiteY158" fmla="*/ 3943217 h 6858000"/>
              <a:gd name="connsiteX159" fmla="*/ 1423113 w 7472601"/>
              <a:gd name="connsiteY159" fmla="*/ 3874565 h 6858000"/>
              <a:gd name="connsiteX160" fmla="*/ 1260565 w 7472601"/>
              <a:gd name="connsiteY160" fmla="*/ 4031982 h 6858000"/>
              <a:gd name="connsiteX161" fmla="*/ 901900 w 7472601"/>
              <a:gd name="connsiteY161" fmla="*/ 4421236 h 6858000"/>
              <a:gd name="connsiteX162" fmla="*/ 845044 w 7472601"/>
              <a:gd name="connsiteY162" fmla="*/ 4502436 h 6858000"/>
              <a:gd name="connsiteX163" fmla="*/ 685926 w 7472601"/>
              <a:gd name="connsiteY163" fmla="*/ 4703069 h 6858000"/>
              <a:gd name="connsiteX164" fmla="*/ 684248 w 7472601"/>
              <a:gd name="connsiteY164" fmla="*/ 4706721 h 6858000"/>
              <a:gd name="connsiteX165" fmla="*/ 1423113 w 7472601"/>
              <a:gd name="connsiteY165" fmla="*/ 3874565 h 6858000"/>
              <a:gd name="connsiteX166" fmla="*/ 3316479 w 7472601"/>
              <a:gd name="connsiteY166" fmla="*/ 3872136 h 6858000"/>
              <a:gd name="connsiteX167" fmla="*/ 3546806 w 7472601"/>
              <a:gd name="connsiteY167" fmla="*/ 4356139 h 6858000"/>
              <a:gd name="connsiteX168" fmla="*/ 3364433 w 7472601"/>
              <a:gd name="connsiteY168" fmla="*/ 3953121 h 6858000"/>
              <a:gd name="connsiteX169" fmla="*/ 3316479 w 7472601"/>
              <a:gd name="connsiteY169" fmla="*/ 3872136 h 6858000"/>
              <a:gd name="connsiteX170" fmla="*/ 3291335 w 7472601"/>
              <a:gd name="connsiteY170" fmla="*/ 3767420 h 6858000"/>
              <a:gd name="connsiteX171" fmla="*/ 3390805 w 7472601"/>
              <a:gd name="connsiteY171" fmla="*/ 3937163 h 6858000"/>
              <a:gd name="connsiteX172" fmla="*/ 3579062 w 7472601"/>
              <a:gd name="connsiteY172" fmla="*/ 4359040 h 6858000"/>
              <a:gd name="connsiteX173" fmla="*/ 3467355 w 7472601"/>
              <a:gd name="connsiteY173" fmla="*/ 3988130 h 6858000"/>
              <a:gd name="connsiteX174" fmla="*/ 3310753 w 7472601"/>
              <a:gd name="connsiteY174" fmla="*/ 3787140 h 6858000"/>
              <a:gd name="connsiteX175" fmla="*/ 3291335 w 7472601"/>
              <a:gd name="connsiteY175" fmla="*/ 3767420 h 6858000"/>
              <a:gd name="connsiteX176" fmla="*/ 1635889 w 7472601"/>
              <a:gd name="connsiteY176" fmla="*/ 3709494 h 6858000"/>
              <a:gd name="connsiteX177" fmla="*/ 1634800 w 7472601"/>
              <a:gd name="connsiteY177" fmla="*/ 3731111 h 6858000"/>
              <a:gd name="connsiteX178" fmla="*/ 1635889 w 7472601"/>
              <a:gd name="connsiteY178" fmla="*/ 3709494 h 6858000"/>
              <a:gd name="connsiteX179" fmla="*/ 1510397 w 7472601"/>
              <a:gd name="connsiteY179" fmla="*/ 3684705 h 6858000"/>
              <a:gd name="connsiteX180" fmla="*/ 1146550 w 7472601"/>
              <a:gd name="connsiteY180" fmla="*/ 3802012 h 6858000"/>
              <a:gd name="connsiteX181" fmla="*/ 698834 w 7472601"/>
              <a:gd name="connsiteY181" fmla="*/ 3952272 h 6858000"/>
              <a:gd name="connsiteX182" fmla="*/ 34256 w 7472601"/>
              <a:gd name="connsiteY182" fmla="*/ 4347603 h 6858000"/>
              <a:gd name="connsiteX183" fmla="*/ 527241 w 7472601"/>
              <a:gd name="connsiteY183" fmla="*/ 4065078 h 6858000"/>
              <a:gd name="connsiteX184" fmla="*/ 1510397 w 7472601"/>
              <a:gd name="connsiteY184" fmla="*/ 3684705 h 6858000"/>
              <a:gd name="connsiteX185" fmla="*/ 1313114 w 7472601"/>
              <a:gd name="connsiteY185" fmla="*/ 3655216 h 6858000"/>
              <a:gd name="connsiteX186" fmla="*/ 1109304 w 7472601"/>
              <a:gd name="connsiteY186" fmla="*/ 3669030 h 6858000"/>
              <a:gd name="connsiteX187" fmla="*/ 8129 w 7472601"/>
              <a:gd name="connsiteY187" fmla="*/ 4330519 h 6858000"/>
              <a:gd name="connsiteX188" fmla="*/ 687572 w 7472601"/>
              <a:gd name="connsiteY188" fmla="*/ 3925629 h 6858000"/>
              <a:gd name="connsiteX189" fmla="*/ 1138365 w 7472601"/>
              <a:gd name="connsiteY189" fmla="*/ 3774515 h 6858000"/>
              <a:gd name="connsiteX190" fmla="*/ 1505579 w 7472601"/>
              <a:gd name="connsiteY190" fmla="*/ 3655526 h 6858000"/>
              <a:gd name="connsiteX191" fmla="*/ 1313114 w 7472601"/>
              <a:gd name="connsiteY191" fmla="*/ 3655216 h 6858000"/>
              <a:gd name="connsiteX192" fmla="*/ 3655073 w 7472601"/>
              <a:gd name="connsiteY192" fmla="*/ 3650884 h 6858000"/>
              <a:gd name="connsiteX193" fmla="*/ 3989938 w 7472601"/>
              <a:gd name="connsiteY193" fmla="*/ 3991685 h 6858000"/>
              <a:gd name="connsiteX194" fmla="*/ 4393907 w 7472601"/>
              <a:gd name="connsiteY194" fmla="*/ 4261258 h 6858000"/>
              <a:gd name="connsiteX195" fmla="*/ 4648051 w 7472601"/>
              <a:gd name="connsiteY195" fmla="*/ 4374051 h 6858000"/>
              <a:gd name="connsiteX196" fmla="*/ 4383389 w 7472601"/>
              <a:gd name="connsiteY196" fmla="*/ 4184369 h 6858000"/>
              <a:gd name="connsiteX197" fmla="*/ 4165508 w 7472601"/>
              <a:gd name="connsiteY197" fmla="*/ 4035196 h 6858000"/>
              <a:gd name="connsiteX198" fmla="*/ 4068162 w 7472601"/>
              <a:gd name="connsiteY198" fmla="*/ 3953394 h 6858000"/>
              <a:gd name="connsiteX199" fmla="*/ 3981416 w 7472601"/>
              <a:gd name="connsiteY199" fmla="*/ 3880482 h 6858000"/>
              <a:gd name="connsiteX200" fmla="*/ 3800147 w 7472601"/>
              <a:gd name="connsiteY200" fmla="*/ 3749872 h 6858000"/>
              <a:gd name="connsiteX201" fmla="*/ 3655073 w 7472601"/>
              <a:gd name="connsiteY201" fmla="*/ 3650884 h 6858000"/>
              <a:gd name="connsiteX202" fmla="*/ 3670252 w 7472601"/>
              <a:gd name="connsiteY202" fmla="*/ 3622798 h 6858000"/>
              <a:gd name="connsiteX203" fmla="*/ 3817258 w 7472601"/>
              <a:gd name="connsiteY203" fmla="*/ 3723577 h 6858000"/>
              <a:gd name="connsiteX204" fmla="*/ 4000461 w 7472601"/>
              <a:gd name="connsiteY204" fmla="*/ 3855966 h 6858000"/>
              <a:gd name="connsiteX205" fmla="*/ 4088180 w 7472601"/>
              <a:gd name="connsiteY205" fmla="*/ 3929774 h 6858000"/>
              <a:gd name="connsiteX206" fmla="*/ 4184555 w 7472601"/>
              <a:gd name="connsiteY206" fmla="*/ 4010683 h 6858000"/>
              <a:gd name="connsiteX207" fmla="*/ 4399563 w 7472601"/>
              <a:gd name="connsiteY207" fmla="*/ 4158106 h 6858000"/>
              <a:gd name="connsiteX208" fmla="*/ 4684469 w 7472601"/>
              <a:gd name="connsiteY208" fmla="*/ 4364680 h 6858000"/>
              <a:gd name="connsiteX209" fmla="*/ 4690271 w 7472601"/>
              <a:gd name="connsiteY209" fmla="*/ 4370034 h 6858000"/>
              <a:gd name="connsiteX210" fmla="*/ 4136093 w 7472601"/>
              <a:gd name="connsiteY210" fmla="*/ 3858466 h 6858000"/>
              <a:gd name="connsiteX211" fmla="*/ 3670252 w 7472601"/>
              <a:gd name="connsiteY211" fmla="*/ 3622798 h 6858000"/>
              <a:gd name="connsiteX212" fmla="*/ 4440129 w 7472601"/>
              <a:gd name="connsiteY212" fmla="*/ 3448571 h 6858000"/>
              <a:gd name="connsiteX213" fmla="*/ 4856525 w 7472601"/>
              <a:gd name="connsiteY213" fmla="*/ 3915351 h 6858000"/>
              <a:gd name="connsiteX214" fmla="*/ 5059055 w 7472601"/>
              <a:gd name="connsiteY214" fmla="*/ 4108918 h 6858000"/>
              <a:gd name="connsiteX215" fmla="*/ 5290070 w 7472601"/>
              <a:gd name="connsiteY215" fmla="*/ 4263619 h 6858000"/>
              <a:gd name="connsiteX216" fmla="*/ 4834991 w 7472601"/>
              <a:gd name="connsiteY216" fmla="*/ 3830985 h 6858000"/>
              <a:gd name="connsiteX217" fmla="*/ 4440129 w 7472601"/>
              <a:gd name="connsiteY217" fmla="*/ 3448571 h 6858000"/>
              <a:gd name="connsiteX218" fmla="*/ 4441737 w 7472601"/>
              <a:gd name="connsiteY218" fmla="*/ 3399734 h 6858000"/>
              <a:gd name="connsiteX219" fmla="*/ 4431236 w 7472601"/>
              <a:gd name="connsiteY219" fmla="*/ 3400954 h 6858000"/>
              <a:gd name="connsiteX220" fmla="*/ 4557150 w 7472601"/>
              <a:gd name="connsiteY220" fmla="*/ 3510023 h 6858000"/>
              <a:gd name="connsiteX221" fmla="*/ 4856936 w 7472601"/>
              <a:gd name="connsiteY221" fmla="*/ 3809146 h 6858000"/>
              <a:gd name="connsiteX222" fmla="*/ 5111996 w 7472601"/>
              <a:gd name="connsiteY222" fmla="*/ 4065759 h 6858000"/>
              <a:gd name="connsiteX223" fmla="*/ 5388878 w 7472601"/>
              <a:gd name="connsiteY223" fmla="*/ 4300185 h 6858000"/>
              <a:gd name="connsiteX224" fmla="*/ 5425556 w 7472601"/>
              <a:gd name="connsiteY224" fmla="*/ 4308967 h 6858000"/>
              <a:gd name="connsiteX225" fmla="*/ 4943646 w 7472601"/>
              <a:gd name="connsiteY225" fmla="*/ 3822916 h 6858000"/>
              <a:gd name="connsiteX226" fmla="*/ 4594837 w 7472601"/>
              <a:gd name="connsiteY226" fmla="*/ 3532274 h 6858000"/>
              <a:gd name="connsiteX227" fmla="*/ 4441737 w 7472601"/>
              <a:gd name="connsiteY227" fmla="*/ 3399734 h 6858000"/>
              <a:gd name="connsiteX228" fmla="*/ 5425834 w 7472601"/>
              <a:gd name="connsiteY228" fmla="*/ 3162785 h 6858000"/>
              <a:gd name="connsiteX229" fmla="*/ 5401644 w 7472601"/>
              <a:gd name="connsiteY229" fmla="*/ 3617847 h 6858000"/>
              <a:gd name="connsiteX230" fmla="*/ 5467256 w 7472601"/>
              <a:gd name="connsiteY230" fmla="*/ 4175494 h 6858000"/>
              <a:gd name="connsiteX231" fmla="*/ 5448069 w 7472601"/>
              <a:gd name="connsiteY231" fmla="*/ 3567554 h 6858000"/>
              <a:gd name="connsiteX232" fmla="*/ 5425834 w 7472601"/>
              <a:gd name="connsiteY232" fmla="*/ 3162785 h 6858000"/>
              <a:gd name="connsiteX233" fmla="*/ 1318687 w 7472601"/>
              <a:gd name="connsiteY233" fmla="*/ 3113840 h 6858000"/>
              <a:gd name="connsiteX234" fmla="*/ 1066793 w 7472601"/>
              <a:gd name="connsiteY234" fmla="*/ 3212171 h 6858000"/>
              <a:gd name="connsiteX235" fmla="*/ 993319 w 7472601"/>
              <a:gd name="connsiteY235" fmla="*/ 3247648 h 6858000"/>
              <a:gd name="connsiteX236" fmla="*/ 853081 w 7472601"/>
              <a:gd name="connsiteY236" fmla="*/ 3312410 h 6858000"/>
              <a:gd name="connsiteX237" fmla="*/ 805957 w 7472601"/>
              <a:gd name="connsiteY237" fmla="*/ 3330443 h 6858000"/>
              <a:gd name="connsiteX238" fmla="*/ 1318687 w 7472601"/>
              <a:gd name="connsiteY238" fmla="*/ 3113840 h 6858000"/>
              <a:gd name="connsiteX239" fmla="*/ 5453702 w 7472601"/>
              <a:gd name="connsiteY239" fmla="*/ 3090882 h 6858000"/>
              <a:gd name="connsiteX240" fmla="*/ 5480135 w 7472601"/>
              <a:gd name="connsiteY240" fmla="*/ 3565802 h 6858000"/>
              <a:gd name="connsiteX241" fmla="*/ 5499023 w 7472601"/>
              <a:gd name="connsiteY241" fmla="*/ 4166310 h 6858000"/>
              <a:gd name="connsiteX242" fmla="*/ 5547022 w 7472601"/>
              <a:gd name="connsiteY242" fmla="*/ 3607838 h 6858000"/>
              <a:gd name="connsiteX243" fmla="*/ 5515964 w 7472601"/>
              <a:gd name="connsiteY243" fmla="*/ 3378541 h 6858000"/>
              <a:gd name="connsiteX244" fmla="*/ 5453702 w 7472601"/>
              <a:gd name="connsiteY244" fmla="*/ 3090882 h 6858000"/>
              <a:gd name="connsiteX245" fmla="*/ 1238695 w 7472601"/>
              <a:gd name="connsiteY245" fmla="*/ 3076820 h 6858000"/>
              <a:gd name="connsiteX246" fmla="*/ 716371 w 7472601"/>
              <a:gd name="connsiteY246" fmla="*/ 3293249 h 6858000"/>
              <a:gd name="connsiteX247" fmla="*/ 579522 w 7472601"/>
              <a:gd name="connsiteY247" fmla="*/ 3371759 h 6858000"/>
              <a:gd name="connsiteX248" fmla="*/ 600288 w 7472601"/>
              <a:gd name="connsiteY248" fmla="*/ 3365555 h 6858000"/>
              <a:gd name="connsiteX249" fmla="*/ 840692 w 7472601"/>
              <a:gd name="connsiteY249" fmla="*/ 3284921 h 6858000"/>
              <a:gd name="connsiteX250" fmla="*/ 979248 w 7472601"/>
              <a:gd name="connsiteY250" fmla="*/ 3221003 h 6858000"/>
              <a:gd name="connsiteX251" fmla="*/ 1053282 w 7472601"/>
              <a:gd name="connsiteY251" fmla="*/ 3185247 h 6858000"/>
              <a:gd name="connsiteX252" fmla="*/ 1320603 w 7472601"/>
              <a:gd name="connsiteY252" fmla="*/ 3081281 h 6858000"/>
              <a:gd name="connsiteX253" fmla="*/ 1238695 w 7472601"/>
              <a:gd name="connsiteY253" fmla="*/ 3076820 h 6858000"/>
              <a:gd name="connsiteX254" fmla="*/ 5425627 w 7472601"/>
              <a:gd name="connsiteY254" fmla="*/ 2954192 h 6858000"/>
              <a:gd name="connsiteX255" fmla="*/ 5470770 w 7472601"/>
              <a:gd name="connsiteY255" fmla="*/ 3005435 h 6858000"/>
              <a:gd name="connsiteX256" fmla="*/ 5519779 w 7472601"/>
              <a:gd name="connsiteY256" fmla="*/ 4359223 h 6858000"/>
              <a:gd name="connsiteX257" fmla="*/ 5520293 w 7472601"/>
              <a:gd name="connsiteY257" fmla="*/ 4360602 h 6858000"/>
              <a:gd name="connsiteX258" fmla="*/ 5767221 w 7472601"/>
              <a:gd name="connsiteY258" fmla="*/ 4665564 h 6858000"/>
              <a:gd name="connsiteX259" fmla="*/ 6937169 w 7472601"/>
              <a:gd name="connsiteY259" fmla="*/ 4815941 h 6858000"/>
              <a:gd name="connsiteX260" fmla="*/ 6953922 w 7472601"/>
              <a:gd name="connsiteY260" fmla="*/ 4890068 h 6858000"/>
              <a:gd name="connsiteX261" fmla="*/ 6071359 w 7472601"/>
              <a:gd name="connsiteY261" fmla="*/ 4770770 h 6858000"/>
              <a:gd name="connsiteX262" fmla="*/ 6038839 w 7472601"/>
              <a:gd name="connsiteY262" fmla="*/ 4764474 h 6858000"/>
              <a:gd name="connsiteX263" fmla="*/ 6038706 w 7472601"/>
              <a:gd name="connsiteY263" fmla="*/ 4763847 h 6858000"/>
              <a:gd name="connsiteX264" fmla="*/ 6037784 w 7472601"/>
              <a:gd name="connsiteY264" fmla="*/ 4764270 h 6858000"/>
              <a:gd name="connsiteX265" fmla="*/ 6038839 w 7472601"/>
              <a:gd name="connsiteY265" fmla="*/ 4764474 h 6858000"/>
              <a:gd name="connsiteX266" fmla="*/ 6040338 w 7472601"/>
              <a:gd name="connsiteY266" fmla="*/ 4771418 h 6858000"/>
              <a:gd name="connsiteX267" fmla="*/ 6024488 w 7472601"/>
              <a:gd name="connsiteY267" fmla="*/ 4809903 h 6858000"/>
              <a:gd name="connsiteX268" fmla="*/ 5599771 w 7472601"/>
              <a:gd name="connsiteY268" fmla="*/ 5509652 h 6858000"/>
              <a:gd name="connsiteX269" fmla="*/ 5548843 w 7472601"/>
              <a:gd name="connsiteY269" fmla="*/ 5563845 h 6858000"/>
              <a:gd name="connsiteX270" fmla="*/ 5940952 w 7472601"/>
              <a:gd name="connsiteY270" fmla="*/ 6250028 h 6858000"/>
              <a:gd name="connsiteX271" fmla="*/ 6043441 w 7472601"/>
              <a:gd name="connsiteY271" fmla="*/ 6665847 h 6858000"/>
              <a:gd name="connsiteX272" fmla="*/ 6093432 w 7472601"/>
              <a:gd name="connsiteY272" fmla="*/ 6858000 h 6858000"/>
              <a:gd name="connsiteX273" fmla="*/ 6034344 w 7472601"/>
              <a:gd name="connsiteY273" fmla="*/ 6858000 h 6858000"/>
              <a:gd name="connsiteX274" fmla="*/ 6026679 w 7472601"/>
              <a:gd name="connsiteY274" fmla="*/ 6836959 h 6858000"/>
              <a:gd name="connsiteX275" fmla="*/ 5800441 w 7472601"/>
              <a:gd name="connsiteY275" fmla="*/ 6335286 h 6858000"/>
              <a:gd name="connsiteX276" fmla="*/ 5526562 w 7472601"/>
              <a:gd name="connsiteY276" fmla="*/ 5705388 h 6858000"/>
              <a:gd name="connsiteX277" fmla="*/ 5519640 w 7472601"/>
              <a:gd name="connsiteY277" fmla="*/ 5683774 h 6858000"/>
              <a:gd name="connsiteX278" fmla="*/ 5844559 w 7472601"/>
              <a:gd name="connsiteY278" fmla="*/ 6553349 h 6858000"/>
              <a:gd name="connsiteX279" fmla="*/ 5975994 w 7472601"/>
              <a:gd name="connsiteY279" fmla="*/ 6858000 h 6858000"/>
              <a:gd name="connsiteX280" fmla="*/ 5898547 w 7472601"/>
              <a:gd name="connsiteY280" fmla="*/ 6858000 h 6858000"/>
              <a:gd name="connsiteX281" fmla="*/ 5682041 w 7472601"/>
              <a:gd name="connsiteY281" fmla="*/ 6355860 h 6858000"/>
              <a:gd name="connsiteX282" fmla="*/ 5461758 w 7472601"/>
              <a:gd name="connsiteY282" fmla="*/ 5820220 h 6858000"/>
              <a:gd name="connsiteX283" fmla="*/ 5237282 w 7472601"/>
              <a:gd name="connsiteY283" fmla="*/ 6579086 h 6858000"/>
              <a:gd name="connsiteX284" fmla="*/ 5115009 w 7472601"/>
              <a:gd name="connsiteY284" fmla="*/ 6858000 h 6858000"/>
              <a:gd name="connsiteX285" fmla="*/ 5028074 w 7472601"/>
              <a:gd name="connsiteY285" fmla="*/ 6858000 h 6858000"/>
              <a:gd name="connsiteX286" fmla="*/ 5079508 w 7472601"/>
              <a:gd name="connsiteY286" fmla="*/ 6749074 h 6858000"/>
              <a:gd name="connsiteX287" fmla="*/ 5371846 w 7472601"/>
              <a:gd name="connsiteY287" fmla="*/ 5924413 h 6858000"/>
              <a:gd name="connsiteX288" fmla="*/ 5270512 w 7472601"/>
              <a:gd name="connsiteY288" fmla="*/ 6138975 h 6858000"/>
              <a:gd name="connsiteX289" fmla="*/ 5062409 w 7472601"/>
              <a:gd name="connsiteY289" fmla="*/ 6653544 h 6858000"/>
              <a:gd name="connsiteX290" fmla="*/ 5036628 w 7472601"/>
              <a:gd name="connsiteY290" fmla="*/ 6754247 h 6858000"/>
              <a:gd name="connsiteX291" fmla="*/ 5009112 w 7472601"/>
              <a:gd name="connsiteY291" fmla="*/ 6858000 h 6858000"/>
              <a:gd name="connsiteX292" fmla="*/ 4976679 w 7472601"/>
              <a:gd name="connsiteY292" fmla="*/ 6858000 h 6858000"/>
              <a:gd name="connsiteX293" fmla="*/ 5006537 w 7472601"/>
              <a:gd name="connsiteY293" fmla="*/ 6747068 h 6858000"/>
              <a:gd name="connsiteX294" fmla="*/ 5032723 w 7472601"/>
              <a:gd name="connsiteY294" fmla="*/ 6644957 h 6858000"/>
              <a:gd name="connsiteX295" fmla="*/ 5242949 w 7472601"/>
              <a:gd name="connsiteY295" fmla="*/ 6125175 h 6858000"/>
              <a:gd name="connsiteX296" fmla="*/ 5286321 w 7472601"/>
              <a:gd name="connsiteY296" fmla="*/ 6033555 h 6858000"/>
              <a:gd name="connsiteX297" fmla="*/ 5008210 w 7472601"/>
              <a:gd name="connsiteY297" fmla="*/ 6649194 h 6858000"/>
              <a:gd name="connsiteX298" fmla="*/ 4986321 w 7472601"/>
              <a:gd name="connsiteY298" fmla="*/ 6765687 h 6858000"/>
              <a:gd name="connsiteX299" fmla="*/ 4973474 w 7472601"/>
              <a:gd name="connsiteY299" fmla="*/ 6858000 h 6858000"/>
              <a:gd name="connsiteX300" fmla="*/ 4907178 w 7472601"/>
              <a:gd name="connsiteY300" fmla="*/ 6858000 h 6858000"/>
              <a:gd name="connsiteX301" fmla="*/ 4910810 w 7472601"/>
              <a:gd name="connsiteY301" fmla="*/ 6829660 h 6858000"/>
              <a:gd name="connsiteX302" fmla="*/ 4987461 w 7472601"/>
              <a:gd name="connsiteY302" fmla="*/ 6432994 h 6858000"/>
              <a:gd name="connsiteX303" fmla="*/ 5179262 w 7472601"/>
              <a:gd name="connsiteY303" fmla="*/ 6035044 h 6858000"/>
              <a:gd name="connsiteX304" fmla="*/ 4689678 w 7472601"/>
              <a:gd name="connsiteY304" fmla="*/ 6440241 h 6858000"/>
              <a:gd name="connsiteX305" fmla="*/ 4477543 w 7472601"/>
              <a:gd name="connsiteY305" fmla="*/ 6674836 h 6858000"/>
              <a:gd name="connsiteX306" fmla="*/ 4329957 w 7472601"/>
              <a:gd name="connsiteY306" fmla="*/ 6858000 h 6858000"/>
              <a:gd name="connsiteX307" fmla="*/ 4218595 w 7472601"/>
              <a:gd name="connsiteY307" fmla="*/ 6858000 h 6858000"/>
              <a:gd name="connsiteX308" fmla="*/ 4368888 w 7472601"/>
              <a:gd name="connsiteY308" fmla="*/ 6668412 h 6858000"/>
              <a:gd name="connsiteX309" fmla="*/ 4563091 w 7472601"/>
              <a:gd name="connsiteY309" fmla="*/ 6442508 h 6858000"/>
              <a:gd name="connsiteX310" fmla="*/ 5387324 w 7472601"/>
              <a:gd name="connsiteY310" fmla="*/ 5705830 h 6858000"/>
              <a:gd name="connsiteX311" fmla="*/ 5073620 w 7472601"/>
              <a:gd name="connsiteY311" fmla="*/ 5955437 h 6858000"/>
              <a:gd name="connsiteX312" fmla="*/ 4689789 w 7472601"/>
              <a:gd name="connsiteY312" fmla="*/ 6268382 h 6858000"/>
              <a:gd name="connsiteX313" fmla="*/ 4418722 w 7472601"/>
              <a:gd name="connsiteY313" fmla="*/ 6570886 h 6858000"/>
              <a:gd name="connsiteX314" fmla="*/ 4214944 w 7472601"/>
              <a:gd name="connsiteY314" fmla="*/ 6858000 h 6858000"/>
              <a:gd name="connsiteX315" fmla="*/ 4177898 w 7472601"/>
              <a:gd name="connsiteY315" fmla="*/ 6858000 h 6858000"/>
              <a:gd name="connsiteX316" fmla="*/ 4391597 w 7472601"/>
              <a:gd name="connsiteY316" fmla="*/ 6556370 h 6858000"/>
              <a:gd name="connsiteX317" fmla="*/ 4668889 w 7472601"/>
              <a:gd name="connsiteY317" fmla="*/ 6246399 h 6858000"/>
              <a:gd name="connsiteX318" fmla="*/ 5055427 w 7472601"/>
              <a:gd name="connsiteY318" fmla="*/ 5931476 h 6858000"/>
              <a:gd name="connsiteX319" fmla="*/ 5371814 w 7472601"/>
              <a:gd name="connsiteY319" fmla="*/ 5678975 h 6858000"/>
              <a:gd name="connsiteX320" fmla="*/ 4987918 w 7472601"/>
              <a:gd name="connsiteY320" fmla="*/ 5838701 h 6858000"/>
              <a:gd name="connsiteX321" fmla="*/ 4317146 w 7472601"/>
              <a:gd name="connsiteY321" fmla="*/ 6587716 h 6858000"/>
              <a:gd name="connsiteX322" fmla="*/ 4171627 w 7472601"/>
              <a:gd name="connsiteY322" fmla="*/ 6858000 h 6858000"/>
              <a:gd name="connsiteX323" fmla="*/ 4081585 w 7472601"/>
              <a:gd name="connsiteY323" fmla="*/ 6858000 h 6858000"/>
              <a:gd name="connsiteX324" fmla="*/ 4238603 w 7472601"/>
              <a:gd name="connsiteY324" fmla="*/ 6559341 h 6858000"/>
              <a:gd name="connsiteX325" fmla="*/ 4778333 w 7472601"/>
              <a:gd name="connsiteY325" fmla="*/ 5873626 h 6858000"/>
              <a:gd name="connsiteX326" fmla="*/ 5414185 w 7472601"/>
              <a:gd name="connsiteY326" fmla="*/ 5573882 h 6858000"/>
              <a:gd name="connsiteX327" fmla="*/ 5959648 w 7472601"/>
              <a:gd name="connsiteY327" fmla="*/ 4760797 h 6858000"/>
              <a:gd name="connsiteX328" fmla="*/ 5355019 w 7472601"/>
              <a:gd name="connsiteY328" fmla="*/ 4734672 h 6858000"/>
              <a:gd name="connsiteX329" fmla="*/ 5083565 w 7472601"/>
              <a:gd name="connsiteY329" fmla="*/ 5179121 h 6858000"/>
              <a:gd name="connsiteX330" fmla="*/ 4713577 w 7472601"/>
              <a:gd name="connsiteY330" fmla="*/ 5616803 h 6858000"/>
              <a:gd name="connsiteX331" fmla="*/ 3989559 w 7472601"/>
              <a:gd name="connsiteY331" fmla="*/ 6145945 h 6858000"/>
              <a:gd name="connsiteX332" fmla="*/ 3939824 w 7472601"/>
              <a:gd name="connsiteY332" fmla="*/ 6066900 h 6858000"/>
              <a:gd name="connsiteX333" fmla="*/ 4584537 w 7472601"/>
              <a:gd name="connsiteY333" fmla="*/ 5324826 h 6858000"/>
              <a:gd name="connsiteX334" fmla="*/ 5037105 w 7472601"/>
              <a:gd name="connsiteY334" fmla="*/ 5088765 h 6858000"/>
              <a:gd name="connsiteX335" fmla="*/ 5039930 w 7472601"/>
              <a:gd name="connsiteY335" fmla="*/ 5089585 h 6858000"/>
              <a:gd name="connsiteX336" fmla="*/ 5263764 w 7472601"/>
              <a:gd name="connsiteY336" fmla="*/ 4735525 h 6858000"/>
              <a:gd name="connsiteX337" fmla="*/ 4086300 w 7472601"/>
              <a:gd name="connsiteY337" fmla="*/ 4884599 h 6858000"/>
              <a:gd name="connsiteX338" fmla="*/ 4085485 w 7472601"/>
              <a:gd name="connsiteY338" fmla="*/ 4899070 h 6858000"/>
              <a:gd name="connsiteX339" fmla="*/ 3871915 w 7472601"/>
              <a:gd name="connsiteY339" fmla="*/ 5253645 h 6858000"/>
              <a:gd name="connsiteX340" fmla="*/ 3799374 w 7472601"/>
              <a:gd name="connsiteY340" fmla="*/ 5466127 h 6858000"/>
              <a:gd name="connsiteX341" fmla="*/ 3498850 w 7472601"/>
              <a:gd name="connsiteY341" fmla="*/ 6661888 h 6858000"/>
              <a:gd name="connsiteX342" fmla="*/ 3399216 w 7472601"/>
              <a:gd name="connsiteY342" fmla="*/ 6858000 h 6858000"/>
              <a:gd name="connsiteX343" fmla="*/ 3303688 w 7472601"/>
              <a:gd name="connsiteY343" fmla="*/ 6858000 h 6858000"/>
              <a:gd name="connsiteX344" fmla="*/ 3391774 w 7472601"/>
              <a:gd name="connsiteY344" fmla="*/ 6697181 h 6858000"/>
              <a:gd name="connsiteX345" fmla="*/ 3735540 w 7472601"/>
              <a:gd name="connsiteY345" fmla="*/ 5546923 h 6858000"/>
              <a:gd name="connsiteX346" fmla="*/ 3729438 w 7472601"/>
              <a:gd name="connsiteY346" fmla="*/ 5569058 h 6858000"/>
              <a:gd name="connsiteX347" fmla="*/ 3707782 w 7472601"/>
              <a:gd name="connsiteY347" fmla="*/ 5644908 h 6858000"/>
              <a:gd name="connsiteX348" fmla="*/ 3583827 w 7472601"/>
              <a:gd name="connsiteY348" fmla="*/ 6039215 h 6858000"/>
              <a:gd name="connsiteX349" fmla="*/ 3547861 w 7472601"/>
              <a:gd name="connsiteY349" fmla="*/ 6129609 h 6858000"/>
              <a:gd name="connsiteX350" fmla="*/ 3490905 w 7472601"/>
              <a:gd name="connsiteY350" fmla="*/ 6277660 h 6858000"/>
              <a:gd name="connsiteX351" fmla="*/ 3455859 w 7472601"/>
              <a:gd name="connsiteY351" fmla="*/ 6391301 h 6858000"/>
              <a:gd name="connsiteX352" fmla="*/ 3429112 w 7472601"/>
              <a:gd name="connsiteY352" fmla="*/ 6479469 h 6858000"/>
              <a:gd name="connsiteX353" fmla="*/ 3304862 w 7472601"/>
              <a:gd name="connsiteY353" fmla="*/ 6796476 h 6858000"/>
              <a:gd name="connsiteX354" fmla="*/ 3276071 w 7472601"/>
              <a:gd name="connsiteY354" fmla="*/ 6858000 h 6858000"/>
              <a:gd name="connsiteX355" fmla="*/ 3240805 w 7472601"/>
              <a:gd name="connsiteY355" fmla="*/ 6858000 h 6858000"/>
              <a:gd name="connsiteX356" fmla="*/ 3275917 w 7472601"/>
              <a:gd name="connsiteY356" fmla="*/ 6783192 h 6858000"/>
              <a:gd name="connsiteX357" fmla="*/ 3399358 w 7472601"/>
              <a:gd name="connsiteY357" fmla="*/ 6469011 h 6858000"/>
              <a:gd name="connsiteX358" fmla="*/ 3425650 w 7472601"/>
              <a:gd name="connsiteY358" fmla="*/ 6381333 h 6858000"/>
              <a:gd name="connsiteX359" fmla="*/ 3460661 w 7472601"/>
              <a:gd name="connsiteY359" fmla="*/ 6266763 h 6858000"/>
              <a:gd name="connsiteX360" fmla="*/ 3518021 w 7472601"/>
              <a:gd name="connsiteY360" fmla="*/ 6117298 h 6858000"/>
              <a:gd name="connsiteX361" fmla="*/ 3554035 w 7472601"/>
              <a:gd name="connsiteY361" fmla="*/ 6027832 h 6858000"/>
              <a:gd name="connsiteX362" fmla="*/ 3677174 w 7472601"/>
              <a:gd name="connsiteY362" fmla="*/ 5636351 h 6858000"/>
              <a:gd name="connsiteX363" fmla="*/ 3698819 w 7472601"/>
              <a:gd name="connsiteY363" fmla="*/ 5560503 h 6858000"/>
              <a:gd name="connsiteX364" fmla="*/ 3702094 w 7472601"/>
              <a:gd name="connsiteY364" fmla="*/ 5549194 h 6858000"/>
              <a:gd name="connsiteX365" fmla="*/ 3398355 w 7472601"/>
              <a:gd name="connsiteY365" fmla="*/ 6094603 h 6858000"/>
              <a:gd name="connsiteX366" fmla="*/ 3193941 w 7472601"/>
              <a:gd name="connsiteY366" fmla="*/ 6798775 h 6858000"/>
              <a:gd name="connsiteX367" fmla="*/ 3184140 w 7472601"/>
              <a:gd name="connsiteY367" fmla="*/ 6858000 h 6858000"/>
              <a:gd name="connsiteX368" fmla="*/ 3099978 w 7472601"/>
              <a:gd name="connsiteY368" fmla="*/ 6858000 h 6858000"/>
              <a:gd name="connsiteX369" fmla="*/ 3101556 w 7472601"/>
              <a:gd name="connsiteY369" fmla="*/ 6843337 h 6858000"/>
              <a:gd name="connsiteX370" fmla="*/ 3370162 w 7472601"/>
              <a:gd name="connsiteY370" fmla="*/ 5785550 h 6858000"/>
              <a:gd name="connsiteX371" fmla="*/ 3746477 w 7472601"/>
              <a:gd name="connsiteY371" fmla="*/ 5377889 h 6858000"/>
              <a:gd name="connsiteX372" fmla="*/ 3863399 w 7472601"/>
              <a:gd name="connsiteY372" fmla="*/ 5087257 h 6858000"/>
              <a:gd name="connsiteX373" fmla="*/ 3968712 w 7472601"/>
              <a:gd name="connsiteY373" fmla="*/ 4913989 h 6858000"/>
              <a:gd name="connsiteX374" fmla="*/ 2792390 w 7472601"/>
              <a:gd name="connsiteY374" fmla="*/ 5382974 h 6858000"/>
              <a:gd name="connsiteX375" fmla="*/ 2714982 w 7472601"/>
              <a:gd name="connsiteY375" fmla="*/ 5427051 h 6858000"/>
              <a:gd name="connsiteX376" fmla="*/ 2813361 w 7472601"/>
              <a:gd name="connsiteY376" fmla="*/ 6023912 h 6858000"/>
              <a:gd name="connsiteX377" fmla="*/ 2688430 w 7472601"/>
              <a:gd name="connsiteY377" fmla="*/ 6801564 h 6858000"/>
              <a:gd name="connsiteX378" fmla="*/ 2629626 w 7472601"/>
              <a:gd name="connsiteY378" fmla="*/ 6763394 h 6858000"/>
              <a:gd name="connsiteX379" fmla="*/ 2565328 w 7472601"/>
              <a:gd name="connsiteY379" fmla="*/ 5516399 h 6858000"/>
              <a:gd name="connsiteX380" fmla="*/ 1922999 w 7472601"/>
              <a:gd name="connsiteY380" fmla="*/ 5980343 h 6858000"/>
              <a:gd name="connsiteX381" fmla="*/ 1950261 w 7472601"/>
              <a:gd name="connsiteY381" fmla="*/ 6405858 h 6858000"/>
              <a:gd name="connsiteX382" fmla="*/ 2365554 w 7472601"/>
              <a:gd name="connsiteY382" fmla="*/ 6759107 h 6858000"/>
              <a:gd name="connsiteX383" fmla="*/ 2424142 w 7472601"/>
              <a:gd name="connsiteY383" fmla="*/ 6858000 h 6858000"/>
              <a:gd name="connsiteX384" fmla="*/ 2395994 w 7472601"/>
              <a:gd name="connsiteY384" fmla="*/ 6858000 h 6858000"/>
              <a:gd name="connsiteX385" fmla="*/ 2392863 w 7472601"/>
              <a:gd name="connsiteY385" fmla="*/ 6852964 h 6858000"/>
              <a:gd name="connsiteX386" fmla="*/ 2017589 w 7472601"/>
              <a:gd name="connsiteY386" fmla="*/ 6493982 h 6858000"/>
              <a:gd name="connsiteX387" fmla="*/ 2147336 w 7472601"/>
              <a:gd name="connsiteY387" fmla="*/ 6594052 h 6858000"/>
              <a:gd name="connsiteX388" fmla="*/ 2207047 w 7472601"/>
              <a:gd name="connsiteY388" fmla="*/ 6654540 h 6858000"/>
              <a:gd name="connsiteX389" fmla="*/ 2299106 w 7472601"/>
              <a:gd name="connsiteY389" fmla="*/ 6778931 h 6858000"/>
              <a:gd name="connsiteX390" fmla="*/ 2314430 w 7472601"/>
              <a:gd name="connsiteY390" fmla="*/ 6801144 h 6858000"/>
              <a:gd name="connsiteX391" fmla="*/ 2352406 w 7472601"/>
              <a:gd name="connsiteY391" fmla="*/ 6858000 h 6858000"/>
              <a:gd name="connsiteX392" fmla="*/ 2314492 w 7472601"/>
              <a:gd name="connsiteY392" fmla="*/ 6858000 h 6858000"/>
              <a:gd name="connsiteX393" fmla="*/ 2288095 w 7472601"/>
              <a:gd name="connsiteY393" fmla="*/ 6818030 h 6858000"/>
              <a:gd name="connsiteX394" fmla="*/ 2272768 w 7472601"/>
              <a:gd name="connsiteY394" fmla="*/ 6795822 h 6858000"/>
              <a:gd name="connsiteX395" fmla="*/ 2182715 w 7472601"/>
              <a:gd name="connsiteY395" fmla="*/ 6675071 h 6858000"/>
              <a:gd name="connsiteX396" fmla="*/ 2032061 w 7472601"/>
              <a:gd name="connsiteY396" fmla="*/ 6541380 h 6858000"/>
              <a:gd name="connsiteX397" fmla="*/ 2257220 w 7472601"/>
              <a:gd name="connsiteY397" fmla="*/ 6826257 h 6858000"/>
              <a:gd name="connsiteX398" fmla="*/ 2281324 w 7472601"/>
              <a:gd name="connsiteY398" fmla="*/ 6858000 h 6858000"/>
              <a:gd name="connsiteX399" fmla="*/ 2242860 w 7472601"/>
              <a:gd name="connsiteY399" fmla="*/ 6858000 h 6858000"/>
              <a:gd name="connsiteX400" fmla="*/ 2232818 w 7472601"/>
              <a:gd name="connsiteY400" fmla="*/ 6844926 h 6858000"/>
              <a:gd name="connsiteX401" fmla="*/ 1990172 w 7472601"/>
              <a:gd name="connsiteY401" fmla="*/ 6542121 h 6858000"/>
              <a:gd name="connsiteX402" fmla="*/ 2124090 w 7472601"/>
              <a:gd name="connsiteY402" fmla="*/ 6761017 h 6858000"/>
              <a:gd name="connsiteX403" fmla="*/ 2200380 w 7472601"/>
              <a:gd name="connsiteY403" fmla="*/ 6858000 h 6858000"/>
              <a:gd name="connsiteX404" fmla="*/ 2147507 w 7472601"/>
              <a:gd name="connsiteY404" fmla="*/ 6858000 h 6858000"/>
              <a:gd name="connsiteX405" fmla="*/ 2070668 w 7472601"/>
              <a:gd name="connsiteY405" fmla="*/ 6761520 h 6858000"/>
              <a:gd name="connsiteX406" fmla="*/ 1975142 w 7472601"/>
              <a:gd name="connsiteY406" fmla="*/ 6585570 h 6858000"/>
              <a:gd name="connsiteX407" fmla="*/ 2050035 w 7472601"/>
              <a:gd name="connsiteY407" fmla="*/ 6813345 h 6858000"/>
              <a:gd name="connsiteX408" fmla="*/ 2063025 w 7472601"/>
              <a:gd name="connsiteY408" fmla="*/ 6858000 h 6858000"/>
              <a:gd name="connsiteX409" fmla="*/ 2021675 w 7472601"/>
              <a:gd name="connsiteY409" fmla="*/ 6858000 h 6858000"/>
              <a:gd name="connsiteX410" fmla="*/ 2019308 w 7472601"/>
              <a:gd name="connsiteY410" fmla="*/ 6847118 h 6858000"/>
              <a:gd name="connsiteX411" fmla="*/ 1938835 w 7472601"/>
              <a:gd name="connsiteY411" fmla="*/ 6551160 h 6858000"/>
              <a:gd name="connsiteX412" fmla="*/ 1953230 w 7472601"/>
              <a:gd name="connsiteY412" fmla="*/ 6759699 h 6858000"/>
              <a:gd name="connsiteX413" fmla="*/ 1956763 w 7472601"/>
              <a:gd name="connsiteY413" fmla="*/ 6778191 h 6858000"/>
              <a:gd name="connsiteX414" fmla="*/ 1967925 w 7472601"/>
              <a:gd name="connsiteY414" fmla="*/ 6858000 h 6858000"/>
              <a:gd name="connsiteX415" fmla="*/ 1936622 w 7472601"/>
              <a:gd name="connsiteY415" fmla="*/ 6858000 h 6858000"/>
              <a:gd name="connsiteX416" fmla="*/ 1926261 w 7472601"/>
              <a:gd name="connsiteY416" fmla="*/ 6784064 h 6858000"/>
              <a:gd name="connsiteX417" fmla="*/ 1922724 w 7472601"/>
              <a:gd name="connsiteY417" fmla="*/ 6765577 h 6858000"/>
              <a:gd name="connsiteX418" fmla="*/ 1904650 w 7472601"/>
              <a:gd name="connsiteY418" fmla="*/ 6639616 h 6858000"/>
              <a:gd name="connsiteX419" fmla="*/ 1885273 w 7472601"/>
              <a:gd name="connsiteY419" fmla="*/ 6858000 h 6858000"/>
              <a:gd name="connsiteX420" fmla="*/ 1854363 w 7472601"/>
              <a:gd name="connsiteY420" fmla="*/ 6858000 h 6858000"/>
              <a:gd name="connsiteX421" fmla="*/ 1880391 w 7472601"/>
              <a:gd name="connsiteY421" fmla="*/ 6603796 h 6858000"/>
              <a:gd name="connsiteX422" fmla="*/ 1818273 w 7472601"/>
              <a:gd name="connsiteY422" fmla="*/ 6715729 h 6858000"/>
              <a:gd name="connsiteX423" fmla="*/ 1794691 w 7472601"/>
              <a:gd name="connsiteY423" fmla="*/ 6843239 h 6858000"/>
              <a:gd name="connsiteX424" fmla="*/ 1794914 w 7472601"/>
              <a:gd name="connsiteY424" fmla="*/ 6858000 h 6858000"/>
              <a:gd name="connsiteX425" fmla="*/ 1746128 w 7472601"/>
              <a:gd name="connsiteY425" fmla="*/ 6858000 h 6858000"/>
              <a:gd name="connsiteX426" fmla="*/ 1753934 w 7472601"/>
              <a:gd name="connsiteY426" fmla="*/ 6724796 h 6858000"/>
              <a:gd name="connsiteX427" fmla="*/ 1792053 w 7472601"/>
              <a:gd name="connsiteY427" fmla="*/ 6572396 h 6858000"/>
              <a:gd name="connsiteX428" fmla="*/ 1862248 w 7472601"/>
              <a:gd name="connsiteY428" fmla="*/ 6266397 h 6858000"/>
              <a:gd name="connsiteX429" fmla="*/ 1862250 w 7472601"/>
              <a:gd name="connsiteY429" fmla="*/ 6033531 h 6858000"/>
              <a:gd name="connsiteX430" fmla="*/ 1211999 w 7472601"/>
              <a:gd name="connsiteY430" fmla="*/ 6683610 h 6858000"/>
              <a:gd name="connsiteX431" fmla="*/ 1213266 w 7472601"/>
              <a:gd name="connsiteY431" fmla="*/ 6691947 h 6858000"/>
              <a:gd name="connsiteX432" fmla="*/ 1203370 w 7472601"/>
              <a:gd name="connsiteY432" fmla="*/ 6850676 h 6858000"/>
              <a:gd name="connsiteX433" fmla="*/ 1203671 w 7472601"/>
              <a:gd name="connsiteY433" fmla="*/ 6858000 h 6858000"/>
              <a:gd name="connsiteX434" fmla="*/ 1143180 w 7472601"/>
              <a:gd name="connsiteY434" fmla="*/ 6858000 h 6858000"/>
              <a:gd name="connsiteX435" fmla="*/ 1142176 w 7472601"/>
              <a:gd name="connsiteY435" fmla="*/ 6766045 h 6858000"/>
              <a:gd name="connsiteX436" fmla="*/ 1067484 w 7472601"/>
              <a:gd name="connsiteY436" fmla="*/ 6858000 h 6858000"/>
              <a:gd name="connsiteX437" fmla="*/ 953928 w 7472601"/>
              <a:gd name="connsiteY437" fmla="*/ 6858000 h 6858000"/>
              <a:gd name="connsiteX438" fmla="*/ 959715 w 7472601"/>
              <a:gd name="connsiteY438" fmla="*/ 6850185 h 6858000"/>
              <a:gd name="connsiteX439" fmla="*/ 1483788 w 7472601"/>
              <a:gd name="connsiteY439" fmla="*/ 6259174 h 6858000"/>
              <a:gd name="connsiteX440" fmla="*/ 1100671 w 7472601"/>
              <a:gd name="connsiteY440" fmla="*/ 6252137 h 6858000"/>
              <a:gd name="connsiteX441" fmla="*/ 1090144 w 7472601"/>
              <a:gd name="connsiteY441" fmla="*/ 6256748 h 6858000"/>
              <a:gd name="connsiteX442" fmla="*/ 1095872 w 7472601"/>
              <a:gd name="connsiteY442" fmla="*/ 6271892 h 6858000"/>
              <a:gd name="connsiteX443" fmla="*/ 262785 w 7472601"/>
              <a:gd name="connsiteY443" fmla="*/ 6845450 h 6858000"/>
              <a:gd name="connsiteX444" fmla="*/ 209968 w 7472601"/>
              <a:gd name="connsiteY444" fmla="*/ 6770713 h 6858000"/>
              <a:gd name="connsiteX445" fmla="*/ 873460 w 7472601"/>
              <a:gd name="connsiteY445" fmla="*/ 6253768 h 6858000"/>
              <a:gd name="connsiteX446" fmla="*/ 192686 w 7472601"/>
              <a:gd name="connsiteY446" fmla="*/ 5849257 h 6858000"/>
              <a:gd name="connsiteX447" fmla="*/ 4696 w 7472601"/>
              <a:gd name="connsiteY447" fmla="*/ 5697668 h 6858000"/>
              <a:gd name="connsiteX448" fmla="*/ 0 w 7472601"/>
              <a:gd name="connsiteY448" fmla="*/ 5689984 h 6858000"/>
              <a:gd name="connsiteX449" fmla="*/ 0 w 7472601"/>
              <a:gd name="connsiteY449" fmla="*/ 5513472 h 6858000"/>
              <a:gd name="connsiteX450" fmla="*/ 174101 w 7472601"/>
              <a:gd name="connsiteY450" fmla="*/ 5620277 h 6858000"/>
              <a:gd name="connsiteX451" fmla="*/ 891800 w 7472601"/>
              <a:gd name="connsiteY451" fmla="*/ 6036935 h 6858000"/>
              <a:gd name="connsiteX452" fmla="*/ 1072219 w 7472601"/>
              <a:gd name="connsiteY452" fmla="*/ 6169443 h 6858000"/>
              <a:gd name="connsiteX453" fmla="*/ 1074117 w 7472601"/>
              <a:gd name="connsiteY453" fmla="*/ 6170301 h 6858000"/>
              <a:gd name="connsiteX454" fmla="*/ 1083114 w 7472601"/>
              <a:gd name="connsiteY454" fmla="*/ 6174131 h 6858000"/>
              <a:gd name="connsiteX455" fmla="*/ 1543010 w 7472601"/>
              <a:gd name="connsiteY455" fmla="*/ 6191140 h 6858000"/>
              <a:gd name="connsiteX456" fmla="*/ 1551080 w 7472601"/>
              <a:gd name="connsiteY456" fmla="*/ 6195006 h 6858000"/>
              <a:gd name="connsiteX457" fmla="*/ 2345443 w 7472601"/>
              <a:gd name="connsiteY457" fmla="*/ 5549882 h 6858000"/>
              <a:gd name="connsiteX458" fmla="*/ 1721499 w 7472601"/>
              <a:gd name="connsiteY458" fmla="*/ 5599969 h 6858000"/>
              <a:gd name="connsiteX459" fmla="*/ 767716 w 7472601"/>
              <a:gd name="connsiteY459" fmla="*/ 5472768 h 6858000"/>
              <a:gd name="connsiteX460" fmla="*/ 722147 w 7472601"/>
              <a:gd name="connsiteY460" fmla="*/ 5393091 h 6858000"/>
              <a:gd name="connsiteX461" fmla="*/ 1485552 w 7472601"/>
              <a:gd name="connsiteY461" fmla="*/ 5313202 h 6858000"/>
              <a:gd name="connsiteX462" fmla="*/ 2143004 w 7472601"/>
              <a:gd name="connsiteY462" fmla="*/ 5402420 h 6858000"/>
              <a:gd name="connsiteX463" fmla="*/ 1933391 w 7472601"/>
              <a:gd name="connsiteY463" fmla="*/ 5156971 h 6858000"/>
              <a:gd name="connsiteX464" fmla="*/ 1827118 w 7472601"/>
              <a:gd name="connsiteY464" fmla="*/ 4968410 h 6858000"/>
              <a:gd name="connsiteX465" fmla="*/ 1837349 w 7472601"/>
              <a:gd name="connsiteY465" fmla="*/ 4956357 h 6858000"/>
              <a:gd name="connsiteX466" fmla="*/ 2162835 w 7472601"/>
              <a:gd name="connsiteY466" fmla="*/ 5187853 h 6858000"/>
              <a:gd name="connsiteX467" fmla="*/ 2257167 w 7472601"/>
              <a:gd name="connsiteY467" fmla="*/ 5462123 h 6858000"/>
              <a:gd name="connsiteX468" fmla="*/ 2261598 w 7472601"/>
              <a:gd name="connsiteY468" fmla="*/ 5467998 h 6858000"/>
              <a:gd name="connsiteX469" fmla="*/ 2437177 w 7472601"/>
              <a:gd name="connsiteY469" fmla="*/ 5479608 h 6858000"/>
              <a:gd name="connsiteX470" fmla="*/ 2445247 w 7472601"/>
              <a:gd name="connsiteY470" fmla="*/ 5483476 h 6858000"/>
              <a:gd name="connsiteX471" fmla="*/ 2743626 w 7472601"/>
              <a:gd name="connsiteY471" fmla="*/ 5304819 h 6858000"/>
              <a:gd name="connsiteX472" fmla="*/ 3048102 w 7472601"/>
              <a:gd name="connsiteY472" fmla="*/ 5150595 h 6858000"/>
              <a:gd name="connsiteX473" fmla="*/ 1799414 w 7472601"/>
              <a:gd name="connsiteY473" fmla="*/ 4694732 h 6858000"/>
              <a:gd name="connsiteX474" fmla="*/ 1771735 w 7472601"/>
              <a:gd name="connsiteY474" fmla="*/ 4619929 h 6858000"/>
              <a:gd name="connsiteX475" fmla="*/ 3104273 w 7472601"/>
              <a:gd name="connsiteY475" fmla="*/ 5076159 h 6858000"/>
              <a:gd name="connsiteX476" fmla="*/ 3113245 w 7472601"/>
              <a:gd name="connsiteY476" fmla="*/ 5090705 h 6858000"/>
              <a:gd name="connsiteX477" fmla="*/ 3126294 w 7472601"/>
              <a:gd name="connsiteY477" fmla="*/ 5114400 h 6858000"/>
              <a:gd name="connsiteX478" fmla="*/ 3937433 w 7472601"/>
              <a:gd name="connsiteY478" fmla="*/ 4830473 h 6858000"/>
              <a:gd name="connsiteX479" fmla="*/ 3590475 w 7472601"/>
              <a:gd name="connsiteY479" fmla="*/ 4597974 h 6858000"/>
              <a:gd name="connsiteX480" fmla="*/ 3100264 w 7472601"/>
              <a:gd name="connsiteY480" fmla="*/ 4579845 h 6858000"/>
              <a:gd name="connsiteX481" fmla="*/ 2183576 w 7472601"/>
              <a:gd name="connsiteY481" fmla="*/ 4227150 h 6858000"/>
              <a:gd name="connsiteX482" fmla="*/ 2151029 w 7472601"/>
              <a:gd name="connsiteY482" fmla="*/ 4146947 h 6858000"/>
              <a:gd name="connsiteX483" fmla="*/ 3563434 w 7472601"/>
              <a:gd name="connsiteY483" fmla="*/ 4469115 h 6858000"/>
              <a:gd name="connsiteX484" fmla="*/ 3177952 w 7472601"/>
              <a:gd name="connsiteY484" fmla="*/ 3657386 h 6858000"/>
              <a:gd name="connsiteX485" fmla="*/ 3189263 w 7472601"/>
              <a:gd name="connsiteY485" fmla="*/ 3625726 h 6858000"/>
              <a:gd name="connsiteX486" fmla="*/ 3560912 w 7472601"/>
              <a:gd name="connsiteY486" fmla="*/ 4079863 h 6858000"/>
              <a:gd name="connsiteX487" fmla="*/ 3626636 w 7472601"/>
              <a:gd name="connsiteY487" fmla="*/ 4512230 h 6858000"/>
              <a:gd name="connsiteX488" fmla="*/ 3653088 w 7472601"/>
              <a:gd name="connsiteY488" fmla="*/ 4521417 h 6858000"/>
              <a:gd name="connsiteX489" fmla="*/ 3988128 w 7472601"/>
              <a:gd name="connsiteY489" fmla="*/ 4817267 h 6858000"/>
              <a:gd name="connsiteX490" fmla="*/ 4830582 w 7472601"/>
              <a:gd name="connsiteY490" fmla="*/ 4676000 h 6858000"/>
              <a:gd name="connsiteX491" fmla="*/ 4830100 w 7472601"/>
              <a:gd name="connsiteY491" fmla="*/ 4675554 h 6858000"/>
              <a:gd name="connsiteX492" fmla="*/ 4036318 w 7472601"/>
              <a:gd name="connsiteY492" fmla="*/ 4147013 h 6858000"/>
              <a:gd name="connsiteX493" fmla="*/ 3432098 w 7472601"/>
              <a:gd name="connsiteY493" fmla="*/ 3537312 h 6858000"/>
              <a:gd name="connsiteX494" fmla="*/ 3446761 w 7472601"/>
              <a:gd name="connsiteY494" fmla="*/ 3461278 h 6858000"/>
              <a:gd name="connsiteX495" fmla="*/ 4419733 w 7472601"/>
              <a:gd name="connsiteY495" fmla="*/ 3963555 h 6858000"/>
              <a:gd name="connsiteX496" fmla="*/ 4781371 w 7472601"/>
              <a:gd name="connsiteY496" fmla="*/ 4458604 h 6858000"/>
              <a:gd name="connsiteX497" fmla="*/ 4780440 w 7472601"/>
              <a:gd name="connsiteY497" fmla="*/ 4470290 h 6858000"/>
              <a:gd name="connsiteX498" fmla="*/ 4898954 w 7472601"/>
              <a:gd name="connsiteY498" fmla="*/ 4662092 h 6858000"/>
              <a:gd name="connsiteX499" fmla="*/ 4900699 w 7472601"/>
              <a:gd name="connsiteY499" fmla="*/ 4670867 h 6858000"/>
              <a:gd name="connsiteX500" fmla="*/ 5714511 w 7472601"/>
              <a:gd name="connsiteY500" fmla="*/ 4663483 h 6858000"/>
              <a:gd name="connsiteX501" fmla="*/ 5464793 w 7472601"/>
              <a:gd name="connsiteY501" fmla="*/ 4393556 h 6858000"/>
              <a:gd name="connsiteX502" fmla="*/ 5461897 w 7472601"/>
              <a:gd name="connsiteY502" fmla="*/ 4390879 h 6858000"/>
              <a:gd name="connsiteX503" fmla="*/ 4294126 w 7472601"/>
              <a:gd name="connsiteY503" fmla="*/ 3303048 h 6858000"/>
              <a:gd name="connsiteX504" fmla="*/ 4305321 w 7472601"/>
              <a:gd name="connsiteY504" fmla="*/ 3256953 h 6858000"/>
              <a:gd name="connsiteX505" fmla="*/ 4949299 w 7472601"/>
              <a:gd name="connsiteY505" fmla="*/ 3766336 h 6858000"/>
              <a:gd name="connsiteX506" fmla="*/ 5291452 w 7472601"/>
              <a:gd name="connsiteY506" fmla="*/ 4076801 h 6858000"/>
              <a:gd name="connsiteX507" fmla="*/ 5434998 w 7472601"/>
              <a:gd name="connsiteY507" fmla="*/ 4254100 h 6858000"/>
              <a:gd name="connsiteX508" fmla="*/ 5351015 w 7472601"/>
              <a:gd name="connsiteY508" fmla="*/ 3760989 h 6858000"/>
              <a:gd name="connsiteX509" fmla="*/ 5413780 w 7472601"/>
              <a:gd name="connsiteY509" fmla="*/ 2966265 h 6858000"/>
              <a:gd name="connsiteX510" fmla="*/ 5425627 w 7472601"/>
              <a:gd name="connsiteY510" fmla="*/ 2954192 h 6858000"/>
              <a:gd name="connsiteX511" fmla="*/ 6604735 w 7472601"/>
              <a:gd name="connsiteY511" fmla="*/ 2041381 h 6858000"/>
              <a:gd name="connsiteX512" fmla="*/ 7204487 w 7472601"/>
              <a:gd name="connsiteY512" fmla="*/ 2742112 h 6858000"/>
              <a:gd name="connsiteX513" fmla="*/ 7131592 w 7472601"/>
              <a:gd name="connsiteY513" fmla="*/ 2672096 h 6858000"/>
              <a:gd name="connsiteX514" fmla="*/ 6996344 w 7472601"/>
              <a:gd name="connsiteY514" fmla="*/ 2518310 h 6858000"/>
              <a:gd name="connsiteX515" fmla="*/ 6735495 w 7472601"/>
              <a:gd name="connsiteY515" fmla="*/ 2196890 h 6858000"/>
              <a:gd name="connsiteX516" fmla="*/ 6721901 w 7472601"/>
              <a:gd name="connsiteY516" fmla="*/ 2179274 h 6858000"/>
              <a:gd name="connsiteX517" fmla="*/ 6604735 w 7472601"/>
              <a:gd name="connsiteY517" fmla="*/ 2041381 h 6858000"/>
              <a:gd name="connsiteX518" fmla="*/ 6591670 w 7472601"/>
              <a:gd name="connsiteY518" fmla="*/ 1988277 h 6858000"/>
              <a:gd name="connsiteX519" fmla="*/ 6747349 w 7472601"/>
              <a:gd name="connsiteY519" fmla="*/ 2160069 h 6858000"/>
              <a:gd name="connsiteX520" fmla="*/ 6760943 w 7472601"/>
              <a:gd name="connsiteY520" fmla="*/ 2177686 h 6858000"/>
              <a:gd name="connsiteX521" fmla="*/ 7021065 w 7472601"/>
              <a:gd name="connsiteY521" fmla="*/ 2498102 h 6858000"/>
              <a:gd name="connsiteX522" fmla="*/ 7155223 w 7472601"/>
              <a:gd name="connsiteY522" fmla="*/ 2650386 h 6858000"/>
              <a:gd name="connsiteX523" fmla="*/ 7203167 w 7472601"/>
              <a:gd name="connsiteY523" fmla="*/ 2697288 h 6858000"/>
              <a:gd name="connsiteX524" fmla="*/ 6937703 w 7472601"/>
              <a:gd name="connsiteY524" fmla="*/ 2321981 h 6858000"/>
              <a:gd name="connsiteX525" fmla="*/ 6591670 w 7472601"/>
              <a:gd name="connsiteY525" fmla="*/ 1988277 h 6858000"/>
              <a:gd name="connsiteX526" fmla="*/ 5798671 w 7472601"/>
              <a:gd name="connsiteY526" fmla="*/ 1981601 h 6858000"/>
              <a:gd name="connsiteX527" fmla="*/ 5754709 w 7472601"/>
              <a:gd name="connsiteY527" fmla="*/ 2071454 h 6858000"/>
              <a:gd name="connsiteX528" fmla="*/ 5763044 w 7472601"/>
              <a:gd name="connsiteY528" fmla="*/ 2842206 h 6858000"/>
              <a:gd name="connsiteX529" fmla="*/ 5764974 w 7472601"/>
              <a:gd name="connsiteY529" fmla="*/ 2799609 h 6858000"/>
              <a:gd name="connsiteX530" fmla="*/ 5767665 w 7472601"/>
              <a:gd name="connsiteY530" fmla="*/ 2666409 h 6858000"/>
              <a:gd name="connsiteX531" fmla="*/ 5763055 w 7472601"/>
              <a:gd name="connsiteY531" fmla="*/ 2579705 h 6858000"/>
              <a:gd name="connsiteX532" fmla="*/ 5758079 w 7472601"/>
              <a:gd name="connsiteY532" fmla="*/ 2492508 h 6858000"/>
              <a:gd name="connsiteX533" fmla="*/ 5779325 w 7472601"/>
              <a:gd name="connsiteY533" fmla="*/ 2197069 h 6858000"/>
              <a:gd name="connsiteX534" fmla="*/ 5798671 w 7472601"/>
              <a:gd name="connsiteY534" fmla="*/ 1981601 h 6858000"/>
              <a:gd name="connsiteX535" fmla="*/ 5829202 w 7472601"/>
              <a:gd name="connsiteY535" fmla="*/ 1971679 h 6858000"/>
              <a:gd name="connsiteX536" fmla="*/ 5809558 w 7472601"/>
              <a:gd name="connsiteY536" fmla="*/ 2198043 h 6858000"/>
              <a:gd name="connsiteX537" fmla="*/ 5788653 w 7472601"/>
              <a:gd name="connsiteY537" fmla="*/ 2489430 h 6858000"/>
              <a:gd name="connsiteX538" fmla="*/ 5793439 w 7472601"/>
              <a:gd name="connsiteY538" fmla="*/ 2575235 h 6858000"/>
              <a:gd name="connsiteX539" fmla="*/ 5796837 w 7472601"/>
              <a:gd name="connsiteY539" fmla="*/ 2637633 h 6858000"/>
              <a:gd name="connsiteX540" fmla="*/ 5818614 w 7472601"/>
              <a:gd name="connsiteY540" fmla="*/ 2473055 h 6858000"/>
              <a:gd name="connsiteX541" fmla="*/ 5829202 w 7472601"/>
              <a:gd name="connsiteY541" fmla="*/ 1971679 h 6858000"/>
              <a:gd name="connsiteX542" fmla="*/ 5911389 w 7472601"/>
              <a:gd name="connsiteY542" fmla="*/ 1898371 h 6858000"/>
              <a:gd name="connsiteX543" fmla="*/ 6237627 w 7472601"/>
              <a:gd name="connsiteY543" fmla="*/ 2231921 h 6858000"/>
              <a:gd name="connsiteX544" fmla="*/ 5911389 w 7472601"/>
              <a:gd name="connsiteY544" fmla="*/ 1898371 h 6858000"/>
              <a:gd name="connsiteX545" fmla="*/ 6944437 w 7472601"/>
              <a:gd name="connsiteY545" fmla="*/ 1575402 h 6858000"/>
              <a:gd name="connsiteX546" fmla="*/ 6304730 w 7472601"/>
              <a:gd name="connsiteY546" fmla="*/ 1766654 h 6858000"/>
              <a:gd name="connsiteX547" fmla="*/ 6944437 w 7472601"/>
              <a:gd name="connsiteY547" fmla="*/ 1575402 h 6858000"/>
              <a:gd name="connsiteX548" fmla="*/ 7019523 w 7472601"/>
              <a:gd name="connsiteY548" fmla="*/ 1519450 h 6858000"/>
              <a:gd name="connsiteX549" fmla="*/ 6298091 w 7472601"/>
              <a:gd name="connsiteY549" fmla="*/ 1737122 h 6858000"/>
              <a:gd name="connsiteX550" fmla="*/ 7019523 w 7472601"/>
              <a:gd name="connsiteY550" fmla="*/ 1519450 h 6858000"/>
              <a:gd name="connsiteX551" fmla="*/ 2399523 w 7472601"/>
              <a:gd name="connsiteY551" fmla="*/ 1428234 h 6858000"/>
              <a:gd name="connsiteX552" fmla="*/ 2224982 w 7472601"/>
              <a:gd name="connsiteY552" fmla="*/ 1826201 h 6858000"/>
              <a:gd name="connsiteX553" fmla="*/ 2096099 w 7472601"/>
              <a:gd name="connsiteY553" fmla="*/ 2345900 h 6858000"/>
              <a:gd name="connsiteX554" fmla="*/ 2283317 w 7472601"/>
              <a:gd name="connsiteY554" fmla="*/ 1796925 h 6858000"/>
              <a:gd name="connsiteX555" fmla="*/ 2399523 w 7472601"/>
              <a:gd name="connsiteY555" fmla="*/ 1428234 h 6858000"/>
              <a:gd name="connsiteX556" fmla="*/ 2448558 w 7472601"/>
              <a:gd name="connsiteY556" fmla="*/ 1373435 h 6858000"/>
              <a:gd name="connsiteX557" fmla="*/ 2312521 w 7472601"/>
              <a:gd name="connsiteY557" fmla="*/ 1806140 h 6858000"/>
              <a:gd name="connsiteX558" fmla="*/ 2127533 w 7472601"/>
              <a:gd name="connsiteY558" fmla="*/ 2348380 h 6858000"/>
              <a:gd name="connsiteX559" fmla="*/ 2358080 w 7472601"/>
              <a:gd name="connsiteY559" fmla="*/ 1866134 h 6858000"/>
              <a:gd name="connsiteX560" fmla="*/ 2407436 w 7472601"/>
              <a:gd name="connsiteY560" fmla="*/ 1651070 h 6858000"/>
              <a:gd name="connsiteX561" fmla="*/ 2448558 w 7472601"/>
              <a:gd name="connsiteY561" fmla="*/ 1373435 h 6858000"/>
              <a:gd name="connsiteX562" fmla="*/ 278707 w 7472601"/>
              <a:gd name="connsiteY562" fmla="*/ 1352270 h 6858000"/>
              <a:gd name="connsiteX563" fmla="*/ 321570 w 7472601"/>
              <a:gd name="connsiteY563" fmla="*/ 1861610 h 6858000"/>
              <a:gd name="connsiteX564" fmla="*/ 294281 w 7472601"/>
              <a:gd name="connsiteY564" fmla="*/ 1440658 h 6858000"/>
              <a:gd name="connsiteX565" fmla="*/ 278707 w 7472601"/>
              <a:gd name="connsiteY565" fmla="*/ 1352270 h 6858000"/>
              <a:gd name="connsiteX566" fmla="*/ 1423821 w 7472601"/>
              <a:gd name="connsiteY566" fmla="*/ 1351958 h 6858000"/>
              <a:gd name="connsiteX567" fmla="*/ 1638521 w 7472601"/>
              <a:gd name="connsiteY567" fmla="*/ 1908470 h 6858000"/>
              <a:gd name="connsiteX568" fmla="*/ 1754199 w 7472601"/>
              <a:gd name="connsiteY568" fmla="*/ 2149284 h 6858000"/>
              <a:gd name="connsiteX569" fmla="*/ 1908359 w 7472601"/>
              <a:gd name="connsiteY569" fmla="*/ 2364988 h 6858000"/>
              <a:gd name="connsiteX570" fmla="*/ 1647661 w 7472601"/>
              <a:gd name="connsiteY570" fmla="*/ 1825945 h 6858000"/>
              <a:gd name="connsiteX571" fmla="*/ 1423821 w 7472601"/>
              <a:gd name="connsiteY571" fmla="*/ 1351958 h 6858000"/>
              <a:gd name="connsiteX572" fmla="*/ 1431890 w 7472601"/>
              <a:gd name="connsiteY572" fmla="*/ 1306475 h 6858000"/>
              <a:gd name="connsiteX573" fmla="*/ 1507597 w 7472601"/>
              <a:gd name="connsiteY573" fmla="*/ 1446132 h 6858000"/>
              <a:gd name="connsiteX574" fmla="*/ 1674586 w 7472601"/>
              <a:gd name="connsiteY574" fmla="*/ 1813832 h 6858000"/>
              <a:gd name="connsiteX575" fmla="*/ 1815950 w 7472601"/>
              <a:gd name="connsiteY575" fmla="*/ 2128564 h 6858000"/>
              <a:gd name="connsiteX576" fmla="*/ 1984242 w 7472601"/>
              <a:gd name="connsiteY576" fmla="*/ 2430829 h 6858000"/>
              <a:gd name="connsiteX577" fmla="*/ 2014023 w 7472601"/>
              <a:gd name="connsiteY577" fmla="*/ 2450995 h 6858000"/>
              <a:gd name="connsiteX578" fmla="*/ 1747337 w 7472601"/>
              <a:gd name="connsiteY578" fmla="*/ 1855264 h 6858000"/>
              <a:gd name="connsiteX579" fmla="*/ 1533749 w 7472601"/>
              <a:gd name="connsiteY579" fmla="*/ 1478656 h 6858000"/>
              <a:gd name="connsiteX580" fmla="*/ 1431890 w 7472601"/>
              <a:gd name="connsiteY580" fmla="*/ 1306475 h 6858000"/>
              <a:gd name="connsiteX581" fmla="*/ 5052692 w 7472601"/>
              <a:gd name="connsiteY581" fmla="*/ 1292994 h 6858000"/>
              <a:gd name="connsiteX582" fmla="*/ 5200661 w 7472601"/>
              <a:gd name="connsiteY582" fmla="*/ 1635186 h 6858000"/>
              <a:gd name="connsiteX583" fmla="*/ 5297138 w 7472601"/>
              <a:gd name="connsiteY583" fmla="*/ 1906351 h 6858000"/>
              <a:gd name="connsiteX584" fmla="*/ 5052692 w 7472601"/>
              <a:gd name="connsiteY584" fmla="*/ 1292994 h 6858000"/>
              <a:gd name="connsiteX585" fmla="*/ 5009948 w 7472601"/>
              <a:gd name="connsiteY585" fmla="*/ 1273619 h 6858000"/>
              <a:gd name="connsiteX586" fmla="*/ 5121777 w 7472601"/>
              <a:gd name="connsiteY586" fmla="*/ 1654213 h 6858000"/>
              <a:gd name="connsiteX587" fmla="*/ 5293545 w 7472601"/>
              <a:gd name="connsiteY587" fmla="*/ 2072247 h 6858000"/>
              <a:gd name="connsiteX588" fmla="*/ 5294042 w 7472601"/>
              <a:gd name="connsiteY588" fmla="*/ 2065019 h 6858000"/>
              <a:gd name="connsiteX589" fmla="*/ 5171936 w 7472601"/>
              <a:gd name="connsiteY589" fmla="*/ 1647613 h 6858000"/>
              <a:gd name="connsiteX590" fmla="*/ 5009948 w 7472601"/>
              <a:gd name="connsiteY590" fmla="*/ 1273619 h 6858000"/>
              <a:gd name="connsiteX591" fmla="*/ 655236 w 7472601"/>
              <a:gd name="connsiteY591" fmla="*/ 1268632 h 6858000"/>
              <a:gd name="connsiteX592" fmla="*/ 839521 w 7472601"/>
              <a:gd name="connsiteY592" fmla="*/ 1685315 h 6858000"/>
              <a:gd name="connsiteX593" fmla="*/ 1109416 w 7472601"/>
              <a:gd name="connsiteY593" fmla="*/ 2061663 h 6858000"/>
              <a:gd name="connsiteX594" fmla="*/ 1298300 w 7472601"/>
              <a:gd name="connsiteY594" fmla="*/ 2247742 h 6858000"/>
              <a:gd name="connsiteX595" fmla="*/ 1125871 w 7472601"/>
              <a:gd name="connsiteY595" fmla="*/ 1989513 h 6858000"/>
              <a:gd name="connsiteX596" fmla="*/ 981574 w 7472601"/>
              <a:gd name="connsiteY596" fmla="*/ 1783157 h 6858000"/>
              <a:gd name="connsiteX597" fmla="*/ 922198 w 7472601"/>
              <a:gd name="connsiteY597" fmla="*/ 1677437 h 6858000"/>
              <a:gd name="connsiteX598" fmla="*/ 869293 w 7472601"/>
              <a:gd name="connsiteY598" fmla="*/ 1583214 h 6858000"/>
              <a:gd name="connsiteX599" fmla="*/ 751431 w 7472601"/>
              <a:gd name="connsiteY599" fmla="*/ 1405731 h 6858000"/>
              <a:gd name="connsiteX600" fmla="*/ 655236 w 7472601"/>
              <a:gd name="connsiteY600" fmla="*/ 1268632 h 6858000"/>
              <a:gd name="connsiteX601" fmla="*/ 6516292 w 7472601"/>
              <a:gd name="connsiteY601" fmla="*/ 1263064 h 6858000"/>
              <a:gd name="connsiteX602" fmla="*/ 5736320 w 7472601"/>
              <a:gd name="connsiteY602" fmla="*/ 1501803 h 6858000"/>
              <a:gd name="connsiteX603" fmla="*/ 6516292 w 7472601"/>
              <a:gd name="connsiteY603" fmla="*/ 1263064 h 6858000"/>
              <a:gd name="connsiteX604" fmla="*/ 291466 w 7472601"/>
              <a:gd name="connsiteY604" fmla="*/ 1250369 h 6858000"/>
              <a:gd name="connsiteX605" fmla="*/ 323180 w 7472601"/>
              <a:gd name="connsiteY605" fmla="*/ 1435283 h 6858000"/>
              <a:gd name="connsiteX606" fmla="*/ 349381 w 7472601"/>
              <a:gd name="connsiteY606" fmla="*/ 1875041 h 6858000"/>
              <a:gd name="connsiteX607" fmla="*/ 374363 w 7472601"/>
              <a:gd name="connsiteY607" fmla="*/ 1506494 h 6858000"/>
              <a:gd name="connsiteX608" fmla="*/ 302168 w 7472601"/>
              <a:gd name="connsiteY608" fmla="*/ 1274495 h 6858000"/>
              <a:gd name="connsiteX609" fmla="*/ 291466 w 7472601"/>
              <a:gd name="connsiteY609" fmla="*/ 1250369 h 6858000"/>
              <a:gd name="connsiteX610" fmla="*/ 678222 w 7472601"/>
              <a:gd name="connsiteY610" fmla="*/ 1248670 h 6858000"/>
              <a:gd name="connsiteX611" fmla="*/ 775536 w 7472601"/>
              <a:gd name="connsiteY611" fmla="*/ 1388015 h 6858000"/>
              <a:gd name="connsiteX612" fmla="*/ 894529 w 7472601"/>
              <a:gd name="connsiteY612" fmla="*/ 1567739 h 6858000"/>
              <a:gd name="connsiteX613" fmla="*/ 948000 w 7472601"/>
              <a:gd name="connsiteY613" fmla="*/ 1663088 h 6858000"/>
              <a:gd name="connsiteX614" fmla="*/ 1006812 w 7472601"/>
              <a:gd name="connsiteY614" fmla="*/ 1767683 h 6858000"/>
              <a:gd name="connsiteX615" fmla="*/ 1149133 w 7472601"/>
              <a:gd name="connsiteY615" fmla="*/ 1971513 h 6858000"/>
              <a:gd name="connsiteX616" fmla="*/ 1333952 w 7472601"/>
              <a:gd name="connsiteY616" fmla="*/ 2251620 h 6858000"/>
              <a:gd name="connsiteX617" fmla="*/ 1337329 w 7472601"/>
              <a:gd name="connsiteY617" fmla="*/ 2258350 h 6858000"/>
              <a:gd name="connsiteX618" fmla="*/ 1014726 w 7472601"/>
              <a:gd name="connsiteY618" fmla="*/ 1615556 h 6858000"/>
              <a:gd name="connsiteX619" fmla="*/ 678222 w 7472601"/>
              <a:gd name="connsiteY619" fmla="*/ 1248670 h 6858000"/>
              <a:gd name="connsiteX620" fmla="*/ 6691602 w 7472601"/>
              <a:gd name="connsiteY620" fmla="*/ 1140573 h 6858000"/>
              <a:gd name="connsiteX621" fmla="*/ 6571100 w 7472601"/>
              <a:gd name="connsiteY621" fmla="*/ 1183662 h 6858000"/>
              <a:gd name="connsiteX622" fmla="*/ 6241687 w 7472601"/>
              <a:gd name="connsiteY622" fmla="*/ 1257600 h 6858000"/>
              <a:gd name="connsiteX623" fmla="*/ 5693009 w 7472601"/>
              <a:gd name="connsiteY623" fmla="*/ 1478256 h 6858000"/>
              <a:gd name="connsiteX624" fmla="*/ 6548420 w 7472601"/>
              <a:gd name="connsiteY624" fmla="*/ 1214599 h 6858000"/>
              <a:gd name="connsiteX625" fmla="*/ 6605473 w 7472601"/>
              <a:gd name="connsiteY625" fmla="*/ 1184686 h 6858000"/>
              <a:gd name="connsiteX626" fmla="*/ 6691602 w 7472601"/>
              <a:gd name="connsiteY626" fmla="*/ 1140573 h 6858000"/>
              <a:gd name="connsiteX627" fmla="*/ 4002475 w 7472601"/>
              <a:gd name="connsiteY627" fmla="*/ 1037802 h 6858000"/>
              <a:gd name="connsiteX628" fmla="*/ 4000324 w 7472601"/>
              <a:gd name="connsiteY628" fmla="*/ 1039362 h 6858000"/>
              <a:gd name="connsiteX629" fmla="*/ 4002862 w 7472601"/>
              <a:gd name="connsiteY629" fmla="*/ 1042866 h 6858000"/>
              <a:gd name="connsiteX630" fmla="*/ 4002475 w 7472601"/>
              <a:gd name="connsiteY630" fmla="*/ 1037802 h 6858000"/>
              <a:gd name="connsiteX631" fmla="*/ 506322 w 7472601"/>
              <a:gd name="connsiteY631" fmla="*/ 1020997 h 6858000"/>
              <a:gd name="connsiteX632" fmla="*/ 533068 w 7472601"/>
              <a:gd name="connsiteY632" fmla="*/ 1029409 h 6858000"/>
              <a:gd name="connsiteX633" fmla="*/ 1232525 w 7472601"/>
              <a:gd name="connsiteY633" fmla="*/ 1804675 h 6858000"/>
              <a:gd name="connsiteX634" fmla="*/ 1388858 w 7472601"/>
              <a:gd name="connsiteY634" fmla="*/ 2368011 h 6858000"/>
              <a:gd name="connsiteX635" fmla="*/ 1384098 w 7472601"/>
              <a:gd name="connsiteY635" fmla="*/ 2378125 h 6858000"/>
              <a:gd name="connsiteX636" fmla="*/ 1425393 w 7472601"/>
              <a:gd name="connsiteY636" fmla="*/ 2589124 h 6858000"/>
              <a:gd name="connsiteX637" fmla="*/ 1424001 w 7472601"/>
              <a:gd name="connsiteY637" fmla="*/ 2597541 h 6858000"/>
              <a:gd name="connsiteX638" fmla="*/ 2152729 w 7472601"/>
              <a:gd name="connsiteY638" fmla="*/ 2864487 h 6858000"/>
              <a:gd name="connsiteX639" fmla="*/ 2020609 w 7472601"/>
              <a:gd name="connsiteY639" fmla="*/ 2539671 h 6858000"/>
              <a:gd name="connsiteX640" fmla="*/ 2018920 w 7472601"/>
              <a:gd name="connsiteY640" fmla="*/ 2536309 h 6858000"/>
              <a:gd name="connsiteX641" fmla="*/ 1342441 w 7472601"/>
              <a:gd name="connsiteY641" fmla="*/ 1173017 h 6858000"/>
              <a:gd name="connsiteX642" fmla="*/ 1367925 w 7472601"/>
              <a:gd name="connsiteY642" fmla="*/ 1135648 h 6858000"/>
              <a:gd name="connsiteX643" fmla="*/ 1771401 w 7472601"/>
              <a:gd name="connsiteY643" fmla="*/ 1806673 h 6858000"/>
              <a:gd name="connsiteX644" fmla="*/ 1972385 w 7472601"/>
              <a:gd name="connsiteY644" fmla="*/ 2198735 h 6858000"/>
              <a:gd name="connsiteX645" fmla="*/ 2040892 w 7472601"/>
              <a:gd name="connsiteY645" fmla="*/ 2405205 h 6858000"/>
              <a:gd name="connsiteX646" fmla="*/ 2131689 w 7472601"/>
              <a:gd name="connsiteY646" fmla="*/ 1936926 h 6858000"/>
              <a:gd name="connsiteX647" fmla="*/ 2454820 w 7472601"/>
              <a:gd name="connsiteY647" fmla="*/ 1248808 h 6858000"/>
              <a:gd name="connsiteX648" fmla="*/ 2492512 w 7472601"/>
              <a:gd name="connsiteY648" fmla="*/ 1302920 h 6858000"/>
              <a:gd name="connsiteX649" fmla="*/ 2081216 w 7472601"/>
              <a:gd name="connsiteY649" fmla="*/ 2527513 h 6858000"/>
              <a:gd name="connsiteX650" fmla="*/ 2081211 w 7472601"/>
              <a:gd name="connsiteY650" fmla="*/ 2528916 h 6858000"/>
              <a:gd name="connsiteX651" fmla="*/ 2199067 w 7472601"/>
              <a:gd name="connsiteY651" fmla="*/ 2884061 h 6858000"/>
              <a:gd name="connsiteX652" fmla="*/ 3192586 w 7472601"/>
              <a:gd name="connsiteY652" fmla="*/ 3411496 h 6858000"/>
              <a:gd name="connsiteX653" fmla="*/ 3182620 w 7472601"/>
              <a:gd name="connsiteY653" fmla="*/ 3483279 h 6858000"/>
              <a:gd name="connsiteX654" fmla="*/ 2435119 w 7472601"/>
              <a:gd name="connsiteY654" fmla="*/ 3080173 h 6858000"/>
              <a:gd name="connsiteX655" fmla="*/ 2410152 w 7472601"/>
              <a:gd name="connsiteY655" fmla="*/ 3063751 h 6858000"/>
              <a:gd name="connsiteX656" fmla="*/ 2408099 w 7472601"/>
              <a:gd name="connsiteY656" fmla="*/ 3064403 h 6858000"/>
              <a:gd name="connsiteX657" fmla="*/ 2407218 w 7472601"/>
              <a:gd name="connsiteY657" fmla="*/ 3070324 h 6858000"/>
              <a:gd name="connsiteX658" fmla="*/ 2380138 w 7472601"/>
              <a:gd name="connsiteY658" fmla="*/ 3099341 h 6858000"/>
              <a:gd name="connsiteX659" fmla="*/ 1765923 w 7472601"/>
              <a:gd name="connsiteY659" fmla="*/ 3581043 h 6858000"/>
              <a:gd name="connsiteX660" fmla="*/ 1702258 w 7472601"/>
              <a:gd name="connsiteY660" fmla="*/ 3612286 h 6858000"/>
              <a:gd name="connsiteX661" fmla="*/ 1538370 w 7472601"/>
              <a:gd name="connsiteY661" fmla="*/ 3811804 h 6858000"/>
              <a:gd name="connsiteX662" fmla="*/ 542867 w 7472601"/>
              <a:gd name="connsiteY662" fmla="*/ 4944092 h 6858000"/>
              <a:gd name="connsiteX663" fmla="*/ 515800 w 7472601"/>
              <a:gd name="connsiteY663" fmla="*/ 4862180 h 6858000"/>
              <a:gd name="connsiteX664" fmla="*/ 909145 w 7472601"/>
              <a:gd name="connsiteY664" fmla="*/ 4199225 h 6858000"/>
              <a:gd name="connsiteX665" fmla="*/ 1214067 w 7472601"/>
              <a:gd name="connsiteY665" fmla="*/ 3908561 h 6858000"/>
              <a:gd name="connsiteX666" fmla="*/ 640967 w 7472601"/>
              <a:gd name="connsiteY666" fmla="*/ 4105601 h 6858000"/>
              <a:gd name="connsiteX667" fmla="*/ 112563 w 7472601"/>
              <a:gd name="connsiteY667" fmla="*/ 4396952 h 6858000"/>
              <a:gd name="connsiteX668" fmla="*/ 0 w 7472601"/>
              <a:gd name="connsiteY668" fmla="*/ 4466006 h 6858000"/>
              <a:gd name="connsiteX669" fmla="*/ 0 w 7472601"/>
              <a:gd name="connsiteY669" fmla="*/ 4233763 h 6858000"/>
              <a:gd name="connsiteX670" fmla="*/ 36881 w 7472601"/>
              <a:gd name="connsiteY670" fmla="*/ 4200118 h 6858000"/>
              <a:gd name="connsiteX671" fmla="*/ 910534 w 7472601"/>
              <a:gd name="connsiteY671" fmla="*/ 3629753 h 6858000"/>
              <a:gd name="connsiteX672" fmla="*/ 1578717 w 7472601"/>
              <a:gd name="connsiteY672" fmla="*/ 3575982 h 6858000"/>
              <a:gd name="connsiteX673" fmla="*/ 2338780 w 7472601"/>
              <a:gd name="connsiteY673" fmla="*/ 3033725 h 6858000"/>
              <a:gd name="connsiteX674" fmla="*/ 1807991 w 7472601"/>
              <a:gd name="connsiteY674" fmla="*/ 2807184 h 6858000"/>
              <a:gd name="connsiteX675" fmla="*/ 1416358 w 7472601"/>
              <a:gd name="connsiteY675" fmla="*/ 3112571 h 6858000"/>
              <a:gd name="connsiteX676" fmla="*/ 939066 w 7472601"/>
              <a:gd name="connsiteY676" fmla="*/ 3378798 h 6858000"/>
              <a:gd name="connsiteX677" fmla="*/ 115099 w 7472601"/>
              <a:gd name="connsiteY677" fmla="*/ 3607650 h 6858000"/>
              <a:gd name="connsiteX678" fmla="*/ 97284 w 7472601"/>
              <a:gd name="connsiteY678" fmla="*/ 3520393 h 6858000"/>
              <a:gd name="connsiteX679" fmla="*/ 922050 w 7472601"/>
              <a:gd name="connsiteY679" fmla="*/ 3074867 h 6858000"/>
              <a:gd name="connsiteX680" fmla="*/ 1405265 w 7472601"/>
              <a:gd name="connsiteY680" fmla="*/ 3016319 h 6858000"/>
              <a:gd name="connsiteX681" fmla="*/ 1407512 w 7472601"/>
              <a:gd name="connsiteY681" fmla="*/ 3018001 h 6858000"/>
              <a:gd name="connsiteX682" fmla="*/ 1726266 w 7472601"/>
              <a:gd name="connsiteY682" fmla="*/ 2777274 h 6858000"/>
              <a:gd name="connsiteX683" fmla="*/ 625390 w 7472601"/>
              <a:gd name="connsiteY683" fmla="*/ 2514541 h 6858000"/>
              <a:gd name="connsiteX684" fmla="*/ 619799 w 7472601"/>
              <a:gd name="connsiteY684" fmla="*/ 2527180 h 6858000"/>
              <a:gd name="connsiteX685" fmla="*/ 310030 w 7472601"/>
              <a:gd name="connsiteY685" fmla="*/ 2771818 h 6858000"/>
              <a:gd name="connsiteX686" fmla="*/ 173877 w 7472601"/>
              <a:gd name="connsiteY686" fmla="*/ 2937056 h 6858000"/>
              <a:gd name="connsiteX687" fmla="*/ 77889 w 7472601"/>
              <a:gd name="connsiteY687" fmla="*/ 3138440 h 6858000"/>
              <a:gd name="connsiteX688" fmla="*/ 0 w 7472601"/>
              <a:gd name="connsiteY688" fmla="*/ 3271395 h 6858000"/>
              <a:gd name="connsiteX689" fmla="*/ 0 w 7472601"/>
              <a:gd name="connsiteY689" fmla="*/ 3153002 h 6858000"/>
              <a:gd name="connsiteX690" fmla="*/ 2386 w 7472601"/>
              <a:gd name="connsiteY690" fmla="*/ 3149203 h 6858000"/>
              <a:gd name="connsiteX691" fmla="*/ 89753 w 7472601"/>
              <a:gd name="connsiteY691" fmla="*/ 2987702 h 6858000"/>
              <a:gd name="connsiteX692" fmla="*/ 76869 w 7472601"/>
              <a:gd name="connsiteY692" fmla="*/ 3005404 h 6858000"/>
              <a:gd name="connsiteX693" fmla="*/ 32049 w 7472601"/>
              <a:gd name="connsiteY693" fmla="*/ 3065814 h 6858000"/>
              <a:gd name="connsiteX694" fmla="*/ 0 w 7472601"/>
              <a:gd name="connsiteY694" fmla="*/ 3108744 h 6858000"/>
              <a:gd name="connsiteX695" fmla="*/ 0 w 7472601"/>
              <a:gd name="connsiteY695" fmla="*/ 3058059 h 6858000"/>
              <a:gd name="connsiteX696" fmla="*/ 7610 w 7472601"/>
              <a:gd name="connsiteY696" fmla="*/ 3047889 h 6858000"/>
              <a:gd name="connsiteX697" fmla="*/ 52419 w 7472601"/>
              <a:gd name="connsiteY697" fmla="*/ 2987479 h 6858000"/>
              <a:gd name="connsiteX698" fmla="*/ 59142 w 7472601"/>
              <a:gd name="connsiteY698" fmla="*/ 2978488 h 6858000"/>
              <a:gd name="connsiteX699" fmla="*/ 0 w 7472601"/>
              <a:gd name="connsiteY699" fmla="*/ 3015334 h 6858000"/>
              <a:gd name="connsiteX700" fmla="*/ 0 w 7472601"/>
              <a:gd name="connsiteY700" fmla="*/ 2914286 h 6858000"/>
              <a:gd name="connsiteX701" fmla="*/ 36383 w 7472601"/>
              <a:gd name="connsiteY701" fmla="*/ 2901128 h 6858000"/>
              <a:gd name="connsiteX702" fmla="*/ 156329 w 7472601"/>
              <a:gd name="connsiteY702" fmla="*/ 2840533 h 6858000"/>
              <a:gd name="connsiteX703" fmla="*/ 358355 w 7472601"/>
              <a:gd name="connsiteY703" fmla="*/ 2620471 h 6858000"/>
              <a:gd name="connsiteX704" fmla="*/ 510577 w 7472601"/>
              <a:gd name="connsiteY704" fmla="*/ 2501244 h 6858000"/>
              <a:gd name="connsiteX705" fmla="*/ 211967 w 7472601"/>
              <a:gd name="connsiteY705" fmla="*/ 2479171 h 6858000"/>
              <a:gd name="connsiteX706" fmla="*/ 0 w 7472601"/>
              <a:gd name="connsiteY706" fmla="*/ 2476398 h 6858000"/>
              <a:gd name="connsiteX707" fmla="*/ 0 w 7472601"/>
              <a:gd name="connsiteY707" fmla="*/ 2389189 h 6858000"/>
              <a:gd name="connsiteX708" fmla="*/ 103062 w 7472601"/>
              <a:gd name="connsiteY708" fmla="*/ 2389518 h 6858000"/>
              <a:gd name="connsiteX709" fmla="*/ 510734 w 7472601"/>
              <a:gd name="connsiteY709" fmla="*/ 2416201 h 6858000"/>
              <a:gd name="connsiteX710" fmla="*/ 279257 w 7472601"/>
              <a:gd name="connsiteY710" fmla="*/ 2092102 h 6858000"/>
              <a:gd name="connsiteX711" fmla="*/ 65265 w 7472601"/>
              <a:gd name="connsiteY711" fmla="*/ 2006049 h 6858000"/>
              <a:gd name="connsiteX712" fmla="*/ 0 w 7472601"/>
              <a:gd name="connsiteY712" fmla="*/ 1982532 h 6858000"/>
              <a:gd name="connsiteX713" fmla="*/ 0 w 7472601"/>
              <a:gd name="connsiteY713" fmla="*/ 1912789 h 6858000"/>
              <a:gd name="connsiteX714" fmla="*/ 97460 w 7472601"/>
              <a:gd name="connsiteY714" fmla="*/ 1953725 h 6858000"/>
              <a:gd name="connsiteX715" fmla="*/ 221272 w 7472601"/>
              <a:gd name="connsiteY715" fmla="*/ 1980766 h 6858000"/>
              <a:gd name="connsiteX716" fmla="*/ 116765 w 7472601"/>
              <a:gd name="connsiteY716" fmla="*/ 1911033 h 6858000"/>
              <a:gd name="connsiteX717" fmla="*/ 16405 w 7472601"/>
              <a:gd name="connsiteY717" fmla="*/ 1803412 h 6858000"/>
              <a:gd name="connsiteX718" fmla="*/ 0 w 7472601"/>
              <a:gd name="connsiteY718" fmla="*/ 1784777 h 6858000"/>
              <a:gd name="connsiteX719" fmla="*/ 0 w 7472601"/>
              <a:gd name="connsiteY719" fmla="*/ 1740082 h 6858000"/>
              <a:gd name="connsiteX720" fmla="*/ 39394 w 7472601"/>
              <a:gd name="connsiteY720" fmla="*/ 1784856 h 6858000"/>
              <a:gd name="connsiteX721" fmla="*/ 135813 w 7472601"/>
              <a:gd name="connsiteY721" fmla="*/ 1888838 h 6858000"/>
              <a:gd name="connsiteX722" fmla="*/ 242575 w 7472601"/>
              <a:gd name="connsiteY722" fmla="*/ 1958841 h 6858000"/>
              <a:gd name="connsiteX723" fmla="*/ 82197 w 7472601"/>
              <a:gd name="connsiteY723" fmla="*/ 1754826 h 6858000"/>
              <a:gd name="connsiteX724" fmla="*/ 0 w 7472601"/>
              <a:gd name="connsiteY724" fmla="*/ 1679650 h 6858000"/>
              <a:gd name="connsiteX725" fmla="*/ 0 w 7472601"/>
              <a:gd name="connsiteY725" fmla="*/ 1602463 h 6858000"/>
              <a:gd name="connsiteX726" fmla="*/ 84689 w 7472601"/>
              <a:gd name="connsiteY726" fmla="*/ 1677442 h 6858000"/>
              <a:gd name="connsiteX727" fmla="*/ 298437 w 7472601"/>
              <a:gd name="connsiteY727" fmla="*/ 1968019 h 6858000"/>
              <a:gd name="connsiteX728" fmla="*/ 227269 w 7472601"/>
              <a:gd name="connsiteY728" fmla="*/ 1114064 h 6858000"/>
              <a:gd name="connsiteX729" fmla="*/ 248003 w 7472601"/>
              <a:gd name="connsiteY729" fmla="*/ 1089613 h 6858000"/>
              <a:gd name="connsiteX730" fmla="*/ 427020 w 7472601"/>
              <a:gd name="connsiteY730" fmla="*/ 1619803 h 6858000"/>
              <a:gd name="connsiteX731" fmla="*/ 340345 w 7472601"/>
              <a:gd name="connsiteY731" fmla="*/ 2027739 h 6858000"/>
              <a:gd name="connsiteX732" fmla="*/ 360865 w 7472601"/>
              <a:gd name="connsiteY732" fmla="*/ 2044827 h 6858000"/>
              <a:gd name="connsiteX733" fmla="*/ 560414 w 7472601"/>
              <a:gd name="connsiteY733" fmla="*/ 2421457 h 6858000"/>
              <a:gd name="connsiteX734" fmla="*/ 1359703 w 7472601"/>
              <a:gd name="connsiteY734" fmla="*/ 2578554 h 6858000"/>
              <a:gd name="connsiteX735" fmla="*/ 1359422 w 7472601"/>
              <a:gd name="connsiteY735" fmla="*/ 2577994 h 6858000"/>
              <a:gd name="connsiteX736" fmla="*/ 828701 w 7472601"/>
              <a:gd name="connsiteY736" fmla="*/ 1839520 h 6858000"/>
              <a:gd name="connsiteX737" fmla="*/ 494427 w 7472601"/>
              <a:gd name="connsiteY737" fmla="*/ 1092333 h 6858000"/>
              <a:gd name="connsiteX738" fmla="*/ 506322 w 7472601"/>
              <a:gd name="connsiteY738" fmla="*/ 1020997 h 6858000"/>
              <a:gd name="connsiteX739" fmla="*/ 4570198 w 7472601"/>
              <a:gd name="connsiteY739" fmla="*/ 978081 h 6858000"/>
              <a:gd name="connsiteX740" fmla="*/ 4523691 w 7472601"/>
              <a:gd name="connsiteY740" fmla="*/ 1127776 h 6858000"/>
              <a:gd name="connsiteX741" fmla="*/ 4509875 w 7472601"/>
              <a:gd name="connsiteY741" fmla="*/ 1167552 h 6858000"/>
              <a:gd name="connsiteX742" fmla="*/ 4478168 w 7472601"/>
              <a:gd name="connsiteY742" fmla="*/ 1260735 h 6858000"/>
              <a:gd name="connsiteX743" fmla="*/ 4409309 w 7472601"/>
              <a:gd name="connsiteY743" fmla="*/ 1666996 h 6858000"/>
              <a:gd name="connsiteX744" fmla="*/ 4370031 w 7472601"/>
              <a:gd name="connsiteY744" fmla="*/ 1955666 h 6858000"/>
              <a:gd name="connsiteX745" fmla="*/ 4570198 w 7472601"/>
              <a:gd name="connsiteY745" fmla="*/ 978081 h 6858000"/>
              <a:gd name="connsiteX746" fmla="*/ 4557898 w 7472601"/>
              <a:gd name="connsiteY746" fmla="*/ 900011 h 6858000"/>
              <a:gd name="connsiteX747" fmla="*/ 4344840 w 7472601"/>
              <a:gd name="connsiteY747" fmla="*/ 1922038 h 6858000"/>
              <a:gd name="connsiteX748" fmla="*/ 4378710 w 7472601"/>
              <a:gd name="connsiteY748" fmla="*/ 1665516 h 6858000"/>
              <a:gd name="connsiteX749" fmla="*/ 4448798 w 7472601"/>
              <a:gd name="connsiteY749" fmla="*/ 1253024 h 6858000"/>
              <a:gd name="connsiteX750" fmla="*/ 4480315 w 7472601"/>
              <a:gd name="connsiteY750" fmla="*/ 1158454 h 6858000"/>
              <a:gd name="connsiteX751" fmla="*/ 4494133 w 7472601"/>
              <a:gd name="connsiteY751" fmla="*/ 1118676 h 6858000"/>
              <a:gd name="connsiteX752" fmla="*/ 4557898 w 7472601"/>
              <a:gd name="connsiteY752" fmla="*/ 900011 h 6858000"/>
              <a:gd name="connsiteX753" fmla="*/ 5870151 w 7472601"/>
              <a:gd name="connsiteY753" fmla="*/ 898890 h 6858000"/>
              <a:gd name="connsiteX754" fmla="*/ 5861335 w 7472601"/>
              <a:gd name="connsiteY754" fmla="*/ 899177 h 6858000"/>
              <a:gd name="connsiteX755" fmla="*/ 5843702 w 7472601"/>
              <a:gd name="connsiteY755" fmla="*/ 899748 h 6858000"/>
              <a:gd name="connsiteX756" fmla="*/ 5651107 w 7472601"/>
              <a:gd name="connsiteY756" fmla="*/ 920306 h 6858000"/>
              <a:gd name="connsiteX757" fmla="*/ 5459407 w 7472601"/>
              <a:gd name="connsiteY757" fmla="*/ 940975 h 6858000"/>
              <a:gd name="connsiteX758" fmla="*/ 5374846 w 7472601"/>
              <a:gd name="connsiteY758" fmla="*/ 941988 h 6858000"/>
              <a:gd name="connsiteX759" fmla="*/ 5256105 w 7472601"/>
              <a:gd name="connsiteY759" fmla="*/ 945632 h 6858000"/>
              <a:gd name="connsiteX760" fmla="*/ 5107071 w 7472601"/>
              <a:gd name="connsiteY760" fmla="*/ 969720 h 6858000"/>
              <a:gd name="connsiteX761" fmla="*/ 4998681 w 7472601"/>
              <a:gd name="connsiteY761" fmla="*/ 988771 h 6858000"/>
              <a:gd name="connsiteX762" fmla="*/ 5870151 w 7472601"/>
              <a:gd name="connsiteY762" fmla="*/ 898890 h 6858000"/>
              <a:gd name="connsiteX763" fmla="*/ 5504425 w 7472601"/>
              <a:gd name="connsiteY763" fmla="*/ 848067 h 6858000"/>
              <a:gd name="connsiteX764" fmla="*/ 4968849 w 7472601"/>
              <a:gd name="connsiteY764" fmla="*/ 962318 h 6858000"/>
              <a:gd name="connsiteX765" fmla="*/ 5104039 w 7472601"/>
              <a:gd name="connsiteY765" fmla="*/ 940634 h 6858000"/>
              <a:gd name="connsiteX766" fmla="*/ 5256311 w 7472601"/>
              <a:gd name="connsiteY766" fmla="*/ 916490 h 6858000"/>
              <a:gd name="connsiteX767" fmla="*/ 5377381 w 7472601"/>
              <a:gd name="connsiteY767" fmla="*/ 912671 h 6858000"/>
              <a:gd name="connsiteX768" fmla="*/ 5460148 w 7472601"/>
              <a:gd name="connsiteY768" fmla="*/ 911442 h 6858000"/>
              <a:gd name="connsiteX769" fmla="*/ 5648971 w 7472601"/>
              <a:gd name="connsiteY769" fmla="*/ 891331 h 6858000"/>
              <a:gd name="connsiteX770" fmla="*/ 5844807 w 7472601"/>
              <a:gd name="connsiteY770" fmla="*/ 870718 h 6858000"/>
              <a:gd name="connsiteX771" fmla="*/ 5862975 w 7472601"/>
              <a:gd name="connsiteY771" fmla="*/ 869756 h 6858000"/>
              <a:gd name="connsiteX772" fmla="*/ 5920887 w 7472601"/>
              <a:gd name="connsiteY772" fmla="*/ 865929 h 6858000"/>
              <a:gd name="connsiteX773" fmla="*/ 5504425 w 7472601"/>
              <a:gd name="connsiteY773" fmla="*/ 848067 h 6858000"/>
              <a:gd name="connsiteX774" fmla="*/ 3607114 w 7472601"/>
              <a:gd name="connsiteY774" fmla="*/ 467441 h 6858000"/>
              <a:gd name="connsiteX775" fmla="*/ 3296242 w 7472601"/>
              <a:gd name="connsiteY775" fmla="*/ 807991 h 6858000"/>
              <a:gd name="connsiteX776" fmla="*/ 3174674 w 7472601"/>
              <a:gd name="connsiteY776" fmla="*/ 919759 h 6858000"/>
              <a:gd name="connsiteX777" fmla="*/ 3042978 w 7472601"/>
              <a:gd name="connsiteY777" fmla="*/ 1054894 h 6858000"/>
              <a:gd name="connsiteX778" fmla="*/ 2968914 w 7472601"/>
              <a:gd name="connsiteY778" fmla="*/ 1133756 h 6858000"/>
              <a:gd name="connsiteX779" fmla="*/ 3103823 w 7472601"/>
              <a:gd name="connsiteY779" fmla="*/ 1026814 h 6858000"/>
              <a:gd name="connsiteX780" fmla="*/ 3607114 w 7472601"/>
              <a:gd name="connsiteY780" fmla="*/ 467441 h 6858000"/>
              <a:gd name="connsiteX781" fmla="*/ 3744487 w 7472601"/>
              <a:gd name="connsiteY781" fmla="*/ 383136 h 6858000"/>
              <a:gd name="connsiteX782" fmla="*/ 3970213 w 7472601"/>
              <a:gd name="connsiteY782" fmla="*/ 995559 h 6858000"/>
              <a:gd name="connsiteX783" fmla="*/ 3744487 w 7472601"/>
              <a:gd name="connsiteY783" fmla="*/ 383136 h 6858000"/>
              <a:gd name="connsiteX784" fmla="*/ 3624562 w 7472601"/>
              <a:gd name="connsiteY784" fmla="*/ 367041 h 6858000"/>
              <a:gd name="connsiteX785" fmla="*/ 3489712 w 7472601"/>
              <a:gd name="connsiteY785" fmla="*/ 485386 h 6858000"/>
              <a:gd name="connsiteX786" fmla="*/ 3182994 w 7472601"/>
              <a:gd name="connsiteY786" fmla="*/ 828265 h 6858000"/>
              <a:gd name="connsiteX787" fmla="*/ 2892114 w 7472601"/>
              <a:gd name="connsiteY787" fmla="*/ 1172635 h 6858000"/>
              <a:gd name="connsiteX788" fmla="*/ 3021459 w 7472601"/>
              <a:gd name="connsiteY788" fmla="*/ 1035385 h 6858000"/>
              <a:gd name="connsiteX789" fmla="*/ 3153873 w 7472601"/>
              <a:gd name="connsiteY789" fmla="*/ 898971 h 6858000"/>
              <a:gd name="connsiteX790" fmla="*/ 3276511 w 7472601"/>
              <a:gd name="connsiteY790" fmla="*/ 786423 h 6858000"/>
              <a:gd name="connsiteX791" fmla="*/ 3584154 w 7472601"/>
              <a:gd name="connsiteY791" fmla="*/ 448218 h 6858000"/>
              <a:gd name="connsiteX792" fmla="*/ 3624562 w 7472601"/>
              <a:gd name="connsiteY792" fmla="*/ 367041 h 6858000"/>
              <a:gd name="connsiteX793" fmla="*/ 3766672 w 7472601"/>
              <a:gd name="connsiteY793" fmla="*/ 359429 h 6858000"/>
              <a:gd name="connsiteX794" fmla="*/ 3996338 w 7472601"/>
              <a:gd name="connsiteY794" fmla="*/ 968237 h 6858000"/>
              <a:gd name="connsiteX795" fmla="*/ 3766672 w 7472601"/>
              <a:gd name="connsiteY795" fmla="*/ 359429 h 6858000"/>
              <a:gd name="connsiteX796" fmla="*/ 5805386 w 7472601"/>
              <a:gd name="connsiteY796" fmla="*/ 239240 h 6858000"/>
              <a:gd name="connsiteX797" fmla="*/ 5736947 w 7472601"/>
              <a:gd name="connsiteY797" fmla="*/ 261367 h 6858000"/>
              <a:gd name="connsiteX798" fmla="*/ 5427012 w 7472601"/>
              <a:gd name="connsiteY798" fmla="*/ 311272 h 6858000"/>
              <a:gd name="connsiteX799" fmla="*/ 5147818 w 7472601"/>
              <a:gd name="connsiteY799" fmla="*/ 322112 h 6858000"/>
              <a:gd name="connsiteX800" fmla="*/ 5060854 w 7472601"/>
              <a:gd name="connsiteY800" fmla="*/ 311882 h 6858000"/>
              <a:gd name="connsiteX801" fmla="*/ 4945989 w 7472601"/>
              <a:gd name="connsiteY801" fmla="*/ 300516 h 6858000"/>
              <a:gd name="connsiteX802" fmla="*/ 5410479 w 7472601"/>
              <a:gd name="connsiteY802" fmla="*/ 348434 h 6858000"/>
              <a:gd name="connsiteX803" fmla="*/ 5805386 w 7472601"/>
              <a:gd name="connsiteY803" fmla="*/ 239240 h 6858000"/>
              <a:gd name="connsiteX804" fmla="*/ 5905192 w 7472601"/>
              <a:gd name="connsiteY804" fmla="*/ 163079 h 6858000"/>
              <a:gd name="connsiteX805" fmla="*/ 5865655 w 7472601"/>
              <a:gd name="connsiteY805" fmla="*/ 171901 h 6858000"/>
              <a:gd name="connsiteX806" fmla="*/ 5259740 w 7472601"/>
              <a:gd name="connsiteY806" fmla="*/ 257013 h 6858000"/>
              <a:gd name="connsiteX807" fmla="*/ 5208466 w 7472601"/>
              <a:gd name="connsiteY807" fmla="*/ 257550 h 6858000"/>
              <a:gd name="connsiteX808" fmla="*/ 4980204 w 7472601"/>
              <a:gd name="connsiteY808" fmla="*/ 271903 h 6858000"/>
              <a:gd name="connsiteX809" fmla="*/ 5068068 w 7472601"/>
              <a:gd name="connsiteY809" fmla="*/ 282244 h 6858000"/>
              <a:gd name="connsiteX810" fmla="*/ 5153231 w 7472601"/>
              <a:gd name="connsiteY810" fmla="*/ 292240 h 6858000"/>
              <a:gd name="connsiteX811" fmla="*/ 5426491 w 7472601"/>
              <a:gd name="connsiteY811" fmla="*/ 281128 h 6858000"/>
              <a:gd name="connsiteX812" fmla="*/ 5731212 w 7472601"/>
              <a:gd name="connsiteY812" fmla="*/ 231951 h 6858000"/>
              <a:gd name="connsiteX813" fmla="*/ 5905192 w 7472601"/>
              <a:gd name="connsiteY813" fmla="*/ 163079 h 6858000"/>
              <a:gd name="connsiteX814" fmla="*/ 5944437 w 7472601"/>
              <a:gd name="connsiteY814" fmla="*/ 113829 h 6858000"/>
              <a:gd name="connsiteX815" fmla="*/ 5825032 w 7472601"/>
              <a:gd name="connsiteY815" fmla="*/ 146405 h 6858000"/>
              <a:gd name="connsiteX816" fmla="*/ 4955599 w 7472601"/>
              <a:gd name="connsiteY816" fmla="*/ 247008 h 6858000"/>
              <a:gd name="connsiteX817" fmla="*/ 5210104 w 7472601"/>
              <a:gd name="connsiteY817" fmla="*/ 228123 h 6858000"/>
              <a:gd name="connsiteX818" fmla="*/ 5261015 w 7472601"/>
              <a:gd name="connsiteY818" fmla="*/ 227087 h 6858000"/>
              <a:gd name="connsiteX819" fmla="*/ 5861181 w 7472601"/>
              <a:gd name="connsiteY819" fmla="*/ 143093 h 6858000"/>
              <a:gd name="connsiteX820" fmla="*/ 5961252 w 7472601"/>
              <a:gd name="connsiteY820" fmla="*/ 114820 h 6858000"/>
              <a:gd name="connsiteX821" fmla="*/ 5944437 w 7472601"/>
              <a:gd name="connsiteY821" fmla="*/ 113829 h 6858000"/>
              <a:gd name="connsiteX822" fmla="*/ 3882765 w 7472601"/>
              <a:gd name="connsiteY822" fmla="*/ 0 h 6858000"/>
              <a:gd name="connsiteX823" fmla="*/ 3995099 w 7472601"/>
              <a:gd name="connsiteY823" fmla="*/ 0 h 6858000"/>
              <a:gd name="connsiteX824" fmla="*/ 4163818 w 7472601"/>
              <a:gd name="connsiteY824" fmla="*/ 234104 h 6858000"/>
              <a:gd name="connsiteX825" fmla="*/ 4172099 w 7472601"/>
              <a:gd name="connsiteY825" fmla="*/ 234207 h 6858000"/>
              <a:gd name="connsiteX826" fmla="*/ 4784282 w 7472601"/>
              <a:gd name="connsiteY826" fmla="*/ 276561 h 6858000"/>
              <a:gd name="connsiteX827" fmla="*/ 4801687 w 7472601"/>
              <a:gd name="connsiteY827" fmla="*/ 267764 h 6858000"/>
              <a:gd name="connsiteX828" fmla="*/ 6082788 w 7472601"/>
              <a:gd name="connsiteY828" fmla="*/ 64119 h 6858000"/>
              <a:gd name="connsiteX829" fmla="*/ 6099442 w 7472601"/>
              <a:gd name="connsiteY829" fmla="*/ 82568 h 6858000"/>
              <a:gd name="connsiteX830" fmla="*/ 4804137 w 7472601"/>
              <a:gd name="connsiteY830" fmla="*/ 320931 h 6858000"/>
              <a:gd name="connsiteX831" fmla="*/ 4227047 w 7472601"/>
              <a:gd name="connsiteY831" fmla="*/ 313415 h 6858000"/>
              <a:gd name="connsiteX832" fmla="*/ 4346041 w 7472601"/>
              <a:gd name="connsiteY832" fmla="*/ 456086 h 6858000"/>
              <a:gd name="connsiteX833" fmla="*/ 4870967 w 7472601"/>
              <a:gd name="connsiteY833" fmla="*/ 963061 h 6858000"/>
              <a:gd name="connsiteX834" fmla="*/ 4889647 w 7472601"/>
              <a:gd name="connsiteY834" fmla="*/ 957147 h 6858000"/>
              <a:gd name="connsiteX835" fmla="*/ 5422504 w 7472601"/>
              <a:gd name="connsiteY835" fmla="*/ 805191 h 6858000"/>
              <a:gd name="connsiteX836" fmla="*/ 6087656 w 7472601"/>
              <a:gd name="connsiteY836" fmla="*/ 826703 h 6858000"/>
              <a:gd name="connsiteX837" fmla="*/ 6058717 w 7472601"/>
              <a:gd name="connsiteY837" fmla="*/ 865992 h 6858000"/>
              <a:gd name="connsiteX838" fmla="*/ 4974153 w 7472601"/>
              <a:gd name="connsiteY838" fmla="*/ 1045456 h 6858000"/>
              <a:gd name="connsiteX839" fmla="*/ 5627835 w 7472601"/>
              <a:gd name="connsiteY839" fmla="*/ 1472077 h 6858000"/>
              <a:gd name="connsiteX840" fmla="*/ 5629817 w 7472601"/>
              <a:gd name="connsiteY840" fmla="*/ 1471412 h 6858000"/>
              <a:gd name="connsiteX841" fmla="*/ 5634124 w 7472601"/>
              <a:gd name="connsiteY841" fmla="*/ 1470572 h 6858000"/>
              <a:gd name="connsiteX842" fmla="*/ 5755832 w 7472601"/>
              <a:gd name="connsiteY842" fmla="*/ 1383886 h 6858000"/>
              <a:gd name="connsiteX843" fmla="*/ 6014186 w 7472601"/>
              <a:gd name="connsiteY843" fmla="*/ 1279799 h 6858000"/>
              <a:gd name="connsiteX844" fmla="*/ 6901619 w 7472601"/>
              <a:gd name="connsiteY844" fmla="*/ 1047874 h 6858000"/>
              <a:gd name="connsiteX845" fmla="*/ 6931566 w 7472601"/>
              <a:gd name="connsiteY845" fmla="*/ 1062034 h 6858000"/>
              <a:gd name="connsiteX846" fmla="*/ 5790982 w 7472601"/>
              <a:gd name="connsiteY846" fmla="*/ 1561380 h 6858000"/>
              <a:gd name="connsiteX847" fmla="*/ 6188971 w 7472601"/>
              <a:gd name="connsiteY847" fmla="*/ 1755168 h 6858000"/>
              <a:gd name="connsiteX848" fmla="*/ 6202446 w 7472601"/>
              <a:gd name="connsiteY848" fmla="*/ 1752268 h 6858000"/>
              <a:gd name="connsiteX849" fmla="*/ 7179560 w 7472601"/>
              <a:gd name="connsiteY849" fmla="*/ 1467551 h 6858000"/>
              <a:gd name="connsiteX850" fmla="*/ 7158730 w 7472601"/>
              <a:gd name="connsiteY850" fmla="*/ 1507835 h 6858000"/>
              <a:gd name="connsiteX851" fmla="*/ 6326959 w 7472601"/>
              <a:gd name="connsiteY851" fmla="*/ 1817686 h 6858000"/>
              <a:gd name="connsiteX852" fmla="*/ 6537433 w 7472601"/>
              <a:gd name="connsiteY852" fmla="*/ 1907790 h 6858000"/>
              <a:gd name="connsiteX853" fmla="*/ 6550221 w 7472601"/>
              <a:gd name="connsiteY853" fmla="*/ 1910729 h 6858000"/>
              <a:gd name="connsiteX854" fmla="*/ 6964438 w 7472601"/>
              <a:gd name="connsiteY854" fmla="*/ 2209505 h 6858000"/>
              <a:gd name="connsiteX855" fmla="*/ 7367862 w 7472601"/>
              <a:gd name="connsiteY855" fmla="*/ 2806833 h 6858000"/>
              <a:gd name="connsiteX856" fmla="*/ 7364329 w 7472601"/>
              <a:gd name="connsiteY856" fmla="*/ 2826907 h 6858000"/>
              <a:gd name="connsiteX857" fmla="*/ 7290545 w 7472601"/>
              <a:gd name="connsiteY857" fmla="*/ 2850663 h 6858000"/>
              <a:gd name="connsiteX858" fmla="*/ 6472036 w 7472601"/>
              <a:gd name="connsiteY858" fmla="*/ 1959003 h 6858000"/>
              <a:gd name="connsiteX859" fmla="*/ 5792897 w 7472601"/>
              <a:gd name="connsiteY859" fmla="*/ 1647747 h 6858000"/>
              <a:gd name="connsiteX860" fmla="*/ 5842751 w 7472601"/>
              <a:gd name="connsiteY860" fmla="*/ 1816112 h 6858000"/>
              <a:gd name="connsiteX861" fmla="*/ 5847424 w 7472601"/>
              <a:gd name="connsiteY861" fmla="*/ 1815776 h 6858000"/>
              <a:gd name="connsiteX862" fmla="*/ 6399821 w 7472601"/>
              <a:gd name="connsiteY862" fmla="*/ 2344799 h 6858000"/>
              <a:gd name="connsiteX863" fmla="*/ 6323232 w 7472601"/>
              <a:gd name="connsiteY863" fmla="*/ 2389634 h 6858000"/>
              <a:gd name="connsiteX864" fmla="*/ 5942958 w 7472601"/>
              <a:gd name="connsiteY864" fmla="*/ 2077708 h 6858000"/>
              <a:gd name="connsiteX865" fmla="*/ 5921559 w 7472601"/>
              <a:gd name="connsiteY865" fmla="*/ 2378596 h 6858000"/>
              <a:gd name="connsiteX866" fmla="*/ 5817651 w 7472601"/>
              <a:gd name="connsiteY866" fmla="*/ 3023919 h 6858000"/>
              <a:gd name="connsiteX867" fmla="*/ 5729634 w 7472601"/>
              <a:gd name="connsiteY867" fmla="*/ 3051849 h 6858000"/>
              <a:gd name="connsiteX868" fmla="*/ 5611018 w 7472601"/>
              <a:gd name="connsiteY868" fmla="*/ 2316769 h 6858000"/>
              <a:gd name="connsiteX869" fmla="*/ 5687608 w 7472601"/>
              <a:gd name="connsiteY869" fmla="*/ 2039972 h 6858000"/>
              <a:gd name="connsiteX870" fmla="*/ 5657554 w 7472601"/>
              <a:gd name="connsiteY870" fmla="*/ 1576445 h 6858000"/>
              <a:gd name="connsiteX871" fmla="*/ 5150475 w 7472601"/>
              <a:gd name="connsiteY871" fmla="*/ 1274012 h 6858000"/>
              <a:gd name="connsiteX872" fmla="*/ 5349142 w 7472601"/>
              <a:gd name="connsiteY872" fmla="*/ 2204405 h 6858000"/>
              <a:gd name="connsiteX873" fmla="*/ 5262214 w 7472601"/>
              <a:gd name="connsiteY873" fmla="*/ 2233836 h 6858000"/>
              <a:gd name="connsiteX874" fmla="*/ 4981539 w 7472601"/>
              <a:gd name="connsiteY874" fmla="*/ 1542201 h 6858000"/>
              <a:gd name="connsiteX875" fmla="*/ 4958461 w 7472601"/>
              <a:gd name="connsiteY875" fmla="*/ 1136957 h 6858000"/>
              <a:gd name="connsiteX876" fmla="*/ 4655015 w 7472601"/>
              <a:gd name="connsiteY876" fmla="*/ 891426 h 6858000"/>
              <a:gd name="connsiteX877" fmla="*/ 4348002 w 7472601"/>
              <a:gd name="connsiteY877" fmla="*/ 2205895 h 6858000"/>
              <a:gd name="connsiteX878" fmla="*/ 4262250 w 7472601"/>
              <a:gd name="connsiteY878" fmla="*/ 2219972 h 6858000"/>
              <a:gd name="connsiteX879" fmla="*/ 4550611 w 7472601"/>
              <a:gd name="connsiteY879" fmla="*/ 817540 h 6858000"/>
              <a:gd name="connsiteX880" fmla="*/ 4564418 w 7472601"/>
              <a:gd name="connsiteY880" fmla="*/ 808293 h 6858000"/>
              <a:gd name="connsiteX881" fmla="*/ 4266388 w 7472601"/>
              <a:gd name="connsiteY881" fmla="*/ 500083 h 6858000"/>
              <a:gd name="connsiteX882" fmla="*/ 4032842 w 7472601"/>
              <a:gd name="connsiteY882" fmla="*/ 211809 h 6858000"/>
              <a:gd name="connsiteX883" fmla="*/ 3882765 w 7472601"/>
              <a:gd name="connsiteY883" fmla="*/ 0 h 6858000"/>
              <a:gd name="connsiteX884" fmla="*/ 3721337 w 7472601"/>
              <a:gd name="connsiteY884" fmla="*/ 0 h 6858000"/>
              <a:gd name="connsiteX885" fmla="*/ 3797544 w 7472601"/>
              <a:gd name="connsiteY885" fmla="*/ 0 h 6858000"/>
              <a:gd name="connsiteX886" fmla="*/ 3775734 w 7472601"/>
              <a:gd name="connsiteY886" fmla="*/ 95131 h 6858000"/>
              <a:gd name="connsiteX887" fmla="*/ 3724807 w 7472601"/>
              <a:gd name="connsiteY887" fmla="*/ 272257 h 6858000"/>
              <a:gd name="connsiteX888" fmla="*/ 3726844 w 7472601"/>
              <a:gd name="connsiteY888" fmla="*/ 282988 h 6858000"/>
              <a:gd name="connsiteX889" fmla="*/ 3742664 w 7472601"/>
              <a:gd name="connsiteY889" fmla="*/ 279918 h 6858000"/>
              <a:gd name="connsiteX890" fmla="*/ 4103910 w 7472601"/>
              <a:gd name="connsiteY890" fmla="*/ 1161917 h 6858000"/>
              <a:gd name="connsiteX891" fmla="*/ 4020269 w 7472601"/>
              <a:gd name="connsiteY891" fmla="*/ 1200406 h 6858000"/>
              <a:gd name="connsiteX892" fmla="*/ 3674882 w 7472601"/>
              <a:gd name="connsiteY892" fmla="*/ 488524 h 6858000"/>
              <a:gd name="connsiteX893" fmla="*/ 3132682 w 7472601"/>
              <a:gd name="connsiteY893" fmla="*/ 1072284 h 6858000"/>
              <a:gd name="connsiteX894" fmla="*/ 2716346 w 7472601"/>
              <a:gd name="connsiteY894" fmla="*/ 1276376 h 6858000"/>
              <a:gd name="connsiteX895" fmla="*/ 2716772 w 7472601"/>
              <a:gd name="connsiteY895" fmla="*/ 1255462 h 6858000"/>
              <a:gd name="connsiteX896" fmla="*/ 3471096 w 7472601"/>
              <a:gd name="connsiteY896" fmla="*/ 437072 h 6858000"/>
              <a:gd name="connsiteX897" fmla="*/ 3639057 w 7472601"/>
              <a:gd name="connsiteY897" fmla="*/ 286334 h 6858000"/>
              <a:gd name="connsiteX898" fmla="*/ 3640309 w 7472601"/>
              <a:gd name="connsiteY898" fmla="*/ 284664 h 6858000"/>
              <a:gd name="connsiteX899" fmla="*/ 3646022 w 7472601"/>
              <a:gd name="connsiteY899" fmla="*/ 276711 h 6858000"/>
              <a:gd name="connsiteX900" fmla="*/ 3707943 w 7472601"/>
              <a:gd name="connsiteY900" fmla="*/ 65958 h 6858000"/>
              <a:gd name="connsiteX901" fmla="*/ 3721337 w 7472601"/>
              <a:gd name="connsiteY901" fmla="*/ 0 h 6858000"/>
              <a:gd name="connsiteX902" fmla="*/ 2867960 w 7472601"/>
              <a:gd name="connsiteY902" fmla="*/ 0 h 6858000"/>
              <a:gd name="connsiteX903" fmla="*/ 2926351 w 7472601"/>
              <a:gd name="connsiteY903" fmla="*/ 0 h 6858000"/>
              <a:gd name="connsiteX904" fmla="*/ 2902823 w 7472601"/>
              <a:gd name="connsiteY904" fmla="*/ 262929 h 6858000"/>
              <a:gd name="connsiteX905" fmla="*/ 2940663 w 7472601"/>
              <a:gd name="connsiteY905" fmla="*/ 140884 h 6858000"/>
              <a:gd name="connsiteX906" fmla="*/ 2947039 w 7472601"/>
              <a:gd name="connsiteY906" fmla="*/ 122524 h 6858000"/>
              <a:gd name="connsiteX907" fmla="*/ 2984316 w 7472601"/>
              <a:gd name="connsiteY907" fmla="*/ 0 h 6858000"/>
              <a:gd name="connsiteX908" fmla="*/ 3016114 w 7472601"/>
              <a:gd name="connsiteY908" fmla="*/ 0 h 6858000"/>
              <a:gd name="connsiteX909" fmla="*/ 2979949 w 7472601"/>
              <a:gd name="connsiteY909" fmla="*/ 119274 h 6858000"/>
              <a:gd name="connsiteX910" fmla="*/ 3023879 w 7472601"/>
              <a:gd name="connsiteY910" fmla="*/ 0 h 6858000"/>
              <a:gd name="connsiteX911" fmla="*/ 3105400 w 7472601"/>
              <a:gd name="connsiteY911" fmla="*/ 0 h 6858000"/>
              <a:gd name="connsiteX912" fmla="*/ 3094669 w 7472601"/>
              <a:gd name="connsiteY912" fmla="*/ 30308 h 6858000"/>
              <a:gd name="connsiteX913" fmla="*/ 2901945 w 7472601"/>
              <a:gd name="connsiteY913" fmla="*/ 466538 h 6858000"/>
              <a:gd name="connsiteX914" fmla="*/ 2815209 w 7472601"/>
              <a:gd name="connsiteY914" fmla="*/ 497361 h 6858000"/>
              <a:gd name="connsiteX915" fmla="*/ 2844845 w 7472601"/>
              <a:gd name="connsiteY915" fmla="*/ 127638 h 6858000"/>
              <a:gd name="connsiteX916" fmla="*/ 2867960 w 7472601"/>
              <a:gd name="connsiteY916" fmla="*/ 0 h 6858000"/>
              <a:gd name="connsiteX917" fmla="*/ 1057230 w 7472601"/>
              <a:gd name="connsiteY917" fmla="*/ 0 h 6858000"/>
              <a:gd name="connsiteX918" fmla="*/ 1111003 w 7472601"/>
              <a:gd name="connsiteY918" fmla="*/ 0 h 6858000"/>
              <a:gd name="connsiteX919" fmla="*/ 1125553 w 7472601"/>
              <a:gd name="connsiteY919" fmla="*/ 52588 h 6858000"/>
              <a:gd name="connsiteX920" fmla="*/ 1304276 w 7472601"/>
              <a:gd name="connsiteY920" fmla="*/ 476275 h 6858000"/>
              <a:gd name="connsiteX921" fmla="*/ 1492066 w 7472601"/>
              <a:gd name="connsiteY921" fmla="*/ 886333 h 6858000"/>
              <a:gd name="connsiteX922" fmla="*/ 1423698 w 7472601"/>
              <a:gd name="connsiteY922" fmla="*/ 710817 h 6858000"/>
              <a:gd name="connsiteX923" fmla="*/ 1357609 w 7472601"/>
              <a:gd name="connsiteY923" fmla="*/ 532892 h 6858000"/>
              <a:gd name="connsiteX924" fmla="*/ 1309550 w 7472601"/>
              <a:gd name="connsiteY924" fmla="*/ 374031 h 6858000"/>
              <a:gd name="connsiteX925" fmla="*/ 1193673 w 7472601"/>
              <a:gd name="connsiteY925" fmla="*/ 49533 h 6858000"/>
              <a:gd name="connsiteX926" fmla="*/ 1164391 w 7472601"/>
              <a:gd name="connsiteY926" fmla="*/ 0 h 6858000"/>
              <a:gd name="connsiteX927" fmla="*/ 1200666 w 7472601"/>
              <a:gd name="connsiteY927" fmla="*/ 0 h 6858000"/>
              <a:gd name="connsiteX928" fmla="*/ 1223408 w 7472601"/>
              <a:gd name="connsiteY928" fmla="*/ 38996 h 6858000"/>
              <a:gd name="connsiteX929" fmla="*/ 1339635 w 7472601"/>
              <a:gd name="connsiteY929" fmla="*/ 365517 h 6858000"/>
              <a:gd name="connsiteX930" fmla="*/ 1387469 w 7472601"/>
              <a:gd name="connsiteY930" fmla="*/ 523079 h 6858000"/>
              <a:gd name="connsiteX931" fmla="*/ 1452685 w 7472601"/>
              <a:gd name="connsiteY931" fmla="*/ 699806 h 6858000"/>
              <a:gd name="connsiteX932" fmla="*/ 1492092 w 7472601"/>
              <a:gd name="connsiteY932" fmla="*/ 800424 h 6858000"/>
              <a:gd name="connsiteX933" fmla="*/ 1455302 w 7472601"/>
              <a:gd name="connsiteY933" fmla="*/ 632913 h 6858000"/>
              <a:gd name="connsiteX934" fmla="*/ 1222336 w 7472601"/>
              <a:gd name="connsiteY934" fmla="*/ 9480 h 6858000"/>
              <a:gd name="connsiteX935" fmla="*/ 1214634 w 7472601"/>
              <a:gd name="connsiteY935" fmla="*/ 0 h 6858000"/>
              <a:gd name="connsiteX936" fmla="*/ 1289827 w 7472601"/>
              <a:gd name="connsiteY936" fmla="*/ 0 h 6858000"/>
              <a:gd name="connsiteX937" fmla="*/ 1321076 w 7472601"/>
              <a:gd name="connsiteY937" fmla="*/ 59722 h 6858000"/>
              <a:gd name="connsiteX938" fmla="*/ 1512579 w 7472601"/>
              <a:gd name="connsiteY938" fmla="*/ 626441 h 6858000"/>
              <a:gd name="connsiteX939" fmla="*/ 1506076 w 7472601"/>
              <a:gd name="connsiteY939" fmla="*/ 1089289 h 6858000"/>
              <a:gd name="connsiteX940" fmla="*/ 1486346 w 7472601"/>
              <a:gd name="connsiteY940" fmla="*/ 1079919 h 6858000"/>
              <a:gd name="connsiteX941" fmla="*/ 1070511 w 7472601"/>
              <a:gd name="connsiteY941" fmla="*/ 48609 h 6858000"/>
              <a:gd name="connsiteX942" fmla="*/ 1057230 w 7472601"/>
              <a:gd name="connsiteY942" fmla="*/ 0 h 6858000"/>
              <a:gd name="connsiteX943" fmla="*/ 43151 w 7472601"/>
              <a:gd name="connsiteY943" fmla="*/ 0 h 6858000"/>
              <a:gd name="connsiteX944" fmla="*/ 95283 w 7472601"/>
              <a:gd name="connsiteY944" fmla="*/ 0 h 6858000"/>
              <a:gd name="connsiteX945" fmla="*/ 300708 w 7472601"/>
              <a:gd name="connsiteY945" fmla="*/ 154571 h 6858000"/>
              <a:gd name="connsiteX946" fmla="*/ 530414 w 7472601"/>
              <a:gd name="connsiteY946" fmla="*/ 354673 h 6858000"/>
              <a:gd name="connsiteX947" fmla="*/ 333785 w 7472601"/>
              <a:gd name="connsiteY947" fmla="*/ 161564 h 6858000"/>
              <a:gd name="connsiteX948" fmla="*/ 147005 w 7472601"/>
              <a:gd name="connsiteY948" fmla="*/ 0 h 6858000"/>
              <a:gd name="connsiteX949" fmla="*/ 272509 w 7472601"/>
              <a:gd name="connsiteY949" fmla="*/ 0 h 6858000"/>
              <a:gd name="connsiteX950" fmla="*/ 326276 w 7472601"/>
              <a:gd name="connsiteY950" fmla="*/ 45847 h 6858000"/>
              <a:gd name="connsiteX951" fmla="*/ 823759 w 7472601"/>
              <a:gd name="connsiteY951" fmla="*/ 574145 h 6858000"/>
              <a:gd name="connsiteX952" fmla="*/ 811254 w 7472601"/>
              <a:gd name="connsiteY952" fmla="*/ 665546 h 6858000"/>
              <a:gd name="connsiteX953" fmla="*/ 154042 w 7472601"/>
              <a:gd name="connsiteY953" fmla="*/ 261522 h 6858000"/>
              <a:gd name="connsiteX954" fmla="*/ 13550 w 7472601"/>
              <a:gd name="connsiteY954" fmla="*/ 158423 h 6858000"/>
              <a:gd name="connsiteX955" fmla="*/ 0 w 7472601"/>
              <a:gd name="connsiteY955" fmla="*/ 146618 h 6858000"/>
              <a:gd name="connsiteX956" fmla="*/ 0 w 7472601"/>
              <a:gd name="connsiteY956" fmla="*/ 59161 h 6858000"/>
              <a:gd name="connsiteX957" fmla="*/ 45427 w 7472601"/>
              <a:gd name="connsiteY957" fmla="*/ 101078 h 6858000"/>
              <a:gd name="connsiteX958" fmla="*/ 630103 w 7472601"/>
              <a:gd name="connsiteY958" fmla="*/ 485885 h 6858000"/>
              <a:gd name="connsiteX959" fmla="*/ 532040 w 7472601"/>
              <a:gd name="connsiteY959" fmla="*/ 399359 h 6858000"/>
              <a:gd name="connsiteX960" fmla="*/ 517618 w 7472601"/>
              <a:gd name="connsiteY960" fmla="*/ 385726 h 6858000"/>
              <a:gd name="connsiteX961" fmla="*/ 285074 w 7472601"/>
              <a:gd name="connsiteY961" fmla="*/ 182755 h 6858000"/>
              <a:gd name="connsiteX962" fmla="*/ 43151 w 7472601"/>
              <a:gd name="connsiteY962" fmla="*/ 0 h 6858000"/>
              <a:gd name="connsiteX0" fmla="*/ 369702 w 7472601"/>
              <a:gd name="connsiteY0" fmla="*/ 6712169 h 6858000"/>
              <a:gd name="connsiteX1" fmla="*/ 366575 w 7472601"/>
              <a:gd name="connsiteY1" fmla="*/ 6715556 h 6858000"/>
              <a:gd name="connsiteX2" fmla="*/ 371637 w 7472601"/>
              <a:gd name="connsiteY2" fmla="*/ 6713954 h 6858000"/>
              <a:gd name="connsiteX3" fmla="*/ 369702 w 7472601"/>
              <a:gd name="connsiteY3" fmla="*/ 6712169 h 6858000"/>
              <a:gd name="connsiteX4" fmla="*/ 7088673 w 7472601"/>
              <a:gd name="connsiteY4" fmla="*/ 6610396 h 6858000"/>
              <a:gd name="connsiteX5" fmla="*/ 7440138 w 7472601"/>
              <a:gd name="connsiteY5" fmla="*/ 6622648 h 6858000"/>
              <a:gd name="connsiteX6" fmla="*/ 7467600 w 7472601"/>
              <a:gd name="connsiteY6" fmla="*/ 6628217 h 6858000"/>
              <a:gd name="connsiteX7" fmla="*/ 7467600 w 7472601"/>
              <a:gd name="connsiteY7" fmla="*/ 6668575 h 6858000"/>
              <a:gd name="connsiteX8" fmla="*/ 7392322 w 7472601"/>
              <a:gd name="connsiteY8" fmla="*/ 6658238 h 6858000"/>
              <a:gd name="connsiteX9" fmla="*/ 7467600 w 7472601"/>
              <a:gd name="connsiteY9" fmla="*/ 6683873 h 6858000"/>
              <a:gd name="connsiteX10" fmla="*/ 7467600 w 7472601"/>
              <a:gd name="connsiteY10" fmla="*/ 6714215 h 6858000"/>
              <a:gd name="connsiteX11" fmla="*/ 7447383 w 7472601"/>
              <a:gd name="connsiteY11" fmla="*/ 6707202 h 6858000"/>
              <a:gd name="connsiteX12" fmla="*/ 7289862 w 7472601"/>
              <a:gd name="connsiteY12" fmla="*/ 6659827 h 6858000"/>
              <a:gd name="connsiteX13" fmla="*/ 7434024 w 7472601"/>
              <a:gd name="connsiteY13" fmla="*/ 6722130 h 6858000"/>
              <a:gd name="connsiteX14" fmla="*/ 7467600 w 7472601"/>
              <a:gd name="connsiteY14" fmla="*/ 6736157 h 6858000"/>
              <a:gd name="connsiteX15" fmla="*/ 7467600 w 7472601"/>
              <a:gd name="connsiteY15" fmla="*/ 6767913 h 6858000"/>
              <a:gd name="connsiteX16" fmla="*/ 7392158 w 7472601"/>
              <a:gd name="connsiteY16" fmla="*/ 6771365 h 6858000"/>
              <a:gd name="connsiteX17" fmla="*/ 7467600 w 7472601"/>
              <a:gd name="connsiteY17" fmla="*/ 6805948 h 6858000"/>
              <a:gd name="connsiteX18" fmla="*/ 7467600 w 7472601"/>
              <a:gd name="connsiteY18" fmla="*/ 6831490 h 6858000"/>
              <a:gd name="connsiteX19" fmla="*/ 7410696 w 7472601"/>
              <a:gd name="connsiteY19" fmla="*/ 6803861 h 6858000"/>
              <a:gd name="connsiteX20" fmla="*/ 7088673 w 7472601"/>
              <a:gd name="connsiteY20" fmla="*/ 6610396 h 6858000"/>
              <a:gd name="connsiteX21" fmla="*/ 1019354 w 7472601"/>
              <a:gd name="connsiteY21" fmla="*/ 6315006 h 6858000"/>
              <a:gd name="connsiteX22" fmla="*/ 441046 w 7472601"/>
              <a:gd name="connsiteY22" fmla="*/ 6691153 h 6858000"/>
              <a:gd name="connsiteX23" fmla="*/ 1019354 w 7472601"/>
              <a:gd name="connsiteY23" fmla="*/ 6315006 h 6858000"/>
              <a:gd name="connsiteX24" fmla="*/ 991680 w 7472601"/>
              <a:gd name="connsiteY24" fmla="*/ 6298413 h 6858000"/>
              <a:gd name="connsiteX25" fmla="*/ 409060 w 7472601"/>
              <a:gd name="connsiteY25" fmla="*/ 6671470 h 6858000"/>
              <a:gd name="connsiteX26" fmla="*/ 991680 w 7472601"/>
              <a:gd name="connsiteY26" fmla="*/ 6298413 h 6858000"/>
              <a:gd name="connsiteX27" fmla="*/ 103333 w 7472601"/>
              <a:gd name="connsiteY27" fmla="*/ 5699602 h 6858000"/>
              <a:gd name="connsiteX28" fmla="*/ 233938 w 7472601"/>
              <a:gd name="connsiteY28" fmla="*/ 5809416 h 6858000"/>
              <a:gd name="connsiteX29" fmla="*/ 883580 w 7472601"/>
              <a:gd name="connsiteY29" fmla="*/ 6180710 h 6858000"/>
              <a:gd name="connsiteX30" fmla="*/ 487337 w 7472601"/>
              <a:gd name="connsiteY30" fmla="*/ 5950182 h 6858000"/>
              <a:gd name="connsiteX31" fmla="*/ 354051 w 7472601"/>
              <a:gd name="connsiteY31" fmla="*/ 5854912 h 6858000"/>
              <a:gd name="connsiteX32" fmla="*/ 195436 w 7472601"/>
              <a:gd name="connsiteY32" fmla="*/ 5755068 h 6858000"/>
              <a:gd name="connsiteX33" fmla="*/ 103333 w 7472601"/>
              <a:gd name="connsiteY33" fmla="*/ 5699602 h 6858000"/>
              <a:gd name="connsiteX34" fmla="*/ 5539432 w 7472601"/>
              <a:gd name="connsiteY34" fmla="*/ 5642928 h 6858000"/>
              <a:gd name="connsiteX35" fmla="*/ 5555462 w 7472601"/>
              <a:gd name="connsiteY35" fmla="*/ 5694454 h 6858000"/>
              <a:gd name="connsiteX36" fmla="*/ 5828270 w 7472601"/>
              <a:gd name="connsiteY36" fmla="*/ 6320663 h 6858000"/>
              <a:gd name="connsiteX37" fmla="*/ 5947416 w 7472601"/>
              <a:gd name="connsiteY37" fmla="*/ 6574846 h 6858000"/>
              <a:gd name="connsiteX38" fmla="*/ 5539432 w 7472601"/>
              <a:gd name="connsiteY38" fmla="*/ 5642928 h 6858000"/>
              <a:gd name="connsiteX39" fmla="*/ 51253 w 7472601"/>
              <a:gd name="connsiteY39" fmla="*/ 5631825 h 6858000"/>
              <a:gd name="connsiteX40" fmla="*/ 211622 w 7472601"/>
              <a:gd name="connsiteY40" fmla="*/ 5728803 h 6858000"/>
              <a:gd name="connsiteX41" fmla="*/ 371652 w 7472601"/>
              <a:gd name="connsiteY41" fmla="*/ 5829062 h 6858000"/>
              <a:gd name="connsiteX42" fmla="*/ 505903 w 7472601"/>
              <a:gd name="connsiteY42" fmla="*/ 5925221 h 6858000"/>
              <a:gd name="connsiteX43" fmla="*/ 899240 w 7472601"/>
              <a:gd name="connsiteY43" fmla="*/ 6153068 h 6858000"/>
              <a:gd name="connsiteX44" fmla="*/ 988114 w 7472601"/>
              <a:gd name="connsiteY44" fmla="*/ 6174204 h 6858000"/>
              <a:gd name="connsiteX45" fmla="*/ 845971 w 7472601"/>
              <a:gd name="connsiteY45" fmla="*/ 6067177 h 6858000"/>
              <a:gd name="connsiteX46" fmla="*/ 448057 w 7472601"/>
              <a:gd name="connsiteY46" fmla="*/ 5841376 h 6858000"/>
              <a:gd name="connsiteX47" fmla="*/ 51253 w 7472601"/>
              <a:gd name="connsiteY47" fmla="*/ 5631825 h 6858000"/>
              <a:gd name="connsiteX48" fmla="*/ 2606687 w 7472601"/>
              <a:gd name="connsiteY48" fmla="*/ 5630718 h 6858000"/>
              <a:gd name="connsiteX49" fmla="*/ 2645658 w 7472601"/>
              <a:gd name="connsiteY49" fmla="*/ 6640259 h 6858000"/>
              <a:gd name="connsiteX50" fmla="*/ 2606687 w 7472601"/>
              <a:gd name="connsiteY50" fmla="*/ 5630718 h 6858000"/>
              <a:gd name="connsiteX51" fmla="*/ 3642057 w 7472601"/>
              <a:gd name="connsiteY51" fmla="*/ 5573487 h 6858000"/>
              <a:gd name="connsiteX52" fmla="*/ 3632981 w 7472601"/>
              <a:gd name="connsiteY52" fmla="*/ 5579437 h 6858000"/>
              <a:gd name="connsiteX53" fmla="*/ 3382436 w 7472601"/>
              <a:gd name="connsiteY53" fmla="*/ 5952726 h 6858000"/>
              <a:gd name="connsiteX54" fmla="*/ 3191929 w 7472601"/>
              <a:gd name="connsiteY54" fmla="*/ 6662669 h 6858000"/>
              <a:gd name="connsiteX55" fmla="*/ 3369898 w 7472601"/>
              <a:gd name="connsiteY55" fmla="*/ 6081771 h 6858000"/>
              <a:gd name="connsiteX56" fmla="*/ 3642057 w 7472601"/>
              <a:gd name="connsiteY56" fmla="*/ 5573487 h 6858000"/>
              <a:gd name="connsiteX57" fmla="*/ 2650666 w 7472601"/>
              <a:gd name="connsiteY57" fmla="*/ 5530686 h 6858000"/>
              <a:gd name="connsiteX58" fmla="*/ 2650249 w 7472601"/>
              <a:gd name="connsiteY58" fmla="*/ 5532101 h 6858000"/>
              <a:gd name="connsiteX59" fmla="*/ 2663808 w 7472601"/>
              <a:gd name="connsiteY59" fmla="*/ 6535215 h 6858000"/>
              <a:gd name="connsiteX60" fmla="*/ 2665418 w 7472601"/>
              <a:gd name="connsiteY60" fmla="*/ 6132756 h 6858000"/>
              <a:gd name="connsiteX61" fmla="*/ 2650666 w 7472601"/>
              <a:gd name="connsiteY61" fmla="*/ 5530686 h 6858000"/>
              <a:gd name="connsiteX62" fmla="*/ 2680277 w 7472601"/>
              <a:gd name="connsiteY62" fmla="*/ 5479204 h 6858000"/>
              <a:gd name="connsiteX63" fmla="*/ 2678972 w 7472601"/>
              <a:gd name="connsiteY63" fmla="*/ 5481582 h 6858000"/>
              <a:gd name="connsiteX64" fmla="*/ 2696666 w 7472601"/>
              <a:gd name="connsiteY64" fmla="*/ 6133836 h 6858000"/>
              <a:gd name="connsiteX65" fmla="*/ 2695769 w 7472601"/>
              <a:gd name="connsiteY65" fmla="*/ 6390955 h 6858000"/>
              <a:gd name="connsiteX66" fmla="*/ 2739893 w 7472601"/>
              <a:gd name="connsiteY66" fmla="*/ 6108357 h 6858000"/>
              <a:gd name="connsiteX67" fmla="*/ 2680277 w 7472601"/>
              <a:gd name="connsiteY67" fmla="*/ 5479204 h 6858000"/>
              <a:gd name="connsiteX68" fmla="*/ 1132195 w 7472601"/>
              <a:gd name="connsiteY68" fmla="*/ 5467980 h 6858000"/>
              <a:gd name="connsiteX69" fmla="*/ 1679056 w 7472601"/>
              <a:gd name="connsiteY69" fmla="*/ 5516907 h 6858000"/>
              <a:gd name="connsiteX70" fmla="*/ 2128648 w 7472601"/>
              <a:gd name="connsiteY70" fmla="*/ 5474249 h 6858000"/>
              <a:gd name="connsiteX71" fmla="*/ 1825619 w 7472601"/>
              <a:gd name="connsiteY71" fmla="*/ 5478447 h 6858000"/>
              <a:gd name="connsiteX72" fmla="*/ 1737798 w 7472601"/>
              <a:gd name="connsiteY72" fmla="*/ 5483353 h 6858000"/>
              <a:gd name="connsiteX73" fmla="*/ 1132195 w 7472601"/>
              <a:gd name="connsiteY73" fmla="*/ 5467980 h 6858000"/>
              <a:gd name="connsiteX74" fmla="*/ 7454976 w 7472601"/>
              <a:gd name="connsiteY74" fmla="*/ 6318297 h 6858000"/>
              <a:gd name="connsiteX75" fmla="*/ 7467600 w 7472601"/>
              <a:gd name="connsiteY75" fmla="*/ 6012219 h 6858000"/>
              <a:gd name="connsiteX76" fmla="*/ 7356878 w 7472601"/>
              <a:gd name="connsiteY76" fmla="*/ 5981332 h 6858000"/>
              <a:gd name="connsiteX77" fmla="*/ 7467600 w 7472601"/>
              <a:gd name="connsiteY77" fmla="*/ 6117703 h 6858000"/>
              <a:gd name="connsiteX78" fmla="*/ 7467600 w 7472601"/>
              <a:gd name="connsiteY78" fmla="*/ 6163634 h 6858000"/>
              <a:gd name="connsiteX79" fmla="*/ 7448321 w 7472601"/>
              <a:gd name="connsiteY79" fmla="*/ 6190991 h 6858000"/>
              <a:gd name="connsiteX80" fmla="*/ 7467600 w 7472601"/>
              <a:gd name="connsiteY80" fmla="*/ 6221686 h 6858000"/>
              <a:gd name="connsiteX81" fmla="*/ 7467600 w 7472601"/>
              <a:gd name="connsiteY81" fmla="*/ 6334256 h 6858000"/>
              <a:gd name="connsiteX82" fmla="*/ 7454976 w 7472601"/>
              <a:gd name="connsiteY82" fmla="*/ 6318297 h 6858000"/>
              <a:gd name="connsiteX83" fmla="*/ 1456157 w 7472601"/>
              <a:gd name="connsiteY83" fmla="*/ 5371404 h 6858000"/>
              <a:gd name="connsiteX84" fmla="*/ 1244432 w 7472601"/>
              <a:gd name="connsiteY84" fmla="*/ 5385601 h 6858000"/>
              <a:gd name="connsiteX85" fmla="*/ 973990 w 7472601"/>
              <a:gd name="connsiteY85" fmla="*/ 5424940 h 6858000"/>
              <a:gd name="connsiteX86" fmla="*/ 1103809 w 7472601"/>
              <a:gd name="connsiteY86" fmla="*/ 5433720 h 6858000"/>
              <a:gd name="connsiteX87" fmla="*/ 1123454 w 7472601"/>
              <a:gd name="connsiteY87" fmla="*/ 5435727 h 6858000"/>
              <a:gd name="connsiteX88" fmla="*/ 1737017 w 7472601"/>
              <a:gd name="connsiteY88" fmla="*/ 5452183 h 6858000"/>
              <a:gd name="connsiteX89" fmla="*/ 1824397 w 7472601"/>
              <a:gd name="connsiteY89" fmla="*/ 5447757 h 6858000"/>
              <a:gd name="connsiteX90" fmla="*/ 2070059 w 7472601"/>
              <a:gd name="connsiteY90" fmla="*/ 5441660 h 6858000"/>
              <a:gd name="connsiteX91" fmla="*/ 1456157 w 7472601"/>
              <a:gd name="connsiteY91" fmla="*/ 5371404 h 6858000"/>
              <a:gd name="connsiteX92" fmla="*/ 4988186 w 7472601"/>
              <a:gd name="connsiteY92" fmla="*/ 5216467 h 6858000"/>
              <a:gd name="connsiteX93" fmla="*/ 4777334 w 7472601"/>
              <a:gd name="connsiteY93" fmla="*/ 5406072 h 6858000"/>
              <a:gd name="connsiteX94" fmla="*/ 4718341 w 7472601"/>
              <a:gd name="connsiteY94" fmla="*/ 5468043 h 6858000"/>
              <a:gd name="connsiteX95" fmla="*/ 4604655 w 7472601"/>
              <a:gd name="connsiteY95" fmla="*/ 5583434 h 6858000"/>
              <a:gd name="connsiteX96" fmla="*/ 4565074 w 7472601"/>
              <a:gd name="connsiteY96" fmla="*/ 5618550 h 6858000"/>
              <a:gd name="connsiteX97" fmla="*/ 4988186 w 7472601"/>
              <a:gd name="connsiteY97" fmla="*/ 5216467 h 6858000"/>
              <a:gd name="connsiteX98" fmla="*/ 4978032 w 7472601"/>
              <a:gd name="connsiteY98" fmla="*/ 5183809 h 6858000"/>
              <a:gd name="connsiteX99" fmla="*/ 4463413 w 7472601"/>
              <a:gd name="connsiteY99" fmla="*/ 5615162 h 6858000"/>
              <a:gd name="connsiteX100" fmla="*/ 4358134 w 7472601"/>
              <a:gd name="connsiteY100" fmla="*/ 5742791 h 6858000"/>
              <a:gd name="connsiteX101" fmla="*/ 4376219 w 7472601"/>
              <a:gd name="connsiteY101" fmla="*/ 5729027 h 6858000"/>
              <a:gd name="connsiteX102" fmla="*/ 4582340 w 7472601"/>
              <a:gd name="connsiteY102" fmla="*/ 5561037 h 6858000"/>
              <a:gd name="connsiteX103" fmla="*/ 4694684 w 7472601"/>
              <a:gd name="connsiteY103" fmla="*/ 5447098 h 6858000"/>
              <a:gd name="connsiteX104" fmla="*/ 4754123 w 7472601"/>
              <a:gd name="connsiteY104" fmla="*/ 5384643 h 6858000"/>
              <a:gd name="connsiteX105" fmla="*/ 4978032 w 7472601"/>
              <a:gd name="connsiteY105" fmla="*/ 5183809 h 6858000"/>
              <a:gd name="connsiteX106" fmla="*/ 1903353 w 7472601"/>
              <a:gd name="connsiteY106" fmla="*/ 5044827 h 6858000"/>
              <a:gd name="connsiteX107" fmla="*/ 1936931 w 7472601"/>
              <a:gd name="connsiteY107" fmla="*/ 5093954 h 6858000"/>
              <a:gd name="connsiteX108" fmla="*/ 2195868 w 7472601"/>
              <a:gd name="connsiteY108" fmla="*/ 5396574 h 6858000"/>
              <a:gd name="connsiteX109" fmla="*/ 2088852 w 7472601"/>
              <a:gd name="connsiteY109" fmla="*/ 5166123 h 6858000"/>
              <a:gd name="connsiteX110" fmla="*/ 1958241 w 7472601"/>
              <a:gd name="connsiteY110" fmla="*/ 5067955 h 6858000"/>
              <a:gd name="connsiteX111" fmla="*/ 1903353 w 7472601"/>
              <a:gd name="connsiteY111" fmla="*/ 5044827 h 6858000"/>
              <a:gd name="connsiteX112" fmla="*/ 1979378 w 7472601"/>
              <a:gd name="connsiteY112" fmla="*/ 4769504 h 6858000"/>
              <a:gd name="connsiteX113" fmla="*/ 2882120 w 7472601"/>
              <a:gd name="connsiteY113" fmla="*/ 5064547 h 6858000"/>
              <a:gd name="connsiteX114" fmla="*/ 2793103 w 7472601"/>
              <a:gd name="connsiteY114" fmla="*/ 5039699 h 6858000"/>
              <a:gd name="connsiteX115" fmla="*/ 2770041 w 7472601"/>
              <a:gd name="connsiteY115" fmla="*/ 5033634 h 6858000"/>
              <a:gd name="connsiteX116" fmla="*/ 1979378 w 7472601"/>
              <a:gd name="connsiteY116" fmla="*/ 4769504 h 6858000"/>
              <a:gd name="connsiteX117" fmla="*/ 1927410 w 7472601"/>
              <a:gd name="connsiteY117" fmla="*/ 4716164 h 6858000"/>
              <a:gd name="connsiteX118" fmla="*/ 1959587 w 7472601"/>
              <a:gd name="connsiteY118" fmla="*/ 4728849 h 6858000"/>
              <a:gd name="connsiteX119" fmla="*/ 2777707 w 7472601"/>
              <a:gd name="connsiteY119" fmla="*/ 5003991 h 6858000"/>
              <a:gd name="connsiteX120" fmla="*/ 2800768 w 7472601"/>
              <a:gd name="connsiteY120" fmla="*/ 5010056 h 6858000"/>
              <a:gd name="connsiteX121" fmla="*/ 2879408 w 7472601"/>
              <a:gd name="connsiteY121" fmla="*/ 5031590 h 6858000"/>
              <a:gd name="connsiteX122" fmla="*/ 2862295 w 7472601"/>
              <a:gd name="connsiteY122" fmla="*/ 5022958 h 6858000"/>
              <a:gd name="connsiteX123" fmla="*/ 2813343 w 7472601"/>
              <a:gd name="connsiteY123" fmla="*/ 4998369 h 6858000"/>
              <a:gd name="connsiteX124" fmla="*/ 2646245 w 7472601"/>
              <a:gd name="connsiteY124" fmla="*/ 4930999 h 6858000"/>
              <a:gd name="connsiteX125" fmla="*/ 1999243 w 7472601"/>
              <a:gd name="connsiteY125" fmla="*/ 4730524 h 6858000"/>
              <a:gd name="connsiteX126" fmla="*/ 1979527 w 7472601"/>
              <a:gd name="connsiteY126" fmla="*/ 4726651 h 6858000"/>
              <a:gd name="connsiteX127" fmla="*/ 1927410 w 7472601"/>
              <a:gd name="connsiteY127" fmla="*/ 4716164 h 6858000"/>
              <a:gd name="connsiteX128" fmla="*/ 1997014 w 7472601"/>
              <a:gd name="connsiteY128" fmla="*/ 4698007 h 6858000"/>
              <a:gd name="connsiteX129" fmla="*/ 2005458 w 7472601"/>
              <a:gd name="connsiteY129" fmla="*/ 4699540 h 6858000"/>
              <a:gd name="connsiteX130" fmla="*/ 2657186 w 7472601"/>
              <a:gd name="connsiteY130" fmla="*/ 4901687 h 6858000"/>
              <a:gd name="connsiteX131" fmla="*/ 2826662 w 7472601"/>
              <a:gd name="connsiteY131" fmla="*/ 4970362 h 6858000"/>
              <a:gd name="connsiteX132" fmla="*/ 2876100 w 7472601"/>
              <a:gd name="connsiteY132" fmla="*/ 4995397 h 6858000"/>
              <a:gd name="connsiteX133" fmla="*/ 3042600 w 7472601"/>
              <a:gd name="connsiteY133" fmla="*/ 5059532 h 6858000"/>
              <a:gd name="connsiteX134" fmla="*/ 1997014 w 7472601"/>
              <a:gd name="connsiteY134" fmla="*/ 4698007 h 6858000"/>
              <a:gd name="connsiteX135" fmla="*/ 2305292 w 7472601"/>
              <a:gd name="connsiteY135" fmla="*/ 4219492 h 6858000"/>
              <a:gd name="connsiteX136" fmla="*/ 3360922 w 7472601"/>
              <a:gd name="connsiteY136" fmla="*/ 4529373 h 6858000"/>
              <a:gd name="connsiteX137" fmla="*/ 3492420 w 7472601"/>
              <a:gd name="connsiteY137" fmla="*/ 4510145 h 6858000"/>
              <a:gd name="connsiteX138" fmla="*/ 3364086 w 7472601"/>
              <a:gd name="connsiteY138" fmla="*/ 4480340 h 6858000"/>
              <a:gd name="connsiteX139" fmla="*/ 3225818 w 7472601"/>
              <a:gd name="connsiteY139" fmla="*/ 4411822 h 6858000"/>
              <a:gd name="connsiteX140" fmla="*/ 3129696 w 7472601"/>
              <a:gd name="connsiteY140" fmla="*/ 4360704 h 6858000"/>
              <a:gd name="connsiteX141" fmla="*/ 2814545 w 7472601"/>
              <a:gd name="connsiteY141" fmla="*/ 4282955 h 6858000"/>
              <a:gd name="connsiteX142" fmla="*/ 2305292 w 7472601"/>
              <a:gd name="connsiteY142" fmla="*/ 4219492 h 6858000"/>
              <a:gd name="connsiteX143" fmla="*/ 2626982 w 7472601"/>
              <a:gd name="connsiteY143" fmla="*/ 4206450 h 6858000"/>
              <a:gd name="connsiteX144" fmla="*/ 2490617 w 7472601"/>
              <a:gd name="connsiteY144" fmla="*/ 4206951 h 6858000"/>
              <a:gd name="connsiteX145" fmla="*/ 2819869 w 7472601"/>
              <a:gd name="connsiteY145" fmla="*/ 4252936 h 6858000"/>
              <a:gd name="connsiteX146" fmla="*/ 3143018 w 7472601"/>
              <a:gd name="connsiteY146" fmla="*/ 4332698 h 6858000"/>
              <a:gd name="connsiteX147" fmla="*/ 3241520 w 7472601"/>
              <a:gd name="connsiteY147" fmla="*/ 4385112 h 6858000"/>
              <a:gd name="connsiteX148" fmla="*/ 3374575 w 7472601"/>
              <a:gd name="connsiteY148" fmla="*/ 4451517 h 6858000"/>
              <a:gd name="connsiteX149" fmla="*/ 3505221 w 7472601"/>
              <a:gd name="connsiteY149" fmla="*/ 4480757 h 6858000"/>
              <a:gd name="connsiteX150" fmla="*/ 2626982 w 7472601"/>
              <a:gd name="connsiteY150" fmla="*/ 4206450 h 6858000"/>
              <a:gd name="connsiteX151" fmla="*/ 1310106 w 7472601"/>
              <a:gd name="connsiteY151" fmla="*/ 3943217 h 6858000"/>
              <a:gd name="connsiteX152" fmla="*/ 854994 w 7472601"/>
              <a:gd name="connsiteY152" fmla="*/ 4399136 h 6858000"/>
              <a:gd name="connsiteX153" fmla="*/ 742462 w 7472601"/>
              <a:gd name="connsiteY153" fmla="*/ 4594648 h 6858000"/>
              <a:gd name="connsiteX154" fmla="*/ 820602 w 7472601"/>
              <a:gd name="connsiteY154" fmla="*/ 4485915 h 6858000"/>
              <a:gd name="connsiteX155" fmla="*/ 878295 w 7472601"/>
              <a:gd name="connsiteY155" fmla="*/ 4403594 h 6858000"/>
              <a:gd name="connsiteX156" fmla="*/ 1240607 w 7472601"/>
              <a:gd name="connsiteY156" fmla="*/ 4010401 h 6858000"/>
              <a:gd name="connsiteX157" fmla="*/ 1310106 w 7472601"/>
              <a:gd name="connsiteY157" fmla="*/ 3943217 h 6858000"/>
              <a:gd name="connsiteX158" fmla="*/ 1423113 w 7472601"/>
              <a:gd name="connsiteY158" fmla="*/ 3874565 h 6858000"/>
              <a:gd name="connsiteX159" fmla="*/ 1260565 w 7472601"/>
              <a:gd name="connsiteY159" fmla="*/ 4031982 h 6858000"/>
              <a:gd name="connsiteX160" fmla="*/ 901900 w 7472601"/>
              <a:gd name="connsiteY160" fmla="*/ 4421236 h 6858000"/>
              <a:gd name="connsiteX161" fmla="*/ 845044 w 7472601"/>
              <a:gd name="connsiteY161" fmla="*/ 4502436 h 6858000"/>
              <a:gd name="connsiteX162" fmla="*/ 685926 w 7472601"/>
              <a:gd name="connsiteY162" fmla="*/ 4703069 h 6858000"/>
              <a:gd name="connsiteX163" fmla="*/ 684248 w 7472601"/>
              <a:gd name="connsiteY163" fmla="*/ 4706721 h 6858000"/>
              <a:gd name="connsiteX164" fmla="*/ 1423113 w 7472601"/>
              <a:gd name="connsiteY164" fmla="*/ 3874565 h 6858000"/>
              <a:gd name="connsiteX165" fmla="*/ 3316479 w 7472601"/>
              <a:gd name="connsiteY165" fmla="*/ 3872136 h 6858000"/>
              <a:gd name="connsiteX166" fmla="*/ 3546806 w 7472601"/>
              <a:gd name="connsiteY166" fmla="*/ 4356139 h 6858000"/>
              <a:gd name="connsiteX167" fmla="*/ 3364433 w 7472601"/>
              <a:gd name="connsiteY167" fmla="*/ 3953121 h 6858000"/>
              <a:gd name="connsiteX168" fmla="*/ 3316479 w 7472601"/>
              <a:gd name="connsiteY168" fmla="*/ 3872136 h 6858000"/>
              <a:gd name="connsiteX169" fmla="*/ 3291335 w 7472601"/>
              <a:gd name="connsiteY169" fmla="*/ 3767420 h 6858000"/>
              <a:gd name="connsiteX170" fmla="*/ 3390805 w 7472601"/>
              <a:gd name="connsiteY170" fmla="*/ 3937163 h 6858000"/>
              <a:gd name="connsiteX171" fmla="*/ 3579062 w 7472601"/>
              <a:gd name="connsiteY171" fmla="*/ 4359040 h 6858000"/>
              <a:gd name="connsiteX172" fmla="*/ 3467355 w 7472601"/>
              <a:gd name="connsiteY172" fmla="*/ 3988130 h 6858000"/>
              <a:gd name="connsiteX173" fmla="*/ 3310753 w 7472601"/>
              <a:gd name="connsiteY173" fmla="*/ 3787140 h 6858000"/>
              <a:gd name="connsiteX174" fmla="*/ 3291335 w 7472601"/>
              <a:gd name="connsiteY174" fmla="*/ 3767420 h 6858000"/>
              <a:gd name="connsiteX175" fmla="*/ 1635889 w 7472601"/>
              <a:gd name="connsiteY175" fmla="*/ 3709494 h 6858000"/>
              <a:gd name="connsiteX176" fmla="*/ 1634800 w 7472601"/>
              <a:gd name="connsiteY176" fmla="*/ 3731111 h 6858000"/>
              <a:gd name="connsiteX177" fmla="*/ 1635889 w 7472601"/>
              <a:gd name="connsiteY177" fmla="*/ 3709494 h 6858000"/>
              <a:gd name="connsiteX178" fmla="*/ 1510397 w 7472601"/>
              <a:gd name="connsiteY178" fmla="*/ 3684705 h 6858000"/>
              <a:gd name="connsiteX179" fmla="*/ 1146550 w 7472601"/>
              <a:gd name="connsiteY179" fmla="*/ 3802012 h 6858000"/>
              <a:gd name="connsiteX180" fmla="*/ 698834 w 7472601"/>
              <a:gd name="connsiteY180" fmla="*/ 3952272 h 6858000"/>
              <a:gd name="connsiteX181" fmla="*/ 34256 w 7472601"/>
              <a:gd name="connsiteY181" fmla="*/ 4347603 h 6858000"/>
              <a:gd name="connsiteX182" fmla="*/ 527241 w 7472601"/>
              <a:gd name="connsiteY182" fmla="*/ 4065078 h 6858000"/>
              <a:gd name="connsiteX183" fmla="*/ 1510397 w 7472601"/>
              <a:gd name="connsiteY183" fmla="*/ 3684705 h 6858000"/>
              <a:gd name="connsiteX184" fmla="*/ 1313114 w 7472601"/>
              <a:gd name="connsiteY184" fmla="*/ 3655216 h 6858000"/>
              <a:gd name="connsiteX185" fmla="*/ 1109304 w 7472601"/>
              <a:gd name="connsiteY185" fmla="*/ 3669030 h 6858000"/>
              <a:gd name="connsiteX186" fmla="*/ 8129 w 7472601"/>
              <a:gd name="connsiteY186" fmla="*/ 4330519 h 6858000"/>
              <a:gd name="connsiteX187" fmla="*/ 687572 w 7472601"/>
              <a:gd name="connsiteY187" fmla="*/ 3925629 h 6858000"/>
              <a:gd name="connsiteX188" fmla="*/ 1138365 w 7472601"/>
              <a:gd name="connsiteY188" fmla="*/ 3774515 h 6858000"/>
              <a:gd name="connsiteX189" fmla="*/ 1505579 w 7472601"/>
              <a:gd name="connsiteY189" fmla="*/ 3655526 h 6858000"/>
              <a:gd name="connsiteX190" fmla="*/ 1313114 w 7472601"/>
              <a:gd name="connsiteY190" fmla="*/ 3655216 h 6858000"/>
              <a:gd name="connsiteX191" fmla="*/ 3655073 w 7472601"/>
              <a:gd name="connsiteY191" fmla="*/ 3650884 h 6858000"/>
              <a:gd name="connsiteX192" fmla="*/ 3989938 w 7472601"/>
              <a:gd name="connsiteY192" fmla="*/ 3991685 h 6858000"/>
              <a:gd name="connsiteX193" fmla="*/ 4393907 w 7472601"/>
              <a:gd name="connsiteY193" fmla="*/ 4261258 h 6858000"/>
              <a:gd name="connsiteX194" fmla="*/ 4648051 w 7472601"/>
              <a:gd name="connsiteY194" fmla="*/ 4374051 h 6858000"/>
              <a:gd name="connsiteX195" fmla="*/ 4383389 w 7472601"/>
              <a:gd name="connsiteY195" fmla="*/ 4184369 h 6858000"/>
              <a:gd name="connsiteX196" fmla="*/ 4165508 w 7472601"/>
              <a:gd name="connsiteY196" fmla="*/ 4035196 h 6858000"/>
              <a:gd name="connsiteX197" fmla="*/ 4068162 w 7472601"/>
              <a:gd name="connsiteY197" fmla="*/ 3953394 h 6858000"/>
              <a:gd name="connsiteX198" fmla="*/ 3981416 w 7472601"/>
              <a:gd name="connsiteY198" fmla="*/ 3880482 h 6858000"/>
              <a:gd name="connsiteX199" fmla="*/ 3800147 w 7472601"/>
              <a:gd name="connsiteY199" fmla="*/ 3749872 h 6858000"/>
              <a:gd name="connsiteX200" fmla="*/ 3655073 w 7472601"/>
              <a:gd name="connsiteY200" fmla="*/ 3650884 h 6858000"/>
              <a:gd name="connsiteX201" fmla="*/ 3670252 w 7472601"/>
              <a:gd name="connsiteY201" fmla="*/ 3622798 h 6858000"/>
              <a:gd name="connsiteX202" fmla="*/ 3817258 w 7472601"/>
              <a:gd name="connsiteY202" fmla="*/ 3723577 h 6858000"/>
              <a:gd name="connsiteX203" fmla="*/ 4000461 w 7472601"/>
              <a:gd name="connsiteY203" fmla="*/ 3855966 h 6858000"/>
              <a:gd name="connsiteX204" fmla="*/ 4088180 w 7472601"/>
              <a:gd name="connsiteY204" fmla="*/ 3929774 h 6858000"/>
              <a:gd name="connsiteX205" fmla="*/ 4184555 w 7472601"/>
              <a:gd name="connsiteY205" fmla="*/ 4010683 h 6858000"/>
              <a:gd name="connsiteX206" fmla="*/ 4399563 w 7472601"/>
              <a:gd name="connsiteY206" fmla="*/ 4158106 h 6858000"/>
              <a:gd name="connsiteX207" fmla="*/ 4684469 w 7472601"/>
              <a:gd name="connsiteY207" fmla="*/ 4364680 h 6858000"/>
              <a:gd name="connsiteX208" fmla="*/ 4690271 w 7472601"/>
              <a:gd name="connsiteY208" fmla="*/ 4370034 h 6858000"/>
              <a:gd name="connsiteX209" fmla="*/ 4136093 w 7472601"/>
              <a:gd name="connsiteY209" fmla="*/ 3858466 h 6858000"/>
              <a:gd name="connsiteX210" fmla="*/ 3670252 w 7472601"/>
              <a:gd name="connsiteY210" fmla="*/ 3622798 h 6858000"/>
              <a:gd name="connsiteX211" fmla="*/ 4440129 w 7472601"/>
              <a:gd name="connsiteY211" fmla="*/ 3448571 h 6858000"/>
              <a:gd name="connsiteX212" fmla="*/ 4856525 w 7472601"/>
              <a:gd name="connsiteY212" fmla="*/ 3915351 h 6858000"/>
              <a:gd name="connsiteX213" fmla="*/ 5059055 w 7472601"/>
              <a:gd name="connsiteY213" fmla="*/ 4108918 h 6858000"/>
              <a:gd name="connsiteX214" fmla="*/ 5290070 w 7472601"/>
              <a:gd name="connsiteY214" fmla="*/ 4263619 h 6858000"/>
              <a:gd name="connsiteX215" fmla="*/ 4834991 w 7472601"/>
              <a:gd name="connsiteY215" fmla="*/ 3830985 h 6858000"/>
              <a:gd name="connsiteX216" fmla="*/ 4440129 w 7472601"/>
              <a:gd name="connsiteY216" fmla="*/ 3448571 h 6858000"/>
              <a:gd name="connsiteX217" fmla="*/ 4441737 w 7472601"/>
              <a:gd name="connsiteY217" fmla="*/ 3399734 h 6858000"/>
              <a:gd name="connsiteX218" fmla="*/ 4431236 w 7472601"/>
              <a:gd name="connsiteY218" fmla="*/ 3400954 h 6858000"/>
              <a:gd name="connsiteX219" fmla="*/ 4557150 w 7472601"/>
              <a:gd name="connsiteY219" fmla="*/ 3510023 h 6858000"/>
              <a:gd name="connsiteX220" fmla="*/ 4856936 w 7472601"/>
              <a:gd name="connsiteY220" fmla="*/ 3809146 h 6858000"/>
              <a:gd name="connsiteX221" fmla="*/ 5111996 w 7472601"/>
              <a:gd name="connsiteY221" fmla="*/ 4065759 h 6858000"/>
              <a:gd name="connsiteX222" fmla="*/ 5388878 w 7472601"/>
              <a:gd name="connsiteY222" fmla="*/ 4300185 h 6858000"/>
              <a:gd name="connsiteX223" fmla="*/ 5425556 w 7472601"/>
              <a:gd name="connsiteY223" fmla="*/ 4308967 h 6858000"/>
              <a:gd name="connsiteX224" fmla="*/ 4943646 w 7472601"/>
              <a:gd name="connsiteY224" fmla="*/ 3822916 h 6858000"/>
              <a:gd name="connsiteX225" fmla="*/ 4594837 w 7472601"/>
              <a:gd name="connsiteY225" fmla="*/ 3532274 h 6858000"/>
              <a:gd name="connsiteX226" fmla="*/ 4441737 w 7472601"/>
              <a:gd name="connsiteY226" fmla="*/ 3399734 h 6858000"/>
              <a:gd name="connsiteX227" fmla="*/ 5425834 w 7472601"/>
              <a:gd name="connsiteY227" fmla="*/ 3162785 h 6858000"/>
              <a:gd name="connsiteX228" fmla="*/ 5401644 w 7472601"/>
              <a:gd name="connsiteY228" fmla="*/ 3617847 h 6858000"/>
              <a:gd name="connsiteX229" fmla="*/ 5467256 w 7472601"/>
              <a:gd name="connsiteY229" fmla="*/ 4175494 h 6858000"/>
              <a:gd name="connsiteX230" fmla="*/ 5448069 w 7472601"/>
              <a:gd name="connsiteY230" fmla="*/ 3567554 h 6858000"/>
              <a:gd name="connsiteX231" fmla="*/ 5425834 w 7472601"/>
              <a:gd name="connsiteY231" fmla="*/ 3162785 h 6858000"/>
              <a:gd name="connsiteX232" fmla="*/ 1318687 w 7472601"/>
              <a:gd name="connsiteY232" fmla="*/ 3113840 h 6858000"/>
              <a:gd name="connsiteX233" fmla="*/ 1066793 w 7472601"/>
              <a:gd name="connsiteY233" fmla="*/ 3212171 h 6858000"/>
              <a:gd name="connsiteX234" fmla="*/ 993319 w 7472601"/>
              <a:gd name="connsiteY234" fmla="*/ 3247648 h 6858000"/>
              <a:gd name="connsiteX235" fmla="*/ 853081 w 7472601"/>
              <a:gd name="connsiteY235" fmla="*/ 3312410 h 6858000"/>
              <a:gd name="connsiteX236" fmla="*/ 805957 w 7472601"/>
              <a:gd name="connsiteY236" fmla="*/ 3330443 h 6858000"/>
              <a:gd name="connsiteX237" fmla="*/ 1318687 w 7472601"/>
              <a:gd name="connsiteY237" fmla="*/ 3113840 h 6858000"/>
              <a:gd name="connsiteX238" fmla="*/ 5453702 w 7472601"/>
              <a:gd name="connsiteY238" fmla="*/ 3090882 h 6858000"/>
              <a:gd name="connsiteX239" fmla="*/ 5480135 w 7472601"/>
              <a:gd name="connsiteY239" fmla="*/ 3565802 h 6858000"/>
              <a:gd name="connsiteX240" fmla="*/ 5499023 w 7472601"/>
              <a:gd name="connsiteY240" fmla="*/ 4166310 h 6858000"/>
              <a:gd name="connsiteX241" fmla="*/ 5547022 w 7472601"/>
              <a:gd name="connsiteY241" fmla="*/ 3607838 h 6858000"/>
              <a:gd name="connsiteX242" fmla="*/ 5515964 w 7472601"/>
              <a:gd name="connsiteY242" fmla="*/ 3378541 h 6858000"/>
              <a:gd name="connsiteX243" fmla="*/ 5453702 w 7472601"/>
              <a:gd name="connsiteY243" fmla="*/ 3090882 h 6858000"/>
              <a:gd name="connsiteX244" fmla="*/ 1238695 w 7472601"/>
              <a:gd name="connsiteY244" fmla="*/ 3076820 h 6858000"/>
              <a:gd name="connsiteX245" fmla="*/ 716371 w 7472601"/>
              <a:gd name="connsiteY245" fmla="*/ 3293249 h 6858000"/>
              <a:gd name="connsiteX246" fmla="*/ 579522 w 7472601"/>
              <a:gd name="connsiteY246" fmla="*/ 3371759 h 6858000"/>
              <a:gd name="connsiteX247" fmla="*/ 600288 w 7472601"/>
              <a:gd name="connsiteY247" fmla="*/ 3365555 h 6858000"/>
              <a:gd name="connsiteX248" fmla="*/ 840692 w 7472601"/>
              <a:gd name="connsiteY248" fmla="*/ 3284921 h 6858000"/>
              <a:gd name="connsiteX249" fmla="*/ 979248 w 7472601"/>
              <a:gd name="connsiteY249" fmla="*/ 3221003 h 6858000"/>
              <a:gd name="connsiteX250" fmla="*/ 1053282 w 7472601"/>
              <a:gd name="connsiteY250" fmla="*/ 3185247 h 6858000"/>
              <a:gd name="connsiteX251" fmla="*/ 1320603 w 7472601"/>
              <a:gd name="connsiteY251" fmla="*/ 3081281 h 6858000"/>
              <a:gd name="connsiteX252" fmla="*/ 1238695 w 7472601"/>
              <a:gd name="connsiteY252" fmla="*/ 3076820 h 6858000"/>
              <a:gd name="connsiteX253" fmla="*/ 5425627 w 7472601"/>
              <a:gd name="connsiteY253" fmla="*/ 2954192 h 6858000"/>
              <a:gd name="connsiteX254" fmla="*/ 5470770 w 7472601"/>
              <a:gd name="connsiteY254" fmla="*/ 3005435 h 6858000"/>
              <a:gd name="connsiteX255" fmla="*/ 5519779 w 7472601"/>
              <a:gd name="connsiteY255" fmla="*/ 4359223 h 6858000"/>
              <a:gd name="connsiteX256" fmla="*/ 5520293 w 7472601"/>
              <a:gd name="connsiteY256" fmla="*/ 4360602 h 6858000"/>
              <a:gd name="connsiteX257" fmla="*/ 5767221 w 7472601"/>
              <a:gd name="connsiteY257" fmla="*/ 4665564 h 6858000"/>
              <a:gd name="connsiteX258" fmla="*/ 6937169 w 7472601"/>
              <a:gd name="connsiteY258" fmla="*/ 4815941 h 6858000"/>
              <a:gd name="connsiteX259" fmla="*/ 6953922 w 7472601"/>
              <a:gd name="connsiteY259" fmla="*/ 4890068 h 6858000"/>
              <a:gd name="connsiteX260" fmla="*/ 6071359 w 7472601"/>
              <a:gd name="connsiteY260" fmla="*/ 4770770 h 6858000"/>
              <a:gd name="connsiteX261" fmla="*/ 6038839 w 7472601"/>
              <a:gd name="connsiteY261" fmla="*/ 4764474 h 6858000"/>
              <a:gd name="connsiteX262" fmla="*/ 6038706 w 7472601"/>
              <a:gd name="connsiteY262" fmla="*/ 4763847 h 6858000"/>
              <a:gd name="connsiteX263" fmla="*/ 6037784 w 7472601"/>
              <a:gd name="connsiteY263" fmla="*/ 4764270 h 6858000"/>
              <a:gd name="connsiteX264" fmla="*/ 6038839 w 7472601"/>
              <a:gd name="connsiteY264" fmla="*/ 4764474 h 6858000"/>
              <a:gd name="connsiteX265" fmla="*/ 6040338 w 7472601"/>
              <a:gd name="connsiteY265" fmla="*/ 4771418 h 6858000"/>
              <a:gd name="connsiteX266" fmla="*/ 6024488 w 7472601"/>
              <a:gd name="connsiteY266" fmla="*/ 4809903 h 6858000"/>
              <a:gd name="connsiteX267" fmla="*/ 5599771 w 7472601"/>
              <a:gd name="connsiteY267" fmla="*/ 5509652 h 6858000"/>
              <a:gd name="connsiteX268" fmla="*/ 5548843 w 7472601"/>
              <a:gd name="connsiteY268" fmla="*/ 5563845 h 6858000"/>
              <a:gd name="connsiteX269" fmla="*/ 5940952 w 7472601"/>
              <a:gd name="connsiteY269" fmla="*/ 6250028 h 6858000"/>
              <a:gd name="connsiteX270" fmla="*/ 6043441 w 7472601"/>
              <a:gd name="connsiteY270" fmla="*/ 6665847 h 6858000"/>
              <a:gd name="connsiteX271" fmla="*/ 6093432 w 7472601"/>
              <a:gd name="connsiteY271" fmla="*/ 6858000 h 6858000"/>
              <a:gd name="connsiteX272" fmla="*/ 6034344 w 7472601"/>
              <a:gd name="connsiteY272" fmla="*/ 6858000 h 6858000"/>
              <a:gd name="connsiteX273" fmla="*/ 6026679 w 7472601"/>
              <a:gd name="connsiteY273" fmla="*/ 6836959 h 6858000"/>
              <a:gd name="connsiteX274" fmla="*/ 5800441 w 7472601"/>
              <a:gd name="connsiteY274" fmla="*/ 6335286 h 6858000"/>
              <a:gd name="connsiteX275" fmla="*/ 5526562 w 7472601"/>
              <a:gd name="connsiteY275" fmla="*/ 5705388 h 6858000"/>
              <a:gd name="connsiteX276" fmla="*/ 5519640 w 7472601"/>
              <a:gd name="connsiteY276" fmla="*/ 5683774 h 6858000"/>
              <a:gd name="connsiteX277" fmla="*/ 5844559 w 7472601"/>
              <a:gd name="connsiteY277" fmla="*/ 6553349 h 6858000"/>
              <a:gd name="connsiteX278" fmla="*/ 5975994 w 7472601"/>
              <a:gd name="connsiteY278" fmla="*/ 6858000 h 6858000"/>
              <a:gd name="connsiteX279" fmla="*/ 5898547 w 7472601"/>
              <a:gd name="connsiteY279" fmla="*/ 6858000 h 6858000"/>
              <a:gd name="connsiteX280" fmla="*/ 5682041 w 7472601"/>
              <a:gd name="connsiteY280" fmla="*/ 6355860 h 6858000"/>
              <a:gd name="connsiteX281" fmla="*/ 5461758 w 7472601"/>
              <a:gd name="connsiteY281" fmla="*/ 5820220 h 6858000"/>
              <a:gd name="connsiteX282" fmla="*/ 5237282 w 7472601"/>
              <a:gd name="connsiteY282" fmla="*/ 6579086 h 6858000"/>
              <a:gd name="connsiteX283" fmla="*/ 5115009 w 7472601"/>
              <a:gd name="connsiteY283" fmla="*/ 6858000 h 6858000"/>
              <a:gd name="connsiteX284" fmla="*/ 5028074 w 7472601"/>
              <a:gd name="connsiteY284" fmla="*/ 6858000 h 6858000"/>
              <a:gd name="connsiteX285" fmla="*/ 5079508 w 7472601"/>
              <a:gd name="connsiteY285" fmla="*/ 6749074 h 6858000"/>
              <a:gd name="connsiteX286" fmla="*/ 5371846 w 7472601"/>
              <a:gd name="connsiteY286" fmla="*/ 5924413 h 6858000"/>
              <a:gd name="connsiteX287" fmla="*/ 5270512 w 7472601"/>
              <a:gd name="connsiteY287" fmla="*/ 6138975 h 6858000"/>
              <a:gd name="connsiteX288" fmla="*/ 5062409 w 7472601"/>
              <a:gd name="connsiteY288" fmla="*/ 6653544 h 6858000"/>
              <a:gd name="connsiteX289" fmla="*/ 5036628 w 7472601"/>
              <a:gd name="connsiteY289" fmla="*/ 6754247 h 6858000"/>
              <a:gd name="connsiteX290" fmla="*/ 5009112 w 7472601"/>
              <a:gd name="connsiteY290" fmla="*/ 6858000 h 6858000"/>
              <a:gd name="connsiteX291" fmla="*/ 4976679 w 7472601"/>
              <a:gd name="connsiteY291" fmla="*/ 6858000 h 6858000"/>
              <a:gd name="connsiteX292" fmla="*/ 5006537 w 7472601"/>
              <a:gd name="connsiteY292" fmla="*/ 6747068 h 6858000"/>
              <a:gd name="connsiteX293" fmla="*/ 5032723 w 7472601"/>
              <a:gd name="connsiteY293" fmla="*/ 6644957 h 6858000"/>
              <a:gd name="connsiteX294" fmla="*/ 5242949 w 7472601"/>
              <a:gd name="connsiteY294" fmla="*/ 6125175 h 6858000"/>
              <a:gd name="connsiteX295" fmla="*/ 5286321 w 7472601"/>
              <a:gd name="connsiteY295" fmla="*/ 6033555 h 6858000"/>
              <a:gd name="connsiteX296" fmla="*/ 5008210 w 7472601"/>
              <a:gd name="connsiteY296" fmla="*/ 6649194 h 6858000"/>
              <a:gd name="connsiteX297" fmla="*/ 4986321 w 7472601"/>
              <a:gd name="connsiteY297" fmla="*/ 6765687 h 6858000"/>
              <a:gd name="connsiteX298" fmla="*/ 4973474 w 7472601"/>
              <a:gd name="connsiteY298" fmla="*/ 6858000 h 6858000"/>
              <a:gd name="connsiteX299" fmla="*/ 4907178 w 7472601"/>
              <a:gd name="connsiteY299" fmla="*/ 6858000 h 6858000"/>
              <a:gd name="connsiteX300" fmla="*/ 4910810 w 7472601"/>
              <a:gd name="connsiteY300" fmla="*/ 6829660 h 6858000"/>
              <a:gd name="connsiteX301" fmla="*/ 4987461 w 7472601"/>
              <a:gd name="connsiteY301" fmla="*/ 6432994 h 6858000"/>
              <a:gd name="connsiteX302" fmla="*/ 5179262 w 7472601"/>
              <a:gd name="connsiteY302" fmla="*/ 6035044 h 6858000"/>
              <a:gd name="connsiteX303" fmla="*/ 4689678 w 7472601"/>
              <a:gd name="connsiteY303" fmla="*/ 6440241 h 6858000"/>
              <a:gd name="connsiteX304" fmla="*/ 4477543 w 7472601"/>
              <a:gd name="connsiteY304" fmla="*/ 6674836 h 6858000"/>
              <a:gd name="connsiteX305" fmla="*/ 4329957 w 7472601"/>
              <a:gd name="connsiteY305" fmla="*/ 6858000 h 6858000"/>
              <a:gd name="connsiteX306" fmla="*/ 4218595 w 7472601"/>
              <a:gd name="connsiteY306" fmla="*/ 6858000 h 6858000"/>
              <a:gd name="connsiteX307" fmla="*/ 4368888 w 7472601"/>
              <a:gd name="connsiteY307" fmla="*/ 6668412 h 6858000"/>
              <a:gd name="connsiteX308" fmla="*/ 4563091 w 7472601"/>
              <a:gd name="connsiteY308" fmla="*/ 6442508 h 6858000"/>
              <a:gd name="connsiteX309" fmla="*/ 5387324 w 7472601"/>
              <a:gd name="connsiteY309" fmla="*/ 5705830 h 6858000"/>
              <a:gd name="connsiteX310" fmla="*/ 5073620 w 7472601"/>
              <a:gd name="connsiteY310" fmla="*/ 5955437 h 6858000"/>
              <a:gd name="connsiteX311" fmla="*/ 4689789 w 7472601"/>
              <a:gd name="connsiteY311" fmla="*/ 6268382 h 6858000"/>
              <a:gd name="connsiteX312" fmla="*/ 4418722 w 7472601"/>
              <a:gd name="connsiteY312" fmla="*/ 6570886 h 6858000"/>
              <a:gd name="connsiteX313" fmla="*/ 4214944 w 7472601"/>
              <a:gd name="connsiteY313" fmla="*/ 6858000 h 6858000"/>
              <a:gd name="connsiteX314" fmla="*/ 4177898 w 7472601"/>
              <a:gd name="connsiteY314" fmla="*/ 6858000 h 6858000"/>
              <a:gd name="connsiteX315" fmla="*/ 4391597 w 7472601"/>
              <a:gd name="connsiteY315" fmla="*/ 6556370 h 6858000"/>
              <a:gd name="connsiteX316" fmla="*/ 4668889 w 7472601"/>
              <a:gd name="connsiteY316" fmla="*/ 6246399 h 6858000"/>
              <a:gd name="connsiteX317" fmla="*/ 5055427 w 7472601"/>
              <a:gd name="connsiteY317" fmla="*/ 5931476 h 6858000"/>
              <a:gd name="connsiteX318" fmla="*/ 5371814 w 7472601"/>
              <a:gd name="connsiteY318" fmla="*/ 5678975 h 6858000"/>
              <a:gd name="connsiteX319" fmla="*/ 4987918 w 7472601"/>
              <a:gd name="connsiteY319" fmla="*/ 5838701 h 6858000"/>
              <a:gd name="connsiteX320" fmla="*/ 4317146 w 7472601"/>
              <a:gd name="connsiteY320" fmla="*/ 6587716 h 6858000"/>
              <a:gd name="connsiteX321" fmla="*/ 4171627 w 7472601"/>
              <a:gd name="connsiteY321" fmla="*/ 6858000 h 6858000"/>
              <a:gd name="connsiteX322" fmla="*/ 4081585 w 7472601"/>
              <a:gd name="connsiteY322" fmla="*/ 6858000 h 6858000"/>
              <a:gd name="connsiteX323" fmla="*/ 4238603 w 7472601"/>
              <a:gd name="connsiteY323" fmla="*/ 6559341 h 6858000"/>
              <a:gd name="connsiteX324" fmla="*/ 4778333 w 7472601"/>
              <a:gd name="connsiteY324" fmla="*/ 5873626 h 6858000"/>
              <a:gd name="connsiteX325" fmla="*/ 5414185 w 7472601"/>
              <a:gd name="connsiteY325" fmla="*/ 5573882 h 6858000"/>
              <a:gd name="connsiteX326" fmla="*/ 5959648 w 7472601"/>
              <a:gd name="connsiteY326" fmla="*/ 4760797 h 6858000"/>
              <a:gd name="connsiteX327" fmla="*/ 5355019 w 7472601"/>
              <a:gd name="connsiteY327" fmla="*/ 4734672 h 6858000"/>
              <a:gd name="connsiteX328" fmla="*/ 5083565 w 7472601"/>
              <a:gd name="connsiteY328" fmla="*/ 5179121 h 6858000"/>
              <a:gd name="connsiteX329" fmla="*/ 4713577 w 7472601"/>
              <a:gd name="connsiteY329" fmla="*/ 5616803 h 6858000"/>
              <a:gd name="connsiteX330" fmla="*/ 3989559 w 7472601"/>
              <a:gd name="connsiteY330" fmla="*/ 6145945 h 6858000"/>
              <a:gd name="connsiteX331" fmla="*/ 3939824 w 7472601"/>
              <a:gd name="connsiteY331" fmla="*/ 6066900 h 6858000"/>
              <a:gd name="connsiteX332" fmla="*/ 4584537 w 7472601"/>
              <a:gd name="connsiteY332" fmla="*/ 5324826 h 6858000"/>
              <a:gd name="connsiteX333" fmla="*/ 5037105 w 7472601"/>
              <a:gd name="connsiteY333" fmla="*/ 5088765 h 6858000"/>
              <a:gd name="connsiteX334" fmla="*/ 5039930 w 7472601"/>
              <a:gd name="connsiteY334" fmla="*/ 5089585 h 6858000"/>
              <a:gd name="connsiteX335" fmla="*/ 5263764 w 7472601"/>
              <a:gd name="connsiteY335" fmla="*/ 4735525 h 6858000"/>
              <a:gd name="connsiteX336" fmla="*/ 4086300 w 7472601"/>
              <a:gd name="connsiteY336" fmla="*/ 4884599 h 6858000"/>
              <a:gd name="connsiteX337" fmla="*/ 4085485 w 7472601"/>
              <a:gd name="connsiteY337" fmla="*/ 4899070 h 6858000"/>
              <a:gd name="connsiteX338" fmla="*/ 3871915 w 7472601"/>
              <a:gd name="connsiteY338" fmla="*/ 5253645 h 6858000"/>
              <a:gd name="connsiteX339" fmla="*/ 3799374 w 7472601"/>
              <a:gd name="connsiteY339" fmla="*/ 5466127 h 6858000"/>
              <a:gd name="connsiteX340" fmla="*/ 3498850 w 7472601"/>
              <a:gd name="connsiteY340" fmla="*/ 6661888 h 6858000"/>
              <a:gd name="connsiteX341" fmla="*/ 3399216 w 7472601"/>
              <a:gd name="connsiteY341" fmla="*/ 6858000 h 6858000"/>
              <a:gd name="connsiteX342" fmla="*/ 3303688 w 7472601"/>
              <a:gd name="connsiteY342" fmla="*/ 6858000 h 6858000"/>
              <a:gd name="connsiteX343" fmla="*/ 3391774 w 7472601"/>
              <a:gd name="connsiteY343" fmla="*/ 6697181 h 6858000"/>
              <a:gd name="connsiteX344" fmla="*/ 3735540 w 7472601"/>
              <a:gd name="connsiteY344" fmla="*/ 5546923 h 6858000"/>
              <a:gd name="connsiteX345" fmla="*/ 3729438 w 7472601"/>
              <a:gd name="connsiteY345" fmla="*/ 5569058 h 6858000"/>
              <a:gd name="connsiteX346" fmla="*/ 3707782 w 7472601"/>
              <a:gd name="connsiteY346" fmla="*/ 5644908 h 6858000"/>
              <a:gd name="connsiteX347" fmla="*/ 3583827 w 7472601"/>
              <a:gd name="connsiteY347" fmla="*/ 6039215 h 6858000"/>
              <a:gd name="connsiteX348" fmla="*/ 3547861 w 7472601"/>
              <a:gd name="connsiteY348" fmla="*/ 6129609 h 6858000"/>
              <a:gd name="connsiteX349" fmla="*/ 3490905 w 7472601"/>
              <a:gd name="connsiteY349" fmla="*/ 6277660 h 6858000"/>
              <a:gd name="connsiteX350" fmla="*/ 3455859 w 7472601"/>
              <a:gd name="connsiteY350" fmla="*/ 6391301 h 6858000"/>
              <a:gd name="connsiteX351" fmla="*/ 3429112 w 7472601"/>
              <a:gd name="connsiteY351" fmla="*/ 6479469 h 6858000"/>
              <a:gd name="connsiteX352" fmla="*/ 3304862 w 7472601"/>
              <a:gd name="connsiteY352" fmla="*/ 6796476 h 6858000"/>
              <a:gd name="connsiteX353" fmla="*/ 3276071 w 7472601"/>
              <a:gd name="connsiteY353" fmla="*/ 6858000 h 6858000"/>
              <a:gd name="connsiteX354" fmla="*/ 3240805 w 7472601"/>
              <a:gd name="connsiteY354" fmla="*/ 6858000 h 6858000"/>
              <a:gd name="connsiteX355" fmla="*/ 3275917 w 7472601"/>
              <a:gd name="connsiteY355" fmla="*/ 6783192 h 6858000"/>
              <a:gd name="connsiteX356" fmla="*/ 3399358 w 7472601"/>
              <a:gd name="connsiteY356" fmla="*/ 6469011 h 6858000"/>
              <a:gd name="connsiteX357" fmla="*/ 3425650 w 7472601"/>
              <a:gd name="connsiteY357" fmla="*/ 6381333 h 6858000"/>
              <a:gd name="connsiteX358" fmla="*/ 3460661 w 7472601"/>
              <a:gd name="connsiteY358" fmla="*/ 6266763 h 6858000"/>
              <a:gd name="connsiteX359" fmla="*/ 3518021 w 7472601"/>
              <a:gd name="connsiteY359" fmla="*/ 6117298 h 6858000"/>
              <a:gd name="connsiteX360" fmla="*/ 3554035 w 7472601"/>
              <a:gd name="connsiteY360" fmla="*/ 6027832 h 6858000"/>
              <a:gd name="connsiteX361" fmla="*/ 3677174 w 7472601"/>
              <a:gd name="connsiteY361" fmla="*/ 5636351 h 6858000"/>
              <a:gd name="connsiteX362" fmla="*/ 3698819 w 7472601"/>
              <a:gd name="connsiteY362" fmla="*/ 5560503 h 6858000"/>
              <a:gd name="connsiteX363" fmla="*/ 3702094 w 7472601"/>
              <a:gd name="connsiteY363" fmla="*/ 5549194 h 6858000"/>
              <a:gd name="connsiteX364" fmla="*/ 3398355 w 7472601"/>
              <a:gd name="connsiteY364" fmla="*/ 6094603 h 6858000"/>
              <a:gd name="connsiteX365" fmla="*/ 3193941 w 7472601"/>
              <a:gd name="connsiteY365" fmla="*/ 6798775 h 6858000"/>
              <a:gd name="connsiteX366" fmla="*/ 3184140 w 7472601"/>
              <a:gd name="connsiteY366" fmla="*/ 6858000 h 6858000"/>
              <a:gd name="connsiteX367" fmla="*/ 3099978 w 7472601"/>
              <a:gd name="connsiteY367" fmla="*/ 6858000 h 6858000"/>
              <a:gd name="connsiteX368" fmla="*/ 3101556 w 7472601"/>
              <a:gd name="connsiteY368" fmla="*/ 6843337 h 6858000"/>
              <a:gd name="connsiteX369" fmla="*/ 3370162 w 7472601"/>
              <a:gd name="connsiteY369" fmla="*/ 5785550 h 6858000"/>
              <a:gd name="connsiteX370" fmla="*/ 3746477 w 7472601"/>
              <a:gd name="connsiteY370" fmla="*/ 5377889 h 6858000"/>
              <a:gd name="connsiteX371" fmla="*/ 3863399 w 7472601"/>
              <a:gd name="connsiteY371" fmla="*/ 5087257 h 6858000"/>
              <a:gd name="connsiteX372" fmla="*/ 3968712 w 7472601"/>
              <a:gd name="connsiteY372" fmla="*/ 4913989 h 6858000"/>
              <a:gd name="connsiteX373" fmla="*/ 2792390 w 7472601"/>
              <a:gd name="connsiteY373" fmla="*/ 5382974 h 6858000"/>
              <a:gd name="connsiteX374" fmla="*/ 2714982 w 7472601"/>
              <a:gd name="connsiteY374" fmla="*/ 5427051 h 6858000"/>
              <a:gd name="connsiteX375" fmla="*/ 2813361 w 7472601"/>
              <a:gd name="connsiteY375" fmla="*/ 6023912 h 6858000"/>
              <a:gd name="connsiteX376" fmla="*/ 2688430 w 7472601"/>
              <a:gd name="connsiteY376" fmla="*/ 6801564 h 6858000"/>
              <a:gd name="connsiteX377" fmla="*/ 2629626 w 7472601"/>
              <a:gd name="connsiteY377" fmla="*/ 6763394 h 6858000"/>
              <a:gd name="connsiteX378" fmla="*/ 2565328 w 7472601"/>
              <a:gd name="connsiteY378" fmla="*/ 5516399 h 6858000"/>
              <a:gd name="connsiteX379" fmla="*/ 1922999 w 7472601"/>
              <a:gd name="connsiteY379" fmla="*/ 5980343 h 6858000"/>
              <a:gd name="connsiteX380" fmla="*/ 1950261 w 7472601"/>
              <a:gd name="connsiteY380" fmla="*/ 6405858 h 6858000"/>
              <a:gd name="connsiteX381" fmla="*/ 2365554 w 7472601"/>
              <a:gd name="connsiteY381" fmla="*/ 6759107 h 6858000"/>
              <a:gd name="connsiteX382" fmla="*/ 2424142 w 7472601"/>
              <a:gd name="connsiteY382" fmla="*/ 6858000 h 6858000"/>
              <a:gd name="connsiteX383" fmla="*/ 2395994 w 7472601"/>
              <a:gd name="connsiteY383" fmla="*/ 6858000 h 6858000"/>
              <a:gd name="connsiteX384" fmla="*/ 2392863 w 7472601"/>
              <a:gd name="connsiteY384" fmla="*/ 6852964 h 6858000"/>
              <a:gd name="connsiteX385" fmla="*/ 2017589 w 7472601"/>
              <a:gd name="connsiteY385" fmla="*/ 6493982 h 6858000"/>
              <a:gd name="connsiteX386" fmla="*/ 2147336 w 7472601"/>
              <a:gd name="connsiteY386" fmla="*/ 6594052 h 6858000"/>
              <a:gd name="connsiteX387" fmla="*/ 2207047 w 7472601"/>
              <a:gd name="connsiteY387" fmla="*/ 6654540 h 6858000"/>
              <a:gd name="connsiteX388" fmla="*/ 2299106 w 7472601"/>
              <a:gd name="connsiteY388" fmla="*/ 6778931 h 6858000"/>
              <a:gd name="connsiteX389" fmla="*/ 2314430 w 7472601"/>
              <a:gd name="connsiteY389" fmla="*/ 6801144 h 6858000"/>
              <a:gd name="connsiteX390" fmla="*/ 2352406 w 7472601"/>
              <a:gd name="connsiteY390" fmla="*/ 6858000 h 6858000"/>
              <a:gd name="connsiteX391" fmla="*/ 2314492 w 7472601"/>
              <a:gd name="connsiteY391" fmla="*/ 6858000 h 6858000"/>
              <a:gd name="connsiteX392" fmla="*/ 2288095 w 7472601"/>
              <a:gd name="connsiteY392" fmla="*/ 6818030 h 6858000"/>
              <a:gd name="connsiteX393" fmla="*/ 2272768 w 7472601"/>
              <a:gd name="connsiteY393" fmla="*/ 6795822 h 6858000"/>
              <a:gd name="connsiteX394" fmla="*/ 2182715 w 7472601"/>
              <a:gd name="connsiteY394" fmla="*/ 6675071 h 6858000"/>
              <a:gd name="connsiteX395" fmla="*/ 2032061 w 7472601"/>
              <a:gd name="connsiteY395" fmla="*/ 6541380 h 6858000"/>
              <a:gd name="connsiteX396" fmla="*/ 2257220 w 7472601"/>
              <a:gd name="connsiteY396" fmla="*/ 6826257 h 6858000"/>
              <a:gd name="connsiteX397" fmla="*/ 2281324 w 7472601"/>
              <a:gd name="connsiteY397" fmla="*/ 6858000 h 6858000"/>
              <a:gd name="connsiteX398" fmla="*/ 2242860 w 7472601"/>
              <a:gd name="connsiteY398" fmla="*/ 6858000 h 6858000"/>
              <a:gd name="connsiteX399" fmla="*/ 2232818 w 7472601"/>
              <a:gd name="connsiteY399" fmla="*/ 6844926 h 6858000"/>
              <a:gd name="connsiteX400" fmla="*/ 1990172 w 7472601"/>
              <a:gd name="connsiteY400" fmla="*/ 6542121 h 6858000"/>
              <a:gd name="connsiteX401" fmla="*/ 2124090 w 7472601"/>
              <a:gd name="connsiteY401" fmla="*/ 6761017 h 6858000"/>
              <a:gd name="connsiteX402" fmla="*/ 2200380 w 7472601"/>
              <a:gd name="connsiteY402" fmla="*/ 6858000 h 6858000"/>
              <a:gd name="connsiteX403" fmla="*/ 2147507 w 7472601"/>
              <a:gd name="connsiteY403" fmla="*/ 6858000 h 6858000"/>
              <a:gd name="connsiteX404" fmla="*/ 2070668 w 7472601"/>
              <a:gd name="connsiteY404" fmla="*/ 6761520 h 6858000"/>
              <a:gd name="connsiteX405" fmla="*/ 1975142 w 7472601"/>
              <a:gd name="connsiteY405" fmla="*/ 6585570 h 6858000"/>
              <a:gd name="connsiteX406" fmla="*/ 2050035 w 7472601"/>
              <a:gd name="connsiteY406" fmla="*/ 6813345 h 6858000"/>
              <a:gd name="connsiteX407" fmla="*/ 2063025 w 7472601"/>
              <a:gd name="connsiteY407" fmla="*/ 6858000 h 6858000"/>
              <a:gd name="connsiteX408" fmla="*/ 2021675 w 7472601"/>
              <a:gd name="connsiteY408" fmla="*/ 6858000 h 6858000"/>
              <a:gd name="connsiteX409" fmla="*/ 2019308 w 7472601"/>
              <a:gd name="connsiteY409" fmla="*/ 6847118 h 6858000"/>
              <a:gd name="connsiteX410" fmla="*/ 1938835 w 7472601"/>
              <a:gd name="connsiteY410" fmla="*/ 6551160 h 6858000"/>
              <a:gd name="connsiteX411" fmla="*/ 1953230 w 7472601"/>
              <a:gd name="connsiteY411" fmla="*/ 6759699 h 6858000"/>
              <a:gd name="connsiteX412" fmla="*/ 1956763 w 7472601"/>
              <a:gd name="connsiteY412" fmla="*/ 6778191 h 6858000"/>
              <a:gd name="connsiteX413" fmla="*/ 1967925 w 7472601"/>
              <a:gd name="connsiteY413" fmla="*/ 6858000 h 6858000"/>
              <a:gd name="connsiteX414" fmla="*/ 1936622 w 7472601"/>
              <a:gd name="connsiteY414" fmla="*/ 6858000 h 6858000"/>
              <a:gd name="connsiteX415" fmla="*/ 1926261 w 7472601"/>
              <a:gd name="connsiteY415" fmla="*/ 6784064 h 6858000"/>
              <a:gd name="connsiteX416" fmla="*/ 1922724 w 7472601"/>
              <a:gd name="connsiteY416" fmla="*/ 6765577 h 6858000"/>
              <a:gd name="connsiteX417" fmla="*/ 1904650 w 7472601"/>
              <a:gd name="connsiteY417" fmla="*/ 6639616 h 6858000"/>
              <a:gd name="connsiteX418" fmla="*/ 1885273 w 7472601"/>
              <a:gd name="connsiteY418" fmla="*/ 6858000 h 6858000"/>
              <a:gd name="connsiteX419" fmla="*/ 1854363 w 7472601"/>
              <a:gd name="connsiteY419" fmla="*/ 6858000 h 6858000"/>
              <a:gd name="connsiteX420" fmla="*/ 1880391 w 7472601"/>
              <a:gd name="connsiteY420" fmla="*/ 6603796 h 6858000"/>
              <a:gd name="connsiteX421" fmla="*/ 1818273 w 7472601"/>
              <a:gd name="connsiteY421" fmla="*/ 6715729 h 6858000"/>
              <a:gd name="connsiteX422" fmla="*/ 1794691 w 7472601"/>
              <a:gd name="connsiteY422" fmla="*/ 6843239 h 6858000"/>
              <a:gd name="connsiteX423" fmla="*/ 1794914 w 7472601"/>
              <a:gd name="connsiteY423" fmla="*/ 6858000 h 6858000"/>
              <a:gd name="connsiteX424" fmla="*/ 1746128 w 7472601"/>
              <a:gd name="connsiteY424" fmla="*/ 6858000 h 6858000"/>
              <a:gd name="connsiteX425" fmla="*/ 1753934 w 7472601"/>
              <a:gd name="connsiteY425" fmla="*/ 6724796 h 6858000"/>
              <a:gd name="connsiteX426" fmla="*/ 1792053 w 7472601"/>
              <a:gd name="connsiteY426" fmla="*/ 6572396 h 6858000"/>
              <a:gd name="connsiteX427" fmla="*/ 1862248 w 7472601"/>
              <a:gd name="connsiteY427" fmla="*/ 6266397 h 6858000"/>
              <a:gd name="connsiteX428" fmla="*/ 1862250 w 7472601"/>
              <a:gd name="connsiteY428" fmla="*/ 6033531 h 6858000"/>
              <a:gd name="connsiteX429" fmla="*/ 1211999 w 7472601"/>
              <a:gd name="connsiteY429" fmla="*/ 6683610 h 6858000"/>
              <a:gd name="connsiteX430" fmla="*/ 1213266 w 7472601"/>
              <a:gd name="connsiteY430" fmla="*/ 6691947 h 6858000"/>
              <a:gd name="connsiteX431" fmla="*/ 1203370 w 7472601"/>
              <a:gd name="connsiteY431" fmla="*/ 6850676 h 6858000"/>
              <a:gd name="connsiteX432" fmla="*/ 1203671 w 7472601"/>
              <a:gd name="connsiteY432" fmla="*/ 6858000 h 6858000"/>
              <a:gd name="connsiteX433" fmla="*/ 1143180 w 7472601"/>
              <a:gd name="connsiteY433" fmla="*/ 6858000 h 6858000"/>
              <a:gd name="connsiteX434" fmla="*/ 1142176 w 7472601"/>
              <a:gd name="connsiteY434" fmla="*/ 6766045 h 6858000"/>
              <a:gd name="connsiteX435" fmla="*/ 1067484 w 7472601"/>
              <a:gd name="connsiteY435" fmla="*/ 6858000 h 6858000"/>
              <a:gd name="connsiteX436" fmla="*/ 953928 w 7472601"/>
              <a:gd name="connsiteY436" fmla="*/ 6858000 h 6858000"/>
              <a:gd name="connsiteX437" fmla="*/ 959715 w 7472601"/>
              <a:gd name="connsiteY437" fmla="*/ 6850185 h 6858000"/>
              <a:gd name="connsiteX438" fmla="*/ 1483788 w 7472601"/>
              <a:gd name="connsiteY438" fmla="*/ 6259174 h 6858000"/>
              <a:gd name="connsiteX439" fmla="*/ 1100671 w 7472601"/>
              <a:gd name="connsiteY439" fmla="*/ 6252137 h 6858000"/>
              <a:gd name="connsiteX440" fmla="*/ 1090144 w 7472601"/>
              <a:gd name="connsiteY440" fmla="*/ 6256748 h 6858000"/>
              <a:gd name="connsiteX441" fmla="*/ 1095872 w 7472601"/>
              <a:gd name="connsiteY441" fmla="*/ 6271892 h 6858000"/>
              <a:gd name="connsiteX442" fmla="*/ 262785 w 7472601"/>
              <a:gd name="connsiteY442" fmla="*/ 6845450 h 6858000"/>
              <a:gd name="connsiteX443" fmla="*/ 209968 w 7472601"/>
              <a:gd name="connsiteY443" fmla="*/ 6770713 h 6858000"/>
              <a:gd name="connsiteX444" fmla="*/ 873460 w 7472601"/>
              <a:gd name="connsiteY444" fmla="*/ 6253768 h 6858000"/>
              <a:gd name="connsiteX445" fmla="*/ 192686 w 7472601"/>
              <a:gd name="connsiteY445" fmla="*/ 5849257 h 6858000"/>
              <a:gd name="connsiteX446" fmla="*/ 4696 w 7472601"/>
              <a:gd name="connsiteY446" fmla="*/ 5697668 h 6858000"/>
              <a:gd name="connsiteX447" fmla="*/ 0 w 7472601"/>
              <a:gd name="connsiteY447" fmla="*/ 5689984 h 6858000"/>
              <a:gd name="connsiteX448" fmla="*/ 0 w 7472601"/>
              <a:gd name="connsiteY448" fmla="*/ 5513472 h 6858000"/>
              <a:gd name="connsiteX449" fmla="*/ 174101 w 7472601"/>
              <a:gd name="connsiteY449" fmla="*/ 5620277 h 6858000"/>
              <a:gd name="connsiteX450" fmla="*/ 891800 w 7472601"/>
              <a:gd name="connsiteY450" fmla="*/ 6036935 h 6858000"/>
              <a:gd name="connsiteX451" fmla="*/ 1072219 w 7472601"/>
              <a:gd name="connsiteY451" fmla="*/ 6169443 h 6858000"/>
              <a:gd name="connsiteX452" fmla="*/ 1074117 w 7472601"/>
              <a:gd name="connsiteY452" fmla="*/ 6170301 h 6858000"/>
              <a:gd name="connsiteX453" fmla="*/ 1083114 w 7472601"/>
              <a:gd name="connsiteY453" fmla="*/ 6174131 h 6858000"/>
              <a:gd name="connsiteX454" fmla="*/ 1543010 w 7472601"/>
              <a:gd name="connsiteY454" fmla="*/ 6191140 h 6858000"/>
              <a:gd name="connsiteX455" fmla="*/ 1551080 w 7472601"/>
              <a:gd name="connsiteY455" fmla="*/ 6195006 h 6858000"/>
              <a:gd name="connsiteX456" fmla="*/ 2345443 w 7472601"/>
              <a:gd name="connsiteY456" fmla="*/ 5549882 h 6858000"/>
              <a:gd name="connsiteX457" fmla="*/ 1721499 w 7472601"/>
              <a:gd name="connsiteY457" fmla="*/ 5599969 h 6858000"/>
              <a:gd name="connsiteX458" fmla="*/ 767716 w 7472601"/>
              <a:gd name="connsiteY458" fmla="*/ 5472768 h 6858000"/>
              <a:gd name="connsiteX459" fmla="*/ 722147 w 7472601"/>
              <a:gd name="connsiteY459" fmla="*/ 5393091 h 6858000"/>
              <a:gd name="connsiteX460" fmla="*/ 1485552 w 7472601"/>
              <a:gd name="connsiteY460" fmla="*/ 5313202 h 6858000"/>
              <a:gd name="connsiteX461" fmla="*/ 2143004 w 7472601"/>
              <a:gd name="connsiteY461" fmla="*/ 5402420 h 6858000"/>
              <a:gd name="connsiteX462" fmla="*/ 1933391 w 7472601"/>
              <a:gd name="connsiteY462" fmla="*/ 5156971 h 6858000"/>
              <a:gd name="connsiteX463" fmla="*/ 1827118 w 7472601"/>
              <a:gd name="connsiteY463" fmla="*/ 4968410 h 6858000"/>
              <a:gd name="connsiteX464" fmla="*/ 1837349 w 7472601"/>
              <a:gd name="connsiteY464" fmla="*/ 4956357 h 6858000"/>
              <a:gd name="connsiteX465" fmla="*/ 2162835 w 7472601"/>
              <a:gd name="connsiteY465" fmla="*/ 5187853 h 6858000"/>
              <a:gd name="connsiteX466" fmla="*/ 2257167 w 7472601"/>
              <a:gd name="connsiteY466" fmla="*/ 5462123 h 6858000"/>
              <a:gd name="connsiteX467" fmla="*/ 2261598 w 7472601"/>
              <a:gd name="connsiteY467" fmla="*/ 5467998 h 6858000"/>
              <a:gd name="connsiteX468" fmla="*/ 2437177 w 7472601"/>
              <a:gd name="connsiteY468" fmla="*/ 5479608 h 6858000"/>
              <a:gd name="connsiteX469" fmla="*/ 2445247 w 7472601"/>
              <a:gd name="connsiteY469" fmla="*/ 5483476 h 6858000"/>
              <a:gd name="connsiteX470" fmla="*/ 2743626 w 7472601"/>
              <a:gd name="connsiteY470" fmla="*/ 5304819 h 6858000"/>
              <a:gd name="connsiteX471" fmla="*/ 3048102 w 7472601"/>
              <a:gd name="connsiteY471" fmla="*/ 5150595 h 6858000"/>
              <a:gd name="connsiteX472" fmla="*/ 1799414 w 7472601"/>
              <a:gd name="connsiteY472" fmla="*/ 4694732 h 6858000"/>
              <a:gd name="connsiteX473" fmla="*/ 1771735 w 7472601"/>
              <a:gd name="connsiteY473" fmla="*/ 4619929 h 6858000"/>
              <a:gd name="connsiteX474" fmla="*/ 3104273 w 7472601"/>
              <a:gd name="connsiteY474" fmla="*/ 5076159 h 6858000"/>
              <a:gd name="connsiteX475" fmla="*/ 3113245 w 7472601"/>
              <a:gd name="connsiteY475" fmla="*/ 5090705 h 6858000"/>
              <a:gd name="connsiteX476" fmla="*/ 3126294 w 7472601"/>
              <a:gd name="connsiteY476" fmla="*/ 5114400 h 6858000"/>
              <a:gd name="connsiteX477" fmla="*/ 3937433 w 7472601"/>
              <a:gd name="connsiteY477" fmla="*/ 4830473 h 6858000"/>
              <a:gd name="connsiteX478" fmla="*/ 3590475 w 7472601"/>
              <a:gd name="connsiteY478" fmla="*/ 4597974 h 6858000"/>
              <a:gd name="connsiteX479" fmla="*/ 3100264 w 7472601"/>
              <a:gd name="connsiteY479" fmla="*/ 4579845 h 6858000"/>
              <a:gd name="connsiteX480" fmla="*/ 2183576 w 7472601"/>
              <a:gd name="connsiteY480" fmla="*/ 4227150 h 6858000"/>
              <a:gd name="connsiteX481" fmla="*/ 2151029 w 7472601"/>
              <a:gd name="connsiteY481" fmla="*/ 4146947 h 6858000"/>
              <a:gd name="connsiteX482" fmla="*/ 3563434 w 7472601"/>
              <a:gd name="connsiteY482" fmla="*/ 4469115 h 6858000"/>
              <a:gd name="connsiteX483" fmla="*/ 3177952 w 7472601"/>
              <a:gd name="connsiteY483" fmla="*/ 3657386 h 6858000"/>
              <a:gd name="connsiteX484" fmla="*/ 3189263 w 7472601"/>
              <a:gd name="connsiteY484" fmla="*/ 3625726 h 6858000"/>
              <a:gd name="connsiteX485" fmla="*/ 3560912 w 7472601"/>
              <a:gd name="connsiteY485" fmla="*/ 4079863 h 6858000"/>
              <a:gd name="connsiteX486" fmla="*/ 3626636 w 7472601"/>
              <a:gd name="connsiteY486" fmla="*/ 4512230 h 6858000"/>
              <a:gd name="connsiteX487" fmla="*/ 3653088 w 7472601"/>
              <a:gd name="connsiteY487" fmla="*/ 4521417 h 6858000"/>
              <a:gd name="connsiteX488" fmla="*/ 3988128 w 7472601"/>
              <a:gd name="connsiteY488" fmla="*/ 4817267 h 6858000"/>
              <a:gd name="connsiteX489" fmla="*/ 4830582 w 7472601"/>
              <a:gd name="connsiteY489" fmla="*/ 4676000 h 6858000"/>
              <a:gd name="connsiteX490" fmla="*/ 4830100 w 7472601"/>
              <a:gd name="connsiteY490" fmla="*/ 4675554 h 6858000"/>
              <a:gd name="connsiteX491" fmla="*/ 4036318 w 7472601"/>
              <a:gd name="connsiteY491" fmla="*/ 4147013 h 6858000"/>
              <a:gd name="connsiteX492" fmla="*/ 3432098 w 7472601"/>
              <a:gd name="connsiteY492" fmla="*/ 3537312 h 6858000"/>
              <a:gd name="connsiteX493" fmla="*/ 3446761 w 7472601"/>
              <a:gd name="connsiteY493" fmla="*/ 3461278 h 6858000"/>
              <a:gd name="connsiteX494" fmla="*/ 4419733 w 7472601"/>
              <a:gd name="connsiteY494" fmla="*/ 3963555 h 6858000"/>
              <a:gd name="connsiteX495" fmla="*/ 4781371 w 7472601"/>
              <a:gd name="connsiteY495" fmla="*/ 4458604 h 6858000"/>
              <a:gd name="connsiteX496" fmla="*/ 4780440 w 7472601"/>
              <a:gd name="connsiteY496" fmla="*/ 4470290 h 6858000"/>
              <a:gd name="connsiteX497" fmla="*/ 4898954 w 7472601"/>
              <a:gd name="connsiteY497" fmla="*/ 4662092 h 6858000"/>
              <a:gd name="connsiteX498" fmla="*/ 4900699 w 7472601"/>
              <a:gd name="connsiteY498" fmla="*/ 4670867 h 6858000"/>
              <a:gd name="connsiteX499" fmla="*/ 5714511 w 7472601"/>
              <a:gd name="connsiteY499" fmla="*/ 4663483 h 6858000"/>
              <a:gd name="connsiteX500" fmla="*/ 5464793 w 7472601"/>
              <a:gd name="connsiteY500" fmla="*/ 4393556 h 6858000"/>
              <a:gd name="connsiteX501" fmla="*/ 5461897 w 7472601"/>
              <a:gd name="connsiteY501" fmla="*/ 4390879 h 6858000"/>
              <a:gd name="connsiteX502" fmla="*/ 4294126 w 7472601"/>
              <a:gd name="connsiteY502" fmla="*/ 3303048 h 6858000"/>
              <a:gd name="connsiteX503" fmla="*/ 4305321 w 7472601"/>
              <a:gd name="connsiteY503" fmla="*/ 3256953 h 6858000"/>
              <a:gd name="connsiteX504" fmla="*/ 4949299 w 7472601"/>
              <a:gd name="connsiteY504" fmla="*/ 3766336 h 6858000"/>
              <a:gd name="connsiteX505" fmla="*/ 5291452 w 7472601"/>
              <a:gd name="connsiteY505" fmla="*/ 4076801 h 6858000"/>
              <a:gd name="connsiteX506" fmla="*/ 5434998 w 7472601"/>
              <a:gd name="connsiteY506" fmla="*/ 4254100 h 6858000"/>
              <a:gd name="connsiteX507" fmla="*/ 5351015 w 7472601"/>
              <a:gd name="connsiteY507" fmla="*/ 3760989 h 6858000"/>
              <a:gd name="connsiteX508" fmla="*/ 5413780 w 7472601"/>
              <a:gd name="connsiteY508" fmla="*/ 2966265 h 6858000"/>
              <a:gd name="connsiteX509" fmla="*/ 5425627 w 7472601"/>
              <a:gd name="connsiteY509" fmla="*/ 2954192 h 6858000"/>
              <a:gd name="connsiteX510" fmla="*/ 6604735 w 7472601"/>
              <a:gd name="connsiteY510" fmla="*/ 2041381 h 6858000"/>
              <a:gd name="connsiteX511" fmla="*/ 7204487 w 7472601"/>
              <a:gd name="connsiteY511" fmla="*/ 2742112 h 6858000"/>
              <a:gd name="connsiteX512" fmla="*/ 7131592 w 7472601"/>
              <a:gd name="connsiteY512" fmla="*/ 2672096 h 6858000"/>
              <a:gd name="connsiteX513" fmla="*/ 6996344 w 7472601"/>
              <a:gd name="connsiteY513" fmla="*/ 2518310 h 6858000"/>
              <a:gd name="connsiteX514" fmla="*/ 6735495 w 7472601"/>
              <a:gd name="connsiteY514" fmla="*/ 2196890 h 6858000"/>
              <a:gd name="connsiteX515" fmla="*/ 6721901 w 7472601"/>
              <a:gd name="connsiteY515" fmla="*/ 2179274 h 6858000"/>
              <a:gd name="connsiteX516" fmla="*/ 6604735 w 7472601"/>
              <a:gd name="connsiteY516" fmla="*/ 2041381 h 6858000"/>
              <a:gd name="connsiteX517" fmla="*/ 6591670 w 7472601"/>
              <a:gd name="connsiteY517" fmla="*/ 1988277 h 6858000"/>
              <a:gd name="connsiteX518" fmla="*/ 6747349 w 7472601"/>
              <a:gd name="connsiteY518" fmla="*/ 2160069 h 6858000"/>
              <a:gd name="connsiteX519" fmla="*/ 6760943 w 7472601"/>
              <a:gd name="connsiteY519" fmla="*/ 2177686 h 6858000"/>
              <a:gd name="connsiteX520" fmla="*/ 7021065 w 7472601"/>
              <a:gd name="connsiteY520" fmla="*/ 2498102 h 6858000"/>
              <a:gd name="connsiteX521" fmla="*/ 7155223 w 7472601"/>
              <a:gd name="connsiteY521" fmla="*/ 2650386 h 6858000"/>
              <a:gd name="connsiteX522" fmla="*/ 7203167 w 7472601"/>
              <a:gd name="connsiteY522" fmla="*/ 2697288 h 6858000"/>
              <a:gd name="connsiteX523" fmla="*/ 6937703 w 7472601"/>
              <a:gd name="connsiteY523" fmla="*/ 2321981 h 6858000"/>
              <a:gd name="connsiteX524" fmla="*/ 6591670 w 7472601"/>
              <a:gd name="connsiteY524" fmla="*/ 1988277 h 6858000"/>
              <a:gd name="connsiteX525" fmla="*/ 5798671 w 7472601"/>
              <a:gd name="connsiteY525" fmla="*/ 1981601 h 6858000"/>
              <a:gd name="connsiteX526" fmla="*/ 5754709 w 7472601"/>
              <a:gd name="connsiteY526" fmla="*/ 2071454 h 6858000"/>
              <a:gd name="connsiteX527" fmla="*/ 5763044 w 7472601"/>
              <a:gd name="connsiteY527" fmla="*/ 2842206 h 6858000"/>
              <a:gd name="connsiteX528" fmla="*/ 5764974 w 7472601"/>
              <a:gd name="connsiteY528" fmla="*/ 2799609 h 6858000"/>
              <a:gd name="connsiteX529" fmla="*/ 5767665 w 7472601"/>
              <a:gd name="connsiteY529" fmla="*/ 2666409 h 6858000"/>
              <a:gd name="connsiteX530" fmla="*/ 5763055 w 7472601"/>
              <a:gd name="connsiteY530" fmla="*/ 2579705 h 6858000"/>
              <a:gd name="connsiteX531" fmla="*/ 5758079 w 7472601"/>
              <a:gd name="connsiteY531" fmla="*/ 2492508 h 6858000"/>
              <a:gd name="connsiteX532" fmla="*/ 5779325 w 7472601"/>
              <a:gd name="connsiteY532" fmla="*/ 2197069 h 6858000"/>
              <a:gd name="connsiteX533" fmla="*/ 5798671 w 7472601"/>
              <a:gd name="connsiteY533" fmla="*/ 1981601 h 6858000"/>
              <a:gd name="connsiteX534" fmla="*/ 5829202 w 7472601"/>
              <a:gd name="connsiteY534" fmla="*/ 1971679 h 6858000"/>
              <a:gd name="connsiteX535" fmla="*/ 5809558 w 7472601"/>
              <a:gd name="connsiteY535" fmla="*/ 2198043 h 6858000"/>
              <a:gd name="connsiteX536" fmla="*/ 5788653 w 7472601"/>
              <a:gd name="connsiteY536" fmla="*/ 2489430 h 6858000"/>
              <a:gd name="connsiteX537" fmla="*/ 5793439 w 7472601"/>
              <a:gd name="connsiteY537" fmla="*/ 2575235 h 6858000"/>
              <a:gd name="connsiteX538" fmla="*/ 5796837 w 7472601"/>
              <a:gd name="connsiteY538" fmla="*/ 2637633 h 6858000"/>
              <a:gd name="connsiteX539" fmla="*/ 5818614 w 7472601"/>
              <a:gd name="connsiteY539" fmla="*/ 2473055 h 6858000"/>
              <a:gd name="connsiteX540" fmla="*/ 5829202 w 7472601"/>
              <a:gd name="connsiteY540" fmla="*/ 1971679 h 6858000"/>
              <a:gd name="connsiteX541" fmla="*/ 5911389 w 7472601"/>
              <a:gd name="connsiteY541" fmla="*/ 1898371 h 6858000"/>
              <a:gd name="connsiteX542" fmla="*/ 6237627 w 7472601"/>
              <a:gd name="connsiteY542" fmla="*/ 2231921 h 6858000"/>
              <a:gd name="connsiteX543" fmla="*/ 5911389 w 7472601"/>
              <a:gd name="connsiteY543" fmla="*/ 1898371 h 6858000"/>
              <a:gd name="connsiteX544" fmla="*/ 6944437 w 7472601"/>
              <a:gd name="connsiteY544" fmla="*/ 1575402 h 6858000"/>
              <a:gd name="connsiteX545" fmla="*/ 6304730 w 7472601"/>
              <a:gd name="connsiteY545" fmla="*/ 1766654 h 6858000"/>
              <a:gd name="connsiteX546" fmla="*/ 6944437 w 7472601"/>
              <a:gd name="connsiteY546" fmla="*/ 1575402 h 6858000"/>
              <a:gd name="connsiteX547" fmla="*/ 7019523 w 7472601"/>
              <a:gd name="connsiteY547" fmla="*/ 1519450 h 6858000"/>
              <a:gd name="connsiteX548" fmla="*/ 6298091 w 7472601"/>
              <a:gd name="connsiteY548" fmla="*/ 1737122 h 6858000"/>
              <a:gd name="connsiteX549" fmla="*/ 7019523 w 7472601"/>
              <a:gd name="connsiteY549" fmla="*/ 1519450 h 6858000"/>
              <a:gd name="connsiteX550" fmla="*/ 2399523 w 7472601"/>
              <a:gd name="connsiteY550" fmla="*/ 1428234 h 6858000"/>
              <a:gd name="connsiteX551" fmla="*/ 2224982 w 7472601"/>
              <a:gd name="connsiteY551" fmla="*/ 1826201 h 6858000"/>
              <a:gd name="connsiteX552" fmla="*/ 2096099 w 7472601"/>
              <a:gd name="connsiteY552" fmla="*/ 2345900 h 6858000"/>
              <a:gd name="connsiteX553" fmla="*/ 2283317 w 7472601"/>
              <a:gd name="connsiteY553" fmla="*/ 1796925 h 6858000"/>
              <a:gd name="connsiteX554" fmla="*/ 2399523 w 7472601"/>
              <a:gd name="connsiteY554" fmla="*/ 1428234 h 6858000"/>
              <a:gd name="connsiteX555" fmla="*/ 2448558 w 7472601"/>
              <a:gd name="connsiteY555" fmla="*/ 1373435 h 6858000"/>
              <a:gd name="connsiteX556" fmla="*/ 2312521 w 7472601"/>
              <a:gd name="connsiteY556" fmla="*/ 1806140 h 6858000"/>
              <a:gd name="connsiteX557" fmla="*/ 2127533 w 7472601"/>
              <a:gd name="connsiteY557" fmla="*/ 2348380 h 6858000"/>
              <a:gd name="connsiteX558" fmla="*/ 2358080 w 7472601"/>
              <a:gd name="connsiteY558" fmla="*/ 1866134 h 6858000"/>
              <a:gd name="connsiteX559" fmla="*/ 2407436 w 7472601"/>
              <a:gd name="connsiteY559" fmla="*/ 1651070 h 6858000"/>
              <a:gd name="connsiteX560" fmla="*/ 2448558 w 7472601"/>
              <a:gd name="connsiteY560" fmla="*/ 1373435 h 6858000"/>
              <a:gd name="connsiteX561" fmla="*/ 278707 w 7472601"/>
              <a:gd name="connsiteY561" fmla="*/ 1352270 h 6858000"/>
              <a:gd name="connsiteX562" fmla="*/ 321570 w 7472601"/>
              <a:gd name="connsiteY562" fmla="*/ 1861610 h 6858000"/>
              <a:gd name="connsiteX563" fmla="*/ 294281 w 7472601"/>
              <a:gd name="connsiteY563" fmla="*/ 1440658 h 6858000"/>
              <a:gd name="connsiteX564" fmla="*/ 278707 w 7472601"/>
              <a:gd name="connsiteY564" fmla="*/ 1352270 h 6858000"/>
              <a:gd name="connsiteX565" fmla="*/ 1423821 w 7472601"/>
              <a:gd name="connsiteY565" fmla="*/ 1351958 h 6858000"/>
              <a:gd name="connsiteX566" fmla="*/ 1638521 w 7472601"/>
              <a:gd name="connsiteY566" fmla="*/ 1908470 h 6858000"/>
              <a:gd name="connsiteX567" fmla="*/ 1754199 w 7472601"/>
              <a:gd name="connsiteY567" fmla="*/ 2149284 h 6858000"/>
              <a:gd name="connsiteX568" fmla="*/ 1908359 w 7472601"/>
              <a:gd name="connsiteY568" fmla="*/ 2364988 h 6858000"/>
              <a:gd name="connsiteX569" fmla="*/ 1647661 w 7472601"/>
              <a:gd name="connsiteY569" fmla="*/ 1825945 h 6858000"/>
              <a:gd name="connsiteX570" fmla="*/ 1423821 w 7472601"/>
              <a:gd name="connsiteY570" fmla="*/ 1351958 h 6858000"/>
              <a:gd name="connsiteX571" fmla="*/ 1431890 w 7472601"/>
              <a:gd name="connsiteY571" fmla="*/ 1306475 h 6858000"/>
              <a:gd name="connsiteX572" fmla="*/ 1507597 w 7472601"/>
              <a:gd name="connsiteY572" fmla="*/ 1446132 h 6858000"/>
              <a:gd name="connsiteX573" fmla="*/ 1674586 w 7472601"/>
              <a:gd name="connsiteY573" fmla="*/ 1813832 h 6858000"/>
              <a:gd name="connsiteX574" fmla="*/ 1815950 w 7472601"/>
              <a:gd name="connsiteY574" fmla="*/ 2128564 h 6858000"/>
              <a:gd name="connsiteX575" fmla="*/ 1984242 w 7472601"/>
              <a:gd name="connsiteY575" fmla="*/ 2430829 h 6858000"/>
              <a:gd name="connsiteX576" fmla="*/ 2014023 w 7472601"/>
              <a:gd name="connsiteY576" fmla="*/ 2450995 h 6858000"/>
              <a:gd name="connsiteX577" fmla="*/ 1747337 w 7472601"/>
              <a:gd name="connsiteY577" fmla="*/ 1855264 h 6858000"/>
              <a:gd name="connsiteX578" fmla="*/ 1533749 w 7472601"/>
              <a:gd name="connsiteY578" fmla="*/ 1478656 h 6858000"/>
              <a:gd name="connsiteX579" fmla="*/ 1431890 w 7472601"/>
              <a:gd name="connsiteY579" fmla="*/ 1306475 h 6858000"/>
              <a:gd name="connsiteX580" fmla="*/ 5052692 w 7472601"/>
              <a:gd name="connsiteY580" fmla="*/ 1292994 h 6858000"/>
              <a:gd name="connsiteX581" fmla="*/ 5200661 w 7472601"/>
              <a:gd name="connsiteY581" fmla="*/ 1635186 h 6858000"/>
              <a:gd name="connsiteX582" fmla="*/ 5297138 w 7472601"/>
              <a:gd name="connsiteY582" fmla="*/ 1906351 h 6858000"/>
              <a:gd name="connsiteX583" fmla="*/ 5052692 w 7472601"/>
              <a:gd name="connsiteY583" fmla="*/ 1292994 h 6858000"/>
              <a:gd name="connsiteX584" fmla="*/ 5009948 w 7472601"/>
              <a:gd name="connsiteY584" fmla="*/ 1273619 h 6858000"/>
              <a:gd name="connsiteX585" fmla="*/ 5121777 w 7472601"/>
              <a:gd name="connsiteY585" fmla="*/ 1654213 h 6858000"/>
              <a:gd name="connsiteX586" fmla="*/ 5293545 w 7472601"/>
              <a:gd name="connsiteY586" fmla="*/ 2072247 h 6858000"/>
              <a:gd name="connsiteX587" fmla="*/ 5294042 w 7472601"/>
              <a:gd name="connsiteY587" fmla="*/ 2065019 h 6858000"/>
              <a:gd name="connsiteX588" fmla="*/ 5171936 w 7472601"/>
              <a:gd name="connsiteY588" fmla="*/ 1647613 h 6858000"/>
              <a:gd name="connsiteX589" fmla="*/ 5009948 w 7472601"/>
              <a:gd name="connsiteY589" fmla="*/ 1273619 h 6858000"/>
              <a:gd name="connsiteX590" fmla="*/ 655236 w 7472601"/>
              <a:gd name="connsiteY590" fmla="*/ 1268632 h 6858000"/>
              <a:gd name="connsiteX591" fmla="*/ 839521 w 7472601"/>
              <a:gd name="connsiteY591" fmla="*/ 1685315 h 6858000"/>
              <a:gd name="connsiteX592" fmla="*/ 1109416 w 7472601"/>
              <a:gd name="connsiteY592" fmla="*/ 2061663 h 6858000"/>
              <a:gd name="connsiteX593" fmla="*/ 1298300 w 7472601"/>
              <a:gd name="connsiteY593" fmla="*/ 2247742 h 6858000"/>
              <a:gd name="connsiteX594" fmla="*/ 1125871 w 7472601"/>
              <a:gd name="connsiteY594" fmla="*/ 1989513 h 6858000"/>
              <a:gd name="connsiteX595" fmla="*/ 981574 w 7472601"/>
              <a:gd name="connsiteY595" fmla="*/ 1783157 h 6858000"/>
              <a:gd name="connsiteX596" fmla="*/ 922198 w 7472601"/>
              <a:gd name="connsiteY596" fmla="*/ 1677437 h 6858000"/>
              <a:gd name="connsiteX597" fmla="*/ 869293 w 7472601"/>
              <a:gd name="connsiteY597" fmla="*/ 1583214 h 6858000"/>
              <a:gd name="connsiteX598" fmla="*/ 751431 w 7472601"/>
              <a:gd name="connsiteY598" fmla="*/ 1405731 h 6858000"/>
              <a:gd name="connsiteX599" fmla="*/ 655236 w 7472601"/>
              <a:gd name="connsiteY599" fmla="*/ 1268632 h 6858000"/>
              <a:gd name="connsiteX600" fmla="*/ 6516292 w 7472601"/>
              <a:gd name="connsiteY600" fmla="*/ 1263064 h 6858000"/>
              <a:gd name="connsiteX601" fmla="*/ 5736320 w 7472601"/>
              <a:gd name="connsiteY601" fmla="*/ 1501803 h 6858000"/>
              <a:gd name="connsiteX602" fmla="*/ 6516292 w 7472601"/>
              <a:gd name="connsiteY602" fmla="*/ 1263064 h 6858000"/>
              <a:gd name="connsiteX603" fmla="*/ 291466 w 7472601"/>
              <a:gd name="connsiteY603" fmla="*/ 1250369 h 6858000"/>
              <a:gd name="connsiteX604" fmla="*/ 323180 w 7472601"/>
              <a:gd name="connsiteY604" fmla="*/ 1435283 h 6858000"/>
              <a:gd name="connsiteX605" fmla="*/ 349381 w 7472601"/>
              <a:gd name="connsiteY605" fmla="*/ 1875041 h 6858000"/>
              <a:gd name="connsiteX606" fmla="*/ 374363 w 7472601"/>
              <a:gd name="connsiteY606" fmla="*/ 1506494 h 6858000"/>
              <a:gd name="connsiteX607" fmla="*/ 302168 w 7472601"/>
              <a:gd name="connsiteY607" fmla="*/ 1274495 h 6858000"/>
              <a:gd name="connsiteX608" fmla="*/ 291466 w 7472601"/>
              <a:gd name="connsiteY608" fmla="*/ 1250369 h 6858000"/>
              <a:gd name="connsiteX609" fmla="*/ 678222 w 7472601"/>
              <a:gd name="connsiteY609" fmla="*/ 1248670 h 6858000"/>
              <a:gd name="connsiteX610" fmla="*/ 775536 w 7472601"/>
              <a:gd name="connsiteY610" fmla="*/ 1388015 h 6858000"/>
              <a:gd name="connsiteX611" fmla="*/ 894529 w 7472601"/>
              <a:gd name="connsiteY611" fmla="*/ 1567739 h 6858000"/>
              <a:gd name="connsiteX612" fmla="*/ 948000 w 7472601"/>
              <a:gd name="connsiteY612" fmla="*/ 1663088 h 6858000"/>
              <a:gd name="connsiteX613" fmla="*/ 1006812 w 7472601"/>
              <a:gd name="connsiteY613" fmla="*/ 1767683 h 6858000"/>
              <a:gd name="connsiteX614" fmla="*/ 1149133 w 7472601"/>
              <a:gd name="connsiteY614" fmla="*/ 1971513 h 6858000"/>
              <a:gd name="connsiteX615" fmla="*/ 1333952 w 7472601"/>
              <a:gd name="connsiteY615" fmla="*/ 2251620 h 6858000"/>
              <a:gd name="connsiteX616" fmla="*/ 1337329 w 7472601"/>
              <a:gd name="connsiteY616" fmla="*/ 2258350 h 6858000"/>
              <a:gd name="connsiteX617" fmla="*/ 1014726 w 7472601"/>
              <a:gd name="connsiteY617" fmla="*/ 1615556 h 6858000"/>
              <a:gd name="connsiteX618" fmla="*/ 678222 w 7472601"/>
              <a:gd name="connsiteY618" fmla="*/ 1248670 h 6858000"/>
              <a:gd name="connsiteX619" fmla="*/ 6691602 w 7472601"/>
              <a:gd name="connsiteY619" fmla="*/ 1140573 h 6858000"/>
              <a:gd name="connsiteX620" fmla="*/ 6571100 w 7472601"/>
              <a:gd name="connsiteY620" fmla="*/ 1183662 h 6858000"/>
              <a:gd name="connsiteX621" fmla="*/ 6241687 w 7472601"/>
              <a:gd name="connsiteY621" fmla="*/ 1257600 h 6858000"/>
              <a:gd name="connsiteX622" fmla="*/ 5693009 w 7472601"/>
              <a:gd name="connsiteY622" fmla="*/ 1478256 h 6858000"/>
              <a:gd name="connsiteX623" fmla="*/ 6548420 w 7472601"/>
              <a:gd name="connsiteY623" fmla="*/ 1214599 h 6858000"/>
              <a:gd name="connsiteX624" fmla="*/ 6605473 w 7472601"/>
              <a:gd name="connsiteY624" fmla="*/ 1184686 h 6858000"/>
              <a:gd name="connsiteX625" fmla="*/ 6691602 w 7472601"/>
              <a:gd name="connsiteY625" fmla="*/ 1140573 h 6858000"/>
              <a:gd name="connsiteX626" fmla="*/ 4002475 w 7472601"/>
              <a:gd name="connsiteY626" fmla="*/ 1037802 h 6858000"/>
              <a:gd name="connsiteX627" fmla="*/ 4000324 w 7472601"/>
              <a:gd name="connsiteY627" fmla="*/ 1039362 h 6858000"/>
              <a:gd name="connsiteX628" fmla="*/ 4002862 w 7472601"/>
              <a:gd name="connsiteY628" fmla="*/ 1042866 h 6858000"/>
              <a:gd name="connsiteX629" fmla="*/ 4002475 w 7472601"/>
              <a:gd name="connsiteY629" fmla="*/ 1037802 h 6858000"/>
              <a:gd name="connsiteX630" fmla="*/ 506322 w 7472601"/>
              <a:gd name="connsiteY630" fmla="*/ 1020997 h 6858000"/>
              <a:gd name="connsiteX631" fmla="*/ 533068 w 7472601"/>
              <a:gd name="connsiteY631" fmla="*/ 1029409 h 6858000"/>
              <a:gd name="connsiteX632" fmla="*/ 1232525 w 7472601"/>
              <a:gd name="connsiteY632" fmla="*/ 1804675 h 6858000"/>
              <a:gd name="connsiteX633" fmla="*/ 1388858 w 7472601"/>
              <a:gd name="connsiteY633" fmla="*/ 2368011 h 6858000"/>
              <a:gd name="connsiteX634" fmla="*/ 1384098 w 7472601"/>
              <a:gd name="connsiteY634" fmla="*/ 2378125 h 6858000"/>
              <a:gd name="connsiteX635" fmla="*/ 1425393 w 7472601"/>
              <a:gd name="connsiteY635" fmla="*/ 2589124 h 6858000"/>
              <a:gd name="connsiteX636" fmla="*/ 1424001 w 7472601"/>
              <a:gd name="connsiteY636" fmla="*/ 2597541 h 6858000"/>
              <a:gd name="connsiteX637" fmla="*/ 2152729 w 7472601"/>
              <a:gd name="connsiteY637" fmla="*/ 2864487 h 6858000"/>
              <a:gd name="connsiteX638" fmla="*/ 2020609 w 7472601"/>
              <a:gd name="connsiteY638" fmla="*/ 2539671 h 6858000"/>
              <a:gd name="connsiteX639" fmla="*/ 2018920 w 7472601"/>
              <a:gd name="connsiteY639" fmla="*/ 2536309 h 6858000"/>
              <a:gd name="connsiteX640" fmla="*/ 1342441 w 7472601"/>
              <a:gd name="connsiteY640" fmla="*/ 1173017 h 6858000"/>
              <a:gd name="connsiteX641" fmla="*/ 1367925 w 7472601"/>
              <a:gd name="connsiteY641" fmla="*/ 1135648 h 6858000"/>
              <a:gd name="connsiteX642" fmla="*/ 1771401 w 7472601"/>
              <a:gd name="connsiteY642" fmla="*/ 1806673 h 6858000"/>
              <a:gd name="connsiteX643" fmla="*/ 1972385 w 7472601"/>
              <a:gd name="connsiteY643" fmla="*/ 2198735 h 6858000"/>
              <a:gd name="connsiteX644" fmla="*/ 2040892 w 7472601"/>
              <a:gd name="connsiteY644" fmla="*/ 2405205 h 6858000"/>
              <a:gd name="connsiteX645" fmla="*/ 2131689 w 7472601"/>
              <a:gd name="connsiteY645" fmla="*/ 1936926 h 6858000"/>
              <a:gd name="connsiteX646" fmla="*/ 2454820 w 7472601"/>
              <a:gd name="connsiteY646" fmla="*/ 1248808 h 6858000"/>
              <a:gd name="connsiteX647" fmla="*/ 2492512 w 7472601"/>
              <a:gd name="connsiteY647" fmla="*/ 1302920 h 6858000"/>
              <a:gd name="connsiteX648" fmla="*/ 2081216 w 7472601"/>
              <a:gd name="connsiteY648" fmla="*/ 2527513 h 6858000"/>
              <a:gd name="connsiteX649" fmla="*/ 2081211 w 7472601"/>
              <a:gd name="connsiteY649" fmla="*/ 2528916 h 6858000"/>
              <a:gd name="connsiteX650" fmla="*/ 2199067 w 7472601"/>
              <a:gd name="connsiteY650" fmla="*/ 2884061 h 6858000"/>
              <a:gd name="connsiteX651" fmla="*/ 3192586 w 7472601"/>
              <a:gd name="connsiteY651" fmla="*/ 3411496 h 6858000"/>
              <a:gd name="connsiteX652" fmla="*/ 3182620 w 7472601"/>
              <a:gd name="connsiteY652" fmla="*/ 3483279 h 6858000"/>
              <a:gd name="connsiteX653" fmla="*/ 2435119 w 7472601"/>
              <a:gd name="connsiteY653" fmla="*/ 3080173 h 6858000"/>
              <a:gd name="connsiteX654" fmla="*/ 2410152 w 7472601"/>
              <a:gd name="connsiteY654" fmla="*/ 3063751 h 6858000"/>
              <a:gd name="connsiteX655" fmla="*/ 2408099 w 7472601"/>
              <a:gd name="connsiteY655" fmla="*/ 3064403 h 6858000"/>
              <a:gd name="connsiteX656" fmla="*/ 2407218 w 7472601"/>
              <a:gd name="connsiteY656" fmla="*/ 3070324 h 6858000"/>
              <a:gd name="connsiteX657" fmla="*/ 2380138 w 7472601"/>
              <a:gd name="connsiteY657" fmla="*/ 3099341 h 6858000"/>
              <a:gd name="connsiteX658" fmla="*/ 1765923 w 7472601"/>
              <a:gd name="connsiteY658" fmla="*/ 3581043 h 6858000"/>
              <a:gd name="connsiteX659" fmla="*/ 1702258 w 7472601"/>
              <a:gd name="connsiteY659" fmla="*/ 3612286 h 6858000"/>
              <a:gd name="connsiteX660" fmla="*/ 1538370 w 7472601"/>
              <a:gd name="connsiteY660" fmla="*/ 3811804 h 6858000"/>
              <a:gd name="connsiteX661" fmla="*/ 542867 w 7472601"/>
              <a:gd name="connsiteY661" fmla="*/ 4944092 h 6858000"/>
              <a:gd name="connsiteX662" fmla="*/ 515800 w 7472601"/>
              <a:gd name="connsiteY662" fmla="*/ 4862180 h 6858000"/>
              <a:gd name="connsiteX663" fmla="*/ 909145 w 7472601"/>
              <a:gd name="connsiteY663" fmla="*/ 4199225 h 6858000"/>
              <a:gd name="connsiteX664" fmla="*/ 1214067 w 7472601"/>
              <a:gd name="connsiteY664" fmla="*/ 3908561 h 6858000"/>
              <a:gd name="connsiteX665" fmla="*/ 640967 w 7472601"/>
              <a:gd name="connsiteY665" fmla="*/ 4105601 h 6858000"/>
              <a:gd name="connsiteX666" fmla="*/ 112563 w 7472601"/>
              <a:gd name="connsiteY666" fmla="*/ 4396952 h 6858000"/>
              <a:gd name="connsiteX667" fmla="*/ 0 w 7472601"/>
              <a:gd name="connsiteY667" fmla="*/ 4466006 h 6858000"/>
              <a:gd name="connsiteX668" fmla="*/ 0 w 7472601"/>
              <a:gd name="connsiteY668" fmla="*/ 4233763 h 6858000"/>
              <a:gd name="connsiteX669" fmla="*/ 36881 w 7472601"/>
              <a:gd name="connsiteY669" fmla="*/ 4200118 h 6858000"/>
              <a:gd name="connsiteX670" fmla="*/ 910534 w 7472601"/>
              <a:gd name="connsiteY670" fmla="*/ 3629753 h 6858000"/>
              <a:gd name="connsiteX671" fmla="*/ 1578717 w 7472601"/>
              <a:gd name="connsiteY671" fmla="*/ 3575982 h 6858000"/>
              <a:gd name="connsiteX672" fmla="*/ 2338780 w 7472601"/>
              <a:gd name="connsiteY672" fmla="*/ 3033725 h 6858000"/>
              <a:gd name="connsiteX673" fmla="*/ 1807991 w 7472601"/>
              <a:gd name="connsiteY673" fmla="*/ 2807184 h 6858000"/>
              <a:gd name="connsiteX674" fmla="*/ 1416358 w 7472601"/>
              <a:gd name="connsiteY674" fmla="*/ 3112571 h 6858000"/>
              <a:gd name="connsiteX675" fmla="*/ 939066 w 7472601"/>
              <a:gd name="connsiteY675" fmla="*/ 3378798 h 6858000"/>
              <a:gd name="connsiteX676" fmla="*/ 115099 w 7472601"/>
              <a:gd name="connsiteY676" fmla="*/ 3607650 h 6858000"/>
              <a:gd name="connsiteX677" fmla="*/ 97284 w 7472601"/>
              <a:gd name="connsiteY677" fmla="*/ 3520393 h 6858000"/>
              <a:gd name="connsiteX678" fmla="*/ 922050 w 7472601"/>
              <a:gd name="connsiteY678" fmla="*/ 3074867 h 6858000"/>
              <a:gd name="connsiteX679" fmla="*/ 1405265 w 7472601"/>
              <a:gd name="connsiteY679" fmla="*/ 3016319 h 6858000"/>
              <a:gd name="connsiteX680" fmla="*/ 1407512 w 7472601"/>
              <a:gd name="connsiteY680" fmla="*/ 3018001 h 6858000"/>
              <a:gd name="connsiteX681" fmla="*/ 1726266 w 7472601"/>
              <a:gd name="connsiteY681" fmla="*/ 2777274 h 6858000"/>
              <a:gd name="connsiteX682" fmla="*/ 625390 w 7472601"/>
              <a:gd name="connsiteY682" fmla="*/ 2514541 h 6858000"/>
              <a:gd name="connsiteX683" fmla="*/ 619799 w 7472601"/>
              <a:gd name="connsiteY683" fmla="*/ 2527180 h 6858000"/>
              <a:gd name="connsiteX684" fmla="*/ 310030 w 7472601"/>
              <a:gd name="connsiteY684" fmla="*/ 2771818 h 6858000"/>
              <a:gd name="connsiteX685" fmla="*/ 173877 w 7472601"/>
              <a:gd name="connsiteY685" fmla="*/ 2937056 h 6858000"/>
              <a:gd name="connsiteX686" fmla="*/ 77889 w 7472601"/>
              <a:gd name="connsiteY686" fmla="*/ 3138440 h 6858000"/>
              <a:gd name="connsiteX687" fmla="*/ 0 w 7472601"/>
              <a:gd name="connsiteY687" fmla="*/ 3271395 h 6858000"/>
              <a:gd name="connsiteX688" fmla="*/ 0 w 7472601"/>
              <a:gd name="connsiteY688" fmla="*/ 3153002 h 6858000"/>
              <a:gd name="connsiteX689" fmla="*/ 2386 w 7472601"/>
              <a:gd name="connsiteY689" fmla="*/ 3149203 h 6858000"/>
              <a:gd name="connsiteX690" fmla="*/ 89753 w 7472601"/>
              <a:gd name="connsiteY690" fmla="*/ 2987702 h 6858000"/>
              <a:gd name="connsiteX691" fmla="*/ 76869 w 7472601"/>
              <a:gd name="connsiteY691" fmla="*/ 3005404 h 6858000"/>
              <a:gd name="connsiteX692" fmla="*/ 32049 w 7472601"/>
              <a:gd name="connsiteY692" fmla="*/ 3065814 h 6858000"/>
              <a:gd name="connsiteX693" fmla="*/ 0 w 7472601"/>
              <a:gd name="connsiteY693" fmla="*/ 3108744 h 6858000"/>
              <a:gd name="connsiteX694" fmla="*/ 0 w 7472601"/>
              <a:gd name="connsiteY694" fmla="*/ 3058059 h 6858000"/>
              <a:gd name="connsiteX695" fmla="*/ 7610 w 7472601"/>
              <a:gd name="connsiteY695" fmla="*/ 3047889 h 6858000"/>
              <a:gd name="connsiteX696" fmla="*/ 52419 w 7472601"/>
              <a:gd name="connsiteY696" fmla="*/ 2987479 h 6858000"/>
              <a:gd name="connsiteX697" fmla="*/ 59142 w 7472601"/>
              <a:gd name="connsiteY697" fmla="*/ 2978488 h 6858000"/>
              <a:gd name="connsiteX698" fmla="*/ 0 w 7472601"/>
              <a:gd name="connsiteY698" fmla="*/ 3015334 h 6858000"/>
              <a:gd name="connsiteX699" fmla="*/ 0 w 7472601"/>
              <a:gd name="connsiteY699" fmla="*/ 2914286 h 6858000"/>
              <a:gd name="connsiteX700" fmla="*/ 36383 w 7472601"/>
              <a:gd name="connsiteY700" fmla="*/ 2901128 h 6858000"/>
              <a:gd name="connsiteX701" fmla="*/ 156329 w 7472601"/>
              <a:gd name="connsiteY701" fmla="*/ 2840533 h 6858000"/>
              <a:gd name="connsiteX702" fmla="*/ 358355 w 7472601"/>
              <a:gd name="connsiteY702" fmla="*/ 2620471 h 6858000"/>
              <a:gd name="connsiteX703" fmla="*/ 510577 w 7472601"/>
              <a:gd name="connsiteY703" fmla="*/ 2501244 h 6858000"/>
              <a:gd name="connsiteX704" fmla="*/ 211967 w 7472601"/>
              <a:gd name="connsiteY704" fmla="*/ 2479171 h 6858000"/>
              <a:gd name="connsiteX705" fmla="*/ 0 w 7472601"/>
              <a:gd name="connsiteY705" fmla="*/ 2476398 h 6858000"/>
              <a:gd name="connsiteX706" fmla="*/ 0 w 7472601"/>
              <a:gd name="connsiteY706" fmla="*/ 2389189 h 6858000"/>
              <a:gd name="connsiteX707" fmla="*/ 103062 w 7472601"/>
              <a:gd name="connsiteY707" fmla="*/ 2389518 h 6858000"/>
              <a:gd name="connsiteX708" fmla="*/ 510734 w 7472601"/>
              <a:gd name="connsiteY708" fmla="*/ 2416201 h 6858000"/>
              <a:gd name="connsiteX709" fmla="*/ 279257 w 7472601"/>
              <a:gd name="connsiteY709" fmla="*/ 2092102 h 6858000"/>
              <a:gd name="connsiteX710" fmla="*/ 65265 w 7472601"/>
              <a:gd name="connsiteY710" fmla="*/ 2006049 h 6858000"/>
              <a:gd name="connsiteX711" fmla="*/ 0 w 7472601"/>
              <a:gd name="connsiteY711" fmla="*/ 1982532 h 6858000"/>
              <a:gd name="connsiteX712" fmla="*/ 0 w 7472601"/>
              <a:gd name="connsiteY712" fmla="*/ 1912789 h 6858000"/>
              <a:gd name="connsiteX713" fmla="*/ 97460 w 7472601"/>
              <a:gd name="connsiteY713" fmla="*/ 1953725 h 6858000"/>
              <a:gd name="connsiteX714" fmla="*/ 221272 w 7472601"/>
              <a:gd name="connsiteY714" fmla="*/ 1980766 h 6858000"/>
              <a:gd name="connsiteX715" fmla="*/ 116765 w 7472601"/>
              <a:gd name="connsiteY715" fmla="*/ 1911033 h 6858000"/>
              <a:gd name="connsiteX716" fmla="*/ 16405 w 7472601"/>
              <a:gd name="connsiteY716" fmla="*/ 1803412 h 6858000"/>
              <a:gd name="connsiteX717" fmla="*/ 0 w 7472601"/>
              <a:gd name="connsiteY717" fmla="*/ 1784777 h 6858000"/>
              <a:gd name="connsiteX718" fmla="*/ 0 w 7472601"/>
              <a:gd name="connsiteY718" fmla="*/ 1740082 h 6858000"/>
              <a:gd name="connsiteX719" fmla="*/ 39394 w 7472601"/>
              <a:gd name="connsiteY719" fmla="*/ 1784856 h 6858000"/>
              <a:gd name="connsiteX720" fmla="*/ 135813 w 7472601"/>
              <a:gd name="connsiteY720" fmla="*/ 1888838 h 6858000"/>
              <a:gd name="connsiteX721" fmla="*/ 242575 w 7472601"/>
              <a:gd name="connsiteY721" fmla="*/ 1958841 h 6858000"/>
              <a:gd name="connsiteX722" fmla="*/ 82197 w 7472601"/>
              <a:gd name="connsiteY722" fmla="*/ 1754826 h 6858000"/>
              <a:gd name="connsiteX723" fmla="*/ 0 w 7472601"/>
              <a:gd name="connsiteY723" fmla="*/ 1679650 h 6858000"/>
              <a:gd name="connsiteX724" fmla="*/ 0 w 7472601"/>
              <a:gd name="connsiteY724" fmla="*/ 1602463 h 6858000"/>
              <a:gd name="connsiteX725" fmla="*/ 84689 w 7472601"/>
              <a:gd name="connsiteY725" fmla="*/ 1677442 h 6858000"/>
              <a:gd name="connsiteX726" fmla="*/ 298437 w 7472601"/>
              <a:gd name="connsiteY726" fmla="*/ 1968019 h 6858000"/>
              <a:gd name="connsiteX727" fmla="*/ 227269 w 7472601"/>
              <a:gd name="connsiteY727" fmla="*/ 1114064 h 6858000"/>
              <a:gd name="connsiteX728" fmla="*/ 248003 w 7472601"/>
              <a:gd name="connsiteY728" fmla="*/ 1089613 h 6858000"/>
              <a:gd name="connsiteX729" fmla="*/ 427020 w 7472601"/>
              <a:gd name="connsiteY729" fmla="*/ 1619803 h 6858000"/>
              <a:gd name="connsiteX730" fmla="*/ 340345 w 7472601"/>
              <a:gd name="connsiteY730" fmla="*/ 2027739 h 6858000"/>
              <a:gd name="connsiteX731" fmla="*/ 360865 w 7472601"/>
              <a:gd name="connsiteY731" fmla="*/ 2044827 h 6858000"/>
              <a:gd name="connsiteX732" fmla="*/ 560414 w 7472601"/>
              <a:gd name="connsiteY732" fmla="*/ 2421457 h 6858000"/>
              <a:gd name="connsiteX733" fmla="*/ 1359703 w 7472601"/>
              <a:gd name="connsiteY733" fmla="*/ 2578554 h 6858000"/>
              <a:gd name="connsiteX734" fmla="*/ 1359422 w 7472601"/>
              <a:gd name="connsiteY734" fmla="*/ 2577994 h 6858000"/>
              <a:gd name="connsiteX735" fmla="*/ 828701 w 7472601"/>
              <a:gd name="connsiteY735" fmla="*/ 1839520 h 6858000"/>
              <a:gd name="connsiteX736" fmla="*/ 494427 w 7472601"/>
              <a:gd name="connsiteY736" fmla="*/ 1092333 h 6858000"/>
              <a:gd name="connsiteX737" fmla="*/ 506322 w 7472601"/>
              <a:gd name="connsiteY737" fmla="*/ 1020997 h 6858000"/>
              <a:gd name="connsiteX738" fmla="*/ 4570198 w 7472601"/>
              <a:gd name="connsiteY738" fmla="*/ 978081 h 6858000"/>
              <a:gd name="connsiteX739" fmla="*/ 4523691 w 7472601"/>
              <a:gd name="connsiteY739" fmla="*/ 1127776 h 6858000"/>
              <a:gd name="connsiteX740" fmla="*/ 4509875 w 7472601"/>
              <a:gd name="connsiteY740" fmla="*/ 1167552 h 6858000"/>
              <a:gd name="connsiteX741" fmla="*/ 4478168 w 7472601"/>
              <a:gd name="connsiteY741" fmla="*/ 1260735 h 6858000"/>
              <a:gd name="connsiteX742" fmla="*/ 4409309 w 7472601"/>
              <a:gd name="connsiteY742" fmla="*/ 1666996 h 6858000"/>
              <a:gd name="connsiteX743" fmla="*/ 4370031 w 7472601"/>
              <a:gd name="connsiteY743" fmla="*/ 1955666 h 6858000"/>
              <a:gd name="connsiteX744" fmla="*/ 4570198 w 7472601"/>
              <a:gd name="connsiteY744" fmla="*/ 978081 h 6858000"/>
              <a:gd name="connsiteX745" fmla="*/ 4557898 w 7472601"/>
              <a:gd name="connsiteY745" fmla="*/ 900011 h 6858000"/>
              <a:gd name="connsiteX746" fmla="*/ 4344840 w 7472601"/>
              <a:gd name="connsiteY746" fmla="*/ 1922038 h 6858000"/>
              <a:gd name="connsiteX747" fmla="*/ 4378710 w 7472601"/>
              <a:gd name="connsiteY747" fmla="*/ 1665516 h 6858000"/>
              <a:gd name="connsiteX748" fmla="*/ 4448798 w 7472601"/>
              <a:gd name="connsiteY748" fmla="*/ 1253024 h 6858000"/>
              <a:gd name="connsiteX749" fmla="*/ 4480315 w 7472601"/>
              <a:gd name="connsiteY749" fmla="*/ 1158454 h 6858000"/>
              <a:gd name="connsiteX750" fmla="*/ 4494133 w 7472601"/>
              <a:gd name="connsiteY750" fmla="*/ 1118676 h 6858000"/>
              <a:gd name="connsiteX751" fmla="*/ 4557898 w 7472601"/>
              <a:gd name="connsiteY751" fmla="*/ 900011 h 6858000"/>
              <a:gd name="connsiteX752" fmla="*/ 5870151 w 7472601"/>
              <a:gd name="connsiteY752" fmla="*/ 898890 h 6858000"/>
              <a:gd name="connsiteX753" fmla="*/ 5861335 w 7472601"/>
              <a:gd name="connsiteY753" fmla="*/ 899177 h 6858000"/>
              <a:gd name="connsiteX754" fmla="*/ 5843702 w 7472601"/>
              <a:gd name="connsiteY754" fmla="*/ 899748 h 6858000"/>
              <a:gd name="connsiteX755" fmla="*/ 5651107 w 7472601"/>
              <a:gd name="connsiteY755" fmla="*/ 920306 h 6858000"/>
              <a:gd name="connsiteX756" fmla="*/ 5459407 w 7472601"/>
              <a:gd name="connsiteY756" fmla="*/ 940975 h 6858000"/>
              <a:gd name="connsiteX757" fmla="*/ 5374846 w 7472601"/>
              <a:gd name="connsiteY757" fmla="*/ 941988 h 6858000"/>
              <a:gd name="connsiteX758" fmla="*/ 5256105 w 7472601"/>
              <a:gd name="connsiteY758" fmla="*/ 945632 h 6858000"/>
              <a:gd name="connsiteX759" fmla="*/ 5107071 w 7472601"/>
              <a:gd name="connsiteY759" fmla="*/ 969720 h 6858000"/>
              <a:gd name="connsiteX760" fmla="*/ 4998681 w 7472601"/>
              <a:gd name="connsiteY760" fmla="*/ 988771 h 6858000"/>
              <a:gd name="connsiteX761" fmla="*/ 5870151 w 7472601"/>
              <a:gd name="connsiteY761" fmla="*/ 898890 h 6858000"/>
              <a:gd name="connsiteX762" fmla="*/ 5504425 w 7472601"/>
              <a:gd name="connsiteY762" fmla="*/ 848067 h 6858000"/>
              <a:gd name="connsiteX763" fmla="*/ 4968849 w 7472601"/>
              <a:gd name="connsiteY763" fmla="*/ 962318 h 6858000"/>
              <a:gd name="connsiteX764" fmla="*/ 5104039 w 7472601"/>
              <a:gd name="connsiteY764" fmla="*/ 940634 h 6858000"/>
              <a:gd name="connsiteX765" fmla="*/ 5256311 w 7472601"/>
              <a:gd name="connsiteY765" fmla="*/ 916490 h 6858000"/>
              <a:gd name="connsiteX766" fmla="*/ 5377381 w 7472601"/>
              <a:gd name="connsiteY766" fmla="*/ 912671 h 6858000"/>
              <a:gd name="connsiteX767" fmla="*/ 5460148 w 7472601"/>
              <a:gd name="connsiteY767" fmla="*/ 911442 h 6858000"/>
              <a:gd name="connsiteX768" fmla="*/ 5648971 w 7472601"/>
              <a:gd name="connsiteY768" fmla="*/ 891331 h 6858000"/>
              <a:gd name="connsiteX769" fmla="*/ 5844807 w 7472601"/>
              <a:gd name="connsiteY769" fmla="*/ 870718 h 6858000"/>
              <a:gd name="connsiteX770" fmla="*/ 5862975 w 7472601"/>
              <a:gd name="connsiteY770" fmla="*/ 869756 h 6858000"/>
              <a:gd name="connsiteX771" fmla="*/ 5920887 w 7472601"/>
              <a:gd name="connsiteY771" fmla="*/ 865929 h 6858000"/>
              <a:gd name="connsiteX772" fmla="*/ 5504425 w 7472601"/>
              <a:gd name="connsiteY772" fmla="*/ 848067 h 6858000"/>
              <a:gd name="connsiteX773" fmla="*/ 3607114 w 7472601"/>
              <a:gd name="connsiteY773" fmla="*/ 467441 h 6858000"/>
              <a:gd name="connsiteX774" fmla="*/ 3296242 w 7472601"/>
              <a:gd name="connsiteY774" fmla="*/ 807991 h 6858000"/>
              <a:gd name="connsiteX775" fmla="*/ 3174674 w 7472601"/>
              <a:gd name="connsiteY775" fmla="*/ 919759 h 6858000"/>
              <a:gd name="connsiteX776" fmla="*/ 3042978 w 7472601"/>
              <a:gd name="connsiteY776" fmla="*/ 1054894 h 6858000"/>
              <a:gd name="connsiteX777" fmla="*/ 2968914 w 7472601"/>
              <a:gd name="connsiteY777" fmla="*/ 1133756 h 6858000"/>
              <a:gd name="connsiteX778" fmla="*/ 3103823 w 7472601"/>
              <a:gd name="connsiteY778" fmla="*/ 1026814 h 6858000"/>
              <a:gd name="connsiteX779" fmla="*/ 3607114 w 7472601"/>
              <a:gd name="connsiteY779" fmla="*/ 467441 h 6858000"/>
              <a:gd name="connsiteX780" fmla="*/ 3744487 w 7472601"/>
              <a:gd name="connsiteY780" fmla="*/ 383136 h 6858000"/>
              <a:gd name="connsiteX781" fmla="*/ 3970213 w 7472601"/>
              <a:gd name="connsiteY781" fmla="*/ 995559 h 6858000"/>
              <a:gd name="connsiteX782" fmla="*/ 3744487 w 7472601"/>
              <a:gd name="connsiteY782" fmla="*/ 383136 h 6858000"/>
              <a:gd name="connsiteX783" fmla="*/ 3624562 w 7472601"/>
              <a:gd name="connsiteY783" fmla="*/ 367041 h 6858000"/>
              <a:gd name="connsiteX784" fmla="*/ 3489712 w 7472601"/>
              <a:gd name="connsiteY784" fmla="*/ 485386 h 6858000"/>
              <a:gd name="connsiteX785" fmla="*/ 3182994 w 7472601"/>
              <a:gd name="connsiteY785" fmla="*/ 828265 h 6858000"/>
              <a:gd name="connsiteX786" fmla="*/ 2892114 w 7472601"/>
              <a:gd name="connsiteY786" fmla="*/ 1172635 h 6858000"/>
              <a:gd name="connsiteX787" fmla="*/ 3021459 w 7472601"/>
              <a:gd name="connsiteY787" fmla="*/ 1035385 h 6858000"/>
              <a:gd name="connsiteX788" fmla="*/ 3153873 w 7472601"/>
              <a:gd name="connsiteY788" fmla="*/ 898971 h 6858000"/>
              <a:gd name="connsiteX789" fmla="*/ 3276511 w 7472601"/>
              <a:gd name="connsiteY789" fmla="*/ 786423 h 6858000"/>
              <a:gd name="connsiteX790" fmla="*/ 3584154 w 7472601"/>
              <a:gd name="connsiteY790" fmla="*/ 448218 h 6858000"/>
              <a:gd name="connsiteX791" fmla="*/ 3624562 w 7472601"/>
              <a:gd name="connsiteY791" fmla="*/ 367041 h 6858000"/>
              <a:gd name="connsiteX792" fmla="*/ 3766672 w 7472601"/>
              <a:gd name="connsiteY792" fmla="*/ 359429 h 6858000"/>
              <a:gd name="connsiteX793" fmla="*/ 3996338 w 7472601"/>
              <a:gd name="connsiteY793" fmla="*/ 968237 h 6858000"/>
              <a:gd name="connsiteX794" fmla="*/ 3766672 w 7472601"/>
              <a:gd name="connsiteY794" fmla="*/ 359429 h 6858000"/>
              <a:gd name="connsiteX795" fmla="*/ 5805386 w 7472601"/>
              <a:gd name="connsiteY795" fmla="*/ 239240 h 6858000"/>
              <a:gd name="connsiteX796" fmla="*/ 5736947 w 7472601"/>
              <a:gd name="connsiteY796" fmla="*/ 261367 h 6858000"/>
              <a:gd name="connsiteX797" fmla="*/ 5427012 w 7472601"/>
              <a:gd name="connsiteY797" fmla="*/ 311272 h 6858000"/>
              <a:gd name="connsiteX798" fmla="*/ 5147818 w 7472601"/>
              <a:gd name="connsiteY798" fmla="*/ 322112 h 6858000"/>
              <a:gd name="connsiteX799" fmla="*/ 5060854 w 7472601"/>
              <a:gd name="connsiteY799" fmla="*/ 311882 h 6858000"/>
              <a:gd name="connsiteX800" fmla="*/ 4945989 w 7472601"/>
              <a:gd name="connsiteY800" fmla="*/ 300516 h 6858000"/>
              <a:gd name="connsiteX801" fmla="*/ 5410479 w 7472601"/>
              <a:gd name="connsiteY801" fmla="*/ 348434 h 6858000"/>
              <a:gd name="connsiteX802" fmla="*/ 5805386 w 7472601"/>
              <a:gd name="connsiteY802" fmla="*/ 239240 h 6858000"/>
              <a:gd name="connsiteX803" fmla="*/ 5905192 w 7472601"/>
              <a:gd name="connsiteY803" fmla="*/ 163079 h 6858000"/>
              <a:gd name="connsiteX804" fmla="*/ 5865655 w 7472601"/>
              <a:gd name="connsiteY804" fmla="*/ 171901 h 6858000"/>
              <a:gd name="connsiteX805" fmla="*/ 5259740 w 7472601"/>
              <a:gd name="connsiteY805" fmla="*/ 257013 h 6858000"/>
              <a:gd name="connsiteX806" fmla="*/ 5208466 w 7472601"/>
              <a:gd name="connsiteY806" fmla="*/ 257550 h 6858000"/>
              <a:gd name="connsiteX807" fmla="*/ 4980204 w 7472601"/>
              <a:gd name="connsiteY807" fmla="*/ 271903 h 6858000"/>
              <a:gd name="connsiteX808" fmla="*/ 5068068 w 7472601"/>
              <a:gd name="connsiteY808" fmla="*/ 282244 h 6858000"/>
              <a:gd name="connsiteX809" fmla="*/ 5153231 w 7472601"/>
              <a:gd name="connsiteY809" fmla="*/ 292240 h 6858000"/>
              <a:gd name="connsiteX810" fmla="*/ 5426491 w 7472601"/>
              <a:gd name="connsiteY810" fmla="*/ 281128 h 6858000"/>
              <a:gd name="connsiteX811" fmla="*/ 5731212 w 7472601"/>
              <a:gd name="connsiteY811" fmla="*/ 231951 h 6858000"/>
              <a:gd name="connsiteX812" fmla="*/ 5905192 w 7472601"/>
              <a:gd name="connsiteY812" fmla="*/ 163079 h 6858000"/>
              <a:gd name="connsiteX813" fmla="*/ 5944437 w 7472601"/>
              <a:gd name="connsiteY813" fmla="*/ 113829 h 6858000"/>
              <a:gd name="connsiteX814" fmla="*/ 5825032 w 7472601"/>
              <a:gd name="connsiteY814" fmla="*/ 146405 h 6858000"/>
              <a:gd name="connsiteX815" fmla="*/ 4955599 w 7472601"/>
              <a:gd name="connsiteY815" fmla="*/ 247008 h 6858000"/>
              <a:gd name="connsiteX816" fmla="*/ 5210104 w 7472601"/>
              <a:gd name="connsiteY816" fmla="*/ 228123 h 6858000"/>
              <a:gd name="connsiteX817" fmla="*/ 5261015 w 7472601"/>
              <a:gd name="connsiteY817" fmla="*/ 227087 h 6858000"/>
              <a:gd name="connsiteX818" fmla="*/ 5861181 w 7472601"/>
              <a:gd name="connsiteY818" fmla="*/ 143093 h 6858000"/>
              <a:gd name="connsiteX819" fmla="*/ 5961252 w 7472601"/>
              <a:gd name="connsiteY819" fmla="*/ 114820 h 6858000"/>
              <a:gd name="connsiteX820" fmla="*/ 5944437 w 7472601"/>
              <a:gd name="connsiteY820" fmla="*/ 113829 h 6858000"/>
              <a:gd name="connsiteX821" fmla="*/ 3882765 w 7472601"/>
              <a:gd name="connsiteY821" fmla="*/ 0 h 6858000"/>
              <a:gd name="connsiteX822" fmla="*/ 3995099 w 7472601"/>
              <a:gd name="connsiteY822" fmla="*/ 0 h 6858000"/>
              <a:gd name="connsiteX823" fmla="*/ 4163818 w 7472601"/>
              <a:gd name="connsiteY823" fmla="*/ 234104 h 6858000"/>
              <a:gd name="connsiteX824" fmla="*/ 4172099 w 7472601"/>
              <a:gd name="connsiteY824" fmla="*/ 234207 h 6858000"/>
              <a:gd name="connsiteX825" fmla="*/ 4784282 w 7472601"/>
              <a:gd name="connsiteY825" fmla="*/ 276561 h 6858000"/>
              <a:gd name="connsiteX826" fmla="*/ 4801687 w 7472601"/>
              <a:gd name="connsiteY826" fmla="*/ 267764 h 6858000"/>
              <a:gd name="connsiteX827" fmla="*/ 6082788 w 7472601"/>
              <a:gd name="connsiteY827" fmla="*/ 64119 h 6858000"/>
              <a:gd name="connsiteX828" fmla="*/ 6099442 w 7472601"/>
              <a:gd name="connsiteY828" fmla="*/ 82568 h 6858000"/>
              <a:gd name="connsiteX829" fmla="*/ 4804137 w 7472601"/>
              <a:gd name="connsiteY829" fmla="*/ 320931 h 6858000"/>
              <a:gd name="connsiteX830" fmla="*/ 4227047 w 7472601"/>
              <a:gd name="connsiteY830" fmla="*/ 313415 h 6858000"/>
              <a:gd name="connsiteX831" fmla="*/ 4346041 w 7472601"/>
              <a:gd name="connsiteY831" fmla="*/ 456086 h 6858000"/>
              <a:gd name="connsiteX832" fmla="*/ 4870967 w 7472601"/>
              <a:gd name="connsiteY832" fmla="*/ 963061 h 6858000"/>
              <a:gd name="connsiteX833" fmla="*/ 4889647 w 7472601"/>
              <a:gd name="connsiteY833" fmla="*/ 957147 h 6858000"/>
              <a:gd name="connsiteX834" fmla="*/ 5422504 w 7472601"/>
              <a:gd name="connsiteY834" fmla="*/ 805191 h 6858000"/>
              <a:gd name="connsiteX835" fmla="*/ 6087656 w 7472601"/>
              <a:gd name="connsiteY835" fmla="*/ 826703 h 6858000"/>
              <a:gd name="connsiteX836" fmla="*/ 6058717 w 7472601"/>
              <a:gd name="connsiteY836" fmla="*/ 865992 h 6858000"/>
              <a:gd name="connsiteX837" fmla="*/ 4974153 w 7472601"/>
              <a:gd name="connsiteY837" fmla="*/ 1045456 h 6858000"/>
              <a:gd name="connsiteX838" fmla="*/ 5627835 w 7472601"/>
              <a:gd name="connsiteY838" fmla="*/ 1472077 h 6858000"/>
              <a:gd name="connsiteX839" fmla="*/ 5629817 w 7472601"/>
              <a:gd name="connsiteY839" fmla="*/ 1471412 h 6858000"/>
              <a:gd name="connsiteX840" fmla="*/ 5634124 w 7472601"/>
              <a:gd name="connsiteY840" fmla="*/ 1470572 h 6858000"/>
              <a:gd name="connsiteX841" fmla="*/ 5755832 w 7472601"/>
              <a:gd name="connsiteY841" fmla="*/ 1383886 h 6858000"/>
              <a:gd name="connsiteX842" fmla="*/ 6014186 w 7472601"/>
              <a:gd name="connsiteY842" fmla="*/ 1279799 h 6858000"/>
              <a:gd name="connsiteX843" fmla="*/ 6901619 w 7472601"/>
              <a:gd name="connsiteY843" fmla="*/ 1047874 h 6858000"/>
              <a:gd name="connsiteX844" fmla="*/ 6931566 w 7472601"/>
              <a:gd name="connsiteY844" fmla="*/ 1062034 h 6858000"/>
              <a:gd name="connsiteX845" fmla="*/ 5790982 w 7472601"/>
              <a:gd name="connsiteY845" fmla="*/ 1561380 h 6858000"/>
              <a:gd name="connsiteX846" fmla="*/ 6188971 w 7472601"/>
              <a:gd name="connsiteY846" fmla="*/ 1755168 h 6858000"/>
              <a:gd name="connsiteX847" fmla="*/ 6202446 w 7472601"/>
              <a:gd name="connsiteY847" fmla="*/ 1752268 h 6858000"/>
              <a:gd name="connsiteX848" fmla="*/ 7179560 w 7472601"/>
              <a:gd name="connsiteY848" fmla="*/ 1467551 h 6858000"/>
              <a:gd name="connsiteX849" fmla="*/ 7158730 w 7472601"/>
              <a:gd name="connsiteY849" fmla="*/ 1507835 h 6858000"/>
              <a:gd name="connsiteX850" fmla="*/ 6326959 w 7472601"/>
              <a:gd name="connsiteY850" fmla="*/ 1817686 h 6858000"/>
              <a:gd name="connsiteX851" fmla="*/ 6537433 w 7472601"/>
              <a:gd name="connsiteY851" fmla="*/ 1907790 h 6858000"/>
              <a:gd name="connsiteX852" fmla="*/ 6550221 w 7472601"/>
              <a:gd name="connsiteY852" fmla="*/ 1910729 h 6858000"/>
              <a:gd name="connsiteX853" fmla="*/ 6964438 w 7472601"/>
              <a:gd name="connsiteY853" fmla="*/ 2209505 h 6858000"/>
              <a:gd name="connsiteX854" fmla="*/ 7367862 w 7472601"/>
              <a:gd name="connsiteY854" fmla="*/ 2806833 h 6858000"/>
              <a:gd name="connsiteX855" fmla="*/ 7364329 w 7472601"/>
              <a:gd name="connsiteY855" fmla="*/ 2826907 h 6858000"/>
              <a:gd name="connsiteX856" fmla="*/ 7290545 w 7472601"/>
              <a:gd name="connsiteY856" fmla="*/ 2850663 h 6858000"/>
              <a:gd name="connsiteX857" fmla="*/ 6472036 w 7472601"/>
              <a:gd name="connsiteY857" fmla="*/ 1959003 h 6858000"/>
              <a:gd name="connsiteX858" fmla="*/ 5792897 w 7472601"/>
              <a:gd name="connsiteY858" fmla="*/ 1647747 h 6858000"/>
              <a:gd name="connsiteX859" fmla="*/ 5842751 w 7472601"/>
              <a:gd name="connsiteY859" fmla="*/ 1816112 h 6858000"/>
              <a:gd name="connsiteX860" fmla="*/ 5847424 w 7472601"/>
              <a:gd name="connsiteY860" fmla="*/ 1815776 h 6858000"/>
              <a:gd name="connsiteX861" fmla="*/ 6399821 w 7472601"/>
              <a:gd name="connsiteY861" fmla="*/ 2344799 h 6858000"/>
              <a:gd name="connsiteX862" fmla="*/ 6323232 w 7472601"/>
              <a:gd name="connsiteY862" fmla="*/ 2389634 h 6858000"/>
              <a:gd name="connsiteX863" fmla="*/ 5942958 w 7472601"/>
              <a:gd name="connsiteY863" fmla="*/ 2077708 h 6858000"/>
              <a:gd name="connsiteX864" fmla="*/ 5921559 w 7472601"/>
              <a:gd name="connsiteY864" fmla="*/ 2378596 h 6858000"/>
              <a:gd name="connsiteX865" fmla="*/ 5817651 w 7472601"/>
              <a:gd name="connsiteY865" fmla="*/ 3023919 h 6858000"/>
              <a:gd name="connsiteX866" fmla="*/ 5729634 w 7472601"/>
              <a:gd name="connsiteY866" fmla="*/ 3051849 h 6858000"/>
              <a:gd name="connsiteX867" fmla="*/ 5611018 w 7472601"/>
              <a:gd name="connsiteY867" fmla="*/ 2316769 h 6858000"/>
              <a:gd name="connsiteX868" fmla="*/ 5687608 w 7472601"/>
              <a:gd name="connsiteY868" fmla="*/ 2039972 h 6858000"/>
              <a:gd name="connsiteX869" fmla="*/ 5657554 w 7472601"/>
              <a:gd name="connsiteY869" fmla="*/ 1576445 h 6858000"/>
              <a:gd name="connsiteX870" fmla="*/ 5150475 w 7472601"/>
              <a:gd name="connsiteY870" fmla="*/ 1274012 h 6858000"/>
              <a:gd name="connsiteX871" fmla="*/ 5349142 w 7472601"/>
              <a:gd name="connsiteY871" fmla="*/ 2204405 h 6858000"/>
              <a:gd name="connsiteX872" fmla="*/ 5262214 w 7472601"/>
              <a:gd name="connsiteY872" fmla="*/ 2233836 h 6858000"/>
              <a:gd name="connsiteX873" fmla="*/ 4981539 w 7472601"/>
              <a:gd name="connsiteY873" fmla="*/ 1542201 h 6858000"/>
              <a:gd name="connsiteX874" fmla="*/ 4958461 w 7472601"/>
              <a:gd name="connsiteY874" fmla="*/ 1136957 h 6858000"/>
              <a:gd name="connsiteX875" fmla="*/ 4655015 w 7472601"/>
              <a:gd name="connsiteY875" fmla="*/ 891426 h 6858000"/>
              <a:gd name="connsiteX876" fmla="*/ 4348002 w 7472601"/>
              <a:gd name="connsiteY876" fmla="*/ 2205895 h 6858000"/>
              <a:gd name="connsiteX877" fmla="*/ 4262250 w 7472601"/>
              <a:gd name="connsiteY877" fmla="*/ 2219972 h 6858000"/>
              <a:gd name="connsiteX878" fmla="*/ 4550611 w 7472601"/>
              <a:gd name="connsiteY878" fmla="*/ 817540 h 6858000"/>
              <a:gd name="connsiteX879" fmla="*/ 4564418 w 7472601"/>
              <a:gd name="connsiteY879" fmla="*/ 808293 h 6858000"/>
              <a:gd name="connsiteX880" fmla="*/ 4266388 w 7472601"/>
              <a:gd name="connsiteY880" fmla="*/ 500083 h 6858000"/>
              <a:gd name="connsiteX881" fmla="*/ 4032842 w 7472601"/>
              <a:gd name="connsiteY881" fmla="*/ 211809 h 6858000"/>
              <a:gd name="connsiteX882" fmla="*/ 3882765 w 7472601"/>
              <a:gd name="connsiteY882" fmla="*/ 0 h 6858000"/>
              <a:gd name="connsiteX883" fmla="*/ 3721337 w 7472601"/>
              <a:gd name="connsiteY883" fmla="*/ 0 h 6858000"/>
              <a:gd name="connsiteX884" fmla="*/ 3797544 w 7472601"/>
              <a:gd name="connsiteY884" fmla="*/ 0 h 6858000"/>
              <a:gd name="connsiteX885" fmla="*/ 3775734 w 7472601"/>
              <a:gd name="connsiteY885" fmla="*/ 95131 h 6858000"/>
              <a:gd name="connsiteX886" fmla="*/ 3724807 w 7472601"/>
              <a:gd name="connsiteY886" fmla="*/ 272257 h 6858000"/>
              <a:gd name="connsiteX887" fmla="*/ 3726844 w 7472601"/>
              <a:gd name="connsiteY887" fmla="*/ 282988 h 6858000"/>
              <a:gd name="connsiteX888" fmla="*/ 3742664 w 7472601"/>
              <a:gd name="connsiteY888" fmla="*/ 279918 h 6858000"/>
              <a:gd name="connsiteX889" fmla="*/ 4103910 w 7472601"/>
              <a:gd name="connsiteY889" fmla="*/ 1161917 h 6858000"/>
              <a:gd name="connsiteX890" fmla="*/ 4020269 w 7472601"/>
              <a:gd name="connsiteY890" fmla="*/ 1200406 h 6858000"/>
              <a:gd name="connsiteX891" fmla="*/ 3674882 w 7472601"/>
              <a:gd name="connsiteY891" fmla="*/ 488524 h 6858000"/>
              <a:gd name="connsiteX892" fmla="*/ 3132682 w 7472601"/>
              <a:gd name="connsiteY892" fmla="*/ 1072284 h 6858000"/>
              <a:gd name="connsiteX893" fmla="*/ 2716346 w 7472601"/>
              <a:gd name="connsiteY893" fmla="*/ 1276376 h 6858000"/>
              <a:gd name="connsiteX894" fmla="*/ 2716772 w 7472601"/>
              <a:gd name="connsiteY894" fmla="*/ 1255462 h 6858000"/>
              <a:gd name="connsiteX895" fmla="*/ 3471096 w 7472601"/>
              <a:gd name="connsiteY895" fmla="*/ 437072 h 6858000"/>
              <a:gd name="connsiteX896" fmla="*/ 3639057 w 7472601"/>
              <a:gd name="connsiteY896" fmla="*/ 286334 h 6858000"/>
              <a:gd name="connsiteX897" fmla="*/ 3640309 w 7472601"/>
              <a:gd name="connsiteY897" fmla="*/ 284664 h 6858000"/>
              <a:gd name="connsiteX898" fmla="*/ 3646022 w 7472601"/>
              <a:gd name="connsiteY898" fmla="*/ 276711 h 6858000"/>
              <a:gd name="connsiteX899" fmla="*/ 3707943 w 7472601"/>
              <a:gd name="connsiteY899" fmla="*/ 65958 h 6858000"/>
              <a:gd name="connsiteX900" fmla="*/ 3721337 w 7472601"/>
              <a:gd name="connsiteY900" fmla="*/ 0 h 6858000"/>
              <a:gd name="connsiteX901" fmla="*/ 2867960 w 7472601"/>
              <a:gd name="connsiteY901" fmla="*/ 0 h 6858000"/>
              <a:gd name="connsiteX902" fmla="*/ 2926351 w 7472601"/>
              <a:gd name="connsiteY902" fmla="*/ 0 h 6858000"/>
              <a:gd name="connsiteX903" fmla="*/ 2902823 w 7472601"/>
              <a:gd name="connsiteY903" fmla="*/ 262929 h 6858000"/>
              <a:gd name="connsiteX904" fmla="*/ 2940663 w 7472601"/>
              <a:gd name="connsiteY904" fmla="*/ 140884 h 6858000"/>
              <a:gd name="connsiteX905" fmla="*/ 2947039 w 7472601"/>
              <a:gd name="connsiteY905" fmla="*/ 122524 h 6858000"/>
              <a:gd name="connsiteX906" fmla="*/ 2984316 w 7472601"/>
              <a:gd name="connsiteY906" fmla="*/ 0 h 6858000"/>
              <a:gd name="connsiteX907" fmla="*/ 3016114 w 7472601"/>
              <a:gd name="connsiteY907" fmla="*/ 0 h 6858000"/>
              <a:gd name="connsiteX908" fmla="*/ 2979949 w 7472601"/>
              <a:gd name="connsiteY908" fmla="*/ 119274 h 6858000"/>
              <a:gd name="connsiteX909" fmla="*/ 3023879 w 7472601"/>
              <a:gd name="connsiteY909" fmla="*/ 0 h 6858000"/>
              <a:gd name="connsiteX910" fmla="*/ 3105400 w 7472601"/>
              <a:gd name="connsiteY910" fmla="*/ 0 h 6858000"/>
              <a:gd name="connsiteX911" fmla="*/ 3094669 w 7472601"/>
              <a:gd name="connsiteY911" fmla="*/ 30308 h 6858000"/>
              <a:gd name="connsiteX912" fmla="*/ 2901945 w 7472601"/>
              <a:gd name="connsiteY912" fmla="*/ 466538 h 6858000"/>
              <a:gd name="connsiteX913" fmla="*/ 2815209 w 7472601"/>
              <a:gd name="connsiteY913" fmla="*/ 497361 h 6858000"/>
              <a:gd name="connsiteX914" fmla="*/ 2844845 w 7472601"/>
              <a:gd name="connsiteY914" fmla="*/ 127638 h 6858000"/>
              <a:gd name="connsiteX915" fmla="*/ 2867960 w 7472601"/>
              <a:gd name="connsiteY915" fmla="*/ 0 h 6858000"/>
              <a:gd name="connsiteX916" fmla="*/ 1057230 w 7472601"/>
              <a:gd name="connsiteY916" fmla="*/ 0 h 6858000"/>
              <a:gd name="connsiteX917" fmla="*/ 1111003 w 7472601"/>
              <a:gd name="connsiteY917" fmla="*/ 0 h 6858000"/>
              <a:gd name="connsiteX918" fmla="*/ 1125553 w 7472601"/>
              <a:gd name="connsiteY918" fmla="*/ 52588 h 6858000"/>
              <a:gd name="connsiteX919" fmla="*/ 1304276 w 7472601"/>
              <a:gd name="connsiteY919" fmla="*/ 476275 h 6858000"/>
              <a:gd name="connsiteX920" fmla="*/ 1492066 w 7472601"/>
              <a:gd name="connsiteY920" fmla="*/ 886333 h 6858000"/>
              <a:gd name="connsiteX921" fmla="*/ 1423698 w 7472601"/>
              <a:gd name="connsiteY921" fmla="*/ 710817 h 6858000"/>
              <a:gd name="connsiteX922" fmla="*/ 1357609 w 7472601"/>
              <a:gd name="connsiteY922" fmla="*/ 532892 h 6858000"/>
              <a:gd name="connsiteX923" fmla="*/ 1309550 w 7472601"/>
              <a:gd name="connsiteY923" fmla="*/ 374031 h 6858000"/>
              <a:gd name="connsiteX924" fmla="*/ 1193673 w 7472601"/>
              <a:gd name="connsiteY924" fmla="*/ 49533 h 6858000"/>
              <a:gd name="connsiteX925" fmla="*/ 1164391 w 7472601"/>
              <a:gd name="connsiteY925" fmla="*/ 0 h 6858000"/>
              <a:gd name="connsiteX926" fmla="*/ 1200666 w 7472601"/>
              <a:gd name="connsiteY926" fmla="*/ 0 h 6858000"/>
              <a:gd name="connsiteX927" fmla="*/ 1223408 w 7472601"/>
              <a:gd name="connsiteY927" fmla="*/ 38996 h 6858000"/>
              <a:gd name="connsiteX928" fmla="*/ 1339635 w 7472601"/>
              <a:gd name="connsiteY928" fmla="*/ 365517 h 6858000"/>
              <a:gd name="connsiteX929" fmla="*/ 1387469 w 7472601"/>
              <a:gd name="connsiteY929" fmla="*/ 523079 h 6858000"/>
              <a:gd name="connsiteX930" fmla="*/ 1452685 w 7472601"/>
              <a:gd name="connsiteY930" fmla="*/ 699806 h 6858000"/>
              <a:gd name="connsiteX931" fmla="*/ 1492092 w 7472601"/>
              <a:gd name="connsiteY931" fmla="*/ 800424 h 6858000"/>
              <a:gd name="connsiteX932" fmla="*/ 1455302 w 7472601"/>
              <a:gd name="connsiteY932" fmla="*/ 632913 h 6858000"/>
              <a:gd name="connsiteX933" fmla="*/ 1222336 w 7472601"/>
              <a:gd name="connsiteY933" fmla="*/ 9480 h 6858000"/>
              <a:gd name="connsiteX934" fmla="*/ 1214634 w 7472601"/>
              <a:gd name="connsiteY934" fmla="*/ 0 h 6858000"/>
              <a:gd name="connsiteX935" fmla="*/ 1289827 w 7472601"/>
              <a:gd name="connsiteY935" fmla="*/ 0 h 6858000"/>
              <a:gd name="connsiteX936" fmla="*/ 1321076 w 7472601"/>
              <a:gd name="connsiteY936" fmla="*/ 59722 h 6858000"/>
              <a:gd name="connsiteX937" fmla="*/ 1512579 w 7472601"/>
              <a:gd name="connsiteY937" fmla="*/ 626441 h 6858000"/>
              <a:gd name="connsiteX938" fmla="*/ 1506076 w 7472601"/>
              <a:gd name="connsiteY938" fmla="*/ 1089289 h 6858000"/>
              <a:gd name="connsiteX939" fmla="*/ 1486346 w 7472601"/>
              <a:gd name="connsiteY939" fmla="*/ 1079919 h 6858000"/>
              <a:gd name="connsiteX940" fmla="*/ 1070511 w 7472601"/>
              <a:gd name="connsiteY940" fmla="*/ 48609 h 6858000"/>
              <a:gd name="connsiteX941" fmla="*/ 1057230 w 7472601"/>
              <a:gd name="connsiteY941" fmla="*/ 0 h 6858000"/>
              <a:gd name="connsiteX942" fmla="*/ 43151 w 7472601"/>
              <a:gd name="connsiteY942" fmla="*/ 0 h 6858000"/>
              <a:gd name="connsiteX943" fmla="*/ 95283 w 7472601"/>
              <a:gd name="connsiteY943" fmla="*/ 0 h 6858000"/>
              <a:gd name="connsiteX944" fmla="*/ 300708 w 7472601"/>
              <a:gd name="connsiteY944" fmla="*/ 154571 h 6858000"/>
              <a:gd name="connsiteX945" fmla="*/ 530414 w 7472601"/>
              <a:gd name="connsiteY945" fmla="*/ 354673 h 6858000"/>
              <a:gd name="connsiteX946" fmla="*/ 333785 w 7472601"/>
              <a:gd name="connsiteY946" fmla="*/ 161564 h 6858000"/>
              <a:gd name="connsiteX947" fmla="*/ 147005 w 7472601"/>
              <a:gd name="connsiteY947" fmla="*/ 0 h 6858000"/>
              <a:gd name="connsiteX948" fmla="*/ 272509 w 7472601"/>
              <a:gd name="connsiteY948" fmla="*/ 0 h 6858000"/>
              <a:gd name="connsiteX949" fmla="*/ 326276 w 7472601"/>
              <a:gd name="connsiteY949" fmla="*/ 45847 h 6858000"/>
              <a:gd name="connsiteX950" fmla="*/ 823759 w 7472601"/>
              <a:gd name="connsiteY950" fmla="*/ 574145 h 6858000"/>
              <a:gd name="connsiteX951" fmla="*/ 811254 w 7472601"/>
              <a:gd name="connsiteY951" fmla="*/ 665546 h 6858000"/>
              <a:gd name="connsiteX952" fmla="*/ 154042 w 7472601"/>
              <a:gd name="connsiteY952" fmla="*/ 261522 h 6858000"/>
              <a:gd name="connsiteX953" fmla="*/ 13550 w 7472601"/>
              <a:gd name="connsiteY953" fmla="*/ 158423 h 6858000"/>
              <a:gd name="connsiteX954" fmla="*/ 0 w 7472601"/>
              <a:gd name="connsiteY954" fmla="*/ 146618 h 6858000"/>
              <a:gd name="connsiteX955" fmla="*/ 0 w 7472601"/>
              <a:gd name="connsiteY955" fmla="*/ 59161 h 6858000"/>
              <a:gd name="connsiteX956" fmla="*/ 45427 w 7472601"/>
              <a:gd name="connsiteY956" fmla="*/ 101078 h 6858000"/>
              <a:gd name="connsiteX957" fmla="*/ 630103 w 7472601"/>
              <a:gd name="connsiteY957" fmla="*/ 485885 h 6858000"/>
              <a:gd name="connsiteX958" fmla="*/ 532040 w 7472601"/>
              <a:gd name="connsiteY958" fmla="*/ 399359 h 6858000"/>
              <a:gd name="connsiteX959" fmla="*/ 517618 w 7472601"/>
              <a:gd name="connsiteY959" fmla="*/ 385726 h 6858000"/>
              <a:gd name="connsiteX960" fmla="*/ 285074 w 7472601"/>
              <a:gd name="connsiteY960" fmla="*/ 182755 h 6858000"/>
              <a:gd name="connsiteX961" fmla="*/ 43151 w 7472601"/>
              <a:gd name="connsiteY961" fmla="*/ 0 h 6858000"/>
              <a:gd name="connsiteX0" fmla="*/ 369702 w 7472601"/>
              <a:gd name="connsiteY0" fmla="*/ 6712169 h 6858000"/>
              <a:gd name="connsiteX1" fmla="*/ 366575 w 7472601"/>
              <a:gd name="connsiteY1" fmla="*/ 6715556 h 6858000"/>
              <a:gd name="connsiteX2" fmla="*/ 371637 w 7472601"/>
              <a:gd name="connsiteY2" fmla="*/ 6713954 h 6858000"/>
              <a:gd name="connsiteX3" fmla="*/ 369702 w 7472601"/>
              <a:gd name="connsiteY3" fmla="*/ 6712169 h 6858000"/>
              <a:gd name="connsiteX4" fmla="*/ 7088673 w 7472601"/>
              <a:gd name="connsiteY4" fmla="*/ 6610396 h 6858000"/>
              <a:gd name="connsiteX5" fmla="*/ 7440138 w 7472601"/>
              <a:gd name="connsiteY5" fmla="*/ 6622648 h 6858000"/>
              <a:gd name="connsiteX6" fmla="*/ 7467600 w 7472601"/>
              <a:gd name="connsiteY6" fmla="*/ 6628217 h 6858000"/>
              <a:gd name="connsiteX7" fmla="*/ 7467600 w 7472601"/>
              <a:gd name="connsiteY7" fmla="*/ 6668575 h 6858000"/>
              <a:gd name="connsiteX8" fmla="*/ 7392322 w 7472601"/>
              <a:gd name="connsiteY8" fmla="*/ 6658238 h 6858000"/>
              <a:gd name="connsiteX9" fmla="*/ 7467600 w 7472601"/>
              <a:gd name="connsiteY9" fmla="*/ 6683873 h 6858000"/>
              <a:gd name="connsiteX10" fmla="*/ 7467600 w 7472601"/>
              <a:gd name="connsiteY10" fmla="*/ 6714215 h 6858000"/>
              <a:gd name="connsiteX11" fmla="*/ 7447383 w 7472601"/>
              <a:gd name="connsiteY11" fmla="*/ 6707202 h 6858000"/>
              <a:gd name="connsiteX12" fmla="*/ 7289862 w 7472601"/>
              <a:gd name="connsiteY12" fmla="*/ 6659827 h 6858000"/>
              <a:gd name="connsiteX13" fmla="*/ 7434024 w 7472601"/>
              <a:gd name="connsiteY13" fmla="*/ 6722130 h 6858000"/>
              <a:gd name="connsiteX14" fmla="*/ 7467600 w 7472601"/>
              <a:gd name="connsiteY14" fmla="*/ 6736157 h 6858000"/>
              <a:gd name="connsiteX15" fmla="*/ 7467600 w 7472601"/>
              <a:gd name="connsiteY15" fmla="*/ 6767913 h 6858000"/>
              <a:gd name="connsiteX16" fmla="*/ 7392158 w 7472601"/>
              <a:gd name="connsiteY16" fmla="*/ 6771365 h 6858000"/>
              <a:gd name="connsiteX17" fmla="*/ 7467600 w 7472601"/>
              <a:gd name="connsiteY17" fmla="*/ 6805948 h 6858000"/>
              <a:gd name="connsiteX18" fmla="*/ 7467600 w 7472601"/>
              <a:gd name="connsiteY18" fmla="*/ 6831490 h 6858000"/>
              <a:gd name="connsiteX19" fmla="*/ 7410696 w 7472601"/>
              <a:gd name="connsiteY19" fmla="*/ 6803861 h 6858000"/>
              <a:gd name="connsiteX20" fmla="*/ 7088673 w 7472601"/>
              <a:gd name="connsiteY20" fmla="*/ 6610396 h 6858000"/>
              <a:gd name="connsiteX21" fmla="*/ 1019354 w 7472601"/>
              <a:gd name="connsiteY21" fmla="*/ 6315006 h 6858000"/>
              <a:gd name="connsiteX22" fmla="*/ 441046 w 7472601"/>
              <a:gd name="connsiteY22" fmla="*/ 6691153 h 6858000"/>
              <a:gd name="connsiteX23" fmla="*/ 1019354 w 7472601"/>
              <a:gd name="connsiteY23" fmla="*/ 6315006 h 6858000"/>
              <a:gd name="connsiteX24" fmla="*/ 991680 w 7472601"/>
              <a:gd name="connsiteY24" fmla="*/ 6298413 h 6858000"/>
              <a:gd name="connsiteX25" fmla="*/ 409060 w 7472601"/>
              <a:gd name="connsiteY25" fmla="*/ 6671470 h 6858000"/>
              <a:gd name="connsiteX26" fmla="*/ 991680 w 7472601"/>
              <a:gd name="connsiteY26" fmla="*/ 6298413 h 6858000"/>
              <a:gd name="connsiteX27" fmla="*/ 103333 w 7472601"/>
              <a:gd name="connsiteY27" fmla="*/ 5699602 h 6858000"/>
              <a:gd name="connsiteX28" fmla="*/ 233938 w 7472601"/>
              <a:gd name="connsiteY28" fmla="*/ 5809416 h 6858000"/>
              <a:gd name="connsiteX29" fmla="*/ 883580 w 7472601"/>
              <a:gd name="connsiteY29" fmla="*/ 6180710 h 6858000"/>
              <a:gd name="connsiteX30" fmla="*/ 487337 w 7472601"/>
              <a:gd name="connsiteY30" fmla="*/ 5950182 h 6858000"/>
              <a:gd name="connsiteX31" fmla="*/ 354051 w 7472601"/>
              <a:gd name="connsiteY31" fmla="*/ 5854912 h 6858000"/>
              <a:gd name="connsiteX32" fmla="*/ 195436 w 7472601"/>
              <a:gd name="connsiteY32" fmla="*/ 5755068 h 6858000"/>
              <a:gd name="connsiteX33" fmla="*/ 103333 w 7472601"/>
              <a:gd name="connsiteY33" fmla="*/ 5699602 h 6858000"/>
              <a:gd name="connsiteX34" fmla="*/ 5539432 w 7472601"/>
              <a:gd name="connsiteY34" fmla="*/ 5642928 h 6858000"/>
              <a:gd name="connsiteX35" fmla="*/ 5555462 w 7472601"/>
              <a:gd name="connsiteY35" fmla="*/ 5694454 h 6858000"/>
              <a:gd name="connsiteX36" fmla="*/ 5828270 w 7472601"/>
              <a:gd name="connsiteY36" fmla="*/ 6320663 h 6858000"/>
              <a:gd name="connsiteX37" fmla="*/ 5947416 w 7472601"/>
              <a:gd name="connsiteY37" fmla="*/ 6574846 h 6858000"/>
              <a:gd name="connsiteX38" fmla="*/ 5539432 w 7472601"/>
              <a:gd name="connsiteY38" fmla="*/ 5642928 h 6858000"/>
              <a:gd name="connsiteX39" fmla="*/ 51253 w 7472601"/>
              <a:gd name="connsiteY39" fmla="*/ 5631825 h 6858000"/>
              <a:gd name="connsiteX40" fmla="*/ 211622 w 7472601"/>
              <a:gd name="connsiteY40" fmla="*/ 5728803 h 6858000"/>
              <a:gd name="connsiteX41" fmla="*/ 371652 w 7472601"/>
              <a:gd name="connsiteY41" fmla="*/ 5829062 h 6858000"/>
              <a:gd name="connsiteX42" fmla="*/ 505903 w 7472601"/>
              <a:gd name="connsiteY42" fmla="*/ 5925221 h 6858000"/>
              <a:gd name="connsiteX43" fmla="*/ 899240 w 7472601"/>
              <a:gd name="connsiteY43" fmla="*/ 6153068 h 6858000"/>
              <a:gd name="connsiteX44" fmla="*/ 988114 w 7472601"/>
              <a:gd name="connsiteY44" fmla="*/ 6174204 h 6858000"/>
              <a:gd name="connsiteX45" fmla="*/ 845971 w 7472601"/>
              <a:gd name="connsiteY45" fmla="*/ 6067177 h 6858000"/>
              <a:gd name="connsiteX46" fmla="*/ 448057 w 7472601"/>
              <a:gd name="connsiteY46" fmla="*/ 5841376 h 6858000"/>
              <a:gd name="connsiteX47" fmla="*/ 51253 w 7472601"/>
              <a:gd name="connsiteY47" fmla="*/ 5631825 h 6858000"/>
              <a:gd name="connsiteX48" fmla="*/ 2606687 w 7472601"/>
              <a:gd name="connsiteY48" fmla="*/ 5630718 h 6858000"/>
              <a:gd name="connsiteX49" fmla="*/ 2645658 w 7472601"/>
              <a:gd name="connsiteY49" fmla="*/ 6640259 h 6858000"/>
              <a:gd name="connsiteX50" fmla="*/ 2606687 w 7472601"/>
              <a:gd name="connsiteY50" fmla="*/ 5630718 h 6858000"/>
              <a:gd name="connsiteX51" fmla="*/ 3642057 w 7472601"/>
              <a:gd name="connsiteY51" fmla="*/ 5573487 h 6858000"/>
              <a:gd name="connsiteX52" fmla="*/ 3632981 w 7472601"/>
              <a:gd name="connsiteY52" fmla="*/ 5579437 h 6858000"/>
              <a:gd name="connsiteX53" fmla="*/ 3382436 w 7472601"/>
              <a:gd name="connsiteY53" fmla="*/ 5952726 h 6858000"/>
              <a:gd name="connsiteX54" fmla="*/ 3191929 w 7472601"/>
              <a:gd name="connsiteY54" fmla="*/ 6662669 h 6858000"/>
              <a:gd name="connsiteX55" fmla="*/ 3369898 w 7472601"/>
              <a:gd name="connsiteY55" fmla="*/ 6081771 h 6858000"/>
              <a:gd name="connsiteX56" fmla="*/ 3642057 w 7472601"/>
              <a:gd name="connsiteY56" fmla="*/ 5573487 h 6858000"/>
              <a:gd name="connsiteX57" fmla="*/ 2650666 w 7472601"/>
              <a:gd name="connsiteY57" fmla="*/ 5530686 h 6858000"/>
              <a:gd name="connsiteX58" fmla="*/ 2650249 w 7472601"/>
              <a:gd name="connsiteY58" fmla="*/ 5532101 h 6858000"/>
              <a:gd name="connsiteX59" fmla="*/ 2663808 w 7472601"/>
              <a:gd name="connsiteY59" fmla="*/ 6535215 h 6858000"/>
              <a:gd name="connsiteX60" fmla="*/ 2665418 w 7472601"/>
              <a:gd name="connsiteY60" fmla="*/ 6132756 h 6858000"/>
              <a:gd name="connsiteX61" fmla="*/ 2650666 w 7472601"/>
              <a:gd name="connsiteY61" fmla="*/ 5530686 h 6858000"/>
              <a:gd name="connsiteX62" fmla="*/ 2680277 w 7472601"/>
              <a:gd name="connsiteY62" fmla="*/ 5479204 h 6858000"/>
              <a:gd name="connsiteX63" fmla="*/ 2678972 w 7472601"/>
              <a:gd name="connsiteY63" fmla="*/ 5481582 h 6858000"/>
              <a:gd name="connsiteX64" fmla="*/ 2696666 w 7472601"/>
              <a:gd name="connsiteY64" fmla="*/ 6133836 h 6858000"/>
              <a:gd name="connsiteX65" fmla="*/ 2695769 w 7472601"/>
              <a:gd name="connsiteY65" fmla="*/ 6390955 h 6858000"/>
              <a:gd name="connsiteX66" fmla="*/ 2739893 w 7472601"/>
              <a:gd name="connsiteY66" fmla="*/ 6108357 h 6858000"/>
              <a:gd name="connsiteX67" fmla="*/ 2680277 w 7472601"/>
              <a:gd name="connsiteY67" fmla="*/ 5479204 h 6858000"/>
              <a:gd name="connsiteX68" fmla="*/ 1132195 w 7472601"/>
              <a:gd name="connsiteY68" fmla="*/ 5467980 h 6858000"/>
              <a:gd name="connsiteX69" fmla="*/ 1679056 w 7472601"/>
              <a:gd name="connsiteY69" fmla="*/ 5516907 h 6858000"/>
              <a:gd name="connsiteX70" fmla="*/ 2128648 w 7472601"/>
              <a:gd name="connsiteY70" fmla="*/ 5474249 h 6858000"/>
              <a:gd name="connsiteX71" fmla="*/ 1825619 w 7472601"/>
              <a:gd name="connsiteY71" fmla="*/ 5478447 h 6858000"/>
              <a:gd name="connsiteX72" fmla="*/ 1737798 w 7472601"/>
              <a:gd name="connsiteY72" fmla="*/ 5483353 h 6858000"/>
              <a:gd name="connsiteX73" fmla="*/ 1132195 w 7472601"/>
              <a:gd name="connsiteY73" fmla="*/ 5467980 h 6858000"/>
              <a:gd name="connsiteX74" fmla="*/ 7454976 w 7472601"/>
              <a:gd name="connsiteY74" fmla="*/ 6318297 h 6858000"/>
              <a:gd name="connsiteX75" fmla="*/ 7467600 w 7472601"/>
              <a:gd name="connsiteY75" fmla="*/ 6012219 h 6858000"/>
              <a:gd name="connsiteX76" fmla="*/ 7356878 w 7472601"/>
              <a:gd name="connsiteY76" fmla="*/ 5981332 h 6858000"/>
              <a:gd name="connsiteX77" fmla="*/ 7467600 w 7472601"/>
              <a:gd name="connsiteY77" fmla="*/ 6163634 h 6858000"/>
              <a:gd name="connsiteX78" fmla="*/ 7448321 w 7472601"/>
              <a:gd name="connsiteY78" fmla="*/ 6190991 h 6858000"/>
              <a:gd name="connsiteX79" fmla="*/ 7467600 w 7472601"/>
              <a:gd name="connsiteY79" fmla="*/ 6221686 h 6858000"/>
              <a:gd name="connsiteX80" fmla="*/ 7467600 w 7472601"/>
              <a:gd name="connsiteY80" fmla="*/ 6334256 h 6858000"/>
              <a:gd name="connsiteX81" fmla="*/ 7454976 w 7472601"/>
              <a:gd name="connsiteY81" fmla="*/ 6318297 h 6858000"/>
              <a:gd name="connsiteX82" fmla="*/ 1456157 w 7472601"/>
              <a:gd name="connsiteY82" fmla="*/ 5371404 h 6858000"/>
              <a:gd name="connsiteX83" fmla="*/ 1244432 w 7472601"/>
              <a:gd name="connsiteY83" fmla="*/ 5385601 h 6858000"/>
              <a:gd name="connsiteX84" fmla="*/ 973990 w 7472601"/>
              <a:gd name="connsiteY84" fmla="*/ 5424940 h 6858000"/>
              <a:gd name="connsiteX85" fmla="*/ 1103809 w 7472601"/>
              <a:gd name="connsiteY85" fmla="*/ 5433720 h 6858000"/>
              <a:gd name="connsiteX86" fmla="*/ 1123454 w 7472601"/>
              <a:gd name="connsiteY86" fmla="*/ 5435727 h 6858000"/>
              <a:gd name="connsiteX87" fmla="*/ 1737017 w 7472601"/>
              <a:gd name="connsiteY87" fmla="*/ 5452183 h 6858000"/>
              <a:gd name="connsiteX88" fmla="*/ 1824397 w 7472601"/>
              <a:gd name="connsiteY88" fmla="*/ 5447757 h 6858000"/>
              <a:gd name="connsiteX89" fmla="*/ 2070059 w 7472601"/>
              <a:gd name="connsiteY89" fmla="*/ 5441660 h 6858000"/>
              <a:gd name="connsiteX90" fmla="*/ 1456157 w 7472601"/>
              <a:gd name="connsiteY90" fmla="*/ 5371404 h 6858000"/>
              <a:gd name="connsiteX91" fmla="*/ 4988186 w 7472601"/>
              <a:gd name="connsiteY91" fmla="*/ 5216467 h 6858000"/>
              <a:gd name="connsiteX92" fmla="*/ 4777334 w 7472601"/>
              <a:gd name="connsiteY92" fmla="*/ 5406072 h 6858000"/>
              <a:gd name="connsiteX93" fmla="*/ 4718341 w 7472601"/>
              <a:gd name="connsiteY93" fmla="*/ 5468043 h 6858000"/>
              <a:gd name="connsiteX94" fmla="*/ 4604655 w 7472601"/>
              <a:gd name="connsiteY94" fmla="*/ 5583434 h 6858000"/>
              <a:gd name="connsiteX95" fmla="*/ 4565074 w 7472601"/>
              <a:gd name="connsiteY95" fmla="*/ 5618550 h 6858000"/>
              <a:gd name="connsiteX96" fmla="*/ 4988186 w 7472601"/>
              <a:gd name="connsiteY96" fmla="*/ 5216467 h 6858000"/>
              <a:gd name="connsiteX97" fmla="*/ 4978032 w 7472601"/>
              <a:gd name="connsiteY97" fmla="*/ 5183809 h 6858000"/>
              <a:gd name="connsiteX98" fmla="*/ 4463413 w 7472601"/>
              <a:gd name="connsiteY98" fmla="*/ 5615162 h 6858000"/>
              <a:gd name="connsiteX99" fmla="*/ 4358134 w 7472601"/>
              <a:gd name="connsiteY99" fmla="*/ 5742791 h 6858000"/>
              <a:gd name="connsiteX100" fmla="*/ 4376219 w 7472601"/>
              <a:gd name="connsiteY100" fmla="*/ 5729027 h 6858000"/>
              <a:gd name="connsiteX101" fmla="*/ 4582340 w 7472601"/>
              <a:gd name="connsiteY101" fmla="*/ 5561037 h 6858000"/>
              <a:gd name="connsiteX102" fmla="*/ 4694684 w 7472601"/>
              <a:gd name="connsiteY102" fmla="*/ 5447098 h 6858000"/>
              <a:gd name="connsiteX103" fmla="*/ 4754123 w 7472601"/>
              <a:gd name="connsiteY103" fmla="*/ 5384643 h 6858000"/>
              <a:gd name="connsiteX104" fmla="*/ 4978032 w 7472601"/>
              <a:gd name="connsiteY104" fmla="*/ 5183809 h 6858000"/>
              <a:gd name="connsiteX105" fmla="*/ 1903353 w 7472601"/>
              <a:gd name="connsiteY105" fmla="*/ 5044827 h 6858000"/>
              <a:gd name="connsiteX106" fmla="*/ 1936931 w 7472601"/>
              <a:gd name="connsiteY106" fmla="*/ 5093954 h 6858000"/>
              <a:gd name="connsiteX107" fmla="*/ 2195868 w 7472601"/>
              <a:gd name="connsiteY107" fmla="*/ 5396574 h 6858000"/>
              <a:gd name="connsiteX108" fmla="*/ 2088852 w 7472601"/>
              <a:gd name="connsiteY108" fmla="*/ 5166123 h 6858000"/>
              <a:gd name="connsiteX109" fmla="*/ 1958241 w 7472601"/>
              <a:gd name="connsiteY109" fmla="*/ 5067955 h 6858000"/>
              <a:gd name="connsiteX110" fmla="*/ 1903353 w 7472601"/>
              <a:gd name="connsiteY110" fmla="*/ 5044827 h 6858000"/>
              <a:gd name="connsiteX111" fmla="*/ 1979378 w 7472601"/>
              <a:gd name="connsiteY111" fmla="*/ 4769504 h 6858000"/>
              <a:gd name="connsiteX112" fmla="*/ 2882120 w 7472601"/>
              <a:gd name="connsiteY112" fmla="*/ 5064547 h 6858000"/>
              <a:gd name="connsiteX113" fmla="*/ 2793103 w 7472601"/>
              <a:gd name="connsiteY113" fmla="*/ 5039699 h 6858000"/>
              <a:gd name="connsiteX114" fmla="*/ 2770041 w 7472601"/>
              <a:gd name="connsiteY114" fmla="*/ 5033634 h 6858000"/>
              <a:gd name="connsiteX115" fmla="*/ 1979378 w 7472601"/>
              <a:gd name="connsiteY115" fmla="*/ 4769504 h 6858000"/>
              <a:gd name="connsiteX116" fmla="*/ 1927410 w 7472601"/>
              <a:gd name="connsiteY116" fmla="*/ 4716164 h 6858000"/>
              <a:gd name="connsiteX117" fmla="*/ 1959587 w 7472601"/>
              <a:gd name="connsiteY117" fmla="*/ 4728849 h 6858000"/>
              <a:gd name="connsiteX118" fmla="*/ 2777707 w 7472601"/>
              <a:gd name="connsiteY118" fmla="*/ 5003991 h 6858000"/>
              <a:gd name="connsiteX119" fmla="*/ 2800768 w 7472601"/>
              <a:gd name="connsiteY119" fmla="*/ 5010056 h 6858000"/>
              <a:gd name="connsiteX120" fmla="*/ 2879408 w 7472601"/>
              <a:gd name="connsiteY120" fmla="*/ 5031590 h 6858000"/>
              <a:gd name="connsiteX121" fmla="*/ 2862295 w 7472601"/>
              <a:gd name="connsiteY121" fmla="*/ 5022958 h 6858000"/>
              <a:gd name="connsiteX122" fmla="*/ 2813343 w 7472601"/>
              <a:gd name="connsiteY122" fmla="*/ 4998369 h 6858000"/>
              <a:gd name="connsiteX123" fmla="*/ 2646245 w 7472601"/>
              <a:gd name="connsiteY123" fmla="*/ 4930999 h 6858000"/>
              <a:gd name="connsiteX124" fmla="*/ 1999243 w 7472601"/>
              <a:gd name="connsiteY124" fmla="*/ 4730524 h 6858000"/>
              <a:gd name="connsiteX125" fmla="*/ 1979527 w 7472601"/>
              <a:gd name="connsiteY125" fmla="*/ 4726651 h 6858000"/>
              <a:gd name="connsiteX126" fmla="*/ 1927410 w 7472601"/>
              <a:gd name="connsiteY126" fmla="*/ 4716164 h 6858000"/>
              <a:gd name="connsiteX127" fmla="*/ 1997014 w 7472601"/>
              <a:gd name="connsiteY127" fmla="*/ 4698007 h 6858000"/>
              <a:gd name="connsiteX128" fmla="*/ 2005458 w 7472601"/>
              <a:gd name="connsiteY128" fmla="*/ 4699540 h 6858000"/>
              <a:gd name="connsiteX129" fmla="*/ 2657186 w 7472601"/>
              <a:gd name="connsiteY129" fmla="*/ 4901687 h 6858000"/>
              <a:gd name="connsiteX130" fmla="*/ 2826662 w 7472601"/>
              <a:gd name="connsiteY130" fmla="*/ 4970362 h 6858000"/>
              <a:gd name="connsiteX131" fmla="*/ 2876100 w 7472601"/>
              <a:gd name="connsiteY131" fmla="*/ 4995397 h 6858000"/>
              <a:gd name="connsiteX132" fmla="*/ 3042600 w 7472601"/>
              <a:gd name="connsiteY132" fmla="*/ 5059532 h 6858000"/>
              <a:gd name="connsiteX133" fmla="*/ 1997014 w 7472601"/>
              <a:gd name="connsiteY133" fmla="*/ 4698007 h 6858000"/>
              <a:gd name="connsiteX134" fmla="*/ 2305292 w 7472601"/>
              <a:gd name="connsiteY134" fmla="*/ 4219492 h 6858000"/>
              <a:gd name="connsiteX135" fmla="*/ 3360922 w 7472601"/>
              <a:gd name="connsiteY135" fmla="*/ 4529373 h 6858000"/>
              <a:gd name="connsiteX136" fmla="*/ 3492420 w 7472601"/>
              <a:gd name="connsiteY136" fmla="*/ 4510145 h 6858000"/>
              <a:gd name="connsiteX137" fmla="*/ 3364086 w 7472601"/>
              <a:gd name="connsiteY137" fmla="*/ 4480340 h 6858000"/>
              <a:gd name="connsiteX138" fmla="*/ 3225818 w 7472601"/>
              <a:gd name="connsiteY138" fmla="*/ 4411822 h 6858000"/>
              <a:gd name="connsiteX139" fmla="*/ 3129696 w 7472601"/>
              <a:gd name="connsiteY139" fmla="*/ 4360704 h 6858000"/>
              <a:gd name="connsiteX140" fmla="*/ 2814545 w 7472601"/>
              <a:gd name="connsiteY140" fmla="*/ 4282955 h 6858000"/>
              <a:gd name="connsiteX141" fmla="*/ 2305292 w 7472601"/>
              <a:gd name="connsiteY141" fmla="*/ 4219492 h 6858000"/>
              <a:gd name="connsiteX142" fmla="*/ 2626982 w 7472601"/>
              <a:gd name="connsiteY142" fmla="*/ 4206450 h 6858000"/>
              <a:gd name="connsiteX143" fmla="*/ 2490617 w 7472601"/>
              <a:gd name="connsiteY143" fmla="*/ 4206951 h 6858000"/>
              <a:gd name="connsiteX144" fmla="*/ 2819869 w 7472601"/>
              <a:gd name="connsiteY144" fmla="*/ 4252936 h 6858000"/>
              <a:gd name="connsiteX145" fmla="*/ 3143018 w 7472601"/>
              <a:gd name="connsiteY145" fmla="*/ 4332698 h 6858000"/>
              <a:gd name="connsiteX146" fmla="*/ 3241520 w 7472601"/>
              <a:gd name="connsiteY146" fmla="*/ 4385112 h 6858000"/>
              <a:gd name="connsiteX147" fmla="*/ 3374575 w 7472601"/>
              <a:gd name="connsiteY147" fmla="*/ 4451517 h 6858000"/>
              <a:gd name="connsiteX148" fmla="*/ 3505221 w 7472601"/>
              <a:gd name="connsiteY148" fmla="*/ 4480757 h 6858000"/>
              <a:gd name="connsiteX149" fmla="*/ 2626982 w 7472601"/>
              <a:gd name="connsiteY149" fmla="*/ 4206450 h 6858000"/>
              <a:gd name="connsiteX150" fmla="*/ 1310106 w 7472601"/>
              <a:gd name="connsiteY150" fmla="*/ 3943217 h 6858000"/>
              <a:gd name="connsiteX151" fmla="*/ 854994 w 7472601"/>
              <a:gd name="connsiteY151" fmla="*/ 4399136 h 6858000"/>
              <a:gd name="connsiteX152" fmla="*/ 742462 w 7472601"/>
              <a:gd name="connsiteY152" fmla="*/ 4594648 h 6858000"/>
              <a:gd name="connsiteX153" fmla="*/ 820602 w 7472601"/>
              <a:gd name="connsiteY153" fmla="*/ 4485915 h 6858000"/>
              <a:gd name="connsiteX154" fmla="*/ 878295 w 7472601"/>
              <a:gd name="connsiteY154" fmla="*/ 4403594 h 6858000"/>
              <a:gd name="connsiteX155" fmla="*/ 1240607 w 7472601"/>
              <a:gd name="connsiteY155" fmla="*/ 4010401 h 6858000"/>
              <a:gd name="connsiteX156" fmla="*/ 1310106 w 7472601"/>
              <a:gd name="connsiteY156" fmla="*/ 3943217 h 6858000"/>
              <a:gd name="connsiteX157" fmla="*/ 1423113 w 7472601"/>
              <a:gd name="connsiteY157" fmla="*/ 3874565 h 6858000"/>
              <a:gd name="connsiteX158" fmla="*/ 1260565 w 7472601"/>
              <a:gd name="connsiteY158" fmla="*/ 4031982 h 6858000"/>
              <a:gd name="connsiteX159" fmla="*/ 901900 w 7472601"/>
              <a:gd name="connsiteY159" fmla="*/ 4421236 h 6858000"/>
              <a:gd name="connsiteX160" fmla="*/ 845044 w 7472601"/>
              <a:gd name="connsiteY160" fmla="*/ 4502436 h 6858000"/>
              <a:gd name="connsiteX161" fmla="*/ 685926 w 7472601"/>
              <a:gd name="connsiteY161" fmla="*/ 4703069 h 6858000"/>
              <a:gd name="connsiteX162" fmla="*/ 684248 w 7472601"/>
              <a:gd name="connsiteY162" fmla="*/ 4706721 h 6858000"/>
              <a:gd name="connsiteX163" fmla="*/ 1423113 w 7472601"/>
              <a:gd name="connsiteY163" fmla="*/ 3874565 h 6858000"/>
              <a:gd name="connsiteX164" fmla="*/ 3316479 w 7472601"/>
              <a:gd name="connsiteY164" fmla="*/ 3872136 h 6858000"/>
              <a:gd name="connsiteX165" fmla="*/ 3546806 w 7472601"/>
              <a:gd name="connsiteY165" fmla="*/ 4356139 h 6858000"/>
              <a:gd name="connsiteX166" fmla="*/ 3364433 w 7472601"/>
              <a:gd name="connsiteY166" fmla="*/ 3953121 h 6858000"/>
              <a:gd name="connsiteX167" fmla="*/ 3316479 w 7472601"/>
              <a:gd name="connsiteY167" fmla="*/ 3872136 h 6858000"/>
              <a:gd name="connsiteX168" fmla="*/ 3291335 w 7472601"/>
              <a:gd name="connsiteY168" fmla="*/ 3767420 h 6858000"/>
              <a:gd name="connsiteX169" fmla="*/ 3390805 w 7472601"/>
              <a:gd name="connsiteY169" fmla="*/ 3937163 h 6858000"/>
              <a:gd name="connsiteX170" fmla="*/ 3579062 w 7472601"/>
              <a:gd name="connsiteY170" fmla="*/ 4359040 h 6858000"/>
              <a:gd name="connsiteX171" fmla="*/ 3467355 w 7472601"/>
              <a:gd name="connsiteY171" fmla="*/ 3988130 h 6858000"/>
              <a:gd name="connsiteX172" fmla="*/ 3310753 w 7472601"/>
              <a:gd name="connsiteY172" fmla="*/ 3787140 h 6858000"/>
              <a:gd name="connsiteX173" fmla="*/ 3291335 w 7472601"/>
              <a:gd name="connsiteY173" fmla="*/ 3767420 h 6858000"/>
              <a:gd name="connsiteX174" fmla="*/ 1635889 w 7472601"/>
              <a:gd name="connsiteY174" fmla="*/ 3709494 h 6858000"/>
              <a:gd name="connsiteX175" fmla="*/ 1634800 w 7472601"/>
              <a:gd name="connsiteY175" fmla="*/ 3731111 h 6858000"/>
              <a:gd name="connsiteX176" fmla="*/ 1635889 w 7472601"/>
              <a:gd name="connsiteY176" fmla="*/ 3709494 h 6858000"/>
              <a:gd name="connsiteX177" fmla="*/ 1510397 w 7472601"/>
              <a:gd name="connsiteY177" fmla="*/ 3684705 h 6858000"/>
              <a:gd name="connsiteX178" fmla="*/ 1146550 w 7472601"/>
              <a:gd name="connsiteY178" fmla="*/ 3802012 h 6858000"/>
              <a:gd name="connsiteX179" fmla="*/ 698834 w 7472601"/>
              <a:gd name="connsiteY179" fmla="*/ 3952272 h 6858000"/>
              <a:gd name="connsiteX180" fmla="*/ 34256 w 7472601"/>
              <a:gd name="connsiteY180" fmla="*/ 4347603 h 6858000"/>
              <a:gd name="connsiteX181" fmla="*/ 527241 w 7472601"/>
              <a:gd name="connsiteY181" fmla="*/ 4065078 h 6858000"/>
              <a:gd name="connsiteX182" fmla="*/ 1510397 w 7472601"/>
              <a:gd name="connsiteY182" fmla="*/ 3684705 h 6858000"/>
              <a:gd name="connsiteX183" fmla="*/ 1313114 w 7472601"/>
              <a:gd name="connsiteY183" fmla="*/ 3655216 h 6858000"/>
              <a:gd name="connsiteX184" fmla="*/ 1109304 w 7472601"/>
              <a:gd name="connsiteY184" fmla="*/ 3669030 h 6858000"/>
              <a:gd name="connsiteX185" fmla="*/ 8129 w 7472601"/>
              <a:gd name="connsiteY185" fmla="*/ 4330519 h 6858000"/>
              <a:gd name="connsiteX186" fmla="*/ 687572 w 7472601"/>
              <a:gd name="connsiteY186" fmla="*/ 3925629 h 6858000"/>
              <a:gd name="connsiteX187" fmla="*/ 1138365 w 7472601"/>
              <a:gd name="connsiteY187" fmla="*/ 3774515 h 6858000"/>
              <a:gd name="connsiteX188" fmla="*/ 1505579 w 7472601"/>
              <a:gd name="connsiteY188" fmla="*/ 3655526 h 6858000"/>
              <a:gd name="connsiteX189" fmla="*/ 1313114 w 7472601"/>
              <a:gd name="connsiteY189" fmla="*/ 3655216 h 6858000"/>
              <a:gd name="connsiteX190" fmla="*/ 3655073 w 7472601"/>
              <a:gd name="connsiteY190" fmla="*/ 3650884 h 6858000"/>
              <a:gd name="connsiteX191" fmla="*/ 3989938 w 7472601"/>
              <a:gd name="connsiteY191" fmla="*/ 3991685 h 6858000"/>
              <a:gd name="connsiteX192" fmla="*/ 4393907 w 7472601"/>
              <a:gd name="connsiteY192" fmla="*/ 4261258 h 6858000"/>
              <a:gd name="connsiteX193" fmla="*/ 4648051 w 7472601"/>
              <a:gd name="connsiteY193" fmla="*/ 4374051 h 6858000"/>
              <a:gd name="connsiteX194" fmla="*/ 4383389 w 7472601"/>
              <a:gd name="connsiteY194" fmla="*/ 4184369 h 6858000"/>
              <a:gd name="connsiteX195" fmla="*/ 4165508 w 7472601"/>
              <a:gd name="connsiteY195" fmla="*/ 4035196 h 6858000"/>
              <a:gd name="connsiteX196" fmla="*/ 4068162 w 7472601"/>
              <a:gd name="connsiteY196" fmla="*/ 3953394 h 6858000"/>
              <a:gd name="connsiteX197" fmla="*/ 3981416 w 7472601"/>
              <a:gd name="connsiteY197" fmla="*/ 3880482 h 6858000"/>
              <a:gd name="connsiteX198" fmla="*/ 3800147 w 7472601"/>
              <a:gd name="connsiteY198" fmla="*/ 3749872 h 6858000"/>
              <a:gd name="connsiteX199" fmla="*/ 3655073 w 7472601"/>
              <a:gd name="connsiteY199" fmla="*/ 3650884 h 6858000"/>
              <a:gd name="connsiteX200" fmla="*/ 3670252 w 7472601"/>
              <a:gd name="connsiteY200" fmla="*/ 3622798 h 6858000"/>
              <a:gd name="connsiteX201" fmla="*/ 3817258 w 7472601"/>
              <a:gd name="connsiteY201" fmla="*/ 3723577 h 6858000"/>
              <a:gd name="connsiteX202" fmla="*/ 4000461 w 7472601"/>
              <a:gd name="connsiteY202" fmla="*/ 3855966 h 6858000"/>
              <a:gd name="connsiteX203" fmla="*/ 4088180 w 7472601"/>
              <a:gd name="connsiteY203" fmla="*/ 3929774 h 6858000"/>
              <a:gd name="connsiteX204" fmla="*/ 4184555 w 7472601"/>
              <a:gd name="connsiteY204" fmla="*/ 4010683 h 6858000"/>
              <a:gd name="connsiteX205" fmla="*/ 4399563 w 7472601"/>
              <a:gd name="connsiteY205" fmla="*/ 4158106 h 6858000"/>
              <a:gd name="connsiteX206" fmla="*/ 4684469 w 7472601"/>
              <a:gd name="connsiteY206" fmla="*/ 4364680 h 6858000"/>
              <a:gd name="connsiteX207" fmla="*/ 4690271 w 7472601"/>
              <a:gd name="connsiteY207" fmla="*/ 4370034 h 6858000"/>
              <a:gd name="connsiteX208" fmla="*/ 4136093 w 7472601"/>
              <a:gd name="connsiteY208" fmla="*/ 3858466 h 6858000"/>
              <a:gd name="connsiteX209" fmla="*/ 3670252 w 7472601"/>
              <a:gd name="connsiteY209" fmla="*/ 3622798 h 6858000"/>
              <a:gd name="connsiteX210" fmla="*/ 4440129 w 7472601"/>
              <a:gd name="connsiteY210" fmla="*/ 3448571 h 6858000"/>
              <a:gd name="connsiteX211" fmla="*/ 4856525 w 7472601"/>
              <a:gd name="connsiteY211" fmla="*/ 3915351 h 6858000"/>
              <a:gd name="connsiteX212" fmla="*/ 5059055 w 7472601"/>
              <a:gd name="connsiteY212" fmla="*/ 4108918 h 6858000"/>
              <a:gd name="connsiteX213" fmla="*/ 5290070 w 7472601"/>
              <a:gd name="connsiteY213" fmla="*/ 4263619 h 6858000"/>
              <a:gd name="connsiteX214" fmla="*/ 4834991 w 7472601"/>
              <a:gd name="connsiteY214" fmla="*/ 3830985 h 6858000"/>
              <a:gd name="connsiteX215" fmla="*/ 4440129 w 7472601"/>
              <a:gd name="connsiteY215" fmla="*/ 3448571 h 6858000"/>
              <a:gd name="connsiteX216" fmla="*/ 4441737 w 7472601"/>
              <a:gd name="connsiteY216" fmla="*/ 3399734 h 6858000"/>
              <a:gd name="connsiteX217" fmla="*/ 4431236 w 7472601"/>
              <a:gd name="connsiteY217" fmla="*/ 3400954 h 6858000"/>
              <a:gd name="connsiteX218" fmla="*/ 4557150 w 7472601"/>
              <a:gd name="connsiteY218" fmla="*/ 3510023 h 6858000"/>
              <a:gd name="connsiteX219" fmla="*/ 4856936 w 7472601"/>
              <a:gd name="connsiteY219" fmla="*/ 3809146 h 6858000"/>
              <a:gd name="connsiteX220" fmla="*/ 5111996 w 7472601"/>
              <a:gd name="connsiteY220" fmla="*/ 4065759 h 6858000"/>
              <a:gd name="connsiteX221" fmla="*/ 5388878 w 7472601"/>
              <a:gd name="connsiteY221" fmla="*/ 4300185 h 6858000"/>
              <a:gd name="connsiteX222" fmla="*/ 5425556 w 7472601"/>
              <a:gd name="connsiteY222" fmla="*/ 4308967 h 6858000"/>
              <a:gd name="connsiteX223" fmla="*/ 4943646 w 7472601"/>
              <a:gd name="connsiteY223" fmla="*/ 3822916 h 6858000"/>
              <a:gd name="connsiteX224" fmla="*/ 4594837 w 7472601"/>
              <a:gd name="connsiteY224" fmla="*/ 3532274 h 6858000"/>
              <a:gd name="connsiteX225" fmla="*/ 4441737 w 7472601"/>
              <a:gd name="connsiteY225" fmla="*/ 3399734 h 6858000"/>
              <a:gd name="connsiteX226" fmla="*/ 5425834 w 7472601"/>
              <a:gd name="connsiteY226" fmla="*/ 3162785 h 6858000"/>
              <a:gd name="connsiteX227" fmla="*/ 5401644 w 7472601"/>
              <a:gd name="connsiteY227" fmla="*/ 3617847 h 6858000"/>
              <a:gd name="connsiteX228" fmla="*/ 5467256 w 7472601"/>
              <a:gd name="connsiteY228" fmla="*/ 4175494 h 6858000"/>
              <a:gd name="connsiteX229" fmla="*/ 5448069 w 7472601"/>
              <a:gd name="connsiteY229" fmla="*/ 3567554 h 6858000"/>
              <a:gd name="connsiteX230" fmla="*/ 5425834 w 7472601"/>
              <a:gd name="connsiteY230" fmla="*/ 3162785 h 6858000"/>
              <a:gd name="connsiteX231" fmla="*/ 1318687 w 7472601"/>
              <a:gd name="connsiteY231" fmla="*/ 3113840 h 6858000"/>
              <a:gd name="connsiteX232" fmla="*/ 1066793 w 7472601"/>
              <a:gd name="connsiteY232" fmla="*/ 3212171 h 6858000"/>
              <a:gd name="connsiteX233" fmla="*/ 993319 w 7472601"/>
              <a:gd name="connsiteY233" fmla="*/ 3247648 h 6858000"/>
              <a:gd name="connsiteX234" fmla="*/ 853081 w 7472601"/>
              <a:gd name="connsiteY234" fmla="*/ 3312410 h 6858000"/>
              <a:gd name="connsiteX235" fmla="*/ 805957 w 7472601"/>
              <a:gd name="connsiteY235" fmla="*/ 3330443 h 6858000"/>
              <a:gd name="connsiteX236" fmla="*/ 1318687 w 7472601"/>
              <a:gd name="connsiteY236" fmla="*/ 3113840 h 6858000"/>
              <a:gd name="connsiteX237" fmla="*/ 5453702 w 7472601"/>
              <a:gd name="connsiteY237" fmla="*/ 3090882 h 6858000"/>
              <a:gd name="connsiteX238" fmla="*/ 5480135 w 7472601"/>
              <a:gd name="connsiteY238" fmla="*/ 3565802 h 6858000"/>
              <a:gd name="connsiteX239" fmla="*/ 5499023 w 7472601"/>
              <a:gd name="connsiteY239" fmla="*/ 4166310 h 6858000"/>
              <a:gd name="connsiteX240" fmla="*/ 5547022 w 7472601"/>
              <a:gd name="connsiteY240" fmla="*/ 3607838 h 6858000"/>
              <a:gd name="connsiteX241" fmla="*/ 5515964 w 7472601"/>
              <a:gd name="connsiteY241" fmla="*/ 3378541 h 6858000"/>
              <a:gd name="connsiteX242" fmla="*/ 5453702 w 7472601"/>
              <a:gd name="connsiteY242" fmla="*/ 3090882 h 6858000"/>
              <a:gd name="connsiteX243" fmla="*/ 1238695 w 7472601"/>
              <a:gd name="connsiteY243" fmla="*/ 3076820 h 6858000"/>
              <a:gd name="connsiteX244" fmla="*/ 716371 w 7472601"/>
              <a:gd name="connsiteY244" fmla="*/ 3293249 h 6858000"/>
              <a:gd name="connsiteX245" fmla="*/ 579522 w 7472601"/>
              <a:gd name="connsiteY245" fmla="*/ 3371759 h 6858000"/>
              <a:gd name="connsiteX246" fmla="*/ 600288 w 7472601"/>
              <a:gd name="connsiteY246" fmla="*/ 3365555 h 6858000"/>
              <a:gd name="connsiteX247" fmla="*/ 840692 w 7472601"/>
              <a:gd name="connsiteY247" fmla="*/ 3284921 h 6858000"/>
              <a:gd name="connsiteX248" fmla="*/ 979248 w 7472601"/>
              <a:gd name="connsiteY248" fmla="*/ 3221003 h 6858000"/>
              <a:gd name="connsiteX249" fmla="*/ 1053282 w 7472601"/>
              <a:gd name="connsiteY249" fmla="*/ 3185247 h 6858000"/>
              <a:gd name="connsiteX250" fmla="*/ 1320603 w 7472601"/>
              <a:gd name="connsiteY250" fmla="*/ 3081281 h 6858000"/>
              <a:gd name="connsiteX251" fmla="*/ 1238695 w 7472601"/>
              <a:gd name="connsiteY251" fmla="*/ 3076820 h 6858000"/>
              <a:gd name="connsiteX252" fmla="*/ 5425627 w 7472601"/>
              <a:gd name="connsiteY252" fmla="*/ 2954192 h 6858000"/>
              <a:gd name="connsiteX253" fmla="*/ 5470770 w 7472601"/>
              <a:gd name="connsiteY253" fmla="*/ 3005435 h 6858000"/>
              <a:gd name="connsiteX254" fmla="*/ 5519779 w 7472601"/>
              <a:gd name="connsiteY254" fmla="*/ 4359223 h 6858000"/>
              <a:gd name="connsiteX255" fmla="*/ 5520293 w 7472601"/>
              <a:gd name="connsiteY255" fmla="*/ 4360602 h 6858000"/>
              <a:gd name="connsiteX256" fmla="*/ 5767221 w 7472601"/>
              <a:gd name="connsiteY256" fmla="*/ 4665564 h 6858000"/>
              <a:gd name="connsiteX257" fmla="*/ 6937169 w 7472601"/>
              <a:gd name="connsiteY257" fmla="*/ 4815941 h 6858000"/>
              <a:gd name="connsiteX258" fmla="*/ 6953922 w 7472601"/>
              <a:gd name="connsiteY258" fmla="*/ 4890068 h 6858000"/>
              <a:gd name="connsiteX259" fmla="*/ 6071359 w 7472601"/>
              <a:gd name="connsiteY259" fmla="*/ 4770770 h 6858000"/>
              <a:gd name="connsiteX260" fmla="*/ 6038839 w 7472601"/>
              <a:gd name="connsiteY260" fmla="*/ 4764474 h 6858000"/>
              <a:gd name="connsiteX261" fmla="*/ 6038706 w 7472601"/>
              <a:gd name="connsiteY261" fmla="*/ 4763847 h 6858000"/>
              <a:gd name="connsiteX262" fmla="*/ 6037784 w 7472601"/>
              <a:gd name="connsiteY262" fmla="*/ 4764270 h 6858000"/>
              <a:gd name="connsiteX263" fmla="*/ 6038839 w 7472601"/>
              <a:gd name="connsiteY263" fmla="*/ 4764474 h 6858000"/>
              <a:gd name="connsiteX264" fmla="*/ 6040338 w 7472601"/>
              <a:gd name="connsiteY264" fmla="*/ 4771418 h 6858000"/>
              <a:gd name="connsiteX265" fmla="*/ 6024488 w 7472601"/>
              <a:gd name="connsiteY265" fmla="*/ 4809903 h 6858000"/>
              <a:gd name="connsiteX266" fmla="*/ 5599771 w 7472601"/>
              <a:gd name="connsiteY266" fmla="*/ 5509652 h 6858000"/>
              <a:gd name="connsiteX267" fmla="*/ 5548843 w 7472601"/>
              <a:gd name="connsiteY267" fmla="*/ 5563845 h 6858000"/>
              <a:gd name="connsiteX268" fmla="*/ 5940952 w 7472601"/>
              <a:gd name="connsiteY268" fmla="*/ 6250028 h 6858000"/>
              <a:gd name="connsiteX269" fmla="*/ 6043441 w 7472601"/>
              <a:gd name="connsiteY269" fmla="*/ 6665847 h 6858000"/>
              <a:gd name="connsiteX270" fmla="*/ 6093432 w 7472601"/>
              <a:gd name="connsiteY270" fmla="*/ 6858000 h 6858000"/>
              <a:gd name="connsiteX271" fmla="*/ 6034344 w 7472601"/>
              <a:gd name="connsiteY271" fmla="*/ 6858000 h 6858000"/>
              <a:gd name="connsiteX272" fmla="*/ 6026679 w 7472601"/>
              <a:gd name="connsiteY272" fmla="*/ 6836959 h 6858000"/>
              <a:gd name="connsiteX273" fmla="*/ 5800441 w 7472601"/>
              <a:gd name="connsiteY273" fmla="*/ 6335286 h 6858000"/>
              <a:gd name="connsiteX274" fmla="*/ 5526562 w 7472601"/>
              <a:gd name="connsiteY274" fmla="*/ 5705388 h 6858000"/>
              <a:gd name="connsiteX275" fmla="*/ 5519640 w 7472601"/>
              <a:gd name="connsiteY275" fmla="*/ 5683774 h 6858000"/>
              <a:gd name="connsiteX276" fmla="*/ 5844559 w 7472601"/>
              <a:gd name="connsiteY276" fmla="*/ 6553349 h 6858000"/>
              <a:gd name="connsiteX277" fmla="*/ 5975994 w 7472601"/>
              <a:gd name="connsiteY277" fmla="*/ 6858000 h 6858000"/>
              <a:gd name="connsiteX278" fmla="*/ 5898547 w 7472601"/>
              <a:gd name="connsiteY278" fmla="*/ 6858000 h 6858000"/>
              <a:gd name="connsiteX279" fmla="*/ 5682041 w 7472601"/>
              <a:gd name="connsiteY279" fmla="*/ 6355860 h 6858000"/>
              <a:gd name="connsiteX280" fmla="*/ 5461758 w 7472601"/>
              <a:gd name="connsiteY280" fmla="*/ 5820220 h 6858000"/>
              <a:gd name="connsiteX281" fmla="*/ 5237282 w 7472601"/>
              <a:gd name="connsiteY281" fmla="*/ 6579086 h 6858000"/>
              <a:gd name="connsiteX282" fmla="*/ 5115009 w 7472601"/>
              <a:gd name="connsiteY282" fmla="*/ 6858000 h 6858000"/>
              <a:gd name="connsiteX283" fmla="*/ 5028074 w 7472601"/>
              <a:gd name="connsiteY283" fmla="*/ 6858000 h 6858000"/>
              <a:gd name="connsiteX284" fmla="*/ 5079508 w 7472601"/>
              <a:gd name="connsiteY284" fmla="*/ 6749074 h 6858000"/>
              <a:gd name="connsiteX285" fmla="*/ 5371846 w 7472601"/>
              <a:gd name="connsiteY285" fmla="*/ 5924413 h 6858000"/>
              <a:gd name="connsiteX286" fmla="*/ 5270512 w 7472601"/>
              <a:gd name="connsiteY286" fmla="*/ 6138975 h 6858000"/>
              <a:gd name="connsiteX287" fmla="*/ 5062409 w 7472601"/>
              <a:gd name="connsiteY287" fmla="*/ 6653544 h 6858000"/>
              <a:gd name="connsiteX288" fmla="*/ 5036628 w 7472601"/>
              <a:gd name="connsiteY288" fmla="*/ 6754247 h 6858000"/>
              <a:gd name="connsiteX289" fmla="*/ 5009112 w 7472601"/>
              <a:gd name="connsiteY289" fmla="*/ 6858000 h 6858000"/>
              <a:gd name="connsiteX290" fmla="*/ 4976679 w 7472601"/>
              <a:gd name="connsiteY290" fmla="*/ 6858000 h 6858000"/>
              <a:gd name="connsiteX291" fmla="*/ 5006537 w 7472601"/>
              <a:gd name="connsiteY291" fmla="*/ 6747068 h 6858000"/>
              <a:gd name="connsiteX292" fmla="*/ 5032723 w 7472601"/>
              <a:gd name="connsiteY292" fmla="*/ 6644957 h 6858000"/>
              <a:gd name="connsiteX293" fmla="*/ 5242949 w 7472601"/>
              <a:gd name="connsiteY293" fmla="*/ 6125175 h 6858000"/>
              <a:gd name="connsiteX294" fmla="*/ 5286321 w 7472601"/>
              <a:gd name="connsiteY294" fmla="*/ 6033555 h 6858000"/>
              <a:gd name="connsiteX295" fmla="*/ 5008210 w 7472601"/>
              <a:gd name="connsiteY295" fmla="*/ 6649194 h 6858000"/>
              <a:gd name="connsiteX296" fmla="*/ 4986321 w 7472601"/>
              <a:gd name="connsiteY296" fmla="*/ 6765687 h 6858000"/>
              <a:gd name="connsiteX297" fmla="*/ 4973474 w 7472601"/>
              <a:gd name="connsiteY297" fmla="*/ 6858000 h 6858000"/>
              <a:gd name="connsiteX298" fmla="*/ 4907178 w 7472601"/>
              <a:gd name="connsiteY298" fmla="*/ 6858000 h 6858000"/>
              <a:gd name="connsiteX299" fmla="*/ 4910810 w 7472601"/>
              <a:gd name="connsiteY299" fmla="*/ 6829660 h 6858000"/>
              <a:gd name="connsiteX300" fmla="*/ 4987461 w 7472601"/>
              <a:gd name="connsiteY300" fmla="*/ 6432994 h 6858000"/>
              <a:gd name="connsiteX301" fmla="*/ 5179262 w 7472601"/>
              <a:gd name="connsiteY301" fmla="*/ 6035044 h 6858000"/>
              <a:gd name="connsiteX302" fmla="*/ 4689678 w 7472601"/>
              <a:gd name="connsiteY302" fmla="*/ 6440241 h 6858000"/>
              <a:gd name="connsiteX303" fmla="*/ 4477543 w 7472601"/>
              <a:gd name="connsiteY303" fmla="*/ 6674836 h 6858000"/>
              <a:gd name="connsiteX304" fmla="*/ 4329957 w 7472601"/>
              <a:gd name="connsiteY304" fmla="*/ 6858000 h 6858000"/>
              <a:gd name="connsiteX305" fmla="*/ 4218595 w 7472601"/>
              <a:gd name="connsiteY305" fmla="*/ 6858000 h 6858000"/>
              <a:gd name="connsiteX306" fmla="*/ 4368888 w 7472601"/>
              <a:gd name="connsiteY306" fmla="*/ 6668412 h 6858000"/>
              <a:gd name="connsiteX307" fmla="*/ 4563091 w 7472601"/>
              <a:gd name="connsiteY307" fmla="*/ 6442508 h 6858000"/>
              <a:gd name="connsiteX308" fmla="*/ 5387324 w 7472601"/>
              <a:gd name="connsiteY308" fmla="*/ 5705830 h 6858000"/>
              <a:gd name="connsiteX309" fmla="*/ 5073620 w 7472601"/>
              <a:gd name="connsiteY309" fmla="*/ 5955437 h 6858000"/>
              <a:gd name="connsiteX310" fmla="*/ 4689789 w 7472601"/>
              <a:gd name="connsiteY310" fmla="*/ 6268382 h 6858000"/>
              <a:gd name="connsiteX311" fmla="*/ 4418722 w 7472601"/>
              <a:gd name="connsiteY311" fmla="*/ 6570886 h 6858000"/>
              <a:gd name="connsiteX312" fmla="*/ 4214944 w 7472601"/>
              <a:gd name="connsiteY312" fmla="*/ 6858000 h 6858000"/>
              <a:gd name="connsiteX313" fmla="*/ 4177898 w 7472601"/>
              <a:gd name="connsiteY313" fmla="*/ 6858000 h 6858000"/>
              <a:gd name="connsiteX314" fmla="*/ 4391597 w 7472601"/>
              <a:gd name="connsiteY314" fmla="*/ 6556370 h 6858000"/>
              <a:gd name="connsiteX315" fmla="*/ 4668889 w 7472601"/>
              <a:gd name="connsiteY315" fmla="*/ 6246399 h 6858000"/>
              <a:gd name="connsiteX316" fmla="*/ 5055427 w 7472601"/>
              <a:gd name="connsiteY316" fmla="*/ 5931476 h 6858000"/>
              <a:gd name="connsiteX317" fmla="*/ 5371814 w 7472601"/>
              <a:gd name="connsiteY317" fmla="*/ 5678975 h 6858000"/>
              <a:gd name="connsiteX318" fmla="*/ 4987918 w 7472601"/>
              <a:gd name="connsiteY318" fmla="*/ 5838701 h 6858000"/>
              <a:gd name="connsiteX319" fmla="*/ 4317146 w 7472601"/>
              <a:gd name="connsiteY319" fmla="*/ 6587716 h 6858000"/>
              <a:gd name="connsiteX320" fmla="*/ 4171627 w 7472601"/>
              <a:gd name="connsiteY320" fmla="*/ 6858000 h 6858000"/>
              <a:gd name="connsiteX321" fmla="*/ 4081585 w 7472601"/>
              <a:gd name="connsiteY321" fmla="*/ 6858000 h 6858000"/>
              <a:gd name="connsiteX322" fmla="*/ 4238603 w 7472601"/>
              <a:gd name="connsiteY322" fmla="*/ 6559341 h 6858000"/>
              <a:gd name="connsiteX323" fmla="*/ 4778333 w 7472601"/>
              <a:gd name="connsiteY323" fmla="*/ 5873626 h 6858000"/>
              <a:gd name="connsiteX324" fmla="*/ 5414185 w 7472601"/>
              <a:gd name="connsiteY324" fmla="*/ 5573882 h 6858000"/>
              <a:gd name="connsiteX325" fmla="*/ 5959648 w 7472601"/>
              <a:gd name="connsiteY325" fmla="*/ 4760797 h 6858000"/>
              <a:gd name="connsiteX326" fmla="*/ 5355019 w 7472601"/>
              <a:gd name="connsiteY326" fmla="*/ 4734672 h 6858000"/>
              <a:gd name="connsiteX327" fmla="*/ 5083565 w 7472601"/>
              <a:gd name="connsiteY327" fmla="*/ 5179121 h 6858000"/>
              <a:gd name="connsiteX328" fmla="*/ 4713577 w 7472601"/>
              <a:gd name="connsiteY328" fmla="*/ 5616803 h 6858000"/>
              <a:gd name="connsiteX329" fmla="*/ 3989559 w 7472601"/>
              <a:gd name="connsiteY329" fmla="*/ 6145945 h 6858000"/>
              <a:gd name="connsiteX330" fmla="*/ 3939824 w 7472601"/>
              <a:gd name="connsiteY330" fmla="*/ 6066900 h 6858000"/>
              <a:gd name="connsiteX331" fmla="*/ 4584537 w 7472601"/>
              <a:gd name="connsiteY331" fmla="*/ 5324826 h 6858000"/>
              <a:gd name="connsiteX332" fmla="*/ 5037105 w 7472601"/>
              <a:gd name="connsiteY332" fmla="*/ 5088765 h 6858000"/>
              <a:gd name="connsiteX333" fmla="*/ 5039930 w 7472601"/>
              <a:gd name="connsiteY333" fmla="*/ 5089585 h 6858000"/>
              <a:gd name="connsiteX334" fmla="*/ 5263764 w 7472601"/>
              <a:gd name="connsiteY334" fmla="*/ 4735525 h 6858000"/>
              <a:gd name="connsiteX335" fmla="*/ 4086300 w 7472601"/>
              <a:gd name="connsiteY335" fmla="*/ 4884599 h 6858000"/>
              <a:gd name="connsiteX336" fmla="*/ 4085485 w 7472601"/>
              <a:gd name="connsiteY336" fmla="*/ 4899070 h 6858000"/>
              <a:gd name="connsiteX337" fmla="*/ 3871915 w 7472601"/>
              <a:gd name="connsiteY337" fmla="*/ 5253645 h 6858000"/>
              <a:gd name="connsiteX338" fmla="*/ 3799374 w 7472601"/>
              <a:gd name="connsiteY338" fmla="*/ 5466127 h 6858000"/>
              <a:gd name="connsiteX339" fmla="*/ 3498850 w 7472601"/>
              <a:gd name="connsiteY339" fmla="*/ 6661888 h 6858000"/>
              <a:gd name="connsiteX340" fmla="*/ 3399216 w 7472601"/>
              <a:gd name="connsiteY340" fmla="*/ 6858000 h 6858000"/>
              <a:gd name="connsiteX341" fmla="*/ 3303688 w 7472601"/>
              <a:gd name="connsiteY341" fmla="*/ 6858000 h 6858000"/>
              <a:gd name="connsiteX342" fmla="*/ 3391774 w 7472601"/>
              <a:gd name="connsiteY342" fmla="*/ 6697181 h 6858000"/>
              <a:gd name="connsiteX343" fmla="*/ 3735540 w 7472601"/>
              <a:gd name="connsiteY343" fmla="*/ 5546923 h 6858000"/>
              <a:gd name="connsiteX344" fmla="*/ 3729438 w 7472601"/>
              <a:gd name="connsiteY344" fmla="*/ 5569058 h 6858000"/>
              <a:gd name="connsiteX345" fmla="*/ 3707782 w 7472601"/>
              <a:gd name="connsiteY345" fmla="*/ 5644908 h 6858000"/>
              <a:gd name="connsiteX346" fmla="*/ 3583827 w 7472601"/>
              <a:gd name="connsiteY346" fmla="*/ 6039215 h 6858000"/>
              <a:gd name="connsiteX347" fmla="*/ 3547861 w 7472601"/>
              <a:gd name="connsiteY347" fmla="*/ 6129609 h 6858000"/>
              <a:gd name="connsiteX348" fmla="*/ 3490905 w 7472601"/>
              <a:gd name="connsiteY348" fmla="*/ 6277660 h 6858000"/>
              <a:gd name="connsiteX349" fmla="*/ 3455859 w 7472601"/>
              <a:gd name="connsiteY349" fmla="*/ 6391301 h 6858000"/>
              <a:gd name="connsiteX350" fmla="*/ 3429112 w 7472601"/>
              <a:gd name="connsiteY350" fmla="*/ 6479469 h 6858000"/>
              <a:gd name="connsiteX351" fmla="*/ 3304862 w 7472601"/>
              <a:gd name="connsiteY351" fmla="*/ 6796476 h 6858000"/>
              <a:gd name="connsiteX352" fmla="*/ 3276071 w 7472601"/>
              <a:gd name="connsiteY352" fmla="*/ 6858000 h 6858000"/>
              <a:gd name="connsiteX353" fmla="*/ 3240805 w 7472601"/>
              <a:gd name="connsiteY353" fmla="*/ 6858000 h 6858000"/>
              <a:gd name="connsiteX354" fmla="*/ 3275917 w 7472601"/>
              <a:gd name="connsiteY354" fmla="*/ 6783192 h 6858000"/>
              <a:gd name="connsiteX355" fmla="*/ 3399358 w 7472601"/>
              <a:gd name="connsiteY355" fmla="*/ 6469011 h 6858000"/>
              <a:gd name="connsiteX356" fmla="*/ 3425650 w 7472601"/>
              <a:gd name="connsiteY356" fmla="*/ 6381333 h 6858000"/>
              <a:gd name="connsiteX357" fmla="*/ 3460661 w 7472601"/>
              <a:gd name="connsiteY357" fmla="*/ 6266763 h 6858000"/>
              <a:gd name="connsiteX358" fmla="*/ 3518021 w 7472601"/>
              <a:gd name="connsiteY358" fmla="*/ 6117298 h 6858000"/>
              <a:gd name="connsiteX359" fmla="*/ 3554035 w 7472601"/>
              <a:gd name="connsiteY359" fmla="*/ 6027832 h 6858000"/>
              <a:gd name="connsiteX360" fmla="*/ 3677174 w 7472601"/>
              <a:gd name="connsiteY360" fmla="*/ 5636351 h 6858000"/>
              <a:gd name="connsiteX361" fmla="*/ 3698819 w 7472601"/>
              <a:gd name="connsiteY361" fmla="*/ 5560503 h 6858000"/>
              <a:gd name="connsiteX362" fmla="*/ 3702094 w 7472601"/>
              <a:gd name="connsiteY362" fmla="*/ 5549194 h 6858000"/>
              <a:gd name="connsiteX363" fmla="*/ 3398355 w 7472601"/>
              <a:gd name="connsiteY363" fmla="*/ 6094603 h 6858000"/>
              <a:gd name="connsiteX364" fmla="*/ 3193941 w 7472601"/>
              <a:gd name="connsiteY364" fmla="*/ 6798775 h 6858000"/>
              <a:gd name="connsiteX365" fmla="*/ 3184140 w 7472601"/>
              <a:gd name="connsiteY365" fmla="*/ 6858000 h 6858000"/>
              <a:gd name="connsiteX366" fmla="*/ 3099978 w 7472601"/>
              <a:gd name="connsiteY366" fmla="*/ 6858000 h 6858000"/>
              <a:gd name="connsiteX367" fmla="*/ 3101556 w 7472601"/>
              <a:gd name="connsiteY367" fmla="*/ 6843337 h 6858000"/>
              <a:gd name="connsiteX368" fmla="*/ 3370162 w 7472601"/>
              <a:gd name="connsiteY368" fmla="*/ 5785550 h 6858000"/>
              <a:gd name="connsiteX369" fmla="*/ 3746477 w 7472601"/>
              <a:gd name="connsiteY369" fmla="*/ 5377889 h 6858000"/>
              <a:gd name="connsiteX370" fmla="*/ 3863399 w 7472601"/>
              <a:gd name="connsiteY370" fmla="*/ 5087257 h 6858000"/>
              <a:gd name="connsiteX371" fmla="*/ 3968712 w 7472601"/>
              <a:gd name="connsiteY371" fmla="*/ 4913989 h 6858000"/>
              <a:gd name="connsiteX372" fmla="*/ 2792390 w 7472601"/>
              <a:gd name="connsiteY372" fmla="*/ 5382974 h 6858000"/>
              <a:gd name="connsiteX373" fmla="*/ 2714982 w 7472601"/>
              <a:gd name="connsiteY373" fmla="*/ 5427051 h 6858000"/>
              <a:gd name="connsiteX374" fmla="*/ 2813361 w 7472601"/>
              <a:gd name="connsiteY374" fmla="*/ 6023912 h 6858000"/>
              <a:gd name="connsiteX375" fmla="*/ 2688430 w 7472601"/>
              <a:gd name="connsiteY375" fmla="*/ 6801564 h 6858000"/>
              <a:gd name="connsiteX376" fmla="*/ 2629626 w 7472601"/>
              <a:gd name="connsiteY376" fmla="*/ 6763394 h 6858000"/>
              <a:gd name="connsiteX377" fmla="*/ 2565328 w 7472601"/>
              <a:gd name="connsiteY377" fmla="*/ 5516399 h 6858000"/>
              <a:gd name="connsiteX378" fmla="*/ 1922999 w 7472601"/>
              <a:gd name="connsiteY378" fmla="*/ 5980343 h 6858000"/>
              <a:gd name="connsiteX379" fmla="*/ 1950261 w 7472601"/>
              <a:gd name="connsiteY379" fmla="*/ 6405858 h 6858000"/>
              <a:gd name="connsiteX380" fmla="*/ 2365554 w 7472601"/>
              <a:gd name="connsiteY380" fmla="*/ 6759107 h 6858000"/>
              <a:gd name="connsiteX381" fmla="*/ 2424142 w 7472601"/>
              <a:gd name="connsiteY381" fmla="*/ 6858000 h 6858000"/>
              <a:gd name="connsiteX382" fmla="*/ 2395994 w 7472601"/>
              <a:gd name="connsiteY382" fmla="*/ 6858000 h 6858000"/>
              <a:gd name="connsiteX383" fmla="*/ 2392863 w 7472601"/>
              <a:gd name="connsiteY383" fmla="*/ 6852964 h 6858000"/>
              <a:gd name="connsiteX384" fmla="*/ 2017589 w 7472601"/>
              <a:gd name="connsiteY384" fmla="*/ 6493982 h 6858000"/>
              <a:gd name="connsiteX385" fmla="*/ 2147336 w 7472601"/>
              <a:gd name="connsiteY385" fmla="*/ 6594052 h 6858000"/>
              <a:gd name="connsiteX386" fmla="*/ 2207047 w 7472601"/>
              <a:gd name="connsiteY386" fmla="*/ 6654540 h 6858000"/>
              <a:gd name="connsiteX387" fmla="*/ 2299106 w 7472601"/>
              <a:gd name="connsiteY387" fmla="*/ 6778931 h 6858000"/>
              <a:gd name="connsiteX388" fmla="*/ 2314430 w 7472601"/>
              <a:gd name="connsiteY388" fmla="*/ 6801144 h 6858000"/>
              <a:gd name="connsiteX389" fmla="*/ 2352406 w 7472601"/>
              <a:gd name="connsiteY389" fmla="*/ 6858000 h 6858000"/>
              <a:gd name="connsiteX390" fmla="*/ 2314492 w 7472601"/>
              <a:gd name="connsiteY390" fmla="*/ 6858000 h 6858000"/>
              <a:gd name="connsiteX391" fmla="*/ 2288095 w 7472601"/>
              <a:gd name="connsiteY391" fmla="*/ 6818030 h 6858000"/>
              <a:gd name="connsiteX392" fmla="*/ 2272768 w 7472601"/>
              <a:gd name="connsiteY392" fmla="*/ 6795822 h 6858000"/>
              <a:gd name="connsiteX393" fmla="*/ 2182715 w 7472601"/>
              <a:gd name="connsiteY393" fmla="*/ 6675071 h 6858000"/>
              <a:gd name="connsiteX394" fmla="*/ 2032061 w 7472601"/>
              <a:gd name="connsiteY394" fmla="*/ 6541380 h 6858000"/>
              <a:gd name="connsiteX395" fmla="*/ 2257220 w 7472601"/>
              <a:gd name="connsiteY395" fmla="*/ 6826257 h 6858000"/>
              <a:gd name="connsiteX396" fmla="*/ 2281324 w 7472601"/>
              <a:gd name="connsiteY396" fmla="*/ 6858000 h 6858000"/>
              <a:gd name="connsiteX397" fmla="*/ 2242860 w 7472601"/>
              <a:gd name="connsiteY397" fmla="*/ 6858000 h 6858000"/>
              <a:gd name="connsiteX398" fmla="*/ 2232818 w 7472601"/>
              <a:gd name="connsiteY398" fmla="*/ 6844926 h 6858000"/>
              <a:gd name="connsiteX399" fmla="*/ 1990172 w 7472601"/>
              <a:gd name="connsiteY399" fmla="*/ 6542121 h 6858000"/>
              <a:gd name="connsiteX400" fmla="*/ 2124090 w 7472601"/>
              <a:gd name="connsiteY400" fmla="*/ 6761017 h 6858000"/>
              <a:gd name="connsiteX401" fmla="*/ 2200380 w 7472601"/>
              <a:gd name="connsiteY401" fmla="*/ 6858000 h 6858000"/>
              <a:gd name="connsiteX402" fmla="*/ 2147507 w 7472601"/>
              <a:gd name="connsiteY402" fmla="*/ 6858000 h 6858000"/>
              <a:gd name="connsiteX403" fmla="*/ 2070668 w 7472601"/>
              <a:gd name="connsiteY403" fmla="*/ 6761520 h 6858000"/>
              <a:gd name="connsiteX404" fmla="*/ 1975142 w 7472601"/>
              <a:gd name="connsiteY404" fmla="*/ 6585570 h 6858000"/>
              <a:gd name="connsiteX405" fmla="*/ 2050035 w 7472601"/>
              <a:gd name="connsiteY405" fmla="*/ 6813345 h 6858000"/>
              <a:gd name="connsiteX406" fmla="*/ 2063025 w 7472601"/>
              <a:gd name="connsiteY406" fmla="*/ 6858000 h 6858000"/>
              <a:gd name="connsiteX407" fmla="*/ 2021675 w 7472601"/>
              <a:gd name="connsiteY407" fmla="*/ 6858000 h 6858000"/>
              <a:gd name="connsiteX408" fmla="*/ 2019308 w 7472601"/>
              <a:gd name="connsiteY408" fmla="*/ 6847118 h 6858000"/>
              <a:gd name="connsiteX409" fmla="*/ 1938835 w 7472601"/>
              <a:gd name="connsiteY409" fmla="*/ 6551160 h 6858000"/>
              <a:gd name="connsiteX410" fmla="*/ 1953230 w 7472601"/>
              <a:gd name="connsiteY410" fmla="*/ 6759699 h 6858000"/>
              <a:gd name="connsiteX411" fmla="*/ 1956763 w 7472601"/>
              <a:gd name="connsiteY411" fmla="*/ 6778191 h 6858000"/>
              <a:gd name="connsiteX412" fmla="*/ 1967925 w 7472601"/>
              <a:gd name="connsiteY412" fmla="*/ 6858000 h 6858000"/>
              <a:gd name="connsiteX413" fmla="*/ 1936622 w 7472601"/>
              <a:gd name="connsiteY413" fmla="*/ 6858000 h 6858000"/>
              <a:gd name="connsiteX414" fmla="*/ 1926261 w 7472601"/>
              <a:gd name="connsiteY414" fmla="*/ 6784064 h 6858000"/>
              <a:gd name="connsiteX415" fmla="*/ 1922724 w 7472601"/>
              <a:gd name="connsiteY415" fmla="*/ 6765577 h 6858000"/>
              <a:gd name="connsiteX416" fmla="*/ 1904650 w 7472601"/>
              <a:gd name="connsiteY416" fmla="*/ 6639616 h 6858000"/>
              <a:gd name="connsiteX417" fmla="*/ 1885273 w 7472601"/>
              <a:gd name="connsiteY417" fmla="*/ 6858000 h 6858000"/>
              <a:gd name="connsiteX418" fmla="*/ 1854363 w 7472601"/>
              <a:gd name="connsiteY418" fmla="*/ 6858000 h 6858000"/>
              <a:gd name="connsiteX419" fmla="*/ 1880391 w 7472601"/>
              <a:gd name="connsiteY419" fmla="*/ 6603796 h 6858000"/>
              <a:gd name="connsiteX420" fmla="*/ 1818273 w 7472601"/>
              <a:gd name="connsiteY420" fmla="*/ 6715729 h 6858000"/>
              <a:gd name="connsiteX421" fmla="*/ 1794691 w 7472601"/>
              <a:gd name="connsiteY421" fmla="*/ 6843239 h 6858000"/>
              <a:gd name="connsiteX422" fmla="*/ 1794914 w 7472601"/>
              <a:gd name="connsiteY422" fmla="*/ 6858000 h 6858000"/>
              <a:gd name="connsiteX423" fmla="*/ 1746128 w 7472601"/>
              <a:gd name="connsiteY423" fmla="*/ 6858000 h 6858000"/>
              <a:gd name="connsiteX424" fmla="*/ 1753934 w 7472601"/>
              <a:gd name="connsiteY424" fmla="*/ 6724796 h 6858000"/>
              <a:gd name="connsiteX425" fmla="*/ 1792053 w 7472601"/>
              <a:gd name="connsiteY425" fmla="*/ 6572396 h 6858000"/>
              <a:gd name="connsiteX426" fmla="*/ 1862248 w 7472601"/>
              <a:gd name="connsiteY426" fmla="*/ 6266397 h 6858000"/>
              <a:gd name="connsiteX427" fmla="*/ 1862250 w 7472601"/>
              <a:gd name="connsiteY427" fmla="*/ 6033531 h 6858000"/>
              <a:gd name="connsiteX428" fmla="*/ 1211999 w 7472601"/>
              <a:gd name="connsiteY428" fmla="*/ 6683610 h 6858000"/>
              <a:gd name="connsiteX429" fmla="*/ 1213266 w 7472601"/>
              <a:gd name="connsiteY429" fmla="*/ 6691947 h 6858000"/>
              <a:gd name="connsiteX430" fmla="*/ 1203370 w 7472601"/>
              <a:gd name="connsiteY430" fmla="*/ 6850676 h 6858000"/>
              <a:gd name="connsiteX431" fmla="*/ 1203671 w 7472601"/>
              <a:gd name="connsiteY431" fmla="*/ 6858000 h 6858000"/>
              <a:gd name="connsiteX432" fmla="*/ 1143180 w 7472601"/>
              <a:gd name="connsiteY432" fmla="*/ 6858000 h 6858000"/>
              <a:gd name="connsiteX433" fmla="*/ 1142176 w 7472601"/>
              <a:gd name="connsiteY433" fmla="*/ 6766045 h 6858000"/>
              <a:gd name="connsiteX434" fmla="*/ 1067484 w 7472601"/>
              <a:gd name="connsiteY434" fmla="*/ 6858000 h 6858000"/>
              <a:gd name="connsiteX435" fmla="*/ 953928 w 7472601"/>
              <a:gd name="connsiteY435" fmla="*/ 6858000 h 6858000"/>
              <a:gd name="connsiteX436" fmla="*/ 959715 w 7472601"/>
              <a:gd name="connsiteY436" fmla="*/ 6850185 h 6858000"/>
              <a:gd name="connsiteX437" fmla="*/ 1483788 w 7472601"/>
              <a:gd name="connsiteY437" fmla="*/ 6259174 h 6858000"/>
              <a:gd name="connsiteX438" fmla="*/ 1100671 w 7472601"/>
              <a:gd name="connsiteY438" fmla="*/ 6252137 h 6858000"/>
              <a:gd name="connsiteX439" fmla="*/ 1090144 w 7472601"/>
              <a:gd name="connsiteY439" fmla="*/ 6256748 h 6858000"/>
              <a:gd name="connsiteX440" fmla="*/ 1095872 w 7472601"/>
              <a:gd name="connsiteY440" fmla="*/ 6271892 h 6858000"/>
              <a:gd name="connsiteX441" fmla="*/ 262785 w 7472601"/>
              <a:gd name="connsiteY441" fmla="*/ 6845450 h 6858000"/>
              <a:gd name="connsiteX442" fmla="*/ 209968 w 7472601"/>
              <a:gd name="connsiteY442" fmla="*/ 6770713 h 6858000"/>
              <a:gd name="connsiteX443" fmla="*/ 873460 w 7472601"/>
              <a:gd name="connsiteY443" fmla="*/ 6253768 h 6858000"/>
              <a:gd name="connsiteX444" fmla="*/ 192686 w 7472601"/>
              <a:gd name="connsiteY444" fmla="*/ 5849257 h 6858000"/>
              <a:gd name="connsiteX445" fmla="*/ 4696 w 7472601"/>
              <a:gd name="connsiteY445" fmla="*/ 5697668 h 6858000"/>
              <a:gd name="connsiteX446" fmla="*/ 0 w 7472601"/>
              <a:gd name="connsiteY446" fmla="*/ 5689984 h 6858000"/>
              <a:gd name="connsiteX447" fmla="*/ 0 w 7472601"/>
              <a:gd name="connsiteY447" fmla="*/ 5513472 h 6858000"/>
              <a:gd name="connsiteX448" fmla="*/ 174101 w 7472601"/>
              <a:gd name="connsiteY448" fmla="*/ 5620277 h 6858000"/>
              <a:gd name="connsiteX449" fmla="*/ 891800 w 7472601"/>
              <a:gd name="connsiteY449" fmla="*/ 6036935 h 6858000"/>
              <a:gd name="connsiteX450" fmla="*/ 1072219 w 7472601"/>
              <a:gd name="connsiteY450" fmla="*/ 6169443 h 6858000"/>
              <a:gd name="connsiteX451" fmla="*/ 1074117 w 7472601"/>
              <a:gd name="connsiteY451" fmla="*/ 6170301 h 6858000"/>
              <a:gd name="connsiteX452" fmla="*/ 1083114 w 7472601"/>
              <a:gd name="connsiteY452" fmla="*/ 6174131 h 6858000"/>
              <a:gd name="connsiteX453" fmla="*/ 1543010 w 7472601"/>
              <a:gd name="connsiteY453" fmla="*/ 6191140 h 6858000"/>
              <a:gd name="connsiteX454" fmla="*/ 1551080 w 7472601"/>
              <a:gd name="connsiteY454" fmla="*/ 6195006 h 6858000"/>
              <a:gd name="connsiteX455" fmla="*/ 2345443 w 7472601"/>
              <a:gd name="connsiteY455" fmla="*/ 5549882 h 6858000"/>
              <a:gd name="connsiteX456" fmla="*/ 1721499 w 7472601"/>
              <a:gd name="connsiteY456" fmla="*/ 5599969 h 6858000"/>
              <a:gd name="connsiteX457" fmla="*/ 767716 w 7472601"/>
              <a:gd name="connsiteY457" fmla="*/ 5472768 h 6858000"/>
              <a:gd name="connsiteX458" fmla="*/ 722147 w 7472601"/>
              <a:gd name="connsiteY458" fmla="*/ 5393091 h 6858000"/>
              <a:gd name="connsiteX459" fmla="*/ 1485552 w 7472601"/>
              <a:gd name="connsiteY459" fmla="*/ 5313202 h 6858000"/>
              <a:gd name="connsiteX460" fmla="*/ 2143004 w 7472601"/>
              <a:gd name="connsiteY460" fmla="*/ 5402420 h 6858000"/>
              <a:gd name="connsiteX461" fmla="*/ 1933391 w 7472601"/>
              <a:gd name="connsiteY461" fmla="*/ 5156971 h 6858000"/>
              <a:gd name="connsiteX462" fmla="*/ 1827118 w 7472601"/>
              <a:gd name="connsiteY462" fmla="*/ 4968410 h 6858000"/>
              <a:gd name="connsiteX463" fmla="*/ 1837349 w 7472601"/>
              <a:gd name="connsiteY463" fmla="*/ 4956357 h 6858000"/>
              <a:gd name="connsiteX464" fmla="*/ 2162835 w 7472601"/>
              <a:gd name="connsiteY464" fmla="*/ 5187853 h 6858000"/>
              <a:gd name="connsiteX465" fmla="*/ 2257167 w 7472601"/>
              <a:gd name="connsiteY465" fmla="*/ 5462123 h 6858000"/>
              <a:gd name="connsiteX466" fmla="*/ 2261598 w 7472601"/>
              <a:gd name="connsiteY466" fmla="*/ 5467998 h 6858000"/>
              <a:gd name="connsiteX467" fmla="*/ 2437177 w 7472601"/>
              <a:gd name="connsiteY467" fmla="*/ 5479608 h 6858000"/>
              <a:gd name="connsiteX468" fmla="*/ 2445247 w 7472601"/>
              <a:gd name="connsiteY468" fmla="*/ 5483476 h 6858000"/>
              <a:gd name="connsiteX469" fmla="*/ 2743626 w 7472601"/>
              <a:gd name="connsiteY469" fmla="*/ 5304819 h 6858000"/>
              <a:gd name="connsiteX470" fmla="*/ 3048102 w 7472601"/>
              <a:gd name="connsiteY470" fmla="*/ 5150595 h 6858000"/>
              <a:gd name="connsiteX471" fmla="*/ 1799414 w 7472601"/>
              <a:gd name="connsiteY471" fmla="*/ 4694732 h 6858000"/>
              <a:gd name="connsiteX472" fmla="*/ 1771735 w 7472601"/>
              <a:gd name="connsiteY472" fmla="*/ 4619929 h 6858000"/>
              <a:gd name="connsiteX473" fmla="*/ 3104273 w 7472601"/>
              <a:gd name="connsiteY473" fmla="*/ 5076159 h 6858000"/>
              <a:gd name="connsiteX474" fmla="*/ 3113245 w 7472601"/>
              <a:gd name="connsiteY474" fmla="*/ 5090705 h 6858000"/>
              <a:gd name="connsiteX475" fmla="*/ 3126294 w 7472601"/>
              <a:gd name="connsiteY475" fmla="*/ 5114400 h 6858000"/>
              <a:gd name="connsiteX476" fmla="*/ 3937433 w 7472601"/>
              <a:gd name="connsiteY476" fmla="*/ 4830473 h 6858000"/>
              <a:gd name="connsiteX477" fmla="*/ 3590475 w 7472601"/>
              <a:gd name="connsiteY477" fmla="*/ 4597974 h 6858000"/>
              <a:gd name="connsiteX478" fmla="*/ 3100264 w 7472601"/>
              <a:gd name="connsiteY478" fmla="*/ 4579845 h 6858000"/>
              <a:gd name="connsiteX479" fmla="*/ 2183576 w 7472601"/>
              <a:gd name="connsiteY479" fmla="*/ 4227150 h 6858000"/>
              <a:gd name="connsiteX480" fmla="*/ 2151029 w 7472601"/>
              <a:gd name="connsiteY480" fmla="*/ 4146947 h 6858000"/>
              <a:gd name="connsiteX481" fmla="*/ 3563434 w 7472601"/>
              <a:gd name="connsiteY481" fmla="*/ 4469115 h 6858000"/>
              <a:gd name="connsiteX482" fmla="*/ 3177952 w 7472601"/>
              <a:gd name="connsiteY482" fmla="*/ 3657386 h 6858000"/>
              <a:gd name="connsiteX483" fmla="*/ 3189263 w 7472601"/>
              <a:gd name="connsiteY483" fmla="*/ 3625726 h 6858000"/>
              <a:gd name="connsiteX484" fmla="*/ 3560912 w 7472601"/>
              <a:gd name="connsiteY484" fmla="*/ 4079863 h 6858000"/>
              <a:gd name="connsiteX485" fmla="*/ 3626636 w 7472601"/>
              <a:gd name="connsiteY485" fmla="*/ 4512230 h 6858000"/>
              <a:gd name="connsiteX486" fmla="*/ 3653088 w 7472601"/>
              <a:gd name="connsiteY486" fmla="*/ 4521417 h 6858000"/>
              <a:gd name="connsiteX487" fmla="*/ 3988128 w 7472601"/>
              <a:gd name="connsiteY487" fmla="*/ 4817267 h 6858000"/>
              <a:gd name="connsiteX488" fmla="*/ 4830582 w 7472601"/>
              <a:gd name="connsiteY488" fmla="*/ 4676000 h 6858000"/>
              <a:gd name="connsiteX489" fmla="*/ 4830100 w 7472601"/>
              <a:gd name="connsiteY489" fmla="*/ 4675554 h 6858000"/>
              <a:gd name="connsiteX490" fmla="*/ 4036318 w 7472601"/>
              <a:gd name="connsiteY490" fmla="*/ 4147013 h 6858000"/>
              <a:gd name="connsiteX491" fmla="*/ 3432098 w 7472601"/>
              <a:gd name="connsiteY491" fmla="*/ 3537312 h 6858000"/>
              <a:gd name="connsiteX492" fmla="*/ 3446761 w 7472601"/>
              <a:gd name="connsiteY492" fmla="*/ 3461278 h 6858000"/>
              <a:gd name="connsiteX493" fmla="*/ 4419733 w 7472601"/>
              <a:gd name="connsiteY493" fmla="*/ 3963555 h 6858000"/>
              <a:gd name="connsiteX494" fmla="*/ 4781371 w 7472601"/>
              <a:gd name="connsiteY494" fmla="*/ 4458604 h 6858000"/>
              <a:gd name="connsiteX495" fmla="*/ 4780440 w 7472601"/>
              <a:gd name="connsiteY495" fmla="*/ 4470290 h 6858000"/>
              <a:gd name="connsiteX496" fmla="*/ 4898954 w 7472601"/>
              <a:gd name="connsiteY496" fmla="*/ 4662092 h 6858000"/>
              <a:gd name="connsiteX497" fmla="*/ 4900699 w 7472601"/>
              <a:gd name="connsiteY497" fmla="*/ 4670867 h 6858000"/>
              <a:gd name="connsiteX498" fmla="*/ 5714511 w 7472601"/>
              <a:gd name="connsiteY498" fmla="*/ 4663483 h 6858000"/>
              <a:gd name="connsiteX499" fmla="*/ 5464793 w 7472601"/>
              <a:gd name="connsiteY499" fmla="*/ 4393556 h 6858000"/>
              <a:gd name="connsiteX500" fmla="*/ 5461897 w 7472601"/>
              <a:gd name="connsiteY500" fmla="*/ 4390879 h 6858000"/>
              <a:gd name="connsiteX501" fmla="*/ 4294126 w 7472601"/>
              <a:gd name="connsiteY501" fmla="*/ 3303048 h 6858000"/>
              <a:gd name="connsiteX502" fmla="*/ 4305321 w 7472601"/>
              <a:gd name="connsiteY502" fmla="*/ 3256953 h 6858000"/>
              <a:gd name="connsiteX503" fmla="*/ 4949299 w 7472601"/>
              <a:gd name="connsiteY503" fmla="*/ 3766336 h 6858000"/>
              <a:gd name="connsiteX504" fmla="*/ 5291452 w 7472601"/>
              <a:gd name="connsiteY504" fmla="*/ 4076801 h 6858000"/>
              <a:gd name="connsiteX505" fmla="*/ 5434998 w 7472601"/>
              <a:gd name="connsiteY505" fmla="*/ 4254100 h 6858000"/>
              <a:gd name="connsiteX506" fmla="*/ 5351015 w 7472601"/>
              <a:gd name="connsiteY506" fmla="*/ 3760989 h 6858000"/>
              <a:gd name="connsiteX507" fmla="*/ 5413780 w 7472601"/>
              <a:gd name="connsiteY507" fmla="*/ 2966265 h 6858000"/>
              <a:gd name="connsiteX508" fmla="*/ 5425627 w 7472601"/>
              <a:gd name="connsiteY508" fmla="*/ 2954192 h 6858000"/>
              <a:gd name="connsiteX509" fmla="*/ 6604735 w 7472601"/>
              <a:gd name="connsiteY509" fmla="*/ 2041381 h 6858000"/>
              <a:gd name="connsiteX510" fmla="*/ 7204487 w 7472601"/>
              <a:gd name="connsiteY510" fmla="*/ 2742112 h 6858000"/>
              <a:gd name="connsiteX511" fmla="*/ 7131592 w 7472601"/>
              <a:gd name="connsiteY511" fmla="*/ 2672096 h 6858000"/>
              <a:gd name="connsiteX512" fmla="*/ 6996344 w 7472601"/>
              <a:gd name="connsiteY512" fmla="*/ 2518310 h 6858000"/>
              <a:gd name="connsiteX513" fmla="*/ 6735495 w 7472601"/>
              <a:gd name="connsiteY513" fmla="*/ 2196890 h 6858000"/>
              <a:gd name="connsiteX514" fmla="*/ 6721901 w 7472601"/>
              <a:gd name="connsiteY514" fmla="*/ 2179274 h 6858000"/>
              <a:gd name="connsiteX515" fmla="*/ 6604735 w 7472601"/>
              <a:gd name="connsiteY515" fmla="*/ 2041381 h 6858000"/>
              <a:gd name="connsiteX516" fmla="*/ 6591670 w 7472601"/>
              <a:gd name="connsiteY516" fmla="*/ 1988277 h 6858000"/>
              <a:gd name="connsiteX517" fmla="*/ 6747349 w 7472601"/>
              <a:gd name="connsiteY517" fmla="*/ 2160069 h 6858000"/>
              <a:gd name="connsiteX518" fmla="*/ 6760943 w 7472601"/>
              <a:gd name="connsiteY518" fmla="*/ 2177686 h 6858000"/>
              <a:gd name="connsiteX519" fmla="*/ 7021065 w 7472601"/>
              <a:gd name="connsiteY519" fmla="*/ 2498102 h 6858000"/>
              <a:gd name="connsiteX520" fmla="*/ 7155223 w 7472601"/>
              <a:gd name="connsiteY520" fmla="*/ 2650386 h 6858000"/>
              <a:gd name="connsiteX521" fmla="*/ 7203167 w 7472601"/>
              <a:gd name="connsiteY521" fmla="*/ 2697288 h 6858000"/>
              <a:gd name="connsiteX522" fmla="*/ 6937703 w 7472601"/>
              <a:gd name="connsiteY522" fmla="*/ 2321981 h 6858000"/>
              <a:gd name="connsiteX523" fmla="*/ 6591670 w 7472601"/>
              <a:gd name="connsiteY523" fmla="*/ 1988277 h 6858000"/>
              <a:gd name="connsiteX524" fmla="*/ 5798671 w 7472601"/>
              <a:gd name="connsiteY524" fmla="*/ 1981601 h 6858000"/>
              <a:gd name="connsiteX525" fmla="*/ 5754709 w 7472601"/>
              <a:gd name="connsiteY525" fmla="*/ 2071454 h 6858000"/>
              <a:gd name="connsiteX526" fmla="*/ 5763044 w 7472601"/>
              <a:gd name="connsiteY526" fmla="*/ 2842206 h 6858000"/>
              <a:gd name="connsiteX527" fmla="*/ 5764974 w 7472601"/>
              <a:gd name="connsiteY527" fmla="*/ 2799609 h 6858000"/>
              <a:gd name="connsiteX528" fmla="*/ 5767665 w 7472601"/>
              <a:gd name="connsiteY528" fmla="*/ 2666409 h 6858000"/>
              <a:gd name="connsiteX529" fmla="*/ 5763055 w 7472601"/>
              <a:gd name="connsiteY529" fmla="*/ 2579705 h 6858000"/>
              <a:gd name="connsiteX530" fmla="*/ 5758079 w 7472601"/>
              <a:gd name="connsiteY530" fmla="*/ 2492508 h 6858000"/>
              <a:gd name="connsiteX531" fmla="*/ 5779325 w 7472601"/>
              <a:gd name="connsiteY531" fmla="*/ 2197069 h 6858000"/>
              <a:gd name="connsiteX532" fmla="*/ 5798671 w 7472601"/>
              <a:gd name="connsiteY532" fmla="*/ 1981601 h 6858000"/>
              <a:gd name="connsiteX533" fmla="*/ 5829202 w 7472601"/>
              <a:gd name="connsiteY533" fmla="*/ 1971679 h 6858000"/>
              <a:gd name="connsiteX534" fmla="*/ 5809558 w 7472601"/>
              <a:gd name="connsiteY534" fmla="*/ 2198043 h 6858000"/>
              <a:gd name="connsiteX535" fmla="*/ 5788653 w 7472601"/>
              <a:gd name="connsiteY535" fmla="*/ 2489430 h 6858000"/>
              <a:gd name="connsiteX536" fmla="*/ 5793439 w 7472601"/>
              <a:gd name="connsiteY536" fmla="*/ 2575235 h 6858000"/>
              <a:gd name="connsiteX537" fmla="*/ 5796837 w 7472601"/>
              <a:gd name="connsiteY537" fmla="*/ 2637633 h 6858000"/>
              <a:gd name="connsiteX538" fmla="*/ 5818614 w 7472601"/>
              <a:gd name="connsiteY538" fmla="*/ 2473055 h 6858000"/>
              <a:gd name="connsiteX539" fmla="*/ 5829202 w 7472601"/>
              <a:gd name="connsiteY539" fmla="*/ 1971679 h 6858000"/>
              <a:gd name="connsiteX540" fmla="*/ 5911389 w 7472601"/>
              <a:gd name="connsiteY540" fmla="*/ 1898371 h 6858000"/>
              <a:gd name="connsiteX541" fmla="*/ 6237627 w 7472601"/>
              <a:gd name="connsiteY541" fmla="*/ 2231921 h 6858000"/>
              <a:gd name="connsiteX542" fmla="*/ 5911389 w 7472601"/>
              <a:gd name="connsiteY542" fmla="*/ 1898371 h 6858000"/>
              <a:gd name="connsiteX543" fmla="*/ 6944437 w 7472601"/>
              <a:gd name="connsiteY543" fmla="*/ 1575402 h 6858000"/>
              <a:gd name="connsiteX544" fmla="*/ 6304730 w 7472601"/>
              <a:gd name="connsiteY544" fmla="*/ 1766654 h 6858000"/>
              <a:gd name="connsiteX545" fmla="*/ 6944437 w 7472601"/>
              <a:gd name="connsiteY545" fmla="*/ 1575402 h 6858000"/>
              <a:gd name="connsiteX546" fmla="*/ 7019523 w 7472601"/>
              <a:gd name="connsiteY546" fmla="*/ 1519450 h 6858000"/>
              <a:gd name="connsiteX547" fmla="*/ 6298091 w 7472601"/>
              <a:gd name="connsiteY547" fmla="*/ 1737122 h 6858000"/>
              <a:gd name="connsiteX548" fmla="*/ 7019523 w 7472601"/>
              <a:gd name="connsiteY548" fmla="*/ 1519450 h 6858000"/>
              <a:gd name="connsiteX549" fmla="*/ 2399523 w 7472601"/>
              <a:gd name="connsiteY549" fmla="*/ 1428234 h 6858000"/>
              <a:gd name="connsiteX550" fmla="*/ 2224982 w 7472601"/>
              <a:gd name="connsiteY550" fmla="*/ 1826201 h 6858000"/>
              <a:gd name="connsiteX551" fmla="*/ 2096099 w 7472601"/>
              <a:gd name="connsiteY551" fmla="*/ 2345900 h 6858000"/>
              <a:gd name="connsiteX552" fmla="*/ 2283317 w 7472601"/>
              <a:gd name="connsiteY552" fmla="*/ 1796925 h 6858000"/>
              <a:gd name="connsiteX553" fmla="*/ 2399523 w 7472601"/>
              <a:gd name="connsiteY553" fmla="*/ 1428234 h 6858000"/>
              <a:gd name="connsiteX554" fmla="*/ 2448558 w 7472601"/>
              <a:gd name="connsiteY554" fmla="*/ 1373435 h 6858000"/>
              <a:gd name="connsiteX555" fmla="*/ 2312521 w 7472601"/>
              <a:gd name="connsiteY555" fmla="*/ 1806140 h 6858000"/>
              <a:gd name="connsiteX556" fmla="*/ 2127533 w 7472601"/>
              <a:gd name="connsiteY556" fmla="*/ 2348380 h 6858000"/>
              <a:gd name="connsiteX557" fmla="*/ 2358080 w 7472601"/>
              <a:gd name="connsiteY557" fmla="*/ 1866134 h 6858000"/>
              <a:gd name="connsiteX558" fmla="*/ 2407436 w 7472601"/>
              <a:gd name="connsiteY558" fmla="*/ 1651070 h 6858000"/>
              <a:gd name="connsiteX559" fmla="*/ 2448558 w 7472601"/>
              <a:gd name="connsiteY559" fmla="*/ 1373435 h 6858000"/>
              <a:gd name="connsiteX560" fmla="*/ 278707 w 7472601"/>
              <a:gd name="connsiteY560" fmla="*/ 1352270 h 6858000"/>
              <a:gd name="connsiteX561" fmla="*/ 321570 w 7472601"/>
              <a:gd name="connsiteY561" fmla="*/ 1861610 h 6858000"/>
              <a:gd name="connsiteX562" fmla="*/ 294281 w 7472601"/>
              <a:gd name="connsiteY562" fmla="*/ 1440658 h 6858000"/>
              <a:gd name="connsiteX563" fmla="*/ 278707 w 7472601"/>
              <a:gd name="connsiteY563" fmla="*/ 1352270 h 6858000"/>
              <a:gd name="connsiteX564" fmla="*/ 1423821 w 7472601"/>
              <a:gd name="connsiteY564" fmla="*/ 1351958 h 6858000"/>
              <a:gd name="connsiteX565" fmla="*/ 1638521 w 7472601"/>
              <a:gd name="connsiteY565" fmla="*/ 1908470 h 6858000"/>
              <a:gd name="connsiteX566" fmla="*/ 1754199 w 7472601"/>
              <a:gd name="connsiteY566" fmla="*/ 2149284 h 6858000"/>
              <a:gd name="connsiteX567" fmla="*/ 1908359 w 7472601"/>
              <a:gd name="connsiteY567" fmla="*/ 2364988 h 6858000"/>
              <a:gd name="connsiteX568" fmla="*/ 1647661 w 7472601"/>
              <a:gd name="connsiteY568" fmla="*/ 1825945 h 6858000"/>
              <a:gd name="connsiteX569" fmla="*/ 1423821 w 7472601"/>
              <a:gd name="connsiteY569" fmla="*/ 1351958 h 6858000"/>
              <a:gd name="connsiteX570" fmla="*/ 1431890 w 7472601"/>
              <a:gd name="connsiteY570" fmla="*/ 1306475 h 6858000"/>
              <a:gd name="connsiteX571" fmla="*/ 1507597 w 7472601"/>
              <a:gd name="connsiteY571" fmla="*/ 1446132 h 6858000"/>
              <a:gd name="connsiteX572" fmla="*/ 1674586 w 7472601"/>
              <a:gd name="connsiteY572" fmla="*/ 1813832 h 6858000"/>
              <a:gd name="connsiteX573" fmla="*/ 1815950 w 7472601"/>
              <a:gd name="connsiteY573" fmla="*/ 2128564 h 6858000"/>
              <a:gd name="connsiteX574" fmla="*/ 1984242 w 7472601"/>
              <a:gd name="connsiteY574" fmla="*/ 2430829 h 6858000"/>
              <a:gd name="connsiteX575" fmla="*/ 2014023 w 7472601"/>
              <a:gd name="connsiteY575" fmla="*/ 2450995 h 6858000"/>
              <a:gd name="connsiteX576" fmla="*/ 1747337 w 7472601"/>
              <a:gd name="connsiteY576" fmla="*/ 1855264 h 6858000"/>
              <a:gd name="connsiteX577" fmla="*/ 1533749 w 7472601"/>
              <a:gd name="connsiteY577" fmla="*/ 1478656 h 6858000"/>
              <a:gd name="connsiteX578" fmla="*/ 1431890 w 7472601"/>
              <a:gd name="connsiteY578" fmla="*/ 1306475 h 6858000"/>
              <a:gd name="connsiteX579" fmla="*/ 5052692 w 7472601"/>
              <a:gd name="connsiteY579" fmla="*/ 1292994 h 6858000"/>
              <a:gd name="connsiteX580" fmla="*/ 5200661 w 7472601"/>
              <a:gd name="connsiteY580" fmla="*/ 1635186 h 6858000"/>
              <a:gd name="connsiteX581" fmla="*/ 5297138 w 7472601"/>
              <a:gd name="connsiteY581" fmla="*/ 1906351 h 6858000"/>
              <a:gd name="connsiteX582" fmla="*/ 5052692 w 7472601"/>
              <a:gd name="connsiteY582" fmla="*/ 1292994 h 6858000"/>
              <a:gd name="connsiteX583" fmla="*/ 5009948 w 7472601"/>
              <a:gd name="connsiteY583" fmla="*/ 1273619 h 6858000"/>
              <a:gd name="connsiteX584" fmla="*/ 5121777 w 7472601"/>
              <a:gd name="connsiteY584" fmla="*/ 1654213 h 6858000"/>
              <a:gd name="connsiteX585" fmla="*/ 5293545 w 7472601"/>
              <a:gd name="connsiteY585" fmla="*/ 2072247 h 6858000"/>
              <a:gd name="connsiteX586" fmla="*/ 5294042 w 7472601"/>
              <a:gd name="connsiteY586" fmla="*/ 2065019 h 6858000"/>
              <a:gd name="connsiteX587" fmla="*/ 5171936 w 7472601"/>
              <a:gd name="connsiteY587" fmla="*/ 1647613 h 6858000"/>
              <a:gd name="connsiteX588" fmla="*/ 5009948 w 7472601"/>
              <a:gd name="connsiteY588" fmla="*/ 1273619 h 6858000"/>
              <a:gd name="connsiteX589" fmla="*/ 655236 w 7472601"/>
              <a:gd name="connsiteY589" fmla="*/ 1268632 h 6858000"/>
              <a:gd name="connsiteX590" fmla="*/ 839521 w 7472601"/>
              <a:gd name="connsiteY590" fmla="*/ 1685315 h 6858000"/>
              <a:gd name="connsiteX591" fmla="*/ 1109416 w 7472601"/>
              <a:gd name="connsiteY591" fmla="*/ 2061663 h 6858000"/>
              <a:gd name="connsiteX592" fmla="*/ 1298300 w 7472601"/>
              <a:gd name="connsiteY592" fmla="*/ 2247742 h 6858000"/>
              <a:gd name="connsiteX593" fmla="*/ 1125871 w 7472601"/>
              <a:gd name="connsiteY593" fmla="*/ 1989513 h 6858000"/>
              <a:gd name="connsiteX594" fmla="*/ 981574 w 7472601"/>
              <a:gd name="connsiteY594" fmla="*/ 1783157 h 6858000"/>
              <a:gd name="connsiteX595" fmla="*/ 922198 w 7472601"/>
              <a:gd name="connsiteY595" fmla="*/ 1677437 h 6858000"/>
              <a:gd name="connsiteX596" fmla="*/ 869293 w 7472601"/>
              <a:gd name="connsiteY596" fmla="*/ 1583214 h 6858000"/>
              <a:gd name="connsiteX597" fmla="*/ 751431 w 7472601"/>
              <a:gd name="connsiteY597" fmla="*/ 1405731 h 6858000"/>
              <a:gd name="connsiteX598" fmla="*/ 655236 w 7472601"/>
              <a:gd name="connsiteY598" fmla="*/ 1268632 h 6858000"/>
              <a:gd name="connsiteX599" fmla="*/ 6516292 w 7472601"/>
              <a:gd name="connsiteY599" fmla="*/ 1263064 h 6858000"/>
              <a:gd name="connsiteX600" fmla="*/ 5736320 w 7472601"/>
              <a:gd name="connsiteY600" fmla="*/ 1501803 h 6858000"/>
              <a:gd name="connsiteX601" fmla="*/ 6516292 w 7472601"/>
              <a:gd name="connsiteY601" fmla="*/ 1263064 h 6858000"/>
              <a:gd name="connsiteX602" fmla="*/ 291466 w 7472601"/>
              <a:gd name="connsiteY602" fmla="*/ 1250369 h 6858000"/>
              <a:gd name="connsiteX603" fmla="*/ 323180 w 7472601"/>
              <a:gd name="connsiteY603" fmla="*/ 1435283 h 6858000"/>
              <a:gd name="connsiteX604" fmla="*/ 349381 w 7472601"/>
              <a:gd name="connsiteY604" fmla="*/ 1875041 h 6858000"/>
              <a:gd name="connsiteX605" fmla="*/ 374363 w 7472601"/>
              <a:gd name="connsiteY605" fmla="*/ 1506494 h 6858000"/>
              <a:gd name="connsiteX606" fmla="*/ 302168 w 7472601"/>
              <a:gd name="connsiteY606" fmla="*/ 1274495 h 6858000"/>
              <a:gd name="connsiteX607" fmla="*/ 291466 w 7472601"/>
              <a:gd name="connsiteY607" fmla="*/ 1250369 h 6858000"/>
              <a:gd name="connsiteX608" fmla="*/ 678222 w 7472601"/>
              <a:gd name="connsiteY608" fmla="*/ 1248670 h 6858000"/>
              <a:gd name="connsiteX609" fmla="*/ 775536 w 7472601"/>
              <a:gd name="connsiteY609" fmla="*/ 1388015 h 6858000"/>
              <a:gd name="connsiteX610" fmla="*/ 894529 w 7472601"/>
              <a:gd name="connsiteY610" fmla="*/ 1567739 h 6858000"/>
              <a:gd name="connsiteX611" fmla="*/ 948000 w 7472601"/>
              <a:gd name="connsiteY611" fmla="*/ 1663088 h 6858000"/>
              <a:gd name="connsiteX612" fmla="*/ 1006812 w 7472601"/>
              <a:gd name="connsiteY612" fmla="*/ 1767683 h 6858000"/>
              <a:gd name="connsiteX613" fmla="*/ 1149133 w 7472601"/>
              <a:gd name="connsiteY613" fmla="*/ 1971513 h 6858000"/>
              <a:gd name="connsiteX614" fmla="*/ 1333952 w 7472601"/>
              <a:gd name="connsiteY614" fmla="*/ 2251620 h 6858000"/>
              <a:gd name="connsiteX615" fmla="*/ 1337329 w 7472601"/>
              <a:gd name="connsiteY615" fmla="*/ 2258350 h 6858000"/>
              <a:gd name="connsiteX616" fmla="*/ 1014726 w 7472601"/>
              <a:gd name="connsiteY616" fmla="*/ 1615556 h 6858000"/>
              <a:gd name="connsiteX617" fmla="*/ 678222 w 7472601"/>
              <a:gd name="connsiteY617" fmla="*/ 1248670 h 6858000"/>
              <a:gd name="connsiteX618" fmla="*/ 6691602 w 7472601"/>
              <a:gd name="connsiteY618" fmla="*/ 1140573 h 6858000"/>
              <a:gd name="connsiteX619" fmla="*/ 6571100 w 7472601"/>
              <a:gd name="connsiteY619" fmla="*/ 1183662 h 6858000"/>
              <a:gd name="connsiteX620" fmla="*/ 6241687 w 7472601"/>
              <a:gd name="connsiteY620" fmla="*/ 1257600 h 6858000"/>
              <a:gd name="connsiteX621" fmla="*/ 5693009 w 7472601"/>
              <a:gd name="connsiteY621" fmla="*/ 1478256 h 6858000"/>
              <a:gd name="connsiteX622" fmla="*/ 6548420 w 7472601"/>
              <a:gd name="connsiteY622" fmla="*/ 1214599 h 6858000"/>
              <a:gd name="connsiteX623" fmla="*/ 6605473 w 7472601"/>
              <a:gd name="connsiteY623" fmla="*/ 1184686 h 6858000"/>
              <a:gd name="connsiteX624" fmla="*/ 6691602 w 7472601"/>
              <a:gd name="connsiteY624" fmla="*/ 1140573 h 6858000"/>
              <a:gd name="connsiteX625" fmla="*/ 4002475 w 7472601"/>
              <a:gd name="connsiteY625" fmla="*/ 1037802 h 6858000"/>
              <a:gd name="connsiteX626" fmla="*/ 4000324 w 7472601"/>
              <a:gd name="connsiteY626" fmla="*/ 1039362 h 6858000"/>
              <a:gd name="connsiteX627" fmla="*/ 4002862 w 7472601"/>
              <a:gd name="connsiteY627" fmla="*/ 1042866 h 6858000"/>
              <a:gd name="connsiteX628" fmla="*/ 4002475 w 7472601"/>
              <a:gd name="connsiteY628" fmla="*/ 1037802 h 6858000"/>
              <a:gd name="connsiteX629" fmla="*/ 506322 w 7472601"/>
              <a:gd name="connsiteY629" fmla="*/ 1020997 h 6858000"/>
              <a:gd name="connsiteX630" fmla="*/ 533068 w 7472601"/>
              <a:gd name="connsiteY630" fmla="*/ 1029409 h 6858000"/>
              <a:gd name="connsiteX631" fmla="*/ 1232525 w 7472601"/>
              <a:gd name="connsiteY631" fmla="*/ 1804675 h 6858000"/>
              <a:gd name="connsiteX632" fmla="*/ 1388858 w 7472601"/>
              <a:gd name="connsiteY632" fmla="*/ 2368011 h 6858000"/>
              <a:gd name="connsiteX633" fmla="*/ 1384098 w 7472601"/>
              <a:gd name="connsiteY633" fmla="*/ 2378125 h 6858000"/>
              <a:gd name="connsiteX634" fmla="*/ 1425393 w 7472601"/>
              <a:gd name="connsiteY634" fmla="*/ 2589124 h 6858000"/>
              <a:gd name="connsiteX635" fmla="*/ 1424001 w 7472601"/>
              <a:gd name="connsiteY635" fmla="*/ 2597541 h 6858000"/>
              <a:gd name="connsiteX636" fmla="*/ 2152729 w 7472601"/>
              <a:gd name="connsiteY636" fmla="*/ 2864487 h 6858000"/>
              <a:gd name="connsiteX637" fmla="*/ 2020609 w 7472601"/>
              <a:gd name="connsiteY637" fmla="*/ 2539671 h 6858000"/>
              <a:gd name="connsiteX638" fmla="*/ 2018920 w 7472601"/>
              <a:gd name="connsiteY638" fmla="*/ 2536309 h 6858000"/>
              <a:gd name="connsiteX639" fmla="*/ 1342441 w 7472601"/>
              <a:gd name="connsiteY639" fmla="*/ 1173017 h 6858000"/>
              <a:gd name="connsiteX640" fmla="*/ 1367925 w 7472601"/>
              <a:gd name="connsiteY640" fmla="*/ 1135648 h 6858000"/>
              <a:gd name="connsiteX641" fmla="*/ 1771401 w 7472601"/>
              <a:gd name="connsiteY641" fmla="*/ 1806673 h 6858000"/>
              <a:gd name="connsiteX642" fmla="*/ 1972385 w 7472601"/>
              <a:gd name="connsiteY642" fmla="*/ 2198735 h 6858000"/>
              <a:gd name="connsiteX643" fmla="*/ 2040892 w 7472601"/>
              <a:gd name="connsiteY643" fmla="*/ 2405205 h 6858000"/>
              <a:gd name="connsiteX644" fmla="*/ 2131689 w 7472601"/>
              <a:gd name="connsiteY644" fmla="*/ 1936926 h 6858000"/>
              <a:gd name="connsiteX645" fmla="*/ 2454820 w 7472601"/>
              <a:gd name="connsiteY645" fmla="*/ 1248808 h 6858000"/>
              <a:gd name="connsiteX646" fmla="*/ 2492512 w 7472601"/>
              <a:gd name="connsiteY646" fmla="*/ 1302920 h 6858000"/>
              <a:gd name="connsiteX647" fmla="*/ 2081216 w 7472601"/>
              <a:gd name="connsiteY647" fmla="*/ 2527513 h 6858000"/>
              <a:gd name="connsiteX648" fmla="*/ 2081211 w 7472601"/>
              <a:gd name="connsiteY648" fmla="*/ 2528916 h 6858000"/>
              <a:gd name="connsiteX649" fmla="*/ 2199067 w 7472601"/>
              <a:gd name="connsiteY649" fmla="*/ 2884061 h 6858000"/>
              <a:gd name="connsiteX650" fmla="*/ 3192586 w 7472601"/>
              <a:gd name="connsiteY650" fmla="*/ 3411496 h 6858000"/>
              <a:gd name="connsiteX651" fmla="*/ 3182620 w 7472601"/>
              <a:gd name="connsiteY651" fmla="*/ 3483279 h 6858000"/>
              <a:gd name="connsiteX652" fmla="*/ 2435119 w 7472601"/>
              <a:gd name="connsiteY652" fmla="*/ 3080173 h 6858000"/>
              <a:gd name="connsiteX653" fmla="*/ 2410152 w 7472601"/>
              <a:gd name="connsiteY653" fmla="*/ 3063751 h 6858000"/>
              <a:gd name="connsiteX654" fmla="*/ 2408099 w 7472601"/>
              <a:gd name="connsiteY654" fmla="*/ 3064403 h 6858000"/>
              <a:gd name="connsiteX655" fmla="*/ 2407218 w 7472601"/>
              <a:gd name="connsiteY655" fmla="*/ 3070324 h 6858000"/>
              <a:gd name="connsiteX656" fmla="*/ 2380138 w 7472601"/>
              <a:gd name="connsiteY656" fmla="*/ 3099341 h 6858000"/>
              <a:gd name="connsiteX657" fmla="*/ 1765923 w 7472601"/>
              <a:gd name="connsiteY657" fmla="*/ 3581043 h 6858000"/>
              <a:gd name="connsiteX658" fmla="*/ 1702258 w 7472601"/>
              <a:gd name="connsiteY658" fmla="*/ 3612286 h 6858000"/>
              <a:gd name="connsiteX659" fmla="*/ 1538370 w 7472601"/>
              <a:gd name="connsiteY659" fmla="*/ 3811804 h 6858000"/>
              <a:gd name="connsiteX660" fmla="*/ 542867 w 7472601"/>
              <a:gd name="connsiteY660" fmla="*/ 4944092 h 6858000"/>
              <a:gd name="connsiteX661" fmla="*/ 515800 w 7472601"/>
              <a:gd name="connsiteY661" fmla="*/ 4862180 h 6858000"/>
              <a:gd name="connsiteX662" fmla="*/ 909145 w 7472601"/>
              <a:gd name="connsiteY662" fmla="*/ 4199225 h 6858000"/>
              <a:gd name="connsiteX663" fmla="*/ 1214067 w 7472601"/>
              <a:gd name="connsiteY663" fmla="*/ 3908561 h 6858000"/>
              <a:gd name="connsiteX664" fmla="*/ 640967 w 7472601"/>
              <a:gd name="connsiteY664" fmla="*/ 4105601 h 6858000"/>
              <a:gd name="connsiteX665" fmla="*/ 112563 w 7472601"/>
              <a:gd name="connsiteY665" fmla="*/ 4396952 h 6858000"/>
              <a:gd name="connsiteX666" fmla="*/ 0 w 7472601"/>
              <a:gd name="connsiteY666" fmla="*/ 4466006 h 6858000"/>
              <a:gd name="connsiteX667" fmla="*/ 0 w 7472601"/>
              <a:gd name="connsiteY667" fmla="*/ 4233763 h 6858000"/>
              <a:gd name="connsiteX668" fmla="*/ 36881 w 7472601"/>
              <a:gd name="connsiteY668" fmla="*/ 4200118 h 6858000"/>
              <a:gd name="connsiteX669" fmla="*/ 910534 w 7472601"/>
              <a:gd name="connsiteY669" fmla="*/ 3629753 h 6858000"/>
              <a:gd name="connsiteX670" fmla="*/ 1578717 w 7472601"/>
              <a:gd name="connsiteY670" fmla="*/ 3575982 h 6858000"/>
              <a:gd name="connsiteX671" fmla="*/ 2338780 w 7472601"/>
              <a:gd name="connsiteY671" fmla="*/ 3033725 h 6858000"/>
              <a:gd name="connsiteX672" fmla="*/ 1807991 w 7472601"/>
              <a:gd name="connsiteY672" fmla="*/ 2807184 h 6858000"/>
              <a:gd name="connsiteX673" fmla="*/ 1416358 w 7472601"/>
              <a:gd name="connsiteY673" fmla="*/ 3112571 h 6858000"/>
              <a:gd name="connsiteX674" fmla="*/ 939066 w 7472601"/>
              <a:gd name="connsiteY674" fmla="*/ 3378798 h 6858000"/>
              <a:gd name="connsiteX675" fmla="*/ 115099 w 7472601"/>
              <a:gd name="connsiteY675" fmla="*/ 3607650 h 6858000"/>
              <a:gd name="connsiteX676" fmla="*/ 97284 w 7472601"/>
              <a:gd name="connsiteY676" fmla="*/ 3520393 h 6858000"/>
              <a:gd name="connsiteX677" fmla="*/ 922050 w 7472601"/>
              <a:gd name="connsiteY677" fmla="*/ 3074867 h 6858000"/>
              <a:gd name="connsiteX678" fmla="*/ 1405265 w 7472601"/>
              <a:gd name="connsiteY678" fmla="*/ 3016319 h 6858000"/>
              <a:gd name="connsiteX679" fmla="*/ 1407512 w 7472601"/>
              <a:gd name="connsiteY679" fmla="*/ 3018001 h 6858000"/>
              <a:gd name="connsiteX680" fmla="*/ 1726266 w 7472601"/>
              <a:gd name="connsiteY680" fmla="*/ 2777274 h 6858000"/>
              <a:gd name="connsiteX681" fmla="*/ 625390 w 7472601"/>
              <a:gd name="connsiteY681" fmla="*/ 2514541 h 6858000"/>
              <a:gd name="connsiteX682" fmla="*/ 619799 w 7472601"/>
              <a:gd name="connsiteY682" fmla="*/ 2527180 h 6858000"/>
              <a:gd name="connsiteX683" fmla="*/ 310030 w 7472601"/>
              <a:gd name="connsiteY683" fmla="*/ 2771818 h 6858000"/>
              <a:gd name="connsiteX684" fmla="*/ 173877 w 7472601"/>
              <a:gd name="connsiteY684" fmla="*/ 2937056 h 6858000"/>
              <a:gd name="connsiteX685" fmla="*/ 77889 w 7472601"/>
              <a:gd name="connsiteY685" fmla="*/ 3138440 h 6858000"/>
              <a:gd name="connsiteX686" fmla="*/ 0 w 7472601"/>
              <a:gd name="connsiteY686" fmla="*/ 3271395 h 6858000"/>
              <a:gd name="connsiteX687" fmla="*/ 0 w 7472601"/>
              <a:gd name="connsiteY687" fmla="*/ 3153002 h 6858000"/>
              <a:gd name="connsiteX688" fmla="*/ 2386 w 7472601"/>
              <a:gd name="connsiteY688" fmla="*/ 3149203 h 6858000"/>
              <a:gd name="connsiteX689" fmla="*/ 89753 w 7472601"/>
              <a:gd name="connsiteY689" fmla="*/ 2987702 h 6858000"/>
              <a:gd name="connsiteX690" fmla="*/ 76869 w 7472601"/>
              <a:gd name="connsiteY690" fmla="*/ 3005404 h 6858000"/>
              <a:gd name="connsiteX691" fmla="*/ 32049 w 7472601"/>
              <a:gd name="connsiteY691" fmla="*/ 3065814 h 6858000"/>
              <a:gd name="connsiteX692" fmla="*/ 0 w 7472601"/>
              <a:gd name="connsiteY692" fmla="*/ 3108744 h 6858000"/>
              <a:gd name="connsiteX693" fmla="*/ 0 w 7472601"/>
              <a:gd name="connsiteY693" fmla="*/ 3058059 h 6858000"/>
              <a:gd name="connsiteX694" fmla="*/ 7610 w 7472601"/>
              <a:gd name="connsiteY694" fmla="*/ 3047889 h 6858000"/>
              <a:gd name="connsiteX695" fmla="*/ 52419 w 7472601"/>
              <a:gd name="connsiteY695" fmla="*/ 2987479 h 6858000"/>
              <a:gd name="connsiteX696" fmla="*/ 59142 w 7472601"/>
              <a:gd name="connsiteY696" fmla="*/ 2978488 h 6858000"/>
              <a:gd name="connsiteX697" fmla="*/ 0 w 7472601"/>
              <a:gd name="connsiteY697" fmla="*/ 3015334 h 6858000"/>
              <a:gd name="connsiteX698" fmla="*/ 0 w 7472601"/>
              <a:gd name="connsiteY698" fmla="*/ 2914286 h 6858000"/>
              <a:gd name="connsiteX699" fmla="*/ 36383 w 7472601"/>
              <a:gd name="connsiteY699" fmla="*/ 2901128 h 6858000"/>
              <a:gd name="connsiteX700" fmla="*/ 156329 w 7472601"/>
              <a:gd name="connsiteY700" fmla="*/ 2840533 h 6858000"/>
              <a:gd name="connsiteX701" fmla="*/ 358355 w 7472601"/>
              <a:gd name="connsiteY701" fmla="*/ 2620471 h 6858000"/>
              <a:gd name="connsiteX702" fmla="*/ 510577 w 7472601"/>
              <a:gd name="connsiteY702" fmla="*/ 2501244 h 6858000"/>
              <a:gd name="connsiteX703" fmla="*/ 211967 w 7472601"/>
              <a:gd name="connsiteY703" fmla="*/ 2479171 h 6858000"/>
              <a:gd name="connsiteX704" fmla="*/ 0 w 7472601"/>
              <a:gd name="connsiteY704" fmla="*/ 2476398 h 6858000"/>
              <a:gd name="connsiteX705" fmla="*/ 0 w 7472601"/>
              <a:gd name="connsiteY705" fmla="*/ 2389189 h 6858000"/>
              <a:gd name="connsiteX706" fmla="*/ 103062 w 7472601"/>
              <a:gd name="connsiteY706" fmla="*/ 2389518 h 6858000"/>
              <a:gd name="connsiteX707" fmla="*/ 510734 w 7472601"/>
              <a:gd name="connsiteY707" fmla="*/ 2416201 h 6858000"/>
              <a:gd name="connsiteX708" fmla="*/ 279257 w 7472601"/>
              <a:gd name="connsiteY708" fmla="*/ 2092102 h 6858000"/>
              <a:gd name="connsiteX709" fmla="*/ 65265 w 7472601"/>
              <a:gd name="connsiteY709" fmla="*/ 2006049 h 6858000"/>
              <a:gd name="connsiteX710" fmla="*/ 0 w 7472601"/>
              <a:gd name="connsiteY710" fmla="*/ 1982532 h 6858000"/>
              <a:gd name="connsiteX711" fmla="*/ 0 w 7472601"/>
              <a:gd name="connsiteY711" fmla="*/ 1912789 h 6858000"/>
              <a:gd name="connsiteX712" fmla="*/ 97460 w 7472601"/>
              <a:gd name="connsiteY712" fmla="*/ 1953725 h 6858000"/>
              <a:gd name="connsiteX713" fmla="*/ 221272 w 7472601"/>
              <a:gd name="connsiteY713" fmla="*/ 1980766 h 6858000"/>
              <a:gd name="connsiteX714" fmla="*/ 116765 w 7472601"/>
              <a:gd name="connsiteY714" fmla="*/ 1911033 h 6858000"/>
              <a:gd name="connsiteX715" fmla="*/ 16405 w 7472601"/>
              <a:gd name="connsiteY715" fmla="*/ 1803412 h 6858000"/>
              <a:gd name="connsiteX716" fmla="*/ 0 w 7472601"/>
              <a:gd name="connsiteY716" fmla="*/ 1784777 h 6858000"/>
              <a:gd name="connsiteX717" fmla="*/ 0 w 7472601"/>
              <a:gd name="connsiteY717" fmla="*/ 1740082 h 6858000"/>
              <a:gd name="connsiteX718" fmla="*/ 39394 w 7472601"/>
              <a:gd name="connsiteY718" fmla="*/ 1784856 h 6858000"/>
              <a:gd name="connsiteX719" fmla="*/ 135813 w 7472601"/>
              <a:gd name="connsiteY719" fmla="*/ 1888838 h 6858000"/>
              <a:gd name="connsiteX720" fmla="*/ 242575 w 7472601"/>
              <a:gd name="connsiteY720" fmla="*/ 1958841 h 6858000"/>
              <a:gd name="connsiteX721" fmla="*/ 82197 w 7472601"/>
              <a:gd name="connsiteY721" fmla="*/ 1754826 h 6858000"/>
              <a:gd name="connsiteX722" fmla="*/ 0 w 7472601"/>
              <a:gd name="connsiteY722" fmla="*/ 1679650 h 6858000"/>
              <a:gd name="connsiteX723" fmla="*/ 0 w 7472601"/>
              <a:gd name="connsiteY723" fmla="*/ 1602463 h 6858000"/>
              <a:gd name="connsiteX724" fmla="*/ 84689 w 7472601"/>
              <a:gd name="connsiteY724" fmla="*/ 1677442 h 6858000"/>
              <a:gd name="connsiteX725" fmla="*/ 298437 w 7472601"/>
              <a:gd name="connsiteY725" fmla="*/ 1968019 h 6858000"/>
              <a:gd name="connsiteX726" fmla="*/ 227269 w 7472601"/>
              <a:gd name="connsiteY726" fmla="*/ 1114064 h 6858000"/>
              <a:gd name="connsiteX727" fmla="*/ 248003 w 7472601"/>
              <a:gd name="connsiteY727" fmla="*/ 1089613 h 6858000"/>
              <a:gd name="connsiteX728" fmla="*/ 427020 w 7472601"/>
              <a:gd name="connsiteY728" fmla="*/ 1619803 h 6858000"/>
              <a:gd name="connsiteX729" fmla="*/ 340345 w 7472601"/>
              <a:gd name="connsiteY729" fmla="*/ 2027739 h 6858000"/>
              <a:gd name="connsiteX730" fmla="*/ 360865 w 7472601"/>
              <a:gd name="connsiteY730" fmla="*/ 2044827 h 6858000"/>
              <a:gd name="connsiteX731" fmla="*/ 560414 w 7472601"/>
              <a:gd name="connsiteY731" fmla="*/ 2421457 h 6858000"/>
              <a:gd name="connsiteX732" fmla="*/ 1359703 w 7472601"/>
              <a:gd name="connsiteY732" fmla="*/ 2578554 h 6858000"/>
              <a:gd name="connsiteX733" fmla="*/ 1359422 w 7472601"/>
              <a:gd name="connsiteY733" fmla="*/ 2577994 h 6858000"/>
              <a:gd name="connsiteX734" fmla="*/ 828701 w 7472601"/>
              <a:gd name="connsiteY734" fmla="*/ 1839520 h 6858000"/>
              <a:gd name="connsiteX735" fmla="*/ 494427 w 7472601"/>
              <a:gd name="connsiteY735" fmla="*/ 1092333 h 6858000"/>
              <a:gd name="connsiteX736" fmla="*/ 506322 w 7472601"/>
              <a:gd name="connsiteY736" fmla="*/ 1020997 h 6858000"/>
              <a:gd name="connsiteX737" fmla="*/ 4570198 w 7472601"/>
              <a:gd name="connsiteY737" fmla="*/ 978081 h 6858000"/>
              <a:gd name="connsiteX738" fmla="*/ 4523691 w 7472601"/>
              <a:gd name="connsiteY738" fmla="*/ 1127776 h 6858000"/>
              <a:gd name="connsiteX739" fmla="*/ 4509875 w 7472601"/>
              <a:gd name="connsiteY739" fmla="*/ 1167552 h 6858000"/>
              <a:gd name="connsiteX740" fmla="*/ 4478168 w 7472601"/>
              <a:gd name="connsiteY740" fmla="*/ 1260735 h 6858000"/>
              <a:gd name="connsiteX741" fmla="*/ 4409309 w 7472601"/>
              <a:gd name="connsiteY741" fmla="*/ 1666996 h 6858000"/>
              <a:gd name="connsiteX742" fmla="*/ 4370031 w 7472601"/>
              <a:gd name="connsiteY742" fmla="*/ 1955666 h 6858000"/>
              <a:gd name="connsiteX743" fmla="*/ 4570198 w 7472601"/>
              <a:gd name="connsiteY743" fmla="*/ 978081 h 6858000"/>
              <a:gd name="connsiteX744" fmla="*/ 4557898 w 7472601"/>
              <a:gd name="connsiteY744" fmla="*/ 900011 h 6858000"/>
              <a:gd name="connsiteX745" fmla="*/ 4344840 w 7472601"/>
              <a:gd name="connsiteY745" fmla="*/ 1922038 h 6858000"/>
              <a:gd name="connsiteX746" fmla="*/ 4378710 w 7472601"/>
              <a:gd name="connsiteY746" fmla="*/ 1665516 h 6858000"/>
              <a:gd name="connsiteX747" fmla="*/ 4448798 w 7472601"/>
              <a:gd name="connsiteY747" fmla="*/ 1253024 h 6858000"/>
              <a:gd name="connsiteX748" fmla="*/ 4480315 w 7472601"/>
              <a:gd name="connsiteY748" fmla="*/ 1158454 h 6858000"/>
              <a:gd name="connsiteX749" fmla="*/ 4494133 w 7472601"/>
              <a:gd name="connsiteY749" fmla="*/ 1118676 h 6858000"/>
              <a:gd name="connsiteX750" fmla="*/ 4557898 w 7472601"/>
              <a:gd name="connsiteY750" fmla="*/ 900011 h 6858000"/>
              <a:gd name="connsiteX751" fmla="*/ 5870151 w 7472601"/>
              <a:gd name="connsiteY751" fmla="*/ 898890 h 6858000"/>
              <a:gd name="connsiteX752" fmla="*/ 5861335 w 7472601"/>
              <a:gd name="connsiteY752" fmla="*/ 899177 h 6858000"/>
              <a:gd name="connsiteX753" fmla="*/ 5843702 w 7472601"/>
              <a:gd name="connsiteY753" fmla="*/ 899748 h 6858000"/>
              <a:gd name="connsiteX754" fmla="*/ 5651107 w 7472601"/>
              <a:gd name="connsiteY754" fmla="*/ 920306 h 6858000"/>
              <a:gd name="connsiteX755" fmla="*/ 5459407 w 7472601"/>
              <a:gd name="connsiteY755" fmla="*/ 940975 h 6858000"/>
              <a:gd name="connsiteX756" fmla="*/ 5374846 w 7472601"/>
              <a:gd name="connsiteY756" fmla="*/ 941988 h 6858000"/>
              <a:gd name="connsiteX757" fmla="*/ 5256105 w 7472601"/>
              <a:gd name="connsiteY757" fmla="*/ 945632 h 6858000"/>
              <a:gd name="connsiteX758" fmla="*/ 5107071 w 7472601"/>
              <a:gd name="connsiteY758" fmla="*/ 969720 h 6858000"/>
              <a:gd name="connsiteX759" fmla="*/ 4998681 w 7472601"/>
              <a:gd name="connsiteY759" fmla="*/ 988771 h 6858000"/>
              <a:gd name="connsiteX760" fmla="*/ 5870151 w 7472601"/>
              <a:gd name="connsiteY760" fmla="*/ 898890 h 6858000"/>
              <a:gd name="connsiteX761" fmla="*/ 5504425 w 7472601"/>
              <a:gd name="connsiteY761" fmla="*/ 848067 h 6858000"/>
              <a:gd name="connsiteX762" fmla="*/ 4968849 w 7472601"/>
              <a:gd name="connsiteY762" fmla="*/ 962318 h 6858000"/>
              <a:gd name="connsiteX763" fmla="*/ 5104039 w 7472601"/>
              <a:gd name="connsiteY763" fmla="*/ 940634 h 6858000"/>
              <a:gd name="connsiteX764" fmla="*/ 5256311 w 7472601"/>
              <a:gd name="connsiteY764" fmla="*/ 916490 h 6858000"/>
              <a:gd name="connsiteX765" fmla="*/ 5377381 w 7472601"/>
              <a:gd name="connsiteY765" fmla="*/ 912671 h 6858000"/>
              <a:gd name="connsiteX766" fmla="*/ 5460148 w 7472601"/>
              <a:gd name="connsiteY766" fmla="*/ 911442 h 6858000"/>
              <a:gd name="connsiteX767" fmla="*/ 5648971 w 7472601"/>
              <a:gd name="connsiteY767" fmla="*/ 891331 h 6858000"/>
              <a:gd name="connsiteX768" fmla="*/ 5844807 w 7472601"/>
              <a:gd name="connsiteY768" fmla="*/ 870718 h 6858000"/>
              <a:gd name="connsiteX769" fmla="*/ 5862975 w 7472601"/>
              <a:gd name="connsiteY769" fmla="*/ 869756 h 6858000"/>
              <a:gd name="connsiteX770" fmla="*/ 5920887 w 7472601"/>
              <a:gd name="connsiteY770" fmla="*/ 865929 h 6858000"/>
              <a:gd name="connsiteX771" fmla="*/ 5504425 w 7472601"/>
              <a:gd name="connsiteY771" fmla="*/ 848067 h 6858000"/>
              <a:gd name="connsiteX772" fmla="*/ 3607114 w 7472601"/>
              <a:gd name="connsiteY772" fmla="*/ 467441 h 6858000"/>
              <a:gd name="connsiteX773" fmla="*/ 3296242 w 7472601"/>
              <a:gd name="connsiteY773" fmla="*/ 807991 h 6858000"/>
              <a:gd name="connsiteX774" fmla="*/ 3174674 w 7472601"/>
              <a:gd name="connsiteY774" fmla="*/ 919759 h 6858000"/>
              <a:gd name="connsiteX775" fmla="*/ 3042978 w 7472601"/>
              <a:gd name="connsiteY775" fmla="*/ 1054894 h 6858000"/>
              <a:gd name="connsiteX776" fmla="*/ 2968914 w 7472601"/>
              <a:gd name="connsiteY776" fmla="*/ 1133756 h 6858000"/>
              <a:gd name="connsiteX777" fmla="*/ 3103823 w 7472601"/>
              <a:gd name="connsiteY777" fmla="*/ 1026814 h 6858000"/>
              <a:gd name="connsiteX778" fmla="*/ 3607114 w 7472601"/>
              <a:gd name="connsiteY778" fmla="*/ 467441 h 6858000"/>
              <a:gd name="connsiteX779" fmla="*/ 3744487 w 7472601"/>
              <a:gd name="connsiteY779" fmla="*/ 383136 h 6858000"/>
              <a:gd name="connsiteX780" fmla="*/ 3970213 w 7472601"/>
              <a:gd name="connsiteY780" fmla="*/ 995559 h 6858000"/>
              <a:gd name="connsiteX781" fmla="*/ 3744487 w 7472601"/>
              <a:gd name="connsiteY781" fmla="*/ 383136 h 6858000"/>
              <a:gd name="connsiteX782" fmla="*/ 3624562 w 7472601"/>
              <a:gd name="connsiteY782" fmla="*/ 367041 h 6858000"/>
              <a:gd name="connsiteX783" fmla="*/ 3489712 w 7472601"/>
              <a:gd name="connsiteY783" fmla="*/ 485386 h 6858000"/>
              <a:gd name="connsiteX784" fmla="*/ 3182994 w 7472601"/>
              <a:gd name="connsiteY784" fmla="*/ 828265 h 6858000"/>
              <a:gd name="connsiteX785" fmla="*/ 2892114 w 7472601"/>
              <a:gd name="connsiteY785" fmla="*/ 1172635 h 6858000"/>
              <a:gd name="connsiteX786" fmla="*/ 3021459 w 7472601"/>
              <a:gd name="connsiteY786" fmla="*/ 1035385 h 6858000"/>
              <a:gd name="connsiteX787" fmla="*/ 3153873 w 7472601"/>
              <a:gd name="connsiteY787" fmla="*/ 898971 h 6858000"/>
              <a:gd name="connsiteX788" fmla="*/ 3276511 w 7472601"/>
              <a:gd name="connsiteY788" fmla="*/ 786423 h 6858000"/>
              <a:gd name="connsiteX789" fmla="*/ 3584154 w 7472601"/>
              <a:gd name="connsiteY789" fmla="*/ 448218 h 6858000"/>
              <a:gd name="connsiteX790" fmla="*/ 3624562 w 7472601"/>
              <a:gd name="connsiteY790" fmla="*/ 367041 h 6858000"/>
              <a:gd name="connsiteX791" fmla="*/ 3766672 w 7472601"/>
              <a:gd name="connsiteY791" fmla="*/ 359429 h 6858000"/>
              <a:gd name="connsiteX792" fmla="*/ 3996338 w 7472601"/>
              <a:gd name="connsiteY792" fmla="*/ 968237 h 6858000"/>
              <a:gd name="connsiteX793" fmla="*/ 3766672 w 7472601"/>
              <a:gd name="connsiteY793" fmla="*/ 359429 h 6858000"/>
              <a:gd name="connsiteX794" fmla="*/ 5805386 w 7472601"/>
              <a:gd name="connsiteY794" fmla="*/ 239240 h 6858000"/>
              <a:gd name="connsiteX795" fmla="*/ 5736947 w 7472601"/>
              <a:gd name="connsiteY795" fmla="*/ 261367 h 6858000"/>
              <a:gd name="connsiteX796" fmla="*/ 5427012 w 7472601"/>
              <a:gd name="connsiteY796" fmla="*/ 311272 h 6858000"/>
              <a:gd name="connsiteX797" fmla="*/ 5147818 w 7472601"/>
              <a:gd name="connsiteY797" fmla="*/ 322112 h 6858000"/>
              <a:gd name="connsiteX798" fmla="*/ 5060854 w 7472601"/>
              <a:gd name="connsiteY798" fmla="*/ 311882 h 6858000"/>
              <a:gd name="connsiteX799" fmla="*/ 4945989 w 7472601"/>
              <a:gd name="connsiteY799" fmla="*/ 300516 h 6858000"/>
              <a:gd name="connsiteX800" fmla="*/ 5410479 w 7472601"/>
              <a:gd name="connsiteY800" fmla="*/ 348434 h 6858000"/>
              <a:gd name="connsiteX801" fmla="*/ 5805386 w 7472601"/>
              <a:gd name="connsiteY801" fmla="*/ 239240 h 6858000"/>
              <a:gd name="connsiteX802" fmla="*/ 5905192 w 7472601"/>
              <a:gd name="connsiteY802" fmla="*/ 163079 h 6858000"/>
              <a:gd name="connsiteX803" fmla="*/ 5865655 w 7472601"/>
              <a:gd name="connsiteY803" fmla="*/ 171901 h 6858000"/>
              <a:gd name="connsiteX804" fmla="*/ 5259740 w 7472601"/>
              <a:gd name="connsiteY804" fmla="*/ 257013 h 6858000"/>
              <a:gd name="connsiteX805" fmla="*/ 5208466 w 7472601"/>
              <a:gd name="connsiteY805" fmla="*/ 257550 h 6858000"/>
              <a:gd name="connsiteX806" fmla="*/ 4980204 w 7472601"/>
              <a:gd name="connsiteY806" fmla="*/ 271903 h 6858000"/>
              <a:gd name="connsiteX807" fmla="*/ 5068068 w 7472601"/>
              <a:gd name="connsiteY807" fmla="*/ 282244 h 6858000"/>
              <a:gd name="connsiteX808" fmla="*/ 5153231 w 7472601"/>
              <a:gd name="connsiteY808" fmla="*/ 292240 h 6858000"/>
              <a:gd name="connsiteX809" fmla="*/ 5426491 w 7472601"/>
              <a:gd name="connsiteY809" fmla="*/ 281128 h 6858000"/>
              <a:gd name="connsiteX810" fmla="*/ 5731212 w 7472601"/>
              <a:gd name="connsiteY810" fmla="*/ 231951 h 6858000"/>
              <a:gd name="connsiteX811" fmla="*/ 5905192 w 7472601"/>
              <a:gd name="connsiteY811" fmla="*/ 163079 h 6858000"/>
              <a:gd name="connsiteX812" fmla="*/ 5944437 w 7472601"/>
              <a:gd name="connsiteY812" fmla="*/ 113829 h 6858000"/>
              <a:gd name="connsiteX813" fmla="*/ 5825032 w 7472601"/>
              <a:gd name="connsiteY813" fmla="*/ 146405 h 6858000"/>
              <a:gd name="connsiteX814" fmla="*/ 4955599 w 7472601"/>
              <a:gd name="connsiteY814" fmla="*/ 247008 h 6858000"/>
              <a:gd name="connsiteX815" fmla="*/ 5210104 w 7472601"/>
              <a:gd name="connsiteY815" fmla="*/ 228123 h 6858000"/>
              <a:gd name="connsiteX816" fmla="*/ 5261015 w 7472601"/>
              <a:gd name="connsiteY816" fmla="*/ 227087 h 6858000"/>
              <a:gd name="connsiteX817" fmla="*/ 5861181 w 7472601"/>
              <a:gd name="connsiteY817" fmla="*/ 143093 h 6858000"/>
              <a:gd name="connsiteX818" fmla="*/ 5961252 w 7472601"/>
              <a:gd name="connsiteY818" fmla="*/ 114820 h 6858000"/>
              <a:gd name="connsiteX819" fmla="*/ 5944437 w 7472601"/>
              <a:gd name="connsiteY819" fmla="*/ 113829 h 6858000"/>
              <a:gd name="connsiteX820" fmla="*/ 3882765 w 7472601"/>
              <a:gd name="connsiteY820" fmla="*/ 0 h 6858000"/>
              <a:gd name="connsiteX821" fmla="*/ 3995099 w 7472601"/>
              <a:gd name="connsiteY821" fmla="*/ 0 h 6858000"/>
              <a:gd name="connsiteX822" fmla="*/ 4163818 w 7472601"/>
              <a:gd name="connsiteY822" fmla="*/ 234104 h 6858000"/>
              <a:gd name="connsiteX823" fmla="*/ 4172099 w 7472601"/>
              <a:gd name="connsiteY823" fmla="*/ 234207 h 6858000"/>
              <a:gd name="connsiteX824" fmla="*/ 4784282 w 7472601"/>
              <a:gd name="connsiteY824" fmla="*/ 276561 h 6858000"/>
              <a:gd name="connsiteX825" fmla="*/ 4801687 w 7472601"/>
              <a:gd name="connsiteY825" fmla="*/ 267764 h 6858000"/>
              <a:gd name="connsiteX826" fmla="*/ 6082788 w 7472601"/>
              <a:gd name="connsiteY826" fmla="*/ 64119 h 6858000"/>
              <a:gd name="connsiteX827" fmla="*/ 6099442 w 7472601"/>
              <a:gd name="connsiteY827" fmla="*/ 82568 h 6858000"/>
              <a:gd name="connsiteX828" fmla="*/ 4804137 w 7472601"/>
              <a:gd name="connsiteY828" fmla="*/ 320931 h 6858000"/>
              <a:gd name="connsiteX829" fmla="*/ 4227047 w 7472601"/>
              <a:gd name="connsiteY829" fmla="*/ 313415 h 6858000"/>
              <a:gd name="connsiteX830" fmla="*/ 4346041 w 7472601"/>
              <a:gd name="connsiteY830" fmla="*/ 456086 h 6858000"/>
              <a:gd name="connsiteX831" fmla="*/ 4870967 w 7472601"/>
              <a:gd name="connsiteY831" fmla="*/ 963061 h 6858000"/>
              <a:gd name="connsiteX832" fmla="*/ 4889647 w 7472601"/>
              <a:gd name="connsiteY832" fmla="*/ 957147 h 6858000"/>
              <a:gd name="connsiteX833" fmla="*/ 5422504 w 7472601"/>
              <a:gd name="connsiteY833" fmla="*/ 805191 h 6858000"/>
              <a:gd name="connsiteX834" fmla="*/ 6087656 w 7472601"/>
              <a:gd name="connsiteY834" fmla="*/ 826703 h 6858000"/>
              <a:gd name="connsiteX835" fmla="*/ 6058717 w 7472601"/>
              <a:gd name="connsiteY835" fmla="*/ 865992 h 6858000"/>
              <a:gd name="connsiteX836" fmla="*/ 4974153 w 7472601"/>
              <a:gd name="connsiteY836" fmla="*/ 1045456 h 6858000"/>
              <a:gd name="connsiteX837" fmla="*/ 5627835 w 7472601"/>
              <a:gd name="connsiteY837" fmla="*/ 1472077 h 6858000"/>
              <a:gd name="connsiteX838" fmla="*/ 5629817 w 7472601"/>
              <a:gd name="connsiteY838" fmla="*/ 1471412 h 6858000"/>
              <a:gd name="connsiteX839" fmla="*/ 5634124 w 7472601"/>
              <a:gd name="connsiteY839" fmla="*/ 1470572 h 6858000"/>
              <a:gd name="connsiteX840" fmla="*/ 5755832 w 7472601"/>
              <a:gd name="connsiteY840" fmla="*/ 1383886 h 6858000"/>
              <a:gd name="connsiteX841" fmla="*/ 6014186 w 7472601"/>
              <a:gd name="connsiteY841" fmla="*/ 1279799 h 6858000"/>
              <a:gd name="connsiteX842" fmla="*/ 6901619 w 7472601"/>
              <a:gd name="connsiteY842" fmla="*/ 1047874 h 6858000"/>
              <a:gd name="connsiteX843" fmla="*/ 6931566 w 7472601"/>
              <a:gd name="connsiteY843" fmla="*/ 1062034 h 6858000"/>
              <a:gd name="connsiteX844" fmla="*/ 5790982 w 7472601"/>
              <a:gd name="connsiteY844" fmla="*/ 1561380 h 6858000"/>
              <a:gd name="connsiteX845" fmla="*/ 6188971 w 7472601"/>
              <a:gd name="connsiteY845" fmla="*/ 1755168 h 6858000"/>
              <a:gd name="connsiteX846" fmla="*/ 6202446 w 7472601"/>
              <a:gd name="connsiteY846" fmla="*/ 1752268 h 6858000"/>
              <a:gd name="connsiteX847" fmla="*/ 7179560 w 7472601"/>
              <a:gd name="connsiteY847" fmla="*/ 1467551 h 6858000"/>
              <a:gd name="connsiteX848" fmla="*/ 7158730 w 7472601"/>
              <a:gd name="connsiteY848" fmla="*/ 1507835 h 6858000"/>
              <a:gd name="connsiteX849" fmla="*/ 6326959 w 7472601"/>
              <a:gd name="connsiteY849" fmla="*/ 1817686 h 6858000"/>
              <a:gd name="connsiteX850" fmla="*/ 6537433 w 7472601"/>
              <a:gd name="connsiteY850" fmla="*/ 1907790 h 6858000"/>
              <a:gd name="connsiteX851" fmla="*/ 6550221 w 7472601"/>
              <a:gd name="connsiteY851" fmla="*/ 1910729 h 6858000"/>
              <a:gd name="connsiteX852" fmla="*/ 6964438 w 7472601"/>
              <a:gd name="connsiteY852" fmla="*/ 2209505 h 6858000"/>
              <a:gd name="connsiteX853" fmla="*/ 7367862 w 7472601"/>
              <a:gd name="connsiteY853" fmla="*/ 2806833 h 6858000"/>
              <a:gd name="connsiteX854" fmla="*/ 7364329 w 7472601"/>
              <a:gd name="connsiteY854" fmla="*/ 2826907 h 6858000"/>
              <a:gd name="connsiteX855" fmla="*/ 7290545 w 7472601"/>
              <a:gd name="connsiteY855" fmla="*/ 2850663 h 6858000"/>
              <a:gd name="connsiteX856" fmla="*/ 6472036 w 7472601"/>
              <a:gd name="connsiteY856" fmla="*/ 1959003 h 6858000"/>
              <a:gd name="connsiteX857" fmla="*/ 5792897 w 7472601"/>
              <a:gd name="connsiteY857" fmla="*/ 1647747 h 6858000"/>
              <a:gd name="connsiteX858" fmla="*/ 5842751 w 7472601"/>
              <a:gd name="connsiteY858" fmla="*/ 1816112 h 6858000"/>
              <a:gd name="connsiteX859" fmla="*/ 5847424 w 7472601"/>
              <a:gd name="connsiteY859" fmla="*/ 1815776 h 6858000"/>
              <a:gd name="connsiteX860" fmla="*/ 6399821 w 7472601"/>
              <a:gd name="connsiteY860" fmla="*/ 2344799 h 6858000"/>
              <a:gd name="connsiteX861" fmla="*/ 6323232 w 7472601"/>
              <a:gd name="connsiteY861" fmla="*/ 2389634 h 6858000"/>
              <a:gd name="connsiteX862" fmla="*/ 5942958 w 7472601"/>
              <a:gd name="connsiteY862" fmla="*/ 2077708 h 6858000"/>
              <a:gd name="connsiteX863" fmla="*/ 5921559 w 7472601"/>
              <a:gd name="connsiteY863" fmla="*/ 2378596 h 6858000"/>
              <a:gd name="connsiteX864" fmla="*/ 5817651 w 7472601"/>
              <a:gd name="connsiteY864" fmla="*/ 3023919 h 6858000"/>
              <a:gd name="connsiteX865" fmla="*/ 5729634 w 7472601"/>
              <a:gd name="connsiteY865" fmla="*/ 3051849 h 6858000"/>
              <a:gd name="connsiteX866" fmla="*/ 5611018 w 7472601"/>
              <a:gd name="connsiteY866" fmla="*/ 2316769 h 6858000"/>
              <a:gd name="connsiteX867" fmla="*/ 5687608 w 7472601"/>
              <a:gd name="connsiteY867" fmla="*/ 2039972 h 6858000"/>
              <a:gd name="connsiteX868" fmla="*/ 5657554 w 7472601"/>
              <a:gd name="connsiteY868" fmla="*/ 1576445 h 6858000"/>
              <a:gd name="connsiteX869" fmla="*/ 5150475 w 7472601"/>
              <a:gd name="connsiteY869" fmla="*/ 1274012 h 6858000"/>
              <a:gd name="connsiteX870" fmla="*/ 5349142 w 7472601"/>
              <a:gd name="connsiteY870" fmla="*/ 2204405 h 6858000"/>
              <a:gd name="connsiteX871" fmla="*/ 5262214 w 7472601"/>
              <a:gd name="connsiteY871" fmla="*/ 2233836 h 6858000"/>
              <a:gd name="connsiteX872" fmla="*/ 4981539 w 7472601"/>
              <a:gd name="connsiteY872" fmla="*/ 1542201 h 6858000"/>
              <a:gd name="connsiteX873" fmla="*/ 4958461 w 7472601"/>
              <a:gd name="connsiteY873" fmla="*/ 1136957 h 6858000"/>
              <a:gd name="connsiteX874" fmla="*/ 4655015 w 7472601"/>
              <a:gd name="connsiteY874" fmla="*/ 891426 h 6858000"/>
              <a:gd name="connsiteX875" fmla="*/ 4348002 w 7472601"/>
              <a:gd name="connsiteY875" fmla="*/ 2205895 h 6858000"/>
              <a:gd name="connsiteX876" fmla="*/ 4262250 w 7472601"/>
              <a:gd name="connsiteY876" fmla="*/ 2219972 h 6858000"/>
              <a:gd name="connsiteX877" fmla="*/ 4550611 w 7472601"/>
              <a:gd name="connsiteY877" fmla="*/ 817540 h 6858000"/>
              <a:gd name="connsiteX878" fmla="*/ 4564418 w 7472601"/>
              <a:gd name="connsiteY878" fmla="*/ 808293 h 6858000"/>
              <a:gd name="connsiteX879" fmla="*/ 4266388 w 7472601"/>
              <a:gd name="connsiteY879" fmla="*/ 500083 h 6858000"/>
              <a:gd name="connsiteX880" fmla="*/ 4032842 w 7472601"/>
              <a:gd name="connsiteY880" fmla="*/ 211809 h 6858000"/>
              <a:gd name="connsiteX881" fmla="*/ 3882765 w 7472601"/>
              <a:gd name="connsiteY881" fmla="*/ 0 h 6858000"/>
              <a:gd name="connsiteX882" fmla="*/ 3721337 w 7472601"/>
              <a:gd name="connsiteY882" fmla="*/ 0 h 6858000"/>
              <a:gd name="connsiteX883" fmla="*/ 3797544 w 7472601"/>
              <a:gd name="connsiteY883" fmla="*/ 0 h 6858000"/>
              <a:gd name="connsiteX884" fmla="*/ 3775734 w 7472601"/>
              <a:gd name="connsiteY884" fmla="*/ 95131 h 6858000"/>
              <a:gd name="connsiteX885" fmla="*/ 3724807 w 7472601"/>
              <a:gd name="connsiteY885" fmla="*/ 272257 h 6858000"/>
              <a:gd name="connsiteX886" fmla="*/ 3726844 w 7472601"/>
              <a:gd name="connsiteY886" fmla="*/ 282988 h 6858000"/>
              <a:gd name="connsiteX887" fmla="*/ 3742664 w 7472601"/>
              <a:gd name="connsiteY887" fmla="*/ 279918 h 6858000"/>
              <a:gd name="connsiteX888" fmla="*/ 4103910 w 7472601"/>
              <a:gd name="connsiteY888" fmla="*/ 1161917 h 6858000"/>
              <a:gd name="connsiteX889" fmla="*/ 4020269 w 7472601"/>
              <a:gd name="connsiteY889" fmla="*/ 1200406 h 6858000"/>
              <a:gd name="connsiteX890" fmla="*/ 3674882 w 7472601"/>
              <a:gd name="connsiteY890" fmla="*/ 488524 h 6858000"/>
              <a:gd name="connsiteX891" fmla="*/ 3132682 w 7472601"/>
              <a:gd name="connsiteY891" fmla="*/ 1072284 h 6858000"/>
              <a:gd name="connsiteX892" fmla="*/ 2716346 w 7472601"/>
              <a:gd name="connsiteY892" fmla="*/ 1276376 h 6858000"/>
              <a:gd name="connsiteX893" fmla="*/ 2716772 w 7472601"/>
              <a:gd name="connsiteY893" fmla="*/ 1255462 h 6858000"/>
              <a:gd name="connsiteX894" fmla="*/ 3471096 w 7472601"/>
              <a:gd name="connsiteY894" fmla="*/ 437072 h 6858000"/>
              <a:gd name="connsiteX895" fmla="*/ 3639057 w 7472601"/>
              <a:gd name="connsiteY895" fmla="*/ 286334 h 6858000"/>
              <a:gd name="connsiteX896" fmla="*/ 3640309 w 7472601"/>
              <a:gd name="connsiteY896" fmla="*/ 284664 h 6858000"/>
              <a:gd name="connsiteX897" fmla="*/ 3646022 w 7472601"/>
              <a:gd name="connsiteY897" fmla="*/ 276711 h 6858000"/>
              <a:gd name="connsiteX898" fmla="*/ 3707943 w 7472601"/>
              <a:gd name="connsiteY898" fmla="*/ 65958 h 6858000"/>
              <a:gd name="connsiteX899" fmla="*/ 3721337 w 7472601"/>
              <a:gd name="connsiteY899" fmla="*/ 0 h 6858000"/>
              <a:gd name="connsiteX900" fmla="*/ 2867960 w 7472601"/>
              <a:gd name="connsiteY900" fmla="*/ 0 h 6858000"/>
              <a:gd name="connsiteX901" fmla="*/ 2926351 w 7472601"/>
              <a:gd name="connsiteY901" fmla="*/ 0 h 6858000"/>
              <a:gd name="connsiteX902" fmla="*/ 2902823 w 7472601"/>
              <a:gd name="connsiteY902" fmla="*/ 262929 h 6858000"/>
              <a:gd name="connsiteX903" fmla="*/ 2940663 w 7472601"/>
              <a:gd name="connsiteY903" fmla="*/ 140884 h 6858000"/>
              <a:gd name="connsiteX904" fmla="*/ 2947039 w 7472601"/>
              <a:gd name="connsiteY904" fmla="*/ 122524 h 6858000"/>
              <a:gd name="connsiteX905" fmla="*/ 2984316 w 7472601"/>
              <a:gd name="connsiteY905" fmla="*/ 0 h 6858000"/>
              <a:gd name="connsiteX906" fmla="*/ 3016114 w 7472601"/>
              <a:gd name="connsiteY906" fmla="*/ 0 h 6858000"/>
              <a:gd name="connsiteX907" fmla="*/ 2979949 w 7472601"/>
              <a:gd name="connsiteY907" fmla="*/ 119274 h 6858000"/>
              <a:gd name="connsiteX908" fmla="*/ 3023879 w 7472601"/>
              <a:gd name="connsiteY908" fmla="*/ 0 h 6858000"/>
              <a:gd name="connsiteX909" fmla="*/ 3105400 w 7472601"/>
              <a:gd name="connsiteY909" fmla="*/ 0 h 6858000"/>
              <a:gd name="connsiteX910" fmla="*/ 3094669 w 7472601"/>
              <a:gd name="connsiteY910" fmla="*/ 30308 h 6858000"/>
              <a:gd name="connsiteX911" fmla="*/ 2901945 w 7472601"/>
              <a:gd name="connsiteY911" fmla="*/ 466538 h 6858000"/>
              <a:gd name="connsiteX912" fmla="*/ 2815209 w 7472601"/>
              <a:gd name="connsiteY912" fmla="*/ 497361 h 6858000"/>
              <a:gd name="connsiteX913" fmla="*/ 2844845 w 7472601"/>
              <a:gd name="connsiteY913" fmla="*/ 127638 h 6858000"/>
              <a:gd name="connsiteX914" fmla="*/ 2867960 w 7472601"/>
              <a:gd name="connsiteY914" fmla="*/ 0 h 6858000"/>
              <a:gd name="connsiteX915" fmla="*/ 1057230 w 7472601"/>
              <a:gd name="connsiteY915" fmla="*/ 0 h 6858000"/>
              <a:gd name="connsiteX916" fmla="*/ 1111003 w 7472601"/>
              <a:gd name="connsiteY916" fmla="*/ 0 h 6858000"/>
              <a:gd name="connsiteX917" fmla="*/ 1125553 w 7472601"/>
              <a:gd name="connsiteY917" fmla="*/ 52588 h 6858000"/>
              <a:gd name="connsiteX918" fmla="*/ 1304276 w 7472601"/>
              <a:gd name="connsiteY918" fmla="*/ 476275 h 6858000"/>
              <a:gd name="connsiteX919" fmla="*/ 1492066 w 7472601"/>
              <a:gd name="connsiteY919" fmla="*/ 886333 h 6858000"/>
              <a:gd name="connsiteX920" fmla="*/ 1423698 w 7472601"/>
              <a:gd name="connsiteY920" fmla="*/ 710817 h 6858000"/>
              <a:gd name="connsiteX921" fmla="*/ 1357609 w 7472601"/>
              <a:gd name="connsiteY921" fmla="*/ 532892 h 6858000"/>
              <a:gd name="connsiteX922" fmla="*/ 1309550 w 7472601"/>
              <a:gd name="connsiteY922" fmla="*/ 374031 h 6858000"/>
              <a:gd name="connsiteX923" fmla="*/ 1193673 w 7472601"/>
              <a:gd name="connsiteY923" fmla="*/ 49533 h 6858000"/>
              <a:gd name="connsiteX924" fmla="*/ 1164391 w 7472601"/>
              <a:gd name="connsiteY924" fmla="*/ 0 h 6858000"/>
              <a:gd name="connsiteX925" fmla="*/ 1200666 w 7472601"/>
              <a:gd name="connsiteY925" fmla="*/ 0 h 6858000"/>
              <a:gd name="connsiteX926" fmla="*/ 1223408 w 7472601"/>
              <a:gd name="connsiteY926" fmla="*/ 38996 h 6858000"/>
              <a:gd name="connsiteX927" fmla="*/ 1339635 w 7472601"/>
              <a:gd name="connsiteY927" fmla="*/ 365517 h 6858000"/>
              <a:gd name="connsiteX928" fmla="*/ 1387469 w 7472601"/>
              <a:gd name="connsiteY928" fmla="*/ 523079 h 6858000"/>
              <a:gd name="connsiteX929" fmla="*/ 1452685 w 7472601"/>
              <a:gd name="connsiteY929" fmla="*/ 699806 h 6858000"/>
              <a:gd name="connsiteX930" fmla="*/ 1492092 w 7472601"/>
              <a:gd name="connsiteY930" fmla="*/ 800424 h 6858000"/>
              <a:gd name="connsiteX931" fmla="*/ 1455302 w 7472601"/>
              <a:gd name="connsiteY931" fmla="*/ 632913 h 6858000"/>
              <a:gd name="connsiteX932" fmla="*/ 1222336 w 7472601"/>
              <a:gd name="connsiteY932" fmla="*/ 9480 h 6858000"/>
              <a:gd name="connsiteX933" fmla="*/ 1214634 w 7472601"/>
              <a:gd name="connsiteY933" fmla="*/ 0 h 6858000"/>
              <a:gd name="connsiteX934" fmla="*/ 1289827 w 7472601"/>
              <a:gd name="connsiteY934" fmla="*/ 0 h 6858000"/>
              <a:gd name="connsiteX935" fmla="*/ 1321076 w 7472601"/>
              <a:gd name="connsiteY935" fmla="*/ 59722 h 6858000"/>
              <a:gd name="connsiteX936" fmla="*/ 1512579 w 7472601"/>
              <a:gd name="connsiteY936" fmla="*/ 626441 h 6858000"/>
              <a:gd name="connsiteX937" fmla="*/ 1506076 w 7472601"/>
              <a:gd name="connsiteY937" fmla="*/ 1089289 h 6858000"/>
              <a:gd name="connsiteX938" fmla="*/ 1486346 w 7472601"/>
              <a:gd name="connsiteY938" fmla="*/ 1079919 h 6858000"/>
              <a:gd name="connsiteX939" fmla="*/ 1070511 w 7472601"/>
              <a:gd name="connsiteY939" fmla="*/ 48609 h 6858000"/>
              <a:gd name="connsiteX940" fmla="*/ 1057230 w 7472601"/>
              <a:gd name="connsiteY940" fmla="*/ 0 h 6858000"/>
              <a:gd name="connsiteX941" fmla="*/ 43151 w 7472601"/>
              <a:gd name="connsiteY941" fmla="*/ 0 h 6858000"/>
              <a:gd name="connsiteX942" fmla="*/ 95283 w 7472601"/>
              <a:gd name="connsiteY942" fmla="*/ 0 h 6858000"/>
              <a:gd name="connsiteX943" fmla="*/ 300708 w 7472601"/>
              <a:gd name="connsiteY943" fmla="*/ 154571 h 6858000"/>
              <a:gd name="connsiteX944" fmla="*/ 530414 w 7472601"/>
              <a:gd name="connsiteY944" fmla="*/ 354673 h 6858000"/>
              <a:gd name="connsiteX945" fmla="*/ 333785 w 7472601"/>
              <a:gd name="connsiteY945" fmla="*/ 161564 h 6858000"/>
              <a:gd name="connsiteX946" fmla="*/ 147005 w 7472601"/>
              <a:gd name="connsiteY946" fmla="*/ 0 h 6858000"/>
              <a:gd name="connsiteX947" fmla="*/ 272509 w 7472601"/>
              <a:gd name="connsiteY947" fmla="*/ 0 h 6858000"/>
              <a:gd name="connsiteX948" fmla="*/ 326276 w 7472601"/>
              <a:gd name="connsiteY948" fmla="*/ 45847 h 6858000"/>
              <a:gd name="connsiteX949" fmla="*/ 823759 w 7472601"/>
              <a:gd name="connsiteY949" fmla="*/ 574145 h 6858000"/>
              <a:gd name="connsiteX950" fmla="*/ 811254 w 7472601"/>
              <a:gd name="connsiteY950" fmla="*/ 665546 h 6858000"/>
              <a:gd name="connsiteX951" fmla="*/ 154042 w 7472601"/>
              <a:gd name="connsiteY951" fmla="*/ 261522 h 6858000"/>
              <a:gd name="connsiteX952" fmla="*/ 13550 w 7472601"/>
              <a:gd name="connsiteY952" fmla="*/ 158423 h 6858000"/>
              <a:gd name="connsiteX953" fmla="*/ 0 w 7472601"/>
              <a:gd name="connsiteY953" fmla="*/ 146618 h 6858000"/>
              <a:gd name="connsiteX954" fmla="*/ 0 w 7472601"/>
              <a:gd name="connsiteY954" fmla="*/ 59161 h 6858000"/>
              <a:gd name="connsiteX955" fmla="*/ 45427 w 7472601"/>
              <a:gd name="connsiteY955" fmla="*/ 101078 h 6858000"/>
              <a:gd name="connsiteX956" fmla="*/ 630103 w 7472601"/>
              <a:gd name="connsiteY956" fmla="*/ 485885 h 6858000"/>
              <a:gd name="connsiteX957" fmla="*/ 532040 w 7472601"/>
              <a:gd name="connsiteY957" fmla="*/ 399359 h 6858000"/>
              <a:gd name="connsiteX958" fmla="*/ 517618 w 7472601"/>
              <a:gd name="connsiteY958" fmla="*/ 385726 h 6858000"/>
              <a:gd name="connsiteX959" fmla="*/ 285074 w 7472601"/>
              <a:gd name="connsiteY959" fmla="*/ 182755 h 6858000"/>
              <a:gd name="connsiteX960" fmla="*/ 43151 w 7472601"/>
              <a:gd name="connsiteY960" fmla="*/ 0 h 6858000"/>
              <a:gd name="connsiteX0" fmla="*/ 369702 w 7472601"/>
              <a:gd name="connsiteY0" fmla="*/ 6712169 h 6858000"/>
              <a:gd name="connsiteX1" fmla="*/ 366575 w 7472601"/>
              <a:gd name="connsiteY1" fmla="*/ 6715556 h 6858000"/>
              <a:gd name="connsiteX2" fmla="*/ 371637 w 7472601"/>
              <a:gd name="connsiteY2" fmla="*/ 6713954 h 6858000"/>
              <a:gd name="connsiteX3" fmla="*/ 369702 w 7472601"/>
              <a:gd name="connsiteY3" fmla="*/ 6712169 h 6858000"/>
              <a:gd name="connsiteX4" fmla="*/ 7088673 w 7472601"/>
              <a:gd name="connsiteY4" fmla="*/ 6610396 h 6858000"/>
              <a:gd name="connsiteX5" fmla="*/ 7440138 w 7472601"/>
              <a:gd name="connsiteY5" fmla="*/ 6622648 h 6858000"/>
              <a:gd name="connsiteX6" fmla="*/ 7467600 w 7472601"/>
              <a:gd name="connsiteY6" fmla="*/ 6628217 h 6858000"/>
              <a:gd name="connsiteX7" fmla="*/ 7467600 w 7472601"/>
              <a:gd name="connsiteY7" fmla="*/ 6668575 h 6858000"/>
              <a:gd name="connsiteX8" fmla="*/ 7392322 w 7472601"/>
              <a:gd name="connsiteY8" fmla="*/ 6658238 h 6858000"/>
              <a:gd name="connsiteX9" fmla="*/ 7467600 w 7472601"/>
              <a:gd name="connsiteY9" fmla="*/ 6683873 h 6858000"/>
              <a:gd name="connsiteX10" fmla="*/ 7467600 w 7472601"/>
              <a:gd name="connsiteY10" fmla="*/ 6714215 h 6858000"/>
              <a:gd name="connsiteX11" fmla="*/ 7447383 w 7472601"/>
              <a:gd name="connsiteY11" fmla="*/ 6707202 h 6858000"/>
              <a:gd name="connsiteX12" fmla="*/ 7289862 w 7472601"/>
              <a:gd name="connsiteY12" fmla="*/ 6659827 h 6858000"/>
              <a:gd name="connsiteX13" fmla="*/ 7434024 w 7472601"/>
              <a:gd name="connsiteY13" fmla="*/ 6722130 h 6858000"/>
              <a:gd name="connsiteX14" fmla="*/ 7467600 w 7472601"/>
              <a:gd name="connsiteY14" fmla="*/ 6736157 h 6858000"/>
              <a:gd name="connsiteX15" fmla="*/ 7467600 w 7472601"/>
              <a:gd name="connsiteY15" fmla="*/ 6767913 h 6858000"/>
              <a:gd name="connsiteX16" fmla="*/ 7392158 w 7472601"/>
              <a:gd name="connsiteY16" fmla="*/ 6771365 h 6858000"/>
              <a:gd name="connsiteX17" fmla="*/ 7467600 w 7472601"/>
              <a:gd name="connsiteY17" fmla="*/ 6805948 h 6858000"/>
              <a:gd name="connsiteX18" fmla="*/ 7467600 w 7472601"/>
              <a:gd name="connsiteY18" fmla="*/ 6831490 h 6858000"/>
              <a:gd name="connsiteX19" fmla="*/ 7410696 w 7472601"/>
              <a:gd name="connsiteY19" fmla="*/ 6803861 h 6858000"/>
              <a:gd name="connsiteX20" fmla="*/ 7088673 w 7472601"/>
              <a:gd name="connsiteY20" fmla="*/ 6610396 h 6858000"/>
              <a:gd name="connsiteX21" fmla="*/ 1019354 w 7472601"/>
              <a:gd name="connsiteY21" fmla="*/ 6315006 h 6858000"/>
              <a:gd name="connsiteX22" fmla="*/ 441046 w 7472601"/>
              <a:gd name="connsiteY22" fmla="*/ 6691153 h 6858000"/>
              <a:gd name="connsiteX23" fmla="*/ 1019354 w 7472601"/>
              <a:gd name="connsiteY23" fmla="*/ 6315006 h 6858000"/>
              <a:gd name="connsiteX24" fmla="*/ 991680 w 7472601"/>
              <a:gd name="connsiteY24" fmla="*/ 6298413 h 6858000"/>
              <a:gd name="connsiteX25" fmla="*/ 409060 w 7472601"/>
              <a:gd name="connsiteY25" fmla="*/ 6671470 h 6858000"/>
              <a:gd name="connsiteX26" fmla="*/ 991680 w 7472601"/>
              <a:gd name="connsiteY26" fmla="*/ 6298413 h 6858000"/>
              <a:gd name="connsiteX27" fmla="*/ 103333 w 7472601"/>
              <a:gd name="connsiteY27" fmla="*/ 5699602 h 6858000"/>
              <a:gd name="connsiteX28" fmla="*/ 233938 w 7472601"/>
              <a:gd name="connsiteY28" fmla="*/ 5809416 h 6858000"/>
              <a:gd name="connsiteX29" fmla="*/ 883580 w 7472601"/>
              <a:gd name="connsiteY29" fmla="*/ 6180710 h 6858000"/>
              <a:gd name="connsiteX30" fmla="*/ 487337 w 7472601"/>
              <a:gd name="connsiteY30" fmla="*/ 5950182 h 6858000"/>
              <a:gd name="connsiteX31" fmla="*/ 354051 w 7472601"/>
              <a:gd name="connsiteY31" fmla="*/ 5854912 h 6858000"/>
              <a:gd name="connsiteX32" fmla="*/ 195436 w 7472601"/>
              <a:gd name="connsiteY32" fmla="*/ 5755068 h 6858000"/>
              <a:gd name="connsiteX33" fmla="*/ 103333 w 7472601"/>
              <a:gd name="connsiteY33" fmla="*/ 5699602 h 6858000"/>
              <a:gd name="connsiteX34" fmla="*/ 5539432 w 7472601"/>
              <a:gd name="connsiteY34" fmla="*/ 5642928 h 6858000"/>
              <a:gd name="connsiteX35" fmla="*/ 5555462 w 7472601"/>
              <a:gd name="connsiteY35" fmla="*/ 5694454 h 6858000"/>
              <a:gd name="connsiteX36" fmla="*/ 5828270 w 7472601"/>
              <a:gd name="connsiteY36" fmla="*/ 6320663 h 6858000"/>
              <a:gd name="connsiteX37" fmla="*/ 5947416 w 7472601"/>
              <a:gd name="connsiteY37" fmla="*/ 6574846 h 6858000"/>
              <a:gd name="connsiteX38" fmla="*/ 5539432 w 7472601"/>
              <a:gd name="connsiteY38" fmla="*/ 5642928 h 6858000"/>
              <a:gd name="connsiteX39" fmla="*/ 51253 w 7472601"/>
              <a:gd name="connsiteY39" fmla="*/ 5631825 h 6858000"/>
              <a:gd name="connsiteX40" fmla="*/ 211622 w 7472601"/>
              <a:gd name="connsiteY40" fmla="*/ 5728803 h 6858000"/>
              <a:gd name="connsiteX41" fmla="*/ 371652 w 7472601"/>
              <a:gd name="connsiteY41" fmla="*/ 5829062 h 6858000"/>
              <a:gd name="connsiteX42" fmla="*/ 505903 w 7472601"/>
              <a:gd name="connsiteY42" fmla="*/ 5925221 h 6858000"/>
              <a:gd name="connsiteX43" fmla="*/ 899240 w 7472601"/>
              <a:gd name="connsiteY43" fmla="*/ 6153068 h 6858000"/>
              <a:gd name="connsiteX44" fmla="*/ 988114 w 7472601"/>
              <a:gd name="connsiteY44" fmla="*/ 6174204 h 6858000"/>
              <a:gd name="connsiteX45" fmla="*/ 845971 w 7472601"/>
              <a:gd name="connsiteY45" fmla="*/ 6067177 h 6858000"/>
              <a:gd name="connsiteX46" fmla="*/ 448057 w 7472601"/>
              <a:gd name="connsiteY46" fmla="*/ 5841376 h 6858000"/>
              <a:gd name="connsiteX47" fmla="*/ 51253 w 7472601"/>
              <a:gd name="connsiteY47" fmla="*/ 5631825 h 6858000"/>
              <a:gd name="connsiteX48" fmla="*/ 2606687 w 7472601"/>
              <a:gd name="connsiteY48" fmla="*/ 5630718 h 6858000"/>
              <a:gd name="connsiteX49" fmla="*/ 2645658 w 7472601"/>
              <a:gd name="connsiteY49" fmla="*/ 6640259 h 6858000"/>
              <a:gd name="connsiteX50" fmla="*/ 2606687 w 7472601"/>
              <a:gd name="connsiteY50" fmla="*/ 5630718 h 6858000"/>
              <a:gd name="connsiteX51" fmla="*/ 3642057 w 7472601"/>
              <a:gd name="connsiteY51" fmla="*/ 5573487 h 6858000"/>
              <a:gd name="connsiteX52" fmla="*/ 3632981 w 7472601"/>
              <a:gd name="connsiteY52" fmla="*/ 5579437 h 6858000"/>
              <a:gd name="connsiteX53" fmla="*/ 3382436 w 7472601"/>
              <a:gd name="connsiteY53" fmla="*/ 5952726 h 6858000"/>
              <a:gd name="connsiteX54" fmla="*/ 3191929 w 7472601"/>
              <a:gd name="connsiteY54" fmla="*/ 6662669 h 6858000"/>
              <a:gd name="connsiteX55" fmla="*/ 3369898 w 7472601"/>
              <a:gd name="connsiteY55" fmla="*/ 6081771 h 6858000"/>
              <a:gd name="connsiteX56" fmla="*/ 3642057 w 7472601"/>
              <a:gd name="connsiteY56" fmla="*/ 5573487 h 6858000"/>
              <a:gd name="connsiteX57" fmla="*/ 2650666 w 7472601"/>
              <a:gd name="connsiteY57" fmla="*/ 5530686 h 6858000"/>
              <a:gd name="connsiteX58" fmla="*/ 2650249 w 7472601"/>
              <a:gd name="connsiteY58" fmla="*/ 5532101 h 6858000"/>
              <a:gd name="connsiteX59" fmla="*/ 2663808 w 7472601"/>
              <a:gd name="connsiteY59" fmla="*/ 6535215 h 6858000"/>
              <a:gd name="connsiteX60" fmla="*/ 2665418 w 7472601"/>
              <a:gd name="connsiteY60" fmla="*/ 6132756 h 6858000"/>
              <a:gd name="connsiteX61" fmla="*/ 2650666 w 7472601"/>
              <a:gd name="connsiteY61" fmla="*/ 5530686 h 6858000"/>
              <a:gd name="connsiteX62" fmla="*/ 2680277 w 7472601"/>
              <a:gd name="connsiteY62" fmla="*/ 5479204 h 6858000"/>
              <a:gd name="connsiteX63" fmla="*/ 2678972 w 7472601"/>
              <a:gd name="connsiteY63" fmla="*/ 5481582 h 6858000"/>
              <a:gd name="connsiteX64" fmla="*/ 2696666 w 7472601"/>
              <a:gd name="connsiteY64" fmla="*/ 6133836 h 6858000"/>
              <a:gd name="connsiteX65" fmla="*/ 2695769 w 7472601"/>
              <a:gd name="connsiteY65" fmla="*/ 6390955 h 6858000"/>
              <a:gd name="connsiteX66" fmla="*/ 2739893 w 7472601"/>
              <a:gd name="connsiteY66" fmla="*/ 6108357 h 6858000"/>
              <a:gd name="connsiteX67" fmla="*/ 2680277 w 7472601"/>
              <a:gd name="connsiteY67" fmla="*/ 5479204 h 6858000"/>
              <a:gd name="connsiteX68" fmla="*/ 1132195 w 7472601"/>
              <a:gd name="connsiteY68" fmla="*/ 5467980 h 6858000"/>
              <a:gd name="connsiteX69" fmla="*/ 1679056 w 7472601"/>
              <a:gd name="connsiteY69" fmla="*/ 5516907 h 6858000"/>
              <a:gd name="connsiteX70" fmla="*/ 2128648 w 7472601"/>
              <a:gd name="connsiteY70" fmla="*/ 5474249 h 6858000"/>
              <a:gd name="connsiteX71" fmla="*/ 1825619 w 7472601"/>
              <a:gd name="connsiteY71" fmla="*/ 5478447 h 6858000"/>
              <a:gd name="connsiteX72" fmla="*/ 1737798 w 7472601"/>
              <a:gd name="connsiteY72" fmla="*/ 5483353 h 6858000"/>
              <a:gd name="connsiteX73" fmla="*/ 1132195 w 7472601"/>
              <a:gd name="connsiteY73" fmla="*/ 5467980 h 6858000"/>
              <a:gd name="connsiteX74" fmla="*/ 7454976 w 7472601"/>
              <a:gd name="connsiteY74" fmla="*/ 6318297 h 6858000"/>
              <a:gd name="connsiteX75" fmla="*/ 7467600 w 7472601"/>
              <a:gd name="connsiteY75" fmla="*/ 6012219 h 6858000"/>
              <a:gd name="connsiteX76" fmla="*/ 7467600 w 7472601"/>
              <a:gd name="connsiteY76" fmla="*/ 6163634 h 6858000"/>
              <a:gd name="connsiteX77" fmla="*/ 7448321 w 7472601"/>
              <a:gd name="connsiteY77" fmla="*/ 6190991 h 6858000"/>
              <a:gd name="connsiteX78" fmla="*/ 7467600 w 7472601"/>
              <a:gd name="connsiteY78" fmla="*/ 6221686 h 6858000"/>
              <a:gd name="connsiteX79" fmla="*/ 7467600 w 7472601"/>
              <a:gd name="connsiteY79" fmla="*/ 6334256 h 6858000"/>
              <a:gd name="connsiteX80" fmla="*/ 7454976 w 7472601"/>
              <a:gd name="connsiteY80" fmla="*/ 6318297 h 6858000"/>
              <a:gd name="connsiteX81" fmla="*/ 1456157 w 7472601"/>
              <a:gd name="connsiteY81" fmla="*/ 5371404 h 6858000"/>
              <a:gd name="connsiteX82" fmla="*/ 1244432 w 7472601"/>
              <a:gd name="connsiteY82" fmla="*/ 5385601 h 6858000"/>
              <a:gd name="connsiteX83" fmla="*/ 973990 w 7472601"/>
              <a:gd name="connsiteY83" fmla="*/ 5424940 h 6858000"/>
              <a:gd name="connsiteX84" fmla="*/ 1103809 w 7472601"/>
              <a:gd name="connsiteY84" fmla="*/ 5433720 h 6858000"/>
              <a:gd name="connsiteX85" fmla="*/ 1123454 w 7472601"/>
              <a:gd name="connsiteY85" fmla="*/ 5435727 h 6858000"/>
              <a:gd name="connsiteX86" fmla="*/ 1737017 w 7472601"/>
              <a:gd name="connsiteY86" fmla="*/ 5452183 h 6858000"/>
              <a:gd name="connsiteX87" fmla="*/ 1824397 w 7472601"/>
              <a:gd name="connsiteY87" fmla="*/ 5447757 h 6858000"/>
              <a:gd name="connsiteX88" fmla="*/ 2070059 w 7472601"/>
              <a:gd name="connsiteY88" fmla="*/ 5441660 h 6858000"/>
              <a:gd name="connsiteX89" fmla="*/ 1456157 w 7472601"/>
              <a:gd name="connsiteY89" fmla="*/ 5371404 h 6858000"/>
              <a:gd name="connsiteX90" fmla="*/ 4988186 w 7472601"/>
              <a:gd name="connsiteY90" fmla="*/ 5216467 h 6858000"/>
              <a:gd name="connsiteX91" fmla="*/ 4777334 w 7472601"/>
              <a:gd name="connsiteY91" fmla="*/ 5406072 h 6858000"/>
              <a:gd name="connsiteX92" fmla="*/ 4718341 w 7472601"/>
              <a:gd name="connsiteY92" fmla="*/ 5468043 h 6858000"/>
              <a:gd name="connsiteX93" fmla="*/ 4604655 w 7472601"/>
              <a:gd name="connsiteY93" fmla="*/ 5583434 h 6858000"/>
              <a:gd name="connsiteX94" fmla="*/ 4565074 w 7472601"/>
              <a:gd name="connsiteY94" fmla="*/ 5618550 h 6858000"/>
              <a:gd name="connsiteX95" fmla="*/ 4988186 w 7472601"/>
              <a:gd name="connsiteY95" fmla="*/ 5216467 h 6858000"/>
              <a:gd name="connsiteX96" fmla="*/ 4978032 w 7472601"/>
              <a:gd name="connsiteY96" fmla="*/ 5183809 h 6858000"/>
              <a:gd name="connsiteX97" fmla="*/ 4463413 w 7472601"/>
              <a:gd name="connsiteY97" fmla="*/ 5615162 h 6858000"/>
              <a:gd name="connsiteX98" fmla="*/ 4358134 w 7472601"/>
              <a:gd name="connsiteY98" fmla="*/ 5742791 h 6858000"/>
              <a:gd name="connsiteX99" fmla="*/ 4376219 w 7472601"/>
              <a:gd name="connsiteY99" fmla="*/ 5729027 h 6858000"/>
              <a:gd name="connsiteX100" fmla="*/ 4582340 w 7472601"/>
              <a:gd name="connsiteY100" fmla="*/ 5561037 h 6858000"/>
              <a:gd name="connsiteX101" fmla="*/ 4694684 w 7472601"/>
              <a:gd name="connsiteY101" fmla="*/ 5447098 h 6858000"/>
              <a:gd name="connsiteX102" fmla="*/ 4754123 w 7472601"/>
              <a:gd name="connsiteY102" fmla="*/ 5384643 h 6858000"/>
              <a:gd name="connsiteX103" fmla="*/ 4978032 w 7472601"/>
              <a:gd name="connsiteY103" fmla="*/ 5183809 h 6858000"/>
              <a:gd name="connsiteX104" fmla="*/ 1903353 w 7472601"/>
              <a:gd name="connsiteY104" fmla="*/ 5044827 h 6858000"/>
              <a:gd name="connsiteX105" fmla="*/ 1936931 w 7472601"/>
              <a:gd name="connsiteY105" fmla="*/ 5093954 h 6858000"/>
              <a:gd name="connsiteX106" fmla="*/ 2195868 w 7472601"/>
              <a:gd name="connsiteY106" fmla="*/ 5396574 h 6858000"/>
              <a:gd name="connsiteX107" fmla="*/ 2088852 w 7472601"/>
              <a:gd name="connsiteY107" fmla="*/ 5166123 h 6858000"/>
              <a:gd name="connsiteX108" fmla="*/ 1958241 w 7472601"/>
              <a:gd name="connsiteY108" fmla="*/ 5067955 h 6858000"/>
              <a:gd name="connsiteX109" fmla="*/ 1903353 w 7472601"/>
              <a:gd name="connsiteY109" fmla="*/ 5044827 h 6858000"/>
              <a:gd name="connsiteX110" fmla="*/ 1979378 w 7472601"/>
              <a:gd name="connsiteY110" fmla="*/ 4769504 h 6858000"/>
              <a:gd name="connsiteX111" fmla="*/ 2882120 w 7472601"/>
              <a:gd name="connsiteY111" fmla="*/ 5064547 h 6858000"/>
              <a:gd name="connsiteX112" fmla="*/ 2793103 w 7472601"/>
              <a:gd name="connsiteY112" fmla="*/ 5039699 h 6858000"/>
              <a:gd name="connsiteX113" fmla="*/ 2770041 w 7472601"/>
              <a:gd name="connsiteY113" fmla="*/ 5033634 h 6858000"/>
              <a:gd name="connsiteX114" fmla="*/ 1979378 w 7472601"/>
              <a:gd name="connsiteY114" fmla="*/ 4769504 h 6858000"/>
              <a:gd name="connsiteX115" fmla="*/ 1927410 w 7472601"/>
              <a:gd name="connsiteY115" fmla="*/ 4716164 h 6858000"/>
              <a:gd name="connsiteX116" fmla="*/ 1959587 w 7472601"/>
              <a:gd name="connsiteY116" fmla="*/ 4728849 h 6858000"/>
              <a:gd name="connsiteX117" fmla="*/ 2777707 w 7472601"/>
              <a:gd name="connsiteY117" fmla="*/ 5003991 h 6858000"/>
              <a:gd name="connsiteX118" fmla="*/ 2800768 w 7472601"/>
              <a:gd name="connsiteY118" fmla="*/ 5010056 h 6858000"/>
              <a:gd name="connsiteX119" fmla="*/ 2879408 w 7472601"/>
              <a:gd name="connsiteY119" fmla="*/ 5031590 h 6858000"/>
              <a:gd name="connsiteX120" fmla="*/ 2862295 w 7472601"/>
              <a:gd name="connsiteY120" fmla="*/ 5022958 h 6858000"/>
              <a:gd name="connsiteX121" fmla="*/ 2813343 w 7472601"/>
              <a:gd name="connsiteY121" fmla="*/ 4998369 h 6858000"/>
              <a:gd name="connsiteX122" fmla="*/ 2646245 w 7472601"/>
              <a:gd name="connsiteY122" fmla="*/ 4930999 h 6858000"/>
              <a:gd name="connsiteX123" fmla="*/ 1999243 w 7472601"/>
              <a:gd name="connsiteY123" fmla="*/ 4730524 h 6858000"/>
              <a:gd name="connsiteX124" fmla="*/ 1979527 w 7472601"/>
              <a:gd name="connsiteY124" fmla="*/ 4726651 h 6858000"/>
              <a:gd name="connsiteX125" fmla="*/ 1927410 w 7472601"/>
              <a:gd name="connsiteY125" fmla="*/ 4716164 h 6858000"/>
              <a:gd name="connsiteX126" fmla="*/ 1997014 w 7472601"/>
              <a:gd name="connsiteY126" fmla="*/ 4698007 h 6858000"/>
              <a:gd name="connsiteX127" fmla="*/ 2005458 w 7472601"/>
              <a:gd name="connsiteY127" fmla="*/ 4699540 h 6858000"/>
              <a:gd name="connsiteX128" fmla="*/ 2657186 w 7472601"/>
              <a:gd name="connsiteY128" fmla="*/ 4901687 h 6858000"/>
              <a:gd name="connsiteX129" fmla="*/ 2826662 w 7472601"/>
              <a:gd name="connsiteY129" fmla="*/ 4970362 h 6858000"/>
              <a:gd name="connsiteX130" fmla="*/ 2876100 w 7472601"/>
              <a:gd name="connsiteY130" fmla="*/ 4995397 h 6858000"/>
              <a:gd name="connsiteX131" fmla="*/ 3042600 w 7472601"/>
              <a:gd name="connsiteY131" fmla="*/ 5059532 h 6858000"/>
              <a:gd name="connsiteX132" fmla="*/ 1997014 w 7472601"/>
              <a:gd name="connsiteY132" fmla="*/ 4698007 h 6858000"/>
              <a:gd name="connsiteX133" fmla="*/ 2305292 w 7472601"/>
              <a:gd name="connsiteY133" fmla="*/ 4219492 h 6858000"/>
              <a:gd name="connsiteX134" fmla="*/ 3360922 w 7472601"/>
              <a:gd name="connsiteY134" fmla="*/ 4529373 h 6858000"/>
              <a:gd name="connsiteX135" fmla="*/ 3492420 w 7472601"/>
              <a:gd name="connsiteY135" fmla="*/ 4510145 h 6858000"/>
              <a:gd name="connsiteX136" fmla="*/ 3364086 w 7472601"/>
              <a:gd name="connsiteY136" fmla="*/ 4480340 h 6858000"/>
              <a:gd name="connsiteX137" fmla="*/ 3225818 w 7472601"/>
              <a:gd name="connsiteY137" fmla="*/ 4411822 h 6858000"/>
              <a:gd name="connsiteX138" fmla="*/ 3129696 w 7472601"/>
              <a:gd name="connsiteY138" fmla="*/ 4360704 h 6858000"/>
              <a:gd name="connsiteX139" fmla="*/ 2814545 w 7472601"/>
              <a:gd name="connsiteY139" fmla="*/ 4282955 h 6858000"/>
              <a:gd name="connsiteX140" fmla="*/ 2305292 w 7472601"/>
              <a:gd name="connsiteY140" fmla="*/ 4219492 h 6858000"/>
              <a:gd name="connsiteX141" fmla="*/ 2626982 w 7472601"/>
              <a:gd name="connsiteY141" fmla="*/ 4206450 h 6858000"/>
              <a:gd name="connsiteX142" fmla="*/ 2490617 w 7472601"/>
              <a:gd name="connsiteY142" fmla="*/ 4206951 h 6858000"/>
              <a:gd name="connsiteX143" fmla="*/ 2819869 w 7472601"/>
              <a:gd name="connsiteY143" fmla="*/ 4252936 h 6858000"/>
              <a:gd name="connsiteX144" fmla="*/ 3143018 w 7472601"/>
              <a:gd name="connsiteY144" fmla="*/ 4332698 h 6858000"/>
              <a:gd name="connsiteX145" fmla="*/ 3241520 w 7472601"/>
              <a:gd name="connsiteY145" fmla="*/ 4385112 h 6858000"/>
              <a:gd name="connsiteX146" fmla="*/ 3374575 w 7472601"/>
              <a:gd name="connsiteY146" fmla="*/ 4451517 h 6858000"/>
              <a:gd name="connsiteX147" fmla="*/ 3505221 w 7472601"/>
              <a:gd name="connsiteY147" fmla="*/ 4480757 h 6858000"/>
              <a:gd name="connsiteX148" fmla="*/ 2626982 w 7472601"/>
              <a:gd name="connsiteY148" fmla="*/ 4206450 h 6858000"/>
              <a:gd name="connsiteX149" fmla="*/ 1310106 w 7472601"/>
              <a:gd name="connsiteY149" fmla="*/ 3943217 h 6858000"/>
              <a:gd name="connsiteX150" fmla="*/ 854994 w 7472601"/>
              <a:gd name="connsiteY150" fmla="*/ 4399136 h 6858000"/>
              <a:gd name="connsiteX151" fmla="*/ 742462 w 7472601"/>
              <a:gd name="connsiteY151" fmla="*/ 4594648 h 6858000"/>
              <a:gd name="connsiteX152" fmla="*/ 820602 w 7472601"/>
              <a:gd name="connsiteY152" fmla="*/ 4485915 h 6858000"/>
              <a:gd name="connsiteX153" fmla="*/ 878295 w 7472601"/>
              <a:gd name="connsiteY153" fmla="*/ 4403594 h 6858000"/>
              <a:gd name="connsiteX154" fmla="*/ 1240607 w 7472601"/>
              <a:gd name="connsiteY154" fmla="*/ 4010401 h 6858000"/>
              <a:gd name="connsiteX155" fmla="*/ 1310106 w 7472601"/>
              <a:gd name="connsiteY155" fmla="*/ 3943217 h 6858000"/>
              <a:gd name="connsiteX156" fmla="*/ 1423113 w 7472601"/>
              <a:gd name="connsiteY156" fmla="*/ 3874565 h 6858000"/>
              <a:gd name="connsiteX157" fmla="*/ 1260565 w 7472601"/>
              <a:gd name="connsiteY157" fmla="*/ 4031982 h 6858000"/>
              <a:gd name="connsiteX158" fmla="*/ 901900 w 7472601"/>
              <a:gd name="connsiteY158" fmla="*/ 4421236 h 6858000"/>
              <a:gd name="connsiteX159" fmla="*/ 845044 w 7472601"/>
              <a:gd name="connsiteY159" fmla="*/ 4502436 h 6858000"/>
              <a:gd name="connsiteX160" fmla="*/ 685926 w 7472601"/>
              <a:gd name="connsiteY160" fmla="*/ 4703069 h 6858000"/>
              <a:gd name="connsiteX161" fmla="*/ 684248 w 7472601"/>
              <a:gd name="connsiteY161" fmla="*/ 4706721 h 6858000"/>
              <a:gd name="connsiteX162" fmla="*/ 1423113 w 7472601"/>
              <a:gd name="connsiteY162" fmla="*/ 3874565 h 6858000"/>
              <a:gd name="connsiteX163" fmla="*/ 3316479 w 7472601"/>
              <a:gd name="connsiteY163" fmla="*/ 3872136 h 6858000"/>
              <a:gd name="connsiteX164" fmla="*/ 3546806 w 7472601"/>
              <a:gd name="connsiteY164" fmla="*/ 4356139 h 6858000"/>
              <a:gd name="connsiteX165" fmla="*/ 3364433 w 7472601"/>
              <a:gd name="connsiteY165" fmla="*/ 3953121 h 6858000"/>
              <a:gd name="connsiteX166" fmla="*/ 3316479 w 7472601"/>
              <a:gd name="connsiteY166" fmla="*/ 3872136 h 6858000"/>
              <a:gd name="connsiteX167" fmla="*/ 3291335 w 7472601"/>
              <a:gd name="connsiteY167" fmla="*/ 3767420 h 6858000"/>
              <a:gd name="connsiteX168" fmla="*/ 3390805 w 7472601"/>
              <a:gd name="connsiteY168" fmla="*/ 3937163 h 6858000"/>
              <a:gd name="connsiteX169" fmla="*/ 3579062 w 7472601"/>
              <a:gd name="connsiteY169" fmla="*/ 4359040 h 6858000"/>
              <a:gd name="connsiteX170" fmla="*/ 3467355 w 7472601"/>
              <a:gd name="connsiteY170" fmla="*/ 3988130 h 6858000"/>
              <a:gd name="connsiteX171" fmla="*/ 3310753 w 7472601"/>
              <a:gd name="connsiteY171" fmla="*/ 3787140 h 6858000"/>
              <a:gd name="connsiteX172" fmla="*/ 3291335 w 7472601"/>
              <a:gd name="connsiteY172" fmla="*/ 3767420 h 6858000"/>
              <a:gd name="connsiteX173" fmla="*/ 1635889 w 7472601"/>
              <a:gd name="connsiteY173" fmla="*/ 3709494 h 6858000"/>
              <a:gd name="connsiteX174" fmla="*/ 1634800 w 7472601"/>
              <a:gd name="connsiteY174" fmla="*/ 3731111 h 6858000"/>
              <a:gd name="connsiteX175" fmla="*/ 1635889 w 7472601"/>
              <a:gd name="connsiteY175" fmla="*/ 3709494 h 6858000"/>
              <a:gd name="connsiteX176" fmla="*/ 1510397 w 7472601"/>
              <a:gd name="connsiteY176" fmla="*/ 3684705 h 6858000"/>
              <a:gd name="connsiteX177" fmla="*/ 1146550 w 7472601"/>
              <a:gd name="connsiteY177" fmla="*/ 3802012 h 6858000"/>
              <a:gd name="connsiteX178" fmla="*/ 698834 w 7472601"/>
              <a:gd name="connsiteY178" fmla="*/ 3952272 h 6858000"/>
              <a:gd name="connsiteX179" fmla="*/ 34256 w 7472601"/>
              <a:gd name="connsiteY179" fmla="*/ 4347603 h 6858000"/>
              <a:gd name="connsiteX180" fmla="*/ 527241 w 7472601"/>
              <a:gd name="connsiteY180" fmla="*/ 4065078 h 6858000"/>
              <a:gd name="connsiteX181" fmla="*/ 1510397 w 7472601"/>
              <a:gd name="connsiteY181" fmla="*/ 3684705 h 6858000"/>
              <a:gd name="connsiteX182" fmla="*/ 1313114 w 7472601"/>
              <a:gd name="connsiteY182" fmla="*/ 3655216 h 6858000"/>
              <a:gd name="connsiteX183" fmla="*/ 1109304 w 7472601"/>
              <a:gd name="connsiteY183" fmla="*/ 3669030 h 6858000"/>
              <a:gd name="connsiteX184" fmla="*/ 8129 w 7472601"/>
              <a:gd name="connsiteY184" fmla="*/ 4330519 h 6858000"/>
              <a:gd name="connsiteX185" fmla="*/ 687572 w 7472601"/>
              <a:gd name="connsiteY185" fmla="*/ 3925629 h 6858000"/>
              <a:gd name="connsiteX186" fmla="*/ 1138365 w 7472601"/>
              <a:gd name="connsiteY186" fmla="*/ 3774515 h 6858000"/>
              <a:gd name="connsiteX187" fmla="*/ 1505579 w 7472601"/>
              <a:gd name="connsiteY187" fmla="*/ 3655526 h 6858000"/>
              <a:gd name="connsiteX188" fmla="*/ 1313114 w 7472601"/>
              <a:gd name="connsiteY188" fmla="*/ 3655216 h 6858000"/>
              <a:gd name="connsiteX189" fmla="*/ 3655073 w 7472601"/>
              <a:gd name="connsiteY189" fmla="*/ 3650884 h 6858000"/>
              <a:gd name="connsiteX190" fmla="*/ 3989938 w 7472601"/>
              <a:gd name="connsiteY190" fmla="*/ 3991685 h 6858000"/>
              <a:gd name="connsiteX191" fmla="*/ 4393907 w 7472601"/>
              <a:gd name="connsiteY191" fmla="*/ 4261258 h 6858000"/>
              <a:gd name="connsiteX192" fmla="*/ 4648051 w 7472601"/>
              <a:gd name="connsiteY192" fmla="*/ 4374051 h 6858000"/>
              <a:gd name="connsiteX193" fmla="*/ 4383389 w 7472601"/>
              <a:gd name="connsiteY193" fmla="*/ 4184369 h 6858000"/>
              <a:gd name="connsiteX194" fmla="*/ 4165508 w 7472601"/>
              <a:gd name="connsiteY194" fmla="*/ 4035196 h 6858000"/>
              <a:gd name="connsiteX195" fmla="*/ 4068162 w 7472601"/>
              <a:gd name="connsiteY195" fmla="*/ 3953394 h 6858000"/>
              <a:gd name="connsiteX196" fmla="*/ 3981416 w 7472601"/>
              <a:gd name="connsiteY196" fmla="*/ 3880482 h 6858000"/>
              <a:gd name="connsiteX197" fmla="*/ 3800147 w 7472601"/>
              <a:gd name="connsiteY197" fmla="*/ 3749872 h 6858000"/>
              <a:gd name="connsiteX198" fmla="*/ 3655073 w 7472601"/>
              <a:gd name="connsiteY198" fmla="*/ 3650884 h 6858000"/>
              <a:gd name="connsiteX199" fmla="*/ 3670252 w 7472601"/>
              <a:gd name="connsiteY199" fmla="*/ 3622798 h 6858000"/>
              <a:gd name="connsiteX200" fmla="*/ 3817258 w 7472601"/>
              <a:gd name="connsiteY200" fmla="*/ 3723577 h 6858000"/>
              <a:gd name="connsiteX201" fmla="*/ 4000461 w 7472601"/>
              <a:gd name="connsiteY201" fmla="*/ 3855966 h 6858000"/>
              <a:gd name="connsiteX202" fmla="*/ 4088180 w 7472601"/>
              <a:gd name="connsiteY202" fmla="*/ 3929774 h 6858000"/>
              <a:gd name="connsiteX203" fmla="*/ 4184555 w 7472601"/>
              <a:gd name="connsiteY203" fmla="*/ 4010683 h 6858000"/>
              <a:gd name="connsiteX204" fmla="*/ 4399563 w 7472601"/>
              <a:gd name="connsiteY204" fmla="*/ 4158106 h 6858000"/>
              <a:gd name="connsiteX205" fmla="*/ 4684469 w 7472601"/>
              <a:gd name="connsiteY205" fmla="*/ 4364680 h 6858000"/>
              <a:gd name="connsiteX206" fmla="*/ 4690271 w 7472601"/>
              <a:gd name="connsiteY206" fmla="*/ 4370034 h 6858000"/>
              <a:gd name="connsiteX207" fmla="*/ 4136093 w 7472601"/>
              <a:gd name="connsiteY207" fmla="*/ 3858466 h 6858000"/>
              <a:gd name="connsiteX208" fmla="*/ 3670252 w 7472601"/>
              <a:gd name="connsiteY208" fmla="*/ 3622798 h 6858000"/>
              <a:gd name="connsiteX209" fmla="*/ 4440129 w 7472601"/>
              <a:gd name="connsiteY209" fmla="*/ 3448571 h 6858000"/>
              <a:gd name="connsiteX210" fmla="*/ 4856525 w 7472601"/>
              <a:gd name="connsiteY210" fmla="*/ 3915351 h 6858000"/>
              <a:gd name="connsiteX211" fmla="*/ 5059055 w 7472601"/>
              <a:gd name="connsiteY211" fmla="*/ 4108918 h 6858000"/>
              <a:gd name="connsiteX212" fmla="*/ 5290070 w 7472601"/>
              <a:gd name="connsiteY212" fmla="*/ 4263619 h 6858000"/>
              <a:gd name="connsiteX213" fmla="*/ 4834991 w 7472601"/>
              <a:gd name="connsiteY213" fmla="*/ 3830985 h 6858000"/>
              <a:gd name="connsiteX214" fmla="*/ 4440129 w 7472601"/>
              <a:gd name="connsiteY214" fmla="*/ 3448571 h 6858000"/>
              <a:gd name="connsiteX215" fmla="*/ 4441737 w 7472601"/>
              <a:gd name="connsiteY215" fmla="*/ 3399734 h 6858000"/>
              <a:gd name="connsiteX216" fmla="*/ 4431236 w 7472601"/>
              <a:gd name="connsiteY216" fmla="*/ 3400954 h 6858000"/>
              <a:gd name="connsiteX217" fmla="*/ 4557150 w 7472601"/>
              <a:gd name="connsiteY217" fmla="*/ 3510023 h 6858000"/>
              <a:gd name="connsiteX218" fmla="*/ 4856936 w 7472601"/>
              <a:gd name="connsiteY218" fmla="*/ 3809146 h 6858000"/>
              <a:gd name="connsiteX219" fmla="*/ 5111996 w 7472601"/>
              <a:gd name="connsiteY219" fmla="*/ 4065759 h 6858000"/>
              <a:gd name="connsiteX220" fmla="*/ 5388878 w 7472601"/>
              <a:gd name="connsiteY220" fmla="*/ 4300185 h 6858000"/>
              <a:gd name="connsiteX221" fmla="*/ 5425556 w 7472601"/>
              <a:gd name="connsiteY221" fmla="*/ 4308967 h 6858000"/>
              <a:gd name="connsiteX222" fmla="*/ 4943646 w 7472601"/>
              <a:gd name="connsiteY222" fmla="*/ 3822916 h 6858000"/>
              <a:gd name="connsiteX223" fmla="*/ 4594837 w 7472601"/>
              <a:gd name="connsiteY223" fmla="*/ 3532274 h 6858000"/>
              <a:gd name="connsiteX224" fmla="*/ 4441737 w 7472601"/>
              <a:gd name="connsiteY224" fmla="*/ 3399734 h 6858000"/>
              <a:gd name="connsiteX225" fmla="*/ 5425834 w 7472601"/>
              <a:gd name="connsiteY225" fmla="*/ 3162785 h 6858000"/>
              <a:gd name="connsiteX226" fmla="*/ 5401644 w 7472601"/>
              <a:gd name="connsiteY226" fmla="*/ 3617847 h 6858000"/>
              <a:gd name="connsiteX227" fmla="*/ 5467256 w 7472601"/>
              <a:gd name="connsiteY227" fmla="*/ 4175494 h 6858000"/>
              <a:gd name="connsiteX228" fmla="*/ 5448069 w 7472601"/>
              <a:gd name="connsiteY228" fmla="*/ 3567554 h 6858000"/>
              <a:gd name="connsiteX229" fmla="*/ 5425834 w 7472601"/>
              <a:gd name="connsiteY229" fmla="*/ 3162785 h 6858000"/>
              <a:gd name="connsiteX230" fmla="*/ 1318687 w 7472601"/>
              <a:gd name="connsiteY230" fmla="*/ 3113840 h 6858000"/>
              <a:gd name="connsiteX231" fmla="*/ 1066793 w 7472601"/>
              <a:gd name="connsiteY231" fmla="*/ 3212171 h 6858000"/>
              <a:gd name="connsiteX232" fmla="*/ 993319 w 7472601"/>
              <a:gd name="connsiteY232" fmla="*/ 3247648 h 6858000"/>
              <a:gd name="connsiteX233" fmla="*/ 853081 w 7472601"/>
              <a:gd name="connsiteY233" fmla="*/ 3312410 h 6858000"/>
              <a:gd name="connsiteX234" fmla="*/ 805957 w 7472601"/>
              <a:gd name="connsiteY234" fmla="*/ 3330443 h 6858000"/>
              <a:gd name="connsiteX235" fmla="*/ 1318687 w 7472601"/>
              <a:gd name="connsiteY235" fmla="*/ 3113840 h 6858000"/>
              <a:gd name="connsiteX236" fmla="*/ 5453702 w 7472601"/>
              <a:gd name="connsiteY236" fmla="*/ 3090882 h 6858000"/>
              <a:gd name="connsiteX237" fmla="*/ 5480135 w 7472601"/>
              <a:gd name="connsiteY237" fmla="*/ 3565802 h 6858000"/>
              <a:gd name="connsiteX238" fmla="*/ 5499023 w 7472601"/>
              <a:gd name="connsiteY238" fmla="*/ 4166310 h 6858000"/>
              <a:gd name="connsiteX239" fmla="*/ 5547022 w 7472601"/>
              <a:gd name="connsiteY239" fmla="*/ 3607838 h 6858000"/>
              <a:gd name="connsiteX240" fmla="*/ 5515964 w 7472601"/>
              <a:gd name="connsiteY240" fmla="*/ 3378541 h 6858000"/>
              <a:gd name="connsiteX241" fmla="*/ 5453702 w 7472601"/>
              <a:gd name="connsiteY241" fmla="*/ 3090882 h 6858000"/>
              <a:gd name="connsiteX242" fmla="*/ 1238695 w 7472601"/>
              <a:gd name="connsiteY242" fmla="*/ 3076820 h 6858000"/>
              <a:gd name="connsiteX243" fmla="*/ 716371 w 7472601"/>
              <a:gd name="connsiteY243" fmla="*/ 3293249 h 6858000"/>
              <a:gd name="connsiteX244" fmla="*/ 579522 w 7472601"/>
              <a:gd name="connsiteY244" fmla="*/ 3371759 h 6858000"/>
              <a:gd name="connsiteX245" fmla="*/ 600288 w 7472601"/>
              <a:gd name="connsiteY245" fmla="*/ 3365555 h 6858000"/>
              <a:gd name="connsiteX246" fmla="*/ 840692 w 7472601"/>
              <a:gd name="connsiteY246" fmla="*/ 3284921 h 6858000"/>
              <a:gd name="connsiteX247" fmla="*/ 979248 w 7472601"/>
              <a:gd name="connsiteY247" fmla="*/ 3221003 h 6858000"/>
              <a:gd name="connsiteX248" fmla="*/ 1053282 w 7472601"/>
              <a:gd name="connsiteY248" fmla="*/ 3185247 h 6858000"/>
              <a:gd name="connsiteX249" fmla="*/ 1320603 w 7472601"/>
              <a:gd name="connsiteY249" fmla="*/ 3081281 h 6858000"/>
              <a:gd name="connsiteX250" fmla="*/ 1238695 w 7472601"/>
              <a:gd name="connsiteY250" fmla="*/ 3076820 h 6858000"/>
              <a:gd name="connsiteX251" fmla="*/ 5425627 w 7472601"/>
              <a:gd name="connsiteY251" fmla="*/ 2954192 h 6858000"/>
              <a:gd name="connsiteX252" fmla="*/ 5470770 w 7472601"/>
              <a:gd name="connsiteY252" fmla="*/ 3005435 h 6858000"/>
              <a:gd name="connsiteX253" fmla="*/ 5519779 w 7472601"/>
              <a:gd name="connsiteY253" fmla="*/ 4359223 h 6858000"/>
              <a:gd name="connsiteX254" fmla="*/ 5520293 w 7472601"/>
              <a:gd name="connsiteY254" fmla="*/ 4360602 h 6858000"/>
              <a:gd name="connsiteX255" fmla="*/ 5767221 w 7472601"/>
              <a:gd name="connsiteY255" fmla="*/ 4665564 h 6858000"/>
              <a:gd name="connsiteX256" fmla="*/ 6937169 w 7472601"/>
              <a:gd name="connsiteY256" fmla="*/ 4815941 h 6858000"/>
              <a:gd name="connsiteX257" fmla="*/ 6953922 w 7472601"/>
              <a:gd name="connsiteY257" fmla="*/ 4890068 h 6858000"/>
              <a:gd name="connsiteX258" fmla="*/ 6071359 w 7472601"/>
              <a:gd name="connsiteY258" fmla="*/ 4770770 h 6858000"/>
              <a:gd name="connsiteX259" fmla="*/ 6038839 w 7472601"/>
              <a:gd name="connsiteY259" fmla="*/ 4764474 h 6858000"/>
              <a:gd name="connsiteX260" fmla="*/ 6038706 w 7472601"/>
              <a:gd name="connsiteY260" fmla="*/ 4763847 h 6858000"/>
              <a:gd name="connsiteX261" fmla="*/ 6037784 w 7472601"/>
              <a:gd name="connsiteY261" fmla="*/ 4764270 h 6858000"/>
              <a:gd name="connsiteX262" fmla="*/ 6038839 w 7472601"/>
              <a:gd name="connsiteY262" fmla="*/ 4764474 h 6858000"/>
              <a:gd name="connsiteX263" fmla="*/ 6040338 w 7472601"/>
              <a:gd name="connsiteY263" fmla="*/ 4771418 h 6858000"/>
              <a:gd name="connsiteX264" fmla="*/ 6024488 w 7472601"/>
              <a:gd name="connsiteY264" fmla="*/ 4809903 h 6858000"/>
              <a:gd name="connsiteX265" fmla="*/ 5599771 w 7472601"/>
              <a:gd name="connsiteY265" fmla="*/ 5509652 h 6858000"/>
              <a:gd name="connsiteX266" fmla="*/ 5548843 w 7472601"/>
              <a:gd name="connsiteY266" fmla="*/ 5563845 h 6858000"/>
              <a:gd name="connsiteX267" fmla="*/ 5940952 w 7472601"/>
              <a:gd name="connsiteY267" fmla="*/ 6250028 h 6858000"/>
              <a:gd name="connsiteX268" fmla="*/ 6043441 w 7472601"/>
              <a:gd name="connsiteY268" fmla="*/ 6665847 h 6858000"/>
              <a:gd name="connsiteX269" fmla="*/ 6093432 w 7472601"/>
              <a:gd name="connsiteY269" fmla="*/ 6858000 h 6858000"/>
              <a:gd name="connsiteX270" fmla="*/ 6034344 w 7472601"/>
              <a:gd name="connsiteY270" fmla="*/ 6858000 h 6858000"/>
              <a:gd name="connsiteX271" fmla="*/ 6026679 w 7472601"/>
              <a:gd name="connsiteY271" fmla="*/ 6836959 h 6858000"/>
              <a:gd name="connsiteX272" fmla="*/ 5800441 w 7472601"/>
              <a:gd name="connsiteY272" fmla="*/ 6335286 h 6858000"/>
              <a:gd name="connsiteX273" fmla="*/ 5526562 w 7472601"/>
              <a:gd name="connsiteY273" fmla="*/ 5705388 h 6858000"/>
              <a:gd name="connsiteX274" fmla="*/ 5519640 w 7472601"/>
              <a:gd name="connsiteY274" fmla="*/ 5683774 h 6858000"/>
              <a:gd name="connsiteX275" fmla="*/ 5844559 w 7472601"/>
              <a:gd name="connsiteY275" fmla="*/ 6553349 h 6858000"/>
              <a:gd name="connsiteX276" fmla="*/ 5975994 w 7472601"/>
              <a:gd name="connsiteY276" fmla="*/ 6858000 h 6858000"/>
              <a:gd name="connsiteX277" fmla="*/ 5898547 w 7472601"/>
              <a:gd name="connsiteY277" fmla="*/ 6858000 h 6858000"/>
              <a:gd name="connsiteX278" fmla="*/ 5682041 w 7472601"/>
              <a:gd name="connsiteY278" fmla="*/ 6355860 h 6858000"/>
              <a:gd name="connsiteX279" fmla="*/ 5461758 w 7472601"/>
              <a:gd name="connsiteY279" fmla="*/ 5820220 h 6858000"/>
              <a:gd name="connsiteX280" fmla="*/ 5237282 w 7472601"/>
              <a:gd name="connsiteY280" fmla="*/ 6579086 h 6858000"/>
              <a:gd name="connsiteX281" fmla="*/ 5115009 w 7472601"/>
              <a:gd name="connsiteY281" fmla="*/ 6858000 h 6858000"/>
              <a:gd name="connsiteX282" fmla="*/ 5028074 w 7472601"/>
              <a:gd name="connsiteY282" fmla="*/ 6858000 h 6858000"/>
              <a:gd name="connsiteX283" fmla="*/ 5079508 w 7472601"/>
              <a:gd name="connsiteY283" fmla="*/ 6749074 h 6858000"/>
              <a:gd name="connsiteX284" fmla="*/ 5371846 w 7472601"/>
              <a:gd name="connsiteY284" fmla="*/ 5924413 h 6858000"/>
              <a:gd name="connsiteX285" fmla="*/ 5270512 w 7472601"/>
              <a:gd name="connsiteY285" fmla="*/ 6138975 h 6858000"/>
              <a:gd name="connsiteX286" fmla="*/ 5062409 w 7472601"/>
              <a:gd name="connsiteY286" fmla="*/ 6653544 h 6858000"/>
              <a:gd name="connsiteX287" fmla="*/ 5036628 w 7472601"/>
              <a:gd name="connsiteY287" fmla="*/ 6754247 h 6858000"/>
              <a:gd name="connsiteX288" fmla="*/ 5009112 w 7472601"/>
              <a:gd name="connsiteY288" fmla="*/ 6858000 h 6858000"/>
              <a:gd name="connsiteX289" fmla="*/ 4976679 w 7472601"/>
              <a:gd name="connsiteY289" fmla="*/ 6858000 h 6858000"/>
              <a:gd name="connsiteX290" fmla="*/ 5006537 w 7472601"/>
              <a:gd name="connsiteY290" fmla="*/ 6747068 h 6858000"/>
              <a:gd name="connsiteX291" fmla="*/ 5032723 w 7472601"/>
              <a:gd name="connsiteY291" fmla="*/ 6644957 h 6858000"/>
              <a:gd name="connsiteX292" fmla="*/ 5242949 w 7472601"/>
              <a:gd name="connsiteY292" fmla="*/ 6125175 h 6858000"/>
              <a:gd name="connsiteX293" fmla="*/ 5286321 w 7472601"/>
              <a:gd name="connsiteY293" fmla="*/ 6033555 h 6858000"/>
              <a:gd name="connsiteX294" fmla="*/ 5008210 w 7472601"/>
              <a:gd name="connsiteY294" fmla="*/ 6649194 h 6858000"/>
              <a:gd name="connsiteX295" fmla="*/ 4986321 w 7472601"/>
              <a:gd name="connsiteY295" fmla="*/ 6765687 h 6858000"/>
              <a:gd name="connsiteX296" fmla="*/ 4973474 w 7472601"/>
              <a:gd name="connsiteY296" fmla="*/ 6858000 h 6858000"/>
              <a:gd name="connsiteX297" fmla="*/ 4907178 w 7472601"/>
              <a:gd name="connsiteY297" fmla="*/ 6858000 h 6858000"/>
              <a:gd name="connsiteX298" fmla="*/ 4910810 w 7472601"/>
              <a:gd name="connsiteY298" fmla="*/ 6829660 h 6858000"/>
              <a:gd name="connsiteX299" fmla="*/ 4987461 w 7472601"/>
              <a:gd name="connsiteY299" fmla="*/ 6432994 h 6858000"/>
              <a:gd name="connsiteX300" fmla="*/ 5179262 w 7472601"/>
              <a:gd name="connsiteY300" fmla="*/ 6035044 h 6858000"/>
              <a:gd name="connsiteX301" fmla="*/ 4689678 w 7472601"/>
              <a:gd name="connsiteY301" fmla="*/ 6440241 h 6858000"/>
              <a:gd name="connsiteX302" fmla="*/ 4477543 w 7472601"/>
              <a:gd name="connsiteY302" fmla="*/ 6674836 h 6858000"/>
              <a:gd name="connsiteX303" fmla="*/ 4329957 w 7472601"/>
              <a:gd name="connsiteY303" fmla="*/ 6858000 h 6858000"/>
              <a:gd name="connsiteX304" fmla="*/ 4218595 w 7472601"/>
              <a:gd name="connsiteY304" fmla="*/ 6858000 h 6858000"/>
              <a:gd name="connsiteX305" fmla="*/ 4368888 w 7472601"/>
              <a:gd name="connsiteY305" fmla="*/ 6668412 h 6858000"/>
              <a:gd name="connsiteX306" fmla="*/ 4563091 w 7472601"/>
              <a:gd name="connsiteY306" fmla="*/ 6442508 h 6858000"/>
              <a:gd name="connsiteX307" fmla="*/ 5387324 w 7472601"/>
              <a:gd name="connsiteY307" fmla="*/ 5705830 h 6858000"/>
              <a:gd name="connsiteX308" fmla="*/ 5073620 w 7472601"/>
              <a:gd name="connsiteY308" fmla="*/ 5955437 h 6858000"/>
              <a:gd name="connsiteX309" fmla="*/ 4689789 w 7472601"/>
              <a:gd name="connsiteY309" fmla="*/ 6268382 h 6858000"/>
              <a:gd name="connsiteX310" fmla="*/ 4418722 w 7472601"/>
              <a:gd name="connsiteY310" fmla="*/ 6570886 h 6858000"/>
              <a:gd name="connsiteX311" fmla="*/ 4214944 w 7472601"/>
              <a:gd name="connsiteY311" fmla="*/ 6858000 h 6858000"/>
              <a:gd name="connsiteX312" fmla="*/ 4177898 w 7472601"/>
              <a:gd name="connsiteY312" fmla="*/ 6858000 h 6858000"/>
              <a:gd name="connsiteX313" fmla="*/ 4391597 w 7472601"/>
              <a:gd name="connsiteY313" fmla="*/ 6556370 h 6858000"/>
              <a:gd name="connsiteX314" fmla="*/ 4668889 w 7472601"/>
              <a:gd name="connsiteY314" fmla="*/ 6246399 h 6858000"/>
              <a:gd name="connsiteX315" fmla="*/ 5055427 w 7472601"/>
              <a:gd name="connsiteY315" fmla="*/ 5931476 h 6858000"/>
              <a:gd name="connsiteX316" fmla="*/ 5371814 w 7472601"/>
              <a:gd name="connsiteY316" fmla="*/ 5678975 h 6858000"/>
              <a:gd name="connsiteX317" fmla="*/ 4987918 w 7472601"/>
              <a:gd name="connsiteY317" fmla="*/ 5838701 h 6858000"/>
              <a:gd name="connsiteX318" fmla="*/ 4317146 w 7472601"/>
              <a:gd name="connsiteY318" fmla="*/ 6587716 h 6858000"/>
              <a:gd name="connsiteX319" fmla="*/ 4171627 w 7472601"/>
              <a:gd name="connsiteY319" fmla="*/ 6858000 h 6858000"/>
              <a:gd name="connsiteX320" fmla="*/ 4081585 w 7472601"/>
              <a:gd name="connsiteY320" fmla="*/ 6858000 h 6858000"/>
              <a:gd name="connsiteX321" fmla="*/ 4238603 w 7472601"/>
              <a:gd name="connsiteY321" fmla="*/ 6559341 h 6858000"/>
              <a:gd name="connsiteX322" fmla="*/ 4778333 w 7472601"/>
              <a:gd name="connsiteY322" fmla="*/ 5873626 h 6858000"/>
              <a:gd name="connsiteX323" fmla="*/ 5414185 w 7472601"/>
              <a:gd name="connsiteY323" fmla="*/ 5573882 h 6858000"/>
              <a:gd name="connsiteX324" fmla="*/ 5959648 w 7472601"/>
              <a:gd name="connsiteY324" fmla="*/ 4760797 h 6858000"/>
              <a:gd name="connsiteX325" fmla="*/ 5355019 w 7472601"/>
              <a:gd name="connsiteY325" fmla="*/ 4734672 h 6858000"/>
              <a:gd name="connsiteX326" fmla="*/ 5083565 w 7472601"/>
              <a:gd name="connsiteY326" fmla="*/ 5179121 h 6858000"/>
              <a:gd name="connsiteX327" fmla="*/ 4713577 w 7472601"/>
              <a:gd name="connsiteY327" fmla="*/ 5616803 h 6858000"/>
              <a:gd name="connsiteX328" fmla="*/ 3989559 w 7472601"/>
              <a:gd name="connsiteY328" fmla="*/ 6145945 h 6858000"/>
              <a:gd name="connsiteX329" fmla="*/ 3939824 w 7472601"/>
              <a:gd name="connsiteY329" fmla="*/ 6066900 h 6858000"/>
              <a:gd name="connsiteX330" fmla="*/ 4584537 w 7472601"/>
              <a:gd name="connsiteY330" fmla="*/ 5324826 h 6858000"/>
              <a:gd name="connsiteX331" fmla="*/ 5037105 w 7472601"/>
              <a:gd name="connsiteY331" fmla="*/ 5088765 h 6858000"/>
              <a:gd name="connsiteX332" fmla="*/ 5039930 w 7472601"/>
              <a:gd name="connsiteY332" fmla="*/ 5089585 h 6858000"/>
              <a:gd name="connsiteX333" fmla="*/ 5263764 w 7472601"/>
              <a:gd name="connsiteY333" fmla="*/ 4735525 h 6858000"/>
              <a:gd name="connsiteX334" fmla="*/ 4086300 w 7472601"/>
              <a:gd name="connsiteY334" fmla="*/ 4884599 h 6858000"/>
              <a:gd name="connsiteX335" fmla="*/ 4085485 w 7472601"/>
              <a:gd name="connsiteY335" fmla="*/ 4899070 h 6858000"/>
              <a:gd name="connsiteX336" fmla="*/ 3871915 w 7472601"/>
              <a:gd name="connsiteY336" fmla="*/ 5253645 h 6858000"/>
              <a:gd name="connsiteX337" fmla="*/ 3799374 w 7472601"/>
              <a:gd name="connsiteY337" fmla="*/ 5466127 h 6858000"/>
              <a:gd name="connsiteX338" fmla="*/ 3498850 w 7472601"/>
              <a:gd name="connsiteY338" fmla="*/ 6661888 h 6858000"/>
              <a:gd name="connsiteX339" fmla="*/ 3399216 w 7472601"/>
              <a:gd name="connsiteY339" fmla="*/ 6858000 h 6858000"/>
              <a:gd name="connsiteX340" fmla="*/ 3303688 w 7472601"/>
              <a:gd name="connsiteY340" fmla="*/ 6858000 h 6858000"/>
              <a:gd name="connsiteX341" fmla="*/ 3391774 w 7472601"/>
              <a:gd name="connsiteY341" fmla="*/ 6697181 h 6858000"/>
              <a:gd name="connsiteX342" fmla="*/ 3735540 w 7472601"/>
              <a:gd name="connsiteY342" fmla="*/ 5546923 h 6858000"/>
              <a:gd name="connsiteX343" fmla="*/ 3729438 w 7472601"/>
              <a:gd name="connsiteY343" fmla="*/ 5569058 h 6858000"/>
              <a:gd name="connsiteX344" fmla="*/ 3707782 w 7472601"/>
              <a:gd name="connsiteY344" fmla="*/ 5644908 h 6858000"/>
              <a:gd name="connsiteX345" fmla="*/ 3583827 w 7472601"/>
              <a:gd name="connsiteY345" fmla="*/ 6039215 h 6858000"/>
              <a:gd name="connsiteX346" fmla="*/ 3547861 w 7472601"/>
              <a:gd name="connsiteY346" fmla="*/ 6129609 h 6858000"/>
              <a:gd name="connsiteX347" fmla="*/ 3490905 w 7472601"/>
              <a:gd name="connsiteY347" fmla="*/ 6277660 h 6858000"/>
              <a:gd name="connsiteX348" fmla="*/ 3455859 w 7472601"/>
              <a:gd name="connsiteY348" fmla="*/ 6391301 h 6858000"/>
              <a:gd name="connsiteX349" fmla="*/ 3429112 w 7472601"/>
              <a:gd name="connsiteY349" fmla="*/ 6479469 h 6858000"/>
              <a:gd name="connsiteX350" fmla="*/ 3304862 w 7472601"/>
              <a:gd name="connsiteY350" fmla="*/ 6796476 h 6858000"/>
              <a:gd name="connsiteX351" fmla="*/ 3276071 w 7472601"/>
              <a:gd name="connsiteY351" fmla="*/ 6858000 h 6858000"/>
              <a:gd name="connsiteX352" fmla="*/ 3240805 w 7472601"/>
              <a:gd name="connsiteY352" fmla="*/ 6858000 h 6858000"/>
              <a:gd name="connsiteX353" fmla="*/ 3275917 w 7472601"/>
              <a:gd name="connsiteY353" fmla="*/ 6783192 h 6858000"/>
              <a:gd name="connsiteX354" fmla="*/ 3399358 w 7472601"/>
              <a:gd name="connsiteY354" fmla="*/ 6469011 h 6858000"/>
              <a:gd name="connsiteX355" fmla="*/ 3425650 w 7472601"/>
              <a:gd name="connsiteY355" fmla="*/ 6381333 h 6858000"/>
              <a:gd name="connsiteX356" fmla="*/ 3460661 w 7472601"/>
              <a:gd name="connsiteY356" fmla="*/ 6266763 h 6858000"/>
              <a:gd name="connsiteX357" fmla="*/ 3518021 w 7472601"/>
              <a:gd name="connsiteY357" fmla="*/ 6117298 h 6858000"/>
              <a:gd name="connsiteX358" fmla="*/ 3554035 w 7472601"/>
              <a:gd name="connsiteY358" fmla="*/ 6027832 h 6858000"/>
              <a:gd name="connsiteX359" fmla="*/ 3677174 w 7472601"/>
              <a:gd name="connsiteY359" fmla="*/ 5636351 h 6858000"/>
              <a:gd name="connsiteX360" fmla="*/ 3698819 w 7472601"/>
              <a:gd name="connsiteY360" fmla="*/ 5560503 h 6858000"/>
              <a:gd name="connsiteX361" fmla="*/ 3702094 w 7472601"/>
              <a:gd name="connsiteY361" fmla="*/ 5549194 h 6858000"/>
              <a:gd name="connsiteX362" fmla="*/ 3398355 w 7472601"/>
              <a:gd name="connsiteY362" fmla="*/ 6094603 h 6858000"/>
              <a:gd name="connsiteX363" fmla="*/ 3193941 w 7472601"/>
              <a:gd name="connsiteY363" fmla="*/ 6798775 h 6858000"/>
              <a:gd name="connsiteX364" fmla="*/ 3184140 w 7472601"/>
              <a:gd name="connsiteY364" fmla="*/ 6858000 h 6858000"/>
              <a:gd name="connsiteX365" fmla="*/ 3099978 w 7472601"/>
              <a:gd name="connsiteY365" fmla="*/ 6858000 h 6858000"/>
              <a:gd name="connsiteX366" fmla="*/ 3101556 w 7472601"/>
              <a:gd name="connsiteY366" fmla="*/ 6843337 h 6858000"/>
              <a:gd name="connsiteX367" fmla="*/ 3370162 w 7472601"/>
              <a:gd name="connsiteY367" fmla="*/ 5785550 h 6858000"/>
              <a:gd name="connsiteX368" fmla="*/ 3746477 w 7472601"/>
              <a:gd name="connsiteY368" fmla="*/ 5377889 h 6858000"/>
              <a:gd name="connsiteX369" fmla="*/ 3863399 w 7472601"/>
              <a:gd name="connsiteY369" fmla="*/ 5087257 h 6858000"/>
              <a:gd name="connsiteX370" fmla="*/ 3968712 w 7472601"/>
              <a:gd name="connsiteY370" fmla="*/ 4913989 h 6858000"/>
              <a:gd name="connsiteX371" fmla="*/ 2792390 w 7472601"/>
              <a:gd name="connsiteY371" fmla="*/ 5382974 h 6858000"/>
              <a:gd name="connsiteX372" fmla="*/ 2714982 w 7472601"/>
              <a:gd name="connsiteY372" fmla="*/ 5427051 h 6858000"/>
              <a:gd name="connsiteX373" fmla="*/ 2813361 w 7472601"/>
              <a:gd name="connsiteY373" fmla="*/ 6023912 h 6858000"/>
              <a:gd name="connsiteX374" fmla="*/ 2688430 w 7472601"/>
              <a:gd name="connsiteY374" fmla="*/ 6801564 h 6858000"/>
              <a:gd name="connsiteX375" fmla="*/ 2629626 w 7472601"/>
              <a:gd name="connsiteY375" fmla="*/ 6763394 h 6858000"/>
              <a:gd name="connsiteX376" fmla="*/ 2565328 w 7472601"/>
              <a:gd name="connsiteY376" fmla="*/ 5516399 h 6858000"/>
              <a:gd name="connsiteX377" fmla="*/ 1922999 w 7472601"/>
              <a:gd name="connsiteY377" fmla="*/ 5980343 h 6858000"/>
              <a:gd name="connsiteX378" fmla="*/ 1950261 w 7472601"/>
              <a:gd name="connsiteY378" fmla="*/ 6405858 h 6858000"/>
              <a:gd name="connsiteX379" fmla="*/ 2365554 w 7472601"/>
              <a:gd name="connsiteY379" fmla="*/ 6759107 h 6858000"/>
              <a:gd name="connsiteX380" fmla="*/ 2424142 w 7472601"/>
              <a:gd name="connsiteY380" fmla="*/ 6858000 h 6858000"/>
              <a:gd name="connsiteX381" fmla="*/ 2395994 w 7472601"/>
              <a:gd name="connsiteY381" fmla="*/ 6858000 h 6858000"/>
              <a:gd name="connsiteX382" fmla="*/ 2392863 w 7472601"/>
              <a:gd name="connsiteY382" fmla="*/ 6852964 h 6858000"/>
              <a:gd name="connsiteX383" fmla="*/ 2017589 w 7472601"/>
              <a:gd name="connsiteY383" fmla="*/ 6493982 h 6858000"/>
              <a:gd name="connsiteX384" fmla="*/ 2147336 w 7472601"/>
              <a:gd name="connsiteY384" fmla="*/ 6594052 h 6858000"/>
              <a:gd name="connsiteX385" fmla="*/ 2207047 w 7472601"/>
              <a:gd name="connsiteY385" fmla="*/ 6654540 h 6858000"/>
              <a:gd name="connsiteX386" fmla="*/ 2299106 w 7472601"/>
              <a:gd name="connsiteY386" fmla="*/ 6778931 h 6858000"/>
              <a:gd name="connsiteX387" fmla="*/ 2314430 w 7472601"/>
              <a:gd name="connsiteY387" fmla="*/ 6801144 h 6858000"/>
              <a:gd name="connsiteX388" fmla="*/ 2352406 w 7472601"/>
              <a:gd name="connsiteY388" fmla="*/ 6858000 h 6858000"/>
              <a:gd name="connsiteX389" fmla="*/ 2314492 w 7472601"/>
              <a:gd name="connsiteY389" fmla="*/ 6858000 h 6858000"/>
              <a:gd name="connsiteX390" fmla="*/ 2288095 w 7472601"/>
              <a:gd name="connsiteY390" fmla="*/ 6818030 h 6858000"/>
              <a:gd name="connsiteX391" fmla="*/ 2272768 w 7472601"/>
              <a:gd name="connsiteY391" fmla="*/ 6795822 h 6858000"/>
              <a:gd name="connsiteX392" fmla="*/ 2182715 w 7472601"/>
              <a:gd name="connsiteY392" fmla="*/ 6675071 h 6858000"/>
              <a:gd name="connsiteX393" fmla="*/ 2032061 w 7472601"/>
              <a:gd name="connsiteY393" fmla="*/ 6541380 h 6858000"/>
              <a:gd name="connsiteX394" fmla="*/ 2257220 w 7472601"/>
              <a:gd name="connsiteY394" fmla="*/ 6826257 h 6858000"/>
              <a:gd name="connsiteX395" fmla="*/ 2281324 w 7472601"/>
              <a:gd name="connsiteY395" fmla="*/ 6858000 h 6858000"/>
              <a:gd name="connsiteX396" fmla="*/ 2242860 w 7472601"/>
              <a:gd name="connsiteY396" fmla="*/ 6858000 h 6858000"/>
              <a:gd name="connsiteX397" fmla="*/ 2232818 w 7472601"/>
              <a:gd name="connsiteY397" fmla="*/ 6844926 h 6858000"/>
              <a:gd name="connsiteX398" fmla="*/ 1990172 w 7472601"/>
              <a:gd name="connsiteY398" fmla="*/ 6542121 h 6858000"/>
              <a:gd name="connsiteX399" fmla="*/ 2124090 w 7472601"/>
              <a:gd name="connsiteY399" fmla="*/ 6761017 h 6858000"/>
              <a:gd name="connsiteX400" fmla="*/ 2200380 w 7472601"/>
              <a:gd name="connsiteY400" fmla="*/ 6858000 h 6858000"/>
              <a:gd name="connsiteX401" fmla="*/ 2147507 w 7472601"/>
              <a:gd name="connsiteY401" fmla="*/ 6858000 h 6858000"/>
              <a:gd name="connsiteX402" fmla="*/ 2070668 w 7472601"/>
              <a:gd name="connsiteY402" fmla="*/ 6761520 h 6858000"/>
              <a:gd name="connsiteX403" fmla="*/ 1975142 w 7472601"/>
              <a:gd name="connsiteY403" fmla="*/ 6585570 h 6858000"/>
              <a:gd name="connsiteX404" fmla="*/ 2050035 w 7472601"/>
              <a:gd name="connsiteY404" fmla="*/ 6813345 h 6858000"/>
              <a:gd name="connsiteX405" fmla="*/ 2063025 w 7472601"/>
              <a:gd name="connsiteY405" fmla="*/ 6858000 h 6858000"/>
              <a:gd name="connsiteX406" fmla="*/ 2021675 w 7472601"/>
              <a:gd name="connsiteY406" fmla="*/ 6858000 h 6858000"/>
              <a:gd name="connsiteX407" fmla="*/ 2019308 w 7472601"/>
              <a:gd name="connsiteY407" fmla="*/ 6847118 h 6858000"/>
              <a:gd name="connsiteX408" fmla="*/ 1938835 w 7472601"/>
              <a:gd name="connsiteY408" fmla="*/ 6551160 h 6858000"/>
              <a:gd name="connsiteX409" fmla="*/ 1953230 w 7472601"/>
              <a:gd name="connsiteY409" fmla="*/ 6759699 h 6858000"/>
              <a:gd name="connsiteX410" fmla="*/ 1956763 w 7472601"/>
              <a:gd name="connsiteY410" fmla="*/ 6778191 h 6858000"/>
              <a:gd name="connsiteX411" fmla="*/ 1967925 w 7472601"/>
              <a:gd name="connsiteY411" fmla="*/ 6858000 h 6858000"/>
              <a:gd name="connsiteX412" fmla="*/ 1936622 w 7472601"/>
              <a:gd name="connsiteY412" fmla="*/ 6858000 h 6858000"/>
              <a:gd name="connsiteX413" fmla="*/ 1926261 w 7472601"/>
              <a:gd name="connsiteY413" fmla="*/ 6784064 h 6858000"/>
              <a:gd name="connsiteX414" fmla="*/ 1922724 w 7472601"/>
              <a:gd name="connsiteY414" fmla="*/ 6765577 h 6858000"/>
              <a:gd name="connsiteX415" fmla="*/ 1904650 w 7472601"/>
              <a:gd name="connsiteY415" fmla="*/ 6639616 h 6858000"/>
              <a:gd name="connsiteX416" fmla="*/ 1885273 w 7472601"/>
              <a:gd name="connsiteY416" fmla="*/ 6858000 h 6858000"/>
              <a:gd name="connsiteX417" fmla="*/ 1854363 w 7472601"/>
              <a:gd name="connsiteY417" fmla="*/ 6858000 h 6858000"/>
              <a:gd name="connsiteX418" fmla="*/ 1880391 w 7472601"/>
              <a:gd name="connsiteY418" fmla="*/ 6603796 h 6858000"/>
              <a:gd name="connsiteX419" fmla="*/ 1818273 w 7472601"/>
              <a:gd name="connsiteY419" fmla="*/ 6715729 h 6858000"/>
              <a:gd name="connsiteX420" fmla="*/ 1794691 w 7472601"/>
              <a:gd name="connsiteY420" fmla="*/ 6843239 h 6858000"/>
              <a:gd name="connsiteX421" fmla="*/ 1794914 w 7472601"/>
              <a:gd name="connsiteY421" fmla="*/ 6858000 h 6858000"/>
              <a:gd name="connsiteX422" fmla="*/ 1746128 w 7472601"/>
              <a:gd name="connsiteY422" fmla="*/ 6858000 h 6858000"/>
              <a:gd name="connsiteX423" fmla="*/ 1753934 w 7472601"/>
              <a:gd name="connsiteY423" fmla="*/ 6724796 h 6858000"/>
              <a:gd name="connsiteX424" fmla="*/ 1792053 w 7472601"/>
              <a:gd name="connsiteY424" fmla="*/ 6572396 h 6858000"/>
              <a:gd name="connsiteX425" fmla="*/ 1862248 w 7472601"/>
              <a:gd name="connsiteY425" fmla="*/ 6266397 h 6858000"/>
              <a:gd name="connsiteX426" fmla="*/ 1862250 w 7472601"/>
              <a:gd name="connsiteY426" fmla="*/ 6033531 h 6858000"/>
              <a:gd name="connsiteX427" fmla="*/ 1211999 w 7472601"/>
              <a:gd name="connsiteY427" fmla="*/ 6683610 h 6858000"/>
              <a:gd name="connsiteX428" fmla="*/ 1213266 w 7472601"/>
              <a:gd name="connsiteY428" fmla="*/ 6691947 h 6858000"/>
              <a:gd name="connsiteX429" fmla="*/ 1203370 w 7472601"/>
              <a:gd name="connsiteY429" fmla="*/ 6850676 h 6858000"/>
              <a:gd name="connsiteX430" fmla="*/ 1203671 w 7472601"/>
              <a:gd name="connsiteY430" fmla="*/ 6858000 h 6858000"/>
              <a:gd name="connsiteX431" fmla="*/ 1143180 w 7472601"/>
              <a:gd name="connsiteY431" fmla="*/ 6858000 h 6858000"/>
              <a:gd name="connsiteX432" fmla="*/ 1142176 w 7472601"/>
              <a:gd name="connsiteY432" fmla="*/ 6766045 h 6858000"/>
              <a:gd name="connsiteX433" fmla="*/ 1067484 w 7472601"/>
              <a:gd name="connsiteY433" fmla="*/ 6858000 h 6858000"/>
              <a:gd name="connsiteX434" fmla="*/ 953928 w 7472601"/>
              <a:gd name="connsiteY434" fmla="*/ 6858000 h 6858000"/>
              <a:gd name="connsiteX435" fmla="*/ 959715 w 7472601"/>
              <a:gd name="connsiteY435" fmla="*/ 6850185 h 6858000"/>
              <a:gd name="connsiteX436" fmla="*/ 1483788 w 7472601"/>
              <a:gd name="connsiteY436" fmla="*/ 6259174 h 6858000"/>
              <a:gd name="connsiteX437" fmla="*/ 1100671 w 7472601"/>
              <a:gd name="connsiteY437" fmla="*/ 6252137 h 6858000"/>
              <a:gd name="connsiteX438" fmla="*/ 1090144 w 7472601"/>
              <a:gd name="connsiteY438" fmla="*/ 6256748 h 6858000"/>
              <a:gd name="connsiteX439" fmla="*/ 1095872 w 7472601"/>
              <a:gd name="connsiteY439" fmla="*/ 6271892 h 6858000"/>
              <a:gd name="connsiteX440" fmla="*/ 262785 w 7472601"/>
              <a:gd name="connsiteY440" fmla="*/ 6845450 h 6858000"/>
              <a:gd name="connsiteX441" fmla="*/ 209968 w 7472601"/>
              <a:gd name="connsiteY441" fmla="*/ 6770713 h 6858000"/>
              <a:gd name="connsiteX442" fmla="*/ 873460 w 7472601"/>
              <a:gd name="connsiteY442" fmla="*/ 6253768 h 6858000"/>
              <a:gd name="connsiteX443" fmla="*/ 192686 w 7472601"/>
              <a:gd name="connsiteY443" fmla="*/ 5849257 h 6858000"/>
              <a:gd name="connsiteX444" fmla="*/ 4696 w 7472601"/>
              <a:gd name="connsiteY444" fmla="*/ 5697668 h 6858000"/>
              <a:gd name="connsiteX445" fmla="*/ 0 w 7472601"/>
              <a:gd name="connsiteY445" fmla="*/ 5689984 h 6858000"/>
              <a:gd name="connsiteX446" fmla="*/ 0 w 7472601"/>
              <a:gd name="connsiteY446" fmla="*/ 5513472 h 6858000"/>
              <a:gd name="connsiteX447" fmla="*/ 174101 w 7472601"/>
              <a:gd name="connsiteY447" fmla="*/ 5620277 h 6858000"/>
              <a:gd name="connsiteX448" fmla="*/ 891800 w 7472601"/>
              <a:gd name="connsiteY448" fmla="*/ 6036935 h 6858000"/>
              <a:gd name="connsiteX449" fmla="*/ 1072219 w 7472601"/>
              <a:gd name="connsiteY449" fmla="*/ 6169443 h 6858000"/>
              <a:gd name="connsiteX450" fmla="*/ 1074117 w 7472601"/>
              <a:gd name="connsiteY450" fmla="*/ 6170301 h 6858000"/>
              <a:gd name="connsiteX451" fmla="*/ 1083114 w 7472601"/>
              <a:gd name="connsiteY451" fmla="*/ 6174131 h 6858000"/>
              <a:gd name="connsiteX452" fmla="*/ 1543010 w 7472601"/>
              <a:gd name="connsiteY452" fmla="*/ 6191140 h 6858000"/>
              <a:gd name="connsiteX453" fmla="*/ 1551080 w 7472601"/>
              <a:gd name="connsiteY453" fmla="*/ 6195006 h 6858000"/>
              <a:gd name="connsiteX454" fmla="*/ 2345443 w 7472601"/>
              <a:gd name="connsiteY454" fmla="*/ 5549882 h 6858000"/>
              <a:gd name="connsiteX455" fmla="*/ 1721499 w 7472601"/>
              <a:gd name="connsiteY455" fmla="*/ 5599969 h 6858000"/>
              <a:gd name="connsiteX456" fmla="*/ 767716 w 7472601"/>
              <a:gd name="connsiteY456" fmla="*/ 5472768 h 6858000"/>
              <a:gd name="connsiteX457" fmla="*/ 722147 w 7472601"/>
              <a:gd name="connsiteY457" fmla="*/ 5393091 h 6858000"/>
              <a:gd name="connsiteX458" fmla="*/ 1485552 w 7472601"/>
              <a:gd name="connsiteY458" fmla="*/ 5313202 h 6858000"/>
              <a:gd name="connsiteX459" fmla="*/ 2143004 w 7472601"/>
              <a:gd name="connsiteY459" fmla="*/ 5402420 h 6858000"/>
              <a:gd name="connsiteX460" fmla="*/ 1933391 w 7472601"/>
              <a:gd name="connsiteY460" fmla="*/ 5156971 h 6858000"/>
              <a:gd name="connsiteX461" fmla="*/ 1827118 w 7472601"/>
              <a:gd name="connsiteY461" fmla="*/ 4968410 h 6858000"/>
              <a:gd name="connsiteX462" fmla="*/ 1837349 w 7472601"/>
              <a:gd name="connsiteY462" fmla="*/ 4956357 h 6858000"/>
              <a:gd name="connsiteX463" fmla="*/ 2162835 w 7472601"/>
              <a:gd name="connsiteY463" fmla="*/ 5187853 h 6858000"/>
              <a:gd name="connsiteX464" fmla="*/ 2257167 w 7472601"/>
              <a:gd name="connsiteY464" fmla="*/ 5462123 h 6858000"/>
              <a:gd name="connsiteX465" fmla="*/ 2261598 w 7472601"/>
              <a:gd name="connsiteY465" fmla="*/ 5467998 h 6858000"/>
              <a:gd name="connsiteX466" fmla="*/ 2437177 w 7472601"/>
              <a:gd name="connsiteY466" fmla="*/ 5479608 h 6858000"/>
              <a:gd name="connsiteX467" fmla="*/ 2445247 w 7472601"/>
              <a:gd name="connsiteY467" fmla="*/ 5483476 h 6858000"/>
              <a:gd name="connsiteX468" fmla="*/ 2743626 w 7472601"/>
              <a:gd name="connsiteY468" fmla="*/ 5304819 h 6858000"/>
              <a:gd name="connsiteX469" fmla="*/ 3048102 w 7472601"/>
              <a:gd name="connsiteY469" fmla="*/ 5150595 h 6858000"/>
              <a:gd name="connsiteX470" fmla="*/ 1799414 w 7472601"/>
              <a:gd name="connsiteY470" fmla="*/ 4694732 h 6858000"/>
              <a:gd name="connsiteX471" fmla="*/ 1771735 w 7472601"/>
              <a:gd name="connsiteY471" fmla="*/ 4619929 h 6858000"/>
              <a:gd name="connsiteX472" fmla="*/ 3104273 w 7472601"/>
              <a:gd name="connsiteY472" fmla="*/ 5076159 h 6858000"/>
              <a:gd name="connsiteX473" fmla="*/ 3113245 w 7472601"/>
              <a:gd name="connsiteY473" fmla="*/ 5090705 h 6858000"/>
              <a:gd name="connsiteX474" fmla="*/ 3126294 w 7472601"/>
              <a:gd name="connsiteY474" fmla="*/ 5114400 h 6858000"/>
              <a:gd name="connsiteX475" fmla="*/ 3937433 w 7472601"/>
              <a:gd name="connsiteY475" fmla="*/ 4830473 h 6858000"/>
              <a:gd name="connsiteX476" fmla="*/ 3590475 w 7472601"/>
              <a:gd name="connsiteY476" fmla="*/ 4597974 h 6858000"/>
              <a:gd name="connsiteX477" fmla="*/ 3100264 w 7472601"/>
              <a:gd name="connsiteY477" fmla="*/ 4579845 h 6858000"/>
              <a:gd name="connsiteX478" fmla="*/ 2183576 w 7472601"/>
              <a:gd name="connsiteY478" fmla="*/ 4227150 h 6858000"/>
              <a:gd name="connsiteX479" fmla="*/ 2151029 w 7472601"/>
              <a:gd name="connsiteY479" fmla="*/ 4146947 h 6858000"/>
              <a:gd name="connsiteX480" fmla="*/ 3563434 w 7472601"/>
              <a:gd name="connsiteY480" fmla="*/ 4469115 h 6858000"/>
              <a:gd name="connsiteX481" fmla="*/ 3177952 w 7472601"/>
              <a:gd name="connsiteY481" fmla="*/ 3657386 h 6858000"/>
              <a:gd name="connsiteX482" fmla="*/ 3189263 w 7472601"/>
              <a:gd name="connsiteY482" fmla="*/ 3625726 h 6858000"/>
              <a:gd name="connsiteX483" fmla="*/ 3560912 w 7472601"/>
              <a:gd name="connsiteY483" fmla="*/ 4079863 h 6858000"/>
              <a:gd name="connsiteX484" fmla="*/ 3626636 w 7472601"/>
              <a:gd name="connsiteY484" fmla="*/ 4512230 h 6858000"/>
              <a:gd name="connsiteX485" fmla="*/ 3653088 w 7472601"/>
              <a:gd name="connsiteY485" fmla="*/ 4521417 h 6858000"/>
              <a:gd name="connsiteX486" fmla="*/ 3988128 w 7472601"/>
              <a:gd name="connsiteY486" fmla="*/ 4817267 h 6858000"/>
              <a:gd name="connsiteX487" fmla="*/ 4830582 w 7472601"/>
              <a:gd name="connsiteY487" fmla="*/ 4676000 h 6858000"/>
              <a:gd name="connsiteX488" fmla="*/ 4830100 w 7472601"/>
              <a:gd name="connsiteY488" fmla="*/ 4675554 h 6858000"/>
              <a:gd name="connsiteX489" fmla="*/ 4036318 w 7472601"/>
              <a:gd name="connsiteY489" fmla="*/ 4147013 h 6858000"/>
              <a:gd name="connsiteX490" fmla="*/ 3432098 w 7472601"/>
              <a:gd name="connsiteY490" fmla="*/ 3537312 h 6858000"/>
              <a:gd name="connsiteX491" fmla="*/ 3446761 w 7472601"/>
              <a:gd name="connsiteY491" fmla="*/ 3461278 h 6858000"/>
              <a:gd name="connsiteX492" fmla="*/ 4419733 w 7472601"/>
              <a:gd name="connsiteY492" fmla="*/ 3963555 h 6858000"/>
              <a:gd name="connsiteX493" fmla="*/ 4781371 w 7472601"/>
              <a:gd name="connsiteY493" fmla="*/ 4458604 h 6858000"/>
              <a:gd name="connsiteX494" fmla="*/ 4780440 w 7472601"/>
              <a:gd name="connsiteY494" fmla="*/ 4470290 h 6858000"/>
              <a:gd name="connsiteX495" fmla="*/ 4898954 w 7472601"/>
              <a:gd name="connsiteY495" fmla="*/ 4662092 h 6858000"/>
              <a:gd name="connsiteX496" fmla="*/ 4900699 w 7472601"/>
              <a:gd name="connsiteY496" fmla="*/ 4670867 h 6858000"/>
              <a:gd name="connsiteX497" fmla="*/ 5714511 w 7472601"/>
              <a:gd name="connsiteY497" fmla="*/ 4663483 h 6858000"/>
              <a:gd name="connsiteX498" fmla="*/ 5464793 w 7472601"/>
              <a:gd name="connsiteY498" fmla="*/ 4393556 h 6858000"/>
              <a:gd name="connsiteX499" fmla="*/ 5461897 w 7472601"/>
              <a:gd name="connsiteY499" fmla="*/ 4390879 h 6858000"/>
              <a:gd name="connsiteX500" fmla="*/ 4294126 w 7472601"/>
              <a:gd name="connsiteY500" fmla="*/ 3303048 h 6858000"/>
              <a:gd name="connsiteX501" fmla="*/ 4305321 w 7472601"/>
              <a:gd name="connsiteY501" fmla="*/ 3256953 h 6858000"/>
              <a:gd name="connsiteX502" fmla="*/ 4949299 w 7472601"/>
              <a:gd name="connsiteY502" fmla="*/ 3766336 h 6858000"/>
              <a:gd name="connsiteX503" fmla="*/ 5291452 w 7472601"/>
              <a:gd name="connsiteY503" fmla="*/ 4076801 h 6858000"/>
              <a:gd name="connsiteX504" fmla="*/ 5434998 w 7472601"/>
              <a:gd name="connsiteY504" fmla="*/ 4254100 h 6858000"/>
              <a:gd name="connsiteX505" fmla="*/ 5351015 w 7472601"/>
              <a:gd name="connsiteY505" fmla="*/ 3760989 h 6858000"/>
              <a:gd name="connsiteX506" fmla="*/ 5413780 w 7472601"/>
              <a:gd name="connsiteY506" fmla="*/ 2966265 h 6858000"/>
              <a:gd name="connsiteX507" fmla="*/ 5425627 w 7472601"/>
              <a:gd name="connsiteY507" fmla="*/ 2954192 h 6858000"/>
              <a:gd name="connsiteX508" fmla="*/ 6604735 w 7472601"/>
              <a:gd name="connsiteY508" fmla="*/ 2041381 h 6858000"/>
              <a:gd name="connsiteX509" fmla="*/ 7204487 w 7472601"/>
              <a:gd name="connsiteY509" fmla="*/ 2742112 h 6858000"/>
              <a:gd name="connsiteX510" fmla="*/ 7131592 w 7472601"/>
              <a:gd name="connsiteY510" fmla="*/ 2672096 h 6858000"/>
              <a:gd name="connsiteX511" fmla="*/ 6996344 w 7472601"/>
              <a:gd name="connsiteY511" fmla="*/ 2518310 h 6858000"/>
              <a:gd name="connsiteX512" fmla="*/ 6735495 w 7472601"/>
              <a:gd name="connsiteY512" fmla="*/ 2196890 h 6858000"/>
              <a:gd name="connsiteX513" fmla="*/ 6721901 w 7472601"/>
              <a:gd name="connsiteY513" fmla="*/ 2179274 h 6858000"/>
              <a:gd name="connsiteX514" fmla="*/ 6604735 w 7472601"/>
              <a:gd name="connsiteY514" fmla="*/ 2041381 h 6858000"/>
              <a:gd name="connsiteX515" fmla="*/ 6591670 w 7472601"/>
              <a:gd name="connsiteY515" fmla="*/ 1988277 h 6858000"/>
              <a:gd name="connsiteX516" fmla="*/ 6747349 w 7472601"/>
              <a:gd name="connsiteY516" fmla="*/ 2160069 h 6858000"/>
              <a:gd name="connsiteX517" fmla="*/ 6760943 w 7472601"/>
              <a:gd name="connsiteY517" fmla="*/ 2177686 h 6858000"/>
              <a:gd name="connsiteX518" fmla="*/ 7021065 w 7472601"/>
              <a:gd name="connsiteY518" fmla="*/ 2498102 h 6858000"/>
              <a:gd name="connsiteX519" fmla="*/ 7155223 w 7472601"/>
              <a:gd name="connsiteY519" fmla="*/ 2650386 h 6858000"/>
              <a:gd name="connsiteX520" fmla="*/ 7203167 w 7472601"/>
              <a:gd name="connsiteY520" fmla="*/ 2697288 h 6858000"/>
              <a:gd name="connsiteX521" fmla="*/ 6937703 w 7472601"/>
              <a:gd name="connsiteY521" fmla="*/ 2321981 h 6858000"/>
              <a:gd name="connsiteX522" fmla="*/ 6591670 w 7472601"/>
              <a:gd name="connsiteY522" fmla="*/ 1988277 h 6858000"/>
              <a:gd name="connsiteX523" fmla="*/ 5798671 w 7472601"/>
              <a:gd name="connsiteY523" fmla="*/ 1981601 h 6858000"/>
              <a:gd name="connsiteX524" fmla="*/ 5754709 w 7472601"/>
              <a:gd name="connsiteY524" fmla="*/ 2071454 h 6858000"/>
              <a:gd name="connsiteX525" fmla="*/ 5763044 w 7472601"/>
              <a:gd name="connsiteY525" fmla="*/ 2842206 h 6858000"/>
              <a:gd name="connsiteX526" fmla="*/ 5764974 w 7472601"/>
              <a:gd name="connsiteY526" fmla="*/ 2799609 h 6858000"/>
              <a:gd name="connsiteX527" fmla="*/ 5767665 w 7472601"/>
              <a:gd name="connsiteY527" fmla="*/ 2666409 h 6858000"/>
              <a:gd name="connsiteX528" fmla="*/ 5763055 w 7472601"/>
              <a:gd name="connsiteY528" fmla="*/ 2579705 h 6858000"/>
              <a:gd name="connsiteX529" fmla="*/ 5758079 w 7472601"/>
              <a:gd name="connsiteY529" fmla="*/ 2492508 h 6858000"/>
              <a:gd name="connsiteX530" fmla="*/ 5779325 w 7472601"/>
              <a:gd name="connsiteY530" fmla="*/ 2197069 h 6858000"/>
              <a:gd name="connsiteX531" fmla="*/ 5798671 w 7472601"/>
              <a:gd name="connsiteY531" fmla="*/ 1981601 h 6858000"/>
              <a:gd name="connsiteX532" fmla="*/ 5829202 w 7472601"/>
              <a:gd name="connsiteY532" fmla="*/ 1971679 h 6858000"/>
              <a:gd name="connsiteX533" fmla="*/ 5809558 w 7472601"/>
              <a:gd name="connsiteY533" fmla="*/ 2198043 h 6858000"/>
              <a:gd name="connsiteX534" fmla="*/ 5788653 w 7472601"/>
              <a:gd name="connsiteY534" fmla="*/ 2489430 h 6858000"/>
              <a:gd name="connsiteX535" fmla="*/ 5793439 w 7472601"/>
              <a:gd name="connsiteY535" fmla="*/ 2575235 h 6858000"/>
              <a:gd name="connsiteX536" fmla="*/ 5796837 w 7472601"/>
              <a:gd name="connsiteY536" fmla="*/ 2637633 h 6858000"/>
              <a:gd name="connsiteX537" fmla="*/ 5818614 w 7472601"/>
              <a:gd name="connsiteY537" fmla="*/ 2473055 h 6858000"/>
              <a:gd name="connsiteX538" fmla="*/ 5829202 w 7472601"/>
              <a:gd name="connsiteY538" fmla="*/ 1971679 h 6858000"/>
              <a:gd name="connsiteX539" fmla="*/ 5911389 w 7472601"/>
              <a:gd name="connsiteY539" fmla="*/ 1898371 h 6858000"/>
              <a:gd name="connsiteX540" fmla="*/ 6237627 w 7472601"/>
              <a:gd name="connsiteY540" fmla="*/ 2231921 h 6858000"/>
              <a:gd name="connsiteX541" fmla="*/ 5911389 w 7472601"/>
              <a:gd name="connsiteY541" fmla="*/ 1898371 h 6858000"/>
              <a:gd name="connsiteX542" fmla="*/ 6944437 w 7472601"/>
              <a:gd name="connsiteY542" fmla="*/ 1575402 h 6858000"/>
              <a:gd name="connsiteX543" fmla="*/ 6304730 w 7472601"/>
              <a:gd name="connsiteY543" fmla="*/ 1766654 h 6858000"/>
              <a:gd name="connsiteX544" fmla="*/ 6944437 w 7472601"/>
              <a:gd name="connsiteY544" fmla="*/ 1575402 h 6858000"/>
              <a:gd name="connsiteX545" fmla="*/ 7019523 w 7472601"/>
              <a:gd name="connsiteY545" fmla="*/ 1519450 h 6858000"/>
              <a:gd name="connsiteX546" fmla="*/ 6298091 w 7472601"/>
              <a:gd name="connsiteY546" fmla="*/ 1737122 h 6858000"/>
              <a:gd name="connsiteX547" fmla="*/ 7019523 w 7472601"/>
              <a:gd name="connsiteY547" fmla="*/ 1519450 h 6858000"/>
              <a:gd name="connsiteX548" fmla="*/ 2399523 w 7472601"/>
              <a:gd name="connsiteY548" fmla="*/ 1428234 h 6858000"/>
              <a:gd name="connsiteX549" fmla="*/ 2224982 w 7472601"/>
              <a:gd name="connsiteY549" fmla="*/ 1826201 h 6858000"/>
              <a:gd name="connsiteX550" fmla="*/ 2096099 w 7472601"/>
              <a:gd name="connsiteY550" fmla="*/ 2345900 h 6858000"/>
              <a:gd name="connsiteX551" fmla="*/ 2283317 w 7472601"/>
              <a:gd name="connsiteY551" fmla="*/ 1796925 h 6858000"/>
              <a:gd name="connsiteX552" fmla="*/ 2399523 w 7472601"/>
              <a:gd name="connsiteY552" fmla="*/ 1428234 h 6858000"/>
              <a:gd name="connsiteX553" fmla="*/ 2448558 w 7472601"/>
              <a:gd name="connsiteY553" fmla="*/ 1373435 h 6858000"/>
              <a:gd name="connsiteX554" fmla="*/ 2312521 w 7472601"/>
              <a:gd name="connsiteY554" fmla="*/ 1806140 h 6858000"/>
              <a:gd name="connsiteX555" fmla="*/ 2127533 w 7472601"/>
              <a:gd name="connsiteY555" fmla="*/ 2348380 h 6858000"/>
              <a:gd name="connsiteX556" fmla="*/ 2358080 w 7472601"/>
              <a:gd name="connsiteY556" fmla="*/ 1866134 h 6858000"/>
              <a:gd name="connsiteX557" fmla="*/ 2407436 w 7472601"/>
              <a:gd name="connsiteY557" fmla="*/ 1651070 h 6858000"/>
              <a:gd name="connsiteX558" fmla="*/ 2448558 w 7472601"/>
              <a:gd name="connsiteY558" fmla="*/ 1373435 h 6858000"/>
              <a:gd name="connsiteX559" fmla="*/ 278707 w 7472601"/>
              <a:gd name="connsiteY559" fmla="*/ 1352270 h 6858000"/>
              <a:gd name="connsiteX560" fmla="*/ 321570 w 7472601"/>
              <a:gd name="connsiteY560" fmla="*/ 1861610 h 6858000"/>
              <a:gd name="connsiteX561" fmla="*/ 294281 w 7472601"/>
              <a:gd name="connsiteY561" fmla="*/ 1440658 h 6858000"/>
              <a:gd name="connsiteX562" fmla="*/ 278707 w 7472601"/>
              <a:gd name="connsiteY562" fmla="*/ 1352270 h 6858000"/>
              <a:gd name="connsiteX563" fmla="*/ 1423821 w 7472601"/>
              <a:gd name="connsiteY563" fmla="*/ 1351958 h 6858000"/>
              <a:gd name="connsiteX564" fmla="*/ 1638521 w 7472601"/>
              <a:gd name="connsiteY564" fmla="*/ 1908470 h 6858000"/>
              <a:gd name="connsiteX565" fmla="*/ 1754199 w 7472601"/>
              <a:gd name="connsiteY565" fmla="*/ 2149284 h 6858000"/>
              <a:gd name="connsiteX566" fmla="*/ 1908359 w 7472601"/>
              <a:gd name="connsiteY566" fmla="*/ 2364988 h 6858000"/>
              <a:gd name="connsiteX567" fmla="*/ 1647661 w 7472601"/>
              <a:gd name="connsiteY567" fmla="*/ 1825945 h 6858000"/>
              <a:gd name="connsiteX568" fmla="*/ 1423821 w 7472601"/>
              <a:gd name="connsiteY568" fmla="*/ 1351958 h 6858000"/>
              <a:gd name="connsiteX569" fmla="*/ 1431890 w 7472601"/>
              <a:gd name="connsiteY569" fmla="*/ 1306475 h 6858000"/>
              <a:gd name="connsiteX570" fmla="*/ 1507597 w 7472601"/>
              <a:gd name="connsiteY570" fmla="*/ 1446132 h 6858000"/>
              <a:gd name="connsiteX571" fmla="*/ 1674586 w 7472601"/>
              <a:gd name="connsiteY571" fmla="*/ 1813832 h 6858000"/>
              <a:gd name="connsiteX572" fmla="*/ 1815950 w 7472601"/>
              <a:gd name="connsiteY572" fmla="*/ 2128564 h 6858000"/>
              <a:gd name="connsiteX573" fmla="*/ 1984242 w 7472601"/>
              <a:gd name="connsiteY573" fmla="*/ 2430829 h 6858000"/>
              <a:gd name="connsiteX574" fmla="*/ 2014023 w 7472601"/>
              <a:gd name="connsiteY574" fmla="*/ 2450995 h 6858000"/>
              <a:gd name="connsiteX575" fmla="*/ 1747337 w 7472601"/>
              <a:gd name="connsiteY575" fmla="*/ 1855264 h 6858000"/>
              <a:gd name="connsiteX576" fmla="*/ 1533749 w 7472601"/>
              <a:gd name="connsiteY576" fmla="*/ 1478656 h 6858000"/>
              <a:gd name="connsiteX577" fmla="*/ 1431890 w 7472601"/>
              <a:gd name="connsiteY577" fmla="*/ 1306475 h 6858000"/>
              <a:gd name="connsiteX578" fmla="*/ 5052692 w 7472601"/>
              <a:gd name="connsiteY578" fmla="*/ 1292994 h 6858000"/>
              <a:gd name="connsiteX579" fmla="*/ 5200661 w 7472601"/>
              <a:gd name="connsiteY579" fmla="*/ 1635186 h 6858000"/>
              <a:gd name="connsiteX580" fmla="*/ 5297138 w 7472601"/>
              <a:gd name="connsiteY580" fmla="*/ 1906351 h 6858000"/>
              <a:gd name="connsiteX581" fmla="*/ 5052692 w 7472601"/>
              <a:gd name="connsiteY581" fmla="*/ 1292994 h 6858000"/>
              <a:gd name="connsiteX582" fmla="*/ 5009948 w 7472601"/>
              <a:gd name="connsiteY582" fmla="*/ 1273619 h 6858000"/>
              <a:gd name="connsiteX583" fmla="*/ 5121777 w 7472601"/>
              <a:gd name="connsiteY583" fmla="*/ 1654213 h 6858000"/>
              <a:gd name="connsiteX584" fmla="*/ 5293545 w 7472601"/>
              <a:gd name="connsiteY584" fmla="*/ 2072247 h 6858000"/>
              <a:gd name="connsiteX585" fmla="*/ 5294042 w 7472601"/>
              <a:gd name="connsiteY585" fmla="*/ 2065019 h 6858000"/>
              <a:gd name="connsiteX586" fmla="*/ 5171936 w 7472601"/>
              <a:gd name="connsiteY586" fmla="*/ 1647613 h 6858000"/>
              <a:gd name="connsiteX587" fmla="*/ 5009948 w 7472601"/>
              <a:gd name="connsiteY587" fmla="*/ 1273619 h 6858000"/>
              <a:gd name="connsiteX588" fmla="*/ 655236 w 7472601"/>
              <a:gd name="connsiteY588" fmla="*/ 1268632 h 6858000"/>
              <a:gd name="connsiteX589" fmla="*/ 839521 w 7472601"/>
              <a:gd name="connsiteY589" fmla="*/ 1685315 h 6858000"/>
              <a:gd name="connsiteX590" fmla="*/ 1109416 w 7472601"/>
              <a:gd name="connsiteY590" fmla="*/ 2061663 h 6858000"/>
              <a:gd name="connsiteX591" fmla="*/ 1298300 w 7472601"/>
              <a:gd name="connsiteY591" fmla="*/ 2247742 h 6858000"/>
              <a:gd name="connsiteX592" fmla="*/ 1125871 w 7472601"/>
              <a:gd name="connsiteY592" fmla="*/ 1989513 h 6858000"/>
              <a:gd name="connsiteX593" fmla="*/ 981574 w 7472601"/>
              <a:gd name="connsiteY593" fmla="*/ 1783157 h 6858000"/>
              <a:gd name="connsiteX594" fmla="*/ 922198 w 7472601"/>
              <a:gd name="connsiteY594" fmla="*/ 1677437 h 6858000"/>
              <a:gd name="connsiteX595" fmla="*/ 869293 w 7472601"/>
              <a:gd name="connsiteY595" fmla="*/ 1583214 h 6858000"/>
              <a:gd name="connsiteX596" fmla="*/ 751431 w 7472601"/>
              <a:gd name="connsiteY596" fmla="*/ 1405731 h 6858000"/>
              <a:gd name="connsiteX597" fmla="*/ 655236 w 7472601"/>
              <a:gd name="connsiteY597" fmla="*/ 1268632 h 6858000"/>
              <a:gd name="connsiteX598" fmla="*/ 6516292 w 7472601"/>
              <a:gd name="connsiteY598" fmla="*/ 1263064 h 6858000"/>
              <a:gd name="connsiteX599" fmla="*/ 5736320 w 7472601"/>
              <a:gd name="connsiteY599" fmla="*/ 1501803 h 6858000"/>
              <a:gd name="connsiteX600" fmla="*/ 6516292 w 7472601"/>
              <a:gd name="connsiteY600" fmla="*/ 1263064 h 6858000"/>
              <a:gd name="connsiteX601" fmla="*/ 291466 w 7472601"/>
              <a:gd name="connsiteY601" fmla="*/ 1250369 h 6858000"/>
              <a:gd name="connsiteX602" fmla="*/ 323180 w 7472601"/>
              <a:gd name="connsiteY602" fmla="*/ 1435283 h 6858000"/>
              <a:gd name="connsiteX603" fmla="*/ 349381 w 7472601"/>
              <a:gd name="connsiteY603" fmla="*/ 1875041 h 6858000"/>
              <a:gd name="connsiteX604" fmla="*/ 374363 w 7472601"/>
              <a:gd name="connsiteY604" fmla="*/ 1506494 h 6858000"/>
              <a:gd name="connsiteX605" fmla="*/ 302168 w 7472601"/>
              <a:gd name="connsiteY605" fmla="*/ 1274495 h 6858000"/>
              <a:gd name="connsiteX606" fmla="*/ 291466 w 7472601"/>
              <a:gd name="connsiteY606" fmla="*/ 1250369 h 6858000"/>
              <a:gd name="connsiteX607" fmla="*/ 678222 w 7472601"/>
              <a:gd name="connsiteY607" fmla="*/ 1248670 h 6858000"/>
              <a:gd name="connsiteX608" fmla="*/ 775536 w 7472601"/>
              <a:gd name="connsiteY608" fmla="*/ 1388015 h 6858000"/>
              <a:gd name="connsiteX609" fmla="*/ 894529 w 7472601"/>
              <a:gd name="connsiteY609" fmla="*/ 1567739 h 6858000"/>
              <a:gd name="connsiteX610" fmla="*/ 948000 w 7472601"/>
              <a:gd name="connsiteY610" fmla="*/ 1663088 h 6858000"/>
              <a:gd name="connsiteX611" fmla="*/ 1006812 w 7472601"/>
              <a:gd name="connsiteY611" fmla="*/ 1767683 h 6858000"/>
              <a:gd name="connsiteX612" fmla="*/ 1149133 w 7472601"/>
              <a:gd name="connsiteY612" fmla="*/ 1971513 h 6858000"/>
              <a:gd name="connsiteX613" fmla="*/ 1333952 w 7472601"/>
              <a:gd name="connsiteY613" fmla="*/ 2251620 h 6858000"/>
              <a:gd name="connsiteX614" fmla="*/ 1337329 w 7472601"/>
              <a:gd name="connsiteY614" fmla="*/ 2258350 h 6858000"/>
              <a:gd name="connsiteX615" fmla="*/ 1014726 w 7472601"/>
              <a:gd name="connsiteY615" fmla="*/ 1615556 h 6858000"/>
              <a:gd name="connsiteX616" fmla="*/ 678222 w 7472601"/>
              <a:gd name="connsiteY616" fmla="*/ 1248670 h 6858000"/>
              <a:gd name="connsiteX617" fmla="*/ 6691602 w 7472601"/>
              <a:gd name="connsiteY617" fmla="*/ 1140573 h 6858000"/>
              <a:gd name="connsiteX618" fmla="*/ 6571100 w 7472601"/>
              <a:gd name="connsiteY618" fmla="*/ 1183662 h 6858000"/>
              <a:gd name="connsiteX619" fmla="*/ 6241687 w 7472601"/>
              <a:gd name="connsiteY619" fmla="*/ 1257600 h 6858000"/>
              <a:gd name="connsiteX620" fmla="*/ 5693009 w 7472601"/>
              <a:gd name="connsiteY620" fmla="*/ 1478256 h 6858000"/>
              <a:gd name="connsiteX621" fmla="*/ 6548420 w 7472601"/>
              <a:gd name="connsiteY621" fmla="*/ 1214599 h 6858000"/>
              <a:gd name="connsiteX622" fmla="*/ 6605473 w 7472601"/>
              <a:gd name="connsiteY622" fmla="*/ 1184686 h 6858000"/>
              <a:gd name="connsiteX623" fmla="*/ 6691602 w 7472601"/>
              <a:gd name="connsiteY623" fmla="*/ 1140573 h 6858000"/>
              <a:gd name="connsiteX624" fmla="*/ 4002475 w 7472601"/>
              <a:gd name="connsiteY624" fmla="*/ 1037802 h 6858000"/>
              <a:gd name="connsiteX625" fmla="*/ 4000324 w 7472601"/>
              <a:gd name="connsiteY625" fmla="*/ 1039362 h 6858000"/>
              <a:gd name="connsiteX626" fmla="*/ 4002862 w 7472601"/>
              <a:gd name="connsiteY626" fmla="*/ 1042866 h 6858000"/>
              <a:gd name="connsiteX627" fmla="*/ 4002475 w 7472601"/>
              <a:gd name="connsiteY627" fmla="*/ 1037802 h 6858000"/>
              <a:gd name="connsiteX628" fmla="*/ 506322 w 7472601"/>
              <a:gd name="connsiteY628" fmla="*/ 1020997 h 6858000"/>
              <a:gd name="connsiteX629" fmla="*/ 533068 w 7472601"/>
              <a:gd name="connsiteY629" fmla="*/ 1029409 h 6858000"/>
              <a:gd name="connsiteX630" fmla="*/ 1232525 w 7472601"/>
              <a:gd name="connsiteY630" fmla="*/ 1804675 h 6858000"/>
              <a:gd name="connsiteX631" fmla="*/ 1388858 w 7472601"/>
              <a:gd name="connsiteY631" fmla="*/ 2368011 h 6858000"/>
              <a:gd name="connsiteX632" fmla="*/ 1384098 w 7472601"/>
              <a:gd name="connsiteY632" fmla="*/ 2378125 h 6858000"/>
              <a:gd name="connsiteX633" fmla="*/ 1425393 w 7472601"/>
              <a:gd name="connsiteY633" fmla="*/ 2589124 h 6858000"/>
              <a:gd name="connsiteX634" fmla="*/ 1424001 w 7472601"/>
              <a:gd name="connsiteY634" fmla="*/ 2597541 h 6858000"/>
              <a:gd name="connsiteX635" fmla="*/ 2152729 w 7472601"/>
              <a:gd name="connsiteY635" fmla="*/ 2864487 h 6858000"/>
              <a:gd name="connsiteX636" fmla="*/ 2020609 w 7472601"/>
              <a:gd name="connsiteY636" fmla="*/ 2539671 h 6858000"/>
              <a:gd name="connsiteX637" fmla="*/ 2018920 w 7472601"/>
              <a:gd name="connsiteY637" fmla="*/ 2536309 h 6858000"/>
              <a:gd name="connsiteX638" fmla="*/ 1342441 w 7472601"/>
              <a:gd name="connsiteY638" fmla="*/ 1173017 h 6858000"/>
              <a:gd name="connsiteX639" fmla="*/ 1367925 w 7472601"/>
              <a:gd name="connsiteY639" fmla="*/ 1135648 h 6858000"/>
              <a:gd name="connsiteX640" fmla="*/ 1771401 w 7472601"/>
              <a:gd name="connsiteY640" fmla="*/ 1806673 h 6858000"/>
              <a:gd name="connsiteX641" fmla="*/ 1972385 w 7472601"/>
              <a:gd name="connsiteY641" fmla="*/ 2198735 h 6858000"/>
              <a:gd name="connsiteX642" fmla="*/ 2040892 w 7472601"/>
              <a:gd name="connsiteY642" fmla="*/ 2405205 h 6858000"/>
              <a:gd name="connsiteX643" fmla="*/ 2131689 w 7472601"/>
              <a:gd name="connsiteY643" fmla="*/ 1936926 h 6858000"/>
              <a:gd name="connsiteX644" fmla="*/ 2454820 w 7472601"/>
              <a:gd name="connsiteY644" fmla="*/ 1248808 h 6858000"/>
              <a:gd name="connsiteX645" fmla="*/ 2492512 w 7472601"/>
              <a:gd name="connsiteY645" fmla="*/ 1302920 h 6858000"/>
              <a:gd name="connsiteX646" fmla="*/ 2081216 w 7472601"/>
              <a:gd name="connsiteY646" fmla="*/ 2527513 h 6858000"/>
              <a:gd name="connsiteX647" fmla="*/ 2081211 w 7472601"/>
              <a:gd name="connsiteY647" fmla="*/ 2528916 h 6858000"/>
              <a:gd name="connsiteX648" fmla="*/ 2199067 w 7472601"/>
              <a:gd name="connsiteY648" fmla="*/ 2884061 h 6858000"/>
              <a:gd name="connsiteX649" fmla="*/ 3192586 w 7472601"/>
              <a:gd name="connsiteY649" fmla="*/ 3411496 h 6858000"/>
              <a:gd name="connsiteX650" fmla="*/ 3182620 w 7472601"/>
              <a:gd name="connsiteY650" fmla="*/ 3483279 h 6858000"/>
              <a:gd name="connsiteX651" fmla="*/ 2435119 w 7472601"/>
              <a:gd name="connsiteY651" fmla="*/ 3080173 h 6858000"/>
              <a:gd name="connsiteX652" fmla="*/ 2410152 w 7472601"/>
              <a:gd name="connsiteY652" fmla="*/ 3063751 h 6858000"/>
              <a:gd name="connsiteX653" fmla="*/ 2408099 w 7472601"/>
              <a:gd name="connsiteY653" fmla="*/ 3064403 h 6858000"/>
              <a:gd name="connsiteX654" fmla="*/ 2407218 w 7472601"/>
              <a:gd name="connsiteY654" fmla="*/ 3070324 h 6858000"/>
              <a:gd name="connsiteX655" fmla="*/ 2380138 w 7472601"/>
              <a:gd name="connsiteY655" fmla="*/ 3099341 h 6858000"/>
              <a:gd name="connsiteX656" fmla="*/ 1765923 w 7472601"/>
              <a:gd name="connsiteY656" fmla="*/ 3581043 h 6858000"/>
              <a:gd name="connsiteX657" fmla="*/ 1702258 w 7472601"/>
              <a:gd name="connsiteY657" fmla="*/ 3612286 h 6858000"/>
              <a:gd name="connsiteX658" fmla="*/ 1538370 w 7472601"/>
              <a:gd name="connsiteY658" fmla="*/ 3811804 h 6858000"/>
              <a:gd name="connsiteX659" fmla="*/ 542867 w 7472601"/>
              <a:gd name="connsiteY659" fmla="*/ 4944092 h 6858000"/>
              <a:gd name="connsiteX660" fmla="*/ 515800 w 7472601"/>
              <a:gd name="connsiteY660" fmla="*/ 4862180 h 6858000"/>
              <a:gd name="connsiteX661" fmla="*/ 909145 w 7472601"/>
              <a:gd name="connsiteY661" fmla="*/ 4199225 h 6858000"/>
              <a:gd name="connsiteX662" fmla="*/ 1214067 w 7472601"/>
              <a:gd name="connsiteY662" fmla="*/ 3908561 h 6858000"/>
              <a:gd name="connsiteX663" fmla="*/ 640967 w 7472601"/>
              <a:gd name="connsiteY663" fmla="*/ 4105601 h 6858000"/>
              <a:gd name="connsiteX664" fmla="*/ 112563 w 7472601"/>
              <a:gd name="connsiteY664" fmla="*/ 4396952 h 6858000"/>
              <a:gd name="connsiteX665" fmla="*/ 0 w 7472601"/>
              <a:gd name="connsiteY665" fmla="*/ 4466006 h 6858000"/>
              <a:gd name="connsiteX666" fmla="*/ 0 w 7472601"/>
              <a:gd name="connsiteY666" fmla="*/ 4233763 h 6858000"/>
              <a:gd name="connsiteX667" fmla="*/ 36881 w 7472601"/>
              <a:gd name="connsiteY667" fmla="*/ 4200118 h 6858000"/>
              <a:gd name="connsiteX668" fmla="*/ 910534 w 7472601"/>
              <a:gd name="connsiteY668" fmla="*/ 3629753 h 6858000"/>
              <a:gd name="connsiteX669" fmla="*/ 1578717 w 7472601"/>
              <a:gd name="connsiteY669" fmla="*/ 3575982 h 6858000"/>
              <a:gd name="connsiteX670" fmla="*/ 2338780 w 7472601"/>
              <a:gd name="connsiteY670" fmla="*/ 3033725 h 6858000"/>
              <a:gd name="connsiteX671" fmla="*/ 1807991 w 7472601"/>
              <a:gd name="connsiteY671" fmla="*/ 2807184 h 6858000"/>
              <a:gd name="connsiteX672" fmla="*/ 1416358 w 7472601"/>
              <a:gd name="connsiteY672" fmla="*/ 3112571 h 6858000"/>
              <a:gd name="connsiteX673" fmla="*/ 939066 w 7472601"/>
              <a:gd name="connsiteY673" fmla="*/ 3378798 h 6858000"/>
              <a:gd name="connsiteX674" fmla="*/ 115099 w 7472601"/>
              <a:gd name="connsiteY674" fmla="*/ 3607650 h 6858000"/>
              <a:gd name="connsiteX675" fmla="*/ 97284 w 7472601"/>
              <a:gd name="connsiteY675" fmla="*/ 3520393 h 6858000"/>
              <a:gd name="connsiteX676" fmla="*/ 922050 w 7472601"/>
              <a:gd name="connsiteY676" fmla="*/ 3074867 h 6858000"/>
              <a:gd name="connsiteX677" fmla="*/ 1405265 w 7472601"/>
              <a:gd name="connsiteY677" fmla="*/ 3016319 h 6858000"/>
              <a:gd name="connsiteX678" fmla="*/ 1407512 w 7472601"/>
              <a:gd name="connsiteY678" fmla="*/ 3018001 h 6858000"/>
              <a:gd name="connsiteX679" fmla="*/ 1726266 w 7472601"/>
              <a:gd name="connsiteY679" fmla="*/ 2777274 h 6858000"/>
              <a:gd name="connsiteX680" fmla="*/ 625390 w 7472601"/>
              <a:gd name="connsiteY680" fmla="*/ 2514541 h 6858000"/>
              <a:gd name="connsiteX681" fmla="*/ 619799 w 7472601"/>
              <a:gd name="connsiteY681" fmla="*/ 2527180 h 6858000"/>
              <a:gd name="connsiteX682" fmla="*/ 310030 w 7472601"/>
              <a:gd name="connsiteY682" fmla="*/ 2771818 h 6858000"/>
              <a:gd name="connsiteX683" fmla="*/ 173877 w 7472601"/>
              <a:gd name="connsiteY683" fmla="*/ 2937056 h 6858000"/>
              <a:gd name="connsiteX684" fmla="*/ 77889 w 7472601"/>
              <a:gd name="connsiteY684" fmla="*/ 3138440 h 6858000"/>
              <a:gd name="connsiteX685" fmla="*/ 0 w 7472601"/>
              <a:gd name="connsiteY685" fmla="*/ 3271395 h 6858000"/>
              <a:gd name="connsiteX686" fmla="*/ 0 w 7472601"/>
              <a:gd name="connsiteY686" fmla="*/ 3153002 h 6858000"/>
              <a:gd name="connsiteX687" fmla="*/ 2386 w 7472601"/>
              <a:gd name="connsiteY687" fmla="*/ 3149203 h 6858000"/>
              <a:gd name="connsiteX688" fmla="*/ 89753 w 7472601"/>
              <a:gd name="connsiteY688" fmla="*/ 2987702 h 6858000"/>
              <a:gd name="connsiteX689" fmla="*/ 76869 w 7472601"/>
              <a:gd name="connsiteY689" fmla="*/ 3005404 h 6858000"/>
              <a:gd name="connsiteX690" fmla="*/ 32049 w 7472601"/>
              <a:gd name="connsiteY690" fmla="*/ 3065814 h 6858000"/>
              <a:gd name="connsiteX691" fmla="*/ 0 w 7472601"/>
              <a:gd name="connsiteY691" fmla="*/ 3108744 h 6858000"/>
              <a:gd name="connsiteX692" fmla="*/ 0 w 7472601"/>
              <a:gd name="connsiteY692" fmla="*/ 3058059 h 6858000"/>
              <a:gd name="connsiteX693" fmla="*/ 7610 w 7472601"/>
              <a:gd name="connsiteY693" fmla="*/ 3047889 h 6858000"/>
              <a:gd name="connsiteX694" fmla="*/ 52419 w 7472601"/>
              <a:gd name="connsiteY694" fmla="*/ 2987479 h 6858000"/>
              <a:gd name="connsiteX695" fmla="*/ 59142 w 7472601"/>
              <a:gd name="connsiteY695" fmla="*/ 2978488 h 6858000"/>
              <a:gd name="connsiteX696" fmla="*/ 0 w 7472601"/>
              <a:gd name="connsiteY696" fmla="*/ 3015334 h 6858000"/>
              <a:gd name="connsiteX697" fmla="*/ 0 w 7472601"/>
              <a:gd name="connsiteY697" fmla="*/ 2914286 h 6858000"/>
              <a:gd name="connsiteX698" fmla="*/ 36383 w 7472601"/>
              <a:gd name="connsiteY698" fmla="*/ 2901128 h 6858000"/>
              <a:gd name="connsiteX699" fmla="*/ 156329 w 7472601"/>
              <a:gd name="connsiteY699" fmla="*/ 2840533 h 6858000"/>
              <a:gd name="connsiteX700" fmla="*/ 358355 w 7472601"/>
              <a:gd name="connsiteY700" fmla="*/ 2620471 h 6858000"/>
              <a:gd name="connsiteX701" fmla="*/ 510577 w 7472601"/>
              <a:gd name="connsiteY701" fmla="*/ 2501244 h 6858000"/>
              <a:gd name="connsiteX702" fmla="*/ 211967 w 7472601"/>
              <a:gd name="connsiteY702" fmla="*/ 2479171 h 6858000"/>
              <a:gd name="connsiteX703" fmla="*/ 0 w 7472601"/>
              <a:gd name="connsiteY703" fmla="*/ 2476398 h 6858000"/>
              <a:gd name="connsiteX704" fmla="*/ 0 w 7472601"/>
              <a:gd name="connsiteY704" fmla="*/ 2389189 h 6858000"/>
              <a:gd name="connsiteX705" fmla="*/ 103062 w 7472601"/>
              <a:gd name="connsiteY705" fmla="*/ 2389518 h 6858000"/>
              <a:gd name="connsiteX706" fmla="*/ 510734 w 7472601"/>
              <a:gd name="connsiteY706" fmla="*/ 2416201 h 6858000"/>
              <a:gd name="connsiteX707" fmla="*/ 279257 w 7472601"/>
              <a:gd name="connsiteY707" fmla="*/ 2092102 h 6858000"/>
              <a:gd name="connsiteX708" fmla="*/ 65265 w 7472601"/>
              <a:gd name="connsiteY708" fmla="*/ 2006049 h 6858000"/>
              <a:gd name="connsiteX709" fmla="*/ 0 w 7472601"/>
              <a:gd name="connsiteY709" fmla="*/ 1982532 h 6858000"/>
              <a:gd name="connsiteX710" fmla="*/ 0 w 7472601"/>
              <a:gd name="connsiteY710" fmla="*/ 1912789 h 6858000"/>
              <a:gd name="connsiteX711" fmla="*/ 97460 w 7472601"/>
              <a:gd name="connsiteY711" fmla="*/ 1953725 h 6858000"/>
              <a:gd name="connsiteX712" fmla="*/ 221272 w 7472601"/>
              <a:gd name="connsiteY712" fmla="*/ 1980766 h 6858000"/>
              <a:gd name="connsiteX713" fmla="*/ 116765 w 7472601"/>
              <a:gd name="connsiteY713" fmla="*/ 1911033 h 6858000"/>
              <a:gd name="connsiteX714" fmla="*/ 16405 w 7472601"/>
              <a:gd name="connsiteY714" fmla="*/ 1803412 h 6858000"/>
              <a:gd name="connsiteX715" fmla="*/ 0 w 7472601"/>
              <a:gd name="connsiteY715" fmla="*/ 1784777 h 6858000"/>
              <a:gd name="connsiteX716" fmla="*/ 0 w 7472601"/>
              <a:gd name="connsiteY716" fmla="*/ 1740082 h 6858000"/>
              <a:gd name="connsiteX717" fmla="*/ 39394 w 7472601"/>
              <a:gd name="connsiteY717" fmla="*/ 1784856 h 6858000"/>
              <a:gd name="connsiteX718" fmla="*/ 135813 w 7472601"/>
              <a:gd name="connsiteY718" fmla="*/ 1888838 h 6858000"/>
              <a:gd name="connsiteX719" fmla="*/ 242575 w 7472601"/>
              <a:gd name="connsiteY719" fmla="*/ 1958841 h 6858000"/>
              <a:gd name="connsiteX720" fmla="*/ 82197 w 7472601"/>
              <a:gd name="connsiteY720" fmla="*/ 1754826 h 6858000"/>
              <a:gd name="connsiteX721" fmla="*/ 0 w 7472601"/>
              <a:gd name="connsiteY721" fmla="*/ 1679650 h 6858000"/>
              <a:gd name="connsiteX722" fmla="*/ 0 w 7472601"/>
              <a:gd name="connsiteY722" fmla="*/ 1602463 h 6858000"/>
              <a:gd name="connsiteX723" fmla="*/ 84689 w 7472601"/>
              <a:gd name="connsiteY723" fmla="*/ 1677442 h 6858000"/>
              <a:gd name="connsiteX724" fmla="*/ 298437 w 7472601"/>
              <a:gd name="connsiteY724" fmla="*/ 1968019 h 6858000"/>
              <a:gd name="connsiteX725" fmla="*/ 227269 w 7472601"/>
              <a:gd name="connsiteY725" fmla="*/ 1114064 h 6858000"/>
              <a:gd name="connsiteX726" fmla="*/ 248003 w 7472601"/>
              <a:gd name="connsiteY726" fmla="*/ 1089613 h 6858000"/>
              <a:gd name="connsiteX727" fmla="*/ 427020 w 7472601"/>
              <a:gd name="connsiteY727" fmla="*/ 1619803 h 6858000"/>
              <a:gd name="connsiteX728" fmla="*/ 340345 w 7472601"/>
              <a:gd name="connsiteY728" fmla="*/ 2027739 h 6858000"/>
              <a:gd name="connsiteX729" fmla="*/ 360865 w 7472601"/>
              <a:gd name="connsiteY729" fmla="*/ 2044827 h 6858000"/>
              <a:gd name="connsiteX730" fmla="*/ 560414 w 7472601"/>
              <a:gd name="connsiteY730" fmla="*/ 2421457 h 6858000"/>
              <a:gd name="connsiteX731" fmla="*/ 1359703 w 7472601"/>
              <a:gd name="connsiteY731" fmla="*/ 2578554 h 6858000"/>
              <a:gd name="connsiteX732" fmla="*/ 1359422 w 7472601"/>
              <a:gd name="connsiteY732" fmla="*/ 2577994 h 6858000"/>
              <a:gd name="connsiteX733" fmla="*/ 828701 w 7472601"/>
              <a:gd name="connsiteY733" fmla="*/ 1839520 h 6858000"/>
              <a:gd name="connsiteX734" fmla="*/ 494427 w 7472601"/>
              <a:gd name="connsiteY734" fmla="*/ 1092333 h 6858000"/>
              <a:gd name="connsiteX735" fmla="*/ 506322 w 7472601"/>
              <a:gd name="connsiteY735" fmla="*/ 1020997 h 6858000"/>
              <a:gd name="connsiteX736" fmla="*/ 4570198 w 7472601"/>
              <a:gd name="connsiteY736" fmla="*/ 978081 h 6858000"/>
              <a:gd name="connsiteX737" fmla="*/ 4523691 w 7472601"/>
              <a:gd name="connsiteY737" fmla="*/ 1127776 h 6858000"/>
              <a:gd name="connsiteX738" fmla="*/ 4509875 w 7472601"/>
              <a:gd name="connsiteY738" fmla="*/ 1167552 h 6858000"/>
              <a:gd name="connsiteX739" fmla="*/ 4478168 w 7472601"/>
              <a:gd name="connsiteY739" fmla="*/ 1260735 h 6858000"/>
              <a:gd name="connsiteX740" fmla="*/ 4409309 w 7472601"/>
              <a:gd name="connsiteY740" fmla="*/ 1666996 h 6858000"/>
              <a:gd name="connsiteX741" fmla="*/ 4370031 w 7472601"/>
              <a:gd name="connsiteY741" fmla="*/ 1955666 h 6858000"/>
              <a:gd name="connsiteX742" fmla="*/ 4570198 w 7472601"/>
              <a:gd name="connsiteY742" fmla="*/ 978081 h 6858000"/>
              <a:gd name="connsiteX743" fmla="*/ 4557898 w 7472601"/>
              <a:gd name="connsiteY743" fmla="*/ 900011 h 6858000"/>
              <a:gd name="connsiteX744" fmla="*/ 4344840 w 7472601"/>
              <a:gd name="connsiteY744" fmla="*/ 1922038 h 6858000"/>
              <a:gd name="connsiteX745" fmla="*/ 4378710 w 7472601"/>
              <a:gd name="connsiteY745" fmla="*/ 1665516 h 6858000"/>
              <a:gd name="connsiteX746" fmla="*/ 4448798 w 7472601"/>
              <a:gd name="connsiteY746" fmla="*/ 1253024 h 6858000"/>
              <a:gd name="connsiteX747" fmla="*/ 4480315 w 7472601"/>
              <a:gd name="connsiteY747" fmla="*/ 1158454 h 6858000"/>
              <a:gd name="connsiteX748" fmla="*/ 4494133 w 7472601"/>
              <a:gd name="connsiteY748" fmla="*/ 1118676 h 6858000"/>
              <a:gd name="connsiteX749" fmla="*/ 4557898 w 7472601"/>
              <a:gd name="connsiteY749" fmla="*/ 900011 h 6858000"/>
              <a:gd name="connsiteX750" fmla="*/ 5870151 w 7472601"/>
              <a:gd name="connsiteY750" fmla="*/ 898890 h 6858000"/>
              <a:gd name="connsiteX751" fmla="*/ 5861335 w 7472601"/>
              <a:gd name="connsiteY751" fmla="*/ 899177 h 6858000"/>
              <a:gd name="connsiteX752" fmla="*/ 5843702 w 7472601"/>
              <a:gd name="connsiteY752" fmla="*/ 899748 h 6858000"/>
              <a:gd name="connsiteX753" fmla="*/ 5651107 w 7472601"/>
              <a:gd name="connsiteY753" fmla="*/ 920306 h 6858000"/>
              <a:gd name="connsiteX754" fmla="*/ 5459407 w 7472601"/>
              <a:gd name="connsiteY754" fmla="*/ 940975 h 6858000"/>
              <a:gd name="connsiteX755" fmla="*/ 5374846 w 7472601"/>
              <a:gd name="connsiteY755" fmla="*/ 941988 h 6858000"/>
              <a:gd name="connsiteX756" fmla="*/ 5256105 w 7472601"/>
              <a:gd name="connsiteY756" fmla="*/ 945632 h 6858000"/>
              <a:gd name="connsiteX757" fmla="*/ 5107071 w 7472601"/>
              <a:gd name="connsiteY757" fmla="*/ 969720 h 6858000"/>
              <a:gd name="connsiteX758" fmla="*/ 4998681 w 7472601"/>
              <a:gd name="connsiteY758" fmla="*/ 988771 h 6858000"/>
              <a:gd name="connsiteX759" fmla="*/ 5870151 w 7472601"/>
              <a:gd name="connsiteY759" fmla="*/ 898890 h 6858000"/>
              <a:gd name="connsiteX760" fmla="*/ 5504425 w 7472601"/>
              <a:gd name="connsiteY760" fmla="*/ 848067 h 6858000"/>
              <a:gd name="connsiteX761" fmla="*/ 4968849 w 7472601"/>
              <a:gd name="connsiteY761" fmla="*/ 962318 h 6858000"/>
              <a:gd name="connsiteX762" fmla="*/ 5104039 w 7472601"/>
              <a:gd name="connsiteY762" fmla="*/ 940634 h 6858000"/>
              <a:gd name="connsiteX763" fmla="*/ 5256311 w 7472601"/>
              <a:gd name="connsiteY763" fmla="*/ 916490 h 6858000"/>
              <a:gd name="connsiteX764" fmla="*/ 5377381 w 7472601"/>
              <a:gd name="connsiteY764" fmla="*/ 912671 h 6858000"/>
              <a:gd name="connsiteX765" fmla="*/ 5460148 w 7472601"/>
              <a:gd name="connsiteY765" fmla="*/ 911442 h 6858000"/>
              <a:gd name="connsiteX766" fmla="*/ 5648971 w 7472601"/>
              <a:gd name="connsiteY766" fmla="*/ 891331 h 6858000"/>
              <a:gd name="connsiteX767" fmla="*/ 5844807 w 7472601"/>
              <a:gd name="connsiteY767" fmla="*/ 870718 h 6858000"/>
              <a:gd name="connsiteX768" fmla="*/ 5862975 w 7472601"/>
              <a:gd name="connsiteY768" fmla="*/ 869756 h 6858000"/>
              <a:gd name="connsiteX769" fmla="*/ 5920887 w 7472601"/>
              <a:gd name="connsiteY769" fmla="*/ 865929 h 6858000"/>
              <a:gd name="connsiteX770" fmla="*/ 5504425 w 7472601"/>
              <a:gd name="connsiteY770" fmla="*/ 848067 h 6858000"/>
              <a:gd name="connsiteX771" fmla="*/ 3607114 w 7472601"/>
              <a:gd name="connsiteY771" fmla="*/ 467441 h 6858000"/>
              <a:gd name="connsiteX772" fmla="*/ 3296242 w 7472601"/>
              <a:gd name="connsiteY772" fmla="*/ 807991 h 6858000"/>
              <a:gd name="connsiteX773" fmla="*/ 3174674 w 7472601"/>
              <a:gd name="connsiteY773" fmla="*/ 919759 h 6858000"/>
              <a:gd name="connsiteX774" fmla="*/ 3042978 w 7472601"/>
              <a:gd name="connsiteY774" fmla="*/ 1054894 h 6858000"/>
              <a:gd name="connsiteX775" fmla="*/ 2968914 w 7472601"/>
              <a:gd name="connsiteY775" fmla="*/ 1133756 h 6858000"/>
              <a:gd name="connsiteX776" fmla="*/ 3103823 w 7472601"/>
              <a:gd name="connsiteY776" fmla="*/ 1026814 h 6858000"/>
              <a:gd name="connsiteX777" fmla="*/ 3607114 w 7472601"/>
              <a:gd name="connsiteY777" fmla="*/ 467441 h 6858000"/>
              <a:gd name="connsiteX778" fmla="*/ 3744487 w 7472601"/>
              <a:gd name="connsiteY778" fmla="*/ 383136 h 6858000"/>
              <a:gd name="connsiteX779" fmla="*/ 3970213 w 7472601"/>
              <a:gd name="connsiteY779" fmla="*/ 995559 h 6858000"/>
              <a:gd name="connsiteX780" fmla="*/ 3744487 w 7472601"/>
              <a:gd name="connsiteY780" fmla="*/ 383136 h 6858000"/>
              <a:gd name="connsiteX781" fmla="*/ 3624562 w 7472601"/>
              <a:gd name="connsiteY781" fmla="*/ 367041 h 6858000"/>
              <a:gd name="connsiteX782" fmla="*/ 3489712 w 7472601"/>
              <a:gd name="connsiteY782" fmla="*/ 485386 h 6858000"/>
              <a:gd name="connsiteX783" fmla="*/ 3182994 w 7472601"/>
              <a:gd name="connsiteY783" fmla="*/ 828265 h 6858000"/>
              <a:gd name="connsiteX784" fmla="*/ 2892114 w 7472601"/>
              <a:gd name="connsiteY784" fmla="*/ 1172635 h 6858000"/>
              <a:gd name="connsiteX785" fmla="*/ 3021459 w 7472601"/>
              <a:gd name="connsiteY785" fmla="*/ 1035385 h 6858000"/>
              <a:gd name="connsiteX786" fmla="*/ 3153873 w 7472601"/>
              <a:gd name="connsiteY786" fmla="*/ 898971 h 6858000"/>
              <a:gd name="connsiteX787" fmla="*/ 3276511 w 7472601"/>
              <a:gd name="connsiteY787" fmla="*/ 786423 h 6858000"/>
              <a:gd name="connsiteX788" fmla="*/ 3584154 w 7472601"/>
              <a:gd name="connsiteY788" fmla="*/ 448218 h 6858000"/>
              <a:gd name="connsiteX789" fmla="*/ 3624562 w 7472601"/>
              <a:gd name="connsiteY789" fmla="*/ 367041 h 6858000"/>
              <a:gd name="connsiteX790" fmla="*/ 3766672 w 7472601"/>
              <a:gd name="connsiteY790" fmla="*/ 359429 h 6858000"/>
              <a:gd name="connsiteX791" fmla="*/ 3996338 w 7472601"/>
              <a:gd name="connsiteY791" fmla="*/ 968237 h 6858000"/>
              <a:gd name="connsiteX792" fmla="*/ 3766672 w 7472601"/>
              <a:gd name="connsiteY792" fmla="*/ 359429 h 6858000"/>
              <a:gd name="connsiteX793" fmla="*/ 5805386 w 7472601"/>
              <a:gd name="connsiteY793" fmla="*/ 239240 h 6858000"/>
              <a:gd name="connsiteX794" fmla="*/ 5736947 w 7472601"/>
              <a:gd name="connsiteY794" fmla="*/ 261367 h 6858000"/>
              <a:gd name="connsiteX795" fmla="*/ 5427012 w 7472601"/>
              <a:gd name="connsiteY795" fmla="*/ 311272 h 6858000"/>
              <a:gd name="connsiteX796" fmla="*/ 5147818 w 7472601"/>
              <a:gd name="connsiteY796" fmla="*/ 322112 h 6858000"/>
              <a:gd name="connsiteX797" fmla="*/ 5060854 w 7472601"/>
              <a:gd name="connsiteY797" fmla="*/ 311882 h 6858000"/>
              <a:gd name="connsiteX798" fmla="*/ 4945989 w 7472601"/>
              <a:gd name="connsiteY798" fmla="*/ 300516 h 6858000"/>
              <a:gd name="connsiteX799" fmla="*/ 5410479 w 7472601"/>
              <a:gd name="connsiteY799" fmla="*/ 348434 h 6858000"/>
              <a:gd name="connsiteX800" fmla="*/ 5805386 w 7472601"/>
              <a:gd name="connsiteY800" fmla="*/ 239240 h 6858000"/>
              <a:gd name="connsiteX801" fmla="*/ 5905192 w 7472601"/>
              <a:gd name="connsiteY801" fmla="*/ 163079 h 6858000"/>
              <a:gd name="connsiteX802" fmla="*/ 5865655 w 7472601"/>
              <a:gd name="connsiteY802" fmla="*/ 171901 h 6858000"/>
              <a:gd name="connsiteX803" fmla="*/ 5259740 w 7472601"/>
              <a:gd name="connsiteY803" fmla="*/ 257013 h 6858000"/>
              <a:gd name="connsiteX804" fmla="*/ 5208466 w 7472601"/>
              <a:gd name="connsiteY804" fmla="*/ 257550 h 6858000"/>
              <a:gd name="connsiteX805" fmla="*/ 4980204 w 7472601"/>
              <a:gd name="connsiteY805" fmla="*/ 271903 h 6858000"/>
              <a:gd name="connsiteX806" fmla="*/ 5068068 w 7472601"/>
              <a:gd name="connsiteY806" fmla="*/ 282244 h 6858000"/>
              <a:gd name="connsiteX807" fmla="*/ 5153231 w 7472601"/>
              <a:gd name="connsiteY807" fmla="*/ 292240 h 6858000"/>
              <a:gd name="connsiteX808" fmla="*/ 5426491 w 7472601"/>
              <a:gd name="connsiteY808" fmla="*/ 281128 h 6858000"/>
              <a:gd name="connsiteX809" fmla="*/ 5731212 w 7472601"/>
              <a:gd name="connsiteY809" fmla="*/ 231951 h 6858000"/>
              <a:gd name="connsiteX810" fmla="*/ 5905192 w 7472601"/>
              <a:gd name="connsiteY810" fmla="*/ 163079 h 6858000"/>
              <a:gd name="connsiteX811" fmla="*/ 5944437 w 7472601"/>
              <a:gd name="connsiteY811" fmla="*/ 113829 h 6858000"/>
              <a:gd name="connsiteX812" fmla="*/ 5825032 w 7472601"/>
              <a:gd name="connsiteY812" fmla="*/ 146405 h 6858000"/>
              <a:gd name="connsiteX813" fmla="*/ 4955599 w 7472601"/>
              <a:gd name="connsiteY813" fmla="*/ 247008 h 6858000"/>
              <a:gd name="connsiteX814" fmla="*/ 5210104 w 7472601"/>
              <a:gd name="connsiteY814" fmla="*/ 228123 h 6858000"/>
              <a:gd name="connsiteX815" fmla="*/ 5261015 w 7472601"/>
              <a:gd name="connsiteY815" fmla="*/ 227087 h 6858000"/>
              <a:gd name="connsiteX816" fmla="*/ 5861181 w 7472601"/>
              <a:gd name="connsiteY816" fmla="*/ 143093 h 6858000"/>
              <a:gd name="connsiteX817" fmla="*/ 5961252 w 7472601"/>
              <a:gd name="connsiteY817" fmla="*/ 114820 h 6858000"/>
              <a:gd name="connsiteX818" fmla="*/ 5944437 w 7472601"/>
              <a:gd name="connsiteY818" fmla="*/ 113829 h 6858000"/>
              <a:gd name="connsiteX819" fmla="*/ 3882765 w 7472601"/>
              <a:gd name="connsiteY819" fmla="*/ 0 h 6858000"/>
              <a:gd name="connsiteX820" fmla="*/ 3995099 w 7472601"/>
              <a:gd name="connsiteY820" fmla="*/ 0 h 6858000"/>
              <a:gd name="connsiteX821" fmla="*/ 4163818 w 7472601"/>
              <a:gd name="connsiteY821" fmla="*/ 234104 h 6858000"/>
              <a:gd name="connsiteX822" fmla="*/ 4172099 w 7472601"/>
              <a:gd name="connsiteY822" fmla="*/ 234207 h 6858000"/>
              <a:gd name="connsiteX823" fmla="*/ 4784282 w 7472601"/>
              <a:gd name="connsiteY823" fmla="*/ 276561 h 6858000"/>
              <a:gd name="connsiteX824" fmla="*/ 4801687 w 7472601"/>
              <a:gd name="connsiteY824" fmla="*/ 267764 h 6858000"/>
              <a:gd name="connsiteX825" fmla="*/ 6082788 w 7472601"/>
              <a:gd name="connsiteY825" fmla="*/ 64119 h 6858000"/>
              <a:gd name="connsiteX826" fmla="*/ 6099442 w 7472601"/>
              <a:gd name="connsiteY826" fmla="*/ 82568 h 6858000"/>
              <a:gd name="connsiteX827" fmla="*/ 4804137 w 7472601"/>
              <a:gd name="connsiteY827" fmla="*/ 320931 h 6858000"/>
              <a:gd name="connsiteX828" fmla="*/ 4227047 w 7472601"/>
              <a:gd name="connsiteY828" fmla="*/ 313415 h 6858000"/>
              <a:gd name="connsiteX829" fmla="*/ 4346041 w 7472601"/>
              <a:gd name="connsiteY829" fmla="*/ 456086 h 6858000"/>
              <a:gd name="connsiteX830" fmla="*/ 4870967 w 7472601"/>
              <a:gd name="connsiteY830" fmla="*/ 963061 h 6858000"/>
              <a:gd name="connsiteX831" fmla="*/ 4889647 w 7472601"/>
              <a:gd name="connsiteY831" fmla="*/ 957147 h 6858000"/>
              <a:gd name="connsiteX832" fmla="*/ 5422504 w 7472601"/>
              <a:gd name="connsiteY832" fmla="*/ 805191 h 6858000"/>
              <a:gd name="connsiteX833" fmla="*/ 6087656 w 7472601"/>
              <a:gd name="connsiteY833" fmla="*/ 826703 h 6858000"/>
              <a:gd name="connsiteX834" fmla="*/ 6058717 w 7472601"/>
              <a:gd name="connsiteY834" fmla="*/ 865992 h 6858000"/>
              <a:gd name="connsiteX835" fmla="*/ 4974153 w 7472601"/>
              <a:gd name="connsiteY835" fmla="*/ 1045456 h 6858000"/>
              <a:gd name="connsiteX836" fmla="*/ 5627835 w 7472601"/>
              <a:gd name="connsiteY836" fmla="*/ 1472077 h 6858000"/>
              <a:gd name="connsiteX837" fmla="*/ 5629817 w 7472601"/>
              <a:gd name="connsiteY837" fmla="*/ 1471412 h 6858000"/>
              <a:gd name="connsiteX838" fmla="*/ 5634124 w 7472601"/>
              <a:gd name="connsiteY838" fmla="*/ 1470572 h 6858000"/>
              <a:gd name="connsiteX839" fmla="*/ 5755832 w 7472601"/>
              <a:gd name="connsiteY839" fmla="*/ 1383886 h 6858000"/>
              <a:gd name="connsiteX840" fmla="*/ 6014186 w 7472601"/>
              <a:gd name="connsiteY840" fmla="*/ 1279799 h 6858000"/>
              <a:gd name="connsiteX841" fmla="*/ 6901619 w 7472601"/>
              <a:gd name="connsiteY841" fmla="*/ 1047874 h 6858000"/>
              <a:gd name="connsiteX842" fmla="*/ 6931566 w 7472601"/>
              <a:gd name="connsiteY842" fmla="*/ 1062034 h 6858000"/>
              <a:gd name="connsiteX843" fmla="*/ 5790982 w 7472601"/>
              <a:gd name="connsiteY843" fmla="*/ 1561380 h 6858000"/>
              <a:gd name="connsiteX844" fmla="*/ 6188971 w 7472601"/>
              <a:gd name="connsiteY844" fmla="*/ 1755168 h 6858000"/>
              <a:gd name="connsiteX845" fmla="*/ 6202446 w 7472601"/>
              <a:gd name="connsiteY845" fmla="*/ 1752268 h 6858000"/>
              <a:gd name="connsiteX846" fmla="*/ 7179560 w 7472601"/>
              <a:gd name="connsiteY846" fmla="*/ 1467551 h 6858000"/>
              <a:gd name="connsiteX847" fmla="*/ 7158730 w 7472601"/>
              <a:gd name="connsiteY847" fmla="*/ 1507835 h 6858000"/>
              <a:gd name="connsiteX848" fmla="*/ 6326959 w 7472601"/>
              <a:gd name="connsiteY848" fmla="*/ 1817686 h 6858000"/>
              <a:gd name="connsiteX849" fmla="*/ 6537433 w 7472601"/>
              <a:gd name="connsiteY849" fmla="*/ 1907790 h 6858000"/>
              <a:gd name="connsiteX850" fmla="*/ 6550221 w 7472601"/>
              <a:gd name="connsiteY850" fmla="*/ 1910729 h 6858000"/>
              <a:gd name="connsiteX851" fmla="*/ 6964438 w 7472601"/>
              <a:gd name="connsiteY851" fmla="*/ 2209505 h 6858000"/>
              <a:gd name="connsiteX852" fmla="*/ 7367862 w 7472601"/>
              <a:gd name="connsiteY852" fmla="*/ 2806833 h 6858000"/>
              <a:gd name="connsiteX853" fmla="*/ 7364329 w 7472601"/>
              <a:gd name="connsiteY853" fmla="*/ 2826907 h 6858000"/>
              <a:gd name="connsiteX854" fmla="*/ 7290545 w 7472601"/>
              <a:gd name="connsiteY854" fmla="*/ 2850663 h 6858000"/>
              <a:gd name="connsiteX855" fmla="*/ 6472036 w 7472601"/>
              <a:gd name="connsiteY855" fmla="*/ 1959003 h 6858000"/>
              <a:gd name="connsiteX856" fmla="*/ 5792897 w 7472601"/>
              <a:gd name="connsiteY856" fmla="*/ 1647747 h 6858000"/>
              <a:gd name="connsiteX857" fmla="*/ 5842751 w 7472601"/>
              <a:gd name="connsiteY857" fmla="*/ 1816112 h 6858000"/>
              <a:gd name="connsiteX858" fmla="*/ 5847424 w 7472601"/>
              <a:gd name="connsiteY858" fmla="*/ 1815776 h 6858000"/>
              <a:gd name="connsiteX859" fmla="*/ 6399821 w 7472601"/>
              <a:gd name="connsiteY859" fmla="*/ 2344799 h 6858000"/>
              <a:gd name="connsiteX860" fmla="*/ 6323232 w 7472601"/>
              <a:gd name="connsiteY860" fmla="*/ 2389634 h 6858000"/>
              <a:gd name="connsiteX861" fmla="*/ 5942958 w 7472601"/>
              <a:gd name="connsiteY861" fmla="*/ 2077708 h 6858000"/>
              <a:gd name="connsiteX862" fmla="*/ 5921559 w 7472601"/>
              <a:gd name="connsiteY862" fmla="*/ 2378596 h 6858000"/>
              <a:gd name="connsiteX863" fmla="*/ 5817651 w 7472601"/>
              <a:gd name="connsiteY863" fmla="*/ 3023919 h 6858000"/>
              <a:gd name="connsiteX864" fmla="*/ 5729634 w 7472601"/>
              <a:gd name="connsiteY864" fmla="*/ 3051849 h 6858000"/>
              <a:gd name="connsiteX865" fmla="*/ 5611018 w 7472601"/>
              <a:gd name="connsiteY865" fmla="*/ 2316769 h 6858000"/>
              <a:gd name="connsiteX866" fmla="*/ 5687608 w 7472601"/>
              <a:gd name="connsiteY866" fmla="*/ 2039972 h 6858000"/>
              <a:gd name="connsiteX867" fmla="*/ 5657554 w 7472601"/>
              <a:gd name="connsiteY867" fmla="*/ 1576445 h 6858000"/>
              <a:gd name="connsiteX868" fmla="*/ 5150475 w 7472601"/>
              <a:gd name="connsiteY868" fmla="*/ 1274012 h 6858000"/>
              <a:gd name="connsiteX869" fmla="*/ 5349142 w 7472601"/>
              <a:gd name="connsiteY869" fmla="*/ 2204405 h 6858000"/>
              <a:gd name="connsiteX870" fmla="*/ 5262214 w 7472601"/>
              <a:gd name="connsiteY870" fmla="*/ 2233836 h 6858000"/>
              <a:gd name="connsiteX871" fmla="*/ 4981539 w 7472601"/>
              <a:gd name="connsiteY871" fmla="*/ 1542201 h 6858000"/>
              <a:gd name="connsiteX872" fmla="*/ 4958461 w 7472601"/>
              <a:gd name="connsiteY872" fmla="*/ 1136957 h 6858000"/>
              <a:gd name="connsiteX873" fmla="*/ 4655015 w 7472601"/>
              <a:gd name="connsiteY873" fmla="*/ 891426 h 6858000"/>
              <a:gd name="connsiteX874" fmla="*/ 4348002 w 7472601"/>
              <a:gd name="connsiteY874" fmla="*/ 2205895 h 6858000"/>
              <a:gd name="connsiteX875" fmla="*/ 4262250 w 7472601"/>
              <a:gd name="connsiteY875" fmla="*/ 2219972 h 6858000"/>
              <a:gd name="connsiteX876" fmla="*/ 4550611 w 7472601"/>
              <a:gd name="connsiteY876" fmla="*/ 817540 h 6858000"/>
              <a:gd name="connsiteX877" fmla="*/ 4564418 w 7472601"/>
              <a:gd name="connsiteY877" fmla="*/ 808293 h 6858000"/>
              <a:gd name="connsiteX878" fmla="*/ 4266388 w 7472601"/>
              <a:gd name="connsiteY878" fmla="*/ 500083 h 6858000"/>
              <a:gd name="connsiteX879" fmla="*/ 4032842 w 7472601"/>
              <a:gd name="connsiteY879" fmla="*/ 211809 h 6858000"/>
              <a:gd name="connsiteX880" fmla="*/ 3882765 w 7472601"/>
              <a:gd name="connsiteY880" fmla="*/ 0 h 6858000"/>
              <a:gd name="connsiteX881" fmla="*/ 3721337 w 7472601"/>
              <a:gd name="connsiteY881" fmla="*/ 0 h 6858000"/>
              <a:gd name="connsiteX882" fmla="*/ 3797544 w 7472601"/>
              <a:gd name="connsiteY882" fmla="*/ 0 h 6858000"/>
              <a:gd name="connsiteX883" fmla="*/ 3775734 w 7472601"/>
              <a:gd name="connsiteY883" fmla="*/ 95131 h 6858000"/>
              <a:gd name="connsiteX884" fmla="*/ 3724807 w 7472601"/>
              <a:gd name="connsiteY884" fmla="*/ 272257 h 6858000"/>
              <a:gd name="connsiteX885" fmla="*/ 3726844 w 7472601"/>
              <a:gd name="connsiteY885" fmla="*/ 282988 h 6858000"/>
              <a:gd name="connsiteX886" fmla="*/ 3742664 w 7472601"/>
              <a:gd name="connsiteY886" fmla="*/ 279918 h 6858000"/>
              <a:gd name="connsiteX887" fmla="*/ 4103910 w 7472601"/>
              <a:gd name="connsiteY887" fmla="*/ 1161917 h 6858000"/>
              <a:gd name="connsiteX888" fmla="*/ 4020269 w 7472601"/>
              <a:gd name="connsiteY888" fmla="*/ 1200406 h 6858000"/>
              <a:gd name="connsiteX889" fmla="*/ 3674882 w 7472601"/>
              <a:gd name="connsiteY889" fmla="*/ 488524 h 6858000"/>
              <a:gd name="connsiteX890" fmla="*/ 3132682 w 7472601"/>
              <a:gd name="connsiteY890" fmla="*/ 1072284 h 6858000"/>
              <a:gd name="connsiteX891" fmla="*/ 2716346 w 7472601"/>
              <a:gd name="connsiteY891" fmla="*/ 1276376 h 6858000"/>
              <a:gd name="connsiteX892" fmla="*/ 2716772 w 7472601"/>
              <a:gd name="connsiteY892" fmla="*/ 1255462 h 6858000"/>
              <a:gd name="connsiteX893" fmla="*/ 3471096 w 7472601"/>
              <a:gd name="connsiteY893" fmla="*/ 437072 h 6858000"/>
              <a:gd name="connsiteX894" fmla="*/ 3639057 w 7472601"/>
              <a:gd name="connsiteY894" fmla="*/ 286334 h 6858000"/>
              <a:gd name="connsiteX895" fmla="*/ 3640309 w 7472601"/>
              <a:gd name="connsiteY895" fmla="*/ 284664 h 6858000"/>
              <a:gd name="connsiteX896" fmla="*/ 3646022 w 7472601"/>
              <a:gd name="connsiteY896" fmla="*/ 276711 h 6858000"/>
              <a:gd name="connsiteX897" fmla="*/ 3707943 w 7472601"/>
              <a:gd name="connsiteY897" fmla="*/ 65958 h 6858000"/>
              <a:gd name="connsiteX898" fmla="*/ 3721337 w 7472601"/>
              <a:gd name="connsiteY898" fmla="*/ 0 h 6858000"/>
              <a:gd name="connsiteX899" fmla="*/ 2867960 w 7472601"/>
              <a:gd name="connsiteY899" fmla="*/ 0 h 6858000"/>
              <a:gd name="connsiteX900" fmla="*/ 2926351 w 7472601"/>
              <a:gd name="connsiteY900" fmla="*/ 0 h 6858000"/>
              <a:gd name="connsiteX901" fmla="*/ 2902823 w 7472601"/>
              <a:gd name="connsiteY901" fmla="*/ 262929 h 6858000"/>
              <a:gd name="connsiteX902" fmla="*/ 2940663 w 7472601"/>
              <a:gd name="connsiteY902" fmla="*/ 140884 h 6858000"/>
              <a:gd name="connsiteX903" fmla="*/ 2947039 w 7472601"/>
              <a:gd name="connsiteY903" fmla="*/ 122524 h 6858000"/>
              <a:gd name="connsiteX904" fmla="*/ 2984316 w 7472601"/>
              <a:gd name="connsiteY904" fmla="*/ 0 h 6858000"/>
              <a:gd name="connsiteX905" fmla="*/ 3016114 w 7472601"/>
              <a:gd name="connsiteY905" fmla="*/ 0 h 6858000"/>
              <a:gd name="connsiteX906" fmla="*/ 2979949 w 7472601"/>
              <a:gd name="connsiteY906" fmla="*/ 119274 h 6858000"/>
              <a:gd name="connsiteX907" fmla="*/ 3023879 w 7472601"/>
              <a:gd name="connsiteY907" fmla="*/ 0 h 6858000"/>
              <a:gd name="connsiteX908" fmla="*/ 3105400 w 7472601"/>
              <a:gd name="connsiteY908" fmla="*/ 0 h 6858000"/>
              <a:gd name="connsiteX909" fmla="*/ 3094669 w 7472601"/>
              <a:gd name="connsiteY909" fmla="*/ 30308 h 6858000"/>
              <a:gd name="connsiteX910" fmla="*/ 2901945 w 7472601"/>
              <a:gd name="connsiteY910" fmla="*/ 466538 h 6858000"/>
              <a:gd name="connsiteX911" fmla="*/ 2815209 w 7472601"/>
              <a:gd name="connsiteY911" fmla="*/ 497361 h 6858000"/>
              <a:gd name="connsiteX912" fmla="*/ 2844845 w 7472601"/>
              <a:gd name="connsiteY912" fmla="*/ 127638 h 6858000"/>
              <a:gd name="connsiteX913" fmla="*/ 2867960 w 7472601"/>
              <a:gd name="connsiteY913" fmla="*/ 0 h 6858000"/>
              <a:gd name="connsiteX914" fmla="*/ 1057230 w 7472601"/>
              <a:gd name="connsiteY914" fmla="*/ 0 h 6858000"/>
              <a:gd name="connsiteX915" fmla="*/ 1111003 w 7472601"/>
              <a:gd name="connsiteY915" fmla="*/ 0 h 6858000"/>
              <a:gd name="connsiteX916" fmla="*/ 1125553 w 7472601"/>
              <a:gd name="connsiteY916" fmla="*/ 52588 h 6858000"/>
              <a:gd name="connsiteX917" fmla="*/ 1304276 w 7472601"/>
              <a:gd name="connsiteY917" fmla="*/ 476275 h 6858000"/>
              <a:gd name="connsiteX918" fmla="*/ 1492066 w 7472601"/>
              <a:gd name="connsiteY918" fmla="*/ 886333 h 6858000"/>
              <a:gd name="connsiteX919" fmla="*/ 1423698 w 7472601"/>
              <a:gd name="connsiteY919" fmla="*/ 710817 h 6858000"/>
              <a:gd name="connsiteX920" fmla="*/ 1357609 w 7472601"/>
              <a:gd name="connsiteY920" fmla="*/ 532892 h 6858000"/>
              <a:gd name="connsiteX921" fmla="*/ 1309550 w 7472601"/>
              <a:gd name="connsiteY921" fmla="*/ 374031 h 6858000"/>
              <a:gd name="connsiteX922" fmla="*/ 1193673 w 7472601"/>
              <a:gd name="connsiteY922" fmla="*/ 49533 h 6858000"/>
              <a:gd name="connsiteX923" fmla="*/ 1164391 w 7472601"/>
              <a:gd name="connsiteY923" fmla="*/ 0 h 6858000"/>
              <a:gd name="connsiteX924" fmla="*/ 1200666 w 7472601"/>
              <a:gd name="connsiteY924" fmla="*/ 0 h 6858000"/>
              <a:gd name="connsiteX925" fmla="*/ 1223408 w 7472601"/>
              <a:gd name="connsiteY925" fmla="*/ 38996 h 6858000"/>
              <a:gd name="connsiteX926" fmla="*/ 1339635 w 7472601"/>
              <a:gd name="connsiteY926" fmla="*/ 365517 h 6858000"/>
              <a:gd name="connsiteX927" fmla="*/ 1387469 w 7472601"/>
              <a:gd name="connsiteY927" fmla="*/ 523079 h 6858000"/>
              <a:gd name="connsiteX928" fmla="*/ 1452685 w 7472601"/>
              <a:gd name="connsiteY928" fmla="*/ 699806 h 6858000"/>
              <a:gd name="connsiteX929" fmla="*/ 1492092 w 7472601"/>
              <a:gd name="connsiteY929" fmla="*/ 800424 h 6858000"/>
              <a:gd name="connsiteX930" fmla="*/ 1455302 w 7472601"/>
              <a:gd name="connsiteY930" fmla="*/ 632913 h 6858000"/>
              <a:gd name="connsiteX931" fmla="*/ 1222336 w 7472601"/>
              <a:gd name="connsiteY931" fmla="*/ 9480 h 6858000"/>
              <a:gd name="connsiteX932" fmla="*/ 1214634 w 7472601"/>
              <a:gd name="connsiteY932" fmla="*/ 0 h 6858000"/>
              <a:gd name="connsiteX933" fmla="*/ 1289827 w 7472601"/>
              <a:gd name="connsiteY933" fmla="*/ 0 h 6858000"/>
              <a:gd name="connsiteX934" fmla="*/ 1321076 w 7472601"/>
              <a:gd name="connsiteY934" fmla="*/ 59722 h 6858000"/>
              <a:gd name="connsiteX935" fmla="*/ 1512579 w 7472601"/>
              <a:gd name="connsiteY935" fmla="*/ 626441 h 6858000"/>
              <a:gd name="connsiteX936" fmla="*/ 1506076 w 7472601"/>
              <a:gd name="connsiteY936" fmla="*/ 1089289 h 6858000"/>
              <a:gd name="connsiteX937" fmla="*/ 1486346 w 7472601"/>
              <a:gd name="connsiteY937" fmla="*/ 1079919 h 6858000"/>
              <a:gd name="connsiteX938" fmla="*/ 1070511 w 7472601"/>
              <a:gd name="connsiteY938" fmla="*/ 48609 h 6858000"/>
              <a:gd name="connsiteX939" fmla="*/ 1057230 w 7472601"/>
              <a:gd name="connsiteY939" fmla="*/ 0 h 6858000"/>
              <a:gd name="connsiteX940" fmla="*/ 43151 w 7472601"/>
              <a:gd name="connsiteY940" fmla="*/ 0 h 6858000"/>
              <a:gd name="connsiteX941" fmla="*/ 95283 w 7472601"/>
              <a:gd name="connsiteY941" fmla="*/ 0 h 6858000"/>
              <a:gd name="connsiteX942" fmla="*/ 300708 w 7472601"/>
              <a:gd name="connsiteY942" fmla="*/ 154571 h 6858000"/>
              <a:gd name="connsiteX943" fmla="*/ 530414 w 7472601"/>
              <a:gd name="connsiteY943" fmla="*/ 354673 h 6858000"/>
              <a:gd name="connsiteX944" fmla="*/ 333785 w 7472601"/>
              <a:gd name="connsiteY944" fmla="*/ 161564 h 6858000"/>
              <a:gd name="connsiteX945" fmla="*/ 147005 w 7472601"/>
              <a:gd name="connsiteY945" fmla="*/ 0 h 6858000"/>
              <a:gd name="connsiteX946" fmla="*/ 272509 w 7472601"/>
              <a:gd name="connsiteY946" fmla="*/ 0 h 6858000"/>
              <a:gd name="connsiteX947" fmla="*/ 326276 w 7472601"/>
              <a:gd name="connsiteY947" fmla="*/ 45847 h 6858000"/>
              <a:gd name="connsiteX948" fmla="*/ 823759 w 7472601"/>
              <a:gd name="connsiteY948" fmla="*/ 574145 h 6858000"/>
              <a:gd name="connsiteX949" fmla="*/ 811254 w 7472601"/>
              <a:gd name="connsiteY949" fmla="*/ 665546 h 6858000"/>
              <a:gd name="connsiteX950" fmla="*/ 154042 w 7472601"/>
              <a:gd name="connsiteY950" fmla="*/ 261522 h 6858000"/>
              <a:gd name="connsiteX951" fmla="*/ 13550 w 7472601"/>
              <a:gd name="connsiteY951" fmla="*/ 158423 h 6858000"/>
              <a:gd name="connsiteX952" fmla="*/ 0 w 7472601"/>
              <a:gd name="connsiteY952" fmla="*/ 146618 h 6858000"/>
              <a:gd name="connsiteX953" fmla="*/ 0 w 7472601"/>
              <a:gd name="connsiteY953" fmla="*/ 59161 h 6858000"/>
              <a:gd name="connsiteX954" fmla="*/ 45427 w 7472601"/>
              <a:gd name="connsiteY954" fmla="*/ 101078 h 6858000"/>
              <a:gd name="connsiteX955" fmla="*/ 630103 w 7472601"/>
              <a:gd name="connsiteY955" fmla="*/ 485885 h 6858000"/>
              <a:gd name="connsiteX956" fmla="*/ 532040 w 7472601"/>
              <a:gd name="connsiteY956" fmla="*/ 399359 h 6858000"/>
              <a:gd name="connsiteX957" fmla="*/ 517618 w 7472601"/>
              <a:gd name="connsiteY957" fmla="*/ 385726 h 6858000"/>
              <a:gd name="connsiteX958" fmla="*/ 285074 w 7472601"/>
              <a:gd name="connsiteY958" fmla="*/ 182755 h 6858000"/>
              <a:gd name="connsiteX959" fmla="*/ 43151 w 7472601"/>
              <a:gd name="connsiteY959" fmla="*/ 0 h 6858000"/>
              <a:gd name="connsiteX0" fmla="*/ 369702 w 7467663"/>
              <a:gd name="connsiteY0" fmla="*/ 6712169 h 6858000"/>
              <a:gd name="connsiteX1" fmla="*/ 366575 w 7467663"/>
              <a:gd name="connsiteY1" fmla="*/ 6715556 h 6858000"/>
              <a:gd name="connsiteX2" fmla="*/ 371637 w 7467663"/>
              <a:gd name="connsiteY2" fmla="*/ 6713954 h 6858000"/>
              <a:gd name="connsiteX3" fmla="*/ 369702 w 7467663"/>
              <a:gd name="connsiteY3" fmla="*/ 6712169 h 6858000"/>
              <a:gd name="connsiteX4" fmla="*/ 7088673 w 7467663"/>
              <a:gd name="connsiteY4" fmla="*/ 6610396 h 6858000"/>
              <a:gd name="connsiteX5" fmla="*/ 7440138 w 7467663"/>
              <a:gd name="connsiteY5" fmla="*/ 6622648 h 6858000"/>
              <a:gd name="connsiteX6" fmla="*/ 7467600 w 7467663"/>
              <a:gd name="connsiteY6" fmla="*/ 6628217 h 6858000"/>
              <a:gd name="connsiteX7" fmla="*/ 7467600 w 7467663"/>
              <a:gd name="connsiteY7" fmla="*/ 6668575 h 6858000"/>
              <a:gd name="connsiteX8" fmla="*/ 7392322 w 7467663"/>
              <a:gd name="connsiteY8" fmla="*/ 6658238 h 6858000"/>
              <a:gd name="connsiteX9" fmla="*/ 7467600 w 7467663"/>
              <a:gd name="connsiteY9" fmla="*/ 6683873 h 6858000"/>
              <a:gd name="connsiteX10" fmla="*/ 7467600 w 7467663"/>
              <a:gd name="connsiteY10" fmla="*/ 6714215 h 6858000"/>
              <a:gd name="connsiteX11" fmla="*/ 7447383 w 7467663"/>
              <a:gd name="connsiteY11" fmla="*/ 6707202 h 6858000"/>
              <a:gd name="connsiteX12" fmla="*/ 7289862 w 7467663"/>
              <a:gd name="connsiteY12" fmla="*/ 6659827 h 6858000"/>
              <a:gd name="connsiteX13" fmla="*/ 7434024 w 7467663"/>
              <a:gd name="connsiteY13" fmla="*/ 6722130 h 6858000"/>
              <a:gd name="connsiteX14" fmla="*/ 7467600 w 7467663"/>
              <a:gd name="connsiteY14" fmla="*/ 6736157 h 6858000"/>
              <a:gd name="connsiteX15" fmla="*/ 7467600 w 7467663"/>
              <a:gd name="connsiteY15" fmla="*/ 6767913 h 6858000"/>
              <a:gd name="connsiteX16" fmla="*/ 7392158 w 7467663"/>
              <a:gd name="connsiteY16" fmla="*/ 6771365 h 6858000"/>
              <a:gd name="connsiteX17" fmla="*/ 7467600 w 7467663"/>
              <a:gd name="connsiteY17" fmla="*/ 6805948 h 6858000"/>
              <a:gd name="connsiteX18" fmla="*/ 7467600 w 7467663"/>
              <a:gd name="connsiteY18" fmla="*/ 6831490 h 6858000"/>
              <a:gd name="connsiteX19" fmla="*/ 7410696 w 7467663"/>
              <a:gd name="connsiteY19" fmla="*/ 6803861 h 6858000"/>
              <a:gd name="connsiteX20" fmla="*/ 7088673 w 7467663"/>
              <a:gd name="connsiteY20" fmla="*/ 6610396 h 6858000"/>
              <a:gd name="connsiteX21" fmla="*/ 1019354 w 7467663"/>
              <a:gd name="connsiteY21" fmla="*/ 6315006 h 6858000"/>
              <a:gd name="connsiteX22" fmla="*/ 441046 w 7467663"/>
              <a:gd name="connsiteY22" fmla="*/ 6691153 h 6858000"/>
              <a:gd name="connsiteX23" fmla="*/ 1019354 w 7467663"/>
              <a:gd name="connsiteY23" fmla="*/ 6315006 h 6858000"/>
              <a:gd name="connsiteX24" fmla="*/ 991680 w 7467663"/>
              <a:gd name="connsiteY24" fmla="*/ 6298413 h 6858000"/>
              <a:gd name="connsiteX25" fmla="*/ 409060 w 7467663"/>
              <a:gd name="connsiteY25" fmla="*/ 6671470 h 6858000"/>
              <a:gd name="connsiteX26" fmla="*/ 991680 w 7467663"/>
              <a:gd name="connsiteY26" fmla="*/ 6298413 h 6858000"/>
              <a:gd name="connsiteX27" fmla="*/ 103333 w 7467663"/>
              <a:gd name="connsiteY27" fmla="*/ 5699602 h 6858000"/>
              <a:gd name="connsiteX28" fmla="*/ 233938 w 7467663"/>
              <a:gd name="connsiteY28" fmla="*/ 5809416 h 6858000"/>
              <a:gd name="connsiteX29" fmla="*/ 883580 w 7467663"/>
              <a:gd name="connsiteY29" fmla="*/ 6180710 h 6858000"/>
              <a:gd name="connsiteX30" fmla="*/ 487337 w 7467663"/>
              <a:gd name="connsiteY30" fmla="*/ 5950182 h 6858000"/>
              <a:gd name="connsiteX31" fmla="*/ 354051 w 7467663"/>
              <a:gd name="connsiteY31" fmla="*/ 5854912 h 6858000"/>
              <a:gd name="connsiteX32" fmla="*/ 195436 w 7467663"/>
              <a:gd name="connsiteY32" fmla="*/ 5755068 h 6858000"/>
              <a:gd name="connsiteX33" fmla="*/ 103333 w 7467663"/>
              <a:gd name="connsiteY33" fmla="*/ 5699602 h 6858000"/>
              <a:gd name="connsiteX34" fmla="*/ 5539432 w 7467663"/>
              <a:gd name="connsiteY34" fmla="*/ 5642928 h 6858000"/>
              <a:gd name="connsiteX35" fmla="*/ 5555462 w 7467663"/>
              <a:gd name="connsiteY35" fmla="*/ 5694454 h 6858000"/>
              <a:gd name="connsiteX36" fmla="*/ 5828270 w 7467663"/>
              <a:gd name="connsiteY36" fmla="*/ 6320663 h 6858000"/>
              <a:gd name="connsiteX37" fmla="*/ 5947416 w 7467663"/>
              <a:gd name="connsiteY37" fmla="*/ 6574846 h 6858000"/>
              <a:gd name="connsiteX38" fmla="*/ 5539432 w 7467663"/>
              <a:gd name="connsiteY38" fmla="*/ 5642928 h 6858000"/>
              <a:gd name="connsiteX39" fmla="*/ 51253 w 7467663"/>
              <a:gd name="connsiteY39" fmla="*/ 5631825 h 6858000"/>
              <a:gd name="connsiteX40" fmla="*/ 211622 w 7467663"/>
              <a:gd name="connsiteY40" fmla="*/ 5728803 h 6858000"/>
              <a:gd name="connsiteX41" fmla="*/ 371652 w 7467663"/>
              <a:gd name="connsiteY41" fmla="*/ 5829062 h 6858000"/>
              <a:gd name="connsiteX42" fmla="*/ 505903 w 7467663"/>
              <a:gd name="connsiteY42" fmla="*/ 5925221 h 6858000"/>
              <a:gd name="connsiteX43" fmla="*/ 899240 w 7467663"/>
              <a:gd name="connsiteY43" fmla="*/ 6153068 h 6858000"/>
              <a:gd name="connsiteX44" fmla="*/ 988114 w 7467663"/>
              <a:gd name="connsiteY44" fmla="*/ 6174204 h 6858000"/>
              <a:gd name="connsiteX45" fmla="*/ 845971 w 7467663"/>
              <a:gd name="connsiteY45" fmla="*/ 6067177 h 6858000"/>
              <a:gd name="connsiteX46" fmla="*/ 448057 w 7467663"/>
              <a:gd name="connsiteY46" fmla="*/ 5841376 h 6858000"/>
              <a:gd name="connsiteX47" fmla="*/ 51253 w 7467663"/>
              <a:gd name="connsiteY47" fmla="*/ 5631825 h 6858000"/>
              <a:gd name="connsiteX48" fmla="*/ 2606687 w 7467663"/>
              <a:gd name="connsiteY48" fmla="*/ 5630718 h 6858000"/>
              <a:gd name="connsiteX49" fmla="*/ 2645658 w 7467663"/>
              <a:gd name="connsiteY49" fmla="*/ 6640259 h 6858000"/>
              <a:gd name="connsiteX50" fmla="*/ 2606687 w 7467663"/>
              <a:gd name="connsiteY50" fmla="*/ 5630718 h 6858000"/>
              <a:gd name="connsiteX51" fmla="*/ 3642057 w 7467663"/>
              <a:gd name="connsiteY51" fmla="*/ 5573487 h 6858000"/>
              <a:gd name="connsiteX52" fmla="*/ 3632981 w 7467663"/>
              <a:gd name="connsiteY52" fmla="*/ 5579437 h 6858000"/>
              <a:gd name="connsiteX53" fmla="*/ 3382436 w 7467663"/>
              <a:gd name="connsiteY53" fmla="*/ 5952726 h 6858000"/>
              <a:gd name="connsiteX54" fmla="*/ 3191929 w 7467663"/>
              <a:gd name="connsiteY54" fmla="*/ 6662669 h 6858000"/>
              <a:gd name="connsiteX55" fmla="*/ 3369898 w 7467663"/>
              <a:gd name="connsiteY55" fmla="*/ 6081771 h 6858000"/>
              <a:gd name="connsiteX56" fmla="*/ 3642057 w 7467663"/>
              <a:gd name="connsiteY56" fmla="*/ 5573487 h 6858000"/>
              <a:gd name="connsiteX57" fmla="*/ 2650666 w 7467663"/>
              <a:gd name="connsiteY57" fmla="*/ 5530686 h 6858000"/>
              <a:gd name="connsiteX58" fmla="*/ 2650249 w 7467663"/>
              <a:gd name="connsiteY58" fmla="*/ 5532101 h 6858000"/>
              <a:gd name="connsiteX59" fmla="*/ 2663808 w 7467663"/>
              <a:gd name="connsiteY59" fmla="*/ 6535215 h 6858000"/>
              <a:gd name="connsiteX60" fmla="*/ 2665418 w 7467663"/>
              <a:gd name="connsiteY60" fmla="*/ 6132756 h 6858000"/>
              <a:gd name="connsiteX61" fmla="*/ 2650666 w 7467663"/>
              <a:gd name="connsiteY61" fmla="*/ 5530686 h 6858000"/>
              <a:gd name="connsiteX62" fmla="*/ 2680277 w 7467663"/>
              <a:gd name="connsiteY62" fmla="*/ 5479204 h 6858000"/>
              <a:gd name="connsiteX63" fmla="*/ 2678972 w 7467663"/>
              <a:gd name="connsiteY63" fmla="*/ 5481582 h 6858000"/>
              <a:gd name="connsiteX64" fmla="*/ 2696666 w 7467663"/>
              <a:gd name="connsiteY64" fmla="*/ 6133836 h 6858000"/>
              <a:gd name="connsiteX65" fmla="*/ 2695769 w 7467663"/>
              <a:gd name="connsiteY65" fmla="*/ 6390955 h 6858000"/>
              <a:gd name="connsiteX66" fmla="*/ 2739893 w 7467663"/>
              <a:gd name="connsiteY66" fmla="*/ 6108357 h 6858000"/>
              <a:gd name="connsiteX67" fmla="*/ 2680277 w 7467663"/>
              <a:gd name="connsiteY67" fmla="*/ 5479204 h 6858000"/>
              <a:gd name="connsiteX68" fmla="*/ 1132195 w 7467663"/>
              <a:gd name="connsiteY68" fmla="*/ 5467980 h 6858000"/>
              <a:gd name="connsiteX69" fmla="*/ 1679056 w 7467663"/>
              <a:gd name="connsiteY69" fmla="*/ 5516907 h 6858000"/>
              <a:gd name="connsiteX70" fmla="*/ 2128648 w 7467663"/>
              <a:gd name="connsiteY70" fmla="*/ 5474249 h 6858000"/>
              <a:gd name="connsiteX71" fmla="*/ 1825619 w 7467663"/>
              <a:gd name="connsiteY71" fmla="*/ 5478447 h 6858000"/>
              <a:gd name="connsiteX72" fmla="*/ 1737798 w 7467663"/>
              <a:gd name="connsiteY72" fmla="*/ 5483353 h 6858000"/>
              <a:gd name="connsiteX73" fmla="*/ 1132195 w 7467663"/>
              <a:gd name="connsiteY73" fmla="*/ 5467980 h 6858000"/>
              <a:gd name="connsiteX74" fmla="*/ 7454976 w 7467663"/>
              <a:gd name="connsiteY74" fmla="*/ 6318297 h 6858000"/>
              <a:gd name="connsiteX75" fmla="*/ 7467600 w 7467663"/>
              <a:gd name="connsiteY75" fmla="*/ 6163634 h 6858000"/>
              <a:gd name="connsiteX76" fmla="*/ 7448321 w 7467663"/>
              <a:gd name="connsiteY76" fmla="*/ 6190991 h 6858000"/>
              <a:gd name="connsiteX77" fmla="*/ 7467600 w 7467663"/>
              <a:gd name="connsiteY77" fmla="*/ 6221686 h 6858000"/>
              <a:gd name="connsiteX78" fmla="*/ 7467600 w 7467663"/>
              <a:gd name="connsiteY78" fmla="*/ 6334256 h 6858000"/>
              <a:gd name="connsiteX79" fmla="*/ 7454976 w 7467663"/>
              <a:gd name="connsiteY79" fmla="*/ 6318297 h 6858000"/>
              <a:gd name="connsiteX80" fmla="*/ 1456157 w 7467663"/>
              <a:gd name="connsiteY80" fmla="*/ 5371404 h 6858000"/>
              <a:gd name="connsiteX81" fmla="*/ 1244432 w 7467663"/>
              <a:gd name="connsiteY81" fmla="*/ 5385601 h 6858000"/>
              <a:gd name="connsiteX82" fmla="*/ 973990 w 7467663"/>
              <a:gd name="connsiteY82" fmla="*/ 5424940 h 6858000"/>
              <a:gd name="connsiteX83" fmla="*/ 1103809 w 7467663"/>
              <a:gd name="connsiteY83" fmla="*/ 5433720 h 6858000"/>
              <a:gd name="connsiteX84" fmla="*/ 1123454 w 7467663"/>
              <a:gd name="connsiteY84" fmla="*/ 5435727 h 6858000"/>
              <a:gd name="connsiteX85" fmla="*/ 1737017 w 7467663"/>
              <a:gd name="connsiteY85" fmla="*/ 5452183 h 6858000"/>
              <a:gd name="connsiteX86" fmla="*/ 1824397 w 7467663"/>
              <a:gd name="connsiteY86" fmla="*/ 5447757 h 6858000"/>
              <a:gd name="connsiteX87" fmla="*/ 2070059 w 7467663"/>
              <a:gd name="connsiteY87" fmla="*/ 5441660 h 6858000"/>
              <a:gd name="connsiteX88" fmla="*/ 1456157 w 7467663"/>
              <a:gd name="connsiteY88" fmla="*/ 5371404 h 6858000"/>
              <a:gd name="connsiteX89" fmla="*/ 4988186 w 7467663"/>
              <a:gd name="connsiteY89" fmla="*/ 5216467 h 6858000"/>
              <a:gd name="connsiteX90" fmla="*/ 4777334 w 7467663"/>
              <a:gd name="connsiteY90" fmla="*/ 5406072 h 6858000"/>
              <a:gd name="connsiteX91" fmla="*/ 4718341 w 7467663"/>
              <a:gd name="connsiteY91" fmla="*/ 5468043 h 6858000"/>
              <a:gd name="connsiteX92" fmla="*/ 4604655 w 7467663"/>
              <a:gd name="connsiteY92" fmla="*/ 5583434 h 6858000"/>
              <a:gd name="connsiteX93" fmla="*/ 4565074 w 7467663"/>
              <a:gd name="connsiteY93" fmla="*/ 5618550 h 6858000"/>
              <a:gd name="connsiteX94" fmla="*/ 4988186 w 7467663"/>
              <a:gd name="connsiteY94" fmla="*/ 5216467 h 6858000"/>
              <a:gd name="connsiteX95" fmla="*/ 4978032 w 7467663"/>
              <a:gd name="connsiteY95" fmla="*/ 5183809 h 6858000"/>
              <a:gd name="connsiteX96" fmla="*/ 4463413 w 7467663"/>
              <a:gd name="connsiteY96" fmla="*/ 5615162 h 6858000"/>
              <a:gd name="connsiteX97" fmla="*/ 4358134 w 7467663"/>
              <a:gd name="connsiteY97" fmla="*/ 5742791 h 6858000"/>
              <a:gd name="connsiteX98" fmla="*/ 4376219 w 7467663"/>
              <a:gd name="connsiteY98" fmla="*/ 5729027 h 6858000"/>
              <a:gd name="connsiteX99" fmla="*/ 4582340 w 7467663"/>
              <a:gd name="connsiteY99" fmla="*/ 5561037 h 6858000"/>
              <a:gd name="connsiteX100" fmla="*/ 4694684 w 7467663"/>
              <a:gd name="connsiteY100" fmla="*/ 5447098 h 6858000"/>
              <a:gd name="connsiteX101" fmla="*/ 4754123 w 7467663"/>
              <a:gd name="connsiteY101" fmla="*/ 5384643 h 6858000"/>
              <a:gd name="connsiteX102" fmla="*/ 4978032 w 7467663"/>
              <a:gd name="connsiteY102" fmla="*/ 5183809 h 6858000"/>
              <a:gd name="connsiteX103" fmla="*/ 1903353 w 7467663"/>
              <a:gd name="connsiteY103" fmla="*/ 5044827 h 6858000"/>
              <a:gd name="connsiteX104" fmla="*/ 1936931 w 7467663"/>
              <a:gd name="connsiteY104" fmla="*/ 5093954 h 6858000"/>
              <a:gd name="connsiteX105" fmla="*/ 2195868 w 7467663"/>
              <a:gd name="connsiteY105" fmla="*/ 5396574 h 6858000"/>
              <a:gd name="connsiteX106" fmla="*/ 2088852 w 7467663"/>
              <a:gd name="connsiteY106" fmla="*/ 5166123 h 6858000"/>
              <a:gd name="connsiteX107" fmla="*/ 1958241 w 7467663"/>
              <a:gd name="connsiteY107" fmla="*/ 5067955 h 6858000"/>
              <a:gd name="connsiteX108" fmla="*/ 1903353 w 7467663"/>
              <a:gd name="connsiteY108" fmla="*/ 5044827 h 6858000"/>
              <a:gd name="connsiteX109" fmla="*/ 1979378 w 7467663"/>
              <a:gd name="connsiteY109" fmla="*/ 4769504 h 6858000"/>
              <a:gd name="connsiteX110" fmla="*/ 2882120 w 7467663"/>
              <a:gd name="connsiteY110" fmla="*/ 5064547 h 6858000"/>
              <a:gd name="connsiteX111" fmla="*/ 2793103 w 7467663"/>
              <a:gd name="connsiteY111" fmla="*/ 5039699 h 6858000"/>
              <a:gd name="connsiteX112" fmla="*/ 2770041 w 7467663"/>
              <a:gd name="connsiteY112" fmla="*/ 5033634 h 6858000"/>
              <a:gd name="connsiteX113" fmla="*/ 1979378 w 7467663"/>
              <a:gd name="connsiteY113" fmla="*/ 4769504 h 6858000"/>
              <a:gd name="connsiteX114" fmla="*/ 1927410 w 7467663"/>
              <a:gd name="connsiteY114" fmla="*/ 4716164 h 6858000"/>
              <a:gd name="connsiteX115" fmla="*/ 1959587 w 7467663"/>
              <a:gd name="connsiteY115" fmla="*/ 4728849 h 6858000"/>
              <a:gd name="connsiteX116" fmla="*/ 2777707 w 7467663"/>
              <a:gd name="connsiteY116" fmla="*/ 5003991 h 6858000"/>
              <a:gd name="connsiteX117" fmla="*/ 2800768 w 7467663"/>
              <a:gd name="connsiteY117" fmla="*/ 5010056 h 6858000"/>
              <a:gd name="connsiteX118" fmla="*/ 2879408 w 7467663"/>
              <a:gd name="connsiteY118" fmla="*/ 5031590 h 6858000"/>
              <a:gd name="connsiteX119" fmla="*/ 2862295 w 7467663"/>
              <a:gd name="connsiteY119" fmla="*/ 5022958 h 6858000"/>
              <a:gd name="connsiteX120" fmla="*/ 2813343 w 7467663"/>
              <a:gd name="connsiteY120" fmla="*/ 4998369 h 6858000"/>
              <a:gd name="connsiteX121" fmla="*/ 2646245 w 7467663"/>
              <a:gd name="connsiteY121" fmla="*/ 4930999 h 6858000"/>
              <a:gd name="connsiteX122" fmla="*/ 1999243 w 7467663"/>
              <a:gd name="connsiteY122" fmla="*/ 4730524 h 6858000"/>
              <a:gd name="connsiteX123" fmla="*/ 1979527 w 7467663"/>
              <a:gd name="connsiteY123" fmla="*/ 4726651 h 6858000"/>
              <a:gd name="connsiteX124" fmla="*/ 1927410 w 7467663"/>
              <a:gd name="connsiteY124" fmla="*/ 4716164 h 6858000"/>
              <a:gd name="connsiteX125" fmla="*/ 1997014 w 7467663"/>
              <a:gd name="connsiteY125" fmla="*/ 4698007 h 6858000"/>
              <a:gd name="connsiteX126" fmla="*/ 2005458 w 7467663"/>
              <a:gd name="connsiteY126" fmla="*/ 4699540 h 6858000"/>
              <a:gd name="connsiteX127" fmla="*/ 2657186 w 7467663"/>
              <a:gd name="connsiteY127" fmla="*/ 4901687 h 6858000"/>
              <a:gd name="connsiteX128" fmla="*/ 2826662 w 7467663"/>
              <a:gd name="connsiteY128" fmla="*/ 4970362 h 6858000"/>
              <a:gd name="connsiteX129" fmla="*/ 2876100 w 7467663"/>
              <a:gd name="connsiteY129" fmla="*/ 4995397 h 6858000"/>
              <a:gd name="connsiteX130" fmla="*/ 3042600 w 7467663"/>
              <a:gd name="connsiteY130" fmla="*/ 5059532 h 6858000"/>
              <a:gd name="connsiteX131" fmla="*/ 1997014 w 7467663"/>
              <a:gd name="connsiteY131" fmla="*/ 4698007 h 6858000"/>
              <a:gd name="connsiteX132" fmla="*/ 2305292 w 7467663"/>
              <a:gd name="connsiteY132" fmla="*/ 4219492 h 6858000"/>
              <a:gd name="connsiteX133" fmla="*/ 3360922 w 7467663"/>
              <a:gd name="connsiteY133" fmla="*/ 4529373 h 6858000"/>
              <a:gd name="connsiteX134" fmla="*/ 3492420 w 7467663"/>
              <a:gd name="connsiteY134" fmla="*/ 4510145 h 6858000"/>
              <a:gd name="connsiteX135" fmla="*/ 3364086 w 7467663"/>
              <a:gd name="connsiteY135" fmla="*/ 4480340 h 6858000"/>
              <a:gd name="connsiteX136" fmla="*/ 3225818 w 7467663"/>
              <a:gd name="connsiteY136" fmla="*/ 4411822 h 6858000"/>
              <a:gd name="connsiteX137" fmla="*/ 3129696 w 7467663"/>
              <a:gd name="connsiteY137" fmla="*/ 4360704 h 6858000"/>
              <a:gd name="connsiteX138" fmla="*/ 2814545 w 7467663"/>
              <a:gd name="connsiteY138" fmla="*/ 4282955 h 6858000"/>
              <a:gd name="connsiteX139" fmla="*/ 2305292 w 7467663"/>
              <a:gd name="connsiteY139" fmla="*/ 4219492 h 6858000"/>
              <a:gd name="connsiteX140" fmla="*/ 2626982 w 7467663"/>
              <a:gd name="connsiteY140" fmla="*/ 4206450 h 6858000"/>
              <a:gd name="connsiteX141" fmla="*/ 2490617 w 7467663"/>
              <a:gd name="connsiteY141" fmla="*/ 4206951 h 6858000"/>
              <a:gd name="connsiteX142" fmla="*/ 2819869 w 7467663"/>
              <a:gd name="connsiteY142" fmla="*/ 4252936 h 6858000"/>
              <a:gd name="connsiteX143" fmla="*/ 3143018 w 7467663"/>
              <a:gd name="connsiteY143" fmla="*/ 4332698 h 6858000"/>
              <a:gd name="connsiteX144" fmla="*/ 3241520 w 7467663"/>
              <a:gd name="connsiteY144" fmla="*/ 4385112 h 6858000"/>
              <a:gd name="connsiteX145" fmla="*/ 3374575 w 7467663"/>
              <a:gd name="connsiteY145" fmla="*/ 4451517 h 6858000"/>
              <a:gd name="connsiteX146" fmla="*/ 3505221 w 7467663"/>
              <a:gd name="connsiteY146" fmla="*/ 4480757 h 6858000"/>
              <a:gd name="connsiteX147" fmla="*/ 2626982 w 7467663"/>
              <a:gd name="connsiteY147" fmla="*/ 4206450 h 6858000"/>
              <a:gd name="connsiteX148" fmla="*/ 1310106 w 7467663"/>
              <a:gd name="connsiteY148" fmla="*/ 3943217 h 6858000"/>
              <a:gd name="connsiteX149" fmla="*/ 854994 w 7467663"/>
              <a:gd name="connsiteY149" fmla="*/ 4399136 h 6858000"/>
              <a:gd name="connsiteX150" fmla="*/ 742462 w 7467663"/>
              <a:gd name="connsiteY150" fmla="*/ 4594648 h 6858000"/>
              <a:gd name="connsiteX151" fmla="*/ 820602 w 7467663"/>
              <a:gd name="connsiteY151" fmla="*/ 4485915 h 6858000"/>
              <a:gd name="connsiteX152" fmla="*/ 878295 w 7467663"/>
              <a:gd name="connsiteY152" fmla="*/ 4403594 h 6858000"/>
              <a:gd name="connsiteX153" fmla="*/ 1240607 w 7467663"/>
              <a:gd name="connsiteY153" fmla="*/ 4010401 h 6858000"/>
              <a:gd name="connsiteX154" fmla="*/ 1310106 w 7467663"/>
              <a:gd name="connsiteY154" fmla="*/ 3943217 h 6858000"/>
              <a:gd name="connsiteX155" fmla="*/ 1423113 w 7467663"/>
              <a:gd name="connsiteY155" fmla="*/ 3874565 h 6858000"/>
              <a:gd name="connsiteX156" fmla="*/ 1260565 w 7467663"/>
              <a:gd name="connsiteY156" fmla="*/ 4031982 h 6858000"/>
              <a:gd name="connsiteX157" fmla="*/ 901900 w 7467663"/>
              <a:gd name="connsiteY157" fmla="*/ 4421236 h 6858000"/>
              <a:gd name="connsiteX158" fmla="*/ 845044 w 7467663"/>
              <a:gd name="connsiteY158" fmla="*/ 4502436 h 6858000"/>
              <a:gd name="connsiteX159" fmla="*/ 685926 w 7467663"/>
              <a:gd name="connsiteY159" fmla="*/ 4703069 h 6858000"/>
              <a:gd name="connsiteX160" fmla="*/ 684248 w 7467663"/>
              <a:gd name="connsiteY160" fmla="*/ 4706721 h 6858000"/>
              <a:gd name="connsiteX161" fmla="*/ 1423113 w 7467663"/>
              <a:gd name="connsiteY161" fmla="*/ 3874565 h 6858000"/>
              <a:gd name="connsiteX162" fmla="*/ 3316479 w 7467663"/>
              <a:gd name="connsiteY162" fmla="*/ 3872136 h 6858000"/>
              <a:gd name="connsiteX163" fmla="*/ 3546806 w 7467663"/>
              <a:gd name="connsiteY163" fmla="*/ 4356139 h 6858000"/>
              <a:gd name="connsiteX164" fmla="*/ 3364433 w 7467663"/>
              <a:gd name="connsiteY164" fmla="*/ 3953121 h 6858000"/>
              <a:gd name="connsiteX165" fmla="*/ 3316479 w 7467663"/>
              <a:gd name="connsiteY165" fmla="*/ 3872136 h 6858000"/>
              <a:gd name="connsiteX166" fmla="*/ 3291335 w 7467663"/>
              <a:gd name="connsiteY166" fmla="*/ 3767420 h 6858000"/>
              <a:gd name="connsiteX167" fmla="*/ 3390805 w 7467663"/>
              <a:gd name="connsiteY167" fmla="*/ 3937163 h 6858000"/>
              <a:gd name="connsiteX168" fmla="*/ 3579062 w 7467663"/>
              <a:gd name="connsiteY168" fmla="*/ 4359040 h 6858000"/>
              <a:gd name="connsiteX169" fmla="*/ 3467355 w 7467663"/>
              <a:gd name="connsiteY169" fmla="*/ 3988130 h 6858000"/>
              <a:gd name="connsiteX170" fmla="*/ 3310753 w 7467663"/>
              <a:gd name="connsiteY170" fmla="*/ 3787140 h 6858000"/>
              <a:gd name="connsiteX171" fmla="*/ 3291335 w 7467663"/>
              <a:gd name="connsiteY171" fmla="*/ 3767420 h 6858000"/>
              <a:gd name="connsiteX172" fmla="*/ 1635889 w 7467663"/>
              <a:gd name="connsiteY172" fmla="*/ 3709494 h 6858000"/>
              <a:gd name="connsiteX173" fmla="*/ 1634800 w 7467663"/>
              <a:gd name="connsiteY173" fmla="*/ 3731111 h 6858000"/>
              <a:gd name="connsiteX174" fmla="*/ 1635889 w 7467663"/>
              <a:gd name="connsiteY174" fmla="*/ 3709494 h 6858000"/>
              <a:gd name="connsiteX175" fmla="*/ 1510397 w 7467663"/>
              <a:gd name="connsiteY175" fmla="*/ 3684705 h 6858000"/>
              <a:gd name="connsiteX176" fmla="*/ 1146550 w 7467663"/>
              <a:gd name="connsiteY176" fmla="*/ 3802012 h 6858000"/>
              <a:gd name="connsiteX177" fmla="*/ 698834 w 7467663"/>
              <a:gd name="connsiteY177" fmla="*/ 3952272 h 6858000"/>
              <a:gd name="connsiteX178" fmla="*/ 34256 w 7467663"/>
              <a:gd name="connsiteY178" fmla="*/ 4347603 h 6858000"/>
              <a:gd name="connsiteX179" fmla="*/ 527241 w 7467663"/>
              <a:gd name="connsiteY179" fmla="*/ 4065078 h 6858000"/>
              <a:gd name="connsiteX180" fmla="*/ 1510397 w 7467663"/>
              <a:gd name="connsiteY180" fmla="*/ 3684705 h 6858000"/>
              <a:gd name="connsiteX181" fmla="*/ 1313114 w 7467663"/>
              <a:gd name="connsiteY181" fmla="*/ 3655216 h 6858000"/>
              <a:gd name="connsiteX182" fmla="*/ 1109304 w 7467663"/>
              <a:gd name="connsiteY182" fmla="*/ 3669030 h 6858000"/>
              <a:gd name="connsiteX183" fmla="*/ 8129 w 7467663"/>
              <a:gd name="connsiteY183" fmla="*/ 4330519 h 6858000"/>
              <a:gd name="connsiteX184" fmla="*/ 687572 w 7467663"/>
              <a:gd name="connsiteY184" fmla="*/ 3925629 h 6858000"/>
              <a:gd name="connsiteX185" fmla="*/ 1138365 w 7467663"/>
              <a:gd name="connsiteY185" fmla="*/ 3774515 h 6858000"/>
              <a:gd name="connsiteX186" fmla="*/ 1505579 w 7467663"/>
              <a:gd name="connsiteY186" fmla="*/ 3655526 h 6858000"/>
              <a:gd name="connsiteX187" fmla="*/ 1313114 w 7467663"/>
              <a:gd name="connsiteY187" fmla="*/ 3655216 h 6858000"/>
              <a:gd name="connsiteX188" fmla="*/ 3655073 w 7467663"/>
              <a:gd name="connsiteY188" fmla="*/ 3650884 h 6858000"/>
              <a:gd name="connsiteX189" fmla="*/ 3989938 w 7467663"/>
              <a:gd name="connsiteY189" fmla="*/ 3991685 h 6858000"/>
              <a:gd name="connsiteX190" fmla="*/ 4393907 w 7467663"/>
              <a:gd name="connsiteY190" fmla="*/ 4261258 h 6858000"/>
              <a:gd name="connsiteX191" fmla="*/ 4648051 w 7467663"/>
              <a:gd name="connsiteY191" fmla="*/ 4374051 h 6858000"/>
              <a:gd name="connsiteX192" fmla="*/ 4383389 w 7467663"/>
              <a:gd name="connsiteY192" fmla="*/ 4184369 h 6858000"/>
              <a:gd name="connsiteX193" fmla="*/ 4165508 w 7467663"/>
              <a:gd name="connsiteY193" fmla="*/ 4035196 h 6858000"/>
              <a:gd name="connsiteX194" fmla="*/ 4068162 w 7467663"/>
              <a:gd name="connsiteY194" fmla="*/ 3953394 h 6858000"/>
              <a:gd name="connsiteX195" fmla="*/ 3981416 w 7467663"/>
              <a:gd name="connsiteY195" fmla="*/ 3880482 h 6858000"/>
              <a:gd name="connsiteX196" fmla="*/ 3800147 w 7467663"/>
              <a:gd name="connsiteY196" fmla="*/ 3749872 h 6858000"/>
              <a:gd name="connsiteX197" fmla="*/ 3655073 w 7467663"/>
              <a:gd name="connsiteY197" fmla="*/ 3650884 h 6858000"/>
              <a:gd name="connsiteX198" fmla="*/ 3670252 w 7467663"/>
              <a:gd name="connsiteY198" fmla="*/ 3622798 h 6858000"/>
              <a:gd name="connsiteX199" fmla="*/ 3817258 w 7467663"/>
              <a:gd name="connsiteY199" fmla="*/ 3723577 h 6858000"/>
              <a:gd name="connsiteX200" fmla="*/ 4000461 w 7467663"/>
              <a:gd name="connsiteY200" fmla="*/ 3855966 h 6858000"/>
              <a:gd name="connsiteX201" fmla="*/ 4088180 w 7467663"/>
              <a:gd name="connsiteY201" fmla="*/ 3929774 h 6858000"/>
              <a:gd name="connsiteX202" fmla="*/ 4184555 w 7467663"/>
              <a:gd name="connsiteY202" fmla="*/ 4010683 h 6858000"/>
              <a:gd name="connsiteX203" fmla="*/ 4399563 w 7467663"/>
              <a:gd name="connsiteY203" fmla="*/ 4158106 h 6858000"/>
              <a:gd name="connsiteX204" fmla="*/ 4684469 w 7467663"/>
              <a:gd name="connsiteY204" fmla="*/ 4364680 h 6858000"/>
              <a:gd name="connsiteX205" fmla="*/ 4690271 w 7467663"/>
              <a:gd name="connsiteY205" fmla="*/ 4370034 h 6858000"/>
              <a:gd name="connsiteX206" fmla="*/ 4136093 w 7467663"/>
              <a:gd name="connsiteY206" fmla="*/ 3858466 h 6858000"/>
              <a:gd name="connsiteX207" fmla="*/ 3670252 w 7467663"/>
              <a:gd name="connsiteY207" fmla="*/ 3622798 h 6858000"/>
              <a:gd name="connsiteX208" fmla="*/ 4440129 w 7467663"/>
              <a:gd name="connsiteY208" fmla="*/ 3448571 h 6858000"/>
              <a:gd name="connsiteX209" fmla="*/ 4856525 w 7467663"/>
              <a:gd name="connsiteY209" fmla="*/ 3915351 h 6858000"/>
              <a:gd name="connsiteX210" fmla="*/ 5059055 w 7467663"/>
              <a:gd name="connsiteY210" fmla="*/ 4108918 h 6858000"/>
              <a:gd name="connsiteX211" fmla="*/ 5290070 w 7467663"/>
              <a:gd name="connsiteY211" fmla="*/ 4263619 h 6858000"/>
              <a:gd name="connsiteX212" fmla="*/ 4834991 w 7467663"/>
              <a:gd name="connsiteY212" fmla="*/ 3830985 h 6858000"/>
              <a:gd name="connsiteX213" fmla="*/ 4440129 w 7467663"/>
              <a:gd name="connsiteY213" fmla="*/ 3448571 h 6858000"/>
              <a:gd name="connsiteX214" fmla="*/ 4441737 w 7467663"/>
              <a:gd name="connsiteY214" fmla="*/ 3399734 h 6858000"/>
              <a:gd name="connsiteX215" fmla="*/ 4431236 w 7467663"/>
              <a:gd name="connsiteY215" fmla="*/ 3400954 h 6858000"/>
              <a:gd name="connsiteX216" fmla="*/ 4557150 w 7467663"/>
              <a:gd name="connsiteY216" fmla="*/ 3510023 h 6858000"/>
              <a:gd name="connsiteX217" fmla="*/ 4856936 w 7467663"/>
              <a:gd name="connsiteY217" fmla="*/ 3809146 h 6858000"/>
              <a:gd name="connsiteX218" fmla="*/ 5111996 w 7467663"/>
              <a:gd name="connsiteY218" fmla="*/ 4065759 h 6858000"/>
              <a:gd name="connsiteX219" fmla="*/ 5388878 w 7467663"/>
              <a:gd name="connsiteY219" fmla="*/ 4300185 h 6858000"/>
              <a:gd name="connsiteX220" fmla="*/ 5425556 w 7467663"/>
              <a:gd name="connsiteY220" fmla="*/ 4308967 h 6858000"/>
              <a:gd name="connsiteX221" fmla="*/ 4943646 w 7467663"/>
              <a:gd name="connsiteY221" fmla="*/ 3822916 h 6858000"/>
              <a:gd name="connsiteX222" fmla="*/ 4594837 w 7467663"/>
              <a:gd name="connsiteY222" fmla="*/ 3532274 h 6858000"/>
              <a:gd name="connsiteX223" fmla="*/ 4441737 w 7467663"/>
              <a:gd name="connsiteY223" fmla="*/ 3399734 h 6858000"/>
              <a:gd name="connsiteX224" fmla="*/ 5425834 w 7467663"/>
              <a:gd name="connsiteY224" fmla="*/ 3162785 h 6858000"/>
              <a:gd name="connsiteX225" fmla="*/ 5401644 w 7467663"/>
              <a:gd name="connsiteY225" fmla="*/ 3617847 h 6858000"/>
              <a:gd name="connsiteX226" fmla="*/ 5467256 w 7467663"/>
              <a:gd name="connsiteY226" fmla="*/ 4175494 h 6858000"/>
              <a:gd name="connsiteX227" fmla="*/ 5448069 w 7467663"/>
              <a:gd name="connsiteY227" fmla="*/ 3567554 h 6858000"/>
              <a:gd name="connsiteX228" fmla="*/ 5425834 w 7467663"/>
              <a:gd name="connsiteY228" fmla="*/ 3162785 h 6858000"/>
              <a:gd name="connsiteX229" fmla="*/ 1318687 w 7467663"/>
              <a:gd name="connsiteY229" fmla="*/ 3113840 h 6858000"/>
              <a:gd name="connsiteX230" fmla="*/ 1066793 w 7467663"/>
              <a:gd name="connsiteY230" fmla="*/ 3212171 h 6858000"/>
              <a:gd name="connsiteX231" fmla="*/ 993319 w 7467663"/>
              <a:gd name="connsiteY231" fmla="*/ 3247648 h 6858000"/>
              <a:gd name="connsiteX232" fmla="*/ 853081 w 7467663"/>
              <a:gd name="connsiteY232" fmla="*/ 3312410 h 6858000"/>
              <a:gd name="connsiteX233" fmla="*/ 805957 w 7467663"/>
              <a:gd name="connsiteY233" fmla="*/ 3330443 h 6858000"/>
              <a:gd name="connsiteX234" fmla="*/ 1318687 w 7467663"/>
              <a:gd name="connsiteY234" fmla="*/ 3113840 h 6858000"/>
              <a:gd name="connsiteX235" fmla="*/ 5453702 w 7467663"/>
              <a:gd name="connsiteY235" fmla="*/ 3090882 h 6858000"/>
              <a:gd name="connsiteX236" fmla="*/ 5480135 w 7467663"/>
              <a:gd name="connsiteY236" fmla="*/ 3565802 h 6858000"/>
              <a:gd name="connsiteX237" fmla="*/ 5499023 w 7467663"/>
              <a:gd name="connsiteY237" fmla="*/ 4166310 h 6858000"/>
              <a:gd name="connsiteX238" fmla="*/ 5547022 w 7467663"/>
              <a:gd name="connsiteY238" fmla="*/ 3607838 h 6858000"/>
              <a:gd name="connsiteX239" fmla="*/ 5515964 w 7467663"/>
              <a:gd name="connsiteY239" fmla="*/ 3378541 h 6858000"/>
              <a:gd name="connsiteX240" fmla="*/ 5453702 w 7467663"/>
              <a:gd name="connsiteY240" fmla="*/ 3090882 h 6858000"/>
              <a:gd name="connsiteX241" fmla="*/ 1238695 w 7467663"/>
              <a:gd name="connsiteY241" fmla="*/ 3076820 h 6858000"/>
              <a:gd name="connsiteX242" fmla="*/ 716371 w 7467663"/>
              <a:gd name="connsiteY242" fmla="*/ 3293249 h 6858000"/>
              <a:gd name="connsiteX243" fmla="*/ 579522 w 7467663"/>
              <a:gd name="connsiteY243" fmla="*/ 3371759 h 6858000"/>
              <a:gd name="connsiteX244" fmla="*/ 600288 w 7467663"/>
              <a:gd name="connsiteY244" fmla="*/ 3365555 h 6858000"/>
              <a:gd name="connsiteX245" fmla="*/ 840692 w 7467663"/>
              <a:gd name="connsiteY245" fmla="*/ 3284921 h 6858000"/>
              <a:gd name="connsiteX246" fmla="*/ 979248 w 7467663"/>
              <a:gd name="connsiteY246" fmla="*/ 3221003 h 6858000"/>
              <a:gd name="connsiteX247" fmla="*/ 1053282 w 7467663"/>
              <a:gd name="connsiteY247" fmla="*/ 3185247 h 6858000"/>
              <a:gd name="connsiteX248" fmla="*/ 1320603 w 7467663"/>
              <a:gd name="connsiteY248" fmla="*/ 3081281 h 6858000"/>
              <a:gd name="connsiteX249" fmla="*/ 1238695 w 7467663"/>
              <a:gd name="connsiteY249" fmla="*/ 3076820 h 6858000"/>
              <a:gd name="connsiteX250" fmla="*/ 5425627 w 7467663"/>
              <a:gd name="connsiteY250" fmla="*/ 2954192 h 6858000"/>
              <a:gd name="connsiteX251" fmla="*/ 5470770 w 7467663"/>
              <a:gd name="connsiteY251" fmla="*/ 3005435 h 6858000"/>
              <a:gd name="connsiteX252" fmla="*/ 5519779 w 7467663"/>
              <a:gd name="connsiteY252" fmla="*/ 4359223 h 6858000"/>
              <a:gd name="connsiteX253" fmla="*/ 5520293 w 7467663"/>
              <a:gd name="connsiteY253" fmla="*/ 4360602 h 6858000"/>
              <a:gd name="connsiteX254" fmla="*/ 5767221 w 7467663"/>
              <a:gd name="connsiteY254" fmla="*/ 4665564 h 6858000"/>
              <a:gd name="connsiteX255" fmla="*/ 6937169 w 7467663"/>
              <a:gd name="connsiteY255" fmla="*/ 4815941 h 6858000"/>
              <a:gd name="connsiteX256" fmla="*/ 6953922 w 7467663"/>
              <a:gd name="connsiteY256" fmla="*/ 4890068 h 6858000"/>
              <a:gd name="connsiteX257" fmla="*/ 6071359 w 7467663"/>
              <a:gd name="connsiteY257" fmla="*/ 4770770 h 6858000"/>
              <a:gd name="connsiteX258" fmla="*/ 6038839 w 7467663"/>
              <a:gd name="connsiteY258" fmla="*/ 4764474 h 6858000"/>
              <a:gd name="connsiteX259" fmla="*/ 6038706 w 7467663"/>
              <a:gd name="connsiteY259" fmla="*/ 4763847 h 6858000"/>
              <a:gd name="connsiteX260" fmla="*/ 6037784 w 7467663"/>
              <a:gd name="connsiteY260" fmla="*/ 4764270 h 6858000"/>
              <a:gd name="connsiteX261" fmla="*/ 6038839 w 7467663"/>
              <a:gd name="connsiteY261" fmla="*/ 4764474 h 6858000"/>
              <a:gd name="connsiteX262" fmla="*/ 6040338 w 7467663"/>
              <a:gd name="connsiteY262" fmla="*/ 4771418 h 6858000"/>
              <a:gd name="connsiteX263" fmla="*/ 6024488 w 7467663"/>
              <a:gd name="connsiteY263" fmla="*/ 4809903 h 6858000"/>
              <a:gd name="connsiteX264" fmla="*/ 5599771 w 7467663"/>
              <a:gd name="connsiteY264" fmla="*/ 5509652 h 6858000"/>
              <a:gd name="connsiteX265" fmla="*/ 5548843 w 7467663"/>
              <a:gd name="connsiteY265" fmla="*/ 5563845 h 6858000"/>
              <a:gd name="connsiteX266" fmla="*/ 5940952 w 7467663"/>
              <a:gd name="connsiteY266" fmla="*/ 6250028 h 6858000"/>
              <a:gd name="connsiteX267" fmla="*/ 6043441 w 7467663"/>
              <a:gd name="connsiteY267" fmla="*/ 6665847 h 6858000"/>
              <a:gd name="connsiteX268" fmla="*/ 6093432 w 7467663"/>
              <a:gd name="connsiteY268" fmla="*/ 6858000 h 6858000"/>
              <a:gd name="connsiteX269" fmla="*/ 6034344 w 7467663"/>
              <a:gd name="connsiteY269" fmla="*/ 6858000 h 6858000"/>
              <a:gd name="connsiteX270" fmla="*/ 6026679 w 7467663"/>
              <a:gd name="connsiteY270" fmla="*/ 6836959 h 6858000"/>
              <a:gd name="connsiteX271" fmla="*/ 5800441 w 7467663"/>
              <a:gd name="connsiteY271" fmla="*/ 6335286 h 6858000"/>
              <a:gd name="connsiteX272" fmla="*/ 5526562 w 7467663"/>
              <a:gd name="connsiteY272" fmla="*/ 5705388 h 6858000"/>
              <a:gd name="connsiteX273" fmla="*/ 5519640 w 7467663"/>
              <a:gd name="connsiteY273" fmla="*/ 5683774 h 6858000"/>
              <a:gd name="connsiteX274" fmla="*/ 5844559 w 7467663"/>
              <a:gd name="connsiteY274" fmla="*/ 6553349 h 6858000"/>
              <a:gd name="connsiteX275" fmla="*/ 5975994 w 7467663"/>
              <a:gd name="connsiteY275" fmla="*/ 6858000 h 6858000"/>
              <a:gd name="connsiteX276" fmla="*/ 5898547 w 7467663"/>
              <a:gd name="connsiteY276" fmla="*/ 6858000 h 6858000"/>
              <a:gd name="connsiteX277" fmla="*/ 5682041 w 7467663"/>
              <a:gd name="connsiteY277" fmla="*/ 6355860 h 6858000"/>
              <a:gd name="connsiteX278" fmla="*/ 5461758 w 7467663"/>
              <a:gd name="connsiteY278" fmla="*/ 5820220 h 6858000"/>
              <a:gd name="connsiteX279" fmla="*/ 5237282 w 7467663"/>
              <a:gd name="connsiteY279" fmla="*/ 6579086 h 6858000"/>
              <a:gd name="connsiteX280" fmla="*/ 5115009 w 7467663"/>
              <a:gd name="connsiteY280" fmla="*/ 6858000 h 6858000"/>
              <a:gd name="connsiteX281" fmla="*/ 5028074 w 7467663"/>
              <a:gd name="connsiteY281" fmla="*/ 6858000 h 6858000"/>
              <a:gd name="connsiteX282" fmla="*/ 5079508 w 7467663"/>
              <a:gd name="connsiteY282" fmla="*/ 6749074 h 6858000"/>
              <a:gd name="connsiteX283" fmla="*/ 5371846 w 7467663"/>
              <a:gd name="connsiteY283" fmla="*/ 5924413 h 6858000"/>
              <a:gd name="connsiteX284" fmla="*/ 5270512 w 7467663"/>
              <a:gd name="connsiteY284" fmla="*/ 6138975 h 6858000"/>
              <a:gd name="connsiteX285" fmla="*/ 5062409 w 7467663"/>
              <a:gd name="connsiteY285" fmla="*/ 6653544 h 6858000"/>
              <a:gd name="connsiteX286" fmla="*/ 5036628 w 7467663"/>
              <a:gd name="connsiteY286" fmla="*/ 6754247 h 6858000"/>
              <a:gd name="connsiteX287" fmla="*/ 5009112 w 7467663"/>
              <a:gd name="connsiteY287" fmla="*/ 6858000 h 6858000"/>
              <a:gd name="connsiteX288" fmla="*/ 4976679 w 7467663"/>
              <a:gd name="connsiteY288" fmla="*/ 6858000 h 6858000"/>
              <a:gd name="connsiteX289" fmla="*/ 5006537 w 7467663"/>
              <a:gd name="connsiteY289" fmla="*/ 6747068 h 6858000"/>
              <a:gd name="connsiteX290" fmla="*/ 5032723 w 7467663"/>
              <a:gd name="connsiteY290" fmla="*/ 6644957 h 6858000"/>
              <a:gd name="connsiteX291" fmla="*/ 5242949 w 7467663"/>
              <a:gd name="connsiteY291" fmla="*/ 6125175 h 6858000"/>
              <a:gd name="connsiteX292" fmla="*/ 5286321 w 7467663"/>
              <a:gd name="connsiteY292" fmla="*/ 6033555 h 6858000"/>
              <a:gd name="connsiteX293" fmla="*/ 5008210 w 7467663"/>
              <a:gd name="connsiteY293" fmla="*/ 6649194 h 6858000"/>
              <a:gd name="connsiteX294" fmla="*/ 4986321 w 7467663"/>
              <a:gd name="connsiteY294" fmla="*/ 6765687 h 6858000"/>
              <a:gd name="connsiteX295" fmla="*/ 4973474 w 7467663"/>
              <a:gd name="connsiteY295" fmla="*/ 6858000 h 6858000"/>
              <a:gd name="connsiteX296" fmla="*/ 4907178 w 7467663"/>
              <a:gd name="connsiteY296" fmla="*/ 6858000 h 6858000"/>
              <a:gd name="connsiteX297" fmla="*/ 4910810 w 7467663"/>
              <a:gd name="connsiteY297" fmla="*/ 6829660 h 6858000"/>
              <a:gd name="connsiteX298" fmla="*/ 4987461 w 7467663"/>
              <a:gd name="connsiteY298" fmla="*/ 6432994 h 6858000"/>
              <a:gd name="connsiteX299" fmla="*/ 5179262 w 7467663"/>
              <a:gd name="connsiteY299" fmla="*/ 6035044 h 6858000"/>
              <a:gd name="connsiteX300" fmla="*/ 4689678 w 7467663"/>
              <a:gd name="connsiteY300" fmla="*/ 6440241 h 6858000"/>
              <a:gd name="connsiteX301" fmla="*/ 4477543 w 7467663"/>
              <a:gd name="connsiteY301" fmla="*/ 6674836 h 6858000"/>
              <a:gd name="connsiteX302" fmla="*/ 4329957 w 7467663"/>
              <a:gd name="connsiteY302" fmla="*/ 6858000 h 6858000"/>
              <a:gd name="connsiteX303" fmla="*/ 4218595 w 7467663"/>
              <a:gd name="connsiteY303" fmla="*/ 6858000 h 6858000"/>
              <a:gd name="connsiteX304" fmla="*/ 4368888 w 7467663"/>
              <a:gd name="connsiteY304" fmla="*/ 6668412 h 6858000"/>
              <a:gd name="connsiteX305" fmla="*/ 4563091 w 7467663"/>
              <a:gd name="connsiteY305" fmla="*/ 6442508 h 6858000"/>
              <a:gd name="connsiteX306" fmla="*/ 5387324 w 7467663"/>
              <a:gd name="connsiteY306" fmla="*/ 5705830 h 6858000"/>
              <a:gd name="connsiteX307" fmla="*/ 5073620 w 7467663"/>
              <a:gd name="connsiteY307" fmla="*/ 5955437 h 6858000"/>
              <a:gd name="connsiteX308" fmla="*/ 4689789 w 7467663"/>
              <a:gd name="connsiteY308" fmla="*/ 6268382 h 6858000"/>
              <a:gd name="connsiteX309" fmla="*/ 4418722 w 7467663"/>
              <a:gd name="connsiteY309" fmla="*/ 6570886 h 6858000"/>
              <a:gd name="connsiteX310" fmla="*/ 4214944 w 7467663"/>
              <a:gd name="connsiteY310" fmla="*/ 6858000 h 6858000"/>
              <a:gd name="connsiteX311" fmla="*/ 4177898 w 7467663"/>
              <a:gd name="connsiteY311" fmla="*/ 6858000 h 6858000"/>
              <a:gd name="connsiteX312" fmla="*/ 4391597 w 7467663"/>
              <a:gd name="connsiteY312" fmla="*/ 6556370 h 6858000"/>
              <a:gd name="connsiteX313" fmla="*/ 4668889 w 7467663"/>
              <a:gd name="connsiteY313" fmla="*/ 6246399 h 6858000"/>
              <a:gd name="connsiteX314" fmla="*/ 5055427 w 7467663"/>
              <a:gd name="connsiteY314" fmla="*/ 5931476 h 6858000"/>
              <a:gd name="connsiteX315" fmla="*/ 5371814 w 7467663"/>
              <a:gd name="connsiteY315" fmla="*/ 5678975 h 6858000"/>
              <a:gd name="connsiteX316" fmla="*/ 4987918 w 7467663"/>
              <a:gd name="connsiteY316" fmla="*/ 5838701 h 6858000"/>
              <a:gd name="connsiteX317" fmla="*/ 4317146 w 7467663"/>
              <a:gd name="connsiteY317" fmla="*/ 6587716 h 6858000"/>
              <a:gd name="connsiteX318" fmla="*/ 4171627 w 7467663"/>
              <a:gd name="connsiteY318" fmla="*/ 6858000 h 6858000"/>
              <a:gd name="connsiteX319" fmla="*/ 4081585 w 7467663"/>
              <a:gd name="connsiteY319" fmla="*/ 6858000 h 6858000"/>
              <a:gd name="connsiteX320" fmla="*/ 4238603 w 7467663"/>
              <a:gd name="connsiteY320" fmla="*/ 6559341 h 6858000"/>
              <a:gd name="connsiteX321" fmla="*/ 4778333 w 7467663"/>
              <a:gd name="connsiteY321" fmla="*/ 5873626 h 6858000"/>
              <a:gd name="connsiteX322" fmla="*/ 5414185 w 7467663"/>
              <a:gd name="connsiteY322" fmla="*/ 5573882 h 6858000"/>
              <a:gd name="connsiteX323" fmla="*/ 5959648 w 7467663"/>
              <a:gd name="connsiteY323" fmla="*/ 4760797 h 6858000"/>
              <a:gd name="connsiteX324" fmla="*/ 5355019 w 7467663"/>
              <a:gd name="connsiteY324" fmla="*/ 4734672 h 6858000"/>
              <a:gd name="connsiteX325" fmla="*/ 5083565 w 7467663"/>
              <a:gd name="connsiteY325" fmla="*/ 5179121 h 6858000"/>
              <a:gd name="connsiteX326" fmla="*/ 4713577 w 7467663"/>
              <a:gd name="connsiteY326" fmla="*/ 5616803 h 6858000"/>
              <a:gd name="connsiteX327" fmla="*/ 3989559 w 7467663"/>
              <a:gd name="connsiteY327" fmla="*/ 6145945 h 6858000"/>
              <a:gd name="connsiteX328" fmla="*/ 3939824 w 7467663"/>
              <a:gd name="connsiteY328" fmla="*/ 6066900 h 6858000"/>
              <a:gd name="connsiteX329" fmla="*/ 4584537 w 7467663"/>
              <a:gd name="connsiteY329" fmla="*/ 5324826 h 6858000"/>
              <a:gd name="connsiteX330" fmla="*/ 5037105 w 7467663"/>
              <a:gd name="connsiteY330" fmla="*/ 5088765 h 6858000"/>
              <a:gd name="connsiteX331" fmla="*/ 5039930 w 7467663"/>
              <a:gd name="connsiteY331" fmla="*/ 5089585 h 6858000"/>
              <a:gd name="connsiteX332" fmla="*/ 5263764 w 7467663"/>
              <a:gd name="connsiteY332" fmla="*/ 4735525 h 6858000"/>
              <a:gd name="connsiteX333" fmla="*/ 4086300 w 7467663"/>
              <a:gd name="connsiteY333" fmla="*/ 4884599 h 6858000"/>
              <a:gd name="connsiteX334" fmla="*/ 4085485 w 7467663"/>
              <a:gd name="connsiteY334" fmla="*/ 4899070 h 6858000"/>
              <a:gd name="connsiteX335" fmla="*/ 3871915 w 7467663"/>
              <a:gd name="connsiteY335" fmla="*/ 5253645 h 6858000"/>
              <a:gd name="connsiteX336" fmla="*/ 3799374 w 7467663"/>
              <a:gd name="connsiteY336" fmla="*/ 5466127 h 6858000"/>
              <a:gd name="connsiteX337" fmla="*/ 3498850 w 7467663"/>
              <a:gd name="connsiteY337" fmla="*/ 6661888 h 6858000"/>
              <a:gd name="connsiteX338" fmla="*/ 3399216 w 7467663"/>
              <a:gd name="connsiteY338" fmla="*/ 6858000 h 6858000"/>
              <a:gd name="connsiteX339" fmla="*/ 3303688 w 7467663"/>
              <a:gd name="connsiteY339" fmla="*/ 6858000 h 6858000"/>
              <a:gd name="connsiteX340" fmla="*/ 3391774 w 7467663"/>
              <a:gd name="connsiteY340" fmla="*/ 6697181 h 6858000"/>
              <a:gd name="connsiteX341" fmla="*/ 3735540 w 7467663"/>
              <a:gd name="connsiteY341" fmla="*/ 5546923 h 6858000"/>
              <a:gd name="connsiteX342" fmla="*/ 3729438 w 7467663"/>
              <a:gd name="connsiteY342" fmla="*/ 5569058 h 6858000"/>
              <a:gd name="connsiteX343" fmla="*/ 3707782 w 7467663"/>
              <a:gd name="connsiteY343" fmla="*/ 5644908 h 6858000"/>
              <a:gd name="connsiteX344" fmla="*/ 3583827 w 7467663"/>
              <a:gd name="connsiteY344" fmla="*/ 6039215 h 6858000"/>
              <a:gd name="connsiteX345" fmla="*/ 3547861 w 7467663"/>
              <a:gd name="connsiteY345" fmla="*/ 6129609 h 6858000"/>
              <a:gd name="connsiteX346" fmla="*/ 3490905 w 7467663"/>
              <a:gd name="connsiteY346" fmla="*/ 6277660 h 6858000"/>
              <a:gd name="connsiteX347" fmla="*/ 3455859 w 7467663"/>
              <a:gd name="connsiteY347" fmla="*/ 6391301 h 6858000"/>
              <a:gd name="connsiteX348" fmla="*/ 3429112 w 7467663"/>
              <a:gd name="connsiteY348" fmla="*/ 6479469 h 6858000"/>
              <a:gd name="connsiteX349" fmla="*/ 3304862 w 7467663"/>
              <a:gd name="connsiteY349" fmla="*/ 6796476 h 6858000"/>
              <a:gd name="connsiteX350" fmla="*/ 3276071 w 7467663"/>
              <a:gd name="connsiteY350" fmla="*/ 6858000 h 6858000"/>
              <a:gd name="connsiteX351" fmla="*/ 3240805 w 7467663"/>
              <a:gd name="connsiteY351" fmla="*/ 6858000 h 6858000"/>
              <a:gd name="connsiteX352" fmla="*/ 3275917 w 7467663"/>
              <a:gd name="connsiteY352" fmla="*/ 6783192 h 6858000"/>
              <a:gd name="connsiteX353" fmla="*/ 3399358 w 7467663"/>
              <a:gd name="connsiteY353" fmla="*/ 6469011 h 6858000"/>
              <a:gd name="connsiteX354" fmla="*/ 3425650 w 7467663"/>
              <a:gd name="connsiteY354" fmla="*/ 6381333 h 6858000"/>
              <a:gd name="connsiteX355" fmla="*/ 3460661 w 7467663"/>
              <a:gd name="connsiteY355" fmla="*/ 6266763 h 6858000"/>
              <a:gd name="connsiteX356" fmla="*/ 3518021 w 7467663"/>
              <a:gd name="connsiteY356" fmla="*/ 6117298 h 6858000"/>
              <a:gd name="connsiteX357" fmla="*/ 3554035 w 7467663"/>
              <a:gd name="connsiteY357" fmla="*/ 6027832 h 6858000"/>
              <a:gd name="connsiteX358" fmla="*/ 3677174 w 7467663"/>
              <a:gd name="connsiteY358" fmla="*/ 5636351 h 6858000"/>
              <a:gd name="connsiteX359" fmla="*/ 3698819 w 7467663"/>
              <a:gd name="connsiteY359" fmla="*/ 5560503 h 6858000"/>
              <a:gd name="connsiteX360" fmla="*/ 3702094 w 7467663"/>
              <a:gd name="connsiteY360" fmla="*/ 5549194 h 6858000"/>
              <a:gd name="connsiteX361" fmla="*/ 3398355 w 7467663"/>
              <a:gd name="connsiteY361" fmla="*/ 6094603 h 6858000"/>
              <a:gd name="connsiteX362" fmla="*/ 3193941 w 7467663"/>
              <a:gd name="connsiteY362" fmla="*/ 6798775 h 6858000"/>
              <a:gd name="connsiteX363" fmla="*/ 3184140 w 7467663"/>
              <a:gd name="connsiteY363" fmla="*/ 6858000 h 6858000"/>
              <a:gd name="connsiteX364" fmla="*/ 3099978 w 7467663"/>
              <a:gd name="connsiteY364" fmla="*/ 6858000 h 6858000"/>
              <a:gd name="connsiteX365" fmla="*/ 3101556 w 7467663"/>
              <a:gd name="connsiteY365" fmla="*/ 6843337 h 6858000"/>
              <a:gd name="connsiteX366" fmla="*/ 3370162 w 7467663"/>
              <a:gd name="connsiteY366" fmla="*/ 5785550 h 6858000"/>
              <a:gd name="connsiteX367" fmla="*/ 3746477 w 7467663"/>
              <a:gd name="connsiteY367" fmla="*/ 5377889 h 6858000"/>
              <a:gd name="connsiteX368" fmla="*/ 3863399 w 7467663"/>
              <a:gd name="connsiteY368" fmla="*/ 5087257 h 6858000"/>
              <a:gd name="connsiteX369" fmla="*/ 3968712 w 7467663"/>
              <a:gd name="connsiteY369" fmla="*/ 4913989 h 6858000"/>
              <a:gd name="connsiteX370" fmla="*/ 2792390 w 7467663"/>
              <a:gd name="connsiteY370" fmla="*/ 5382974 h 6858000"/>
              <a:gd name="connsiteX371" fmla="*/ 2714982 w 7467663"/>
              <a:gd name="connsiteY371" fmla="*/ 5427051 h 6858000"/>
              <a:gd name="connsiteX372" fmla="*/ 2813361 w 7467663"/>
              <a:gd name="connsiteY372" fmla="*/ 6023912 h 6858000"/>
              <a:gd name="connsiteX373" fmla="*/ 2688430 w 7467663"/>
              <a:gd name="connsiteY373" fmla="*/ 6801564 h 6858000"/>
              <a:gd name="connsiteX374" fmla="*/ 2629626 w 7467663"/>
              <a:gd name="connsiteY374" fmla="*/ 6763394 h 6858000"/>
              <a:gd name="connsiteX375" fmla="*/ 2565328 w 7467663"/>
              <a:gd name="connsiteY375" fmla="*/ 5516399 h 6858000"/>
              <a:gd name="connsiteX376" fmla="*/ 1922999 w 7467663"/>
              <a:gd name="connsiteY376" fmla="*/ 5980343 h 6858000"/>
              <a:gd name="connsiteX377" fmla="*/ 1950261 w 7467663"/>
              <a:gd name="connsiteY377" fmla="*/ 6405858 h 6858000"/>
              <a:gd name="connsiteX378" fmla="*/ 2365554 w 7467663"/>
              <a:gd name="connsiteY378" fmla="*/ 6759107 h 6858000"/>
              <a:gd name="connsiteX379" fmla="*/ 2424142 w 7467663"/>
              <a:gd name="connsiteY379" fmla="*/ 6858000 h 6858000"/>
              <a:gd name="connsiteX380" fmla="*/ 2395994 w 7467663"/>
              <a:gd name="connsiteY380" fmla="*/ 6858000 h 6858000"/>
              <a:gd name="connsiteX381" fmla="*/ 2392863 w 7467663"/>
              <a:gd name="connsiteY381" fmla="*/ 6852964 h 6858000"/>
              <a:gd name="connsiteX382" fmla="*/ 2017589 w 7467663"/>
              <a:gd name="connsiteY382" fmla="*/ 6493982 h 6858000"/>
              <a:gd name="connsiteX383" fmla="*/ 2147336 w 7467663"/>
              <a:gd name="connsiteY383" fmla="*/ 6594052 h 6858000"/>
              <a:gd name="connsiteX384" fmla="*/ 2207047 w 7467663"/>
              <a:gd name="connsiteY384" fmla="*/ 6654540 h 6858000"/>
              <a:gd name="connsiteX385" fmla="*/ 2299106 w 7467663"/>
              <a:gd name="connsiteY385" fmla="*/ 6778931 h 6858000"/>
              <a:gd name="connsiteX386" fmla="*/ 2314430 w 7467663"/>
              <a:gd name="connsiteY386" fmla="*/ 6801144 h 6858000"/>
              <a:gd name="connsiteX387" fmla="*/ 2352406 w 7467663"/>
              <a:gd name="connsiteY387" fmla="*/ 6858000 h 6858000"/>
              <a:gd name="connsiteX388" fmla="*/ 2314492 w 7467663"/>
              <a:gd name="connsiteY388" fmla="*/ 6858000 h 6858000"/>
              <a:gd name="connsiteX389" fmla="*/ 2288095 w 7467663"/>
              <a:gd name="connsiteY389" fmla="*/ 6818030 h 6858000"/>
              <a:gd name="connsiteX390" fmla="*/ 2272768 w 7467663"/>
              <a:gd name="connsiteY390" fmla="*/ 6795822 h 6858000"/>
              <a:gd name="connsiteX391" fmla="*/ 2182715 w 7467663"/>
              <a:gd name="connsiteY391" fmla="*/ 6675071 h 6858000"/>
              <a:gd name="connsiteX392" fmla="*/ 2032061 w 7467663"/>
              <a:gd name="connsiteY392" fmla="*/ 6541380 h 6858000"/>
              <a:gd name="connsiteX393" fmla="*/ 2257220 w 7467663"/>
              <a:gd name="connsiteY393" fmla="*/ 6826257 h 6858000"/>
              <a:gd name="connsiteX394" fmla="*/ 2281324 w 7467663"/>
              <a:gd name="connsiteY394" fmla="*/ 6858000 h 6858000"/>
              <a:gd name="connsiteX395" fmla="*/ 2242860 w 7467663"/>
              <a:gd name="connsiteY395" fmla="*/ 6858000 h 6858000"/>
              <a:gd name="connsiteX396" fmla="*/ 2232818 w 7467663"/>
              <a:gd name="connsiteY396" fmla="*/ 6844926 h 6858000"/>
              <a:gd name="connsiteX397" fmla="*/ 1990172 w 7467663"/>
              <a:gd name="connsiteY397" fmla="*/ 6542121 h 6858000"/>
              <a:gd name="connsiteX398" fmla="*/ 2124090 w 7467663"/>
              <a:gd name="connsiteY398" fmla="*/ 6761017 h 6858000"/>
              <a:gd name="connsiteX399" fmla="*/ 2200380 w 7467663"/>
              <a:gd name="connsiteY399" fmla="*/ 6858000 h 6858000"/>
              <a:gd name="connsiteX400" fmla="*/ 2147507 w 7467663"/>
              <a:gd name="connsiteY400" fmla="*/ 6858000 h 6858000"/>
              <a:gd name="connsiteX401" fmla="*/ 2070668 w 7467663"/>
              <a:gd name="connsiteY401" fmla="*/ 6761520 h 6858000"/>
              <a:gd name="connsiteX402" fmla="*/ 1975142 w 7467663"/>
              <a:gd name="connsiteY402" fmla="*/ 6585570 h 6858000"/>
              <a:gd name="connsiteX403" fmla="*/ 2050035 w 7467663"/>
              <a:gd name="connsiteY403" fmla="*/ 6813345 h 6858000"/>
              <a:gd name="connsiteX404" fmla="*/ 2063025 w 7467663"/>
              <a:gd name="connsiteY404" fmla="*/ 6858000 h 6858000"/>
              <a:gd name="connsiteX405" fmla="*/ 2021675 w 7467663"/>
              <a:gd name="connsiteY405" fmla="*/ 6858000 h 6858000"/>
              <a:gd name="connsiteX406" fmla="*/ 2019308 w 7467663"/>
              <a:gd name="connsiteY406" fmla="*/ 6847118 h 6858000"/>
              <a:gd name="connsiteX407" fmla="*/ 1938835 w 7467663"/>
              <a:gd name="connsiteY407" fmla="*/ 6551160 h 6858000"/>
              <a:gd name="connsiteX408" fmla="*/ 1953230 w 7467663"/>
              <a:gd name="connsiteY408" fmla="*/ 6759699 h 6858000"/>
              <a:gd name="connsiteX409" fmla="*/ 1956763 w 7467663"/>
              <a:gd name="connsiteY409" fmla="*/ 6778191 h 6858000"/>
              <a:gd name="connsiteX410" fmla="*/ 1967925 w 7467663"/>
              <a:gd name="connsiteY410" fmla="*/ 6858000 h 6858000"/>
              <a:gd name="connsiteX411" fmla="*/ 1936622 w 7467663"/>
              <a:gd name="connsiteY411" fmla="*/ 6858000 h 6858000"/>
              <a:gd name="connsiteX412" fmla="*/ 1926261 w 7467663"/>
              <a:gd name="connsiteY412" fmla="*/ 6784064 h 6858000"/>
              <a:gd name="connsiteX413" fmla="*/ 1922724 w 7467663"/>
              <a:gd name="connsiteY413" fmla="*/ 6765577 h 6858000"/>
              <a:gd name="connsiteX414" fmla="*/ 1904650 w 7467663"/>
              <a:gd name="connsiteY414" fmla="*/ 6639616 h 6858000"/>
              <a:gd name="connsiteX415" fmla="*/ 1885273 w 7467663"/>
              <a:gd name="connsiteY415" fmla="*/ 6858000 h 6858000"/>
              <a:gd name="connsiteX416" fmla="*/ 1854363 w 7467663"/>
              <a:gd name="connsiteY416" fmla="*/ 6858000 h 6858000"/>
              <a:gd name="connsiteX417" fmla="*/ 1880391 w 7467663"/>
              <a:gd name="connsiteY417" fmla="*/ 6603796 h 6858000"/>
              <a:gd name="connsiteX418" fmla="*/ 1818273 w 7467663"/>
              <a:gd name="connsiteY418" fmla="*/ 6715729 h 6858000"/>
              <a:gd name="connsiteX419" fmla="*/ 1794691 w 7467663"/>
              <a:gd name="connsiteY419" fmla="*/ 6843239 h 6858000"/>
              <a:gd name="connsiteX420" fmla="*/ 1794914 w 7467663"/>
              <a:gd name="connsiteY420" fmla="*/ 6858000 h 6858000"/>
              <a:gd name="connsiteX421" fmla="*/ 1746128 w 7467663"/>
              <a:gd name="connsiteY421" fmla="*/ 6858000 h 6858000"/>
              <a:gd name="connsiteX422" fmla="*/ 1753934 w 7467663"/>
              <a:gd name="connsiteY422" fmla="*/ 6724796 h 6858000"/>
              <a:gd name="connsiteX423" fmla="*/ 1792053 w 7467663"/>
              <a:gd name="connsiteY423" fmla="*/ 6572396 h 6858000"/>
              <a:gd name="connsiteX424" fmla="*/ 1862248 w 7467663"/>
              <a:gd name="connsiteY424" fmla="*/ 6266397 h 6858000"/>
              <a:gd name="connsiteX425" fmla="*/ 1862250 w 7467663"/>
              <a:gd name="connsiteY425" fmla="*/ 6033531 h 6858000"/>
              <a:gd name="connsiteX426" fmla="*/ 1211999 w 7467663"/>
              <a:gd name="connsiteY426" fmla="*/ 6683610 h 6858000"/>
              <a:gd name="connsiteX427" fmla="*/ 1213266 w 7467663"/>
              <a:gd name="connsiteY427" fmla="*/ 6691947 h 6858000"/>
              <a:gd name="connsiteX428" fmla="*/ 1203370 w 7467663"/>
              <a:gd name="connsiteY428" fmla="*/ 6850676 h 6858000"/>
              <a:gd name="connsiteX429" fmla="*/ 1203671 w 7467663"/>
              <a:gd name="connsiteY429" fmla="*/ 6858000 h 6858000"/>
              <a:gd name="connsiteX430" fmla="*/ 1143180 w 7467663"/>
              <a:gd name="connsiteY430" fmla="*/ 6858000 h 6858000"/>
              <a:gd name="connsiteX431" fmla="*/ 1142176 w 7467663"/>
              <a:gd name="connsiteY431" fmla="*/ 6766045 h 6858000"/>
              <a:gd name="connsiteX432" fmla="*/ 1067484 w 7467663"/>
              <a:gd name="connsiteY432" fmla="*/ 6858000 h 6858000"/>
              <a:gd name="connsiteX433" fmla="*/ 953928 w 7467663"/>
              <a:gd name="connsiteY433" fmla="*/ 6858000 h 6858000"/>
              <a:gd name="connsiteX434" fmla="*/ 959715 w 7467663"/>
              <a:gd name="connsiteY434" fmla="*/ 6850185 h 6858000"/>
              <a:gd name="connsiteX435" fmla="*/ 1483788 w 7467663"/>
              <a:gd name="connsiteY435" fmla="*/ 6259174 h 6858000"/>
              <a:gd name="connsiteX436" fmla="*/ 1100671 w 7467663"/>
              <a:gd name="connsiteY436" fmla="*/ 6252137 h 6858000"/>
              <a:gd name="connsiteX437" fmla="*/ 1090144 w 7467663"/>
              <a:gd name="connsiteY437" fmla="*/ 6256748 h 6858000"/>
              <a:gd name="connsiteX438" fmla="*/ 1095872 w 7467663"/>
              <a:gd name="connsiteY438" fmla="*/ 6271892 h 6858000"/>
              <a:gd name="connsiteX439" fmla="*/ 262785 w 7467663"/>
              <a:gd name="connsiteY439" fmla="*/ 6845450 h 6858000"/>
              <a:gd name="connsiteX440" fmla="*/ 209968 w 7467663"/>
              <a:gd name="connsiteY440" fmla="*/ 6770713 h 6858000"/>
              <a:gd name="connsiteX441" fmla="*/ 873460 w 7467663"/>
              <a:gd name="connsiteY441" fmla="*/ 6253768 h 6858000"/>
              <a:gd name="connsiteX442" fmla="*/ 192686 w 7467663"/>
              <a:gd name="connsiteY442" fmla="*/ 5849257 h 6858000"/>
              <a:gd name="connsiteX443" fmla="*/ 4696 w 7467663"/>
              <a:gd name="connsiteY443" fmla="*/ 5697668 h 6858000"/>
              <a:gd name="connsiteX444" fmla="*/ 0 w 7467663"/>
              <a:gd name="connsiteY444" fmla="*/ 5689984 h 6858000"/>
              <a:gd name="connsiteX445" fmla="*/ 0 w 7467663"/>
              <a:gd name="connsiteY445" fmla="*/ 5513472 h 6858000"/>
              <a:gd name="connsiteX446" fmla="*/ 174101 w 7467663"/>
              <a:gd name="connsiteY446" fmla="*/ 5620277 h 6858000"/>
              <a:gd name="connsiteX447" fmla="*/ 891800 w 7467663"/>
              <a:gd name="connsiteY447" fmla="*/ 6036935 h 6858000"/>
              <a:gd name="connsiteX448" fmla="*/ 1072219 w 7467663"/>
              <a:gd name="connsiteY448" fmla="*/ 6169443 h 6858000"/>
              <a:gd name="connsiteX449" fmla="*/ 1074117 w 7467663"/>
              <a:gd name="connsiteY449" fmla="*/ 6170301 h 6858000"/>
              <a:gd name="connsiteX450" fmla="*/ 1083114 w 7467663"/>
              <a:gd name="connsiteY450" fmla="*/ 6174131 h 6858000"/>
              <a:gd name="connsiteX451" fmla="*/ 1543010 w 7467663"/>
              <a:gd name="connsiteY451" fmla="*/ 6191140 h 6858000"/>
              <a:gd name="connsiteX452" fmla="*/ 1551080 w 7467663"/>
              <a:gd name="connsiteY452" fmla="*/ 6195006 h 6858000"/>
              <a:gd name="connsiteX453" fmla="*/ 2345443 w 7467663"/>
              <a:gd name="connsiteY453" fmla="*/ 5549882 h 6858000"/>
              <a:gd name="connsiteX454" fmla="*/ 1721499 w 7467663"/>
              <a:gd name="connsiteY454" fmla="*/ 5599969 h 6858000"/>
              <a:gd name="connsiteX455" fmla="*/ 767716 w 7467663"/>
              <a:gd name="connsiteY455" fmla="*/ 5472768 h 6858000"/>
              <a:gd name="connsiteX456" fmla="*/ 722147 w 7467663"/>
              <a:gd name="connsiteY456" fmla="*/ 5393091 h 6858000"/>
              <a:gd name="connsiteX457" fmla="*/ 1485552 w 7467663"/>
              <a:gd name="connsiteY457" fmla="*/ 5313202 h 6858000"/>
              <a:gd name="connsiteX458" fmla="*/ 2143004 w 7467663"/>
              <a:gd name="connsiteY458" fmla="*/ 5402420 h 6858000"/>
              <a:gd name="connsiteX459" fmla="*/ 1933391 w 7467663"/>
              <a:gd name="connsiteY459" fmla="*/ 5156971 h 6858000"/>
              <a:gd name="connsiteX460" fmla="*/ 1827118 w 7467663"/>
              <a:gd name="connsiteY460" fmla="*/ 4968410 h 6858000"/>
              <a:gd name="connsiteX461" fmla="*/ 1837349 w 7467663"/>
              <a:gd name="connsiteY461" fmla="*/ 4956357 h 6858000"/>
              <a:gd name="connsiteX462" fmla="*/ 2162835 w 7467663"/>
              <a:gd name="connsiteY462" fmla="*/ 5187853 h 6858000"/>
              <a:gd name="connsiteX463" fmla="*/ 2257167 w 7467663"/>
              <a:gd name="connsiteY463" fmla="*/ 5462123 h 6858000"/>
              <a:gd name="connsiteX464" fmla="*/ 2261598 w 7467663"/>
              <a:gd name="connsiteY464" fmla="*/ 5467998 h 6858000"/>
              <a:gd name="connsiteX465" fmla="*/ 2437177 w 7467663"/>
              <a:gd name="connsiteY465" fmla="*/ 5479608 h 6858000"/>
              <a:gd name="connsiteX466" fmla="*/ 2445247 w 7467663"/>
              <a:gd name="connsiteY466" fmla="*/ 5483476 h 6858000"/>
              <a:gd name="connsiteX467" fmla="*/ 2743626 w 7467663"/>
              <a:gd name="connsiteY467" fmla="*/ 5304819 h 6858000"/>
              <a:gd name="connsiteX468" fmla="*/ 3048102 w 7467663"/>
              <a:gd name="connsiteY468" fmla="*/ 5150595 h 6858000"/>
              <a:gd name="connsiteX469" fmla="*/ 1799414 w 7467663"/>
              <a:gd name="connsiteY469" fmla="*/ 4694732 h 6858000"/>
              <a:gd name="connsiteX470" fmla="*/ 1771735 w 7467663"/>
              <a:gd name="connsiteY470" fmla="*/ 4619929 h 6858000"/>
              <a:gd name="connsiteX471" fmla="*/ 3104273 w 7467663"/>
              <a:gd name="connsiteY471" fmla="*/ 5076159 h 6858000"/>
              <a:gd name="connsiteX472" fmla="*/ 3113245 w 7467663"/>
              <a:gd name="connsiteY472" fmla="*/ 5090705 h 6858000"/>
              <a:gd name="connsiteX473" fmla="*/ 3126294 w 7467663"/>
              <a:gd name="connsiteY473" fmla="*/ 5114400 h 6858000"/>
              <a:gd name="connsiteX474" fmla="*/ 3937433 w 7467663"/>
              <a:gd name="connsiteY474" fmla="*/ 4830473 h 6858000"/>
              <a:gd name="connsiteX475" fmla="*/ 3590475 w 7467663"/>
              <a:gd name="connsiteY475" fmla="*/ 4597974 h 6858000"/>
              <a:gd name="connsiteX476" fmla="*/ 3100264 w 7467663"/>
              <a:gd name="connsiteY476" fmla="*/ 4579845 h 6858000"/>
              <a:gd name="connsiteX477" fmla="*/ 2183576 w 7467663"/>
              <a:gd name="connsiteY477" fmla="*/ 4227150 h 6858000"/>
              <a:gd name="connsiteX478" fmla="*/ 2151029 w 7467663"/>
              <a:gd name="connsiteY478" fmla="*/ 4146947 h 6858000"/>
              <a:gd name="connsiteX479" fmla="*/ 3563434 w 7467663"/>
              <a:gd name="connsiteY479" fmla="*/ 4469115 h 6858000"/>
              <a:gd name="connsiteX480" fmla="*/ 3177952 w 7467663"/>
              <a:gd name="connsiteY480" fmla="*/ 3657386 h 6858000"/>
              <a:gd name="connsiteX481" fmla="*/ 3189263 w 7467663"/>
              <a:gd name="connsiteY481" fmla="*/ 3625726 h 6858000"/>
              <a:gd name="connsiteX482" fmla="*/ 3560912 w 7467663"/>
              <a:gd name="connsiteY482" fmla="*/ 4079863 h 6858000"/>
              <a:gd name="connsiteX483" fmla="*/ 3626636 w 7467663"/>
              <a:gd name="connsiteY483" fmla="*/ 4512230 h 6858000"/>
              <a:gd name="connsiteX484" fmla="*/ 3653088 w 7467663"/>
              <a:gd name="connsiteY484" fmla="*/ 4521417 h 6858000"/>
              <a:gd name="connsiteX485" fmla="*/ 3988128 w 7467663"/>
              <a:gd name="connsiteY485" fmla="*/ 4817267 h 6858000"/>
              <a:gd name="connsiteX486" fmla="*/ 4830582 w 7467663"/>
              <a:gd name="connsiteY486" fmla="*/ 4676000 h 6858000"/>
              <a:gd name="connsiteX487" fmla="*/ 4830100 w 7467663"/>
              <a:gd name="connsiteY487" fmla="*/ 4675554 h 6858000"/>
              <a:gd name="connsiteX488" fmla="*/ 4036318 w 7467663"/>
              <a:gd name="connsiteY488" fmla="*/ 4147013 h 6858000"/>
              <a:gd name="connsiteX489" fmla="*/ 3432098 w 7467663"/>
              <a:gd name="connsiteY489" fmla="*/ 3537312 h 6858000"/>
              <a:gd name="connsiteX490" fmla="*/ 3446761 w 7467663"/>
              <a:gd name="connsiteY490" fmla="*/ 3461278 h 6858000"/>
              <a:gd name="connsiteX491" fmla="*/ 4419733 w 7467663"/>
              <a:gd name="connsiteY491" fmla="*/ 3963555 h 6858000"/>
              <a:gd name="connsiteX492" fmla="*/ 4781371 w 7467663"/>
              <a:gd name="connsiteY492" fmla="*/ 4458604 h 6858000"/>
              <a:gd name="connsiteX493" fmla="*/ 4780440 w 7467663"/>
              <a:gd name="connsiteY493" fmla="*/ 4470290 h 6858000"/>
              <a:gd name="connsiteX494" fmla="*/ 4898954 w 7467663"/>
              <a:gd name="connsiteY494" fmla="*/ 4662092 h 6858000"/>
              <a:gd name="connsiteX495" fmla="*/ 4900699 w 7467663"/>
              <a:gd name="connsiteY495" fmla="*/ 4670867 h 6858000"/>
              <a:gd name="connsiteX496" fmla="*/ 5714511 w 7467663"/>
              <a:gd name="connsiteY496" fmla="*/ 4663483 h 6858000"/>
              <a:gd name="connsiteX497" fmla="*/ 5464793 w 7467663"/>
              <a:gd name="connsiteY497" fmla="*/ 4393556 h 6858000"/>
              <a:gd name="connsiteX498" fmla="*/ 5461897 w 7467663"/>
              <a:gd name="connsiteY498" fmla="*/ 4390879 h 6858000"/>
              <a:gd name="connsiteX499" fmla="*/ 4294126 w 7467663"/>
              <a:gd name="connsiteY499" fmla="*/ 3303048 h 6858000"/>
              <a:gd name="connsiteX500" fmla="*/ 4305321 w 7467663"/>
              <a:gd name="connsiteY500" fmla="*/ 3256953 h 6858000"/>
              <a:gd name="connsiteX501" fmla="*/ 4949299 w 7467663"/>
              <a:gd name="connsiteY501" fmla="*/ 3766336 h 6858000"/>
              <a:gd name="connsiteX502" fmla="*/ 5291452 w 7467663"/>
              <a:gd name="connsiteY502" fmla="*/ 4076801 h 6858000"/>
              <a:gd name="connsiteX503" fmla="*/ 5434998 w 7467663"/>
              <a:gd name="connsiteY503" fmla="*/ 4254100 h 6858000"/>
              <a:gd name="connsiteX504" fmla="*/ 5351015 w 7467663"/>
              <a:gd name="connsiteY504" fmla="*/ 3760989 h 6858000"/>
              <a:gd name="connsiteX505" fmla="*/ 5413780 w 7467663"/>
              <a:gd name="connsiteY505" fmla="*/ 2966265 h 6858000"/>
              <a:gd name="connsiteX506" fmla="*/ 5425627 w 7467663"/>
              <a:gd name="connsiteY506" fmla="*/ 2954192 h 6858000"/>
              <a:gd name="connsiteX507" fmla="*/ 6604735 w 7467663"/>
              <a:gd name="connsiteY507" fmla="*/ 2041381 h 6858000"/>
              <a:gd name="connsiteX508" fmla="*/ 7204487 w 7467663"/>
              <a:gd name="connsiteY508" fmla="*/ 2742112 h 6858000"/>
              <a:gd name="connsiteX509" fmla="*/ 7131592 w 7467663"/>
              <a:gd name="connsiteY509" fmla="*/ 2672096 h 6858000"/>
              <a:gd name="connsiteX510" fmla="*/ 6996344 w 7467663"/>
              <a:gd name="connsiteY510" fmla="*/ 2518310 h 6858000"/>
              <a:gd name="connsiteX511" fmla="*/ 6735495 w 7467663"/>
              <a:gd name="connsiteY511" fmla="*/ 2196890 h 6858000"/>
              <a:gd name="connsiteX512" fmla="*/ 6721901 w 7467663"/>
              <a:gd name="connsiteY512" fmla="*/ 2179274 h 6858000"/>
              <a:gd name="connsiteX513" fmla="*/ 6604735 w 7467663"/>
              <a:gd name="connsiteY513" fmla="*/ 2041381 h 6858000"/>
              <a:gd name="connsiteX514" fmla="*/ 6591670 w 7467663"/>
              <a:gd name="connsiteY514" fmla="*/ 1988277 h 6858000"/>
              <a:gd name="connsiteX515" fmla="*/ 6747349 w 7467663"/>
              <a:gd name="connsiteY515" fmla="*/ 2160069 h 6858000"/>
              <a:gd name="connsiteX516" fmla="*/ 6760943 w 7467663"/>
              <a:gd name="connsiteY516" fmla="*/ 2177686 h 6858000"/>
              <a:gd name="connsiteX517" fmla="*/ 7021065 w 7467663"/>
              <a:gd name="connsiteY517" fmla="*/ 2498102 h 6858000"/>
              <a:gd name="connsiteX518" fmla="*/ 7155223 w 7467663"/>
              <a:gd name="connsiteY518" fmla="*/ 2650386 h 6858000"/>
              <a:gd name="connsiteX519" fmla="*/ 7203167 w 7467663"/>
              <a:gd name="connsiteY519" fmla="*/ 2697288 h 6858000"/>
              <a:gd name="connsiteX520" fmla="*/ 6937703 w 7467663"/>
              <a:gd name="connsiteY520" fmla="*/ 2321981 h 6858000"/>
              <a:gd name="connsiteX521" fmla="*/ 6591670 w 7467663"/>
              <a:gd name="connsiteY521" fmla="*/ 1988277 h 6858000"/>
              <a:gd name="connsiteX522" fmla="*/ 5798671 w 7467663"/>
              <a:gd name="connsiteY522" fmla="*/ 1981601 h 6858000"/>
              <a:gd name="connsiteX523" fmla="*/ 5754709 w 7467663"/>
              <a:gd name="connsiteY523" fmla="*/ 2071454 h 6858000"/>
              <a:gd name="connsiteX524" fmla="*/ 5763044 w 7467663"/>
              <a:gd name="connsiteY524" fmla="*/ 2842206 h 6858000"/>
              <a:gd name="connsiteX525" fmla="*/ 5764974 w 7467663"/>
              <a:gd name="connsiteY525" fmla="*/ 2799609 h 6858000"/>
              <a:gd name="connsiteX526" fmla="*/ 5767665 w 7467663"/>
              <a:gd name="connsiteY526" fmla="*/ 2666409 h 6858000"/>
              <a:gd name="connsiteX527" fmla="*/ 5763055 w 7467663"/>
              <a:gd name="connsiteY527" fmla="*/ 2579705 h 6858000"/>
              <a:gd name="connsiteX528" fmla="*/ 5758079 w 7467663"/>
              <a:gd name="connsiteY528" fmla="*/ 2492508 h 6858000"/>
              <a:gd name="connsiteX529" fmla="*/ 5779325 w 7467663"/>
              <a:gd name="connsiteY529" fmla="*/ 2197069 h 6858000"/>
              <a:gd name="connsiteX530" fmla="*/ 5798671 w 7467663"/>
              <a:gd name="connsiteY530" fmla="*/ 1981601 h 6858000"/>
              <a:gd name="connsiteX531" fmla="*/ 5829202 w 7467663"/>
              <a:gd name="connsiteY531" fmla="*/ 1971679 h 6858000"/>
              <a:gd name="connsiteX532" fmla="*/ 5809558 w 7467663"/>
              <a:gd name="connsiteY532" fmla="*/ 2198043 h 6858000"/>
              <a:gd name="connsiteX533" fmla="*/ 5788653 w 7467663"/>
              <a:gd name="connsiteY533" fmla="*/ 2489430 h 6858000"/>
              <a:gd name="connsiteX534" fmla="*/ 5793439 w 7467663"/>
              <a:gd name="connsiteY534" fmla="*/ 2575235 h 6858000"/>
              <a:gd name="connsiteX535" fmla="*/ 5796837 w 7467663"/>
              <a:gd name="connsiteY535" fmla="*/ 2637633 h 6858000"/>
              <a:gd name="connsiteX536" fmla="*/ 5818614 w 7467663"/>
              <a:gd name="connsiteY536" fmla="*/ 2473055 h 6858000"/>
              <a:gd name="connsiteX537" fmla="*/ 5829202 w 7467663"/>
              <a:gd name="connsiteY537" fmla="*/ 1971679 h 6858000"/>
              <a:gd name="connsiteX538" fmla="*/ 5911389 w 7467663"/>
              <a:gd name="connsiteY538" fmla="*/ 1898371 h 6858000"/>
              <a:gd name="connsiteX539" fmla="*/ 6237627 w 7467663"/>
              <a:gd name="connsiteY539" fmla="*/ 2231921 h 6858000"/>
              <a:gd name="connsiteX540" fmla="*/ 5911389 w 7467663"/>
              <a:gd name="connsiteY540" fmla="*/ 1898371 h 6858000"/>
              <a:gd name="connsiteX541" fmla="*/ 6944437 w 7467663"/>
              <a:gd name="connsiteY541" fmla="*/ 1575402 h 6858000"/>
              <a:gd name="connsiteX542" fmla="*/ 6304730 w 7467663"/>
              <a:gd name="connsiteY542" fmla="*/ 1766654 h 6858000"/>
              <a:gd name="connsiteX543" fmla="*/ 6944437 w 7467663"/>
              <a:gd name="connsiteY543" fmla="*/ 1575402 h 6858000"/>
              <a:gd name="connsiteX544" fmla="*/ 7019523 w 7467663"/>
              <a:gd name="connsiteY544" fmla="*/ 1519450 h 6858000"/>
              <a:gd name="connsiteX545" fmla="*/ 6298091 w 7467663"/>
              <a:gd name="connsiteY545" fmla="*/ 1737122 h 6858000"/>
              <a:gd name="connsiteX546" fmla="*/ 7019523 w 7467663"/>
              <a:gd name="connsiteY546" fmla="*/ 1519450 h 6858000"/>
              <a:gd name="connsiteX547" fmla="*/ 2399523 w 7467663"/>
              <a:gd name="connsiteY547" fmla="*/ 1428234 h 6858000"/>
              <a:gd name="connsiteX548" fmla="*/ 2224982 w 7467663"/>
              <a:gd name="connsiteY548" fmla="*/ 1826201 h 6858000"/>
              <a:gd name="connsiteX549" fmla="*/ 2096099 w 7467663"/>
              <a:gd name="connsiteY549" fmla="*/ 2345900 h 6858000"/>
              <a:gd name="connsiteX550" fmla="*/ 2283317 w 7467663"/>
              <a:gd name="connsiteY550" fmla="*/ 1796925 h 6858000"/>
              <a:gd name="connsiteX551" fmla="*/ 2399523 w 7467663"/>
              <a:gd name="connsiteY551" fmla="*/ 1428234 h 6858000"/>
              <a:gd name="connsiteX552" fmla="*/ 2448558 w 7467663"/>
              <a:gd name="connsiteY552" fmla="*/ 1373435 h 6858000"/>
              <a:gd name="connsiteX553" fmla="*/ 2312521 w 7467663"/>
              <a:gd name="connsiteY553" fmla="*/ 1806140 h 6858000"/>
              <a:gd name="connsiteX554" fmla="*/ 2127533 w 7467663"/>
              <a:gd name="connsiteY554" fmla="*/ 2348380 h 6858000"/>
              <a:gd name="connsiteX555" fmla="*/ 2358080 w 7467663"/>
              <a:gd name="connsiteY555" fmla="*/ 1866134 h 6858000"/>
              <a:gd name="connsiteX556" fmla="*/ 2407436 w 7467663"/>
              <a:gd name="connsiteY556" fmla="*/ 1651070 h 6858000"/>
              <a:gd name="connsiteX557" fmla="*/ 2448558 w 7467663"/>
              <a:gd name="connsiteY557" fmla="*/ 1373435 h 6858000"/>
              <a:gd name="connsiteX558" fmla="*/ 278707 w 7467663"/>
              <a:gd name="connsiteY558" fmla="*/ 1352270 h 6858000"/>
              <a:gd name="connsiteX559" fmla="*/ 321570 w 7467663"/>
              <a:gd name="connsiteY559" fmla="*/ 1861610 h 6858000"/>
              <a:gd name="connsiteX560" fmla="*/ 294281 w 7467663"/>
              <a:gd name="connsiteY560" fmla="*/ 1440658 h 6858000"/>
              <a:gd name="connsiteX561" fmla="*/ 278707 w 7467663"/>
              <a:gd name="connsiteY561" fmla="*/ 1352270 h 6858000"/>
              <a:gd name="connsiteX562" fmla="*/ 1423821 w 7467663"/>
              <a:gd name="connsiteY562" fmla="*/ 1351958 h 6858000"/>
              <a:gd name="connsiteX563" fmla="*/ 1638521 w 7467663"/>
              <a:gd name="connsiteY563" fmla="*/ 1908470 h 6858000"/>
              <a:gd name="connsiteX564" fmla="*/ 1754199 w 7467663"/>
              <a:gd name="connsiteY564" fmla="*/ 2149284 h 6858000"/>
              <a:gd name="connsiteX565" fmla="*/ 1908359 w 7467663"/>
              <a:gd name="connsiteY565" fmla="*/ 2364988 h 6858000"/>
              <a:gd name="connsiteX566" fmla="*/ 1647661 w 7467663"/>
              <a:gd name="connsiteY566" fmla="*/ 1825945 h 6858000"/>
              <a:gd name="connsiteX567" fmla="*/ 1423821 w 7467663"/>
              <a:gd name="connsiteY567" fmla="*/ 1351958 h 6858000"/>
              <a:gd name="connsiteX568" fmla="*/ 1431890 w 7467663"/>
              <a:gd name="connsiteY568" fmla="*/ 1306475 h 6858000"/>
              <a:gd name="connsiteX569" fmla="*/ 1507597 w 7467663"/>
              <a:gd name="connsiteY569" fmla="*/ 1446132 h 6858000"/>
              <a:gd name="connsiteX570" fmla="*/ 1674586 w 7467663"/>
              <a:gd name="connsiteY570" fmla="*/ 1813832 h 6858000"/>
              <a:gd name="connsiteX571" fmla="*/ 1815950 w 7467663"/>
              <a:gd name="connsiteY571" fmla="*/ 2128564 h 6858000"/>
              <a:gd name="connsiteX572" fmla="*/ 1984242 w 7467663"/>
              <a:gd name="connsiteY572" fmla="*/ 2430829 h 6858000"/>
              <a:gd name="connsiteX573" fmla="*/ 2014023 w 7467663"/>
              <a:gd name="connsiteY573" fmla="*/ 2450995 h 6858000"/>
              <a:gd name="connsiteX574" fmla="*/ 1747337 w 7467663"/>
              <a:gd name="connsiteY574" fmla="*/ 1855264 h 6858000"/>
              <a:gd name="connsiteX575" fmla="*/ 1533749 w 7467663"/>
              <a:gd name="connsiteY575" fmla="*/ 1478656 h 6858000"/>
              <a:gd name="connsiteX576" fmla="*/ 1431890 w 7467663"/>
              <a:gd name="connsiteY576" fmla="*/ 1306475 h 6858000"/>
              <a:gd name="connsiteX577" fmla="*/ 5052692 w 7467663"/>
              <a:gd name="connsiteY577" fmla="*/ 1292994 h 6858000"/>
              <a:gd name="connsiteX578" fmla="*/ 5200661 w 7467663"/>
              <a:gd name="connsiteY578" fmla="*/ 1635186 h 6858000"/>
              <a:gd name="connsiteX579" fmla="*/ 5297138 w 7467663"/>
              <a:gd name="connsiteY579" fmla="*/ 1906351 h 6858000"/>
              <a:gd name="connsiteX580" fmla="*/ 5052692 w 7467663"/>
              <a:gd name="connsiteY580" fmla="*/ 1292994 h 6858000"/>
              <a:gd name="connsiteX581" fmla="*/ 5009948 w 7467663"/>
              <a:gd name="connsiteY581" fmla="*/ 1273619 h 6858000"/>
              <a:gd name="connsiteX582" fmla="*/ 5121777 w 7467663"/>
              <a:gd name="connsiteY582" fmla="*/ 1654213 h 6858000"/>
              <a:gd name="connsiteX583" fmla="*/ 5293545 w 7467663"/>
              <a:gd name="connsiteY583" fmla="*/ 2072247 h 6858000"/>
              <a:gd name="connsiteX584" fmla="*/ 5294042 w 7467663"/>
              <a:gd name="connsiteY584" fmla="*/ 2065019 h 6858000"/>
              <a:gd name="connsiteX585" fmla="*/ 5171936 w 7467663"/>
              <a:gd name="connsiteY585" fmla="*/ 1647613 h 6858000"/>
              <a:gd name="connsiteX586" fmla="*/ 5009948 w 7467663"/>
              <a:gd name="connsiteY586" fmla="*/ 1273619 h 6858000"/>
              <a:gd name="connsiteX587" fmla="*/ 655236 w 7467663"/>
              <a:gd name="connsiteY587" fmla="*/ 1268632 h 6858000"/>
              <a:gd name="connsiteX588" fmla="*/ 839521 w 7467663"/>
              <a:gd name="connsiteY588" fmla="*/ 1685315 h 6858000"/>
              <a:gd name="connsiteX589" fmla="*/ 1109416 w 7467663"/>
              <a:gd name="connsiteY589" fmla="*/ 2061663 h 6858000"/>
              <a:gd name="connsiteX590" fmla="*/ 1298300 w 7467663"/>
              <a:gd name="connsiteY590" fmla="*/ 2247742 h 6858000"/>
              <a:gd name="connsiteX591" fmla="*/ 1125871 w 7467663"/>
              <a:gd name="connsiteY591" fmla="*/ 1989513 h 6858000"/>
              <a:gd name="connsiteX592" fmla="*/ 981574 w 7467663"/>
              <a:gd name="connsiteY592" fmla="*/ 1783157 h 6858000"/>
              <a:gd name="connsiteX593" fmla="*/ 922198 w 7467663"/>
              <a:gd name="connsiteY593" fmla="*/ 1677437 h 6858000"/>
              <a:gd name="connsiteX594" fmla="*/ 869293 w 7467663"/>
              <a:gd name="connsiteY594" fmla="*/ 1583214 h 6858000"/>
              <a:gd name="connsiteX595" fmla="*/ 751431 w 7467663"/>
              <a:gd name="connsiteY595" fmla="*/ 1405731 h 6858000"/>
              <a:gd name="connsiteX596" fmla="*/ 655236 w 7467663"/>
              <a:gd name="connsiteY596" fmla="*/ 1268632 h 6858000"/>
              <a:gd name="connsiteX597" fmla="*/ 6516292 w 7467663"/>
              <a:gd name="connsiteY597" fmla="*/ 1263064 h 6858000"/>
              <a:gd name="connsiteX598" fmla="*/ 5736320 w 7467663"/>
              <a:gd name="connsiteY598" fmla="*/ 1501803 h 6858000"/>
              <a:gd name="connsiteX599" fmla="*/ 6516292 w 7467663"/>
              <a:gd name="connsiteY599" fmla="*/ 1263064 h 6858000"/>
              <a:gd name="connsiteX600" fmla="*/ 291466 w 7467663"/>
              <a:gd name="connsiteY600" fmla="*/ 1250369 h 6858000"/>
              <a:gd name="connsiteX601" fmla="*/ 323180 w 7467663"/>
              <a:gd name="connsiteY601" fmla="*/ 1435283 h 6858000"/>
              <a:gd name="connsiteX602" fmla="*/ 349381 w 7467663"/>
              <a:gd name="connsiteY602" fmla="*/ 1875041 h 6858000"/>
              <a:gd name="connsiteX603" fmla="*/ 374363 w 7467663"/>
              <a:gd name="connsiteY603" fmla="*/ 1506494 h 6858000"/>
              <a:gd name="connsiteX604" fmla="*/ 302168 w 7467663"/>
              <a:gd name="connsiteY604" fmla="*/ 1274495 h 6858000"/>
              <a:gd name="connsiteX605" fmla="*/ 291466 w 7467663"/>
              <a:gd name="connsiteY605" fmla="*/ 1250369 h 6858000"/>
              <a:gd name="connsiteX606" fmla="*/ 678222 w 7467663"/>
              <a:gd name="connsiteY606" fmla="*/ 1248670 h 6858000"/>
              <a:gd name="connsiteX607" fmla="*/ 775536 w 7467663"/>
              <a:gd name="connsiteY607" fmla="*/ 1388015 h 6858000"/>
              <a:gd name="connsiteX608" fmla="*/ 894529 w 7467663"/>
              <a:gd name="connsiteY608" fmla="*/ 1567739 h 6858000"/>
              <a:gd name="connsiteX609" fmla="*/ 948000 w 7467663"/>
              <a:gd name="connsiteY609" fmla="*/ 1663088 h 6858000"/>
              <a:gd name="connsiteX610" fmla="*/ 1006812 w 7467663"/>
              <a:gd name="connsiteY610" fmla="*/ 1767683 h 6858000"/>
              <a:gd name="connsiteX611" fmla="*/ 1149133 w 7467663"/>
              <a:gd name="connsiteY611" fmla="*/ 1971513 h 6858000"/>
              <a:gd name="connsiteX612" fmla="*/ 1333952 w 7467663"/>
              <a:gd name="connsiteY612" fmla="*/ 2251620 h 6858000"/>
              <a:gd name="connsiteX613" fmla="*/ 1337329 w 7467663"/>
              <a:gd name="connsiteY613" fmla="*/ 2258350 h 6858000"/>
              <a:gd name="connsiteX614" fmla="*/ 1014726 w 7467663"/>
              <a:gd name="connsiteY614" fmla="*/ 1615556 h 6858000"/>
              <a:gd name="connsiteX615" fmla="*/ 678222 w 7467663"/>
              <a:gd name="connsiteY615" fmla="*/ 1248670 h 6858000"/>
              <a:gd name="connsiteX616" fmla="*/ 6691602 w 7467663"/>
              <a:gd name="connsiteY616" fmla="*/ 1140573 h 6858000"/>
              <a:gd name="connsiteX617" fmla="*/ 6571100 w 7467663"/>
              <a:gd name="connsiteY617" fmla="*/ 1183662 h 6858000"/>
              <a:gd name="connsiteX618" fmla="*/ 6241687 w 7467663"/>
              <a:gd name="connsiteY618" fmla="*/ 1257600 h 6858000"/>
              <a:gd name="connsiteX619" fmla="*/ 5693009 w 7467663"/>
              <a:gd name="connsiteY619" fmla="*/ 1478256 h 6858000"/>
              <a:gd name="connsiteX620" fmla="*/ 6548420 w 7467663"/>
              <a:gd name="connsiteY620" fmla="*/ 1214599 h 6858000"/>
              <a:gd name="connsiteX621" fmla="*/ 6605473 w 7467663"/>
              <a:gd name="connsiteY621" fmla="*/ 1184686 h 6858000"/>
              <a:gd name="connsiteX622" fmla="*/ 6691602 w 7467663"/>
              <a:gd name="connsiteY622" fmla="*/ 1140573 h 6858000"/>
              <a:gd name="connsiteX623" fmla="*/ 4002475 w 7467663"/>
              <a:gd name="connsiteY623" fmla="*/ 1037802 h 6858000"/>
              <a:gd name="connsiteX624" fmla="*/ 4000324 w 7467663"/>
              <a:gd name="connsiteY624" fmla="*/ 1039362 h 6858000"/>
              <a:gd name="connsiteX625" fmla="*/ 4002862 w 7467663"/>
              <a:gd name="connsiteY625" fmla="*/ 1042866 h 6858000"/>
              <a:gd name="connsiteX626" fmla="*/ 4002475 w 7467663"/>
              <a:gd name="connsiteY626" fmla="*/ 1037802 h 6858000"/>
              <a:gd name="connsiteX627" fmla="*/ 506322 w 7467663"/>
              <a:gd name="connsiteY627" fmla="*/ 1020997 h 6858000"/>
              <a:gd name="connsiteX628" fmla="*/ 533068 w 7467663"/>
              <a:gd name="connsiteY628" fmla="*/ 1029409 h 6858000"/>
              <a:gd name="connsiteX629" fmla="*/ 1232525 w 7467663"/>
              <a:gd name="connsiteY629" fmla="*/ 1804675 h 6858000"/>
              <a:gd name="connsiteX630" fmla="*/ 1388858 w 7467663"/>
              <a:gd name="connsiteY630" fmla="*/ 2368011 h 6858000"/>
              <a:gd name="connsiteX631" fmla="*/ 1384098 w 7467663"/>
              <a:gd name="connsiteY631" fmla="*/ 2378125 h 6858000"/>
              <a:gd name="connsiteX632" fmla="*/ 1425393 w 7467663"/>
              <a:gd name="connsiteY632" fmla="*/ 2589124 h 6858000"/>
              <a:gd name="connsiteX633" fmla="*/ 1424001 w 7467663"/>
              <a:gd name="connsiteY633" fmla="*/ 2597541 h 6858000"/>
              <a:gd name="connsiteX634" fmla="*/ 2152729 w 7467663"/>
              <a:gd name="connsiteY634" fmla="*/ 2864487 h 6858000"/>
              <a:gd name="connsiteX635" fmla="*/ 2020609 w 7467663"/>
              <a:gd name="connsiteY635" fmla="*/ 2539671 h 6858000"/>
              <a:gd name="connsiteX636" fmla="*/ 2018920 w 7467663"/>
              <a:gd name="connsiteY636" fmla="*/ 2536309 h 6858000"/>
              <a:gd name="connsiteX637" fmla="*/ 1342441 w 7467663"/>
              <a:gd name="connsiteY637" fmla="*/ 1173017 h 6858000"/>
              <a:gd name="connsiteX638" fmla="*/ 1367925 w 7467663"/>
              <a:gd name="connsiteY638" fmla="*/ 1135648 h 6858000"/>
              <a:gd name="connsiteX639" fmla="*/ 1771401 w 7467663"/>
              <a:gd name="connsiteY639" fmla="*/ 1806673 h 6858000"/>
              <a:gd name="connsiteX640" fmla="*/ 1972385 w 7467663"/>
              <a:gd name="connsiteY640" fmla="*/ 2198735 h 6858000"/>
              <a:gd name="connsiteX641" fmla="*/ 2040892 w 7467663"/>
              <a:gd name="connsiteY641" fmla="*/ 2405205 h 6858000"/>
              <a:gd name="connsiteX642" fmla="*/ 2131689 w 7467663"/>
              <a:gd name="connsiteY642" fmla="*/ 1936926 h 6858000"/>
              <a:gd name="connsiteX643" fmla="*/ 2454820 w 7467663"/>
              <a:gd name="connsiteY643" fmla="*/ 1248808 h 6858000"/>
              <a:gd name="connsiteX644" fmla="*/ 2492512 w 7467663"/>
              <a:gd name="connsiteY644" fmla="*/ 1302920 h 6858000"/>
              <a:gd name="connsiteX645" fmla="*/ 2081216 w 7467663"/>
              <a:gd name="connsiteY645" fmla="*/ 2527513 h 6858000"/>
              <a:gd name="connsiteX646" fmla="*/ 2081211 w 7467663"/>
              <a:gd name="connsiteY646" fmla="*/ 2528916 h 6858000"/>
              <a:gd name="connsiteX647" fmla="*/ 2199067 w 7467663"/>
              <a:gd name="connsiteY647" fmla="*/ 2884061 h 6858000"/>
              <a:gd name="connsiteX648" fmla="*/ 3192586 w 7467663"/>
              <a:gd name="connsiteY648" fmla="*/ 3411496 h 6858000"/>
              <a:gd name="connsiteX649" fmla="*/ 3182620 w 7467663"/>
              <a:gd name="connsiteY649" fmla="*/ 3483279 h 6858000"/>
              <a:gd name="connsiteX650" fmla="*/ 2435119 w 7467663"/>
              <a:gd name="connsiteY650" fmla="*/ 3080173 h 6858000"/>
              <a:gd name="connsiteX651" fmla="*/ 2410152 w 7467663"/>
              <a:gd name="connsiteY651" fmla="*/ 3063751 h 6858000"/>
              <a:gd name="connsiteX652" fmla="*/ 2408099 w 7467663"/>
              <a:gd name="connsiteY652" fmla="*/ 3064403 h 6858000"/>
              <a:gd name="connsiteX653" fmla="*/ 2407218 w 7467663"/>
              <a:gd name="connsiteY653" fmla="*/ 3070324 h 6858000"/>
              <a:gd name="connsiteX654" fmla="*/ 2380138 w 7467663"/>
              <a:gd name="connsiteY654" fmla="*/ 3099341 h 6858000"/>
              <a:gd name="connsiteX655" fmla="*/ 1765923 w 7467663"/>
              <a:gd name="connsiteY655" fmla="*/ 3581043 h 6858000"/>
              <a:gd name="connsiteX656" fmla="*/ 1702258 w 7467663"/>
              <a:gd name="connsiteY656" fmla="*/ 3612286 h 6858000"/>
              <a:gd name="connsiteX657" fmla="*/ 1538370 w 7467663"/>
              <a:gd name="connsiteY657" fmla="*/ 3811804 h 6858000"/>
              <a:gd name="connsiteX658" fmla="*/ 542867 w 7467663"/>
              <a:gd name="connsiteY658" fmla="*/ 4944092 h 6858000"/>
              <a:gd name="connsiteX659" fmla="*/ 515800 w 7467663"/>
              <a:gd name="connsiteY659" fmla="*/ 4862180 h 6858000"/>
              <a:gd name="connsiteX660" fmla="*/ 909145 w 7467663"/>
              <a:gd name="connsiteY660" fmla="*/ 4199225 h 6858000"/>
              <a:gd name="connsiteX661" fmla="*/ 1214067 w 7467663"/>
              <a:gd name="connsiteY661" fmla="*/ 3908561 h 6858000"/>
              <a:gd name="connsiteX662" fmla="*/ 640967 w 7467663"/>
              <a:gd name="connsiteY662" fmla="*/ 4105601 h 6858000"/>
              <a:gd name="connsiteX663" fmla="*/ 112563 w 7467663"/>
              <a:gd name="connsiteY663" fmla="*/ 4396952 h 6858000"/>
              <a:gd name="connsiteX664" fmla="*/ 0 w 7467663"/>
              <a:gd name="connsiteY664" fmla="*/ 4466006 h 6858000"/>
              <a:gd name="connsiteX665" fmla="*/ 0 w 7467663"/>
              <a:gd name="connsiteY665" fmla="*/ 4233763 h 6858000"/>
              <a:gd name="connsiteX666" fmla="*/ 36881 w 7467663"/>
              <a:gd name="connsiteY666" fmla="*/ 4200118 h 6858000"/>
              <a:gd name="connsiteX667" fmla="*/ 910534 w 7467663"/>
              <a:gd name="connsiteY667" fmla="*/ 3629753 h 6858000"/>
              <a:gd name="connsiteX668" fmla="*/ 1578717 w 7467663"/>
              <a:gd name="connsiteY668" fmla="*/ 3575982 h 6858000"/>
              <a:gd name="connsiteX669" fmla="*/ 2338780 w 7467663"/>
              <a:gd name="connsiteY669" fmla="*/ 3033725 h 6858000"/>
              <a:gd name="connsiteX670" fmla="*/ 1807991 w 7467663"/>
              <a:gd name="connsiteY670" fmla="*/ 2807184 h 6858000"/>
              <a:gd name="connsiteX671" fmla="*/ 1416358 w 7467663"/>
              <a:gd name="connsiteY671" fmla="*/ 3112571 h 6858000"/>
              <a:gd name="connsiteX672" fmla="*/ 939066 w 7467663"/>
              <a:gd name="connsiteY672" fmla="*/ 3378798 h 6858000"/>
              <a:gd name="connsiteX673" fmla="*/ 115099 w 7467663"/>
              <a:gd name="connsiteY673" fmla="*/ 3607650 h 6858000"/>
              <a:gd name="connsiteX674" fmla="*/ 97284 w 7467663"/>
              <a:gd name="connsiteY674" fmla="*/ 3520393 h 6858000"/>
              <a:gd name="connsiteX675" fmla="*/ 922050 w 7467663"/>
              <a:gd name="connsiteY675" fmla="*/ 3074867 h 6858000"/>
              <a:gd name="connsiteX676" fmla="*/ 1405265 w 7467663"/>
              <a:gd name="connsiteY676" fmla="*/ 3016319 h 6858000"/>
              <a:gd name="connsiteX677" fmla="*/ 1407512 w 7467663"/>
              <a:gd name="connsiteY677" fmla="*/ 3018001 h 6858000"/>
              <a:gd name="connsiteX678" fmla="*/ 1726266 w 7467663"/>
              <a:gd name="connsiteY678" fmla="*/ 2777274 h 6858000"/>
              <a:gd name="connsiteX679" fmla="*/ 625390 w 7467663"/>
              <a:gd name="connsiteY679" fmla="*/ 2514541 h 6858000"/>
              <a:gd name="connsiteX680" fmla="*/ 619799 w 7467663"/>
              <a:gd name="connsiteY680" fmla="*/ 2527180 h 6858000"/>
              <a:gd name="connsiteX681" fmla="*/ 310030 w 7467663"/>
              <a:gd name="connsiteY681" fmla="*/ 2771818 h 6858000"/>
              <a:gd name="connsiteX682" fmla="*/ 173877 w 7467663"/>
              <a:gd name="connsiteY682" fmla="*/ 2937056 h 6858000"/>
              <a:gd name="connsiteX683" fmla="*/ 77889 w 7467663"/>
              <a:gd name="connsiteY683" fmla="*/ 3138440 h 6858000"/>
              <a:gd name="connsiteX684" fmla="*/ 0 w 7467663"/>
              <a:gd name="connsiteY684" fmla="*/ 3271395 h 6858000"/>
              <a:gd name="connsiteX685" fmla="*/ 0 w 7467663"/>
              <a:gd name="connsiteY685" fmla="*/ 3153002 h 6858000"/>
              <a:gd name="connsiteX686" fmla="*/ 2386 w 7467663"/>
              <a:gd name="connsiteY686" fmla="*/ 3149203 h 6858000"/>
              <a:gd name="connsiteX687" fmla="*/ 89753 w 7467663"/>
              <a:gd name="connsiteY687" fmla="*/ 2987702 h 6858000"/>
              <a:gd name="connsiteX688" fmla="*/ 76869 w 7467663"/>
              <a:gd name="connsiteY688" fmla="*/ 3005404 h 6858000"/>
              <a:gd name="connsiteX689" fmla="*/ 32049 w 7467663"/>
              <a:gd name="connsiteY689" fmla="*/ 3065814 h 6858000"/>
              <a:gd name="connsiteX690" fmla="*/ 0 w 7467663"/>
              <a:gd name="connsiteY690" fmla="*/ 3108744 h 6858000"/>
              <a:gd name="connsiteX691" fmla="*/ 0 w 7467663"/>
              <a:gd name="connsiteY691" fmla="*/ 3058059 h 6858000"/>
              <a:gd name="connsiteX692" fmla="*/ 7610 w 7467663"/>
              <a:gd name="connsiteY692" fmla="*/ 3047889 h 6858000"/>
              <a:gd name="connsiteX693" fmla="*/ 52419 w 7467663"/>
              <a:gd name="connsiteY693" fmla="*/ 2987479 h 6858000"/>
              <a:gd name="connsiteX694" fmla="*/ 59142 w 7467663"/>
              <a:gd name="connsiteY694" fmla="*/ 2978488 h 6858000"/>
              <a:gd name="connsiteX695" fmla="*/ 0 w 7467663"/>
              <a:gd name="connsiteY695" fmla="*/ 3015334 h 6858000"/>
              <a:gd name="connsiteX696" fmla="*/ 0 w 7467663"/>
              <a:gd name="connsiteY696" fmla="*/ 2914286 h 6858000"/>
              <a:gd name="connsiteX697" fmla="*/ 36383 w 7467663"/>
              <a:gd name="connsiteY697" fmla="*/ 2901128 h 6858000"/>
              <a:gd name="connsiteX698" fmla="*/ 156329 w 7467663"/>
              <a:gd name="connsiteY698" fmla="*/ 2840533 h 6858000"/>
              <a:gd name="connsiteX699" fmla="*/ 358355 w 7467663"/>
              <a:gd name="connsiteY699" fmla="*/ 2620471 h 6858000"/>
              <a:gd name="connsiteX700" fmla="*/ 510577 w 7467663"/>
              <a:gd name="connsiteY700" fmla="*/ 2501244 h 6858000"/>
              <a:gd name="connsiteX701" fmla="*/ 211967 w 7467663"/>
              <a:gd name="connsiteY701" fmla="*/ 2479171 h 6858000"/>
              <a:gd name="connsiteX702" fmla="*/ 0 w 7467663"/>
              <a:gd name="connsiteY702" fmla="*/ 2476398 h 6858000"/>
              <a:gd name="connsiteX703" fmla="*/ 0 w 7467663"/>
              <a:gd name="connsiteY703" fmla="*/ 2389189 h 6858000"/>
              <a:gd name="connsiteX704" fmla="*/ 103062 w 7467663"/>
              <a:gd name="connsiteY704" fmla="*/ 2389518 h 6858000"/>
              <a:gd name="connsiteX705" fmla="*/ 510734 w 7467663"/>
              <a:gd name="connsiteY705" fmla="*/ 2416201 h 6858000"/>
              <a:gd name="connsiteX706" fmla="*/ 279257 w 7467663"/>
              <a:gd name="connsiteY706" fmla="*/ 2092102 h 6858000"/>
              <a:gd name="connsiteX707" fmla="*/ 65265 w 7467663"/>
              <a:gd name="connsiteY707" fmla="*/ 2006049 h 6858000"/>
              <a:gd name="connsiteX708" fmla="*/ 0 w 7467663"/>
              <a:gd name="connsiteY708" fmla="*/ 1982532 h 6858000"/>
              <a:gd name="connsiteX709" fmla="*/ 0 w 7467663"/>
              <a:gd name="connsiteY709" fmla="*/ 1912789 h 6858000"/>
              <a:gd name="connsiteX710" fmla="*/ 97460 w 7467663"/>
              <a:gd name="connsiteY710" fmla="*/ 1953725 h 6858000"/>
              <a:gd name="connsiteX711" fmla="*/ 221272 w 7467663"/>
              <a:gd name="connsiteY711" fmla="*/ 1980766 h 6858000"/>
              <a:gd name="connsiteX712" fmla="*/ 116765 w 7467663"/>
              <a:gd name="connsiteY712" fmla="*/ 1911033 h 6858000"/>
              <a:gd name="connsiteX713" fmla="*/ 16405 w 7467663"/>
              <a:gd name="connsiteY713" fmla="*/ 1803412 h 6858000"/>
              <a:gd name="connsiteX714" fmla="*/ 0 w 7467663"/>
              <a:gd name="connsiteY714" fmla="*/ 1784777 h 6858000"/>
              <a:gd name="connsiteX715" fmla="*/ 0 w 7467663"/>
              <a:gd name="connsiteY715" fmla="*/ 1740082 h 6858000"/>
              <a:gd name="connsiteX716" fmla="*/ 39394 w 7467663"/>
              <a:gd name="connsiteY716" fmla="*/ 1784856 h 6858000"/>
              <a:gd name="connsiteX717" fmla="*/ 135813 w 7467663"/>
              <a:gd name="connsiteY717" fmla="*/ 1888838 h 6858000"/>
              <a:gd name="connsiteX718" fmla="*/ 242575 w 7467663"/>
              <a:gd name="connsiteY718" fmla="*/ 1958841 h 6858000"/>
              <a:gd name="connsiteX719" fmla="*/ 82197 w 7467663"/>
              <a:gd name="connsiteY719" fmla="*/ 1754826 h 6858000"/>
              <a:gd name="connsiteX720" fmla="*/ 0 w 7467663"/>
              <a:gd name="connsiteY720" fmla="*/ 1679650 h 6858000"/>
              <a:gd name="connsiteX721" fmla="*/ 0 w 7467663"/>
              <a:gd name="connsiteY721" fmla="*/ 1602463 h 6858000"/>
              <a:gd name="connsiteX722" fmla="*/ 84689 w 7467663"/>
              <a:gd name="connsiteY722" fmla="*/ 1677442 h 6858000"/>
              <a:gd name="connsiteX723" fmla="*/ 298437 w 7467663"/>
              <a:gd name="connsiteY723" fmla="*/ 1968019 h 6858000"/>
              <a:gd name="connsiteX724" fmla="*/ 227269 w 7467663"/>
              <a:gd name="connsiteY724" fmla="*/ 1114064 h 6858000"/>
              <a:gd name="connsiteX725" fmla="*/ 248003 w 7467663"/>
              <a:gd name="connsiteY725" fmla="*/ 1089613 h 6858000"/>
              <a:gd name="connsiteX726" fmla="*/ 427020 w 7467663"/>
              <a:gd name="connsiteY726" fmla="*/ 1619803 h 6858000"/>
              <a:gd name="connsiteX727" fmla="*/ 340345 w 7467663"/>
              <a:gd name="connsiteY727" fmla="*/ 2027739 h 6858000"/>
              <a:gd name="connsiteX728" fmla="*/ 360865 w 7467663"/>
              <a:gd name="connsiteY728" fmla="*/ 2044827 h 6858000"/>
              <a:gd name="connsiteX729" fmla="*/ 560414 w 7467663"/>
              <a:gd name="connsiteY729" fmla="*/ 2421457 h 6858000"/>
              <a:gd name="connsiteX730" fmla="*/ 1359703 w 7467663"/>
              <a:gd name="connsiteY730" fmla="*/ 2578554 h 6858000"/>
              <a:gd name="connsiteX731" fmla="*/ 1359422 w 7467663"/>
              <a:gd name="connsiteY731" fmla="*/ 2577994 h 6858000"/>
              <a:gd name="connsiteX732" fmla="*/ 828701 w 7467663"/>
              <a:gd name="connsiteY732" fmla="*/ 1839520 h 6858000"/>
              <a:gd name="connsiteX733" fmla="*/ 494427 w 7467663"/>
              <a:gd name="connsiteY733" fmla="*/ 1092333 h 6858000"/>
              <a:gd name="connsiteX734" fmla="*/ 506322 w 7467663"/>
              <a:gd name="connsiteY734" fmla="*/ 1020997 h 6858000"/>
              <a:gd name="connsiteX735" fmla="*/ 4570198 w 7467663"/>
              <a:gd name="connsiteY735" fmla="*/ 978081 h 6858000"/>
              <a:gd name="connsiteX736" fmla="*/ 4523691 w 7467663"/>
              <a:gd name="connsiteY736" fmla="*/ 1127776 h 6858000"/>
              <a:gd name="connsiteX737" fmla="*/ 4509875 w 7467663"/>
              <a:gd name="connsiteY737" fmla="*/ 1167552 h 6858000"/>
              <a:gd name="connsiteX738" fmla="*/ 4478168 w 7467663"/>
              <a:gd name="connsiteY738" fmla="*/ 1260735 h 6858000"/>
              <a:gd name="connsiteX739" fmla="*/ 4409309 w 7467663"/>
              <a:gd name="connsiteY739" fmla="*/ 1666996 h 6858000"/>
              <a:gd name="connsiteX740" fmla="*/ 4370031 w 7467663"/>
              <a:gd name="connsiteY740" fmla="*/ 1955666 h 6858000"/>
              <a:gd name="connsiteX741" fmla="*/ 4570198 w 7467663"/>
              <a:gd name="connsiteY741" fmla="*/ 978081 h 6858000"/>
              <a:gd name="connsiteX742" fmla="*/ 4557898 w 7467663"/>
              <a:gd name="connsiteY742" fmla="*/ 900011 h 6858000"/>
              <a:gd name="connsiteX743" fmla="*/ 4344840 w 7467663"/>
              <a:gd name="connsiteY743" fmla="*/ 1922038 h 6858000"/>
              <a:gd name="connsiteX744" fmla="*/ 4378710 w 7467663"/>
              <a:gd name="connsiteY744" fmla="*/ 1665516 h 6858000"/>
              <a:gd name="connsiteX745" fmla="*/ 4448798 w 7467663"/>
              <a:gd name="connsiteY745" fmla="*/ 1253024 h 6858000"/>
              <a:gd name="connsiteX746" fmla="*/ 4480315 w 7467663"/>
              <a:gd name="connsiteY746" fmla="*/ 1158454 h 6858000"/>
              <a:gd name="connsiteX747" fmla="*/ 4494133 w 7467663"/>
              <a:gd name="connsiteY747" fmla="*/ 1118676 h 6858000"/>
              <a:gd name="connsiteX748" fmla="*/ 4557898 w 7467663"/>
              <a:gd name="connsiteY748" fmla="*/ 900011 h 6858000"/>
              <a:gd name="connsiteX749" fmla="*/ 5870151 w 7467663"/>
              <a:gd name="connsiteY749" fmla="*/ 898890 h 6858000"/>
              <a:gd name="connsiteX750" fmla="*/ 5861335 w 7467663"/>
              <a:gd name="connsiteY750" fmla="*/ 899177 h 6858000"/>
              <a:gd name="connsiteX751" fmla="*/ 5843702 w 7467663"/>
              <a:gd name="connsiteY751" fmla="*/ 899748 h 6858000"/>
              <a:gd name="connsiteX752" fmla="*/ 5651107 w 7467663"/>
              <a:gd name="connsiteY752" fmla="*/ 920306 h 6858000"/>
              <a:gd name="connsiteX753" fmla="*/ 5459407 w 7467663"/>
              <a:gd name="connsiteY753" fmla="*/ 940975 h 6858000"/>
              <a:gd name="connsiteX754" fmla="*/ 5374846 w 7467663"/>
              <a:gd name="connsiteY754" fmla="*/ 941988 h 6858000"/>
              <a:gd name="connsiteX755" fmla="*/ 5256105 w 7467663"/>
              <a:gd name="connsiteY755" fmla="*/ 945632 h 6858000"/>
              <a:gd name="connsiteX756" fmla="*/ 5107071 w 7467663"/>
              <a:gd name="connsiteY756" fmla="*/ 969720 h 6858000"/>
              <a:gd name="connsiteX757" fmla="*/ 4998681 w 7467663"/>
              <a:gd name="connsiteY757" fmla="*/ 988771 h 6858000"/>
              <a:gd name="connsiteX758" fmla="*/ 5870151 w 7467663"/>
              <a:gd name="connsiteY758" fmla="*/ 898890 h 6858000"/>
              <a:gd name="connsiteX759" fmla="*/ 5504425 w 7467663"/>
              <a:gd name="connsiteY759" fmla="*/ 848067 h 6858000"/>
              <a:gd name="connsiteX760" fmla="*/ 4968849 w 7467663"/>
              <a:gd name="connsiteY760" fmla="*/ 962318 h 6858000"/>
              <a:gd name="connsiteX761" fmla="*/ 5104039 w 7467663"/>
              <a:gd name="connsiteY761" fmla="*/ 940634 h 6858000"/>
              <a:gd name="connsiteX762" fmla="*/ 5256311 w 7467663"/>
              <a:gd name="connsiteY762" fmla="*/ 916490 h 6858000"/>
              <a:gd name="connsiteX763" fmla="*/ 5377381 w 7467663"/>
              <a:gd name="connsiteY763" fmla="*/ 912671 h 6858000"/>
              <a:gd name="connsiteX764" fmla="*/ 5460148 w 7467663"/>
              <a:gd name="connsiteY764" fmla="*/ 911442 h 6858000"/>
              <a:gd name="connsiteX765" fmla="*/ 5648971 w 7467663"/>
              <a:gd name="connsiteY765" fmla="*/ 891331 h 6858000"/>
              <a:gd name="connsiteX766" fmla="*/ 5844807 w 7467663"/>
              <a:gd name="connsiteY766" fmla="*/ 870718 h 6858000"/>
              <a:gd name="connsiteX767" fmla="*/ 5862975 w 7467663"/>
              <a:gd name="connsiteY767" fmla="*/ 869756 h 6858000"/>
              <a:gd name="connsiteX768" fmla="*/ 5920887 w 7467663"/>
              <a:gd name="connsiteY768" fmla="*/ 865929 h 6858000"/>
              <a:gd name="connsiteX769" fmla="*/ 5504425 w 7467663"/>
              <a:gd name="connsiteY769" fmla="*/ 848067 h 6858000"/>
              <a:gd name="connsiteX770" fmla="*/ 3607114 w 7467663"/>
              <a:gd name="connsiteY770" fmla="*/ 467441 h 6858000"/>
              <a:gd name="connsiteX771" fmla="*/ 3296242 w 7467663"/>
              <a:gd name="connsiteY771" fmla="*/ 807991 h 6858000"/>
              <a:gd name="connsiteX772" fmla="*/ 3174674 w 7467663"/>
              <a:gd name="connsiteY772" fmla="*/ 919759 h 6858000"/>
              <a:gd name="connsiteX773" fmla="*/ 3042978 w 7467663"/>
              <a:gd name="connsiteY773" fmla="*/ 1054894 h 6858000"/>
              <a:gd name="connsiteX774" fmla="*/ 2968914 w 7467663"/>
              <a:gd name="connsiteY774" fmla="*/ 1133756 h 6858000"/>
              <a:gd name="connsiteX775" fmla="*/ 3103823 w 7467663"/>
              <a:gd name="connsiteY775" fmla="*/ 1026814 h 6858000"/>
              <a:gd name="connsiteX776" fmla="*/ 3607114 w 7467663"/>
              <a:gd name="connsiteY776" fmla="*/ 467441 h 6858000"/>
              <a:gd name="connsiteX777" fmla="*/ 3744487 w 7467663"/>
              <a:gd name="connsiteY777" fmla="*/ 383136 h 6858000"/>
              <a:gd name="connsiteX778" fmla="*/ 3970213 w 7467663"/>
              <a:gd name="connsiteY778" fmla="*/ 995559 h 6858000"/>
              <a:gd name="connsiteX779" fmla="*/ 3744487 w 7467663"/>
              <a:gd name="connsiteY779" fmla="*/ 383136 h 6858000"/>
              <a:gd name="connsiteX780" fmla="*/ 3624562 w 7467663"/>
              <a:gd name="connsiteY780" fmla="*/ 367041 h 6858000"/>
              <a:gd name="connsiteX781" fmla="*/ 3489712 w 7467663"/>
              <a:gd name="connsiteY781" fmla="*/ 485386 h 6858000"/>
              <a:gd name="connsiteX782" fmla="*/ 3182994 w 7467663"/>
              <a:gd name="connsiteY782" fmla="*/ 828265 h 6858000"/>
              <a:gd name="connsiteX783" fmla="*/ 2892114 w 7467663"/>
              <a:gd name="connsiteY783" fmla="*/ 1172635 h 6858000"/>
              <a:gd name="connsiteX784" fmla="*/ 3021459 w 7467663"/>
              <a:gd name="connsiteY784" fmla="*/ 1035385 h 6858000"/>
              <a:gd name="connsiteX785" fmla="*/ 3153873 w 7467663"/>
              <a:gd name="connsiteY785" fmla="*/ 898971 h 6858000"/>
              <a:gd name="connsiteX786" fmla="*/ 3276511 w 7467663"/>
              <a:gd name="connsiteY786" fmla="*/ 786423 h 6858000"/>
              <a:gd name="connsiteX787" fmla="*/ 3584154 w 7467663"/>
              <a:gd name="connsiteY787" fmla="*/ 448218 h 6858000"/>
              <a:gd name="connsiteX788" fmla="*/ 3624562 w 7467663"/>
              <a:gd name="connsiteY788" fmla="*/ 367041 h 6858000"/>
              <a:gd name="connsiteX789" fmla="*/ 3766672 w 7467663"/>
              <a:gd name="connsiteY789" fmla="*/ 359429 h 6858000"/>
              <a:gd name="connsiteX790" fmla="*/ 3996338 w 7467663"/>
              <a:gd name="connsiteY790" fmla="*/ 968237 h 6858000"/>
              <a:gd name="connsiteX791" fmla="*/ 3766672 w 7467663"/>
              <a:gd name="connsiteY791" fmla="*/ 359429 h 6858000"/>
              <a:gd name="connsiteX792" fmla="*/ 5805386 w 7467663"/>
              <a:gd name="connsiteY792" fmla="*/ 239240 h 6858000"/>
              <a:gd name="connsiteX793" fmla="*/ 5736947 w 7467663"/>
              <a:gd name="connsiteY793" fmla="*/ 261367 h 6858000"/>
              <a:gd name="connsiteX794" fmla="*/ 5427012 w 7467663"/>
              <a:gd name="connsiteY794" fmla="*/ 311272 h 6858000"/>
              <a:gd name="connsiteX795" fmla="*/ 5147818 w 7467663"/>
              <a:gd name="connsiteY795" fmla="*/ 322112 h 6858000"/>
              <a:gd name="connsiteX796" fmla="*/ 5060854 w 7467663"/>
              <a:gd name="connsiteY796" fmla="*/ 311882 h 6858000"/>
              <a:gd name="connsiteX797" fmla="*/ 4945989 w 7467663"/>
              <a:gd name="connsiteY797" fmla="*/ 300516 h 6858000"/>
              <a:gd name="connsiteX798" fmla="*/ 5410479 w 7467663"/>
              <a:gd name="connsiteY798" fmla="*/ 348434 h 6858000"/>
              <a:gd name="connsiteX799" fmla="*/ 5805386 w 7467663"/>
              <a:gd name="connsiteY799" fmla="*/ 239240 h 6858000"/>
              <a:gd name="connsiteX800" fmla="*/ 5905192 w 7467663"/>
              <a:gd name="connsiteY800" fmla="*/ 163079 h 6858000"/>
              <a:gd name="connsiteX801" fmla="*/ 5865655 w 7467663"/>
              <a:gd name="connsiteY801" fmla="*/ 171901 h 6858000"/>
              <a:gd name="connsiteX802" fmla="*/ 5259740 w 7467663"/>
              <a:gd name="connsiteY802" fmla="*/ 257013 h 6858000"/>
              <a:gd name="connsiteX803" fmla="*/ 5208466 w 7467663"/>
              <a:gd name="connsiteY803" fmla="*/ 257550 h 6858000"/>
              <a:gd name="connsiteX804" fmla="*/ 4980204 w 7467663"/>
              <a:gd name="connsiteY804" fmla="*/ 271903 h 6858000"/>
              <a:gd name="connsiteX805" fmla="*/ 5068068 w 7467663"/>
              <a:gd name="connsiteY805" fmla="*/ 282244 h 6858000"/>
              <a:gd name="connsiteX806" fmla="*/ 5153231 w 7467663"/>
              <a:gd name="connsiteY806" fmla="*/ 292240 h 6858000"/>
              <a:gd name="connsiteX807" fmla="*/ 5426491 w 7467663"/>
              <a:gd name="connsiteY807" fmla="*/ 281128 h 6858000"/>
              <a:gd name="connsiteX808" fmla="*/ 5731212 w 7467663"/>
              <a:gd name="connsiteY808" fmla="*/ 231951 h 6858000"/>
              <a:gd name="connsiteX809" fmla="*/ 5905192 w 7467663"/>
              <a:gd name="connsiteY809" fmla="*/ 163079 h 6858000"/>
              <a:gd name="connsiteX810" fmla="*/ 5944437 w 7467663"/>
              <a:gd name="connsiteY810" fmla="*/ 113829 h 6858000"/>
              <a:gd name="connsiteX811" fmla="*/ 5825032 w 7467663"/>
              <a:gd name="connsiteY811" fmla="*/ 146405 h 6858000"/>
              <a:gd name="connsiteX812" fmla="*/ 4955599 w 7467663"/>
              <a:gd name="connsiteY812" fmla="*/ 247008 h 6858000"/>
              <a:gd name="connsiteX813" fmla="*/ 5210104 w 7467663"/>
              <a:gd name="connsiteY813" fmla="*/ 228123 h 6858000"/>
              <a:gd name="connsiteX814" fmla="*/ 5261015 w 7467663"/>
              <a:gd name="connsiteY814" fmla="*/ 227087 h 6858000"/>
              <a:gd name="connsiteX815" fmla="*/ 5861181 w 7467663"/>
              <a:gd name="connsiteY815" fmla="*/ 143093 h 6858000"/>
              <a:gd name="connsiteX816" fmla="*/ 5961252 w 7467663"/>
              <a:gd name="connsiteY816" fmla="*/ 114820 h 6858000"/>
              <a:gd name="connsiteX817" fmla="*/ 5944437 w 7467663"/>
              <a:gd name="connsiteY817" fmla="*/ 113829 h 6858000"/>
              <a:gd name="connsiteX818" fmla="*/ 3882765 w 7467663"/>
              <a:gd name="connsiteY818" fmla="*/ 0 h 6858000"/>
              <a:gd name="connsiteX819" fmla="*/ 3995099 w 7467663"/>
              <a:gd name="connsiteY819" fmla="*/ 0 h 6858000"/>
              <a:gd name="connsiteX820" fmla="*/ 4163818 w 7467663"/>
              <a:gd name="connsiteY820" fmla="*/ 234104 h 6858000"/>
              <a:gd name="connsiteX821" fmla="*/ 4172099 w 7467663"/>
              <a:gd name="connsiteY821" fmla="*/ 234207 h 6858000"/>
              <a:gd name="connsiteX822" fmla="*/ 4784282 w 7467663"/>
              <a:gd name="connsiteY822" fmla="*/ 276561 h 6858000"/>
              <a:gd name="connsiteX823" fmla="*/ 4801687 w 7467663"/>
              <a:gd name="connsiteY823" fmla="*/ 267764 h 6858000"/>
              <a:gd name="connsiteX824" fmla="*/ 6082788 w 7467663"/>
              <a:gd name="connsiteY824" fmla="*/ 64119 h 6858000"/>
              <a:gd name="connsiteX825" fmla="*/ 6099442 w 7467663"/>
              <a:gd name="connsiteY825" fmla="*/ 82568 h 6858000"/>
              <a:gd name="connsiteX826" fmla="*/ 4804137 w 7467663"/>
              <a:gd name="connsiteY826" fmla="*/ 320931 h 6858000"/>
              <a:gd name="connsiteX827" fmla="*/ 4227047 w 7467663"/>
              <a:gd name="connsiteY827" fmla="*/ 313415 h 6858000"/>
              <a:gd name="connsiteX828" fmla="*/ 4346041 w 7467663"/>
              <a:gd name="connsiteY828" fmla="*/ 456086 h 6858000"/>
              <a:gd name="connsiteX829" fmla="*/ 4870967 w 7467663"/>
              <a:gd name="connsiteY829" fmla="*/ 963061 h 6858000"/>
              <a:gd name="connsiteX830" fmla="*/ 4889647 w 7467663"/>
              <a:gd name="connsiteY830" fmla="*/ 957147 h 6858000"/>
              <a:gd name="connsiteX831" fmla="*/ 5422504 w 7467663"/>
              <a:gd name="connsiteY831" fmla="*/ 805191 h 6858000"/>
              <a:gd name="connsiteX832" fmla="*/ 6087656 w 7467663"/>
              <a:gd name="connsiteY832" fmla="*/ 826703 h 6858000"/>
              <a:gd name="connsiteX833" fmla="*/ 6058717 w 7467663"/>
              <a:gd name="connsiteY833" fmla="*/ 865992 h 6858000"/>
              <a:gd name="connsiteX834" fmla="*/ 4974153 w 7467663"/>
              <a:gd name="connsiteY834" fmla="*/ 1045456 h 6858000"/>
              <a:gd name="connsiteX835" fmla="*/ 5627835 w 7467663"/>
              <a:gd name="connsiteY835" fmla="*/ 1472077 h 6858000"/>
              <a:gd name="connsiteX836" fmla="*/ 5629817 w 7467663"/>
              <a:gd name="connsiteY836" fmla="*/ 1471412 h 6858000"/>
              <a:gd name="connsiteX837" fmla="*/ 5634124 w 7467663"/>
              <a:gd name="connsiteY837" fmla="*/ 1470572 h 6858000"/>
              <a:gd name="connsiteX838" fmla="*/ 5755832 w 7467663"/>
              <a:gd name="connsiteY838" fmla="*/ 1383886 h 6858000"/>
              <a:gd name="connsiteX839" fmla="*/ 6014186 w 7467663"/>
              <a:gd name="connsiteY839" fmla="*/ 1279799 h 6858000"/>
              <a:gd name="connsiteX840" fmla="*/ 6901619 w 7467663"/>
              <a:gd name="connsiteY840" fmla="*/ 1047874 h 6858000"/>
              <a:gd name="connsiteX841" fmla="*/ 6931566 w 7467663"/>
              <a:gd name="connsiteY841" fmla="*/ 1062034 h 6858000"/>
              <a:gd name="connsiteX842" fmla="*/ 5790982 w 7467663"/>
              <a:gd name="connsiteY842" fmla="*/ 1561380 h 6858000"/>
              <a:gd name="connsiteX843" fmla="*/ 6188971 w 7467663"/>
              <a:gd name="connsiteY843" fmla="*/ 1755168 h 6858000"/>
              <a:gd name="connsiteX844" fmla="*/ 6202446 w 7467663"/>
              <a:gd name="connsiteY844" fmla="*/ 1752268 h 6858000"/>
              <a:gd name="connsiteX845" fmla="*/ 7179560 w 7467663"/>
              <a:gd name="connsiteY845" fmla="*/ 1467551 h 6858000"/>
              <a:gd name="connsiteX846" fmla="*/ 7158730 w 7467663"/>
              <a:gd name="connsiteY846" fmla="*/ 1507835 h 6858000"/>
              <a:gd name="connsiteX847" fmla="*/ 6326959 w 7467663"/>
              <a:gd name="connsiteY847" fmla="*/ 1817686 h 6858000"/>
              <a:gd name="connsiteX848" fmla="*/ 6537433 w 7467663"/>
              <a:gd name="connsiteY848" fmla="*/ 1907790 h 6858000"/>
              <a:gd name="connsiteX849" fmla="*/ 6550221 w 7467663"/>
              <a:gd name="connsiteY849" fmla="*/ 1910729 h 6858000"/>
              <a:gd name="connsiteX850" fmla="*/ 6964438 w 7467663"/>
              <a:gd name="connsiteY850" fmla="*/ 2209505 h 6858000"/>
              <a:gd name="connsiteX851" fmla="*/ 7367862 w 7467663"/>
              <a:gd name="connsiteY851" fmla="*/ 2806833 h 6858000"/>
              <a:gd name="connsiteX852" fmla="*/ 7364329 w 7467663"/>
              <a:gd name="connsiteY852" fmla="*/ 2826907 h 6858000"/>
              <a:gd name="connsiteX853" fmla="*/ 7290545 w 7467663"/>
              <a:gd name="connsiteY853" fmla="*/ 2850663 h 6858000"/>
              <a:gd name="connsiteX854" fmla="*/ 6472036 w 7467663"/>
              <a:gd name="connsiteY854" fmla="*/ 1959003 h 6858000"/>
              <a:gd name="connsiteX855" fmla="*/ 5792897 w 7467663"/>
              <a:gd name="connsiteY855" fmla="*/ 1647747 h 6858000"/>
              <a:gd name="connsiteX856" fmla="*/ 5842751 w 7467663"/>
              <a:gd name="connsiteY856" fmla="*/ 1816112 h 6858000"/>
              <a:gd name="connsiteX857" fmla="*/ 5847424 w 7467663"/>
              <a:gd name="connsiteY857" fmla="*/ 1815776 h 6858000"/>
              <a:gd name="connsiteX858" fmla="*/ 6399821 w 7467663"/>
              <a:gd name="connsiteY858" fmla="*/ 2344799 h 6858000"/>
              <a:gd name="connsiteX859" fmla="*/ 6323232 w 7467663"/>
              <a:gd name="connsiteY859" fmla="*/ 2389634 h 6858000"/>
              <a:gd name="connsiteX860" fmla="*/ 5942958 w 7467663"/>
              <a:gd name="connsiteY860" fmla="*/ 2077708 h 6858000"/>
              <a:gd name="connsiteX861" fmla="*/ 5921559 w 7467663"/>
              <a:gd name="connsiteY861" fmla="*/ 2378596 h 6858000"/>
              <a:gd name="connsiteX862" fmla="*/ 5817651 w 7467663"/>
              <a:gd name="connsiteY862" fmla="*/ 3023919 h 6858000"/>
              <a:gd name="connsiteX863" fmla="*/ 5729634 w 7467663"/>
              <a:gd name="connsiteY863" fmla="*/ 3051849 h 6858000"/>
              <a:gd name="connsiteX864" fmla="*/ 5611018 w 7467663"/>
              <a:gd name="connsiteY864" fmla="*/ 2316769 h 6858000"/>
              <a:gd name="connsiteX865" fmla="*/ 5687608 w 7467663"/>
              <a:gd name="connsiteY865" fmla="*/ 2039972 h 6858000"/>
              <a:gd name="connsiteX866" fmla="*/ 5657554 w 7467663"/>
              <a:gd name="connsiteY866" fmla="*/ 1576445 h 6858000"/>
              <a:gd name="connsiteX867" fmla="*/ 5150475 w 7467663"/>
              <a:gd name="connsiteY867" fmla="*/ 1274012 h 6858000"/>
              <a:gd name="connsiteX868" fmla="*/ 5349142 w 7467663"/>
              <a:gd name="connsiteY868" fmla="*/ 2204405 h 6858000"/>
              <a:gd name="connsiteX869" fmla="*/ 5262214 w 7467663"/>
              <a:gd name="connsiteY869" fmla="*/ 2233836 h 6858000"/>
              <a:gd name="connsiteX870" fmla="*/ 4981539 w 7467663"/>
              <a:gd name="connsiteY870" fmla="*/ 1542201 h 6858000"/>
              <a:gd name="connsiteX871" fmla="*/ 4958461 w 7467663"/>
              <a:gd name="connsiteY871" fmla="*/ 1136957 h 6858000"/>
              <a:gd name="connsiteX872" fmla="*/ 4655015 w 7467663"/>
              <a:gd name="connsiteY872" fmla="*/ 891426 h 6858000"/>
              <a:gd name="connsiteX873" fmla="*/ 4348002 w 7467663"/>
              <a:gd name="connsiteY873" fmla="*/ 2205895 h 6858000"/>
              <a:gd name="connsiteX874" fmla="*/ 4262250 w 7467663"/>
              <a:gd name="connsiteY874" fmla="*/ 2219972 h 6858000"/>
              <a:gd name="connsiteX875" fmla="*/ 4550611 w 7467663"/>
              <a:gd name="connsiteY875" fmla="*/ 817540 h 6858000"/>
              <a:gd name="connsiteX876" fmla="*/ 4564418 w 7467663"/>
              <a:gd name="connsiteY876" fmla="*/ 808293 h 6858000"/>
              <a:gd name="connsiteX877" fmla="*/ 4266388 w 7467663"/>
              <a:gd name="connsiteY877" fmla="*/ 500083 h 6858000"/>
              <a:gd name="connsiteX878" fmla="*/ 4032842 w 7467663"/>
              <a:gd name="connsiteY878" fmla="*/ 211809 h 6858000"/>
              <a:gd name="connsiteX879" fmla="*/ 3882765 w 7467663"/>
              <a:gd name="connsiteY879" fmla="*/ 0 h 6858000"/>
              <a:gd name="connsiteX880" fmla="*/ 3721337 w 7467663"/>
              <a:gd name="connsiteY880" fmla="*/ 0 h 6858000"/>
              <a:gd name="connsiteX881" fmla="*/ 3797544 w 7467663"/>
              <a:gd name="connsiteY881" fmla="*/ 0 h 6858000"/>
              <a:gd name="connsiteX882" fmla="*/ 3775734 w 7467663"/>
              <a:gd name="connsiteY882" fmla="*/ 95131 h 6858000"/>
              <a:gd name="connsiteX883" fmla="*/ 3724807 w 7467663"/>
              <a:gd name="connsiteY883" fmla="*/ 272257 h 6858000"/>
              <a:gd name="connsiteX884" fmla="*/ 3726844 w 7467663"/>
              <a:gd name="connsiteY884" fmla="*/ 282988 h 6858000"/>
              <a:gd name="connsiteX885" fmla="*/ 3742664 w 7467663"/>
              <a:gd name="connsiteY885" fmla="*/ 279918 h 6858000"/>
              <a:gd name="connsiteX886" fmla="*/ 4103910 w 7467663"/>
              <a:gd name="connsiteY886" fmla="*/ 1161917 h 6858000"/>
              <a:gd name="connsiteX887" fmla="*/ 4020269 w 7467663"/>
              <a:gd name="connsiteY887" fmla="*/ 1200406 h 6858000"/>
              <a:gd name="connsiteX888" fmla="*/ 3674882 w 7467663"/>
              <a:gd name="connsiteY888" fmla="*/ 488524 h 6858000"/>
              <a:gd name="connsiteX889" fmla="*/ 3132682 w 7467663"/>
              <a:gd name="connsiteY889" fmla="*/ 1072284 h 6858000"/>
              <a:gd name="connsiteX890" fmla="*/ 2716346 w 7467663"/>
              <a:gd name="connsiteY890" fmla="*/ 1276376 h 6858000"/>
              <a:gd name="connsiteX891" fmla="*/ 2716772 w 7467663"/>
              <a:gd name="connsiteY891" fmla="*/ 1255462 h 6858000"/>
              <a:gd name="connsiteX892" fmla="*/ 3471096 w 7467663"/>
              <a:gd name="connsiteY892" fmla="*/ 437072 h 6858000"/>
              <a:gd name="connsiteX893" fmla="*/ 3639057 w 7467663"/>
              <a:gd name="connsiteY893" fmla="*/ 286334 h 6858000"/>
              <a:gd name="connsiteX894" fmla="*/ 3640309 w 7467663"/>
              <a:gd name="connsiteY894" fmla="*/ 284664 h 6858000"/>
              <a:gd name="connsiteX895" fmla="*/ 3646022 w 7467663"/>
              <a:gd name="connsiteY895" fmla="*/ 276711 h 6858000"/>
              <a:gd name="connsiteX896" fmla="*/ 3707943 w 7467663"/>
              <a:gd name="connsiteY896" fmla="*/ 65958 h 6858000"/>
              <a:gd name="connsiteX897" fmla="*/ 3721337 w 7467663"/>
              <a:gd name="connsiteY897" fmla="*/ 0 h 6858000"/>
              <a:gd name="connsiteX898" fmla="*/ 2867960 w 7467663"/>
              <a:gd name="connsiteY898" fmla="*/ 0 h 6858000"/>
              <a:gd name="connsiteX899" fmla="*/ 2926351 w 7467663"/>
              <a:gd name="connsiteY899" fmla="*/ 0 h 6858000"/>
              <a:gd name="connsiteX900" fmla="*/ 2902823 w 7467663"/>
              <a:gd name="connsiteY900" fmla="*/ 262929 h 6858000"/>
              <a:gd name="connsiteX901" fmla="*/ 2940663 w 7467663"/>
              <a:gd name="connsiteY901" fmla="*/ 140884 h 6858000"/>
              <a:gd name="connsiteX902" fmla="*/ 2947039 w 7467663"/>
              <a:gd name="connsiteY902" fmla="*/ 122524 h 6858000"/>
              <a:gd name="connsiteX903" fmla="*/ 2984316 w 7467663"/>
              <a:gd name="connsiteY903" fmla="*/ 0 h 6858000"/>
              <a:gd name="connsiteX904" fmla="*/ 3016114 w 7467663"/>
              <a:gd name="connsiteY904" fmla="*/ 0 h 6858000"/>
              <a:gd name="connsiteX905" fmla="*/ 2979949 w 7467663"/>
              <a:gd name="connsiteY905" fmla="*/ 119274 h 6858000"/>
              <a:gd name="connsiteX906" fmla="*/ 3023879 w 7467663"/>
              <a:gd name="connsiteY906" fmla="*/ 0 h 6858000"/>
              <a:gd name="connsiteX907" fmla="*/ 3105400 w 7467663"/>
              <a:gd name="connsiteY907" fmla="*/ 0 h 6858000"/>
              <a:gd name="connsiteX908" fmla="*/ 3094669 w 7467663"/>
              <a:gd name="connsiteY908" fmla="*/ 30308 h 6858000"/>
              <a:gd name="connsiteX909" fmla="*/ 2901945 w 7467663"/>
              <a:gd name="connsiteY909" fmla="*/ 466538 h 6858000"/>
              <a:gd name="connsiteX910" fmla="*/ 2815209 w 7467663"/>
              <a:gd name="connsiteY910" fmla="*/ 497361 h 6858000"/>
              <a:gd name="connsiteX911" fmla="*/ 2844845 w 7467663"/>
              <a:gd name="connsiteY911" fmla="*/ 127638 h 6858000"/>
              <a:gd name="connsiteX912" fmla="*/ 2867960 w 7467663"/>
              <a:gd name="connsiteY912" fmla="*/ 0 h 6858000"/>
              <a:gd name="connsiteX913" fmla="*/ 1057230 w 7467663"/>
              <a:gd name="connsiteY913" fmla="*/ 0 h 6858000"/>
              <a:gd name="connsiteX914" fmla="*/ 1111003 w 7467663"/>
              <a:gd name="connsiteY914" fmla="*/ 0 h 6858000"/>
              <a:gd name="connsiteX915" fmla="*/ 1125553 w 7467663"/>
              <a:gd name="connsiteY915" fmla="*/ 52588 h 6858000"/>
              <a:gd name="connsiteX916" fmla="*/ 1304276 w 7467663"/>
              <a:gd name="connsiteY916" fmla="*/ 476275 h 6858000"/>
              <a:gd name="connsiteX917" fmla="*/ 1492066 w 7467663"/>
              <a:gd name="connsiteY917" fmla="*/ 886333 h 6858000"/>
              <a:gd name="connsiteX918" fmla="*/ 1423698 w 7467663"/>
              <a:gd name="connsiteY918" fmla="*/ 710817 h 6858000"/>
              <a:gd name="connsiteX919" fmla="*/ 1357609 w 7467663"/>
              <a:gd name="connsiteY919" fmla="*/ 532892 h 6858000"/>
              <a:gd name="connsiteX920" fmla="*/ 1309550 w 7467663"/>
              <a:gd name="connsiteY920" fmla="*/ 374031 h 6858000"/>
              <a:gd name="connsiteX921" fmla="*/ 1193673 w 7467663"/>
              <a:gd name="connsiteY921" fmla="*/ 49533 h 6858000"/>
              <a:gd name="connsiteX922" fmla="*/ 1164391 w 7467663"/>
              <a:gd name="connsiteY922" fmla="*/ 0 h 6858000"/>
              <a:gd name="connsiteX923" fmla="*/ 1200666 w 7467663"/>
              <a:gd name="connsiteY923" fmla="*/ 0 h 6858000"/>
              <a:gd name="connsiteX924" fmla="*/ 1223408 w 7467663"/>
              <a:gd name="connsiteY924" fmla="*/ 38996 h 6858000"/>
              <a:gd name="connsiteX925" fmla="*/ 1339635 w 7467663"/>
              <a:gd name="connsiteY925" fmla="*/ 365517 h 6858000"/>
              <a:gd name="connsiteX926" fmla="*/ 1387469 w 7467663"/>
              <a:gd name="connsiteY926" fmla="*/ 523079 h 6858000"/>
              <a:gd name="connsiteX927" fmla="*/ 1452685 w 7467663"/>
              <a:gd name="connsiteY927" fmla="*/ 699806 h 6858000"/>
              <a:gd name="connsiteX928" fmla="*/ 1492092 w 7467663"/>
              <a:gd name="connsiteY928" fmla="*/ 800424 h 6858000"/>
              <a:gd name="connsiteX929" fmla="*/ 1455302 w 7467663"/>
              <a:gd name="connsiteY929" fmla="*/ 632913 h 6858000"/>
              <a:gd name="connsiteX930" fmla="*/ 1222336 w 7467663"/>
              <a:gd name="connsiteY930" fmla="*/ 9480 h 6858000"/>
              <a:gd name="connsiteX931" fmla="*/ 1214634 w 7467663"/>
              <a:gd name="connsiteY931" fmla="*/ 0 h 6858000"/>
              <a:gd name="connsiteX932" fmla="*/ 1289827 w 7467663"/>
              <a:gd name="connsiteY932" fmla="*/ 0 h 6858000"/>
              <a:gd name="connsiteX933" fmla="*/ 1321076 w 7467663"/>
              <a:gd name="connsiteY933" fmla="*/ 59722 h 6858000"/>
              <a:gd name="connsiteX934" fmla="*/ 1512579 w 7467663"/>
              <a:gd name="connsiteY934" fmla="*/ 626441 h 6858000"/>
              <a:gd name="connsiteX935" fmla="*/ 1506076 w 7467663"/>
              <a:gd name="connsiteY935" fmla="*/ 1089289 h 6858000"/>
              <a:gd name="connsiteX936" fmla="*/ 1486346 w 7467663"/>
              <a:gd name="connsiteY936" fmla="*/ 1079919 h 6858000"/>
              <a:gd name="connsiteX937" fmla="*/ 1070511 w 7467663"/>
              <a:gd name="connsiteY937" fmla="*/ 48609 h 6858000"/>
              <a:gd name="connsiteX938" fmla="*/ 1057230 w 7467663"/>
              <a:gd name="connsiteY938" fmla="*/ 0 h 6858000"/>
              <a:gd name="connsiteX939" fmla="*/ 43151 w 7467663"/>
              <a:gd name="connsiteY939" fmla="*/ 0 h 6858000"/>
              <a:gd name="connsiteX940" fmla="*/ 95283 w 7467663"/>
              <a:gd name="connsiteY940" fmla="*/ 0 h 6858000"/>
              <a:gd name="connsiteX941" fmla="*/ 300708 w 7467663"/>
              <a:gd name="connsiteY941" fmla="*/ 154571 h 6858000"/>
              <a:gd name="connsiteX942" fmla="*/ 530414 w 7467663"/>
              <a:gd name="connsiteY942" fmla="*/ 354673 h 6858000"/>
              <a:gd name="connsiteX943" fmla="*/ 333785 w 7467663"/>
              <a:gd name="connsiteY943" fmla="*/ 161564 h 6858000"/>
              <a:gd name="connsiteX944" fmla="*/ 147005 w 7467663"/>
              <a:gd name="connsiteY944" fmla="*/ 0 h 6858000"/>
              <a:gd name="connsiteX945" fmla="*/ 272509 w 7467663"/>
              <a:gd name="connsiteY945" fmla="*/ 0 h 6858000"/>
              <a:gd name="connsiteX946" fmla="*/ 326276 w 7467663"/>
              <a:gd name="connsiteY946" fmla="*/ 45847 h 6858000"/>
              <a:gd name="connsiteX947" fmla="*/ 823759 w 7467663"/>
              <a:gd name="connsiteY947" fmla="*/ 574145 h 6858000"/>
              <a:gd name="connsiteX948" fmla="*/ 811254 w 7467663"/>
              <a:gd name="connsiteY948" fmla="*/ 665546 h 6858000"/>
              <a:gd name="connsiteX949" fmla="*/ 154042 w 7467663"/>
              <a:gd name="connsiteY949" fmla="*/ 261522 h 6858000"/>
              <a:gd name="connsiteX950" fmla="*/ 13550 w 7467663"/>
              <a:gd name="connsiteY950" fmla="*/ 158423 h 6858000"/>
              <a:gd name="connsiteX951" fmla="*/ 0 w 7467663"/>
              <a:gd name="connsiteY951" fmla="*/ 146618 h 6858000"/>
              <a:gd name="connsiteX952" fmla="*/ 0 w 7467663"/>
              <a:gd name="connsiteY952" fmla="*/ 59161 h 6858000"/>
              <a:gd name="connsiteX953" fmla="*/ 45427 w 7467663"/>
              <a:gd name="connsiteY953" fmla="*/ 101078 h 6858000"/>
              <a:gd name="connsiteX954" fmla="*/ 630103 w 7467663"/>
              <a:gd name="connsiteY954" fmla="*/ 485885 h 6858000"/>
              <a:gd name="connsiteX955" fmla="*/ 532040 w 7467663"/>
              <a:gd name="connsiteY955" fmla="*/ 399359 h 6858000"/>
              <a:gd name="connsiteX956" fmla="*/ 517618 w 7467663"/>
              <a:gd name="connsiteY956" fmla="*/ 385726 h 6858000"/>
              <a:gd name="connsiteX957" fmla="*/ 285074 w 7467663"/>
              <a:gd name="connsiteY957" fmla="*/ 182755 h 6858000"/>
              <a:gd name="connsiteX958" fmla="*/ 43151 w 7467663"/>
              <a:gd name="connsiteY958" fmla="*/ 0 h 6858000"/>
              <a:gd name="connsiteX0" fmla="*/ 369702 w 7467663"/>
              <a:gd name="connsiteY0" fmla="*/ 6712169 h 6858000"/>
              <a:gd name="connsiteX1" fmla="*/ 366575 w 7467663"/>
              <a:gd name="connsiteY1" fmla="*/ 6715556 h 6858000"/>
              <a:gd name="connsiteX2" fmla="*/ 371637 w 7467663"/>
              <a:gd name="connsiteY2" fmla="*/ 6713954 h 6858000"/>
              <a:gd name="connsiteX3" fmla="*/ 369702 w 7467663"/>
              <a:gd name="connsiteY3" fmla="*/ 6712169 h 6858000"/>
              <a:gd name="connsiteX4" fmla="*/ 7088673 w 7467663"/>
              <a:gd name="connsiteY4" fmla="*/ 6610396 h 6858000"/>
              <a:gd name="connsiteX5" fmla="*/ 7440138 w 7467663"/>
              <a:gd name="connsiteY5" fmla="*/ 6622648 h 6858000"/>
              <a:gd name="connsiteX6" fmla="*/ 7467600 w 7467663"/>
              <a:gd name="connsiteY6" fmla="*/ 6628217 h 6858000"/>
              <a:gd name="connsiteX7" fmla="*/ 7467600 w 7467663"/>
              <a:gd name="connsiteY7" fmla="*/ 6668575 h 6858000"/>
              <a:gd name="connsiteX8" fmla="*/ 7392322 w 7467663"/>
              <a:gd name="connsiteY8" fmla="*/ 6658238 h 6858000"/>
              <a:gd name="connsiteX9" fmla="*/ 7467600 w 7467663"/>
              <a:gd name="connsiteY9" fmla="*/ 6683873 h 6858000"/>
              <a:gd name="connsiteX10" fmla="*/ 7467600 w 7467663"/>
              <a:gd name="connsiteY10" fmla="*/ 6714215 h 6858000"/>
              <a:gd name="connsiteX11" fmla="*/ 7447383 w 7467663"/>
              <a:gd name="connsiteY11" fmla="*/ 6707202 h 6858000"/>
              <a:gd name="connsiteX12" fmla="*/ 7289862 w 7467663"/>
              <a:gd name="connsiteY12" fmla="*/ 6659827 h 6858000"/>
              <a:gd name="connsiteX13" fmla="*/ 7434024 w 7467663"/>
              <a:gd name="connsiteY13" fmla="*/ 6722130 h 6858000"/>
              <a:gd name="connsiteX14" fmla="*/ 7467600 w 7467663"/>
              <a:gd name="connsiteY14" fmla="*/ 6736157 h 6858000"/>
              <a:gd name="connsiteX15" fmla="*/ 7467600 w 7467663"/>
              <a:gd name="connsiteY15" fmla="*/ 6767913 h 6858000"/>
              <a:gd name="connsiteX16" fmla="*/ 7392158 w 7467663"/>
              <a:gd name="connsiteY16" fmla="*/ 6771365 h 6858000"/>
              <a:gd name="connsiteX17" fmla="*/ 7467600 w 7467663"/>
              <a:gd name="connsiteY17" fmla="*/ 6805948 h 6858000"/>
              <a:gd name="connsiteX18" fmla="*/ 7467600 w 7467663"/>
              <a:gd name="connsiteY18" fmla="*/ 6831490 h 6858000"/>
              <a:gd name="connsiteX19" fmla="*/ 7410696 w 7467663"/>
              <a:gd name="connsiteY19" fmla="*/ 6803861 h 6858000"/>
              <a:gd name="connsiteX20" fmla="*/ 7088673 w 7467663"/>
              <a:gd name="connsiteY20" fmla="*/ 6610396 h 6858000"/>
              <a:gd name="connsiteX21" fmla="*/ 1019354 w 7467663"/>
              <a:gd name="connsiteY21" fmla="*/ 6315006 h 6858000"/>
              <a:gd name="connsiteX22" fmla="*/ 441046 w 7467663"/>
              <a:gd name="connsiteY22" fmla="*/ 6691153 h 6858000"/>
              <a:gd name="connsiteX23" fmla="*/ 1019354 w 7467663"/>
              <a:gd name="connsiteY23" fmla="*/ 6315006 h 6858000"/>
              <a:gd name="connsiteX24" fmla="*/ 991680 w 7467663"/>
              <a:gd name="connsiteY24" fmla="*/ 6298413 h 6858000"/>
              <a:gd name="connsiteX25" fmla="*/ 409060 w 7467663"/>
              <a:gd name="connsiteY25" fmla="*/ 6671470 h 6858000"/>
              <a:gd name="connsiteX26" fmla="*/ 991680 w 7467663"/>
              <a:gd name="connsiteY26" fmla="*/ 6298413 h 6858000"/>
              <a:gd name="connsiteX27" fmla="*/ 103333 w 7467663"/>
              <a:gd name="connsiteY27" fmla="*/ 5699602 h 6858000"/>
              <a:gd name="connsiteX28" fmla="*/ 233938 w 7467663"/>
              <a:gd name="connsiteY28" fmla="*/ 5809416 h 6858000"/>
              <a:gd name="connsiteX29" fmla="*/ 883580 w 7467663"/>
              <a:gd name="connsiteY29" fmla="*/ 6180710 h 6858000"/>
              <a:gd name="connsiteX30" fmla="*/ 487337 w 7467663"/>
              <a:gd name="connsiteY30" fmla="*/ 5950182 h 6858000"/>
              <a:gd name="connsiteX31" fmla="*/ 354051 w 7467663"/>
              <a:gd name="connsiteY31" fmla="*/ 5854912 h 6858000"/>
              <a:gd name="connsiteX32" fmla="*/ 195436 w 7467663"/>
              <a:gd name="connsiteY32" fmla="*/ 5755068 h 6858000"/>
              <a:gd name="connsiteX33" fmla="*/ 103333 w 7467663"/>
              <a:gd name="connsiteY33" fmla="*/ 5699602 h 6858000"/>
              <a:gd name="connsiteX34" fmla="*/ 5539432 w 7467663"/>
              <a:gd name="connsiteY34" fmla="*/ 5642928 h 6858000"/>
              <a:gd name="connsiteX35" fmla="*/ 5555462 w 7467663"/>
              <a:gd name="connsiteY35" fmla="*/ 5694454 h 6858000"/>
              <a:gd name="connsiteX36" fmla="*/ 5828270 w 7467663"/>
              <a:gd name="connsiteY36" fmla="*/ 6320663 h 6858000"/>
              <a:gd name="connsiteX37" fmla="*/ 5947416 w 7467663"/>
              <a:gd name="connsiteY37" fmla="*/ 6574846 h 6858000"/>
              <a:gd name="connsiteX38" fmla="*/ 5539432 w 7467663"/>
              <a:gd name="connsiteY38" fmla="*/ 5642928 h 6858000"/>
              <a:gd name="connsiteX39" fmla="*/ 51253 w 7467663"/>
              <a:gd name="connsiteY39" fmla="*/ 5631825 h 6858000"/>
              <a:gd name="connsiteX40" fmla="*/ 211622 w 7467663"/>
              <a:gd name="connsiteY40" fmla="*/ 5728803 h 6858000"/>
              <a:gd name="connsiteX41" fmla="*/ 371652 w 7467663"/>
              <a:gd name="connsiteY41" fmla="*/ 5829062 h 6858000"/>
              <a:gd name="connsiteX42" fmla="*/ 505903 w 7467663"/>
              <a:gd name="connsiteY42" fmla="*/ 5925221 h 6858000"/>
              <a:gd name="connsiteX43" fmla="*/ 899240 w 7467663"/>
              <a:gd name="connsiteY43" fmla="*/ 6153068 h 6858000"/>
              <a:gd name="connsiteX44" fmla="*/ 988114 w 7467663"/>
              <a:gd name="connsiteY44" fmla="*/ 6174204 h 6858000"/>
              <a:gd name="connsiteX45" fmla="*/ 845971 w 7467663"/>
              <a:gd name="connsiteY45" fmla="*/ 6067177 h 6858000"/>
              <a:gd name="connsiteX46" fmla="*/ 448057 w 7467663"/>
              <a:gd name="connsiteY46" fmla="*/ 5841376 h 6858000"/>
              <a:gd name="connsiteX47" fmla="*/ 51253 w 7467663"/>
              <a:gd name="connsiteY47" fmla="*/ 5631825 h 6858000"/>
              <a:gd name="connsiteX48" fmla="*/ 2606687 w 7467663"/>
              <a:gd name="connsiteY48" fmla="*/ 5630718 h 6858000"/>
              <a:gd name="connsiteX49" fmla="*/ 2645658 w 7467663"/>
              <a:gd name="connsiteY49" fmla="*/ 6640259 h 6858000"/>
              <a:gd name="connsiteX50" fmla="*/ 2606687 w 7467663"/>
              <a:gd name="connsiteY50" fmla="*/ 5630718 h 6858000"/>
              <a:gd name="connsiteX51" fmla="*/ 3642057 w 7467663"/>
              <a:gd name="connsiteY51" fmla="*/ 5573487 h 6858000"/>
              <a:gd name="connsiteX52" fmla="*/ 3632981 w 7467663"/>
              <a:gd name="connsiteY52" fmla="*/ 5579437 h 6858000"/>
              <a:gd name="connsiteX53" fmla="*/ 3382436 w 7467663"/>
              <a:gd name="connsiteY53" fmla="*/ 5952726 h 6858000"/>
              <a:gd name="connsiteX54" fmla="*/ 3191929 w 7467663"/>
              <a:gd name="connsiteY54" fmla="*/ 6662669 h 6858000"/>
              <a:gd name="connsiteX55" fmla="*/ 3369898 w 7467663"/>
              <a:gd name="connsiteY55" fmla="*/ 6081771 h 6858000"/>
              <a:gd name="connsiteX56" fmla="*/ 3642057 w 7467663"/>
              <a:gd name="connsiteY56" fmla="*/ 5573487 h 6858000"/>
              <a:gd name="connsiteX57" fmla="*/ 2650666 w 7467663"/>
              <a:gd name="connsiteY57" fmla="*/ 5530686 h 6858000"/>
              <a:gd name="connsiteX58" fmla="*/ 2650249 w 7467663"/>
              <a:gd name="connsiteY58" fmla="*/ 5532101 h 6858000"/>
              <a:gd name="connsiteX59" fmla="*/ 2663808 w 7467663"/>
              <a:gd name="connsiteY59" fmla="*/ 6535215 h 6858000"/>
              <a:gd name="connsiteX60" fmla="*/ 2665418 w 7467663"/>
              <a:gd name="connsiteY60" fmla="*/ 6132756 h 6858000"/>
              <a:gd name="connsiteX61" fmla="*/ 2650666 w 7467663"/>
              <a:gd name="connsiteY61" fmla="*/ 5530686 h 6858000"/>
              <a:gd name="connsiteX62" fmla="*/ 2680277 w 7467663"/>
              <a:gd name="connsiteY62" fmla="*/ 5479204 h 6858000"/>
              <a:gd name="connsiteX63" fmla="*/ 2678972 w 7467663"/>
              <a:gd name="connsiteY63" fmla="*/ 5481582 h 6858000"/>
              <a:gd name="connsiteX64" fmla="*/ 2696666 w 7467663"/>
              <a:gd name="connsiteY64" fmla="*/ 6133836 h 6858000"/>
              <a:gd name="connsiteX65" fmla="*/ 2695769 w 7467663"/>
              <a:gd name="connsiteY65" fmla="*/ 6390955 h 6858000"/>
              <a:gd name="connsiteX66" fmla="*/ 2739893 w 7467663"/>
              <a:gd name="connsiteY66" fmla="*/ 6108357 h 6858000"/>
              <a:gd name="connsiteX67" fmla="*/ 2680277 w 7467663"/>
              <a:gd name="connsiteY67" fmla="*/ 5479204 h 6858000"/>
              <a:gd name="connsiteX68" fmla="*/ 1132195 w 7467663"/>
              <a:gd name="connsiteY68" fmla="*/ 5467980 h 6858000"/>
              <a:gd name="connsiteX69" fmla="*/ 1679056 w 7467663"/>
              <a:gd name="connsiteY69" fmla="*/ 5516907 h 6858000"/>
              <a:gd name="connsiteX70" fmla="*/ 2128648 w 7467663"/>
              <a:gd name="connsiteY70" fmla="*/ 5474249 h 6858000"/>
              <a:gd name="connsiteX71" fmla="*/ 1825619 w 7467663"/>
              <a:gd name="connsiteY71" fmla="*/ 5478447 h 6858000"/>
              <a:gd name="connsiteX72" fmla="*/ 1737798 w 7467663"/>
              <a:gd name="connsiteY72" fmla="*/ 5483353 h 6858000"/>
              <a:gd name="connsiteX73" fmla="*/ 1132195 w 7467663"/>
              <a:gd name="connsiteY73" fmla="*/ 5467980 h 6858000"/>
              <a:gd name="connsiteX74" fmla="*/ 7454976 w 7467663"/>
              <a:gd name="connsiteY74" fmla="*/ 6318297 h 6858000"/>
              <a:gd name="connsiteX75" fmla="*/ 7467600 w 7467663"/>
              <a:gd name="connsiteY75" fmla="*/ 6163634 h 6858000"/>
              <a:gd name="connsiteX76" fmla="*/ 7448321 w 7467663"/>
              <a:gd name="connsiteY76" fmla="*/ 6190991 h 6858000"/>
              <a:gd name="connsiteX77" fmla="*/ 7467600 w 7467663"/>
              <a:gd name="connsiteY77" fmla="*/ 6334256 h 6858000"/>
              <a:gd name="connsiteX78" fmla="*/ 7454976 w 7467663"/>
              <a:gd name="connsiteY78" fmla="*/ 6318297 h 6858000"/>
              <a:gd name="connsiteX79" fmla="*/ 1456157 w 7467663"/>
              <a:gd name="connsiteY79" fmla="*/ 5371404 h 6858000"/>
              <a:gd name="connsiteX80" fmla="*/ 1244432 w 7467663"/>
              <a:gd name="connsiteY80" fmla="*/ 5385601 h 6858000"/>
              <a:gd name="connsiteX81" fmla="*/ 973990 w 7467663"/>
              <a:gd name="connsiteY81" fmla="*/ 5424940 h 6858000"/>
              <a:gd name="connsiteX82" fmla="*/ 1103809 w 7467663"/>
              <a:gd name="connsiteY82" fmla="*/ 5433720 h 6858000"/>
              <a:gd name="connsiteX83" fmla="*/ 1123454 w 7467663"/>
              <a:gd name="connsiteY83" fmla="*/ 5435727 h 6858000"/>
              <a:gd name="connsiteX84" fmla="*/ 1737017 w 7467663"/>
              <a:gd name="connsiteY84" fmla="*/ 5452183 h 6858000"/>
              <a:gd name="connsiteX85" fmla="*/ 1824397 w 7467663"/>
              <a:gd name="connsiteY85" fmla="*/ 5447757 h 6858000"/>
              <a:gd name="connsiteX86" fmla="*/ 2070059 w 7467663"/>
              <a:gd name="connsiteY86" fmla="*/ 5441660 h 6858000"/>
              <a:gd name="connsiteX87" fmla="*/ 1456157 w 7467663"/>
              <a:gd name="connsiteY87" fmla="*/ 5371404 h 6858000"/>
              <a:gd name="connsiteX88" fmla="*/ 4988186 w 7467663"/>
              <a:gd name="connsiteY88" fmla="*/ 5216467 h 6858000"/>
              <a:gd name="connsiteX89" fmla="*/ 4777334 w 7467663"/>
              <a:gd name="connsiteY89" fmla="*/ 5406072 h 6858000"/>
              <a:gd name="connsiteX90" fmla="*/ 4718341 w 7467663"/>
              <a:gd name="connsiteY90" fmla="*/ 5468043 h 6858000"/>
              <a:gd name="connsiteX91" fmla="*/ 4604655 w 7467663"/>
              <a:gd name="connsiteY91" fmla="*/ 5583434 h 6858000"/>
              <a:gd name="connsiteX92" fmla="*/ 4565074 w 7467663"/>
              <a:gd name="connsiteY92" fmla="*/ 5618550 h 6858000"/>
              <a:gd name="connsiteX93" fmla="*/ 4988186 w 7467663"/>
              <a:gd name="connsiteY93" fmla="*/ 5216467 h 6858000"/>
              <a:gd name="connsiteX94" fmla="*/ 4978032 w 7467663"/>
              <a:gd name="connsiteY94" fmla="*/ 5183809 h 6858000"/>
              <a:gd name="connsiteX95" fmla="*/ 4463413 w 7467663"/>
              <a:gd name="connsiteY95" fmla="*/ 5615162 h 6858000"/>
              <a:gd name="connsiteX96" fmla="*/ 4358134 w 7467663"/>
              <a:gd name="connsiteY96" fmla="*/ 5742791 h 6858000"/>
              <a:gd name="connsiteX97" fmla="*/ 4376219 w 7467663"/>
              <a:gd name="connsiteY97" fmla="*/ 5729027 h 6858000"/>
              <a:gd name="connsiteX98" fmla="*/ 4582340 w 7467663"/>
              <a:gd name="connsiteY98" fmla="*/ 5561037 h 6858000"/>
              <a:gd name="connsiteX99" fmla="*/ 4694684 w 7467663"/>
              <a:gd name="connsiteY99" fmla="*/ 5447098 h 6858000"/>
              <a:gd name="connsiteX100" fmla="*/ 4754123 w 7467663"/>
              <a:gd name="connsiteY100" fmla="*/ 5384643 h 6858000"/>
              <a:gd name="connsiteX101" fmla="*/ 4978032 w 7467663"/>
              <a:gd name="connsiteY101" fmla="*/ 5183809 h 6858000"/>
              <a:gd name="connsiteX102" fmla="*/ 1903353 w 7467663"/>
              <a:gd name="connsiteY102" fmla="*/ 5044827 h 6858000"/>
              <a:gd name="connsiteX103" fmla="*/ 1936931 w 7467663"/>
              <a:gd name="connsiteY103" fmla="*/ 5093954 h 6858000"/>
              <a:gd name="connsiteX104" fmla="*/ 2195868 w 7467663"/>
              <a:gd name="connsiteY104" fmla="*/ 5396574 h 6858000"/>
              <a:gd name="connsiteX105" fmla="*/ 2088852 w 7467663"/>
              <a:gd name="connsiteY105" fmla="*/ 5166123 h 6858000"/>
              <a:gd name="connsiteX106" fmla="*/ 1958241 w 7467663"/>
              <a:gd name="connsiteY106" fmla="*/ 5067955 h 6858000"/>
              <a:gd name="connsiteX107" fmla="*/ 1903353 w 7467663"/>
              <a:gd name="connsiteY107" fmla="*/ 5044827 h 6858000"/>
              <a:gd name="connsiteX108" fmla="*/ 1979378 w 7467663"/>
              <a:gd name="connsiteY108" fmla="*/ 4769504 h 6858000"/>
              <a:gd name="connsiteX109" fmla="*/ 2882120 w 7467663"/>
              <a:gd name="connsiteY109" fmla="*/ 5064547 h 6858000"/>
              <a:gd name="connsiteX110" fmla="*/ 2793103 w 7467663"/>
              <a:gd name="connsiteY110" fmla="*/ 5039699 h 6858000"/>
              <a:gd name="connsiteX111" fmla="*/ 2770041 w 7467663"/>
              <a:gd name="connsiteY111" fmla="*/ 5033634 h 6858000"/>
              <a:gd name="connsiteX112" fmla="*/ 1979378 w 7467663"/>
              <a:gd name="connsiteY112" fmla="*/ 4769504 h 6858000"/>
              <a:gd name="connsiteX113" fmla="*/ 1927410 w 7467663"/>
              <a:gd name="connsiteY113" fmla="*/ 4716164 h 6858000"/>
              <a:gd name="connsiteX114" fmla="*/ 1959587 w 7467663"/>
              <a:gd name="connsiteY114" fmla="*/ 4728849 h 6858000"/>
              <a:gd name="connsiteX115" fmla="*/ 2777707 w 7467663"/>
              <a:gd name="connsiteY115" fmla="*/ 5003991 h 6858000"/>
              <a:gd name="connsiteX116" fmla="*/ 2800768 w 7467663"/>
              <a:gd name="connsiteY116" fmla="*/ 5010056 h 6858000"/>
              <a:gd name="connsiteX117" fmla="*/ 2879408 w 7467663"/>
              <a:gd name="connsiteY117" fmla="*/ 5031590 h 6858000"/>
              <a:gd name="connsiteX118" fmla="*/ 2862295 w 7467663"/>
              <a:gd name="connsiteY118" fmla="*/ 5022958 h 6858000"/>
              <a:gd name="connsiteX119" fmla="*/ 2813343 w 7467663"/>
              <a:gd name="connsiteY119" fmla="*/ 4998369 h 6858000"/>
              <a:gd name="connsiteX120" fmla="*/ 2646245 w 7467663"/>
              <a:gd name="connsiteY120" fmla="*/ 4930999 h 6858000"/>
              <a:gd name="connsiteX121" fmla="*/ 1999243 w 7467663"/>
              <a:gd name="connsiteY121" fmla="*/ 4730524 h 6858000"/>
              <a:gd name="connsiteX122" fmla="*/ 1979527 w 7467663"/>
              <a:gd name="connsiteY122" fmla="*/ 4726651 h 6858000"/>
              <a:gd name="connsiteX123" fmla="*/ 1927410 w 7467663"/>
              <a:gd name="connsiteY123" fmla="*/ 4716164 h 6858000"/>
              <a:gd name="connsiteX124" fmla="*/ 1997014 w 7467663"/>
              <a:gd name="connsiteY124" fmla="*/ 4698007 h 6858000"/>
              <a:gd name="connsiteX125" fmla="*/ 2005458 w 7467663"/>
              <a:gd name="connsiteY125" fmla="*/ 4699540 h 6858000"/>
              <a:gd name="connsiteX126" fmla="*/ 2657186 w 7467663"/>
              <a:gd name="connsiteY126" fmla="*/ 4901687 h 6858000"/>
              <a:gd name="connsiteX127" fmla="*/ 2826662 w 7467663"/>
              <a:gd name="connsiteY127" fmla="*/ 4970362 h 6858000"/>
              <a:gd name="connsiteX128" fmla="*/ 2876100 w 7467663"/>
              <a:gd name="connsiteY128" fmla="*/ 4995397 h 6858000"/>
              <a:gd name="connsiteX129" fmla="*/ 3042600 w 7467663"/>
              <a:gd name="connsiteY129" fmla="*/ 5059532 h 6858000"/>
              <a:gd name="connsiteX130" fmla="*/ 1997014 w 7467663"/>
              <a:gd name="connsiteY130" fmla="*/ 4698007 h 6858000"/>
              <a:gd name="connsiteX131" fmla="*/ 2305292 w 7467663"/>
              <a:gd name="connsiteY131" fmla="*/ 4219492 h 6858000"/>
              <a:gd name="connsiteX132" fmla="*/ 3360922 w 7467663"/>
              <a:gd name="connsiteY132" fmla="*/ 4529373 h 6858000"/>
              <a:gd name="connsiteX133" fmla="*/ 3492420 w 7467663"/>
              <a:gd name="connsiteY133" fmla="*/ 4510145 h 6858000"/>
              <a:gd name="connsiteX134" fmla="*/ 3364086 w 7467663"/>
              <a:gd name="connsiteY134" fmla="*/ 4480340 h 6858000"/>
              <a:gd name="connsiteX135" fmla="*/ 3225818 w 7467663"/>
              <a:gd name="connsiteY135" fmla="*/ 4411822 h 6858000"/>
              <a:gd name="connsiteX136" fmla="*/ 3129696 w 7467663"/>
              <a:gd name="connsiteY136" fmla="*/ 4360704 h 6858000"/>
              <a:gd name="connsiteX137" fmla="*/ 2814545 w 7467663"/>
              <a:gd name="connsiteY137" fmla="*/ 4282955 h 6858000"/>
              <a:gd name="connsiteX138" fmla="*/ 2305292 w 7467663"/>
              <a:gd name="connsiteY138" fmla="*/ 4219492 h 6858000"/>
              <a:gd name="connsiteX139" fmla="*/ 2626982 w 7467663"/>
              <a:gd name="connsiteY139" fmla="*/ 4206450 h 6858000"/>
              <a:gd name="connsiteX140" fmla="*/ 2490617 w 7467663"/>
              <a:gd name="connsiteY140" fmla="*/ 4206951 h 6858000"/>
              <a:gd name="connsiteX141" fmla="*/ 2819869 w 7467663"/>
              <a:gd name="connsiteY141" fmla="*/ 4252936 h 6858000"/>
              <a:gd name="connsiteX142" fmla="*/ 3143018 w 7467663"/>
              <a:gd name="connsiteY142" fmla="*/ 4332698 h 6858000"/>
              <a:gd name="connsiteX143" fmla="*/ 3241520 w 7467663"/>
              <a:gd name="connsiteY143" fmla="*/ 4385112 h 6858000"/>
              <a:gd name="connsiteX144" fmla="*/ 3374575 w 7467663"/>
              <a:gd name="connsiteY144" fmla="*/ 4451517 h 6858000"/>
              <a:gd name="connsiteX145" fmla="*/ 3505221 w 7467663"/>
              <a:gd name="connsiteY145" fmla="*/ 4480757 h 6858000"/>
              <a:gd name="connsiteX146" fmla="*/ 2626982 w 7467663"/>
              <a:gd name="connsiteY146" fmla="*/ 4206450 h 6858000"/>
              <a:gd name="connsiteX147" fmla="*/ 1310106 w 7467663"/>
              <a:gd name="connsiteY147" fmla="*/ 3943217 h 6858000"/>
              <a:gd name="connsiteX148" fmla="*/ 854994 w 7467663"/>
              <a:gd name="connsiteY148" fmla="*/ 4399136 h 6858000"/>
              <a:gd name="connsiteX149" fmla="*/ 742462 w 7467663"/>
              <a:gd name="connsiteY149" fmla="*/ 4594648 h 6858000"/>
              <a:gd name="connsiteX150" fmla="*/ 820602 w 7467663"/>
              <a:gd name="connsiteY150" fmla="*/ 4485915 h 6858000"/>
              <a:gd name="connsiteX151" fmla="*/ 878295 w 7467663"/>
              <a:gd name="connsiteY151" fmla="*/ 4403594 h 6858000"/>
              <a:gd name="connsiteX152" fmla="*/ 1240607 w 7467663"/>
              <a:gd name="connsiteY152" fmla="*/ 4010401 h 6858000"/>
              <a:gd name="connsiteX153" fmla="*/ 1310106 w 7467663"/>
              <a:gd name="connsiteY153" fmla="*/ 3943217 h 6858000"/>
              <a:gd name="connsiteX154" fmla="*/ 1423113 w 7467663"/>
              <a:gd name="connsiteY154" fmla="*/ 3874565 h 6858000"/>
              <a:gd name="connsiteX155" fmla="*/ 1260565 w 7467663"/>
              <a:gd name="connsiteY155" fmla="*/ 4031982 h 6858000"/>
              <a:gd name="connsiteX156" fmla="*/ 901900 w 7467663"/>
              <a:gd name="connsiteY156" fmla="*/ 4421236 h 6858000"/>
              <a:gd name="connsiteX157" fmla="*/ 845044 w 7467663"/>
              <a:gd name="connsiteY157" fmla="*/ 4502436 h 6858000"/>
              <a:gd name="connsiteX158" fmla="*/ 685926 w 7467663"/>
              <a:gd name="connsiteY158" fmla="*/ 4703069 h 6858000"/>
              <a:gd name="connsiteX159" fmla="*/ 684248 w 7467663"/>
              <a:gd name="connsiteY159" fmla="*/ 4706721 h 6858000"/>
              <a:gd name="connsiteX160" fmla="*/ 1423113 w 7467663"/>
              <a:gd name="connsiteY160" fmla="*/ 3874565 h 6858000"/>
              <a:gd name="connsiteX161" fmla="*/ 3316479 w 7467663"/>
              <a:gd name="connsiteY161" fmla="*/ 3872136 h 6858000"/>
              <a:gd name="connsiteX162" fmla="*/ 3546806 w 7467663"/>
              <a:gd name="connsiteY162" fmla="*/ 4356139 h 6858000"/>
              <a:gd name="connsiteX163" fmla="*/ 3364433 w 7467663"/>
              <a:gd name="connsiteY163" fmla="*/ 3953121 h 6858000"/>
              <a:gd name="connsiteX164" fmla="*/ 3316479 w 7467663"/>
              <a:gd name="connsiteY164" fmla="*/ 3872136 h 6858000"/>
              <a:gd name="connsiteX165" fmla="*/ 3291335 w 7467663"/>
              <a:gd name="connsiteY165" fmla="*/ 3767420 h 6858000"/>
              <a:gd name="connsiteX166" fmla="*/ 3390805 w 7467663"/>
              <a:gd name="connsiteY166" fmla="*/ 3937163 h 6858000"/>
              <a:gd name="connsiteX167" fmla="*/ 3579062 w 7467663"/>
              <a:gd name="connsiteY167" fmla="*/ 4359040 h 6858000"/>
              <a:gd name="connsiteX168" fmla="*/ 3467355 w 7467663"/>
              <a:gd name="connsiteY168" fmla="*/ 3988130 h 6858000"/>
              <a:gd name="connsiteX169" fmla="*/ 3310753 w 7467663"/>
              <a:gd name="connsiteY169" fmla="*/ 3787140 h 6858000"/>
              <a:gd name="connsiteX170" fmla="*/ 3291335 w 7467663"/>
              <a:gd name="connsiteY170" fmla="*/ 3767420 h 6858000"/>
              <a:gd name="connsiteX171" fmla="*/ 1635889 w 7467663"/>
              <a:gd name="connsiteY171" fmla="*/ 3709494 h 6858000"/>
              <a:gd name="connsiteX172" fmla="*/ 1634800 w 7467663"/>
              <a:gd name="connsiteY172" fmla="*/ 3731111 h 6858000"/>
              <a:gd name="connsiteX173" fmla="*/ 1635889 w 7467663"/>
              <a:gd name="connsiteY173" fmla="*/ 3709494 h 6858000"/>
              <a:gd name="connsiteX174" fmla="*/ 1510397 w 7467663"/>
              <a:gd name="connsiteY174" fmla="*/ 3684705 h 6858000"/>
              <a:gd name="connsiteX175" fmla="*/ 1146550 w 7467663"/>
              <a:gd name="connsiteY175" fmla="*/ 3802012 h 6858000"/>
              <a:gd name="connsiteX176" fmla="*/ 698834 w 7467663"/>
              <a:gd name="connsiteY176" fmla="*/ 3952272 h 6858000"/>
              <a:gd name="connsiteX177" fmla="*/ 34256 w 7467663"/>
              <a:gd name="connsiteY177" fmla="*/ 4347603 h 6858000"/>
              <a:gd name="connsiteX178" fmla="*/ 527241 w 7467663"/>
              <a:gd name="connsiteY178" fmla="*/ 4065078 h 6858000"/>
              <a:gd name="connsiteX179" fmla="*/ 1510397 w 7467663"/>
              <a:gd name="connsiteY179" fmla="*/ 3684705 h 6858000"/>
              <a:gd name="connsiteX180" fmla="*/ 1313114 w 7467663"/>
              <a:gd name="connsiteY180" fmla="*/ 3655216 h 6858000"/>
              <a:gd name="connsiteX181" fmla="*/ 1109304 w 7467663"/>
              <a:gd name="connsiteY181" fmla="*/ 3669030 h 6858000"/>
              <a:gd name="connsiteX182" fmla="*/ 8129 w 7467663"/>
              <a:gd name="connsiteY182" fmla="*/ 4330519 h 6858000"/>
              <a:gd name="connsiteX183" fmla="*/ 687572 w 7467663"/>
              <a:gd name="connsiteY183" fmla="*/ 3925629 h 6858000"/>
              <a:gd name="connsiteX184" fmla="*/ 1138365 w 7467663"/>
              <a:gd name="connsiteY184" fmla="*/ 3774515 h 6858000"/>
              <a:gd name="connsiteX185" fmla="*/ 1505579 w 7467663"/>
              <a:gd name="connsiteY185" fmla="*/ 3655526 h 6858000"/>
              <a:gd name="connsiteX186" fmla="*/ 1313114 w 7467663"/>
              <a:gd name="connsiteY186" fmla="*/ 3655216 h 6858000"/>
              <a:gd name="connsiteX187" fmla="*/ 3655073 w 7467663"/>
              <a:gd name="connsiteY187" fmla="*/ 3650884 h 6858000"/>
              <a:gd name="connsiteX188" fmla="*/ 3989938 w 7467663"/>
              <a:gd name="connsiteY188" fmla="*/ 3991685 h 6858000"/>
              <a:gd name="connsiteX189" fmla="*/ 4393907 w 7467663"/>
              <a:gd name="connsiteY189" fmla="*/ 4261258 h 6858000"/>
              <a:gd name="connsiteX190" fmla="*/ 4648051 w 7467663"/>
              <a:gd name="connsiteY190" fmla="*/ 4374051 h 6858000"/>
              <a:gd name="connsiteX191" fmla="*/ 4383389 w 7467663"/>
              <a:gd name="connsiteY191" fmla="*/ 4184369 h 6858000"/>
              <a:gd name="connsiteX192" fmla="*/ 4165508 w 7467663"/>
              <a:gd name="connsiteY192" fmla="*/ 4035196 h 6858000"/>
              <a:gd name="connsiteX193" fmla="*/ 4068162 w 7467663"/>
              <a:gd name="connsiteY193" fmla="*/ 3953394 h 6858000"/>
              <a:gd name="connsiteX194" fmla="*/ 3981416 w 7467663"/>
              <a:gd name="connsiteY194" fmla="*/ 3880482 h 6858000"/>
              <a:gd name="connsiteX195" fmla="*/ 3800147 w 7467663"/>
              <a:gd name="connsiteY195" fmla="*/ 3749872 h 6858000"/>
              <a:gd name="connsiteX196" fmla="*/ 3655073 w 7467663"/>
              <a:gd name="connsiteY196" fmla="*/ 3650884 h 6858000"/>
              <a:gd name="connsiteX197" fmla="*/ 3670252 w 7467663"/>
              <a:gd name="connsiteY197" fmla="*/ 3622798 h 6858000"/>
              <a:gd name="connsiteX198" fmla="*/ 3817258 w 7467663"/>
              <a:gd name="connsiteY198" fmla="*/ 3723577 h 6858000"/>
              <a:gd name="connsiteX199" fmla="*/ 4000461 w 7467663"/>
              <a:gd name="connsiteY199" fmla="*/ 3855966 h 6858000"/>
              <a:gd name="connsiteX200" fmla="*/ 4088180 w 7467663"/>
              <a:gd name="connsiteY200" fmla="*/ 3929774 h 6858000"/>
              <a:gd name="connsiteX201" fmla="*/ 4184555 w 7467663"/>
              <a:gd name="connsiteY201" fmla="*/ 4010683 h 6858000"/>
              <a:gd name="connsiteX202" fmla="*/ 4399563 w 7467663"/>
              <a:gd name="connsiteY202" fmla="*/ 4158106 h 6858000"/>
              <a:gd name="connsiteX203" fmla="*/ 4684469 w 7467663"/>
              <a:gd name="connsiteY203" fmla="*/ 4364680 h 6858000"/>
              <a:gd name="connsiteX204" fmla="*/ 4690271 w 7467663"/>
              <a:gd name="connsiteY204" fmla="*/ 4370034 h 6858000"/>
              <a:gd name="connsiteX205" fmla="*/ 4136093 w 7467663"/>
              <a:gd name="connsiteY205" fmla="*/ 3858466 h 6858000"/>
              <a:gd name="connsiteX206" fmla="*/ 3670252 w 7467663"/>
              <a:gd name="connsiteY206" fmla="*/ 3622798 h 6858000"/>
              <a:gd name="connsiteX207" fmla="*/ 4440129 w 7467663"/>
              <a:gd name="connsiteY207" fmla="*/ 3448571 h 6858000"/>
              <a:gd name="connsiteX208" fmla="*/ 4856525 w 7467663"/>
              <a:gd name="connsiteY208" fmla="*/ 3915351 h 6858000"/>
              <a:gd name="connsiteX209" fmla="*/ 5059055 w 7467663"/>
              <a:gd name="connsiteY209" fmla="*/ 4108918 h 6858000"/>
              <a:gd name="connsiteX210" fmla="*/ 5290070 w 7467663"/>
              <a:gd name="connsiteY210" fmla="*/ 4263619 h 6858000"/>
              <a:gd name="connsiteX211" fmla="*/ 4834991 w 7467663"/>
              <a:gd name="connsiteY211" fmla="*/ 3830985 h 6858000"/>
              <a:gd name="connsiteX212" fmla="*/ 4440129 w 7467663"/>
              <a:gd name="connsiteY212" fmla="*/ 3448571 h 6858000"/>
              <a:gd name="connsiteX213" fmla="*/ 4441737 w 7467663"/>
              <a:gd name="connsiteY213" fmla="*/ 3399734 h 6858000"/>
              <a:gd name="connsiteX214" fmla="*/ 4431236 w 7467663"/>
              <a:gd name="connsiteY214" fmla="*/ 3400954 h 6858000"/>
              <a:gd name="connsiteX215" fmla="*/ 4557150 w 7467663"/>
              <a:gd name="connsiteY215" fmla="*/ 3510023 h 6858000"/>
              <a:gd name="connsiteX216" fmla="*/ 4856936 w 7467663"/>
              <a:gd name="connsiteY216" fmla="*/ 3809146 h 6858000"/>
              <a:gd name="connsiteX217" fmla="*/ 5111996 w 7467663"/>
              <a:gd name="connsiteY217" fmla="*/ 4065759 h 6858000"/>
              <a:gd name="connsiteX218" fmla="*/ 5388878 w 7467663"/>
              <a:gd name="connsiteY218" fmla="*/ 4300185 h 6858000"/>
              <a:gd name="connsiteX219" fmla="*/ 5425556 w 7467663"/>
              <a:gd name="connsiteY219" fmla="*/ 4308967 h 6858000"/>
              <a:gd name="connsiteX220" fmla="*/ 4943646 w 7467663"/>
              <a:gd name="connsiteY220" fmla="*/ 3822916 h 6858000"/>
              <a:gd name="connsiteX221" fmla="*/ 4594837 w 7467663"/>
              <a:gd name="connsiteY221" fmla="*/ 3532274 h 6858000"/>
              <a:gd name="connsiteX222" fmla="*/ 4441737 w 7467663"/>
              <a:gd name="connsiteY222" fmla="*/ 3399734 h 6858000"/>
              <a:gd name="connsiteX223" fmla="*/ 5425834 w 7467663"/>
              <a:gd name="connsiteY223" fmla="*/ 3162785 h 6858000"/>
              <a:gd name="connsiteX224" fmla="*/ 5401644 w 7467663"/>
              <a:gd name="connsiteY224" fmla="*/ 3617847 h 6858000"/>
              <a:gd name="connsiteX225" fmla="*/ 5467256 w 7467663"/>
              <a:gd name="connsiteY225" fmla="*/ 4175494 h 6858000"/>
              <a:gd name="connsiteX226" fmla="*/ 5448069 w 7467663"/>
              <a:gd name="connsiteY226" fmla="*/ 3567554 h 6858000"/>
              <a:gd name="connsiteX227" fmla="*/ 5425834 w 7467663"/>
              <a:gd name="connsiteY227" fmla="*/ 3162785 h 6858000"/>
              <a:gd name="connsiteX228" fmla="*/ 1318687 w 7467663"/>
              <a:gd name="connsiteY228" fmla="*/ 3113840 h 6858000"/>
              <a:gd name="connsiteX229" fmla="*/ 1066793 w 7467663"/>
              <a:gd name="connsiteY229" fmla="*/ 3212171 h 6858000"/>
              <a:gd name="connsiteX230" fmla="*/ 993319 w 7467663"/>
              <a:gd name="connsiteY230" fmla="*/ 3247648 h 6858000"/>
              <a:gd name="connsiteX231" fmla="*/ 853081 w 7467663"/>
              <a:gd name="connsiteY231" fmla="*/ 3312410 h 6858000"/>
              <a:gd name="connsiteX232" fmla="*/ 805957 w 7467663"/>
              <a:gd name="connsiteY232" fmla="*/ 3330443 h 6858000"/>
              <a:gd name="connsiteX233" fmla="*/ 1318687 w 7467663"/>
              <a:gd name="connsiteY233" fmla="*/ 3113840 h 6858000"/>
              <a:gd name="connsiteX234" fmla="*/ 5453702 w 7467663"/>
              <a:gd name="connsiteY234" fmla="*/ 3090882 h 6858000"/>
              <a:gd name="connsiteX235" fmla="*/ 5480135 w 7467663"/>
              <a:gd name="connsiteY235" fmla="*/ 3565802 h 6858000"/>
              <a:gd name="connsiteX236" fmla="*/ 5499023 w 7467663"/>
              <a:gd name="connsiteY236" fmla="*/ 4166310 h 6858000"/>
              <a:gd name="connsiteX237" fmla="*/ 5547022 w 7467663"/>
              <a:gd name="connsiteY237" fmla="*/ 3607838 h 6858000"/>
              <a:gd name="connsiteX238" fmla="*/ 5515964 w 7467663"/>
              <a:gd name="connsiteY238" fmla="*/ 3378541 h 6858000"/>
              <a:gd name="connsiteX239" fmla="*/ 5453702 w 7467663"/>
              <a:gd name="connsiteY239" fmla="*/ 3090882 h 6858000"/>
              <a:gd name="connsiteX240" fmla="*/ 1238695 w 7467663"/>
              <a:gd name="connsiteY240" fmla="*/ 3076820 h 6858000"/>
              <a:gd name="connsiteX241" fmla="*/ 716371 w 7467663"/>
              <a:gd name="connsiteY241" fmla="*/ 3293249 h 6858000"/>
              <a:gd name="connsiteX242" fmla="*/ 579522 w 7467663"/>
              <a:gd name="connsiteY242" fmla="*/ 3371759 h 6858000"/>
              <a:gd name="connsiteX243" fmla="*/ 600288 w 7467663"/>
              <a:gd name="connsiteY243" fmla="*/ 3365555 h 6858000"/>
              <a:gd name="connsiteX244" fmla="*/ 840692 w 7467663"/>
              <a:gd name="connsiteY244" fmla="*/ 3284921 h 6858000"/>
              <a:gd name="connsiteX245" fmla="*/ 979248 w 7467663"/>
              <a:gd name="connsiteY245" fmla="*/ 3221003 h 6858000"/>
              <a:gd name="connsiteX246" fmla="*/ 1053282 w 7467663"/>
              <a:gd name="connsiteY246" fmla="*/ 3185247 h 6858000"/>
              <a:gd name="connsiteX247" fmla="*/ 1320603 w 7467663"/>
              <a:gd name="connsiteY247" fmla="*/ 3081281 h 6858000"/>
              <a:gd name="connsiteX248" fmla="*/ 1238695 w 7467663"/>
              <a:gd name="connsiteY248" fmla="*/ 3076820 h 6858000"/>
              <a:gd name="connsiteX249" fmla="*/ 5425627 w 7467663"/>
              <a:gd name="connsiteY249" fmla="*/ 2954192 h 6858000"/>
              <a:gd name="connsiteX250" fmla="*/ 5470770 w 7467663"/>
              <a:gd name="connsiteY250" fmla="*/ 3005435 h 6858000"/>
              <a:gd name="connsiteX251" fmla="*/ 5519779 w 7467663"/>
              <a:gd name="connsiteY251" fmla="*/ 4359223 h 6858000"/>
              <a:gd name="connsiteX252" fmla="*/ 5520293 w 7467663"/>
              <a:gd name="connsiteY252" fmla="*/ 4360602 h 6858000"/>
              <a:gd name="connsiteX253" fmla="*/ 5767221 w 7467663"/>
              <a:gd name="connsiteY253" fmla="*/ 4665564 h 6858000"/>
              <a:gd name="connsiteX254" fmla="*/ 6937169 w 7467663"/>
              <a:gd name="connsiteY254" fmla="*/ 4815941 h 6858000"/>
              <a:gd name="connsiteX255" fmla="*/ 6953922 w 7467663"/>
              <a:gd name="connsiteY255" fmla="*/ 4890068 h 6858000"/>
              <a:gd name="connsiteX256" fmla="*/ 6071359 w 7467663"/>
              <a:gd name="connsiteY256" fmla="*/ 4770770 h 6858000"/>
              <a:gd name="connsiteX257" fmla="*/ 6038839 w 7467663"/>
              <a:gd name="connsiteY257" fmla="*/ 4764474 h 6858000"/>
              <a:gd name="connsiteX258" fmla="*/ 6038706 w 7467663"/>
              <a:gd name="connsiteY258" fmla="*/ 4763847 h 6858000"/>
              <a:gd name="connsiteX259" fmla="*/ 6037784 w 7467663"/>
              <a:gd name="connsiteY259" fmla="*/ 4764270 h 6858000"/>
              <a:gd name="connsiteX260" fmla="*/ 6038839 w 7467663"/>
              <a:gd name="connsiteY260" fmla="*/ 4764474 h 6858000"/>
              <a:gd name="connsiteX261" fmla="*/ 6040338 w 7467663"/>
              <a:gd name="connsiteY261" fmla="*/ 4771418 h 6858000"/>
              <a:gd name="connsiteX262" fmla="*/ 6024488 w 7467663"/>
              <a:gd name="connsiteY262" fmla="*/ 4809903 h 6858000"/>
              <a:gd name="connsiteX263" fmla="*/ 5599771 w 7467663"/>
              <a:gd name="connsiteY263" fmla="*/ 5509652 h 6858000"/>
              <a:gd name="connsiteX264" fmla="*/ 5548843 w 7467663"/>
              <a:gd name="connsiteY264" fmla="*/ 5563845 h 6858000"/>
              <a:gd name="connsiteX265" fmla="*/ 5940952 w 7467663"/>
              <a:gd name="connsiteY265" fmla="*/ 6250028 h 6858000"/>
              <a:gd name="connsiteX266" fmla="*/ 6043441 w 7467663"/>
              <a:gd name="connsiteY266" fmla="*/ 6665847 h 6858000"/>
              <a:gd name="connsiteX267" fmla="*/ 6093432 w 7467663"/>
              <a:gd name="connsiteY267" fmla="*/ 6858000 h 6858000"/>
              <a:gd name="connsiteX268" fmla="*/ 6034344 w 7467663"/>
              <a:gd name="connsiteY268" fmla="*/ 6858000 h 6858000"/>
              <a:gd name="connsiteX269" fmla="*/ 6026679 w 7467663"/>
              <a:gd name="connsiteY269" fmla="*/ 6836959 h 6858000"/>
              <a:gd name="connsiteX270" fmla="*/ 5800441 w 7467663"/>
              <a:gd name="connsiteY270" fmla="*/ 6335286 h 6858000"/>
              <a:gd name="connsiteX271" fmla="*/ 5526562 w 7467663"/>
              <a:gd name="connsiteY271" fmla="*/ 5705388 h 6858000"/>
              <a:gd name="connsiteX272" fmla="*/ 5519640 w 7467663"/>
              <a:gd name="connsiteY272" fmla="*/ 5683774 h 6858000"/>
              <a:gd name="connsiteX273" fmla="*/ 5844559 w 7467663"/>
              <a:gd name="connsiteY273" fmla="*/ 6553349 h 6858000"/>
              <a:gd name="connsiteX274" fmla="*/ 5975994 w 7467663"/>
              <a:gd name="connsiteY274" fmla="*/ 6858000 h 6858000"/>
              <a:gd name="connsiteX275" fmla="*/ 5898547 w 7467663"/>
              <a:gd name="connsiteY275" fmla="*/ 6858000 h 6858000"/>
              <a:gd name="connsiteX276" fmla="*/ 5682041 w 7467663"/>
              <a:gd name="connsiteY276" fmla="*/ 6355860 h 6858000"/>
              <a:gd name="connsiteX277" fmla="*/ 5461758 w 7467663"/>
              <a:gd name="connsiteY277" fmla="*/ 5820220 h 6858000"/>
              <a:gd name="connsiteX278" fmla="*/ 5237282 w 7467663"/>
              <a:gd name="connsiteY278" fmla="*/ 6579086 h 6858000"/>
              <a:gd name="connsiteX279" fmla="*/ 5115009 w 7467663"/>
              <a:gd name="connsiteY279" fmla="*/ 6858000 h 6858000"/>
              <a:gd name="connsiteX280" fmla="*/ 5028074 w 7467663"/>
              <a:gd name="connsiteY280" fmla="*/ 6858000 h 6858000"/>
              <a:gd name="connsiteX281" fmla="*/ 5079508 w 7467663"/>
              <a:gd name="connsiteY281" fmla="*/ 6749074 h 6858000"/>
              <a:gd name="connsiteX282" fmla="*/ 5371846 w 7467663"/>
              <a:gd name="connsiteY282" fmla="*/ 5924413 h 6858000"/>
              <a:gd name="connsiteX283" fmla="*/ 5270512 w 7467663"/>
              <a:gd name="connsiteY283" fmla="*/ 6138975 h 6858000"/>
              <a:gd name="connsiteX284" fmla="*/ 5062409 w 7467663"/>
              <a:gd name="connsiteY284" fmla="*/ 6653544 h 6858000"/>
              <a:gd name="connsiteX285" fmla="*/ 5036628 w 7467663"/>
              <a:gd name="connsiteY285" fmla="*/ 6754247 h 6858000"/>
              <a:gd name="connsiteX286" fmla="*/ 5009112 w 7467663"/>
              <a:gd name="connsiteY286" fmla="*/ 6858000 h 6858000"/>
              <a:gd name="connsiteX287" fmla="*/ 4976679 w 7467663"/>
              <a:gd name="connsiteY287" fmla="*/ 6858000 h 6858000"/>
              <a:gd name="connsiteX288" fmla="*/ 5006537 w 7467663"/>
              <a:gd name="connsiteY288" fmla="*/ 6747068 h 6858000"/>
              <a:gd name="connsiteX289" fmla="*/ 5032723 w 7467663"/>
              <a:gd name="connsiteY289" fmla="*/ 6644957 h 6858000"/>
              <a:gd name="connsiteX290" fmla="*/ 5242949 w 7467663"/>
              <a:gd name="connsiteY290" fmla="*/ 6125175 h 6858000"/>
              <a:gd name="connsiteX291" fmla="*/ 5286321 w 7467663"/>
              <a:gd name="connsiteY291" fmla="*/ 6033555 h 6858000"/>
              <a:gd name="connsiteX292" fmla="*/ 5008210 w 7467663"/>
              <a:gd name="connsiteY292" fmla="*/ 6649194 h 6858000"/>
              <a:gd name="connsiteX293" fmla="*/ 4986321 w 7467663"/>
              <a:gd name="connsiteY293" fmla="*/ 6765687 h 6858000"/>
              <a:gd name="connsiteX294" fmla="*/ 4973474 w 7467663"/>
              <a:gd name="connsiteY294" fmla="*/ 6858000 h 6858000"/>
              <a:gd name="connsiteX295" fmla="*/ 4907178 w 7467663"/>
              <a:gd name="connsiteY295" fmla="*/ 6858000 h 6858000"/>
              <a:gd name="connsiteX296" fmla="*/ 4910810 w 7467663"/>
              <a:gd name="connsiteY296" fmla="*/ 6829660 h 6858000"/>
              <a:gd name="connsiteX297" fmla="*/ 4987461 w 7467663"/>
              <a:gd name="connsiteY297" fmla="*/ 6432994 h 6858000"/>
              <a:gd name="connsiteX298" fmla="*/ 5179262 w 7467663"/>
              <a:gd name="connsiteY298" fmla="*/ 6035044 h 6858000"/>
              <a:gd name="connsiteX299" fmla="*/ 4689678 w 7467663"/>
              <a:gd name="connsiteY299" fmla="*/ 6440241 h 6858000"/>
              <a:gd name="connsiteX300" fmla="*/ 4477543 w 7467663"/>
              <a:gd name="connsiteY300" fmla="*/ 6674836 h 6858000"/>
              <a:gd name="connsiteX301" fmla="*/ 4329957 w 7467663"/>
              <a:gd name="connsiteY301" fmla="*/ 6858000 h 6858000"/>
              <a:gd name="connsiteX302" fmla="*/ 4218595 w 7467663"/>
              <a:gd name="connsiteY302" fmla="*/ 6858000 h 6858000"/>
              <a:gd name="connsiteX303" fmla="*/ 4368888 w 7467663"/>
              <a:gd name="connsiteY303" fmla="*/ 6668412 h 6858000"/>
              <a:gd name="connsiteX304" fmla="*/ 4563091 w 7467663"/>
              <a:gd name="connsiteY304" fmla="*/ 6442508 h 6858000"/>
              <a:gd name="connsiteX305" fmla="*/ 5387324 w 7467663"/>
              <a:gd name="connsiteY305" fmla="*/ 5705830 h 6858000"/>
              <a:gd name="connsiteX306" fmla="*/ 5073620 w 7467663"/>
              <a:gd name="connsiteY306" fmla="*/ 5955437 h 6858000"/>
              <a:gd name="connsiteX307" fmla="*/ 4689789 w 7467663"/>
              <a:gd name="connsiteY307" fmla="*/ 6268382 h 6858000"/>
              <a:gd name="connsiteX308" fmla="*/ 4418722 w 7467663"/>
              <a:gd name="connsiteY308" fmla="*/ 6570886 h 6858000"/>
              <a:gd name="connsiteX309" fmla="*/ 4214944 w 7467663"/>
              <a:gd name="connsiteY309" fmla="*/ 6858000 h 6858000"/>
              <a:gd name="connsiteX310" fmla="*/ 4177898 w 7467663"/>
              <a:gd name="connsiteY310" fmla="*/ 6858000 h 6858000"/>
              <a:gd name="connsiteX311" fmla="*/ 4391597 w 7467663"/>
              <a:gd name="connsiteY311" fmla="*/ 6556370 h 6858000"/>
              <a:gd name="connsiteX312" fmla="*/ 4668889 w 7467663"/>
              <a:gd name="connsiteY312" fmla="*/ 6246399 h 6858000"/>
              <a:gd name="connsiteX313" fmla="*/ 5055427 w 7467663"/>
              <a:gd name="connsiteY313" fmla="*/ 5931476 h 6858000"/>
              <a:gd name="connsiteX314" fmla="*/ 5371814 w 7467663"/>
              <a:gd name="connsiteY314" fmla="*/ 5678975 h 6858000"/>
              <a:gd name="connsiteX315" fmla="*/ 4987918 w 7467663"/>
              <a:gd name="connsiteY315" fmla="*/ 5838701 h 6858000"/>
              <a:gd name="connsiteX316" fmla="*/ 4317146 w 7467663"/>
              <a:gd name="connsiteY316" fmla="*/ 6587716 h 6858000"/>
              <a:gd name="connsiteX317" fmla="*/ 4171627 w 7467663"/>
              <a:gd name="connsiteY317" fmla="*/ 6858000 h 6858000"/>
              <a:gd name="connsiteX318" fmla="*/ 4081585 w 7467663"/>
              <a:gd name="connsiteY318" fmla="*/ 6858000 h 6858000"/>
              <a:gd name="connsiteX319" fmla="*/ 4238603 w 7467663"/>
              <a:gd name="connsiteY319" fmla="*/ 6559341 h 6858000"/>
              <a:gd name="connsiteX320" fmla="*/ 4778333 w 7467663"/>
              <a:gd name="connsiteY320" fmla="*/ 5873626 h 6858000"/>
              <a:gd name="connsiteX321" fmla="*/ 5414185 w 7467663"/>
              <a:gd name="connsiteY321" fmla="*/ 5573882 h 6858000"/>
              <a:gd name="connsiteX322" fmla="*/ 5959648 w 7467663"/>
              <a:gd name="connsiteY322" fmla="*/ 4760797 h 6858000"/>
              <a:gd name="connsiteX323" fmla="*/ 5355019 w 7467663"/>
              <a:gd name="connsiteY323" fmla="*/ 4734672 h 6858000"/>
              <a:gd name="connsiteX324" fmla="*/ 5083565 w 7467663"/>
              <a:gd name="connsiteY324" fmla="*/ 5179121 h 6858000"/>
              <a:gd name="connsiteX325" fmla="*/ 4713577 w 7467663"/>
              <a:gd name="connsiteY325" fmla="*/ 5616803 h 6858000"/>
              <a:gd name="connsiteX326" fmla="*/ 3989559 w 7467663"/>
              <a:gd name="connsiteY326" fmla="*/ 6145945 h 6858000"/>
              <a:gd name="connsiteX327" fmla="*/ 3939824 w 7467663"/>
              <a:gd name="connsiteY327" fmla="*/ 6066900 h 6858000"/>
              <a:gd name="connsiteX328" fmla="*/ 4584537 w 7467663"/>
              <a:gd name="connsiteY328" fmla="*/ 5324826 h 6858000"/>
              <a:gd name="connsiteX329" fmla="*/ 5037105 w 7467663"/>
              <a:gd name="connsiteY329" fmla="*/ 5088765 h 6858000"/>
              <a:gd name="connsiteX330" fmla="*/ 5039930 w 7467663"/>
              <a:gd name="connsiteY330" fmla="*/ 5089585 h 6858000"/>
              <a:gd name="connsiteX331" fmla="*/ 5263764 w 7467663"/>
              <a:gd name="connsiteY331" fmla="*/ 4735525 h 6858000"/>
              <a:gd name="connsiteX332" fmla="*/ 4086300 w 7467663"/>
              <a:gd name="connsiteY332" fmla="*/ 4884599 h 6858000"/>
              <a:gd name="connsiteX333" fmla="*/ 4085485 w 7467663"/>
              <a:gd name="connsiteY333" fmla="*/ 4899070 h 6858000"/>
              <a:gd name="connsiteX334" fmla="*/ 3871915 w 7467663"/>
              <a:gd name="connsiteY334" fmla="*/ 5253645 h 6858000"/>
              <a:gd name="connsiteX335" fmla="*/ 3799374 w 7467663"/>
              <a:gd name="connsiteY335" fmla="*/ 5466127 h 6858000"/>
              <a:gd name="connsiteX336" fmla="*/ 3498850 w 7467663"/>
              <a:gd name="connsiteY336" fmla="*/ 6661888 h 6858000"/>
              <a:gd name="connsiteX337" fmla="*/ 3399216 w 7467663"/>
              <a:gd name="connsiteY337" fmla="*/ 6858000 h 6858000"/>
              <a:gd name="connsiteX338" fmla="*/ 3303688 w 7467663"/>
              <a:gd name="connsiteY338" fmla="*/ 6858000 h 6858000"/>
              <a:gd name="connsiteX339" fmla="*/ 3391774 w 7467663"/>
              <a:gd name="connsiteY339" fmla="*/ 6697181 h 6858000"/>
              <a:gd name="connsiteX340" fmla="*/ 3735540 w 7467663"/>
              <a:gd name="connsiteY340" fmla="*/ 5546923 h 6858000"/>
              <a:gd name="connsiteX341" fmla="*/ 3729438 w 7467663"/>
              <a:gd name="connsiteY341" fmla="*/ 5569058 h 6858000"/>
              <a:gd name="connsiteX342" fmla="*/ 3707782 w 7467663"/>
              <a:gd name="connsiteY342" fmla="*/ 5644908 h 6858000"/>
              <a:gd name="connsiteX343" fmla="*/ 3583827 w 7467663"/>
              <a:gd name="connsiteY343" fmla="*/ 6039215 h 6858000"/>
              <a:gd name="connsiteX344" fmla="*/ 3547861 w 7467663"/>
              <a:gd name="connsiteY344" fmla="*/ 6129609 h 6858000"/>
              <a:gd name="connsiteX345" fmla="*/ 3490905 w 7467663"/>
              <a:gd name="connsiteY345" fmla="*/ 6277660 h 6858000"/>
              <a:gd name="connsiteX346" fmla="*/ 3455859 w 7467663"/>
              <a:gd name="connsiteY346" fmla="*/ 6391301 h 6858000"/>
              <a:gd name="connsiteX347" fmla="*/ 3429112 w 7467663"/>
              <a:gd name="connsiteY347" fmla="*/ 6479469 h 6858000"/>
              <a:gd name="connsiteX348" fmla="*/ 3304862 w 7467663"/>
              <a:gd name="connsiteY348" fmla="*/ 6796476 h 6858000"/>
              <a:gd name="connsiteX349" fmla="*/ 3276071 w 7467663"/>
              <a:gd name="connsiteY349" fmla="*/ 6858000 h 6858000"/>
              <a:gd name="connsiteX350" fmla="*/ 3240805 w 7467663"/>
              <a:gd name="connsiteY350" fmla="*/ 6858000 h 6858000"/>
              <a:gd name="connsiteX351" fmla="*/ 3275917 w 7467663"/>
              <a:gd name="connsiteY351" fmla="*/ 6783192 h 6858000"/>
              <a:gd name="connsiteX352" fmla="*/ 3399358 w 7467663"/>
              <a:gd name="connsiteY352" fmla="*/ 6469011 h 6858000"/>
              <a:gd name="connsiteX353" fmla="*/ 3425650 w 7467663"/>
              <a:gd name="connsiteY353" fmla="*/ 6381333 h 6858000"/>
              <a:gd name="connsiteX354" fmla="*/ 3460661 w 7467663"/>
              <a:gd name="connsiteY354" fmla="*/ 6266763 h 6858000"/>
              <a:gd name="connsiteX355" fmla="*/ 3518021 w 7467663"/>
              <a:gd name="connsiteY355" fmla="*/ 6117298 h 6858000"/>
              <a:gd name="connsiteX356" fmla="*/ 3554035 w 7467663"/>
              <a:gd name="connsiteY356" fmla="*/ 6027832 h 6858000"/>
              <a:gd name="connsiteX357" fmla="*/ 3677174 w 7467663"/>
              <a:gd name="connsiteY357" fmla="*/ 5636351 h 6858000"/>
              <a:gd name="connsiteX358" fmla="*/ 3698819 w 7467663"/>
              <a:gd name="connsiteY358" fmla="*/ 5560503 h 6858000"/>
              <a:gd name="connsiteX359" fmla="*/ 3702094 w 7467663"/>
              <a:gd name="connsiteY359" fmla="*/ 5549194 h 6858000"/>
              <a:gd name="connsiteX360" fmla="*/ 3398355 w 7467663"/>
              <a:gd name="connsiteY360" fmla="*/ 6094603 h 6858000"/>
              <a:gd name="connsiteX361" fmla="*/ 3193941 w 7467663"/>
              <a:gd name="connsiteY361" fmla="*/ 6798775 h 6858000"/>
              <a:gd name="connsiteX362" fmla="*/ 3184140 w 7467663"/>
              <a:gd name="connsiteY362" fmla="*/ 6858000 h 6858000"/>
              <a:gd name="connsiteX363" fmla="*/ 3099978 w 7467663"/>
              <a:gd name="connsiteY363" fmla="*/ 6858000 h 6858000"/>
              <a:gd name="connsiteX364" fmla="*/ 3101556 w 7467663"/>
              <a:gd name="connsiteY364" fmla="*/ 6843337 h 6858000"/>
              <a:gd name="connsiteX365" fmla="*/ 3370162 w 7467663"/>
              <a:gd name="connsiteY365" fmla="*/ 5785550 h 6858000"/>
              <a:gd name="connsiteX366" fmla="*/ 3746477 w 7467663"/>
              <a:gd name="connsiteY366" fmla="*/ 5377889 h 6858000"/>
              <a:gd name="connsiteX367" fmla="*/ 3863399 w 7467663"/>
              <a:gd name="connsiteY367" fmla="*/ 5087257 h 6858000"/>
              <a:gd name="connsiteX368" fmla="*/ 3968712 w 7467663"/>
              <a:gd name="connsiteY368" fmla="*/ 4913989 h 6858000"/>
              <a:gd name="connsiteX369" fmla="*/ 2792390 w 7467663"/>
              <a:gd name="connsiteY369" fmla="*/ 5382974 h 6858000"/>
              <a:gd name="connsiteX370" fmla="*/ 2714982 w 7467663"/>
              <a:gd name="connsiteY370" fmla="*/ 5427051 h 6858000"/>
              <a:gd name="connsiteX371" fmla="*/ 2813361 w 7467663"/>
              <a:gd name="connsiteY371" fmla="*/ 6023912 h 6858000"/>
              <a:gd name="connsiteX372" fmla="*/ 2688430 w 7467663"/>
              <a:gd name="connsiteY372" fmla="*/ 6801564 h 6858000"/>
              <a:gd name="connsiteX373" fmla="*/ 2629626 w 7467663"/>
              <a:gd name="connsiteY373" fmla="*/ 6763394 h 6858000"/>
              <a:gd name="connsiteX374" fmla="*/ 2565328 w 7467663"/>
              <a:gd name="connsiteY374" fmla="*/ 5516399 h 6858000"/>
              <a:gd name="connsiteX375" fmla="*/ 1922999 w 7467663"/>
              <a:gd name="connsiteY375" fmla="*/ 5980343 h 6858000"/>
              <a:gd name="connsiteX376" fmla="*/ 1950261 w 7467663"/>
              <a:gd name="connsiteY376" fmla="*/ 6405858 h 6858000"/>
              <a:gd name="connsiteX377" fmla="*/ 2365554 w 7467663"/>
              <a:gd name="connsiteY377" fmla="*/ 6759107 h 6858000"/>
              <a:gd name="connsiteX378" fmla="*/ 2424142 w 7467663"/>
              <a:gd name="connsiteY378" fmla="*/ 6858000 h 6858000"/>
              <a:gd name="connsiteX379" fmla="*/ 2395994 w 7467663"/>
              <a:gd name="connsiteY379" fmla="*/ 6858000 h 6858000"/>
              <a:gd name="connsiteX380" fmla="*/ 2392863 w 7467663"/>
              <a:gd name="connsiteY380" fmla="*/ 6852964 h 6858000"/>
              <a:gd name="connsiteX381" fmla="*/ 2017589 w 7467663"/>
              <a:gd name="connsiteY381" fmla="*/ 6493982 h 6858000"/>
              <a:gd name="connsiteX382" fmla="*/ 2147336 w 7467663"/>
              <a:gd name="connsiteY382" fmla="*/ 6594052 h 6858000"/>
              <a:gd name="connsiteX383" fmla="*/ 2207047 w 7467663"/>
              <a:gd name="connsiteY383" fmla="*/ 6654540 h 6858000"/>
              <a:gd name="connsiteX384" fmla="*/ 2299106 w 7467663"/>
              <a:gd name="connsiteY384" fmla="*/ 6778931 h 6858000"/>
              <a:gd name="connsiteX385" fmla="*/ 2314430 w 7467663"/>
              <a:gd name="connsiteY385" fmla="*/ 6801144 h 6858000"/>
              <a:gd name="connsiteX386" fmla="*/ 2352406 w 7467663"/>
              <a:gd name="connsiteY386" fmla="*/ 6858000 h 6858000"/>
              <a:gd name="connsiteX387" fmla="*/ 2314492 w 7467663"/>
              <a:gd name="connsiteY387" fmla="*/ 6858000 h 6858000"/>
              <a:gd name="connsiteX388" fmla="*/ 2288095 w 7467663"/>
              <a:gd name="connsiteY388" fmla="*/ 6818030 h 6858000"/>
              <a:gd name="connsiteX389" fmla="*/ 2272768 w 7467663"/>
              <a:gd name="connsiteY389" fmla="*/ 6795822 h 6858000"/>
              <a:gd name="connsiteX390" fmla="*/ 2182715 w 7467663"/>
              <a:gd name="connsiteY390" fmla="*/ 6675071 h 6858000"/>
              <a:gd name="connsiteX391" fmla="*/ 2032061 w 7467663"/>
              <a:gd name="connsiteY391" fmla="*/ 6541380 h 6858000"/>
              <a:gd name="connsiteX392" fmla="*/ 2257220 w 7467663"/>
              <a:gd name="connsiteY392" fmla="*/ 6826257 h 6858000"/>
              <a:gd name="connsiteX393" fmla="*/ 2281324 w 7467663"/>
              <a:gd name="connsiteY393" fmla="*/ 6858000 h 6858000"/>
              <a:gd name="connsiteX394" fmla="*/ 2242860 w 7467663"/>
              <a:gd name="connsiteY394" fmla="*/ 6858000 h 6858000"/>
              <a:gd name="connsiteX395" fmla="*/ 2232818 w 7467663"/>
              <a:gd name="connsiteY395" fmla="*/ 6844926 h 6858000"/>
              <a:gd name="connsiteX396" fmla="*/ 1990172 w 7467663"/>
              <a:gd name="connsiteY396" fmla="*/ 6542121 h 6858000"/>
              <a:gd name="connsiteX397" fmla="*/ 2124090 w 7467663"/>
              <a:gd name="connsiteY397" fmla="*/ 6761017 h 6858000"/>
              <a:gd name="connsiteX398" fmla="*/ 2200380 w 7467663"/>
              <a:gd name="connsiteY398" fmla="*/ 6858000 h 6858000"/>
              <a:gd name="connsiteX399" fmla="*/ 2147507 w 7467663"/>
              <a:gd name="connsiteY399" fmla="*/ 6858000 h 6858000"/>
              <a:gd name="connsiteX400" fmla="*/ 2070668 w 7467663"/>
              <a:gd name="connsiteY400" fmla="*/ 6761520 h 6858000"/>
              <a:gd name="connsiteX401" fmla="*/ 1975142 w 7467663"/>
              <a:gd name="connsiteY401" fmla="*/ 6585570 h 6858000"/>
              <a:gd name="connsiteX402" fmla="*/ 2050035 w 7467663"/>
              <a:gd name="connsiteY402" fmla="*/ 6813345 h 6858000"/>
              <a:gd name="connsiteX403" fmla="*/ 2063025 w 7467663"/>
              <a:gd name="connsiteY403" fmla="*/ 6858000 h 6858000"/>
              <a:gd name="connsiteX404" fmla="*/ 2021675 w 7467663"/>
              <a:gd name="connsiteY404" fmla="*/ 6858000 h 6858000"/>
              <a:gd name="connsiteX405" fmla="*/ 2019308 w 7467663"/>
              <a:gd name="connsiteY405" fmla="*/ 6847118 h 6858000"/>
              <a:gd name="connsiteX406" fmla="*/ 1938835 w 7467663"/>
              <a:gd name="connsiteY406" fmla="*/ 6551160 h 6858000"/>
              <a:gd name="connsiteX407" fmla="*/ 1953230 w 7467663"/>
              <a:gd name="connsiteY407" fmla="*/ 6759699 h 6858000"/>
              <a:gd name="connsiteX408" fmla="*/ 1956763 w 7467663"/>
              <a:gd name="connsiteY408" fmla="*/ 6778191 h 6858000"/>
              <a:gd name="connsiteX409" fmla="*/ 1967925 w 7467663"/>
              <a:gd name="connsiteY409" fmla="*/ 6858000 h 6858000"/>
              <a:gd name="connsiteX410" fmla="*/ 1936622 w 7467663"/>
              <a:gd name="connsiteY410" fmla="*/ 6858000 h 6858000"/>
              <a:gd name="connsiteX411" fmla="*/ 1926261 w 7467663"/>
              <a:gd name="connsiteY411" fmla="*/ 6784064 h 6858000"/>
              <a:gd name="connsiteX412" fmla="*/ 1922724 w 7467663"/>
              <a:gd name="connsiteY412" fmla="*/ 6765577 h 6858000"/>
              <a:gd name="connsiteX413" fmla="*/ 1904650 w 7467663"/>
              <a:gd name="connsiteY413" fmla="*/ 6639616 h 6858000"/>
              <a:gd name="connsiteX414" fmla="*/ 1885273 w 7467663"/>
              <a:gd name="connsiteY414" fmla="*/ 6858000 h 6858000"/>
              <a:gd name="connsiteX415" fmla="*/ 1854363 w 7467663"/>
              <a:gd name="connsiteY415" fmla="*/ 6858000 h 6858000"/>
              <a:gd name="connsiteX416" fmla="*/ 1880391 w 7467663"/>
              <a:gd name="connsiteY416" fmla="*/ 6603796 h 6858000"/>
              <a:gd name="connsiteX417" fmla="*/ 1818273 w 7467663"/>
              <a:gd name="connsiteY417" fmla="*/ 6715729 h 6858000"/>
              <a:gd name="connsiteX418" fmla="*/ 1794691 w 7467663"/>
              <a:gd name="connsiteY418" fmla="*/ 6843239 h 6858000"/>
              <a:gd name="connsiteX419" fmla="*/ 1794914 w 7467663"/>
              <a:gd name="connsiteY419" fmla="*/ 6858000 h 6858000"/>
              <a:gd name="connsiteX420" fmla="*/ 1746128 w 7467663"/>
              <a:gd name="connsiteY420" fmla="*/ 6858000 h 6858000"/>
              <a:gd name="connsiteX421" fmla="*/ 1753934 w 7467663"/>
              <a:gd name="connsiteY421" fmla="*/ 6724796 h 6858000"/>
              <a:gd name="connsiteX422" fmla="*/ 1792053 w 7467663"/>
              <a:gd name="connsiteY422" fmla="*/ 6572396 h 6858000"/>
              <a:gd name="connsiteX423" fmla="*/ 1862248 w 7467663"/>
              <a:gd name="connsiteY423" fmla="*/ 6266397 h 6858000"/>
              <a:gd name="connsiteX424" fmla="*/ 1862250 w 7467663"/>
              <a:gd name="connsiteY424" fmla="*/ 6033531 h 6858000"/>
              <a:gd name="connsiteX425" fmla="*/ 1211999 w 7467663"/>
              <a:gd name="connsiteY425" fmla="*/ 6683610 h 6858000"/>
              <a:gd name="connsiteX426" fmla="*/ 1213266 w 7467663"/>
              <a:gd name="connsiteY426" fmla="*/ 6691947 h 6858000"/>
              <a:gd name="connsiteX427" fmla="*/ 1203370 w 7467663"/>
              <a:gd name="connsiteY427" fmla="*/ 6850676 h 6858000"/>
              <a:gd name="connsiteX428" fmla="*/ 1203671 w 7467663"/>
              <a:gd name="connsiteY428" fmla="*/ 6858000 h 6858000"/>
              <a:gd name="connsiteX429" fmla="*/ 1143180 w 7467663"/>
              <a:gd name="connsiteY429" fmla="*/ 6858000 h 6858000"/>
              <a:gd name="connsiteX430" fmla="*/ 1142176 w 7467663"/>
              <a:gd name="connsiteY430" fmla="*/ 6766045 h 6858000"/>
              <a:gd name="connsiteX431" fmla="*/ 1067484 w 7467663"/>
              <a:gd name="connsiteY431" fmla="*/ 6858000 h 6858000"/>
              <a:gd name="connsiteX432" fmla="*/ 953928 w 7467663"/>
              <a:gd name="connsiteY432" fmla="*/ 6858000 h 6858000"/>
              <a:gd name="connsiteX433" fmla="*/ 959715 w 7467663"/>
              <a:gd name="connsiteY433" fmla="*/ 6850185 h 6858000"/>
              <a:gd name="connsiteX434" fmla="*/ 1483788 w 7467663"/>
              <a:gd name="connsiteY434" fmla="*/ 6259174 h 6858000"/>
              <a:gd name="connsiteX435" fmla="*/ 1100671 w 7467663"/>
              <a:gd name="connsiteY435" fmla="*/ 6252137 h 6858000"/>
              <a:gd name="connsiteX436" fmla="*/ 1090144 w 7467663"/>
              <a:gd name="connsiteY436" fmla="*/ 6256748 h 6858000"/>
              <a:gd name="connsiteX437" fmla="*/ 1095872 w 7467663"/>
              <a:gd name="connsiteY437" fmla="*/ 6271892 h 6858000"/>
              <a:gd name="connsiteX438" fmla="*/ 262785 w 7467663"/>
              <a:gd name="connsiteY438" fmla="*/ 6845450 h 6858000"/>
              <a:gd name="connsiteX439" fmla="*/ 209968 w 7467663"/>
              <a:gd name="connsiteY439" fmla="*/ 6770713 h 6858000"/>
              <a:gd name="connsiteX440" fmla="*/ 873460 w 7467663"/>
              <a:gd name="connsiteY440" fmla="*/ 6253768 h 6858000"/>
              <a:gd name="connsiteX441" fmla="*/ 192686 w 7467663"/>
              <a:gd name="connsiteY441" fmla="*/ 5849257 h 6858000"/>
              <a:gd name="connsiteX442" fmla="*/ 4696 w 7467663"/>
              <a:gd name="connsiteY442" fmla="*/ 5697668 h 6858000"/>
              <a:gd name="connsiteX443" fmla="*/ 0 w 7467663"/>
              <a:gd name="connsiteY443" fmla="*/ 5689984 h 6858000"/>
              <a:gd name="connsiteX444" fmla="*/ 0 w 7467663"/>
              <a:gd name="connsiteY444" fmla="*/ 5513472 h 6858000"/>
              <a:gd name="connsiteX445" fmla="*/ 174101 w 7467663"/>
              <a:gd name="connsiteY445" fmla="*/ 5620277 h 6858000"/>
              <a:gd name="connsiteX446" fmla="*/ 891800 w 7467663"/>
              <a:gd name="connsiteY446" fmla="*/ 6036935 h 6858000"/>
              <a:gd name="connsiteX447" fmla="*/ 1072219 w 7467663"/>
              <a:gd name="connsiteY447" fmla="*/ 6169443 h 6858000"/>
              <a:gd name="connsiteX448" fmla="*/ 1074117 w 7467663"/>
              <a:gd name="connsiteY448" fmla="*/ 6170301 h 6858000"/>
              <a:gd name="connsiteX449" fmla="*/ 1083114 w 7467663"/>
              <a:gd name="connsiteY449" fmla="*/ 6174131 h 6858000"/>
              <a:gd name="connsiteX450" fmla="*/ 1543010 w 7467663"/>
              <a:gd name="connsiteY450" fmla="*/ 6191140 h 6858000"/>
              <a:gd name="connsiteX451" fmla="*/ 1551080 w 7467663"/>
              <a:gd name="connsiteY451" fmla="*/ 6195006 h 6858000"/>
              <a:gd name="connsiteX452" fmla="*/ 2345443 w 7467663"/>
              <a:gd name="connsiteY452" fmla="*/ 5549882 h 6858000"/>
              <a:gd name="connsiteX453" fmla="*/ 1721499 w 7467663"/>
              <a:gd name="connsiteY453" fmla="*/ 5599969 h 6858000"/>
              <a:gd name="connsiteX454" fmla="*/ 767716 w 7467663"/>
              <a:gd name="connsiteY454" fmla="*/ 5472768 h 6858000"/>
              <a:gd name="connsiteX455" fmla="*/ 722147 w 7467663"/>
              <a:gd name="connsiteY455" fmla="*/ 5393091 h 6858000"/>
              <a:gd name="connsiteX456" fmla="*/ 1485552 w 7467663"/>
              <a:gd name="connsiteY456" fmla="*/ 5313202 h 6858000"/>
              <a:gd name="connsiteX457" fmla="*/ 2143004 w 7467663"/>
              <a:gd name="connsiteY457" fmla="*/ 5402420 h 6858000"/>
              <a:gd name="connsiteX458" fmla="*/ 1933391 w 7467663"/>
              <a:gd name="connsiteY458" fmla="*/ 5156971 h 6858000"/>
              <a:gd name="connsiteX459" fmla="*/ 1827118 w 7467663"/>
              <a:gd name="connsiteY459" fmla="*/ 4968410 h 6858000"/>
              <a:gd name="connsiteX460" fmla="*/ 1837349 w 7467663"/>
              <a:gd name="connsiteY460" fmla="*/ 4956357 h 6858000"/>
              <a:gd name="connsiteX461" fmla="*/ 2162835 w 7467663"/>
              <a:gd name="connsiteY461" fmla="*/ 5187853 h 6858000"/>
              <a:gd name="connsiteX462" fmla="*/ 2257167 w 7467663"/>
              <a:gd name="connsiteY462" fmla="*/ 5462123 h 6858000"/>
              <a:gd name="connsiteX463" fmla="*/ 2261598 w 7467663"/>
              <a:gd name="connsiteY463" fmla="*/ 5467998 h 6858000"/>
              <a:gd name="connsiteX464" fmla="*/ 2437177 w 7467663"/>
              <a:gd name="connsiteY464" fmla="*/ 5479608 h 6858000"/>
              <a:gd name="connsiteX465" fmla="*/ 2445247 w 7467663"/>
              <a:gd name="connsiteY465" fmla="*/ 5483476 h 6858000"/>
              <a:gd name="connsiteX466" fmla="*/ 2743626 w 7467663"/>
              <a:gd name="connsiteY466" fmla="*/ 5304819 h 6858000"/>
              <a:gd name="connsiteX467" fmla="*/ 3048102 w 7467663"/>
              <a:gd name="connsiteY467" fmla="*/ 5150595 h 6858000"/>
              <a:gd name="connsiteX468" fmla="*/ 1799414 w 7467663"/>
              <a:gd name="connsiteY468" fmla="*/ 4694732 h 6858000"/>
              <a:gd name="connsiteX469" fmla="*/ 1771735 w 7467663"/>
              <a:gd name="connsiteY469" fmla="*/ 4619929 h 6858000"/>
              <a:gd name="connsiteX470" fmla="*/ 3104273 w 7467663"/>
              <a:gd name="connsiteY470" fmla="*/ 5076159 h 6858000"/>
              <a:gd name="connsiteX471" fmla="*/ 3113245 w 7467663"/>
              <a:gd name="connsiteY471" fmla="*/ 5090705 h 6858000"/>
              <a:gd name="connsiteX472" fmla="*/ 3126294 w 7467663"/>
              <a:gd name="connsiteY472" fmla="*/ 5114400 h 6858000"/>
              <a:gd name="connsiteX473" fmla="*/ 3937433 w 7467663"/>
              <a:gd name="connsiteY473" fmla="*/ 4830473 h 6858000"/>
              <a:gd name="connsiteX474" fmla="*/ 3590475 w 7467663"/>
              <a:gd name="connsiteY474" fmla="*/ 4597974 h 6858000"/>
              <a:gd name="connsiteX475" fmla="*/ 3100264 w 7467663"/>
              <a:gd name="connsiteY475" fmla="*/ 4579845 h 6858000"/>
              <a:gd name="connsiteX476" fmla="*/ 2183576 w 7467663"/>
              <a:gd name="connsiteY476" fmla="*/ 4227150 h 6858000"/>
              <a:gd name="connsiteX477" fmla="*/ 2151029 w 7467663"/>
              <a:gd name="connsiteY477" fmla="*/ 4146947 h 6858000"/>
              <a:gd name="connsiteX478" fmla="*/ 3563434 w 7467663"/>
              <a:gd name="connsiteY478" fmla="*/ 4469115 h 6858000"/>
              <a:gd name="connsiteX479" fmla="*/ 3177952 w 7467663"/>
              <a:gd name="connsiteY479" fmla="*/ 3657386 h 6858000"/>
              <a:gd name="connsiteX480" fmla="*/ 3189263 w 7467663"/>
              <a:gd name="connsiteY480" fmla="*/ 3625726 h 6858000"/>
              <a:gd name="connsiteX481" fmla="*/ 3560912 w 7467663"/>
              <a:gd name="connsiteY481" fmla="*/ 4079863 h 6858000"/>
              <a:gd name="connsiteX482" fmla="*/ 3626636 w 7467663"/>
              <a:gd name="connsiteY482" fmla="*/ 4512230 h 6858000"/>
              <a:gd name="connsiteX483" fmla="*/ 3653088 w 7467663"/>
              <a:gd name="connsiteY483" fmla="*/ 4521417 h 6858000"/>
              <a:gd name="connsiteX484" fmla="*/ 3988128 w 7467663"/>
              <a:gd name="connsiteY484" fmla="*/ 4817267 h 6858000"/>
              <a:gd name="connsiteX485" fmla="*/ 4830582 w 7467663"/>
              <a:gd name="connsiteY485" fmla="*/ 4676000 h 6858000"/>
              <a:gd name="connsiteX486" fmla="*/ 4830100 w 7467663"/>
              <a:gd name="connsiteY486" fmla="*/ 4675554 h 6858000"/>
              <a:gd name="connsiteX487" fmla="*/ 4036318 w 7467663"/>
              <a:gd name="connsiteY487" fmla="*/ 4147013 h 6858000"/>
              <a:gd name="connsiteX488" fmla="*/ 3432098 w 7467663"/>
              <a:gd name="connsiteY488" fmla="*/ 3537312 h 6858000"/>
              <a:gd name="connsiteX489" fmla="*/ 3446761 w 7467663"/>
              <a:gd name="connsiteY489" fmla="*/ 3461278 h 6858000"/>
              <a:gd name="connsiteX490" fmla="*/ 4419733 w 7467663"/>
              <a:gd name="connsiteY490" fmla="*/ 3963555 h 6858000"/>
              <a:gd name="connsiteX491" fmla="*/ 4781371 w 7467663"/>
              <a:gd name="connsiteY491" fmla="*/ 4458604 h 6858000"/>
              <a:gd name="connsiteX492" fmla="*/ 4780440 w 7467663"/>
              <a:gd name="connsiteY492" fmla="*/ 4470290 h 6858000"/>
              <a:gd name="connsiteX493" fmla="*/ 4898954 w 7467663"/>
              <a:gd name="connsiteY493" fmla="*/ 4662092 h 6858000"/>
              <a:gd name="connsiteX494" fmla="*/ 4900699 w 7467663"/>
              <a:gd name="connsiteY494" fmla="*/ 4670867 h 6858000"/>
              <a:gd name="connsiteX495" fmla="*/ 5714511 w 7467663"/>
              <a:gd name="connsiteY495" fmla="*/ 4663483 h 6858000"/>
              <a:gd name="connsiteX496" fmla="*/ 5464793 w 7467663"/>
              <a:gd name="connsiteY496" fmla="*/ 4393556 h 6858000"/>
              <a:gd name="connsiteX497" fmla="*/ 5461897 w 7467663"/>
              <a:gd name="connsiteY497" fmla="*/ 4390879 h 6858000"/>
              <a:gd name="connsiteX498" fmla="*/ 4294126 w 7467663"/>
              <a:gd name="connsiteY498" fmla="*/ 3303048 h 6858000"/>
              <a:gd name="connsiteX499" fmla="*/ 4305321 w 7467663"/>
              <a:gd name="connsiteY499" fmla="*/ 3256953 h 6858000"/>
              <a:gd name="connsiteX500" fmla="*/ 4949299 w 7467663"/>
              <a:gd name="connsiteY500" fmla="*/ 3766336 h 6858000"/>
              <a:gd name="connsiteX501" fmla="*/ 5291452 w 7467663"/>
              <a:gd name="connsiteY501" fmla="*/ 4076801 h 6858000"/>
              <a:gd name="connsiteX502" fmla="*/ 5434998 w 7467663"/>
              <a:gd name="connsiteY502" fmla="*/ 4254100 h 6858000"/>
              <a:gd name="connsiteX503" fmla="*/ 5351015 w 7467663"/>
              <a:gd name="connsiteY503" fmla="*/ 3760989 h 6858000"/>
              <a:gd name="connsiteX504" fmla="*/ 5413780 w 7467663"/>
              <a:gd name="connsiteY504" fmla="*/ 2966265 h 6858000"/>
              <a:gd name="connsiteX505" fmla="*/ 5425627 w 7467663"/>
              <a:gd name="connsiteY505" fmla="*/ 2954192 h 6858000"/>
              <a:gd name="connsiteX506" fmla="*/ 6604735 w 7467663"/>
              <a:gd name="connsiteY506" fmla="*/ 2041381 h 6858000"/>
              <a:gd name="connsiteX507" fmla="*/ 7204487 w 7467663"/>
              <a:gd name="connsiteY507" fmla="*/ 2742112 h 6858000"/>
              <a:gd name="connsiteX508" fmla="*/ 7131592 w 7467663"/>
              <a:gd name="connsiteY508" fmla="*/ 2672096 h 6858000"/>
              <a:gd name="connsiteX509" fmla="*/ 6996344 w 7467663"/>
              <a:gd name="connsiteY509" fmla="*/ 2518310 h 6858000"/>
              <a:gd name="connsiteX510" fmla="*/ 6735495 w 7467663"/>
              <a:gd name="connsiteY510" fmla="*/ 2196890 h 6858000"/>
              <a:gd name="connsiteX511" fmla="*/ 6721901 w 7467663"/>
              <a:gd name="connsiteY511" fmla="*/ 2179274 h 6858000"/>
              <a:gd name="connsiteX512" fmla="*/ 6604735 w 7467663"/>
              <a:gd name="connsiteY512" fmla="*/ 2041381 h 6858000"/>
              <a:gd name="connsiteX513" fmla="*/ 6591670 w 7467663"/>
              <a:gd name="connsiteY513" fmla="*/ 1988277 h 6858000"/>
              <a:gd name="connsiteX514" fmla="*/ 6747349 w 7467663"/>
              <a:gd name="connsiteY514" fmla="*/ 2160069 h 6858000"/>
              <a:gd name="connsiteX515" fmla="*/ 6760943 w 7467663"/>
              <a:gd name="connsiteY515" fmla="*/ 2177686 h 6858000"/>
              <a:gd name="connsiteX516" fmla="*/ 7021065 w 7467663"/>
              <a:gd name="connsiteY516" fmla="*/ 2498102 h 6858000"/>
              <a:gd name="connsiteX517" fmla="*/ 7155223 w 7467663"/>
              <a:gd name="connsiteY517" fmla="*/ 2650386 h 6858000"/>
              <a:gd name="connsiteX518" fmla="*/ 7203167 w 7467663"/>
              <a:gd name="connsiteY518" fmla="*/ 2697288 h 6858000"/>
              <a:gd name="connsiteX519" fmla="*/ 6937703 w 7467663"/>
              <a:gd name="connsiteY519" fmla="*/ 2321981 h 6858000"/>
              <a:gd name="connsiteX520" fmla="*/ 6591670 w 7467663"/>
              <a:gd name="connsiteY520" fmla="*/ 1988277 h 6858000"/>
              <a:gd name="connsiteX521" fmla="*/ 5798671 w 7467663"/>
              <a:gd name="connsiteY521" fmla="*/ 1981601 h 6858000"/>
              <a:gd name="connsiteX522" fmla="*/ 5754709 w 7467663"/>
              <a:gd name="connsiteY522" fmla="*/ 2071454 h 6858000"/>
              <a:gd name="connsiteX523" fmla="*/ 5763044 w 7467663"/>
              <a:gd name="connsiteY523" fmla="*/ 2842206 h 6858000"/>
              <a:gd name="connsiteX524" fmla="*/ 5764974 w 7467663"/>
              <a:gd name="connsiteY524" fmla="*/ 2799609 h 6858000"/>
              <a:gd name="connsiteX525" fmla="*/ 5767665 w 7467663"/>
              <a:gd name="connsiteY525" fmla="*/ 2666409 h 6858000"/>
              <a:gd name="connsiteX526" fmla="*/ 5763055 w 7467663"/>
              <a:gd name="connsiteY526" fmla="*/ 2579705 h 6858000"/>
              <a:gd name="connsiteX527" fmla="*/ 5758079 w 7467663"/>
              <a:gd name="connsiteY527" fmla="*/ 2492508 h 6858000"/>
              <a:gd name="connsiteX528" fmla="*/ 5779325 w 7467663"/>
              <a:gd name="connsiteY528" fmla="*/ 2197069 h 6858000"/>
              <a:gd name="connsiteX529" fmla="*/ 5798671 w 7467663"/>
              <a:gd name="connsiteY529" fmla="*/ 1981601 h 6858000"/>
              <a:gd name="connsiteX530" fmla="*/ 5829202 w 7467663"/>
              <a:gd name="connsiteY530" fmla="*/ 1971679 h 6858000"/>
              <a:gd name="connsiteX531" fmla="*/ 5809558 w 7467663"/>
              <a:gd name="connsiteY531" fmla="*/ 2198043 h 6858000"/>
              <a:gd name="connsiteX532" fmla="*/ 5788653 w 7467663"/>
              <a:gd name="connsiteY532" fmla="*/ 2489430 h 6858000"/>
              <a:gd name="connsiteX533" fmla="*/ 5793439 w 7467663"/>
              <a:gd name="connsiteY533" fmla="*/ 2575235 h 6858000"/>
              <a:gd name="connsiteX534" fmla="*/ 5796837 w 7467663"/>
              <a:gd name="connsiteY534" fmla="*/ 2637633 h 6858000"/>
              <a:gd name="connsiteX535" fmla="*/ 5818614 w 7467663"/>
              <a:gd name="connsiteY535" fmla="*/ 2473055 h 6858000"/>
              <a:gd name="connsiteX536" fmla="*/ 5829202 w 7467663"/>
              <a:gd name="connsiteY536" fmla="*/ 1971679 h 6858000"/>
              <a:gd name="connsiteX537" fmla="*/ 5911389 w 7467663"/>
              <a:gd name="connsiteY537" fmla="*/ 1898371 h 6858000"/>
              <a:gd name="connsiteX538" fmla="*/ 6237627 w 7467663"/>
              <a:gd name="connsiteY538" fmla="*/ 2231921 h 6858000"/>
              <a:gd name="connsiteX539" fmla="*/ 5911389 w 7467663"/>
              <a:gd name="connsiteY539" fmla="*/ 1898371 h 6858000"/>
              <a:gd name="connsiteX540" fmla="*/ 6944437 w 7467663"/>
              <a:gd name="connsiteY540" fmla="*/ 1575402 h 6858000"/>
              <a:gd name="connsiteX541" fmla="*/ 6304730 w 7467663"/>
              <a:gd name="connsiteY541" fmla="*/ 1766654 h 6858000"/>
              <a:gd name="connsiteX542" fmla="*/ 6944437 w 7467663"/>
              <a:gd name="connsiteY542" fmla="*/ 1575402 h 6858000"/>
              <a:gd name="connsiteX543" fmla="*/ 7019523 w 7467663"/>
              <a:gd name="connsiteY543" fmla="*/ 1519450 h 6858000"/>
              <a:gd name="connsiteX544" fmla="*/ 6298091 w 7467663"/>
              <a:gd name="connsiteY544" fmla="*/ 1737122 h 6858000"/>
              <a:gd name="connsiteX545" fmla="*/ 7019523 w 7467663"/>
              <a:gd name="connsiteY545" fmla="*/ 1519450 h 6858000"/>
              <a:gd name="connsiteX546" fmla="*/ 2399523 w 7467663"/>
              <a:gd name="connsiteY546" fmla="*/ 1428234 h 6858000"/>
              <a:gd name="connsiteX547" fmla="*/ 2224982 w 7467663"/>
              <a:gd name="connsiteY547" fmla="*/ 1826201 h 6858000"/>
              <a:gd name="connsiteX548" fmla="*/ 2096099 w 7467663"/>
              <a:gd name="connsiteY548" fmla="*/ 2345900 h 6858000"/>
              <a:gd name="connsiteX549" fmla="*/ 2283317 w 7467663"/>
              <a:gd name="connsiteY549" fmla="*/ 1796925 h 6858000"/>
              <a:gd name="connsiteX550" fmla="*/ 2399523 w 7467663"/>
              <a:gd name="connsiteY550" fmla="*/ 1428234 h 6858000"/>
              <a:gd name="connsiteX551" fmla="*/ 2448558 w 7467663"/>
              <a:gd name="connsiteY551" fmla="*/ 1373435 h 6858000"/>
              <a:gd name="connsiteX552" fmla="*/ 2312521 w 7467663"/>
              <a:gd name="connsiteY552" fmla="*/ 1806140 h 6858000"/>
              <a:gd name="connsiteX553" fmla="*/ 2127533 w 7467663"/>
              <a:gd name="connsiteY553" fmla="*/ 2348380 h 6858000"/>
              <a:gd name="connsiteX554" fmla="*/ 2358080 w 7467663"/>
              <a:gd name="connsiteY554" fmla="*/ 1866134 h 6858000"/>
              <a:gd name="connsiteX555" fmla="*/ 2407436 w 7467663"/>
              <a:gd name="connsiteY555" fmla="*/ 1651070 h 6858000"/>
              <a:gd name="connsiteX556" fmla="*/ 2448558 w 7467663"/>
              <a:gd name="connsiteY556" fmla="*/ 1373435 h 6858000"/>
              <a:gd name="connsiteX557" fmla="*/ 278707 w 7467663"/>
              <a:gd name="connsiteY557" fmla="*/ 1352270 h 6858000"/>
              <a:gd name="connsiteX558" fmla="*/ 321570 w 7467663"/>
              <a:gd name="connsiteY558" fmla="*/ 1861610 h 6858000"/>
              <a:gd name="connsiteX559" fmla="*/ 294281 w 7467663"/>
              <a:gd name="connsiteY559" fmla="*/ 1440658 h 6858000"/>
              <a:gd name="connsiteX560" fmla="*/ 278707 w 7467663"/>
              <a:gd name="connsiteY560" fmla="*/ 1352270 h 6858000"/>
              <a:gd name="connsiteX561" fmla="*/ 1423821 w 7467663"/>
              <a:gd name="connsiteY561" fmla="*/ 1351958 h 6858000"/>
              <a:gd name="connsiteX562" fmla="*/ 1638521 w 7467663"/>
              <a:gd name="connsiteY562" fmla="*/ 1908470 h 6858000"/>
              <a:gd name="connsiteX563" fmla="*/ 1754199 w 7467663"/>
              <a:gd name="connsiteY563" fmla="*/ 2149284 h 6858000"/>
              <a:gd name="connsiteX564" fmla="*/ 1908359 w 7467663"/>
              <a:gd name="connsiteY564" fmla="*/ 2364988 h 6858000"/>
              <a:gd name="connsiteX565" fmla="*/ 1647661 w 7467663"/>
              <a:gd name="connsiteY565" fmla="*/ 1825945 h 6858000"/>
              <a:gd name="connsiteX566" fmla="*/ 1423821 w 7467663"/>
              <a:gd name="connsiteY566" fmla="*/ 1351958 h 6858000"/>
              <a:gd name="connsiteX567" fmla="*/ 1431890 w 7467663"/>
              <a:gd name="connsiteY567" fmla="*/ 1306475 h 6858000"/>
              <a:gd name="connsiteX568" fmla="*/ 1507597 w 7467663"/>
              <a:gd name="connsiteY568" fmla="*/ 1446132 h 6858000"/>
              <a:gd name="connsiteX569" fmla="*/ 1674586 w 7467663"/>
              <a:gd name="connsiteY569" fmla="*/ 1813832 h 6858000"/>
              <a:gd name="connsiteX570" fmla="*/ 1815950 w 7467663"/>
              <a:gd name="connsiteY570" fmla="*/ 2128564 h 6858000"/>
              <a:gd name="connsiteX571" fmla="*/ 1984242 w 7467663"/>
              <a:gd name="connsiteY571" fmla="*/ 2430829 h 6858000"/>
              <a:gd name="connsiteX572" fmla="*/ 2014023 w 7467663"/>
              <a:gd name="connsiteY572" fmla="*/ 2450995 h 6858000"/>
              <a:gd name="connsiteX573" fmla="*/ 1747337 w 7467663"/>
              <a:gd name="connsiteY573" fmla="*/ 1855264 h 6858000"/>
              <a:gd name="connsiteX574" fmla="*/ 1533749 w 7467663"/>
              <a:gd name="connsiteY574" fmla="*/ 1478656 h 6858000"/>
              <a:gd name="connsiteX575" fmla="*/ 1431890 w 7467663"/>
              <a:gd name="connsiteY575" fmla="*/ 1306475 h 6858000"/>
              <a:gd name="connsiteX576" fmla="*/ 5052692 w 7467663"/>
              <a:gd name="connsiteY576" fmla="*/ 1292994 h 6858000"/>
              <a:gd name="connsiteX577" fmla="*/ 5200661 w 7467663"/>
              <a:gd name="connsiteY577" fmla="*/ 1635186 h 6858000"/>
              <a:gd name="connsiteX578" fmla="*/ 5297138 w 7467663"/>
              <a:gd name="connsiteY578" fmla="*/ 1906351 h 6858000"/>
              <a:gd name="connsiteX579" fmla="*/ 5052692 w 7467663"/>
              <a:gd name="connsiteY579" fmla="*/ 1292994 h 6858000"/>
              <a:gd name="connsiteX580" fmla="*/ 5009948 w 7467663"/>
              <a:gd name="connsiteY580" fmla="*/ 1273619 h 6858000"/>
              <a:gd name="connsiteX581" fmla="*/ 5121777 w 7467663"/>
              <a:gd name="connsiteY581" fmla="*/ 1654213 h 6858000"/>
              <a:gd name="connsiteX582" fmla="*/ 5293545 w 7467663"/>
              <a:gd name="connsiteY582" fmla="*/ 2072247 h 6858000"/>
              <a:gd name="connsiteX583" fmla="*/ 5294042 w 7467663"/>
              <a:gd name="connsiteY583" fmla="*/ 2065019 h 6858000"/>
              <a:gd name="connsiteX584" fmla="*/ 5171936 w 7467663"/>
              <a:gd name="connsiteY584" fmla="*/ 1647613 h 6858000"/>
              <a:gd name="connsiteX585" fmla="*/ 5009948 w 7467663"/>
              <a:gd name="connsiteY585" fmla="*/ 1273619 h 6858000"/>
              <a:gd name="connsiteX586" fmla="*/ 655236 w 7467663"/>
              <a:gd name="connsiteY586" fmla="*/ 1268632 h 6858000"/>
              <a:gd name="connsiteX587" fmla="*/ 839521 w 7467663"/>
              <a:gd name="connsiteY587" fmla="*/ 1685315 h 6858000"/>
              <a:gd name="connsiteX588" fmla="*/ 1109416 w 7467663"/>
              <a:gd name="connsiteY588" fmla="*/ 2061663 h 6858000"/>
              <a:gd name="connsiteX589" fmla="*/ 1298300 w 7467663"/>
              <a:gd name="connsiteY589" fmla="*/ 2247742 h 6858000"/>
              <a:gd name="connsiteX590" fmla="*/ 1125871 w 7467663"/>
              <a:gd name="connsiteY590" fmla="*/ 1989513 h 6858000"/>
              <a:gd name="connsiteX591" fmla="*/ 981574 w 7467663"/>
              <a:gd name="connsiteY591" fmla="*/ 1783157 h 6858000"/>
              <a:gd name="connsiteX592" fmla="*/ 922198 w 7467663"/>
              <a:gd name="connsiteY592" fmla="*/ 1677437 h 6858000"/>
              <a:gd name="connsiteX593" fmla="*/ 869293 w 7467663"/>
              <a:gd name="connsiteY593" fmla="*/ 1583214 h 6858000"/>
              <a:gd name="connsiteX594" fmla="*/ 751431 w 7467663"/>
              <a:gd name="connsiteY594" fmla="*/ 1405731 h 6858000"/>
              <a:gd name="connsiteX595" fmla="*/ 655236 w 7467663"/>
              <a:gd name="connsiteY595" fmla="*/ 1268632 h 6858000"/>
              <a:gd name="connsiteX596" fmla="*/ 6516292 w 7467663"/>
              <a:gd name="connsiteY596" fmla="*/ 1263064 h 6858000"/>
              <a:gd name="connsiteX597" fmla="*/ 5736320 w 7467663"/>
              <a:gd name="connsiteY597" fmla="*/ 1501803 h 6858000"/>
              <a:gd name="connsiteX598" fmla="*/ 6516292 w 7467663"/>
              <a:gd name="connsiteY598" fmla="*/ 1263064 h 6858000"/>
              <a:gd name="connsiteX599" fmla="*/ 291466 w 7467663"/>
              <a:gd name="connsiteY599" fmla="*/ 1250369 h 6858000"/>
              <a:gd name="connsiteX600" fmla="*/ 323180 w 7467663"/>
              <a:gd name="connsiteY600" fmla="*/ 1435283 h 6858000"/>
              <a:gd name="connsiteX601" fmla="*/ 349381 w 7467663"/>
              <a:gd name="connsiteY601" fmla="*/ 1875041 h 6858000"/>
              <a:gd name="connsiteX602" fmla="*/ 374363 w 7467663"/>
              <a:gd name="connsiteY602" fmla="*/ 1506494 h 6858000"/>
              <a:gd name="connsiteX603" fmla="*/ 302168 w 7467663"/>
              <a:gd name="connsiteY603" fmla="*/ 1274495 h 6858000"/>
              <a:gd name="connsiteX604" fmla="*/ 291466 w 7467663"/>
              <a:gd name="connsiteY604" fmla="*/ 1250369 h 6858000"/>
              <a:gd name="connsiteX605" fmla="*/ 678222 w 7467663"/>
              <a:gd name="connsiteY605" fmla="*/ 1248670 h 6858000"/>
              <a:gd name="connsiteX606" fmla="*/ 775536 w 7467663"/>
              <a:gd name="connsiteY606" fmla="*/ 1388015 h 6858000"/>
              <a:gd name="connsiteX607" fmla="*/ 894529 w 7467663"/>
              <a:gd name="connsiteY607" fmla="*/ 1567739 h 6858000"/>
              <a:gd name="connsiteX608" fmla="*/ 948000 w 7467663"/>
              <a:gd name="connsiteY608" fmla="*/ 1663088 h 6858000"/>
              <a:gd name="connsiteX609" fmla="*/ 1006812 w 7467663"/>
              <a:gd name="connsiteY609" fmla="*/ 1767683 h 6858000"/>
              <a:gd name="connsiteX610" fmla="*/ 1149133 w 7467663"/>
              <a:gd name="connsiteY610" fmla="*/ 1971513 h 6858000"/>
              <a:gd name="connsiteX611" fmla="*/ 1333952 w 7467663"/>
              <a:gd name="connsiteY611" fmla="*/ 2251620 h 6858000"/>
              <a:gd name="connsiteX612" fmla="*/ 1337329 w 7467663"/>
              <a:gd name="connsiteY612" fmla="*/ 2258350 h 6858000"/>
              <a:gd name="connsiteX613" fmla="*/ 1014726 w 7467663"/>
              <a:gd name="connsiteY613" fmla="*/ 1615556 h 6858000"/>
              <a:gd name="connsiteX614" fmla="*/ 678222 w 7467663"/>
              <a:gd name="connsiteY614" fmla="*/ 1248670 h 6858000"/>
              <a:gd name="connsiteX615" fmla="*/ 6691602 w 7467663"/>
              <a:gd name="connsiteY615" fmla="*/ 1140573 h 6858000"/>
              <a:gd name="connsiteX616" fmla="*/ 6571100 w 7467663"/>
              <a:gd name="connsiteY616" fmla="*/ 1183662 h 6858000"/>
              <a:gd name="connsiteX617" fmla="*/ 6241687 w 7467663"/>
              <a:gd name="connsiteY617" fmla="*/ 1257600 h 6858000"/>
              <a:gd name="connsiteX618" fmla="*/ 5693009 w 7467663"/>
              <a:gd name="connsiteY618" fmla="*/ 1478256 h 6858000"/>
              <a:gd name="connsiteX619" fmla="*/ 6548420 w 7467663"/>
              <a:gd name="connsiteY619" fmla="*/ 1214599 h 6858000"/>
              <a:gd name="connsiteX620" fmla="*/ 6605473 w 7467663"/>
              <a:gd name="connsiteY620" fmla="*/ 1184686 h 6858000"/>
              <a:gd name="connsiteX621" fmla="*/ 6691602 w 7467663"/>
              <a:gd name="connsiteY621" fmla="*/ 1140573 h 6858000"/>
              <a:gd name="connsiteX622" fmla="*/ 4002475 w 7467663"/>
              <a:gd name="connsiteY622" fmla="*/ 1037802 h 6858000"/>
              <a:gd name="connsiteX623" fmla="*/ 4000324 w 7467663"/>
              <a:gd name="connsiteY623" fmla="*/ 1039362 h 6858000"/>
              <a:gd name="connsiteX624" fmla="*/ 4002862 w 7467663"/>
              <a:gd name="connsiteY624" fmla="*/ 1042866 h 6858000"/>
              <a:gd name="connsiteX625" fmla="*/ 4002475 w 7467663"/>
              <a:gd name="connsiteY625" fmla="*/ 1037802 h 6858000"/>
              <a:gd name="connsiteX626" fmla="*/ 506322 w 7467663"/>
              <a:gd name="connsiteY626" fmla="*/ 1020997 h 6858000"/>
              <a:gd name="connsiteX627" fmla="*/ 533068 w 7467663"/>
              <a:gd name="connsiteY627" fmla="*/ 1029409 h 6858000"/>
              <a:gd name="connsiteX628" fmla="*/ 1232525 w 7467663"/>
              <a:gd name="connsiteY628" fmla="*/ 1804675 h 6858000"/>
              <a:gd name="connsiteX629" fmla="*/ 1388858 w 7467663"/>
              <a:gd name="connsiteY629" fmla="*/ 2368011 h 6858000"/>
              <a:gd name="connsiteX630" fmla="*/ 1384098 w 7467663"/>
              <a:gd name="connsiteY630" fmla="*/ 2378125 h 6858000"/>
              <a:gd name="connsiteX631" fmla="*/ 1425393 w 7467663"/>
              <a:gd name="connsiteY631" fmla="*/ 2589124 h 6858000"/>
              <a:gd name="connsiteX632" fmla="*/ 1424001 w 7467663"/>
              <a:gd name="connsiteY632" fmla="*/ 2597541 h 6858000"/>
              <a:gd name="connsiteX633" fmla="*/ 2152729 w 7467663"/>
              <a:gd name="connsiteY633" fmla="*/ 2864487 h 6858000"/>
              <a:gd name="connsiteX634" fmla="*/ 2020609 w 7467663"/>
              <a:gd name="connsiteY634" fmla="*/ 2539671 h 6858000"/>
              <a:gd name="connsiteX635" fmla="*/ 2018920 w 7467663"/>
              <a:gd name="connsiteY635" fmla="*/ 2536309 h 6858000"/>
              <a:gd name="connsiteX636" fmla="*/ 1342441 w 7467663"/>
              <a:gd name="connsiteY636" fmla="*/ 1173017 h 6858000"/>
              <a:gd name="connsiteX637" fmla="*/ 1367925 w 7467663"/>
              <a:gd name="connsiteY637" fmla="*/ 1135648 h 6858000"/>
              <a:gd name="connsiteX638" fmla="*/ 1771401 w 7467663"/>
              <a:gd name="connsiteY638" fmla="*/ 1806673 h 6858000"/>
              <a:gd name="connsiteX639" fmla="*/ 1972385 w 7467663"/>
              <a:gd name="connsiteY639" fmla="*/ 2198735 h 6858000"/>
              <a:gd name="connsiteX640" fmla="*/ 2040892 w 7467663"/>
              <a:gd name="connsiteY640" fmla="*/ 2405205 h 6858000"/>
              <a:gd name="connsiteX641" fmla="*/ 2131689 w 7467663"/>
              <a:gd name="connsiteY641" fmla="*/ 1936926 h 6858000"/>
              <a:gd name="connsiteX642" fmla="*/ 2454820 w 7467663"/>
              <a:gd name="connsiteY642" fmla="*/ 1248808 h 6858000"/>
              <a:gd name="connsiteX643" fmla="*/ 2492512 w 7467663"/>
              <a:gd name="connsiteY643" fmla="*/ 1302920 h 6858000"/>
              <a:gd name="connsiteX644" fmla="*/ 2081216 w 7467663"/>
              <a:gd name="connsiteY644" fmla="*/ 2527513 h 6858000"/>
              <a:gd name="connsiteX645" fmla="*/ 2081211 w 7467663"/>
              <a:gd name="connsiteY645" fmla="*/ 2528916 h 6858000"/>
              <a:gd name="connsiteX646" fmla="*/ 2199067 w 7467663"/>
              <a:gd name="connsiteY646" fmla="*/ 2884061 h 6858000"/>
              <a:gd name="connsiteX647" fmla="*/ 3192586 w 7467663"/>
              <a:gd name="connsiteY647" fmla="*/ 3411496 h 6858000"/>
              <a:gd name="connsiteX648" fmla="*/ 3182620 w 7467663"/>
              <a:gd name="connsiteY648" fmla="*/ 3483279 h 6858000"/>
              <a:gd name="connsiteX649" fmla="*/ 2435119 w 7467663"/>
              <a:gd name="connsiteY649" fmla="*/ 3080173 h 6858000"/>
              <a:gd name="connsiteX650" fmla="*/ 2410152 w 7467663"/>
              <a:gd name="connsiteY650" fmla="*/ 3063751 h 6858000"/>
              <a:gd name="connsiteX651" fmla="*/ 2408099 w 7467663"/>
              <a:gd name="connsiteY651" fmla="*/ 3064403 h 6858000"/>
              <a:gd name="connsiteX652" fmla="*/ 2407218 w 7467663"/>
              <a:gd name="connsiteY652" fmla="*/ 3070324 h 6858000"/>
              <a:gd name="connsiteX653" fmla="*/ 2380138 w 7467663"/>
              <a:gd name="connsiteY653" fmla="*/ 3099341 h 6858000"/>
              <a:gd name="connsiteX654" fmla="*/ 1765923 w 7467663"/>
              <a:gd name="connsiteY654" fmla="*/ 3581043 h 6858000"/>
              <a:gd name="connsiteX655" fmla="*/ 1702258 w 7467663"/>
              <a:gd name="connsiteY655" fmla="*/ 3612286 h 6858000"/>
              <a:gd name="connsiteX656" fmla="*/ 1538370 w 7467663"/>
              <a:gd name="connsiteY656" fmla="*/ 3811804 h 6858000"/>
              <a:gd name="connsiteX657" fmla="*/ 542867 w 7467663"/>
              <a:gd name="connsiteY657" fmla="*/ 4944092 h 6858000"/>
              <a:gd name="connsiteX658" fmla="*/ 515800 w 7467663"/>
              <a:gd name="connsiteY658" fmla="*/ 4862180 h 6858000"/>
              <a:gd name="connsiteX659" fmla="*/ 909145 w 7467663"/>
              <a:gd name="connsiteY659" fmla="*/ 4199225 h 6858000"/>
              <a:gd name="connsiteX660" fmla="*/ 1214067 w 7467663"/>
              <a:gd name="connsiteY660" fmla="*/ 3908561 h 6858000"/>
              <a:gd name="connsiteX661" fmla="*/ 640967 w 7467663"/>
              <a:gd name="connsiteY661" fmla="*/ 4105601 h 6858000"/>
              <a:gd name="connsiteX662" fmla="*/ 112563 w 7467663"/>
              <a:gd name="connsiteY662" fmla="*/ 4396952 h 6858000"/>
              <a:gd name="connsiteX663" fmla="*/ 0 w 7467663"/>
              <a:gd name="connsiteY663" fmla="*/ 4466006 h 6858000"/>
              <a:gd name="connsiteX664" fmla="*/ 0 w 7467663"/>
              <a:gd name="connsiteY664" fmla="*/ 4233763 h 6858000"/>
              <a:gd name="connsiteX665" fmla="*/ 36881 w 7467663"/>
              <a:gd name="connsiteY665" fmla="*/ 4200118 h 6858000"/>
              <a:gd name="connsiteX666" fmla="*/ 910534 w 7467663"/>
              <a:gd name="connsiteY666" fmla="*/ 3629753 h 6858000"/>
              <a:gd name="connsiteX667" fmla="*/ 1578717 w 7467663"/>
              <a:gd name="connsiteY667" fmla="*/ 3575982 h 6858000"/>
              <a:gd name="connsiteX668" fmla="*/ 2338780 w 7467663"/>
              <a:gd name="connsiteY668" fmla="*/ 3033725 h 6858000"/>
              <a:gd name="connsiteX669" fmla="*/ 1807991 w 7467663"/>
              <a:gd name="connsiteY669" fmla="*/ 2807184 h 6858000"/>
              <a:gd name="connsiteX670" fmla="*/ 1416358 w 7467663"/>
              <a:gd name="connsiteY670" fmla="*/ 3112571 h 6858000"/>
              <a:gd name="connsiteX671" fmla="*/ 939066 w 7467663"/>
              <a:gd name="connsiteY671" fmla="*/ 3378798 h 6858000"/>
              <a:gd name="connsiteX672" fmla="*/ 115099 w 7467663"/>
              <a:gd name="connsiteY672" fmla="*/ 3607650 h 6858000"/>
              <a:gd name="connsiteX673" fmla="*/ 97284 w 7467663"/>
              <a:gd name="connsiteY673" fmla="*/ 3520393 h 6858000"/>
              <a:gd name="connsiteX674" fmla="*/ 922050 w 7467663"/>
              <a:gd name="connsiteY674" fmla="*/ 3074867 h 6858000"/>
              <a:gd name="connsiteX675" fmla="*/ 1405265 w 7467663"/>
              <a:gd name="connsiteY675" fmla="*/ 3016319 h 6858000"/>
              <a:gd name="connsiteX676" fmla="*/ 1407512 w 7467663"/>
              <a:gd name="connsiteY676" fmla="*/ 3018001 h 6858000"/>
              <a:gd name="connsiteX677" fmla="*/ 1726266 w 7467663"/>
              <a:gd name="connsiteY677" fmla="*/ 2777274 h 6858000"/>
              <a:gd name="connsiteX678" fmla="*/ 625390 w 7467663"/>
              <a:gd name="connsiteY678" fmla="*/ 2514541 h 6858000"/>
              <a:gd name="connsiteX679" fmla="*/ 619799 w 7467663"/>
              <a:gd name="connsiteY679" fmla="*/ 2527180 h 6858000"/>
              <a:gd name="connsiteX680" fmla="*/ 310030 w 7467663"/>
              <a:gd name="connsiteY680" fmla="*/ 2771818 h 6858000"/>
              <a:gd name="connsiteX681" fmla="*/ 173877 w 7467663"/>
              <a:gd name="connsiteY681" fmla="*/ 2937056 h 6858000"/>
              <a:gd name="connsiteX682" fmla="*/ 77889 w 7467663"/>
              <a:gd name="connsiteY682" fmla="*/ 3138440 h 6858000"/>
              <a:gd name="connsiteX683" fmla="*/ 0 w 7467663"/>
              <a:gd name="connsiteY683" fmla="*/ 3271395 h 6858000"/>
              <a:gd name="connsiteX684" fmla="*/ 0 w 7467663"/>
              <a:gd name="connsiteY684" fmla="*/ 3153002 h 6858000"/>
              <a:gd name="connsiteX685" fmla="*/ 2386 w 7467663"/>
              <a:gd name="connsiteY685" fmla="*/ 3149203 h 6858000"/>
              <a:gd name="connsiteX686" fmla="*/ 89753 w 7467663"/>
              <a:gd name="connsiteY686" fmla="*/ 2987702 h 6858000"/>
              <a:gd name="connsiteX687" fmla="*/ 76869 w 7467663"/>
              <a:gd name="connsiteY687" fmla="*/ 3005404 h 6858000"/>
              <a:gd name="connsiteX688" fmla="*/ 32049 w 7467663"/>
              <a:gd name="connsiteY688" fmla="*/ 3065814 h 6858000"/>
              <a:gd name="connsiteX689" fmla="*/ 0 w 7467663"/>
              <a:gd name="connsiteY689" fmla="*/ 3108744 h 6858000"/>
              <a:gd name="connsiteX690" fmla="*/ 0 w 7467663"/>
              <a:gd name="connsiteY690" fmla="*/ 3058059 h 6858000"/>
              <a:gd name="connsiteX691" fmla="*/ 7610 w 7467663"/>
              <a:gd name="connsiteY691" fmla="*/ 3047889 h 6858000"/>
              <a:gd name="connsiteX692" fmla="*/ 52419 w 7467663"/>
              <a:gd name="connsiteY692" fmla="*/ 2987479 h 6858000"/>
              <a:gd name="connsiteX693" fmla="*/ 59142 w 7467663"/>
              <a:gd name="connsiteY693" fmla="*/ 2978488 h 6858000"/>
              <a:gd name="connsiteX694" fmla="*/ 0 w 7467663"/>
              <a:gd name="connsiteY694" fmla="*/ 3015334 h 6858000"/>
              <a:gd name="connsiteX695" fmla="*/ 0 w 7467663"/>
              <a:gd name="connsiteY695" fmla="*/ 2914286 h 6858000"/>
              <a:gd name="connsiteX696" fmla="*/ 36383 w 7467663"/>
              <a:gd name="connsiteY696" fmla="*/ 2901128 h 6858000"/>
              <a:gd name="connsiteX697" fmla="*/ 156329 w 7467663"/>
              <a:gd name="connsiteY697" fmla="*/ 2840533 h 6858000"/>
              <a:gd name="connsiteX698" fmla="*/ 358355 w 7467663"/>
              <a:gd name="connsiteY698" fmla="*/ 2620471 h 6858000"/>
              <a:gd name="connsiteX699" fmla="*/ 510577 w 7467663"/>
              <a:gd name="connsiteY699" fmla="*/ 2501244 h 6858000"/>
              <a:gd name="connsiteX700" fmla="*/ 211967 w 7467663"/>
              <a:gd name="connsiteY700" fmla="*/ 2479171 h 6858000"/>
              <a:gd name="connsiteX701" fmla="*/ 0 w 7467663"/>
              <a:gd name="connsiteY701" fmla="*/ 2476398 h 6858000"/>
              <a:gd name="connsiteX702" fmla="*/ 0 w 7467663"/>
              <a:gd name="connsiteY702" fmla="*/ 2389189 h 6858000"/>
              <a:gd name="connsiteX703" fmla="*/ 103062 w 7467663"/>
              <a:gd name="connsiteY703" fmla="*/ 2389518 h 6858000"/>
              <a:gd name="connsiteX704" fmla="*/ 510734 w 7467663"/>
              <a:gd name="connsiteY704" fmla="*/ 2416201 h 6858000"/>
              <a:gd name="connsiteX705" fmla="*/ 279257 w 7467663"/>
              <a:gd name="connsiteY705" fmla="*/ 2092102 h 6858000"/>
              <a:gd name="connsiteX706" fmla="*/ 65265 w 7467663"/>
              <a:gd name="connsiteY706" fmla="*/ 2006049 h 6858000"/>
              <a:gd name="connsiteX707" fmla="*/ 0 w 7467663"/>
              <a:gd name="connsiteY707" fmla="*/ 1982532 h 6858000"/>
              <a:gd name="connsiteX708" fmla="*/ 0 w 7467663"/>
              <a:gd name="connsiteY708" fmla="*/ 1912789 h 6858000"/>
              <a:gd name="connsiteX709" fmla="*/ 97460 w 7467663"/>
              <a:gd name="connsiteY709" fmla="*/ 1953725 h 6858000"/>
              <a:gd name="connsiteX710" fmla="*/ 221272 w 7467663"/>
              <a:gd name="connsiteY710" fmla="*/ 1980766 h 6858000"/>
              <a:gd name="connsiteX711" fmla="*/ 116765 w 7467663"/>
              <a:gd name="connsiteY711" fmla="*/ 1911033 h 6858000"/>
              <a:gd name="connsiteX712" fmla="*/ 16405 w 7467663"/>
              <a:gd name="connsiteY712" fmla="*/ 1803412 h 6858000"/>
              <a:gd name="connsiteX713" fmla="*/ 0 w 7467663"/>
              <a:gd name="connsiteY713" fmla="*/ 1784777 h 6858000"/>
              <a:gd name="connsiteX714" fmla="*/ 0 w 7467663"/>
              <a:gd name="connsiteY714" fmla="*/ 1740082 h 6858000"/>
              <a:gd name="connsiteX715" fmla="*/ 39394 w 7467663"/>
              <a:gd name="connsiteY715" fmla="*/ 1784856 h 6858000"/>
              <a:gd name="connsiteX716" fmla="*/ 135813 w 7467663"/>
              <a:gd name="connsiteY716" fmla="*/ 1888838 h 6858000"/>
              <a:gd name="connsiteX717" fmla="*/ 242575 w 7467663"/>
              <a:gd name="connsiteY717" fmla="*/ 1958841 h 6858000"/>
              <a:gd name="connsiteX718" fmla="*/ 82197 w 7467663"/>
              <a:gd name="connsiteY718" fmla="*/ 1754826 h 6858000"/>
              <a:gd name="connsiteX719" fmla="*/ 0 w 7467663"/>
              <a:gd name="connsiteY719" fmla="*/ 1679650 h 6858000"/>
              <a:gd name="connsiteX720" fmla="*/ 0 w 7467663"/>
              <a:gd name="connsiteY720" fmla="*/ 1602463 h 6858000"/>
              <a:gd name="connsiteX721" fmla="*/ 84689 w 7467663"/>
              <a:gd name="connsiteY721" fmla="*/ 1677442 h 6858000"/>
              <a:gd name="connsiteX722" fmla="*/ 298437 w 7467663"/>
              <a:gd name="connsiteY722" fmla="*/ 1968019 h 6858000"/>
              <a:gd name="connsiteX723" fmla="*/ 227269 w 7467663"/>
              <a:gd name="connsiteY723" fmla="*/ 1114064 h 6858000"/>
              <a:gd name="connsiteX724" fmla="*/ 248003 w 7467663"/>
              <a:gd name="connsiteY724" fmla="*/ 1089613 h 6858000"/>
              <a:gd name="connsiteX725" fmla="*/ 427020 w 7467663"/>
              <a:gd name="connsiteY725" fmla="*/ 1619803 h 6858000"/>
              <a:gd name="connsiteX726" fmla="*/ 340345 w 7467663"/>
              <a:gd name="connsiteY726" fmla="*/ 2027739 h 6858000"/>
              <a:gd name="connsiteX727" fmla="*/ 360865 w 7467663"/>
              <a:gd name="connsiteY727" fmla="*/ 2044827 h 6858000"/>
              <a:gd name="connsiteX728" fmla="*/ 560414 w 7467663"/>
              <a:gd name="connsiteY728" fmla="*/ 2421457 h 6858000"/>
              <a:gd name="connsiteX729" fmla="*/ 1359703 w 7467663"/>
              <a:gd name="connsiteY729" fmla="*/ 2578554 h 6858000"/>
              <a:gd name="connsiteX730" fmla="*/ 1359422 w 7467663"/>
              <a:gd name="connsiteY730" fmla="*/ 2577994 h 6858000"/>
              <a:gd name="connsiteX731" fmla="*/ 828701 w 7467663"/>
              <a:gd name="connsiteY731" fmla="*/ 1839520 h 6858000"/>
              <a:gd name="connsiteX732" fmla="*/ 494427 w 7467663"/>
              <a:gd name="connsiteY732" fmla="*/ 1092333 h 6858000"/>
              <a:gd name="connsiteX733" fmla="*/ 506322 w 7467663"/>
              <a:gd name="connsiteY733" fmla="*/ 1020997 h 6858000"/>
              <a:gd name="connsiteX734" fmla="*/ 4570198 w 7467663"/>
              <a:gd name="connsiteY734" fmla="*/ 978081 h 6858000"/>
              <a:gd name="connsiteX735" fmla="*/ 4523691 w 7467663"/>
              <a:gd name="connsiteY735" fmla="*/ 1127776 h 6858000"/>
              <a:gd name="connsiteX736" fmla="*/ 4509875 w 7467663"/>
              <a:gd name="connsiteY736" fmla="*/ 1167552 h 6858000"/>
              <a:gd name="connsiteX737" fmla="*/ 4478168 w 7467663"/>
              <a:gd name="connsiteY737" fmla="*/ 1260735 h 6858000"/>
              <a:gd name="connsiteX738" fmla="*/ 4409309 w 7467663"/>
              <a:gd name="connsiteY738" fmla="*/ 1666996 h 6858000"/>
              <a:gd name="connsiteX739" fmla="*/ 4370031 w 7467663"/>
              <a:gd name="connsiteY739" fmla="*/ 1955666 h 6858000"/>
              <a:gd name="connsiteX740" fmla="*/ 4570198 w 7467663"/>
              <a:gd name="connsiteY740" fmla="*/ 978081 h 6858000"/>
              <a:gd name="connsiteX741" fmla="*/ 4557898 w 7467663"/>
              <a:gd name="connsiteY741" fmla="*/ 900011 h 6858000"/>
              <a:gd name="connsiteX742" fmla="*/ 4344840 w 7467663"/>
              <a:gd name="connsiteY742" fmla="*/ 1922038 h 6858000"/>
              <a:gd name="connsiteX743" fmla="*/ 4378710 w 7467663"/>
              <a:gd name="connsiteY743" fmla="*/ 1665516 h 6858000"/>
              <a:gd name="connsiteX744" fmla="*/ 4448798 w 7467663"/>
              <a:gd name="connsiteY744" fmla="*/ 1253024 h 6858000"/>
              <a:gd name="connsiteX745" fmla="*/ 4480315 w 7467663"/>
              <a:gd name="connsiteY745" fmla="*/ 1158454 h 6858000"/>
              <a:gd name="connsiteX746" fmla="*/ 4494133 w 7467663"/>
              <a:gd name="connsiteY746" fmla="*/ 1118676 h 6858000"/>
              <a:gd name="connsiteX747" fmla="*/ 4557898 w 7467663"/>
              <a:gd name="connsiteY747" fmla="*/ 900011 h 6858000"/>
              <a:gd name="connsiteX748" fmla="*/ 5870151 w 7467663"/>
              <a:gd name="connsiteY748" fmla="*/ 898890 h 6858000"/>
              <a:gd name="connsiteX749" fmla="*/ 5861335 w 7467663"/>
              <a:gd name="connsiteY749" fmla="*/ 899177 h 6858000"/>
              <a:gd name="connsiteX750" fmla="*/ 5843702 w 7467663"/>
              <a:gd name="connsiteY750" fmla="*/ 899748 h 6858000"/>
              <a:gd name="connsiteX751" fmla="*/ 5651107 w 7467663"/>
              <a:gd name="connsiteY751" fmla="*/ 920306 h 6858000"/>
              <a:gd name="connsiteX752" fmla="*/ 5459407 w 7467663"/>
              <a:gd name="connsiteY752" fmla="*/ 940975 h 6858000"/>
              <a:gd name="connsiteX753" fmla="*/ 5374846 w 7467663"/>
              <a:gd name="connsiteY753" fmla="*/ 941988 h 6858000"/>
              <a:gd name="connsiteX754" fmla="*/ 5256105 w 7467663"/>
              <a:gd name="connsiteY754" fmla="*/ 945632 h 6858000"/>
              <a:gd name="connsiteX755" fmla="*/ 5107071 w 7467663"/>
              <a:gd name="connsiteY755" fmla="*/ 969720 h 6858000"/>
              <a:gd name="connsiteX756" fmla="*/ 4998681 w 7467663"/>
              <a:gd name="connsiteY756" fmla="*/ 988771 h 6858000"/>
              <a:gd name="connsiteX757" fmla="*/ 5870151 w 7467663"/>
              <a:gd name="connsiteY757" fmla="*/ 898890 h 6858000"/>
              <a:gd name="connsiteX758" fmla="*/ 5504425 w 7467663"/>
              <a:gd name="connsiteY758" fmla="*/ 848067 h 6858000"/>
              <a:gd name="connsiteX759" fmla="*/ 4968849 w 7467663"/>
              <a:gd name="connsiteY759" fmla="*/ 962318 h 6858000"/>
              <a:gd name="connsiteX760" fmla="*/ 5104039 w 7467663"/>
              <a:gd name="connsiteY760" fmla="*/ 940634 h 6858000"/>
              <a:gd name="connsiteX761" fmla="*/ 5256311 w 7467663"/>
              <a:gd name="connsiteY761" fmla="*/ 916490 h 6858000"/>
              <a:gd name="connsiteX762" fmla="*/ 5377381 w 7467663"/>
              <a:gd name="connsiteY762" fmla="*/ 912671 h 6858000"/>
              <a:gd name="connsiteX763" fmla="*/ 5460148 w 7467663"/>
              <a:gd name="connsiteY763" fmla="*/ 911442 h 6858000"/>
              <a:gd name="connsiteX764" fmla="*/ 5648971 w 7467663"/>
              <a:gd name="connsiteY764" fmla="*/ 891331 h 6858000"/>
              <a:gd name="connsiteX765" fmla="*/ 5844807 w 7467663"/>
              <a:gd name="connsiteY765" fmla="*/ 870718 h 6858000"/>
              <a:gd name="connsiteX766" fmla="*/ 5862975 w 7467663"/>
              <a:gd name="connsiteY766" fmla="*/ 869756 h 6858000"/>
              <a:gd name="connsiteX767" fmla="*/ 5920887 w 7467663"/>
              <a:gd name="connsiteY767" fmla="*/ 865929 h 6858000"/>
              <a:gd name="connsiteX768" fmla="*/ 5504425 w 7467663"/>
              <a:gd name="connsiteY768" fmla="*/ 848067 h 6858000"/>
              <a:gd name="connsiteX769" fmla="*/ 3607114 w 7467663"/>
              <a:gd name="connsiteY769" fmla="*/ 467441 h 6858000"/>
              <a:gd name="connsiteX770" fmla="*/ 3296242 w 7467663"/>
              <a:gd name="connsiteY770" fmla="*/ 807991 h 6858000"/>
              <a:gd name="connsiteX771" fmla="*/ 3174674 w 7467663"/>
              <a:gd name="connsiteY771" fmla="*/ 919759 h 6858000"/>
              <a:gd name="connsiteX772" fmla="*/ 3042978 w 7467663"/>
              <a:gd name="connsiteY772" fmla="*/ 1054894 h 6858000"/>
              <a:gd name="connsiteX773" fmla="*/ 2968914 w 7467663"/>
              <a:gd name="connsiteY773" fmla="*/ 1133756 h 6858000"/>
              <a:gd name="connsiteX774" fmla="*/ 3103823 w 7467663"/>
              <a:gd name="connsiteY774" fmla="*/ 1026814 h 6858000"/>
              <a:gd name="connsiteX775" fmla="*/ 3607114 w 7467663"/>
              <a:gd name="connsiteY775" fmla="*/ 467441 h 6858000"/>
              <a:gd name="connsiteX776" fmla="*/ 3744487 w 7467663"/>
              <a:gd name="connsiteY776" fmla="*/ 383136 h 6858000"/>
              <a:gd name="connsiteX777" fmla="*/ 3970213 w 7467663"/>
              <a:gd name="connsiteY777" fmla="*/ 995559 h 6858000"/>
              <a:gd name="connsiteX778" fmla="*/ 3744487 w 7467663"/>
              <a:gd name="connsiteY778" fmla="*/ 383136 h 6858000"/>
              <a:gd name="connsiteX779" fmla="*/ 3624562 w 7467663"/>
              <a:gd name="connsiteY779" fmla="*/ 367041 h 6858000"/>
              <a:gd name="connsiteX780" fmla="*/ 3489712 w 7467663"/>
              <a:gd name="connsiteY780" fmla="*/ 485386 h 6858000"/>
              <a:gd name="connsiteX781" fmla="*/ 3182994 w 7467663"/>
              <a:gd name="connsiteY781" fmla="*/ 828265 h 6858000"/>
              <a:gd name="connsiteX782" fmla="*/ 2892114 w 7467663"/>
              <a:gd name="connsiteY782" fmla="*/ 1172635 h 6858000"/>
              <a:gd name="connsiteX783" fmla="*/ 3021459 w 7467663"/>
              <a:gd name="connsiteY783" fmla="*/ 1035385 h 6858000"/>
              <a:gd name="connsiteX784" fmla="*/ 3153873 w 7467663"/>
              <a:gd name="connsiteY784" fmla="*/ 898971 h 6858000"/>
              <a:gd name="connsiteX785" fmla="*/ 3276511 w 7467663"/>
              <a:gd name="connsiteY785" fmla="*/ 786423 h 6858000"/>
              <a:gd name="connsiteX786" fmla="*/ 3584154 w 7467663"/>
              <a:gd name="connsiteY786" fmla="*/ 448218 h 6858000"/>
              <a:gd name="connsiteX787" fmla="*/ 3624562 w 7467663"/>
              <a:gd name="connsiteY787" fmla="*/ 367041 h 6858000"/>
              <a:gd name="connsiteX788" fmla="*/ 3766672 w 7467663"/>
              <a:gd name="connsiteY788" fmla="*/ 359429 h 6858000"/>
              <a:gd name="connsiteX789" fmla="*/ 3996338 w 7467663"/>
              <a:gd name="connsiteY789" fmla="*/ 968237 h 6858000"/>
              <a:gd name="connsiteX790" fmla="*/ 3766672 w 7467663"/>
              <a:gd name="connsiteY790" fmla="*/ 359429 h 6858000"/>
              <a:gd name="connsiteX791" fmla="*/ 5805386 w 7467663"/>
              <a:gd name="connsiteY791" fmla="*/ 239240 h 6858000"/>
              <a:gd name="connsiteX792" fmla="*/ 5736947 w 7467663"/>
              <a:gd name="connsiteY792" fmla="*/ 261367 h 6858000"/>
              <a:gd name="connsiteX793" fmla="*/ 5427012 w 7467663"/>
              <a:gd name="connsiteY793" fmla="*/ 311272 h 6858000"/>
              <a:gd name="connsiteX794" fmla="*/ 5147818 w 7467663"/>
              <a:gd name="connsiteY794" fmla="*/ 322112 h 6858000"/>
              <a:gd name="connsiteX795" fmla="*/ 5060854 w 7467663"/>
              <a:gd name="connsiteY795" fmla="*/ 311882 h 6858000"/>
              <a:gd name="connsiteX796" fmla="*/ 4945989 w 7467663"/>
              <a:gd name="connsiteY796" fmla="*/ 300516 h 6858000"/>
              <a:gd name="connsiteX797" fmla="*/ 5410479 w 7467663"/>
              <a:gd name="connsiteY797" fmla="*/ 348434 h 6858000"/>
              <a:gd name="connsiteX798" fmla="*/ 5805386 w 7467663"/>
              <a:gd name="connsiteY798" fmla="*/ 239240 h 6858000"/>
              <a:gd name="connsiteX799" fmla="*/ 5905192 w 7467663"/>
              <a:gd name="connsiteY799" fmla="*/ 163079 h 6858000"/>
              <a:gd name="connsiteX800" fmla="*/ 5865655 w 7467663"/>
              <a:gd name="connsiteY800" fmla="*/ 171901 h 6858000"/>
              <a:gd name="connsiteX801" fmla="*/ 5259740 w 7467663"/>
              <a:gd name="connsiteY801" fmla="*/ 257013 h 6858000"/>
              <a:gd name="connsiteX802" fmla="*/ 5208466 w 7467663"/>
              <a:gd name="connsiteY802" fmla="*/ 257550 h 6858000"/>
              <a:gd name="connsiteX803" fmla="*/ 4980204 w 7467663"/>
              <a:gd name="connsiteY803" fmla="*/ 271903 h 6858000"/>
              <a:gd name="connsiteX804" fmla="*/ 5068068 w 7467663"/>
              <a:gd name="connsiteY804" fmla="*/ 282244 h 6858000"/>
              <a:gd name="connsiteX805" fmla="*/ 5153231 w 7467663"/>
              <a:gd name="connsiteY805" fmla="*/ 292240 h 6858000"/>
              <a:gd name="connsiteX806" fmla="*/ 5426491 w 7467663"/>
              <a:gd name="connsiteY806" fmla="*/ 281128 h 6858000"/>
              <a:gd name="connsiteX807" fmla="*/ 5731212 w 7467663"/>
              <a:gd name="connsiteY807" fmla="*/ 231951 h 6858000"/>
              <a:gd name="connsiteX808" fmla="*/ 5905192 w 7467663"/>
              <a:gd name="connsiteY808" fmla="*/ 163079 h 6858000"/>
              <a:gd name="connsiteX809" fmla="*/ 5944437 w 7467663"/>
              <a:gd name="connsiteY809" fmla="*/ 113829 h 6858000"/>
              <a:gd name="connsiteX810" fmla="*/ 5825032 w 7467663"/>
              <a:gd name="connsiteY810" fmla="*/ 146405 h 6858000"/>
              <a:gd name="connsiteX811" fmla="*/ 4955599 w 7467663"/>
              <a:gd name="connsiteY811" fmla="*/ 247008 h 6858000"/>
              <a:gd name="connsiteX812" fmla="*/ 5210104 w 7467663"/>
              <a:gd name="connsiteY812" fmla="*/ 228123 h 6858000"/>
              <a:gd name="connsiteX813" fmla="*/ 5261015 w 7467663"/>
              <a:gd name="connsiteY813" fmla="*/ 227087 h 6858000"/>
              <a:gd name="connsiteX814" fmla="*/ 5861181 w 7467663"/>
              <a:gd name="connsiteY814" fmla="*/ 143093 h 6858000"/>
              <a:gd name="connsiteX815" fmla="*/ 5961252 w 7467663"/>
              <a:gd name="connsiteY815" fmla="*/ 114820 h 6858000"/>
              <a:gd name="connsiteX816" fmla="*/ 5944437 w 7467663"/>
              <a:gd name="connsiteY816" fmla="*/ 113829 h 6858000"/>
              <a:gd name="connsiteX817" fmla="*/ 3882765 w 7467663"/>
              <a:gd name="connsiteY817" fmla="*/ 0 h 6858000"/>
              <a:gd name="connsiteX818" fmla="*/ 3995099 w 7467663"/>
              <a:gd name="connsiteY818" fmla="*/ 0 h 6858000"/>
              <a:gd name="connsiteX819" fmla="*/ 4163818 w 7467663"/>
              <a:gd name="connsiteY819" fmla="*/ 234104 h 6858000"/>
              <a:gd name="connsiteX820" fmla="*/ 4172099 w 7467663"/>
              <a:gd name="connsiteY820" fmla="*/ 234207 h 6858000"/>
              <a:gd name="connsiteX821" fmla="*/ 4784282 w 7467663"/>
              <a:gd name="connsiteY821" fmla="*/ 276561 h 6858000"/>
              <a:gd name="connsiteX822" fmla="*/ 4801687 w 7467663"/>
              <a:gd name="connsiteY822" fmla="*/ 267764 h 6858000"/>
              <a:gd name="connsiteX823" fmla="*/ 6082788 w 7467663"/>
              <a:gd name="connsiteY823" fmla="*/ 64119 h 6858000"/>
              <a:gd name="connsiteX824" fmla="*/ 6099442 w 7467663"/>
              <a:gd name="connsiteY824" fmla="*/ 82568 h 6858000"/>
              <a:gd name="connsiteX825" fmla="*/ 4804137 w 7467663"/>
              <a:gd name="connsiteY825" fmla="*/ 320931 h 6858000"/>
              <a:gd name="connsiteX826" fmla="*/ 4227047 w 7467663"/>
              <a:gd name="connsiteY826" fmla="*/ 313415 h 6858000"/>
              <a:gd name="connsiteX827" fmla="*/ 4346041 w 7467663"/>
              <a:gd name="connsiteY827" fmla="*/ 456086 h 6858000"/>
              <a:gd name="connsiteX828" fmla="*/ 4870967 w 7467663"/>
              <a:gd name="connsiteY828" fmla="*/ 963061 h 6858000"/>
              <a:gd name="connsiteX829" fmla="*/ 4889647 w 7467663"/>
              <a:gd name="connsiteY829" fmla="*/ 957147 h 6858000"/>
              <a:gd name="connsiteX830" fmla="*/ 5422504 w 7467663"/>
              <a:gd name="connsiteY830" fmla="*/ 805191 h 6858000"/>
              <a:gd name="connsiteX831" fmla="*/ 6087656 w 7467663"/>
              <a:gd name="connsiteY831" fmla="*/ 826703 h 6858000"/>
              <a:gd name="connsiteX832" fmla="*/ 6058717 w 7467663"/>
              <a:gd name="connsiteY832" fmla="*/ 865992 h 6858000"/>
              <a:gd name="connsiteX833" fmla="*/ 4974153 w 7467663"/>
              <a:gd name="connsiteY833" fmla="*/ 1045456 h 6858000"/>
              <a:gd name="connsiteX834" fmla="*/ 5627835 w 7467663"/>
              <a:gd name="connsiteY834" fmla="*/ 1472077 h 6858000"/>
              <a:gd name="connsiteX835" fmla="*/ 5629817 w 7467663"/>
              <a:gd name="connsiteY835" fmla="*/ 1471412 h 6858000"/>
              <a:gd name="connsiteX836" fmla="*/ 5634124 w 7467663"/>
              <a:gd name="connsiteY836" fmla="*/ 1470572 h 6858000"/>
              <a:gd name="connsiteX837" fmla="*/ 5755832 w 7467663"/>
              <a:gd name="connsiteY837" fmla="*/ 1383886 h 6858000"/>
              <a:gd name="connsiteX838" fmla="*/ 6014186 w 7467663"/>
              <a:gd name="connsiteY838" fmla="*/ 1279799 h 6858000"/>
              <a:gd name="connsiteX839" fmla="*/ 6901619 w 7467663"/>
              <a:gd name="connsiteY839" fmla="*/ 1047874 h 6858000"/>
              <a:gd name="connsiteX840" fmla="*/ 6931566 w 7467663"/>
              <a:gd name="connsiteY840" fmla="*/ 1062034 h 6858000"/>
              <a:gd name="connsiteX841" fmla="*/ 5790982 w 7467663"/>
              <a:gd name="connsiteY841" fmla="*/ 1561380 h 6858000"/>
              <a:gd name="connsiteX842" fmla="*/ 6188971 w 7467663"/>
              <a:gd name="connsiteY842" fmla="*/ 1755168 h 6858000"/>
              <a:gd name="connsiteX843" fmla="*/ 6202446 w 7467663"/>
              <a:gd name="connsiteY843" fmla="*/ 1752268 h 6858000"/>
              <a:gd name="connsiteX844" fmla="*/ 7179560 w 7467663"/>
              <a:gd name="connsiteY844" fmla="*/ 1467551 h 6858000"/>
              <a:gd name="connsiteX845" fmla="*/ 7158730 w 7467663"/>
              <a:gd name="connsiteY845" fmla="*/ 1507835 h 6858000"/>
              <a:gd name="connsiteX846" fmla="*/ 6326959 w 7467663"/>
              <a:gd name="connsiteY846" fmla="*/ 1817686 h 6858000"/>
              <a:gd name="connsiteX847" fmla="*/ 6537433 w 7467663"/>
              <a:gd name="connsiteY847" fmla="*/ 1907790 h 6858000"/>
              <a:gd name="connsiteX848" fmla="*/ 6550221 w 7467663"/>
              <a:gd name="connsiteY848" fmla="*/ 1910729 h 6858000"/>
              <a:gd name="connsiteX849" fmla="*/ 6964438 w 7467663"/>
              <a:gd name="connsiteY849" fmla="*/ 2209505 h 6858000"/>
              <a:gd name="connsiteX850" fmla="*/ 7367862 w 7467663"/>
              <a:gd name="connsiteY850" fmla="*/ 2806833 h 6858000"/>
              <a:gd name="connsiteX851" fmla="*/ 7364329 w 7467663"/>
              <a:gd name="connsiteY851" fmla="*/ 2826907 h 6858000"/>
              <a:gd name="connsiteX852" fmla="*/ 7290545 w 7467663"/>
              <a:gd name="connsiteY852" fmla="*/ 2850663 h 6858000"/>
              <a:gd name="connsiteX853" fmla="*/ 6472036 w 7467663"/>
              <a:gd name="connsiteY853" fmla="*/ 1959003 h 6858000"/>
              <a:gd name="connsiteX854" fmla="*/ 5792897 w 7467663"/>
              <a:gd name="connsiteY854" fmla="*/ 1647747 h 6858000"/>
              <a:gd name="connsiteX855" fmla="*/ 5842751 w 7467663"/>
              <a:gd name="connsiteY855" fmla="*/ 1816112 h 6858000"/>
              <a:gd name="connsiteX856" fmla="*/ 5847424 w 7467663"/>
              <a:gd name="connsiteY856" fmla="*/ 1815776 h 6858000"/>
              <a:gd name="connsiteX857" fmla="*/ 6399821 w 7467663"/>
              <a:gd name="connsiteY857" fmla="*/ 2344799 h 6858000"/>
              <a:gd name="connsiteX858" fmla="*/ 6323232 w 7467663"/>
              <a:gd name="connsiteY858" fmla="*/ 2389634 h 6858000"/>
              <a:gd name="connsiteX859" fmla="*/ 5942958 w 7467663"/>
              <a:gd name="connsiteY859" fmla="*/ 2077708 h 6858000"/>
              <a:gd name="connsiteX860" fmla="*/ 5921559 w 7467663"/>
              <a:gd name="connsiteY860" fmla="*/ 2378596 h 6858000"/>
              <a:gd name="connsiteX861" fmla="*/ 5817651 w 7467663"/>
              <a:gd name="connsiteY861" fmla="*/ 3023919 h 6858000"/>
              <a:gd name="connsiteX862" fmla="*/ 5729634 w 7467663"/>
              <a:gd name="connsiteY862" fmla="*/ 3051849 h 6858000"/>
              <a:gd name="connsiteX863" fmla="*/ 5611018 w 7467663"/>
              <a:gd name="connsiteY863" fmla="*/ 2316769 h 6858000"/>
              <a:gd name="connsiteX864" fmla="*/ 5687608 w 7467663"/>
              <a:gd name="connsiteY864" fmla="*/ 2039972 h 6858000"/>
              <a:gd name="connsiteX865" fmla="*/ 5657554 w 7467663"/>
              <a:gd name="connsiteY865" fmla="*/ 1576445 h 6858000"/>
              <a:gd name="connsiteX866" fmla="*/ 5150475 w 7467663"/>
              <a:gd name="connsiteY866" fmla="*/ 1274012 h 6858000"/>
              <a:gd name="connsiteX867" fmla="*/ 5349142 w 7467663"/>
              <a:gd name="connsiteY867" fmla="*/ 2204405 h 6858000"/>
              <a:gd name="connsiteX868" fmla="*/ 5262214 w 7467663"/>
              <a:gd name="connsiteY868" fmla="*/ 2233836 h 6858000"/>
              <a:gd name="connsiteX869" fmla="*/ 4981539 w 7467663"/>
              <a:gd name="connsiteY869" fmla="*/ 1542201 h 6858000"/>
              <a:gd name="connsiteX870" fmla="*/ 4958461 w 7467663"/>
              <a:gd name="connsiteY870" fmla="*/ 1136957 h 6858000"/>
              <a:gd name="connsiteX871" fmla="*/ 4655015 w 7467663"/>
              <a:gd name="connsiteY871" fmla="*/ 891426 h 6858000"/>
              <a:gd name="connsiteX872" fmla="*/ 4348002 w 7467663"/>
              <a:gd name="connsiteY872" fmla="*/ 2205895 h 6858000"/>
              <a:gd name="connsiteX873" fmla="*/ 4262250 w 7467663"/>
              <a:gd name="connsiteY873" fmla="*/ 2219972 h 6858000"/>
              <a:gd name="connsiteX874" fmla="*/ 4550611 w 7467663"/>
              <a:gd name="connsiteY874" fmla="*/ 817540 h 6858000"/>
              <a:gd name="connsiteX875" fmla="*/ 4564418 w 7467663"/>
              <a:gd name="connsiteY875" fmla="*/ 808293 h 6858000"/>
              <a:gd name="connsiteX876" fmla="*/ 4266388 w 7467663"/>
              <a:gd name="connsiteY876" fmla="*/ 500083 h 6858000"/>
              <a:gd name="connsiteX877" fmla="*/ 4032842 w 7467663"/>
              <a:gd name="connsiteY877" fmla="*/ 211809 h 6858000"/>
              <a:gd name="connsiteX878" fmla="*/ 3882765 w 7467663"/>
              <a:gd name="connsiteY878" fmla="*/ 0 h 6858000"/>
              <a:gd name="connsiteX879" fmla="*/ 3721337 w 7467663"/>
              <a:gd name="connsiteY879" fmla="*/ 0 h 6858000"/>
              <a:gd name="connsiteX880" fmla="*/ 3797544 w 7467663"/>
              <a:gd name="connsiteY880" fmla="*/ 0 h 6858000"/>
              <a:gd name="connsiteX881" fmla="*/ 3775734 w 7467663"/>
              <a:gd name="connsiteY881" fmla="*/ 95131 h 6858000"/>
              <a:gd name="connsiteX882" fmla="*/ 3724807 w 7467663"/>
              <a:gd name="connsiteY882" fmla="*/ 272257 h 6858000"/>
              <a:gd name="connsiteX883" fmla="*/ 3726844 w 7467663"/>
              <a:gd name="connsiteY883" fmla="*/ 282988 h 6858000"/>
              <a:gd name="connsiteX884" fmla="*/ 3742664 w 7467663"/>
              <a:gd name="connsiteY884" fmla="*/ 279918 h 6858000"/>
              <a:gd name="connsiteX885" fmla="*/ 4103910 w 7467663"/>
              <a:gd name="connsiteY885" fmla="*/ 1161917 h 6858000"/>
              <a:gd name="connsiteX886" fmla="*/ 4020269 w 7467663"/>
              <a:gd name="connsiteY886" fmla="*/ 1200406 h 6858000"/>
              <a:gd name="connsiteX887" fmla="*/ 3674882 w 7467663"/>
              <a:gd name="connsiteY887" fmla="*/ 488524 h 6858000"/>
              <a:gd name="connsiteX888" fmla="*/ 3132682 w 7467663"/>
              <a:gd name="connsiteY888" fmla="*/ 1072284 h 6858000"/>
              <a:gd name="connsiteX889" fmla="*/ 2716346 w 7467663"/>
              <a:gd name="connsiteY889" fmla="*/ 1276376 h 6858000"/>
              <a:gd name="connsiteX890" fmla="*/ 2716772 w 7467663"/>
              <a:gd name="connsiteY890" fmla="*/ 1255462 h 6858000"/>
              <a:gd name="connsiteX891" fmla="*/ 3471096 w 7467663"/>
              <a:gd name="connsiteY891" fmla="*/ 437072 h 6858000"/>
              <a:gd name="connsiteX892" fmla="*/ 3639057 w 7467663"/>
              <a:gd name="connsiteY892" fmla="*/ 286334 h 6858000"/>
              <a:gd name="connsiteX893" fmla="*/ 3640309 w 7467663"/>
              <a:gd name="connsiteY893" fmla="*/ 284664 h 6858000"/>
              <a:gd name="connsiteX894" fmla="*/ 3646022 w 7467663"/>
              <a:gd name="connsiteY894" fmla="*/ 276711 h 6858000"/>
              <a:gd name="connsiteX895" fmla="*/ 3707943 w 7467663"/>
              <a:gd name="connsiteY895" fmla="*/ 65958 h 6858000"/>
              <a:gd name="connsiteX896" fmla="*/ 3721337 w 7467663"/>
              <a:gd name="connsiteY896" fmla="*/ 0 h 6858000"/>
              <a:gd name="connsiteX897" fmla="*/ 2867960 w 7467663"/>
              <a:gd name="connsiteY897" fmla="*/ 0 h 6858000"/>
              <a:gd name="connsiteX898" fmla="*/ 2926351 w 7467663"/>
              <a:gd name="connsiteY898" fmla="*/ 0 h 6858000"/>
              <a:gd name="connsiteX899" fmla="*/ 2902823 w 7467663"/>
              <a:gd name="connsiteY899" fmla="*/ 262929 h 6858000"/>
              <a:gd name="connsiteX900" fmla="*/ 2940663 w 7467663"/>
              <a:gd name="connsiteY900" fmla="*/ 140884 h 6858000"/>
              <a:gd name="connsiteX901" fmla="*/ 2947039 w 7467663"/>
              <a:gd name="connsiteY901" fmla="*/ 122524 h 6858000"/>
              <a:gd name="connsiteX902" fmla="*/ 2984316 w 7467663"/>
              <a:gd name="connsiteY902" fmla="*/ 0 h 6858000"/>
              <a:gd name="connsiteX903" fmla="*/ 3016114 w 7467663"/>
              <a:gd name="connsiteY903" fmla="*/ 0 h 6858000"/>
              <a:gd name="connsiteX904" fmla="*/ 2979949 w 7467663"/>
              <a:gd name="connsiteY904" fmla="*/ 119274 h 6858000"/>
              <a:gd name="connsiteX905" fmla="*/ 3023879 w 7467663"/>
              <a:gd name="connsiteY905" fmla="*/ 0 h 6858000"/>
              <a:gd name="connsiteX906" fmla="*/ 3105400 w 7467663"/>
              <a:gd name="connsiteY906" fmla="*/ 0 h 6858000"/>
              <a:gd name="connsiteX907" fmla="*/ 3094669 w 7467663"/>
              <a:gd name="connsiteY907" fmla="*/ 30308 h 6858000"/>
              <a:gd name="connsiteX908" fmla="*/ 2901945 w 7467663"/>
              <a:gd name="connsiteY908" fmla="*/ 466538 h 6858000"/>
              <a:gd name="connsiteX909" fmla="*/ 2815209 w 7467663"/>
              <a:gd name="connsiteY909" fmla="*/ 497361 h 6858000"/>
              <a:gd name="connsiteX910" fmla="*/ 2844845 w 7467663"/>
              <a:gd name="connsiteY910" fmla="*/ 127638 h 6858000"/>
              <a:gd name="connsiteX911" fmla="*/ 2867960 w 7467663"/>
              <a:gd name="connsiteY911" fmla="*/ 0 h 6858000"/>
              <a:gd name="connsiteX912" fmla="*/ 1057230 w 7467663"/>
              <a:gd name="connsiteY912" fmla="*/ 0 h 6858000"/>
              <a:gd name="connsiteX913" fmla="*/ 1111003 w 7467663"/>
              <a:gd name="connsiteY913" fmla="*/ 0 h 6858000"/>
              <a:gd name="connsiteX914" fmla="*/ 1125553 w 7467663"/>
              <a:gd name="connsiteY914" fmla="*/ 52588 h 6858000"/>
              <a:gd name="connsiteX915" fmla="*/ 1304276 w 7467663"/>
              <a:gd name="connsiteY915" fmla="*/ 476275 h 6858000"/>
              <a:gd name="connsiteX916" fmla="*/ 1492066 w 7467663"/>
              <a:gd name="connsiteY916" fmla="*/ 886333 h 6858000"/>
              <a:gd name="connsiteX917" fmla="*/ 1423698 w 7467663"/>
              <a:gd name="connsiteY917" fmla="*/ 710817 h 6858000"/>
              <a:gd name="connsiteX918" fmla="*/ 1357609 w 7467663"/>
              <a:gd name="connsiteY918" fmla="*/ 532892 h 6858000"/>
              <a:gd name="connsiteX919" fmla="*/ 1309550 w 7467663"/>
              <a:gd name="connsiteY919" fmla="*/ 374031 h 6858000"/>
              <a:gd name="connsiteX920" fmla="*/ 1193673 w 7467663"/>
              <a:gd name="connsiteY920" fmla="*/ 49533 h 6858000"/>
              <a:gd name="connsiteX921" fmla="*/ 1164391 w 7467663"/>
              <a:gd name="connsiteY921" fmla="*/ 0 h 6858000"/>
              <a:gd name="connsiteX922" fmla="*/ 1200666 w 7467663"/>
              <a:gd name="connsiteY922" fmla="*/ 0 h 6858000"/>
              <a:gd name="connsiteX923" fmla="*/ 1223408 w 7467663"/>
              <a:gd name="connsiteY923" fmla="*/ 38996 h 6858000"/>
              <a:gd name="connsiteX924" fmla="*/ 1339635 w 7467663"/>
              <a:gd name="connsiteY924" fmla="*/ 365517 h 6858000"/>
              <a:gd name="connsiteX925" fmla="*/ 1387469 w 7467663"/>
              <a:gd name="connsiteY925" fmla="*/ 523079 h 6858000"/>
              <a:gd name="connsiteX926" fmla="*/ 1452685 w 7467663"/>
              <a:gd name="connsiteY926" fmla="*/ 699806 h 6858000"/>
              <a:gd name="connsiteX927" fmla="*/ 1492092 w 7467663"/>
              <a:gd name="connsiteY927" fmla="*/ 800424 h 6858000"/>
              <a:gd name="connsiteX928" fmla="*/ 1455302 w 7467663"/>
              <a:gd name="connsiteY928" fmla="*/ 632913 h 6858000"/>
              <a:gd name="connsiteX929" fmla="*/ 1222336 w 7467663"/>
              <a:gd name="connsiteY929" fmla="*/ 9480 h 6858000"/>
              <a:gd name="connsiteX930" fmla="*/ 1214634 w 7467663"/>
              <a:gd name="connsiteY930" fmla="*/ 0 h 6858000"/>
              <a:gd name="connsiteX931" fmla="*/ 1289827 w 7467663"/>
              <a:gd name="connsiteY931" fmla="*/ 0 h 6858000"/>
              <a:gd name="connsiteX932" fmla="*/ 1321076 w 7467663"/>
              <a:gd name="connsiteY932" fmla="*/ 59722 h 6858000"/>
              <a:gd name="connsiteX933" fmla="*/ 1512579 w 7467663"/>
              <a:gd name="connsiteY933" fmla="*/ 626441 h 6858000"/>
              <a:gd name="connsiteX934" fmla="*/ 1506076 w 7467663"/>
              <a:gd name="connsiteY934" fmla="*/ 1089289 h 6858000"/>
              <a:gd name="connsiteX935" fmla="*/ 1486346 w 7467663"/>
              <a:gd name="connsiteY935" fmla="*/ 1079919 h 6858000"/>
              <a:gd name="connsiteX936" fmla="*/ 1070511 w 7467663"/>
              <a:gd name="connsiteY936" fmla="*/ 48609 h 6858000"/>
              <a:gd name="connsiteX937" fmla="*/ 1057230 w 7467663"/>
              <a:gd name="connsiteY937" fmla="*/ 0 h 6858000"/>
              <a:gd name="connsiteX938" fmla="*/ 43151 w 7467663"/>
              <a:gd name="connsiteY938" fmla="*/ 0 h 6858000"/>
              <a:gd name="connsiteX939" fmla="*/ 95283 w 7467663"/>
              <a:gd name="connsiteY939" fmla="*/ 0 h 6858000"/>
              <a:gd name="connsiteX940" fmla="*/ 300708 w 7467663"/>
              <a:gd name="connsiteY940" fmla="*/ 154571 h 6858000"/>
              <a:gd name="connsiteX941" fmla="*/ 530414 w 7467663"/>
              <a:gd name="connsiteY941" fmla="*/ 354673 h 6858000"/>
              <a:gd name="connsiteX942" fmla="*/ 333785 w 7467663"/>
              <a:gd name="connsiteY942" fmla="*/ 161564 h 6858000"/>
              <a:gd name="connsiteX943" fmla="*/ 147005 w 7467663"/>
              <a:gd name="connsiteY943" fmla="*/ 0 h 6858000"/>
              <a:gd name="connsiteX944" fmla="*/ 272509 w 7467663"/>
              <a:gd name="connsiteY944" fmla="*/ 0 h 6858000"/>
              <a:gd name="connsiteX945" fmla="*/ 326276 w 7467663"/>
              <a:gd name="connsiteY945" fmla="*/ 45847 h 6858000"/>
              <a:gd name="connsiteX946" fmla="*/ 823759 w 7467663"/>
              <a:gd name="connsiteY946" fmla="*/ 574145 h 6858000"/>
              <a:gd name="connsiteX947" fmla="*/ 811254 w 7467663"/>
              <a:gd name="connsiteY947" fmla="*/ 665546 h 6858000"/>
              <a:gd name="connsiteX948" fmla="*/ 154042 w 7467663"/>
              <a:gd name="connsiteY948" fmla="*/ 261522 h 6858000"/>
              <a:gd name="connsiteX949" fmla="*/ 13550 w 7467663"/>
              <a:gd name="connsiteY949" fmla="*/ 158423 h 6858000"/>
              <a:gd name="connsiteX950" fmla="*/ 0 w 7467663"/>
              <a:gd name="connsiteY950" fmla="*/ 146618 h 6858000"/>
              <a:gd name="connsiteX951" fmla="*/ 0 w 7467663"/>
              <a:gd name="connsiteY951" fmla="*/ 59161 h 6858000"/>
              <a:gd name="connsiteX952" fmla="*/ 45427 w 7467663"/>
              <a:gd name="connsiteY952" fmla="*/ 101078 h 6858000"/>
              <a:gd name="connsiteX953" fmla="*/ 630103 w 7467663"/>
              <a:gd name="connsiteY953" fmla="*/ 485885 h 6858000"/>
              <a:gd name="connsiteX954" fmla="*/ 532040 w 7467663"/>
              <a:gd name="connsiteY954" fmla="*/ 399359 h 6858000"/>
              <a:gd name="connsiteX955" fmla="*/ 517618 w 7467663"/>
              <a:gd name="connsiteY955" fmla="*/ 385726 h 6858000"/>
              <a:gd name="connsiteX956" fmla="*/ 285074 w 7467663"/>
              <a:gd name="connsiteY956" fmla="*/ 182755 h 6858000"/>
              <a:gd name="connsiteX957" fmla="*/ 43151 w 7467663"/>
              <a:gd name="connsiteY957" fmla="*/ 0 h 6858000"/>
              <a:gd name="connsiteX0" fmla="*/ 369702 w 7467663"/>
              <a:gd name="connsiteY0" fmla="*/ 6712169 h 6858000"/>
              <a:gd name="connsiteX1" fmla="*/ 366575 w 7467663"/>
              <a:gd name="connsiteY1" fmla="*/ 6715556 h 6858000"/>
              <a:gd name="connsiteX2" fmla="*/ 371637 w 7467663"/>
              <a:gd name="connsiteY2" fmla="*/ 6713954 h 6858000"/>
              <a:gd name="connsiteX3" fmla="*/ 369702 w 7467663"/>
              <a:gd name="connsiteY3" fmla="*/ 6712169 h 6858000"/>
              <a:gd name="connsiteX4" fmla="*/ 7088673 w 7467663"/>
              <a:gd name="connsiteY4" fmla="*/ 6610396 h 6858000"/>
              <a:gd name="connsiteX5" fmla="*/ 7440138 w 7467663"/>
              <a:gd name="connsiteY5" fmla="*/ 6622648 h 6858000"/>
              <a:gd name="connsiteX6" fmla="*/ 7467600 w 7467663"/>
              <a:gd name="connsiteY6" fmla="*/ 6628217 h 6858000"/>
              <a:gd name="connsiteX7" fmla="*/ 7467600 w 7467663"/>
              <a:gd name="connsiteY7" fmla="*/ 6668575 h 6858000"/>
              <a:gd name="connsiteX8" fmla="*/ 7392322 w 7467663"/>
              <a:gd name="connsiteY8" fmla="*/ 6658238 h 6858000"/>
              <a:gd name="connsiteX9" fmla="*/ 7467600 w 7467663"/>
              <a:gd name="connsiteY9" fmla="*/ 6683873 h 6858000"/>
              <a:gd name="connsiteX10" fmla="*/ 7467600 w 7467663"/>
              <a:gd name="connsiteY10" fmla="*/ 6714215 h 6858000"/>
              <a:gd name="connsiteX11" fmla="*/ 7447383 w 7467663"/>
              <a:gd name="connsiteY11" fmla="*/ 6707202 h 6858000"/>
              <a:gd name="connsiteX12" fmla="*/ 7289862 w 7467663"/>
              <a:gd name="connsiteY12" fmla="*/ 6659827 h 6858000"/>
              <a:gd name="connsiteX13" fmla="*/ 7434024 w 7467663"/>
              <a:gd name="connsiteY13" fmla="*/ 6722130 h 6858000"/>
              <a:gd name="connsiteX14" fmla="*/ 7467600 w 7467663"/>
              <a:gd name="connsiteY14" fmla="*/ 6736157 h 6858000"/>
              <a:gd name="connsiteX15" fmla="*/ 7467600 w 7467663"/>
              <a:gd name="connsiteY15" fmla="*/ 6767913 h 6858000"/>
              <a:gd name="connsiteX16" fmla="*/ 7392158 w 7467663"/>
              <a:gd name="connsiteY16" fmla="*/ 6771365 h 6858000"/>
              <a:gd name="connsiteX17" fmla="*/ 7467600 w 7467663"/>
              <a:gd name="connsiteY17" fmla="*/ 6805948 h 6858000"/>
              <a:gd name="connsiteX18" fmla="*/ 7467600 w 7467663"/>
              <a:gd name="connsiteY18" fmla="*/ 6831490 h 6858000"/>
              <a:gd name="connsiteX19" fmla="*/ 7410696 w 7467663"/>
              <a:gd name="connsiteY19" fmla="*/ 6803861 h 6858000"/>
              <a:gd name="connsiteX20" fmla="*/ 7088673 w 7467663"/>
              <a:gd name="connsiteY20" fmla="*/ 6610396 h 6858000"/>
              <a:gd name="connsiteX21" fmla="*/ 1019354 w 7467663"/>
              <a:gd name="connsiteY21" fmla="*/ 6315006 h 6858000"/>
              <a:gd name="connsiteX22" fmla="*/ 441046 w 7467663"/>
              <a:gd name="connsiteY22" fmla="*/ 6691153 h 6858000"/>
              <a:gd name="connsiteX23" fmla="*/ 1019354 w 7467663"/>
              <a:gd name="connsiteY23" fmla="*/ 6315006 h 6858000"/>
              <a:gd name="connsiteX24" fmla="*/ 991680 w 7467663"/>
              <a:gd name="connsiteY24" fmla="*/ 6298413 h 6858000"/>
              <a:gd name="connsiteX25" fmla="*/ 409060 w 7467663"/>
              <a:gd name="connsiteY25" fmla="*/ 6671470 h 6858000"/>
              <a:gd name="connsiteX26" fmla="*/ 991680 w 7467663"/>
              <a:gd name="connsiteY26" fmla="*/ 6298413 h 6858000"/>
              <a:gd name="connsiteX27" fmla="*/ 103333 w 7467663"/>
              <a:gd name="connsiteY27" fmla="*/ 5699602 h 6858000"/>
              <a:gd name="connsiteX28" fmla="*/ 233938 w 7467663"/>
              <a:gd name="connsiteY28" fmla="*/ 5809416 h 6858000"/>
              <a:gd name="connsiteX29" fmla="*/ 883580 w 7467663"/>
              <a:gd name="connsiteY29" fmla="*/ 6180710 h 6858000"/>
              <a:gd name="connsiteX30" fmla="*/ 487337 w 7467663"/>
              <a:gd name="connsiteY30" fmla="*/ 5950182 h 6858000"/>
              <a:gd name="connsiteX31" fmla="*/ 354051 w 7467663"/>
              <a:gd name="connsiteY31" fmla="*/ 5854912 h 6858000"/>
              <a:gd name="connsiteX32" fmla="*/ 195436 w 7467663"/>
              <a:gd name="connsiteY32" fmla="*/ 5755068 h 6858000"/>
              <a:gd name="connsiteX33" fmla="*/ 103333 w 7467663"/>
              <a:gd name="connsiteY33" fmla="*/ 5699602 h 6858000"/>
              <a:gd name="connsiteX34" fmla="*/ 5539432 w 7467663"/>
              <a:gd name="connsiteY34" fmla="*/ 5642928 h 6858000"/>
              <a:gd name="connsiteX35" fmla="*/ 5555462 w 7467663"/>
              <a:gd name="connsiteY35" fmla="*/ 5694454 h 6858000"/>
              <a:gd name="connsiteX36" fmla="*/ 5828270 w 7467663"/>
              <a:gd name="connsiteY36" fmla="*/ 6320663 h 6858000"/>
              <a:gd name="connsiteX37" fmla="*/ 5947416 w 7467663"/>
              <a:gd name="connsiteY37" fmla="*/ 6574846 h 6858000"/>
              <a:gd name="connsiteX38" fmla="*/ 5539432 w 7467663"/>
              <a:gd name="connsiteY38" fmla="*/ 5642928 h 6858000"/>
              <a:gd name="connsiteX39" fmla="*/ 51253 w 7467663"/>
              <a:gd name="connsiteY39" fmla="*/ 5631825 h 6858000"/>
              <a:gd name="connsiteX40" fmla="*/ 211622 w 7467663"/>
              <a:gd name="connsiteY40" fmla="*/ 5728803 h 6858000"/>
              <a:gd name="connsiteX41" fmla="*/ 371652 w 7467663"/>
              <a:gd name="connsiteY41" fmla="*/ 5829062 h 6858000"/>
              <a:gd name="connsiteX42" fmla="*/ 505903 w 7467663"/>
              <a:gd name="connsiteY42" fmla="*/ 5925221 h 6858000"/>
              <a:gd name="connsiteX43" fmla="*/ 899240 w 7467663"/>
              <a:gd name="connsiteY43" fmla="*/ 6153068 h 6858000"/>
              <a:gd name="connsiteX44" fmla="*/ 988114 w 7467663"/>
              <a:gd name="connsiteY44" fmla="*/ 6174204 h 6858000"/>
              <a:gd name="connsiteX45" fmla="*/ 845971 w 7467663"/>
              <a:gd name="connsiteY45" fmla="*/ 6067177 h 6858000"/>
              <a:gd name="connsiteX46" fmla="*/ 448057 w 7467663"/>
              <a:gd name="connsiteY46" fmla="*/ 5841376 h 6858000"/>
              <a:gd name="connsiteX47" fmla="*/ 51253 w 7467663"/>
              <a:gd name="connsiteY47" fmla="*/ 5631825 h 6858000"/>
              <a:gd name="connsiteX48" fmla="*/ 2606687 w 7467663"/>
              <a:gd name="connsiteY48" fmla="*/ 5630718 h 6858000"/>
              <a:gd name="connsiteX49" fmla="*/ 2645658 w 7467663"/>
              <a:gd name="connsiteY49" fmla="*/ 6640259 h 6858000"/>
              <a:gd name="connsiteX50" fmla="*/ 2606687 w 7467663"/>
              <a:gd name="connsiteY50" fmla="*/ 5630718 h 6858000"/>
              <a:gd name="connsiteX51" fmla="*/ 3642057 w 7467663"/>
              <a:gd name="connsiteY51" fmla="*/ 5573487 h 6858000"/>
              <a:gd name="connsiteX52" fmla="*/ 3632981 w 7467663"/>
              <a:gd name="connsiteY52" fmla="*/ 5579437 h 6858000"/>
              <a:gd name="connsiteX53" fmla="*/ 3382436 w 7467663"/>
              <a:gd name="connsiteY53" fmla="*/ 5952726 h 6858000"/>
              <a:gd name="connsiteX54" fmla="*/ 3191929 w 7467663"/>
              <a:gd name="connsiteY54" fmla="*/ 6662669 h 6858000"/>
              <a:gd name="connsiteX55" fmla="*/ 3369898 w 7467663"/>
              <a:gd name="connsiteY55" fmla="*/ 6081771 h 6858000"/>
              <a:gd name="connsiteX56" fmla="*/ 3642057 w 7467663"/>
              <a:gd name="connsiteY56" fmla="*/ 5573487 h 6858000"/>
              <a:gd name="connsiteX57" fmla="*/ 2650666 w 7467663"/>
              <a:gd name="connsiteY57" fmla="*/ 5530686 h 6858000"/>
              <a:gd name="connsiteX58" fmla="*/ 2650249 w 7467663"/>
              <a:gd name="connsiteY58" fmla="*/ 5532101 h 6858000"/>
              <a:gd name="connsiteX59" fmla="*/ 2663808 w 7467663"/>
              <a:gd name="connsiteY59" fmla="*/ 6535215 h 6858000"/>
              <a:gd name="connsiteX60" fmla="*/ 2665418 w 7467663"/>
              <a:gd name="connsiteY60" fmla="*/ 6132756 h 6858000"/>
              <a:gd name="connsiteX61" fmla="*/ 2650666 w 7467663"/>
              <a:gd name="connsiteY61" fmla="*/ 5530686 h 6858000"/>
              <a:gd name="connsiteX62" fmla="*/ 2680277 w 7467663"/>
              <a:gd name="connsiteY62" fmla="*/ 5479204 h 6858000"/>
              <a:gd name="connsiteX63" fmla="*/ 2678972 w 7467663"/>
              <a:gd name="connsiteY63" fmla="*/ 5481582 h 6858000"/>
              <a:gd name="connsiteX64" fmla="*/ 2696666 w 7467663"/>
              <a:gd name="connsiteY64" fmla="*/ 6133836 h 6858000"/>
              <a:gd name="connsiteX65" fmla="*/ 2695769 w 7467663"/>
              <a:gd name="connsiteY65" fmla="*/ 6390955 h 6858000"/>
              <a:gd name="connsiteX66" fmla="*/ 2739893 w 7467663"/>
              <a:gd name="connsiteY66" fmla="*/ 6108357 h 6858000"/>
              <a:gd name="connsiteX67" fmla="*/ 2680277 w 7467663"/>
              <a:gd name="connsiteY67" fmla="*/ 5479204 h 6858000"/>
              <a:gd name="connsiteX68" fmla="*/ 1132195 w 7467663"/>
              <a:gd name="connsiteY68" fmla="*/ 5467980 h 6858000"/>
              <a:gd name="connsiteX69" fmla="*/ 1679056 w 7467663"/>
              <a:gd name="connsiteY69" fmla="*/ 5516907 h 6858000"/>
              <a:gd name="connsiteX70" fmla="*/ 2128648 w 7467663"/>
              <a:gd name="connsiteY70" fmla="*/ 5474249 h 6858000"/>
              <a:gd name="connsiteX71" fmla="*/ 1825619 w 7467663"/>
              <a:gd name="connsiteY71" fmla="*/ 5478447 h 6858000"/>
              <a:gd name="connsiteX72" fmla="*/ 1737798 w 7467663"/>
              <a:gd name="connsiteY72" fmla="*/ 5483353 h 6858000"/>
              <a:gd name="connsiteX73" fmla="*/ 1132195 w 7467663"/>
              <a:gd name="connsiteY73" fmla="*/ 5467980 h 6858000"/>
              <a:gd name="connsiteX74" fmla="*/ 7454976 w 7467663"/>
              <a:gd name="connsiteY74" fmla="*/ 6318297 h 6858000"/>
              <a:gd name="connsiteX75" fmla="*/ 7467600 w 7467663"/>
              <a:gd name="connsiteY75" fmla="*/ 6163634 h 6858000"/>
              <a:gd name="connsiteX76" fmla="*/ 7467600 w 7467663"/>
              <a:gd name="connsiteY76" fmla="*/ 6334256 h 6858000"/>
              <a:gd name="connsiteX77" fmla="*/ 7454976 w 7467663"/>
              <a:gd name="connsiteY77" fmla="*/ 6318297 h 6858000"/>
              <a:gd name="connsiteX78" fmla="*/ 1456157 w 7467663"/>
              <a:gd name="connsiteY78" fmla="*/ 5371404 h 6858000"/>
              <a:gd name="connsiteX79" fmla="*/ 1244432 w 7467663"/>
              <a:gd name="connsiteY79" fmla="*/ 5385601 h 6858000"/>
              <a:gd name="connsiteX80" fmla="*/ 973990 w 7467663"/>
              <a:gd name="connsiteY80" fmla="*/ 5424940 h 6858000"/>
              <a:gd name="connsiteX81" fmla="*/ 1103809 w 7467663"/>
              <a:gd name="connsiteY81" fmla="*/ 5433720 h 6858000"/>
              <a:gd name="connsiteX82" fmla="*/ 1123454 w 7467663"/>
              <a:gd name="connsiteY82" fmla="*/ 5435727 h 6858000"/>
              <a:gd name="connsiteX83" fmla="*/ 1737017 w 7467663"/>
              <a:gd name="connsiteY83" fmla="*/ 5452183 h 6858000"/>
              <a:gd name="connsiteX84" fmla="*/ 1824397 w 7467663"/>
              <a:gd name="connsiteY84" fmla="*/ 5447757 h 6858000"/>
              <a:gd name="connsiteX85" fmla="*/ 2070059 w 7467663"/>
              <a:gd name="connsiteY85" fmla="*/ 5441660 h 6858000"/>
              <a:gd name="connsiteX86" fmla="*/ 1456157 w 7467663"/>
              <a:gd name="connsiteY86" fmla="*/ 5371404 h 6858000"/>
              <a:gd name="connsiteX87" fmla="*/ 4988186 w 7467663"/>
              <a:gd name="connsiteY87" fmla="*/ 5216467 h 6858000"/>
              <a:gd name="connsiteX88" fmla="*/ 4777334 w 7467663"/>
              <a:gd name="connsiteY88" fmla="*/ 5406072 h 6858000"/>
              <a:gd name="connsiteX89" fmla="*/ 4718341 w 7467663"/>
              <a:gd name="connsiteY89" fmla="*/ 5468043 h 6858000"/>
              <a:gd name="connsiteX90" fmla="*/ 4604655 w 7467663"/>
              <a:gd name="connsiteY90" fmla="*/ 5583434 h 6858000"/>
              <a:gd name="connsiteX91" fmla="*/ 4565074 w 7467663"/>
              <a:gd name="connsiteY91" fmla="*/ 5618550 h 6858000"/>
              <a:gd name="connsiteX92" fmla="*/ 4988186 w 7467663"/>
              <a:gd name="connsiteY92" fmla="*/ 5216467 h 6858000"/>
              <a:gd name="connsiteX93" fmla="*/ 4978032 w 7467663"/>
              <a:gd name="connsiteY93" fmla="*/ 5183809 h 6858000"/>
              <a:gd name="connsiteX94" fmla="*/ 4463413 w 7467663"/>
              <a:gd name="connsiteY94" fmla="*/ 5615162 h 6858000"/>
              <a:gd name="connsiteX95" fmla="*/ 4358134 w 7467663"/>
              <a:gd name="connsiteY95" fmla="*/ 5742791 h 6858000"/>
              <a:gd name="connsiteX96" fmla="*/ 4376219 w 7467663"/>
              <a:gd name="connsiteY96" fmla="*/ 5729027 h 6858000"/>
              <a:gd name="connsiteX97" fmla="*/ 4582340 w 7467663"/>
              <a:gd name="connsiteY97" fmla="*/ 5561037 h 6858000"/>
              <a:gd name="connsiteX98" fmla="*/ 4694684 w 7467663"/>
              <a:gd name="connsiteY98" fmla="*/ 5447098 h 6858000"/>
              <a:gd name="connsiteX99" fmla="*/ 4754123 w 7467663"/>
              <a:gd name="connsiteY99" fmla="*/ 5384643 h 6858000"/>
              <a:gd name="connsiteX100" fmla="*/ 4978032 w 7467663"/>
              <a:gd name="connsiteY100" fmla="*/ 5183809 h 6858000"/>
              <a:gd name="connsiteX101" fmla="*/ 1903353 w 7467663"/>
              <a:gd name="connsiteY101" fmla="*/ 5044827 h 6858000"/>
              <a:gd name="connsiteX102" fmla="*/ 1936931 w 7467663"/>
              <a:gd name="connsiteY102" fmla="*/ 5093954 h 6858000"/>
              <a:gd name="connsiteX103" fmla="*/ 2195868 w 7467663"/>
              <a:gd name="connsiteY103" fmla="*/ 5396574 h 6858000"/>
              <a:gd name="connsiteX104" fmla="*/ 2088852 w 7467663"/>
              <a:gd name="connsiteY104" fmla="*/ 5166123 h 6858000"/>
              <a:gd name="connsiteX105" fmla="*/ 1958241 w 7467663"/>
              <a:gd name="connsiteY105" fmla="*/ 5067955 h 6858000"/>
              <a:gd name="connsiteX106" fmla="*/ 1903353 w 7467663"/>
              <a:gd name="connsiteY106" fmla="*/ 5044827 h 6858000"/>
              <a:gd name="connsiteX107" fmla="*/ 1979378 w 7467663"/>
              <a:gd name="connsiteY107" fmla="*/ 4769504 h 6858000"/>
              <a:gd name="connsiteX108" fmla="*/ 2882120 w 7467663"/>
              <a:gd name="connsiteY108" fmla="*/ 5064547 h 6858000"/>
              <a:gd name="connsiteX109" fmla="*/ 2793103 w 7467663"/>
              <a:gd name="connsiteY109" fmla="*/ 5039699 h 6858000"/>
              <a:gd name="connsiteX110" fmla="*/ 2770041 w 7467663"/>
              <a:gd name="connsiteY110" fmla="*/ 5033634 h 6858000"/>
              <a:gd name="connsiteX111" fmla="*/ 1979378 w 7467663"/>
              <a:gd name="connsiteY111" fmla="*/ 4769504 h 6858000"/>
              <a:gd name="connsiteX112" fmla="*/ 1927410 w 7467663"/>
              <a:gd name="connsiteY112" fmla="*/ 4716164 h 6858000"/>
              <a:gd name="connsiteX113" fmla="*/ 1959587 w 7467663"/>
              <a:gd name="connsiteY113" fmla="*/ 4728849 h 6858000"/>
              <a:gd name="connsiteX114" fmla="*/ 2777707 w 7467663"/>
              <a:gd name="connsiteY114" fmla="*/ 5003991 h 6858000"/>
              <a:gd name="connsiteX115" fmla="*/ 2800768 w 7467663"/>
              <a:gd name="connsiteY115" fmla="*/ 5010056 h 6858000"/>
              <a:gd name="connsiteX116" fmla="*/ 2879408 w 7467663"/>
              <a:gd name="connsiteY116" fmla="*/ 5031590 h 6858000"/>
              <a:gd name="connsiteX117" fmla="*/ 2862295 w 7467663"/>
              <a:gd name="connsiteY117" fmla="*/ 5022958 h 6858000"/>
              <a:gd name="connsiteX118" fmla="*/ 2813343 w 7467663"/>
              <a:gd name="connsiteY118" fmla="*/ 4998369 h 6858000"/>
              <a:gd name="connsiteX119" fmla="*/ 2646245 w 7467663"/>
              <a:gd name="connsiteY119" fmla="*/ 4930999 h 6858000"/>
              <a:gd name="connsiteX120" fmla="*/ 1999243 w 7467663"/>
              <a:gd name="connsiteY120" fmla="*/ 4730524 h 6858000"/>
              <a:gd name="connsiteX121" fmla="*/ 1979527 w 7467663"/>
              <a:gd name="connsiteY121" fmla="*/ 4726651 h 6858000"/>
              <a:gd name="connsiteX122" fmla="*/ 1927410 w 7467663"/>
              <a:gd name="connsiteY122" fmla="*/ 4716164 h 6858000"/>
              <a:gd name="connsiteX123" fmla="*/ 1997014 w 7467663"/>
              <a:gd name="connsiteY123" fmla="*/ 4698007 h 6858000"/>
              <a:gd name="connsiteX124" fmla="*/ 2005458 w 7467663"/>
              <a:gd name="connsiteY124" fmla="*/ 4699540 h 6858000"/>
              <a:gd name="connsiteX125" fmla="*/ 2657186 w 7467663"/>
              <a:gd name="connsiteY125" fmla="*/ 4901687 h 6858000"/>
              <a:gd name="connsiteX126" fmla="*/ 2826662 w 7467663"/>
              <a:gd name="connsiteY126" fmla="*/ 4970362 h 6858000"/>
              <a:gd name="connsiteX127" fmla="*/ 2876100 w 7467663"/>
              <a:gd name="connsiteY127" fmla="*/ 4995397 h 6858000"/>
              <a:gd name="connsiteX128" fmla="*/ 3042600 w 7467663"/>
              <a:gd name="connsiteY128" fmla="*/ 5059532 h 6858000"/>
              <a:gd name="connsiteX129" fmla="*/ 1997014 w 7467663"/>
              <a:gd name="connsiteY129" fmla="*/ 4698007 h 6858000"/>
              <a:gd name="connsiteX130" fmla="*/ 2305292 w 7467663"/>
              <a:gd name="connsiteY130" fmla="*/ 4219492 h 6858000"/>
              <a:gd name="connsiteX131" fmla="*/ 3360922 w 7467663"/>
              <a:gd name="connsiteY131" fmla="*/ 4529373 h 6858000"/>
              <a:gd name="connsiteX132" fmla="*/ 3492420 w 7467663"/>
              <a:gd name="connsiteY132" fmla="*/ 4510145 h 6858000"/>
              <a:gd name="connsiteX133" fmla="*/ 3364086 w 7467663"/>
              <a:gd name="connsiteY133" fmla="*/ 4480340 h 6858000"/>
              <a:gd name="connsiteX134" fmla="*/ 3225818 w 7467663"/>
              <a:gd name="connsiteY134" fmla="*/ 4411822 h 6858000"/>
              <a:gd name="connsiteX135" fmla="*/ 3129696 w 7467663"/>
              <a:gd name="connsiteY135" fmla="*/ 4360704 h 6858000"/>
              <a:gd name="connsiteX136" fmla="*/ 2814545 w 7467663"/>
              <a:gd name="connsiteY136" fmla="*/ 4282955 h 6858000"/>
              <a:gd name="connsiteX137" fmla="*/ 2305292 w 7467663"/>
              <a:gd name="connsiteY137" fmla="*/ 4219492 h 6858000"/>
              <a:gd name="connsiteX138" fmla="*/ 2626982 w 7467663"/>
              <a:gd name="connsiteY138" fmla="*/ 4206450 h 6858000"/>
              <a:gd name="connsiteX139" fmla="*/ 2490617 w 7467663"/>
              <a:gd name="connsiteY139" fmla="*/ 4206951 h 6858000"/>
              <a:gd name="connsiteX140" fmla="*/ 2819869 w 7467663"/>
              <a:gd name="connsiteY140" fmla="*/ 4252936 h 6858000"/>
              <a:gd name="connsiteX141" fmla="*/ 3143018 w 7467663"/>
              <a:gd name="connsiteY141" fmla="*/ 4332698 h 6858000"/>
              <a:gd name="connsiteX142" fmla="*/ 3241520 w 7467663"/>
              <a:gd name="connsiteY142" fmla="*/ 4385112 h 6858000"/>
              <a:gd name="connsiteX143" fmla="*/ 3374575 w 7467663"/>
              <a:gd name="connsiteY143" fmla="*/ 4451517 h 6858000"/>
              <a:gd name="connsiteX144" fmla="*/ 3505221 w 7467663"/>
              <a:gd name="connsiteY144" fmla="*/ 4480757 h 6858000"/>
              <a:gd name="connsiteX145" fmla="*/ 2626982 w 7467663"/>
              <a:gd name="connsiteY145" fmla="*/ 4206450 h 6858000"/>
              <a:gd name="connsiteX146" fmla="*/ 1310106 w 7467663"/>
              <a:gd name="connsiteY146" fmla="*/ 3943217 h 6858000"/>
              <a:gd name="connsiteX147" fmla="*/ 854994 w 7467663"/>
              <a:gd name="connsiteY147" fmla="*/ 4399136 h 6858000"/>
              <a:gd name="connsiteX148" fmla="*/ 742462 w 7467663"/>
              <a:gd name="connsiteY148" fmla="*/ 4594648 h 6858000"/>
              <a:gd name="connsiteX149" fmla="*/ 820602 w 7467663"/>
              <a:gd name="connsiteY149" fmla="*/ 4485915 h 6858000"/>
              <a:gd name="connsiteX150" fmla="*/ 878295 w 7467663"/>
              <a:gd name="connsiteY150" fmla="*/ 4403594 h 6858000"/>
              <a:gd name="connsiteX151" fmla="*/ 1240607 w 7467663"/>
              <a:gd name="connsiteY151" fmla="*/ 4010401 h 6858000"/>
              <a:gd name="connsiteX152" fmla="*/ 1310106 w 7467663"/>
              <a:gd name="connsiteY152" fmla="*/ 3943217 h 6858000"/>
              <a:gd name="connsiteX153" fmla="*/ 1423113 w 7467663"/>
              <a:gd name="connsiteY153" fmla="*/ 3874565 h 6858000"/>
              <a:gd name="connsiteX154" fmla="*/ 1260565 w 7467663"/>
              <a:gd name="connsiteY154" fmla="*/ 4031982 h 6858000"/>
              <a:gd name="connsiteX155" fmla="*/ 901900 w 7467663"/>
              <a:gd name="connsiteY155" fmla="*/ 4421236 h 6858000"/>
              <a:gd name="connsiteX156" fmla="*/ 845044 w 7467663"/>
              <a:gd name="connsiteY156" fmla="*/ 4502436 h 6858000"/>
              <a:gd name="connsiteX157" fmla="*/ 685926 w 7467663"/>
              <a:gd name="connsiteY157" fmla="*/ 4703069 h 6858000"/>
              <a:gd name="connsiteX158" fmla="*/ 684248 w 7467663"/>
              <a:gd name="connsiteY158" fmla="*/ 4706721 h 6858000"/>
              <a:gd name="connsiteX159" fmla="*/ 1423113 w 7467663"/>
              <a:gd name="connsiteY159" fmla="*/ 3874565 h 6858000"/>
              <a:gd name="connsiteX160" fmla="*/ 3316479 w 7467663"/>
              <a:gd name="connsiteY160" fmla="*/ 3872136 h 6858000"/>
              <a:gd name="connsiteX161" fmla="*/ 3546806 w 7467663"/>
              <a:gd name="connsiteY161" fmla="*/ 4356139 h 6858000"/>
              <a:gd name="connsiteX162" fmla="*/ 3364433 w 7467663"/>
              <a:gd name="connsiteY162" fmla="*/ 3953121 h 6858000"/>
              <a:gd name="connsiteX163" fmla="*/ 3316479 w 7467663"/>
              <a:gd name="connsiteY163" fmla="*/ 3872136 h 6858000"/>
              <a:gd name="connsiteX164" fmla="*/ 3291335 w 7467663"/>
              <a:gd name="connsiteY164" fmla="*/ 3767420 h 6858000"/>
              <a:gd name="connsiteX165" fmla="*/ 3390805 w 7467663"/>
              <a:gd name="connsiteY165" fmla="*/ 3937163 h 6858000"/>
              <a:gd name="connsiteX166" fmla="*/ 3579062 w 7467663"/>
              <a:gd name="connsiteY166" fmla="*/ 4359040 h 6858000"/>
              <a:gd name="connsiteX167" fmla="*/ 3467355 w 7467663"/>
              <a:gd name="connsiteY167" fmla="*/ 3988130 h 6858000"/>
              <a:gd name="connsiteX168" fmla="*/ 3310753 w 7467663"/>
              <a:gd name="connsiteY168" fmla="*/ 3787140 h 6858000"/>
              <a:gd name="connsiteX169" fmla="*/ 3291335 w 7467663"/>
              <a:gd name="connsiteY169" fmla="*/ 3767420 h 6858000"/>
              <a:gd name="connsiteX170" fmla="*/ 1635889 w 7467663"/>
              <a:gd name="connsiteY170" fmla="*/ 3709494 h 6858000"/>
              <a:gd name="connsiteX171" fmla="*/ 1634800 w 7467663"/>
              <a:gd name="connsiteY171" fmla="*/ 3731111 h 6858000"/>
              <a:gd name="connsiteX172" fmla="*/ 1635889 w 7467663"/>
              <a:gd name="connsiteY172" fmla="*/ 3709494 h 6858000"/>
              <a:gd name="connsiteX173" fmla="*/ 1510397 w 7467663"/>
              <a:gd name="connsiteY173" fmla="*/ 3684705 h 6858000"/>
              <a:gd name="connsiteX174" fmla="*/ 1146550 w 7467663"/>
              <a:gd name="connsiteY174" fmla="*/ 3802012 h 6858000"/>
              <a:gd name="connsiteX175" fmla="*/ 698834 w 7467663"/>
              <a:gd name="connsiteY175" fmla="*/ 3952272 h 6858000"/>
              <a:gd name="connsiteX176" fmla="*/ 34256 w 7467663"/>
              <a:gd name="connsiteY176" fmla="*/ 4347603 h 6858000"/>
              <a:gd name="connsiteX177" fmla="*/ 527241 w 7467663"/>
              <a:gd name="connsiteY177" fmla="*/ 4065078 h 6858000"/>
              <a:gd name="connsiteX178" fmla="*/ 1510397 w 7467663"/>
              <a:gd name="connsiteY178" fmla="*/ 3684705 h 6858000"/>
              <a:gd name="connsiteX179" fmla="*/ 1313114 w 7467663"/>
              <a:gd name="connsiteY179" fmla="*/ 3655216 h 6858000"/>
              <a:gd name="connsiteX180" fmla="*/ 1109304 w 7467663"/>
              <a:gd name="connsiteY180" fmla="*/ 3669030 h 6858000"/>
              <a:gd name="connsiteX181" fmla="*/ 8129 w 7467663"/>
              <a:gd name="connsiteY181" fmla="*/ 4330519 h 6858000"/>
              <a:gd name="connsiteX182" fmla="*/ 687572 w 7467663"/>
              <a:gd name="connsiteY182" fmla="*/ 3925629 h 6858000"/>
              <a:gd name="connsiteX183" fmla="*/ 1138365 w 7467663"/>
              <a:gd name="connsiteY183" fmla="*/ 3774515 h 6858000"/>
              <a:gd name="connsiteX184" fmla="*/ 1505579 w 7467663"/>
              <a:gd name="connsiteY184" fmla="*/ 3655526 h 6858000"/>
              <a:gd name="connsiteX185" fmla="*/ 1313114 w 7467663"/>
              <a:gd name="connsiteY185" fmla="*/ 3655216 h 6858000"/>
              <a:gd name="connsiteX186" fmla="*/ 3655073 w 7467663"/>
              <a:gd name="connsiteY186" fmla="*/ 3650884 h 6858000"/>
              <a:gd name="connsiteX187" fmla="*/ 3989938 w 7467663"/>
              <a:gd name="connsiteY187" fmla="*/ 3991685 h 6858000"/>
              <a:gd name="connsiteX188" fmla="*/ 4393907 w 7467663"/>
              <a:gd name="connsiteY188" fmla="*/ 4261258 h 6858000"/>
              <a:gd name="connsiteX189" fmla="*/ 4648051 w 7467663"/>
              <a:gd name="connsiteY189" fmla="*/ 4374051 h 6858000"/>
              <a:gd name="connsiteX190" fmla="*/ 4383389 w 7467663"/>
              <a:gd name="connsiteY190" fmla="*/ 4184369 h 6858000"/>
              <a:gd name="connsiteX191" fmla="*/ 4165508 w 7467663"/>
              <a:gd name="connsiteY191" fmla="*/ 4035196 h 6858000"/>
              <a:gd name="connsiteX192" fmla="*/ 4068162 w 7467663"/>
              <a:gd name="connsiteY192" fmla="*/ 3953394 h 6858000"/>
              <a:gd name="connsiteX193" fmla="*/ 3981416 w 7467663"/>
              <a:gd name="connsiteY193" fmla="*/ 3880482 h 6858000"/>
              <a:gd name="connsiteX194" fmla="*/ 3800147 w 7467663"/>
              <a:gd name="connsiteY194" fmla="*/ 3749872 h 6858000"/>
              <a:gd name="connsiteX195" fmla="*/ 3655073 w 7467663"/>
              <a:gd name="connsiteY195" fmla="*/ 3650884 h 6858000"/>
              <a:gd name="connsiteX196" fmla="*/ 3670252 w 7467663"/>
              <a:gd name="connsiteY196" fmla="*/ 3622798 h 6858000"/>
              <a:gd name="connsiteX197" fmla="*/ 3817258 w 7467663"/>
              <a:gd name="connsiteY197" fmla="*/ 3723577 h 6858000"/>
              <a:gd name="connsiteX198" fmla="*/ 4000461 w 7467663"/>
              <a:gd name="connsiteY198" fmla="*/ 3855966 h 6858000"/>
              <a:gd name="connsiteX199" fmla="*/ 4088180 w 7467663"/>
              <a:gd name="connsiteY199" fmla="*/ 3929774 h 6858000"/>
              <a:gd name="connsiteX200" fmla="*/ 4184555 w 7467663"/>
              <a:gd name="connsiteY200" fmla="*/ 4010683 h 6858000"/>
              <a:gd name="connsiteX201" fmla="*/ 4399563 w 7467663"/>
              <a:gd name="connsiteY201" fmla="*/ 4158106 h 6858000"/>
              <a:gd name="connsiteX202" fmla="*/ 4684469 w 7467663"/>
              <a:gd name="connsiteY202" fmla="*/ 4364680 h 6858000"/>
              <a:gd name="connsiteX203" fmla="*/ 4690271 w 7467663"/>
              <a:gd name="connsiteY203" fmla="*/ 4370034 h 6858000"/>
              <a:gd name="connsiteX204" fmla="*/ 4136093 w 7467663"/>
              <a:gd name="connsiteY204" fmla="*/ 3858466 h 6858000"/>
              <a:gd name="connsiteX205" fmla="*/ 3670252 w 7467663"/>
              <a:gd name="connsiteY205" fmla="*/ 3622798 h 6858000"/>
              <a:gd name="connsiteX206" fmla="*/ 4440129 w 7467663"/>
              <a:gd name="connsiteY206" fmla="*/ 3448571 h 6858000"/>
              <a:gd name="connsiteX207" fmla="*/ 4856525 w 7467663"/>
              <a:gd name="connsiteY207" fmla="*/ 3915351 h 6858000"/>
              <a:gd name="connsiteX208" fmla="*/ 5059055 w 7467663"/>
              <a:gd name="connsiteY208" fmla="*/ 4108918 h 6858000"/>
              <a:gd name="connsiteX209" fmla="*/ 5290070 w 7467663"/>
              <a:gd name="connsiteY209" fmla="*/ 4263619 h 6858000"/>
              <a:gd name="connsiteX210" fmla="*/ 4834991 w 7467663"/>
              <a:gd name="connsiteY210" fmla="*/ 3830985 h 6858000"/>
              <a:gd name="connsiteX211" fmla="*/ 4440129 w 7467663"/>
              <a:gd name="connsiteY211" fmla="*/ 3448571 h 6858000"/>
              <a:gd name="connsiteX212" fmla="*/ 4441737 w 7467663"/>
              <a:gd name="connsiteY212" fmla="*/ 3399734 h 6858000"/>
              <a:gd name="connsiteX213" fmla="*/ 4431236 w 7467663"/>
              <a:gd name="connsiteY213" fmla="*/ 3400954 h 6858000"/>
              <a:gd name="connsiteX214" fmla="*/ 4557150 w 7467663"/>
              <a:gd name="connsiteY214" fmla="*/ 3510023 h 6858000"/>
              <a:gd name="connsiteX215" fmla="*/ 4856936 w 7467663"/>
              <a:gd name="connsiteY215" fmla="*/ 3809146 h 6858000"/>
              <a:gd name="connsiteX216" fmla="*/ 5111996 w 7467663"/>
              <a:gd name="connsiteY216" fmla="*/ 4065759 h 6858000"/>
              <a:gd name="connsiteX217" fmla="*/ 5388878 w 7467663"/>
              <a:gd name="connsiteY217" fmla="*/ 4300185 h 6858000"/>
              <a:gd name="connsiteX218" fmla="*/ 5425556 w 7467663"/>
              <a:gd name="connsiteY218" fmla="*/ 4308967 h 6858000"/>
              <a:gd name="connsiteX219" fmla="*/ 4943646 w 7467663"/>
              <a:gd name="connsiteY219" fmla="*/ 3822916 h 6858000"/>
              <a:gd name="connsiteX220" fmla="*/ 4594837 w 7467663"/>
              <a:gd name="connsiteY220" fmla="*/ 3532274 h 6858000"/>
              <a:gd name="connsiteX221" fmla="*/ 4441737 w 7467663"/>
              <a:gd name="connsiteY221" fmla="*/ 3399734 h 6858000"/>
              <a:gd name="connsiteX222" fmla="*/ 5425834 w 7467663"/>
              <a:gd name="connsiteY222" fmla="*/ 3162785 h 6858000"/>
              <a:gd name="connsiteX223" fmla="*/ 5401644 w 7467663"/>
              <a:gd name="connsiteY223" fmla="*/ 3617847 h 6858000"/>
              <a:gd name="connsiteX224" fmla="*/ 5467256 w 7467663"/>
              <a:gd name="connsiteY224" fmla="*/ 4175494 h 6858000"/>
              <a:gd name="connsiteX225" fmla="*/ 5448069 w 7467663"/>
              <a:gd name="connsiteY225" fmla="*/ 3567554 h 6858000"/>
              <a:gd name="connsiteX226" fmla="*/ 5425834 w 7467663"/>
              <a:gd name="connsiteY226" fmla="*/ 3162785 h 6858000"/>
              <a:gd name="connsiteX227" fmla="*/ 1318687 w 7467663"/>
              <a:gd name="connsiteY227" fmla="*/ 3113840 h 6858000"/>
              <a:gd name="connsiteX228" fmla="*/ 1066793 w 7467663"/>
              <a:gd name="connsiteY228" fmla="*/ 3212171 h 6858000"/>
              <a:gd name="connsiteX229" fmla="*/ 993319 w 7467663"/>
              <a:gd name="connsiteY229" fmla="*/ 3247648 h 6858000"/>
              <a:gd name="connsiteX230" fmla="*/ 853081 w 7467663"/>
              <a:gd name="connsiteY230" fmla="*/ 3312410 h 6858000"/>
              <a:gd name="connsiteX231" fmla="*/ 805957 w 7467663"/>
              <a:gd name="connsiteY231" fmla="*/ 3330443 h 6858000"/>
              <a:gd name="connsiteX232" fmla="*/ 1318687 w 7467663"/>
              <a:gd name="connsiteY232" fmla="*/ 3113840 h 6858000"/>
              <a:gd name="connsiteX233" fmla="*/ 5453702 w 7467663"/>
              <a:gd name="connsiteY233" fmla="*/ 3090882 h 6858000"/>
              <a:gd name="connsiteX234" fmla="*/ 5480135 w 7467663"/>
              <a:gd name="connsiteY234" fmla="*/ 3565802 h 6858000"/>
              <a:gd name="connsiteX235" fmla="*/ 5499023 w 7467663"/>
              <a:gd name="connsiteY235" fmla="*/ 4166310 h 6858000"/>
              <a:gd name="connsiteX236" fmla="*/ 5547022 w 7467663"/>
              <a:gd name="connsiteY236" fmla="*/ 3607838 h 6858000"/>
              <a:gd name="connsiteX237" fmla="*/ 5515964 w 7467663"/>
              <a:gd name="connsiteY237" fmla="*/ 3378541 h 6858000"/>
              <a:gd name="connsiteX238" fmla="*/ 5453702 w 7467663"/>
              <a:gd name="connsiteY238" fmla="*/ 3090882 h 6858000"/>
              <a:gd name="connsiteX239" fmla="*/ 1238695 w 7467663"/>
              <a:gd name="connsiteY239" fmla="*/ 3076820 h 6858000"/>
              <a:gd name="connsiteX240" fmla="*/ 716371 w 7467663"/>
              <a:gd name="connsiteY240" fmla="*/ 3293249 h 6858000"/>
              <a:gd name="connsiteX241" fmla="*/ 579522 w 7467663"/>
              <a:gd name="connsiteY241" fmla="*/ 3371759 h 6858000"/>
              <a:gd name="connsiteX242" fmla="*/ 600288 w 7467663"/>
              <a:gd name="connsiteY242" fmla="*/ 3365555 h 6858000"/>
              <a:gd name="connsiteX243" fmla="*/ 840692 w 7467663"/>
              <a:gd name="connsiteY243" fmla="*/ 3284921 h 6858000"/>
              <a:gd name="connsiteX244" fmla="*/ 979248 w 7467663"/>
              <a:gd name="connsiteY244" fmla="*/ 3221003 h 6858000"/>
              <a:gd name="connsiteX245" fmla="*/ 1053282 w 7467663"/>
              <a:gd name="connsiteY245" fmla="*/ 3185247 h 6858000"/>
              <a:gd name="connsiteX246" fmla="*/ 1320603 w 7467663"/>
              <a:gd name="connsiteY246" fmla="*/ 3081281 h 6858000"/>
              <a:gd name="connsiteX247" fmla="*/ 1238695 w 7467663"/>
              <a:gd name="connsiteY247" fmla="*/ 3076820 h 6858000"/>
              <a:gd name="connsiteX248" fmla="*/ 5425627 w 7467663"/>
              <a:gd name="connsiteY248" fmla="*/ 2954192 h 6858000"/>
              <a:gd name="connsiteX249" fmla="*/ 5470770 w 7467663"/>
              <a:gd name="connsiteY249" fmla="*/ 3005435 h 6858000"/>
              <a:gd name="connsiteX250" fmla="*/ 5519779 w 7467663"/>
              <a:gd name="connsiteY250" fmla="*/ 4359223 h 6858000"/>
              <a:gd name="connsiteX251" fmla="*/ 5520293 w 7467663"/>
              <a:gd name="connsiteY251" fmla="*/ 4360602 h 6858000"/>
              <a:gd name="connsiteX252" fmla="*/ 5767221 w 7467663"/>
              <a:gd name="connsiteY252" fmla="*/ 4665564 h 6858000"/>
              <a:gd name="connsiteX253" fmla="*/ 6937169 w 7467663"/>
              <a:gd name="connsiteY253" fmla="*/ 4815941 h 6858000"/>
              <a:gd name="connsiteX254" fmla="*/ 6953922 w 7467663"/>
              <a:gd name="connsiteY254" fmla="*/ 4890068 h 6858000"/>
              <a:gd name="connsiteX255" fmla="*/ 6071359 w 7467663"/>
              <a:gd name="connsiteY255" fmla="*/ 4770770 h 6858000"/>
              <a:gd name="connsiteX256" fmla="*/ 6038839 w 7467663"/>
              <a:gd name="connsiteY256" fmla="*/ 4764474 h 6858000"/>
              <a:gd name="connsiteX257" fmla="*/ 6038706 w 7467663"/>
              <a:gd name="connsiteY257" fmla="*/ 4763847 h 6858000"/>
              <a:gd name="connsiteX258" fmla="*/ 6037784 w 7467663"/>
              <a:gd name="connsiteY258" fmla="*/ 4764270 h 6858000"/>
              <a:gd name="connsiteX259" fmla="*/ 6038839 w 7467663"/>
              <a:gd name="connsiteY259" fmla="*/ 4764474 h 6858000"/>
              <a:gd name="connsiteX260" fmla="*/ 6040338 w 7467663"/>
              <a:gd name="connsiteY260" fmla="*/ 4771418 h 6858000"/>
              <a:gd name="connsiteX261" fmla="*/ 6024488 w 7467663"/>
              <a:gd name="connsiteY261" fmla="*/ 4809903 h 6858000"/>
              <a:gd name="connsiteX262" fmla="*/ 5599771 w 7467663"/>
              <a:gd name="connsiteY262" fmla="*/ 5509652 h 6858000"/>
              <a:gd name="connsiteX263" fmla="*/ 5548843 w 7467663"/>
              <a:gd name="connsiteY263" fmla="*/ 5563845 h 6858000"/>
              <a:gd name="connsiteX264" fmla="*/ 5940952 w 7467663"/>
              <a:gd name="connsiteY264" fmla="*/ 6250028 h 6858000"/>
              <a:gd name="connsiteX265" fmla="*/ 6043441 w 7467663"/>
              <a:gd name="connsiteY265" fmla="*/ 6665847 h 6858000"/>
              <a:gd name="connsiteX266" fmla="*/ 6093432 w 7467663"/>
              <a:gd name="connsiteY266" fmla="*/ 6858000 h 6858000"/>
              <a:gd name="connsiteX267" fmla="*/ 6034344 w 7467663"/>
              <a:gd name="connsiteY267" fmla="*/ 6858000 h 6858000"/>
              <a:gd name="connsiteX268" fmla="*/ 6026679 w 7467663"/>
              <a:gd name="connsiteY268" fmla="*/ 6836959 h 6858000"/>
              <a:gd name="connsiteX269" fmla="*/ 5800441 w 7467663"/>
              <a:gd name="connsiteY269" fmla="*/ 6335286 h 6858000"/>
              <a:gd name="connsiteX270" fmla="*/ 5526562 w 7467663"/>
              <a:gd name="connsiteY270" fmla="*/ 5705388 h 6858000"/>
              <a:gd name="connsiteX271" fmla="*/ 5519640 w 7467663"/>
              <a:gd name="connsiteY271" fmla="*/ 5683774 h 6858000"/>
              <a:gd name="connsiteX272" fmla="*/ 5844559 w 7467663"/>
              <a:gd name="connsiteY272" fmla="*/ 6553349 h 6858000"/>
              <a:gd name="connsiteX273" fmla="*/ 5975994 w 7467663"/>
              <a:gd name="connsiteY273" fmla="*/ 6858000 h 6858000"/>
              <a:gd name="connsiteX274" fmla="*/ 5898547 w 7467663"/>
              <a:gd name="connsiteY274" fmla="*/ 6858000 h 6858000"/>
              <a:gd name="connsiteX275" fmla="*/ 5682041 w 7467663"/>
              <a:gd name="connsiteY275" fmla="*/ 6355860 h 6858000"/>
              <a:gd name="connsiteX276" fmla="*/ 5461758 w 7467663"/>
              <a:gd name="connsiteY276" fmla="*/ 5820220 h 6858000"/>
              <a:gd name="connsiteX277" fmla="*/ 5237282 w 7467663"/>
              <a:gd name="connsiteY277" fmla="*/ 6579086 h 6858000"/>
              <a:gd name="connsiteX278" fmla="*/ 5115009 w 7467663"/>
              <a:gd name="connsiteY278" fmla="*/ 6858000 h 6858000"/>
              <a:gd name="connsiteX279" fmla="*/ 5028074 w 7467663"/>
              <a:gd name="connsiteY279" fmla="*/ 6858000 h 6858000"/>
              <a:gd name="connsiteX280" fmla="*/ 5079508 w 7467663"/>
              <a:gd name="connsiteY280" fmla="*/ 6749074 h 6858000"/>
              <a:gd name="connsiteX281" fmla="*/ 5371846 w 7467663"/>
              <a:gd name="connsiteY281" fmla="*/ 5924413 h 6858000"/>
              <a:gd name="connsiteX282" fmla="*/ 5270512 w 7467663"/>
              <a:gd name="connsiteY282" fmla="*/ 6138975 h 6858000"/>
              <a:gd name="connsiteX283" fmla="*/ 5062409 w 7467663"/>
              <a:gd name="connsiteY283" fmla="*/ 6653544 h 6858000"/>
              <a:gd name="connsiteX284" fmla="*/ 5036628 w 7467663"/>
              <a:gd name="connsiteY284" fmla="*/ 6754247 h 6858000"/>
              <a:gd name="connsiteX285" fmla="*/ 5009112 w 7467663"/>
              <a:gd name="connsiteY285" fmla="*/ 6858000 h 6858000"/>
              <a:gd name="connsiteX286" fmla="*/ 4976679 w 7467663"/>
              <a:gd name="connsiteY286" fmla="*/ 6858000 h 6858000"/>
              <a:gd name="connsiteX287" fmla="*/ 5006537 w 7467663"/>
              <a:gd name="connsiteY287" fmla="*/ 6747068 h 6858000"/>
              <a:gd name="connsiteX288" fmla="*/ 5032723 w 7467663"/>
              <a:gd name="connsiteY288" fmla="*/ 6644957 h 6858000"/>
              <a:gd name="connsiteX289" fmla="*/ 5242949 w 7467663"/>
              <a:gd name="connsiteY289" fmla="*/ 6125175 h 6858000"/>
              <a:gd name="connsiteX290" fmla="*/ 5286321 w 7467663"/>
              <a:gd name="connsiteY290" fmla="*/ 6033555 h 6858000"/>
              <a:gd name="connsiteX291" fmla="*/ 5008210 w 7467663"/>
              <a:gd name="connsiteY291" fmla="*/ 6649194 h 6858000"/>
              <a:gd name="connsiteX292" fmla="*/ 4986321 w 7467663"/>
              <a:gd name="connsiteY292" fmla="*/ 6765687 h 6858000"/>
              <a:gd name="connsiteX293" fmla="*/ 4973474 w 7467663"/>
              <a:gd name="connsiteY293" fmla="*/ 6858000 h 6858000"/>
              <a:gd name="connsiteX294" fmla="*/ 4907178 w 7467663"/>
              <a:gd name="connsiteY294" fmla="*/ 6858000 h 6858000"/>
              <a:gd name="connsiteX295" fmla="*/ 4910810 w 7467663"/>
              <a:gd name="connsiteY295" fmla="*/ 6829660 h 6858000"/>
              <a:gd name="connsiteX296" fmla="*/ 4987461 w 7467663"/>
              <a:gd name="connsiteY296" fmla="*/ 6432994 h 6858000"/>
              <a:gd name="connsiteX297" fmla="*/ 5179262 w 7467663"/>
              <a:gd name="connsiteY297" fmla="*/ 6035044 h 6858000"/>
              <a:gd name="connsiteX298" fmla="*/ 4689678 w 7467663"/>
              <a:gd name="connsiteY298" fmla="*/ 6440241 h 6858000"/>
              <a:gd name="connsiteX299" fmla="*/ 4477543 w 7467663"/>
              <a:gd name="connsiteY299" fmla="*/ 6674836 h 6858000"/>
              <a:gd name="connsiteX300" fmla="*/ 4329957 w 7467663"/>
              <a:gd name="connsiteY300" fmla="*/ 6858000 h 6858000"/>
              <a:gd name="connsiteX301" fmla="*/ 4218595 w 7467663"/>
              <a:gd name="connsiteY301" fmla="*/ 6858000 h 6858000"/>
              <a:gd name="connsiteX302" fmla="*/ 4368888 w 7467663"/>
              <a:gd name="connsiteY302" fmla="*/ 6668412 h 6858000"/>
              <a:gd name="connsiteX303" fmla="*/ 4563091 w 7467663"/>
              <a:gd name="connsiteY303" fmla="*/ 6442508 h 6858000"/>
              <a:gd name="connsiteX304" fmla="*/ 5387324 w 7467663"/>
              <a:gd name="connsiteY304" fmla="*/ 5705830 h 6858000"/>
              <a:gd name="connsiteX305" fmla="*/ 5073620 w 7467663"/>
              <a:gd name="connsiteY305" fmla="*/ 5955437 h 6858000"/>
              <a:gd name="connsiteX306" fmla="*/ 4689789 w 7467663"/>
              <a:gd name="connsiteY306" fmla="*/ 6268382 h 6858000"/>
              <a:gd name="connsiteX307" fmla="*/ 4418722 w 7467663"/>
              <a:gd name="connsiteY307" fmla="*/ 6570886 h 6858000"/>
              <a:gd name="connsiteX308" fmla="*/ 4214944 w 7467663"/>
              <a:gd name="connsiteY308" fmla="*/ 6858000 h 6858000"/>
              <a:gd name="connsiteX309" fmla="*/ 4177898 w 7467663"/>
              <a:gd name="connsiteY309" fmla="*/ 6858000 h 6858000"/>
              <a:gd name="connsiteX310" fmla="*/ 4391597 w 7467663"/>
              <a:gd name="connsiteY310" fmla="*/ 6556370 h 6858000"/>
              <a:gd name="connsiteX311" fmla="*/ 4668889 w 7467663"/>
              <a:gd name="connsiteY311" fmla="*/ 6246399 h 6858000"/>
              <a:gd name="connsiteX312" fmla="*/ 5055427 w 7467663"/>
              <a:gd name="connsiteY312" fmla="*/ 5931476 h 6858000"/>
              <a:gd name="connsiteX313" fmla="*/ 5371814 w 7467663"/>
              <a:gd name="connsiteY313" fmla="*/ 5678975 h 6858000"/>
              <a:gd name="connsiteX314" fmla="*/ 4987918 w 7467663"/>
              <a:gd name="connsiteY314" fmla="*/ 5838701 h 6858000"/>
              <a:gd name="connsiteX315" fmla="*/ 4317146 w 7467663"/>
              <a:gd name="connsiteY315" fmla="*/ 6587716 h 6858000"/>
              <a:gd name="connsiteX316" fmla="*/ 4171627 w 7467663"/>
              <a:gd name="connsiteY316" fmla="*/ 6858000 h 6858000"/>
              <a:gd name="connsiteX317" fmla="*/ 4081585 w 7467663"/>
              <a:gd name="connsiteY317" fmla="*/ 6858000 h 6858000"/>
              <a:gd name="connsiteX318" fmla="*/ 4238603 w 7467663"/>
              <a:gd name="connsiteY318" fmla="*/ 6559341 h 6858000"/>
              <a:gd name="connsiteX319" fmla="*/ 4778333 w 7467663"/>
              <a:gd name="connsiteY319" fmla="*/ 5873626 h 6858000"/>
              <a:gd name="connsiteX320" fmla="*/ 5414185 w 7467663"/>
              <a:gd name="connsiteY320" fmla="*/ 5573882 h 6858000"/>
              <a:gd name="connsiteX321" fmla="*/ 5959648 w 7467663"/>
              <a:gd name="connsiteY321" fmla="*/ 4760797 h 6858000"/>
              <a:gd name="connsiteX322" fmla="*/ 5355019 w 7467663"/>
              <a:gd name="connsiteY322" fmla="*/ 4734672 h 6858000"/>
              <a:gd name="connsiteX323" fmla="*/ 5083565 w 7467663"/>
              <a:gd name="connsiteY323" fmla="*/ 5179121 h 6858000"/>
              <a:gd name="connsiteX324" fmla="*/ 4713577 w 7467663"/>
              <a:gd name="connsiteY324" fmla="*/ 5616803 h 6858000"/>
              <a:gd name="connsiteX325" fmla="*/ 3989559 w 7467663"/>
              <a:gd name="connsiteY325" fmla="*/ 6145945 h 6858000"/>
              <a:gd name="connsiteX326" fmla="*/ 3939824 w 7467663"/>
              <a:gd name="connsiteY326" fmla="*/ 6066900 h 6858000"/>
              <a:gd name="connsiteX327" fmla="*/ 4584537 w 7467663"/>
              <a:gd name="connsiteY327" fmla="*/ 5324826 h 6858000"/>
              <a:gd name="connsiteX328" fmla="*/ 5037105 w 7467663"/>
              <a:gd name="connsiteY328" fmla="*/ 5088765 h 6858000"/>
              <a:gd name="connsiteX329" fmla="*/ 5039930 w 7467663"/>
              <a:gd name="connsiteY329" fmla="*/ 5089585 h 6858000"/>
              <a:gd name="connsiteX330" fmla="*/ 5263764 w 7467663"/>
              <a:gd name="connsiteY330" fmla="*/ 4735525 h 6858000"/>
              <a:gd name="connsiteX331" fmla="*/ 4086300 w 7467663"/>
              <a:gd name="connsiteY331" fmla="*/ 4884599 h 6858000"/>
              <a:gd name="connsiteX332" fmla="*/ 4085485 w 7467663"/>
              <a:gd name="connsiteY332" fmla="*/ 4899070 h 6858000"/>
              <a:gd name="connsiteX333" fmla="*/ 3871915 w 7467663"/>
              <a:gd name="connsiteY333" fmla="*/ 5253645 h 6858000"/>
              <a:gd name="connsiteX334" fmla="*/ 3799374 w 7467663"/>
              <a:gd name="connsiteY334" fmla="*/ 5466127 h 6858000"/>
              <a:gd name="connsiteX335" fmla="*/ 3498850 w 7467663"/>
              <a:gd name="connsiteY335" fmla="*/ 6661888 h 6858000"/>
              <a:gd name="connsiteX336" fmla="*/ 3399216 w 7467663"/>
              <a:gd name="connsiteY336" fmla="*/ 6858000 h 6858000"/>
              <a:gd name="connsiteX337" fmla="*/ 3303688 w 7467663"/>
              <a:gd name="connsiteY337" fmla="*/ 6858000 h 6858000"/>
              <a:gd name="connsiteX338" fmla="*/ 3391774 w 7467663"/>
              <a:gd name="connsiteY338" fmla="*/ 6697181 h 6858000"/>
              <a:gd name="connsiteX339" fmla="*/ 3735540 w 7467663"/>
              <a:gd name="connsiteY339" fmla="*/ 5546923 h 6858000"/>
              <a:gd name="connsiteX340" fmla="*/ 3729438 w 7467663"/>
              <a:gd name="connsiteY340" fmla="*/ 5569058 h 6858000"/>
              <a:gd name="connsiteX341" fmla="*/ 3707782 w 7467663"/>
              <a:gd name="connsiteY341" fmla="*/ 5644908 h 6858000"/>
              <a:gd name="connsiteX342" fmla="*/ 3583827 w 7467663"/>
              <a:gd name="connsiteY342" fmla="*/ 6039215 h 6858000"/>
              <a:gd name="connsiteX343" fmla="*/ 3547861 w 7467663"/>
              <a:gd name="connsiteY343" fmla="*/ 6129609 h 6858000"/>
              <a:gd name="connsiteX344" fmla="*/ 3490905 w 7467663"/>
              <a:gd name="connsiteY344" fmla="*/ 6277660 h 6858000"/>
              <a:gd name="connsiteX345" fmla="*/ 3455859 w 7467663"/>
              <a:gd name="connsiteY345" fmla="*/ 6391301 h 6858000"/>
              <a:gd name="connsiteX346" fmla="*/ 3429112 w 7467663"/>
              <a:gd name="connsiteY346" fmla="*/ 6479469 h 6858000"/>
              <a:gd name="connsiteX347" fmla="*/ 3304862 w 7467663"/>
              <a:gd name="connsiteY347" fmla="*/ 6796476 h 6858000"/>
              <a:gd name="connsiteX348" fmla="*/ 3276071 w 7467663"/>
              <a:gd name="connsiteY348" fmla="*/ 6858000 h 6858000"/>
              <a:gd name="connsiteX349" fmla="*/ 3240805 w 7467663"/>
              <a:gd name="connsiteY349" fmla="*/ 6858000 h 6858000"/>
              <a:gd name="connsiteX350" fmla="*/ 3275917 w 7467663"/>
              <a:gd name="connsiteY350" fmla="*/ 6783192 h 6858000"/>
              <a:gd name="connsiteX351" fmla="*/ 3399358 w 7467663"/>
              <a:gd name="connsiteY351" fmla="*/ 6469011 h 6858000"/>
              <a:gd name="connsiteX352" fmla="*/ 3425650 w 7467663"/>
              <a:gd name="connsiteY352" fmla="*/ 6381333 h 6858000"/>
              <a:gd name="connsiteX353" fmla="*/ 3460661 w 7467663"/>
              <a:gd name="connsiteY353" fmla="*/ 6266763 h 6858000"/>
              <a:gd name="connsiteX354" fmla="*/ 3518021 w 7467663"/>
              <a:gd name="connsiteY354" fmla="*/ 6117298 h 6858000"/>
              <a:gd name="connsiteX355" fmla="*/ 3554035 w 7467663"/>
              <a:gd name="connsiteY355" fmla="*/ 6027832 h 6858000"/>
              <a:gd name="connsiteX356" fmla="*/ 3677174 w 7467663"/>
              <a:gd name="connsiteY356" fmla="*/ 5636351 h 6858000"/>
              <a:gd name="connsiteX357" fmla="*/ 3698819 w 7467663"/>
              <a:gd name="connsiteY357" fmla="*/ 5560503 h 6858000"/>
              <a:gd name="connsiteX358" fmla="*/ 3702094 w 7467663"/>
              <a:gd name="connsiteY358" fmla="*/ 5549194 h 6858000"/>
              <a:gd name="connsiteX359" fmla="*/ 3398355 w 7467663"/>
              <a:gd name="connsiteY359" fmla="*/ 6094603 h 6858000"/>
              <a:gd name="connsiteX360" fmla="*/ 3193941 w 7467663"/>
              <a:gd name="connsiteY360" fmla="*/ 6798775 h 6858000"/>
              <a:gd name="connsiteX361" fmla="*/ 3184140 w 7467663"/>
              <a:gd name="connsiteY361" fmla="*/ 6858000 h 6858000"/>
              <a:gd name="connsiteX362" fmla="*/ 3099978 w 7467663"/>
              <a:gd name="connsiteY362" fmla="*/ 6858000 h 6858000"/>
              <a:gd name="connsiteX363" fmla="*/ 3101556 w 7467663"/>
              <a:gd name="connsiteY363" fmla="*/ 6843337 h 6858000"/>
              <a:gd name="connsiteX364" fmla="*/ 3370162 w 7467663"/>
              <a:gd name="connsiteY364" fmla="*/ 5785550 h 6858000"/>
              <a:gd name="connsiteX365" fmla="*/ 3746477 w 7467663"/>
              <a:gd name="connsiteY365" fmla="*/ 5377889 h 6858000"/>
              <a:gd name="connsiteX366" fmla="*/ 3863399 w 7467663"/>
              <a:gd name="connsiteY366" fmla="*/ 5087257 h 6858000"/>
              <a:gd name="connsiteX367" fmla="*/ 3968712 w 7467663"/>
              <a:gd name="connsiteY367" fmla="*/ 4913989 h 6858000"/>
              <a:gd name="connsiteX368" fmla="*/ 2792390 w 7467663"/>
              <a:gd name="connsiteY368" fmla="*/ 5382974 h 6858000"/>
              <a:gd name="connsiteX369" fmla="*/ 2714982 w 7467663"/>
              <a:gd name="connsiteY369" fmla="*/ 5427051 h 6858000"/>
              <a:gd name="connsiteX370" fmla="*/ 2813361 w 7467663"/>
              <a:gd name="connsiteY370" fmla="*/ 6023912 h 6858000"/>
              <a:gd name="connsiteX371" fmla="*/ 2688430 w 7467663"/>
              <a:gd name="connsiteY371" fmla="*/ 6801564 h 6858000"/>
              <a:gd name="connsiteX372" fmla="*/ 2629626 w 7467663"/>
              <a:gd name="connsiteY372" fmla="*/ 6763394 h 6858000"/>
              <a:gd name="connsiteX373" fmla="*/ 2565328 w 7467663"/>
              <a:gd name="connsiteY373" fmla="*/ 5516399 h 6858000"/>
              <a:gd name="connsiteX374" fmla="*/ 1922999 w 7467663"/>
              <a:gd name="connsiteY374" fmla="*/ 5980343 h 6858000"/>
              <a:gd name="connsiteX375" fmla="*/ 1950261 w 7467663"/>
              <a:gd name="connsiteY375" fmla="*/ 6405858 h 6858000"/>
              <a:gd name="connsiteX376" fmla="*/ 2365554 w 7467663"/>
              <a:gd name="connsiteY376" fmla="*/ 6759107 h 6858000"/>
              <a:gd name="connsiteX377" fmla="*/ 2424142 w 7467663"/>
              <a:gd name="connsiteY377" fmla="*/ 6858000 h 6858000"/>
              <a:gd name="connsiteX378" fmla="*/ 2395994 w 7467663"/>
              <a:gd name="connsiteY378" fmla="*/ 6858000 h 6858000"/>
              <a:gd name="connsiteX379" fmla="*/ 2392863 w 7467663"/>
              <a:gd name="connsiteY379" fmla="*/ 6852964 h 6858000"/>
              <a:gd name="connsiteX380" fmla="*/ 2017589 w 7467663"/>
              <a:gd name="connsiteY380" fmla="*/ 6493982 h 6858000"/>
              <a:gd name="connsiteX381" fmla="*/ 2147336 w 7467663"/>
              <a:gd name="connsiteY381" fmla="*/ 6594052 h 6858000"/>
              <a:gd name="connsiteX382" fmla="*/ 2207047 w 7467663"/>
              <a:gd name="connsiteY382" fmla="*/ 6654540 h 6858000"/>
              <a:gd name="connsiteX383" fmla="*/ 2299106 w 7467663"/>
              <a:gd name="connsiteY383" fmla="*/ 6778931 h 6858000"/>
              <a:gd name="connsiteX384" fmla="*/ 2314430 w 7467663"/>
              <a:gd name="connsiteY384" fmla="*/ 6801144 h 6858000"/>
              <a:gd name="connsiteX385" fmla="*/ 2352406 w 7467663"/>
              <a:gd name="connsiteY385" fmla="*/ 6858000 h 6858000"/>
              <a:gd name="connsiteX386" fmla="*/ 2314492 w 7467663"/>
              <a:gd name="connsiteY386" fmla="*/ 6858000 h 6858000"/>
              <a:gd name="connsiteX387" fmla="*/ 2288095 w 7467663"/>
              <a:gd name="connsiteY387" fmla="*/ 6818030 h 6858000"/>
              <a:gd name="connsiteX388" fmla="*/ 2272768 w 7467663"/>
              <a:gd name="connsiteY388" fmla="*/ 6795822 h 6858000"/>
              <a:gd name="connsiteX389" fmla="*/ 2182715 w 7467663"/>
              <a:gd name="connsiteY389" fmla="*/ 6675071 h 6858000"/>
              <a:gd name="connsiteX390" fmla="*/ 2032061 w 7467663"/>
              <a:gd name="connsiteY390" fmla="*/ 6541380 h 6858000"/>
              <a:gd name="connsiteX391" fmla="*/ 2257220 w 7467663"/>
              <a:gd name="connsiteY391" fmla="*/ 6826257 h 6858000"/>
              <a:gd name="connsiteX392" fmla="*/ 2281324 w 7467663"/>
              <a:gd name="connsiteY392" fmla="*/ 6858000 h 6858000"/>
              <a:gd name="connsiteX393" fmla="*/ 2242860 w 7467663"/>
              <a:gd name="connsiteY393" fmla="*/ 6858000 h 6858000"/>
              <a:gd name="connsiteX394" fmla="*/ 2232818 w 7467663"/>
              <a:gd name="connsiteY394" fmla="*/ 6844926 h 6858000"/>
              <a:gd name="connsiteX395" fmla="*/ 1990172 w 7467663"/>
              <a:gd name="connsiteY395" fmla="*/ 6542121 h 6858000"/>
              <a:gd name="connsiteX396" fmla="*/ 2124090 w 7467663"/>
              <a:gd name="connsiteY396" fmla="*/ 6761017 h 6858000"/>
              <a:gd name="connsiteX397" fmla="*/ 2200380 w 7467663"/>
              <a:gd name="connsiteY397" fmla="*/ 6858000 h 6858000"/>
              <a:gd name="connsiteX398" fmla="*/ 2147507 w 7467663"/>
              <a:gd name="connsiteY398" fmla="*/ 6858000 h 6858000"/>
              <a:gd name="connsiteX399" fmla="*/ 2070668 w 7467663"/>
              <a:gd name="connsiteY399" fmla="*/ 6761520 h 6858000"/>
              <a:gd name="connsiteX400" fmla="*/ 1975142 w 7467663"/>
              <a:gd name="connsiteY400" fmla="*/ 6585570 h 6858000"/>
              <a:gd name="connsiteX401" fmla="*/ 2050035 w 7467663"/>
              <a:gd name="connsiteY401" fmla="*/ 6813345 h 6858000"/>
              <a:gd name="connsiteX402" fmla="*/ 2063025 w 7467663"/>
              <a:gd name="connsiteY402" fmla="*/ 6858000 h 6858000"/>
              <a:gd name="connsiteX403" fmla="*/ 2021675 w 7467663"/>
              <a:gd name="connsiteY403" fmla="*/ 6858000 h 6858000"/>
              <a:gd name="connsiteX404" fmla="*/ 2019308 w 7467663"/>
              <a:gd name="connsiteY404" fmla="*/ 6847118 h 6858000"/>
              <a:gd name="connsiteX405" fmla="*/ 1938835 w 7467663"/>
              <a:gd name="connsiteY405" fmla="*/ 6551160 h 6858000"/>
              <a:gd name="connsiteX406" fmla="*/ 1953230 w 7467663"/>
              <a:gd name="connsiteY406" fmla="*/ 6759699 h 6858000"/>
              <a:gd name="connsiteX407" fmla="*/ 1956763 w 7467663"/>
              <a:gd name="connsiteY407" fmla="*/ 6778191 h 6858000"/>
              <a:gd name="connsiteX408" fmla="*/ 1967925 w 7467663"/>
              <a:gd name="connsiteY408" fmla="*/ 6858000 h 6858000"/>
              <a:gd name="connsiteX409" fmla="*/ 1936622 w 7467663"/>
              <a:gd name="connsiteY409" fmla="*/ 6858000 h 6858000"/>
              <a:gd name="connsiteX410" fmla="*/ 1926261 w 7467663"/>
              <a:gd name="connsiteY410" fmla="*/ 6784064 h 6858000"/>
              <a:gd name="connsiteX411" fmla="*/ 1922724 w 7467663"/>
              <a:gd name="connsiteY411" fmla="*/ 6765577 h 6858000"/>
              <a:gd name="connsiteX412" fmla="*/ 1904650 w 7467663"/>
              <a:gd name="connsiteY412" fmla="*/ 6639616 h 6858000"/>
              <a:gd name="connsiteX413" fmla="*/ 1885273 w 7467663"/>
              <a:gd name="connsiteY413" fmla="*/ 6858000 h 6858000"/>
              <a:gd name="connsiteX414" fmla="*/ 1854363 w 7467663"/>
              <a:gd name="connsiteY414" fmla="*/ 6858000 h 6858000"/>
              <a:gd name="connsiteX415" fmla="*/ 1880391 w 7467663"/>
              <a:gd name="connsiteY415" fmla="*/ 6603796 h 6858000"/>
              <a:gd name="connsiteX416" fmla="*/ 1818273 w 7467663"/>
              <a:gd name="connsiteY416" fmla="*/ 6715729 h 6858000"/>
              <a:gd name="connsiteX417" fmla="*/ 1794691 w 7467663"/>
              <a:gd name="connsiteY417" fmla="*/ 6843239 h 6858000"/>
              <a:gd name="connsiteX418" fmla="*/ 1794914 w 7467663"/>
              <a:gd name="connsiteY418" fmla="*/ 6858000 h 6858000"/>
              <a:gd name="connsiteX419" fmla="*/ 1746128 w 7467663"/>
              <a:gd name="connsiteY419" fmla="*/ 6858000 h 6858000"/>
              <a:gd name="connsiteX420" fmla="*/ 1753934 w 7467663"/>
              <a:gd name="connsiteY420" fmla="*/ 6724796 h 6858000"/>
              <a:gd name="connsiteX421" fmla="*/ 1792053 w 7467663"/>
              <a:gd name="connsiteY421" fmla="*/ 6572396 h 6858000"/>
              <a:gd name="connsiteX422" fmla="*/ 1862248 w 7467663"/>
              <a:gd name="connsiteY422" fmla="*/ 6266397 h 6858000"/>
              <a:gd name="connsiteX423" fmla="*/ 1862250 w 7467663"/>
              <a:gd name="connsiteY423" fmla="*/ 6033531 h 6858000"/>
              <a:gd name="connsiteX424" fmla="*/ 1211999 w 7467663"/>
              <a:gd name="connsiteY424" fmla="*/ 6683610 h 6858000"/>
              <a:gd name="connsiteX425" fmla="*/ 1213266 w 7467663"/>
              <a:gd name="connsiteY425" fmla="*/ 6691947 h 6858000"/>
              <a:gd name="connsiteX426" fmla="*/ 1203370 w 7467663"/>
              <a:gd name="connsiteY426" fmla="*/ 6850676 h 6858000"/>
              <a:gd name="connsiteX427" fmla="*/ 1203671 w 7467663"/>
              <a:gd name="connsiteY427" fmla="*/ 6858000 h 6858000"/>
              <a:gd name="connsiteX428" fmla="*/ 1143180 w 7467663"/>
              <a:gd name="connsiteY428" fmla="*/ 6858000 h 6858000"/>
              <a:gd name="connsiteX429" fmla="*/ 1142176 w 7467663"/>
              <a:gd name="connsiteY429" fmla="*/ 6766045 h 6858000"/>
              <a:gd name="connsiteX430" fmla="*/ 1067484 w 7467663"/>
              <a:gd name="connsiteY430" fmla="*/ 6858000 h 6858000"/>
              <a:gd name="connsiteX431" fmla="*/ 953928 w 7467663"/>
              <a:gd name="connsiteY431" fmla="*/ 6858000 h 6858000"/>
              <a:gd name="connsiteX432" fmla="*/ 959715 w 7467663"/>
              <a:gd name="connsiteY432" fmla="*/ 6850185 h 6858000"/>
              <a:gd name="connsiteX433" fmla="*/ 1483788 w 7467663"/>
              <a:gd name="connsiteY433" fmla="*/ 6259174 h 6858000"/>
              <a:gd name="connsiteX434" fmla="*/ 1100671 w 7467663"/>
              <a:gd name="connsiteY434" fmla="*/ 6252137 h 6858000"/>
              <a:gd name="connsiteX435" fmla="*/ 1090144 w 7467663"/>
              <a:gd name="connsiteY435" fmla="*/ 6256748 h 6858000"/>
              <a:gd name="connsiteX436" fmla="*/ 1095872 w 7467663"/>
              <a:gd name="connsiteY436" fmla="*/ 6271892 h 6858000"/>
              <a:gd name="connsiteX437" fmla="*/ 262785 w 7467663"/>
              <a:gd name="connsiteY437" fmla="*/ 6845450 h 6858000"/>
              <a:gd name="connsiteX438" fmla="*/ 209968 w 7467663"/>
              <a:gd name="connsiteY438" fmla="*/ 6770713 h 6858000"/>
              <a:gd name="connsiteX439" fmla="*/ 873460 w 7467663"/>
              <a:gd name="connsiteY439" fmla="*/ 6253768 h 6858000"/>
              <a:gd name="connsiteX440" fmla="*/ 192686 w 7467663"/>
              <a:gd name="connsiteY440" fmla="*/ 5849257 h 6858000"/>
              <a:gd name="connsiteX441" fmla="*/ 4696 w 7467663"/>
              <a:gd name="connsiteY441" fmla="*/ 5697668 h 6858000"/>
              <a:gd name="connsiteX442" fmla="*/ 0 w 7467663"/>
              <a:gd name="connsiteY442" fmla="*/ 5689984 h 6858000"/>
              <a:gd name="connsiteX443" fmla="*/ 0 w 7467663"/>
              <a:gd name="connsiteY443" fmla="*/ 5513472 h 6858000"/>
              <a:gd name="connsiteX444" fmla="*/ 174101 w 7467663"/>
              <a:gd name="connsiteY444" fmla="*/ 5620277 h 6858000"/>
              <a:gd name="connsiteX445" fmla="*/ 891800 w 7467663"/>
              <a:gd name="connsiteY445" fmla="*/ 6036935 h 6858000"/>
              <a:gd name="connsiteX446" fmla="*/ 1072219 w 7467663"/>
              <a:gd name="connsiteY446" fmla="*/ 6169443 h 6858000"/>
              <a:gd name="connsiteX447" fmla="*/ 1074117 w 7467663"/>
              <a:gd name="connsiteY447" fmla="*/ 6170301 h 6858000"/>
              <a:gd name="connsiteX448" fmla="*/ 1083114 w 7467663"/>
              <a:gd name="connsiteY448" fmla="*/ 6174131 h 6858000"/>
              <a:gd name="connsiteX449" fmla="*/ 1543010 w 7467663"/>
              <a:gd name="connsiteY449" fmla="*/ 6191140 h 6858000"/>
              <a:gd name="connsiteX450" fmla="*/ 1551080 w 7467663"/>
              <a:gd name="connsiteY450" fmla="*/ 6195006 h 6858000"/>
              <a:gd name="connsiteX451" fmla="*/ 2345443 w 7467663"/>
              <a:gd name="connsiteY451" fmla="*/ 5549882 h 6858000"/>
              <a:gd name="connsiteX452" fmla="*/ 1721499 w 7467663"/>
              <a:gd name="connsiteY452" fmla="*/ 5599969 h 6858000"/>
              <a:gd name="connsiteX453" fmla="*/ 767716 w 7467663"/>
              <a:gd name="connsiteY453" fmla="*/ 5472768 h 6858000"/>
              <a:gd name="connsiteX454" fmla="*/ 722147 w 7467663"/>
              <a:gd name="connsiteY454" fmla="*/ 5393091 h 6858000"/>
              <a:gd name="connsiteX455" fmla="*/ 1485552 w 7467663"/>
              <a:gd name="connsiteY455" fmla="*/ 5313202 h 6858000"/>
              <a:gd name="connsiteX456" fmla="*/ 2143004 w 7467663"/>
              <a:gd name="connsiteY456" fmla="*/ 5402420 h 6858000"/>
              <a:gd name="connsiteX457" fmla="*/ 1933391 w 7467663"/>
              <a:gd name="connsiteY457" fmla="*/ 5156971 h 6858000"/>
              <a:gd name="connsiteX458" fmla="*/ 1827118 w 7467663"/>
              <a:gd name="connsiteY458" fmla="*/ 4968410 h 6858000"/>
              <a:gd name="connsiteX459" fmla="*/ 1837349 w 7467663"/>
              <a:gd name="connsiteY459" fmla="*/ 4956357 h 6858000"/>
              <a:gd name="connsiteX460" fmla="*/ 2162835 w 7467663"/>
              <a:gd name="connsiteY460" fmla="*/ 5187853 h 6858000"/>
              <a:gd name="connsiteX461" fmla="*/ 2257167 w 7467663"/>
              <a:gd name="connsiteY461" fmla="*/ 5462123 h 6858000"/>
              <a:gd name="connsiteX462" fmla="*/ 2261598 w 7467663"/>
              <a:gd name="connsiteY462" fmla="*/ 5467998 h 6858000"/>
              <a:gd name="connsiteX463" fmla="*/ 2437177 w 7467663"/>
              <a:gd name="connsiteY463" fmla="*/ 5479608 h 6858000"/>
              <a:gd name="connsiteX464" fmla="*/ 2445247 w 7467663"/>
              <a:gd name="connsiteY464" fmla="*/ 5483476 h 6858000"/>
              <a:gd name="connsiteX465" fmla="*/ 2743626 w 7467663"/>
              <a:gd name="connsiteY465" fmla="*/ 5304819 h 6858000"/>
              <a:gd name="connsiteX466" fmla="*/ 3048102 w 7467663"/>
              <a:gd name="connsiteY466" fmla="*/ 5150595 h 6858000"/>
              <a:gd name="connsiteX467" fmla="*/ 1799414 w 7467663"/>
              <a:gd name="connsiteY467" fmla="*/ 4694732 h 6858000"/>
              <a:gd name="connsiteX468" fmla="*/ 1771735 w 7467663"/>
              <a:gd name="connsiteY468" fmla="*/ 4619929 h 6858000"/>
              <a:gd name="connsiteX469" fmla="*/ 3104273 w 7467663"/>
              <a:gd name="connsiteY469" fmla="*/ 5076159 h 6858000"/>
              <a:gd name="connsiteX470" fmla="*/ 3113245 w 7467663"/>
              <a:gd name="connsiteY470" fmla="*/ 5090705 h 6858000"/>
              <a:gd name="connsiteX471" fmla="*/ 3126294 w 7467663"/>
              <a:gd name="connsiteY471" fmla="*/ 5114400 h 6858000"/>
              <a:gd name="connsiteX472" fmla="*/ 3937433 w 7467663"/>
              <a:gd name="connsiteY472" fmla="*/ 4830473 h 6858000"/>
              <a:gd name="connsiteX473" fmla="*/ 3590475 w 7467663"/>
              <a:gd name="connsiteY473" fmla="*/ 4597974 h 6858000"/>
              <a:gd name="connsiteX474" fmla="*/ 3100264 w 7467663"/>
              <a:gd name="connsiteY474" fmla="*/ 4579845 h 6858000"/>
              <a:gd name="connsiteX475" fmla="*/ 2183576 w 7467663"/>
              <a:gd name="connsiteY475" fmla="*/ 4227150 h 6858000"/>
              <a:gd name="connsiteX476" fmla="*/ 2151029 w 7467663"/>
              <a:gd name="connsiteY476" fmla="*/ 4146947 h 6858000"/>
              <a:gd name="connsiteX477" fmla="*/ 3563434 w 7467663"/>
              <a:gd name="connsiteY477" fmla="*/ 4469115 h 6858000"/>
              <a:gd name="connsiteX478" fmla="*/ 3177952 w 7467663"/>
              <a:gd name="connsiteY478" fmla="*/ 3657386 h 6858000"/>
              <a:gd name="connsiteX479" fmla="*/ 3189263 w 7467663"/>
              <a:gd name="connsiteY479" fmla="*/ 3625726 h 6858000"/>
              <a:gd name="connsiteX480" fmla="*/ 3560912 w 7467663"/>
              <a:gd name="connsiteY480" fmla="*/ 4079863 h 6858000"/>
              <a:gd name="connsiteX481" fmla="*/ 3626636 w 7467663"/>
              <a:gd name="connsiteY481" fmla="*/ 4512230 h 6858000"/>
              <a:gd name="connsiteX482" fmla="*/ 3653088 w 7467663"/>
              <a:gd name="connsiteY482" fmla="*/ 4521417 h 6858000"/>
              <a:gd name="connsiteX483" fmla="*/ 3988128 w 7467663"/>
              <a:gd name="connsiteY483" fmla="*/ 4817267 h 6858000"/>
              <a:gd name="connsiteX484" fmla="*/ 4830582 w 7467663"/>
              <a:gd name="connsiteY484" fmla="*/ 4676000 h 6858000"/>
              <a:gd name="connsiteX485" fmla="*/ 4830100 w 7467663"/>
              <a:gd name="connsiteY485" fmla="*/ 4675554 h 6858000"/>
              <a:gd name="connsiteX486" fmla="*/ 4036318 w 7467663"/>
              <a:gd name="connsiteY486" fmla="*/ 4147013 h 6858000"/>
              <a:gd name="connsiteX487" fmla="*/ 3432098 w 7467663"/>
              <a:gd name="connsiteY487" fmla="*/ 3537312 h 6858000"/>
              <a:gd name="connsiteX488" fmla="*/ 3446761 w 7467663"/>
              <a:gd name="connsiteY488" fmla="*/ 3461278 h 6858000"/>
              <a:gd name="connsiteX489" fmla="*/ 4419733 w 7467663"/>
              <a:gd name="connsiteY489" fmla="*/ 3963555 h 6858000"/>
              <a:gd name="connsiteX490" fmla="*/ 4781371 w 7467663"/>
              <a:gd name="connsiteY490" fmla="*/ 4458604 h 6858000"/>
              <a:gd name="connsiteX491" fmla="*/ 4780440 w 7467663"/>
              <a:gd name="connsiteY491" fmla="*/ 4470290 h 6858000"/>
              <a:gd name="connsiteX492" fmla="*/ 4898954 w 7467663"/>
              <a:gd name="connsiteY492" fmla="*/ 4662092 h 6858000"/>
              <a:gd name="connsiteX493" fmla="*/ 4900699 w 7467663"/>
              <a:gd name="connsiteY493" fmla="*/ 4670867 h 6858000"/>
              <a:gd name="connsiteX494" fmla="*/ 5714511 w 7467663"/>
              <a:gd name="connsiteY494" fmla="*/ 4663483 h 6858000"/>
              <a:gd name="connsiteX495" fmla="*/ 5464793 w 7467663"/>
              <a:gd name="connsiteY495" fmla="*/ 4393556 h 6858000"/>
              <a:gd name="connsiteX496" fmla="*/ 5461897 w 7467663"/>
              <a:gd name="connsiteY496" fmla="*/ 4390879 h 6858000"/>
              <a:gd name="connsiteX497" fmla="*/ 4294126 w 7467663"/>
              <a:gd name="connsiteY497" fmla="*/ 3303048 h 6858000"/>
              <a:gd name="connsiteX498" fmla="*/ 4305321 w 7467663"/>
              <a:gd name="connsiteY498" fmla="*/ 3256953 h 6858000"/>
              <a:gd name="connsiteX499" fmla="*/ 4949299 w 7467663"/>
              <a:gd name="connsiteY499" fmla="*/ 3766336 h 6858000"/>
              <a:gd name="connsiteX500" fmla="*/ 5291452 w 7467663"/>
              <a:gd name="connsiteY500" fmla="*/ 4076801 h 6858000"/>
              <a:gd name="connsiteX501" fmla="*/ 5434998 w 7467663"/>
              <a:gd name="connsiteY501" fmla="*/ 4254100 h 6858000"/>
              <a:gd name="connsiteX502" fmla="*/ 5351015 w 7467663"/>
              <a:gd name="connsiteY502" fmla="*/ 3760989 h 6858000"/>
              <a:gd name="connsiteX503" fmla="*/ 5413780 w 7467663"/>
              <a:gd name="connsiteY503" fmla="*/ 2966265 h 6858000"/>
              <a:gd name="connsiteX504" fmla="*/ 5425627 w 7467663"/>
              <a:gd name="connsiteY504" fmla="*/ 2954192 h 6858000"/>
              <a:gd name="connsiteX505" fmla="*/ 6604735 w 7467663"/>
              <a:gd name="connsiteY505" fmla="*/ 2041381 h 6858000"/>
              <a:gd name="connsiteX506" fmla="*/ 7204487 w 7467663"/>
              <a:gd name="connsiteY506" fmla="*/ 2742112 h 6858000"/>
              <a:gd name="connsiteX507" fmla="*/ 7131592 w 7467663"/>
              <a:gd name="connsiteY507" fmla="*/ 2672096 h 6858000"/>
              <a:gd name="connsiteX508" fmla="*/ 6996344 w 7467663"/>
              <a:gd name="connsiteY508" fmla="*/ 2518310 h 6858000"/>
              <a:gd name="connsiteX509" fmla="*/ 6735495 w 7467663"/>
              <a:gd name="connsiteY509" fmla="*/ 2196890 h 6858000"/>
              <a:gd name="connsiteX510" fmla="*/ 6721901 w 7467663"/>
              <a:gd name="connsiteY510" fmla="*/ 2179274 h 6858000"/>
              <a:gd name="connsiteX511" fmla="*/ 6604735 w 7467663"/>
              <a:gd name="connsiteY511" fmla="*/ 2041381 h 6858000"/>
              <a:gd name="connsiteX512" fmla="*/ 6591670 w 7467663"/>
              <a:gd name="connsiteY512" fmla="*/ 1988277 h 6858000"/>
              <a:gd name="connsiteX513" fmla="*/ 6747349 w 7467663"/>
              <a:gd name="connsiteY513" fmla="*/ 2160069 h 6858000"/>
              <a:gd name="connsiteX514" fmla="*/ 6760943 w 7467663"/>
              <a:gd name="connsiteY514" fmla="*/ 2177686 h 6858000"/>
              <a:gd name="connsiteX515" fmla="*/ 7021065 w 7467663"/>
              <a:gd name="connsiteY515" fmla="*/ 2498102 h 6858000"/>
              <a:gd name="connsiteX516" fmla="*/ 7155223 w 7467663"/>
              <a:gd name="connsiteY516" fmla="*/ 2650386 h 6858000"/>
              <a:gd name="connsiteX517" fmla="*/ 7203167 w 7467663"/>
              <a:gd name="connsiteY517" fmla="*/ 2697288 h 6858000"/>
              <a:gd name="connsiteX518" fmla="*/ 6937703 w 7467663"/>
              <a:gd name="connsiteY518" fmla="*/ 2321981 h 6858000"/>
              <a:gd name="connsiteX519" fmla="*/ 6591670 w 7467663"/>
              <a:gd name="connsiteY519" fmla="*/ 1988277 h 6858000"/>
              <a:gd name="connsiteX520" fmla="*/ 5798671 w 7467663"/>
              <a:gd name="connsiteY520" fmla="*/ 1981601 h 6858000"/>
              <a:gd name="connsiteX521" fmla="*/ 5754709 w 7467663"/>
              <a:gd name="connsiteY521" fmla="*/ 2071454 h 6858000"/>
              <a:gd name="connsiteX522" fmla="*/ 5763044 w 7467663"/>
              <a:gd name="connsiteY522" fmla="*/ 2842206 h 6858000"/>
              <a:gd name="connsiteX523" fmla="*/ 5764974 w 7467663"/>
              <a:gd name="connsiteY523" fmla="*/ 2799609 h 6858000"/>
              <a:gd name="connsiteX524" fmla="*/ 5767665 w 7467663"/>
              <a:gd name="connsiteY524" fmla="*/ 2666409 h 6858000"/>
              <a:gd name="connsiteX525" fmla="*/ 5763055 w 7467663"/>
              <a:gd name="connsiteY525" fmla="*/ 2579705 h 6858000"/>
              <a:gd name="connsiteX526" fmla="*/ 5758079 w 7467663"/>
              <a:gd name="connsiteY526" fmla="*/ 2492508 h 6858000"/>
              <a:gd name="connsiteX527" fmla="*/ 5779325 w 7467663"/>
              <a:gd name="connsiteY527" fmla="*/ 2197069 h 6858000"/>
              <a:gd name="connsiteX528" fmla="*/ 5798671 w 7467663"/>
              <a:gd name="connsiteY528" fmla="*/ 1981601 h 6858000"/>
              <a:gd name="connsiteX529" fmla="*/ 5829202 w 7467663"/>
              <a:gd name="connsiteY529" fmla="*/ 1971679 h 6858000"/>
              <a:gd name="connsiteX530" fmla="*/ 5809558 w 7467663"/>
              <a:gd name="connsiteY530" fmla="*/ 2198043 h 6858000"/>
              <a:gd name="connsiteX531" fmla="*/ 5788653 w 7467663"/>
              <a:gd name="connsiteY531" fmla="*/ 2489430 h 6858000"/>
              <a:gd name="connsiteX532" fmla="*/ 5793439 w 7467663"/>
              <a:gd name="connsiteY532" fmla="*/ 2575235 h 6858000"/>
              <a:gd name="connsiteX533" fmla="*/ 5796837 w 7467663"/>
              <a:gd name="connsiteY533" fmla="*/ 2637633 h 6858000"/>
              <a:gd name="connsiteX534" fmla="*/ 5818614 w 7467663"/>
              <a:gd name="connsiteY534" fmla="*/ 2473055 h 6858000"/>
              <a:gd name="connsiteX535" fmla="*/ 5829202 w 7467663"/>
              <a:gd name="connsiteY535" fmla="*/ 1971679 h 6858000"/>
              <a:gd name="connsiteX536" fmla="*/ 5911389 w 7467663"/>
              <a:gd name="connsiteY536" fmla="*/ 1898371 h 6858000"/>
              <a:gd name="connsiteX537" fmla="*/ 6237627 w 7467663"/>
              <a:gd name="connsiteY537" fmla="*/ 2231921 h 6858000"/>
              <a:gd name="connsiteX538" fmla="*/ 5911389 w 7467663"/>
              <a:gd name="connsiteY538" fmla="*/ 1898371 h 6858000"/>
              <a:gd name="connsiteX539" fmla="*/ 6944437 w 7467663"/>
              <a:gd name="connsiteY539" fmla="*/ 1575402 h 6858000"/>
              <a:gd name="connsiteX540" fmla="*/ 6304730 w 7467663"/>
              <a:gd name="connsiteY540" fmla="*/ 1766654 h 6858000"/>
              <a:gd name="connsiteX541" fmla="*/ 6944437 w 7467663"/>
              <a:gd name="connsiteY541" fmla="*/ 1575402 h 6858000"/>
              <a:gd name="connsiteX542" fmla="*/ 7019523 w 7467663"/>
              <a:gd name="connsiteY542" fmla="*/ 1519450 h 6858000"/>
              <a:gd name="connsiteX543" fmla="*/ 6298091 w 7467663"/>
              <a:gd name="connsiteY543" fmla="*/ 1737122 h 6858000"/>
              <a:gd name="connsiteX544" fmla="*/ 7019523 w 7467663"/>
              <a:gd name="connsiteY544" fmla="*/ 1519450 h 6858000"/>
              <a:gd name="connsiteX545" fmla="*/ 2399523 w 7467663"/>
              <a:gd name="connsiteY545" fmla="*/ 1428234 h 6858000"/>
              <a:gd name="connsiteX546" fmla="*/ 2224982 w 7467663"/>
              <a:gd name="connsiteY546" fmla="*/ 1826201 h 6858000"/>
              <a:gd name="connsiteX547" fmla="*/ 2096099 w 7467663"/>
              <a:gd name="connsiteY547" fmla="*/ 2345900 h 6858000"/>
              <a:gd name="connsiteX548" fmla="*/ 2283317 w 7467663"/>
              <a:gd name="connsiteY548" fmla="*/ 1796925 h 6858000"/>
              <a:gd name="connsiteX549" fmla="*/ 2399523 w 7467663"/>
              <a:gd name="connsiteY549" fmla="*/ 1428234 h 6858000"/>
              <a:gd name="connsiteX550" fmla="*/ 2448558 w 7467663"/>
              <a:gd name="connsiteY550" fmla="*/ 1373435 h 6858000"/>
              <a:gd name="connsiteX551" fmla="*/ 2312521 w 7467663"/>
              <a:gd name="connsiteY551" fmla="*/ 1806140 h 6858000"/>
              <a:gd name="connsiteX552" fmla="*/ 2127533 w 7467663"/>
              <a:gd name="connsiteY552" fmla="*/ 2348380 h 6858000"/>
              <a:gd name="connsiteX553" fmla="*/ 2358080 w 7467663"/>
              <a:gd name="connsiteY553" fmla="*/ 1866134 h 6858000"/>
              <a:gd name="connsiteX554" fmla="*/ 2407436 w 7467663"/>
              <a:gd name="connsiteY554" fmla="*/ 1651070 h 6858000"/>
              <a:gd name="connsiteX555" fmla="*/ 2448558 w 7467663"/>
              <a:gd name="connsiteY555" fmla="*/ 1373435 h 6858000"/>
              <a:gd name="connsiteX556" fmla="*/ 278707 w 7467663"/>
              <a:gd name="connsiteY556" fmla="*/ 1352270 h 6858000"/>
              <a:gd name="connsiteX557" fmla="*/ 321570 w 7467663"/>
              <a:gd name="connsiteY557" fmla="*/ 1861610 h 6858000"/>
              <a:gd name="connsiteX558" fmla="*/ 294281 w 7467663"/>
              <a:gd name="connsiteY558" fmla="*/ 1440658 h 6858000"/>
              <a:gd name="connsiteX559" fmla="*/ 278707 w 7467663"/>
              <a:gd name="connsiteY559" fmla="*/ 1352270 h 6858000"/>
              <a:gd name="connsiteX560" fmla="*/ 1423821 w 7467663"/>
              <a:gd name="connsiteY560" fmla="*/ 1351958 h 6858000"/>
              <a:gd name="connsiteX561" fmla="*/ 1638521 w 7467663"/>
              <a:gd name="connsiteY561" fmla="*/ 1908470 h 6858000"/>
              <a:gd name="connsiteX562" fmla="*/ 1754199 w 7467663"/>
              <a:gd name="connsiteY562" fmla="*/ 2149284 h 6858000"/>
              <a:gd name="connsiteX563" fmla="*/ 1908359 w 7467663"/>
              <a:gd name="connsiteY563" fmla="*/ 2364988 h 6858000"/>
              <a:gd name="connsiteX564" fmla="*/ 1647661 w 7467663"/>
              <a:gd name="connsiteY564" fmla="*/ 1825945 h 6858000"/>
              <a:gd name="connsiteX565" fmla="*/ 1423821 w 7467663"/>
              <a:gd name="connsiteY565" fmla="*/ 1351958 h 6858000"/>
              <a:gd name="connsiteX566" fmla="*/ 1431890 w 7467663"/>
              <a:gd name="connsiteY566" fmla="*/ 1306475 h 6858000"/>
              <a:gd name="connsiteX567" fmla="*/ 1507597 w 7467663"/>
              <a:gd name="connsiteY567" fmla="*/ 1446132 h 6858000"/>
              <a:gd name="connsiteX568" fmla="*/ 1674586 w 7467663"/>
              <a:gd name="connsiteY568" fmla="*/ 1813832 h 6858000"/>
              <a:gd name="connsiteX569" fmla="*/ 1815950 w 7467663"/>
              <a:gd name="connsiteY569" fmla="*/ 2128564 h 6858000"/>
              <a:gd name="connsiteX570" fmla="*/ 1984242 w 7467663"/>
              <a:gd name="connsiteY570" fmla="*/ 2430829 h 6858000"/>
              <a:gd name="connsiteX571" fmla="*/ 2014023 w 7467663"/>
              <a:gd name="connsiteY571" fmla="*/ 2450995 h 6858000"/>
              <a:gd name="connsiteX572" fmla="*/ 1747337 w 7467663"/>
              <a:gd name="connsiteY572" fmla="*/ 1855264 h 6858000"/>
              <a:gd name="connsiteX573" fmla="*/ 1533749 w 7467663"/>
              <a:gd name="connsiteY573" fmla="*/ 1478656 h 6858000"/>
              <a:gd name="connsiteX574" fmla="*/ 1431890 w 7467663"/>
              <a:gd name="connsiteY574" fmla="*/ 1306475 h 6858000"/>
              <a:gd name="connsiteX575" fmla="*/ 5052692 w 7467663"/>
              <a:gd name="connsiteY575" fmla="*/ 1292994 h 6858000"/>
              <a:gd name="connsiteX576" fmla="*/ 5200661 w 7467663"/>
              <a:gd name="connsiteY576" fmla="*/ 1635186 h 6858000"/>
              <a:gd name="connsiteX577" fmla="*/ 5297138 w 7467663"/>
              <a:gd name="connsiteY577" fmla="*/ 1906351 h 6858000"/>
              <a:gd name="connsiteX578" fmla="*/ 5052692 w 7467663"/>
              <a:gd name="connsiteY578" fmla="*/ 1292994 h 6858000"/>
              <a:gd name="connsiteX579" fmla="*/ 5009948 w 7467663"/>
              <a:gd name="connsiteY579" fmla="*/ 1273619 h 6858000"/>
              <a:gd name="connsiteX580" fmla="*/ 5121777 w 7467663"/>
              <a:gd name="connsiteY580" fmla="*/ 1654213 h 6858000"/>
              <a:gd name="connsiteX581" fmla="*/ 5293545 w 7467663"/>
              <a:gd name="connsiteY581" fmla="*/ 2072247 h 6858000"/>
              <a:gd name="connsiteX582" fmla="*/ 5294042 w 7467663"/>
              <a:gd name="connsiteY582" fmla="*/ 2065019 h 6858000"/>
              <a:gd name="connsiteX583" fmla="*/ 5171936 w 7467663"/>
              <a:gd name="connsiteY583" fmla="*/ 1647613 h 6858000"/>
              <a:gd name="connsiteX584" fmla="*/ 5009948 w 7467663"/>
              <a:gd name="connsiteY584" fmla="*/ 1273619 h 6858000"/>
              <a:gd name="connsiteX585" fmla="*/ 655236 w 7467663"/>
              <a:gd name="connsiteY585" fmla="*/ 1268632 h 6858000"/>
              <a:gd name="connsiteX586" fmla="*/ 839521 w 7467663"/>
              <a:gd name="connsiteY586" fmla="*/ 1685315 h 6858000"/>
              <a:gd name="connsiteX587" fmla="*/ 1109416 w 7467663"/>
              <a:gd name="connsiteY587" fmla="*/ 2061663 h 6858000"/>
              <a:gd name="connsiteX588" fmla="*/ 1298300 w 7467663"/>
              <a:gd name="connsiteY588" fmla="*/ 2247742 h 6858000"/>
              <a:gd name="connsiteX589" fmla="*/ 1125871 w 7467663"/>
              <a:gd name="connsiteY589" fmla="*/ 1989513 h 6858000"/>
              <a:gd name="connsiteX590" fmla="*/ 981574 w 7467663"/>
              <a:gd name="connsiteY590" fmla="*/ 1783157 h 6858000"/>
              <a:gd name="connsiteX591" fmla="*/ 922198 w 7467663"/>
              <a:gd name="connsiteY591" fmla="*/ 1677437 h 6858000"/>
              <a:gd name="connsiteX592" fmla="*/ 869293 w 7467663"/>
              <a:gd name="connsiteY592" fmla="*/ 1583214 h 6858000"/>
              <a:gd name="connsiteX593" fmla="*/ 751431 w 7467663"/>
              <a:gd name="connsiteY593" fmla="*/ 1405731 h 6858000"/>
              <a:gd name="connsiteX594" fmla="*/ 655236 w 7467663"/>
              <a:gd name="connsiteY594" fmla="*/ 1268632 h 6858000"/>
              <a:gd name="connsiteX595" fmla="*/ 6516292 w 7467663"/>
              <a:gd name="connsiteY595" fmla="*/ 1263064 h 6858000"/>
              <a:gd name="connsiteX596" fmla="*/ 5736320 w 7467663"/>
              <a:gd name="connsiteY596" fmla="*/ 1501803 h 6858000"/>
              <a:gd name="connsiteX597" fmla="*/ 6516292 w 7467663"/>
              <a:gd name="connsiteY597" fmla="*/ 1263064 h 6858000"/>
              <a:gd name="connsiteX598" fmla="*/ 291466 w 7467663"/>
              <a:gd name="connsiteY598" fmla="*/ 1250369 h 6858000"/>
              <a:gd name="connsiteX599" fmla="*/ 323180 w 7467663"/>
              <a:gd name="connsiteY599" fmla="*/ 1435283 h 6858000"/>
              <a:gd name="connsiteX600" fmla="*/ 349381 w 7467663"/>
              <a:gd name="connsiteY600" fmla="*/ 1875041 h 6858000"/>
              <a:gd name="connsiteX601" fmla="*/ 374363 w 7467663"/>
              <a:gd name="connsiteY601" fmla="*/ 1506494 h 6858000"/>
              <a:gd name="connsiteX602" fmla="*/ 302168 w 7467663"/>
              <a:gd name="connsiteY602" fmla="*/ 1274495 h 6858000"/>
              <a:gd name="connsiteX603" fmla="*/ 291466 w 7467663"/>
              <a:gd name="connsiteY603" fmla="*/ 1250369 h 6858000"/>
              <a:gd name="connsiteX604" fmla="*/ 678222 w 7467663"/>
              <a:gd name="connsiteY604" fmla="*/ 1248670 h 6858000"/>
              <a:gd name="connsiteX605" fmla="*/ 775536 w 7467663"/>
              <a:gd name="connsiteY605" fmla="*/ 1388015 h 6858000"/>
              <a:gd name="connsiteX606" fmla="*/ 894529 w 7467663"/>
              <a:gd name="connsiteY606" fmla="*/ 1567739 h 6858000"/>
              <a:gd name="connsiteX607" fmla="*/ 948000 w 7467663"/>
              <a:gd name="connsiteY607" fmla="*/ 1663088 h 6858000"/>
              <a:gd name="connsiteX608" fmla="*/ 1006812 w 7467663"/>
              <a:gd name="connsiteY608" fmla="*/ 1767683 h 6858000"/>
              <a:gd name="connsiteX609" fmla="*/ 1149133 w 7467663"/>
              <a:gd name="connsiteY609" fmla="*/ 1971513 h 6858000"/>
              <a:gd name="connsiteX610" fmla="*/ 1333952 w 7467663"/>
              <a:gd name="connsiteY610" fmla="*/ 2251620 h 6858000"/>
              <a:gd name="connsiteX611" fmla="*/ 1337329 w 7467663"/>
              <a:gd name="connsiteY611" fmla="*/ 2258350 h 6858000"/>
              <a:gd name="connsiteX612" fmla="*/ 1014726 w 7467663"/>
              <a:gd name="connsiteY612" fmla="*/ 1615556 h 6858000"/>
              <a:gd name="connsiteX613" fmla="*/ 678222 w 7467663"/>
              <a:gd name="connsiteY613" fmla="*/ 1248670 h 6858000"/>
              <a:gd name="connsiteX614" fmla="*/ 6691602 w 7467663"/>
              <a:gd name="connsiteY614" fmla="*/ 1140573 h 6858000"/>
              <a:gd name="connsiteX615" fmla="*/ 6571100 w 7467663"/>
              <a:gd name="connsiteY615" fmla="*/ 1183662 h 6858000"/>
              <a:gd name="connsiteX616" fmla="*/ 6241687 w 7467663"/>
              <a:gd name="connsiteY616" fmla="*/ 1257600 h 6858000"/>
              <a:gd name="connsiteX617" fmla="*/ 5693009 w 7467663"/>
              <a:gd name="connsiteY617" fmla="*/ 1478256 h 6858000"/>
              <a:gd name="connsiteX618" fmla="*/ 6548420 w 7467663"/>
              <a:gd name="connsiteY618" fmla="*/ 1214599 h 6858000"/>
              <a:gd name="connsiteX619" fmla="*/ 6605473 w 7467663"/>
              <a:gd name="connsiteY619" fmla="*/ 1184686 h 6858000"/>
              <a:gd name="connsiteX620" fmla="*/ 6691602 w 7467663"/>
              <a:gd name="connsiteY620" fmla="*/ 1140573 h 6858000"/>
              <a:gd name="connsiteX621" fmla="*/ 4002475 w 7467663"/>
              <a:gd name="connsiteY621" fmla="*/ 1037802 h 6858000"/>
              <a:gd name="connsiteX622" fmla="*/ 4000324 w 7467663"/>
              <a:gd name="connsiteY622" fmla="*/ 1039362 h 6858000"/>
              <a:gd name="connsiteX623" fmla="*/ 4002862 w 7467663"/>
              <a:gd name="connsiteY623" fmla="*/ 1042866 h 6858000"/>
              <a:gd name="connsiteX624" fmla="*/ 4002475 w 7467663"/>
              <a:gd name="connsiteY624" fmla="*/ 1037802 h 6858000"/>
              <a:gd name="connsiteX625" fmla="*/ 506322 w 7467663"/>
              <a:gd name="connsiteY625" fmla="*/ 1020997 h 6858000"/>
              <a:gd name="connsiteX626" fmla="*/ 533068 w 7467663"/>
              <a:gd name="connsiteY626" fmla="*/ 1029409 h 6858000"/>
              <a:gd name="connsiteX627" fmla="*/ 1232525 w 7467663"/>
              <a:gd name="connsiteY627" fmla="*/ 1804675 h 6858000"/>
              <a:gd name="connsiteX628" fmla="*/ 1388858 w 7467663"/>
              <a:gd name="connsiteY628" fmla="*/ 2368011 h 6858000"/>
              <a:gd name="connsiteX629" fmla="*/ 1384098 w 7467663"/>
              <a:gd name="connsiteY629" fmla="*/ 2378125 h 6858000"/>
              <a:gd name="connsiteX630" fmla="*/ 1425393 w 7467663"/>
              <a:gd name="connsiteY630" fmla="*/ 2589124 h 6858000"/>
              <a:gd name="connsiteX631" fmla="*/ 1424001 w 7467663"/>
              <a:gd name="connsiteY631" fmla="*/ 2597541 h 6858000"/>
              <a:gd name="connsiteX632" fmla="*/ 2152729 w 7467663"/>
              <a:gd name="connsiteY632" fmla="*/ 2864487 h 6858000"/>
              <a:gd name="connsiteX633" fmla="*/ 2020609 w 7467663"/>
              <a:gd name="connsiteY633" fmla="*/ 2539671 h 6858000"/>
              <a:gd name="connsiteX634" fmla="*/ 2018920 w 7467663"/>
              <a:gd name="connsiteY634" fmla="*/ 2536309 h 6858000"/>
              <a:gd name="connsiteX635" fmla="*/ 1342441 w 7467663"/>
              <a:gd name="connsiteY635" fmla="*/ 1173017 h 6858000"/>
              <a:gd name="connsiteX636" fmla="*/ 1367925 w 7467663"/>
              <a:gd name="connsiteY636" fmla="*/ 1135648 h 6858000"/>
              <a:gd name="connsiteX637" fmla="*/ 1771401 w 7467663"/>
              <a:gd name="connsiteY637" fmla="*/ 1806673 h 6858000"/>
              <a:gd name="connsiteX638" fmla="*/ 1972385 w 7467663"/>
              <a:gd name="connsiteY638" fmla="*/ 2198735 h 6858000"/>
              <a:gd name="connsiteX639" fmla="*/ 2040892 w 7467663"/>
              <a:gd name="connsiteY639" fmla="*/ 2405205 h 6858000"/>
              <a:gd name="connsiteX640" fmla="*/ 2131689 w 7467663"/>
              <a:gd name="connsiteY640" fmla="*/ 1936926 h 6858000"/>
              <a:gd name="connsiteX641" fmla="*/ 2454820 w 7467663"/>
              <a:gd name="connsiteY641" fmla="*/ 1248808 h 6858000"/>
              <a:gd name="connsiteX642" fmla="*/ 2492512 w 7467663"/>
              <a:gd name="connsiteY642" fmla="*/ 1302920 h 6858000"/>
              <a:gd name="connsiteX643" fmla="*/ 2081216 w 7467663"/>
              <a:gd name="connsiteY643" fmla="*/ 2527513 h 6858000"/>
              <a:gd name="connsiteX644" fmla="*/ 2081211 w 7467663"/>
              <a:gd name="connsiteY644" fmla="*/ 2528916 h 6858000"/>
              <a:gd name="connsiteX645" fmla="*/ 2199067 w 7467663"/>
              <a:gd name="connsiteY645" fmla="*/ 2884061 h 6858000"/>
              <a:gd name="connsiteX646" fmla="*/ 3192586 w 7467663"/>
              <a:gd name="connsiteY646" fmla="*/ 3411496 h 6858000"/>
              <a:gd name="connsiteX647" fmla="*/ 3182620 w 7467663"/>
              <a:gd name="connsiteY647" fmla="*/ 3483279 h 6858000"/>
              <a:gd name="connsiteX648" fmla="*/ 2435119 w 7467663"/>
              <a:gd name="connsiteY648" fmla="*/ 3080173 h 6858000"/>
              <a:gd name="connsiteX649" fmla="*/ 2410152 w 7467663"/>
              <a:gd name="connsiteY649" fmla="*/ 3063751 h 6858000"/>
              <a:gd name="connsiteX650" fmla="*/ 2408099 w 7467663"/>
              <a:gd name="connsiteY650" fmla="*/ 3064403 h 6858000"/>
              <a:gd name="connsiteX651" fmla="*/ 2407218 w 7467663"/>
              <a:gd name="connsiteY651" fmla="*/ 3070324 h 6858000"/>
              <a:gd name="connsiteX652" fmla="*/ 2380138 w 7467663"/>
              <a:gd name="connsiteY652" fmla="*/ 3099341 h 6858000"/>
              <a:gd name="connsiteX653" fmla="*/ 1765923 w 7467663"/>
              <a:gd name="connsiteY653" fmla="*/ 3581043 h 6858000"/>
              <a:gd name="connsiteX654" fmla="*/ 1702258 w 7467663"/>
              <a:gd name="connsiteY654" fmla="*/ 3612286 h 6858000"/>
              <a:gd name="connsiteX655" fmla="*/ 1538370 w 7467663"/>
              <a:gd name="connsiteY655" fmla="*/ 3811804 h 6858000"/>
              <a:gd name="connsiteX656" fmla="*/ 542867 w 7467663"/>
              <a:gd name="connsiteY656" fmla="*/ 4944092 h 6858000"/>
              <a:gd name="connsiteX657" fmla="*/ 515800 w 7467663"/>
              <a:gd name="connsiteY657" fmla="*/ 4862180 h 6858000"/>
              <a:gd name="connsiteX658" fmla="*/ 909145 w 7467663"/>
              <a:gd name="connsiteY658" fmla="*/ 4199225 h 6858000"/>
              <a:gd name="connsiteX659" fmla="*/ 1214067 w 7467663"/>
              <a:gd name="connsiteY659" fmla="*/ 3908561 h 6858000"/>
              <a:gd name="connsiteX660" fmla="*/ 640967 w 7467663"/>
              <a:gd name="connsiteY660" fmla="*/ 4105601 h 6858000"/>
              <a:gd name="connsiteX661" fmla="*/ 112563 w 7467663"/>
              <a:gd name="connsiteY661" fmla="*/ 4396952 h 6858000"/>
              <a:gd name="connsiteX662" fmla="*/ 0 w 7467663"/>
              <a:gd name="connsiteY662" fmla="*/ 4466006 h 6858000"/>
              <a:gd name="connsiteX663" fmla="*/ 0 w 7467663"/>
              <a:gd name="connsiteY663" fmla="*/ 4233763 h 6858000"/>
              <a:gd name="connsiteX664" fmla="*/ 36881 w 7467663"/>
              <a:gd name="connsiteY664" fmla="*/ 4200118 h 6858000"/>
              <a:gd name="connsiteX665" fmla="*/ 910534 w 7467663"/>
              <a:gd name="connsiteY665" fmla="*/ 3629753 h 6858000"/>
              <a:gd name="connsiteX666" fmla="*/ 1578717 w 7467663"/>
              <a:gd name="connsiteY666" fmla="*/ 3575982 h 6858000"/>
              <a:gd name="connsiteX667" fmla="*/ 2338780 w 7467663"/>
              <a:gd name="connsiteY667" fmla="*/ 3033725 h 6858000"/>
              <a:gd name="connsiteX668" fmla="*/ 1807991 w 7467663"/>
              <a:gd name="connsiteY668" fmla="*/ 2807184 h 6858000"/>
              <a:gd name="connsiteX669" fmla="*/ 1416358 w 7467663"/>
              <a:gd name="connsiteY669" fmla="*/ 3112571 h 6858000"/>
              <a:gd name="connsiteX670" fmla="*/ 939066 w 7467663"/>
              <a:gd name="connsiteY670" fmla="*/ 3378798 h 6858000"/>
              <a:gd name="connsiteX671" fmla="*/ 115099 w 7467663"/>
              <a:gd name="connsiteY671" fmla="*/ 3607650 h 6858000"/>
              <a:gd name="connsiteX672" fmla="*/ 97284 w 7467663"/>
              <a:gd name="connsiteY672" fmla="*/ 3520393 h 6858000"/>
              <a:gd name="connsiteX673" fmla="*/ 922050 w 7467663"/>
              <a:gd name="connsiteY673" fmla="*/ 3074867 h 6858000"/>
              <a:gd name="connsiteX674" fmla="*/ 1405265 w 7467663"/>
              <a:gd name="connsiteY674" fmla="*/ 3016319 h 6858000"/>
              <a:gd name="connsiteX675" fmla="*/ 1407512 w 7467663"/>
              <a:gd name="connsiteY675" fmla="*/ 3018001 h 6858000"/>
              <a:gd name="connsiteX676" fmla="*/ 1726266 w 7467663"/>
              <a:gd name="connsiteY676" fmla="*/ 2777274 h 6858000"/>
              <a:gd name="connsiteX677" fmla="*/ 625390 w 7467663"/>
              <a:gd name="connsiteY677" fmla="*/ 2514541 h 6858000"/>
              <a:gd name="connsiteX678" fmla="*/ 619799 w 7467663"/>
              <a:gd name="connsiteY678" fmla="*/ 2527180 h 6858000"/>
              <a:gd name="connsiteX679" fmla="*/ 310030 w 7467663"/>
              <a:gd name="connsiteY679" fmla="*/ 2771818 h 6858000"/>
              <a:gd name="connsiteX680" fmla="*/ 173877 w 7467663"/>
              <a:gd name="connsiteY680" fmla="*/ 2937056 h 6858000"/>
              <a:gd name="connsiteX681" fmla="*/ 77889 w 7467663"/>
              <a:gd name="connsiteY681" fmla="*/ 3138440 h 6858000"/>
              <a:gd name="connsiteX682" fmla="*/ 0 w 7467663"/>
              <a:gd name="connsiteY682" fmla="*/ 3271395 h 6858000"/>
              <a:gd name="connsiteX683" fmla="*/ 0 w 7467663"/>
              <a:gd name="connsiteY683" fmla="*/ 3153002 h 6858000"/>
              <a:gd name="connsiteX684" fmla="*/ 2386 w 7467663"/>
              <a:gd name="connsiteY684" fmla="*/ 3149203 h 6858000"/>
              <a:gd name="connsiteX685" fmla="*/ 89753 w 7467663"/>
              <a:gd name="connsiteY685" fmla="*/ 2987702 h 6858000"/>
              <a:gd name="connsiteX686" fmla="*/ 76869 w 7467663"/>
              <a:gd name="connsiteY686" fmla="*/ 3005404 h 6858000"/>
              <a:gd name="connsiteX687" fmla="*/ 32049 w 7467663"/>
              <a:gd name="connsiteY687" fmla="*/ 3065814 h 6858000"/>
              <a:gd name="connsiteX688" fmla="*/ 0 w 7467663"/>
              <a:gd name="connsiteY688" fmla="*/ 3108744 h 6858000"/>
              <a:gd name="connsiteX689" fmla="*/ 0 w 7467663"/>
              <a:gd name="connsiteY689" fmla="*/ 3058059 h 6858000"/>
              <a:gd name="connsiteX690" fmla="*/ 7610 w 7467663"/>
              <a:gd name="connsiteY690" fmla="*/ 3047889 h 6858000"/>
              <a:gd name="connsiteX691" fmla="*/ 52419 w 7467663"/>
              <a:gd name="connsiteY691" fmla="*/ 2987479 h 6858000"/>
              <a:gd name="connsiteX692" fmla="*/ 59142 w 7467663"/>
              <a:gd name="connsiteY692" fmla="*/ 2978488 h 6858000"/>
              <a:gd name="connsiteX693" fmla="*/ 0 w 7467663"/>
              <a:gd name="connsiteY693" fmla="*/ 3015334 h 6858000"/>
              <a:gd name="connsiteX694" fmla="*/ 0 w 7467663"/>
              <a:gd name="connsiteY694" fmla="*/ 2914286 h 6858000"/>
              <a:gd name="connsiteX695" fmla="*/ 36383 w 7467663"/>
              <a:gd name="connsiteY695" fmla="*/ 2901128 h 6858000"/>
              <a:gd name="connsiteX696" fmla="*/ 156329 w 7467663"/>
              <a:gd name="connsiteY696" fmla="*/ 2840533 h 6858000"/>
              <a:gd name="connsiteX697" fmla="*/ 358355 w 7467663"/>
              <a:gd name="connsiteY697" fmla="*/ 2620471 h 6858000"/>
              <a:gd name="connsiteX698" fmla="*/ 510577 w 7467663"/>
              <a:gd name="connsiteY698" fmla="*/ 2501244 h 6858000"/>
              <a:gd name="connsiteX699" fmla="*/ 211967 w 7467663"/>
              <a:gd name="connsiteY699" fmla="*/ 2479171 h 6858000"/>
              <a:gd name="connsiteX700" fmla="*/ 0 w 7467663"/>
              <a:gd name="connsiteY700" fmla="*/ 2476398 h 6858000"/>
              <a:gd name="connsiteX701" fmla="*/ 0 w 7467663"/>
              <a:gd name="connsiteY701" fmla="*/ 2389189 h 6858000"/>
              <a:gd name="connsiteX702" fmla="*/ 103062 w 7467663"/>
              <a:gd name="connsiteY702" fmla="*/ 2389518 h 6858000"/>
              <a:gd name="connsiteX703" fmla="*/ 510734 w 7467663"/>
              <a:gd name="connsiteY703" fmla="*/ 2416201 h 6858000"/>
              <a:gd name="connsiteX704" fmla="*/ 279257 w 7467663"/>
              <a:gd name="connsiteY704" fmla="*/ 2092102 h 6858000"/>
              <a:gd name="connsiteX705" fmla="*/ 65265 w 7467663"/>
              <a:gd name="connsiteY705" fmla="*/ 2006049 h 6858000"/>
              <a:gd name="connsiteX706" fmla="*/ 0 w 7467663"/>
              <a:gd name="connsiteY706" fmla="*/ 1982532 h 6858000"/>
              <a:gd name="connsiteX707" fmla="*/ 0 w 7467663"/>
              <a:gd name="connsiteY707" fmla="*/ 1912789 h 6858000"/>
              <a:gd name="connsiteX708" fmla="*/ 97460 w 7467663"/>
              <a:gd name="connsiteY708" fmla="*/ 1953725 h 6858000"/>
              <a:gd name="connsiteX709" fmla="*/ 221272 w 7467663"/>
              <a:gd name="connsiteY709" fmla="*/ 1980766 h 6858000"/>
              <a:gd name="connsiteX710" fmla="*/ 116765 w 7467663"/>
              <a:gd name="connsiteY710" fmla="*/ 1911033 h 6858000"/>
              <a:gd name="connsiteX711" fmla="*/ 16405 w 7467663"/>
              <a:gd name="connsiteY711" fmla="*/ 1803412 h 6858000"/>
              <a:gd name="connsiteX712" fmla="*/ 0 w 7467663"/>
              <a:gd name="connsiteY712" fmla="*/ 1784777 h 6858000"/>
              <a:gd name="connsiteX713" fmla="*/ 0 w 7467663"/>
              <a:gd name="connsiteY713" fmla="*/ 1740082 h 6858000"/>
              <a:gd name="connsiteX714" fmla="*/ 39394 w 7467663"/>
              <a:gd name="connsiteY714" fmla="*/ 1784856 h 6858000"/>
              <a:gd name="connsiteX715" fmla="*/ 135813 w 7467663"/>
              <a:gd name="connsiteY715" fmla="*/ 1888838 h 6858000"/>
              <a:gd name="connsiteX716" fmla="*/ 242575 w 7467663"/>
              <a:gd name="connsiteY716" fmla="*/ 1958841 h 6858000"/>
              <a:gd name="connsiteX717" fmla="*/ 82197 w 7467663"/>
              <a:gd name="connsiteY717" fmla="*/ 1754826 h 6858000"/>
              <a:gd name="connsiteX718" fmla="*/ 0 w 7467663"/>
              <a:gd name="connsiteY718" fmla="*/ 1679650 h 6858000"/>
              <a:gd name="connsiteX719" fmla="*/ 0 w 7467663"/>
              <a:gd name="connsiteY719" fmla="*/ 1602463 h 6858000"/>
              <a:gd name="connsiteX720" fmla="*/ 84689 w 7467663"/>
              <a:gd name="connsiteY720" fmla="*/ 1677442 h 6858000"/>
              <a:gd name="connsiteX721" fmla="*/ 298437 w 7467663"/>
              <a:gd name="connsiteY721" fmla="*/ 1968019 h 6858000"/>
              <a:gd name="connsiteX722" fmla="*/ 227269 w 7467663"/>
              <a:gd name="connsiteY722" fmla="*/ 1114064 h 6858000"/>
              <a:gd name="connsiteX723" fmla="*/ 248003 w 7467663"/>
              <a:gd name="connsiteY723" fmla="*/ 1089613 h 6858000"/>
              <a:gd name="connsiteX724" fmla="*/ 427020 w 7467663"/>
              <a:gd name="connsiteY724" fmla="*/ 1619803 h 6858000"/>
              <a:gd name="connsiteX725" fmla="*/ 340345 w 7467663"/>
              <a:gd name="connsiteY725" fmla="*/ 2027739 h 6858000"/>
              <a:gd name="connsiteX726" fmla="*/ 360865 w 7467663"/>
              <a:gd name="connsiteY726" fmla="*/ 2044827 h 6858000"/>
              <a:gd name="connsiteX727" fmla="*/ 560414 w 7467663"/>
              <a:gd name="connsiteY727" fmla="*/ 2421457 h 6858000"/>
              <a:gd name="connsiteX728" fmla="*/ 1359703 w 7467663"/>
              <a:gd name="connsiteY728" fmla="*/ 2578554 h 6858000"/>
              <a:gd name="connsiteX729" fmla="*/ 1359422 w 7467663"/>
              <a:gd name="connsiteY729" fmla="*/ 2577994 h 6858000"/>
              <a:gd name="connsiteX730" fmla="*/ 828701 w 7467663"/>
              <a:gd name="connsiteY730" fmla="*/ 1839520 h 6858000"/>
              <a:gd name="connsiteX731" fmla="*/ 494427 w 7467663"/>
              <a:gd name="connsiteY731" fmla="*/ 1092333 h 6858000"/>
              <a:gd name="connsiteX732" fmla="*/ 506322 w 7467663"/>
              <a:gd name="connsiteY732" fmla="*/ 1020997 h 6858000"/>
              <a:gd name="connsiteX733" fmla="*/ 4570198 w 7467663"/>
              <a:gd name="connsiteY733" fmla="*/ 978081 h 6858000"/>
              <a:gd name="connsiteX734" fmla="*/ 4523691 w 7467663"/>
              <a:gd name="connsiteY734" fmla="*/ 1127776 h 6858000"/>
              <a:gd name="connsiteX735" fmla="*/ 4509875 w 7467663"/>
              <a:gd name="connsiteY735" fmla="*/ 1167552 h 6858000"/>
              <a:gd name="connsiteX736" fmla="*/ 4478168 w 7467663"/>
              <a:gd name="connsiteY736" fmla="*/ 1260735 h 6858000"/>
              <a:gd name="connsiteX737" fmla="*/ 4409309 w 7467663"/>
              <a:gd name="connsiteY737" fmla="*/ 1666996 h 6858000"/>
              <a:gd name="connsiteX738" fmla="*/ 4370031 w 7467663"/>
              <a:gd name="connsiteY738" fmla="*/ 1955666 h 6858000"/>
              <a:gd name="connsiteX739" fmla="*/ 4570198 w 7467663"/>
              <a:gd name="connsiteY739" fmla="*/ 978081 h 6858000"/>
              <a:gd name="connsiteX740" fmla="*/ 4557898 w 7467663"/>
              <a:gd name="connsiteY740" fmla="*/ 900011 h 6858000"/>
              <a:gd name="connsiteX741" fmla="*/ 4344840 w 7467663"/>
              <a:gd name="connsiteY741" fmla="*/ 1922038 h 6858000"/>
              <a:gd name="connsiteX742" fmla="*/ 4378710 w 7467663"/>
              <a:gd name="connsiteY742" fmla="*/ 1665516 h 6858000"/>
              <a:gd name="connsiteX743" fmla="*/ 4448798 w 7467663"/>
              <a:gd name="connsiteY743" fmla="*/ 1253024 h 6858000"/>
              <a:gd name="connsiteX744" fmla="*/ 4480315 w 7467663"/>
              <a:gd name="connsiteY744" fmla="*/ 1158454 h 6858000"/>
              <a:gd name="connsiteX745" fmla="*/ 4494133 w 7467663"/>
              <a:gd name="connsiteY745" fmla="*/ 1118676 h 6858000"/>
              <a:gd name="connsiteX746" fmla="*/ 4557898 w 7467663"/>
              <a:gd name="connsiteY746" fmla="*/ 900011 h 6858000"/>
              <a:gd name="connsiteX747" fmla="*/ 5870151 w 7467663"/>
              <a:gd name="connsiteY747" fmla="*/ 898890 h 6858000"/>
              <a:gd name="connsiteX748" fmla="*/ 5861335 w 7467663"/>
              <a:gd name="connsiteY748" fmla="*/ 899177 h 6858000"/>
              <a:gd name="connsiteX749" fmla="*/ 5843702 w 7467663"/>
              <a:gd name="connsiteY749" fmla="*/ 899748 h 6858000"/>
              <a:gd name="connsiteX750" fmla="*/ 5651107 w 7467663"/>
              <a:gd name="connsiteY750" fmla="*/ 920306 h 6858000"/>
              <a:gd name="connsiteX751" fmla="*/ 5459407 w 7467663"/>
              <a:gd name="connsiteY751" fmla="*/ 940975 h 6858000"/>
              <a:gd name="connsiteX752" fmla="*/ 5374846 w 7467663"/>
              <a:gd name="connsiteY752" fmla="*/ 941988 h 6858000"/>
              <a:gd name="connsiteX753" fmla="*/ 5256105 w 7467663"/>
              <a:gd name="connsiteY753" fmla="*/ 945632 h 6858000"/>
              <a:gd name="connsiteX754" fmla="*/ 5107071 w 7467663"/>
              <a:gd name="connsiteY754" fmla="*/ 969720 h 6858000"/>
              <a:gd name="connsiteX755" fmla="*/ 4998681 w 7467663"/>
              <a:gd name="connsiteY755" fmla="*/ 988771 h 6858000"/>
              <a:gd name="connsiteX756" fmla="*/ 5870151 w 7467663"/>
              <a:gd name="connsiteY756" fmla="*/ 898890 h 6858000"/>
              <a:gd name="connsiteX757" fmla="*/ 5504425 w 7467663"/>
              <a:gd name="connsiteY757" fmla="*/ 848067 h 6858000"/>
              <a:gd name="connsiteX758" fmla="*/ 4968849 w 7467663"/>
              <a:gd name="connsiteY758" fmla="*/ 962318 h 6858000"/>
              <a:gd name="connsiteX759" fmla="*/ 5104039 w 7467663"/>
              <a:gd name="connsiteY759" fmla="*/ 940634 h 6858000"/>
              <a:gd name="connsiteX760" fmla="*/ 5256311 w 7467663"/>
              <a:gd name="connsiteY760" fmla="*/ 916490 h 6858000"/>
              <a:gd name="connsiteX761" fmla="*/ 5377381 w 7467663"/>
              <a:gd name="connsiteY761" fmla="*/ 912671 h 6858000"/>
              <a:gd name="connsiteX762" fmla="*/ 5460148 w 7467663"/>
              <a:gd name="connsiteY762" fmla="*/ 911442 h 6858000"/>
              <a:gd name="connsiteX763" fmla="*/ 5648971 w 7467663"/>
              <a:gd name="connsiteY763" fmla="*/ 891331 h 6858000"/>
              <a:gd name="connsiteX764" fmla="*/ 5844807 w 7467663"/>
              <a:gd name="connsiteY764" fmla="*/ 870718 h 6858000"/>
              <a:gd name="connsiteX765" fmla="*/ 5862975 w 7467663"/>
              <a:gd name="connsiteY765" fmla="*/ 869756 h 6858000"/>
              <a:gd name="connsiteX766" fmla="*/ 5920887 w 7467663"/>
              <a:gd name="connsiteY766" fmla="*/ 865929 h 6858000"/>
              <a:gd name="connsiteX767" fmla="*/ 5504425 w 7467663"/>
              <a:gd name="connsiteY767" fmla="*/ 848067 h 6858000"/>
              <a:gd name="connsiteX768" fmla="*/ 3607114 w 7467663"/>
              <a:gd name="connsiteY768" fmla="*/ 467441 h 6858000"/>
              <a:gd name="connsiteX769" fmla="*/ 3296242 w 7467663"/>
              <a:gd name="connsiteY769" fmla="*/ 807991 h 6858000"/>
              <a:gd name="connsiteX770" fmla="*/ 3174674 w 7467663"/>
              <a:gd name="connsiteY770" fmla="*/ 919759 h 6858000"/>
              <a:gd name="connsiteX771" fmla="*/ 3042978 w 7467663"/>
              <a:gd name="connsiteY771" fmla="*/ 1054894 h 6858000"/>
              <a:gd name="connsiteX772" fmla="*/ 2968914 w 7467663"/>
              <a:gd name="connsiteY772" fmla="*/ 1133756 h 6858000"/>
              <a:gd name="connsiteX773" fmla="*/ 3103823 w 7467663"/>
              <a:gd name="connsiteY773" fmla="*/ 1026814 h 6858000"/>
              <a:gd name="connsiteX774" fmla="*/ 3607114 w 7467663"/>
              <a:gd name="connsiteY774" fmla="*/ 467441 h 6858000"/>
              <a:gd name="connsiteX775" fmla="*/ 3744487 w 7467663"/>
              <a:gd name="connsiteY775" fmla="*/ 383136 h 6858000"/>
              <a:gd name="connsiteX776" fmla="*/ 3970213 w 7467663"/>
              <a:gd name="connsiteY776" fmla="*/ 995559 h 6858000"/>
              <a:gd name="connsiteX777" fmla="*/ 3744487 w 7467663"/>
              <a:gd name="connsiteY777" fmla="*/ 383136 h 6858000"/>
              <a:gd name="connsiteX778" fmla="*/ 3624562 w 7467663"/>
              <a:gd name="connsiteY778" fmla="*/ 367041 h 6858000"/>
              <a:gd name="connsiteX779" fmla="*/ 3489712 w 7467663"/>
              <a:gd name="connsiteY779" fmla="*/ 485386 h 6858000"/>
              <a:gd name="connsiteX780" fmla="*/ 3182994 w 7467663"/>
              <a:gd name="connsiteY780" fmla="*/ 828265 h 6858000"/>
              <a:gd name="connsiteX781" fmla="*/ 2892114 w 7467663"/>
              <a:gd name="connsiteY781" fmla="*/ 1172635 h 6858000"/>
              <a:gd name="connsiteX782" fmla="*/ 3021459 w 7467663"/>
              <a:gd name="connsiteY782" fmla="*/ 1035385 h 6858000"/>
              <a:gd name="connsiteX783" fmla="*/ 3153873 w 7467663"/>
              <a:gd name="connsiteY783" fmla="*/ 898971 h 6858000"/>
              <a:gd name="connsiteX784" fmla="*/ 3276511 w 7467663"/>
              <a:gd name="connsiteY784" fmla="*/ 786423 h 6858000"/>
              <a:gd name="connsiteX785" fmla="*/ 3584154 w 7467663"/>
              <a:gd name="connsiteY785" fmla="*/ 448218 h 6858000"/>
              <a:gd name="connsiteX786" fmla="*/ 3624562 w 7467663"/>
              <a:gd name="connsiteY786" fmla="*/ 367041 h 6858000"/>
              <a:gd name="connsiteX787" fmla="*/ 3766672 w 7467663"/>
              <a:gd name="connsiteY787" fmla="*/ 359429 h 6858000"/>
              <a:gd name="connsiteX788" fmla="*/ 3996338 w 7467663"/>
              <a:gd name="connsiteY788" fmla="*/ 968237 h 6858000"/>
              <a:gd name="connsiteX789" fmla="*/ 3766672 w 7467663"/>
              <a:gd name="connsiteY789" fmla="*/ 359429 h 6858000"/>
              <a:gd name="connsiteX790" fmla="*/ 5805386 w 7467663"/>
              <a:gd name="connsiteY790" fmla="*/ 239240 h 6858000"/>
              <a:gd name="connsiteX791" fmla="*/ 5736947 w 7467663"/>
              <a:gd name="connsiteY791" fmla="*/ 261367 h 6858000"/>
              <a:gd name="connsiteX792" fmla="*/ 5427012 w 7467663"/>
              <a:gd name="connsiteY792" fmla="*/ 311272 h 6858000"/>
              <a:gd name="connsiteX793" fmla="*/ 5147818 w 7467663"/>
              <a:gd name="connsiteY793" fmla="*/ 322112 h 6858000"/>
              <a:gd name="connsiteX794" fmla="*/ 5060854 w 7467663"/>
              <a:gd name="connsiteY794" fmla="*/ 311882 h 6858000"/>
              <a:gd name="connsiteX795" fmla="*/ 4945989 w 7467663"/>
              <a:gd name="connsiteY795" fmla="*/ 300516 h 6858000"/>
              <a:gd name="connsiteX796" fmla="*/ 5410479 w 7467663"/>
              <a:gd name="connsiteY796" fmla="*/ 348434 h 6858000"/>
              <a:gd name="connsiteX797" fmla="*/ 5805386 w 7467663"/>
              <a:gd name="connsiteY797" fmla="*/ 239240 h 6858000"/>
              <a:gd name="connsiteX798" fmla="*/ 5905192 w 7467663"/>
              <a:gd name="connsiteY798" fmla="*/ 163079 h 6858000"/>
              <a:gd name="connsiteX799" fmla="*/ 5865655 w 7467663"/>
              <a:gd name="connsiteY799" fmla="*/ 171901 h 6858000"/>
              <a:gd name="connsiteX800" fmla="*/ 5259740 w 7467663"/>
              <a:gd name="connsiteY800" fmla="*/ 257013 h 6858000"/>
              <a:gd name="connsiteX801" fmla="*/ 5208466 w 7467663"/>
              <a:gd name="connsiteY801" fmla="*/ 257550 h 6858000"/>
              <a:gd name="connsiteX802" fmla="*/ 4980204 w 7467663"/>
              <a:gd name="connsiteY802" fmla="*/ 271903 h 6858000"/>
              <a:gd name="connsiteX803" fmla="*/ 5068068 w 7467663"/>
              <a:gd name="connsiteY803" fmla="*/ 282244 h 6858000"/>
              <a:gd name="connsiteX804" fmla="*/ 5153231 w 7467663"/>
              <a:gd name="connsiteY804" fmla="*/ 292240 h 6858000"/>
              <a:gd name="connsiteX805" fmla="*/ 5426491 w 7467663"/>
              <a:gd name="connsiteY805" fmla="*/ 281128 h 6858000"/>
              <a:gd name="connsiteX806" fmla="*/ 5731212 w 7467663"/>
              <a:gd name="connsiteY806" fmla="*/ 231951 h 6858000"/>
              <a:gd name="connsiteX807" fmla="*/ 5905192 w 7467663"/>
              <a:gd name="connsiteY807" fmla="*/ 163079 h 6858000"/>
              <a:gd name="connsiteX808" fmla="*/ 5944437 w 7467663"/>
              <a:gd name="connsiteY808" fmla="*/ 113829 h 6858000"/>
              <a:gd name="connsiteX809" fmla="*/ 5825032 w 7467663"/>
              <a:gd name="connsiteY809" fmla="*/ 146405 h 6858000"/>
              <a:gd name="connsiteX810" fmla="*/ 4955599 w 7467663"/>
              <a:gd name="connsiteY810" fmla="*/ 247008 h 6858000"/>
              <a:gd name="connsiteX811" fmla="*/ 5210104 w 7467663"/>
              <a:gd name="connsiteY811" fmla="*/ 228123 h 6858000"/>
              <a:gd name="connsiteX812" fmla="*/ 5261015 w 7467663"/>
              <a:gd name="connsiteY812" fmla="*/ 227087 h 6858000"/>
              <a:gd name="connsiteX813" fmla="*/ 5861181 w 7467663"/>
              <a:gd name="connsiteY813" fmla="*/ 143093 h 6858000"/>
              <a:gd name="connsiteX814" fmla="*/ 5961252 w 7467663"/>
              <a:gd name="connsiteY814" fmla="*/ 114820 h 6858000"/>
              <a:gd name="connsiteX815" fmla="*/ 5944437 w 7467663"/>
              <a:gd name="connsiteY815" fmla="*/ 113829 h 6858000"/>
              <a:gd name="connsiteX816" fmla="*/ 3882765 w 7467663"/>
              <a:gd name="connsiteY816" fmla="*/ 0 h 6858000"/>
              <a:gd name="connsiteX817" fmla="*/ 3995099 w 7467663"/>
              <a:gd name="connsiteY817" fmla="*/ 0 h 6858000"/>
              <a:gd name="connsiteX818" fmla="*/ 4163818 w 7467663"/>
              <a:gd name="connsiteY818" fmla="*/ 234104 h 6858000"/>
              <a:gd name="connsiteX819" fmla="*/ 4172099 w 7467663"/>
              <a:gd name="connsiteY819" fmla="*/ 234207 h 6858000"/>
              <a:gd name="connsiteX820" fmla="*/ 4784282 w 7467663"/>
              <a:gd name="connsiteY820" fmla="*/ 276561 h 6858000"/>
              <a:gd name="connsiteX821" fmla="*/ 4801687 w 7467663"/>
              <a:gd name="connsiteY821" fmla="*/ 267764 h 6858000"/>
              <a:gd name="connsiteX822" fmla="*/ 6082788 w 7467663"/>
              <a:gd name="connsiteY822" fmla="*/ 64119 h 6858000"/>
              <a:gd name="connsiteX823" fmla="*/ 6099442 w 7467663"/>
              <a:gd name="connsiteY823" fmla="*/ 82568 h 6858000"/>
              <a:gd name="connsiteX824" fmla="*/ 4804137 w 7467663"/>
              <a:gd name="connsiteY824" fmla="*/ 320931 h 6858000"/>
              <a:gd name="connsiteX825" fmla="*/ 4227047 w 7467663"/>
              <a:gd name="connsiteY825" fmla="*/ 313415 h 6858000"/>
              <a:gd name="connsiteX826" fmla="*/ 4346041 w 7467663"/>
              <a:gd name="connsiteY826" fmla="*/ 456086 h 6858000"/>
              <a:gd name="connsiteX827" fmla="*/ 4870967 w 7467663"/>
              <a:gd name="connsiteY827" fmla="*/ 963061 h 6858000"/>
              <a:gd name="connsiteX828" fmla="*/ 4889647 w 7467663"/>
              <a:gd name="connsiteY828" fmla="*/ 957147 h 6858000"/>
              <a:gd name="connsiteX829" fmla="*/ 5422504 w 7467663"/>
              <a:gd name="connsiteY829" fmla="*/ 805191 h 6858000"/>
              <a:gd name="connsiteX830" fmla="*/ 6087656 w 7467663"/>
              <a:gd name="connsiteY830" fmla="*/ 826703 h 6858000"/>
              <a:gd name="connsiteX831" fmla="*/ 6058717 w 7467663"/>
              <a:gd name="connsiteY831" fmla="*/ 865992 h 6858000"/>
              <a:gd name="connsiteX832" fmla="*/ 4974153 w 7467663"/>
              <a:gd name="connsiteY832" fmla="*/ 1045456 h 6858000"/>
              <a:gd name="connsiteX833" fmla="*/ 5627835 w 7467663"/>
              <a:gd name="connsiteY833" fmla="*/ 1472077 h 6858000"/>
              <a:gd name="connsiteX834" fmla="*/ 5629817 w 7467663"/>
              <a:gd name="connsiteY834" fmla="*/ 1471412 h 6858000"/>
              <a:gd name="connsiteX835" fmla="*/ 5634124 w 7467663"/>
              <a:gd name="connsiteY835" fmla="*/ 1470572 h 6858000"/>
              <a:gd name="connsiteX836" fmla="*/ 5755832 w 7467663"/>
              <a:gd name="connsiteY836" fmla="*/ 1383886 h 6858000"/>
              <a:gd name="connsiteX837" fmla="*/ 6014186 w 7467663"/>
              <a:gd name="connsiteY837" fmla="*/ 1279799 h 6858000"/>
              <a:gd name="connsiteX838" fmla="*/ 6901619 w 7467663"/>
              <a:gd name="connsiteY838" fmla="*/ 1047874 h 6858000"/>
              <a:gd name="connsiteX839" fmla="*/ 6931566 w 7467663"/>
              <a:gd name="connsiteY839" fmla="*/ 1062034 h 6858000"/>
              <a:gd name="connsiteX840" fmla="*/ 5790982 w 7467663"/>
              <a:gd name="connsiteY840" fmla="*/ 1561380 h 6858000"/>
              <a:gd name="connsiteX841" fmla="*/ 6188971 w 7467663"/>
              <a:gd name="connsiteY841" fmla="*/ 1755168 h 6858000"/>
              <a:gd name="connsiteX842" fmla="*/ 6202446 w 7467663"/>
              <a:gd name="connsiteY842" fmla="*/ 1752268 h 6858000"/>
              <a:gd name="connsiteX843" fmla="*/ 7179560 w 7467663"/>
              <a:gd name="connsiteY843" fmla="*/ 1467551 h 6858000"/>
              <a:gd name="connsiteX844" fmla="*/ 7158730 w 7467663"/>
              <a:gd name="connsiteY844" fmla="*/ 1507835 h 6858000"/>
              <a:gd name="connsiteX845" fmla="*/ 6326959 w 7467663"/>
              <a:gd name="connsiteY845" fmla="*/ 1817686 h 6858000"/>
              <a:gd name="connsiteX846" fmla="*/ 6537433 w 7467663"/>
              <a:gd name="connsiteY846" fmla="*/ 1907790 h 6858000"/>
              <a:gd name="connsiteX847" fmla="*/ 6550221 w 7467663"/>
              <a:gd name="connsiteY847" fmla="*/ 1910729 h 6858000"/>
              <a:gd name="connsiteX848" fmla="*/ 6964438 w 7467663"/>
              <a:gd name="connsiteY848" fmla="*/ 2209505 h 6858000"/>
              <a:gd name="connsiteX849" fmla="*/ 7367862 w 7467663"/>
              <a:gd name="connsiteY849" fmla="*/ 2806833 h 6858000"/>
              <a:gd name="connsiteX850" fmla="*/ 7364329 w 7467663"/>
              <a:gd name="connsiteY850" fmla="*/ 2826907 h 6858000"/>
              <a:gd name="connsiteX851" fmla="*/ 7290545 w 7467663"/>
              <a:gd name="connsiteY851" fmla="*/ 2850663 h 6858000"/>
              <a:gd name="connsiteX852" fmla="*/ 6472036 w 7467663"/>
              <a:gd name="connsiteY852" fmla="*/ 1959003 h 6858000"/>
              <a:gd name="connsiteX853" fmla="*/ 5792897 w 7467663"/>
              <a:gd name="connsiteY853" fmla="*/ 1647747 h 6858000"/>
              <a:gd name="connsiteX854" fmla="*/ 5842751 w 7467663"/>
              <a:gd name="connsiteY854" fmla="*/ 1816112 h 6858000"/>
              <a:gd name="connsiteX855" fmla="*/ 5847424 w 7467663"/>
              <a:gd name="connsiteY855" fmla="*/ 1815776 h 6858000"/>
              <a:gd name="connsiteX856" fmla="*/ 6399821 w 7467663"/>
              <a:gd name="connsiteY856" fmla="*/ 2344799 h 6858000"/>
              <a:gd name="connsiteX857" fmla="*/ 6323232 w 7467663"/>
              <a:gd name="connsiteY857" fmla="*/ 2389634 h 6858000"/>
              <a:gd name="connsiteX858" fmla="*/ 5942958 w 7467663"/>
              <a:gd name="connsiteY858" fmla="*/ 2077708 h 6858000"/>
              <a:gd name="connsiteX859" fmla="*/ 5921559 w 7467663"/>
              <a:gd name="connsiteY859" fmla="*/ 2378596 h 6858000"/>
              <a:gd name="connsiteX860" fmla="*/ 5817651 w 7467663"/>
              <a:gd name="connsiteY860" fmla="*/ 3023919 h 6858000"/>
              <a:gd name="connsiteX861" fmla="*/ 5729634 w 7467663"/>
              <a:gd name="connsiteY861" fmla="*/ 3051849 h 6858000"/>
              <a:gd name="connsiteX862" fmla="*/ 5611018 w 7467663"/>
              <a:gd name="connsiteY862" fmla="*/ 2316769 h 6858000"/>
              <a:gd name="connsiteX863" fmla="*/ 5687608 w 7467663"/>
              <a:gd name="connsiteY863" fmla="*/ 2039972 h 6858000"/>
              <a:gd name="connsiteX864" fmla="*/ 5657554 w 7467663"/>
              <a:gd name="connsiteY864" fmla="*/ 1576445 h 6858000"/>
              <a:gd name="connsiteX865" fmla="*/ 5150475 w 7467663"/>
              <a:gd name="connsiteY865" fmla="*/ 1274012 h 6858000"/>
              <a:gd name="connsiteX866" fmla="*/ 5349142 w 7467663"/>
              <a:gd name="connsiteY866" fmla="*/ 2204405 h 6858000"/>
              <a:gd name="connsiteX867" fmla="*/ 5262214 w 7467663"/>
              <a:gd name="connsiteY867" fmla="*/ 2233836 h 6858000"/>
              <a:gd name="connsiteX868" fmla="*/ 4981539 w 7467663"/>
              <a:gd name="connsiteY868" fmla="*/ 1542201 h 6858000"/>
              <a:gd name="connsiteX869" fmla="*/ 4958461 w 7467663"/>
              <a:gd name="connsiteY869" fmla="*/ 1136957 h 6858000"/>
              <a:gd name="connsiteX870" fmla="*/ 4655015 w 7467663"/>
              <a:gd name="connsiteY870" fmla="*/ 891426 h 6858000"/>
              <a:gd name="connsiteX871" fmla="*/ 4348002 w 7467663"/>
              <a:gd name="connsiteY871" fmla="*/ 2205895 h 6858000"/>
              <a:gd name="connsiteX872" fmla="*/ 4262250 w 7467663"/>
              <a:gd name="connsiteY872" fmla="*/ 2219972 h 6858000"/>
              <a:gd name="connsiteX873" fmla="*/ 4550611 w 7467663"/>
              <a:gd name="connsiteY873" fmla="*/ 817540 h 6858000"/>
              <a:gd name="connsiteX874" fmla="*/ 4564418 w 7467663"/>
              <a:gd name="connsiteY874" fmla="*/ 808293 h 6858000"/>
              <a:gd name="connsiteX875" fmla="*/ 4266388 w 7467663"/>
              <a:gd name="connsiteY875" fmla="*/ 500083 h 6858000"/>
              <a:gd name="connsiteX876" fmla="*/ 4032842 w 7467663"/>
              <a:gd name="connsiteY876" fmla="*/ 211809 h 6858000"/>
              <a:gd name="connsiteX877" fmla="*/ 3882765 w 7467663"/>
              <a:gd name="connsiteY877" fmla="*/ 0 h 6858000"/>
              <a:gd name="connsiteX878" fmla="*/ 3721337 w 7467663"/>
              <a:gd name="connsiteY878" fmla="*/ 0 h 6858000"/>
              <a:gd name="connsiteX879" fmla="*/ 3797544 w 7467663"/>
              <a:gd name="connsiteY879" fmla="*/ 0 h 6858000"/>
              <a:gd name="connsiteX880" fmla="*/ 3775734 w 7467663"/>
              <a:gd name="connsiteY880" fmla="*/ 95131 h 6858000"/>
              <a:gd name="connsiteX881" fmla="*/ 3724807 w 7467663"/>
              <a:gd name="connsiteY881" fmla="*/ 272257 h 6858000"/>
              <a:gd name="connsiteX882" fmla="*/ 3726844 w 7467663"/>
              <a:gd name="connsiteY882" fmla="*/ 282988 h 6858000"/>
              <a:gd name="connsiteX883" fmla="*/ 3742664 w 7467663"/>
              <a:gd name="connsiteY883" fmla="*/ 279918 h 6858000"/>
              <a:gd name="connsiteX884" fmla="*/ 4103910 w 7467663"/>
              <a:gd name="connsiteY884" fmla="*/ 1161917 h 6858000"/>
              <a:gd name="connsiteX885" fmla="*/ 4020269 w 7467663"/>
              <a:gd name="connsiteY885" fmla="*/ 1200406 h 6858000"/>
              <a:gd name="connsiteX886" fmla="*/ 3674882 w 7467663"/>
              <a:gd name="connsiteY886" fmla="*/ 488524 h 6858000"/>
              <a:gd name="connsiteX887" fmla="*/ 3132682 w 7467663"/>
              <a:gd name="connsiteY887" fmla="*/ 1072284 h 6858000"/>
              <a:gd name="connsiteX888" fmla="*/ 2716346 w 7467663"/>
              <a:gd name="connsiteY888" fmla="*/ 1276376 h 6858000"/>
              <a:gd name="connsiteX889" fmla="*/ 2716772 w 7467663"/>
              <a:gd name="connsiteY889" fmla="*/ 1255462 h 6858000"/>
              <a:gd name="connsiteX890" fmla="*/ 3471096 w 7467663"/>
              <a:gd name="connsiteY890" fmla="*/ 437072 h 6858000"/>
              <a:gd name="connsiteX891" fmla="*/ 3639057 w 7467663"/>
              <a:gd name="connsiteY891" fmla="*/ 286334 h 6858000"/>
              <a:gd name="connsiteX892" fmla="*/ 3640309 w 7467663"/>
              <a:gd name="connsiteY892" fmla="*/ 284664 h 6858000"/>
              <a:gd name="connsiteX893" fmla="*/ 3646022 w 7467663"/>
              <a:gd name="connsiteY893" fmla="*/ 276711 h 6858000"/>
              <a:gd name="connsiteX894" fmla="*/ 3707943 w 7467663"/>
              <a:gd name="connsiteY894" fmla="*/ 65958 h 6858000"/>
              <a:gd name="connsiteX895" fmla="*/ 3721337 w 7467663"/>
              <a:gd name="connsiteY895" fmla="*/ 0 h 6858000"/>
              <a:gd name="connsiteX896" fmla="*/ 2867960 w 7467663"/>
              <a:gd name="connsiteY896" fmla="*/ 0 h 6858000"/>
              <a:gd name="connsiteX897" fmla="*/ 2926351 w 7467663"/>
              <a:gd name="connsiteY897" fmla="*/ 0 h 6858000"/>
              <a:gd name="connsiteX898" fmla="*/ 2902823 w 7467663"/>
              <a:gd name="connsiteY898" fmla="*/ 262929 h 6858000"/>
              <a:gd name="connsiteX899" fmla="*/ 2940663 w 7467663"/>
              <a:gd name="connsiteY899" fmla="*/ 140884 h 6858000"/>
              <a:gd name="connsiteX900" fmla="*/ 2947039 w 7467663"/>
              <a:gd name="connsiteY900" fmla="*/ 122524 h 6858000"/>
              <a:gd name="connsiteX901" fmla="*/ 2984316 w 7467663"/>
              <a:gd name="connsiteY901" fmla="*/ 0 h 6858000"/>
              <a:gd name="connsiteX902" fmla="*/ 3016114 w 7467663"/>
              <a:gd name="connsiteY902" fmla="*/ 0 h 6858000"/>
              <a:gd name="connsiteX903" fmla="*/ 2979949 w 7467663"/>
              <a:gd name="connsiteY903" fmla="*/ 119274 h 6858000"/>
              <a:gd name="connsiteX904" fmla="*/ 3023879 w 7467663"/>
              <a:gd name="connsiteY904" fmla="*/ 0 h 6858000"/>
              <a:gd name="connsiteX905" fmla="*/ 3105400 w 7467663"/>
              <a:gd name="connsiteY905" fmla="*/ 0 h 6858000"/>
              <a:gd name="connsiteX906" fmla="*/ 3094669 w 7467663"/>
              <a:gd name="connsiteY906" fmla="*/ 30308 h 6858000"/>
              <a:gd name="connsiteX907" fmla="*/ 2901945 w 7467663"/>
              <a:gd name="connsiteY907" fmla="*/ 466538 h 6858000"/>
              <a:gd name="connsiteX908" fmla="*/ 2815209 w 7467663"/>
              <a:gd name="connsiteY908" fmla="*/ 497361 h 6858000"/>
              <a:gd name="connsiteX909" fmla="*/ 2844845 w 7467663"/>
              <a:gd name="connsiteY909" fmla="*/ 127638 h 6858000"/>
              <a:gd name="connsiteX910" fmla="*/ 2867960 w 7467663"/>
              <a:gd name="connsiteY910" fmla="*/ 0 h 6858000"/>
              <a:gd name="connsiteX911" fmla="*/ 1057230 w 7467663"/>
              <a:gd name="connsiteY911" fmla="*/ 0 h 6858000"/>
              <a:gd name="connsiteX912" fmla="*/ 1111003 w 7467663"/>
              <a:gd name="connsiteY912" fmla="*/ 0 h 6858000"/>
              <a:gd name="connsiteX913" fmla="*/ 1125553 w 7467663"/>
              <a:gd name="connsiteY913" fmla="*/ 52588 h 6858000"/>
              <a:gd name="connsiteX914" fmla="*/ 1304276 w 7467663"/>
              <a:gd name="connsiteY914" fmla="*/ 476275 h 6858000"/>
              <a:gd name="connsiteX915" fmla="*/ 1492066 w 7467663"/>
              <a:gd name="connsiteY915" fmla="*/ 886333 h 6858000"/>
              <a:gd name="connsiteX916" fmla="*/ 1423698 w 7467663"/>
              <a:gd name="connsiteY916" fmla="*/ 710817 h 6858000"/>
              <a:gd name="connsiteX917" fmla="*/ 1357609 w 7467663"/>
              <a:gd name="connsiteY917" fmla="*/ 532892 h 6858000"/>
              <a:gd name="connsiteX918" fmla="*/ 1309550 w 7467663"/>
              <a:gd name="connsiteY918" fmla="*/ 374031 h 6858000"/>
              <a:gd name="connsiteX919" fmla="*/ 1193673 w 7467663"/>
              <a:gd name="connsiteY919" fmla="*/ 49533 h 6858000"/>
              <a:gd name="connsiteX920" fmla="*/ 1164391 w 7467663"/>
              <a:gd name="connsiteY920" fmla="*/ 0 h 6858000"/>
              <a:gd name="connsiteX921" fmla="*/ 1200666 w 7467663"/>
              <a:gd name="connsiteY921" fmla="*/ 0 h 6858000"/>
              <a:gd name="connsiteX922" fmla="*/ 1223408 w 7467663"/>
              <a:gd name="connsiteY922" fmla="*/ 38996 h 6858000"/>
              <a:gd name="connsiteX923" fmla="*/ 1339635 w 7467663"/>
              <a:gd name="connsiteY923" fmla="*/ 365517 h 6858000"/>
              <a:gd name="connsiteX924" fmla="*/ 1387469 w 7467663"/>
              <a:gd name="connsiteY924" fmla="*/ 523079 h 6858000"/>
              <a:gd name="connsiteX925" fmla="*/ 1452685 w 7467663"/>
              <a:gd name="connsiteY925" fmla="*/ 699806 h 6858000"/>
              <a:gd name="connsiteX926" fmla="*/ 1492092 w 7467663"/>
              <a:gd name="connsiteY926" fmla="*/ 800424 h 6858000"/>
              <a:gd name="connsiteX927" fmla="*/ 1455302 w 7467663"/>
              <a:gd name="connsiteY927" fmla="*/ 632913 h 6858000"/>
              <a:gd name="connsiteX928" fmla="*/ 1222336 w 7467663"/>
              <a:gd name="connsiteY928" fmla="*/ 9480 h 6858000"/>
              <a:gd name="connsiteX929" fmla="*/ 1214634 w 7467663"/>
              <a:gd name="connsiteY929" fmla="*/ 0 h 6858000"/>
              <a:gd name="connsiteX930" fmla="*/ 1289827 w 7467663"/>
              <a:gd name="connsiteY930" fmla="*/ 0 h 6858000"/>
              <a:gd name="connsiteX931" fmla="*/ 1321076 w 7467663"/>
              <a:gd name="connsiteY931" fmla="*/ 59722 h 6858000"/>
              <a:gd name="connsiteX932" fmla="*/ 1512579 w 7467663"/>
              <a:gd name="connsiteY932" fmla="*/ 626441 h 6858000"/>
              <a:gd name="connsiteX933" fmla="*/ 1506076 w 7467663"/>
              <a:gd name="connsiteY933" fmla="*/ 1089289 h 6858000"/>
              <a:gd name="connsiteX934" fmla="*/ 1486346 w 7467663"/>
              <a:gd name="connsiteY934" fmla="*/ 1079919 h 6858000"/>
              <a:gd name="connsiteX935" fmla="*/ 1070511 w 7467663"/>
              <a:gd name="connsiteY935" fmla="*/ 48609 h 6858000"/>
              <a:gd name="connsiteX936" fmla="*/ 1057230 w 7467663"/>
              <a:gd name="connsiteY936" fmla="*/ 0 h 6858000"/>
              <a:gd name="connsiteX937" fmla="*/ 43151 w 7467663"/>
              <a:gd name="connsiteY937" fmla="*/ 0 h 6858000"/>
              <a:gd name="connsiteX938" fmla="*/ 95283 w 7467663"/>
              <a:gd name="connsiteY938" fmla="*/ 0 h 6858000"/>
              <a:gd name="connsiteX939" fmla="*/ 300708 w 7467663"/>
              <a:gd name="connsiteY939" fmla="*/ 154571 h 6858000"/>
              <a:gd name="connsiteX940" fmla="*/ 530414 w 7467663"/>
              <a:gd name="connsiteY940" fmla="*/ 354673 h 6858000"/>
              <a:gd name="connsiteX941" fmla="*/ 333785 w 7467663"/>
              <a:gd name="connsiteY941" fmla="*/ 161564 h 6858000"/>
              <a:gd name="connsiteX942" fmla="*/ 147005 w 7467663"/>
              <a:gd name="connsiteY942" fmla="*/ 0 h 6858000"/>
              <a:gd name="connsiteX943" fmla="*/ 272509 w 7467663"/>
              <a:gd name="connsiteY943" fmla="*/ 0 h 6858000"/>
              <a:gd name="connsiteX944" fmla="*/ 326276 w 7467663"/>
              <a:gd name="connsiteY944" fmla="*/ 45847 h 6858000"/>
              <a:gd name="connsiteX945" fmla="*/ 823759 w 7467663"/>
              <a:gd name="connsiteY945" fmla="*/ 574145 h 6858000"/>
              <a:gd name="connsiteX946" fmla="*/ 811254 w 7467663"/>
              <a:gd name="connsiteY946" fmla="*/ 665546 h 6858000"/>
              <a:gd name="connsiteX947" fmla="*/ 154042 w 7467663"/>
              <a:gd name="connsiteY947" fmla="*/ 261522 h 6858000"/>
              <a:gd name="connsiteX948" fmla="*/ 13550 w 7467663"/>
              <a:gd name="connsiteY948" fmla="*/ 158423 h 6858000"/>
              <a:gd name="connsiteX949" fmla="*/ 0 w 7467663"/>
              <a:gd name="connsiteY949" fmla="*/ 146618 h 6858000"/>
              <a:gd name="connsiteX950" fmla="*/ 0 w 7467663"/>
              <a:gd name="connsiteY950" fmla="*/ 59161 h 6858000"/>
              <a:gd name="connsiteX951" fmla="*/ 45427 w 7467663"/>
              <a:gd name="connsiteY951" fmla="*/ 101078 h 6858000"/>
              <a:gd name="connsiteX952" fmla="*/ 630103 w 7467663"/>
              <a:gd name="connsiteY952" fmla="*/ 485885 h 6858000"/>
              <a:gd name="connsiteX953" fmla="*/ 532040 w 7467663"/>
              <a:gd name="connsiteY953" fmla="*/ 399359 h 6858000"/>
              <a:gd name="connsiteX954" fmla="*/ 517618 w 7467663"/>
              <a:gd name="connsiteY954" fmla="*/ 385726 h 6858000"/>
              <a:gd name="connsiteX955" fmla="*/ 285074 w 7467663"/>
              <a:gd name="connsiteY955" fmla="*/ 182755 h 6858000"/>
              <a:gd name="connsiteX956" fmla="*/ 43151 w 7467663"/>
              <a:gd name="connsiteY956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7454976 w 7467600"/>
              <a:gd name="connsiteY74" fmla="*/ 6318297 h 6858000"/>
              <a:gd name="connsiteX75" fmla="*/ 7467600 w 7467600"/>
              <a:gd name="connsiteY75" fmla="*/ 6334256 h 6858000"/>
              <a:gd name="connsiteX76" fmla="*/ 7454976 w 7467600"/>
              <a:gd name="connsiteY76" fmla="*/ 6318297 h 6858000"/>
              <a:gd name="connsiteX77" fmla="*/ 1456157 w 7467600"/>
              <a:gd name="connsiteY77" fmla="*/ 5371404 h 6858000"/>
              <a:gd name="connsiteX78" fmla="*/ 1244432 w 7467600"/>
              <a:gd name="connsiteY78" fmla="*/ 5385601 h 6858000"/>
              <a:gd name="connsiteX79" fmla="*/ 973990 w 7467600"/>
              <a:gd name="connsiteY79" fmla="*/ 5424940 h 6858000"/>
              <a:gd name="connsiteX80" fmla="*/ 1103809 w 7467600"/>
              <a:gd name="connsiteY80" fmla="*/ 5433720 h 6858000"/>
              <a:gd name="connsiteX81" fmla="*/ 1123454 w 7467600"/>
              <a:gd name="connsiteY81" fmla="*/ 5435727 h 6858000"/>
              <a:gd name="connsiteX82" fmla="*/ 1737017 w 7467600"/>
              <a:gd name="connsiteY82" fmla="*/ 5452183 h 6858000"/>
              <a:gd name="connsiteX83" fmla="*/ 1824397 w 7467600"/>
              <a:gd name="connsiteY83" fmla="*/ 5447757 h 6858000"/>
              <a:gd name="connsiteX84" fmla="*/ 2070059 w 7467600"/>
              <a:gd name="connsiteY84" fmla="*/ 5441660 h 6858000"/>
              <a:gd name="connsiteX85" fmla="*/ 1456157 w 7467600"/>
              <a:gd name="connsiteY85" fmla="*/ 5371404 h 6858000"/>
              <a:gd name="connsiteX86" fmla="*/ 4988186 w 7467600"/>
              <a:gd name="connsiteY86" fmla="*/ 5216467 h 6858000"/>
              <a:gd name="connsiteX87" fmla="*/ 4777334 w 7467600"/>
              <a:gd name="connsiteY87" fmla="*/ 5406072 h 6858000"/>
              <a:gd name="connsiteX88" fmla="*/ 4718341 w 7467600"/>
              <a:gd name="connsiteY88" fmla="*/ 5468043 h 6858000"/>
              <a:gd name="connsiteX89" fmla="*/ 4604655 w 7467600"/>
              <a:gd name="connsiteY89" fmla="*/ 5583434 h 6858000"/>
              <a:gd name="connsiteX90" fmla="*/ 4565074 w 7467600"/>
              <a:gd name="connsiteY90" fmla="*/ 5618550 h 6858000"/>
              <a:gd name="connsiteX91" fmla="*/ 4988186 w 7467600"/>
              <a:gd name="connsiteY91" fmla="*/ 5216467 h 6858000"/>
              <a:gd name="connsiteX92" fmla="*/ 4978032 w 7467600"/>
              <a:gd name="connsiteY92" fmla="*/ 5183809 h 6858000"/>
              <a:gd name="connsiteX93" fmla="*/ 4463413 w 7467600"/>
              <a:gd name="connsiteY93" fmla="*/ 5615162 h 6858000"/>
              <a:gd name="connsiteX94" fmla="*/ 4358134 w 7467600"/>
              <a:gd name="connsiteY94" fmla="*/ 5742791 h 6858000"/>
              <a:gd name="connsiteX95" fmla="*/ 4376219 w 7467600"/>
              <a:gd name="connsiteY95" fmla="*/ 5729027 h 6858000"/>
              <a:gd name="connsiteX96" fmla="*/ 4582340 w 7467600"/>
              <a:gd name="connsiteY96" fmla="*/ 5561037 h 6858000"/>
              <a:gd name="connsiteX97" fmla="*/ 4694684 w 7467600"/>
              <a:gd name="connsiteY97" fmla="*/ 5447098 h 6858000"/>
              <a:gd name="connsiteX98" fmla="*/ 4754123 w 7467600"/>
              <a:gd name="connsiteY98" fmla="*/ 5384643 h 6858000"/>
              <a:gd name="connsiteX99" fmla="*/ 4978032 w 7467600"/>
              <a:gd name="connsiteY99" fmla="*/ 5183809 h 6858000"/>
              <a:gd name="connsiteX100" fmla="*/ 1903353 w 7467600"/>
              <a:gd name="connsiteY100" fmla="*/ 5044827 h 6858000"/>
              <a:gd name="connsiteX101" fmla="*/ 1936931 w 7467600"/>
              <a:gd name="connsiteY101" fmla="*/ 5093954 h 6858000"/>
              <a:gd name="connsiteX102" fmla="*/ 2195868 w 7467600"/>
              <a:gd name="connsiteY102" fmla="*/ 5396574 h 6858000"/>
              <a:gd name="connsiteX103" fmla="*/ 2088852 w 7467600"/>
              <a:gd name="connsiteY103" fmla="*/ 5166123 h 6858000"/>
              <a:gd name="connsiteX104" fmla="*/ 1958241 w 7467600"/>
              <a:gd name="connsiteY104" fmla="*/ 5067955 h 6858000"/>
              <a:gd name="connsiteX105" fmla="*/ 1903353 w 7467600"/>
              <a:gd name="connsiteY105" fmla="*/ 5044827 h 6858000"/>
              <a:gd name="connsiteX106" fmla="*/ 1979378 w 7467600"/>
              <a:gd name="connsiteY106" fmla="*/ 4769504 h 6858000"/>
              <a:gd name="connsiteX107" fmla="*/ 2882120 w 7467600"/>
              <a:gd name="connsiteY107" fmla="*/ 5064547 h 6858000"/>
              <a:gd name="connsiteX108" fmla="*/ 2793103 w 7467600"/>
              <a:gd name="connsiteY108" fmla="*/ 5039699 h 6858000"/>
              <a:gd name="connsiteX109" fmla="*/ 2770041 w 7467600"/>
              <a:gd name="connsiteY109" fmla="*/ 5033634 h 6858000"/>
              <a:gd name="connsiteX110" fmla="*/ 1979378 w 7467600"/>
              <a:gd name="connsiteY110" fmla="*/ 4769504 h 6858000"/>
              <a:gd name="connsiteX111" fmla="*/ 1927410 w 7467600"/>
              <a:gd name="connsiteY111" fmla="*/ 4716164 h 6858000"/>
              <a:gd name="connsiteX112" fmla="*/ 1959587 w 7467600"/>
              <a:gd name="connsiteY112" fmla="*/ 4728849 h 6858000"/>
              <a:gd name="connsiteX113" fmla="*/ 2777707 w 7467600"/>
              <a:gd name="connsiteY113" fmla="*/ 5003991 h 6858000"/>
              <a:gd name="connsiteX114" fmla="*/ 2800768 w 7467600"/>
              <a:gd name="connsiteY114" fmla="*/ 5010056 h 6858000"/>
              <a:gd name="connsiteX115" fmla="*/ 2879408 w 7467600"/>
              <a:gd name="connsiteY115" fmla="*/ 5031590 h 6858000"/>
              <a:gd name="connsiteX116" fmla="*/ 2862295 w 7467600"/>
              <a:gd name="connsiteY116" fmla="*/ 5022958 h 6858000"/>
              <a:gd name="connsiteX117" fmla="*/ 2813343 w 7467600"/>
              <a:gd name="connsiteY117" fmla="*/ 4998369 h 6858000"/>
              <a:gd name="connsiteX118" fmla="*/ 2646245 w 7467600"/>
              <a:gd name="connsiteY118" fmla="*/ 4930999 h 6858000"/>
              <a:gd name="connsiteX119" fmla="*/ 1999243 w 7467600"/>
              <a:gd name="connsiteY119" fmla="*/ 4730524 h 6858000"/>
              <a:gd name="connsiteX120" fmla="*/ 1979527 w 7467600"/>
              <a:gd name="connsiteY120" fmla="*/ 4726651 h 6858000"/>
              <a:gd name="connsiteX121" fmla="*/ 1927410 w 7467600"/>
              <a:gd name="connsiteY121" fmla="*/ 4716164 h 6858000"/>
              <a:gd name="connsiteX122" fmla="*/ 1997014 w 7467600"/>
              <a:gd name="connsiteY122" fmla="*/ 4698007 h 6858000"/>
              <a:gd name="connsiteX123" fmla="*/ 2005458 w 7467600"/>
              <a:gd name="connsiteY123" fmla="*/ 4699540 h 6858000"/>
              <a:gd name="connsiteX124" fmla="*/ 2657186 w 7467600"/>
              <a:gd name="connsiteY124" fmla="*/ 4901687 h 6858000"/>
              <a:gd name="connsiteX125" fmla="*/ 2826662 w 7467600"/>
              <a:gd name="connsiteY125" fmla="*/ 4970362 h 6858000"/>
              <a:gd name="connsiteX126" fmla="*/ 2876100 w 7467600"/>
              <a:gd name="connsiteY126" fmla="*/ 4995397 h 6858000"/>
              <a:gd name="connsiteX127" fmla="*/ 3042600 w 7467600"/>
              <a:gd name="connsiteY127" fmla="*/ 5059532 h 6858000"/>
              <a:gd name="connsiteX128" fmla="*/ 1997014 w 7467600"/>
              <a:gd name="connsiteY128" fmla="*/ 4698007 h 6858000"/>
              <a:gd name="connsiteX129" fmla="*/ 2305292 w 7467600"/>
              <a:gd name="connsiteY129" fmla="*/ 4219492 h 6858000"/>
              <a:gd name="connsiteX130" fmla="*/ 3360922 w 7467600"/>
              <a:gd name="connsiteY130" fmla="*/ 4529373 h 6858000"/>
              <a:gd name="connsiteX131" fmla="*/ 3492420 w 7467600"/>
              <a:gd name="connsiteY131" fmla="*/ 4510145 h 6858000"/>
              <a:gd name="connsiteX132" fmla="*/ 3364086 w 7467600"/>
              <a:gd name="connsiteY132" fmla="*/ 4480340 h 6858000"/>
              <a:gd name="connsiteX133" fmla="*/ 3225818 w 7467600"/>
              <a:gd name="connsiteY133" fmla="*/ 4411822 h 6858000"/>
              <a:gd name="connsiteX134" fmla="*/ 3129696 w 7467600"/>
              <a:gd name="connsiteY134" fmla="*/ 4360704 h 6858000"/>
              <a:gd name="connsiteX135" fmla="*/ 2814545 w 7467600"/>
              <a:gd name="connsiteY135" fmla="*/ 4282955 h 6858000"/>
              <a:gd name="connsiteX136" fmla="*/ 2305292 w 7467600"/>
              <a:gd name="connsiteY136" fmla="*/ 4219492 h 6858000"/>
              <a:gd name="connsiteX137" fmla="*/ 2626982 w 7467600"/>
              <a:gd name="connsiteY137" fmla="*/ 4206450 h 6858000"/>
              <a:gd name="connsiteX138" fmla="*/ 2490617 w 7467600"/>
              <a:gd name="connsiteY138" fmla="*/ 4206951 h 6858000"/>
              <a:gd name="connsiteX139" fmla="*/ 2819869 w 7467600"/>
              <a:gd name="connsiteY139" fmla="*/ 4252936 h 6858000"/>
              <a:gd name="connsiteX140" fmla="*/ 3143018 w 7467600"/>
              <a:gd name="connsiteY140" fmla="*/ 4332698 h 6858000"/>
              <a:gd name="connsiteX141" fmla="*/ 3241520 w 7467600"/>
              <a:gd name="connsiteY141" fmla="*/ 4385112 h 6858000"/>
              <a:gd name="connsiteX142" fmla="*/ 3374575 w 7467600"/>
              <a:gd name="connsiteY142" fmla="*/ 4451517 h 6858000"/>
              <a:gd name="connsiteX143" fmla="*/ 3505221 w 7467600"/>
              <a:gd name="connsiteY143" fmla="*/ 4480757 h 6858000"/>
              <a:gd name="connsiteX144" fmla="*/ 2626982 w 7467600"/>
              <a:gd name="connsiteY144" fmla="*/ 4206450 h 6858000"/>
              <a:gd name="connsiteX145" fmla="*/ 1310106 w 7467600"/>
              <a:gd name="connsiteY145" fmla="*/ 3943217 h 6858000"/>
              <a:gd name="connsiteX146" fmla="*/ 854994 w 7467600"/>
              <a:gd name="connsiteY146" fmla="*/ 4399136 h 6858000"/>
              <a:gd name="connsiteX147" fmla="*/ 742462 w 7467600"/>
              <a:gd name="connsiteY147" fmla="*/ 4594648 h 6858000"/>
              <a:gd name="connsiteX148" fmla="*/ 820602 w 7467600"/>
              <a:gd name="connsiteY148" fmla="*/ 4485915 h 6858000"/>
              <a:gd name="connsiteX149" fmla="*/ 878295 w 7467600"/>
              <a:gd name="connsiteY149" fmla="*/ 4403594 h 6858000"/>
              <a:gd name="connsiteX150" fmla="*/ 1240607 w 7467600"/>
              <a:gd name="connsiteY150" fmla="*/ 4010401 h 6858000"/>
              <a:gd name="connsiteX151" fmla="*/ 1310106 w 7467600"/>
              <a:gd name="connsiteY151" fmla="*/ 3943217 h 6858000"/>
              <a:gd name="connsiteX152" fmla="*/ 1423113 w 7467600"/>
              <a:gd name="connsiteY152" fmla="*/ 3874565 h 6858000"/>
              <a:gd name="connsiteX153" fmla="*/ 1260565 w 7467600"/>
              <a:gd name="connsiteY153" fmla="*/ 4031982 h 6858000"/>
              <a:gd name="connsiteX154" fmla="*/ 901900 w 7467600"/>
              <a:gd name="connsiteY154" fmla="*/ 4421236 h 6858000"/>
              <a:gd name="connsiteX155" fmla="*/ 845044 w 7467600"/>
              <a:gd name="connsiteY155" fmla="*/ 4502436 h 6858000"/>
              <a:gd name="connsiteX156" fmla="*/ 685926 w 7467600"/>
              <a:gd name="connsiteY156" fmla="*/ 4703069 h 6858000"/>
              <a:gd name="connsiteX157" fmla="*/ 684248 w 7467600"/>
              <a:gd name="connsiteY157" fmla="*/ 4706721 h 6858000"/>
              <a:gd name="connsiteX158" fmla="*/ 1423113 w 7467600"/>
              <a:gd name="connsiteY158" fmla="*/ 3874565 h 6858000"/>
              <a:gd name="connsiteX159" fmla="*/ 3316479 w 7467600"/>
              <a:gd name="connsiteY159" fmla="*/ 3872136 h 6858000"/>
              <a:gd name="connsiteX160" fmla="*/ 3546806 w 7467600"/>
              <a:gd name="connsiteY160" fmla="*/ 4356139 h 6858000"/>
              <a:gd name="connsiteX161" fmla="*/ 3364433 w 7467600"/>
              <a:gd name="connsiteY161" fmla="*/ 3953121 h 6858000"/>
              <a:gd name="connsiteX162" fmla="*/ 3316479 w 7467600"/>
              <a:gd name="connsiteY162" fmla="*/ 3872136 h 6858000"/>
              <a:gd name="connsiteX163" fmla="*/ 3291335 w 7467600"/>
              <a:gd name="connsiteY163" fmla="*/ 3767420 h 6858000"/>
              <a:gd name="connsiteX164" fmla="*/ 3390805 w 7467600"/>
              <a:gd name="connsiteY164" fmla="*/ 3937163 h 6858000"/>
              <a:gd name="connsiteX165" fmla="*/ 3579062 w 7467600"/>
              <a:gd name="connsiteY165" fmla="*/ 4359040 h 6858000"/>
              <a:gd name="connsiteX166" fmla="*/ 3467355 w 7467600"/>
              <a:gd name="connsiteY166" fmla="*/ 3988130 h 6858000"/>
              <a:gd name="connsiteX167" fmla="*/ 3310753 w 7467600"/>
              <a:gd name="connsiteY167" fmla="*/ 3787140 h 6858000"/>
              <a:gd name="connsiteX168" fmla="*/ 3291335 w 7467600"/>
              <a:gd name="connsiteY168" fmla="*/ 3767420 h 6858000"/>
              <a:gd name="connsiteX169" fmla="*/ 1635889 w 7467600"/>
              <a:gd name="connsiteY169" fmla="*/ 3709494 h 6858000"/>
              <a:gd name="connsiteX170" fmla="*/ 1634800 w 7467600"/>
              <a:gd name="connsiteY170" fmla="*/ 3731111 h 6858000"/>
              <a:gd name="connsiteX171" fmla="*/ 1635889 w 7467600"/>
              <a:gd name="connsiteY171" fmla="*/ 3709494 h 6858000"/>
              <a:gd name="connsiteX172" fmla="*/ 1510397 w 7467600"/>
              <a:gd name="connsiteY172" fmla="*/ 3684705 h 6858000"/>
              <a:gd name="connsiteX173" fmla="*/ 1146550 w 7467600"/>
              <a:gd name="connsiteY173" fmla="*/ 3802012 h 6858000"/>
              <a:gd name="connsiteX174" fmla="*/ 698834 w 7467600"/>
              <a:gd name="connsiteY174" fmla="*/ 3952272 h 6858000"/>
              <a:gd name="connsiteX175" fmla="*/ 34256 w 7467600"/>
              <a:gd name="connsiteY175" fmla="*/ 4347603 h 6858000"/>
              <a:gd name="connsiteX176" fmla="*/ 527241 w 7467600"/>
              <a:gd name="connsiteY176" fmla="*/ 4065078 h 6858000"/>
              <a:gd name="connsiteX177" fmla="*/ 1510397 w 7467600"/>
              <a:gd name="connsiteY177" fmla="*/ 3684705 h 6858000"/>
              <a:gd name="connsiteX178" fmla="*/ 1313114 w 7467600"/>
              <a:gd name="connsiteY178" fmla="*/ 3655216 h 6858000"/>
              <a:gd name="connsiteX179" fmla="*/ 1109304 w 7467600"/>
              <a:gd name="connsiteY179" fmla="*/ 3669030 h 6858000"/>
              <a:gd name="connsiteX180" fmla="*/ 8129 w 7467600"/>
              <a:gd name="connsiteY180" fmla="*/ 4330519 h 6858000"/>
              <a:gd name="connsiteX181" fmla="*/ 687572 w 7467600"/>
              <a:gd name="connsiteY181" fmla="*/ 3925629 h 6858000"/>
              <a:gd name="connsiteX182" fmla="*/ 1138365 w 7467600"/>
              <a:gd name="connsiteY182" fmla="*/ 3774515 h 6858000"/>
              <a:gd name="connsiteX183" fmla="*/ 1505579 w 7467600"/>
              <a:gd name="connsiteY183" fmla="*/ 3655526 h 6858000"/>
              <a:gd name="connsiteX184" fmla="*/ 1313114 w 7467600"/>
              <a:gd name="connsiteY184" fmla="*/ 3655216 h 6858000"/>
              <a:gd name="connsiteX185" fmla="*/ 3655073 w 7467600"/>
              <a:gd name="connsiteY185" fmla="*/ 3650884 h 6858000"/>
              <a:gd name="connsiteX186" fmla="*/ 3989938 w 7467600"/>
              <a:gd name="connsiteY186" fmla="*/ 3991685 h 6858000"/>
              <a:gd name="connsiteX187" fmla="*/ 4393907 w 7467600"/>
              <a:gd name="connsiteY187" fmla="*/ 4261258 h 6858000"/>
              <a:gd name="connsiteX188" fmla="*/ 4648051 w 7467600"/>
              <a:gd name="connsiteY188" fmla="*/ 4374051 h 6858000"/>
              <a:gd name="connsiteX189" fmla="*/ 4383389 w 7467600"/>
              <a:gd name="connsiteY189" fmla="*/ 4184369 h 6858000"/>
              <a:gd name="connsiteX190" fmla="*/ 4165508 w 7467600"/>
              <a:gd name="connsiteY190" fmla="*/ 4035196 h 6858000"/>
              <a:gd name="connsiteX191" fmla="*/ 4068162 w 7467600"/>
              <a:gd name="connsiteY191" fmla="*/ 3953394 h 6858000"/>
              <a:gd name="connsiteX192" fmla="*/ 3981416 w 7467600"/>
              <a:gd name="connsiteY192" fmla="*/ 3880482 h 6858000"/>
              <a:gd name="connsiteX193" fmla="*/ 3800147 w 7467600"/>
              <a:gd name="connsiteY193" fmla="*/ 3749872 h 6858000"/>
              <a:gd name="connsiteX194" fmla="*/ 3655073 w 7467600"/>
              <a:gd name="connsiteY194" fmla="*/ 3650884 h 6858000"/>
              <a:gd name="connsiteX195" fmla="*/ 3670252 w 7467600"/>
              <a:gd name="connsiteY195" fmla="*/ 3622798 h 6858000"/>
              <a:gd name="connsiteX196" fmla="*/ 3817258 w 7467600"/>
              <a:gd name="connsiteY196" fmla="*/ 3723577 h 6858000"/>
              <a:gd name="connsiteX197" fmla="*/ 4000461 w 7467600"/>
              <a:gd name="connsiteY197" fmla="*/ 3855966 h 6858000"/>
              <a:gd name="connsiteX198" fmla="*/ 4088180 w 7467600"/>
              <a:gd name="connsiteY198" fmla="*/ 3929774 h 6858000"/>
              <a:gd name="connsiteX199" fmla="*/ 4184555 w 7467600"/>
              <a:gd name="connsiteY199" fmla="*/ 4010683 h 6858000"/>
              <a:gd name="connsiteX200" fmla="*/ 4399563 w 7467600"/>
              <a:gd name="connsiteY200" fmla="*/ 4158106 h 6858000"/>
              <a:gd name="connsiteX201" fmla="*/ 4684469 w 7467600"/>
              <a:gd name="connsiteY201" fmla="*/ 4364680 h 6858000"/>
              <a:gd name="connsiteX202" fmla="*/ 4690271 w 7467600"/>
              <a:gd name="connsiteY202" fmla="*/ 4370034 h 6858000"/>
              <a:gd name="connsiteX203" fmla="*/ 4136093 w 7467600"/>
              <a:gd name="connsiteY203" fmla="*/ 3858466 h 6858000"/>
              <a:gd name="connsiteX204" fmla="*/ 3670252 w 7467600"/>
              <a:gd name="connsiteY204" fmla="*/ 3622798 h 6858000"/>
              <a:gd name="connsiteX205" fmla="*/ 4440129 w 7467600"/>
              <a:gd name="connsiteY205" fmla="*/ 3448571 h 6858000"/>
              <a:gd name="connsiteX206" fmla="*/ 4856525 w 7467600"/>
              <a:gd name="connsiteY206" fmla="*/ 3915351 h 6858000"/>
              <a:gd name="connsiteX207" fmla="*/ 5059055 w 7467600"/>
              <a:gd name="connsiteY207" fmla="*/ 4108918 h 6858000"/>
              <a:gd name="connsiteX208" fmla="*/ 5290070 w 7467600"/>
              <a:gd name="connsiteY208" fmla="*/ 4263619 h 6858000"/>
              <a:gd name="connsiteX209" fmla="*/ 4834991 w 7467600"/>
              <a:gd name="connsiteY209" fmla="*/ 3830985 h 6858000"/>
              <a:gd name="connsiteX210" fmla="*/ 4440129 w 7467600"/>
              <a:gd name="connsiteY210" fmla="*/ 3448571 h 6858000"/>
              <a:gd name="connsiteX211" fmla="*/ 4441737 w 7467600"/>
              <a:gd name="connsiteY211" fmla="*/ 3399734 h 6858000"/>
              <a:gd name="connsiteX212" fmla="*/ 4431236 w 7467600"/>
              <a:gd name="connsiteY212" fmla="*/ 3400954 h 6858000"/>
              <a:gd name="connsiteX213" fmla="*/ 4557150 w 7467600"/>
              <a:gd name="connsiteY213" fmla="*/ 3510023 h 6858000"/>
              <a:gd name="connsiteX214" fmla="*/ 4856936 w 7467600"/>
              <a:gd name="connsiteY214" fmla="*/ 3809146 h 6858000"/>
              <a:gd name="connsiteX215" fmla="*/ 5111996 w 7467600"/>
              <a:gd name="connsiteY215" fmla="*/ 4065759 h 6858000"/>
              <a:gd name="connsiteX216" fmla="*/ 5388878 w 7467600"/>
              <a:gd name="connsiteY216" fmla="*/ 4300185 h 6858000"/>
              <a:gd name="connsiteX217" fmla="*/ 5425556 w 7467600"/>
              <a:gd name="connsiteY217" fmla="*/ 4308967 h 6858000"/>
              <a:gd name="connsiteX218" fmla="*/ 4943646 w 7467600"/>
              <a:gd name="connsiteY218" fmla="*/ 3822916 h 6858000"/>
              <a:gd name="connsiteX219" fmla="*/ 4594837 w 7467600"/>
              <a:gd name="connsiteY219" fmla="*/ 3532274 h 6858000"/>
              <a:gd name="connsiteX220" fmla="*/ 4441737 w 7467600"/>
              <a:gd name="connsiteY220" fmla="*/ 3399734 h 6858000"/>
              <a:gd name="connsiteX221" fmla="*/ 5425834 w 7467600"/>
              <a:gd name="connsiteY221" fmla="*/ 3162785 h 6858000"/>
              <a:gd name="connsiteX222" fmla="*/ 5401644 w 7467600"/>
              <a:gd name="connsiteY222" fmla="*/ 3617847 h 6858000"/>
              <a:gd name="connsiteX223" fmla="*/ 5467256 w 7467600"/>
              <a:gd name="connsiteY223" fmla="*/ 4175494 h 6858000"/>
              <a:gd name="connsiteX224" fmla="*/ 5448069 w 7467600"/>
              <a:gd name="connsiteY224" fmla="*/ 3567554 h 6858000"/>
              <a:gd name="connsiteX225" fmla="*/ 5425834 w 7467600"/>
              <a:gd name="connsiteY225" fmla="*/ 3162785 h 6858000"/>
              <a:gd name="connsiteX226" fmla="*/ 1318687 w 7467600"/>
              <a:gd name="connsiteY226" fmla="*/ 3113840 h 6858000"/>
              <a:gd name="connsiteX227" fmla="*/ 1066793 w 7467600"/>
              <a:gd name="connsiteY227" fmla="*/ 3212171 h 6858000"/>
              <a:gd name="connsiteX228" fmla="*/ 993319 w 7467600"/>
              <a:gd name="connsiteY228" fmla="*/ 3247648 h 6858000"/>
              <a:gd name="connsiteX229" fmla="*/ 853081 w 7467600"/>
              <a:gd name="connsiteY229" fmla="*/ 3312410 h 6858000"/>
              <a:gd name="connsiteX230" fmla="*/ 805957 w 7467600"/>
              <a:gd name="connsiteY230" fmla="*/ 3330443 h 6858000"/>
              <a:gd name="connsiteX231" fmla="*/ 1318687 w 7467600"/>
              <a:gd name="connsiteY231" fmla="*/ 3113840 h 6858000"/>
              <a:gd name="connsiteX232" fmla="*/ 5453702 w 7467600"/>
              <a:gd name="connsiteY232" fmla="*/ 3090882 h 6858000"/>
              <a:gd name="connsiteX233" fmla="*/ 5480135 w 7467600"/>
              <a:gd name="connsiteY233" fmla="*/ 3565802 h 6858000"/>
              <a:gd name="connsiteX234" fmla="*/ 5499023 w 7467600"/>
              <a:gd name="connsiteY234" fmla="*/ 4166310 h 6858000"/>
              <a:gd name="connsiteX235" fmla="*/ 5547022 w 7467600"/>
              <a:gd name="connsiteY235" fmla="*/ 3607838 h 6858000"/>
              <a:gd name="connsiteX236" fmla="*/ 5515964 w 7467600"/>
              <a:gd name="connsiteY236" fmla="*/ 3378541 h 6858000"/>
              <a:gd name="connsiteX237" fmla="*/ 5453702 w 7467600"/>
              <a:gd name="connsiteY237" fmla="*/ 3090882 h 6858000"/>
              <a:gd name="connsiteX238" fmla="*/ 1238695 w 7467600"/>
              <a:gd name="connsiteY238" fmla="*/ 3076820 h 6858000"/>
              <a:gd name="connsiteX239" fmla="*/ 716371 w 7467600"/>
              <a:gd name="connsiteY239" fmla="*/ 3293249 h 6858000"/>
              <a:gd name="connsiteX240" fmla="*/ 579522 w 7467600"/>
              <a:gd name="connsiteY240" fmla="*/ 3371759 h 6858000"/>
              <a:gd name="connsiteX241" fmla="*/ 600288 w 7467600"/>
              <a:gd name="connsiteY241" fmla="*/ 3365555 h 6858000"/>
              <a:gd name="connsiteX242" fmla="*/ 840692 w 7467600"/>
              <a:gd name="connsiteY242" fmla="*/ 3284921 h 6858000"/>
              <a:gd name="connsiteX243" fmla="*/ 979248 w 7467600"/>
              <a:gd name="connsiteY243" fmla="*/ 3221003 h 6858000"/>
              <a:gd name="connsiteX244" fmla="*/ 1053282 w 7467600"/>
              <a:gd name="connsiteY244" fmla="*/ 3185247 h 6858000"/>
              <a:gd name="connsiteX245" fmla="*/ 1320603 w 7467600"/>
              <a:gd name="connsiteY245" fmla="*/ 3081281 h 6858000"/>
              <a:gd name="connsiteX246" fmla="*/ 1238695 w 7467600"/>
              <a:gd name="connsiteY246" fmla="*/ 3076820 h 6858000"/>
              <a:gd name="connsiteX247" fmla="*/ 5425627 w 7467600"/>
              <a:gd name="connsiteY247" fmla="*/ 2954192 h 6858000"/>
              <a:gd name="connsiteX248" fmla="*/ 5470770 w 7467600"/>
              <a:gd name="connsiteY248" fmla="*/ 3005435 h 6858000"/>
              <a:gd name="connsiteX249" fmla="*/ 5519779 w 7467600"/>
              <a:gd name="connsiteY249" fmla="*/ 4359223 h 6858000"/>
              <a:gd name="connsiteX250" fmla="*/ 5520293 w 7467600"/>
              <a:gd name="connsiteY250" fmla="*/ 4360602 h 6858000"/>
              <a:gd name="connsiteX251" fmla="*/ 5767221 w 7467600"/>
              <a:gd name="connsiteY251" fmla="*/ 4665564 h 6858000"/>
              <a:gd name="connsiteX252" fmla="*/ 6937169 w 7467600"/>
              <a:gd name="connsiteY252" fmla="*/ 4815941 h 6858000"/>
              <a:gd name="connsiteX253" fmla="*/ 6953922 w 7467600"/>
              <a:gd name="connsiteY253" fmla="*/ 4890068 h 6858000"/>
              <a:gd name="connsiteX254" fmla="*/ 6071359 w 7467600"/>
              <a:gd name="connsiteY254" fmla="*/ 4770770 h 6858000"/>
              <a:gd name="connsiteX255" fmla="*/ 6038839 w 7467600"/>
              <a:gd name="connsiteY255" fmla="*/ 4764474 h 6858000"/>
              <a:gd name="connsiteX256" fmla="*/ 6038706 w 7467600"/>
              <a:gd name="connsiteY256" fmla="*/ 4763847 h 6858000"/>
              <a:gd name="connsiteX257" fmla="*/ 6037784 w 7467600"/>
              <a:gd name="connsiteY257" fmla="*/ 4764270 h 6858000"/>
              <a:gd name="connsiteX258" fmla="*/ 6038839 w 7467600"/>
              <a:gd name="connsiteY258" fmla="*/ 4764474 h 6858000"/>
              <a:gd name="connsiteX259" fmla="*/ 6040338 w 7467600"/>
              <a:gd name="connsiteY259" fmla="*/ 4771418 h 6858000"/>
              <a:gd name="connsiteX260" fmla="*/ 6024488 w 7467600"/>
              <a:gd name="connsiteY260" fmla="*/ 4809903 h 6858000"/>
              <a:gd name="connsiteX261" fmla="*/ 5599771 w 7467600"/>
              <a:gd name="connsiteY261" fmla="*/ 5509652 h 6858000"/>
              <a:gd name="connsiteX262" fmla="*/ 5548843 w 7467600"/>
              <a:gd name="connsiteY262" fmla="*/ 5563845 h 6858000"/>
              <a:gd name="connsiteX263" fmla="*/ 5940952 w 7467600"/>
              <a:gd name="connsiteY263" fmla="*/ 6250028 h 6858000"/>
              <a:gd name="connsiteX264" fmla="*/ 6043441 w 7467600"/>
              <a:gd name="connsiteY264" fmla="*/ 6665847 h 6858000"/>
              <a:gd name="connsiteX265" fmla="*/ 6093432 w 7467600"/>
              <a:gd name="connsiteY265" fmla="*/ 6858000 h 6858000"/>
              <a:gd name="connsiteX266" fmla="*/ 6034344 w 7467600"/>
              <a:gd name="connsiteY266" fmla="*/ 6858000 h 6858000"/>
              <a:gd name="connsiteX267" fmla="*/ 6026679 w 7467600"/>
              <a:gd name="connsiteY267" fmla="*/ 6836959 h 6858000"/>
              <a:gd name="connsiteX268" fmla="*/ 5800441 w 7467600"/>
              <a:gd name="connsiteY268" fmla="*/ 6335286 h 6858000"/>
              <a:gd name="connsiteX269" fmla="*/ 5526562 w 7467600"/>
              <a:gd name="connsiteY269" fmla="*/ 5705388 h 6858000"/>
              <a:gd name="connsiteX270" fmla="*/ 5519640 w 7467600"/>
              <a:gd name="connsiteY270" fmla="*/ 5683774 h 6858000"/>
              <a:gd name="connsiteX271" fmla="*/ 5844559 w 7467600"/>
              <a:gd name="connsiteY271" fmla="*/ 6553349 h 6858000"/>
              <a:gd name="connsiteX272" fmla="*/ 5975994 w 7467600"/>
              <a:gd name="connsiteY272" fmla="*/ 6858000 h 6858000"/>
              <a:gd name="connsiteX273" fmla="*/ 5898547 w 7467600"/>
              <a:gd name="connsiteY273" fmla="*/ 6858000 h 6858000"/>
              <a:gd name="connsiteX274" fmla="*/ 5682041 w 7467600"/>
              <a:gd name="connsiteY274" fmla="*/ 6355860 h 6858000"/>
              <a:gd name="connsiteX275" fmla="*/ 5461758 w 7467600"/>
              <a:gd name="connsiteY275" fmla="*/ 5820220 h 6858000"/>
              <a:gd name="connsiteX276" fmla="*/ 5237282 w 7467600"/>
              <a:gd name="connsiteY276" fmla="*/ 6579086 h 6858000"/>
              <a:gd name="connsiteX277" fmla="*/ 5115009 w 7467600"/>
              <a:gd name="connsiteY277" fmla="*/ 6858000 h 6858000"/>
              <a:gd name="connsiteX278" fmla="*/ 5028074 w 7467600"/>
              <a:gd name="connsiteY278" fmla="*/ 6858000 h 6858000"/>
              <a:gd name="connsiteX279" fmla="*/ 5079508 w 7467600"/>
              <a:gd name="connsiteY279" fmla="*/ 6749074 h 6858000"/>
              <a:gd name="connsiteX280" fmla="*/ 5371846 w 7467600"/>
              <a:gd name="connsiteY280" fmla="*/ 5924413 h 6858000"/>
              <a:gd name="connsiteX281" fmla="*/ 5270512 w 7467600"/>
              <a:gd name="connsiteY281" fmla="*/ 6138975 h 6858000"/>
              <a:gd name="connsiteX282" fmla="*/ 5062409 w 7467600"/>
              <a:gd name="connsiteY282" fmla="*/ 6653544 h 6858000"/>
              <a:gd name="connsiteX283" fmla="*/ 5036628 w 7467600"/>
              <a:gd name="connsiteY283" fmla="*/ 6754247 h 6858000"/>
              <a:gd name="connsiteX284" fmla="*/ 5009112 w 7467600"/>
              <a:gd name="connsiteY284" fmla="*/ 6858000 h 6858000"/>
              <a:gd name="connsiteX285" fmla="*/ 4976679 w 7467600"/>
              <a:gd name="connsiteY285" fmla="*/ 6858000 h 6858000"/>
              <a:gd name="connsiteX286" fmla="*/ 5006537 w 7467600"/>
              <a:gd name="connsiteY286" fmla="*/ 6747068 h 6858000"/>
              <a:gd name="connsiteX287" fmla="*/ 5032723 w 7467600"/>
              <a:gd name="connsiteY287" fmla="*/ 6644957 h 6858000"/>
              <a:gd name="connsiteX288" fmla="*/ 5242949 w 7467600"/>
              <a:gd name="connsiteY288" fmla="*/ 6125175 h 6858000"/>
              <a:gd name="connsiteX289" fmla="*/ 5286321 w 7467600"/>
              <a:gd name="connsiteY289" fmla="*/ 6033555 h 6858000"/>
              <a:gd name="connsiteX290" fmla="*/ 5008210 w 7467600"/>
              <a:gd name="connsiteY290" fmla="*/ 6649194 h 6858000"/>
              <a:gd name="connsiteX291" fmla="*/ 4986321 w 7467600"/>
              <a:gd name="connsiteY291" fmla="*/ 6765687 h 6858000"/>
              <a:gd name="connsiteX292" fmla="*/ 4973474 w 7467600"/>
              <a:gd name="connsiteY292" fmla="*/ 6858000 h 6858000"/>
              <a:gd name="connsiteX293" fmla="*/ 4907178 w 7467600"/>
              <a:gd name="connsiteY293" fmla="*/ 6858000 h 6858000"/>
              <a:gd name="connsiteX294" fmla="*/ 4910810 w 7467600"/>
              <a:gd name="connsiteY294" fmla="*/ 6829660 h 6858000"/>
              <a:gd name="connsiteX295" fmla="*/ 4987461 w 7467600"/>
              <a:gd name="connsiteY295" fmla="*/ 6432994 h 6858000"/>
              <a:gd name="connsiteX296" fmla="*/ 5179262 w 7467600"/>
              <a:gd name="connsiteY296" fmla="*/ 6035044 h 6858000"/>
              <a:gd name="connsiteX297" fmla="*/ 4689678 w 7467600"/>
              <a:gd name="connsiteY297" fmla="*/ 6440241 h 6858000"/>
              <a:gd name="connsiteX298" fmla="*/ 4477543 w 7467600"/>
              <a:gd name="connsiteY298" fmla="*/ 6674836 h 6858000"/>
              <a:gd name="connsiteX299" fmla="*/ 4329957 w 7467600"/>
              <a:gd name="connsiteY299" fmla="*/ 6858000 h 6858000"/>
              <a:gd name="connsiteX300" fmla="*/ 4218595 w 7467600"/>
              <a:gd name="connsiteY300" fmla="*/ 6858000 h 6858000"/>
              <a:gd name="connsiteX301" fmla="*/ 4368888 w 7467600"/>
              <a:gd name="connsiteY301" fmla="*/ 6668412 h 6858000"/>
              <a:gd name="connsiteX302" fmla="*/ 4563091 w 7467600"/>
              <a:gd name="connsiteY302" fmla="*/ 6442508 h 6858000"/>
              <a:gd name="connsiteX303" fmla="*/ 5387324 w 7467600"/>
              <a:gd name="connsiteY303" fmla="*/ 5705830 h 6858000"/>
              <a:gd name="connsiteX304" fmla="*/ 5073620 w 7467600"/>
              <a:gd name="connsiteY304" fmla="*/ 5955437 h 6858000"/>
              <a:gd name="connsiteX305" fmla="*/ 4689789 w 7467600"/>
              <a:gd name="connsiteY305" fmla="*/ 6268382 h 6858000"/>
              <a:gd name="connsiteX306" fmla="*/ 4418722 w 7467600"/>
              <a:gd name="connsiteY306" fmla="*/ 6570886 h 6858000"/>
              <a:gd name="connsiteX307" fmla="*/ 4214944 w 7467600"/>
              <a:gd name="connsiteY307" fmla="*/ 6858000 h 6858000"/>
              <a:gd name="connsiteX308" fmla="*/ 4177898 w 7467600"/>
              <a:gd name="connsiteY308" fmla="*/ 6858000 h 6858000"/>
              <a:gd name="connsiteX309" fmla="*/ 4391597 w 7467600"/>
              <a:gd name="connsiteY309" fmla="*/ 6556370 h 6858000"/>
              <a:gd name="connsiteX310" fmla="*/ 4668889 w 7467600"/>
              <a:gd name="connsiteY310" fmla="*/ 6246399 h 6858000"/>
              <a:gd name="connsiteX311" fmla="*/ 5055427 w 7467600"/>
              <a:gd name="connsiteY311" fmla="*/ 5931476 h 6858000"/>
              <a:gd name="connsiteX312" fmla="*/ 5371814 w 7467600"/>
              <a:gd name="connsiteY312" fmla="*/ 5678975 h 6858000"/>
              <a:gd name="connsiteX313" fmla="*/ 4987918 w 7467600"/>
              <a:gd name="connsiteY313" fmla="*/ 5838701 h 6858000"/>
              <a:gd name="connsiteX314" fmla="*/ 4317146 w 7467600"/>
              <a:gd name="connsiteY314" fmla="*/ 6587716 h 6858000"/>
              <a:gd name="connsiteX315" fmla="*/ 4171627 w 7467600"/>
              <a:gd name="connsiteY315" fmla="*/ 6858000 h 6858000"/>
              <a:gd name="connsiteX316" fmla="*/ 4081585 w 7467600"/>
              <a:gd name="connsiteY316" fmla="*/ 6858000 h 6858000"/>
              <a:gd name="connsiteX317" fmla="*/ 4238603 w 7467600"/>
              <a:gd name="connsiteY317" fmla="*/ 6559341 h 6858000"/>
              <a:gd name="connsiteX318" fmla="*/ 4778333 w 7467600"/>
              <a:gd name="connsiteY318" fmla="*/ 5873626 h 6858000"/>
              <a:gd name="connsiteX319" fmla="*/ 5414185 w 7467600"/>
              <a:gd name="connsiteY319" fmla="*/ 5573882 h 6858000"/>
              <a:gd name="connsiteX320" fmla="*/ 5959648 w 7467600"/>
              <a:gd name="connsiteY320" fmla="*/ 4760797 h 6858000"/>
              <a:gd name="connsiteX321" fmla="*/ 5355019 w 7467600"/>
              <a:gd name="connsiteY321" fmla="*/ 4734672 h 6858000"/>
              <a:gd name="connsiteX322" fmla="*/ 5083565 w 7467600"/>
              <a:gd name="connsiteY322" fmla="*/ 5179121 h 6858000"/>
              <a:gd name="connsiteX323" fmla="*/ 4713577 w 7467600"/>
              <a:gd name="connsiteY323" fmla="*/ 5616803 h 6858000"/>
              <a:gd name="connsiteX324" fmla="*/ 3989559 w 7467600"/>
              <a:gd name="connsiteY324" fmla="*/ 6145945 h 6858000"/>
              <a:gd name="connsiteX325" fmla="*/ 3939824 w 7467600"/>
              <a:gd name="connsiteY325" fmla="*/ 6066900 h 6858000"/>
              <a:gd name="connsiteX326" fmla="*/ 4584537 w 7467600"/>
              <a:gd name="connsiteY326" fmla="*/ 5324826 h 6858000"/>
              <a:gd name="connsiteX327" fmla="*/ 5037105 w 7467600"/>
              <a:gd name="connsiteY327" fmla="*/ 5088765 h 6858000"/>
              <a:gd name="connsiteX328" fmla="*/ 5039930 w 7467600"/>
              <a:gd name="connsiteY328" fmla="*/ 5089585 h 6858000"/>
              <a:gd name="connsiteX329" fmla="*/ 5263764 w 7467600"/>
              <a:gd name="connsiteY329" fmla="*/ 4735525 h 6858000"/>
              <a:gd name="connsiteX330" fmla="*/ 4086300 w 7467600"/>
              <a:gd name="connsiteY330" fmla="*/ 4884599 h 6858000"/>
              <a:gd name="connsiteX331" fmla="*/ 4085485 w 7467600"/>
              <a:gd name="connsiteY331" fmla="*/ 4899070 h 6858000"/>
              <a:gd name="connsiteX332" fmla="*/ 3871915 w 7467600"/>
              <a:gd name="connsiteY332" fmla="*/ 5253645 h 6858000"/>
              <a:gd name="connsiteX333" fmla="*/ 3799374 w 7467600"/>
              <a:gd name="connsiteY333" fmla="*/ 5466127 h 6858000"/>
              <a:gd name="connsiteX334" fmla="*/ 3498850 w 7467600"/>
              <a:gd name="connsiteY334" fmla="*/ 6661888 h 6858000"/>
              <a:gd name="connsiteX335" fmla="*/ 3399216 w 7467600"/>
              <a:gd name="connsiteY335" fmla="*/ 6858000 h 6858000"/>
              <a:gd name="connsiteX336" fmla="*/ 3303688 w 7467600"/>
              <a:gd name="connsiteY336" fmla="*/ 6858000 h 6858000"/>
              <a:gd name="connsiteX337" fmla="*/ 3391774 w 7467600"/>
              <a:gd name="connsiteY337" fmla="*/ 6697181 h 6858000"/>
              <a:gd name="connsiteX338" fmla="*/ 3735540 w 7467600"/>
              <a:gd name="connsiteY338" fmla="*/ 5546923 h 6858000"/>
              <a:gd name="connsiteX339" fmla="*/ 3729438 w 7467600"/>
              <a:gd name="connsiteY339" fmla="*/ 5569058 h 6858000"/>
              <a:gd name="connsiteX340" fmla="*/ 3707782 w 7467600"/>
              <a:gd name="connsiteY340" fmla="*/ 5644908 h 6858000"/>
              <a:gd name="connsiteX341" fmla="*/ 3583827 w 7467600"/>
              <a:gd name="connsiteY341" fmla="*/ 6039215 h 6858000"/>
              <a:gd name="connsiteX342" fmla="*/ 3547861 w 7467600"/>
              <a:gd name="connsiteY342" fmla="*/ 6129609 h 6858000"/>
              <a:gd name="connsiteX343" fmla="*/ 3490905 w 7467600"/>
              <a:gd name="connsiteY343" fmla="*/ 6277660 h 6858000"/>
              <a:gd name="connsiteX344" fmla="*/ 3455859 w 7467600"/>
              <a:gd name="connsiteY344" fmla="*/ 6391301 h 6858000"/>
              <a:gd name="connsiteX345" fmla="*/ 3429112 w 7467600"/>
              <a:gd name="connsiteY345" fmla="*/ 6479469 h 6858000"/>
              <a:gd name="connsiteX346" fmla="*/ 3304862 w 7467600"/>
              <a:gd name="connsiteY346" fmla="*/ 6796476 h 6858000"/>
              <a:gd name="connsiteX347" fmla="*/ 3276071 w 7467600"/>
              <a:gd name="connsiteY347" fmla="*/ 6858000 h 6858000"/>
              <a:gd name="connsiteX348" fmla="*/ 3240805 w 7467600"/>
              <a:gd name="connsiteY348" fmla="*/ 6858000 h 6858000"/>
              <a:gd name="connsiteX349" fmla="*/ 3275917 w 7467600"/>
              <a:gd name="connsiteY349" fmla="*/ 6783192 h 6858000"/>
              <a:gd name="connsiteX350" fmla="*/ 3399358 w 7467600"/>
              <a:gd name="connsiteY350" fmla="*/ 6469011 h 6858000"/>
              <a:gd name="connsiteX351" fmla="*/ 3425650 w 7467600"/>
              <a:gd name="connsiteY351" fmla="*/ 6381333 h 6858000"/>
              <a:gd name="connsiteX352" fmla="*/ 3460661 w 7467600"/>
              <a:gd name="connsiteY352" fmla="*/ 6266763 h 6858000"/>
              <a:gd name="connsiteX353" fmla="*/ 3518021 w 7467600"/>
              <a:gd name="connsiteY353" fmla="*/ 6117298 h 6858000"/>
              <a:gd name="connsiteX354" fmla="*/ 3554035 w 7467600"/>
              <a:gd name="connsiteY354" fmla="*/ 6027832 h 6858000"/>
              <a:gd name="connsiteX355" fmla="*/ 3677174 w 7467600"/>
              <a:gd name="connsiteY355" fmla="*/ 5636351 h 6858000"/>
              <a:gd name="connsiteX356" fmla="*/ 3698819 w 7467600"/>
              <a:gd name="connsiteY356" fmla="*/ 5560503 h 6858000"/>
              <a:gd name="connsiteX357" fmla="*/ 3702094 w 7467600"/>
              <a:gd name="connsiteY357" fmla="*/ 5549194 h 6858000"/>
              <a:gd name="connsiteX358" fmla="*/ 3398355 w 7467600"/>
              <a:gd name="connsiteY358" fmla="*/ 6094603 h 6858000"/>
              <a:gd name="connsiteX359" fmla="*/ 3193941 w 7467600"/>
              <a:gd name="connsiteY359" fmla="*/ 6798775 h 6858000"/>
              <a:gd name="connsiteX360" fmla="*/ 3184140 w 7467600"/>
              <a:gd name="connsiteY360" fmla="*/ 6858000 h 6858000"/>
              <a:gd name="connsiteX361" fmla="*/ 3099978 w 7467600"/>
              <a:gd name="connsiteY361" fmla="*/ 6858000 h 6858000"/>
              <a:gd name="connsiteX362" fmla="*/ 3101556 w 7467600"/>
              <a:gd name="connsiteY362" fmla="*/ 6843337 h 6858000"/>
              <a:gd name="connsiteX363" fmla="*/ 3370162 w 7467600"/>
              <a:gd name="connsiteY363" fmla="*/ 5785550 h 6858000"/>
              <a:gd name="connsiteX364" fmla="*/ 3746477 w 7467600"/>
              <a:gd name="connsiteY364" fmla="*/ 5377889 h 6858000"/>
              <a:gd name="connsiteX365" fmla="*/ 3863399 w 7467600"/>
              <a:gd name="connsiteY365" fmla="*/ 5087257 h 6858000"/>
              <a:gd name="connsiteX366" fmla="*/ 3968712 w 7467600"/>
              <a:gd name="connsiteY366" fmla="*/ 4913989 h 6858000"/>
              <a:gd name="connsiteX367" fmla="*/ 2792390 w 7467600"/>
              <a:gd name="connsiteY367" fmla="*/ 5382974 h 6858000"/>
              <a:gd name="connsiteX368" fmla="*/ 2714982 w 7467600"/>
              <a:gd name="connsiteY368" fmla="*/ 5427051 h 6858000"/>
              <a:gd name="connsiteX369" fmla="*/ 2813361 w 7467600"/>
              <a:gd name="connsiteY369" fmla="*/ 6023912 h 6858000"/>
              <a:gd name="connsiteX370" fmla="*/ 2688430 w 7467600"/>
              <a:gd name="connsiteY370" fmla="*/ 6801564 h 6858000"/>
              <a:gd name="connsiteX371" fmla="*/ 2629626 w 7467600"/>
              <a:gd name="connsiteY371" fmla="*/ 6763394 h 6858000"/>
              <a:gd name="connsiteX372" fmla="*/ 2565328 w 7467600"/>
              <a:gd name="connsiteY372" fmla="*/ 5516399 h 6858000"/>
              <a:gd name="connsiteX373" fmla="*/ 1922999 w 7467600"/>
              <a:gd name="connsiteY373" fmla="*/ 5980343 h 6858000"/>
              <a:gd name="connsiteX374" fmla="*/ 1950261 w 7467600"/>
              <a:gd name="connsiteY374" fmla="*/ 6405858 h 6858000"/>
              <a:gd name="connsiteX375" fmla="*/ 2365554 w 7467600"/>
              <a:gd name="connsiteY375" fmla="*/ 6759107 h 6858000"/>
              <a:gd name="connsiteX376" fmla="*/ 2424142 w 7467600"/>
              <a:gd name="connsiteY376" fmla="*/ 6858000 h 6858000"/>
              <a:gd name="connsiteX377" fmla="*/ 2395994 w 7467600"/>
              <a:gd name="connsiteY377" fmla="*/ 6858000 h 6858000"/>
              <a:gd name="connsiteX378" fmla="*/ 2392863 w 7467600"/>
              <a:gd name="connsiteY378" fmla="*/ 6852964 h 6858000"/>
              <a:gd name="connsiteX379" fmla="*/ 2017589 w 7467600"/>
              <a:gd name="connsiteY379" fmla="*/ 6493982 h 6858000"/>
              <a:gd name="connsiteX380" fmla="*/ 2147336 w 7467600"/>
              <a:gd name="connsiteY380" fmla="*/ 6594052 h 6858000"/>
              <a:gd name="connsiteX381" fmla="*/ 2207047 w 7467600"/>
              <a:gd name="connsiteY381" fmla="*/ 6654540 h 6858000"/>
              <a:gd name="connsiteX382" fmla="*/ 2299106 w 7467600"/>
              <a:gd name="connsiteY382" fmla="*/ 6778931 h 6858000"/>
              <a:gd name="connsiteX383" fmla="*/ 2314430 w 7467600"/>
              <a:gd name="connsiteY383" fmla="*/ 6801144 h 6858000"/>
              <a:gd name="connsiteX384" fmla="*/ 2352406 w 7467600"/>
              <a:gd name="connsiteY384" fmla="*/ 6858000 h 6858000"/>
              <a:gd name="connsiteX385" fmla="*/ 2314492 w 7467600"/>
              <a:gd name="connsiteY385" fmla="*/ 6858000 h 6858000"/>
              <a:gd name="connsiteX386" fmla="*/ 2288095 w 7467600"/>
              <a:gd name="connsiteY386" fmla="*/ 6818030 h 6858000"/>
              <a:gd name="connsiteX387" fmla="*/ 2272768 w 7467600"/>
              <a:gd name="connsiteY387" fmla="*/ 6795822 h 6858000"/>
              <a:gd name="connsiteX388" fmla="*/ 2182715 w 7467600"/>
              <a:gd name="connsiteY388" fmla="*/ 6675071 h 6858000"/>
              <a:gd name="connsiteX389" fmla="*/ 2032061 w 7467600"/>
              <a:gd name="connsiteY389" fmla="*/ 6541380 h 6858000"/>
              <a:gd name="connsiteX390" fmla="*/ 2257220 w 7467600"/>
              <a:gd name="connsiteY390" fmla="*/ 6826257 h 6858000"/>
              <a:gd name="connsiteX391" fmla="*/ 2281324 w 7467600"/>
              <a:gd name="connsiteY391" fmla="*/ 6858000 h 6858000"/>
              <a:gd name="connsiteX392" fmla="*/ 2242860 w 7467600"/>
              <a:gd name="connsiteY392" fmla="*/ 6858000 h 6858000"/>
              <a:gd name="connsiteX393" fmla="*/ 2232818 w 7467600"/>
              <a:gd name="connsiteY393" fmla="*/ 6844926 h 6858000"/>
              <a:gd name="connsiteX394" fmla="*/ 1990172 w 7467600"/>
              <a:gd name="connsiteY394" fmla="*/ 6542121 h 6858000"/>
              <a:gd name="connsiteX395" fmla="*/ 2124090 w 7467600"/>
              <a:gd name="connsiteY395" fmla="*/ 6761017 h 6858000"/>
              <a:gd name="connsiteX396" fmla="*/ 2200380 w 7467600"/>
              <a:gd name="connsiteY396" fmla="*/ 6858000 h 6858000"/>
              <a:gd name="connsiteX397" fmla="*/ 2147507 w 7467600"/>
              <a:gd name="connsiteY397" fmla="*/ 6858000 h 6858000"/>
              <a:gd name="connsiteX398" fmla="*/ 2070668 w 7467600"/>
              <a:gd name="connsiteY398" fmla="*/ 6761520 h 6858000"/>
              <a:gd name="connsiteX399" fmla="*/ 1975142 w 7467600"/>
              <a:gd name="connsiteY399" fmla="*/ 6585570 h 6858000"/>
              <a:gd name="connsiteX400" fmla="*/ 2050035 w 7467600"/>
              <a:gd name="connsiteY400" fmla="*/ 6813345 h 6858000"/>
              <a:gd name="connsiteX401" fmla="*/ 2063025 w 7467600"/>
              <a:gd name="connsiteY401" fmla="*/ 6858000 h 6858000"/>
              <a:gd name="connsiteX402" fmla="*/ 2021675 w 7467600"/>
              <a:gd name="connsiteY402" fmla="*/ 6858000 h 6858000"/>
              <a:gd name="connsiteX403" fmla="*/ 2019308 w 7467600"/>
              <a:gd name="connsiteY403" fmla="*/ 6847118 h 6858000"/>
              <a:gd name="connsiteX404" fmla="*/ 1938835 w 7467600"/>
              <a:gd name="connsiteY404" fmla="*/ 6551160 h 6858000"/>
              <a:gd name="connsiteX405" fmla="*/ 1953230 w 7467600"/>
              <a:gd name="connsiteY405" fmla="*/ 6759699 h 6858000"/>
              <a:gd name="connsiteX406" fmla="*/ 1956763 w 7467600"/>
              <a:gd name="connsiteY406" fmla="*/ 6778191 h 6858000"/>
              <a:gd name="connsiteX407" fmla="*/ 1967925 w 7467600"/>
              <a:gd name="connsiteY407" fmla="*/ 6858000 h 6858000"/>
              <a:gd name="connsiteX408" fmla="*/ 1936622 w 7467600"/>
              <a:gd name="connsiteY408" fmla="*/ 6858000 h 6858000"/>
              <a:gd name="connsiteX409" fmla="*/ 1926261 w 7467600"/>
              <a:gd name="connsiteY409" fmla="*/ 6784064 h 6858000"/>
              <a:gd name="connsiteX410" fmla="*/ 1922724 w 7467600"/>
              <a:gd name="connsiteY410" fmla="*/ 6765577 h 6858000"/>
              <a:gd name="connsiteX411" fmla="*/ 1904650 w 7467600"/>
              <a:gd name="connsiteY411" fmla="*/ 6639616 h 6858000"/>
              <a:gd name="connsiteX412" fmla="*/ 1885273 w 7467600"/>
              <a:gd name="connsiteY412" fmla="*/ 6858000 h 6858000"/>
              <a:gd name="connsiteX413" fmla="*/ 1854363 w 7467600"/>
              <a:gd name="connsiteY413" fmla="*/ 6858000 h 6858000"/>
              <a:gd name="connsiteX414" fmla="*/ 1880391 w 7467600"/>
              <a:gd name="connsiteY414" fmla="*/ 6603796 h 6858000"/>
              <a:gd name="connsiteX415" fmla="*/ 1818273 w 7467600"/>
              <a:gd name="connsiteY415" fmla="*/ 6715729 h 6858000"/>
              <a:gd name="connsiteX416" fmla="*/ 1794691 w 7467600"/>
              <a:gd name="connsiteY416" fmla="*/ 6843239 h 6858000"/>
              <a:gd name="connsiteX417" fmla="*/ 1794914 w 7467600"/>
              <a:gd name="connsiteY417" fmla="*/ 6858000 h 6858000"/>
              <a:gd name="connsiteX418" fmla="*/ 1746128 w 7467600"/>
              <a:gd name="connsiteY418" fmla="*/ 6858000 h 6858000"/>
              <a:gd name="connsiteX419" fmla="*/ 1753934 w 7467600"/>
              <a:gd name="connsiteY419" fmla="*/ 6724796 h 6858000"/>
              <a:gd name="connsiteX420" fmla="*/ 1792053 w 7467600"/>
              <a:gd name="connsiteY420" fmla="*/ 6572396 h 6858000"/>
              <a:gd name="connsiteX421" fmla="*/ 1862248 w 7467600"/>
              <a:gd name="connsiteY421" fmla="*/ 6266397 h 6858000"/>
              <a:gd name="connsiteX422" fmla="*/ 1862250 w 7467600"/>
              <a:gd name="connsiteY422" fmla="*/ 6033531 h 6858000"/>
              <a:gd name="connsiteX423" fmla="*/ 1211999 w 7467600"/>
              <a:gd name="connsiteY423" fmla="*/ 6683610 h 6858000"/>
              <a:gd name="connsiteX424" fmla="*/ 1213266 w 7467600"/>
              <a:gd name="connsiteY424" fmla="*/ 6691947 h 6858000"/>
              <a:gd name="connsiteX425" fmla="*/ 1203370 w 7467600"/>
              <a:gd name="connsiteY425" fmla="*/ 6850676 h 6858000"/>
              <a:gd name="connsiteX426" fmla="*/ 1203671 w 7467600"/>
              <a:gd name="connsiteY426" fmla="*/ 6858000 h 6858000"/>
              <a:gd name="connsiteX427" fmla="*/ 1143180 w 7467600"/>
              <a:gd name="connsiteY427" fmla="*/ 6858000 h 6858000"/>
              <a:gd name="connsiteX428" fmla="*/ 1142176 w 7467600"/>
              <a:gd name="connsiteY428" fmla="*/ 6766045 h 6858000"/>
              <a:gd name="connsiteX429" fmla="*/ 1067484 w 7467600"/>
              <a:gd name="connsiteY429" fmla="*/ 6858000 h 6858000"/>
              <a:gd name="connsiteX430" fmla="*/ 953928 w 7467600"/>
              <a:gd name="connsiteY430" fmla="*/ 6858000 h 6858000"/>
              <a:gd name="connsiteX431" fmla="*/ 959715 w 7467600"/>
              <a:gd name="connsiteY431" fmla="*/ 6850185 h 6858000"/>
              <a:gd name="connsiteX432" fmla="*/ 1483788 w 7467600"/>
              <a:gd name="connsiteY432" fmla="*/ 6259174 h 6858000"/>
              <a:gd name="connsiteX433" fmla="*/ 1100671 w 7467600"/>
              <a:gd name="connsiteY433" fmla="*/ 6252137 h 6858000"/>
              <a:gd name="connsiteX434" fmla="*/ 1090144 w 7467600"/>
              <a:gd name="connsiteY434" fmla="*/ 6256748 h 6858000"/>
              <a:gd name="connsiteX435" fmla="*/ 1095872 w 7467600"/>
              <a:gd name="connsiteY435" fmla="*/ 6271892 h 6858000"/>
              <a:gd name="connsiteX436" fmla="*/ 262785 w 7467600"/>
              <a:gd name="connsiteY436" fmla="*/ 6845450 h 6858000"/>
              <a:gd name="connsiteX437" fmla="*/ 209968 w 7467600"/>
              <a:gd name="connsiteY437" fmla="*/ 6770713 h 6858000"/>
              <a:gd name="connsiteX438" fmla="*/ 873460 w 7467600"/>
              <a:gd name="connsiteY438" fmla="*/ 6253768 h 6858000"/>
              <a:gd name="connsiteX439" fmla="*/ 192686 w 7467600"/>
              <a:gd name="connsiteY439" fmla="*/ 5849257 h 6858000"/>
              <a:gd name="connsiteX440" fmla="*/ 4696 w 7467600"/>
              <a:gd name="connsiteY440" fmla="*/ 5697668 h 6858000"/>
              <a:gd name="connsiteX441" fmla="*/ 0 w 7467600"/>
              <a:gd name="connsiteY441" fmla="*/ 5689984 h 6858000"/>
              <a:gd name="connsiteX442" fmla="*/ 0 w 7467600"/>
              <a:gd name="connsiteY442" fmla="*/ 5513472 h 6858000"/>
              <a:gd name="connsiteX443" fmla="*/ 174101 w 7467600"/>
              <a:gd name="connsiteY443" fmla="*/ 5620277 h 6858000"/>
              <a:gd name="connsiteX444" fmla="*/ 891800 w 7467600"/>
              <a:gd name="connsiteY444" fmla="*/ 6036935 h 6858000"/>
              <a:gd name="connsiteX445" fmla="*/ 1072219 w 7467600"/>
              <a:gd name="connsiteY445" fmla="*/ 6169443 h 6858000"/>
              <a:gd name="connsiteX446" fmla="*/ 1074117 w 7467600"/>
              <a:gd name="connsiteY446" fmla="*/ 6170301 h 6858000"/>
              <a:gd name="connsiteX447" fmla="*/ 1083114 w 7467600"/>
              <a:gd name="connsiteY447" fmla="*/ 6174131 h 6858000"/>
              <a:gd name="connsiteX448" fmla="*/ 1543010 w 7467600"/>
              <a:gd name="connsiteY448" fmla="*/ 6191140 h 6858000"/>
              <a:gd name="connsiteX449" fmla="*/ 1551080 w 7467600"/>
              <a:gd name="connsiteY449" fmla="*/ 6195006 h 6858000"/>
              <a:gd name="connsiteX450" fmla="*/ 2345443 w 7467600"/>
              <a:gd name="connsiteY450" fmla="*/ 5549882 h 6858000"/>
              <a:gd name="connsiteX451" fmla="*/ 1721499 w 7467600"/>
              <a:gd name="connsiteY451" fmla="*/ 5599969 h 6858000"/>
              <a:gd name="connsiteX452" fmla="*/ 767716 w 7467600"/>
              <a:gd name="connsiteY452" fmla="*/ 5472768 h 6858000"/>
              <a:gd name="connsiteX453" fmla="*/ 722147 w 7467600"/>
              <a:gd name="connsiteY453" fmla="*/ 5393091 h 6858000"/>
              <a:gd name="connsiteX454" fmla="*/ 1485552 w 7467600"/>
              <a:gd name="connsiteY454" fmla="*/ 5313202 h 6858000"/>
              <a:gd name="connsiteX455" fmla="*/ 2143004 w 7467600"/>
              <a:gd name="connsiteY455" fmla="*/ 5402420 h 6858000"/>
              <a:gd name="connsiteX456" fmla="*/ 1933391 w 7467600"/>
              <a:gd name="connsiteY456" fmla="*/ 5156971 h 6858000"/>
              <a:gd name="connsiteX457" fmla="*/ 1827118 w 7467600"/>
              <a:gd name="connsiteY457" fmla="*/ 4968410 h 6858000"/>
              <a:gd name="connsiteX458" fmla="*/ 1837349 w 7467600"/>
              <a:gd name="connsiteY458" fmla="*/ 4956357 h 6858000"/>
              <a:gd name="connsiteX459" fmla="*/ 2162835 w 7467600"/>
              <a:gd name="connsiteY459" fmla="*/ 5187853 h 6858000"/>
              <a:gd name="connsiteX460" fmla="*/ 2257167 w 7467600"/>
              <a:gd name="connsiteY460" fmla="*/ 5462123 h 6858000"/>
              <a:gd name="connsiteX461" fmla="*/ 2261598 w 7467600"/>
              <a:gd name="connsiteY461" fmla="*/ 5467998 h 6858000"/>
              <a:gd name="connsiteX462" fmla="*/ 2437177 w 7467600"/>
              <a:gd name="connsiteY462" fmla="*/ 5479608 h 6858000"/>
              <a:gd name="connsiteX463" fmla="*/ 2445247 w 7467600"/>
              <a:gd name="connsiteY463" fmla="*/ 5483476 h 6858000"/>
              <a:gd name="connsiteX464" fmla="*/ 2743626 w 7467600"/>
              <a:gd name="connsiteY464" fmla="*/ 5304819 h 6858000"/>
              <a:gd name="connsiteX465" fmla="*/ 3048102 w 7467600"/>
              <a:gd name="connsiteY465" fmla="*/ 5150595 h 6858000"/>
              <a:gd name="connsiteX466" fmla="*/ 1799414 w 7467600"/>
              <a:gd name="connsiteY466" fmla="*/ 4694732 h 6858000"/>
              <a:gd name="connsiteX467" fmla="*/ 1771735 w 7467600"/>
              <a:gd name="connsiteY467" fmla="*/ 4619929 h 6858000"/>
              <a:gd name="connsiteX468" fmla="*/ 3104273 w 7467600"/>
              <a:gd name="connsiteY468" fmla="*/ 5076159 h 6858000"/>
              <a:gd name="connsiteX469" fmla="*/ 3113245 w 7467600"/>
              <a:gd name="connsiteY469" fmla="*/ 5090705 h 6858000"/>
              <a:gd name="connsiteX470" fmla="*/ 3126294 w 7467600"/>
              <a:gd name="connsiteY470" fmla="*/ 5114400 h 6858000"/>
              <a:gd name="connsiteX471" fmla="*/ 3937433 w 7467600"/>
              <a:gd name="connsiteY471" fmla="*/ 4830473 h 6858000"/>
              <a:gd name="connsiteX472" fmla="*/ 3590475 w 7467600"/>
              <a:gd name="connsiteY472" fmla="*/ 4597974 h 6858000"/>
              <a:gd name="connsiteX473" fmla="*/ 3100264 w 7467600"/>
              <a:gd name="connsiteY473" fmla="*/ 4579845 h 6858000"/>
              <a:gd name="connsiteX474" fmla="*/ 2183576 w 7467600"/>
              <a:gd name="connsiteY474" fmla="*/ 4227150 h 6858000"/>
              <a:gd name="connsiteX475" fmla="*/ 2151029 w 7467600"/>
              <a:gd name="connsiteY475" fmla="*/ 4146947 h 6858000"/>
              <a:gd name="connsiteX476" fmla="*/ 3563434 w 7467600"/>
              <a:gd name="connsiteY476" fmla="*/ 4469115 h 6858000"/>
              <a:gd name="connsiteX477" fmla="*/ 3177952 w 7467600"/>
              <a:gd name="connsiteY477" fmla="*/ 3657386 h 6858000"/>
              <a:gd name="connsiteX478" fmla="*/ 3189263 w 7467600"/>
              <a:gd name="connsiteY478" fmla="*/ 3625726 h 6858000"/>
              <a:gd name="connsiteX479" fmla="*/ 3560912 w 7467600"/>
              <a:gd name="connsiteY479" fmla="*/ 4079863 h 6858000"/>
              <a:gd name="connsiteX480" fmla="*/ 3626636 w 7467600"/>
              <a:gd name="connsiteY480" fmla="*/ 4512230 h 6858000"/>
              <a:gd name="connsiteX481" fmla="*/ 3653088 w 7467600"/>
              <a:gd name="connsiteY481" fmla="*/ 4521417 h 6858000"/>
              <a:gd name="connsiteX482" fmla="*/ 3988128 w 7467600"/>
              <a:gd name="connsiteY482" fmla="*/ 4817267 h 6858000"/>
              <a:gd name="connsiteX483" fmla="*/ 4830582 w 7467600"/>
              <a:gd name="connsiteY483" fmla="*/ 4676000 h 6858000"/>
              <a:gd name="connsiteX484" fmla="*/ 4830100 w 7467600"/>
              <a:gd name="connsiteY484" fmla="*/ 4675554 h 6858000"/>
              <a:gd name="connsiteX485" fmla="*/ 4036318 w 7467600"/>
              <a:gd name="connsiteY485" fmla="*/ 4147013 h 6858000"/>
              <a:gd name="connsiteX486" fmla="*/ 3432098 w 7467600"/>
              <a:gd name="connsiteY486" fmla="*/ 3537312 h 6858000"/>
              <a:gd name="connsiteX487" fmla="*/ 3446761 w 7467600"/>
              <a:gd name="connsiteY487" fmla="*/ 3461278 h 6858000"/>
              <a:gd name="connsiteX488" fmla="*/ 4419733 w 7467600"/>
              <a:gd name="connsiteY488" fmla="*/ 3963555 h 6858000"/>
              <a:gd name="connsiteX489" fmla="*/ 4781371 w 7467600"/>
              <a:gd name="connsiteY489" fmla="*/ 4458604 h 6858000"/>
              <a:gd name="connsiteX490" fmla="*/ 4780440 w 7467600"/>
              <a:gd name="connsiteY490" fmla="*/ 4470290 h 6858000"/>
              <a:gd name="connsiteX491" fmla="*/ 4898954 w 7467600"/>
              <a:gd name="connsiteY491" fmla="*/ 4662092 h 6858000"/>
              <a:gd name="connsiteX492" fmla="*/ 4900699 w 7467600"/>
              <a:gd name="connsiteY492" fmla="*/ 4670867 h 6858000"/>
              <a:gd name="connsiteX493" fmla="*/ 5714511 w 7467600"/>
              <a:gd name="connsiteY493" fmla="*/ 4663483 h 6858000"/>
              <a:gd name="connsiteX494" fmla="*/ 5464793 w 7467600"/>
              <a:gd name="connsiteY494" fmla="*/ 4393556 h 6858000"/>
              <a:gd name="connsiteX495" fmla="*/ 5461897 w 7467600"/>
              <a:gd name="connsiteY495" fmla="*/ 4390879 h 6858000"/>
              <a:gd name="connsiteX496" fmla="*/ 4294126 w 7467600"/>
              <a:gd name="connsiteY496" fmla="*/ 3303048 h 6858000"/>
              <a:gd name="connsiteX497" fmla="*/ 4305321 w 7467600"/>
              <a:gd name="connsiteY497" fmla="*/ 3256953 h 6858000"/>
              <a:gd name="connsiteX498" fmla="*/ 4949299 w 7467600"/>
              <a:gd name="connsiteY498" fmla="*/ 3766336 h 6858000"/>
              <a:gd name="connsiteX499" fmla="*/ 5291452 w 7467600"/>
              <a:gd name="connsiteY499" fmla="*/ 4076801 h 6858000"/>
              <a:gd name="connsiteX500" fmla="*/ 5434998 w 7467600"/>
              <a:gd name="connsiteY500" fmla="*/ 4254100 h 6858000"/>
              <a:gd name="connsiteX501" fmla="*/ 5351015 w 7467600"/>
              <a:gd name="connsiteY501" fmla="*/ 3760989 h 6858000"/>
              <a:gd name="connsiteX502" fmla="*/ 5413780 w 7467600"/>
              <a:gd name="connsiteY502" fmla="*/ 2966265 h 6858000"/>
              <a:gd name="connsiteX503" fmla="*/ 5425627 w 7467600"/>
              <a:gd name="connsiteY503" fmla="*/ 2954192 h 6858000"/>
              <a:gd name="connsiteX504" fmla="*/ 6604735 w 7467600"/>
              <a:gd name="connsiteY504" fmla="*/ 2041381 h 6858000"/>
              <a:gd name="connsiteX505" fmla="*/ 7204487 w 7467600"/>
              <a:gd name="connsiteY505" fmla="*/ 2742112 h 6858000"/>
              <a:gd name="connsiteX506" fmla="*/ 7131592 w 7467600"/>
              <a:gd name="connsiteY506" fmla="*/ 2672096 h 6858000"/>
              <a:gd name="connsiteX507" fmla="*/ 6996344 w 7467600"/>
              <a:gd name="connsiteY507" fmla="*/ 2518310 h 6858000"/>
              <a:gd name="connsiteX508" fmla="*/ 6735495 w 7467600"/>
              <a:gd name="connsiteY508" fmla="*/ 2196890 h 6858000"/>
              <a:gd name="connsiteX509" fmla="*/ 6721901 w 7467600"/>
              <a:gd name="connsiteY509" fmla="*/ 2179274 h 6858000"/>
              <a:gd name="connsiteX510" fmla="*/ 6604735 w 7467600"/>
              <a:gd name="connsiteY510" fmla="*/ 2041381 h 6858000"/>
              <a:gd name="connsiteX511" fmla="*/ 6591670 w 7467600"/>
              <a:gd name="connsiteY511" fmla="*/ 1988277 h 6858000"/>
              <a:gd name="connsiteX512" fmla="*/ 6747349 w 7467600"/>
              <a:gd name="connsiteY512" fmla="*/ 2160069 h 6858000"/>
              <a:gd name="connsiteX513" fmla="*/ 6760943 w 7467600"/>
              <a:gd name="connsiteY513" fmla="*/ 2177686 h 6858000"/>
              <a:gd name="connsiteX514" fmla="*/ 7021065 w 7467600"/>
              <a:gd name="connsiteY514" fmla="*/ 2498102 h 6858000"/>
              <a:gd name="connsiteX515" fmla="*/ 7155223 w 7467600"/>
              <a:gd name="connsiteY515" fmla="*/ 2650386 h 6858000"/>
              <a:gd name="connsiteX516" fmla="*/ 7203167 w 7467600"/>
              <a:gd name="connsiteY516" fmla="*/ 2697288 h 6858000"/>
              <a:gd name="connsiteX517" fmla="*/ 6937703 w 7467600"/>
              <a:gd name="connsiteY517" fmla="*/ 2321981 h 6858000"/>
              <a:gd name="connsiteX518" fmla="*/ 6591670 w 7467600"/>
              <a:gd name="connsiteY518" fmla="*/ 1988277 h 6858000"/>
              <a:gd name="connsiteX519" fmla="*/ 5798671 w 7467600"/>
              <a:gd name="connsiteY519" fmla="*/ 1981601 h 6858000"/>
              <a:gd name="connsiteX520" fmla="*/ 5754709 w 7467600"/>
              <a:gd name="connsiteY520" fmla="*/ 2071454 h 6858000"/>
              <a:gd name="connsiteX521" fmla="*/ 5763044 w 7467600"/>
              <a:gd name="connsiteY521" fmla="*/ 2842206 h 6858000"/>
              <a:gd name="connsiteX522" fmla="*/ 5764974 w 7467600"/>
              <a:gd name="connsiteY522" fmla="*/ 2799609 h 6858000"/>
              <a:gd name="connsiteX523" fmla="*/ 5767665 w 7467600"/>
              <a:gd name="connsiteY523" fmla="*/ 2666409 h 6858000"/>
              <a:gd name="connsiteX524" fmla="*/ 5763055 w 7467600"/>
              <a:gd name="connsiteY524" fmla="*/ 2579705 h 6858000"/>
              <a:gd name="connsiteX525" fmla="*/ 5758079 w 7467600"/>
              <a:gd name="connsiteY525" fmla="*/ 2492508 h 6858000"/>
              <a:gd name="connsiteX526" fmla="*/ 5779325 w 7467600"/>
              <a:gd name="connsiteY526" fmla="*/ 2197069 h 6858000"/>
              <a:gd name="connsiteX527" fmla="*/ 5798671 w 7467600"/>
              <a:gd name="connsiteY527" fmla="*/ 1981601 h 6858000"/>
              <a:gd name="connsiteX528" fmla="*/ 5829202 w 7467600"/>
              <a:gd name="connsiteY528" fmla="*/ 1971679 h 6858000"/>
              <a:gd name="connsiteX529" fmla="*/ 5809558 w 7467600"/>
              <a:gd name="connsiteY529" fmla="*/ 2198043 h 6858000"/>
              <a:gd name="connsiteX530" fmla="*/ 5788653 w 7467600"/>
              <a:gd name="connsiteY530" fmla="*/ 2489430 h 6858000"/>
              <a:gd name="connsiteX531" fmla="*/ 5793439 w 7467600"/>
              <a:gd name="connsiteY531" fmla="*/ 2575235 h 6858000"/>
              <a:gd name="connsiteX532" fmla="*/ 5796837 w 7467600"/>
              <a:gd name="connsiteY532" fmla="*/ 2637633 h 6858000"/>
              <a:gd name="connsiteX533" fmla="*/ 5818614 w 7467600"/>
              <a:gd name="connsiteY533" fmla="*/ 2473055 h 6858000"/>
              <a:gd name="connsiteX534" fmla="*/ 5829202 w 7467600"/>
              <a:gd name="connsiteY534" fmla="*/ 1971679 h 6858000"/>
              <a:gd name="connsiteX535" fmla="*/ 5911389 w 7467600"/>
              <a:gd name="connsiteY535" fmla="*/ 1898371 h 6858000"/>
              <a:gd name="connsiteX536" fmla="*/ 6237627 w 7467600"/>
              <a:gd name="connsiteY536" fmla="*/ 2231921 h 6858000"/>
              <a:gd name="connsiteX537" fmla="*/ 5911389 w 7467600"/>
              <a:gd name="connsiteY537" fmla="*/ 1898371 h 6858000"/>
              <a:gd name="connsiteX538" fmla="*/ 6944437 w 7467600"/>
              <a:gd name="connsiteY538" fmla="*/ 1575402 h 6858000"/>
              <a:gd name="connsiteX539" fmla="*/ 6304730 w 7467600"/>
              <a:gd name="connsiteY539" fmla="*/ 1766654 h 6858000"/>
              <a:gd name="connsiteX540" fmla="*/ 6944437 w 7467600"/>
              <a:gd name="connsiteY540" fmla="*/ 1575402 h 6858000"/>
              <a:gd name="connsiteX541" fmla="*/ 7019523 w 7467600"/>
              <a:gd name="connsiteY541" fmla="*/ 1519450 h 6858000"/>
              <a:gd name="connsiteX542" fmla="*/ 6298091 w 7467600"/>
              <a:gd name="connsiteY542" fmla="*/ 1737122 h 6858000"/>
              <a:gd name="connsiteX543" fmla="*/ 7019523 w 7467600"/>
              <a:gd name="connsiteY543" fmla="*/ 1519450 h 6858000"/>
              <a:gd name="connsiteX544" fmla="*/ 2399523 w 7467600"/>
              <a:gd name="connsiteY544" fmla="*/ 1428234 h 6858000"/>
              <a:gd name="connsiteX545" fmla="*/ 2224982 w 7467600"/>
              <a:gd name="connsiteY545" fmla="*/ 1826201 h 6858000"/>
              <a:gd name="connsiteX546" fmla="*/ 2096099 w 7467600"/>
              <a:gd name="connsiteY546" fmla="*/ 2345900 h 6858000"/>
              <a:gd name="connsiteX547" fmla="*/ 2283317 w 7467600"/>
              <a:gd name="connsiteY547" fmla="*/ 1796925 h 6858000"/>
              <a:gd name="connsiteX548" fmla="*/ 2399523 w 7467600"/>
              <a:gd name="connsiteY548" fmla="*/ 1428234 h 6858000"/>
              <a:gd name="connsiteX549" fmla="*/ 2448558 w 7467600"/>
              <a:gd name="connsiteY549" fmla="*/ 1373435 h 6858000"/>
              <a:gd name="connsiteX550" fmla="*/ 2312521 w 7467600"/>
              <a:gd name="connsiteY550" fmla="*/ 1806140 h 6858000"/>
              <a:gd name="connsiteX551" fmla="*/ 2127533 w 7467600"/>
              <a:gd name="connsiteY551" fmla="*/ 2348380 h 6858000"/>
              <a:gd name="connsiteX552" fmla="*/ 2358080 w 7467600"/>
              <a:gd name="connsiteY552" fmla="*/ 1866134 h 6858000"/>
              <a:gd name="connsiteX553" fmla="*/ 2407436 w 7467600"/>
              <a:gd name="connsiteY553" fmla="*/ 1651070 h 6858000"/>
              <a:gd name="connsiteX554" fmla="*/ 2448558 w 7467600"/>
              <a:gd name="connsiteY554" fmla="*/ 1373435 h 6858000"/>
              <a:gd name="connsiteX555" fmla="*/ 278707 w 7467600"/>
              <a:gd name="connsiteY555" fmla="*/ 1352270 h 6858000"/>
              <a:gd name="connsiteX556" fmla="*/ 321570 w 7467600"/>
              <a:gd name="connsiteY556" fmla="*/ 1861610 h 6858000"/>
              <a:gd name="connsiteX557" fmla="*/ 294281 w 7467600"/>
              <a:gd name="connsiteY557" fmla="*/ 1440658 h 6858000"/>
              <a:gd name="connsiteX558" fmla="*/ 278707 w 7467600"/>
              <a:gd name="connsiteY558" fmla="*/ 1352270 h 6858000"/>
              <a:gd name="connsiteX559" fmla="*/ 1423821 w 7467600"/>
              <a:gd name="connsiteY559" fmla="*/ 1351958 h 6858000"/>
              <a:gd name="connsiteX560" fmla="*/ 1638521 w 7467600"/>
              <a:gd name="connsiteY560" fmla="*/ 1908470 h 6858000"/>
              <a:gd name="connsiteX561" fmla="*/ 1754199 w 7467600"/>
              <a:gd name="connsiteY561" fmla="*/ 2149284 h 6858000"/>
              <a:gd name="connsiteX562" fmla="*/ 1908359 w 7467600"/>
              <a:gd name="connsiteY562" fmla="*/ 2364988 h 6858000"/>
              <a:gd name="connsiteX563" fmla="*/ 1647661 w 7467600"/>
              <a:gd name="connsiteY563" fmla="*/ 1825945 h 6858000"/>
              <a:gd name="connsiteX564" fmla="*/ 1423821 w 7467600"/>
              <a:gd name="connsiteY564" fmla="*/ 1351958 h 6858000"/>
              <a:gd name="connsiteX565" fmla="*/ 1431890 w 7467600"/>
              <a:gd name="connsiteY565" fmla="*/ 1306475 h 6858000"/>
              <a:gd name="connsiteX566" fmla="*/ 1507597 w 7467600"/>
              <a:gd name="connsiteY566" fmla="*/ 1446132 h 6858000"/>
              <a:gd name="connsiteX567" fmla="*/ 1674586 w 7467600"/>
              <a:gd name="connsiteY567" fmla="*/ 1813832 h 6858000"/>
              <a:gd name="connsiteX568" fmla="*/ 1815950 w 7467600"/>
              <a:gd name="connsiteY568" fmla="*/ 2128564 h 6858000"/>
              <a:gd name="connsiteX569" fmla="*/ 1984242 w 7467600"/>
              <a:gd name="connsiteY569" fmla="*/ 2430829 h 6858000"/>
              <a:gd name="connsiteX570" fmla="*/ 2014023 w 7467600"/>
              <a:gd name="connsiteY570" fmla="*/ 2450995 h 6858000"/>
              <a:gd name="connsiteX571" fmla="*/ 1747337 w 7467600"/>
              <a:gd name="connsiteY571" fmla="*/ 1855264 h 6858000"/>
              <a:gd name="connsiteX572" fmla="*/ 1533749 w 7467600"/>
              <a:gd name="connsiteY572" fmla="*/ 1478656 h 6858000"/>
              <a:gd name="connsiteX573" fmla="*/ 1431890 w 7467600"/>
              <a:gd name="connsiteY573" fmla="*/ 1306475 h 6858000"/>
              <a:gd name="connsiteX574" fmla="*/ 5052692 w 7467600"/>
              <a:gd name="connsiteY574" fmla="*/ 1292994 h 6858000"/>
              <a:gd name="connsiteX575" fmla="*/ 5200661 w 7467600"/>
              <a:gd name="connsiteY575" fmla="*/ 1635186 h 6858000"/>
              <a:gd name="connsiteX576" fmla="*/ 5297138 w 7467600"/>
              <a:gd name="connsiteY576" fmla="*/ 1906351 h 6858000"/>
              <a:gd name="connsiteX577" fmla="*/ 5052692 w 7467600"/>
              <a:gd name="connsiteY577" fmla="*/ 1292994 h 6858000"/>
              <a:gd name="connsiteX578" fmla="*/ 5009948 w 7467600"/>
              <a:gd name="connsiteY578" fmla="*/ 1273619 h 6858000"/>
              <a:gd name="connsiteX579" fmla="*/ 5121777 w 7467600"/>
              <a:gd name="connsiteY579" fmla="*/ 1654213 h 6858000"/>
              <a:gd name="connsiteX580" fmla="*/ 5293545 w 7467600"/>
              <a:gd name="connsiteY580" fmla="*/ 2072247 h 6858000"/>
              <a:gd name="connsiteX581" fmla="*/ 5294042 w 7467600"/>
              <a:gd name="connsiteY581" fmla="*/ 2065019 h 6858000"/>
              <a:gd name="connsiteX582" fmla="*/ 5171936 w 7467600"/>
              <a:gd name="connsiteY582" fmla="*/ 1647613 h 6858000"/>
              <a:gd name="connsiteX583" fmla="*/ 5009948 w 7467600"/>
              <a:gd name="connsiteY583" fmla="*/ 1273619 h 6858000"/>
              <a:gd name="connsiteX584" fmla="*/ 655236 w 7467600"/>
              <a:gd name="connsiteY584" fmla="*/ 1268632 h 6858000"/>
              <a:gd name="connsiteX585" fmla="*/ 839521 w 7467600"/>
              <a:gd name="connsiteY585" fmla="*/ 1685315 h 6858000"/>
              <a:gd name="connsiteX586" fmla="*/ 1109416 w 7467600"/>
              <a:gd name="connsiteY586" fmla="*/ 2061663 h 6858000"/>
              <a:gd name="connsiteX587" fmla="*/ 1298300 w 7467600"/>
              <a:gd name="connsiteY587" fmla="*/ 2247742 h 6858000"/>
              <a:gd name="connsiteX588" fmla="*/ 1125871 w 7467600"/>
              <a:gd name="connsiteY588" fmla="*/ 1989513 h 6858000"/>
              <a:gd name="connsiteX589" fmla="*/ 981574 w 7467600"/>
              <a:gd name="connsiteY589" fmla="*/ 1783157 h 6858000"/>
              <a:gd name="connsiteX590" fmla="*/ 922198 w 7467600"/>
              <a:gd name="connsiteY590" fmla="*/ 1677437 h 6858000"/>
              <a:gd name="connsiteX591" fmla="*/ 869293 w 7467600"/>
              <a:gd name="connsiteY591" fmla="*/ 1583214 h 6858000"/>
              <a:gd name="connsiteX592" fmla="*/ 751431 w 7467600"/>
              <a:gd name="connsiteY592" fmla="*/ 1405731 h 6858000"/>
              <a:gd name="connsiteX593" fmla="*/ 655236 w 7467600"/>
              <a:gd name="connsiteY593" fmla="*/ 1268632 h 6858000"/>
              <a:gd name="connsiteX594" fmla="*/ 6516292 w 7467600"/>
              <a:gd name="connsiteY594" fmla="*/ 1263064 h 6858000"/>
              <a:gd name="connsiteX595" fmla="*/ 5736320 w 7467600"/>
              <a:gd name="connsiteY595" fmla="*/ 1501803 h 6858000"/>
              <a:gd name="connsiteX596" fmla="*/ 6516292 w 7467600"/>
              <a:gd name="connsiteY596" fmla="*/ 1263064 h 6858000"/>
              <a:gd name="connsiteX597" fmla="*/ 291466 w 7467600"/>
              <a:gd name="connsiteY597" fmla="*/ 1250369 h 6858000"/>
              <a:gd name="connsiteX598" fmla="*/ 323180 w 7467600"/>
              <a:gd name="connsiteY598" fmla="*/ 1435283 h 6858000"/>
              <a:gd name="connsiteX599" fmla="*/ 349381 w 7467600"/>
              <a:gd name="connsiteY599" fmla="*/ 1875041 h 6858000"/>
              <a:gd name="connsiteX600" fmla="*/ 374363 w 7467600"/>
              <a:gd name="connsiteY600" fmla="*/ 1506494 h 6858000"/>
              <a:gd name="connsiteX601" fmla="*/ 302168 w 7467600"/>
              <a:gd name="connsiteY601" fmla="*/ 1274495 h 6858000"/>
              <a:gd name="connsiteX602" fmla="*/ 291466 w 7467600"/>
              <a:gd name="connsiteY602" fmla="*/ 1250369 h 6858000"/>
              <a:gd name="connsiteX603" fmla="*/ 678222 w 7467600"/>
              <a:gd name="connsiteY603" fmla="*/ 1248670 h 6858000"/>
              <a:gd name="connsiteX604" fmla="*/ 775536 w 7467600"/>
              <a:gd name="connsiteY604" fmla="*/ 1388015 h 6858000"/>
              <a:gd name="connsiteX605" fmla="*/ 894529 w 7467600"/>
              <a:gd name="connsiteY605" fmla="*/ 1567739 h 6858000"/>
              <a:gd name="connsiteX606" fmla="*/ 948000 w 7467600"/>
              <a:gd name="connsiteY606" fmla="*/ 1663088 h 6858000"/>
              <a:gd name="connsiteX607" fmla="*/ 1006812 w 7467600"/>
              <a:gd name="connsiteY607" fmla="*/ 1767683 h 6858000"/>
              <a:gd name="connsiteX608" fmla="*/ 1149133 w 7467600"/>
              <a:gd name="connsiteY608" fmla="*/ 1971513 h 6858000"/>
              <a:gd name="connsiteX609" fmla="*/ 1333952 w 7467600"/>
              <a:gd name="connsiteY609" fmla="*/ 2251620 h 6858000"/>
              <a:gd name="connsiteX610" fmla="*/ 1337329 w 7467600"/>
              <a:gd name="connsiteY610" fmla="*/ 2258350 h 6858000"/>
              <a:gd name="connsiteX611" fmla="*/ 1014726 w 7467600"/>
              <a:gd name="connsiteY611" fmla="*/ 1615556 h 6858000"/>
              <a:gd name="connsiteX612" fmla="*/ 678222 w 7467600"/>
              <a:gd name="connsiteY612" fmla="*/ 1248670 h 6858000"/>
              <a:gd name="connsiteX613" fmla="*/ 6691602 w 7467600"/>
              <a:gd name="connsiteY613" fmla="*/ 1140573 h 6858000"/>
              <a:gd name="connsiteX614" fmla="*/ 6571100 w 7467600"/>
              <a:gd name="connsiteY614" fmla="*/ 1183662 h 6858000"/>
              <a:gd name="connsiteX615" fmla="*/ 6241687 w 7467600"/>
              <a:gd name="connsiteY615" fmla="*/ 1257600 h 6858000"/>
              <a:gd name="connsiteX616" fmla="*/ 5693009 w 7467600"/>
              <a:gd name="connsiteY616" fmla="*/ 1478256 h 6858000"/>
              <a:gd name="connsiteX617" fmla="*/ 6548420 w 7467600"/>
              <a:gd name="connsiteY617" fmla="*/ 1214599 h 6858000"/>
              <a:gd name="connsiteX618" fmla="*/ 6605473 w 7467600"/>
              <a:gd name="connsiteY618" fmla="*/ 1184686 h 6858000"/>
              <a:gd name="connsiteX619" fmla="*/ 6691602 w 7467600"/>
              <a:gd name="connsiteY619" fmla="*/ 1140573 h 6858000"/>
              <a:gd name="connsiteX620" fmla="*/ 4002475 w 7467600"/>
              <a:gd name="connsiteY620" fmla="*/ 1037802 h 6858000"/>
              <a:gd name="connsiteX621" fmla="*/ 4000324 w 7467600"/>
              <a:gd name="connsiteY621" fmla="*/ 1039362 h 6858000"/>
              <a:gd name="connsiteX622" fmla="*/ 4002862 w 7467600"/>
              <a:gd name="connsiteY622" fmla="*/ 1042866 h 6858000"/>
              <a:gd name="connsiteX623" fmla="*/ 4002475 w 7467600"/>
              <a:gd name="connsiteY623" fmla="*/ 1037802 h 6858000"/>
              <a:gd name="connsiteX624" fmla="*/ 506322 w 7467600"/>
              <a:gd name="connsiteY624" fmla="*/ 1020997 h 6858000"/>
              <a:gd name="connsiteX625" fmla="*/ 533068 w 7467600"/>
              <a:gd name="connsiteY625" fmla="*/ 1029409 h 6858000"/>
              <a:gd name="connsiteX626" fmla="*/ 1232525 w 7467600"/>
              <a:gd name="connsiteY626" fmla="*/ 1804675 h 6858000"/>
              <a:gd name="connsiteX627" fmla="*/ 1388858 w 7467600"/>
              <a:gd name="connsiteY627" fmla="*/ 2368011 h 6858000"/>
              <a:gd name="connsiteX628" fmla="*/ 1384098 w 7467600"/>
              <a:gd name="connsiteY628" fmla="*/ 2378125 h 6858000"/>
              <a:gd name="connsiteX629" fmla="*/ 1425393 w 7467600"/>
              <a:gd name="connsiteY629" fmla="*/ 2589124 h 6858000"/>
              <a:gd name="connsiteX630" fmla="*/ 1424001 w 7467600"/>
              <a:gd name="connsiteY630" fmla="*/ 2597541 h 6858000"/>
              <a:gd name="connsiteX631" fmla="*/ 2152729 w 7467600"/>
              <a:gd name="connsiteY631" fmla="*/ 2864487 h 6858000"/>
              <a:gd name="connsiteX632" fmla="*/ 2020609 w 7467600"/>
              <a:gd name="connsiteY632" fmla="*/ 2539671 h 6858000"/>
              <a:gd name="connsiteX633" fmla="*/ 2018920 w 7467600"/>
              <a:gd name="connsiteY633" fmla="*/ 2536309 h 6858000"/>
              <a:gd name="connsiteX634" fmla="*/ 1342441 w 7467600"/>
              <a:gd name="connsiteY634" fmla="*/ 1173017 h 6858000"/>
              <a:gd name="connsiteX635" fmla="*/ 1367925 w 7467600"/>
              <a:gd name="connsiteY635" fmla="*/ 1135648 h 6858000"/>
              <a:gd name="connsiteX636" fmla="*/ 1771401 w 7467600"/>
              <a:gd name="connsiteY636" fmla="*/ 1806673 h 6858000"/>
              <a:gd name="connsiteX637" fmla="*/ 1972385 w 7467600"/>
              <a:gd name="connsiteY637" fmla="*/ 2198735 h 6858000"/>
              <a:gd name="connsiteX638" fmla="*/ 2040892 w 7467600"/>
              <a:gd name="connsiteY638" fmla="*/ 2405205 h 6858000"/>
              <a:gd name="connsiteX639" fmla="*/ 2131689 w 7467600"/>
              <a:gd name="connsiteY639" fmla="*/ 1936926 h 6858000"/>
              <a:gd name="connsiteX640" fmla="*/ 2454820 w 7467600"/>
              <a:gd name="connsiteY640" fmla="*/ 1248808 h 6858000"/>
              <a:gd name="connsiteX641" fmla="*/ 2492512 w 7467600"/>
              <a:gd name="connsiteY641" fmla="*/ 1302920 h 6858000"/>
              <a:gd name="connsiteX642" fmla="*/ 2081216 w 7467600"/>
              <a:gd name="connsiteY642" fmla="*/ 2527513 h 6858000"/>
              <a:gd name="connsiteX643" fmla="*/ 2081211 w 7467600"/>
              <a:gd name="connsiteY643" fmla="*/ 2528916 h 6858000"/>
              <a:gd name="connsiteX644" fmla="*/ 2199067 w 7467600"/>
              <a:gd name="connsiteY644" fmla="*/ 2884061 h 6858000"/>
              <a:gd name="connsiteX645" fmla="*/ 3192586 w 7467600"/>
              <a:gd name="connsiteY645" fmla="*/ 3411496 h 6858000"/>
              <a:gd name="connsiteX646" fmla="*/ 3182620 w 7467600"/>
              <a:gd name="connsiteY646" fmla="*/ 3483279 h 6858000"/>
              <a:gd name="connsiteX647" fmla="*/ 2435119 w 7467600"/>
              <a:gd name="connsiteY647" fmla="*/ 3080173 h 6858000"/>
              <a:gd name="connsiteX648" fmla="*/ 2410152 w 7467600"/>
              <a:gd name="connsiteY648" fmla="*/ 3063751 h 6858000"/>
              <a:gd name="connsiteX649" fmla="*/ 2408099 w 7467600"/>
              <a:gd name="connsiteY649" fmla="*/ 3064403 h 6858000"/>
              <a:gd name="connsiteX650" fmla="*/ 2407218 w 7467600"/>
              <a:gd name="connsiteY650" fmla="*/ 3070324 h 6858000"/>
              <a:gd name="connsiteX651" fmla="*/ 2380138 w 7467600"/>
              <a:gd name="connsiteY651" fmla="*/ 3099341 h 6858000"/>
              <a:gd name="connsiteX652" fmla="*/ 1765923 w 7467600"/>
              <a:gd name="connsiteY652" fmla="*/ 3581043 h 6858000"/>
              <a:gd name="connsiteX653" fmla="*/ 1702258 w 7467600"/>
              <a:gd name="connsiteY653" fmla="*/ 3612286 h 6858000"/>
              <a:gd name="connsiteX654" fmla="*/ 1538370 w 7467600"/>
              <a:gd name="connsiteY654" fmla="*/ 3811804 h 6858000"/>
              <a:gd name="connsiteX655" fmla="*/ 542867 w 7467600"/>
              <a:gd name="connsiteY655" fmla="*/ 4944092 h 6858000"/>
              <a:gd name="connsiteX656" fmla="*/ 515800 w 7467600"/>
              <a:gd name="connsiteY656" fmla="*/ 4862180 h 6858000"/>
              <a:gd name="connsiteX657" fmla="*/ 909145 w 7467600"/>
              <a:gd name="connsiteY657" fmla="*/ 4199225 h 6858000"/>
              <a:gd name="connsiteX658" fmla="*/ 1214067 w 7467600"/>
              <a:gd name="connsiteY658" fmla="*/ 3908561 h 6858000"/>
              <a:gd name="connsiteX659" fmla="*/ 640967 w 7467600"/>
              <a:gd name="connsiteY659" fmla="*/ 4105601 h 6858000"/>
              <a:gd name="connsiteX660" fmla="*/ 112563 w 7467600"/>
              <a:gd name="connsiteY660" fmla="*/ 4396952 h 6858000"/>
              <a:gd name="connsiteX661" fmla="*/ 0 w 7467600"/>
              <a:gd name="connsiteY661" fmla="*/ 4466006 h 6858000"/>
              <a:gd name="connsiteX662" fmla="*/ 0 w 7467600"/>
              <a:gd name="connsiteY662" fmla="*/ 4233763 h 6858000"/>
              <a:gd name="connsiteX663" fmla="*/ 36881 w 7467600"/>
              <a:gd name="connsiteY663" fmla="*/ 4200118 h 6858000"/>
              <a:gd name="connsiteX664" fmla="*/ 910534 w 7467600"/>
              <a:gd name="connsiteY664" fmla="*/ 3629753 h 6858000"/>
              <a:gd name="connsiteX665" fmla="*/ 1578717 w 7467600"/>
              <a:gd name="connsiteY665" fmla="*/ 3575982 h 6858000"/>
              <a:gd name="connsiteX666" fmla="*/ 2338780 w 7467600"/>
              <a:gd name="connsiteY666" fmla="*/ 3033725 h 6858000"/>
              <a:gd name="connsiteX667" fmla="*/ 1807991 w 7467600"/>
              <a:gd name="connsiteY667" fmla="*/ 2807184 h 6858000"/>
              <a:gd name="connsiteX668" fmla="*/ 1416358 w 7467600"/>
              <a:gd name="connsiteY668" fmla="*/ 3112571 h 6858000"/>
              <a:gd name="connsiteX669" fmla="*/ 939066 w 7467600"/>
              <a:gd name="connsiteY669" fmla="*/ 3378798 h 6858000"/>
              <a:gd name="connsiteX670" fmla="*/ 115099 w 7467600"/>
              <a:gd name="connsiteY670" fmla="*/ 3607650 h 6858000"/>
              <a:gd name="connsiteX671" fmla="*/ 97284 w 7467600"/>
              <a:gd name="connsiteY671" fmla="*/ 3520393 h 6858000"/>
              <a:gd name="connsiteX672" fmla="*/ 922050 w 7467600"/>
              <a:gd name="connsiteY672" fmla="*/ 3074867 h 6858000"/>
              <a:gd name="connsiteX673" fmla="*/ 1405265 w 7467600"/>
              <a:gd name="connsiteY673" fmla="*/ 3016319 h 6858000"/>
              <a:gd name="connsiteX674" fmla="*/ 1407512 w 7467600"/>
              <a:gd name="connsiteY674" fmla="*/ 3018001 h 6858000"/>
              <a:gd name="connsiteX675" fmla="*/ 1726266 w 7467600"/>
              <a:gd name="connsiteY675" fmla="*/ 2777274 h 6858000"/>
              <a:gd name="connsiteX676" fmla="*/ 625390 w 7467600"/>
              <a:gd name="connsiteY676" fmla="*/ 2514541 h 6858000"/>
              <a:gd name="connsiteX677" fmla="*/ 619799 w 7467600"/>
              <a:gd name="connsiteY677" fmla="*/ 2527180 h 6858000"/>
              <a:gd name="connsiteX678" fmla="*/ 310030 w 7467600"/>
              <a:gd name="connsiteY678" fmla="*/ 2771818 h 6858000"/>
              <a:gd name="connsiteX679" fmla="*/ 173877 w 7467600"/>
              <a:gd name="connsiteY679" fmla="*/ 2937056 h 6858000"/>
              <a:gd name="connsiteX680" fmla="*/ 77889 w 7467600"/>
              <a:gd name="connsiteY680" fmla="*/ 3138440 h 6858000"/>
              <a:gd name="connsiteX681" fmla="*/ 0 w 7467600"/>
              <a:gd name="connsiteY681" fmla="*/ 3271395 h 6858000"/>
              <a:gd name="connsiteX682" fmla="*/ 0 w 7467600"/>
              <a:gd name="connsiteY682" fmla="*/ 3153002 h 6858000"/>
              <a:gd name="connsiteX683" fmla="*/ 2386 w 7467600"/>
              <a:gd name="connsiteY683" fmla="*/ 3149203 h 6858000"/>
              <a:gd name="connsiteX684" fmla="*/ 89753 w 7467600"/>
              <a:gd name="connsiteY684" fmla="*/ 2987702 h 6858000"/>
              <a:gd name="connsiteX685" fmla="*/ 76869 w 7467600"/>
              <a:gd name="connsiteY685" fmla="*/ 3005404 h 6858000"/>
              <a:gd name="connsiteX686" fmla="*/ 32049 w 7467600"/>
              <a:gd name="connsiteY686" fmla="*/ 3065814 h 6858000"/>
              <a:gd name="connsiteX687" fmla="*/ 0 w 7467600"/>
              <a:gd name="connsiteY687" fmla="*/ 3108744 h 6858000"/>
              <a:gd name="connsiteX688" fmla="*/ 0 w 7467600"/>
              <a:gd name="connsiteY688" fmla="*/ 3058059 h 6858000"/>
              <a:gd name="connsiteX689" fmla="*/ 7610 w 7467600"/>
              <a:gd name="connsiteY689" fmla="*/ 3047889 h 6858000"/>
              <a:gd name="connsiteX690" fmla="*/ 52419 w 7467600"/>
              <a:gd name="connsiteY690" fmla="*/ 2987479 h 6858000"/>
              <a:gd name="connsiteX691" fmla="*/ 59142 w 7467600"/>
              <a:gd name="connsiteY691" fmla="*/ 2978488 h 6858000"/>
              <a:gd name="connsiteX692" fmla="*/ 0 w 7467600"/>
              <a:gd name="connsiteY692" fmla="*/ 3015334 h 6858000"/>
              <a:gd name="connsiteX693" fmla="*/ 0 w 7467600"/>
              <a:gd name="connsiteY693" fmla="*/ 2914286 h 6858000"/>
              <a:gd name="connsiteX694" fmla="*/ 36383 w 7467600"/>
              <a:gd name="connsiteY694" fmla="*/ 2901128 h 6858000"/>
              <a:gd name="connsiteX695" fmla="*/ 156329 w 7467600"/>
              <a:gd name="connsiteY695" fmla="*/ 2840533 h 6858000"/>
              <a:gd name="connsiteX696" fmla="*/ 358355 w 7467600"/>
              <a:gd name="connsiteY696" fmla="*/ 2620471 h 6858000"/>
              <a:gd name="connsiteX697" fmla="*/ 510577 w 7467600"/>
              <a:gd name="connsiteY697" fmla="*/ 2501244 h 6858000"/>
              <a:gd name="connsiteX698" fmla="*/ 211967 w 7467600"/>
              <a:gd name="connsiteY698" fmla="*/ 2479171 h 6858000"/>
              <a:gd name="connsiteX699" fmla="*/ 0 w 7467600"/>
              <a:gd name="connsiteY699" fmla="*/ 2476398 h 6858000"/>
              <a:gd name="connsiteX700" fmla="*/ 0 w 7467600"/>
              <a:gd name="connsiteY700" fmla="*/ 2389189 h 6858000"/>
              <a:gd name="connsiteX701" fmla="*/ 103062 w 7467600"/>
              <a:gd name="connsiteY701" fmla="*/ 2389518 h 6858000"/>
              <a:gd name="connsiteX702" fmla="*/ 510734 w 7467600"/>
              <a:gd name="connsiteY702" fmla="*/ 2416201 h 6858000"/>
              <a:gd name="connsiteX703" fmla="*/ 279257 w 7467600"/>
              <a:gd name="connsiteY703" fmla="*/ 2092102 h 6858000"/>
              <a:gd name="connsiteX704" fmla="*/ 65265 w 7467600"/>
              <a:gd name="connsiteY704" fmla="*/ 2006049 h 6858000"/>
              <a:gd name="connsiteX705" fmla="*/ 0 w 7467600"/>
              <a:gd name="connsiteY705" fmla="*/ 1982532 h 6858000"/>
              <a:gd name="connsiteX706" fmla="*/ 0 w 7467600"/>
              <a:gd name="connsiteY706" fmla="*/ 1912789 h 6858000"/>
              <a:gd name="connsiteX707" fmla="*/ 97460 w 7467600"/>
              <a:gd name="connsiteY707" fmla="*/ 1953725 h 6858000"/>
              <a:gd name="connsiteX708" fmla="*/ 221272 w 7467600"/>
              <a:gd name="connsiteY708" fmla="*/ 1980766 h 6858000"/>
              <a:gd name="connsiteX709" fmla="*/ 116765 w 7467600"/>
              <a:gd name="connsiteY709" fmla="*/ 1911033 h 6858000"/>
              <a:gd name="connsiteX710" fmla="*/ 16405 w 7467600"/>
              <a:gd name="connsiteY710" fmla="*/ 1803412 h 6858000"/>
              <a:gd name="connsiteX711" fmla="*/ 0 w 7467600"/>
              <a:gd name="connsiteY711" fmla="*/ 1784777 h 6858000"/>
              <a:gd name="connsiteX712" fmla="*/ 0 w 7467600"/>
              <a:gd name="connsiteY712" fmla="*/ 1740082 h 6858000"/>
              <a:gd name="connsiteX713" fmla="*/ 39394 w 7467600"/>
              <a:gd name="connsiteY713" fmla="*/ 1784856 h 6858000"/>
              <a:gd name="connsiteX714" fmla="*/ 135813 w 7467600"/>
              <a:gd name="connsiteY714" fmla="*/ 1888838 h 6858000"/>
              <a:gd name="connsiteX715" fmla="*/ 242575 w 7467600"/>
              <a:gd name="connsiteY715" fmla="*/ 1958841 h 6858000"/>
              <a:gd name="connsiteX716" fmla="*/ 82197 w 7467600"/>
              <a:gd name="connsiteY716" fmla="*/ 1754826 h 6858000"/>
              <a:gd name="connsiteX717" fmla="*/ 0 w 7467600"/>
              <a:gd name="connsiteY717" fmla="*/ 1679650 h 6858000"/>
              <a:gd name="connsiteX718" fmla="*/ 0 w 7467600"/>
              <a:gd name="connsiteY718" fmla="*/ 1602463 h 6858000"/>
              <a:gd name="connsiteX719" fmla="*/ 84689 w 7467600"/>
              <a:gd name="connsiteY719" fmla="*/ 1677442 h 6858000"/>
              <a:gd name="connsiteX720" fmla="*/ 298437 w 7467600"/>
              <a:gd name="connsiteY720" fmla="*/ 1968019 h 6858000"/>
              <a:gd name="connsiteX721" fmla="*/ 227269 w 7467600"/>
              <a:gd name="connsiteY721" fmla="*/ 1114064 h 6858000"/>
              <a:gd name="connsiteX722" fmla="*/ 248003 w 7467600"/>
              <a:gd name="connsiteY722" fmla="*/ 1089613 h 6858000"/>
              <a:gd name="connsiteX723" fmla="*/ 427020 w 7467600"/>
              <a:gd name="connsiteY723" fmla="*/ 1619803 h 6858000"/>
              <a:gd name="connsiteX724" fmla="*/ 340345 w 7467600"/>
              <a:gd name="connsiteY724" fmla="*/ 2027739 h 6858000"/>
              <a:gd name="connsiteX725" fmla="*/ 360865 w 7467600"/>
              <a:gd name="connsiteY725" fmla="*/ 2044827 h 6858000"/>
              <a:gd name="connsiteX726" fmla="*/ 560414 w 7467600"/>
              <a:gd name="connsiteY726" fmla="*/ 2421457 h 6858000"/>
              <a:gd name="connsiteX727" fmla="*/ 1359703 w 7467600"/>
              <a:gd name="connsiteY727" fmla="*/ 2578554 h 6858000"/>
              <a:gd name="connsiteX728" fmla="*/ 1359422 w 7467600"/>
              <a:gd name="connsiteY728" fmla="*/ 2577994 h 6858000"/>
              <a:gd name="connsiteX729" fmla="*/ 828701 w 7467600"/>
              <a:gd name="connsiteY729" fmla="*/ 1839520 h 6858000"/>
              <a:gd name="connsiteX730" fmla="*/ 494427 w 7467600"/>
              <a:gd name="connsiteY730" fmla="*/ 1092333 h 6858000"/>
              <a:gd name="connsiteX731" fmla="*/ 506322 w 7467600"/>
              <a:gd name="connsiteY731" fmla="*/ 1020997 h 6858000"/>
              <a:gd name="connsiteX732" fmla="*/ 4570198 w 7467600"/>
              <a:gd name="connsiteY732" fmla="*/ 978081 h 6858000"/>
              <a:gd name="connsiteX733" fmla="*/ 4523691 w 7467600"/>
              <a:gd name="connsiteY733" fmla="*/ 1127776 h 6858000"/>
              <a:gd name="connsiteX734" fmla="*/ 4509875 w 7467600"/>
              <a:gd name="connsiteY734" fmla="*/ 1167552 h 6858000"/>
              <a:gd name="connsiteX735" fmla="*/ 4478168 w 7467600"/>
              <a:gd name="connsiteY735" fmla="*/ 1260735 h 6858000"/>
              <a:gd name="connsiteX736" fmla="*/ 4409309 w 7467600"/>
              <a:gd name="connsiteY736" fmla="*/ 1666996 h 6858000"/>
              <a:gd name="connsiteX737" fmla="*/ 4370031 w 7467600"/>
              <a:gd name="connsiteY737" fmla="*/ 1955666 h 6858000"/>
              <a:gd name="connsiteX738" fmla="*/ 4570198 w 7467600"/>
              <a:gd name="connsiteY738" fmla="*/ 978081 h 6858000"/>
              <a:gd name="connsiteX739" fmla="*/ 4557898 w 7467600"/>
              <a:gd name="connsiteY739" fmla="*/ 900011 h 6858000"/>
              <a:gd name="connsiteX740" fmla="*/ 4344840 w 7467600"/>
              <a:gd name="connsiteY740" fmla="*/ 1922038 h 6858000"/>
              <a:gd name="connsiteX741" fmla="*/ 4378710 w 7467600"/>
              <a:gd name="connsiteY741" fmla="*/ 1665516 h 6858000"/>
              <a:gd name="connsiteX742" fmla="*/ 4448798 w 7467600"/>
              <a:gd name="connsiteY742" fmla="*/ 1253024 h 6858000"/>
              <a:gd name="connsiteX743" fmla="*/ 4480315 w 7467600"/>
              <a:gd name="connsiteY743" fmla="*/ 1158454 h 6858000"/>
              <a:gd name="connsiteX744" fmla="*/ 4494133 w 7467600"/>
              <a:gd name="connsiteY744" fmla="*/ 1118676 h 6858000"/>
              <a:gd name="connsiteX745" fmla="*/ 4557898 w 7467600"/>
              <a:gd name="connsiteY745" fmla="*/ 900011 h 6858000"/>
              <a:gd name="connsiteX746" fmla="*/ 5870151 w 7467600"/>
              <a:gd name="connsiteY746" fmla="*/ 898890 h 6858000"/>
              <a:gd name="connsiteX747" fmla="*/ 5861335 w 7467600"/>
              <a:gd name="connsiteY747" fmla="*/ 899177 h 6858000"/>
              <a:gd name="connsiteX748" fmla="*/ 5843702 w 7467600"/>
              <a:gd name="connsiteY748" fmla="*/ 899748 h 6858000"/>
              <a:gd name="connsiteX749" fmla="*/ 5651107 w 7467600"/>
              <a:gd name="connsiteY749" fmla="*/ 920306 h 6858000"/>
              <a:gd name="connsiteX750" fmla="*/ 5459407 w 7467600"/>
              <a:gd name="connsiteY750" fmla="*/ 940975 h 6858000"/>
              <a:gd name="connsiteX751" fmla="*/ 5374846 w 7467600"/>
              <a:gd name="connsiteY751" fmla="*/ 941988 h 6858000"/>
              <a:gd name="connsiteX752" fmla="*/ 5256105 w 7467600"/>
              <a:gd name="connsiteY752" fmla="*/ 945632 h 6858000"/>
              <a:gd name="connsiteX753" fmla="*/ 5107071 w 7467600"/>
              <a:gd name="connsiteY753" fmla="*/ 969720 h 6858000"/>
              <a:gd name="connsiteX754" fmla="*/ 4998681 w 7467600"/>
              <a:gd name="connsiteY754" fmla="*/ 988771 h 6858000"/>
              <a:gd name="connsiteX755" fmla="*/ 5870151 w 7467600"/>
              <a:gd name="connsiteY755" fmla="*/ 898890 h 6858000"/>
              <a:gd name="connsiteX756" fmla="*/ 5504425 w 7467600"/>
              <a:gd name="connsiteY756" fmla="*/ 848067 h 6858000"/>
              <a:gd name="connsiteX757" fmla="*/ 4968849 w 7467600"/>
              <a:gd name="connsiteY757" fmla="*/ 962318 h 6858000"/>
              <a:gd name="connsiteX758" fmla="*/ 5104039 w 7467600"/>
              <a:gd name="connsiteY758" fmla="*/ 940634 h 6858000"/>
              <a:gd name="connsiteX759" fmla="*/ 5256311 w 7467600"/>
              <a:gd name="connsiteY759" fmla="*/ 916490 h 6858000"/>
              <a:gd name="connsiteX760" fmla="*/ 5377381 w 7467600"/>
              <a:gd name="connsiteY760" fmla="*/ 912671 h 6858000"/>
              <a:gd name="connsiteX761" fmla="*/ 5460148 w 7467600"/>
              <a:gd name="connsiteY761" fmla="*/ 911442 h 6858000"/>
              <a:gd name="connsiteX762" fmla="*/ 5648971 w 7467600"/>
              <a:gd name="connsiteY762" fmla="*/ 891331 h 6858000"/>
              <a:gd name="connsiteX763" fmla="*/ 5844807 w 7467600"/>
              <a:gd name="connsiteY763" fmla="*/ 870718 h 6858000"/>
              <a:gd name="connsiteX764" fmla="*/ 5862975 w 7467600"/>
              <a:gd name="connsiteY764" fmla="*/ 869756 h 6858000"/>
              <a:gd name="connsiteX765" fmla="*/ 5920887 w 7467600"/>
              <a:gd name="connsiteY765" fmla="*/ 865929 h 6858000"/>
              <a:gd name="connsiteX766" fmla="*/ 5504425 w 7467600"/>
              <a:gd name="connsiteY766" fmla="*/ 848067 h 6858000"/>
              <a:gd name="connsiteX767" fmla="*/ 3607114 w 7467600"/>
              <a:gd name="connsiteY767" fmla="*/ 467441 h 6858000"/>
              <a:gd name="connsiteX768" fmla="*/ 3296242 w 7467600"/>
              <a:gd name="connsiteY768" fmla="*/ 807991 h 6858000"/>
              <a:gd name="connsiteX769" fmla="*/ 3174674 w 7467600"/>
              <a:gd name="connsiteY769" fmla="*/ 919759 h 6858000"/>
              <a:gd name="connsiteX770" fmla="*/ 3042978 w 7467600"/>
              <a:gd name="connsiteY770" fmla="*/ 1054894 h 6858000"/>
              <a:gd name="connsiteX771" fmla="*/ 2968914 w 7467600"/>
              <a:gd name="connsiteY771" fmla="*/ 1133756 h 6858000"/>
              <a:gd name="connsiteX772" fmla="*/ 3103823 w 7467600"/>
              <a:gd name="connsiteY772" fmla="*/ 1026814 h 6858000"/>
              <a:gd name="connsiteX773" fmla="*/ 3607114 w 7467600"/>
              <a:gd name="connsiteY773" fmla="*/ 467441 h 6858000"/>
              <a:gd name="connsiteX774" fmla="*/ 3744487 w 7467600"/>
              <a:gd name="connsiteY774" fmla="*/ 383136 h 6858000"/>
              <a:gd name="connsiteX775" fmla="*/ 3970213 w 7467600"/>
              <a:gd name="connsiteY775" fmla="*/ 995559 h 6858000"/>
              <a:gd name="connsiteX776" fmla="*/ 3744487 w 7467600"/>
              <a:gd name="connsiteY776" fmla="*/ 383136 h 6858000"/>
              <a:gd name="connsiteX777" fmla="*/ 3624562 w 7467600"/>
              <a:gd name="connsiteY777" fmla="*/ 367041 h 6858000"/>
              <a:gd name="connsiteX778" fmla="*/ 3489712 w 7467600"/>
              <a:gd name="connsiteY778" fmla="*/ 485386 h 6858000"/>
              <a:gd name="connsiteX779" fmla="*/ 3182994 w 7467600"/>
              <a:gd name="connsiteY779" fmla="*/ 828265 h 6858000"/>
              <a:gd name="connsiteX780" fmla="*/ 2892114 w 7467600"/>
              <a:gd name="connsiteY780" fmla="*/ 1172635 h 6858000"/>
              <a:gd name="connsiteX781" fmla="*/ 3021459 w 7467600"/>
              <a:gd name="connsiteY781" fmla="*/ 1035385 h 6858000"/>
              <a:gd name="connsiteX782" fmla="*/ 3153873 w 7467600"/>
              <a:gd name="connsiteY782" fmla="*/ 898971 h 6858000"/>
              <a:gd name="connsiteX783" fmla="*/ 3276511 w 7467600"/>
              <a:gd name="connsiteY783" fmla="*/ 786423 h 6858000"/>
              <a:gd name="connsiteX784" fmla="*/ 3584154 w 7467600"/>
              <a:gd name="connsiteY784" fmla="*/ 448218 h 6858000"/>
              <a:gd name="connsiteX785" fmla="*/ 3624562 w 7467600"/>
              <a:gd name="connsiteY785" fmla="*/ 367041 h 6858000"/>
              <a:gd name="connsiteX786" fmla="*/ 3766672 w 7467600"/>
              <a:gd name="connsiteY786" fmla="*/ 359429 h 6858000"/>
              <a:gd name="connsiteX787" fmla="*/ 3996338 w 7467600"/>
              <a:gd name="connsiteY787" fmla="*/ 968237 h 6858000"/>
              <a:gd name="connsiteX788" fmla="*/ 3766672 w 7467600"/>
              <a:gd name="connsiteY788" fmla="*/ 359429 h 6858000"/>
              <a:gd name="connsiteX789" fmla="*/ 5805386 w 7467600"/>
              <a:gd name="connsiteY789" fmla="*/ 239240 h 6858000"/>
              <a:gd name="connsiteX790" fmla="*/ 5736947 w 7467600"/>
              <a:gd name="connsiteY790" fmla="*/ 261367 h 6858000"/>
              <a:gd name="connsiteX791" fmla="*/ 5427012 w 7467600"/>
              <a:gd name="connsiteY791" fmla="*/ 311272 h 6858000"/>
              <a:gd name="connsiteX792" fmla="*/ 5147818 w 7467600"/>
              <a:gd name="connsiteY792" fmla="*/ 322112 h 6858000"/>
              <a:gd name="connsiteX793" fmla="*/ 5060854 w 7467600"/>
              <a:gd name="connsiteY793" fmla="*/ 311882 h 6858000"/>
              <a:gd name="connsiteX794" fmla="*/ 4945989 w 7467600"/>
              <a:gd name="connsiteY794" fmla="*/ 300516 h 6858000"/>
              <a:gd name="connsiteX795" fmla="*/ 5410479 w 7467600"/>
              <a:gd name="connsiteY795" fmla="*/ 348434 h 6858000"/>
              <a:gd name="connsiteX796" fmla="*/ 5805386 w 7467600"/>
              <a:gd name="connsiteY796" fmla="*/ 239240 h 6858000"/>
              <a:gd name="connsiteX797" fmla="*/ 5905192 w 7467600"/>
              <a:gd name="connsiteY797" fmla="*/ 163079 h 6858000"/>
              <a:gd name="connsiteX798" fmla="*/ 5865655 w 7467600"/>
              <a:gd name="connsiteY798" fmla="*/ 171901 h 6858000"/>
              <a:gd name="connsiteX799" fmla="*/ 5259740 w 7467600"/>
              <a:gd name="connsiteY799" fmla="*/ 257013 h 6858000"/>
              <a:gd name="connsiteX800" fmla="*/ 5208466 w 7467600"/>
              <a:gd name="connsiteY800" fmla="*/ 257550 h 6858000"/>
              <a:gd name="connsiteX801" fmla="*/ 4980204 w 7467600"/>
              <a:gd name="connsiteY801" fmla="*/ 271903 h 6858000"/>
              <a:gd name="connsiteX802" fmla="*/ 5068068 w 7467600"/>
              <a:gd name="connsiteY802" fmla="*/ 282244 h 6858000"/>
              <a:gd name="connsiteX803" fmla="*/ 5153231 w 7467600"/>
              <a:gd name="connsiteY803" fmla="*/ 292240 h 6858000"/>
              <a:gd name="connsiteX804" fmla="*/ 5426491 w 7467600"/>
              <a:gd name="connsiteY804" fmla="*/ 281128 h 6858000"/>
              <a:gd name="connsiteX805" fmla="*/ 5731212 w 7467600"/>
              <a:gd name="connsiteY805" fmla="*/ 231951 h 6858000"/>
              <a:gd name="connsiteX806" fmla="*/ 5905192 w 7467600"/>
              <a:gd name="connsiteY806" fmla="*/ 163079 h 6858000"/>
              <a:gd name="connsiteX807" fmla="*/ 5944437 w 7467600"/>
              <a:gd name="connsiteY807" fmla="*/ 113829 h 6858000"/>
              <a:gd name="connsiteX808" fmla="*/ 5825032 w 7467600"/>
              <a:gd name="connsiteY808" fmla="*/ 146405 h 6858000"/>
              <a:gd name="connsiteX809" fmla="*/ 4955599 w 7467600"/>
              <a:gd name="connsiteY809" fmla="*/ 247008 h 6858000"/>
              <a:gd name="connsiteX810" fmla="*/ 5210104 w 7467600"/>
              <a:gd name="connsiteY810" fmla="*/ 228123 h 6858000"/>
              <a:gd name="connsiteX811" fmla="*/ 5261015 w 7467600"/>
              <a:gd name="connsiteY811" fmla="*/ 227087 h 6858000"/>
              <a:gd name="connsiteX812" fmla="*/ 5861181 w 7467600"/>
              <a:gd name="connsiteY812" fmla="*/ 143093 h 6858000"/>
              <a:gd name="connsiteX813" fmla="*/ 5961252 w 7467600"/>
              <a:gd name="connsiteY813" fmla="*/ 114820 h 6858000"/>
              <a:gd name="connsiteX814" fmla="*/ 5944437 w 7467600"/>
              <a:gd name="connsiteY814" fmla="*/ 113829 h 6858000"/>
              <a:gd name="connsiteX815" fmla="*/ 3882765 w 7467600"/>
              <a:gd name="connsiteY815" fmla="*/ 0 h 6858000"/>
              <a:gd name="connsiteX816" fmla="*/ 3995099 w 7467600"/>
              <a:gd name="connsiteY816" fmla="*/ 0 h 6858000"/>
              <a:gd name="connsiteX817" fmla="*/ 4163818 w 7467600"/>
              <a:gd name="connsiteY817" fmla="*/ 234104 h 6858000"/>
              <a:gd name="connsiteX818" fmla="*/ 4172099 w 7467600"/>
              <a:gd name="connsiteY818" fmla="*/ 234207 h 6858000"/>
              <a:gd name="connsiteX819" fmla="*/ 4784282 w 7467600"/>
              <a:gd name="connsiteY819" fmla="*/ 276561 h 6858000"/>
              <a:gd name="connsiteX820" fmla="*/ 4801687 w 7467600"/>
              <a:gd name="connsiteY820" fmla="*/ 267764 h 6858000"/>
              <a:gd name="connsiteX821" fmla="*/ 6082788 w 7467600"/>
              <a:gd name="connsiteY821" fmla="*/ 64119 h 6858000"/>
              <a:gd name="connsiteX822" fmla="*/ 6099442 w 7467600"/>
              <a:gd name="connsiteY822" fmla="*/ 82568 h 6858000"/>
              <a:gd name="connsiteX823" fmla="*/ 4804137 w 7467600"/>
              <a:gd name="connsiteY823" fmla="*/ 320931 h 6858000"/>
              <a:gd name="connsiteX824" fmla="*/ 4227047 w 7467600"/>
              <a:gd name="connsiteY824" fmla="*/ 313415 h 6858000"/>
              <a:gd name="connsiteX825" fmla="*/ 4346041 w 7467600"/>
              <a:gd name="connsiteY825" fmla="*/ 456086 h 6858000"/>
              <a:gd name="connsiteX826" fmla="*/ 4870967 w 7467600"/>
              <a:gd name="connsiteY826" fmla="*/ 963061 h 6858000"/>
              <a:gd name="connsiteX827" fmla="*/ 4889647 w 7467600"/>
              <a:gd name="connsiteY827" fmla="*/ 957147 h 6858000"/>
              <a:gd name="connsiteX828" fmla="*/ 5422504 w 7467600"/>
              <a:gd name="connsiteY828" fmla="*/ 805191 h 6858000"/>
              <a:gd name="connsiteX829" fmla="*/ 6087656 w 7467600"/>
              <a:gd name="connsiteY829" fmla="*/ 826703 h 6858000"/>
              <a:gd name="connsiteX830" fmla="*/ 6058717 w 7467600"/>
              <a:gd name="connsiteY830" fmla="*/ 865992 h 6858000"/>
              <a:gd name="connsiteX831" fmla="*/ 4974153 w 7467600"/>
              <a:gd name="connsiteY831" fmla="*/ 1045456 h 6858000"/>
              <a:gd name="connsiteX832" fmla="*/ 5627835 w 7467600"/>
              <a:gd name="connsiteY832" fmla="*/ 1472077 h 6858000"/>
              <a:gd name="connsiteX833" fmla="*/ 5629817 w 7467600"/>
              <a:gd name="connsiteY833" fmla="*/ 1471412 h 6858000"/>
              <a:gd name="connsiteX834" fmla="*/ 5634124 w 7467600"/>
              <a:gd name="connsiteY834" fmla="*/ 1470572 h 6858000"/>
              <a:gd name="connsiteX835" fmla="*/ 5755832 w 7467600"/>
              <a:gd name="connsiteY835" fmla="*/ 1383886 h 6858000"/>
              <a:gd name="connsiteX836" fmla="*/ 6014186 w 7467600"/>
              <a:gd name="connsiteY836" fmla="*/ 1279799 h 6858000"/>
              <a:gd name="connsiteX837" fmla="*/ 6901619 w 7467600"/>
              <a:gd name="connsiteY837" fmla="*/ 1047874 h 6858000"/>
              <a:gd name="connsiteX838" fmla="*/ 6931566 w 7467600"/>
              <a:gd name="connsiteY838" fmla="*/ 1062034 h 6858000"/>
              <a:gd name="connsiteX839" fmla="*/ 5790982 w 7467600"/>
              <a:gd name="connsiteY839" fmla="*/ 1561380 h 6858000"/>
              <a:gd name="connsiteX840" fmla="*/ 6188971 w 7467600"/>
              <a:gd name="connsiteY840" fmla="*/ 1755168 h 6858000"/>
              <a:gd name="connsiteX841" fmla="*/ 6202446 w 7467600"/>
              <a:gd name="connsiteY841" fmla="*/ 1752268 h 6858000"/>
              <a:gd name="connsiteX842" fmla="*/ 7179560 w 7467600"/>
              <a:gd name="connsiteY842" fmla="*/ 1467551 h 6858000"/>
              <a:gd name="connsiteX843" fmla="*/ 7158730 w 7467600"/>
              <a:gd name="connsiteY843" fmla="*/ 1507835 h 6858000"/>
              <a:gd name="connsiteX844" fmla="*/ 6326959 w 7467600"/>
              <a:gd name="connsiteY844" fmla="*/ 1817686 h 6858000"/>
              <a:gd name="connsiteX845" fmla="*/ 6537433 w 7467600"/>
              <a:gd name="connsiteY845" fmla="*/ 1907790 h 6858000"/>
              <a:gd name="connsiteX846" fmla="*/ 6550221 w 7467600"/>
              <a:gd name="connsiteY846" fmla="*/ 1910729 h 6858000"/>
              <a:gd name="connsiteX847" fmla="*/ 6964438 w 7467600"/>
              <a:gd name="connsiteY847" fmla="*/ 2209505 h 6858000"/>
              <a:gd name="connsiteX848" fmla="*/ 7367862 w 7467600"/>
              <a:gd name="connsiteY848" fmla="*/ 2806833 h 6858000"/>
              <a:gd name="connsiteX849" fmla="*/ 7364329 w 7467600"/>
              <a:gd name="connsiteY849" fmla="*/ 2826907 h 6858000"/>
              <a:gd name="connsiteX850" fmla="*/ 7290545 w 7467600"/>
              <a:gd name="connsiteY850" fmla="*/ 2850663 h 6858000"/>
              <a:gd name="connsiteX851" fmla="*/ 6472036 w 7467600"/>
              <a:gd name="connsiteY851" fmla="*/ 1959003 h 6858000"/>
              <a:gd name="connsiteX852" fmla="*/ 5792897 w 7467600"/>
              <a:gd name="connsiteY852" fmla="*/ 1647747 h 6858000"/>
              <a:gd name="connsiteX853" fmla="*/ 5842751 w 7467600"/>
              <a:gd name="connsiteY853" fmla="*/ 1816112 h 6858000"/>
              <a:gd name="connsiteX854" fmla="*/ 5847424 w 7467600"/>
              <a:gd name="connsiteY854" fmla="*/ 1815776 h 6858000"/>
              <a:gd name="connsiteX855" fmla="*/ 6399821 w 7467600"/>
              <a:gd name="connsiteY855" fmla="*/ 2344799 h 6858000"/>
              <a:gd name="connsiteX856" fmla="*/ 6323232 w 7467600"/>
              <a:gd name="connsiteY856" fmla="*/ 2389634 h 6858000"/>
              <a:gd name="connsiteX857" fmla="*/ 5942958 w 7467600"/>
              <a:gd name="connsiteY857" fmla="*/ 2077708 h 6858000"/>
              <a:gd name="connsiteX858" fmla="*/ 5921559 w 7467600"/>
              <a:gd name="connsiteY858" fmla="*/ 2378596 h 6858000"/>
              <a:gd name="connsiteX859" fmla="*/ 5817651 w 7467600"/>
              <a:gd name="connsiteY859" fmla="*/ 3023919 h 6858000"/>
              <a:gd name="connsiteX860" fmla="*/ 5729634 w 7467600"/>
              <a:gd name="connsiteY860" fmla="*/ 3051849 h 6858000"/>
              <a:gd name="connsiteX861" fmla="*/ 5611018 w 7467600"/>
              <a:gd name="connsiteY861" fmla="*/ 2316769 h 6858000"/>
              <a:gd name="connsiteX862" fmla="*/ 5687608 w 7467600"/>
              <a:gd name="connsiteY862" fmla="*/ 2039972 h 6858000"/>
              <a:gd name="connsiteX863" fmla="*/ 5657554 w 7467600"/>
              <a:gd name="connsiteY863" fmla="*/ 1576445 h 6858000"/>
              <a:gd name="connsiteX864" fmla="*/ 5150475 w 7467600"/>
              <a:gd name="connsiteY864" fmla="*/ 1274012 h 6858000"/>
              <a:gd name="connsiteX865" fmla="*/ 5349142 w 7467600"/>
              <a:gd name="connsiteY865" fmla="*/ 2204405 h 6858000"/>
              <a:gd name="connsiteX866" fmla="*/ 5262214 w 7467600"/>
              <a:gd name="connsiteY866" fmla="*/ 2233836 h 6858000"/>
              <a:gd name="connsiteX867" fmla="*/ 4981539 w 7467600"/>
              <a:gd name="connsiteY867" fmla="*/ 1542201 h 6858000"/>
              <a:gd name="connsiteX868" fmla="*/ 4958461 w 7467600"/>
              <a:gd name="connsiteY868" fmla="*/ 1136957 h 6858000"/>
              <a:gd name="connsiteX869" fmla="*/ 4655015 w 7467600"/>
              <a:gd name="connsiteY869" fmla="*/ 891426 h 6858000"/>
              <a:gd name="connsiteX870" fmla="*/ 4348002 w 7467600"/>
              <a:gd name="connsiteY870" fmla="*/ 2205895 h 6858000"/>
              <a:gd name="connsiteX871" fmla="*/ 4262250 w 7467600"/>
              <a:gd name="connsiteY871" fmla="*/ 2219972 h 6858000"/>
              <a:gd name="connsiteX872" fmla="*/ 4550611 w 7467600"/>
              <a:gd name="connsiteY872" fmla="*/ 817540 h 6858000"/>
              <a:gd name="connsiteX873" fmla="*/ 4564418 w 7467600"/>
              <a:gd name="connsiteY873" fmla="*/ 808293 h 6858000"/>
              <a:gd name="connsiteX874" fmla="*/ 4266388 w 7467600"/>
              <a:gd name="connsiteY874" fmla="*/ 500083 h 6858000"/>
              <a:gd name="connsiteX875" fmla="*/ 4032842 w 7467600"/>
              <a:gd name="connsiteY875" fmla="*/ 211809 h 6858000"/>
              <a:gd name="connsiteX876" fmla="*/ 3882765 w 7467600"/>
              <a:gd name="connsiteY876" fmla="*/ 0 h 6858000"/>
              <a:gd name="connsiteX877" fmla="*/ 3721337 w 7467600"/>
              <a:gd name="connsiteY877" fmla="*/ 0 h 6858000"/>
              <a:gd name="connsiteX878" fmla="*/ 3797544 w 7467600"/>
              <a:gd name="connsiteY878" fmla="*/ 0 h 6858000"/>
              <a:gd name="connsiteX879" fmla="*/ 3775734 w 7467600"/>
              <a:gd name="connsiteY879" fmla="*/ 95131 h 6858000"/>
              <a:gd name="connsiteX880" fmla="*/ 3724807 w 7467600"/>
              <a:gd name="connsiteY880" fmla="*/ 272257 h 6858000"/>
              <a:gd name="connsiteX881" fmla="*/ 3726844 w 7467600"/>
              <a:gd name="connsiteY881" fmla="*/ 282988 h 6858000"/>
              <a:gd name="connsiteX882" fmla="*/ 3742664 w 7467600"/>
              <a:gd name="connsiteY882" fmla="*/ 279918 h 6858000"/>
              <a:gd name="connsiteX883" fmla="*/ 4103910 w 7467600"/>
              <a:gd name="connsiteY883" fmla="*/ 1161917 h 6858000"/>
              <a:gd name="connsiteX884" fmla="*/ 4020269 w 7467600"/>
              <a:gd name="connsiteY884" fmla="*/ 1200406 h 6858000"/>
              <a:gd name="connsiteX885" fmla="*/ 3674882 w 7467600"/>
              <a:gd name="connsiteY885" fmla="*/ 488524 h 6858000"/>
              <a:gd name="connsiteX886" fmla="*/ 3132682 w 7467600"/>
              <a:gd name="connsiteY886" fmla="*/ 1072284 h 6858000"/>
              <a:gd name="connsiteX887" fmla="*/ 2716346 w 7467600"/>
              <a:gd name="connsiteY887" fmla="*/ 1276376 h 6858000"/>
              <a:gd name="connsiteX888" fmla="*/ 2716772 w 7467600"/>
              <a:gd name="connsiteY888" fmla="*/ 1255462 h 6858000"/>
              <a:gd name="connsiteX889" fmla="*/ 3471096 w 7467600"/>
              <a:gd name="connsiteY889" fmla="*/ 437072 h 6858000"/>
              <a:gd name="connsiteX890" fmla="*/ 3639057 w 7467600"/>
              <a:gd name="connsiteY890" fmla="*/ 286334 h 6858000"/>
              <a:gd name="connsiteX891" fmla="*/ 3640309 w 7467600"/>
              <a:gd name="connsiteY891" fmla="*/ 284664 h 6858000"/>
              <a:gd name="connsiteX892" fmla="*/ 3646022 w 7467600"/>
              <a:gd name="connsiteY892" fmla="*/ 276711 h 6858000"/>
              <a:gd name="connsiteX893" fmla="*/ 3707943 w 7467600"/>
              <a:gd name="connsiteY893" fmla="*/ 65958 h 6858000"/>
              <a:gd name="connsiteX894" fmla="*/ 3721337 w 7467600"/>
              <a:gd name="connsiteY894" fmla="*/ 0 h 6858000"/>
              <a:gd name="connsiteX895" fmla="*/ 2867960 w 7467600"/>
              <a:gd name="connsiteY895" fmla="*/ 0 h 6858000"/>
              <a:gd name="connsiteX896" fmla="*/ 2926351 w 7467600"/>
              <a:gd name="connsiteY896" fmla="*/ 0 h 6858000"/>
              <a:gd name="connsiteX897" fmla="*/ 2902823 w 7467600"/>
              <a:gd name="connsiteY897" fmla="*/ 262929 h 6858000"/>
              <a:gd name="connsiteX898" fmla="*/ 2940663 w 7467600"/>
              <a:gd name="connsiteY898" fmla="*/ 140884 h 6858000"/>
              <a:gd name="connsiteX899" fmla="*/ 2947039 w 7467600"/>
              <a:gd name="connsiteY899" fmla="*/ 122524 h 6858000"/>
              <a:gd name="connsiteX900" fmla="*/ 2984316 w 7467600"/>
              <a:gd name="connsiteY900" fmla="*/ 0 h 6858000"/>
              <a:gd name="connsiteX901" fmla="*/ 3016114 w 7467600"/>
              <a:gd name="connsiteY901" fmla="*/ 0 h 6858000"/>
              <a:gd name="connsiteX902" fmla="*/ 2979949 w 7467600"/>
              <a:gd name="connsiteY902" fmla="*/ 119274 h 6858000"/>
              <a:gd name="connsiteX903" fmla="*/ 3023879 w 7467600"/>
              <a:gd name="connsiteY903" fmla="*/ 0 h 6858000"/>
              <a:gd name="connsiteX904" fmla="*/ 3105400 w 7467600"/>
              <a:gd name="connsiteY904" fmla="*/ 0 h 6858000"/>
              <a:gd name="connsiteX905" fmla="*/ 3094669 w 7467600"/>
              <a:gd name="connsiteY905" fmla="*/ 30308 h 6858000"/>
              <a:gd name="connsiteX906" fmla="*/ 2901945 w 7467600"/>
              <a:gd name="connsiteY906" fmla="*/ 466538 h 6858000"/>
              <a:gd name="connsiteX907" fmla="*/ 2815209 w 7467600"/>
              <a:gd name="connsiteY907" fmla="*/ 497361 h 6858000"/>
              <a:gd name="connsiteX908" fmla="*/ 2844845 w 7467600"/>
              <a:gd name="connsiteY908" fmla="*/ 127638 h 6858000"/>
              <a:gd name="connsiteX909" fmla="*/ 2867960 w 7467600"/>
              <a:gd name="connsiteY909" fmla="*/ 0 h 6858000"/>
              <a:gd name="connsiteX910" fmla="*/ 1057230 w 7467600"/>
              <a:gd name="connsiteY910" fmla="*/ 0 h 6858000"/>
              <a:gd name="connsiteX911" fmla="*/ 1111003 w 7467600"/>
              <a:gd name="connsiteY911" fmla="*/ 0 h 6858000"/>
              <a:gd name="connsiteX912" fmla="*/ 1125553 w 7467600"/>
              <a:gd name="connsiteY912" fmla="*/ 52588 h 6858000"/>
              <a:gd name="connsiteX913" fmla="*/ 1304276 w 7467600"/>
              <a:gd name="connsiteY913" fmla="*/ 476275 h 6858000"/>
              <a:gd name="connsiteX914" fmla="*/ 1492066 w 7467600"/>
              <a:gd name="connsiteY914" fmla="*/ 886333 h 6858000"/>
              <a:gd name="connsiteX915" fmla="*/ 1423698 w 7467600"/>
              <a:gd name="connsiteY915" fmla="*/ 710817 h 6858000"/>
              <a:gd name="connsiteX916" fmla="*/ 1357609 w 7467600"/>
              <a:gd name="connsiteY916" fmla="*/ 532892 h 6858000"/>
              <a:gd name="connsiteX917" fmla="*/ 1309550 w 7467600"/>
              <a:gd name="connsiteY917" fmla="*/ 374031 h 6858000"/>
              <a:gd name="connsiteX918" fmla="*/ 1193673 w 7467600"/>
              <a:gd name="connsiteY918" fmla="*/ 49533 h 6858000"/>
              <a:gd name="connsiteX919" fmla="*/ 1164391 w 7467600"/>
              <a:gd name="connsiteY919" fmla="*/ 0 h 6858000"/>
              <a:gd name="connsiteX920" fmla="*/ 1200666 w 7467600"/>
              <a:gd name="connsiteY920" fmla="*/ 0 h 6858000"/>
              <a:gd name="connsiteX921" fmla="*/ 1223408 w 7467600"/>
              <a:gd name="connsiteY921" fmla="*/ 38996 h 6858000"/>
              <a:gd name="connsiteX922" fmla="*/ 1339635 w 7467600"/>
              <a:gd name="connsiteY922" fmla="*/ 365517 h 6858000"/>
              <a:gd name="connsiteX923" fmla="*/ 1387469 w 7467600"/>
              <a:gd name="connsiteY923" fmla="*/ 523079 h 6858000"/>
              <a:gd name="connsiteX924" fmla="*/ 1452685 w 7467600"/>
              <a:gd name="connsiteY924" fmla="*/ 699806 h 6858000"/>
              <a:gd name="connsiteX925" fmla="*/ 1492092 w 7467600"/>
              <a:gd name="connsiteY925" fmla="*/ 800424 h 6858000"/>
              <a:gd name="connsiteX926" fmla="*/ 1455302 w 7467600"/>
              <a:gd name="connsiteY926" fmla="*/ 632913 h 6858000"/>
              <a:gd name="connsiteX927" fmla="*/ 1222336 w 7467600"/>
              <a:gd name="connsiteY927" fmla="*/ 9480 h 6858000"/>
              <a:gd name="connsiteX928" fmla="*/ 1214634 w 7467600"/>
              <a:gd name="connsiteY928" fmla="*/ 0 h 6858000"/>
              <a:gd name="connsiteX929" fmla="*/ 1289827 w 7467600"/>
              <a:gd name="connsiteY929" fmla="*/ 0 h 6858000"/>
              <a:gd name="connsiteX930" fmla="*/ 1321076 w 7467600"/>
              <a:gd name="connsiteY930" fmla="*/ 59722 h 6858000"/>
              <a:gd name="connsiteX931" fmla="*/ 1512579 w 7467600"/>
              <a:gd name="connsiteY931" fmla="*/ 626441 h 6858000"/>
              <a:gd name="connsiteX932" fmla="*/ 1506076 w 7467600"/>
              <a:gd name="connsiteY932" fmla="*/ 1089289 h 6858000"/>
              <a:gd name="connsiteX933" fmla="*/ 1486346 w 7467600"/>
              <a:gd name="connsiteY933" fmla="*/ 1079919 h 6858000"/>
              <a:gd name="connsiteX934" fmla="*/ 1070511 w 7467600"/>
              <a:gd name="connsiteY934" fmla="*/ 48609 h 6858000"/>
              <a:gd name="connsiteX935" fmla="*/ 1057230 w 7467600"/>
              <a:gd name="connsiteY935" fmla="*/ 0 h 6858000"/>
              <a:gd name="connsiteX936" fmla="*/ 43151 w 7467600"/>
              <a:gd name="connsiteY936" fmla="*/ 0 h 6858000"/>
              <a:gd name="connsiteX937" fmla="*/ 95283 w 7467600"/>
              <a:gd name="connsiteY937" fmla="*/ 0 h 6858000"/>
              <a:gd name="connsiteX938" fmla="*/ 300708 w 7467600"/>
              <a:gd name="connsiteY938" fmla="*/ 154571 h 6858000"/>
              <a:gd name="connsiteX939" fmla="*/ 530414 w 7467600"/>
              <a:gd name="connsiteY939" fmla="*/ 354673 h 6858000"/>
              <a:gd name="connsiteX940" fmla="*/ 333785 w 7467600"/>
              <a:gd name="connsiteY940" fmla="*/ 161564 h 6858000"/>
              <a:gd name="connsiteX941" fmla="*/ 147005 w 7467600"/>
              <a:gd name="connsiteY941" fmla="*/ 0 h 6858000"/>
              <a:gd name="connsiteX942" fmla="*/ 272509 w 7467600"/>
              <a:gd name="connsiteY942" fmla="*/ 0 h 6858000"/>
              <a:gd name="connsiteX943" fmla="*/ 326276 w 7467600"/>
              <a:gd name="connsiteY943" fmla="*/ 45847 h 6858000"/>
              <a:gd name="connsiteX944" fmla="*/ 823759 w 7467600"/>
              <a:gd name="connsiteY944" fmla="*/ 574145 h 6858000"/>
              <a:gd name="connsiteX945" fmla="*/ 811254 w 7467600"/>
              <a:gd name="connsiteY945" fmla="*/ 665546 h 6858000"/>
              <a:gd name="connsiteX946" fmla="*/ 154042 w 7467600"/>
              <a:gd name="connsiteY946" fmla="*/ 261522 h 6858000"/>
              <a:gd name="connsiteX947" fmla="*/ 13550 w 7467600"/>
              <a:gd name="connsiteY947" fmla="*/ 158423 h 6858000"/>
              <a:gd name="connsiteX948" fmla="*/ 0 w 7467600"/>
              <a:gd name="connsiteY948" fmla="*/ 146618 h 6858000"/>
              <a:gd name="connsiteX949" fmla="*/ 0 w 7467600"/>
              <a:gd name="connsiteY949" fmla="*/ 59161 h 6858000"/>
              <a:gd name="connsiteX950" fmla="*/ 45427 w 7467600"/>
              <a:gd name="connsiteY950" fmla="*/ 101078 h 6858000"/>
              <a:gd name="connsiteX951" fmla="*/ 630103 w 7467600"/>
              <a:gd name="connsiteY951" fmla="*/ 485885 h 6858000"/>
              <a:gd name="connsiteX952" fmla="*/ 532040 w 7467600"/>
              <a:gd name="connsiteY952" fmla="*/ 399359 h 6858000"/>
              <a:gd name="connsiteX953" fmla="*/ 517618 w 7467600"/>
              <a:gd name="connsiteY953" fmla="*/ 385726 h 6858000"/>
              <a:gd name="connsiteX954" fmla="*/ 285074 w 7467600"/>
              <a:gd name="connsiteY954" fmla="*/ 182755 h 6858000"/>
              <a:gd name="connsiteX955" fmla="*/ 43151 w 7467600"/>
              <a:gd name="connsiteY955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1456157 w 7467600"/>
              <a:gd name="connsiteY74" fmla="*/ 5371404 h 6858000"/>
              <a:gd name="connsiteX75" fmla="*/ 1244432 w 7467600"/>
              <a:gd name="connsiteY75" fmla="*/ 5385601 h 6858000"/>
              <a:gd name="connsiteX76" fmla="*/ 973990 w 7467600"/>
              <a:gd name="connsiteY76" fmla="*/ 5424940 h 6858000"/>
              <a:gd name="connsiteX77" fmla="*/ 1103809 w 7467600"/>
              <a:gd name="connsiteY77" fmla="*/ 5433720 h 6858000"/>
              <a:gd name="connsiteX78" fmla="*/ 1123454 w 7467600"/>
              <a:gd name="connsiteY78" fmla="*/ 5435727 h 6858000"/>
              <a:gd name="connsiteX79" fmla="*/ 1737017 w 7467600"/>
              <a:gd name="connsiteY79" fmla="*/ 5452183 h 6858000"/>
              <a:gd name="connsiteX80" fmla="*/ 1824397 w 7467600"/>
              <a:gd name="connsiteY80" fmla="*/ 5447757 h 6858000"/>
              <a:gd name="connsiteX81" fmla="*/ 2070059 w 7467600"/>
              <a:gd name="connsiteY81" fmla="*/ 5441660 h 6858000"/>
              <a:gd name="connsiteX82" fmla="*/ 1456157 w 7467600"/>
              <a:gd name="connsiteY82" fmla="*/ 5371404 h 6858000"/>
              <a:gd name="connsiteX83" fmla="*/ 4988186 w 7467600"/>
              <a:gd name="connsiteY83" fmla="*/ 5216467 h 6858000"/>
              <a:gd name="connsiteX84" fmla="*/ 4777334 w 7467600"/>
              <a:gd name="connsiteY84" fmla="*/ 5406072 h 6858000"/>
              <a:gd name="connsiteX85" fmla="*/ 4718341 w 7467600"/>
              <a:gd name="connsiteY85" fmla="*/ 5468043 h 6858000"/>
              <a:gd name="connsiteX86" fmla="*/ 4604655 w 7467600"/>
              <a:gd name="connsiteY86" fmla="*/ 5583434 h 6858000"/>
              <a:gd name="connsiteX87" fmla="*/ 4565074 w 7467600"/>
              <a:gd name="connsiteY87" fmla="*/ 5618550 h 6858000"/>
              <a:gd name="connsiteX88" fmla="*/ 4988186 w 7467600"/>
              <a:gd name="connsiteY88" fmla="*/ 5216467 h 6858000"/>
              <a:gd name="connsiteX89" fmla="*/ 4978032 w 7467600"/>
              <a:gd name="connsiteY89" fmla="*/ 5183809 h 6858000"/>
              <a:gd name="connsiteX90" fmla="*/ 4463413 w 7467600"/>
              <a:gd name="connsiteY90" fmla="*/ 5615162 h 6858000"/>
              <a:gd name="connsiteX91" fmla="*/ 4358134 w 7467600"/>
              <a:gd name="connsiteY91" fmla="*/ 5742791 h 6858000"/>
              <a:gd name="connsiteX92" fmla="*/ 4376219 w 7467600"/>
              <a:gd name="connsiteY92" fmla="*/ 5729027 h 6858000"/>
              <a:gd name="connsiteX93" fmla="*/ 4582340 w 7467600"/>
              <a:gd name="connsiteY93" fmla="*/ 5561037 h 6858000"/>
              <a:gd name="connsiteX94" fmla="*/ 4694684 w 7467600"/>
              <a:gd name="connsiteY94" fmla="*/ 5447098 h 6858000"/>
              <a:gd name="connsiteX95" fmla="*/ 4754123 w 7467600"/>
              <a:gd name="connsiteY95" fmla="*/ 5384643 h 6858000"/>
              <a:gd name="connsiteX96" fmla="*/ 4978032 w 7467600"/>
              <a:gd name="connsiteY96" fmla="*/ 5183809 h 6858000"/>
              <a:gd name="connsiteX97" fmla="*/ 1903353 w 7467600"/>
              <a:gd name="connsiteY97" fmla="*/ 5044827 h 6858000"/>
              <a:gd name="connsiteX98" fmla="*/ 1936931 w 7467600"/>
              <a:gd name="connsiteY98" fmla="*/ 5093954 h 6858000"/>
              <a:gd name="connsiteX99" fmla="*/ 2195868 w 7467600"/>
              <a:gd name="connsiteY99" fmla="*/ 5396574 h 6858000"/>
              <a:gd name="connsiteX100" fmla="*/ 2088852 w 7467600"/>
              <a:gd name="connsiteY100" fmla="*/ 5166123 h 6858000"/>
              <a:gd name="connsiteX101" fmla="*/ 1958241 w 7467600"/>
              <a:gd name="connsiteY101" fmla="*/ 5067955 h 6858000"/>
              <a:gd name="connsiteX102" fmla="*/ 1903353 w 7467600"/>
              <a:gd name="connsiteY102" fmla="*/ 5044827 h 6858000"/>
              <a:gd name="connsiteX103" fmla="*/ 1979378 w 7467600"/>
              <a:gd name="connsiteY103" fmla="*/ 4769504 h 6858000"/>
              <a:gd name="connsiteX104" fmla="*/ 2882120 w 7467600"/>
              <a:gd name="connsiteY104" fmla="*/ 5064547 h 6858000"/>
              <a:gd name="connsiteX105" fmla="*/ 2793103 w 7467600"/>
              <a:gd name="connsiteY105" fmla="*/ 5039699 h 6858000"/>
              <a:gd name="connsiteX106" fmla="*/ 2770041 w 7467600"/>
              <a:gd name="connsiteY106" fmla="*/ 5033634 h 6858000"/>
              <a:gd name="connsiteX107" fmla="*/ 1979378 w 7467600"/>
              <a:gd name="connsiteY107" fmla="*/ 4769504 h 6858000"/>
              <a:gd name="connsiteX108" fmla="*/ 1927410 w 7467600"/>
              <a:gd name="connsiteY108" fmla="*/ 4716164 h 6858000"/>
              <a:gd name="connsiteX109" fmla="*/ 1959587 w 7467600"/>
              <a:gd name="connsiteY109" fmla="*/ 4728849 h 6858000"/>
              <a:gd name="connsiteX110" fmla="*/ 2777707 w 7467600"/>
              <a:gd name="connsiteY110" fmla="*/ 5003991 h 6858000"/>
              <a:gd name="connsiteX111" fmla="*/ 2800768 w 7467600"/>
              <a:gd name="connsiteY111" fmla="*/ 5010056 h 6858000"/>
              <a:gd name="connsiteX112" fmla="*/ 2879408 w 7467600"/>
              <a:gd name="connsiteY112" fmla="*/ 5031590 h 6858000"/>
              <a:gd name="connsiteX113" fmla="*/ 2862295 w 7467600"/>
              <a:gd name="connsiteY113" fmla="*/ 5022958 h 6858000"/>
              <a:gd name="connsiteX114" fmla="*/ 2813343 w 7467600"/>
              <a:gd name="connsiteY114" fmla="*/ 4998369 h 6858000"/>
              <a:gd name="connsiteX115" fmla="*/ 2646245 w 7467600"/>
              <a:gd name="connsiteY115" fmla="*/ 4930999 h 6858000"/>
              <a:gd name="connsiteX116" fmla="*/ 1999243 w 7467600"/>
              <a:gd name="connsiteY116" fmla="*/ 4730524 h 6858000"/>
              <a:gd name="connsiteX117" fmla="*/ 1979527 w 7467600"/>
              <a:gd name="connsiteY117" fmla="*/ 4726651 h 6858000"/>
              <a:gd name="connsiteX118" fmla="*/ 1927410 w 7467600"/>
              <a:gd name="connsiteY118" fmla="*/ 4716164 h 6858000"/>
              <a:gd name="connsiteX119" fmla="*/ 1997014 w 7467600"/>
              <a:gd name="connsiteY119" fmla="*/ 4698007 h 6858000"/>
              <a:gd name="connsiteX120" fmla="*/ 2005458 w 7467600"/>
              <a:gd name="connsiteY120" fmla="*/ 4699540 h 6858000"/>
              <a:gd name="connsiteX121" fmla="*/ 2657186 w 7467600"/>
              <a:gd name="connsiteY121" fmla="*/ 4901687 h 6858000"/>
              <a:gd name="connsiteX122" fmla="*/ 2826662 w 7467600"/>
              <a:gd name="connsiteY122" fmla="*/ 4970362 h 6858000"/>
              <a:gd name="connsiteX123" fmla="*/ 2876100 w 7467600"/>
              <a:gd name="connsiteY123" fmla="*/ 4995397 h 6858000"/>
              <a:gd name="connsiteX124" fmla="*/ 3042600 w 7467600"/>
              <a:gd name="connsiteY124" fmla="*/ 5059532 h 6858000"/>
              <a:gd name="connsiteX125" fmla="*/ 1997014 w 7467600"/>
              <a:gd name="connsiteY125" fmla="*/ 4698007 h 6858000"/>
              <a:gd name="connsiteX126" fmla="*/ 2305292 w 7467600"/>
              <a:gd name="connsiteY126" fmla="*/ 4219492 h 6858000"/>
              <a:gd name="connsiteX127" fmla="*/ 3360922 w 7467600"/>
              <a:gd name="connsiteY127" fmla="*/ 4529373 h 6858000"/>
              <a:gd name="connsiteX128" fmla="*/ 3492420 w 7467600"/>
              <a:gd name="connsiteY128" fmla="*/ 4510145 h 6858000"/>
              <a:gd name="connsiteX129" fmla="*/ 3364086 w 7467600"/>
              <a:gd name="connsiteY129" fmla="*/ 4480340 h 6858000"/>
              <a:gd name="connsiteX130" fmla="*/ 3225818 w 7467600"/>
              <a:gd name="connsiteY130" fmla="*/ 4411822 h 6858000"/>
              <a:gd name="connsiteX131" fmla="*/ 3129696 w 7467600"/>
              <a:gd name="connsiteY131" fmla="*/ 4360704 h 6858000"/>
              <a:gd name="connsiteX132" fmla="*/ 2814545 w 7467600"/>
              <a:gd name="connsiteY132" fmla="*/ 4282955 h 6858000"/>
              <a:gd name="connsiteX133" fmla="*/ 2305292 w 7467600"/>
              <a:gd name="connsiteY133" fmla="*/ 4219492 h 6858000"/>
              <a:gd name="connsiteX134" fmla="*/ 2626982 w 7467600"/>
              <a:gd name="connsiteY134" fmla="*/ 4206450 h 6858000"/>
              <a:gd name="connsiteX135" fmla="*/ 2490617 w 7467600"/>
              <a:gd name="connsiteY135" fmla="*/ 4206951 h 6858000"/>
              <a:gd name="connsiteX136" fmla="*/ 2819869 w 7467600"/>
              <a:gd name="connsiteY136" fmla="*/ 4252936 h 6858000"/>
              <a:gd name="connsiteX137" fmla="*/ 3143018 w 7467600"/>
              <a:gd name="connsiteY137" fmla="*/ 4332698 h 6858000"/>
              <a:gd name="connsiteX138" fmla="*/ 3241520 w 7467600"/>
              <a:gd name="connsiteY138" fmla="*/ 4385112 h 6858000"/>
              <a:gd name="connsiteX139" fmla="*/ 3374575 w 7467600"/>
              <a:gd name="connsiteY139" fmla="*/ 4451517 h 6858000"/>
              <a:gd name="connsiteX140" fmla="*/ 3505221 w 7467600"/>
              <a:gd name="connsiteY140" fmla="*/ 4480757 h 6858000"/>
              <a:gd name="connsiteX141" fmla="*/ 2626982 w 7467600"/>
              <a:gd name="connsiteY141" fmla="*/ 4206450 h 6858000"/>
              <a:gd name="connsiteX142" fmla="*/ 1310106 w 7467600"/>
              <a:gd name="connsiteY142" fmla="*/ 3943217 h 6858000"/>
              <a:gd name="connsiteX143" fmla="*/ 854994 w 7467600"/>
              <a:gd name="connsiteY143" fmla="*/ 4399136 h 6858000"/>
              <a:gd name="connsiteX144" fmla="*/ 742462 w 7467600"/>
              <a:gd name="connsiteY144" fmla="*/ 4594648 h 6858000"/>
              <a:gd name="connsiteX145" fmla="*/ 820602 w 7467600"/>
              <a:gd name="connsiteY145" fmla="*/ 4485915 h 6858000"/>
              <a:gd name="connsiteX146" fmla="*/ 878295 w 7467600"/>
              <a:gd name="connsiteY146" fmla="*/ 4403594 h 6858000"/>
              <a:gd name="connsiteX147" fmla="*/ 1240607 w 7467600"/>
              <a:gd name="connsiteY147" fmla="*/ 4010401 h 6858000"/>
              <a:gd name="connsiteX148" fmla="*/ 1310106 w 7467600"/>
              <a:gd name="connsiteY148" fmla="*/ 3943217 h 6858000"/>
              <a:gd name="connsiteX149" fmla="*/ 1423113 w 7467600"/>
              <a:gd name="connsiteY149" fmla="*/ 3874565 h 6858000"/>
              <a:gd name="connsiteX150" fmla="*/ 1260565 w 7467600"/>
              <a:gd name="connsiteY150" fmla="*/ 4031982 h 6858000"/>
              <a:gd name="connsiteX151" fmla="*/ 901900 w 7467600"/>
              <a:gd name="connsiteY151" fmla="*/ 4421236 h 6858000"/>
              <a:gd name="connsiteX152" fmla="*/ 845044 w 7467600"/>
              <a:gd name="connsiteY152" fmla="*/ 4502436 h 6858000"/>
              <a:gd name="connsiteX153" fmla="*/ 685926 w 7467600"/>
              <a:gd name="connsiteY153" fmla="*/ 4703069 h 6858000"/>
              <a:gd name="connsiteX154" fmla="*/ 684248 w 7467600"/>
              <a:gd name="connsiteY154" fmla="*/ 4706721 h 6858000"/>
              <a:gd name="connsiteX155" fmla="*/ 1423113 w 7467600"/>
              <a:gd name="connsiteY155" fmla="*/ 3874565 h 6858000"/>
              <a:gd name="connsiteX156" fmla="*/ 3316479 w 7467600"/>
              <a:gd name="connsiteY156" fmla="*/ 3872136 h 6858000"/>
              <a:gd name="connsiteX157" fmla="*/ 3546806 w 7467600"/>
              <a:gd name="connsiteY157" fmla="*/ 4356139 h 6858000"/>
              <a:gd name="connsiteX158" fmla="*/ 3364433 w 7467600"/>
              <a:gd name="connsiteY158" fmla="*/ 3953121 h 6858000"/>
              <a:gd name="connsiteX159" fmla="*/ 3316479 w 7467600"/>
              <a:gd name="connsiteY159" fmla="*/ 3872136 h 6858000"/>
              <a:gd name="connsiteX160" fmla="*/ 3291335 w 7467600"/>
              <a:gd name="connsiteY160" fmla="*/ 3767420 h 6858000"/>
              <a:gd name="connsiteX161" fmla="*/ 3390805 w 7467600"/>
              <a:gd name="connsiteY161" fmla="*/ 3937163 h 6858000"/>
              <a:gd name="connsiteX162" fmla="*/ 3579062 w 7467600"/>
              <a:gd name="connsiteY162" fmla="*/ 4359040 h 6858000"/>
              <a:gd name="connsiteX163" fmla="*/ 3467355 w 7467600"/>
              <a:gd name="connsiteY163" fmla="*/ 3988130 h 6858000"/>
              <a:gd name="connsiteX164" fmla="*/ 3310753 w 7467600"/>
              <a:gd name="connsiteY164" fmla="*/ 3787140 h 6858000"/>
              <a:gd name="connsiteX165" fmla="*/ 3291335 w 7467600"/>
              <a:gd name="connsiteY165" fmla="*/ 3767420 h 6858000"/>
              <a:gd name="connsiteX166" fmla="*/ 1635889 w 7467600"/>
              <a:gd name="connsiteY166" fmla="*/ 3709494 h 6858000"/>
              <a:gd name="connsiteX167" fmla="*/ 1634800 w 7467600"/>
              <a:gd name="connsiteY167" fmla="*/ 3731111 h 6858000"/>
              <a:gd name="connsiteX168" fmla="*/ 1635889 w 7467600"/>
              <a:gd name="connsiteY168" fmla="*/ 3709494 h 6858000"/>
              <a:gd name="connsiteX169" fmla="*/ 1510397 w 7467600"/>
              <a:gd name="connsiteY169" fmla="*/ 3684705 h 6858000"/>
              <a:gd name="connsiteX170" fmla="*/ 1146550 w 7467600"/>
              <a:gd name="connsiteY170" fmla="*/ 3802012 h 6858000"/>
              <a:gd name="connsiteX171" fmla="*/ 698834 w 7467600"/>
              <a:gd name="connsiteY171" fmla="*/ 3952272 h 6858000"/>
              <a:gd name="connsiteX172" fmla="*/ 34256 w 7467600"/>
              <a:gd name="connsiteY172" fmla="*/ 4347603 h 6858000"/>
              <a:gd name="connsiteX173" fmla="*/ 527241 w 7467600"/>
              <a:gd name="connsiteY173" fmla="*/ 4065078 h 6858000"/>
              <a:gd name="connsiteX174" fmla="*/ 1510397 w 7467600"/>
              <a:gd name="connsiteY174" fmla="*/ 3684705 h 6858000"/>
              <a:gd name="connsiteX175" fmla="*/ 1313114 w 7467600"/>
              <a:gd name="connsiteY175" fmla="*/ 3655216 h 6858000"/>
              <a:gd name="connsiteX176" fmla="*/ 1109304 w 7467600"/>
              <a:gd name="connsiteY176" fmla="*/ 3669030 h 6858000"/>
              <a:gd name="connsiteX177" fmla="*/ 8129 w 7467600"/>
              <a:gd name="connsiteY177" fmla="*/ 4330519 h 6858000"/>
              <a:gd name="connsiteX178" fmla="*/ 687572 w 7467600"/>
              <a:gd name="connsiteY178" fmla="*/ 3925629 h 6858000"/>
              <a:gd name="connsiteX179" fmla="*/ 1138365 w 7467600"/>
              <a:gd name="connsiteY179" fmla="*/ 3774515 h 6858000"/>
              <a:gd name="connsiteX180" fmla="*/ 1505579 w 7467600"/>
              <a:gd name="connsiteY180" fmla="*/ 3655526 h 6858000"/>
              <a:gd name="connsiteX181" fmla="*/ 1313114 w 7467600"/>
              <a:gd name="connsiteY181" fmla="*/ 3655216 h 6858000"/>
              <a:gd name="connsiteX182" fmla="*/ 3655073 w 7467600"/>
              <a:gd name="connsiteY182" fmla="*/ 3650884 h 6858000"/>
              <a:gd name="connsiteX183" fmla="*/ 3989938 w 7467600"/>
              <a:gd name="connsiteY183" fmla="*/ 3991685 h 6858000"/>
              <a:gd name="connsiteX184" fmla="*/ 4393907 w 7467600"/>
              <a:gd name="connsiteY184" fmla="*/ 4261258 h 6858000"/>
              <a:gd name="connsiteX185" fmla="*/ 4648051 w 7467600"/>
              <a:gd name="connsiteY185" fmla="*/ 4374051 h 6858000"/>
              <a:gd name="connsiteX186" fmla="*/ 4383389 w 7467600"/>
              <a:gd name="connsiteY186" fmla="*/ 4184369 h 6858000"/>
              <a:gd name="connsiteX187" fmla="*/ 4165508 w 7467600"/>
              <a:gd name="connsiteY187" fmla="*/ 4035196 h 6858000"/>
              <a:gd name="connsiteX188" fmla="*/ 4068162 w 7467600"/>
              <a:gd name="connsiteY188" fmla="*/ 3953394 h 6858000"/>
              <a:gd name="connsiteX189" fmla="*/ 3981416 w 7467600"/>
              <a:gd name="connsiteY189" fmla="*/ 3880482 h 6858000"/>
              <a:gd name="connsiteX190" fmla="*/ 3800147 w 7467600"/>
              <a:gd name="connsiteY190" fmla="*/ 3749872 h 6858000"/>
              <a:gd name="connsiteX191" fmla="*/ 3655073 w 7467600"/>
              <a:gd name="connsiteY191" fmla="*/ 3650884 h 6858000"/>
              <a:gd name="connsiteX192" fmla="*/ 3670252 w 7467600"/>
              <a:gd name="connsiteY192" fmla="*/ 3622798 h 6858000"/>
              <a:gd name="connsiteX193" fmla="*/ 3817258 w 7467600"/>
              <a:gd name="connsiteY193" fmla="*/ 3723577 h 6858000"/>
              <a:gd name="connsiteX194" fmla="*/ 4000461 w 7467600"/>
              <a:gd name="connsiteY194" fmla="*/ 3855966 h 6858000"/>
              <a:gd name="connsiteX195" fmla="*/ 4088180 w 7467600"/>
              <a:gd name="connsiteY195" fmla="*/ 3929774 h 6858000"/>
              <a:gd name="connsiteX196" fmla="*/ 4184555 w 7467600"/>
              <a:gd name="connsiteY196" fmla="*/ 4010683 h 6858000"/>
              <a:gd name="connsiteX197" fmla="*/ 4399563 w 7467600"/>
              <a:gd name="connsiteY197" fmla="*/ 4158106 h 6858000"/>
              <a:gd name="connsiteX198" fmla="*/ 4684469 w 7467600"/>
              <a:gd name="connsiteY198" fmla="*/ 4364680 h 6858000"/>
              <a:gd name="connsiteX199" fmla="*/ 4690271 w 7467600"/>
              <a:gd name="connsiteY199" fmla="*/ 4370034 h 6858000"/>
              <a:gd name="connsiteX200" fmla="*/ 4136093 w 7467600"/>
              <a:gd name="connsiteY200" fmla="*/ 3858466 h 6858000"/>
              <a:gd name="connsiteX201" fmla="*/ 3670252 w 7467600"/>
              <a:gd name="connsiteY201" fmla="*/ 3622798 h 6858000"/>
              <a:gd name="connsiteX202" fmla="*/ 4440129 w 7467600"/>
              <a:gd name="connsiteY202" fmla="*/ 3448571 h 6858000"/>
              <a:gd name="connsiteX203" fmla="*/ 4856525 w 7467600"/>
              <a:gd name="connsiteY203" fmla="*/ 3915351 h 6858000"/>
              <a:gd name="connsiteX204" fmla="*/ 5059055 w 7467600"/>
              <a:gd name="connsiteY204" fmla="*/ 4108918 h 6858000"/>
              <a:gd name="connsiteX205" fmla="*/ 5290070 w 7467600"/>
              <a:gd name="connsiteY205" fmla="*/ 4263619 h 6858000"/>
              <a:gd name="connsiteX206" fmla="*/ 4834991 w 7467600"/>
              <a:gd name="connsiteY206" fmla="*/ 3830985 h 6858000"/>
              <a:gd name="connsiteX207" fmla="*/ 4440129 w 7467600"/>
              <a:gd name="connsiteY207" fmla="*/ 3448571 h 6858000"/>
              <a:gd name="connsiteX208" fmla="*/ 4441737 w 7467600"/>
              <a:gd name="connsiteY208" fmla="*/ 3399734 h 6858000"/>
              <a:gd name="connsiteX209" fmla="*/ 4431236 w 7467600"/>
              <a:gd name="connsiteY209" fmla="*/ 3400954 h 6858000"/>
              <a:gd name="connsiteX210" fmla="*/ 4557150 w 7467600"/>
              <a:gd name="connsiteY210" fmla="*/ 3510023 h 6858000"/>
              <a:gd name="connsiteX211" fmla="*/ 4856936 w 7467600"/>
              <a:gd name="connsiteY211" fmla="*/ 3809146 h 6858000"/>
              <a:gd name="connsiteX212" fmla="*/ 5111996 w 7467600"/>
              <a:gd name="connsiteY212" fmla="*/ 4065759 h 6858000"/>
              <a:gd name="connsiteX213" fmla="*/ 5388878 w 7467600"/>
              <a:gd name="connsiteY213" fmla="*/ 4300185 h 6858000"/>
              <a:gd name="connsiteX214" fmla="*/ 5425556 w 7467600"/>
              <a:gd name="connsiteY214" fmla="*/ 4308967 h 6858000"/>
              <a:gd name="connsiteX215" fmla="*/ 4943646 w 7467600"/>
              <a:gd name="connsiteY215" fmla="*/ 3822916 h 6858000"/>
              <a:gd name="connsiteX216" fmla="*/ 4594837 w 7467600"/>
              <a:gd name="connsiteY216" fmla="*/ 3532274 h 6858000"/>
              <a:gd name="connsiteX217" fmla="*/ 4441737 w 7467600"/>
              <a:gd name="connsiteY217" fmla="*/ 3399734 h 6858000"/>
              <a:gd name="connsiteX218" fmla="*/ 5425834 w 7467600"/>
              <a:gd name="connsiteY218" fmla="*/ 3162785 h 6858000"/>
              <a:gd name="connsiteX219" fmla="*/ 5401644 w 7467600"/>
              <a:gd name="connsiteY219" fmla="*/ 3617847 h 6858000"/>
              <a:gd name="connsiteX220" fmla="*/ 5467256 w 7467600"/>
              <a:gd name="connsiteY220" fmla="*/ 4175494 h 6858000"/>
              <a:gd name="connsiteX221" fmla="*/ 5448069 w 7467600"/>
              <a:gd name="connsiteY221" fmla="*/ 3567554 h 6858000"/>
              <a:gd name="connsiteX222" fmla="*/ 5425834 w 7467600"/>
              <a:gd name="connsiteY222" fmla="*/ 3162785 h 6858000"/>
              <a:gd name="connsiteX223" fmla="*/ 1318687 w 7467600"/>
              <a:gd name="connsiteY223" fmla="*/ 3113840 h 6858000"/>
              <a:gd name="connsiteX224" fmla="*/ 1066793 w 7467600"/>
              <a:gd name="connsiteY224" fmla="*/ 3212171 h 6858000"/>
              <a:gd name="connsiteX225" fmla="*/ 993319 w 7467600"/>
              <a:gd name="connsiteY225" fmla="*/ 3247648 h 6858000"/>
              <a:gd name="connsiteX226" fmla="*/ 853081 w 7467600"/>
              <a:gd name="connsiteY226" fmla="*/ 3312410 h 6858000"/>
              <a:gd name="connsiteX227" fmla="*/ 805957 w 7467600"/>
              <a:gd name="connsiteY227" fmla="*/ 3330443 h 6858000"/>
              <a:gd name="connsiteX228" fmla="*/ 1318687 w 7467600"/>
              <a:gd name="connsiteY228" fmla="*/ 3113840 h 6858000"/>
              <a:gd name="connsiteX229" fmla="*/ 5453702 w 7467600"/>
              <a:gd name="connsiteY229" fmla="*/ 3090882 h 6858000"/>
              <a:gd name="connsiteX230" fmla="*/ 5480135 w 7467600"/>
              <a:gd name="connsiteY230" fmla="*/ 3565802 h 6858000"/>
              <a:gd name="connsiteX231" fmla="*/ 5499023 w 7467600"/>
              <a:gd name="connsiteY231" fmla="*/ 4166310 h 6858000"/>
              <a:gd name="connsiteX232" fmla="*/ 5547022 w 7467600"/>
              <a:gd name="connsiteY232" fmla="*/ 3607838 h 6858000"/>
              <a:gd name="connsiteX233" fmla="*/ 5515964 w 7467600"/>
              <a:gd name="connsiteY233" fmla="*/ 3378541 h 6858000"/>
              <a:gd name="connsiteX234" fmla="*/ 5453702 w 7467600"/>
              <a:gd name="connsiteY234" fmla="*/ 3090882 h 6858000"/>
              <a:gd name="connsiteX235" fmla="*/ 1238695 w 7467600"/>
              <a:gd name="connsiteY235" fmla="*/ 3076820 h 6858000"/>
              <a:gd name="connsiteX236" fmla="*/ 716371 w 7467600"/>
              <a:gd name="connsiteY236" fmla="*/ 3293249 h 6858000"/>
              <a:gd name="connsiteX237" fmla="*/ 579522 w 7467600"/>
              <a:gd name="connsiteY237" fmla="*/ 3371759 h 6858000"/>
              <a:gd name="connsiteX238" fmla="*/ 600288 w 7467600"/>
              <a:gd name="connsiteY238" fmla="*/ 3365555 h 6858000"/>
              <a:gd name="connsiteX239" fmla="*/ 840692 w 7467600"/>
              <a:gd name="connsiteY239" fmla="*/ 3284921 h 6858000"/>
              <a:gd name="connsiteX240" fmla="*/ 979248 w 7467600"/>
              <a:gd name="connsiteY240" fmla="*/ 3221003 h 6858000"/>
              <a:gd name="connsiteX241" fmla="*/ 1053282 w 7467600"/>
              <a:gd name="connsiteY241" fmla="*/ 3185247 h 6858000"/>
              <a:gd name="connsiteX242" fmla="*/ 1320603 w 7467600"/>
              <a:gd name="connsiteY242" fmla="*/ 3081281 h 6858000"/>
              <a:gd name="connsiteX243" fmla="*/ 1238695 w 7467600"/>
              <a:gd name="connsiteY243" fmla="*/ 3076820 h 6858000"/>
              <a:gd name="connsiteX244" fmla="*/ 5425627 w 7467600"/>
              <a:gd name="connsiteY244" fmla="*/ 2954192 h 6858000"/>
              <a:gd name="connsiteX245" fmla="*/ 5470770 w 7467600"/>
              <a:gd name="connsiteY245" fmla="*/ 3005435 h 6858000"/>
              <a:gd name="connsiteX246" fmla="*/ 5519779 w 7467600"/>
              <a:gd name="connsiteY246" fmla="*/ 4359223 h 6858000"/>
              <a:gd name="connsiteX247" fmla="*/ 5520293 w 7467600"/>
              <a:gd name="connsiteY247" fmla="*/ 4360602 h 6858000"/>
              <a:gd name="connsiteX248" fmla="*/ 5767221 w 7467600"/>
              <a:gd name="connsiteY248" fmla="*/ 4665564 h 6858000"/>
              <a:gd name="connsiteX249" fmla="*/ 6937169 w 7467600"/>
              <a:gd name="connsiteY249" fmla="*/ 4815941 h 6858000"/>
              <a:gd name="connsiteX250" fmla="*/ 6953922 w 7467600"/>
              <a:gd name="connsiteY250" fmla="*/ 4890068 h 6858000"/>
              <a:gd name="connsiteX251" fmla="*/ 6071359 w 7467600"/>
              <a:gd name="connsiteY251" fmla="*/ 4770770 h 6858000"/>
              <a:gd name="connsiteX252" fmla="*/ 6038839 w 7467600"/>
              <a:gd name="connsiteY252" fmla="*/ 4764474 h 6858000"/>
              <a:gd name="connsiteX253" fmla="*/ 6038706 w 7467600"/>
              <a:gd name="connsiteY253" fmla="*/ 4763847 h 6858000"/>
              <a:gd name="connsiteX254" fmla="*/ 6037784 w 7467600"/>
              <a:gd name="connsiteY254" fmla="*/ 4764270 h 6858000"/>
              <a:gd name="connsiteX255" fmla="*/ 6038839 w 7467600"/>
              <a:gd name="connsiteY255" fmla="*/ 4764474 h 6858000"/>
              <a:gd name="connsiteX256" fmla="*/ 6040338 w 7467600"/>
              <a:gd name="connsiteY256" fmla="*/ 4771418 h 6858000"/>
              <a:gd name="connsiteX257" fmla="*/ 6024488 w 7467600"/>
              <a:gd name="connsiteY257" fmla="*/ 4809903 h 6858000"/>
              <a:gd name="connsiteX258" fmla="*/ 5599771 w 7467600"/>
              <a:gd name="connsiteY258" fmla="*/ 5509652 h 6858000"/>
              <a:gd name="connsiteX259" fmla="*/ 5548843 w 7467600"/>
              <a:gd name="connsiteY259" fmla="*/ 5563845 h 6858000"/>
              <a:gd name="connsiteX260" fmla="*/ 5940952 w 7467600"/>
              <a:gd name="connsiteY260" fmla="*/ 6250028 h 6858000"/>
              <a:gd name="connsiteX261" fmla="*/ 6043441 w 7467600"/>
              <a:gd name="connsiteY261" fmla="*/ 6665847 h 6858000"/>
              <a:gd name="connsiteX262" fmla="*/ 6093432 w 7467600"/>
              <a:gd name="connsiteY262" fmla="*/ 6858000 h 6858000"/>
              <a:gd name="connsiteX263" fmla="*/ 6034344 w 7467600"/>
              <a:gd name="connsiteY263" fmla="*/ 6858000 h 6858000"/>
              <a:gd name="connsiteX264" fmla="*/ 6026679 w 7467600"/>
              <a:gd name="connsiteY264" fmla="*/ 6836959 h 6858000"/>
              <a:gd name="connsiteX265" fmla="*/ 5800441 w 7467600"/>
              <a:gd name="connsiteY265" fmla="*/ 6335286 h 6858000"/>
              <a:gd name="connsiteX266" fmla="*/ 5526562 w 7467600"/>
              <a:gd name="connsiteY266" fmla="*/ 5705388 h 6858000"/>
              <a:gd name="connsiteX267" fmla="*/ 5519640 w 7467600"/>
              <a:gd name="connsiteY267" fmla="*/ 5683774 h 6858000"/>
              <a:gd name="connsiteX268" fmla="*/ 5844559 w 7467600"/>
              <a:gd name="connsiteY268" fmla="*/ 6553349 h 6858000"/>
              <a:gd name="connsiteX269" fmla="*/ 5975994 w 7467600"/>
              <a:gd name="connsiteY269" fmla="*/ 6858000 h 6858000"/>
              <a:gd name="connsiteX270" fmla="*/ 5898547 w 7467600"/>
              <a:gd name="connsiteY270" fmla="*/ 6858000 h 6858000"/>
              <a:gd name="connsiteX271" fmla="*/ 5682041 w 7467600"/>
              <a:gd name="connsiteY271" fmla="*/ 6355860 h 6858000"/>
              <a:gd name="connsiteX272" fmla="*/ 5461758 w 7467600"/>
              <a:gd name="connsiteY272" fmla="*/ 5820220 h 6858000"/>
              <a:gd name="connsiteX273" fmla="*/ 5237282 w 7467600"/>
              <a:gd name="connsiteY273" fmla="*/ 6579086 h 6858000"/>
              <a:gd name="connsiteX274" fmla="*/ 5115009 w 7467600"/>
              <a:gd name="connsiteY274" fmla="*/ 6858000 h 6858000"/>
              <a:gd name="connsiteX275" fmla="*/ 5028074 w 7467600"/>
              <a:gd name="connsiteY275" fmla="*/ 6858000 h 6858000"/>
              <a:gd name="connsiteX276" fmla="*/ 5079508 w 7467600"/>
              <a:gd name="connsiteY276" fmla="*/ 6749074 h 6858000"/>
              <a:gd name="connsiteX277" fmla="*/ 5371846 w 7467600"/>
              <a:gd name="connsiteY277" fmla="*/ 5924413 h 6858000"/>
              <a:gd name="connsiteX278" fmla="*/ 5270512 w 7467600"/>
              <a:gd name="connsiteY278" fmla="*/ 6138975 h 6858000"/>
              <a:gd name="connsiteX279" fmla="*/ 5062409 w 7467600"/>
              <a:gd name="connsiteY279" fmla="*/ 6653544 h 6858000"/>
              <a:gd name="connsiteX280" fmla="*/ 5036628 w 7467600"/>
              <a:gd name="connsiteY280" fmla="*/ 6754247 h 6858000"/>
              <a:gd name="connsiteX281" fmla="*/ 5009112 w 7467600"/>
              <a:gd name="connsiteY281" fmla="*/ 6858000 h 6858000"/>
              <a:gd name="connsiteX282" fmla="*/ 4976679 w 7467600"/>
              <a:gd name="connsiteY282" fmla="*/ 6858000 h 6858000"/>
              <a:gd name="connsiteX283" fmla="*/ 5006537 w 7467600"/>
              <a:gd name="connsiteY283" fmla="*/ 6747068 h 6858000"/>
              <a:gd name="connsiteX284" fmla="*/ 5032723 w 7467600"/>
              <a:gd name="connsiteY284" fmla="*/ 6644957 h 6858000"/>
              <a:gd name="connsiteX285" fmla="*/ 5242949 w 7467600"/>
              <a:gd name="connsiteY285" fmla="*/ 6125175 h 6858000"/>
              <a:gd name="connsiteX286" fmla="*/ 5286321 w 7467600"/>
              <a:gd name="connsiteY286" fmla="*/ 6033555 h 6858000"/>
              <a:gd name="connsiteX287" fmla="*/ 5008210 w 7467600"/>
              <a:gd name="connsiteY287" fmla="*/ 6649194 h 6858000"/>
              <a:gd name="connsiteX288" fmla="*/ 4986321 w 7467600"/>
              <a:gd name="connsiteY288" fmla="*/ 6765687 h 6858000"/>
              <a:gd name="connsiteX289" fmla="*/ 4973474 w 7467600"/>
              <a:gd name="connsiteY289" fmla="*/ 6858000 h 6858000"/>
              <a:gd name="connsiteX290" fmla="*/ 4907178 w 7467600"/>
              <a:gd name="connsiteY290" fmla="*/ 6858000 h 6858000"/>
              <a:gd name="connsiteX291" fmla="*/ 4910810 w 7467600"/>
              <a:gd name="connsiteY291" fmla="*/ 6829660 h 6858000"/>
              <a:gd name="connsiteX292" fmla="*/ 4987461 w 7467600"/>
              <a:gd name="connsiteY292" fmla="*/ 6432994 h 6858000"/>
              <a:gd name="connsiteX293" fmla="*/ 5179262 w 7467600"/>
              <a:gd name="connsiteY293" fmla="*/ 6035044 h 6858000"/>
              <a:gd name="connsiteX294" fmla="*/ 4689678 w 7467600"/>
              <a:gd name="connsiteY294" fmla="*/ 6440241 h 6858000"/>
              <a:gd name="connsiteX295" fmla="*/ 4477543 w 7467600"/>
              <a:gd name="connsiteY295" fmla="*/ 6674836 h 6858000"/>
              <a:gd name="connsiteX296" fmla="*/ 4329957 w 7467600"/>
              <a:gd name="connsiteY296" fmla="*/ 6858000 h 6858000"/>
              <a:gd name="connsiteX297" fmla="*/ 4218595 w 7467600"/>
              <a:gd name="connsiteY297" fmla="*/ 6858000 h 6858000"/>
              <a:gd name="connsiteX298" fmla="*/ 4368888 w 7467600"/>
              <a:gd name="connsiteY298" fmla="*/ 6668412 h 6858000"/>
              <a:gd name="connsiteX299" fmla="*/ 4563091 w 7467600"/>
              <a:gd name="connsiteY299" fmla="*/ 6442508 h 6858000"/>
              <a:gd name="connsiteX300" fmla="*/ 5387324 w 7467600"/>
              <a:gd name="connsiteY300" fmla="*/ 5705830 h 6858000"/>
              <a:gd name="connsiteX301" fmla="*/ 5073620 w 7467600"/>
              <a:gd name="connsiteY301" fmla="*/ 5955437 h 6858000"/>
              <a:gd name="connsiteX302" fmla="*/ 4689789 w 7467600"/>
              <a:gd name="connsiteY302" fmla="*/ 6268382 h 6858000"/>
              <a:gd name="connsiteX303" fmla="*/ 4418722 w 7467600"/>
              <a:gd name="connsiteY303" fmla="*/ 6570886 h 6858000"/>
              <a:gd name="connsiteX304" fmla="*/ 4214944 w 7467600"/>
              <a:gd name="connsiteY304" fmla="*/ 6858000 h 6858000"/>
              <a:gd name="connsiteX305" fmla="*/ 4177898 w 7467600"/>
              <a:gd name="connsiteY305" fmla="*/ 6858000 h 6858000"/>
              <a:gd name="connsiteX306" fmla="*/ 4391597 w 7467600"/>
              <a:gd name="connsiteY306" fmla="*/ 6556370 h 6858000"/>
              <a:gd name="connsiteX307" fmla="*/ 4668889 w 7467600"/>
              <a:gd name="connsiteY307" fmla="*/ 6246399 h 6858000"/>
              <a:gd name="connsiteX308" fmla="*/ 5055427 w 7467600"/>
              <a:gd name="connsiteY308" fmla="*/ 5931476 h 6858000"/>
              <a:gd name="connsiteX309" fmla="*/ 5371814 w 7467600"/>
              <a:gd name="connsiteY309" fmla="*/ 5678975 h 6858000"/>
              <a:gd name="connsiteX310" fmla="*/ 4987918 w 7467600"/>
              <a:gd name="connsiteY310" fmla="*/ 5838701 h 6858000"/>
              <a:gd name="connsiteX311" fmla="*/ 4317146 w 7467600"/>
              <a:gd name="connsiteY311" fmla="*/ 6587716 h 6858000"/>
              <a:gd name="connsiteX312" fmla="*/ 4171627 w 7467600"/>
              <a:gd name="connsiteY312" fmla="*/ 6858000 h 6858000"/>
              <a:gd name="connsiteX313" fmla="*/ 4081585 w 7467600"/>
              <a:gd name="connsiteY313" fmla="*/ 6858000 h 6858000"/>
              <a:gd name="connsiteX314" fmla="*/ 4238603 w 7467600"/>
              <a:gd name="connsiteY314" fmla="*/ 6559341 h 6858000"/>
              <a:gd name="connsiteX315" fmla="*/ 4778333 w 7467600"/>
              <a:gd name="connsiteY315" fmla="*/ 5873626 h 6858000"/>
              <a:gd name="connsiteX316" fmla="*/ 5414185 w 7467600"/>
              <a:gd name="connsiteY316" fmla="*/ 5573882 h 6858000"/>
              <a:gd name="connsiteX317" fmla="*/ 5959648 w 7467600"/>
              <a:gd name="connsiteY317" fmla="*/ 4760797 h 6858000"/>
              <a:gd name="connsiteX318" fmla="*/ 5355019 w 7467600"/>
              <a:gd name="connsiteY318" fmla="*/ 4734672 h 6858000"/>
              <a:gd name="connsiteX319" fmla="*/ 5083565 w 7467600"/>
              <a:gd name="connsiteY319" fmla="*/ 5179121 h 6858000"/>
              <a:gd name="connsiteX320" fmla="*/ 4713577 w 7467600"/>
              <a:gd name="connsiteY320" fmla="*/ 5616803 h 6858000"/>
              <a:gd name="connsiteX321" fmla="*/ 3989559 w 7467600"/>
              <a:gd name="connsiteY321" fmla="*/ 6145945 h 6858000"/>
              <a:gd name="connsiteX322" fmla="*/ 3939824 w 7467600"/>
              <a:gd name="connsiteY322" fmla="*/ 6066900 h 6858000"/>
              <a:gd name="connsiteX323" fmla="*/ 4584537 w 7467600"/>
              <a:gd name="connsiteY323" fmla="*/ 5324826 h 6858000"/>
              <a:gd name="connsiteX324" fmla="*/ 5037105 w 7467600"/>
              <a:gd name="connsiteY324" fmla="*/ 5088765 h 6858000"/>
              <a:gd name="connsiteX325" fmla="*/ 5039930 w 7467600"/>
              <a:gd name="connsiteY325" fmla="*/ 5089585 h 6858000"/>
              <a:gd name="connsiteX326" fmla="*/ 5263764 w 7467600"/>
              <a:gd name="connsiteY326" fmla="*/ 4735525 h 6858000"/>
              <a:gd name="connsiteX327" fmla="*/ 4086300 w 7467600"/>
              <a:gd name="connsiteY327" fmla="*/ 4884599 h 6858000"/>
              <a:gd name="connsiteX328" fmla="*/ 4085485 w 7467600"/>
              <a:gd name="connsiteY328" fmla="*/ 4899070 h 6858000"/>
              <a:gd name="connsiteX329" fmla="*/ 3871915 w 7467600"/>
              <a:gd name="connsiteY329" fmla="*/ 5253645 h 6858000"/>
              <a:gd name="connsiteX330" fmla="*/ 3799374 w 7467600"/>
              <a:gd name="connsiteY330" fmla="*/ 5466127 h 6858000"/>
              <a:gd name="connsiteX331" fmla="*/ 3498850 w 7467600"/>
              <a:gd name="connsiteY331" fmla="*/ 6661888 h 6858000"/>
              <a:gd name="connsiteX332" fmla="*/ 3399216 w 7467600"/>
              <a:gd name="connsiteY332" fmla="*/ 6858000 h 6858000"/>
              <a:gd name="connsiteX333" fmla="*/ 3303688 w 7467600"/>
              <a:gd name="connsiteY333" fmla="*/ 6858000 h 6858000"/>
              <a:gd name="connsiteX334" fmla="*/ 3391774 w 7467600"/>
              <a:gd name="connsiteY334" fmla="*/ 6697181 h 6858000"/>
              <a:gd name="connsiteX335" fmla="*/ 3735540 w 7467600"/>
              <a:gd name="connsiteY335" fmla="*/ 5546923 h 6858000"/>
              <a:gd name="connsiteX336" fmla="*/ 3729438 w 7467600"/>
              <a:gd name="connsiteY336" fmla="*/ 5569058 h 6858000"/>
              <a:gd name="connsiteX337" fmla="*/ 3707782 w 7467600"/>
              <a:gd name="connsiteY337" fmla="*/ 5644908 h 6858000"/>
              <a:gd name="connsiteX338" fmla="*/ 3583827 w 7467600"/>
              <a:gd name="connsiteY338" fmla="*/ 6039215 h 6858000"/>
              <a:gd name="connsiteX339" fmla="*/ 3547861 w 7467600"/>
              <a:gd name="connsiteY339" fmla="*/ 6129609 h 6858000"/>
              <a:gd name="connsiteX340" fmla="*/ 3490905 w 7467600"/>
              <a:gd name="connsiteY340" fmla="*/ 6277660 h 6858000"/>
              <a:gd name="connsiteX341" fmla="*/ 3455859 w 7467600"/>
              <a:gd name="connsiteY341" fmla="*/ 6391301 h 6858000"/>
              <a:gd name="connsiteX342" fmla="*/ 3429112 w 7467600"/>
              <a:gd name="connsiteY342" fmla="*/ 6479469 h 6858000"/>
              <a:gd name="connsiteX343" fmla="*/ 3304862 w 7467600"/>
              <a:gd name="connsiteY343" fmla="*/ 6796476 h 6858000"/>
              <a:gd name="connsiteX344" fmla="*/ 3276071 w 7467600"/>
              <a:gd name="connsiteY344" fmla="*/ 6858000 h 6858000"/>
              <a:gd name="connsiteX345" fmla="*/ 3240805 w 7467600"/>
              <a:gd name="connsiteY345" fmla="*/ 6858000 h 6858000"/>
              <a:gd name="connsiteX346" fmla="*/ 3275917 w 7467600"/>
              <a:gd name="connsiteY346" fmla="*/ 6783192 h 6858000"/>
              <a:gd name="connsiteX347" fmla="*/ 3399358 w 7467600"/>
              <a:gd name="connsiteY347" fmla="*/ 6469011 h 6858000"/>
              <a:gd name="connsiteX348" fmla="*/ 3425650 w 7467600"/>
              <a:gd name="connsiteY348" fmla="*/ 6381333 h 6858000"/>
              <a:gd name="connsiteX349" fmla="*/ 3460661 w 7467600"/>
              <a:gd name="connsiteY349" fmla="*/ 6266763 h 6858000"/>
              <a:gd name="connsiteX350" fmla="*/ 3518021 w 7467600"/>
              <a:gd name="connsiteY350" fmla="*/ 6117298 h 6858000"/>
              <a:gd name="connsiteX351" fmla="*/ 3554035 w 7467600"/>
              <a:gd name="connsiteY351" fmla="*/ 6027832 h 6858000"/>
              <a:gd name="connsiteX352" fmla="*/ 3677174 w 7467600"/>
              <a:gd name="connsiteY352" fmla="*/ 5636351 h 6858000"/>
              <a:gd name="connsiteX353" fmla="*/ 3698819 w 7467600"/>
              <a:gd name="connsiteY353" fmla="*/ 5560503 h 6858000"/>
              <a:gd name="connsiteX354" fmla="*/ 3702094 w 7467600"/>
              <a:gd name="connsiteY354" fmla="*/ 5549194 h 6858000"/>
              <a:gd name="connsiteX355" fmla="*/ 3398355 w 7467600"/>
              <a:gd name="connsiteY355" fmla="*/ 6094603 h 6858000"/>
              <a:gd name="connsiteX356" fmla="*/ 3193941 w 7467600"/>
              <a:gd name="connsiteY356" fmla="*/ 6798775 h 6858000"/>
              <a:gd name="connsiteX357" fmla="*/ 3184140 w 7467600"/>
              <a:gd name="connsiteY357" fmla="*/ 6858000 h 6858000"/>
              <a:gd name="connsiteX358" fmla="*/ 3099978 w 7467600"/>
              <a:gd name="connsiteY358" fmla="*/ 6858000 h 6858000"/>
              <a:gd name="connsiteX359" fmla="*/ 3101556 w 7467600"/>
              <a:gd name="connsiteY359" fmla="*/ 6843337 h 6858000"/>
              <a:gd name="connsiteX360" fmla="*/ 3370162 w 7467600"/>
              <a:gd name="connsiteY360" fmla="*/ 5785550 h 6858000"/>
              <a:gd name="connsiteX361" fmla="*/ 3746477 w 7467600"/>
              <a:gd name="connsiteY361" fmla="*/ 5377889 h 6858000"/>
              <a:gd name="connsiteX362" fmla="*/ 3863399 w 7467600"/>
              <a:gd name="connsiteY362" fmla="*/ 5087257 h 6858000"/>
              <a:gd name="connsiteX363" fmla="*/ 3968712 w 7467600"/>
              <a:gd name="connsiteY363" fmla="*/ 4913989 h 6858000"/>
              <a:gd name="connsiteX364" fmla="*/ 2792390 w 7467600"/>
              <a:gd name="connsiteY364" fmla="*/ 5382974 h 6858000"/>
              <a:gd name="connsiteX365" fmla="*/ 2714982 w 7467600"/>
              <a:gd name="connsiteY365" fmla="*/ 5427051 h 6858000"/>
              <a:gd name="connsiteX366" fmla="*/ 2813361 w 7467600"/>
              <a:gd name="connsiteY366" fmla="*/ 6023912 h 6858000"/>
              <a:gd name="connsiteX367" fmla="*/ 2688430 w 7467600"/>
              <a:gd name="connsiteY367" fmla="*/ 6801564 h 6858000"/>
              <a:gd name="connsiteX368" fmla="*/ 2629626 w 7467600"/>
              <a:gd name="connsiteY368" fmla="*/ 6763394 h 6858000"/>
              <a:gd name="connsiteX369" fmla="*/ 2565328 w 7467600"/>
              <a:gd name="connsiteY369" fmla="*/ 5516399 h 6858000"/>
              <a:gd name="connsiteX370" fmla="*/ 1922999 w 7467600"/>
              <a:gd name="connsiteY370" fmla="*/ 5980343 h 6858000"/>
              <a:gd name="connsiteX371" fmla="*/ 1950261 w 7467600"/>
              <a:gd name="connsiteY371" fmla="*/ 6405858 h 6858000"/>
              <a:gd name="connsiteX372" fmla="*/ 2365554 w 7467600"/>
              <a:gd name="connsiteY372" fmla="*/ 6759107 h 6858000"/>
              <a:gd name="connsiteX373" fmla="*/ 2424142 w 7467600"/>
              <a:gd name="connsiteY373" fmla="*/ 6858000 h 6858000"/>
              <a:gd name="connsiteX374" fmla="*/ 2395994 w 7467600"/>
              <a:gd name="connsiteY374" fmla="*/ 6858000 h 6858000"/>
              <a:gd name="connsiteX375" fmla="*/ 2392863 w 7467600"/>
              <a:gd name="connsiteY375" fmla="*/ 6852964 h 6858000"/>
              <a:gd name="connsiteX376" fmla="*/ 2017589 w 7467600"/>
              <a:gd name="connsiteY376" fmla="*/ 6493982 h 6858000"/>
              <a:gd name="connsiteX377" fmla="*/ 2147336 w 7467600"/>
              <a:gd name="connsiteY377" fmla="*/ 6594052 h 6858000"/>
              <a:gd name="connsiteX378" fmla="*/ 2207047 w 7467600"/>
              <a:gd name="connsiteY378" fmla="*/ 6654540 h 6858000"/>
              <a:gd name="connsiteX379" fmla="*/ 2299106 w 7467600"/>
              <a:gd name="connsiteY379" fmla="*/ 6778931 h 6858000"/>
              <a:gd name="connsiteX380" fmla="*/ 2314430 w 7467600"/>
              <a:gd name="connsiteY380" fmla="*/ 6801144 h 6858000"/>
              <a:gd name="connsiteX381" fmla="*/ 2352406 w 7467600"/>
              <a:gd name="connsiteY381" fmla="*/ 6858000 h 6858000"/>
              <a:gd name="connsiteX382" fmla="*/ 2314492 w 7467600"/>
              <a:gd name="connsiteY382" fmla="*/ 6858000 h 6858000"/>
              <a:gd name="connsiteX383" fmla="*/ 2288095 w 7467600"/>
              <a:gd name="connsiteY383" fmla="*/ 6818030 h 6858000"/>
              <a:gd name="connsiteX384" fmla="*/ 2272768 w 7467600"/>
              <a:gd name="connsiteY384" fmla="*/ 6795822 h 6858000"/>
              <a:gd name="connsiteX385" fmla="*/ 2182715 w 7467600"/>
              <a:gd name="connsiteY385" fmla="*/ 6675071 h 6858000"/>
              <a:gd name="connsiteX386" fmla="*/ 2032061 w 7467600"/>
              <a:gd name="connsiteY386" fmla="*/ 6541380 h 6858000"/>
              <a:gd name="connsiteX387" fmla="*/ 2257220 w 7467600"/>
              <a:gd name="connsiteY387" fmla="*/ 6826257 h 6858000"/>
              <a:gd name="connsiteX388" fmla="*/ 2281324 w 7467600"/>
              <a:gd name="connsiteY388" fmla="*/ 6858000 h 6858000"/>
              <a:gd name="connsiteX389" fmla="*/ 2242860 w 7467600"/>
              <a:gd name="connsiteY389" fmla="*/ 6858000 h 6858000"/>
              <a:gd name="connsiteX390" fmla="*/ 2232818 w 7467600"/>
              <a:gd name="connsiteY390" fmla="*/ 6844926 h 6858000"/>
              <a:gd name="connsiteX391" fmla="*/ 1990172 w 7467600"/>
              <a:gd name="connsiteY391" fmla="*/ 6542121 h 6858000"/>
              <a:gd name="connsiteX392" fmla="*/ 2124090 w 7467600"/>
              <a:gd name="connsiteY392" fmla="*/ 6761017 h 6858000"/>
              <a:gd name="connsiteX393" fmla="*/ 2200380 w 7467600"/>
              <a:gd name="connsiteY393" fmla="*/ 6858000 h 6858000"/>
              <a:gd name="connsiteX394" fmla="*/ 2147507 w 7467600"/>
              <a:gd name="connsiteY394" fmla="*/ 6858000 h 6858000"/>
              <a:gd name="connsiteX395" fmla="*/ 2070668 w 7467600"/>
              <a:gd name="connsiteY395" fmla="*/ 6761520 h 6858000"/>
              <a:gd name="connsiteX396" fmla="*/ 1975142 w 7467600"/>
              <a:gd name="connsiteY396" fmla="*/ 6585570 h 6858000"/>
              <a:gd name="connsiteX397" fmla="*/ 2050035 w 7467600"/>
              <a:gd name="connsiteY397" fmla="*/ 6813345 h 6858000"/>
              <a:gd name="connsiteX398" fmla="*/ 2063025 w 7467600"/>
              <a:gd name="connsiteY398" fmla="*/ 6858000 h 6858000"/>
              <a:gd name="connsiteX399" fmla="*/ 2021675 w 7467600"/>
              <a:gd name="connsiteY399" fmla="*/ 6858000 h 6858000"/>
              <a:gd name="connsiteX400" fmla="*/ 2019308 w 7467600"/>
              <a:gd name="connsiteY400" fmla="*/ 6847118 h 6858000"/>
              <a:gd name="connsiteX401" fmla="*/ 1938835 w 7467600"/>
              <a:gd name="connsiteY401" fmla="*/ 6551160 h 6858000"/>
              <a:gd name="connsiteX402" fmla="*/ 1953230 w 7467600"/>
              <a:gd name="connsiteY402" fmla="*/ 6759699 h 6858000"/>
              <a:gd name="connsiteX403" fmla="*/ 1956763 w 7467600"/>
              <a:gd name="connsiteY403" fmla="*/ 6778191 h 6858000"/>
              <a:gd name="connsiteX404" fmla="*/ 1967925 w 7467600"/>
              <a:gd name="connsiteY404" fmla="*/ 6858000 h 6858000"/>
              <a:gd name="connsiteX405" fmla="*/ 1936622 w 7467600"/>
              <a:gd name="connsiteY405" fmla="*/ 6858000 h 6858000"/>
              <a:gd name="connsiteX406" fmla="*/ 1926261 w 7467600"/>
              <a:gd name="connsiteY406" fmla="*/ 6784064 h 6858000"/>
              <a:gd name="connsiteX407" fmla="*/ 1922724 w 7467600"/>
              <a:gd name="connsiteY407" fmla="*/ 6765577 h 6858000"/>
              <a:gd name="connsiteX408" fmla="*/ 1904650 w 7467600"/>
              <a:gd name="connsiteY408" fmla="*/ 6639616 h 6858000"/>
              <a:gd name="connsiteX409" fmla="*/ 1885273 w 7467600"/>
              <a:gd name="connsiteY409" fmla="*/ 6858000 h 6858000"/>
              <a:gd name="connsiteX410" fmla="*/ 1854363 w 7467600"/>
              <a:gd name="connsiteY410" fmla="*/ 6858000 h 6858000"/>
              <a:gd name="connsiteX411" fmla="*/ 1880391 w 7467600"/>
              <a:gd name="connsiteY411" fmla="*/ 6603796 h 6858000"/>
              <a:gd name="connsiteX412" fmla="*/ 1818273 w 7467600"/>
              <a:gd name="connsiteY412" fmla="*/ 6715729 h 6858000"/>
              <a:gd name="connsiteX413" fmla="*/ 1794691 w 7467600"/>
              <a:gd name="connsiteY413" fmla="*/ 6843239 h 6858000"/>
              <a:gd name="connsiteX414" fmla="*/ 1794914 w 7467600"/>
              <a:gd name="connsiteY414" fmla="*/ 6858000 h 6858000"/>
              <a:gd name="connsiteX415" fmla="*/ 1746128 w 7467600"/>
              <a:gd name="connsiteY415" fmla="*/ 6858000 h 6858000"/>
              <a:gd name="connsiteX416" fmla="*/ 1753934 w 7467600"/>
              <a:gd name="connsiteY416" fmla="*/ 6724796 h 6858000"/>
              <a:gd name="connsiteX417" fmla="*/ 1792053 w 7467600"/>
              <a:gd name="connsiteY417" fmla="*/ 6572396 h 6858000"/>
              <a:gd name="connsiteX418" fmla="*/ 1862248 w 7467600"/>
              <a:gd name="connsiteY418" fmla="*/ 6266397 h 6858000"/>
              <a:gd name="connsiteX419" fmla="*/ 1862250 w 7467600"/>
              <a:gd name="connsiteY419" fmla="*/ 6033531 h 6858000"/>
              <a:gd name="connsiteX420" fmla="*/ 1211999 w 7467600"/>
              <a:gd name="connsiteY420" fmla="*/ 6683610 h 6858000"/>
              <a:gd name="connsiteX421" fmla="*/ 1213266 w 7467600"/>
              <a:gd name="connsiteY421" fmla="*/ 6691947 h 6858000"/>
              <a:gd name="connsiteX422" fmla="*/ 1203370 w 7467600"/>
              <a:gd name="connsiteY422" fmla="*/ 6850676 h 6858000"/>
              <a:gd name="connsiteX423" fmla="*/ 1203671 w 7467600"/>
              <a:gd name="connsiteY423" fmla="*/ 6858000 h 6858000"/>
              <a:gd name="connsiteX424" fmla="*/ 1143180 w 7467600"/>
              <a:gd name="connsiteY424" fmla="*/ 6858000 h 6858000"/>
              <a:gd name="connsiteX425" fmla="*/ 1142176 w 7467600"/>
              <a:gd name="connsiteY425" fmla="*/ 6766045 h 6858000"/>
              <a:gd name="connsiteX426" fmla="*/ 1067484 w 7467600"/>
              <a:gd name="connsiteY426" fmla="*/ 6858000 h 6858000"/>
              <a:gd name="connsiteX427" fmla="*/ 953928 w 7467600"/>
              <a:gd name="connsiteY427" fmla="*/ 6858000 h 6858000"/>
              <a:gd name="connsiteX428" fmla="*/ 959715 w 7467600"/>
              <a:gd name="connsiteY428" fmla="*/ 6850185 h 6858000"/>
              <a:gd name="connsiteX429" fmla="*/ 1483788 w 7467600"/>
              <a:gd name="connsiteY429" fmla="*/ 6259174 h 6858000"/>
              <a:gd name="connsiteX430" fmla="*/ 1100671 w 7467600"/>
              <a:gd name="connsiteY430" fmla="*/ 6252137 h 6858000"/>
              <a:gd name="connsiteX431" fmla="*/ 1090144 w 7467600"/>
              <a:gd name="connsiteY431" fmla="*/ 6256748 h 6858000"/>
              <a:gd name="connsiteX432" fmla="*/ 1095872 w 7467600"/>
              <a:gd name="connsiteY432" fmla="*/ 6271892 h 6858000"/>
              <a:gd name="connsiteX433" fmla="*/ 262785 w 7467600"/>
              <a:gd name="connsiteY433" fmla="*/ 6845450 h 6858000"/>
              <a:gd name="connsiteX434" fmla="*/ 209968 w 7467600"/>
              <a:gd name="connsiteY434" fmla="*/ 6770713 h 6858000"/>
              <a:gd name="connsiteX435" fmla="*/ 873460 w 7467600"/>
              <a:gd name="connsiteY435" fmla="*/ 6253768 h 6858000"/>
              <a:gd name="connsiteX436" fmla="*/ 192686 w 7467600"/>
              <a:gd name="connsiteY436" fmla="*/ 5849257 h 6858000"/>
              <a:gd name="connsiteX437" fmla="*/ 4696 w 7467600"/>
              <a:gd name="connsiteY437" fmla="*/ 5697668 h 6858000"/>
              <a:gd name="connsiteX438" fmla="*/ 0 w 7467600"/>
              <a:gd name="connsiteY438" fmla="*/ 5689984 h 6858000"/>
              <a:gd name="connsiteX439" fmla="*/ 0 w 7467600"/>
              <a:gd name="connsiteY439" fmla="*/ 5513472 h 6858000"/>
              <a:gd name="connsiteX440" fmla="*/ 174101 w 7467600"/>
              <a:gd name="connsiteY440" fmla="*/ 5620277 h 6858000"/>
              <a:gd name="connsiteX441" fmla="*/ 891800 w 7467600"/>
              <a:gd name="connsiteY441" fmla="*/ 6036935 h 6858000"/>
              <a:gd name="connsiteX442" fmla="*/ 1072219 w 7467600"/>
              <a:gd name="connsiteY442" fmla="*/ 6169443 h 6858000"/>
              <a:gd name="connsiteX443" fmla="*/ 1074117 w 7467600"/>
              <a:gd name="connsiteY443" fmla="*/ 6170301 h 6858000"/>
              <a:gd name="connsiteX444" fmla="*/ 1083114 w 7467600"/>
              <a:gd name="connsiteY444" fmla="*/ 6174131 h 6858000"/>
              <a:gd name="connsiteX445" fmla="*/ 1543010 w 7467600"/>
              <a:gd name="connsiteY445" fmla="*/ 6191140 h 6858000"/>
              <a:gd name="connsiteX446" fmla="*/ 1551080 w 7467600"/>
              <a:gd name="connsiteY446" fmla="*/ 6195006 h 6858000"/>
              <a:gd name="connsiteX447" fmla="*/ 2345443 w 7467600"/>
              <a:gd name="connsiteY447" fmla="*/ 5549882 h 6858000"/>
              <a:gd name="connsiteX448" fmla="*/ 1721499 w 7467600"/>
              <a:gd name="connsiteY448" fmla="*/ 5599969 h 6858000"/>
              <a:gd name="connsiteX449" fmla="*/ 767716 w 7467600"/>
              <a:gd name="connsiteY449" fmla="*/ 5472768 h 6858000"/>
              <a:gd name="connsiteX450" fmla="*/ 722147 w 7467600"/>
              <a:gd name="connsiteY450" fmla="*/ 5393091 h 6858000"/>
              <a:gd name="connsiteX451" fmla="*/ 1485552 w 7467600"/>
              <a:gd name="connsiteY451" fmla="*/ 5313202 h 6858000"/>
              <a:gd name="connsiteX452" fmla="*/ 2143004 w 7467600"/>
              <a:gd name="connsiteY452" fmla="*/ 5402420 h 6858000"/>
              <a:gd name="connsiteX453" fmla="*/ 1933391 w 7467600"/>
              <a:gd name="connsiteY453" fmla="*/ 5156971 h 6858000"/>
              <a:gd name="connsiteX454" fmla="*/ 1827118 w 7467600"/>
              <a:gd name="connsiteY454" fmla="*/ 4968410 h 6858000"/>
              <a:gd name="connsiteX455" fmla="*/ 1837349 w 7467600"/>
              <a:gd name="connsiteY455" fmla="*/ 4956357 h 6858000"/>
              <a:gd name="connsiteX456" fmla="*/ 2162835 w 7467600"/>
              <a:gd name="connsiteY456" fmla="*/ 5187853 h 6858000"/>
              <a:gd name="connsiteX457" fmla="*/ 2257167 w 7467600"/>
              <a:gd name="connsiteY457" fmla="*/ 5462123 h 6858000"/>
              <a:gd name="connsiteX458" fmla="*/ 2261598 w 7467600"/>
              <a:gd name="connsiteY458" fmla="*/ 5467998 h 6858000"/>
              <a:gd name="connsiteX459" fmla="*/ 2437177 w 7467600"/>
              <a:gd name="connsiteY459" fmla="*/ 5479608 h 6858000"/>
              <a:gd name="connsiteX460" fmla="*/ 2445247 w 7467600"/>
              <a:gd name="connsiteY460" fmla="*/ 5483476 h 6858000"/>
              <a:gd name="connsiteX461" fmla="*/ 2743626 w 7467600"/>
              <a:gd name="connsiteY461" fmla="*/ 5304819 h 6858000"/>
              <a:gd name="connsiteX462" fmla="*/ 3048102 w 7467600"/>
              <a:gd name="connsiteY462" fmla="*/ 5150595 h 6858000"/>
              <a:gd name="connsiteX463" fmla="*/ 1799414 w 7467600"/>
              <a:gd name="connsiteY463" fmla="*/ 4694732 h 6858000"/>
              <a:gd name="connsiteX464" fmla="*/ 1771735 w 7467600"/>
              <a:gd name="connsiteY464" fmla="*/ 4619929 h 6858000"/>
              <a:gd name="connsiteX465" fmla="*/ 3104273 w 7467600"/>
              <a:gd name="connsiteY465" fmla="*/ 5076159 h 6858000"/>
              <a:gd name="connsiteX466" fmla="*/ 3113245 w 7467600"/>
              <a:gd name="connsiteY466" fmla="*/ 5090705 h 6858000"/>
              <a:gd name="connsiteX467" fmla="*/ 3126294 w 7467600"/>
              <a:gd name="connsiteY467" fmla="*/ 5114400 h 6858000"/>
              <a:gd name="connsiteX468" fmla="*/ 3937433 w 7467600"/>
              <a:gd name="connsiteY468" fmla="*/ 4830473 h 6858000"/>
              <a:gd name="connsiteX469" fmla="*/ 3590475 w 7467600"/>
              <a:gd name="connsiteY469" fmla="*/ 4597974 h 6858000"/>
              <a:gd name="connsiteX470" fmla="*/ 3100264 w 7467600"/>
              <a:gd name="connsiteY470" fmla="*/ 4579845 h 6858000"/>
              <a:gd name="connsiteX471" fmla="*/ 2183576 w 7467600"/>
              <a:gd name="connsiteY471" fmla="*/ 4227150 h 6858000"/>
              <a:gd name="connsiteX472" fmla="*/ 2151029 w 7467600"/>
              <a:gd name="connsiteY472" fmla="*/ 4146947 h 6858000"/>
              <a:gd name="connsiteX473" fmla="*/ 3563434 w 7467600"/>
              <a:gd name="connsiteY473" fmla="*/ 4469115 h 6858000"/>
              <a:gd name="connsiteX474" fmla="*/ 3177952 w 7467600"/>
              <a:gd name="connsiteY474" fmla="*/ 3657386 h 6858000"/>
              <a:gd name="connsiteX475" fmla="*/ 3189263 w 7467600"/>
              <a:gd name="connsiteY475" fmla="*/ 3625726 h 6858000"/>
              <a:gd name="connsiteX476" fmla="*/ 3560912 w 7467600"/>
              <a:gd name="connsiteY476" fmla="*/ 4079863 h 6858000"/>
              <a:gd name="connsiteX477" fmla="*/ 3626636 w 7467600"/>
              <a:gd name="connsiteY477" fmla="*/ 4512230 h 6858000"/>
              <a:gd name="connsiteX478" fmla="*/ 3653088 w 7467600"/>
              <a:gd name="connsiteY478" fmla="*/ 4521417 h 6858000"/>
              <a:gd name="connsiteX479" fmla="*/ 3988128 w 7467600"/>
              <a:gd name="connsiteY479" fmla="*/ 4817267 h 6858000"/>
              <a:gd name="connsiteX480" fmla="*/ 4830582 w 7467600"/>
              <a:gd name="connsiteY480" fmla="*/ 4676000 h 6858000"/>
              <a:gd name="connsiteX481" fmla="*/ 4830100 w 7467600"/>
              <a:gd name="connsiteY481" fmla="*/ 4675554 h 6858000"/>
              <a:gd name="connsiteX482" fmla="*/ 4036318 w 7467600"/>
              <a:gd name="connsiteY482" fmla="*/ 4147013 h 6858000"/>
              <a:gd name="connsiteX483" fmla="*/ 3432098 w 7467600"/>
              <a:gd name="connsiteY483" fmla="*/ 3537312 h 6858000"/>
              <a:gd name="connsiteX484" fmla="*/ 3446761 w 7467600"/>
              <a:gd name="connsiteY484" fmla="*/ 3461278 h 6858000"/>
              <a:gd name="connsiteX485" fmla="*/ 4419733 w 7467600"/>
              <a:gd name="connsiteY485" fmla="*/ 3963555 h 6858000"/>
              <a:gd name="connsiteX486" fmla="*/ 4781371 w 7467600"/>
              <a:gd name="connsiteY486" fmla="*/ 4458604 h 6858000"/>
              <a:gd name="connsiteX487" fmla="*/ 4780440 w 7467600"/>
              <a:gd name="connsiteY487" fmla="*/ 4470290 h 6858000"/>
              <a:gd name="connsiteX488" fmla="*/ 4898954 w 7467600"/>
              <a:gd name="connsiteY488" fmla="*/ 4662092 h 6858000"/>
              <a:gd name="connsiteX489" fmla="*/ 4900699 w 7467600"/>
              <a:gd name="connsiteY489" fmla="*/ 4670867 h 6858000"/>
              <a:gd name="connsiteX490" fmla="*/ 5714511 w 7467600"/>
              <a:gd name="connsiteY490" fmla="*/ 4663483 h 6858000"/>
              <a:gd name="connsiteX491" fmla="*/ 5464793 w 7467600"/>
              <a:gd name="connsiteY491" fmla="*/ 4393556 h 6858000"/>
              <a:gd name="connsiteX492" fmla="*/ 5461897 w 7467600"/>
              <a:gd name="connsiteY492" fmla="*/ 4390879 h 6858000"/>
              <a:gd name="connsiteX493" fmla="*/ 4294126 w 7467600"/>
              <a:gd name="connsiteY493" fmla="*/ 3303048 h 6858000"/>
              <a:gd name="connsiteX494" fmla="*/ 4305321 w 7467600"/>
              <a:gd name="connsiteY494" fmla="*/ 3256953 h 6858000"/>
              <a:gd name="connsiteX495" fmla="*/ 4949299 w 7467600"/>
              <a:gd name="connsiteY495" fmla="*/ 3766336 h 6858000"/>
              <a:gd name="connsiteX496" fmla="*/ 5291452 w 7467600"/>
              <a:gd name="connsiteY496" fmla="*/ 4076801 h 6858000"/>
              <a:gd name="connsiteX497" fmla="*/ 5434998 w 7467600"/>
              <a:gd name="connsiteY497" fmla="*/ 4254100 h 6858000"/>
              <a:gd name="connsiteX498" fmla="*/ 5351015 w 7467600"/>
              <a:gd name="connsiteY498" fmla="*/ 3760989 h 6858000"/>
              <a:gd name="connsiteX499" fmla="*/ 5413780 w 7467600"/>
              <a:gd name="connsiteY499" fmla="*/ 2966265 h 6858000"/>
              <a:gd name="connsiteX500" fmla="*/ 5425627 w 7467600"/>
              <a:gd name="connsiteY500" fmla="*/ 2954192 h 6858000"/>
              <a:gd name="connsiteX501" fmla="*/ 6604735 w 7467600"/>
              <a:gd name="connsiteY501" fmla="*/ 2041381 h 6858000"/>
              <a:gd name="connsiteX502" fmla="*/ 7204487 w 7467600"/>
              <a:gd name="connsiteY502" fmla="*/ 2742112 h 6858000"/>
              <a:gd name="connsiteX503" fmla="*/ 7131592 w 7467600"/>
              <a:gd name="connsiteY503" fmla="*/ 2672096 h 6858000"/>
              <a:gd name="connsiteX504" fmla="*/ 6996344 w 7467600"/>
              <a:gd name="connsiteY504" fmla="*/ 2518310 h 6858000"/>
              <a:gd name="connsiteX505" fmla="*/ 6735495 w 7467600"/>
              <a:gd name="connsiteY505" fmla="*/ 2196890 h 6858000"/>
              <a:gd name="connsiteX506" fmla="*/ 6721901 w 7467600"/>
              <a:gd name="connsiteY506" fmla="*/ 2179274 h 6858000"/>
              <a:gd name="connsiteX507" fmla="*/ 6604735 w 7467600"/>
              <a:gd name="connsiteY507" fmla="*/ 2041381 h 6858000"/>
              <a:gd name="connsiteX508" fmla="*/ 6591670 w 7467600"/>
              <a:gd name="connsiteY508" fmla="*/ 1988277 h 6858000"/>
              <a:gd name="connsiteX509" fmla="*/ 6747349 w 7467600"/>
              <a:gd name="connsiteY509" fmla="*/ 2160069 h 6858000"/>
              <a:gd name="connsiteX510" fmla="*/ 6760943 w 7467600"/>
              <a:gd name="connsiteY510" fmla="*/ 2177686 h 6858000"/>
              <a:gd name="connsiteX511" fmla="*/ 7021065 w 7467600"/>
              <a:gd name="connsiteY511" fmla="*/ 2498102 h 6858000"/>
              <a:gd name="connsiteX512" fmla="*/ 7155223 w 7467600"/>
              <a:gd name="connsiteY512" fmla="*/ 2650386 h 6858000"/>
              <a:gd name="connsiteX513" fmla="*/ 7203167 w 7467600"/>
              <a:gd name="connsiteY513" fmla="*/ 2697288 h 6858000"/>
              <a:gd name="connsiteX514" fmla="*/ 6937703 w 7467600"/>
              <a:gd name="connsiteY514" fmla="*/ 2321981 h 6858000"/>
              <a:gd name="connsiteX515" fmla="*/ 6591670 w 7467600"/>
              <a:gd name="connsiteY515" fmla="*/ 1988277 h 6858000"/>
              <a:gd name="connsiteX516" fmla="*/ 5798671 w 7467600"/>
              <a:gd name="connsiteY516" fmla="*/ 1981601 h 6858000"/>
              <a:gd name="connsiteX517" fmla="*/ 5754709 w 7467600"/>
              <a:gd name="connsiteY517" fmla="*/ 2071454 h 6858000"/>
              <a:gd name="connsiteX518" fmla="*/ 5763044 w 7467600"/>
              <a:gd name="connsiteY518" fmla="*/ 2842206 h 6858000"/>
              <a:gd name="connsiteX519" fmla="*/ 5764974 w 7467600"/>
              <a:gd name="connsiteY519" fmla="*/ 2799609 h 6858000"/>
              <a:gd name="connsiteX520" fmla="*/ 5767665 w 7467600"/>
              <a:gd name="connsiteY520" fmla="*/ 2666409 h 6858000"/>
              <a:gd name="connsiteX521" fmla="*/ 5763055 w 7467600"/>
              <a:gd name="connsiteY521" fmla="*/ 2579705 h 6858000"/>
              <a:gd name="connsiteX522" fmla="*/ 5758079 w 7467600"/>
              <a:gd name="connsiteY522" fmla="*/ 2492508 h 6858000"/>
              <a:gd name="connsiteX523" fmla="*/ 5779325 w 7467600"/>
              <a:gd name="connsiteY523" fmla="*/ 2197069 h 6858000"/>
              <a:gd name="connsiteX524" fmla="*/ 5798671 w 7467600"/>
              <a:gd name="connsiteY524" fmla="*/ 1981601 h 6858000"/>
              <a:gd name="connsiteX525" fmla="*/ 5829202 w 7467600"/>
              <a:gd name="connsiteY525" fmla="*/ 1971679 h 6858000"/>
              <a:gd name="connsiteX526" fmla="*/ 5809558 w 7467600"/>
              <a:gd name="connsiteY526" fmla="*/ 2198043 h 6858000"/>
              <a:gd name="connsiteX527" fmla="*/ 5788653 w 7467600"/>
              <a:gd name="connsiteY527" fmla="*/ 2489430 h 6858000"/>
              <a:gd name="connsiteX528" fmla="*/ 5793439 w 7467600"/>
              <a:gd name="connsiteY528" fmla="*/ 2575235 h 6858000"/>
              <a:gd name="connsiteX529" fmla="*/ 5796837 w 7467600"/>
              <a:gd name="connsiteY529" fmla="*/ 2637633 h 6858000"/>
              <a:gd name="connsiteX530" fmla="*/ 5818614 w 7467600"/>
              <a:gd name="connsiteY530" fmla="*/ 2473055 h 6858000"/>
              <a:gd name="connsiteX531" fmla="*/ 5829202 w 7467600"/>
              <a:gd name="connsiteY531" fmla="*/ 1971679 h 6858000"/>
              <a:gd name="connsiteX532" fmla="*/ 5911389 w 7467600"/>
              <a:gd name="connsiteY532" fmla="*/ 1898371 h 6858000"/>
              <a:gd name="connsiteX533" fmla="*/ 6237627 w 7467600"/>
              <a:gd name="connsiteY533" fmla="*/ 2231921 h 6858000"/>
              <a:gd name="connsiteX534" fmla="*/ 5911389 w 7467600"/>
              <a:gd name="connsiteY534" fmla="*/ 1898371 h 6858000"/>
              <a:gd name="connsiteX535" fmla="*/ 6944437 w 7467600"/>
              <a:gd name="connsiteY535" fmla="*/ 1575402 h 6858000"/>
              <a:gd name="connsiteX536" fmla="*/ 6304730 w 7467600"/>
              <a:gd name="connsiteY536" fmla="*/ 1766654 h 6858000"/>
              <a:gd name="connsiteX537" fmla="*/ 6944437 w 7467600"/>
              <a:gd name="connsiteY537" fmla="*/ 1575402 h 6858000"/>
              <a:gd name="connsiteX538" fmla="*/ 7019523 w 7467600"/>
              <a:gd name="connsiteY538" fmla="*/ 1519450 h 6858000"/>
              <a:gd name="connsiteX539" fmla="*/ 6298091 w 7467600"/>
              <a:gd name="connsiteY539" fmla="*/ 1737122 h 6858000"/>
              <a:gd name="connsiteX540" fmla="*/ 7019523 w 7467600"/>
              <a:gd name="connsiteY540" fmla="*/ 1519450 h 6858000"/>
              <a:gd name="connsiteX541" fmla="*/ 2399523 w 7467600"/>
              <a:gd name="connsiteY541" fmla="*/ 1428234 h 6858000"/>
              <a:gd name="connsiteX542" fmla="*/ 2224982 w 7467600"/>
              <a:gd name="connsiteY542" fmla="*/ 1826201 h 6858000"/>
              <a:gd name="connsiteX543" fmla="*/ 2096099 w 7467600"/>
              <a:gd name="connsiteY543" fmla="*/ 2345900 h 6858000"/>
              <a:gd name="connsiteX544" fmla="*/ 2283317 w 7467600"/>
              <a:gd name="connsiteY544" fmla="*/ 1796925 h 6858000"/>
              <a:gd name="connsiteX545" fmla="*/ 2399523 w 7467600"/>
              <a:gd name="connsiteY545" fmla="*/ 1428234 h 6858000"/>
              <a:gd name="connsiteX546" fmla="*/ 2448558 w 7467600"/>
              <a:gd name="connsiteY546" fmla="*/ 1373435 h 6858000"/>
              <a:gd name="connsiteX547" fmla="*/ 2312521 w 7467600"/>
              <a:gd name="connsiteY547" fmla="*/ 1806140 h 6858000"/>
              <a:gd name="connsiteX548" fmla="*/ 2127533 w 7467600"/>
              <a:gd name="connsiteY548" fmla="*/ 2348380 h 6858000"/>
              <a:gd name="connsiteX549" fmla="*/ 2358080 w 7467600"/>
              <a:gd name="connsiteY549" fmla="*/ 1866134 h 6858000"/>
              <a:gd name="connsiteX550" fmla="*/ 2407436 w 7467600"/>
              <a:gd name="connsiteY550" fmla="*/ 1651070 h 6858000"/>
              <a:gd name="connsiteX551" fmla="*/ 2448558 w 7467600"/>
              <a:gd name="connsiteY551" fmla="*/ 1373435 h 6858000"/>
              <a:gd name="connsiteX552" fmla="*/ 278707 w 7467600"/>
              <a:gd name="connsiteY552" fmla="*/ 1352270 h 6858000"/>
              <a:gd name="connsiteX553" fmla="*/ 321570 w 7467600"/>
              <a:gd name="connsiteY553" fmla="*/ 1861610 h 6858000"/>
              <a:gd name="connsiteX554" fmla="*/ 294281 w 7467600"/>
              <a:gd name="connsiteY554" fmla="*/ 1440658 h 6858000"/>
              <a:gd name="connsiteX555" fmla="*/ 278707 w 7467600"/>
              <a:gd name="connsiteY555" fmla="*/ 1352270 h 6858000"/>
              <a:gd name="connsiteX556" fmla="*/ 1423821 w 7467600"/>
              <a:gd name="connsiteY556" fmla="*/ 1351958 h 6858000"/>
              <a:gd name="connsiteX557" fmla="*/ 1638521 w 7467600"/>
              <a:gd name="connsiteY557" fmla="*/ 1908470 h 6858000"/>
              <a:gd name="connsiteX558" fmla="*/ 1754199 w 7467600"/>
              <a:gd name="connsiteY558" fmla="*/ 2149284 h 6858000"/>
              <a:gd name="connsiteX559" fmla="*/ 1908359 w 7467600"/>
              <a:gd name="connsiteY559" fmla="*/ 2364988 h 6858000"/>
              <a:gd name="connsiteX560" fmla="*/ 1647661 w 7467600"/>
              <a:gd name="connsiteY560" fmla="*/ 1825945 h 6858000"/>
              <a:gd name="connsiteX561" fmla="*/ 1423821 w 7467600"/>
              <a:gd name="connsiteY561" fmla="*/ 1351958 h 6858000"/>
              <a:gd name="connsiteX562" fmla="*/ 1431890 w 7467600"/>
              <a:gd name="connsiteY562" fmla="*/ 1306475 h 6858000"/>
              <a:gd name="connsiteX563" fmla="*/ 1507597 w 7467600"/>
              <a:gd name="connsiteY563" fmla="*/ 1446132 h 6858000"/>
              <a:gd name="connsiteX564" fmla="*/ 1674586 w 7467600"/>
              <a:gd name="connsiteY564" fmla="*/ 1813832 h 6858000"/>
              <a:gd name="connsiteX565" fmla="*/ 1815950 w 7467600"/>
              <a:gd name="connsiteY565" fmla="*/ 2128564 h 6858000"/>
              <a:gd name="connsiteX566" fmla="*/ 1984242 w 7467600"/>
              <a:gd name="connsiteY566" fmla="*/ 2430829 h 6858000"/>
              <a:gd name="connsiteX567" fmla="*/ 2014023 w 7467600"/>
              <a:gd name="connsiteY567" fmla="*/ 2450995 h 6858000"/>
              <a:gd name="connsiteX568" fmla="*/ 1747337 w 7467600"/>
              <a:gd name="connsiteY568" fmla="*/ 1855264 h 6858000"/>
              <a:gd name="connsiteX569" fmla="*/ 1533749 w 7467600"/>
              <a:gd name="connsiteY569" fmla="*/ 1478656 h 6858000"/>
              <a:gd name="connsiteX570" fmla="*/ 1431890 w 7467600"/>
              <a:gd name="connsiteY570" fmla="*/ 1306475 h 6858000"/>
              <a:gd name="connsiteX571" fmla="*/ 5052692 w 7467600"/>
              <a:gd name="connsiteY571" fmla="*/ 1292994 h 6858000"/>
              <a:gd name="connsiteX572" fmla="*/ 5200661 w 7467600"/>
              <a:gd name="connsiteY572" fmla="*/ 1635186 h 6858000"/>
              <a:gd name="connsiteX573" fmla="*/ 5297138 w 7467600"/>
              <a:gd name="connsiteY573" fmla="*/ 1906351 h 6858000"/>
              <a:gd name="connsiteX574" fmla="*/ 5052692 w 7467600"/>
              <a:gd name="connsiteY574" fmla="*/ 1292994 h 6858000"/>
              <a:gd name="connsiteX575" fmla="*/ 5009948 w 7467600"/>
              <a:gd name="connsiteY575" fmla="*/ 1273619 h 6858000"/>
              <a:gd name="connsiteX576" fmla="*/ 5121777 w 7467600"/>
              <a:gd name="connsiteY576" fmla="*/ 1654213 h 6858000"/>
              <a:gd name="connsiteX577" fmla="*/ 5293545 w 7467600"/>
              <a:gd name="connsiteY577" fmla="*/ 2072247 h 6858000"/>
              <a:gd name="connsiteX578" fmla="*/ 5294042 w 7467600"/>
              <a:gd name="connsiteY578" fmla="*/ 2065019 h 6858000"/>
              <a:gd name="connsiteX579" fmla="*/ 5171936 w 7467600"/>
              <a:gd name="connsiteY579" fmla="*/ 1647613 h 6858000"/>
              <a:gd name="connsiteX580" fmla="*/ 5009948 w 7467600"/>
              <a:gd name="connsiteY580" fmla="*/ 1273619 h 6858000"/>
              <a:gd name="connsiteX581" fmla="*/ 655236 w 7467600"/>
              <a:gd name="connsiteY581" fmla="*/ 1268632 h 6858000"/>
              <a:gd name="connsiteX582" fmla="*/ 839521 w 7467600"/>
              <a:gd name="connsiteY582" fmla="*/ 1685315 h 6858000"/>
              <a:gd name="connsiteX583" fmla="*/ 1109416 w 7467600"/>
              <a:gd name="connsiteY583" fmla="*/ 2061663 h 6858000"/>
              <a:gd name="connsiteX584" fmla="*/ 1298300 w 7467600"/>
              <a:gd name="connsiteY584" fmla="*/ 2247742 h 6858000"/>
              <a:gd name="connsiteX585" fmla="*/ 1125871 w 7467600"/>
              <a:gd name="connsiteY585" fmla="*/ 1989513 h 6858000"/>
              <a:gd name="connsiteX586" fmla="*/ 981574 w 7467600"/>
              <a:gd name="connsiteY586" fmla="*/ 1783157 h 6858000"/>
              <a:gd name="connsiteX587" fmla="*/ 922198 w 7467600"/>
              <a:gd name="connsiteY587" fmla="*/ 1677437 h 6858000"/>
              <a:gd name="connsiteX588" fmla="*/ 869293 w 7467600"/>
              <a:gd name="connsiteY588" fmla="*/ 1583214 h 6858000"/>
              <a:gd name="connsiteX589" fmla="*/ 751431 w 7467600"/>
              <a:gd name="connsiteY589" fmla="*/ 1405731 h 6858000"/>
              <a:gd name="connsiteX590" fmla="*/ 655236 w 7467600"/>
              <a:gd name="connsiteY590" fmla="*/ 1268632 h 6858000"/>
              <a:gd name="connsiteX591" fmla="*/ 6516292 w 7467600"/>
              <a:gd name="connsiteY591" fmla="*/ 1263064 h 6858000"/>
              <a:gd name="connsiteX592" fmla="*/ 5736320 w 7467600"/>
              <a:gd name="connsiteY592" fmla="*/ 1501803 h 6858000"/>
              <a:gd name="connsiteX593" fmla="*/ 6516292 w 7467600"/>
              <a:gd name="connsiteY593" fmla="*/ 1263064 h 6858000"/>
              <a:gd name="connsiteX594" fmla="*/ 291466 w 7467600"/>
              <a:gd name="connsiteY594" fmla="*/ 1250369 h 6858000"/>
              <a:gd name="connsiteX595" fmla="*/ 323180 w 7467600"/>
              <a:gd name="connsiteY595" fmla="*/ 1435283 h 6858000"/>
              <a:gd name="connsiteX596" fmla="*/ 349381 w 7467600"/>
              <a:gd name="connsiteY596" fmla="*/ 1875041 h 6858000"/>
              <a:gd name="connsiteX597" fmla="*/ 374363 w 7467600"/>
              <a:gd name="connsiteY597" fmla="*/ 1506494 h 6858000"/>
              <a:gd name="connsiteX598" fmla="*/ 302168 w 7467600"/>
              <a:gd name="connsiteY598" fmla="*/ 1274495 h 6858000"/>
              <a:gd name="connsiteX599" fmla="*/ 291466 w 7467600"/>
              <a:gd name="connsiteY599" fmla="*/ 1250369 h 6858000"/>
              <a:gd name="connsiteX600" fmla="*/ 678222 w 7467600"/>
              <a:gd name="connsiteY600" fmla="*/ 1248670 h 6858000"/>
              <a:gd name="connsiteX601" fmla="*/ 775536 w 7467600"/>
              <a:gd name="connsiteY601" fmla="*/ 1388015 h 6858000"/>
              <a:gd name="connsiteX602" fmla="*/ 894529 w 7467600"/>
              <a:gd name="connsiteY602" fmla="*/ 1567739 h 6858000"/>
              <a:gd name="connsiteX603" fmla="*/ 948000 w 7467600"/>
              <a:gd name="connsiteY603" fmla="*/ 1663088 h 6858000"/>
              <a:gd name="connsiteX604" fmla="*/ 1006812 w 7467600"/>
              <a:gd name="connsiteY604" fmla="*/ 1767683 h 6858000"/>
              <a:gd name="connsiteX605" fmla="*/ 1149133 w 7467600"/>
              <a:gd name="connsiteY605" fmla="*/ 1971513 h 6858000"/>
              <a:gd name="connsiteX606" fmla="*/ 1333952 w 7467600"/>
              <a:gd name="connsiteY606" fmla="*/ 2251620 h 6858000"/>
              <a:gd name="connsiteX607" fmla="*/ 1337329 w 7467600"/>
              <a:gd name="connsiteY607" fmla="*/ 2258350 h 6858000"/>
              <a:gd name="connsiteX608" fmla="*/ 1014726 w 7467600"/>
              <a:gd name="connsiteY608" fmla="*/ 1615556 h 6858000"/>
              <a:gd name="connsiteX609" fmla="*/ 678222 w 7467600"/>
              <a:gd name="connsiteY609" fmla="*/ 1248670 h 6858000"/>
              <a:gd name="connsiteX610" fmla="*/ 6691602 w 7467600"/>
              <a:gd name="connsiteY610" fmla="*/ 1140573 h 6858000"/>
              <a:gd name="connsiteX611" fmla="*/ 6571100 w 7467600"/>
              <a:gd name="connsiteY611" fmla="*/ 1183662 h 6858000"/>
              <a:gd name="connsiteX612" fmla="*/ 6241687 w 7467600"/>
              <a:gd name="connsiteY612" fmla="*/ 1257600 h 6858000"/>
              <a:gd name="connsiteX613" fmla="*/ 5693009 w 7467600"/>
              <a:gd name="connsiteY613" fmla="*/ 1478256 h 6858000"/>
              <a:gd name="connsiteX614" fmla="*/ 6548420 w 7467600"/>
              <a:gd name="connsiteY614" fmla="*/ 1214599 h 6858000"/>
              <a:gd name="connsiteX615" fmla="*/ 6605473 w 7467600"/>
              <a:gd name="connsiteY615" fmla="*/ 1184686 h 6858000"/>
              <a:gd name="connsiteX616" fmla="*/ 6691602 w 7467600"/>
              <a:gd name="connsiteY616" fmla="*/ 1140573 h 6858000"/>
              <a:gd name="connsiteX617" fmla="*/ 4002475 w 7467600"/>
              <a:gd name="connsiteY617" fmla="*/ 1037802 h 6858000"/>
              <a:gd name="connsiteX618" fmla="*/ 4000324 w 7467600"/>
              <a:gd name="connsiteY618" fmla="*/ 1039362 h 6858000"/>
              <a:gd name="connsiteX619" fmla="*/ 4002862 w 7467600"/>
              <a:gd name="connsiteY619" fmla="*/ 1042866 h 6858000"/>
              <a:gd name="connsiteX620" fmla="*/ 4002475 w 7467600"/>
              <a:gd name="connsiteY620" fmla="*/ 1037802 h 6858000"/>
              <a:gd name="connsiteX621" fmla="*/ 506322 w 7467600"/>
              <a:gd name="connsiteY621" fmla="*/ 1020997 h 6858000"/>
              <a:gd name="connsiteX622" fmla="*/ 533068 w 7467600"/>
              <a:gd name="connsiteY622" fmla="*/ 1029409 h 6858000"/>
              <a:gd name="connsiteX623" fmla="*/ 1232525 w 7467600"/>
              <a:gd name="connsiteY623" fmla="*/ 1804675 h 6858000"/>
              <a:gd name="connsiteX624" fmla="*/ 1388858 w 7467600"/>
              <a:gd name="connsiteY624" fmla="*/ 2368011 h 6858000"/>
              <a:gd name="connsiteX625" fmla="*/ 1384098 w 7467600"/>
              <a:gd name="connsiteY625" fmla="*/ 2378125 h 6858000"/>
              <a:gd name="connsiteX626" fmla="*/ 1425393 w 7467600"/>
              <a:gd name="connsiteY626" fmla="*/ 2589124 h 6858000"/>
              <a:gd name="connsiteX627" fmla="*/ 1424001 w 7467600"/>
              <a:gd name="connsiteY627" fmla="*/ 2597541 h 6858000"/>
              <a:gd name="connsiteX628" fmla="*/ 2152729 w 7467600"/>
              <a:gd name="connsiteY628" fmla="*/ 2864487 h 6858000"/>
              <a:gd name="connsiteX629" fmla="*/ 2020609 w 7467600"/>
              <a:gd name="connsiteY629" fmla="*/ 2539671 h 6858000"/>
              <a:gd name="connsiteX630" fmla="*/ 2018920 w 7467600"/>
              <a:gd name="connsiteY630" fmla="*/ 2536309 h 6858000"/>
              <a:gd name="connsiteX631" fmla="*/ 1342441 w 7467600"/>
              <a:gd name="connsiteY631" fmla="*/ 1173017 h 6858000"/>
              <a:gd name="connsiteX632" fmla="*/ 1367925 w 7467600"/>
              <a:gd name="connsiteY632" fmla="*/ 1135648 h 6858000"/>
              <a:gd name="connsiteX633" fmla="*/ 1771401 w 7467600"/>
              <a:gd name="connsiteY633" fmla="*/ 1806673 h 6858000"/>
              <a:gd name="connsiteX634" fmla="*/ 1972385 w 7467600"/>
              <a:gd name="connsiteY634" fmla="*/ 2198735 h 6858000"/>
              <a:gd name="connsiteX635" fmla="*/ 2040892 w 7467600"/>
              <a:gd name="connsiteY635" fmla="*/ 2405205 h 6858000"/>
              <a:gd name="connsiteX636" fmla="*/ 2131689 w 7467600"/>
              <a:gd name="connsiteY636" fmla="*/ 1936926 h 6858000"/>
              <a:gd name="connsiteX637" fmla="*/ 2454820 w 7467600"/>
              <a:gd name="connsiteY637" fmla="*/ 1248808 h 6858000"/>
              <a:gd name="connsiteX638" fmla="*/ 2492512 w 7467600"/>
              <a:gd name="connsiteY638" fmla="*/ 1302920 h 6858000"/>
              <a:gd name="connsiteX639" fmla="*/ 2081216 w 7467600"/>
              <a:gd name="connsiteY639" fmla="*/ 2527513 h 6858000"/>
              <a:gd name="connsiteX640" fmla="*/ 2081211 w 7467600"/>
              <a:gd name="connsiteY640" fmla="*/ 2528916 h 6858000"/>
              <a:gd name="connsiteX641" fmla="*/ 2199067 w 7467600"/>
              <a:gd name="connsiteY641" fmla="*/ 2884061 h 6858000"/>
              <a:gd name="connsiteX642" fmla="*/ 3192586 w 7467600"/>
              <a:gd name="connsiteY642" fmla="*/ 3411496 h 6858000"/>
              <a:gd name="connsiteX643" fmla="*/ 3182620 w 7467600"/>
              <a:gd name="connsiteY643" fmla="*/ 3483279 h 6858000"/>
              <a:gd name="connsiteX644" fmla="*/ 2435119 w 7467600"/>
              <a:gd name="connsiteY644" fmla="*/ 3080173 h 6858000"/>
              <a:gd name="connsiteX645" fmla="*/ 2410152 w 7467600"/>
              <a:gd name="connsiteY645" fmla="*/ 3063751 h 6858000"/>
              <a:gd name="connsiteX646" fmla="*/ 2408099 w 7467600"/>
              <a:gd name="connsiteY646" fmla="*/ 3064403 h 6858000"/>
              <a:gd name="connsiteX647" fmla="*/ 2407218 w 7467600"/>
              <a:gd name="connsiteY647" fmla="*/ 3070324 h 6858000"/>
              <a:gd name="connsiteX648" fmla="*/ 2380138 w 7467600"/>
              <a:gd name="connsiteY648" fmla="*/ 3099341 h 6858000"/>
              <a:gd name="connsiteX649" fmla="*/ 1765923 w 7467600"/>
              <a:gd name="connsiteY649" fmla="*/ 3581043 h 6858000"/>
              <a:gd name="connsiteX650" fmla="*/ 1702258 w 7467600"/>
              <a:gd name="connsiteY650" fmla="*/ 3612286 h 6858000"/>
              <a:gd name="connsiteX651" fmla="*/ 1538370 w 7467600"/>
              <a:gd name="connsiteY651" fmla="*/ 3811804 h 6858000"/>
              <a:gd name="connsiteX652" fmla="*/ 542867 w 7467600"/>
              <a:gd name="connsiteY652" fmla="*/ 4944092 h 6858000"/>
              <a:gd name="connsiteX653" fmla="*/ 515800 w 7467600"/>
              <a:gd name="connsiteY653" fmla="*/ 4862180 h 6858000"/>
              <a:gd name="connsiteX654" fmla="*/ 909145 w 7467600"/>
              <a:gd name="connsiteY654" fmla="*/ 4199225 h 6858000"/>
              <a:gd name="connsiteX655" fmla="*/ 1214067 w 7467600"/>
              <a:gd name="connsiteY655" fmla="*/ 3908561 h 6858000"/>
              <a:gd name="connsiteX656" fmla="*/ 640967 w 7467600"/>
              <a:gd name="connsiteY656" fmla="*/ 4105601 h 6858000"/>
              <a:gd name="connsiteX657" fmla="*/ 112563 w 7467600"/>
              <a:gd name="connsiteY657" fmla="*/ 4396952 h 6858000"/>
              <a:gd name="connsiteX658" fmla="*/ 0 w 7467600"/>
              <a:gd name="connsiteY658" fmla="*/ 4466006 h 6858000"/>
              <a:gd name="connsiteX659" fmla="*/ 0 w 7467600"/>
              <a:gd name="connsiteY659" fmla="*/ 4233763 h 6858000"/>
              <a:gd name="connsiteX660" fmla="*/ 36881 w 7467600"/>
              <a:gd name="connsiteY660" fmla="*/ 4200118 h 6858000"/>
              <a:gd name="connsiteX661" fmla="*/ 910534 w 7467600"/>
              <a:gd name="connsiteY661" fmla="*/ 3629753 h 6858000"/>
              <a:gd name="connsiteX662" fmla="*/ 1578717 w 7467600"/>
              <a:gd name="connsiteY662" fmla="*/ 3575982 h 6858000"/>
              <a:gd name="connsiteX663" fmla="*/ 2338780 w 7467600"/>
              <a:gd name="connsiteY663" fmla="*/ 3033725 h 6858000"/>
              <a:gd name="connsiteX664" fmla="*/ 1807991 w 7467600"/>
              <a:gd name="connsiteY664" fmla="*/ 2807184 h 6858000"/>
              <a:gd name="connsiteX665" fmla="*/ 1416358 w 7467600"/>
              <a:gd name="connsiteY665" fmla="*/ 3112571 h 6858000"/>
              <a:gd name="connsiteX666" fmla="*/ 939066 w 7467600"/>
              <a:gd name="connsiteY666" fmla="*/ 3378798 h 6858000"/>
              <a:gd name="connsiteX667" fmla="*/ 115099 w 7467600"/>
              <a:gd name="connsiteY667" fmla="*/ 3607650 h 6858000"/>
              <a:gd name="connsiteX668" fmla="*/ 97284 w 7467600"/>
              <a:gd name="connsiteY668" fmla="*/ 3520393 h 6858000"/>
              <a:gd name="connsiteX669" fmla="*/ 922050 w 7467600"/>
              <a:gd name="connsiteY669" fmla="*/ 3074867 h 6858000"/>
              <a:gd name="connsiteX670" fmla="*/ 1405265 w 7467600"/>
              <a:gd name="connsiteY670" fmla="*/ 3016319 h 6858000"/>
              <a:gd name="connsiteX671" fmla="*/ 1407512 w 7467600"/>
              <a:gd name="connsiteY671" fmla="*/ 3018001 h 6858000"/>
              <a:gd name="connsiteX672" fmla="*/ 1726266 w 7467600"/>
              <a:gd name="connsiteY672" fmla="*/ 2777274 h 6858000"/>
              <a:gd name="connsiteX673" fmla="*/ 625390 w 7467600"/>
              <a:gd name="connsiteY673" fmla="*/ 2514541 h 6858000"/>
              <a:gd name="connsiteX674" fmla="*/ 619799 w 7467600"/>
              <a:gd name="connsiteY674" fmla="*/ 2527180 h 6858000"/>
              <a:gd name="connsiteX675" fmla="*/ 310030 w 7467600"/>
              <a:gd name="connsiteY675" fmla="*/ 2771818 h 6858000"/>
              <a:gd name="connsiteX676" fmla="*/ 173877 w 7467600"/>
              <a:gd name="connsiteY676" fmla="*/ 2937056 h 6858000"/>
              <a:gd name="connsiteX677" fmla="*/ 77889 w 7467600"/>
              <a:gd name="connsiteY677" fmla="*/ 3138440 h 6858000"/>
              <a:gd name="connsiteX678" fmla="*/ 0 w 7467600"/>
              <a:gd name="connsiteY678" fmla="*/ 3271395 h 6858000"/>
              <a:gd name="connsiteX679" fmla="*/ 0 w 7467600"/>
              <a:gd name="connsiteY679" fmla="*/ 3153002 h 6858000"/>
              <a:gd name="connsiteX680" fmla="*/ 2386 w 7467600"/>
              <a:gd name="connsiteY680" fmla="*/ 3149203 h 6858000"/>
              <a:gd name="connsiteX681" fmla="*/ 89753 w 7467600"/>
              <a:gd name="connsiteY681" fmla="*/ 2987702 h 6858000"/>
              <a:gd name="connsiteX682" fmla="*/ 76869 w 7467600"/>
              <a:gd name="connsiteY682" fmla="*/ 3005404 h 6858000"/>
              <a:gd name="connsiteX683" fmla="*/ 32049 w 7467600"/>
              <a:gd name="connsiteY683" fmla="*/ 3065814 h 6858000"/>
              <a:gd name="connsiteX684" fmla="*/ 0 w 7467600"/>
              <a:gd name="connsiteY684" fmla="*/ 3108744 h 6858000"/>
              <a:gd name="connsiteX685" fmla="*/ 0 w 7467600"/>
              <a:gd name="connsiteY685" fmla="*/ 3058059 h 6858000"/>
              <a:gd name="connsiteX686" fmla="*/ 7610 w 7467600"/>
              <a:gd name="connsiteY686" fmla="*/ 3047889 h 6858000"/>
              <a:gd name="connsiteX687" fmla="*/ 52419 w 7467600"/>
              <a:gd name="connsiteY687" fmla="*/ 2987479 h 6858000"/>
              <a:gd name="connsiteX688" fmla="*/ 59142 w 7467600"/>
              <a:gd name="connsiteY688" fmla="*/ 2978488 h 6858000"/>
              <a:gd name="connsiteX689" fmla="*/ 0 w 7467600"/>
              <a:gd name="connsiteY689" fmla="*/ 3015334 h 6858000"/>
              <a:gd name="connsiteX690" fmla="*/ 0 w 7467600"/>
              <a:gd name="connsiteY690" fmla="*/ 2914286 h 6858000"/>
              <a:gd name="connsiteX691" fmla="*/ 36383 w 7467600"/>
              <a:gd name="connsiteY691" fmla="*/ 2901128 h 6858000"/>
              <a:gd name="connsiteX692" fmla="*/ 156329 w 7467600"/>
              <a:gd name="connsiteY692" fmla="*/ 2840533 h 6858000"/>
              <a:gd name="connsiteX693" fmla="*/ 358355 w 7467600"/>
              <a:gd name="connsiteY693" fmla="*/ 2620471 h 6858000"/>
              <a:gd name="connsiteX694" fmla="*/ 510577 w 7467600"/>
              <a:gd name="connsiteY694" fmla="*/ 2501244 h 6858000"/>
              <a:gd name="connsiteX695" fmla="*/ 211967 w 7467600"/>
              <a:gd name="connsiteY695" fmla="*/ 2479171 h 6858000"/>
              <a:gd name="connsiteX696" fmla="*/ 0 w 7467600"/>
              <a:gd name="connsiteY696" fmla="*/ 2476398 h 6858000"/>
              <a:gd name="connsiteX697" fmla="*/ 0 w 7467600"/>
              <a:gd name="connsiteY697" fmla="*/ 2389189 h 6858000"/>
              <a:gd name="connsiteX698" fmla="*/ 103062 w 7467600"/>
              <a:gd name="connsiteY698" fmla="*/ 2389518 h 6858000"/>
              <a:gd name="connsiteX699" fmla="*/ 510734 w 7467600"/>
              <a:gd name="connsiteY699" fmla="*/ 2416201 h 6858000"/>
              <a:gd name="connsiteX700" fmla="*/ 279257 w 7467600"/>
              <a:gd name="connsiteY700" fmla="*/ 2092102 h 6858000"/>
              <a:gd name="connsiteX701" fmla="*/ 65265 w 7467600"/>
              <a:gd name="connsiteY701" fmla="*/ 2006049 h 6858000"/>
              <a:gd name="connsiteX702" fmla="*/ 0 w 7467600"/>
              <a:gd name="connsiteY702" fmla="*/ 1982532 h 6858000"/>
              <a:gd name="connsiteX703" fmla="*/ 0 w 7467600"/>
              <a:gd name="connsiteY703" fmla="*/ 1912789 h 6858000"/>
              <a:gd name="connsiteX704" fmla="*/ 97460 w 7467600"/>
              <a:gd name="connsiteY704" fmla="*/ 1953725 h 6858000"/>
              <a:gd name="connsiteX705" fmla="*/ 221272 w 7467600"/>
              <a:gd name="connsiteY705" fmla="*/ 1980766 h 6858000"/>
              <a:gd name="connsiteX706" fmla="*/ 116765 w 7467600"/>
              <a:gd name="connsiteY706" fmla="*/ 1911033 h 6858000"/>
              <a:gd name="connsiteX707" fmla="*/ 16405 w 7467600"/>
              <a:gd name="connsiteY707" fmla="*/ 1803412 h 6858000"/>
              <a:gd name="connsiteX708" fmla="*/ 0 w 7467600"/>
              <a:gd name="connsiteY708" fmla="*/ 1784777 h 6858000"/>
              <a:gd name="connsiteX709" fmla="*/ 0 w 7467600"/>
              <a:gd name="connsiteY709" fmla="*/ 1740082 h 6858000"/>
              <a:gd name="connsiteX710" fmla="*/ 39394 w 7467600"/>
              <a:gd name="connsiteY710" fmla="*/ 1784856 h 6858000"/>
              <a:gd name="connsiteX711" fmla="*/ 135813 w 7467600"/>
              <a:gd name="connsiteY711" fmla="*/ 1888838 h 6858000"/>
              <a:gd name="connsiteX712" fmla="*/ 242575 w 7467600"/>
              <a:gd name="connsiteY712" fmla="*/ 1958841 h 6858000"/>
              <a:gd name="connsiteX713" fmla="*/ 82197 w 7467600"/>
              <a:gd name="connsiteY713" fmla="*/ 1754826 h 6858000"/>
              <a:gd name="connsiteX714" fmla="*/ 0 w 7467600"/>
              <a:gd name="connsiteY714" fmla="*/ 1679650 h 6858000"/>
              <a:gd name="connsiteX715" fmla="*/ 0 w 7467600"/>
              <a:gd name="connsiteY715" fmla="*/ 1602463 h 6858000"/>
              <a:gd name="connsiteX716" fmla="*/ 84689 w 7467600"/>
              <a:gd name="connsiteY716" fmla="*/ 1677442 h 6858000"/>
              <a:gd name="connsiteX717" fmla="*/ 298437 w 7467600"/>
              <a:gd name="connsiteY717" fmla="*/ 1968019 h 6858000"/>
              <a:gd name="connsiteX718" fmla="*/ 227269 w 7467600"/>
              <a:gd name="connsiteY718" fmla="*/ 1114064 h 6858000"/>
              <a:gd name="connsiteX719" fmla="*/ 248003 w 7467600"/>
              <a:gd name="connsiteY719" fmla="*/ 1089613 h 6858000"/>
              <a:gd name="connsiteX720" fmla="*/ 427020 w 7467600"/>
              <a:gd name="connsiteY720" fmla="*/ 1619803 h 6858000"/>
              <a:gd name="connsiteX721" fmla="*/ 340345 w 7467600"/>
              <a:gd name="connsiteY721" fmla="*/ 2027739 h 6858000"/>
              <a:gd name="connsiteX722" fmla="*/ 360865 w 7467600"/>
              <a:gd name="connsiteY722" fmla="*/ 2044827 h 6858000"/>
              <a:gd name="connsiteX723" fmla="*/ 560414 w 7467600"/>
              <a:gd name="connsiteY723" fmla="*/ 2421457 h 6858000"/>
              <a:gd name="connsiteX724" fmla="*/ 1359703 w 7467600"/>
              <a:gd name="connsiteY724" fmla="*/ 2578554 h 6858000"/>
              <a:gd name="connsiteX725" fmla="*/ 1359422 w 7467600"/>
              <a:gd name="connsiteY725" fmla="*/ 2577994 h 6858000"/>
              <a:gd name="connsiteX726" fmla="*/ 828701 w 7467600"/>
              <a:gd name="connsiteY726" fmla="*/ 1839520 h 6858000"/>
              <a:gd name="connsiteX727" fmla="*/ 494427 w 7467600"/>
              <a:gd name="connsiteY727" fmla="*/ 1092333 h 6858000"/>
              <a:gd name="connsiteX728" fmla="*/ 506322 w 7467600"/>
              <a:gd name="connsiteY728" fmla="*/ 1020997 h 6858000"/>
              <a:gd name="connsiteX729" fmla="*/ 4570198 w 7467600"/>
              <a:gd name="connsiteY729" fmla="*/ 978081 h 6858000"/>
              <a:gd name="connsiteX730" fmla="*/ 4523691 w 7467600"/>
              <a:gd name="connsiteY730" fmla="*/ 1127776 h 6858000"/>
              <a:gd name="connsiteX731" fmla="*/ 4509875 w 7467600"/>
              <a:gd name="connsiteY731" fmla="*/ 1167552 h 6858000"/>
              <a:gd name="connsiteX732" fmla="*/ 4478168 w 7467600"/>
              <a:gd name="connsiteY732" fmla="*/ 1260735 h 6858000"/>
              <a:gd name="connsiteX733" fmla="*/ 4409309 w 7467600"/>
              <a:gd name="connsiteY733" fmla="*/ 1666996 h 6858000"/>
              <a:gd name="connsiteX734" fmla="*/ 4370031 w 7467600"/>
              <a:gd name="connsiteY734" fmla="*/ 1955666 h 6858000"/>
              <a:gd name="connsiteX735" fmla="*/ 4570198 w 7467600"/>
              <a:gd name="connsiteY735" fmla="*/ 978081 h 6858000"/>
              <a:gd name="connsiteX736" fmla="*/ 4557898 w 7467600"/>
              <a:gd name="connsiteY736" fmla="*/ 900011 h 6858000"/>
              <a:gd name="connsiteX737" fmla="*/ 4344840 w 7467600"/>
              <a:gd name="connsiteY737" fmla="*/ 1922038 h 6858000"/>
              <a:gd name="connsiteX738" fmla="*/ 4378710 w 7467600"/>
              <a:gd name="connsiteY738" fmla="*/ 1665516 h 6858000"/>
              <a:gd name="connsiteX739" fmla="*/ 4448798 w 7467600"/>
              <a:gd name="connsiteY739" fmla="*/ 1253024 h 6858000"/>
              <a:gd name="connsiteX740" fmla="*/ 4480315 w 7467600"/>
              <a:gd name="connsiteY740" fmla="*/ 1158454 h 6858000"/>
              <a:gd name="connsiteX741" fmla="*/ 4494133 w 7467600"/>
              <a:gd name="connsiteY741" fmla="*/ 1118676 h 6858000"/>
              <a:gd name="connsiteX742" fmla="*/ 4557898 w 7467600"/>
              <a:gd name="connsiteY742" fmla="*/ 900011 h 6858000"/>
              <a:gd name="connsiteX743" fmla="*/ 5870151 w 7467600"/>
              <a:gd name="connsiteY743" fmla="*/ 898890 h 6858000"/>
              <a:gd name="connsiteX744" fmla="*/ 5861335 w 7467600"/>
              <a:gd name="connsiteY744" fmla="*/ 899177 h 6858000"/>
              <a:gd name="connsiteX745" fmla="*/ 5843702 w 7467600"/>
              <a:gd name="connsiteY745" fmla="*/ 899748 h 6858000"/>
              <a:gd name="connsiteX746" fmla="*/ 5651107 w 7467600"/>
              <a:gd name="connsiteY746" fmla="*/ 920306 h 6858000"/>
              <a:gd name="connsiteX747" fmla="*/ 5459407 w 7467600"/>
              <a:gd name="connsiteY747" fmla="*/ 940975 h 6858000"/>
              <a:gd name="connsiteX748" fmla="*/ 5374846 w 7467600"/>
              <a:gd name="connsiteY748" fmla="*/ 941988 h 6858000"/>
              <a:gd name="connsiteX749" fmla="*/ 5256105 w 7467600"/>
              <a:gd name="connsiteY749" fmla="*/ 945632 h 6858000"/>
              <a:gd name="connsiteX750" fmla="*/ 5107071 w 7467600"/>
              <a:gd name="connsiteY750" fmla="*/ 969720 h 6858000"/>
              <a:gd name="connsiteX751" fmla="*/ 4998681 w 7467600"/>
              <a:gd name="connsiteY751" fmla="*/ 988771 h 6858000"/>
              <a:gd name="connsiteX752" fmla="*/ 5870151 w 7467600"/>
              <a:gd name="connsiteY752" fmla="*/ 898890 h 6858000"/>
              <a:gd name="connsiteX753" fmla="*/ 5504425 w 7467600"/>
              <a:gd name="connsiteY753" fmla="*/ 848067 h 6858000"/>
              <a:gd name="connsiteX754" fmla="*/ 4968849 w 7467600"/>
              <a:gd name="connsiteY754" fmla="*/ 962318 h 6858000"/>
              <a:gd name="connsiteX755" fmla="*/ 5104039 w 7467600"/>
              <a:gd name="connsiteY755" fmla="*/ 940634 h 6858000"/>
              <a:gd name="connsiteX756" fmla="*/ 5256311 w 7467600"/>
              <a:gd name="connsiteY756" fmla="*/ 916490 h 6858000"/>
              <a:gd name="connsiteX757" fmla="*/ 5377381 w 7467600"/>
              <a:gd name="connsiteY757" fmla="*/ 912671 h 6858000"/>
              <a:gd name="connsiteX758" fmla="*/ 5460148 w 7467600"/>
              <a:gd name="connsiteY758" fmla="*/ 911442 h 6858000"/>
              <a:gd name="connsiteX759" fmla="*/ 5648971 w 7467600"/>
              <a:gd name="connsiteY759" fmla="*/ 891331 h 6858000"/>
              <a:gd name="connsiteX760" fmla="*/ 5844807 w 7467600"/>
              <a:gd name="connsiteY760" fmla="*/ 870718 h 6858000"/>
              <a:gd name="connsiteX761" fmla="*/ 5862975 w 7467600"/>
              <a:gd name="connsiteY761" fmla="*/ 869756 h 6858000"/>
              <a:gd name="connsiteX762" fmla="*/ 5920887 w 7467600"/>
              <a:gd name="connsiteY762" fmla="*/ 865929 h 6858000"/>
              <a:gd name="connsiteX763" fmla="*/ 5504425 w 7467600"/>
              <a:gd name="connsiteY763" fmla="*/ 848067 h 6858000"/>
              <a:gd name="connsiteX764" fmla="*/ 3607114 w 7467600"/>
              <a:gd name="connsiteY764" fmla="*/ 467441 h 6858000"/>
              <a:gd name="connsiteX765" fmla="*/ 3296242 w 7467600"/>
              <a:gd name="connsiteY765" fmla="*/ 807991 h 6858000"/>
              <a:gd name="connsiteX766" fmla="*/ 3174674 w 7467600"/>
              <a:gd name="connsiteY766" fmla="*/ 919759 h 6858000"/>
              <a:gd name="connsiteX767" fmla="*/ 3042978 w 7467600"/>
              <a:gd name="connsiteY767" fmla="*/ 1054894 h 6858000"/>
              <a:gd name="connsiteX768" fmla="*/ 2968914 w 7467600"/>
              <a:gd name="connsiteY768" fmla="*/ 1133756 h 6858000"/>
              <a:gd name="connsiteX769" fmla="*/ 3103823 w 7467600"/>
              <a:gd name="connsiteY769" fmla="*/ 1026814 h 6858000"/>
              <a:gd name="connsiteX770" fmla="*/ 3607114 w 7467600"/>
              <a:gd name="connsiteY770" fmla="*/ 467441 h 6858000"/>
              <a:gd name="connsiteX771" fmla="*/ 3744487 w 7467600"/>
              <a:gd name="connsiteY771" fmla="*/ 383136 h 6858000"/>
              <a:gd name="connsiteX772" fmla="*/ 3970213 w 7467600"/>
              <a:gd name="connsiteY772" fmla="*/ 995559 h 6858000"/>
              <a:gd name="connsiteX773" fmla="*/ 3744487 w 7467600"/>
              <a:gd name="connsiteY773" fmla="*/ 383136 h 6858000"/>
              <a:gd name="connsiteX774" fmla="*/ 3624562 w 7467600"/>
              <a:gd name="connsiteY774" fmla="*/ 367041 h 6858000"/>
              <a:gd name="connsiteX775" fmla="*/ 3489712 w 7467600"/>
              <a:gd name="connsiteY775" fmla="*/ 485386 h 6858000"/>
              <a:gd name="connsiteX776" fmla="*/ 3182994 w 7467600"/>
              <a:gd name="connsiteY776" fmla="*/ 828265 h 6858000"/>
              <a:gd name="connsiteX777" fmla="*/ 2892114 w 7467600"/>
              <a:gd name="connsiteY777" fmla="*/ 1172635 h 6858000"/>
              <a:gd name="connsiteX778" fmla="*/ 3021459 w 7467600"/>
              <a:gd name="connsiteY778" fmla="*/ 1035385 h 6858000"/>
              <a:gd name="connsiteX779" fmla="*/ 3153873 w 7467600"/>
              <a:gd name="connsiteY779" fmla="*/ 898971 h 6858000"/>
              <a:gd name="connsiteX780" fmla="*/ 3276511 w 7467600"/>
              <a:gd name="connsiteY780" fmla="*/ 786423 h 6858000"/>
              <a:gd name="connsiteX781" fmla="*/ 3584154 w 7467600"/>
              <a:gd name="connsiteY781" fmla="*/ 448218 h 6858000"/>
              <a:gd name="connsiteX782" fmla="*/ 3624562 w 7467600"/>
              <a:gd name="connsiteY782" fmla="*/ 367041 h 6858000"/>
              <a:gd name="connsiteX783" fmla="*/ 3766672 w 7467600"/>
              <a:gd name="connsiteY783" fmla="*/ 359429 h 6858000"/>
              <a:gd name="connsiteX784" fmla="*/ 3996338 w 7467600"/>
              <a:gd name="connsiteY784" fmla="*/ 968237 h 6858000"/>
              <a:gd name="connsiteX785" fmla="*/ 3766672 w 7467600"/>
              <a:gd name="connsiteY785" fmla="*/ 359429 h 6858000"/>
              <a:gd name="connsiteX786" fmla="*/ 5805386 w 7467600"/>
              <a:gd name="connsiteY786" fmla="*/ 239240 h 6858000"/>
              <a:gd name="connsiteX787" fmla="*/ 5736947 w 7467600"/>
              <a:gd name="connsiteY787" fmla="*/ 261367 h 6858000"/>
              <a:gd name="connsiteX788" fmla="*/ 5427012 w 7467600"/>
              <a:gd name="connsiteY788" fmla="*/ 311272 h 6858000"/>
              <a:gd name="connsiteX789" fmla="*/ 5147818 w 7467600"/>
              <a:gd name="connsiteY789" fmla="*/ 322112 h 6858000"/>
              <a:gd name="connsiteX790" fmla="*/ 5060854 w 7467600"/>
              <a:gd name="connsiteY790" fmla="*/ 311882 h 6858000"/>
              <a:gd name="connsiteX791" fmla="*/ 4945989 w 7467600"/>
              <a:gd name="connsiteY791" fmla="*/ 300516 h 6858000"/>
              <a:gd name="connsiteX792" fmla="*/ 5410479 w 7467600"/>
              <a:gd name="connsiteY792" fmla="*/ 348434 h 6858000"/>
              <a:gd name="connsiteX793" fmla="*/ 5805386 w 7467600"/>
              <a:gd name="connsiteY793" fmla="*/ 239240 h 6858000"/>
              <a:gd name="connsiteX794" fmla="*/ 5905192 w 7467600"/>
              <a:gd name="connsiteY794" fmla="*/ 163079 h 6858000"/>
              <a:gd name="connsiteX795" fmla="*/ 5865655 w 7467600"/>
              <a:gd name="connsiteY795" fmla="*/ 171901 h 6858000"/>
              <a:gd name="connsiteX796" fmla="*/ 5259740 w 7467600"/>
              <a:gd name="connsiteY796" fmla="*/ 257013 h 6858000"/>
              <a:gd name="connsiteX797" fmla="*/ 5208466 w 7467600"/>
              <a:gd name="connsiteY797" fmla="*/ 257550 h 6858000"/>
              <a:gd name="connsiteX798" fmla="*/ 4980204 w 7467600"/>
              <a:gd name="connsiteY798" fmla="*/ 271903 h 6858000"/>
              <a:gd name="connsiteX799" fmla="*/ 5068068 w 7467600"/>
              <a:gd name="connsiteY799" fmla="*/ 282244 h 6858000"/>
              <a:gd name="connsiteX800" fmla="*/ 5153231 w 7467600"/>
              <a:gd name="connsiteY800" fmla="*/ 292240 h 6858000"/>
              <a:gd name="connsiteX801" fmla="*/ 5426491 w 7467600"/>
              <a:gd name="connsiteY801" fmla="*/ 281128 h 6858000"/>
              <a:gd name="connsiteX802" fmla="*/ 5731212 w 7467600"/>
              <a:gd name="connsiteY802" fmla="*/ 231951 h 6858000"/>
              <a:gd name="connsiteX803" fmla="*/ 5905192 w 7467600"/>
              <a:gd name="connsiteY803" fmla="*/ 163079 h 6858000"/>
              <a:gd name="connsiteX804" fmla="*/ 5944437 w 7467600"/>
              <a:gd name="connsiteY804" fmla="*/ 113829 h 6858000"/>
              <a:gd name="connsiteX805" fmla="*/ 5825032 w 7467600"/>
              <a:gd name="connsiteY805" fmla="*/ 146405 h 6858000"/>
              <a:gd name="connsiteX806" fmla="*/ 4955599 w 7467600"/>
              <a:gd name="connsiteY806" fmla="*/ 247008 h 6858000"/>
              <a:gd name="connsiteX807" fmla="*/ 5210104 w 7467600"/>
              <a:gd name="connsiteY807" fmla="*/ 228123 h 6858000"/>
              <a:gd name="connsiteX808" fmla="*/ 5261015 w 7467600"/>
              <a:gd name="connsiteY808" fmla="*/ 227087 h 6858000"/>
              <a:gd name="connsiteX809" fmla="*/ 5861181 w 7467600"/>
              <a:gd name="connsiteY809" fmla="*/ 143093 h 6858000"/>
              <a:gd name="connsiteX810" fmla="*/ 5961252 w 7467600"/>
              <a:gd name="connsiteY810" fmla="*/ 114820 h 6858000"/>
              <a:gd name="connsiteX811" fmla="*/ 5944437 w 7467600"/>
              <a:gd name="connsiteY811" fmla="*/ 113829 h 6858000"/>
              <a:gd name="connsiteX812" fmla="*/ 3882765 w 7467600"/>
              <a:gd name="connsiteY812" fmla="*/ 0 h 6858000"/>
              <a:gd name="connsiteX813" fmla="*/ 3995099 w 7467600"/>
              <a:gd name="connsiteY813" fmla="*/ 0 h 6858000"/>
              <a:gd name="connsiteX814" fmla="*/ 4163818 w 7467600"/>
              <a:gd name="connsiteY814" fmla="*/ 234104 h 6858000"/>
              <a:gd name="connsiteX815" fmla="*/ 4172099 w 7467600"/>
              <a:gd name="connsiteY815" fmla="*/ 234207 h 6858000"/>
              <a:gd name="connsiteX816" fmla="*/ 4784282 w 7467600"/>
              <a:gd name="connsiteY816" fmla="*/ 276561 h 6858000"/>
              <a:gd name="connsiteX817" fmla="*/ 4801687 w 7467600"/>
              <a:gd name="connsiteY817" fmla="*/ 267764 h 6858000"/>
              <a:gd name="connsiteX818" fmla="*/ 6082788 w 7467600"/>
              <a:gd name="connsiteY818" fmla="*/ 64119 h 6858000"/>
              <a:gd name="connsiteX819" fmla="*/ 6099442 w 7467600"/>
              <a:gd name="connsiteY819" fmla="*/ 82568 h 6858000"/>
              <a:gd name="connsiteX820" fmla="*/ 4804137 w 7467600"/>
              <a:gd name="connsiteY820" fmla="*/ 320931 h 6858000"/>
              <a:gd name="connsiteX821" fmla="*/ 4227047 w 7467600"/>
              <a:gd name="connsiteY821" fmla="*/ 313415 h 6858000"/>
              <a:gd name="connsiteX822" fmla="*/ 4346041 w 7467600"/>
              <a:gd name="connsiteY822" fmla="*/ 456086 h 6858000"/>
              <a:gd name="connsiteX823" fmla="*/ 4870967 w 7467600"/>
              <a:gd name="connsiteY823" fmla="*/ 963061 h 6858000"/>
              <a:gd name="connsiteX824" fmla="*/ 4889647 w 7467600"/>
              <a:gd name="connsiteY824" fmla="*/ 957147 h 6858000"/>
              <a:gd name="connsiteX825" fmla="*/ 5422504 w 7467600"/>
              <a:gd name="connsiteY825" fmla="*/ 805191 h 6858000"/>
              <a:gd name="connsiteX826" fmla="*/ 6087656 w 7467600"/>
              <a:gd name="connsiteY826" fmla="*/ 826703 h 6858000"/>
              <a:gd name="connsiteX827" fmla="*/ 6058717 w 7467600"/>
              <a:gd name="connsiteY827" fmla="*/ 865992 h 6858000"/>
              <a:gd name="connsiteX828" fmla="*/ 4974153 w 7467600"/>
              <a:gd name="connsiteY828" fmla="*/ 1045456 h 6858000"/>
              <a:gd name="connsiteX829" fmla="*/ 5627835 w 7467600"/>
              <a:gd name="connsiteY829" fmla="*/ 1472077 h 6858000"/>
              <a:gd name="connsiteX830" fmla="*/ 5629817 w 7467600"/>
              <a:gd name="connsiteY830" fmla="*/ 1471412 h 6858000"/>
              <a:gd name="connsiteX831" fmla="*/ 5634124 w 7467600"/>
              <a:gd name="connsiteY831" fmla="*/ 1470572 h 6858000"/>
              <a:gd name="connsiteX832" fmla="*/ 5755832 w 7467600"/>
              <a:gd name="connsiteY832" fmla="*/ 1383886 h 6858000"/>
              <a:gd name="connsiteX833" fmla="*/ 6014186 w 7467600"/>
              <a:gd name="connsiteY833" fmla="*/ 1279799 h 6858000"/>
              <a:gd name="connsiteX834" fmla="*/ 6901619 w 7467600"/>
              <a:gd name="connsiteY834" fmla="*/ 1047874 h 6858000"/>
              <a:gd name="connsiteX835" fmla="*/ 6931566 w 7467600"/>
              <a:gd name="connsiteY835" fmla="*/ 1062034 h 6858000"/>
              <a:gd name="connsiteX836" fmla="*/ 5790982 w 7467600"/>
              <a:gd name="connsiteY836" fmla="*/ 1561380 h 6858000"/>
              <a:gd name="connsiteX837" fmla="*/ 6188971 w 7467600"/>
              <a:gd name="connsiteY837" fmla="*/ 1755168 h 6858000"/>
              <a:gd name="connsiteX838" fmla="*/ 6202446 w 7467600"/>
              <a:gd name="connsiteY838" fmla="*/ 1752268 h 6858000"/>
              <a:gd name="connsiteX839" fmla="*/ 7179560 w 7467600"/>
              <a:gd name="connsiteY839" fmla="*/ 1467551 h 6858000"/>
              <a:gd name="connsiteX840" fmla="*/ 7158730 w 7467600"/>
              <a:gd name="connsiteY840" fmla="*/ 1507835 h 6858000"/>
              <a:gd name="connsiteX841" fmla="*/ 6326959 w 7467600"/>
              <a:gd name="connsiteY841" fmla="*/ 1817686 h 6858000"/>
              <a:gd name="connsiteX842" fmla="*/ 6537433 w 7467600"/>
              <a:gd name="connsiteY842" fmla="*/ 1907790 h 6858000"/>
              <a:gd name="connsiteX843" fmla="*/ 6550221 w 7467600"/>
              <a:gd name="connsiteY843" fmla="*/ 1910729 h 6858000"/>
              <a:gd name="connsiteX844" fmla="*/ 6964438 w 7467600"/>
              <a:gd name="connsiteY844" fmla="*/ 2209505 h 6858000"/>
              <a:gd name="connsiteX845" fmla="*/ 7367862 w 7467600"/>
              <a:gd name="connsiteY845" fmla="*/ 2806833 h 6858000"/>
              <a:gd name="connsiteX846" fmla="*/ 7364329 w 7467600"/>
              <a:gd name="connsiteY846" fmla="*/ 2826907 h 6858000"/>
              <a:gd name="connsiteX847" fmla="*/ 7290545 w 7467600"/>
              <a:gd name="connsiteY847" fmla="*/ 2850663 h 6858000"/>
              <a:gd name="connsiteX848" fmla="*/ 6472036 w 7467600"/>
              <a:gd name="connsiteY848" fmla="*/ 1959003 h 6858000"/>
              <a:gd name="connsiteX849" fmla="*/ 5792897 w 7467600"/>
              <a:gd name="connsiteY849" fmla="*/ 1647747 h 6858000"/>
              <a:gd name="connsiteX850" fmla="*/ 5842751 w 7467600"/>
              <a:gd name="connsiteY850" fmla="*/ 1816112 h 6858000"/>
              <a:gd name="connsiteX851" fmla="*/ 5847424 w 7467600"/>
              <a:gd name="connsiteY851" fmla="*/ 1815776 h 6858000"/>
              <a:gd name="connsiteX852" fmla="*/ 6399821 w 7467600"/>
              <a:gd name="connsiteY852" fmla="*/ 2344799 h 6858000"/>
              <a:gd name="connsiteX853" fmla="*/ 6323232 w 7467600"/>
              <a:gd name="connsiteY853" fmla="*/ 2389634 h 6858000"/>
              <a:gd name="connsiteX854" fmla="*/ 5942958 w 7467600"/>
              <a:gd name="connsiteY854" fmla="*/ 2077708 h 6858000"/>
              <a:gd name="connsiteX855" fmla="*/ 5921559 w 7467600"/>
              <a:gd name="connsiteY855" fmla="*/ 2378596 h 6858000"/>
              <a:gd name="connsiteX856" fmla="*/ 5817651 w 7467600"/>
              <a:gd name="connsiteY856" fmla="*/ 3023919 h 6858000"/>
              <a:gd name="connsiteX857" fmla="*/ 5729634 w 7467600"/>
              <a:gd name="connsiteY857" fmla="*/ 3051849 h 6858000"/>
              <a:gd name="connsiteX858" fmla="*/ 5611018 w 7467600"/>
              <a:gd name="connsiteY858" fmla="*/ 2316769 h 6858000"/>
              <a:gd name="connsiteX859" fmla="*/ 5687608 w 7467600"/>
              <a:gd name="connsiteY859" fmla="*/ 2039972 h 6858000"/>
              <a:gd name="connsiteX860" fmla="*/ 5657554 w 7467600"/>
              <a:gd name="connsiteY860" fmla="*/ 1576445 h 6858000"/>
              <a:gd name="connsiteX861" fmla="*/ 5150475 w 7467600"/>
              <a:gd name="connsiteY861" fmla="*/ 1274012 h 6858000"/>
              <a:gd name="connsiteX862" fmla="*/ 5349142 w 7467600"/>
              <a:gd name="connsiteY862" fmla="*/ 2204405 h 6858000"/>
              <a:gd name="connsiteX863" fmla="*/ 5262214 w 7467600"/>
              <a:gd name="connsiteY863" fmla="*/ 2233836 h 6858000"/>
              <a:gd name="connsiteX864" fmla="*/ 4981539 w 7467600"/>
              <a:gd name="connsiteY864" fmla="*/ 1542201 h 6858000"/>
              <a:gd name="connsiteX865" fmla="*/ 4958461 w 7467600"/>
              <a:gd name="connsiteY865" fmla="*/ 1136957 h 6858000"/>
              <a:gd name="connsiteX866" fmla="*/ 4655015 w 7467600"/>
              <a:gd name="connsiteY866" fmla="*/ 891426 h 6858000"/>
              <a:gd name="connsiteX867" fmla="*/ 4348002 w 7467600"/>
              <a:gd name="connsiteY867" fmla="*/ 2205895 h 6858000"/>
              <a:gd name="connsiteX868" fmla="*/ 4262250 w 7467600"/>
              <a:gd name="connsiteY868" fmla="*/ 2219972 h 6858000"/>
              <a:gd name="connsiteX869" fmla="*/ 4550611 w 7467600"/>
              <a:gd name="connsiteY869" fmla="*/ 817540 h 6858000"/>
              <a:gd name="connsiteX870" fmla="*/ 4564418 w 7467600"/>
              <a:gd name="connsiteY870" fmla="*/ 808293 h 6858000"/>
              <a:gd name="connsiteX871" fmla="*/ 4266388 w 7467600"/>
              <a:gd name="connsiteY871" fmla="*/ 500083 h 6858000"/>
              <a:gd name="connsiteX872" fmla="*/ 4032842 w 7467600"/>
              <a:gd name="connsiteY872" fmla="*/ 211809 h 6858000"/>
              <a:gd name="connsiteX873" fmla="*/ 3882765 w 7467600"/>
              <a:gd name="connsiteY873" fmla="*/ 0 h 6858000"/>
              <a:gd name="connsiteX874" fmla="*/ 3721337 w 7467600"/>
              <a:gd name="connsiteY874" fmla="*/ 0 h 6858000"/>
              <a:gd name="connsiteX875" fmla="*/ 3797544 w 7467600"/>
              <a:gd name="connsiteY875" fmla="*/ 0 h 6858000"/>
              <a:gd name="connsiteX876" fmla="*/ 3775734 w 7467600"/>
              <a:gd name="connsiteY876" fmla="*/ 95131 h 6858000"/>
              <a:gd name="connsiteX877" fmla="*/ 3724807 w 7467600"/>
              <a:gd name="connsiteY877" fmla="*/ 272257 h 6858000"/>
              <a:gd name="connsiteX878" fmla="*/ 3726844 w 7467600"/>
              <a:gd name="connsiteY878" fmla="*/ 282988 h 6858000"/>
              <a:gd name="connsiteX879" fmla="*/ 3742664 w 7467600"/>
              <a:gd name="connsiteY879" fmla="*/ 279918 h 6858000"/>
              <a:gd name="connsiteX880" fmla="*/ 4103910 w 7467600"/>
              <a:gd name="connsiteY880" fmla="*/ 1161917 h 6858000"/>
              <a:gd name="connsiteX881" fmla="*/ 4020269 w 7467600"/>
              <a:gd name="connsiteY881" fmla="*/ 1200406 h 6858000"/>
              <a:gd name="connsiteX882" fmla="*/ 3674882 w 7467600"/>
              <a:gd name="connsiteY882" fmla="*/ 488524 h 6858000"/>
              <a:gd name="connsiteX883" fmla="*/ 3132682 w 7467600"/>
              <a:gd name="connsiteY883" fmla="*/ 1072284 h 6858000"/>
              <a:gd name="connsiteX884" fmla="*/ 2716346 w 7467600"/>
              <a:gd name="connsiteY884" fmla="*/ 1276376 h 6858000"/>
              <a:gd name="connsiteX885" fmla="*/ 2716772 w 7467600"/>
              <a:gd name="connsiteY885" fmla="*/ 1255462 h 6858000"/>
              <a:gd name="connsiteX886" fmla="*/ 3471096 w 7467600"/>
              <a:gd name="connsiteY886" fmla="*/ 437072 h 6858000"/>
              <a:gd name="connsiteX887" fmla="*/ 3639057 w 7467600"/>
              <a:gd name="connsiteY887" fmla="*/ 286334 h 6858000"/>
              <a:gd name="connsiteX888" fmla="*/ 3640309 w 7467600"/>
              <a:gd name="connsiteY888" fmla="*/ 284664 h 6858000"/>
              <a:gd name="connsiteX889" fmla="*/ 3646022 w 7467600"/>
              <a:gd name="connsiteY889" fmla="*/ 276711 h 6858000"/>
              <a:gd name="connsiteX890" fmla="*/ 3707943 w 7467600"/>
              <a:gd name="connsiteY890" fmla="*/ 65958 h 6858000"/>
              <a:gd name="connsiteX891" fmla="*/ 3721337 w 7467600"/>
              <a:gd name="connsiteY891" fmla="*/ 0 h 6858000"/>
              <a:gd name="connsiteX892" fmla="*/ 2867960 w 7467600"/>
              <a:gd name="connsiteY892" fmla="*/ 0 h 6858000"/>
              <a:gd name="connsiteX893" fmla="*/ 2926351 w 7467600"/>
              <a:gd name="connsiteY893" fmla="*/ 0 h 6858000"/>
              <a:gd name="connsiteX894" fmla="*/ 2902823 w 7467600"/>
              <a:gd name="connsiteY894" fmla="*/ 262929 h 6858000"/>
              <a:gd name="connsiteX895" fmla="*/ 2940663 w 7467600"/>
              <a:gd name="connsiteY895" fmla="*/ 140884 h 6858000"/>
              <a:gd name="connsiteX896" fmla="*/ 2947039 w 7467600"/>
              <a:gd name="connsiteY896" fmla="*/ 122524 h 6858000"/>
              <a:gd name="connsiteX897" fmla="*/ 2984316 w 7467600"/>
              <a:gd name="connsiteY897" fmla="*/ 0 h 6858000"/>
              <a:gd name="connsiteX898" fmla="*/ 3016114 w 7467600"/>
              <a:gd name="connsiteY898" fmla="*/ 0 h 6858000"/>
              <a:gd name="connsiteX899" fmla="*/ 2979949 w 7467600"/>
              <a:gd name="connsiteY899" fmla="*/ 119274 h 6858000"/>
              <a:gd name="connsiteX900" fmla="*/ 3023879 w 7467600"/>
              <a:gd name="connsiteY900" fmla="*/ 0 h 6858000"/>
              <a:gd name="connsiteX901" fmla="*/ 3105400 w 7467600"/>
              <a:gd name="connsiteY901" fmla="*/ 0 h 6858000"/>
              <a:gd name="connsiteX902" fmla="*/ 3094669 w 7467600"/>
              <a:gd name="connsiteY902" fmla="*/ 30308 h 6858000"/>
              <a:gd name="connsiteX903" fmla="*/ 2901945 w 7467600"/>
              <a:gd name="connsiteY903" fmla="*/ 466538 h 6858000"/>
              <a:gd name="connsiteX904" fmla="*/ 2815209 w 7467600"/>
              <a:gd name="connsiteY904" fmla="*/ 497361 h 6858000"/>
              <a:gd name="connsiteX905" fmla="*/ 2844845 w 7467600"/>
              <a:gd name="connsiteY905" fmla="*/ 127638 h 6858000"/>
              <a:gd name="connsiteX906" fmla="*/ 2867960 w 7467600"/>
              <a:gd name="connsiteY906" fmla="*/ 0 h 6858000"/>
              <a:gd name="connsiteX907" fmla="*/ 1057230 w 7467600"/>
              <a:gd name="connsiteY907" fmla="*/ 0 h 6858000"/>
              <a:gd name="connsiteX908" fmla="*/ 1111003 w 7467600"/>
              <a:gd name="connsiteY908" fmla="*/ 0 h 6858000"/>
              <a:gd name="connsiteX909" fmla="*/ 1125553 w 7467600"/>
              <a:gd name="connsiteY909" fmla="*/ 52588 h 6858000"/>
              <a:gd name="connsiteX910" fmla="*/ 1304276 w 7467600"/>
              <a:gd name="connsiteY910" fmla="*/ 476275 h 6858000"/>
              <a:gd name="connsiteX911" fmla="*/ 1492066 w 7467600"/>
              <a:gd name="connsiteY911" fmla="*/ 886333 h 6858000"/>
              <a:gd name="connsiteX912" fmla="*/ 1423698 w 7467600"/>
              <a:gd name="connsiteY912" fmla="*/ 710817 h 6858000"/>
              <a:gd name="connsiteX913" fmla="*/ 1357609 w 7467600"/>
              <a:gd name="connsiteY913" fmla="*/ 532892 h 6858000"/>
              <a:gd name="connsiteX914" fmla="*/ 1309550 w 7467600"/>
              <a:gd name="connsiteY914" fmla="*/ 374031 h 6858000"/>
              <a:gd name="connsiteX915" fmla="*/ 1193673 w 7467600"/>
              <a:gd name="connsiteY915" fmla="*/ 49533 h 6858000"/>
              <a:gd name="connsiteX916" fmla="*/ 1164391 w 7467600"/>
              <a:gd name="connsiteY916" fmla="*/ 0 h 6858000"/>
              <a:gd name="connsiteX917" fmla="*/ 1200666 w 7467600"/>
              <a:gd name="connsiteY917" fmla="*/ 0 h 6858000"/>
              <a:gd name="connsiteX918" fmla="*/ 1223408 w 7467600"/>
              <a:gd name="connsiteY918" fmla="*/ 38996 h 6858000"/>
              <a:gd name="connsiteX919" fmla="*/ 1339635 w 7467600"/>
              <a:gd name="connsiteY919" fmla="*/ 365517 h 6858000"/>
              <a:gd name="connsiteX920" fmla="*/ 1387469 w 7467600"/>
              <a:gd name="connsiteY920" fmla="*/ 523079 h 6858000"/>
              <a:gd name="connsiteX921" fmla="*/ 1452685 w 7467600"/>
              <a:gd name="connsiteY921" fmla="*/ 699806 h 6858000"/>
              <a:gd name="connsiteX922" fmla="*/ 1492092 w 7467600"/>
              <a:gd name="connsiteY922" fmla="*/ 800424 h 6858000"/>
              <a:gd name="connsiteX923" fmla="*/ 1455302 w 7467600"/>
              <a:gd name="connsiteY923" fmla="*/ 632913 h 6858000"/>
              <a:gd name="connsiteX924" fmla="*/ 1222336 w 7467600"/>
              <a:gd name="connsiteY924" fmla="*/ 9480 h 6858000"/>
              <a:gd name="connsiteX925" fmla="*/ 1214634 w 7467600"/>
              <a:gd name="connsiteY925" fmla="*/ 0 h 6858000"/>
              <a:gd name="connsiteX926" fmla="*/ 1289827 w 7467600"/>
              <a:gd name="connsiteY926" fmla="*/ 0 h 6858000"/>
              <a:gd name="connsiteX927" fmla="*/ 1321076 w 7467600"/>
              <a:gd name="connsiteY927" fmla="*/ 59722 h 6858000"/>
              <a:gd name="connsiteX928" fmla="*/ 1512579 w 7467600"/>
              <a:gd name="connsiteY928" fmla="*/ 626441 h 6858000"/>
              <a:gd name="connsiteX929" fmla="*/ 1506076 w 7467600"/>
              <a:gd name="connsiteY929" fmla="*/ 1089289 h 6858000"/>
              <a:gd name="connsiteX930" fmla="*/ 1486346 w 7467600"/>
              <a:gd name="connsiteY930" fmla="*/ 1079919 h 6858000"/>
              <a:gd name="connsiteX931" fmla="*/ 1070511 w 7467600"/>
              <a:gd name="connsiteY931" fmla="*/ 48609 h 6858000"/>
              <a:gd name="connsiteX932" fmla="*/ 1057230 w 7467600"/>
              <a:gd name="connsiteY932" fmla="*/ 0 h 6858000"/>
              <a:gd name="connsiteX933" fmla="*/ 43151 w 7467600"/>
              <a:gd name="connsiteY933" fmla="*/ 0 h 6858000"/>
              <a:gd name="connsiteX934" fmla="*/ 95283 w 7467600"/>
              <a:gd name="connsiteY934" fmla="*/ 0 h 6858000"/>
              <a:gd name="connsiteX935" fmla="*/ 300708 w 7467600"/>
              <a:gd name="connsiteY935" fmla="*/ 154571 h 6858000"/>
              <a:gd name="connsiteX936" fmla="*/ 530414 w 7467600"/>
              <a:gd name="connsiteY936" fmla="*/ 354673 h 6858000"/>
              <a:gd name="connsiteX937" fmla="*/ 333785 w 7467600"/>
              <a:gd name="connsiteY937" fmla="*/ 161564 h 6858000"/>
              <a:gd name="connsiteX938" fmla="*/ 147005 w 7467600"/>
              <a:gd name="connsiteY938" fmla="*/ 0 h 6858000"/>
              <a:gd name="connsiteX939" fmla="*/ 272509 w 7467600"/>
              <a:gd name="connsiteY939" fmla="*/ 0 h 6858000"/>
              <a:gd name="connsiteX940" fmla="*/ 326276 w 7467600"/>
              <a:gd name="connsiteY940" fmla="*/ 45847 h 6858000"/>
              <a:gd name="connsiteX941" fmla="*/ 823759 w 7467600"/>
              <a:gd name="connsiteY941" fmla="*/ 574145 h 6858000"/>
              <a:gd name="connsiteX942" fmla="*/ 811254 w 7467600"/>
              <a:gd name="connsiteY942" fmla="*/ 665546 h 6858000"/>
              <a:gd name="connsiteX943" fmla="*/ 154042 w 7467600"/>
              <a:gd name="connsiteY943" fmla="*/ 261522 h 6858000"/>
              <a:gd name="connsiteX944" fmla="*/ 13550 w 7467600"/>
              <a:gd name="connsiteY944" fmla="*/ 158423 h 6858000"/>
              <a:gd name="connsiteX945" fmla="*/ 0 w 7467600"/>
              <a:gd name="connsiteY945" fmla="*/ 146618 h 6858000"/>
              <a:gd name="connsiteX946" fmla="*/ 0 w 7467600"/>
              <a:gd name="connsiteY946" fmla="*/ 59161 h 6858000"/>
              <a:gd name="connsiteX947" fmla="*/ 45427 w 7467600"/>
              <a:gd name="connsiteY947" fmla="*/ 101078 h 6858000"/>
              <a:gd name="connsiteX948" fmla="*/ 630103 w 7467600"/>
              <a:gd name="connsiteY948" fmla="*/ 485885 h 6858000"/>
              <a:gd name="connsiteX949" fmla="*/ 532040 w 7467600"/>
              <a:gd name="connsiteY949" fmla="*/ 399359 h 6858000"/>
              <a:gd name="connsiteX950" fmla="*/ 517618 w 7467600"/>
              <a:gd name="connsiteY950" fmla="*/ 385726 h 6858000"/>
              <a:gd name="connsiteX951" fmla="*/ 285074 w 7467600"/>
              <a:gd name="connsiteY951" fmla="*/ 182755 h 6858000"/>
              <a:gd name="connsiteX952" fmla="*/ 43151 w 7467600"/>
              <a:gd name="connsiteY952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410696 w 7467600"/>
              <a:gd name="connsiteY4" fmla="*/ 6803861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1019354 w 7467600"/>
              <a:gd name="connsiteY20" fmla="*/ 6315006 h 6858000"/>
              <a:gd name="connsiteX21" fmla="*/ 441046 w 7467600"/>
              <a:gd name="connsiteY21" fmla="*/ 6691153 h 6858000"/>
              <a:gd name="connsiteX22" fmla="*/ 1019354 w 7467600"/>
              <a:gd name="connsiteY22" fmla="*/ 6315006 h 6858000"/>
              <a:gd name="connsiteX23" fmla="*/ 991680 w 7467600"/>
              <a:gd name="connsiteY23" fmla="*/ 6298413 h 6858000"/>
              <a:gd name="connsiteX24" fmla="*/ 409060 w 7467600"/>
              <a:gd name="connsiteY24" fmla="*/ 6671470 h 6858000"/>
              <a:gd name="connsiteX25" fmla="*/ 991680 w 7467600"/>
              <a:gd name="connsiteY25" fmla="*/ 6298413 h 6858000"/>
              <a:gd name="connsiteX26" fmla="*/ 103333 w 7467600"/>
              <a:gd name="connsiteY26" fmla="*/ 5699602 h 6858000"/>
              <a:gd name="connsiteX27" fmla="*/ 233938 w 7467600"/>
              <a:gd name="connsiteY27" fmla="*/ 5809416 h 6858000"/>
              <a:gd name="connsiteX28" fmla="*/ 883580 w 7467600"/>
              <a:gd name="connsiteY28" fmla="*/ 6180710 h 6858000"/>
              <a:gd name="connsiteX29" fmla="*/ 487337 w 7467600"/>
              <a:gd name="connsiteY29" fmla="*/ 5950182 h 6858000"/>
              <a:gd name="connsiteX30" fmla="*/ 354051 w 7467600"/>
              <a:gd name="connsiteY30" fmla="*/ 5854912 h 6858000"/>
              <a:gd name="connsiteX31" fmla="*/ 195436 w 7467600"/>
              <a:gd name="connsiteY31" fmla="*/ 5755068 h 6858000"/>
              <a:gd name="connsiteX32" fmla="*/ 103333 w 7467600"/>
              <a:gd name="connsiteY32" fmla="*/ 5699602 h 6858000"/>
              <a:gd name="connsiteX33" fmla="*/ 5539432 w 7467600"/>
              <a:gd name="connsiteY33" fmla="*/ 5642928 h 6858000"/>
              <a:gd name="connsiteX34" fmla="*/ 5555462 w 7467600"/>
              <a:gd name="connsiteY34" fmla="*/ 5694454 h 6858000"/>
              <a:gd name="connsiteX35" fmla="*/ 5828270 w 7467600"/>
              <a:gd name="connsiteY35" fmla="*/ 6320663 h 6858000"/>
              <a:gd name="connsiteX36" fmla="*/ 5947416 w 7467600"/>
              <a:gd name="connsiteY36" fmla="*/ 6574846 h 6858000"/>
              <a:gd name="connsiteX37" fmla="*/ 5539432 w 7467600"/>
              <a:gd name="connsiteY37" fmla="*/ 5642928 h 6858000"/>
              <a:gd name="connsiteX38" fmla="*/ 51253 w 7467600"/>
              <a:gd name="connsiteY38" fmla="*/ 5631825 h 6858000"/>
              <a:gd name="connsiteX39" fmla="*/ 211622 w 7467600"/>
              <a:gd name="connsiteY39" fmla="*/ 5728803 h 6858000"/>
              <a:gd name="connsiteX40" fmla="*/ 371652 w 7467600"/>
              <a:gd name="connsiteY40" fmla="*/ 5829062 h 6858000"/>
              <a:gd name="connsiteX41" fmla="*/ 505903 w 7467600"/>
              <a:gd name="connsiteY41" fmla="*/ 5925221 h 6858000"/>
              <a:gd name="connsiteX42" fmla="*/ 899240 w 7467600"/>
              <a:gd name="connsiteY42" fmla="*/ 6153068 h 6858000"/>
              <a:gd name="connsiteX43" fmla="*/ 988114 w 7467600"/>
              <a:gd name="connsiteY43" fmla="*/ 6174204 h 6858000"/>
              <a:gd name="connsiteX44" fmla="*/ 845971 w 7467600"/>
              <a:gd name="connsiteY44" fmla="*/ 6067177 h 6858000"/>
              <a:gd name="connsiteX45" fmla="*/ 448057 w 7467600"/>
              <a:gd name="connsiteY45" fmla="*/ 5841376 h 6858000"/>
              <a:gd name="connsiteX46" fmla="*/ 51253 w 7467600"/>
              <a:gd name="connsiteY46" fmla="*/ 5631825 h 6858000"/>
              <a:gd name="connsiteX47" fmla="*/ 2606687 w 7467600"/>
              <a:gd name="connsiteY47" fmla="*/ 5630718 h 6858000"/>
              <a:gd name="connsiteX48" fmla="*/ 2645658 w 7467600"/>
              <a:gd name="connsiteY48" fmla="*/ 6640259 h 6858000"/>
              <a:gd name="connsiteX49" fmla="*/ 2606687 w 7467600"/>
              <a:gd name="connsiteY49" fmla="*/ 5630718 h 6858000"/>
              <a:gd name="connsiteX50" fmla="*/ 3642057 w 7467600"/>
              <a:gd name="connsiteY50" fmla="*/ 5573487 h 6858000"/>
              <a:gd name="connsiteX51" fmla="*/ 3632981 w 7467600"/>
              <a:gd name="connsiteY51" fmla="*/ 5579437 h 6858000"/>
              <a:gd name="connsiteX52" fmla="*/ 3382436 w 7467600"/>
              <a:gd name="connsiteY52" fmla="*/ 5952726 h 6858000"/>
              <a:gd name="connsiteX53" fmla="*/ 3191929 w 7467600"/>
              <a:gd name="connsiteY53" fmla="*/ 6662669 h 6858000"/>
              <a:gd name="connsiteX54" fmla="*/ 3369898 w 7467600"/>
              <a:gd name="connsiteY54" fmla="*/ 6081771 h 6858000"/>
              <a:gd name="connsiteX55" fmla="*/ 3642057 w 7467600"/>
              <a:gd name="connsiteY55" fmla="*/ 5573487 h 6858000"/>
              <a:gd name="connsiteX56" fmla="*/ 2650666 w 7467600"/>
              <a:gd name="connsiteY56" fmla="*/ 5530686 h 6858000"/>
              <a:gd name="connsiteX57" fmla="*/ 2650249 w 7467600"/>
              <a:gd name="connsiteY57" fmla="*/ 5532101 h 6858000"/>
              <a:gd name="connsiteX58" fmla="*/ 2663808 w 7467600"/>
              <a:gd name="connsiteY58" fmla="*/ 6535215 h 6858000"/>
              <a:gd name="connsiteX59" fmla="*/ 2665418 w 7467600"/>
              <a:gd name="connsiteY59" fmla="*/ 6132756 h 6858000"/>
              <a:gd name="connsiteX60" fmla="*/ 2650666 w 7467600"/>
              <a:gd name="connsiteY60" fmla="*/ 5530686 h 6858000"/>
              <a:gd name="connsiteX61" fmla="*/ 2680277 w 7467600"/>
              <a:gd name="connsiteY61" fmla="*/ 5479204 h 6858000"/>
              <a:gd name="connsiteX62" fmla="*/ 2678972 w 7467600"/>
              <a:gd name="connsiteY62" fmla="*/ 5481582 h 6858000"/>
              <a:gd name="connsiteX63" fmla="*/ 2696666 w 7467600"/>
              <a:gd name="connsiteY63" fmla="*/ 6133836 h 6858000"/>
              <a:gd name="connsiteX64" fmla="*/ 2695769 w 7467600"/>
              <a:gd name="connsiteY64" fmla="*/ 6390955 h 6858000"/>
              <a:gd name="connsiteX65" fmla="*/ 2739893 w 7467600"/>
              <a:gd name="connsiteY65" fmla="*/ 6108357 h 6858000"/>
              <a:gd name="connsiteX66" fmla="*/ 2680277 w 7467600"/>
              <a:gd name="connsiteY66" fmla="*/ 5479204 h 6858000"/>
              <a:gd name="connsiteX67" fmla="*/ 1132195 w 7467600"/>
              <a:gd name="connsiteY67" fmla="*/ 5467980 h 6858000"/>
              <a:gd name="connsiteX68" fmla="*/ 1679056 w 7467600"/>
              <a:gd name="connsiteY68" fmla="*/ 5516907 h 6858000"/>
              <a:gd name="connsiteX69" fmla="*/ 2128648 w 7467600"/>
              <a:gd name="connsiteY69" fmla="*/ 5474249 h 6858000"/>
              <a:gd name="connsiteX70" fmla="*/ 1825619 w 7467600"/>
              <a:gd name="connsiteY70" fmla="*/ 5478447 h 6858000"/>
              <a:gd name="connsiteX71" fmla="*/ 1737798 w 7467600"/>
              <a:gd name="connsiteY71" fmla="*/ 5483353 h 6858000"/>
              <a:gd name="connsiteX72" fmla="*/ 1132195 w 7467600"/>
              <a:gd name="connsiteY72" fmla="*/ 5467980 h 6858000"/>
              <a:gd name="connsiteX73" fmla="*/ 1456157 w 7467600"/>
              <a:gd name="connsiteY73" fmla="*/ 5371404 h 6858000"/>
              <a:gd name="connsiteX74" fmla="*/ 1244432 w 7467600"/>
              <a:gd name="connsiteY74" fmla="*/ 5385601 h 6858000"/>
              <a:gd name="connsiteX75" fmla="*/ 973990 w 7467600"/>
              <a:gd name="connsiteY75" fmla="*/ 5424940 h 6858000"/>
              <a:gd name="connsiteX76" fmla="*/ 1103809 w 7467600"/>
              <a:gd name="connsiteY76" fmla="*/ 5433720 h 6858000"/>
              <a:gd name="connsiteX77" fmla="*/ 1123454 w 7467600"/>
              <a:gd name="connsiteY77" fmla="*/ 5435727 h 6858000"/>
              <a:gd name="connsiteX78" fmla="*/ 1737017 w 7467600"/>
              <a:gd name="connsiteY78" fmla="*/ 5452183 h 6858000"/>
              <a:gd name="connsiteX79" fmla="*/ 1824397 w 7467600"/>
              <a:gd name="connsiteY79" fmla="*/ 5447757 h 6858000"/>
              <a:gd name="connsiteX80" fmla="*/ 2070059 w 7467600"/>
              <a:gd name="connsiteY80" fmla="*/ 5441660 h 6858000"/>
              <a:gd name="connsiteX81" fmla="*/ 1456157 w 7467600"/>
              <a:gd name="connsiteY81" fmla="*/ 5371404 h 6858000"/>
              <a:gd name="connsiteX82" fmla="*/ 4988186 w 7467600"/>
              <a:gd name="connsiteY82" fmla="*/ 5216467 h 6858000"/>
              <a:gd name="connsiteX83" fmla="*/ 4777334 w 7467600"/>
              <a:gd name="connsiteY83" fmla="*/ 5406072 h 6858000"/>
              <a:gd name="connsiteX84" fmla="*/ 4718341 w 7467600"/>
              <a:gd name="connsiteY84" fmla="*/ 5468043 h 6858000"/>
              <a:gd name="connsiteX85" fmla="*/ 4604655 w 7467600"/>
              <a:gd name="connsiteY85" fmla="*/ 5583434 h 6858000"/>
              <a:gd name="connsiteX86" fmla="*/ 4565074 w 7467600"/>
              <a:gd name="connsiteY86" fmla="*/ 5618550 h 6858000"/>
              <a:gd name="connsiteX87" fmla="*/ 4988186 w 7467600"/>
              <a:gd name="connsiteY87" fmla="*/ 5216467 h 6858000"/>
              <a:gd name="connsiteX88" fmla="*/ 4978032 w 7467600"/>
              <a:gd name="connsiteY88" fmla="*/ 5183809 h 6858000"/>
              <a:gd name="connsiteX89" fmla="*/ 4463413 w 7467600"/>
              <a:gd name="connsiteY89" fmla="*/ 5615162 h 6858000"/>
              <a:gd name="connsiteX90" fmla="*/ 4358134 w 7467600"/>
              <a:gd name="connsiteY90" fmla="*/ 5742791 h 6858000"/>
              <a:gd name="connsiteX91" fmla="*/ 4376219 w 7467600"/>
              <a:gd name="connsiteY91" fmla="*/ 5729027 h 6858000"/>
              <a:gd name="connsiteX92" fmla="*/ 4582340 w 7467600"/>
              <a:gd name="connsiteY92" fmla="*/ 5561037 h 6858000"/>
              <a:gd name="connsiteX93" fmla="*/ 4694684 w 7467600"/>
              <a:gd name="connsiteY93" fmla="*/ 5447098 h 6858000"/>
              <a:gd name="connsiteX94" fmla="*/ 4754123 w 7467600"/>
              <a:gd name="connsiteY94" fmla="*/ 5384643 h 6858000"/>
              <a:gd name="connsiteX95" fmla="*/ 4978032 w 7467600"/>
              <a:gd name="connsiteY95" fmla="*/ 5183809 h 6858000"/>
              <a:gd name="connsiteX96" fmla="*/ 1903353 w 7467600"/>
              <a:gd name="connsiteY96" fmla="*/ 5044827 h 6858000"/>
              <a:gd name="connsiteX97" fmla="*/ 1936931 w 7467600"/>
              <a:gd name="connsiteY97" fmla="*/ 5093954 h 6858000"/>
              <a:gd name="connsiteX98" fmla="*/ 2195868 w 7467600"/>
              <a:gd name="connsiteY98" fmla="*/ 5396574 h 6858000"/>
              <a:gd name="connsiteX99" fmla="*/ 2088852 w 7467600"/>
              <a:gd name="connsiteY99" fmla="*/ 5166123 h 6858000"/>
              <a:gd name="connsiteX100" fmla="*/ 1958241 w 7467600"/>
              <a:gd name="connsiteY100" fmla="*/ 5067955 h 6858000"/>
              <a:gd name="connsiteX101" fmla="*/ 1903353 w 7467600"/>
              <a:gd name="connsiteY101" fmla="*/ 5044827 h 6858000"/>
              <a:gd name="connsiteX102" fmla="*/ 1979378 w 7467600"/>
              <a:gd name="connsiteY102" fmla="*/ 4769504 h 6858000"/>
              <a:gd name="connsiteX103" fmla="*/ 2882120 w 7467600"/>
              <a:gd name="connsiteY103" fmla="*/ 5064547 h 6858000"/>
              <a:gd name="connsiteX104" fmla="*/ 2793103 w 7467600"/>
              <a:gd name="connsiteY104" fmla="*/ 5039699 h 6858000"/>
              <a:gd name="connsiteX105" fmla="*/ 2770041 w 7467600"/>
              <a:gd name="connsiteY105" fmla="*/ 5033634 h 6858000"/>
              <a:gd name="connsiteX106" fmla="*/ 1979378 w 7467600"/>
              <a:gd name="connsiteY106" fmla="*/ 4769504 h 6858000"/>
              <a:gd name="connsiteX107" fmla="*/ 1927410 w 7467600"/>
              <a:gd name="connsiteY107" fmla="*/ 4716164 h 6858000"/>
              <a:gd name="connsiteX108" fmla="*/ 1959587 w 7467600"/>
              <a:gd name="connsiteY108" fmla="*/ 4728849 h 6858000"/>
              <a:gd name="connsiteX109" fmla="*/ 2777707 w 7467600"/>
              <a:gd name="connsiteY109" fmla="*/ 5003991 h 6858000"/>
              <a:gd name="connsiteX110" fmla="*/ 2800768 w 7467600"/>
              <a:gd name="connsiteY110" fmla="*/ 5010056 h 6858000"/>
              <a:gd name="connsiteX111" fmla="*/ 2879408 w 7467600"/>
              <a:gd name="connsiteY111" fmla="*/ 5031590 h 6858000"/>
              <a:gd name="connsiteX112" fmla="*/ 2862295 w 7467600"/>
              <a:gd name="connsiteY112" fmla="*/ 5022958 h 6858000"/>
              <a:gd name="connsiteX113" fmla="*/ 2813343 w 7467600"/>
              <a:gd name="connsiteY113" fmla="*/ 4998369 h 6858000"/>
              <a:gd name="connsiteX114" fmla="*/ 2646245 w 7467600"/>
              <a:gd name="connsiteY114" fmla="*/ 4930999 h 6858000"/>
              <a:gd name="connsiteX115" fmla="*/ 1999243 w 7467600"/>
              <a:gd name="connsiteY115" fmla="*/ 4730524 h 6858000"/>
              <a:gd name="connsiteX116" fmla="*/ 1979527 w 7467600"/>
              <a:gd name="connsiteY116" fmla="*/ 4726651 h 6858000"/>
              <a:gd name="connsiteX117" fmla="*/ 1927410 w 7467600"/>
              <a:gd name="connsiteY117" fmla="*/ 4716164 h 6858000"/>
              <a:gd name="connsiteX118" fmla="*/ 1997014 w 7467600"/>
              <a:gd name="connsiteY118" fmla="*/ 4698007 h 6858000"/>
              <a:gd name="connsiteX119" fmla="*/ 2005458 w 7467600"/>
              <a:gd name="connsiteY119" fmla="*/ 4699540 h 6858000"/>
              <a:gd name="connsiteX120" fmla="*/ 2657186 w 7467600"/>
              <a:gd name="connsiteY120" fmla="*/ 4901687 h 6858000"/>
              <a:gd name="connsiteX121" fmla="*/ 2826662 w 7467600"/>
              <a:gd name="connsiteY121" fmla="*/ 4970362 h 6858000"/>
              <a:gd name="connsiteX122" fmla="*/ 2876100 w 7467600"/>
              <a:gd name="connsiteY122" fmla="*/ 4995397 h 6858000"/>
              <a:gd name="connsiteX123" fmla="*/ 3042600 w 7467600"/>
              <a:gd name="connsiteY123" fmla="*/ 5059532 h 6858000"/>
              <a:gd name="connsiteX124" fmla="*/ 1997014 w 7467600"/>
              <a:gd name="connsiteY124" fmla="*/ 4698007 h 6858000"/>
              <a:gd name="connsiteX125" fmla="*/ 2305292 w 7467600"/>
              <a:gd name="connsiteY125" fmla="*/ 4219492 h 6858000"/>
              <a:gd name="connsiteX126" fmla="*/ 3360922 w 7467600"/>
              <a:gd name="connsiteY126" fmla="*/ 4529373 h 6858000"/>
              <a:gd name="connsiteX127" fmla="*/ 3492420 w 7467600"/>
              <a:gd name="connsiteY127" fmla="*/ 4510145 h 6858000"/>
              <a:gd name="connsiteX128" fmla="*/ 3364086 w 7467600"/>
              <a:gd name="connsiteY128" fmla="*/ 4480340 h 6858000"/>
              <a:gd name="connsiteX129" fmla="*/ 3225818 w 7467600"/>
              <a:gd name="connsiteY129" fmla="*/ 4411822 h 6858000"/>
              <a:gd name="connsiteX130" fmla="*/ 3129696 w 7467600"/>
              <a:gd name="connsiteY130" fmla="*/ 4360704 h 6858000"/>
              <a:gd name="connsiteX131" fmla="*/ 2814545 w 7467600"/>
              <a:gd name="connsiteY131" fmla="*/ 4282955 h 6858000"/>
              <a:gd name="connsiteX132" fmla="*/ 2305292 w 7467600"/>
              <a:gd name="connsiteY132" fmla="*/ 4219492 h 6858000"/>
              <a:gd name="connsiteX133" fmla="*/ 2626982 w 7467600"/>
              <a:gd name="connsiteY133" fmla="*/ 4206450 h 6858000"/>
              <a:gd name="connsiteX134" fmla="*/ 2490617 w 7467600"/>
              <a:gd name="connsiteY134" fmla="*/ 4206951 h 6858000"/>
              <a:gd name="connsiteX135" fmla="*/ 2819869 w 7467600"/>
              <a:gd name="connsiteY135" fmla="*/ 4252936 h 6858000"/>
              <a:gd name="connsiteX136" fmla="*/ 3143018 w 7467600"/>
              <a:gd name="connsiteY136" fmla="*/ 4332698 h 6858000"/>
              <a:gd name="connsiteX137" fmla="*/ 3241520 w 7467600"/>
              <a:gd name="connsiteY137" fmla="*/ 4385112 h 6858000"/>
              <a:gd name="connsiteX138" fmla="*/ 3374575 w 7467600"/>
              <a:gd name="connsiteY138" fmla="*/ 4451517 h 6858000"/>
              <a:gd name="connsiteX139" fmla="*/ 3505221 w 7467600"/>
              <a:gd name="connsiteY139" fmla="*/ 4480757 h 6858000"/>
              <a:gd name="connsiteX140" fmla="*/ 2626982 w 7467600"/>
              <a:gd name="connsiteY140" fmla="*/ 4206450 h 6858000"/>
              <a:gd name="connsiteX141" fmla="*/ 1310106 w 7467600"/>
              <a:gd name="connsiteY141" fmla="*/ 3943217 h 6858000"/>
              <a:gd name="connsiteX142" fmla="*/ 854994 w 7467600"/>
              <a:gd name="connsiteY142" fmla="*/ 4399136 h 6858000"/>
              <a:gd name="connsiteX143" fmla="*/ 742462 w 7467600"/>
              <a:gd name="connsiteY143" fmla="*/ 4594648 h 6858000"/>
              <a:gd name="connsiteX144" fmla="*/ 820602 w 7467600"/>
              <a:gd name="connsiteY144" fmla="*/ 4485915 h 6858000"/>
              <a:gd name="connsiteX145" fmla="*/ 878295 w 7467600"/>
              <a:gd name="connsiteY145" fmla="*/ 4403594 h 6858000"/>
              <a:gd name="connsiteX146" fmla="*/ 1240607 w 7467600"/>
              <a:gd name="connsiteY146" fmla="*/ 4010401 h 6858000"/>
              <a:gd name="connsiteX147" fmla="*/ 1310106 w 7467600"/>
              <a:gd name="connsiteY147" fmla="*/ 3943217 h 6858000"/>
              <a:gd name="connsiteX148" fmla="*/ 1423113 w 7467600"/>
              <a:gd name="connsiteY148" fmla="*/ 3874565 h 6858000"/>
              <a:gd name="connsiteX149" fmla="*/ 1260565 w 7467600"/>
              <a:gd name="connsiteY149" fmla="*/ 4031982 h 6858000"/>
              <a:gd name="connsiteX150" fmla="*/ 901900 w 7467600"/>
              <a:gd name="connsiteY150" fmla="*/ 4421236 h 6858000"/>
              <a:gd name="connsiteX151" fmla="*/ 845044 w 7467600"/>
              <a:gd name="connsiteY151" fmla="*/ 4502436 h 6858000"/>
              <a:gd name="connsiteX152" fmla="*/ 685926 w 7467600"/>
              <a:gd name="connsiteY152" fmla="*/ 4703069 h 6858000"/>
              <a:gd name="connsiteX153" fmla="*/ 684248 w 7467600"/>
              <a:gd name="connsiteY153" fmla="*/ 4706721 h 6858000"/>
              <a:gd name="connsiteX154" fmla="*/ 1423113 w 7467600"/>
              <a:gd name="connsiteY154" fmla="*/ 3874565 h 6858000"/>
              <a:gd name="connsiteX155" fmla="*/ 3316479 w 7467600"/>
              <a:gd name="connsiteY155" fmla="*/ 3872136 h 6858000"/>
              <a:gd name="connsiteX156" fmla="*/ 3546806 w 7467600"/>
              <a:gd name="connsiteY156" fmla="*/ 4356139 h 6858000"/>
              <a:gd name="connsiteX157" fmla="*/ 3364433 w 7467600"/>
              <a:gd name="connsiteY157" fmla="*/ 3953121 h 6858000"/>
              <a:gd name="connsiteX158" fmla="*/ 3316479 w 7467600"/>
              <a:gd name="connsiteY158" fmla="*/ 3872136 h 6858000"/>
              <a:gd name="connsiteX159" fmla="*/ 3291335 w 7467600"/>
              <a:gd name="connsiteY159" fmla="*/ 3767420 h 6858000"/>
              <a:gd name="connsiteX160" fmla="*/ 3390805 w 7467600"/>
              <a:gd name="connsiteY160" fmla="*/ 3937163 h 6858000"/>
              <a:gd name="connsiteX161" fmla="*/ 3579062 w 7467600"/>
              <a:gd name="connsiteY161" fmla="*/ 4359040 h 6858000"/>
              <a:gd name="connsiteX162" fmla="*/ 3467355 w 7467600"/>
              <a:gd name="connsiteY162" fmla="*/ 3988130 h 6858000"/>
              <a:gd name="connsiteX163" fmla="*/ 3310753 w 7467600"/>
              <a:gd name="connsiteY163" fmla="*/ 3787140 h 6858000"/>
              <a:gd name="connsiteX164" fmla="*/ 3291335 w 7467600"/>
              <a:gd name="connsiteY164" fmla="*/ 3767420 h 6858000"/>
              <a:gd name="connsiteX165" fmla="*/ 1635889 w 7467600"/>
              <a:gd name="connsiteY165" fmla="*/ 3709494 h 6858000"/>
              <a:gd name="connsiteX166" fmla="*/ 1634800 w 7467600"/>
              <a:gd name="connsiteY166" fmla="*/ 3731111 h 6858000"/>
              <a:gd name="connsiteX167" fmla="*/ 1635889 w 7467600"/>
              <a:gd name="connsiteY167" fmla="*/ 3709494 h 6858000"/>
              <a:gd name="connsiteX168" fmla="*/ 1510397 w 7467600"/>
              <a:gd name="connsiteY168" fmla="*/ 3684705 h 6858000"/>
              <a:gd name="connsiteX169" fmla="*/ 1146550 w 7467600"/>
              <a:gd name="connsiteY169" fmla="*/ 3802012 h 6858000"/>
              <a:gd name="connsiteX170" fmla="*/ 698834 w 7467600"/>
              <a:gd name="connsiteY170" fmla="*/ 3952272 h 6858000"/>
              <a:gd name="connsiteX171" fmla="*/ 34256 w 7467600"/>
              <a:gd name="connsiteY171" fmla="*/ 4347603 h 6858000"/>
              <a:gd name="connsiteX172" fmla="*/ 527241 w 7467600"/>
              <a:gd name="connsiteY172" fmla="*/ 4065078 h 6858000"/>
              <a:gd name="connsiteX173" fmla="*/ 1510397 w 7467600"/>
              <a:gd name="connsiteY173" fmla="*/ 3684705 h 6858000"/>
              <a:gd name="connsiteX174" fmla="*/ 1313114 w 7467600"/>
              <a:gd name="connsiteY174" fmla="*/ 3655216 h 6858000"/>
              <a:gd name="connsiteX175" fmla="*/ 1109304 w 7467600"/>
              <a:gd name="connsiteY175" fmla="*/ 3669030 h 6858000"/>
              <a:gd name="connsiteX176" fmla="*/ 8129 w 7467600"/>
              <a:gd name="connsiteY176" fmla="*/ 4330519 h 6858000"/>
              <a:gd name="connsiteX177" fmla="*/ 687572 w 7467600"/>
              <a:gd name="connsiteY177" fmla="*/ 3925629 h 6858000"/>
              <a:gd name="connsiteX178" fmla="*/ 1138365 w 7467600"/>
              <a:gd name="connsiteY178" fmla="*/ 3774515 h 6858000"/>
              <a:gd name="connsiteX179" fmla="*/ 1505579 w 7467600"/>
              <a:gd name="connsiteY179" fmla="*/ 3655526 h 6858000"/>
              <a:gd name="connsiteX180" fmla="*/ 1313114 w 7467600"/>
              <a:gd name="connsiteY180" fmla="*/ 3655216 h 6858000"/>
              <a:gd name="connsiteX181" fmla="*/ 3655073 w 7467600"/>
              <a:gd name="connsiteY181" fmla="*/ 3650884 h 6858000"/>
              <a:gd name="connsiteX182" fmla="*/ 3989938 w 7467600"/>
              <a:gd name="connsiteY182" fmla="*/ 3991685 h 6858000"/>
              <a:gd name="connsiteX183" fmla="*/ 4393907 w 7467600"/>
              <a:gd name="connsiteY183" fmla="*/ 4261258 h 6858000"/>
              <a:gd name="connsiteX184" fmla="*/ 4648051 w 7467600"/>
              <a:gd name="connsiteY184" fmla="*/ 4374051 h 6858000"/>
              <a:gd name="connsiteX185" fmla="*/ 4383389 w 7467600"/>
              <a:gd name="connsiteY185" fmla="*/ 4184369 h 6858000"/>
              <a:gd name="connsiteX186" fmla="*/ 4165508 w 7467600"/>
              <a:gd name="connsiteY186" fmla="*/ 4035196 h 6858000"/>
              <a:gd name="connsiteX187" fmla="*/ 4068162 w 7467600"/>
              <a:gd name="connsiteY187" fmla="*/ 3953394 h 6858000"/>
              <a:gd name="connsiteX188" fmla="*/ 3981416 w 7467600"/>
              <a:gd name="connsiteY188" fmla="*/ 3880482 h 6858000"/>
              <a:gd name="connsiteX189" fmla="*/ 3800147 w 7467600"/>
              <a:gd name="connsiteY189" fmla="*/ 3749872 h 6858000"/>
              <a:gd name="connsiteX190" fmla="*/ 3655073 w 7467600"/>
              <a:gd name="connsiteY190" fmla="*/ 3650884 h 6858000"/>
              <a:gd name="connsiteX191" fmla="*/ 3670252 w 7467600"/>
              <a:gd name="connsiteY191" fmla="*/ 3622798 h 6858000"/>
              <a:gd name="connsiteX192" fmla="*/ 3817258 w 7467600"/>
              <a:gd name="connsiteY192" fmla="*/ 3723577 h 6858000"/>
              <a:gd name="connsiteX193" fmla="*/ 4000461 w 7467600"/>
              <a:gd name="connsiteY193" fmla="*/ 3855966 h 6858000"/>
              <a:gd name="connsiteX194" fmla="*/ 4088180 w 7467600"/>
              <a:gd name="connsiteY194" fmla="*/ 3929774 h 6858000"/>
              <a:gd name="connsiteX195" fmla="*/ 4184555 w 7467600"/>
              <a:gd name="connsiteY195" fmla="*/ 4010683 h 6858000"/>
              <a:gd name="connsiteX196" fmla="*/ 4399563 w 7467600"/>
              <a:gd name="connsiteY196" fmla="*/ 4158106 h 6858000"/>
              <a:gd name="connsiteX197" fmla="*/ 4684469 w 7467600"/>
              <a:gd name="connsiteY197" fmla="*/ 4364680 h 6858000"/>
              <a:gd name="connsiteX198" fmla="*/ 4690271 w 7467600"/>
              <a:gd name="connsiteY198" fmla="*/ 4370034 h 6858000"/>
              <a:gd name="connsiteX199" fmla="*/ 4136093 w 7467600"/>
              <a:gd name="connsiteY199" fmla="*/ 3858466 h 6858000"/>
              <a:gd name="connsiteX200" fmla="*/ 3670252 w 7467600"/>
              <a:gd name="connsiteY200" fmla="*/ 3622798 h 6858000"/>
              <a:gd name="connsiteX201" fmla="*/ 4440129 w 7467600"/>
              <a:gd name="connsiteY201" fmla="*/ 3448571 h 6858000"/>
              <a:gd name="connsiteX202" fmla="*/ 4856525 w 7467600"/>
              <a:gd name="connsiteY202" fmla="*/ 3915351 h 6858000"/>
              <a:gd name="connsiteX203" fmla="*/ 5059055 w 7467600"/>
              <a:gd name="connsiteY203" fmla="*/ 4108918 h 6858000"/>
              <a:gd name="connsiteX204" fmla="*/ 5290070 w 7467600"/>
              <a:gd name="connsiteY204" fmla="*/ 4263619 h 6858000"/>
              <a:gd name="connsiteX205" fmla="*/ 4834991 w 7467600"/>
              <a:gd name="connsiteY205" fmla="*/ 3830985 h 6858000"/>
              <a:gd name="connsiteX206" fmla="*/ 4440129 w 7467600"/>
              <a:gd name="connsiteY206" fmla="*/ 3448571 h 6858000"/>
              <a:gd name="connsiteX207" fmla="*/ 4441737 w 7467600"/>
              <a:gd name="connsiteY207" fmla="*/ 3399734 h 6858000"/>
              <a:gd name="connsiteX208" fmla="*/ 4431236 w 7467600"/>
              <a:gd name="connsiteY208" fmla="*/ 3400954 h 6858000"/>
              <a:gd name="connsiteX209" fmla="*/ 4557150 w 7467600"/>
              <a:gd name="connsiteY209" fmla="*/ 3510023 h 6858000"/>
              <a:gd name="connsiteX210" fmla="*/ 4856936 w 7467600"/>
              <a:gd name="connsiteY210" fmla="*/ 3809146 h 6858000"/>
              <a:gd name="connsiteX211" fmla="*/ 5111996 w 7467600"/>
              <a:gd name="connsiteY211" fmla="*/ 4065759 h 6858000"/>
              <a:gd name="connsiteX212" fmla="*/ 5388878 w 7467600"/>
              <a:gd name="connsiteY212" fmla="*/ 4300185 h 6858000"/>
              <a:gd name="connsiteX213" fmla="*/ 5425556 w 7467600"/>
              <a:gd name="connsiteY213" fmla="*/ 4308967 h 6858000"/>
              <a:gd name="connsiteX214" fmla="*/ 4943646 w 7467600"/>
              <a:gd name="connsiteY214" fmla="*/ 3822916 h 6858000"/>
              <a:gd name="connsiteX215" fmla="*/ 4594837 w 7467600"/>
              <a:gd name="connsiteY215" fmla="*/ 3532274 h 6858000"/>
              <a:gd name="connsiteX216" fmla="*/ 4441737 w 7467600"/>
              <a:gd name="connsiteY216" fmla="*/ 3399734 h 6858000"/>
              <a:gd name="connsiteX217" fmla="*/ 5425834 w 7467600"/>
              <a:gd name="connsiteY217" fmla="*/ 3162785 h 6858000"/>
              <a:gd name="connsiteX218" fmla="*/ 5401644 w 7467600"/>
              <a:gd name="connsiteY218" fmla="*/ 3617847 h 6858000"/>
              <a:gd name="connsiteX219" fmla="*/ 5467256 w 7467600"/>
              <a:gd name="connsiteY219" fmla="*/ 4175494 h 6858000"/>
              <a:gd name="connsiteX220" fmla="*/ 5448069 w 7467600"/>
              <a:gd name="connsiteY220" fmla="*/ 3567554 h 6858000"/>
              <a:gd name="connsiteX221" fmla="*/ 5425834 w 7467600"/>
              <a:gd name="connsiteY221" fmla="*/ 3162785 h 6858000"/>
              <a:gd name="connsiteX222" fmla="*/ 1318687 w 7467600"/>
              <a:gd name="connsiteY222" fmla="*/ 3113840 h 6858000"/>
              <a:gd name="connsiteX223" fmla="*/ 1066793 w 7467600"/>
              <a:gd name="connsiteY223" fmla="*/ 3212171 h 6858000"/>
              <a:gd name="connsiteX224" fmla="*/ 993319 w 7467600"/>
              <a:gd name="connsiteY224" fmla="*/ 3247648 h 6858000"/>
              <a:gd name="connsiteX225" fmla="*/ 853081 w 7467600"/>
              <a:gd name="connsiteY225" fmla="*/ 3312410 h 6858000"/>
              <a:gd name="connsiteX226" fmla="*/ 805957 w 7467600"/>
              <a:gd name="connsiteY226" fmla="*/ 3330443 h 6858000"/>
              <a:gd name="connsiteX227" fmla="*/ 1318687 w 7467600"/>
              <a:gd name="connsiteY227" fmla="*/ 3113840 h 6858000"/>
              <a:gd name="connsiteX228" fmla="*/ 5453702 w 7467600"/>
              <a:gd name="connsiteY228" fmla="*/ 3090882 h 6858000"/>
              <a:gd name="connsiteX229" fmla="*/ 5480135 w 7467600"/>
              <a:gd name="connsiteY229" fmla="*/ 3565802 h 6858000"/>
              <a:gd name="connsiteX230" fmla="*/ 5499023 w 7467600"/>
              <a:gd name="connsiteY230" fmla="*/ 4166310 h 6858000"/>
              <a:gd name="connsiteX231" fmla="*/ 5547022 w 7467600"/>
              <a:gd name="connsiteY231" fmla="*/ 3607838 h 6858000"/>
              <a:gd name="connsiteX232" fmla="*/ 5515964 w 7467600"/>
              <a:gd name="connsiteY232" fmla="*/ 3378541 h 6858000"/>
              <a:gd name="connsiteX233" fmla="*/ 5453702 w 7467600"/>
              <a:gd name="connsiteY233" fmla="*/ 3090882 h 6858000"/>
              <a:gd name="connsiteX234" fmla="*/ 1238695 w 7467600"/>
              <a:gd name="connsiteY234" fmla="*/ 3076820 h 6858000"/>
              <a:gd name="connsiteX235" fmla="*/ 716371 w 7467600"/>
              <a:gd name="connsiteY235" fmla="*/ 3293249 h 6858000"/>
              <a:gd name="connsiteX236" fmla="*/ 579522 w 7467600"/>
              <a:gd name="connsiteY236" fmla="*/ 3371759 h 6858000"/>
              <a:gd name="connsiteX237" fmla="*/ 600288 w 7467600"/>
              <a:gd name="connsiteY237" fmla="*/ 3365555 h 6858000"/>
              <a:gd name="connsiteX238" fmla="*/ 840692 w 7467600"/>
              <a:gd name="connsiteY238" fmla="*/ 3284921 h 6858000"/>
              <a:gd name="connsiteX239" fmla="*/ 979248 w 7467600"/>
              <a:gd name="connsiteY239" fmla="*/ 3221003 h 6858000"/>
              <a:gd name="connsiteX240" fmla="*/ 1053282 w 7467600"/>
              <a:gd name="connsiteY240" fmla="*/ 3185247 h 6858000"/>
              <a:gd name="connsiteX241" fmla="*/ 1320603 w 7467600"/>
              <a:gd name="connsiteY241" fmla="*/ 3081281 h 6858000"/>
              <a:gd name="connsiteX242" fmla="*/ 1238695 w 7467600"/>
              <a:gd name="connsiteY242" fmla="*/ 3076820 h 6858000"/>
              <a:gd name="connsiteX243" fmla="*/ 5425627 w 7467600"/>
              <a:gd name="connsiteY243" fmla="*/ 2954192 h 6858000"/>
              <a:gd name="connsiteX244" fmla="*/ 5470770 w 7467600"/>
              <a:gd name="connsiteY244" fmla="*/ 3005435 h 6858000"/>
              <a:gd name="connsiteX245" fmla="*/ 5519779 w 7467600"/>
              <a:gd name="connsiteY245" fmla="*/ 4359223 h 6858000"/>
              <a:gd name="connsiteX246" fmla="*/ 5520293 w 7467600"/>
              <a:gd name="connsiteY246" fmla="*/ 4360602 h 6858000"/>
              <a:gd name="connsiteX247" fmla="*/ 5767221 w 7467600"/>
              <a:gd name="connsiteY247" fmla="*/ 4665564 h 6858000"/>
              <a:gd name="connsiteX248" fmla="*/ 6937169 w 7467600"/>
              <a:gd name="connsiteY248" fmla="*/ 4815941 h 6858000"/>
              <a:gd name="connsiteX249" fmla="*/ 6953922 w 7467600"/>
              <a:gd name="connsiteY249" fmla="*/ 4890068 h 6858000"/>
              <a:gd name="connsiteX250" fmla="*/ 6071359 w 7467600"/>
              <a:gd name="connsiteY250" fmla="*/ 4770770 h 6858000"/>
              <a:gd name="connsiteX251" fmla="*/ 6038839 w 7467600"/>
              <a:gd name="connsiteY251" fmla="*/ 4764474 h 6858000"/>
              <a:gd name="connsiteX252" fmla="*/ 6038706 w 7467600"/>
              <a:gd name="connsiteY252" fmla="*/ 4763847 h 6858000"/>
              <a:gd name="connsiteX253" fmla="*/ 6037784 w 7467600"/>
              <a:gd name="connsiteY253" fmla="*/ 4764270 h 6858000"/>
              <a:gd name="connsiteX254" fmla="*/ 6038839 w 7467600"/>
              <a:gd name="connsiteY254" fmla="*/ 4764474 h 6858000"/>
              <a:gd name="connsiteX255" fmla="*/ 6040338 w 7467600"/>
              <a:gd name="connsiteY255" fmla="*/ 4771418 h 6858000"/>
              <a:gd name="connsiteX256" fmla="*/ 6024488 w 7467600"/>
              <a:gd name="connsiteY256" fmla="*/ 4809903 h 6858000"/>
              <a:gd name="connsiteX257" fmla="*/ 5599771 w 7467600"/>
              <a:gd name="connsiteY257" fmla="*/ 5509652 h 6858000"/>
              <a:gd name="connsiteX258" fmla="*/ 5548843 w 7467600"/>
              <a:gd name="connsiteY258" fmla="*/ 5563845 h 6858000"/>
              <a:gd name="connsiteX259" fmla="*/ 5940952 w 7467600"/>
              <a:gd name="connsiteY259" fmla="*/ 6250028 h 6858000"/>
              <a:gd name="connsiteX260" fmla="*/ 6043441 w 7467600"/>
              <a:gd name="connsiteY260" fmla="*/ 6665847 h 6858000"/>
              <a:gd name="connsiteX261" fmla="*/ 6093432 w 7467600"/>
              <a:gd name="connsiteY261" fmla="*/ 6858000 h 6858000"/>
              <a:gd name="connsiteX262" fmla="*/ 6034344 w 7467600"/>
              <a:gd name="connsiteY262" fmla="*/ 6858000 h 6858000"/>
              <a:gd name="connsiteX263" fmla="*/ 6026679 w 7467600"/>
              <a:gd name="connsiteY263" fmla="*/ 6836959 h 6858000"/>
              <a:gd name="connsiteX264" fmla="*/ 5800441 w 7467600"/>
              <a:gd name="connsiteY264" fmla="*/ 6335286 h 6858000"/>
              <a:gd name="connsiteX265" fmla="*/ 5526562 w 7467600"/>
              <a:gd name="connsiteY265" fmla="*/ 5705388 h 6858000"/>
              <a:gd name="connsiteX266" fmla="*/ 5519640 w 7467600"/>
              <a:gd name="connsiteY266" fmla="*/ 5683774 h 6858000"/>
              <a:gd name="connsiteX267" fmla="*/ 5844559 w 7467600"/>
              <a:gd name="connsiteY267" fmla="*/ 6553349 h 6858000"/>
              <a:gd name="connsiteX268" fmla="*/ 5975994 w 7467600"/>
              <a:gd name="connsiteY268" fmla="*/ 6858000 h 6858000"/>
              <a:gd name="connsiteX269" fmla="*/ 5898547 w 7467600"/>
              <a:gd name="connsiteY269" fmla="*/ 6858000 h 6858000"/>
              <a:gd name="connsiteX270" fmla="*/ 5682041 w 7467600"/>
              <a:gd name="connsiteY270" fmla="*/ 6355860 h 6858000"/>
              <a:gd name="connsiteX271" fmla="*/ 5461758 w 7467600"/>
              <a:gd name="connsiteY271" fmla="*/ 5820220 h 6858000"/>
              <a:gd name="connsiteX272" fmla="*/ 5237282 w 7467600"/>
              <a:gd name="connsiteY272" fmla="*/ 6579086 h 6858000"/>
              <a:gd name="connsiteX273" fmla="*/ 5115009 w 7467600"/>
              <a:gd name="connsiteY273" fmla="*/ 6858000 h 6858000"/>
              <a:gd name="connsiteX274" fmla="*/ 5028074 w 7467600"/>
              <a:gd name="connsiteY274" fmla="*/ 6858000 h 6858000"/>
              <a:gd name="connsiteX275" fmla="*/ 5079508 w 7467600"/>
              <a:gd name="connsiteY275" fmla="*/ 6749074 h 6858000"/>
              <a:gd name="connsiteX276" fmla="*/ 5371846 w 7467600"/>
              <a:gd name="connsiteY276" fmla="*/ 5924413 h 6858000"/>
              <a:gd name="connsiteX277" fmla="*/ 5270512 w 7467600"/>
              <a:gd name="connsiteY277" fmla="*/ 6138975 h 6858000"/>
              <a:gd name="connsiteX278" fmla="*/ 5062409 w 7467600"/>
              <a:gd name="connsiteY278" fmla="*/ 6653544 h 6858000"/>
              <a:gd name="connsiteX279" fmla="*/ 5036628 w 7467600"/>
              <a:gd name="connsiteY279" fmla="*/ 6754247 h 6858000"/>
              <a:gd name="connsiteX280" fmla="*/ 5009112 w 7467600"/>
              <a:gd name="connsiteY280" fmla="*/ 6858000 h 6858000"/>
              <a:gd name="connsiteX281" fmla="*/ 4976679 w 7467600"/>
              <a:gd name="connsiteY281" fmla="*/ 6858000 h 6858000"/>
              <a:gd name="connsiteX282" fmla="*/ 5006537 w 7467600"/>
              <a:gd name="connsiteY282" fmla="*/ 6747068 h 6858000"/>
              <a:gd name="connsiteX283" fmla="*/ 5032723 w 7467600"/>
              <a:gd name="connsiteY283" fmla="*/ 6644957 h 6858000"/>
              <a:gd name="connsiteX284" fmla="*/ 5242949 w 7467600"/>
              <a:gd name="connsiteY284" fmla="*/ 6125175 h 6858000"/>
              <a:gd name="connsiteX285" fmla="*/ 5286321 w 7467600"/>
              <a:gd name="connsiteY285" fmla="*/ 6033555 h 6858000"/>
              <a:gd name="connsiteX286" fmla="*/ 5008210 w 7467600"/>
              <a:gd name="connsiteY286" fmla="*/ 6649194 h 6858000"/>
              <a:gd name="connsiteX287" fmla="*/ 4986321 w 7467600"/>
              <a:gd name="connsiteY287" fmla="*/ 6765687 h 6858000"/>
              <a:gd name="connsiteX288" fmla="*/ 4973474 w 7467600"/>
              <a:gd name="connsiteY288" fmla="*/ 6858000 h 6858000"/>
              <a:gd name="connsiteX289" fmla="*/ 4907178 w 7467600"/>
              <a:gd name="connsiteY289" fmla="*/ 6858000 h 6858000"/>
              <a:gd name="connsiteX290" fmla="*/ 4910810 w 7467600"/>
              <a:gd name="connsiteY290" fmla="*/ 6829660 h 6858000"/>
              <a:gd name="connsiteX291" fmla="*/ 4987461 w 7467600"/>
              <a:gd name="connsiteY291" fmla="*/ 6432994 h 6858000"/>
              <a:gd name="connsiteX292" fmla="*/ 5179262 w 7467600"/>
              <a:gd name="connsiteY292" fmla="*/ 6035044 h 6858000"/>
              <a:gd name="connsiteX293" fmla="*/ 4689678 w 7467600"/>
              <a:gd name="connsiteY293" fmla="*/ 6440241 h 6858000"/>
              <a:gd name="connsiteX294" fmla="*/ 4477543 w 7467600"/>
              <a:gd name="connsiteY294" fmla="*/ 6674836 h 6858000"/>
              <a:gd name="connsiteX295" fmla="*/ 4329957 w 7467600"/>
              <a:gd name="connsiteY295" fmla="*/ 6858000 h 6858000"/>
              <a:gd name="connsiteX296" fmla="*/ 4218595 w 7467600"/>
              <a:gd name="connsiteY296" fmla="*/ 6858000 h 6858000"/>
              <a:gd name="connsiteX297" fmla="*/ 4368888 w 7467600"/>
              <a:gd name="connsiteY297" fmla="*/ 6668412 h 6858000"/>
              <a:gd name="connsiteX298" fmla="*/ 4563091 w 7467600"/>
              <a:gd name="connsiteY298" fmla="*/ 6442508 h 6858000"/>
              <a:gd name="connsiteX299" fmla="*/ 5387324 w 7467600"/>
              <a:gd name="connsiteY299" fmla="*/ 5705830 h 6858000"/>
              <a:gd name="connsiteX300" fmla="*/ 5073620 w 7467600"/>
              <a:gd name="connsiteY300" fmla="*/ 5955437 h 6858000"/>
              <a:gd name="connsiteX301" fmla="*/ 4689789 w 7467600"/>
              <a:gd name="connsiteY301" fmla="*/ 6268382 h 6858000"/>
              <a:gd name="connsiteX302" fmla="*/ 4418722 w 7467600"/>
              <a:gd name="connsiteY302" fmla="*/ 6570886 h 6858000"/>
              <a:gd name="connsiteX303" fmla="*/ 4214944 w 7467600"/>
              <a:gd name="connsiteY303" fmla="*/ 6858000 h 6858000"/>
              <a:gd name="connsiteX304" fmla="*/ 4177898 w 7467600"/>
              <a:gd name="connsiteY304" fmla="*/ 6858000 h 6858000"/>
              <a:gd name="connsiteX305" fmla="*/ 4391597 w 7467600"/>
              <a:gd name="connsiteY305" fmla="*/ 6556370 h 6858000"/>
              <a:gd name="connsiteX306" fmla="*/ 4668889 w 7467600"/>
              <a:gd name="connsiteY306" fmla="*/ 6246399 h 6858000"/>
              <a:gd name="connsiteX307" fmla="*/ 5055427 w 7467600"/>
              <a:gd name="connsiteY307" fmla="*/ 5931476 h 6858000"/>
              <a:gd name="connsiteX308" fmla="*/ 5371814 w 7467600"/>
              <a:gd name="connsiteY308" fmla="*/ 5678975 h 6858000"/>
              <a:gd name="connsiteX309" fmla="*/ 4987918 w 7467600"/>
              <a:gd name="connsiteY309" fmla="*/ 5838701 h 6858000"/>
              <a:gd name="connsiteX310" fmla="*/ 4317146 w 7467600"/>
              <a:gd name="connsiteY310" fmla="*/ 6587716 h 6858000"/>
              <a:gd name="connsiteX311" fmla="*/ 4171627 w 7467600"/>
              <a:gd name="connsiteY311" fmla="*/ 6858000 h 6858000"/>
              <a:gd name="connsiteX312" fmla="*/ 4081585 w 7467600"/>
              <a:gd name="connsiteY312" fmla="*/ 6858000 h 6858000"/>
              <a:gd name="connsiteX313" fmla="*/ 4238603 w 7467600"/>
              <a:gd name="connsiteY313" fmla="*/ 6559341 h 6858000"/>
              <a:gd name="connsiteX314" fmla="*/ 4778333 w 7467600"/>
              <a:gd name="connsiteY314" fmla="*/ 5873626 h 6858000"/>
              <a:gd name="connsiteX315" fmla="*/ 5414185 w 7467600"/>
              <a:gd name="connsiteY315" fmla="*/ 5573882 h 6858000"/>
              <a:gd name="connsiteX316" fmla="*/ 5959648 w 7467600"/>
              <a:gd name="connsiteY316" fmla="*/ 4760797 h 6858000"/>
              <a:gd name="connsiteX317" fmla="*/ 5355019 w 7467600"/>
              <a:gd name="connsiteY317" fmla="*/ 4734672 h 6858000"/>
              <a:gd name="connsiteX318" fmla="*/ 5083565 w 7467600"/>
              <a:gd name="connsiteY318" fmla="*/ 5179121 h 6858000"/>
              <a:gd name="connsiteX319" fmla="*/ 4713577 w 7467600"/>
              <a:gd name="connsiteY319" fmla="*/ 5616803 h 6858000"/>
              <a:gd name="connsiteX320" fmla="*/ 3989559 w 7467600"/>
              <a:gd name="connsiteY320" fmla="*/ 6145945 h 6858000"/>
              <a:gd name="connsiteX321" fmla="*/ 3939824 w 7467600"/>
              <a:gd name="connsiteY321" fmla="*/ 6066900 h 6858000"/>
              <a:gd name="connsiteX322" fmla="*/ 4584537 w 7467600"/>
              <a:gd name="connsiteY322" fmla="*/ 5324826 h 6858000"/>
              <a:gd name="connsiteX323" fmla="*/ 5037105 w 7467600"/>
              <a:gd name="connsiteY323" fmla="*/ 5088765 h 6858000"/>
              <a:gd name="connsiteX324" fmla="*/ 5039930 w 7467600"/>
              <a:gd name="connsiteY324" fmla="*/ 5089585 h 6858000"/>
              <a:gd name="connsiteX325" fmla="*/ 5263764 w 7467600"/>
              <a:gd name="connsiteY325" fmla="*/ 4735525 h 6858000"/>
              <a:gd name="connsiteX326" fmla="*/ 4086300 w 7467600"/>
              <a:gd name="connsiteY326" fmla="*/ 4884599 h 6858000"/>
              <a:gd name="connsiteX327" fmla="*/ 4085485 w 7467600"/>
              <a:gd name="connsiteY327" fmla="*/ 4899070 h 6858000"/>
              <a:gd name="connsiteX328" fmla="*/ 3871915 w 7467600"/>
              <a:gd name="connsiteY328" fmla="*/ 5253645 h 6858000"/>
              <a:gd name="connsiteX329" fmla="*/ 3799374 w 7467600"/>
              <a:gd name="connsiteY329" fmla="*/ 5466127 h 6858000"/>
              <a:gd name="connsiteX330" fmla="*/ 3498850 w 7467600"/>
              <a:gd name="connsiteY330" fmla="*/ 6661888 h 6858000"/>
              <a:gd name="connsiteX331" fmla="*/ 3399216 w 7467600"/>
              <a:gd name="connsiteY331" fmla="*/ 6858000 h 6858000"/>
              <a:gd name="connsiteX332" fmla="*/ 3303688 w 7467600"/>
              <a:gd name="connsiteY332" fmla="*/ 6858000 h 6858000"/>
              <a:gd name="connsiteX333" fmla="*/ 3391774 w 7467600"/>
              <a:gd name="connsiteY333" fmla="*/ 6697181 h 6858000"/>
              <a:gd name="connsiteX334" fmla="*/ 3735540 w 7467600"/>
              <a:gd name="connsiteY334" fmla="*/ 5546923 h 6858000"/>
              <a:gd name="connsiteX335" fmla="*/ 3729438 w 7467600"/>
              <a:gd name="connsiteY335" fmla="*/ 5569058 h 6858000"/>
              <a:gd name="connsiteX336" fmla="*/ 3707782 w 7467600"/>
              <a:gd name="connsiteY336" fmla="*/ 5644908 h 6858000"/>
              <a:gd name="connsiteX337" fmla="*/ 3583827 w 7467600"/>
              <a:gd name="connsiteY337" fmla="*/ 6039215 h 6858000"/>
              <a:gd name="connsiteX338" fmla="*/ 3547861 w 7467600"/>
              <a:gd name="connsiteY338" fmla="*/ 6129609 h 6858000"/>
              <a:gd name="connsiteX339" fmla="*/ 3490905 w 7467600"/>
              <a:gd name="connsiteY339" fmla="*/ 6277660 h 6858000"/>
              <a:gd name="connsiteX340" fmla="*/ 3455859 w 7467600"/>
              <a:gd name="connsiteY340" fmla="*/ 6391301 h 6858000"/>
              <a:gd name="connsiteX341" fmla="*/ 3429112 w 7467600"/>
              <a:gd name="connsiteY341" fmla="*/ 6479469 h 6858000"/>
              <a:gd name="connsiteX342" fmla="*/ 3304862 w 7467600"/>
              <a:gd name="connsiteY342" fmla="*/ 6796476 h 6858000"/>
              <a:gd name="connsiteX343" fmla="*/ 3276071 w 7467600"/>
              <a:gd name="connsiteY343" fmla="*/ 6858000 h 6858000"/>
              <a:gd name="connsiteX344" fmla="*/ 3240805 w 7467600"/>
              <a:gd name="connsiteY344" fmla="*/ 6858000 h 6858000"/>
              <a:gd name="connsiteX345" fmla="*/ 3275917 w 7467600"/>
              <a:gd name="connsiteY345" fmla="*/ 6783192 h 6858000"/>
              <a:gd name="connsiteX346" fmla="*/ 3399358 w 7467600"/>
              <a:gd name="connsiteY346" fmla="*/ 6469011 h 6858000"/>
              <a:gd name="connsiteX347" fmla="*/ 3425650 w 7467600"/>
              <a:gd name="connsiteY347" fmla="*/ 6381333 h 6858000"/>
              <a:gd name="connsiteX348" fmla="*/ 3460661 w 7467600"/>
              <a:gd name="connsiteY348" fmla="*/ 6266763 h 6858000"/>
              <a:gd name="connsiteX349" fmla="*/ 3518021 w 7467600"/>
              <a:gd name="connsiteY349" fmla="*/ 6117298 h 6858000"/>
              <a:gd name="connsiteX350" fmla="*/ 3554035 w 7467600"/>
              <a:gd name="connsiteY350" fmla="*/ 6027832 h 6858000"/>
              <a:gd name="connsiteX351" fmla="*/ 3677174 w 7467600"/>
              <a:gd name="connsiteY351" fmla="*/ 5636351 h 6858000"/>
              <a:gd name="connsiteX352" fmla="*/ 3698819 w 7467600"/>
              <a:gd name="connsiteY352" fmla="*/ 5560503 h 6858000"/>
              <a:gd name="connsiteX353" fmla="*/ 3702094 w 7467600"/>
              <a:gd name="connsiteY353" fmla="*/ 5549194 h 6858000"/>
              <a:gd name="connsiteX354" fmla="*/ 3398355 w 7467600"/>
              <a:gd name="connsiteY354" fmla="*/ 6094603 h 6858000"/>
              <a:gd name="connsiteX355" fmla="*/ 3193941 w 7467600"/>
              <a:gd name="connsiteY355" fmla="*/ 6798775 h 6858000"/>
              <a:gd name="connsiteX356" fmla="*/ 3184140 w 7467600"/>
              <a:gd name="connsiteY356" fmla="*/ 6858000 h 6858000"/>
              <a:gd name="connsiteX357" fmla="*/ 3099978 w 7467600"/>
              <a:gd name="connsiteY357" fmla="*/ 6858000 h 6858000"/>
              <a:gd name="connsiteX358" fmla="*/ 3101556 w 7467600"/>
              <a:gd name="connsiteY358" fmla="*/ 6843337 h 6858000"/>
              <a:gd name="connsiteX359" fmla="*/ 3370162 w 7467600"/>
              <a:gd name="connsiteY359" fmla="*/ 5785550 h 6858000"/>
              <a:gd name="connsiteX360" fmla="*/ 3746477 w 7467600"/>
              <a:gd name="connsiteY360" fmla="*/ 5377889 h 6858000"/>
              <a:gd name="connsiteX361" fmla="*/ 3863399 w 7467600"/>
              <a:gd name="connsiteY361" fmla="*/ 5087257 h 6858000"/>
              <a:gd name="connsiteX362" fmla="*/ 3968712 w 7467600"/>
              <a:gd name="connsiteY362" fmla="*/ 4913989 h 6858000"/>
              <a:gd name="connsiteX363" fmla="*/ 2792390 w 7467600"/>
              <a:gd name="connsiteY363" fmla="*/ 5382974 h 6858000"/>
              <a:gd name="connsiteX364" fmla="*/ 2714982 w 7467600"/>
              <a:gd name="connsiteY364" fmla="*/ 5427051 h 6858000"/>
              <a:gd name="connsiteX365" fmla="*/ 2813361 w 7467600"/>
              <a:gd name="connsiteY365" fmla="*/ 6023912 h 6858000"/>
              <a:gd name="connsiteX366" fmla="*/ 2688430 w 7467600"/>
              <a:gd name="connsiteY366" fmla="*/ 6801564 h 6858000"/>
              <a:gd name="connsiteX367" fmla="*/ 2629626 w 7467600"/>
              <a:gd name="connsiteY367" fmla="*/ 6763394 h 6858000"/>
              <a:gd name="connsiteX368" fmla="*/ 2565328 w 7467600"/>
              <a:gd name="connsiteY368" fmla="*/ 5516399 h 6858000"/>
              <a:gd name="connsiteX369" fmla="*/ 1922999 w 7467600"/>
              <a:gd name="connsiteY369" fmla="*/ 5980343 h 6858000"/>
              <a:gd name="connsiteX370" fmla="*/ 1950261 w 7467600"/>
              <a:gd name="connsiteY370" fmla="*/ 6405858 h 6858000"/>
              <a:gd name="connsiteX371" fmla="*/ 2365554 w 7467600"/>
              <a:gd name="connsiteY371" fmla="*/ 6759107 h 6858000"/>
              <a:gd name="connsiteX372" fmla="*/ 2424142 w 7467600"/>
              <a:gd name="connsiteY372" fmla="*/ 6858000 h 6858000"/>
              <a:gd name="connsiteX373" fmla="*/ 2395994 w 7467600"/>
              <a:gd name="connsiteY373" fmla="*/ 6858000 h 6858000"/>
              <a:gd name="connsiteX374" fmla="*/ 2392863 w 7467600"/>
              <a:gd name="connsiteY374" fmla="*/ 6852964 h 6858000"/>
              <a:gd name="connsiteX375" fmla="*/ 2017589 w 7467600"/>
              <a:gd name="connsiteY375" fmla="*/ 6493982 h 6858000"/>
              <a:gd name="connsiteX376" fmla="*/ 2147336 w 7467600"/>
              <a:gd name="connsiteY376" fmla="*/ 6594052 h 6858000"/>
              <a:gd name="connsiteX377" fmla="*/ 2207047 w 7467600"/>
              <a:gd name="connsiteY377" fmla="*/ 6654540 h 6858000"/>
              <a:gd name="connsiteX378" fmla="*/ 2299106 w 7467600"/>
              <a:gd name="connsiteY378" fmla="*/ 6778931 h 6858000"/>
              <a:gd name="connsiteX379" fmla="*/ 2314430 w 7467600"/>
              <a:gd name="connsiteY379" fmla="*/ 6801144 h 6858000"/>
              <a:gd name="connsiteX380" fmla="*/ 2352406 w 7467600"/>
              <a:gd name="connsiteY380" fmla="*/ 6858000 h 6858000"/>
              <a:gd name="connsiteX381" fmla="*/ 2314492 w 7467600"/>
              <a:gd name="connsiteY381" fmla="*/ 6858000 h 6858000"/>
              <a:gd name="connsiteX382" fmla="*/ 2288095 w 7467600"/>
              <a:gd name="connsiteY382" fmla="*/ 6818030 h 6858000"/>
              <a:gd name="connsiteX383" fmla="*/ 2272768 w 7467600"/>
              <a:gd name="connsiteY383" fmla="*/ 6795822 h 6858000"/>
              <a:gd name="connsiteX384" fmla="*/ 2182715 w 7467600"/>
              <a:gd name="connsiteY384" fmla="*/ 6675071 h 6858000"/>
              <a:gd name="connsiteX385" fmla="*/ 2032061 w 7467600"/>
              <a:gd name="connsiteY385" fmla="*/ 6541380 h 6858000"/>
              <a:gd name="connsiteX386" fmla="*/ 2257220 w 7467600"/>
              <a:gd name="connsiteY386" fmla="*/ 6826257 h 6858000"/>
              <a:gd name="connsiteX387" fmla="*/ 2281324 w 7467600"/>
              <a:gd name="connsiteY387" fmla="*/ 6858000 h 6858000"/>
              <a:gd name="connsiteX388" fmla="*/ 2242860 w 7467600"/>
              <a:gd name="connsiteY388" fmla="*/ 6858000 h 6858000"/>
              <a:gd name="connsiteX389" fmla="*/ 2232818 w 7467600"/>
              <a:gd name="connsiteY389" fmla="*/ 6844926 h 6858000"/>
              <a:gd name="connsiteX390" fmla="*/ 1990172 w 7467600"/>
              <a:gd name="connsiteY390" fmla="*/ 6542121 h 6858000"/>
              <a:gd name="connsiteX391" fmla="*/ 2124090 w 7467600"/>
              <a:gd name="connsiteY391" fmla="*/ 6761017 h 6858000"/>
              <a:gd name="connsiteX392" fmla="*/ 2200380 w 7467600"/>
              <a:gd name="connsiteY392" fmla="*/ 6858000 h 6858000"/>
              <a:gd name="connsiteX393" fmla="*/ 2147507 w 7467600"/>
              <a:gd name="connsiteY393" fmla="*/ 6858000 h 6858000"/>
              <a:gd name="connsiteX394" fmla="*/ 2070668 w 7467600"/>
              <a:gd name="connsiteY394" fmla="*/ 6761520 h 6858000"/>
              <a:gd name="connsiteX395" fmla="*/ 1975142 w 7467600"/>
              <a:gd name="connsiteY395" fmla="*/ 6585570 h 6858000"/>
              <a:gd name="connsiteX396" fmla="*/ 2050035 w 7467600"/>
              <a:gd name="connsiteY396" fmla="*/ 6813345 h 6858000"/>
              <a:gd name="connsiteX397" fmla="*/ 2063025 w 7467600"/>
              <a:gd name="connsiteY397" fmla="*/ 6858000 h 6858000"/>
              <a:gd name="connsiteX398" fmla="*/ 2021675 w 7467600"/>
              <a:gd name="connsiteY398" fmla="*/ 6858000 h 6858000"/>
              <a:gd name="connsiteX399" fmla="*/ 2019308 w 7467600"/>
              <a:gd name="connsiteY399" fmla="*/ 6847118 h 6858000"/>
              <a:gd name="connsiteX400" fmla="*/ 1938835 w 7467600"/>
              <a:gd name="connsiteY400" fmla="*/ 6551160 h 6858000"/>
              <a:gd name="connsiteX401" fmla="*/ 1953230 w 7467600"/>
              <a:gd name="connsiteY401" fmla="*/ 6759699 h 6858000"/>
              <a:gd name="connsiteX402" fmla="*/ 1956763 w 7467600"/>
              <a:gd name="connsiteY402" fmla="*/ 6778191 h 6858000"/>
              <a:gd name="connsiteX403" fmla="*/ 1967925 w 7467600"/>
              <a:gd name="connsiteY403" fmla="*/ 6858000 h 6858000"/>
              <a:gd name="connsiteX404" fmla="*/ 1936622 w 7467600"/>
              <a:gd name="connsiteY404" fmla="*/ 6858000 h 6858000"/>
              <a:gd name="connsiteX405" fmla="*/ 1926261 w 7467600"/>
              <a:gd name="connsiteY405" fmla="*/ 6784064 h 6858000"/>
              <a:gd name="connsiteX406" fmla="*/ 1922724 w 7467600"/>
              <a:gd name="connsiteY406" fmla="*/ 6765577 h 6858000"/>
              <a:gd name="connsiteX407" fmla="*/ 1904650 w 7467600"/>
              <a:gd name="connsiteY407" fmla="*/ 6639616 h 6858000"/>
              <a:gd name="connsiteX408" fmla="*/ 1885273 w 7467600"/>
              <a:gd name="connsiteY408" fmla="*/ 6858000 h 6858000"/>
              <a:gd name="connsiteX409" fmla="*/ 1854363 w 7467600"/>
              <a:gd name="connsiteY409" fmla="*/ 6858000 h 6858000"/>
              <a:gd name="connsiteX410" fmla="*/ 1880391 w 7467600"/>
              <a:gd name="connsiteY410" fmla="*/ 6603796 h 6858000"/>
              <a:gd name="connsiteX411" fmla="*/ 1818273 w 7467600"/>
              <a:gd name="connsiteY411" fmla="*/ 6715729 h 6858000"/>
              <a:gd name="connsiteX412" fmla="*/ 1794691 w 7467600"/>
              <a:gd name="connsiteY412" fmla="*/ 6843239 h 6858000"/>
              <a:gd name="connsiteX413" fmla="*/ 1794914 w 7467600"/>
              <a:gd name="connsiteY413" fmla="*/ 6858000 h 6858000"/>
              <a:gd name="connsiteX414" fmla="*/ 1746128 w 7467600"/>
              <a:gd name="connsiteY414" fmla="*/ 6858000 h 6858000"/>
              <a:gd name="connsiteX415" fmla="*/ 1753934 w 7467600"/>
              <a:gd name="connsiteY415" fmla="*/ 6724796 h 6858000"/>
              <a:gd name="connsiteX416" fmla="*/ 1792053 w 7467600"/>
              <a:gd name="connsiteY416" fmla="*/ 6572396 h 6858000"/>
              <a:gd name="connsiteX417" fmla="*/ 1862248 w 7467600"/>
              <a:gd name="connsiteY417" fmla="*/ 6266397 h 6858000"/>
              <a:gd name="connsiteX418" fmla="*/ 1862250 w 7467600"/>
              <a:gd name="connsiteY418" fmla="*/ 6033531 h 6858000"/>
              <a:gd name="connsiteX419" fmla="*/ 1211999 w 7467600"/>
              <a:gd name="connsiteY419" fmla="*/ 6683610 h 6858000"/>
              <a:gd name="connsiteX420" fmla="*/ 1213266 w 7467600"/>
              <a:gd name="connsiteY420" fmla="*/ 6691947 h 6858000"/>
              <a:gd name="connsiteX421" fmla="*/ 1203370 w 7467600"/>
              <a:gd name="connsiteY421" fmla="*/ 6850676 h 6858000"/>
              <a:gd name="connsiteX422" fmla="*/ 1203671 w 7467600"/>
              <a:gd name="connsiteY422" fmla="*/ 6858000 h 6858000"/>
              <a:gd name="connsiteX423" fmla="*/ 1143180 w 7467600"/>
              <a:gd name="connsiteY423" fmla="*/ 6858000 h 6858000"/>
              <a:gd name="connsiteX424" fmla="*/ 1142176 w 7467600"/>
              <a:gd name="connsiteY424" fmla="*/ 6766045 h 6858000"/>
              <a:gd name="connsiteX425" fmla="*/ 1067484 w 7467600"/>
              <a:gd name="connsiteY425" fmla="*/ 6858000 h 6858000"/>
              <a:gd name="connsiteX426" fmla="*/ 953928 w 7467600"/>
              <a:gd name="connsiteY426" fmla="*/ 6858000 h 6858000"/>
              <a:gd name="connsiteX427" fmla="*/ 959715 w 7467600"/>
              <a:gd name="connsiteY427" fmla="*/ 6850185 h 6858000"/>
              <a:gd name="connsiteX428" fmla="*/ 1483788 w 7467600"/>
              <a:gd name="connsiteY428" fmla="*/ 6259174 h 6858000"/>
              <a:gd name="connsiteX429" fmla="*/ 1100671 w 7467600"/>
              <a:gd name="connsiteY429" fmla="*/ 6252137 h 6858000"/>
              <a:gd name="connsiteX430" fmla="*/ 1090144 w 7467600"/>
              <a:gd name="connsiteY430" fmla="*/ 6256748 h 6858000"/>
              <a:gd name="connsiteX431" fmla="*/ 1095872 w 7467600"/>
              <a:gd name="connsiteY431" fmla="*/ 6271892 h 6858000"/>
              <a:gd name="connsiteX432" fmla="*/ 262785 w 7467600"/>
              <a:gd name="connsiteY432" fmla="*/ 6845450 h 6858000"/>
              <a:gd name="connsiteX433" fmla="*/ 209968 w 7467600"/>
              <a:gd name="connsiteY433" fmla="*/ 6770713 h 6858000"/>
              <a:gd name="connsiteX434" fmla="*/ 873460 w 7467600"/>
              <a:gd name="connsiteY434" fmla="*/ 6253768 h 6858000"/>
              <a:gd name="connsiteX435" fmla="*/ 192686 w 7467600"/>
              <a:gd name="connsiteY435" fmla="*/ 5849257 h 6858000"/>
              <a:gd name="connsiteX436" fmla="*/ 4696 w 7467600"/>
              <a:gd name="connsiteY436" fmla="*/ 5697668 h 6858000"/>
              <a:gd name="connsiteX437" fmla="*/ 0 w 7467600"/>
              <a:gd name="connsiteY437" fmla="*/ 5689984 h 6858000"/>
              <a:gd name="connsiteX438" fmla="*/ 0 w 7467600"/>
              <a:gd name="connsiteY438" fmla="*/ 5513472 h 6858000"/>
              <a:gd name="connsiteX439" fmla="*/ 174101 w 7467600"/>
              <a:gd name="connsiteY439" fmla="*/ 5620277 h 6858000"/>
              <a:gd name="connsiteX440" fmla="*/ 891800 w 7467600"/>
              <a:gd name="connsiteY440" fmla="*/ 6036935 h 6858000"/>
              <a:gd name="connsiteX441" fmla="*/ 1072219 w 7467600"/>
              <a:gd name="connsiteY441" fmla="*/ 6169443 h 6858000"/>
              <a:gd name="connsiteX442" fmla="*/ 1074117 w 7467600"/>
              <a:gd name="connsiteY442" fmla="*/ 6170301 h 6858000"/>
              <a:gd name="connsiteX443" fmla="*/ 1083114 w 7467600"/>
              <a:gd name="connsiteY443" fmla="*/ 6174131 h 6858000"/>
              <a:gd name="connsiteX444" fmla="*/ 1543010 w 7467600"/>
              <a:gd name="connsiteY444" fmla="*/ 6191140 h 6858000"/>
              <a:gd name="connsiteX445" fmla="*/ 1551080 w 7467600"/>
              <a:gd name="connsiteY445" fmla="*/ 6195006 h 6858000"/>
              <a:gd name="connsiteX446" fmla="*/ 2345443 w 7467600"/>
              <a:gd name="connsiteY446" fmla="*/ 5549882 h 6858000"/>
              <a:gd name="connsiteX447" fmla="*/ 1721499 w 7467600"/>
              <a:gd name="connsiteY447" fmla="*/ 5599969 h 6858000"/>
              <a:gd name="connsiteX448" fmla="*/ 767716 w 7467600"/>
              <a:gd name="connsiteY448" fmla="*/ 5472768 h 6858000"/>
              <a:gd name="connsiteX449" fmla="*/ 722147 w 7467600"/>
              <a:gd name="connsiteY449" fmla="*/ 5393091 h 6858000"/>
              <a:gd name="connsiteX450" fmla="*/ 1485552 w 7467600"/>
              <a:gd name="connsiteY450" fmla="*/ 5313202 h 6858000"/>
              <a:gd name="connsiteX451" fmla="*/ 2143004 w 7467600"/>
              <a:gd name="connsiteY451" fmla="*/ 5402420 h 6858000"/>
              <a:gd name="connsiteX452" fmla="*/ 1933391 w 7467600"/>
              <a:gd name="connsiteY452" fmla="*/ 5156971 h 6858000"/>
              <a:gd name="connsiteX453" fmla="*/ 1827118 w 7467600"/>
              <a:gd name="connsiteY453" fmla="*/ 4968410 h 6858000"/>
              <a:gd name="connsiteX454" fmla="*/ 1837349 w 7467600"/>
              <a:gd name="connsiteY454" fmla="*/ 4956357 h 6858000"/>
              <a:gd name="connsiteX455" fmla="*/ 2162835 w 7467600"/>
              <a:gd name="connsiteY455" fmla="*/ 5187853 h 6858000"/>
              <a:gd name="connsiteX456" fmla="*/ 2257167 w 7467600"/>
              <a:gd name="connsiteY456" fmla="*/ 5462123 h 6858000"/>
              <a:gd name="connsiteX457" fmla="*/ 2261598 w 7467600"/>
              <a:gd name="connsiteY457" fmla="*/ 5467998 h 6858000"/>
              <a:gd name="connsiteX458" fmla="*/ 2437177 w 7467600"/>
              <a:gd name="connsiteY458" fmla="*/ 5479608 h 6858000"/>
              <a:gd name="connsiteX459" fmla="*/ 2445247 w 7467600"/>
              <a:gd name="connsiteY459" fmla="*/ 5483476 h 6858000"/>
              <a:gd name="connsiteX460" fmla="*/ 2743626 w 7467600"/>
              <a:gd name="connsiteY460" fmla="*/ 5304819 h 6858000"/>
              <a:gd name="connsiteX461" fmla="*/ 3048102 w 7467600"/>
              <a:gd name="connsiteY461" fmla="*/ 5150595 h 6858000"/>
              <a:gd name="connsiteX462" fmla="*/ 1799414 w 7467600"/>
              <a:gd name="connsiteY462" fmla="*/ 4694732 h 6858000"/>
              <a:gd name="connsiteX463" fmla="*/ 1771735 w 7467600"/>
              <a:gd name="connsiteY463" fmla="*/ 4619929 h 6858000"/>
              <a:gd name="connsiteX464" fmla="*/ 3104273 w 7467600"/>
              <a:gd name="connsiteY464" fmla="*/ 5076159 h 6858000"/>
              <a:gd name="connsiteX465" fmla="*/ 3113245 w 7467600"/>
              <a:gd name="connsiteY465" fmla="*/ 5090705 h 6858000"/>
              <a:gd name="connsiteX466" fmla="*/ 3126294 w 7467600"/>
              <a:gd name="connsiteY466" fmla="*/ 5114400 h 6858000"/>
              <a:gd name="connsiteX467" fmla="*/ 3937433 w 7467600"/>
              <a:gd name="connsiteY467" fmla="*/ 4830473 h 6858000"/>
              <a:gd name="connsiteX468" fmla="*/ 3590475 w 7467600"/>
              <a:gd name="connsiteY468" fmla="*/ 4597974 h 6858000"/>
              <a:gd name="connsiteX469" fmla="*/ 3100264 w 7467600"/>
              <a:gd name="connsiteY469" fmla="*/ 4579845 h 6858000"/>
              <a:gd name="connsiteX470" fmla="*/ 2183576 w 7467600"/>
              <a:gd name="connsiteY470" fmla="*/ 4227150 h 6858000"/>
              <a:gd name="connsiteX471" fmla="*/ 2151029 w 7467600"/>
              <a:gd name="connsiteY471" fmla="*/ 4146947 h 6858000"/>
              <a:gd name="connsiteX472" fmla="*/ 3563434 w 7467600"/>
              <a:gd name="connsiteY472" fmla="*/ 4469115 h 6858000"/>
              <a:gd name="connsiteX473" fmla="*/ 3177952 w 7467600"/>
              <a:gd name="connsiteY473" fmla="*/ 3657386 h 6858000"/>
              <a:gd name="connsiteX474" fmla="*/ 3189263 w 7467600"/>
              <a:gd name="connsiteY474" fmla="*/ 3625726 h 6858000"/>
              <a:gd name="connsiteX475" fmla="*/ 3560912 w 7467600"/>
              <a:gd name="connsiteY475" fmla="*/ 4079863 h 6858000"/>
              <a:gd name="connsiteX476" fmla="*/ 3626636 w 7467600"/>
              <a:gd name="connsiteY476" fmla="*/ 4512230 h 6858000"/>
              <a:gd name="connsiteX477" fmla="*/ 3653088 w 7467600"/>
              <a:gd name="connsiteY477" fmla="*/ 4521417 h 6858000"/>
              <a:gd name="connsiteX478" fmla="*/ 3988128 w 7467600"/>
              <a:gd name="connsiteY478" fmla="*/ 4817267 h 6858000"/>
              <a:gd name="connsiteX479" fmla="*/ 4830582 w 7467600"/>
              <a:gd name="connsiteY479" fmla="*/ 4676000 h 6858000"/>
              <a:gd name="connsiteX480" fmla="*/ 4830100 w 7467600"/>
              <a:gd name="connsiteY480" fmla="*/ 4675554 h 6858000"/>
              <a:gd name="connsiteX481" fmla="*/ 4036318 w 7467600"/>
              <a:gd name="connsiteY481" fmla="*/ 4147013 h 6858000"/>
              <a:gd name="connsiteX482" fmla="*/ 3432098 w 7467600"/>
              <a:gd name="connsiteY482" fmla="*/ 3537312 h 6858000"/>
              <a:gd name="connsiteX483" fmla="*/ 3446761 w 7467600"/>
              <a:gd name="connsiteY483" fmla="*/ 3461278 h 6858000"/>
              <a:gd name="connsiteX484" fmla="*/ 4419733 w 7467600"/>
              <a:gd name="connsiteY484" fmla="*/ 3963555 h 6858000"/>
              <a:gd name="connsiteX485" fmla="*/ 4781371 w 7467600"/>
              <a:gd name="connsiteY485" fmla="*/ 4458604 h 6858000"/>
              <a:gd name="connsiteX486" fmla="*/ 4780440 w 7467600"/>
              <a:gd name="connsiteY486" fmla="*/ 4470290 h 6858000"/>
              <a:gd name="connsiteX487" fmla="*/ 4898954 w 7467600"/>
              <a:gd name="connsiteY487" fmla="*/ 4662092 h 6858000"/>
              <a:gd name="connsiteX488" fmla="*/ 4900699 w 7467600"/>
              <a:gd name="connsiteY488" fmla="*/ 4670867 h 6858000"/>
              <a:gd name="connsiteX489" fmla="*/ 5714511 w 7467600"/>
              <a:gd name="connsiteY489" fmla="*/ 4663483 h 6858000"/>
              <a:gd name="connsiteX490" fmla="*/ 5464793 w 7467600"/>
              <a:gd name="connsiteY490" fmla="*/ 4393556 h 6858000"/>
              <a:gd name="connsiteX491" fmla="*/ 5461897 w 7467600"/>
              <a:gd name="connsiteY491" fmla="*/ 4390879 h 6858000"/>
              <a:gd name="connsiteX492" fmla="*/ 4294126 w 7467600"/>
              <a:gd name="connsiteY492" fmla="*/ 3303048 h 6858000"/>
              <a:gd name="connsiteX493" fmla="*/ 4305321 w 7467600"/>
              <a:gd name="connsiteY493" fmla="*/ 3256953 h 6858000"/>
              <a:gd name="connsiteX494" fmla="*/ 4949299 w 7467600"/>
              <a:gd name="connsiteY494" fmla="*/ 3766336 h 6858000"/>
              <a:gd name="connsiteX495" fmla="*/ 5291452 w 7467600"/>
              <a:gd name="connsiteY495" fmla="*/ 4076801 h 6858000"/>
              <a:gd name="connsiteX496" fmla="*/ 5434998 w 7467600"/>
              <a:gd name="connsiteY496" fmla="*/ 4254100 h 6858000"/>
              <a:gd name="connsiteX497" fmla="*/ 5351015 w 7467600"/>
              <a:gd name="connsiteY497" fmla="*/ 3760989 h 6858000"/>
              <a:gd name="connsiteX498" fmla="*/ 5413780 w 7467600"/>
              <a:gd name="connsiteY498" fmla="*/ 2966265 h 6858000"/>
              <a:gd name="connsiteX499" fmla="*/ 5425627 w 7467600"/>
              <a:gd name="connsiteY499" fmla="*/ 2954192 h 6858000"/>
              <a:gd name="connsiteX500" fmla="*/ 6604735 w 7467600"/>
              <a:gd name="connsiteY500" fmla="*/ 2041381 h 6858000"/>
              <a:gd name="connsiteX501" fmla="*/ 7204487 w 7467600"/>
              <a:gd name="connsiteY501" fmla="*/ 2742112 h 6858000"/>
              <a:gd name="connsiteX502" fmla="*/ 7131592 w 7467600"/>
              <a:gd name="connsiteY502" fmla="*/ 2672096 h 6858000"/>
              <a:gd name="connsiteX503" fmla="*/ 6996344 w 7467600"/>
              <a:gd name="connsiteY503" fmla="*/ 2518310 h 6858000"/>
              <a:gd name="connsiteX504" fmla="*/ 6735495 w 7467600"/>
              <a:gd name="connsiteY504" fmla="*/ 2196890 h 6858000"/>
              <a:gd name="connsiteX505" fmla="*/ 6721901 w 7467600"/>
              <a:gd name="connsiteY505" fmla="*/ 2179274 h 6858000"/>
              <a:gd name="connsiteX506" fmla="*/ 6604735 w 7467600"/>
              <a:gd name="connsiteY506" fmla="*/ 2041381 h 6858000"/>
              <a:gd name="connsiteX507" fmla="*/ 6591670 w 7467600"/>
              <a:gd name="connsiteY507" fmla="*/ 1988277 h 6858000"/>
              <a:gd name="connsiteX508" fmla="*/ 6747349 w 7467600"/>
              <a:gd name="connsiteY508" fmla="*/ 2160069 h 6858000"/>
              <a:gd name="connsiteX509" fmla="*/ 6760943 w 7467600"/>
              <a:gd name="connsiteY509" fmla="*/ 2177686 h 6858000"/>
              <a:gd name="connsiteX510" fmla="*/ 7021065 w 7467600"/>
              <a:gd name="connsiteY510" fmla="*/ 2498102 h 6858000"/>
              <a:gd name="connsiteX511" fmla="*/ 7155223 w 7467600"/>
              <a:gd name="connsiteY511" fmla="*/ 2650386 h 6858000"/>
              <a:gd name="connsiteX512" fmla="*/ 7203167 w 7467600"/>
              <a:gd name="connsiteY512" fmla="*/ 2697288 h 6858000"/>
              <a:gd name="connsiteX513" fmla="*/ 6937703 w 7467600"/>
              <a:gd name="connsiteY513" fmla="*/ 2321981 h 6858000"/>
              <a:gd name="connsiteX514" fmla="*/ 6591670 w 7467600"/>
              <a:gd name="connsiteY514" fmla="*/ 1988277 h 6858000"/>
              <a:gd name="connsiteX515" fmla="*/ 5798671 w 7467600"/>
              <a:gd name="connsiteY515" fmla="*/ 1981601 h 6858000"/>
              <a:gd name="connsiteX516" fmla="*/ 5754709 w 7467600"/>
              <a:gd name="connsiteY516" fmla="*/ 2071454 h 6858000"/>
              <a:gd name="connsiteX517" fmla="*/ 5763044 w 7467600"/>
              <a:gd name="connsiteY517" fmla="*/ 2842206 h 6858000"/>
              <a:gd name="connsiteX518" fmla="*/ 5764974 w 7467600"/>
              <a:gd name="connsiteY518" fmla="*/ 2799609 h 6858000"/>
              <a:gd name="connsiteX519" fmla="*/ 5767665 w 7467600"/>
              <a:gd name="connsiteY519" fmla="*/ 2666409 h 6858000"/>
              <a:gd name="connsiteX520" fmla="*/ 5763055 w 7467600"/>
              <a:gd name="connsiteY520" fmla="*/ 2579705 h 6858000"/>
              <a:gd name="connsiteX521" fmla="*/ 5758079 w 7467600"/>
              <a:gd name="connsiteY521" fmla="*/ 2492508 h 6858000"/>
              <a:gd name="connsiteX522" fmla="*/ 5779325 w 7467600"/>
              <a:gd name="connsiteY522" fmla="*/ 2197069 h 6858000"/>
              <a:gd name="connsiteX523" fmla="*/ 5798671 w 7467600"/>
              <a:gd name="connsiteY523" fmla="*/ 1981601 h 6858000"/>
              <a:gd name="connsiteX524" fmla="*/ 5829202 w 7467600"/>
              <a:gd name="connsiteY524" fmla="*/ 1971679 h 6858000"/>
              <a:gd name="connsiteX525" fmla="*/ 5809558 w 7467600"/>
              <a:gd name="connsiteY525" fmla="*/ 2198043 h 6858000"/>
              <a:gd name="connsiteX526" fmla="*/ 5788653 w 7467600"/>
              <a:gd name="connsiteY526" fmla="*/ 2489430 h 6858000"/>
              <a:gd name="connsiteX527" fmla="*/ 5793439 w 7467600"/>
              <a:gd name="connsiteY527" fmla="*/ 2575235 h 6858000"/>
              <a:gd name="connsiteX528" fmla="*/ 5796837 w 7467600"/>
              <a:gd name="connsiteY528" fmla="*/ 2637633 h 6858000"/>
              <a:gd name="connsiteX529" fmla="*/ 5818614 w 7467600"/>
              <a:gd name="connsiteY529" fmla="*/ 2473055 h 6858000"/>
              <a:gd name="connsiteX530" fmla="*/ 5829202 w 7467600"/>
              <a:gd name="connsiteY530" fmla="*/ 1971679 h 6858000"/>
              <a:gd name="connsiteX531" fmla="*/ 5911389 w 7467600"/>
              <a:gd name="connsiteY531" fmla="*/ 1898371 h 6858000"/>
              <a:gd name="connsiteX532" fmla="*/ 6237627 w 7467600"/>
              <a:gd name="connsiteY532" fmla="*/ 2231921 h 6858000"/>
              <a:gd name="connsiteX533" fmla="*/ 5911389 w 7467600"/>
              <a:gd name="connsiteY533" fmla="*/ 1898371 h 6858000"/>
              <a:gd name="connsiteX534" fmla="*/ 6944437 w 7467600"/>
              <a:gd name="connsiteY534" fmla="*/ 1575402 h 6858000"/>
              <a:gd name="connsiteX535" fmla="*/ 6304730 w 7467600"/>
              <a:gd name="connsiteY535" fmla="*/ 1766654 h 6858000"/>
              <a:gd name="connsiteX536" fmla="*/ 6944437 w 7467600"/>
              <a:gd name="connsiteY536" fmla="*/ 1575402 h 6858000"/>
              <a:gd name="connsiteX537" fmla="*/ 7019523 w 7467600"/>
              <a:gd name="connsiteY537" fmla="*/ 1519450 h 6858000"/>
              <a:gd name="connsiteX538" fmla="*/ 6298091 w 7467600"/>
              <a:gd name="connsiteY538" fmla="*/ 1737122 h 6858000"/>
              <a:gd name="connsiteX539" fmla="*/ 7019523 w 7467600"/>
              <a:gd name="connsiteY539" fmla="*/ 1519450 h 6858000"/>
              <a:gd name="connsiteX540" fmla="*/ 2399523 w 7467600"/>
              <a:gd name="connsiteY540" fmla="*/ 1428234 h 6858000"/>
              <a:gd name="connsiteX541" fmla="*/ 2224982 w 7467600"/>
              <a:gd name="connsiteY541" fmla="*/ 1826201 h 6858000"/>
              <a:gd name="connsiteX542" fmla="*/ 2096099 w 7467600"/>
              <a:gd name="connsiteY542" fmla="*/ 2345900 h 6858000"/>
              <a:gd name="connsiteX543" fmla="*/ 2283317 w 7467600"/>
              <a:gd name="connsiteY543" fmla="*/ 1796925 h 6858000"/>
              <a:gd name="connsiteX544" fmla="*/ 2399523 w 7467600"/>
              <a:gd name="connsiteY544" fmla="*/ 1428234 h 6858000"/>
              <a:gd name="connsiteX545" fmla="*/ 2448558 w 7467600"/>
              <a:gd name="connsiteY545" fmla="*/ 1373435 h 6858000"/>
              <a:gd name="connsiteX546" fmla="*/ 2312521 w 7467600"/>
              <a:gd name="connsiteY546" fmla="*/ 1806140 h 6858000"/>
              <a:gd name="connsiteX547" fmla="*/ 2127533 w 7467600"/>
              <a:gd name="connsiteY547" fmla="*/ 2348380 h 6858000"/>
              <a:gd name="connsiteX548" fmla="*/ 2358080 w 7467600"/>
              <a:gd name="connsiteY548" fmla="*/ 1866134 h 6858000"/>
              <a:gd name="connsiteX549" fmla="*/ 2407436 w 7467600"/>
              <a:gd name="connsiteY549" fmla="*/ 1651070 h 6858000"/>
              <a:gd name="connsiteX550" fmla="*/ 2448558 w 7467600"/>
              <a:gd name="connsiteY550" fmla="*/ 1373435 h 6858000"/>
              <a:gd name="connsiteX551" fmla="*/ 278707 w 7467600"/>
              <a:gd name="connsiteY551" fmla="*/ 1352270 h 6858000"/>
              <a:gd name="connsiteX552" fmla="*/ 321570 w 7467600"/>
              <a:gd name="connsiteY552" fmla="*/ 1861610 h 6858000"/>
              <a:gd name="connsiteX553" fmla="*/ 294281 w 7467600"/>
              <a:gd name="connsiteY553" fmla="*/ 1440658 h 6858000"/>
              <a:gd name="connsiteX554" fmla="*/ 278707 w 7467600"/>
              <a:gd name="connsiteY554" fmla="*/ 1352270 h 6858000"/>
              <a:gd name="connsiteX555" fmla="*/ 1423821 w 7467600"/>
              <a:gd name="connsiteY555" fmla="*/ 1351958 h 6858000"/>
              <a:gd name="connsiteX556" fmla="*/ 1638521 w 7467600"/>
              <a:gd name="connsiteY556" fmla="*/ 1908470 h 6858000"/>
              <a:gd name="connsiteX557" fmla="*/ 1754199 w 7467600"/>
              <a:gd name="connsiteY557" fmla="*/ 2149284 h 6858000"/>
              <a:gd name="connsiteX558" fmla="*/ 1908359 w 7467600"/>
              <a:gd name="connsiteY558" fmla="*/ 2364988 h 6858000"/>
              <a:gd name="connsiteX559" fmla="*/ 1647661 w 7467600"/>
              <a:gd name="connsiteY559" fmla="*/ 1825945 h 6858000"/>
              <a:gd name="connsiteX560" fmla="*/ 1423821 w 7467600"/>
              <a:gd name="connsiteY560" fmla="*/ 1351958 h 6858000"/>
              <a:gd name="connsiteX561" fmla="*/ 1431890 w 7467600"/>
              <a:gd name="connsiteY561" fmla="*/ 1306475 h 6858000"/>
              <a:gd name="connsiteX562" fmla="*/ 1507597 w 7467600"/>
              <a:gd name="connsiteY562" fmla="*/ 1446132 h 6858000"/>
              <a:gd name="connsiteX563" fmla="*/ 1674586 w 7467600"/>
              <a:gd name="connsiteY563" fmla="*/ 1813832 h 6858000"/>
              <a:gd name="connsiteX564" fmla="*/ 1815950 w 7467600"/>
              <a:gd name="connsiteY564" fmla="*/ 2128564 h 6858000"/>
              <a:gd name="connsiteX565" fmla="*/ 1984242 w 7467600"/>
              <a:gd name="connsiteY565" fmla="*/ 2430829 h 6858000"/>
              <a:gd name="connsiteX566" fmla="*/ 2014023 w 7467600"/>
              <a:gd name="connsiteY566" fmla="*/ 2450995 h 6858000"/>
              <a:gd name="connsiteX567" fmla="*/ 1747337 w 7467600"/>
              <a:gd name="connsiteY567" fmla="*/ 1855264 h 6858000"/>
              <a:gd name="connsiteX568" fmla="*/ 1533749 w 7467600"/>
              <a:gd name="connsiteY568" fmla="*/ 1478656 h 6858000"/>
              <a:gd name="connsiteX569" fmla="*/ 1431890 w 7467600"/>
              <a:gd name="connsiteY569" fmla="*/ 1306475 h 6858000"/>
              <a:gd name="connsiteX570" fmla="*/ 5052692 w 7467600"/>
              <a:gd name="connsiteY570" fmla="*/ 1292994 h 6858000"/>
              <a:gd name="connsiteX571" fmla="*/ 5200661 w 7467600"/>
              <a:gd name="connsiteY571" fmla="*/ 1635186 h 6858000"/>
              <a:gd name="connsiteX572" fmla="*/ 5297138 w 7467600"/>
              <a:gd name="connsiteY572" fmla="*/ 1906351 h 6858000"/>
              <a:gd name="connsiteX573" fmla="*/ 5052692 w 7467600"/>
              <a:gd name="connsiteY573" fmla="*/ 1292994 h 6858000"/>
              <a:gd name="connsiteX574" fmla="*/ 5009948 w 7467600"/>
              <a:gd name="connsiteY574" fmla="*/ 1273619 h 6858000"/>
              <a:gd name="connsiteX575" fmla="*/ 5121777 w 7467600"/>
              <a:gd name="connsiteY575" fmla="*/ 1654213 h 6858000"/>
              <a:gd name="connsiteX576" fmla="*/ 5293545 w 7467600"/>
              <a:gd name="connsiteY576" fmla="*/ 2072247 h 6858000"/>
              <a:gd name="connsiteX577" fmla="*/ 5294042 w 7467600"/>
              <a:gd name="connsiteY577" fmla="*/ 2065019 h 6858000"/>
              <a:gd name="connsiteX578" fmla="*/ 5171936 w 7467600"/>
              <a:gd name="connsiteY578" fmla="*/ 1647613 h 6858000"/>
              <a:gd name="connsiteX579" fmla="*/ 5009948 w 7467600"/>
              <a:gd name="connsiteY579" fmla="*/ 1273619 h 6858000"/>
              <a:gd name="connsiteX580" fmla="*/ 655236 w 7467600"/>
              <a:gd name="connsiteY580" fmla="*/ 1268632 h 6858000"/>
              <a:gd name="connsiteX581" fmla="*/ 839521 w 7467600"/>
              <a:gd name="connsiteY581" fmla="*/ 1685315 h 6858000"/>
              <a:gd name="connsiteX582" fmla="*/ 1109416 w 7467600"/>
              <a:gd name="connsiteY582" fmla="*/ 2061663 h 6858000"/>
              <a:gd name="connsiteX583" fmla="*/ 1298300 w 7467600"/>
              <a:gd name="connsiteY583" fmla="*/ 2247742 h 6858000"/>
              <a:gd name="connsiteX584" fmla="*/ 1125871 w 7467600"/>
              <a:gd name="connsiteY584" fmla="*/ 1989513 h 6858000"/>
              <a:gd name="connsiteX585" fmla="*/ 981574 w 7467600"/>
              <a:gd name="connsiteY585" fmla="*/ 1783157 h 6858000"/>
              <a:gd name="connsiteX586" fmla="*/ 922198 w 7467600"/>
              <a:gd name="connsiteY586" fmla="*/ 1677437 h 6858000"/>
              <a:gd name="connsiteX587" fmla="*/ 869293 w 7467600"/>
              <a:gd name="connsiteY587" fmla="*/ 1583214 h 6858000"/>
              <a:gd name="connsiteX588" fmla="*/ 751431 w 7467600"/>
              <a:gd name="connsiteY588" fmla="*/ 1405731 h 6858000"/>
              <a:gd name="connsiteX589" fmla="*/ 655236 w 7467600"/>
              <a:gd name="connsiteY589" fmla="*/ 1268632 h 6858000"/>
              <a:gd name="connsiteX590" fmla="*/ 6516292 w 7467600"/>
              <a:gd name="connsiteY590" fmla="*/ 1263064 h 6858000"/>
              <a:gd name="connsiteX591" fmla="*/ 5736320 w 7467600"/>
              <a:gd name="connsiteY591" fmla="*/ 1501803 h 6858000"/>
              <a:gd name="connsiteX592" fmla="*/ 6516292 w 7467600"/>
              <a:gd name="connsiteY592" fmla="*/ 1263064 h 6858000"/>
              <a:gd name="connsiteX593" fmla="*/ 291466 w 7467600"/>
              <a:gd name="connsiteY593" fmla="*/ 1250369 h 6858000"/>
              <a:gd name="connsiteX594" fmla="*/ 323180 w 7467600"/>
              <a:gd name="connsiteY594" fmla="*/ 1435283 h 6858000"/>
              <a:gd name="connsiteX595" fmla="*/ 349381 w 7467600"/>
              <a:gd name="connsiteY595" fmla="*/ 1875041 h 6858000"/>
              <a:gd name="connsiteX596" fmla="*/ 374363 w 7467600"/>
              <a:gd name="connsiteY596" fmla="*/ 1506494 h 6858000"/>
              <a:gd name="connsiteX597" fmla="*/ 302168 w 7467600"/>
              <a:gd name="connsiteY597" fmla="*/ 1274495 h 6858000"/>
              <a:gd name="connsiteX598" fmla="*/ 291466 w 7467600"/>
              <a:gd name="connsiteY598" fmla="*/ 1250369 h 6858000"/>
              <a:gd name="connsiteX599" fmla="*/ 678222 w 7467600"/>
              <a:gd name="connsiteY599" fmla="*/ 1248670 h 6858000"/>
              <a:gd name="connsiteX600" fmla="*/ 775536 w 7467600"/>
              <a:gd name="connsiteY600" fmla="*/ 1388015 h 6858000"/>
              <a:gd name="connsiteX601" fmla="*/ 894529 w 7467600"/>
              <a:gd name="connsiteY601" fmla="*/ 1567739 h 6858000"/>
              <a:gd name="connsiteX602" fmla="*/ 948000 w 7467600"/>
              <a:gd name="connsiteY602" fmla="*/ 1663088 h 6858000"/>
              <a:gd name="connsiteX603" fmla="*/ 1006812 w 7467600"/>
              <a:gd name="connsiteY603" fmla="*/ 1767683 h 6858000"/>
              <a:gd name="connsiteX604" fmla="*/ 1149133 w 7467600"/>
              <a:gd name="connsiteY604" fmla="*/ 1971513 h 6858000"/>
              <a:gd name="connsiteX605" fmla="*/ 1333952 w 7467600"/>
              <a:gd name="connsiteY605" fmla="*/ 2251620 h 6858000"/>
              <a:gd name="connsiteX606" fmla="*/ 1337329 w 7467600"/>
              <a:gd name="connsiteY606" fmla="*/ 2258350 h 6858000"/>
              <a:gd name="connsiteX607" fmla="*/ 1014726 w 7467600"/>
              <a:gd name="connsiteY607" fmla="*/ 1615556 h 6858000"/>
              <a:gd name="connsiteX608" fmla="*/ 678222 w 7467600"/>
              <a:gd name="connsiteY608" fmla="*/ 1248670 h 6858000"/>
              <a:gd name="connsiteX609" fmla="*/ 6691602 w 7467600"/>
              <a:gd name="connsiteY609" fmla="*/ 1140573 h 6858000"/>
              <a:gd name="connsiteX610" fmla="*/ 6571100 w 7467600"/>
              <a:gd name="connsiteY610" fmla="*/ 1183662 h 6858000"/>
              <a:gd name="connsiteX611" fmla="*/ 6241687 w 7467600"/>
              <a:gd name="connsiteY611" fmla="*/ 1257600 h 6858000"/>
              <a:gd name="connsiteX612" fmla="*/ 5693009 w 7467600"/>
              <a:gd name="connsiteY612" fmla="*/ 1478256 h 6858000"/>
              <a:gd name="connsiteX613" fmla="*/ 6548420 w 7467600"/>
              <a:gd name="connsiteY613" fmla="*/ 1214599 h 6858000"/>
              <a:gd name="connsiteX614" fmla="*/ 6605473 w 7467600"/>
              <a:gd name="connsiteY614" fmla="*/ 1184686 h 6858000"/>
              <a:gd name="connsiteX615" fmla="*/ 6691602 w 7467600"/>
              <a:gd name="connsiteY615" fmla="*/ 1140573 h 6858000"/>
              <a:gd name="connsiteX616" fmla="*/ 4002475 w 7467600"/>
              <a:gd name="connsiteY616" fmla="*/ 1037802 h 6858000"/>
              <a:gd name="connsiteX617" fmla="*/ 4000324 w 7467600"/>
              <a:gd name="connsiteY617" fmla="*/ 1039362 h 6858000"/>
              <a:gd name="connsiteX618" fmla="*/ 4002862 w 7467600"/>
              <a:gd name="connsiteY618" fmla="*/ 1042866 h 6858000"/>
              <a:gd name="connsiteX619" fmla="*/ 4002475 w 7467600"/>
              <a:gd name="connsiteY619" fmla="*/ 1037802 h 6858000"/>
              <a:gd name="connsiteX620" fmla="*/ 506322 w 7467600"/>
              <a:gd name="connsiteY620" fmla="*/ 1020997 h 6858000"/>
              <a:gd name="connsiteX621" fmla="*/ 533068 w 7467600"/>
              <a:gd name="connsiteY621" fmla="*/ 1029409 h 6858000"/>
              <a:gd name="connsiteX622" fmla="*/ 1232525 w 7467600"/>
              <a:gd name="connsiteY622" fmla="*/ 1804675 h 6858000"/>
              <a:gd name="connsiteX623" fmla="*/ 1388858 w 7467600"/>
              <a:gd name="connsiteY623" fmla="*/ 2368011 h 6858000"/>
              <a:gd name="connsiteX624" fmla="*/ 1384098 w 7467600"/>
              <a:gd name="connsiteY624" fmla="*/ 2378125 h 6858000"/>
              <a:gd name="connsiteX625" fmla="*/ 1425393 w 7467600"/>
              <a:gd name="connsiteY625" fmla="*/ 2589124 h 6858000"/>
              <a:gd name="connsiteX626" fmla="*/ 1424001 w 7467600"/>
              <a:gd name="connsiteY626" fmla="*/ 2597541 h 6858000"/>
              <a:gd name="connsiteX627" fmla="*/ 2152729 w 7467600"/>
              <a:gd name="connsiteY627" fmla="*/ 2864487 h 6858000"/>
              <a:gd name="connsiteX628" fmla="*/ 2020609 w 7467600"/>
              <a:gd name="connsiteY628" fmla="*/ 2539671 h 6858000"/>
              <a:gd name="connsiteX629" fmla="*/ 2018920 w 7467600"/>
              <a:gd name="connsiteY629" fmla="*/ 2536309 h 6858000"/>
              <a:gd name="connsiteX630" fmla="*/ 1342441 w 7467600"/>
              <a:gd name="connsiteY630" fmla="*/ 1173017 h 6858000"/>
              <a:gd name="connsiteX631" fmla="*/ 1367925 w 7467600"/>
              <a:gd name="connsiteY631" fmla="*/ 1135648 h 6858000"/>
              <a:gd name="connsiteX632" fmla="*/ 1771401 w 7467600"/>
              <a:gd name="connsiteY632" fmla="*/ 1806673 h 6858000"/>
              <a:gd name="connsiteX633" fmla="*/ 1972385 w 7467600"/>
              <a:gd name="connsiteY633" fmla="*/ 2198735 h 6858000"/>
              <a:gd name="connsiteX634" fmla="*/ 2040892 w 7467600"/>
              <a:gd name="connsiteY634" fmla="*/ 2405205 h 6858000"/>
              <a:gd name="connsiteX635" fmla="*/ 2131689 w 7467600"/>
              <a:gd name="connsiteY635" fmla="*/ 1936926 h 6858000"/>
              <a:gd name="connsiteX636" fmla="*/ 2454820 w 7467600"/>
              <a:gd name="connsiteY636" fmla="*/ 1248808 h 6858000"/>
              <a:gd name="connsiteX637" fmla="*/ 2492512 w 7467600"/>
              <a:gd name="connsiteY637" fmla="*/ 1302920 h 6858000"/>
              <a:gd name="connsiteX638" fmla="*/ 2081216 w 7467600"/>
              <a:gd name="connsiteY638" fmla="*/ 2527513 h 6858000"/>
              <a:gd name="connsiteX639" fmla="*/ 2081211 w 7467600"/>
              <a:gd name="connsiteY639" fmla="*/ 2528916 h 6858000"/>
              <a:gd name="connsiteX640" fmla="*/ 2199067 w 7467600"/>
              <a:gd name="connsiteY640" fmla="*/ 2884061 h 6858000"/>
              <a:gd name="connsiteX641" fmla="*/ 3192586 w 7467600"/>
              <a:gd name="connsiteY641" fmla="*/ 3411496 h 6858000"/>
              <a:gd name="connsiteX642" fmla="*/ 3182620 w 7467600"/>
              <a:gd name="connsiteY642" fmla="*/ 3483279 h 6858000"/>
              <a:gd name="connsiteX643" fmla="*/ 2435119 w 7467600"/>
              <a:gd name="connsiteY643" fmla="*/ 3080173 h 6858000"/>
              <a:gd name="connsiteX644" fmla="*/ 2410152 w 7467600"/>
              <a:gd name="connsiteY644" fmla="*/ 3063751 h 6858000"/>
              <a:gd name="connsiteX645" fmla="*/ 2408099 w 7467600"/>
              <a:gd name="connsiteY645" fmla="*/ 3064403 h 6858000"/>
              <a:gd name="connsiteX646" fmla="*/ 2407218 w 7467600"/>
              <a:gd name="connsiteY646" fmla="*/ 3070324 h 6858000"/>
              <a:gd name="connsiteX647" fmla="*/ 2380138 w 7467600"/>
              <a:gd name="connsiteY647" fmla="*/ 3099341 h 6858000"/>
              <a:gd name="connsiteX648" fmla="*/ 1765923 w 7467600"/>
              <a:gd name="connsiteY648" fmla="*/ 3581043 h 6858000"/>
              <a:gd name="connsiteX649" fmla="*/ 1702258 w 7467600"/>
              <a:gd name="connsiteY649" fmla="*/ 3612286 h 6858000"/>
              <a:gd name="connsiteX650" fmla="*/ 1538370 w 7467600"/>
              <a:gd name="connsiteY650" fmla="*/ 3811804 h 6858000"/>
              <a:gd name="connsiteX651" fmla="*/ 542867 w 7467600"/>
              <a:gd name="connsiteY651" fmla="*/ 4944092 h 6858000"/>
              <a:gd name="connsiteX652" fmla="*/ 515800 w 7467600"/>
              <a:gd name="connsiteY652" fmla="*/ 4862180 h 6858000"/>
              <a:gd name="connsiteX653" fmla="*/ 909145 w 7467600"/>
              <a:gd name="connsiteY653" fmla="*/ 4199225 h 6858000"/>
              <a:gd name="connsiteX654" fmla="*/ 1214067 w 7467600"/>
              <a:gd name="connsiteY654" fmla="*/ 3908561 h 6858000"/>
              <a:gd name="connsiteX655" fmla="*/ 640967 w 7467600"/>
              <a:gd name="connsiteY655" fmla="*/ 4105601 h 6858000"/>
              <a:gd name="connsiteX656" fmla="*/ 112563 w 7467600"/>
              <a:gd name="connsiteY656" fmla="*/ 4396952 h 6858000"/>
              <a:gd name="connsiteX657" fmla="*/ 0 w 7467600"/>
              <a:gd name="connsiteY657" fmla="*/ 4466006 h 6858000"/>
              <a:gd name="connsiteX658" fmla="*/ 0 w 7467600"/>
              <a:gd name="connsiteY658" fmla="*/ 4233763 h 6858000"/>
              <a:gd name="connsiteX659" fmla="*/ 36881 w 7467600"/>
              <a:gd name="connsiteY659" fmla="*/ 4200118 h 6858000"/>
              <a:gd name="connsiteX660" fmla="*/ 910534 w 7467600"/>
              <a:gd name="connsiteY660" fmla="*/ 3629753 h 6858000"/>
              <a:gd name="connsiteX661" fmla="*/ 1578717 w 7467600"/>
              <a:gd name="connsiteY661" fmla="*/ 3575982 h 6858000"/>
              <a:gd name="connsiteX662" fmla="*/ 2338780 w 7467600"/>
              <a:gd name="connsiteY662" fmla="*/ 3033725 h 6858000"/>
              <a:gd name="connsiteX663" fmla="*/ 1807991 w 7467600"/>
              <a:gd name="connsiteY663" fmla="*/ 2807184 h 6858000"/>
              <a:gd name="connsiteX664" fmla="*/ 1416358 w 7467600"/>
              <a:gd name="connsiteY664" fmla="*/ 3112571 h 6858000"/>
              <a:gd name="connsiteX665" fmla="*/ 939066 w 7467600"/>
              <a:gd name="connsiteY665" fmla="*/ 3378798 h 6858000"/>
              <a:gd name="connsiteX666" fmla="*/ 115099 w 7467600"/>
              <a:gd name="connsiteY666" fmla="*/ 3607650 h 6858000"/>
              <a:gd name="connsiteX667" fmla="*/ 97284 w 7467600"/>
              <a:gd name="connsiteY667" fmla="*/ 3520393 h 6858000"/>
              <a:gd name="connsiteX668" fmla="*/ 922050 w 7467600"/>
              <a:gd name="connsiteY668" fmla="*/ 3074867 h 6858000"/>
              <a:gd name="connsiteX669" fmla="*/ 1405265 w 7467600"/>
              <a:gd name="connsiteY669" fmla="*/ 3016319 h 6858000"/>
              <a:gd name="connsiteX670" fmla="*/ 1407512 w 7467600"/>
              <a:gd name="connsiteY670" fmla="*/ 3018001 h 6858000"/>
              <a:gd name="connsiteX671" fmla="*/ 1726266 w 7467600"/>
              <a:gd name="connsiteY671" fmla="*/ 2777274 h 6858000"/>
              <a:gd name="connsiteX672" fmla="*/ 625390 w 7467600"/>
              <a:gd name="connsiteY672" fmla="*/ 2514541 h 6858000"/>
              <a:gd name="connsiteX673" fmla="*/ 619799 w 7467600"/>
              <a:gd name="connsiteY673" fmla="*/ 2527180 h 6858000"/>
              <a:gd name="connsiteX674" fmla="*/ 310030 w 7467600"/>
              <a:gd name="connsiteY674" fmla="*/ 2771818 h 6858000"/>
              <a:gd name="connsiteX675" fmla="*/ 173877 w 7467600"/>
              <a:gd name="connsiteY675" fmla="*/ 2937056 h 6858000"/>
              <a:gd name="connsiteX676" fmla="*/ 77889 w 7467600"/>
              <a:gd name="connsiteY676" fmla="*/ 3138440 h 6858000"/>
              <a:gd name="connsiteX677" fmla="*/ 0 w 7467600"/>
              <a:gd name="connsiteY677" fmla="*/ 3271395 h 6858000"/>
              <a:gd name="connsiteX678" fmla="*/ 0 w 7467600"/>
              <a:gd name="connsiteY678" fmla="*/ 3153002 h 6858000"/>
              <a:gd name="connsiteX679" fmla="*/ 2386 w 7467600"/>
              <a:gd name="connsiteY679" fmla="*/ 3149203 h 6858000"/>
              <a:gd name="connsiteX680" fmla="*/ 89753 w 7467600"/>
              <a:gd name="connsiteY680" fmla="*/ 2987702 h 6858000"/>
              <a:gd name="connsiteX681" fmla="*/ 76869 w 7467600"/>
              <a:gd name="connsiteY681" fmla="*/ 3005404 h 6858000"/>
              <a:gd name="connsiteX682" fmla="*/ 32049 w 7467600"/>
              <a:gd name="connsiteY682" fmla="*/ 3065814 h 6858000"/>
              <a:gd name="connsiteX683" fmla="*/ 0 w 7467600"/>
              <a:gd name="connsiteY683" fmla="*/ 3108744 h 6858000"/>
              <a:gd name="connsiteX684" fmla="*/ 0 w 7467600"/>
              <a:gd name="connsiteY684" fmla="*/ 3058059 h 6858000"/>
              <a:gd name="connsiteX685" fmla="*/ 7610 w 7467600"/>
              <a:gd name="connsiteY685" fmla="*/ 3047889 h 6858000"/>
              <a:gd name="connsiteX686" fmla="*/ 52419 w 7467600"/>
              <a:gd name="connsiteY686" fmla="*/ 2987479 h 6858000"/>
              <a:gd name="connsiteX687" fmla="*/ 59142 w 7467600"/>
              <a:gd name="connsiteY687" fmla="*/ 2978488 h 6858000"/>
              <a:gd name="connsiteX688" fmla="*/ 0 w 7467600"/>
              <a:gd name="connsiteY688" fmla="*/ 3015334 h 6858000"/>
              <a:gd name="connsiteX689" fmla="*/ 0 w 7467600"/>
              <a:gd name="connsiteY689" fmla="*/ 2914286 h 6858000"/>
              <a:gd name="connsiteX690" fmla="*/ 36383 w 7467600"/>
              <a:gd name="connsiteY690" fmla="*/ 2901128 h 6858000"/>
              <a:gd name="connsiteX691" fmla="*/ 156329 w 7467600"/>
              <a:gd name="connsiteY691" fmla="*/ 2840533 h 6858000"/>
              <a:gd name="connsiteX692" fmla="*/ 358355 w 7467600"/>
              <a:gd name="connsiteY692" fmla="*/ 2620471 h 6858000"/>
              <a:gd name="connsiteX693" fmla="*/ 510577 w 7467600"/>
              <a:gd name="connsiteY693" fmla="*/ 2501244 h 6858000"/>
              <a:gd name="connsiteX694" fmla="*/ 211967 w 7467600"/>
              <a:gd name="connsiteY694" fmla="*/ 2479171 h 6858000"/>
              <a:gd name="connsiteX695" fmla="*/ 0 w 7467600"/>
              <a:gd name="connsiteY695" fmla="*/ 2476398 h 6858000"/>
              <a:gd name="connsiteX696" fmla="*/ 0 w 7467600"/>
              <a:gd name="connsiteY696" fmla="*/ 2389189 h 6858000"/>
              <a:gd name="connsiteX697" fmla="*/ 103062 w 7467600"/>
              <a:gd name="connsiteY697" fmla="*/ 2389518 h 6858000"/>
              <a:gd name="connsiteX698" fmla="*/ 510734 w 7467600"/>
              <a:gd name="connsiteY698" fmla="*/ 2416201 h 6858000"/>
              <a:gd name="connsiteX699" fmla="*/ 279257 w 7467600"/>
              <a:gd name="connsiteY699" fmla="*/ 2092102 h 6858000"/>
              <a:gd name="connsiteX700" fmla="*/ 65265 w 7467600"/>
              <a:gd name="connsiteY700" fmla="*/ 2006049 h 6858000"/>
              <a:gd name="connsiteX701" fmla="*/ 0 w 7467600"/>
              <a:gd name="connsiteY701" fmla="*/ 1982532 h 6858000"/>
              <a:gd name="connsiteX702" fmla="*/ 0 w 7467600"/>
              <a:gd name="connsiteY702" fmla="*/ 1912789 h 6858000"/>
              <a:gd name="connsiteX703" fmla="*/ 97460 w 7467600"/>
              <a:gd name="connsiteY703" fmla="*/ 1953725 h 6858000"/>
              <a:gd name="connsiteX704" fmla="*/ 221272 w 7467600"/>
              <a:gd name="connsiteY704" fmla="*/ 1980766 h 6858000"/>
              <a:gd name="connsiteX705" fmla="*/ 116765 w 7467600"/>
              <a:gd name="connsiteY705" fmla="*/ 1911033 h 6858000"/>
              <a:gd name="connsiteX706" fmla="*/ 16405 w 7467600"/>
              <a:gd name="connsiteY706" fmla="*/ 1803412 h 6858000"/>
              <a:gd name="connsiteX707" fmla="*/ 0 w 7467600"/>
              <a:gd name="connsiteY707" fmla="*/ 1784777 h 6858000"/>
              <a:gd name="connsiteX708" fmla="*/ 0 w 7467600"/>
              <a:gd name="connsiteY708" fmla="*/ 1740082 h 6858000"/>
              <a:gd name="connsiteX709" fmla="*/ 39394 w 7467600"/>
              <a:gd name="connsiteY709" fmla="*/ 1784856 h 6858000"/>
              <a:gd name="connsiteX710" fmla="*/ 135813 w 7467600"/>
              <a:gd name="connsiteY710" fmla="*/ 1888838 h 6858000"/>
              <a:gd name="connsiteX711" fmla="*/ 242575 w 7467600"/>
              <a:gd name="connsiteY711" fmla="*/ 1958841 h 6858000"/>
              <a:gd name="connsiteX712" fmla="*/ 82197 w 7467600"/>
              <a:gd name="connsiteY712" fmla="*/ 1754826 h 6858000"/>
              <a:gd name="connsiteX713" fmla="*/ 0 w 7467600"/>
              <a:gd name="connsiteY713" fmla="*/ 1679650 h 6858000"/>
              <a:gd name="connsiteX714" fmla="*/ 0 w 7467600"/>
              <a:gd name="connsiteY714" fmla="*/ 1602463 h 6858000"/>
              <a:gd name="connsiteX715" fmla="*/ 84689 w 7467600"/>
              <a:gd name="connsiteY715" fmla="*/ 1677442 h 6858000"/>
              <a:gd name="connsiteX716" fmla="*/ 298437 w 7467600"/>
              <a:gd name="connsiteY716" fmla="*/ 1968019 h 6858000"/>
              <a:gd name="connsiteX717" fmla="*/ 227269 w 7467600"/>
              <a:gd name="connsiteY717" fmla="*/ 1114064 h 6858000"/>
              <a:gd name="connsiteX718" fmla="*/ 248003 w 7467600"/>
              <a:gd name="connsiteY718" fmla="*/ 1089613 h 6858000"/>
              <a:gd name="connsiteX719" fmla="*/ 427020 w 7467600"/>
              <a:gd name="connsiteY719" fmla="*/ 1619803 h 6858000"/>
              <a:gd name="connsiteX720" fmla="*/ 340345 w 7467600"/>
              <a:gd name="connsiteY720" fmla="*/ 2027739 h 6858000"/>
              <a:gd name="connsiteX721" fmla="*/ 360865 w 7467600"/>
              <a:gd name="connsiteY721" fmla="*/ 2044827 h 6858000"/>
              <a:gd name="connsiteX722" fmla="*/ 560414 w 7467600"/>
              <a:gd name="connsiteY722" fmla="*/ 2421457 h 6858000"/>
              <a:gd name="connsiteX723" fmla="*/ 1359703 w 7467600"/>
              <a:gd name="connsiteY723" fmla="*/ 2578554 h 6858000"/>
              <a:gd name="connsiteX724" fmla="*/ 1359422 w 7467600"/>
              <a:gd name="connsiteY724" fmla="*/ 2577994 h 6858000"/>
              <a:gd name="connsiteX725" fmla="*/ 828701 w 7467600"/>
              <a:gd name="connsiteY725" fmla="*/ 1839520 h 6858000"/>
              <a:gd name="connsiteX726" fmla="*/ 494427 w 7467600"/>
              <a:gd name="connsiteY726" fmla="*/ 1092333 h 6858000"/>
              <a:gd name="connsiteX727" fmla="*/ 506322 w 7467600"/>
              <a:gd name="connsiteY727" fmla="*/ 1020997 h 6858000"/>
              <a:gd name="connsiteX728" fmla="*/ 4570198 w 7467600"/>
              <a:gd name="connsiteY728" fmla="*/ 978081 h 6858000"/>
              <a:gd name="connsiteX729" fmla="*/ 4523691 w 7467600"/>
              <a:gd name="connsiteY729" fmla="*/ 1127776 h 6858000"/>
              <a:gd name="connsiteX730" fmla="*/ 4509875 w 7467600"/>
              <a:gd name="connsiteY730" fmla="*/ 1167552 h 6858000"/>
              <a:gd name="connsiteX731" fmla="*/ 4478168 w 7467600"/>
              <a:gd name="connsiteY731" fmla="*/ 1260735 h 6858000"/>
              <a:gd name="connsiteX732" fmla="*/ 4409309 w 7467600"/>
              <a:gd name="connsiteY732" fmla="*/ 1666996 h 6858000"/>
              <a:gd name="connsiteX733" fmla="*/ 4370031 w 7467600"/>
              <a:gd name="connsiteY733" fmla="*/ 1955666 h 6858000"/>
              <a:gd name="connsiteX734" fmla="*/ 4570198 w 7467600"/>
              <a:gd name="connsiteY734" fmla="*/ 978081 h 6858000"/>
              <a:gd name="connsiteX735" fmla="*/ 4557898 w 7467600"/>
              <a:gd name="connsiteY735" fmla="*/ 900011 h 6858000"/>
              <a:gd name="connsiteX736" fmla="*/ 4344840 w 7467600"/>
              <a:gd name="connsiteY736" fmla="*/ 1922038 h 6858000"/>
              <a:gd name="connsiteX737" fmla="*/ 4378710 w 7467600"/>
              <a:gd name="connsiteY737" fmla="*/ 1665516 h 6858000"/>
              <a:gd name="connsiteX738" fmla="*/ 4448798 w 7467600"/>
              <a:gd name="connsiteY738" fmla="*/ 1253024 h 6858000"/>
              <a:gd name="connsiteX739" fmla="*/ 4480315 w 7467600"/>
              <a:gd name="connsiteY739" fmla="*/ 1158454 h 6858000"/>
              <a:gd name="connsiteX740" fmla="*/ 4494133 w 7467600"/>
              <a:gd name="connsiteY740" fmla="*/ 1118676 h 6858000"/>
              <a:gd name="connsiteX741" fmla="*/ 4557898 w 7467600"/>
              <a:gd name="connsiteY741" fmla="*/ 900011 h 6858000"/>
              <a:gd name="connsiteX742" fmla="*/ 5870151 w 7467600"/>
              <a:gd name="connsiteY742" fmla="*/ 898890 h 6858000"/>
              <a:gd name="connsiteX743" fmla="*/ 5861335 w 7467600"/>
              <a:gd name="connsiteY743" fmla="*/ 899177 h 6858000"/>
              <a:gd name="connsiteX744" fmla="*/ 5843702 w 7467600"/>
              <a:gd name="connsiteY744" fmla="*/ 899748 h 6858000"/>
              <a:gd name="connsiteX745" fmla="*/ 5651107 w 7467600"/>
              <a:gd name="connsiteY745" fmla="*/ 920306 h 6858000"/>
              <a:gd name="connsiteX746" fmla="*/ 5459407 w 7467600"/>
              <a:gd name="connsiteY746" fmla="*/ 940975 h 6858000"/>
              <a:gd name="connsiteX747" fmla="*/ 5374846 w 7467600"/>
              <a:gd name="connsiteY747" fmla="*/ 941988 h 6858000"/>
              <a:gd name="connsiteX748" fmla="*/ 5256105 w 7467600"/>
              <a:gd name="connsiteY748" fmla="*/ 945632 h 6858000"/>
              <a:gd name="connsiteX749" fmla="*/ 5107071 w 7467600"/>
              <a:gd name="connsiteY749" fmla="*/ 969720 h 6858000"/>
              <a:gd name="connsiteX750" fmla="*/ 4998681 w 7467600"/>
              <a:gd name="connsiteY750" fmla="*/ 988771 h 6858000"/>
              <a:gd name="connsiteX751" fmla="*/ 5870151 w 7467600"/>
              <a:gd name="connsiteY751" fmla="*/ 898890 h 6858000"/>
              <a:gd name="connsiteX752" fmla="*/ 5504425 w 7467600"/>
              <a:gd name="connsiteY752" fmla="*/ 848067 h 6858000"/>
              <a:gd name="connsiteX753" fmla="*/ 4968849 w 7467600"/>
              <a:gd name="connsiteY753" fmla="*/ 962318 h 6858000"/>
              <a:gd name="connsiteX754" fmla="*/ 5104039 w 7467600"/>
              <a:gd name="connsiteY754" fmla="*/ 940634 h 6858000"/>
              <a:gd name="connsiteX755" fmla="*/ 5256311 w 7467600"/>
              <a:gd name="connsiteY755" fmla="*/ 916490 h 6858000"/>
              <a:gd name="connsiteX756" fmla="*/ 5377381 w 7467600"/>
              <a:gd name="connsiteY756" fmla="*/ 912671 h 6858000"/>
              <a:gd name="connsiteX757" fmla="*/ 5460148 w 7467600"/>
              <a:gd name="connsiteY757" fmla="*/ 911442 h 6858000"/>
              <a:gd name="connsiteX758" fmla="*/ 5648971 w 7467600"/>
              <a:gd name="connsiteY758" fmla="*/ 891331 h 6858000"/>
              <a:gd name="connsiteX759" fmla="*/ 5844807 w 7467600"/>
              <a:gd name="connsiteY759" fmla="*/ 870718 h 6858000"/>
              <a:gd name="connsiteX760" fmla="*/ 5862975 w 7467600"/>
              <a:gd name="connsiteY760" fmla="*/ 869756 h 6858000"/>
              <a:gd name="connsiteX761" fmla="*/ 5920887 w 7467600"/>
              <a:gd name="connsiteY761" fmla="*/ 865929 h 6858000"/>
              <a:gd name="connsiteX762" fmla="*/ 5504425 w 7467600"/>
              <a:gd name="connsiteY762" fmla="*/ 848067 h 6858000"/>
              <a:gd name="connsiteX763" fmla="*/ 3607114 w 7467600"/>
              <a:gd name="connsiteY763" fmla="*/ 467441 h 6858000"/>
              <a:gd name="connsiteX764" fmla="*/ 3296242 w 7467600"/>
              <a:gd name="connsiteY764" fmla="*/ 807991 h 6858000"/>
              <a:gd name="connsiteX765" fmla="*/ 3174674 w 7467600"/>
              <a:gd name="connsiteY765" fmla="*/ 919759 h 6858000"/>
              <a:gd name="connsiteX766" fmla="*/ 3042978 w 7467600"/>
              <a:gd name="connsiteY766" fmla="*/ 1054894 h 6858000"/>
              <a:gd name="connsiteX767" fmla="*/ 2968914 w 7467600"/>
              <a:gd name="connsiteY767" fmla="*/ 1133756 h 6858000"/>
              <a:gd name="connsiteX768" fmla="*/ 3103823 w 7467600"/>
              <a:gd name="connsiteY768" fmla="*/ 1026814 h 6858000"/>
              <a:gd name="connsiteX769" fmla="*/ 3607114 w 7467600"/>
              <a:gd name="connsiteY769" fmla="*/ 467441 h 6858000"/>
              <a:gd name="connsiteX770" fmla="*/ 3744487 w 7467600"/>
              <a:gd name="connsiteY770" fmla="*/ 383136 h 6858000"/>
              <a:gd name="connsiteX771" fmla="*/ 3970213 w 7467600"/>
              <a:gd name="connsiteY771" fmla="*/ 995559 h 6858000"/>
              <a:gd name="connsiteX772" fmla="*/ 3744487 w 7467600"/>
              <a:gd name="connsiteY772" fmla="*/ 383136 h 6858000"/>
              <a:gd name="connsiteX773" fmla="*/ 3624562 w 7467600"/>
              <a:gd name="connsiteY773" fmla="*/ 367041 h 6858000"/>
              <a:gd name="connsiteX774" fmla="*/ 3489712 w 7467600"/>
              <a:gd name="connsiteY774" fmla="*/ 485386 h 6858000"/>
              <a:gd name="connsiteX775" fmla="*/ 3182994 w 7467600"/>
              <a:gd name="connsiteY775" fmla="*/ 828265 h 6858000"/>
              <a:gd name="connsiteX776" fmla="*/ 2892114 w 7467600"/>
              <a:gd name="connsiteY776" fmla="*/ 1172635 h 6858000"/>
              <a:gd name="connsiteX777" fmla="*/ 3021459 w 7467600"/>
              <a:gd name="connsiteY777" fmla="*/ 1035385 h 6858000"/>
              <a:gd name="connsiteX778" fmla="*/ 3153873 w 7467600"/>
              <a:gd name="connsiteY778" fmla="*/ 898971 h 6858000"/>
              <a:gd name="connsiteX779" fmla="*/ 3276511 w 7467600"/>
              <a:gd name="connsiteY779" fmla="*/ 786423 h 6858000"/>
              <a:gd name="connsiteX780" fmla="*/ 3584154 w 7467600"/>
              <a:gd name="connsiteY780" fmla="*/ 448218 h 6858000"/>
              <a:gd name="connsiteX781" fmla="*/ 3624562 w 7467600"/>
              <a:gd name="connsiteY781" fmla="*/ 367041 h 6858000"/>
              <a:gd name="connsiteX782" fmla="*/ 3766672 w 7467600"/>
              <a:gd name="connsiteY782" fmla="*/ 359429 h 6858000"/>
              <a:gd name="connsiteX783" fmla="*/ 3996338 w 7467600"/>
              <a:gd name="connsiteY783" fmla="*/ 968237 h 6858000"/>
              <a:gd name="connsiteX784" fmla="*/ 3766672 w 7467600"/>
              <a:gd name="connsiteY784" fmla="*/ 359429 h 6858000"/>
              <a:gd name="connsiteX785" fmla="*/ 5805386 w 7467600"/>
              <a:gd name="connsiteY785" fmla="*/ 239240 h 6858000"/>
              <a:gd name="connsiteX786" fmla="*/ 5736947 w 7467600"/>
              <a:gd name="connsiteY786" fmla="*/ 261367 h 6858000"/>
              <a:gd name="connsiteX787" fmla="*/ 5427012 w 7467600"/>
              <a:gd name="connsiteY787" fmla="*/ 311272 h 6858000"/>
              <a:gd name="connsiteX788" fmla="*/ 5147818 w 7467600"/>
              <a:gd name="connsiteY788" fmla="*/ 322112 h 6858000"/>
              <a:gd name="connsiteX789" fmla="*/ 5060854 w 7467600"/>
              <a:gd name="connsiteY789" fmla="*/ 311882 h 6858000"/>
              <a:gd name="connsiteX790" fmla="*/ 4945989 w 7467600"/>
              <a:gd name="connsiteY790" fmla="*/ 300516 h 6858000"/>
              <a:gd name="connsiteX791" fmla="*/ 5410479 w 7467600"/>
              <a:gd name="connsiteY791" fmla="*/ 348434 h 6858000"/>
              <a:gd name="connsiteX792" fmla="*/ 5805386 w 7467600"/>
              <a:gd name="connsiteY792" fmla="*/ 239240 h 6858000"/>
              <a:gd name="connsiteX793" fmla="*/ 5905192 w 7467600"/>
              <a:gd name="connsiteY793" fmla="*/ 163079 h 6858000"/>
              <a:gd name="connsiteX794" fmla="*/ 5865655 w 7467600"/>
              <a:gd name="connsiteY794" fmla="*/ 171901 h 6858000"/>
              <a:gd name="connsiteX795" fmla="*/ 5259740 w 7467600"/>
              <a:gd name="connsiteY795" fmla="*/ 257013 h 6858000"/>
              <a:gd name="connsiteX796" fmla="*/ 5208466 w 7467600"/>
              <a:gd name="connsiteY796" fmla="*/ 257550 h 6858000"/>
              <a:gd name="connsiteX797" fmla="*/ 4980204 w 7467600"/>
              <a:gd name="connsiteY797" fmla="*/ 271903 h 6858000"/>
              <a:gd name="connsiteX798" fmla="*/ 5068068 w 7467600"/>
              <a:gd name="connsiteY798" fmla="*/ 282244 h 6858000"/>
              <a:gd name="connsiteX799" fmla="*/ 5153231 w 7467600"/>
              <a:gd name="connsiteY799" fmla="*/ 292240 h 6858000"/>
              <a:gd name="connsiteX800" fmla="*/ 5426491 w 7467600"/>
              <a:gd name="connsiteY800" fmla="*/ 281128 h 6858000"/>
              <a:gd name="connsiteX801" fmla="*/ 5731212 w 7467600"/>
              <a:gd name="connsiteY801" fmla="*/ 231951 h 6858000"/>
              <a:gd name="connsiteX802" fmla="*/ 5905192 w 7467600"/>
              <a:gd name="connsiteY802" fmla="*/ 163079 h 6858000"/>
              <a:gd name="connsiteX803" fmla="*/ 5944437 w 7467600"/>
              <a:gd name="connsiteY803" fmla="*/ 113829 h 6858000"/>
              <a:gd name="connsiteX804" fmla="*/ 5825032 w 7467600"/>
              <a:gd name="connsiteY804" fmla="*/ 146405 h 6858000"/>
              <a:gd name="connsiteX805" fmla="*/ 4955599 w 7467600"/>
              <a:gd name="connsiteY805" fmla="*/ 247008 h 6858000"/>
              <a:gd name="connsiteX806" fmla="*/ 5210104 w 7467600"/>
              <a:gd name="connsiteY806" fmla="*/ 228123 h 6858000"/>
              <a:gd name="connsiteX807" fmla="*/ 5261015 w 7467600"/>
              <a:gd name="connsiteY807" fmla="*/ 227087 h 6858000"/>
              <a:gd name="connsiteX808" fmla="*/ 5861181 w 7467600"/>
              <a:gd name="connsiteY808" fmla="*/ 143093 h 6858000"/>
              <a:gd name="connsiteX809" fmla="*/ 5961252 w 7467600"/>
              <a:gd name="connsiteY809" fmla="*/ 114820 h 6858000"/>
              <a:gd name="connsiteX810" fmla="*/ 5944437 w 7467600"/>
              <a:gd name="connsiteY810" fmla="*/ 113829 h 6858000"/>
              <a:gd name="connsiteX811" fmla="*/ 3882765 w 7467600"/>
              <a:gd name="connsiteY811" fmla="*/ 0 h 6858000"/>
              <a:gd name="connsiteX812" fmla="*/ 3995099 w 7467600"/>
              <a:gd name="connsiteY812" fmla="*/ 0 h 6858000"/>
              <a:gd name="connsiteX813" fmla="*/ 4163818 w 7467600"/>
              <a:gd name="connsiteY813" fmla="*/ 234104 h 6858000"/>
              <a:gd name="connsiteX814" fmla="*/ 4172099 w 7467600"/>
              <a:gd name="connsiteY814" fmla="*/ 234207 h 6858000"/>
              <a:gd name="connsiteX815" fmla="*/ 4784282 w 7467600"/>
              <a:gd name="connsiteY815" fmla="*/ 276561 h 6858000"/>
              <a:gd name="connsiteX816" fmla="*/ 4801687 w 7467600"/>
              <a:gd name="connsiteY816" fmla="*/ 267764 h 6858000"/>
              <a:gd name="connsiteX817" fmla="*/ 6082788 w 7467600"/>
              <a:gd name="connsiteY817" fmla="*/ 64119 h 6858000"/>
              <a:gd name="connsiteX818" fmla="*/ 6099442 w 7467600"/>
              <a:gd name="connsiteY818" fmla="*/ 82568 h 6858000"/>
              <a:gd name="connsiteX819" fmla="*/ 4804137 w 7467600"/>
              <a:gd name="connsiteY819" fmla="*/ 320931 h 6858000"/>
              <a:gd name="connsiteX820" fmla="*/ 4227047 w 7467600"/>
              <a:gd name="connsiteY820" fmla="*/ 313415 h 6858000"/>
              <a:gd name="connsiteX821" fmla="*/ 4346041 w 7467600"/>
              <a:gd name="connsiteY821" fmla="*/ 456086 h 6858000"/>
              <a:gd name="connsiteX822" fmla="*/ 4870967 w 7467600"/>
              <a:gd name="connsiteY822" fmla="*/ 963061 h 6858000"/>
              <a:gd name="connsiteX823" fmla="*/ 4889647 w 7467600"/>
              <a:gd name="connsiteY823" fmla="*/ 957147 h 6858000"/>
              <a:gd name="connsiteX824" fmla="*/ 5422504 w 7467600"/>
              <a:gd name="connsiteY824" fmla="*/ 805191 h 6858000"/>
              <a:gd name="connsiteX825" fmla="*/ 6087656 w 7467600"/>
              <a:gd name="connsiteY825" fmla="*/ 826703 h 6858000"/>
              <a:gd name="connsiteX826" fmla="*/ 6058717 w 7467600"/>
              <a:gd name="connsiteY826" fmla="*/ 865992 h 6858000"/>
              <a:gd name="connsiteX827" fmla="*/ 4974153 w 7467600"/>
              <a:gd name="connsiteY827" fmla="*/ 1045456 h 6858000"/>
              <a:gd name="connsiteX828" fmla="*/ 5627835 w 7467600"/>
              <a:gd name="connsiteY828" fmla="*/ 1472077 h 6858000"/>
              <a:gd name="connsiteX829" fmla="*/ 5629817 w 7467600"/>
              <a:gd name="connsiteY829" fmla="*/ 1471412 h 6858000"/>
              <a:gd name="connsiteX830" fmla="*/ 5634124 w 7467600"/>
              <a:gd name="connsiteY830" fmla="*/ 1470572 h 6858000"/>
              <a:gd name="connsiteX831" fmla="*/ 5755832 w 7467600"/>
              <a:gd name="connsiteY831" fmla="*/ 1383886 h 6858000"/>
              <a:gd name="connsiteX832" fmla="*/ 6014186 w 7467600"/>
              <a:gd name="connsiteY832" fmla="*/ 1279799 h 6858000"/>
              <a:gd name="connsiteX833" fmla="*/ 6901619 w 7467600"/>
              <a:gd name="connsiteY833" fmla="*/ 1047874 h 6858000"/>
              <a:gd name="connsiteX834" fmla="*/ 6931566 w 7467600"/>
              <a:gd name="connsiteY834" fmla="*/ 1062034 h 6858000"/>
              <a:gd name="connsiteX835" fmla="*/ 5790982 w 7467600"/>
              <a:gd name="connsiteY835" fmla="*/ 1561380 h 6858000"/>
              <a:gd name="connsiteX836" fmla="*/ 6188971 w 7467600"/>
              <a:gd name="connsiteY836" fmla="*/ 1755168 h 6858000"/>
              <a:gd name="connsiteX837" fmla="*/ 6202446 w 7467600"/>
              <a:gd name="connsiteY837" fmla="*/ 1752268 h 6858000"/>
              <a:gd name="connsiteX838" fmla="*/ 7179560 w 7467600"/>
              <a:gd name="connsiteY838" fmla="*/ 1467551 h 6858000"/>
              <a:gd name="connsiteX839" fmla="*/ 7158730 w 7467600"/>
              <a:gd name="connsiteY839" fmla="*/ 1507835 h 6858000"/>
              <a:gd name="connsiteX840" fmla="*/ 6326959 w 7467600"/>
              <a:gd name="connsiteY840" fmla="*/ 1817686 h 6858000"/>
              <a:gd name="connsiteX841" fmla="*/ 6537433 w 7467600"/>
              <a:gd name="connsiteY841" fmla="*/ 1907790 h 6858000"/>
              <a:gd name="connsiteX842" fmla="*/ 6550221 w 7467600"/>
              <a:gd name="connsiteY842" fmla="*/ 1910729 h 6858000"/>
              <a:gd name="connsiteX843" fmla="*/ 6964438 w 7467600"/>
              <a:gd name="connsiteY843" fmla="*/ 2209505 h 6858000"/>
              <a:gd name="connsiteX844" fmla="*/ 7367862 w 7467600"/>
              <a:gd name="connsiteY844" fmla="*/ 2806833 h 6858000"/>
              <a:gd name="connsiteX845" fmla="*/ 7364329 w 7467600"/>
              <a:gd name="connsiteY845" fmla="*/ 2826907 h 6858000"/>
              <a:gd name="connsiteX846" fmla="*/ 7290545 w 7467600"/>
              <a:gd name="connsiteY846" fmla="*/ 2850663 h 6858000"/>
              <a:gd name="connsiteX847" fmla="*/ 6472036 w 7467600"/>
              <a:gd name="connsiteY847" fmla="*/ 1959003 h 6858000"/>
              <a:gd name="connsiteX848" fmla="*/ 5792897 w 7467600"/>
              <a:gd name="connsiteY848" fmla="*/ 1647747 h 6858000"/>
              <a:gd name="connsiteX849" fmla="*/ 5842751 w 7467600"/>
              <a:gd name="connsiteY849" fmla="*/ 1816112 h 6858000"/>
              <a:gd name="connsiteX850" fmla="*/ 5847424 w 7467600"/>
              <a:gd name="connsiteY850" fmla="*/ 1815776 h 6858000"/>
              <a:gd name="connsiteX851" fmla="*/ 6399821 w 7467600"/>
              <a:gd name="connsiteY851" fmla="*/ 2344799 h 6858000"/>
              <a:gd name="connsiteX852" fmla="*/ 6323232 w 7467600"/>
              <a:gd name="connsiteY852" fmla="*/ 2389634 h 6858000"/>
              <a:gd name="connsiteX853" fmla="*/ 5942958 w 7467600"/>
              <a:gd name="connsiteY853" fmla="*/ 2077708 h 6858000"/>
              <a:gd name="connsiteX854" fmla="*/ 5921559 w 7467600"/>
              <a:gd name="connsiteY854" fmla="*/ 2378596 h 6858000"/>
              <a:gd name="connsiteX855" fmla="*/ 5817651 w 7467600"/>
              <a:gd name="connsiteY855" fmla="*/ 3023919 h 6858000"/>
              <a:gd name="connsiteX856" fmla="*/ 5729634 w 7467600"/>
              <a:gd name="connsiteY856" fmla="*/ 3051849 h 6858000"/>
              <a:gd name="connsiteX857" fmla="*/ 5611018 w 7467600"/>
              <a:gd name="connsiteY857" fmla="*/ 2316769 h 6858000"/>
              <a:gd name="connsiteX858" fmla="*/ 5687608 w 7467600"/>
              <a:gd name="connsiteY858" fmla="*/ 2039972 h 6858000"/>
              <a:gd name="connsiteX859" fmla="*/ 5657554 w 7467600"/>
              <a:gd name="connsiteY859" fmla="*/ 1576445 h 6858000"/>
              <a:gd name="connsiteX860" fmla="*/ 5150475 w 7467600"/>
              <a:gd name="connsiteY860" fmla="*/ 1274012 h 6858000"/>
              <a:gd name="connsiteX861" fmla="*/ 5349142 w 7467600"/>
              <a:gd name="connsiteY861" fmla="*/ 2204405 h 6858000"/>
              <a:gd name="connsiteX862" fmla="*/ 5262214 w 7467600"/>
              <a:gd name="connsiteY862" fmla="*/ 2233836 h 6858000"/>
              <a:gd name="connsiteX863" fmla="*/ 4981539 w 7467600"/>
              <a:gd name="connsiteY863" fmla="*/ 1542201 h 6858000"/>
              <a:gd name="connsiteX864" fmla="*/ 4958461 w 7467600"/>
              <a:gd name="connsiteY864" fmla="*/ 1136957 h 6858000"/>
              <a:gd name="connsiteX865" fmla="*/ 4655015 w 7467600"/>
              <a:gd name="connsiteY865" fmla="*/ 891426 h 6858000"/>
              <a:gd name="connsiteX866" fmla="*/ 4348002 w 7467600"/>
              <a:gd name="connsiteY866" fmla="*/ 2205895 h 6858000"/>
              <a:gd name="connsiteX867" fmla="*/ 4262250 w 7467600"/>
              <a:gd name="connsiteY867" fmla="*/ 2219972 h 6858000"/>
              <a:gd name="connsiteX868" fmla="*/ 4550611 w 7467600"/>
              <a:gd name="connsiteY868" fmla="*/ 817540 h 6858000"/>
              <a:gd name="connsiteX869" fmla="*/ 4564418 w 7467600"/>
              <a:gd name="connsiteY869" fmla="*/ 808293 h 6858000"/>
              <a:gd name="connsiteX870" fmla="*/ 4266388 w 7467600"/>
              <a:gd name="connsiteY870" fmla="*/ 500083 h 6858000"/>
              <a:gd name="connsiteX871" fmla="*/ 4032842 w 7467600"/>
              <a:gd name="connsiteY871" fmla="*/ 211809 h 6858000"/>
              <a:gd name="connsiteX872" fmla="*/ 3882765 w 7467600"/>
              <a:gd name="connsiteY872" fmla="*/ 0 h 6858000"/>
              <a:gd name="connsiteX873" fmla="*/ 3721337 w 7467600"/>
              <a:gd name="connsiteY873" fmla="*/ 0 h 6858000"/>
              <a:gd name="connsiteX874" fmla="*/ 3797544 w 7467600"/>
              <a:gd name="connsiteY874" fmla="*/ 0 h 6858000"/>
              <a:gd name="connsiteX875" fmla="*/ 3775734 w 7467600"/>
              <a:gd name="connsiteY875" fmla="*/ 95131 h 6858000"/>
              <a:gd name="connsiteX876" fmla="*/ 3724807 w 7467600"/>
              <a:gd name="connsiteY876" fmla="*/ 272257 h 6858000"/>
              <a:gd name="connsiteX877" fmla="*/ 3726844 w 7467600"/>
              <a:gd name="connsiteY877" fmla="*/ 282988 h 6858000"/>
              <a:gd name="connsiteX878" fmla="*/ 3742664 w 7467600"/>
              <a:gd name="connsiteY878" fmla="*/ 279918 h 6858000"/>
              <a:gd name="connsiteX879" fmla="*/ 4103910 w 7467600"/>
              <a:gd name="connsiteY879" fmla="*/ 1161917 h 6858000"/>
              <a:gd name="connsiteX880" fmla="*/ 4020269 w 7467600"/>
              <a:gd name="connsiteY880" fmla="*/ 1200406 h 6858000"/>
              <a:gd name="connsiteX881" fmla="*/ 3674882 w 7467600"/>
              <a:gd name="connsiteY881" fmla="*/ 488524 h 6858000"/>
              <a:gd name="connsiteX882" fmla="*/ 3132682 w 7467600"/>
              <a:gd name="connsiteY882" fmla="*/ 1072284 h 6858000"/>
              <a:gd name="connsiteX883" fmla="*/ 2716346 w 7467600"/>
              <a:gd name="connsiteY883" fmla="*/ 1276376 h 6858000"/>
              <a:gd name="connsiteX884" fmla="*/ 2716772 w 7467600"/>
              <a:gd name="connsiteY884" fmla="*/ 1255462 h 6858000"/>
              <a:gd name="connsiteX885" fmla="*/ 3471096 w 7467600"/>
              <a:gd name="connsiteY885" fmla="*/ 437072 h 6858000"/>
              <a:gd name="connsiteX886" fmla="*/ 3639057 w 7467600"/>
              <a:gd name="connsiteY886" fmla="*/ 286334 h 6858000"/>
              <a:gd name="connsiteX887" fmla="*/ 3640309 w 7467600"/>
              <a:gd name="connsiteY887" fmla="*/ 284664 h 6858000"/>
              <a:gd name="connsiteX888" fmla="*/ 3646022 w 7467600"/>
              <a:gd name="connsiteY888" fmla="*/ 276711 h 6858000"/>
              <a:gd name="connsiteX889" fmla="*/ 3707943 w 7467600"/>
              <a:gd name="connsiteY889" fmla="*/ 65958 h 6858000"/>
              <a:gd name="connsiteX890" fmla="*/ 3721337 w 7467600"/>
              <a:gd name="connsiteY890" fmla="*/ 0 h 6858000"/>
              <a:gd name="connsiteX891" fmla="*/ 2867960 w 7467600"/>
              <a:gd name="connsiteY891" fmla="*/ 0 h 6858000"/>
              <a:gd name="connsiteX892" fmla="*/ 2926351 w 7467600"/>
              <a:gd name="connsiteY892" fmla="*/ 0 h 6858000"/>
              <a:gd name="connsiteX893" fmla="*/ 2902823 w 7467600"/>
              <a:gd name="connsiteY893" fmla="*/ 262929 h 6858000"/>
              <a:gd name="connsiteX894" fmla="*/ 2940663 w 7467600"/>
              <a:gd name="connsiteY894" fmla="*/ 140884 h 6858000"/>
              <a:gd name="connsiteX895" fmla="*/ 2947039 w 7467600"/>
              <a:gd name="connsiteY895" fmla="*/ 122524 h 6858000"/>
              <a:gd name="connsiteX896" fmla="*/ 2984316 w 7467600"/>
              <a:gd name="connsiteY896" fmla="*/ 0 h 6858000"/>
              <a:gd name="connsiteX897" fmla="*/ 3016114 w 7467600"/>
              <a:gd name="connsiteY897" fmla="*/ 0 h 6858000"/>
              <a:gd name="connsiteX898" fmla="*/ 2979949 w 7467600"/>
              <a:gd name="connsiteY898" fmla="*/ 119274 h 6858000"/>
              <a:gd name="connsiteX899" fmla="*/ 3023879 w 7467600"/>
              <a:gd name="connsiteY899" fmla="*/ 0 h 6858000"/>
              <a:gd name="connsiteX900" fmla="*/ 3105400 w 7467600"/>
              <a:gd name="connsiteY900" fmla="*/ 0 h 6858000"/>
              <a:gd name="connsiteX901" fmla="*/ 3094669 w 7467600"/>
              <a:gd name="connsiteY901" fmla="*/ 30308 h 6858000"/>
              <a:gd name="connsiteX902" fmla="*/ 2901945 w 7467600"/>
              <a:gd name="connsiteY902" fmla="*/ 466538 h 6858000"/>
              <a:gd name="connsiteX903" fmla="*/ 2815209 w 7467600"/>
              <a:gd name="connsiteY903" fmla="*/ 497361 h 6858000"/>
              <a:gd name="connsiteX904" fmla="*/ 2844845 w 7467600"/>
              <a:gd name="connsiteY904" fmla="*/ 127638 h 6858000"/>
              <a:gd name="connsiteX905" fmla="*/ 2867960 w 7467600"/>
              <a:gd name="connsiteY905" fmla="*/ 0 h 6858000"/>
              <a:gd name="connsiteX906" fmla="*/ 1057230 w 7467600"/>
              <a:gd name="connsiteY906" fmla="*/ 0 h 6858000"/>
              <a:gd name="connsiteX907" fmla="*/ 1111003 w 7467600"/>
              <a:gd name="connsiteY907" fmla="*/ 0 h 6858000"/>
              <a:gd name="connsiteX908" fmla="*/ 1125553 w 7467600"/>
              <a:gd name="connsiteY908" fmla="*/ 52588 h 6858000"/>
              <a:gd name="connsiteX909" fmla="*/ 1304276 w 7467600"/>
              <a:gd name="connsiteY909" fmla="*/ 476275 h 6858000"/>
              <a:gd name="connsiteX910" fmla="*/ 1492066 w 7467600"/>
              <a:gd name="connsiteY910" fmla="*/ 886333 h 6858000"/>
              <a:gd name="connsiteX911" fmla="*/ 1423698 w 7467600"/>
              <a:gd name="connsiteY911" fmla="*/ 710817 h 6858000"/>
              <a:gd name="connsiteX912" fmla="*/ 1357609 w 7467600"/>
              <a:gd name="connsiteY912" fmla="*/ 532892 h 6858000"/>
              <a:gd name="connsiteX913" fmla="*/ 1309550 w 7467600"/>
              <a:gd name="connsiteY913" fmla="*/ 374031 h 6858000"/>
              <a:gd name="connsiteX914" fmla="*/ 1193673 w 7467600"/>
              <a:gd name="connsiteY914" fmla="*/ 49533 h 6858000"/>
              <a:gd name="connsiteX915" fmla="*/ 1164391 w 7467600"/>
              <a:gd name="connsiteY915" fmla="*/ 0 h 6858000"/>
              <a:gd name="connsiteX916" fmla="*/ 1200666 w 7467600"/>
              <a:gd name="connsiteY916" fmla="*/ 0 h 6858000"/>
              <a:gd name="connsiteX917" fmla="*/ 1223408 w 7467600"/>
              <a:gd name="connsiteY917" fmla="*/ 38996 h 6858000"/>
              <a:gd name="connsiteX918" fmla="*/ 1339635 w 7467600"/>
              <a:gd name="connsiteY918" fmla="*/ 365517 h 6858000"/>
              <a:gd name="connsiteX919" fmla="*/ 1387469 w 7467600"/>
              <a:gd name="connsiteY919" fmla="*/ 523079 h 6858000"/>
              <a:gd name="connsiteX920" fmla="*/ 1452685 w 7467600"/>
              <a:gd name="connsiteY920" fmla="*/ 699806 h 6858000"/>
              <a:gd name="connsiteX921" fmla="*/ 1492092 w 7467600"/>
              <a:gd name="connsiteY921" fmla="*/ 800424 h 6858000"/>
              <a:gd name="connsiteX922" fmla="*/ 1455302 w 7467600"/>
              <a:gd name="connsiteY922" fmla="*/ 632913 h 6858000"/>
              <a:gd name="connsiteX923" fmla="*/ 1222336 w 7467600"/>
              <a:gd name="connsiteY923" fmla="*/ 9480 h 6858000"/>
              <a:gd name="connsiteX924" fmla="*/ 1214634 w 7467600"/>
              <a:gd name="connsiteY924" fmla="*/ 0 h 6858000"/>
              <a:gd name="connsiteX925" fmla="*/ 1289827 w 7467600"/>
              <a:gd name="connsiteY925" fmla="*/ 0 h 6858000"/>
              <a:gd name="connsiteX926" fmla="*/ 1321076 w 7467600"/>
              <a:gd name="connsiteY926" fmla="*/ 59722 h 6858000"/>
              <a:gd name="connsiteX927" fmla="*/ 1512579 w 7467600"/>
              <a:gd name="connsiteY927" fmla="*/ 626441 h 6858000"/>
              <a:gd name="connsiteX928" fmla="*/ 1506076 w 7467600"/>
              <a:gd name="connsiteY928" fmla="*/ 1089289 h 6858000"/>
              <a:gd name="connsiteX929" fmla="*/ 1486346 w 7467600"/>
              <a:gd name="connsiteY929" fmla="*/ 1079919 h 6858000"/>
              <a:gd name="connsiteX930" fmla="*/ 1070511 w 7467600"/>
              <a:gd name="connsiteY930" fmla="*/ 48609 h 6858000"/>
              <a:gd name="connsiteX931" fmla="*/ 1057230 w 7467600"/>
              <a:gd name="connsiteY931" fmla="*/ 0 h 6858000"/>
              <a:gd name="connsiteX932" fmla="*/ 43151 w 7467600"/>
              <a:gd name="connsiteY932" fmla="*/ 0 h 6858000"/>
              <a:gd name="connsiteX933" fmla="*/ 95283 w 7467600"/>
              <a:gd name="connsiteY933" fmla="*/ 0 h 6858000"/>
              <a:gd name="connsiteX934" fmla="*/ 300708 w 7467600"/>
              <a:gd name="connsiteY934" fmla="*/ 154571 h 6858000"/>
              <a:gd name="connsiteX935" fmla="*/ 530414 w 7467600"/>
              <a:gd name="connsiteY935" fmla="*/ 354673 h 6858000"/>
              <a:gd name="connsiteX936" fmla="*/ 333785 w 7467600"/>
              <a:gd name="connsiteY936" fmla="*/ 161564 h 6858000"/>
              <a:gd name="connsiteX937" fmla="*/ 147005 w 7467600"/>
              <a:gd name="connsiteY937" fmla="*/ 0 h 6858000"/>
              <a:gd name="connsiteX938" fmla="*/ 272509 w 7467600"/>
              <a:gd name="connsiteY938" fmla="*/ 0 h 6858000"/>
              <a:gd name="connsiteX939" fmla="*/ 326276 w 7467600"/>
              <a:gd name="connsiteY939" fmla="*/ 45847 h 6858000"/>
              <a:gd name="connsiteX940" fmla="*/ 823759 w 7467600"/>
              <a:gd name="connsiteY940" fmla="*/ 574145 h 6858000"/>
              <a:gd name="connsiteX941" fmla="*/ 811254 w 7467600"/>
              <a:gd name="connsiteY941" fmla="*/ 665546 h 6858000"/>
              <a:gd name="connsiteX942" fmla="*/ 154042 w 7467600"/>
              <a:gd name="connsiteY942" fmla="*/ 261522 h 6858000"/>
              <a:gd name="connsiteX943" fmla="*/ 13550 w 7467600"/>
              <a:gd name="connsiteY943" fmla="*/ 158423 h 6858000"/>
              <a:gd name="connsiteX944" fmla="*/ 0 w 7467600"/>
              <a:gd name="connsiteY944" fmla="*/ 146618 h 6858000"/>
              <a:gd name="connsiteX945" fmla="*/ 0 w 7467600"/>
              <a:gd name="connsiteY945" fmla="*/ 59161 h 6858000"/>
              <a:gd name="connsiteX946" fmla="*/ 45427 w 7467600"/>
              <a:gd name="connsiteY946" fmla="*/ 101078 h 6858000"/>
              <a:gd name="connsiteX947" fmla="*/ 630103 w 7467600"/>
              <a:gd name="connsiteY947" fmla="*/ 485885 h 6858000"/>
              <a:gd name="connsiteX948" fmla="*/ 532040 w 7467600"/>
              <a:gd name="connsiteY948" fmla="*/ 399359 h 6858000"/>
              <a:gd name="connsiteX949" fmla="*/ 517618 w 7467600"/>
              <a:gd name="connsiteY949" fmla="*/ 385726 h 6858000"/>
              <a:gd name="connsiteX950" fmla="*/ 285074 w 7467600"/>
              <a:gd name="connsiteY950" fmla="*/ 182755 h 6858000"/>
              <a:gd name="connsiteX951" fmla="*/ 43151 w 7467600"/>
              <a:gd name="connsiteY951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410696 w 7467600"/>
              <a:gd name="connsiteY4" fmla="*/ 6803861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467600 w 7467600"/>
              <a:gd name="connsiteY16" fmla="*/ 6805948 h 6858000"/>
              <a:gd name="connsiteX17" fmla="*/ 7467600 w 7467600"/>
              <a:gd name="connsiteY17" fmla="*/ 6831490 h 6858000"/>
              <a:gd name="connsiteX18" fmla="*/ 7410696 w 7467600"/>
              <a:gd name="connsiteY18" fmla="*/ 6803861 h 6858000"/>
              <a:gd name="connsiteX19" fmla="*/ 1019354 w 7467600"/>
              <a:gd name="connsiteY19" fmla="*/ 6315006 h 6858000"/>
              <a:gd name="connsiteX20" fmla="*/ 441046 w 7467600"/>
              <a:gd name="connsiteY20" fmla="*/ 6691153 h 6858000"/>
              <a:gd name="connsiteX21" fmla="*/ 1019354 w 7467600"/>
              <a:gd name="connsiteY21" fmla="*/ 6315006 h 6858000"/>
              <a:gd name="connsiteX22" fmla="*/ 991680 w 7467600"/>
              <a:gd name="connsiteY22" fmla="*/ 6298413 h 6858000"/>
              <a:gd name="connsiteX23" fmla="*/ 409060 w 7467600"/>
              <a:gd name="connsiteY23" fmla="*/ 6671470 h 6858000"/>
              <a:gd name="connsiteX24" fmla="*/ 991680 w 7467600"/>
              <a:gd name="connsiteY24" fmla="*/ 6298413 h 6858000"/>
              <a:gd name="connsiteX25" fmla="*/ 103333 w 7467600"/>
              <a:gd name="connsiteY25" fmla="*/ 5699602 h 6858000"/>
              <a:gd name="connsiteX26" fmla="*/ 233938 w 7467600"/>
              <a:gd name="connsiteY26" fmla="*/ 5809416 h 6858000"/>
              <a:gd name="connsiteX27" fmla="*/ 883580 w 7467600"/>
              <a:gd name="connsiteY27" fmla="*/ 6180710 h 6858000"/>
              <a:gd name="connsiteX28" fmla="*/ 487337 w 7467600"/>
              <a:gd name="connsiteY28" fmla="*/ 5950182 h 6858000"/>
              <a:gd name="connsiteX29" fmla="*/ 354051 w 7467600"/>
              <a:gd name="connsiteY29" fmla="*/ 5854912 h 6858000"/>
              <a:gd name="connsiteX30" fmla="*/ 195436 w 7467600"/>
              <a:gd name="connsiteY30" fmla="*/ 5755068 h 6858000"/>
              <a:gd name="connsiteX31" fmla="*/ 103333 w 7467600"/>
              <a:gd name="connsiteY31" fmla="*/ 5699602 h 6858000"/>
              <a:gd name="connsiteX32" fmla="*/ 5539432 w 7467600"/>
              <a:gd name="connsiteY32" fmla="*/ 5642928 h 6858000"/>
              <a:gd name="connsiteX33" fmla="*/ 5555462 w 7467600"/>
              <a:gd name="connsiteY33" fmla="*/ 5694454 h 6858000"/>
              <a:gd name="connsiteX34" fmla="*/ 5828270 w 7467600"/>
              <a:gd name="connsiteY34" fmla="*/ 6320663 h 6858000"/>
              <a:gd name="connsiteX35" fmla="*/ 5947416 w 7467600"/>
              <a:gd name="connsiteY35" fmla="*/ 6574846 h 6858000"/>
              <a:gd name="connsiteX36" fmla="*/ 5539432 w 7467600"/>
              <a:gd name="connsiteY36" fmla="*/ 5642928 h 6858000"/>
              <a:gd name="connsiteX37" fmla="*/ 51253 w 7467600"/>
              <a:gd name="connsiteY37" fmla="*/ 5631825 h 6858000"/>
              <a:gd name="connsiteX38" fmla="*/ 211622 w 7467600"/>
              <a:gd name="connsiteY38" fmla="*/ 5728803 h 6858000"/>
              <a:gd name="connsiteX39" fmla="*/ 371652 w 7467600"/>
              <a:gd name="connsiteY39" fmla="*/ 5829062 h 6858000"/>
              <a:gd name="connsiteX40" fmla="*/ 505903 w 7467600"/>
              <a:gd name="connsiteY40" fmla="*/ 5925221 h 6858000"/>
              <a:gd name="connsiteX41" fmla="*/ 899240 w 7467600"/>
              <a:gd name="connsiteY41" fmla="*/ 6153068 h 6858000"/>
              <a:gd name="connsiteX42" fmla="*/ 988114 w 7467600"/>
              <a:gd name="connsiteY42" fmla="*/ 6174204 h 6858000"/>
              <a:gd name="connsiteX43" fmla="*/ 845971 w 7467600"/>
              <a:gd name="connsiteY43" fmla="*/ 6067177 h 6858000"/>
              <a:gd name="connsiteX44" fmla="*/ 448057 w 7467600"/>
              <a:gd name="connsiteY44" fmla="*/ 5841376 h 6858000"/>
              <a:gd name="connsiteX45" fmla="*/ 51253 w 7467600"/>
              <a:gd name="connsiteY45" fmla="*/ 5631825 h 6858000"/>
              <a:gd name="connsiteX46" fmla="*/ 2606687 w 7467600"/>
              <a:gd name="connsiteY46" fmla="*/ 5630718 h 6858000"/>
              <a:gd name="connsiteX47" fmla="*/ 2645658 w 7467600"/>
              <a:gd name="connsiteY47" fmla="*/ 6640259 h 6858000"/>
              <a:gd name="connsiteX48" fmla="*/ 2606687 w 7467600"/>
              <a:gd name="connsiteY48" fmla="*/ 5630718 h 6858000"/>
              <a:gd name="connsiteX49" fmla="*/ 3642057 w 7467600"/>
              <a:gd name="connsiteY49" fmla="*/ 5573487 h 6858000"/>
              <a:gd name="connsiteX50" fmla="*/ 3632981 w 7467600"/>
              <a:gd name="connsiteY50" fmla="*/ 5579437 h 6858000"/>
              <a:gd name="connsiteX51" fmla="*/ 3382436 w 7467600"/>
              <a:gd name="connsiteY51" fmla="*/ 5952726 h 6858000"/>
              <a:gd name="connsiteX52" fmla="*/ 3191929 w 7467600"/>
              <a:gd name="connsiteY52" fmla="*/ 6662669 h 6858000"/>
              <a:gd name="connsiteX53" fmla="*/ 3369898 w 7467600"/>
              <a:gd name="connsiteY53" fmla="*/ 6081771 h 6858000"/>
              <a:gd name="connsiteX54" fmla="*/ 3642057 w 7467600"/>
              <a:gd name="connsiteY54" fmla="*/ 5573487 h 6858000"/>
              <a:gd name="connsiteX55" fmla="*/ 2650666 w 7467600"/>
              <a:gd name="connsiteY55" fmla="*/ 5530686 h 6858000"/>
              <a:gd name="connsiteX56" fmla="*/ 2650249 w 7467600"/>
              <a:gd name="connsiteY56" fmla="*/ 5532101 h 6858000"/>
              <a:gd name="connsiteX57" fmla="*/ 2663808 w 7467600"/>
              <a:gd name="connsiteY57" fmla="*/ 6535215 h 6858000"/>
              <a:gd name="connsiteX58" fmla="*/ 2665418 w 7467600"/>
              <a:gd name="connsiteY58" fmla="*/ 6132756 h 6858000"/>
              <a:gd name="connsiteX59" fmla="*/ 2650666 w 7467600"/>
              <a:gd name="connsiteY59" fmla="*/ 5530686 h 6858000"/>
              <a:gd name="connsiteX60" fmla="*/ 2680277 w 7467600"/>
              <a:gd name="connsiteY60" fmla="*/ 5479204 h 6858000"/>
              <a:gd name="connsiteX61" fmla="*/ 2678972 w 7467600"/>
              <a:gd name="connsiteY61" fmla="*/ 5481582 h 6858000"/>
              <a:gd name="connsiteX62" fmla="*/ 2696666 w 7467600"/>
              <a:gd name="connsiteY62" fmla="*/ 6133836 h 6858000"/>
              <a:gd name="connsiteX63" fmla="*/ 2695769 w 7467600"/>
              <a:gd name="connsiteY63" fmla="*/ 6390955 h 6858000"/>
              <a:gd name="connsiteX64" fmla="*/ 2739893 w 7467600"/>
              <a:gd name="connsiteY64" fmla="*/ 6108357 h 6858000"/>
              <a:gd name="connsiteX65" fmla="*/ 2680277 w 7467600"/>
              <a:gd name="connsiteY65" fmla="*/ 5479204 h 6858000"/>
              <a:gd name="connsiteX66" fmla="*/ 1132195 w 7467600"/>
              <a:gd name="connsiteY66" fmla="*/ 5467980 h 6858000"/>
              <a:gd name="connsiteX67" fmla="*/ 1679056 w 7467600"/>
              <a:gd name="connsiteY67" fmla="*/ 5516907 h 6858000"/>
              <a:gd name="connsiteX68" fmla="*/ 2128648 w 7467600"/>
              <a:gd name="connsiteY68" fmla="*/ 5474249 h 6858000"/>
              <a:gd name="connsiteX69" fmla="*/ 1825619 w 7467600"/>
              <a:gd name="connsiteY69" fmla="*/ 5478447 h 6858000"/>
              <a:gd name="connsiteX70" fmla="*/ 1737798 w 7467600"/>
              <a:gd name="connsiteY70" fmla="*/ 5483353 h 6858000"/>
              <a:gd name="connsiteX71" fmla="*/ 1132195 w 7467600"/>
              <a:gd name="connsiteY71" fmla="*/ 5467980 h 6858000"/>
              <a:gd name="connsiteX72" fmla="*/ 1456157 w 7467600"/>
              <a:gd name="connsiteY72" fmla="*/ 5371404 h 6858000"/>
              <a:gd name="connsiteX73" fmla="*/ 1244432 w 7467600"/>
              <a:gd name="connsiteY73" fmla="*/ 5385601 h 6858000"/>
              <a:gd name="connsiteX74" fmla="*/ 973990 w 7467600"/>
              <a:gd name="connsiteY74" fmla="*/ 5424940 h 6858000"/>
              <a:gd name="connsiteX75" fmla="*/ 1103809 w 7467600"/>
              <a:gd name="connsiteY75" fmla="*/ 5433720 h 6858000"/>
              <a:gd name="connsiteX76" fmla="*/ 1123454 w 7467600"/>
              <a:gd name="connsiteY76" fmla="*/ 5435727 h 6858000"/>
              <a:gd name="connsiteX77" fmla="*/ 1737017 w 7467600"/>
              <a:gd name="connsiteY77" fmla="*/ 5452183 h 6858000"/>
              <a:gd name="connsiteX78" fmla="*/ 1824397 w 7467600"/>
              <a:gd name="connsiteY78" fmla="*/ 5447757 h 6858000"/>
              <a:gd name="connsiteX79" fmla="*/ 2070059 w 7467600"/>
              <a:gd name="connsiteY79" fmla="*/ 5441660 h 6858000"/>
              <a:gd name="connsiteX80" fmla="*/ 1456157 w 7467600"/>
              <a:gd name="connsiteY80" fmla="*/ 5371404 h 6858000"/>
              <a:gd name="connsiteX81" fmla="*/ 4988186 w 7467600"/>
              <a:gd name="connsiteY81" fmla="*/ 5216467 h 6858000"/>
              <a:gd name="connsiteX82" fmla="*/ 4777334 w 7467600"/>
              <a:gd name="connsiteY82" fmla="*/ 5406072 h 6858000"/>
              <a:gd name="connsiteX83" fmla="*/ 4718341 w 7467600"/>
              <a:gd name="connsiteY83" fmla="*/ 5468043 h 6858000"/>
              <a:gd name="connsiteX84" fmla="*/ 4604655 w 7467600"/>
              <a:gd name="connsiteY84" fmla="*/ 5583434 h 6858000"/>
              <a:gd name="connsiteX85" fmla="*/ 4565074 w 7467600"/>
              <a:gd name="connsiteY85" fmla="*/ 5618550 h 6858000"/>
              <a:gd name="connsiteX86" fmla="*/ 4988186 w 7467600"/>
              <a:gd name="connsiteY86" fmla="*/ 5216467 h 6858000"/>
              <a:gd name="connsiteX87" fmla="*/ 4978032 w 7467600"/>
              <a:gd name="connsiteY87" fmla="*/ 5183809 h 6858000"/>
              <a:gd name="connsiteX88" fmla="*/ 4463413 w 7467600"/>
              <a:gd name="connsiteY88" fmla="*/ 5615162 h 6858000"/>
              <a:gd name="connsiteX89" fmla="*/ 4358134 w 7467600"/>
              <a:gd name="connsiteY89" fmla="*/ 5742791 h 6858000"/>
              <a:gd name="connsiteX90" fmla="*/ 4376219 w 7467600"/>
              <a:gd name="connsiteY90" fmla="*/ 5729027 h 6858000"/>
              <a:gd name="connsiteX91" fmla="*/ 4582340 w 7467600"/>
              <a:gd name="connsiteY91" fmla="*/ 5561037 h 6858000"/>
              <a:gd name="connsiteX92" fmla="*/ 4694684 w 7467600"/>
              <a:gd name="connsiteY92" fmla="*/ 5447098 h 6858000"/>
              <a:gd name="connsiteX93" fmla="*/ 4754123 w 7467600"/>
              <a:gd name="connsiteY93" fmla="*/ 5384643 h 6858000"/>
              <a:gd name="connsiteX94" fmla="*/ 4978032 w 7467600"/>
              <a:gd name="connsiteY94" fmla="*/ 5183809 h 6858000"/>
              <a:gd name="connsiteX95" fmla="*/ 1903353 w 7467600"/>
              <a:gd name="connsiteY95" fmla="*/ 5044827 h 6858000"/>
              <a:gd name="connsiteX96" fmla="*/ 1936931 w 7467600"/>
              <a:gd name="connsiteY96" fmla="*/ 5093954 h 6858000"/>
              <a:gd name="connsiteX97" fmla="*/ 2195868 w 7467600"/>
              <a:gd name="connsiteY97" fmla="*/ 5396574 h 6858000"/>
              <a:gd name="connsiteX98" fmla="*/ 2088852 w 7467600"/>
              <a:gd name="connsiteY98" fmla="*/ 5166123 h 6858000"/>
              <a:gd name="connsiteX99" fmla="*/ 1958241 w 7467600"/>
              <a:gd name="connsiteY99" fmla="*/ 5067955 h 6858000"/>
              <a:gd name="connsiteX100" fmla="*/ 1903353 w 7467600"/>
              <a:gd name="connsiteY100" fmla="*/ 5044827 h 6858000"/>
              <a:gd name="connsiteX101" fmla="*/ 1979378 w 7467600"/>
              <a:gd name="connsiteY101" fmla="*/ 4769504 h 6858000"/>
              <a:gd name="connsiteX102" fmla="*/ 2882120 w 7467600"/>
              <a:gd name="connsiteY102" fmla="*/ 5064547 h 6858000"/>
              <a:gd name="connsiteX103" fmla="*/ 2793103 w 7467600"/>
              <a:gd name="connsiteY103" fmla="*/ 5039699 h 6858000"/>
              <a:gd name="connsiteX104" fmla="*/ 2770041 w 7467600"/>
              <a:gd name="connsiteY104" fmla="*/ 5033634 h 6858000"/>
              <a:gd name="connsiteX105" fmla="*/ 1979378 w 7467600"/>
              <a:gd name="connsiteY105" fmla="*/ 4769504 h 6858000"/>
              <a:gd name="connsiteX106" fmla="*/ 1927410 w 7467600"/>
              <a:gd name="connsiteY106" fmla="*/ 4716164 h 6858000"/>
              <a:gd name="connsiteX107" fmla="*/ 1959587 w 7467600"/>
              <a:gd name="connsiteY107" fmla="*/ 4728849 h 6858000"/>
              <a:gd name="connsiteX108" fmla="*/ 2777707 w 7467600"/>
              <a:gd name="connsiteY108" fmla="*/ 5003991 h 6858000"/>
              <a:gd name="connsiteX109" fmla="*/ 2800768 w 7467600"/>
              <a:gd name="connsiteY109" fmla="*/ 5010056 h 6858000"/>
              <a:gd name="connsiteX110" fmla="*/ 2879408 w 7467600"/>
              <a:gd name="connsiteY110" fmla="*/ 5031590 h 6858000"/>
              <a:gd name="connsiteX111" fmla="*/ 2862295 w 7467600"/>
              <a:gd name="connsiteY111" fmla="*/ 5022958 h 6858000"/>
              <a:gd name="connsiteX112" fmla="*/ 2813343 w 7467600"/>
              <a:gd name="connsiteY112" fmla="*/ 4998369 h 6858000"/>
              <a:gd name="connsiteX113" fmla="*/ 2646245 w 7467600"/>
              <a:gd name="connsiteY113" fmla="*/ 4930999 h 6858000"/>
              <a:gd name="connsiteX114" fmla="*/ 1999243 w 7467600"/>
              <a:gd name="connsiteY114" fmla="*/ 4730524 h 6858000"/>
              <a:gd name="connsiteX115" fmla="*/ 1979527 w 7467600"/>
              <a:gd name="connsiteY115" fmla="*/ 4726651 h 6858000"/>
              <a:gd name="connsiteX116" fmla="*/ 1927410 w 7467600"/>
              <a:gd name="connsiteY116" fmla="*/ 4716164 h 6858000"/>
              <a:gd name="connsiteX117" fmla="*/ 1997014 w 7467600"/>
              <a:gd name="connsiteY117" fmla="*/ 4698007 h 6858000"/>
              <a:gd name="connsiteX118" fmla="*/ 2005458 w 7467600"/>
              <a:gd name="connsiteY118" fmla="*/ 4699540 h 6858000"/>
              <a:gd name="connsiteX119" fmla="*/ 2657186 w 7467600"/>
              <a:gd name="connsiteY119" fmla="*/ 4901687 h 6858000"/>
              <a:gd name="connsiteX120" fmla="*/ 2826662 w 7467600"/>
              <a:gd name="connsiteY120" fmla="*/ 4970362 h 6858000"/>
              <a:gd name="connsiteX121" fmla="*/ 2876100 w 7467600"/>
              <a:gd name="connsiteY121" fmla="*/ 4995397 h 6858000"/>
              <a:gd name="connsiteX122" fmla="*/ 3042600 w 7467600"/>
              <a:gd name="connsiteY122" fmla="*/ 5059532 h 6858000"/>
              <a:gd name="connsiteX123" fmla="*/ 1997014 w 7467600"/>
              <a:gd name="connsiteY123" fmla="*/ 4698007 h 6858000"/>
              <a:gd name="connsiteX124" fmla="*/ 2305292 w 7467600"/>
              <a:gd name="connsiteY124" fmla="*/ 4219492 h 6858000"/>
              <a:gd name="connsiteX125" fmla="*/ 3360922 w 7467600"/>
              <a:gd name="connsiteY125" fmla="*/ 4529373 h 6858000"/>
              <a:gd name="connsiteX126" fmla="*/ 3492420 w 7467600"/>
              <a:gd name="connsiteY126" fmla="*/ 4510145 h 6858000"/>
              <a:gd name="connsiteX127" fmla="*/ 3364086 w 7467600"/>
              <a:gd name="connsiteY127" fmla="*/ 4480340 h 6858000"/>
              <a:gd name="connsiteX128" fmla="*/ 3225818 w 7467600"/>
              <a:gd name="connsiteY128" fmla="*/ 4411822 h 6858000"/>
              <a:gd name="connsiteX129" fmla="*/ 3129696 w 7467600"/>
              <a:gd name="connsiteY129" fmla="*/ 4360704 h 6858000"/>
              <a:gd name="connsiteX130" fmla="*/ 2814545 w 7467600"/>
              <a:gd name="connsiteY130" fmla="*/ 4282955 h 6858000"/>
              <a:gd name="connsiteX131" fmla="*/ 2305292 w 7467600"/>
              <a:gd name="connsiteY131" fmla="*/ 4219492 h 6858000"/>
              <a:gd name="connsiteX132" fmla="*/ 2626982 w 7467600"/>
              <a:gd name="connsiteY132" fmla="*/ 4206450 h 6858000"/>
              <a:gd name="connsiteX133" fmla="*/ 2490617 w 7467600"/>
              <a:gd name="connsiteY133" fmla="*/ 4206951 h 6858000"/>
              <a:gd name="connsiteX134" fmla="*/ 2819869 w 7467600"/>
              <a:gd name="connsiteY134" fmla="*/ 4252936 h 6858000"/>
              <a:gd name="connsiteX135" fmla="*/ 3143018 w 7467600"/>
              <a:gd name="connsiteY135" fmla="*/ 4332698 h 6858000"/>
              <a:gd name="connsiteX136" fmla="*/ 3241520 w 7467600"/>
              <a:gd name="connsiteY136" fmla="*/ 4385112 h 6858000"/>
              <a:gd name="connsiteX137" fmla="*/ 3374575 w 7467600"/>
              <a:gd name="connsiteY137" fmla="*/ 4451517 h 6858000"/>
              <a:gd name="connsiteX138" fmla="*/ 3505221 w 7467600"/>
              <a:gd name="connsiteY138" fmla="*/ 4480757 h 6858000"/>
              <a:gd name="connsiteX139" fmla="*/ 2626982 w 7467600"/>
              <a:gd name="connsiteY139" fmla="*/ 4206450 h 6858000"/>
              <a:gd name="connsiteX140" fmla="*/ 1310106 w 7467600"/>
              <a:gd name="connsiteY140" fmla="*/ 3943217 h 6858000"/>
              <a:gd name="connsiteX141" fmla="*/ 854994 w 7467600"/>
              <a:gd name="connsiteY141" fmla="*/ 4399136 h 6858000"/>
              <a:gd name="connsiteX142" fmla="*/ 742462 w 7467600"/>
              <a:gd name="connsiteY142" fmla="*/ 4594648 h 6858000"/>
              <a:gd name="connsiteX143" fmla="*/ 820602 w 7467600"/>
              <a:gd name="connsiteY143" fmla="*/ 4485915 h 6858000"/>
              <a:gd name="connsiteX144" fmla="*/ 878295 w 7467600"/>
              <a:gd name="connsiteY144" fmla="*/ 4403594 h 6858000"/>
              <a:gd name="connsiteX145" fmla="*/ 1240607 w 7467600"/>
              <a:gd name="connsiteY145" fmla="*/ 4010401 h 6858000"/>
              <a:gd name="connsiteX146" fmla="*/ 1310106 w 7467600"/>
              <a:gd name="connsiteY146" fmla="*/ 3943217 h 6858000"/>
              <a:gd name="connsiteX147" fmla="*/ 1423113 w 7467600"/>
              <a:gd name="connsiteY147" fmla="*/ 3874565 h 6858000"/>
              <a:gd name="connsiteX148" fmla="*/ 1260565 w 7467600"/>
              <a:gd name="connsiteY148" fmla="*/ 4031982 h 6858000"/>
              <a:gd name="connsiteX149" fmla="*/ 901900 w 7467600"/>
              <a:gd name="connsiteY149" fmla="*/ 4421236 h 6858000"/>
              <a:gd name="connsiteX150" fmla="*/ 845044 w 7467600"/>
              <a:gd name="connsiteY150" fmla="*/ 4502436 h 6858000"/>
              <a:gd name="connsiteX151" fmla="*/ 685926 w 7467600"/>
              <a:gd name="connsiteY151" fmla="*/ 4703069 h 6858000"/>
              <a:gd name="connsiteX152" fmla="*/ 684248 w 7467600"/>
              <a:gd name="connsiteY152" fmla="*/ 4706721 h 6858000"/>
              <a:gd name="connsiteX153" fmla="*/ 1423113 w 7467600"/>
              <a:gd name="connsiteY153" fmla="*/ 3874565 h 6858000"/>
              <a:gd name="connsiteX154" fmla="*/ 3316479 w 7467600"/>
              <a:gd name="connsiteY154" fmla="*/ 3872136 h 6858000"/>
              <a:gd name="connsiteX155" fmla="*/ 3546806 w 7467600"/>
              <a:gd name="connsiteY155" fmla="*/ 4356139 h 6858000"/>
              <a:gd name="connsiteX156" fmla="*/ 3364433 w 7467600"/>
              <a:gd name="connsiteY156" fmla="*/ 3953121 h 6858000"/>
              <a:gd name="connsiteX157" fmla="*/ 3316479 w 7467600"/>
              <a:gd name="connsiteY157" fmla="*/ 3872136 h 6858000"/>
              <a:gd name="connsiteX158" fmla="*/ 3291335 w 7467600"/>
              <a:gd name="connsiteY158" fmla="*/ 3767420 h 6858000"/>
              <a:gd name="connsiteX159" fmla="*/ 3390805 w 7467600"/>
              <a:gd name="connsiteY159" fmla="*/ 3937163 h 6858000"/>
              <a:gd name="connsiteX160" fmla="*/ 3579062 w 7467600"/>
              <a:gd name="connsiteY160" fmla="*/ 4359040 h 6858000"/>
              <a:gd name="connsiteX161" fmla="*/ 3467355 w 7467600"/>
              <a:gd name="connsiteY161" fmla="*/ 3988130 h 6858000"/>
              <a:gd name="connsiteX162" fmla="*/ 3310753 w 7467600"/>
              <a:gd name="connsiteY162" fmla="*/ 3787140 h 6858000"/>
              <a:gd name="connsiteX163" fmla="*/ 3291335 w 7467600"/>
              <a:gd name="connsiteY163" fmla="*/ 3767420 h 6858000"/>
              <a:gd name="connsiteX164" fmla="*/ 1635889 w 7467600"/>
              <a:gd name="connsiteY164" fmla="*/ 3709494 h 6858000"/>
              <a:gd name="connsiteX165" fmla="*/ 1634800 w 7467600"/>
              <a:gd name="connsiteY165" fmla="*/ 3731111 h 6858000"/>
              <a:gd name="connsiteX166" fmla="*/ 1635889 w 7467600"/>
              <a:gd name="connsiteY166" fmla="*/ 3709494 h 6858000"/>
              <a:gd name="connsiteX167" fmla="*/ 1510397 w 7467600"/>
              <a:gd name="connsiteY167" fmla="*/ 3684705 h 6858000"/>
              <a:gd name="connsiteX168" fmla="*/ 1146550 w 7467600"/>
              <a:gd name="connsiteY168" fmla="*/ 3802012 h 6858000"/>
              <a:gd name="connsiteX169" fmla="*/ 698834 w 7467600"/>
              <a:gd name="connsiteY169" fmla="*/ 3952272 h 6858000"/>
              <a:gd name="connsiteX170" fmla="*/ 34256 w 7467600"/>
              <a:gd name="connsiteY170" fmla="*/ 4347603 h 6858000"/>
              <a:gd name="connsiteX171" fmla="*/ 527241 w 7467600"/>
              <a:gd name="connsiteY171" fmla="*/ 4065078 h 6858000"/>
              <a:gd name="connsiteX172" fmla="*/ 1510397 w 7467600"/>
              <a:gd name="connsiteY172" fmla="*/ 3684705 h 6858000"/>
              <a:gd name="connsiteX173" fmla="*/ 1313114 w 7467600"/>
              <a:gd name="connsiteY173" fmla="*/ 3655216 h 6858000"/>
              <a:gd name="connsiteX174" fmla="*/ 1109304 w 7467600"/>
              <a:gd name="connsiteY174" fmla="*/ 3669030 h 6858000"/>
              <a:gd name="connsiteX175" fmla="*/ 8129 w 7467600"/>
              <a:gd name="connsiteY175" fmla="*/ 4330519 h 6858000"/>
              <a:gd name="connsiteX176" fmla="*/ 687572 w 7467600"/>
              <a:gd name="connsiteY176" fmla="*/ 3925629 h 6858000"/>
              <a:gd name="connsiteX177" fmla="*/ 1138365 w 7467600"/>
              <a:gd name="connsiteY177" fmla="*/ 3774515 h 6858000"/>
              <a:gd name="connsiteX178" fmla="*/ 1505579 w 7467600"/>
              <a:gd name="connsiteY178" fmla="*/ 3655526 h 6858000"/>
              <a:gd name="connsiteX179" fmla="*/ 1313114 w 7467600"/>
              <a:gd name="connsiteY179" fmla="*/ 3655216 h 6858000"/>
              <a:gd name="connsiteX180" fmla="*/ 3655073 w 7467600"/>
              <a:gd name="connsiteY180" fmla="*/ 3650884 h 6858000"/>
              <a:gd name="connsiteX181" fmla="*/ 3989938 w 7467600"/>
              <a:gd name="connsiteY181" fmla="*/ 3991685 h 6858000"/>
              <a:gd name="connsiteX182" fmla="*/ 4393907 w 7467600"/>
              <a:gd name="connsiteY182" fmla="*/ 4261258 h 6858000"/>
              <a:gd name="connsiteX183" fmla="*/ 4648051 w 7467600"/>
              <a:gd name="connsiteY183" fmla="*/ 4374051 h 6858000"/>
              <a:gd name="connsiteX184" fmla="*/ 4383389 w 7467600"/>
              <a:gd name="connsiteY184" fmla="*/ 4184369 h 6858000"/>
              <a:gd name="connsiteX185" fmla="*/ 4165508 w 7467600"/>
              <a:gd name="connsiteY185" fmla="*/ 4035196 h 6858000"/>
              <a:gd name="connsiteX186" fmla="*/ 4068162 w 7467600"/>
              <a:gd name="connsiteY186" fmla="*/ 3953394 h 6858000"/>
              <a:gd name="connsiteX187" fmla="*/ 3981416 w 7467600"/>
              <a:gd name="connsiteY187" fmla="*/ 3880482 h 6858000"/>
              <a:gd name="connsiteX188" fmla="*/ 3800147 w 7467600"/>
              <a:gd name="connsiteY188" fmla="*/ 3749872 h 6858000"/>
              <a:gd name="connsiteX189" fmla="*/ 3655073 w 7467600"/>
              <a:gd name="connsiteY189" fmla="*/ 3650884 h 6858000"/>
              <a:gd name="connsiteX190" fmla="*/ 3670252 w 7467600"/>
              <a:gd name="connsiteY190" fmla="*/ 3622798 h 6858000"/>
              <a:gd name="connsiteX191" fmla="*/ 3817258 w 7467600"/>
              <a:gd name="connsiteY191" fmla="*/ 3723577 h 6858000"/>
              <a:gd name="connsiteX192" fmla="*/ 4000461 w 7467600"/>
              <a:gd name="connsiteY192" fmla="*/ 3855966 h 6858000"/>
              <a:gd name="connsiteX193" fmla="*/ 4088180 w 7467600"/>
              <a:gd name="connsiteY193" fmla="*/ 3929774 h 6858000"/>
              <a:gd name="connsiteX194" fmla="*/ 4184555 w 7467600"/>
              <a:gd name="connsiteY194" fmla="*/ 4010683 h 6858000"/>
              <a:gd name="connsiteX195" fmla="*/ 4399563 w 7467600"/>
              <a:gd name="connsiteY195" fmla="*/ 4158106 h 6858000"/>
              <a:gd name="connsiteX196" fmla="*/ 4684469 w 7467600"/>
              <a:gd name="connsiteY196" fmla="*/ 4364680 h 6858000"/>
              <a:gd name="connsiteX197" fmla="*/ 4690271 w 7467600"/>
              <a:gd name="connsiteY197" fmla="*/ 4370034 h 6858000"/>
              <a:gd name="connsiteX198" fmla="*/ 4136093 w 7467600"/>
              <a:gd name="connsiteY198" fmla="*/ 3858466 h 6858000"/>
              <a:gd name="connsiteX199" fmla="*/ 3670252 w 7467600"/>
              <a:gd name="connsiteY199" fmla="*/ 3622798 h 6858000"/>
              <a:gd name="connsiteX200" fmla="*/ 4440129 w 7467600"/>
              <a:gd name="connsiteY200" fmla="*/ 3448571 h 6858000"/>
              <a:gd name="connsiteX201" fmla="*/ 4856525 w 7467600"/>
              <a:gd name="connsiteY201" fmla="*/ 3915351 h 6858000"/>
              <a:gd name="connsiteX202" fmla="*/ 5059055 w 7467600"/>
              <a:gd name="connsiteY202" fmla="*/ 4108918 h 6858000"/>
              <a:gd name="connsiteX203" fmla="*/ 5290070 w 7467600"/>
              <a:gd name="connsiteY203" fmla="*/ 4263619 h 6858000"/>
              <a:gd name="connsiteX204" fmla="*/ 4834991 w 7467600"/>
              <a:gd name="connsiteY204" fmla="*/ 3830985 h 6858000"/>
              <a:gd name="connsiteX205" fmla="*/ 4440129 w 7467600"/>
              <a:gd name="connsiteY205" fmla="*/ 3448571 h 6858000"/>
              <a:gd name="connsiteX206" fmla="*/ 4441737 w 7467600"/>
              <a:gd name="connsiteY206" fmla="*/ 3399734 h 6858000"/>
              <a:gd name="connsiteX207" fmla="*/ 4431236 w 7467600"/>
              <a:gd name="connsiteY207" fmla="*/ 3400954 h 6858000"/>
              <a:gd name="connsiteX208" fmla="*/ 4557150 w 7467600"/>
              <a:gd name="connsiteY208" fmla="*/ 3510023 h 6858000"/>
              <a:gd name="connsiteX209" fmla="*/ 4856936 w 7467600"/>
              <a:gd name="connsiteY209" fmla="*/ 3809146 h 6858000"/>
              <a:gd name="connsiteX210" fmla="*/ 5111996 w 7467600"/>
              <a:gd name="connsiteY210" fmla="*/ 4065759 h 6858000"/>
              <a:gd name="connsiteX211" fmla="*/ 5388878 w 7467600"/>
              <a:gd name="connsiteY211" fmla="*/ 4300185 h 6858000"/>
              <a:gd name="connsiteX212" fmla="*/ 5425556 w 7467600"/>
              <a:gd name="connsiteY212" fmla="*/ 4308967 h 6858000"/>
              <a:gd name="connsiteX213" fmla="*/ 4943646 w 7467600"/>
              <a:gd name="connsiteY213" fmla="*/ 3822916 h 6858000"/>
              <a:gd name="connsiteX214" fmla="*/ 4594837 w 7467600"/>
              <a:gd name="connsiteY214" fmla="*/ 3532274 h 6858000"/>
              <a:gd name="connsiteX215" fmla="*/ 4441737 w 7467600"/>
              <a:gd name="connsiteY215" fmla="*/ 3399734 h 6858000"/>
              <a:gd name="connsiteX216" fmla="*/ 5425834 w 7467600"/>
              <a:gd name="connsiteY216" fmla="*/ 3162785 h 6858000"/>
              <a:gd name="connsiteX217" fmla="*/ 5401644 w 7467600"/>
              <a:gd name="connsiteY217" fmla="*/ 3617847 h 6858000"/>
              <a:gd name="connsiteX218" fmla="*/ 5467256 w 7467600"/>
              <a:gd name="connsiteY218" fmla="*/ 4175494 h 6858000"/>
              <a:gd name="connsiteX219" fmla="*/ 5448069 w 7467600"/>
              <a:gd name="connsiteY219" fmla="*/ 3567554 h 6858000"/>
              <a:gd name="connsiteX220" fmla="*/ 5425834 w 7467600"/>
              <a:gd name="connsiteY220" fmla="*/ 3162785 h 6858000"/>
              <a:gd name="connsiteX221" fmla="*/ 1318687 w 7467600"/>
              <a:gd name="connsiteY221" fmla="*/ 3113840 h 6858000"/>
              <a:gd name="connsiteX222" fmla="*/ 1066793 w 7467600"/>
              <a:gd name="connsiteY222" fmla="*/ 3212171 h 6858000"/>
              <a:gd name="connsiteX223" fmla="*/ 993319 w 7467600"/>
              <a:gd name="connsiteY223" fmla="*/ 3247648 h 6858000"/>
              <a:gd name="connsiteX224" fmla="*/ 853081 w 7467600"/>
              <a:gd name="connsiteY224" fmla="*/ 3312410 h 6858000"/>
              <a:gd name="connsiteX225" fmla="*/ 805957 w 7467600"/>
              <a:gd name="connsiteY225" fmla="*/ 3330443 h 6858000"/>
              <a:gd name="connsiteX226" fmla="*/ 1318687 w 7467600"/>
              <a:gd name="connsiteY226" fmla="*/ 3113840 h 6858000"/>
              <a:gd name="connsiteX227" fmla="*/ 5453702 w 7467600"/>
              <a:gd name="connsiteY227" fmla="*/ 3090882 h 6858000"/>
              <a:gd name="connsiteX228" fmla="*/ 5480135 w 7467600"/>
              <a:gd name="connsiteY228" fmla="*/ 3565802 h 6858000"/>
              <a:gd name="connsiteX229" fmla="*/ 5499023 w 7467600"/>
              <a:gd name="connsiteY229" fmla="*/ 4166310 h 6858000"/>
              <a:gd name="connsiteX230" fmla="*/ 5547022 w 7467600"/>
              <a:gd name="connsiteY230" fmla="*/ 3607838 h 6858000"/>
              <a:gd name="connsiteX231" fmla="*/ 5515964 w 7467600"/>
              <a:gd name="connsiteY231" fmla="*/ 3378541 h 6858000"/>
              <a:gd name="connsiteX232" fmla="*/ 5453702 w 7467600"/>
              <a:gd name="connsiteY232" fmla="*/ 3090882 h 6858000"/>
              <a:gd name="connsiteX233" fmla="*/ 1238695 w 7467600"/>
              <a:gd name="connsiteY233" fmla="*/ 3076820 h 6858000"/>
              <a:gd name="connsiteX234" fmla="*/ 716371 w 7467600"/>
              <a:gd name="connsiteY234" fmla="*/ 3293249 h 6858000"/>
              <a:gd name="connsiteX235" fmla="*/ 579522 w 7467600"/>
              <a:gd name="connsiteY235" fmla="*/ 3371759 h 6858000"/>
              <a:gd name="connsiteX236" fmla="*/ 600288 w 7467600"/>
              <a:gd name="connsiteY236" fmla="*/ 3365555 h 6858000"/>
              <a:gd name="connsiteX237" fmla="*/ 840692 w 7467600"/>
              <a:gd name="connsiteY237" fmla="*/ 3284921 h 6858000"/>
              <a:gd name="connsiteX238" fmla="*/ 979248 w 7467600"/>
              <a:gd name="connsiteY238" fmla="*/ 3221003 h 6858000"/>
              <a:gd name="connsiteX239" fmla="*/ 1053282 w 7467600"/>
              <a:gd name="connsiteY239" fmla="*/ 3185247 h 6858000"/>
              <a:gd name="connsiteX240" fmla="*/ 1320603 w 7467600"/>
              <a:gd name="connsiteY240" fmla="*/ 3081281 h 6858000"/>
              <a:gd name="connsiteX241" fmla="*/ 1238695 w 7467600"/>
              <a:gd name="connsiteY241" fmla="*/ 3076820 h 6858000"/>
              <a:gd name="connsiteX242" fmla="*/ 5425627 w 7467600"/>
              <a:gd name="connsiteY242" fmla="*/ 2954192 h 6858000"/>
              <a:gd name="connsiteX243" fmla="*/ 5470770 w 7467600"/>
              <a:gd name="connsiteY243" fmla="*/ 3005435 h 6858000"/>
              <a:gd name="connsiteX244" fmla="*/ 5519779 w 7467600"/>
              <a:gd name="connsiteY244" fmla="*/ 4359223 h 6858000"/>
              <a:gd name="connsiteX245" fmla="*/ 5520293 w 7467600"/>
              <a:gd name="connsiteY245" fmla="*/ 4360602 h 6858000"/>
              <a:gd name="connsiteX246" fmla="*/ 5767221 w 7467600"/>
              <a:gd name="connsiteY246" fmla="*/ 4665564 h 6858000"/>
              <a:gd name="connsiteX247" fmla="*/ 6937169 w 7467600"/>
              <a:gd name="connsiteY247" fmla="*/ 4815941 h 6858000"/>
              <a:gd name="connsiteX248" fmla="*/ 6953922 w 7467600"/>
              <a:gd name="connsiteY248" fmla="*/ 4890068 h 6858000"/>
              <a:gd name="connsiteX249" fmla="*/ 6071359 w 7467600"/>
              <a:gd name="connsiteY249" fmla="*/ 4770770 h 6858000"/>
              <a:gd name="connsiteX250" fmla="*/ 6038839 w 7467600"/>
              <a:gd name="connsiteY250" fmla="*/ 4764474 h 6858000"/>
              <a:gd name="connsiteX251" fmla="*/ 6038706 w 7467600"/>
              <a:gd name="connsiteY251" fmla="*/ 4763847 h 6858000"/>
              <a:gd name="connsiteX252" fmla="*/ 6037784 w 7467600"/>
              <a:gd name="connsiteY252" fmla="*/ 4764270 h 6858000"/>
              <a:gd name="connsiteX253" fmla="*/ 6038839 w 7467600"/>
              <a:gd name="connsiteY253" fmla="*/ 4764474 h 6858000"/>
              <a:gd name="connsiteX254" fmla="*/ 6040338 w 7467600"/>
              <a:gd name="connsiteY254" fmla="*/ 4771418 h 6858000"/>
              <a:gd name="connsiteX255" fmla="*/ 6024488 w 7467600"/>
              <a:gd name="connsiteY255" fmla="*/ 4809903 h 6858000"/>
              <a:gd name="connsiteX256" fmla="*/ 5599771 w 7467600"/>
              <a:gd name="connsiteY256" fmla="*/ 5509652 h 6858000"/>
              <a:gd name="connsiteX257" fmla="*/ 5548843 w 7467600"/>
              <a:gd name="connsiteY257" fmla="*/ 5563845 h 6858000"/>
              <a:gd name="connsiteX258" fmla="*/ 5940952 w 7467600"/>
              <a:gd name="connsiteY258" fmla="*/ 6250028 h 6858000"/>
              <a:gd name="connsiteX259" fmla="*/ 6043441 w 7467600"/>
              <a:gd name="connsiteY259" fmla="*/ 6665847 h 6858000"/>
              <a:gd name="connsiteX260" fmla="*/ 6093432 w 7467600"/>
              <a:gd name="connsiteY260" fmla="*/ 6858000 h 6858000"/>
              <a:gd name="connsiteX261" fmla="*/ 6034344 w 7467600"/>
              <a:gd name="connsiteY261" fmla="*/ 6858000 h 6858000"/>
              <a:gd name="connsiteX262" fmla="*/ 6026679 w 7467600"/>
              <a:gd name="connsiteY262" fmla="*/ 6836959 h 6858000"/>
              <a:gd name="connsiteX263" fmla="*/ 5800441 w 7467600"/>
              <a:gd name="connsiteY263" fmla="*/ 6335286 h 6858000"/>
              <a:gd name="connsiteX264" fmla="*/ 5526562 w 7467600"/>
              <a:gd name="connsiteY264" fmla="*/ 5705388 h 6858000"/>
              <a:gd name="connsiteX265" fmla="*/ 5519640 w 7467600"/>
              <a:gd name="connsiteY265" fmla="*/ 5683774 h 6858000"/>
              <a:gd name="connsiteX266" fmla="*/ 5844559 w 7467600"/>
              <a:gd name="connsiteY266" fmla="*/ 6553349 h 6858000"/>
              <a:gd name="connsiteX267" fmla="*/ 5975994 w 7467600"/>
              <a:gd name="connsiteY267" fmla="*/ 6858000 h 6858000"/>
              <a:gd name="connsiteX268" fmla="*/ 5898547 w 7467600"/>
              <a:gd name="connsiteY268" fmla="*/ 6858000 h 6858000"/>
              <a:gd name="connsiteX269" fmla="*/ 5682041 w 7467600"/>
              <a:gd name="connsiteY269" fmla="*/ 6355860 h 6858000"/>
              <a:gd name="connsiteX270" fmla="*/ 5461758 w 7467600"/>
              <a:gd name="connsiteY270" fmla="*/ 5820220 h 6858000"/>
              <a:gd name="connsiteX271" fmla="*/ 5237282 w 7467600"/>
              <a:gd name="connsiteY271" fmla="*/ 6579086 h 6858000"/>
              <a:gd name="connsiteX272" fmla="*/ 5115009 w 7467600"/>
              <a:gd name="connsiteY272" fmla="*/ 6858000 h 6858000"/>
              <a:gd name="connsiteX273" fmla="*/ 5028074 w 7467600"/>
              <a:gd name="connsiteY273" fmla="*/ 6858000 h 6858000"/>
              <a:gd name="connsiteX274" fmla="*/ 5079508 w 7467600"/>
              <a:gd name="connsiteY274" fmla="*/ 6749074 h 6858000"/>
              <a:gd name="connsiteX275" fmla="*/ 5371846 w 7467600"/>
              <a:gd name="connsiteY275" fmla="*/ 5924413 h 6858000"/>
              <a:gd name="connsiteX276" fmla="*/ 5270512 w 7467600"/>
              <a:gd name="connsiteY276" fmla="*/ 6138975 h 6858000"/>
              <a:gd name="connsiteX277" fmla="*/ 5062409 w 7467600"/>
              <a:gd name="connsiteY277" fmla="*/ 6653544 h 6858000"/>
              <a:gd name="connsiteX278" fmla="*/ 5036628 w 7467600"/>
              <a:gd name="connsiteY278" fmla="*/ 6754247 h 6858000"/>
              <a:gd name="connsiteX279" fmla="*/ 5009112 w 7467600"/>
              <a:gd name="connsiteY279" fmla="*/ 6858000 h 6858000"/>
              <a:gd name="connsiteX280" fmla="*/ 4976679 w 7467600"/>
              <a:gd name="connsiteY280" fmla="*/ 6858000 h 6858000"/>
              <a:gd name="connsiteX281" fmla="*/ 5006537 w 7467600"/>
              <a:gd name="connsiteY281" fmla="*/ 6747068 h 6858000"/>
              <a:gd name="connsiteX282" fmla="*/ 5032723 w 7467600"/>
              <a:gd name="connsiteY282" fmla="*/ 6644957 h 6858000"/>
              <a:gd name="connsiteX283" fmla="*/ 5242949 w 7467600"/>
              <a:gd name="connsiteY283" fmla="*/ 6125175 h 6858000"/>
              <a:gd name="connsiteX284" fmla="*/ 5286321 w 7467600"/>
              <a:gd name="connsiteY284" fmla="*/ 6033555 h 6858000"/>
              <a:gd name="connsiteX285" fmla="*/ 5008210 w 7467600"/>
              <a:gd name="connsiteY285" fmla="*/ 6649194 h 6858000"/>
              <a:gd name="connsiteX286" fmla="*/ 4986321 w 7467600"/>
              <a:gd name="connsiteY286" fmla="*/ 6765687 h 6858000"/>
              <a:gd name="connsiteX287" fmla="*/ 4973474 w 7467600"/>
              <a:gd name="connsiteY287" fmla="*/ 6858000 h 6858000"/>
              <a:gd name="connsiteX288" fmla="*/ 4907178 w 7467600"/>
              <a:gd name="connsiteY288" fmla="*/ 6858000 h 6858000"/>
              <a:gd name="connsiteX289" fmla="*/ 4910810 w 7467600"/>
              <a:gd name="connsiteY289" fmla="*/ 6829660 h 6858000"/>
              <a:gd name="connsiteX290" fmla="*/ 4987461 w 7467600"/>
              <a:gd name="connsiteY290" fmla="*/ 6432994 h 6858000"/>
              <a:gd name="connsiteX291" fmla="*/ 5179262 w 7467600"/>
              <a:gd name="connsiteY291" fmla="*/ 6035044 h 6858000"/>
              <a:gd name="connsiteX292" fmla="*/ 4689678 w 7467600"/>
              <a:gd name="connsiteY292" fmla="*/ 6440241 h 6858000"/>
              <a:gd name="connsiteX293" fmla="*/ 4477543 w 7467600"/>
              <a:gd name="connsiteY293" fmla="*/ 6674836 h 6858000"/>
              <a:gd name="connsiteX294" fmla="*/ 4329957 w 7467600"/>
              <a:gd name="connsiteY294" fmla="*/ 6858000 h 6858000"/>
              <a:gd name="connsiteX295" fmla="*/ 4218595 w 7467600"/>
              <a:gd name="connsiteY295" fmla="*/ 6858000 h 6858000"/>
              <a:gd name="connsiteX296" fmla="*/ 4368888 w 7467600"/>
              <a:gd name="connsiteY296" fmla="*/ 6668412 h 6858000"/>
              <a:gd name="connsiteX297" fmla="*/ 4563091 w 7467600"/>
              <a:gd name="connsiteY297" fmla="*/ 6442508 h 6858000"/>
              <a:gd name="connsiteX298" fmla="*/ 5387324 w 7467600"/>
              <a:gd name="connsiteY298" fmla="*/ 5705830 h 6858000"/>
              <a:gd name="connsiteX299" fmla="*/ 5073620 w 7467600"/>
              <a:gd name="connsiteY299" fmla="*/ 5955437 h 6858000"/>
              <a:gd name="connsiteX300" fmla="*/ 4689789 w 7467600"/>
              <a:gd name="connsiteY300" fmla="*/ 6268382 h 6858000"/>
              <a:gd name="connsiteX301" fmla="*/ 4418722 w 7467600"/>
              <a:gd name="connsiteY301" fmla="*/ 6570886 h 6858000"/>
              <a:gd name="connsiteX302" fmla="*/ 4214944 w 7467600"/>
              <a:gd name="connsiteY302" fmla="*/ 6858000 h 6858000"/>
              <a:gd name="connsiteX303" fmla="*/ 4177898 w 7467600"/>
              <a:gd name="connsiteY303" fmla="*/ 6858000 h 6858000"/>
              <a:gd name="connsiteX304" fmla="*/ 4391597 w 7467600"/>
              <a:gd name="connsiteY304" fmla="*/ 6556370 h 6858000"/>
              <a:gd name="connsiteX305" fmla="*/ 4668889 w 7467600"/>
              <a:gd name="connsiteY305" fmla="*/ 6246399 h 6858000"/>
              <a:gd name="connsiteX306" fmla="*/ 5055427 w 7467600"/>
              <a:gd name="connsiteY306" fmla="*/ 5931476 h 6858000"/>
              <a:gd name="connsiteX307" fmla="*/ 5371814 w 7467600"/>
              <a:gd name="connsiteY307" fmla="*/ 5678975 h 6858000"/>
              <a:gd name="connsiteX308" fmla="*/ 4987918 w 7467600"/>
              <a:gd name="connsiteY308" fmla="*/ 5838701 h 6858000"/>
              <a:gd name="connsiteX309" fmla="*/ 4317146 w 7467600"/>
              <a:gd name="connsiteY309" fmla="*/ 6587716 h 6858000"/>
              <a:gd name="connsiteX310" fmla="*/ 4171627 w 7467600"/>
              <a:gd name="connsiteY310" fmla="*/ 6858000 h 6858000"/>
              <a:gd name="connsiteX311" fmla="*/ 4081585 w 7467600"/>
              <a:gd name="connsiteY311" fmla="*/ 6858000 h 6858000"/>
              <a:gd name="connsiteX312" fmla="*/ 4238603 w 7467600"/>
              <a:gd name="connsiteY312" fmla="*/ 6559341 h 6858000"/>
              <a:gd name="connsiteX313" fmla="*/ 4778333 w 7467600"/>
              <a:gd name="connsiteY313" fmla="*/ 5873626 h 6858000"/>
              <a:gd name="connsiteX314" fmla="*/ 5414185 w 7467600"/>
              <a:gd name="connsiteY314" fmla="*/ 5573882 h 6858000"/>
              <a:gd name="connsiteX315" fmla="*/ 5959648 w 7467600"/>
              <a:gd name="connsiteY315" fmla="*/ 4760797 h 6858000"/>
              <a:gd name="connsiteX316" fmla="*/ 5355019 w 7467600"/>
              <a:gd name="connsiteY316" fmla="*/ 4734672 h 6858000"/>
              <a:gd name="connsiteX317" fmla="*/ 5083565 w 7467600"/>
              <a:gd name="connsiteY317" fmla="*/ 5179121 h 6858000"/>
              <a:gd name="connsiteX318" fmla="*/ 4713577 w 7467600"/>
              <a:gd name="connsiteY318" fmla="*/ 5616803 h 6858000"/>
              <a:gd name="connsiteX319" fmla="*/ 3989559 w 7467600"/>
              <a:gd name="connsiteY319" fmla="*/ 6145945 h 6858000"/>
              <a:gd name="connsiteX320" fmla="*/ 3939824 w 7467600"/>
              <a:gd name="connsiteY320" fmla="*/ 6066900 h 6858000"/>
              <a:gd name="connsiteX321" fmla="*/ 4584537 w 7467600"/>
              <a:gd name="connsiteY321" fmla="*/ 5324826 h 6858000"/>
              <a:gd name="connsiteX322" fmla="*/ 5037105 w 7467600"/>
              <a:gd name="connsiteY322" fmla="*/ 5088765 h 6858000"/>
              <a:gd name="connsiteX323" fmla="*/ 5039930 w 7467600"/>
              <a:gd name="connsiteY323" fmla="*/ 5089585 h 6858000"/>
              <a:gd name="connsiteX324" fmla="*/ 5263764 w 7467600"/>
              <a:gd name="connsiteY324" fmla="*/ 4735525 h 6858000"/>
              <a:gd name="connsiteX325" fmla="*/ 4086300 w 7467600"/>
              <a:gd name="connsiteY325" fmla="*/ 4884599 h 6858000"/>
              <a:gd name="connsiteX326" fmla="*/ 4085485 w 7467600"/>
              <a:gd name="connsiteY326" fmla="*/ 4899070 h 6858000"/>
              <a:gd name="connsiteX327" fmla="*/ 3871915 w 7467600"/>
              <a:gd name="connsiteY327" fmla="*/ 5253645 h 6858000"/>
              <a:gd name="connsiteX328" fmla="*/ 3799374 w 7467600"/>
              <a:gd name="connsiteY328" fmla="*/ 5466127 h 6858000"/>
              <a:gd name="connsiteX329" fmla="*/ 3498850 w 7467600"/>
              <a:gd name="connsiteY329" fmla="*/ 6661888 h 6858000"/>
              <a:gd name="connsiteX330" fmla="*/ 3399216 w 7467600"/>
              <a:gd name="connsiteY330" fmla="*/ 6858000 h 6858000"/>
              <a:gd name="connsiteX331" fmla="*/ 3303688 w 7467600"/>
              <a:gd name="connsiteY331" fmla="*/ 6858000 h 6858000"/>
              <a:gd name="connsiteX332" fmla="*/ 3391774 w 7467600"/>
              <a:gd name="connsiteY332" fmla="*/ 6697181 h 6858000"/>
              <a:gd name="connsiteX333" fmla="*/ 3735540 w 7467600"/>
              <a:gd name="connsiteY333" fmla="*/ 5546923 h 6858000"/>
              <a:gd name="connsiteX334" fmla="*/ 3729438 w 7467600"/>
              <a:gd name="connsiteY334" fmla="*/ 5569058 h 6858000"/>
              <a:gd name="connsiteX335" fmla="*/ 3707782 w 7467600"/>
              <a:gd name="connsiteY335" fmla="*/ 5644908 h 6858000"/>
              <a:gd name="connsiteX336" fmla="*/ 3583827 w 7467600"/>
              <a:gd name="connsiteY336" fmla="*/ 6039215 h 6858000"/>
              <a:gd name="connsiteX337" fmla="*/ 3547861 w 7467600"/>
              <a:gd name="connsiteY337" fmla="*/ 6129609 h 6858000"/>
              <a:gd name="connsiteX338" fmla="*/ 3490905 w 7467600"/>
              <a:gd name="connsiteY338" fmla="*/ 6277660 h 6858000"/>
              <a:gd name="connsiteX339" fmla="*/ 3455859 w 7467600"/>
              <a:gd name="connsiteY339" fmla="*/ 6391301 h 6858000"/>
              <a:gd name="connsiteX340" fmla="*/ 3429112 w 7467600"/>
              <a:gd name="connsiteY340" fmla="*/ 6479469 h 6858000"/>
              <a:gd name="connsiteX341" fmla="*/ 3304862 w 7467600"/>
              <a:gd name="connsiteY341" fmla="*/ 6796476 h 6858000"/>
              <a:gd name="connsiteX342" fmla="*/ 3276071 w 7467600"/>
              <a:gd name="connsiteY342" fmla="*/ 6858000 h 6858000"/>
              <a:gd name="connsiteX343" fmla="*/ 3240805 w 7467600"/>
              <a:gd name="connsiteY343" fmla="*/ 6858000 h 6858000"/>
              <a:gd name="connsiteX344" fmla="*/ 3275917 w 7467600"/>
              <a:gd name="connsiteY344" fmla="*/ 6783192 h 6858000"/>
              <a:gd name="connsiteX345" fmla="*/ 3399358 w 7467600"/>
              <a:gd name="connsiteY345" fmla="*/ 6469011 h 6858000"/>
              <a:gd name="connsiteX346" fmla="*/ 3425650 w 7467600"/>
              <a:gd name="connsiteY346" fmla="*/ 6381333 h 6858000"/>
              <a:gd name="connsiteX347" fmla="*/ 3460661 w 7467600"/>
              <a:gd name="connsiteY347" fmla="*/ 6266763 h 6858000"/>
              <a:gd name="connsiteX348" fmla="*/ 3518021 w 7467600"/>
              <a:gd name="connsiteY348" fmla="*/ 6117298 h 6858000"/>
              <a:gd name="connsiteX349" fmla="*/ 3554035 w 7467600"/>
              <a:gd name="connsiteY349" fmla="*/ 6027832 h 6858000"/>
              <a:gd name="connsiteX350" fmla="*/ 3677174 w 7467600"/>
              <a:gd name="connsiteY350" fmla="*/ 5636351 h 6858000"/>
              <a:gd name="connsiteX351" fmla="*/ 3698819 w 7467600"/>
              <a:gd name="connsiteY351" fmla="*/ 5560503 h 6858000"/>
              <a:gd name="connsiteX352" fmla="*/ 3702094 w 7467600"/>
              <a:gd name="connsiteY352" fmla="*/ 5549194 h 6858000"/>
              <a:gd name="connsiteX353" fmla="*/ 3398355 w 7467600"/>
              <a:gd name="connsiteY353" fmla="*/ 6094603 h 6858000"/>
              <a:gd name="connsiteX354" fmla="*/ 3193941 w 7467600"/>
              <a:gd name="connsiteY354" fmla="*/ 6798775 h 6858000"/>
              <a:gd name="connsiteX355" fmla="*/ 3184140 w 7467600"/>
              <a:gd name="connsiteY355" fmla="*/ 6858000 h 6858000"/>
              <a:gd name="connsiteX356" fmla="*/ 3099978 w 7467600"/>
              <a:gd name="connsiteY356" fmla="*/ 6858000 h 6858000"/>
              <a:gd name="connsiteX357" fmla="*/ 3101556 w 7467600"/>
              <a:gd name="connsiteY357" fmla="*/ 6843337 h 6858000"/>
              <a:gd name="connsiteX358" fmla="*/ 3370162 w 7467600"/>
              <a:gd name="connsiteY358" fmla="*/ 5785550 h 6858000"/>
              <a:gd name="connsiteX359" fmla="*/ 3746477 w 7467600"/>
              <a:gd name="connsiteY359" fmla="*/ 5377889 h 6858000"/>
              <a:gd name="connsiteX360" fmla="*/ 3863399 w 7467600"/>
              <a:gd name="connsiteY360" fmla="*/ 5087257 h 6858000"/>
              <a:gd name="connsiteX361" fmla="*/ 3968712 w 7467600"/>
              <a:gd name="connsiteY361" fmla="*/ 4913989 h 6858000"/>
              <a:gd name="connsiteX362" fmla="*/ 2792390 w 7467600"/>
              <a:gd name="connsiteY362" fmla="*/ 5382974 h 6858000"/>
              <a:gd name="connsiteX363" fmla="*/ 2714982 w 7467600"/>
              <a:gd name="connsiteY363" fmla="*/ 5427051 h 6858000"/>
              <a:gd name="connsiteX364" fmla="*/ 2813361 w 7467600"/>
              <a:gd name="connsiteY364" fmla="*/ 6023912 h 6858000"/>
              <a:gd name="connsiteX365" fmla="*/ 2688430 w 7467600"/>
              <a:gd name="connsiteY365" fmla="*/ 6801564 h 6858000"/>
              <a:gd name="connsiteX366" fmla="*/ 2629626 w 7467600"/>
              <a:gd name="connsiteY366" fmla="*/ 6763394 h 6858000"/>
              <a:gd name="connsiteX367" fmla="*/ 2565328 w 7467600"/>
              <a:gd name="connsiteY367" fmla="*/ 5516399 h 6858000"/>
              <a:gd name="connsiteX368" fmla="*/ 1922999 w 7467600"/>
              <a:gd name="connsiteY368" fmla="*/ 5980343 h 6858000"/>
              <a:gd name="connsiteX369" fmla="*/ 1950261 w 7467600"/>
              <a:gd name="connsiteY369" fmla="*/ 6405858 h 6858000"/>
              <a:gd name="connsiteX370" fmla="*/ 2365554 w 7467600"/>
              <a:gd name="connsiteY370" fmla="*/ 6759107 h 6858000"/>
              <a:gd name="connsiteX371" fmla="*/ 2424142 w 7467600"/>
              <a:gd name="connsiteY371" fmla="*/ 6858000 h 6858000"/>
              <a:gd name="connsiteX372" fmla="*/ 2395994 w 7467600"/>
              <a:gd name="connsiteY372" fmla="*/ 6858000 h 6858000"/>
              <a:gd name="connsiteX373" fmla="*/ 2392863 w 7467600"/>
              <a:gd name="connsiteY373" fmla="*/ 6852964 h 6858000"/>
              <a:gd name="connsiteX374" fmla="*/ 2017589 w 7467600"/>
              <a:gd name="connsiteY374" fmla="*/ 6493982 h 6858000"/>
              <a:gd name="connsiteX375" fmla="*/ 2147336 w 7467600"/>
              <a:gd name="connsiteY375" fmla="*/ 6594052 h 6858000"/>
              <a:gd name="connsiteX376" fmla="*/ 2207047 w 7467600"/>
              <a:gd name="connsiteY376" fmla="*/ 6654540 h 6858000"/>
              <a:gd name="connsiteX377" fmla="*/ 2299106 w 7467600"/>
              <a:gd name="connsiteY377" fmla="*/ 6778931 h 6858000"/>
              <a:gd name="connsiteX378" fmla="*/ 2314430 w 7467600"/>
              <a:gd name="connsiteY378" fmla="*/ 6801144 h 6858000"/>
              <a:gd name="connsiteX379" fmla="*/ 2352406 w 7467600"/>
              <a:gd name="connsiteY379" fmla="*/ 6858000 h 6858000"/>
              <a:gd name="connsiteX380" fmla="*/ 2314492 w 7467600"/>
              <a:gd name="connsiteY380" fmla="*/ 6858000 h 6858000"/>
              <a:gd name="connsiteX381" fmla="*/ 2288095 w 7467600"/>
              <a:gd name="connsiteY381" fmla="*/ 6818030 h 6858000"/>
              <a:gd name="connsiteX382" fmla="*/ 2272768 w 7467600"/>
              <a:gd name="connsiteY382" fmla="*/ 6795822 h 6858000"/>
              <a:gd name="connsiteX383" fmla="*/ 2182715 w 7467600"/>
              <a:gd name="connsiteY383" fmla="*/ 6675071 h 6858000"/>
              <a:gd name="connsiteX384" fmla="*/ 2032061 w 7467600"/>
              <a:gd name="connsiteY384" fmla="*/ 6541380 h 6858000"/>
              <a:gd name="connsiteX385" fmla="*/ 2257220 w 7467600"/>
              <a:gd name="connsiteY385" fmla="*/ 6826257 h 6858000"/>
              <a:gd name="connsiteX386" fmla="*/ 2281324 w 7467600"/>
              <a:gd name="connsiteY386" fmla="*/ 6858000 h 6858000"/>
              <a:gd name="connsiteX387" fmla="*/ 2242860 w 7467600"/>
              <a:gd name="connsiteY387" fmla="*/ 6858000 h 6858000"/>
              <a:gd name="connsiteX388" fmla="*/ 2232818 w 7467600"/>
              <a:gd name="connsiteY388" fmla="*/ 6844926 h 6858000"/>
              <a:gd name="connsiteX389" fmla="*/ 1990172 w 7467600"/>
              <a:gd name="connsiteY389" fmla="*/ 6542121 h 6858000"/>
              <a:gd name="connsiteX390" fmla="*/ 2124090 w 7467600"/>
              <a:gd name="connsiteY390" fmla="*/ 6761017 h 6858000"/>
              <a:gd name="connsiteX391" fmla="*/ 2200380 w 7467600"/>
              <a:gd name="connsiteY391" fmla="*/ 6858000 h 6858000"/>
              <a:gd name="connsiteX392" fmla="*/ 2147507 w 7467600"/>
              <a:gd name="connsiteY392" fmla="*/ 6858000 h 6858000"/>
              <a:gd name="connsiteX393" fmla="*/ 2070668 w 7467600"/>
              <a:gd name="connsiteY393" fmla="*/ 6761520 h 6858000"/>
              <a:gd name="connsiteX394" fmla="*/ 1975142 w 7467600"/>
              <a:gd name="connsiteY394" fmla="*/ 6585570 h 6858000"/>
              <a:gd name="connsiteX395" fmla="*/ 2050035 w 7467600"/>
              <a:gd name="connsiteY395" fmla="*/ 6813345 h 6858000"/>
              <a:gd name="connsiteX396" fmla="*/ 2063025 w 7467600"/>
              <a:gd name="connsiteY396" fmla="*/ 6858000 h 6858000"/>
              <a:gd name="connsiteX397" fmla="*/ 2021675 w 7467600"/>
              <a:gd name="connsiteY397" fmla="*/ 6858000 h 6858000"/>
              <a:gd name="connsiteX398" fmla="*/ 2019308 w 7467600"/>
              <a:gd name="connsiteY398" fmla="*/ 6847118 h 6858000"/>
              <a:gd name="connsiteX399" fmla="*/ 1938835 w 7467600"/>
              <a:gd name="connsiteY399" fmla="*/ 6551160 h 6858000"/>
              <a:gd name="connsiteX400" fmla="*/ 1953230 w 7467600"/>
              <a:gd name="connsiteY400" fmla="*/ 6759699 h 6858000"/>
              <a:gd name="connsiteX401" fmla="*/ 1956763 w 7467600"/>
              <a:gd name="connsiteY401" fmla="*/ 6778191 h 6858000"/>
              <a:gd name="connsiteX402" fmla="*/ 1967925 w 7467600"/>
              <a:gd name="connsiteY402" fmla="*/ 6858000 h 6858000"/>
              <a:gd name="connsiteX403" fmla="*/ 1936622 w 7467600"/>
              <a:gd name="connsiteY403" fmla="*/ 6858000 h 6858000"/>
              <a:gd name="connsiteX404" fmla="*/ 1926261 w 7467600"/>
              <a:gd name="connsiteY404" fmla="*/ 6784064 h 6858000"/>
              <a:gd name="connsiteX405" fmla="*/ 1922724 w 7467600"/>
              <a:gd name="connsiteY405" fmla="*/ 6765577 h 6858000"/>
              <a:gd name="connsiteX406" fmla="*/ 1904650 w 7467600"/>
              <a:gd name="connsiteY406" fmla="*/ 6639616 h 6858000"/>
              <a:gd name="connsiteX407" fmla="*/ 1885273 w 7467600"/>
              <a:gd name="connsiteY407" fmla="*/ 6858000 h 6858000"/>
              <a:gd name="connsiteX408" fmla="*/ 1854363 w 7467600"/>
              <a:gd name="connsiteY408" fmla="*/ 6858000 h 6858000"/>
              <a:gd name="connsiteX409" fmla="*/ 1880391 w 7467600"/>
              <a:gd name="connsiteY409" fmla="*/ 6603796 h 6858000"/>
              <a:gd name="connsiteX410" fmla="*/ 1818273 w 7467600"/>
              <a:gd name="connsiteY410" fmla="*/ 6715729 h 6858000"/>
              <a:gd name="connsiteX411" fmla="*/ 1794691 w 7467600"/>
              <a:gd name="connsiteY411" fmla="*/ 6843239 h 6858000"/>
              <a:gd name="connsiteX412" fmla="*/ 1794914 w 7467600"/>
              <a:gd name="connsiteY412" fmla="*/ 6858000 h 6858000"/>
              <a:gd name="connsiteX413" fmla="*/ 1746128 w 7467600"/>
              <a:gd name="connsiteY413" fmla="*/ 6858000 h 6858000"/>
              <a:gd name="connsiteX414" fmla="*/ 1753934 w 7467600"/>
              <a:gd name="connsiteY414" fmla="*/ 6724796 h 6858000"/>
              <a:gd name="connsiteX415" fmla="*/ 1792053 w 7467600"/>
              <a:gd name="connsiteY415" fmla="*/ 6572396 h 6858000"/>
              <a:gd name="connsiteX416" fmla="*/ 1862248 w 7467600"/>
              <a:gd name="connsiteY416" fmla="*/ 6266397 h 6858000"/>
              <a:gd name="connsiteX417" fmla="*/ 1862250 w 7467600"/>
              <a:gd name="connsiteY417" fmla="*/ 6033531 h 6858000"/>
              <a:gd name="connsiteX418" fmla="*/ 1211999 w 7467600"/>
              <a:gd name="connsiteY418" fmla="*/ 6683610 h 6858000"/>
              <a:gd name="connsiteX419" fmla="*/ 1213266 w 7467600"/>
              <a:gd name="connsiteY419" fmla="*/ 6691947 h 6858000"/>
              <a:gd name="connsiteX420" fmla="*/ 1203370 w 7467600"/>
              <a:gd name="connsiteY420" fmla="*/ 6850676 h 6858000"/>
              <a:gd name="connsiteX421" fmla="*/ 1203671 w 7467600"/>
              <a:gd name="connsiteY421" fmla="*/ 6858000 h 6858000"/>
              <a:gd name="connsiteX422" fmla="*/ 1143180 w 7467600"/>
              <a:gd name="connsiteY422" fmla="*/ 6858000 h 6858000"/>
              <a:gd name="connsiteX423" fmla="*/ 1142176 w 7467600"/>
              <a:gd name="connsiteY423" fmla="*/ 6766045 h 6858000"/>
              <a:gd name="connsiteX424" fmla="*/ 1067484 w 7467600"/>
              <a:gd name="connsiteY424" fmla="*/ 6858000 h 6858000"/>
              <a:gd name="connsiteX425" fmla="*/ 953928 w 7467600"/>
              <a:gd name="connsiteY425" fmla="*/ 6858000 h 6858000"/>
              <a:gd name="connsiteX426" fmla="*/ 959715 w 7467600"/>
              <a:gd name="connsiteY426" fmla="*/ 6850185 h 6858000"/>
              <a:gd name="connsiteX427" fmla="*/ 1483788 w 7467600"/>
              <a:gd name="connsiteY427" fmla="*/ 6259174 h 6858000"/>
              <a:gd name="connsiteX428" fmla="*/ 1100671 w 7467600"/>
              <a:gd name="connsiteY428" fmla="*/ 6252137 h 6858000"/>
              <a:gd name="connsiteX429" fmla="*/ 1090144 w 7467600"/>
              <a:gd name="connsiteY429" fmla="*/ 6256748 h 6858000"/>
              <a:gd name="connsiteX430" fmla="*/ 1095872 w 7467600"/>
              <a:gd name="connsiteY430" fmla="*/ 6271892 h 6858000"/>
              <a:gd name="connsiteX431" fmla="*/ 262785 w 7467600"/>
              <a:gd name="connsiteY431" fmla="*/ 6845450 h 6858000"/>
              <a:gd name="connsiteX432" fmla="*/ 209968 w 7467600"/>
              <a:gd name="connsiteY432" fmla="*/ 6770713 h 6858000"/>
              <a:gd name="connsiteX433" fmla="*/ 873460 w 7467600"/>
              <a:gd name="connsiteY433" fmla="*/ 6253768 h 6858000"/>
              <a:gd name="connsiteX434" fmla="*/ 192686 w 7467600"/>
              <a:gd name="connsiteY434" fmla="*/ 5849257 h 6858000"/>
              <a:gd name="connsiteX435" fmla="*/ 4696 w 7467600"/>
              <a:gd name="connsiteY435" fmla="*/ 5697668 h 6858000"/>
              <a:gd name="connsiteX436" fmla="*/ 0 w 7467600"/>
              <a:gd name="connsiteY436" fmla="*/ 5689984 h 6858000"/>
              <a:gd name="connsiteX437" fmla="*/ 0 w 7467600"/>
              <a:gd name="connsiteY437" fmla="*/ 5513472 h 6858000"/>
              <a:gd name="connsiteX438" fmla="*/ 174101 w 7467600"/>
              <a:gd name="connsiteY438" fmla="*/ 5620277 h 6858000"/>
              <a:gd name="connsiteX439" fmla="*/ 891800 w 7467600"/>
              <a:gd name="connsiteY439" fmla="*/ 6036935 h 6858000"/>
              <a:gd name="connsiteX440" fmla="*/ 1072219 w 7467600"/>
              <a:gd name="connsiteY440" fmla="*/ 6169443 h 6858000"/>
              <a:gd name="connsiteX441" fmla="*/ 1074117 w 7467600"/>
              <a:gd name="connsiteY441" fmla="*/ 6170301 h 6858000"/>
              <a:gd name="connsiteX442" fmla="*/ 1083114 w 7467600"/>
              <a:gd name="connsiteY442" fmla="*/ 6174131 h 6858000"/>
              <a:gd name="connsiteX443" fmla="*/ 1543010 w 7467600"/>
              <a:gd name="connsiteY443" fmla="*/ 6191140 h 6858000"/>
              <a:gd name="connsiteX444" fmla="*/ 1551080 w 7467600"/>
              <a:gd name="connsiteY444" fmla="*/ 6195006 h 6858000"/>
              <a:gd name="connsiteX445" fmla="*/ 2345443 w 7467600"/>
              <a:gd name="connsiteY445" fmla="*/ 5549882 h 6858000"/>
              <a:gd name="connsiteX446" fmla="*/ 1721499 w 7467600"/>
              <a:gd name="connsiteY446" fmla="*/ 5599969 h 6858000"/>
              <a:gd name="connsiteX447" fmla="*/ 767716 w 7467600"/>
              <a:gd name="connsiteY447" fmla="*/ 5472768 h 6858000"/>
              <a:gd name="connsiteX448" fmla="*/ 722147 w 7467600"/>
              <a:gd name="connsiteY448" fmla="*/ 5393091 h 6858000"/>
              <a:gd name="connsiteX449" fmla="*/ 1485552 w 7467600"/>
              <a:gd name="connsiteY449" fmla="*/ 5313202 h 6858000"/>
              <a:gd name="connsiteX450" fmla="*/ 2143004 w 7467600"/>
              <a:gd name="connsiteY450" fmla="*/ 5402420 h 6858000"/>
              <a:gd name="connsiteX451" fmla="*/ 1933391 w 7467600"/>
              <a:gd name="connsiteY451" fmla="*/ 5156971 h 6858000"/>
              <a:gd name="connsiteX452" fmla="*/ 1827118 w 7467600"/>
              <a:gd name="connsiteY452" fmla="*/ 4968410 h 6858000"/>
              <a:gd name="connsiteX453" fmla="*/ 1837349 w 7467600"/>
              <a:gd name="connsiteY453" fmla="*/ 4956357 h 6858000"/>
              <a:gd name="connsiteX454" fmla="*/ 2162835 w 7467600"/>
              <a:gd name="connsiteY454" fmla="*/ 5187853 h 6858000"/>
              <a:gd name="connsiteX455" fmla="*/ 2257167 w 7467600"/>
              <a:gd name="connsiteY455" fmla="*/ 5462123 h 6858000"/>
              <a:gd name="connsiteX456" fmla="*/ 2261598 w 7467600"/>
              <a:gd name="connsiteY456" fmla="*/ 5467998 h 6858000"/>
              <a:gd name="connsiteX457" fmla="*/ 2437177 w 7467600"/>
              <a:gd name="connsiteY457" fmla="*/ 5479608 h 6858000"/>
              <a:gd name="connsiteX458" fmla="*/ 2445247 w 7467600"/>
              <a:gd name="connsiteY458" fmla="*/ 5483476 h 6858000"/>
              <a:gd name="connsiteX459" fmla="*/ 2743626 w 7467600"/>
              <a:gd name="connsiteY459" fmla="*/ 5304819 h 6858000"/>
              <a:gd name="connsiteX460" fmla="*/ 3048102 w 7467600"/>
              <a:gd name="connsiteY460" fmla="*/ 5150595 h 6858000"/>
              <a:gd name="connsiteX461" fmla="*/ 1799414 w 7467600"/>
              <a:gd name="connsiteY461" fmla="*/ 4694732 h 6858000"/>
              <a:gd name="connsiteX462" fmla="*/ 1771735 w 7467600"/>
              <a:gd name="connsiteY462" fmla="*/ 4619929 h 6858000"/>
              <a:gd name="connsiteX463" fmla="*/ 3104273 w 7467600"/>
              <a:gd name="connsiteY463" fmla="*/ 5076159 h 6858000"/>
              <a:gd name="connsiteX464" fmla="*/ 3113245 w 7467600"/>
              <a:gd name="connsiteY464" fmla="*/ 5090705 h 6858000"/>
              <a:gd name="connsiteX465" fmla="*/ 3126294 w 7467600"/>
              <a:gd name="connsiteY465" fmla="*/ 5114400 h 6858000"/>
              <a:gd name="connsiteX466" fmla="*/ 3937433 w 7467600"/>
              <a:gd name="connsiteY466" fmla="*/ 4830473 h 6858000"/>
              <a:gd name="connsiteX467" fmla="*/ 3590475 w 7467600"/>
              <a:gd name="connsiteY467" fmla="*/ 4597974 h 6858000"/>
              <a:gd name="connsiteX468" fmla="*/ 3100264 w 7467600"/>
              <a:gd name="connsiteY468" fmla="*/ 4579845 h 6858000"/>
              <a:gd name="connsiteX469" fmla="*/ 2183576 w 7467600"/>
              <a:gd name="connsiteY469" fmla="*/ 4227150 h 6858000"/>
              <a:gd name="connsiteX470" fmla="*/ 2151029 w 7467600"/>
              <a:gd name="connsiteY470" fmla="*/ 4146947 h 6858000"/>
              <a:gd name="connsiteX471" fmla="*/ 3563434 w 7467600"/>
              <a:gd name="connsiteY471" fmla="*/ 4469115 h 6858000"/>
              <a:gd name="connsiteX472" fmla="*/ 3177952 w 7467600"/>
              <a:gd name="connsiteY472" fmla="*/ 3657386 h 6858000"/>
              <a:gd name="connsiteX473" fmla="*/ 3189263 w 7467600"/>
              <a:gd name="connsiteY473" fmla="*/ 3625726 h 6858000"/>
              <a:gd name="connsiteX474" fmla="*/ 3560912 w 7467600"/>
              <a:gd name="connsiteY474" fmla="*/ 4079863 h 6858000"/>
              <a:gd name="connsiteX475" fmla="*/ 3626636 w 7467600"/>
              <a:gd name="connsiteY475" fmla="*/ 4512230 h 6858000"/>
              <a:gd name="connsiteX476" fmla="*/ 3653088 w 7467600"/>
              <a:gd name="connsiteY476" fmla="*/ 4521417 h 6858000"/>
              <a:gd name="connsiteX477" fmla="*/ 3988128 w 7467600"/>
              <a:gd name="connsiteY477" fmla="*/ 4817267 h 6858000"/>
              <a:gd name="connsiteX478" fmla="*/ 4830582 w 7467600"/>
              <a:gd name="connsiteY478" fmla="*/ 4676000 h 6858000"/>
              <a:gd name="connsiteX479" fmla="*/ 4830100 w 7467600"/>
              <a:gd name="connsiteY479" fmla="*/ 4675554 h 6858000"/>
              <a:gd name="connsiteX480" fmla="*/ 4036318 w 7467600"/>
              <a:gd name="connsiteY480" fmla="*/ 4147013 h 6858000"/>
              <a:gd name="connsiteX481" fmla="*/ 3432098 w 7467600"/>
              <a:gd name="connsiteY481" fmla="*/ 3537312 h 6858000"/>
              <a:gd name="connsiteX482" fmla="*/ 3446761 w 7467600"/>
              <a:gd name="connsiteY482" fmla="*/ 3461278 h 6858000"/>
              <a:gd name="connsiteX483" fmla="*/ 4419733 w 7467600"/>
              <a:gd name="connsiteY483" fmla="*/ 3963555 h 6858000"/>
              <a:gd name="connsiteX484" fmla="*/ 4781371 w 7467600"/>
              <a:gd name="connsiteY484" fmla="*/ 4458604 h 6858000"/>
              <a:gd name="connsiteX485" fmla="*/ 4780440 w 7467600"/>
              <a:gd name="connsiteY485" fmla="*/ 4470290 h 6858000"/>
              <a:gd name="connsiteX486" fmla="*/ 4898954 w 7467600"/>
              <a:gd name="connsiteY486" fmla="*/ 4662092 h 6858000"/>
              <a:gd name="connsiteX487" fmla="*/ 4900699 w 7467600"/>
              <a:gd name="connsiteY487" fmla="*/ 4670867 h 6858000"/>
              <a:gd name="connsiteX488" fmla="*/ 5714511 w 7467600"/>
              <a:gd name="connsiteY488" fmla="*/ 4663483 h 6858000"/>
              <a:gd name="connsiteX489" fmla="*/ 5464793 w 7467600"/>
              <a:gd name="connsiteY489" fmla="*/ 4393556 h 6858000"/>
              <a:gd name="connsiteX490" fmla="*/ 5461897 w 7467600"/>
              <a:gd name="connsiteY490" fmla="*/ 4390879 h 6858000"/>
              <a:gd name="connsiteX491" fmla="*/ 4294126 w 7467600"/>
              <a:gd name="connsiteY491" fmla="*/ 3303048 h 6858000"/>
              <a:gd name="connsiteX492" fmla="*/ 4305321 w 7467600"/>
              <a:gd name="connsiteY492" fmla="*/ 3256953 h 6858000"/>
              <a:gd name="connsiteX493" fmla="*/ 4949299 w 7467600"/>
              <a:gd name="connsiteY493" fmla="*/ 3766336 h 6858000"/>
              <a:gd name="connsiteX494" fmla="*/ 5291452 w 7467600"/>
              <a:gd name="connsiteY494" fmla="*/ 4076801 h 6858000"/>
              <a:gd name="connsiteX495" fmla="*/ 5434998 w 7467600"/>
              <a:gd name="connsiteY495" fmla="*/ 4254100 h 6858000"/>
              <a:gd name="connsiteX496" fmla="*/ 5351015 w 7467600"/>
              <a:gd name="connsiteY496" fmla="*/ 3760989 h 6858000"/>
              <a:gd name="connsiteX497" fmla="*/ 5413780 w 7467600"/>
              <a:gd name="connsiteY497" fmla="*/ 2966265 h 6858000"/>
              <a:gd name="connsiteX498" fmla="*/ 5425627 w 7467600"/>
              <a:gd name="connsiteY498" fmla="*/ 2954192 h 6858000"/>
              <a:gd name="connsiteX499" fmla="*/ 6604735 w 7467600"/>
              <a:gd name="connsiteY499" fmla="*/ 2041381 h 6858000"/>
              <a:gd name="connsiteX500" fmla="*/ 7204487 w 7467600"/>
              <a:gd name="connsiteY500" fmla="*/ 2742112 h 6858000"/>
              <a:gd name="connsiteX501" fmla="*/ 7131592 w 7467600"/>
              <a:gd name="connsiteY501" fmla="*/ 2672096 h 6858000"/>
              <a:gd name="connsiteX502" fmla="*/ 6996344 w 7467600"/>
              <a:gd name="connsiteY502" fmla="*/ 2518310 h 6858000"/>
              <a:gd name="connsiteX503" fmla="*/ 6735495 w 7467600"/>
              <a:gd name="connsiteY503" fmla="*/ 2196890 h 6858000"/>
              <a:gd name="connsiteX504" fmla="*/ 6721901 w 7467600"/>
              <a:gd name="connsiteY504" fmla="*/ 2179274 h 6858000"/>
              <a:gd name="connsiteX505" fmla="*/ 6604735 w 7467600"/>
              <a:gd name="connsiteY505" fmla="*/ 2041381 h 6858000"/>
              <a:gd name="connsiteX506" fmla="*/ 6591670 w 7467600"/>
              <a:gd name="connsiteY506" fmla="*/ 1988277 h 6858000"/>
              <a:gd name="connsiteX507" fmla="*/ 6747349 w 7467600"/>
              <a:gd name="connsiteY507" fmla="*/ 2160069 h 6858000"/>
              <a:gd name="connsiteX508" fmla="*/ 6760943 w 7467600"/>
              <a:gd name="connsiteY508" fmla="*/ 2177686 h 6858000"/>
              <a:gd name="connsiteX509" fmla="*/ 7021065 w 7467600"/>
              <a:gd name="connsiteY509" fmla="*/ 2498102 h 6858000"/>
              <a:gd name="connsiteX510" fmla="*/ 7155223 w 7467600"/>
              <a:gd name="connsiteY510" fmla="*/ 2650386 h 6858000"/>
              <a:gd name="connsiteX511" fmla="*/ 7203167 w 7467600"/>
              <a:gd name="connsiteY511" fmla="*/ 2697288 h 6858000"/>
              <a:gd name="connsiteX512" fmla="*/ 6937703 w 7467600"/>
              <a:gd name="connsiteY512" fmla="*/ 2321981 h 6858000"/>
              <a:gd name="connsiteX513" fmla="*/ 6591670 w 7467600"/>
              <a:gd name="connsiteY513" fmla="*/ 1988277 h 6858000"/>
              <a:gd name="connsiteX514" fmla="*/ 5798671 w 7467600"/>
              <a:gd name="connsiteY514" fmla="*/ 1981601 h 6858000"/>
              <a:gd name="connsiteX515" fmla="*/ 5754709 w 7467600"/>
              <a:gd name="connsiteY515" fmla="*/ 2071454 h 6858000"/>
              <a:gd name="connsiteX516" fmla="*/ 5763044 w 7467600"/>
              <a:gd name="connsiteY516" fmla="*/ 2842206 h 6858000"/>
              <a:gd name="connsiteX517" fmla="*/ 5764974 w 7467600"/>
              <a:gd name="connsiteY517" fmla="*/ 2799609 h 6858000"/>
              <a:gd name="connsiteX518" fmla="*/ 5767665 w 7467600"/>
              <a:gd name="connsiteY518" fmla="*/ 2666409 h 6858000"/>
              <a:gd name="connsiteX519" fmla="*/ 5763055 w 7467600"/>
              <a:gd name="connsiteY519" fmla="*/ 2579705 h 6858000"/>
              <a:gd name="connsiteX520" fmla="*/ 5758079 w 7467600"/>
              <a:gd name="connsiteY520" fmla="*/ 2492508 h 6858000"/>
              <a:gd name="connsiteX521" fmla="*/ 5779325 w 7467600"/>
              <a:gd name="connsiteY521" fmla="*/ 2197069 h 6858000"/>
              <a:gd name="connsiteX522" fmla="*/ 5798671 w 7467600"/>
              <a:gd name="connsiteY522" fmla="*/ 1981601 h 6858000"/>
              <a:gd name="connsiteX523" fmla="*/ 5829202 w 7467600"/>
              <a:gd name="connsiteY523" fmla="*/ 1971679 h 6858000"/>
              <a:gd name="connsiteX524" fmla="*/ 5809558 w 7467600"/>
              <a:gd name="connsiteY524" fmla="*/ 2198043 h 6858000"/>
              <a:gd name="connsiteX525" fmla="*/ 5788653 w 7467600"/>
              <a:gd name="connsiteY525" fmla="*/ 2489430 h 6858000"/>
              <a:gd name="connsiteX526" fmla="*/ 5793439 w 7467600"/>
              <a:gd name="connsiteY526" fmla="*/ 2575235 h 6858000"/>
              <a:gd name="connsiteX527" fmla="*/ 5796837 w 7467600"/>
              <a:gd name="connsiteY527" fmla="*/ 2637633 h 6858000"/>
              <a:gd name="connsiteX528" fmla="*/ 5818614 w 7467600"/>
              <a:gd name="connsiteY528" fmla="*/ 2473055 h 6858000"/>
              <a:gd name="connsiteX529" fmla="*/ 5829202 w 7467600"/>
              <a:gd name="connsiteY529" fmla="*/ 1971679 h 6858000"/>
              <a:gd name="connsiteX530" fmla="*/ 5911389 w 7467600"/>
              <a:gd name="connsiteY530" fmla="*/ 1898371 h 6858000"/>
              <a:gd name="connsiteX531" fmla="*/ 6237627 w 7467600"/>
              <a:gd name="connsiteY531" fmla="*/ 2231921 h 6858000"/>
              <a:gd name="connsiteX532" fmla="*/ 5911389 w 7467600"/>
              <a:gd name="connsiteY532" fmla="*/ 1898371 h 6858000"/>
              <a:gd name="connsiteX533" fmla="*/ 6944437 w 7467600"/>
              <a:gd name="connsiteY533" fmla="*/ 1575402 h 6858000"/>
              <a:gd name="connsiteX534" fmla="*/ 6304730 w 7467600"/>
              <a:gd name="connsiteY534" fmla="*/ 1766654 h 6858000"/>
              <a:gd name="connsiteX535" fmla="*/ 6944437 w 7467600"/>
              <a:gd name="connsiteY535" fmla="*/ 1575402 h 6858000"/>
              <a:gd name="connsiteX536" fmla="*/ 7019523 w 7467600"/>
              <a:gd name="connsiteY536" fmla="*/ 1519450 h 6858000"/>
              <a:gd name="connsiteX537" fmla="*/ 6298091 w 7467600"/>
              <a:gd name="connsiteY537" fmla="*/ 1737122 h 6858000"/>
              <a:gd name="connsiteX538" fmla="*/ 7019523 w 7467600"/>
              <a:gd name="connsiteY538" fmla="*/ 1519450 h 6858000"/>
              <a:gd name="connsiteX539" fmla="*/ 2399523 w 7467600"/>
              <a:gd name="connsiteY539" fmla="*/ 1428234 h 6858000"/>
              <a:gd name="connsiteX540" fmla="*/ 2224982 w 7467600"/>
              <a:gd name="connsiteY540" fmla="*/ 1826201 h 6858000"/>
              <a:gd name="connsiteX541" fmla="*/ 2096099 w 7467600"/>
              <a:gd name="connsiteY541" fmla="*/ 2345900 h 6858000"/>
              <a:gd name="connsiteX542" fmla="*/ 2283317 w 7467600"/>
              <a:gd name="connsiteY542" fmla="*/ 1796925 h 6858000"/>
              <a:gd name="connsiteX543" fmla="*/ 2399523 w 7467600"/>
              <a:gd name="connsiteY543" fmla="*/ 1428234 h 6858000"/>
              <a:gd name="connsiteX544" fmla="*/ 2448558 w 7467600"/>
              <a:gd name="connsiteY544" fmla="*/ 1373435 h 6858000"/>
              <a:gd name="connsiteX545" fmla="*/ 2312521 w 7467600"/>
              <a:gd name="connsiteY545" fmla="*/ 1806140 h 6858000"/>
              <a:gd name="connsiteX546" fmla="*/ 2127533 w 7467600"/>
              <a:gd name="connsiteY546" fmla="*/ 2348380 h 6858000"/>
              <a:gd name="connsiteX547" fmla="*/ 2358080 w 7467600"/>
              <a:gd name="connsiteY547" fmla="*/ 1866134 h 6858000"/>
              <a:gd name="connsiteX548" fmla="*/ 2407436 w 7467600"/>
              <a:gd name="connsiteY548" fmla="*/ 1651070 h 6858000"/>
              <a:gd name="connsiteX549" fmla="*/ 2448558 w 7467600"/>
              <a:gd name="connsiteY549" fmla="*/ 1373435 h 6858000"/>
              <a:gd name="connsiteX550" fmla="*/ 278707 w 7467600"/>
              <a:gd name="connsiteY550" fmla="*/ 1352270 h 6858000"/>
              <a:gd name="connsiteX551" fmla="*/ 321570 w 7467600"/>
              <a:gd name="connsiteY551" fmla="*/ 1861610 h 6858000"/>
              <a:gd name="connsiteX552" fmla="*/ 294281 w 7467600"/>
              <a:gd name="connsiteY552" fmla="*/ 1440658 h 6858000"/>
              <a:gd name="connsiteX553" fmla="*/ 278707 w 7467600"/>
              <a:gd name="connsiteY553" fmla="*/ 1352270 h 6858000"/>
              <a:gd name="connsiteX554" fmla="*/ 1423821 w 7467600"/>
              <a:gd name="connsiteY554" fmla="*/ 1351958 h 6858000"/>
              <a:gd name="connsiteX555" fmla="*/ 1638521 w 7467600"/>
              <a:gd name="connsiteY555" fmla="*/ 1908470 h 6858000"/>
              <a:gd name="connsiteX556" fmla="*/ 1754199 w 7467600"/>
              <a:gd name="connsiteY556" fmla="*/ 2149284 h 6858000"/>
              <a:gd name="connsiteX557" fmla="*/ 1908359 w 7467600"/>
              <a:gd name="connsiteY557" fmla="*/ 2364988 h 6858000"/>
              <a:gd name="connsiteX558" fmla="*/ 1647661 w 7467600"/>
              <a:gd name="connsiteY558" fmla="*/ 1825945 h 6858000"/>
              <a:gd name="connsiteX559" fmla="*/ 1423821 w 7467600"/>
              <a:gd name="connsiteY559" fmla="*/ 1351958 h 6858000"/>
              <a:gd name="connsiteX560" fmla="*/ 1431890 w 7467600"/>
              <a:gd name="connsiteY560" fmla="*/ 1306475 h 6858000"/>
              <a:gd name="connsiteX561" fmla="*/ 1507597 w 7467600"/>
              <a:gd name="connsiteY561" fmla="*/ 1446132 h 6858000"/>
              <a:gd name="connsiteX562" fmla="*/ 1674586 w 7467600"/>
              <a:gd name="connsiteY562" fmla="*/ 1813832 h 6858000"/>
              <a:gd name="connsiteX563" fmla="*/ 1815950 w 7467600"/>
              <a:gd name="connsiteY563" fmla="*/ 2128564 h 6858000"/>
              <a:gd name="connsiteX564" fmla="*/ 1984242 w 7467600"/>
              <a:gd name="connsiteY564" fmla="*/ 2430829 h 6858000"/>
              <a:gd name="connsiteX565" fmla="*/ 2014023 w 7467600"/>
              <a:gd name="connsiteY565" fmla="*/ 2450995 h 6858000"/>
              <a:gd name="connsiteX566" fmla="*/ 1747337 w 7467600"/>
              <a:gd name="connsiteY566" fmla="*/ 1855264 h 6858000"/>
              <a:gd name="connsiteX567" fmla="*/ 1533749 w 7467600"/>
              <a:gd name="connsiteY567" fmla="*/ 1478656 h 6858000"/>
              <a:gd name="connsiteX568" fmla="*/ 1431890 w 7467600"/>
              <a:gd name="connsiteY568" fmla="*/ 1306475 h 6858000"/>
              <a:gd name="connsiteX569" fmla="*/ 5052692 w 7467600"/>
              <a:gd name="connsiteY569" fmla="*/ 1292994 h 6858000"/>
              <a:gd name="connsiteX570" fmla="*/ 5200661 w 7467600"/>
              <a:gd name="connsiteY570" fmla="*/ 1635186 h 6858000"/>
              <a:gd name="connsiteX571" fmla="*/ 5297138 w 7467600"/>
              <a:gd name="connsiteY571" fmla="*/ 1906351 h 6858000"/>
              <a:gd name="connsiteX572" fmla="*/ 5052692 w 7467600"/>
              <a:gd name="connsiteY572" fmla="*/ 1292994 h 6858000"/>
              <a:gd name="connsiteX573" fmla="*/ 5009948 w 7467600"/>
              <a:gd name="connsiteY573" fmla="*/ 1273619 h 6858000"/>
              <a:gd name="connsiteX574" fmla="*/ 5121777 w 7467600"/>
              <a:gd name="connsiteY574" fmla="*/ 1654213 h 6858000"/>
              <a:gd name="connsiteX575" fmla="*/ 5293545 w 7467600"/>
              <a:gd name="connsiteY575" fmla="*/ 2072247 h 6858000"/>
              <a:gd name="connsiteX576" fmla="*/ 5294042 w 7467600"/>
              <a:gd name="connsiteY576" fmla="*/ 2065019 h 6858000"/>
              <a:gd name="connsiteX577" fmla="*/ 5171936 w 7467600"/>
              <a:gd name="connsiteY577" fmla="*/ 1647613 h 6858000"/>
              <a:gd name="connsiteX578" fmla="*/ 5009948 w 7467600"/>
              <a:gd name="connsiteY578" fmla="*/ 1273619 h 6858000"/>
              <a:gd name="connsiteX579" fmla="*/ 655236 w 7467600"/>
              <a:gd name="connsiteY579" fmla="*/ 1268632 h 6858000"/>
              <a:gd name="connsiteX580" fmla="*/ 839521 w 7467600"/>
              <a:gd name="connsiteY580" fmla="*/ 1685315 h 6858000"/>
              <a:gd name="connsiteX581" fmla="*/ 1109416 w 7467600"/>
              <a:gd name="connsiteY581" fmla="*/ 2061663 h 6858000"/>
              <a:gd name="connsiteX582" fmla="*/ 1298300 w 7467600"/>
              <a:gd name="connsiteY582" fmla="*/ 2247742 h 6858000"/>
              <a:gd name="connsiteX583" fmla="*/ 1125871 w 7467600"/>
              <a:gd name="connsiteY583" fmla="*/ 1989513 h 6858000"/>
              <a:gd name="connsiteX584" fmla="*/ 981574 w 7467600"/>
              <a:gd name="connsiteY584" fmla="*/ 1783157 h 6858000"/>
              <a:gd name="connsiteX585" fmla="*/ 922198 w 7467600"/>
              <a:gd name="connsiteY585" fmla="*/ 1677437 h 6858000"/>
              <a:gd name="connsiteX586" fmla="*/ 869293 w 7467600"/>
              <a:gd name="connsiteY586" fmla="*/ 1583214 h 6858000"/>
              <a:gd name="connsiteX587" fmla="*/ 751431 w 7467600"/>
              <a:gd name="connsiteY587" fmla="*/ 1405731 h 6858000"/>
              <a:gd name="connsiteX588" fmla="*/ 655236 w 7467600"/>
              <a:gd name="connsiteY588" fmla="*/ 1268632 h 6858000"/>
              <a:gd name="connsiteX589" fmla="*/ 6516292 w 7467600"/>
              <a:gd name="connsiteY589" fmla="*/ 1263064 h 6858000"/>
              <a:gd name="connsiteX590" fmla="*/ 5736320 w 7467600"/>
              <a:gd name="connsiteY590" fmla="*/ 1501803 h 6858000"/>
              <a:gd name="connsiteX591" fmla="*/ 6516292 w 7467600"/>
              <a:gd name="connsiteY591" fmla="*/ 1263064 h 6858000"/>
              <a:gd name="connsiteX592" fmla="*/ 291466 w 7467600"/>
              <a:gd name="connsiteY592" fmla="*/ 1250369 h 6858000"/>
              <a:gd name="connsiteX593" fmla="*/ 323180 w 7467600"/>
              <a:gd name="connsiteY593" fmla="*/ 1435283 h 6858000"/>
              <a:gd name="connsiteX594" fmla="*/ 349381 w 7467600"/>
              <a:gd name="connsiteY594" fmla="*/ 1875041 h 6858000"/>
              <a:gd name="connsiteX595" fmla="*/ 374363 w 7467600"/>
              <a:gd name="connsiteY595" fmla="*/ 1506494 h 6858000"/>
              <a:gd name="connsiteX596" fmla="*/ 302168 w 7467600"/>
              <a:gd name="connsiteY596" fmla="*/ 1274495 h 6858000"/>
              <a:gd name="connsiteX597" fmla="*/ 291466 w 7467600"/>
              <a:gd name="connsiteY597" fmla="*/ 1250369 h 6858000"/>
              <a:gd name="connsiteX598" fmla="*/ 678222 w 7467600"/>
              <a:gd name="connsiteY598" fmla="*/ 1248670 h 6858000"/>
              <a:gd name="connsiteX599" fmla="*/ 775536 w 7467600"/>
              <a:gd name="connsiteY599" fmla="*/ 1388015 h 6858000"/>
              <a:gd name="connsiteX600" fmla="*/ 894529 w 7467600"/>
              <a:gd name="connsiteY600" fmla="*/ 1567739 h 6858000"/>
              <a:gd name="connsiteX601" fmla="*/ 948000 w 7467600"/>
              <a:gd name="connsiteY601" fmla="*/ 1663088 h 6858000"/>
              <a:gd name="connsiteX602" fmla="*/ 1006812 w 7467600"/>
              <a:gd name="connsiteY602" fmla="*/ 1767683 h 6858000"/>
              <a:gd name="connsiteX603" fmla="*/ 1149133 w 7467600"/>
              <a:gd name="connsiteY603" fmla="*/ 1971513 h 6858000"/>
              <a:gd name="connsiteX604" fmla="*/ 1333952 w 7467600"/>
              <a:gd name="connsiteY604" fmla="*/ 2251620 h 6858000"/>
              <a:gd name="connsiteX605" fmla="*/ 1337329 w 7467600"/>
              <a:gd name="connsiteY605" fmla="*/ 2258350 h 6858000"/>
              <a:gd name="connsiteX606" fmla="*/ 1014726 w 7467600"/>
              <a:gd name="connsiteY606" fmla="*/ 1615556 h 6858000"/>
              <a:gd name="connsiteX607" fmla="*/ 678222 w 7467600"/>
              <a:gd name="connsiteY607" fmla="*/ 1248670 h 6858000"/>
              <a:gd name="connsiteX608" fmla="*/ 6691602 w 7467600"/>
              <a:gd name="connsiteY608" fmla="*/ 1140573 h 6858000"/>
              <a:gd name="connsiteX609" fmla="*/ 6571100 w 7467600"/>
              <a:gd name="connsiteY609" fmla="*/ 1183662 h 6858000"/>
              <a:gd name="connsiteX610" fmla="*/ 6241687 w 7467600"/>
              <a:gd name="connsiteY610" fmla="*/ 1257600 h 6858000"/>
              <a:gd name="connsiteX611" fmla="*/ 5693009 w 7467600"/>
              <a:gd name="connsiteY611" fmla="*/ 1478256 h 6858000"/>
              <a:gd name="connsiteX612" fmla="*/ 6548420 w 7467600"/>
              <a:gd name="connsiteY612" fmla="*/ 1214599 h 6858000"/>
              <a:gd name="connsiteX613" fmla="*/ 6605473 w 7467600"/>
              <a:gd name="connsiteY613" fmla="*/ 1184686 h 6858000"/>
              <a:gd name="connsiteX614" fmla="*/ 6691602 w 7467600"/>
              <a:gd name="connsiteY614" fmla="*/ 1140573 h 6858000"/>
              <a:gd name="connsiteX615" fmla="*/ 4002475 w 7467600"/>
              <a:gd name="connsiteY615" fmla="*/ 1037802 h 6858000"/>
              <a:gd name="connsiteX616" fmla="*/ 4000324 w 7467600"/>
              <a:gd name="connsiteY616" fmla="*/ 1039362 h 6858000"/>
              <a:gd name="connsiteX617" fmla="*/ 4002862 w 7467600"/>
              <a:gd name="connsiteY617" fmla="*/ 1042866 h 6858000"/>
              <a:gd name="connsiteX618" fmla="*/ 4002475 w 7467600"/>
              <a:gd name="connsiteY618" fmla="*/ 1037802 h 6858000"/>
              <a:gd name="connsiteX619" fmla="*/ 506322 w 7467600"/>
              <a:gd name="connsiteY619" fmla="*/ 1020997 h 6858000"/>
              <a:gd name="connsiteX620" fmla="*/ 533068 w 7467600"/>
              <a:gd name="connsiteY620" fmla="*/ 1029409 h 6858000"/>
              <a:gd name="connsiteX621" fmla="*/ 1232525 w 7467600"/>
              <a:gd name="connsiteY621" fmla="*/ 1804675 h 6858000"/>
              <a:gd name="connsiteX622" fmla="*/ 1388858 w 7467600"/>
              <a:gd name="connsiteY622" fmla="*/ 2368011 h 6858000"/>
              <a:gd name="connsiteX623" fmla="*/ 1384098 w 7467600"/>
              <a:gd name="connsiteY623" fmla="*/ 2378125 h 6858000"/>
              <a:gd name="connsiteX624" fmla="*/ 1425393 w 7467600"/>
              <a:gd name="connsiteY624" fmla="*/ 2589124 h 6858000"/>
              <a:gd name="connsiteX625" fmla="*/ 1424001 w 7467600"/>
              <a:gd name="connsiteY625" fmla="*/ 2597541 h 6858000"/>
              <a:gd name="connsiteX626" fmla="*/ 2152729 w 7467600"/>
              <a:gd name="connsiteY626" fmla="*/ 2864487 h 6858000"/>
              <a:gd name="connsiteX627" fmla="*/ 2020609 w 7467600"/>
              <a:gd name="connsiteY627" fmla="*/ 2539671 h 6858000"/>
              <a:gd name="connsiteX628" fmla="*/ 2018920 w 7467600"/>
              <a:gd name="connsiteY628" fmla="*/ 2536309 h 6858000"/>
              <a:gd name="connsiteX629" fmla="*/ 1342441 w 7467600"/>
              <a:gd name="connsiteY629" fmla="*/ 1173017 h 6858000"/>
              <a:gd name="connsiteX630" fmla="*/ 1367925 w 7467600"/>
              <a:gd name="connsiteY630" fmla="*/ 1135648 h 6858000"/>
              <a:gd name="connsiteX631" fmla="*/ 1771401 w 7467600"/>
              <a:gd name="connsiteY631" fmla="*/ 1806673 h 6858000"/>
              <a:gd name="connsiteX632" fmla="*/ 1972385 w 7467600"/>
              <a:gd name="connsiteY632" fmla="*/ 2198735 h 6858000"/>
              <a:gd name="connsiteX633" fmla="*/ 2040892 w 7467600"/>
              <a:gd name="connsiteY633" fmla="*/ 2405205 h 6858000"/>
              <a:gd name="connsiteX634" fmla="*/ 2131689 w 7467600"/>
              <a:gd name="connsiteY634" fmla="*/ 1936926 h 6858000"/>
              <a:gd name="connsiteX635" fmla="*/ 2454820 w 7467600"/>
              <a:gd name="connsiteY635" fmla="*/ 1248808 h 6858000"/>
              <a:gd name="connsiteX636" fmla="*/ 2492512 w 7467600"/>
              <a:gd name="connsiteY636" fmla="*/ 1302920 h 6858000"/>
              <a:gd name="connsiteX637" fmla="*/ 2081216 w 7467600"/>
              <a:gd name="connsiteY637" fmla="*/ 2527513 h 6858000"/>
              <a:gd name="connsiteX638" fmla="*/ 2081211 w 7467600"/>
              <a:gd name="connsiteY638" fmla="*/ 2528916 h 6858000"/>
              <a:gd name="connsiteX639" fmla="*/ 2199067 w 7467600"/>
              <a:gd name="connsiteY639" fmla="*/ 2884061 h 6858000"/>
              <a:gd name="connsiteX640" fmla="*/ 3192586 w 7467600"/>
              <a:gd name="connsiteY640" fmla="*/ 3411496 h 6858000"/>
              <a:gd name="connsiteX641" fmla="*/ 3182620 w 7467600"/>
              <a:gd name="connsiteY641" fmla="*/ 3483279 h 6858000"/>
              <a:gd name="connsiteX642" fmla="*/ 2435119 w 7467600"/>
              <a:gd name="connsiteY642" fmla="*/ 3080173 h 6858000"/>
              <a:gd name="connsiteX643" fmla="*/ 2410152 w 7467600"/>
              <a:gd name="connsiteY643" fmla="*/ 3063751 h 6858000"/>
              <a:gd name="connsiteX644" fmla="*/ 2408099 w 7467600"/>
              <a:gd name="connsiteY644" fmla="*/ 3064403 h 6858000"/>
              <a:gd name="connsiteX645" fmla="*/ 2407218 w 7467600"/>
              <a:gd name="connsiteY645" fmla="*/ 3070324 h 6858000"/>
              <a:gd name="connsiteX646" fmla="*/ 2380138 w 7467600"/>
              <a:gd name="connsiteY646" fmla="*/ 3099341 h 6858000"/>
              <a:gd name="connsiteX647" fmla="*/ 1765923 w 7467600"/>
              <a:gd name="connsiteY647" fmla="*/ 3581043 h 6858000"/>
              <a:gd name="connsiteX648" fmla="*/ 1702258 w 7467600"/>
              <a:gd name="connsiteY648" fmla="*/ 3612286 h 6858000"/>
              <a:gd name="connsiteX649" fmla="*/ 1538370 w 7467600"/>
              <a:gd name="connsiteY649" fmla="*/ 3811804 h 6858000"/>
              <a:gd name="connsiteX650" fmla="*/ 542867 w 7467600"/>
              <a:gd name="connsiteY650" fmla="*/ 4944092 h 6858000"/>
              <a:gd name="connsiteX651" fmla="*/ 515800 w 7467600"/>
              <a:gd name="connsiteY651" fmla="*/ 4862180 h 6858000"/>
              <a:gd name="connsiteX652" fmla="*/ 909145 w 7467600"/>
              <a:gd name="connsiteY652" fmla="*/ 4199225 h 6858000"/>
              <a:gd name="connsiteX653" fmla="*/ 1214067 w 7467600"/>
              <a:gd name="connsiteY653" fmla="*/ 3908561 h 6858000"/>
              <a:gd name="connsiteX654" fmla="*/ 640967 w 7467600"/>
              <a:gd name="connsiteY654" fmla="*/ 4105601 h 6858000"/>
              <a:gd name="connsiteX655" fmla="*/ 112563 w 7467600"/>
              <a:gd name="connsiteY655" fmla="*/ 4396952 h 6858000"/>
              <a:gd name="connsiteX656" fmla="*/ 0 w 7467600"/>
              <a:gd name="connsiteY656" fmla="*/ 4466006 h 6858000"/>
              <a:gd name="connsiteX657" fmla="*/ 0 w 7467600"/>
              <a:gd name="connsiteY657" fmla="*/ 4233763 h 6858000"/>
              <a:gd name="connsiteX658" fmla="*/ 36881 w 7467600"/>
              <a:gd name="connsiteY658" fmla="*/ 4200118 h 6858000"/>
              <a:gd name="connsiteX659" fmla="*/ 910534 w 7467600"/>
              <a:gd name="connsiteY659" fmla="*/ 3629753 h 6858000"/>
              <a:gd name="connsiteX660" fmla="*/ 1578717 w 7467600"/>
              <a:gd name="connsiteY660" fmla="*/ 3575982 h 6858000"/>
              <a:gd name="connsiteX661" fmla="*/ 2338780 w 7467600"/>
              <a:gd name="connsiteY661" fmla="*/ 3033725 h 6858000"/>
              <a:gd name="connsiteX662" fmla="*/ 1807991 w 7467600"/>
              <a:gd name="connsiteY662" fmla="*/ 2807184 h 6858000"/>
              <a:gd name="connsiteX663" fmla="*/ 1416358 w 7467600"/>
              <a:gd name="connsiteY663" fmla="*/ 3112571 h 6858000"/>
              <a:gd name="connsiteX664" fmla="*/ 939066 w 7467600"/>
              <a:gd name="connsiteY664" fmla="*/ 3378798 h 6858000"/>
              <a:gd name="connsiteX665" fmla="*/ 115099 w 7467600"/>
              <a:gd name="connsiteY665" fmla="*/ 3607650 h 6858000"/>
              <a:gd name="connsiteX666" fmla="*/ 97284 w 7467600"/>
              <a:gd name="connsiteY666" fmla="*/ 3520393 h 6858000"/>
              <a:gd name="connsiteX667" fmla="*/ 922050 w 7467600"/>
              <a:gd name="connsiteY667" fmla="*/ 3074867 h 6858000"/>
              <a:gd name="connsiteX668" fmla="*/ 1405265 w 7467600"/>
              <a:gd name="connsiteY668" fmla="*/ 3016319 h 6858000"/>
              <a:gd name="connsiteX669" fmla="*/ 1407512 w 7467600"/>
              <a:gd name="connsiteY669" fmla="*/ 3018001 h 6858000"/>
              <a:gd name="connsiteX670" fmla="*/ 1726266 w 7467600"/>
              <a:gd name="connsiteY670" fmla="*/ 2777274 h 6858000"/>
              <a:gd name="connsiteX671" fmla="*/ 625390 w 7467600"/>
              <a:gd name="connsiteY671" fmla="*/ 2514541 h 6858000"/>
              <a:gd name="connsiteX672" fmla="*/ 619799 w 7467600"/>
              <a:gd name="connsiteY672" fmla="*/ 2527180 h 6858000"/>
              <a:gd name="connsiteX673" fmla="*/ 310030 w 7467600"/>
              <a:gd name="connsiteY673" fmla="*/ 2771818 h 6858000"/>
              <a:gd name="connsiteX674" fmla="*/ 173877 w 7467600"/>
              <a:gd name="connsiteY674" fmla="*/ 2937056 h 6858000"/>
              <a:gd name="connsiteX675" fmla="*/ 77889 w 7467600"/>
              <a:gd name="connsiteY675" fmla="*/ 3138440 h 6858000"/>
              <a:gd name="connsiteX676" fmla="*/ 0 w 7467600"/>
              <a:gd name="connsiteY676" fmla="*/ 3271395 h 6858000"/>
              <a:gd name="connsiteX677" fmla="*/ 0 w 7467600"/>
              <a:gd name="connsiteY677" fmla="*/ 3153002 h 6858000"/>
              <a:gd name="connsiteX678" fmla="*/ 2386 w 7467600"/>
              <a:gd name="connsiteY678" fmla="*/ 3149203 h 6858000"/>
              <a:gd name="connsiteX679" fmla="*/ 89753 w 7467600"/>
              <a:gd name="connsiteY679" fmla="*/ 2987702 h 6858000"/>
              <a:gd name="connsiteX680" fmla="*/ 76869 w 7467600"/>
              <a:gd name="connsiteY680" fmla="*/ 3005404 h 6858000"/>
              <a:gd name="connsiteX681" fmla="*/ 32049 w 7467600"/>
              <a:gd name="connsiteY681" fmla="*/ 3065814 h 6858000"/>
              <a:gd name="connsiteX682" fmla="*/ 0 w 7467600"/>
              <a:gd name="connsiteY682" fmla="*/ 3108744 h 6858000"/>
              <a:gd name="connsiteX683" fmla="*/ 0 w 7467600"/>
              <a:gd name="connsiteY683" fmla="*/ 3058059 h 6858000"/>
              <a:gd name="connsiteX684" fmla="*/ 7610 w 7467600"/>
              <a:gd name="connsiteY684" fmla="*/ 3047889 h 6858000"/>
              <a:gd name="connsiteX685" fmla="*/ 52419 w 7467600"/>
              <a:gd name="connsiteY685" fmla="*/ 2987479 h 6858000"/>
              <a:gd name="connsiteX686" fmla="*/ 59142 w 7467600"/>
              <a:gd name="connsiteY686" fmla="*/ 2978488 h 6858000"/>
              <a:gd name="connsiteX687" fmla="*/ 0 w 7467600"/>
              <a:gd name="connsiteY687" fmla="*/ 3015334 h 6858000"/>
              <a:gd name="connsiteX688" fmla="*/ 0 w 7467600"/>
              <a:gd name="connsiteY688" fmla="*/ 2914286 h 6858000"/>
              <a:gd name="connsiteX689" fmla="*/ 36383 w 7467600"/>
              <a:gd name="connsiteY689" fmla="*/ 2901128 h 6858000"/>
              <a:gd name="connsiteX690" fmla="*/ 156329 w 7467600"/>
              <a:gd name="connsiteY690" fmla="*/ 2840533 h 6858000"/>
              <a:gd name="connsiteX691" fmla="*/ 358355 w 7467600"/>
              <a:gd name="connsiteY691" fmla="*/ 2620471 h 6858000"/>
              <a:gd name="connsiteX692" fmla="*/ 510577 w 7467600"/>
              <a:gd name="connsiteY692" fmla="*/ 2501244 h 6858000"/>
              <a:gd name="connsiteX693" fmla="*/ 211967 w 7467600"/>
              <a:gd name="connsiteY693" fmla="*/ 2479171 h 6858000"/>
              <a:gd name="connsiteX694" fmla="*/ 0 w 7467600"/>
              <a:gd name="connsiteY694" fmla="*/ 2476398 h 6858000"/>
              <a:gd name="connsiteX695" fmla="*/ 0 w 7467600"/>
              <a:gd name="connsiteY695" fmla="*/ 2389189 h 6858000"/>
              <a:gd name="connsiteX696" fmla="*/ 103062 w 7467600"/>
              <a:gd name="connsiteY696" fmla="*/ 2389518 h 6858000"/>
              <a:gd name="connsiteX697" fmla="*/ 510734 w 7467600"/>
              <a:gd name="connsiteY697" fmla="*/ 2416201 h 6858000"/>
              <a:gd name="connsiteX698" fmla="*/ 279257 w 7467600"/>
              <a:gd name="connsiteY698" fmla="*/ 2092102 h 6858000"/>
              <a:gd name="connsiteX699" fmla="*/ 65265 w 7467600"/>
              <a:gd name="connsiteY699" fmla="*/ 2006049 h 6858000"/>
              <a:gd name="connsiteX700" fmla="*/ 0 w 7467600"/>
              <a:gd name="connsiteY700" fmla="*/ 1982532 h 6858000"/>
              <a:gd name="connsiteX701" fmla="*/ 0 w 7467600"/>
              <a:gd name="connsiteY701" fmla="*/ 1912789 h 6858000"/>
              <a:gd name="connsiteX702" fmla="*/ 97460 w 7467600"/>
              <a:gd name="connsiteY702" fmla="*/ 1953725 h 6858000"/>
              <a:gd name="connsiteX703" fmla="*/ 221272 w 7467600"/>
              <a:gd name="connsiteY703" fmla="*/ 1980766 h 6858000"/>
              <a:gd name="connsiteX704" fmla="*/ 116765 w 7467600"/>
              <a:gd name="connsiteY704" fmla="*/ 1911033 h 6858000"/>
              <a:gd name="connsiteX705" fmla="*/ 16405 w 7467600"/>
              <a:gd name="connsiteY705" fmla="*/ 1803412 h 6858000"/>
              <a:gd name="connsiteX706" fmla="*/ 0 w 7467600"/>
              <a:gd name="connsiteY706" fmla="*/ 1784777 h 6858000"/>
              <a:gd name="connsiteX707" fmla="*/ 0 w 7467600"/>
              <a:gd name="connsiteY707" fmla="*/ 1740082 h 6858000"/>
              <a:gd name="connsiteX708" fmla="*/ 39394 w 7467600"/>
              <a:gd name="connsiteY708" fmla="*/ 1784856 h 6858000"/>
              <a:gd name="connsiteX709" fmla="*/ 135813 w 7467600"/>
              <a:gd name="connsiteY709" fmla="*/ 1888838 h 6858000"/>
              <a:gd name="connsiteX710" fmla="*/ 242575 w 7467600"/>
              <a:gd name="connsiteY710" fmla="*/ 1958841 h 6858000"/>
              <a:gd name="connsiteX711" fmla="*/ 82197 w 7467600"/>
              <a:gd name="connsiteY711" fmla="*/ 1754826 h 6858000"/>
              <a:gd name="connsiteX712" fmla="*/ 0 w 7467600"/>
              <a:gd name="connsiteY712" fmla="*/ 1679650 h 6858000"/>
              <a:gd name="connsiteX713" fmla="*/ 0 w 7467600"/>
              <a:gd name="connsiteY713" fmla="*/ 1602463 h 6858000"/>
              <a:gd name="connsiteX714" fmla="*/ 84689 w 7467600"/>
              <a:gd name="connsiteY714" fmla="*/ 1677442 h 6858000"/>
              <a:gd name="connsiteX715" fmla="*/ 298437 w 7467600"/>
              <a:gd name="connsiteY715" fmla="*/ 1968019 h 6858000"/>
              <a:gd name="connsiteX716" fmla="*/ 227269 w 7467600"/>
              <a:gd name="connsiteY716" fmla="*/ 1114064 h 6858000"/>
              <a:gd name="connsiteX717" fmla="*/ 248003 w 7467600"/>
              <a:gd name="connsiteY717" fmla="*/ 1089613 h 6858000"/>
              <a:gd name="connsiteX718" fmla="*/ 427020 w 7467600"/>
              <a:gd name="connsiteY718" fmla="*/ 1619803 h 6858000"/>
              <a:gd name="connsiteX719" fmla="*/ 340345 w 7467600"/>
              <a:gd name="connsiteY719" fmla="*/ 2027739 h 6858000"/>
              <a:gd name="connsiteX720" fmla="*/ 360865 w 7467600"/>
              <a:gd name="connsiteY720" fmla="*/ 2044827 h 6858000"/>
              <a:gd name="connsiteX721" fmla="*/ 560414 w 7467600"/>
              <a:gd name="connsiteY721" fmla="*/ 2421457 h 6858000"/>
              <a:gd name="connsiteX722" fmla="*/ 1359703 w 7467600"/>
              <a:gd name="connsiteY722" fmla="*/ 2578554 h 6858000"/>
              <a:gd name="connsiteX723" fmla="*/ 1359422 w 7467600"/>
              <a:gd name="connsiteY723" fmla="*/ 2577994 h 6858000"/>
              <a:gd name="connsiteX724" fmla="*/ 828701 w 7467600"/>
              <a:gd name="connsiteY724" fmla="*/ 1839520 h 6858000"/>
              <a:gd name="connsiteX725" fmla="*/ 494427 w 7467600"/>
              <a:gd name="connsiteY725" fmla="*/ 1092333 h 6858000"/>
              <a:gd name="connsiteX726" fmla="*/ 506322 w 7467600"/>
              <a:gd name="connsiteY726" fmla="*/ 1020997 h 6858000"/>
              <a:gd name="connsiteX727" fmla="*/ 4570198 w 7467600"/>
              <a:gd name="connsiteY727" fmla="*/ 978081 h 6858000"/>
              <a:gd name="connsiteX728" fmla="*/ 4523691 w 7467600"/>
              <a:gd name="connsiteY728" fmla="*/ 1127776 h 6858000"/>
              <a:gd name="connsiteX729" fmla="*/ 4509875 w 7467600"/>
              <a:gd name="connsiteY729" fmla="*/ 1167552 h 6858000"/>
              <a:gd name="connsiteX730" fmla="*/ 4478168 w 7467600"/>
              <a:gd name="connsiteY730" fmla="*/ 1260735 h 6858000"/>
              <a:gd name="connsiteX731" fmla="*/ 4409309 w 7467600"/>
              <a:gd name="connsiteY731" fmla="*/ 1666996 h 6858000"/>
              <a:gd name="connsiteX732" fmla="*/ 4370031 w 7467600"/>
              <a:gd name="connsiteY732" fmla="*/ 1955666 h 6858000"/>
              <a:gd name="connsiteX733" fmla="*/ 4570198 w 7467600"/>
              <a:gd name="connsiteY733" fmla="*/ 978081 h 6858000"/>
              <a:gd name="connsiteX734" fmla="*/ 4557898 w 7467600"/>
              <a:gd name="connsiteY734" fmla="*/ 900011 h 6858000"/>
              <a:gd name="connsiteX735" fmla="*/ 4344840 w 7467600"/>
              <a:gd name="connsiteY735" fmla="*/ 1922038 h 6858000"/>
              <a:gd name="connsiteX736" fmla="*/ 4378710 w 7467600"/>
              <a:gd name="connsiteY736" fmla="*/ 1665516 h 6858000"/>
              <a:gd name="connsiteX737" fmla="*/ 4448798 w 7467600"/>
              <a:gd name="connsiteY737" fmla="*/ 1253024 h 6858000"/>
              <a:gd name="connsiteX738" fmla="*/ 4480315 w 7467600"/>
              <a:gd name="connsiteY738" fmla="*/ 1158454 h 6858000"/>
              <a:gd name="connsiteX739" fmla="*/ 4494133 w 7467600"/>
              <a:gd name="connsiteY739" fmla="*/ 1118676 h 6858000"/>
              <a:gd name="connsiteX740" fmla="*/ 4557898 w 7467600"/>
              <a:gd name="connsiteY740" fmla="*/ 900011 h 6858000"/>
              <a:gd name="connsiteX741" fmla="*/ 5870151 w 7467600"/>
              <a:gd name="connsiteY741" fmla="*/ 898890 h 6858000"/>
              <a:gd name="connsiteX742" fmla="*/ 5861335 w 7467600"/>
              <a:gd name="connsiteY742" fmla="*/ 899177 h 6858000"/>
              <a:gd name="connsiteX743" fmla="*/ 5843702 w 7467600"/>
              <a:gd name="connsiteY743" fmla="*/ 899748 h 6858000"/>
              <a:gd name="connsiteX744" fmla="*/ 5651107 w 7467600"/>
              <a:gd name="connsiteY744" fmla="*/ 920306 h 6858000"/>
              <a:gd name="connsiteX745" fmla="*/ 5459407 w 7467600"/>
              <a:gd name="connsiteY745" fmla="*/ 940975 h 6858000"/>
              <a:gd name="connsiteX746" fmla="*/ 5374846 w 7467600"/>
              <a:gd name="connsiteY746" fmla="*/ 941988 h 6858000"/>
              <a:gd name="connsiteX747" fmla="*/ 5256105 w 7467600"/>
              <a:gd name="connsiteY747" fmla="*/ 945632 h 6858000"/>
              <a:gd name="connsiteX748" fmla="*/ 5107071 w 7467600"/>
              <a:gd name="connsiteY748" fmla="*/ 969720 h 6858000"/>
              <a:gd name="connsiteX749" fmla="*/ 4998681 w 7467600"/>
              <a:gd name="connsiteY749" fmla="*/ 988771 h 6858000"/>
              <a:gd name="connsiteX750" fmla="*/ 5870151 w 7467600"/>
              <a:gd name="connsiteY750" fmla="*/ 898890 h 6858000"/>
              <a:gd name="connsiteX751" fmla="*/ 5504425 w 7467600"/>
              <a:gd name="connsiteY751" fmla="*/ 848067 h 6858000"/>
              <a:gd name="connsiteX752" fmla="*/ 4968849 w 7467600"/>
              <a:gd name="connsiteY752" fmla="*/ 962318 h 6858000"/>
              <a:gd name="connsiteX753" fmla="*/ 5104039 w 7467600"/>
              <a:gd name="connsiteY753" fmla="*/ 940634 h 6858000"/>
              <a:gd name="connsiteX754" fmla="*/ 5256311 w 7467600"/>
              <a:gd name="connsiteY754" fmla="*/ 916490 h 6858000"/>
              <a:gd name="connsiteX755" fmla="*/ 5377381 w 7467600"/>
              <a:gd name="connsiteY755" fmla="*/ 912671 h 6858000"/>
              <a:gd name="connsiteX756" fmla="*/ 5460148 w 7467600"/>
              <a:gd name="connsiteY756" fmla="*/ 911442 h 6858000"/>
              <a:gd name="connsiteX757" fmla="*/ 5648971 w 7467600"/>
              <a:gd name="connsiteY757" fmla="*/ 891331 h 6858000"/>
              <a:gd name="connsiteX758" fmla="*/ 5844807 w 7467600"/>
              <a:gd name="connsiteY758" fmla="*/ 870718 h 6858000"/>
              <a:gd name="connsiteX759" fmla="*/ 5862975 w 7467600"/>
              <a:gd name="connsiteY759" fmla="*/ 869756 h 6858000"/>
              <a:gd name="connsiteX760" fmla="*/ 5920887 w 7467600"/>
              <a:gd name="connsiteY760" fmla="*/ 865929 h 6858000"/>
              <a:gd name="connsiteX761" fmla="*/ 5504425 w 7467600"/>
              <a:gd name="connsiteY761" fmla="*/ 848067 h 6858000"/>
              <a:gd name="connsiteX762" fmla="*/ 3607114 w 7467600"/>
              <a:gd name="connsiteY762" fmla="*/ 467441 h 6858000"/>
              <a:gd name="connsiteX763" fmla="*/ 3296242 w 7467600"/>
              <a:gd name="connsiteY763" fmla="*/ 807991 h 6858000"/>
              <a:gd name="connsiteX764" fmla="*/ 3174674 w 7467600"/>
              <a:gd name="connsiteY764" fmla="*/ 919759 h 6858000"/>
              <a:gd name="connsiteX765" fmla="*/ 3042978 w 7467600"/>
              <a:gd name="connsiteY765" fmla="*/ 1054894 h 6858000"/>
              <a:gd name="connsiteX766" fmla="*/ 2968914 w 7467600"/>
              <a:gd name="connsiteY766" fmla="*/ 1133756 h 6858000"/>
              <a:gd name="connsiteX767" fmla="*/ 3103823 w 7467600"/>
              <a:gd name="connsiteY767" fmla="*/ 1026814 h 6858000"/>
              <a:gd name="connsiteX768" fmla="*/ 3607114 w 7467600"/>
              <a:gd name="connsiteY768" fmla="*/ 467441 h 6858000"/>
              <a:gd name="connsiteX769" fmla="*/ 3744487 w 7467600"/>
              <a:gd name="connsiteY769" fmla="*/ 383136 h 6858000"/>
              <a:gd name="connsiteX770" fmla="*/ 3970213 w 7467600"/>
              <a:gd name="connsiteY770" fmla="*/ 995559 h 6858000"/>
              <a:gd name="connsiteX771" fmla="*/ 3744487 w 7467600"/>
              <a:gd name="connsiteY771" fmla="*/ 383136 h 6858000"/>
              <a:gd name="connsiteX772" fmla="*/ 3624562 w 7467600"/>
              <a:gd name="connsiteY772" fmla="*/ 367041 h 6858000"/>
              <a:gd name="connsiteX773" fmla="*/ 3489712 w 7467600"/>
              <a:gd name="connsiteY773" fmla="*/ 485386 h 6858000"/>
              <a:gd name="connsiteX774" fmla="*/ 3182994 w 7467600"/>
              <a:gd name="connsiteY774" fmla="*/ 828265 h 6858000"/>
              <a:gd name="connsiteX775" fmla="*/ 2892114 w 7467600"/>
              <a:gd name="connsiteY775" fmla="*/ 1172635 h 6858000"/>
              <a:gd name="connsiteX776" fmla="*/ 3021459 w 7467600"/>
              <a:gd name="connsiteY776" fmla="*/ 1035385 h 6858000"/>
              <a:gd name="connsiteX777" fmla="*/ 3153873 w 7467600"/>
              <a:gd name="connsiteY777" fmla="*/ 898971 h 6858000"/>
              <a:gd name="connsiteX778" fmla="*/ 3276511 w 7467600"/>
              <a:gd name="connsiteY778" fmla="*/ 786423 h 6858000"/>
              <a:gd name="connsiteX779" fmla="*/ 3584154 w 7467600"/>
              <a:gd name="connsiteY779" fmla="*/ 448218 h 6858000"/>
              <a:gd name="connsiteX780" fmla="*/ 3624562 w 7467600"/>
              <a:gd name="connsiteY780" fmla="*/ 367041 h 6858000"/>
              <a:gd name="connsiteX781" fmla="*/ 3766672 w 7467600"/>
              <a:gd name="connsiteY781" fmla="*/ 359429 h 6858000"/>
              <a:gd name="connsiteX782" fmla="*/ 3996338 w 7467600"/>
              <a:gd name="connsiteY782" fmla="*/ 968237 h 6858000"/>
              <a:gd name="connsiteX783" fmla="*/ 3766672 w 7467600"/>
              <a:gd name="connsiteY783" fmla="*/ 359429 h 6858000"/>
              <a:gd name="connsiteX784" fmla="*/ 5805386 w 7467600"/>
              <a:gd name="connsiteY784" fmla="*/ 239240 h 6858000"/>
              <a:gd name="connsiteX785" fmla="*/ 5736947 w 7467600"/>
              <a:gd name="connsiteY785" fmla="*/ 261367 h 6858000"/>
              <a:gd name="connsiteX786" fmla="*/ 5427012 w 7467600"/>
              <a:gd name="connsiteY786" fmla="*/ 311272 h 6858000"/>
              <a:gd name="connsiteX787" fmla="*/ 5147818 w 7467600"/>
              <a:gd name="connsiteY787" fmla="*/ 322112 h 6858000"/>
              <a:gd name="connsiteX788" fmla="*/ 5060854 w 7467600"/>
              <a:gd name="connsiteY788" fmla="*/ 311882 h 6858000"/>
              <a:gd name="connsiteX789" fmla="*/ 4945989 w 7467600"/>
              <a:gd name="connsiteY789" fmla="*/ 300516 h 6858000"/>
              <a:gd name="connsiteX790" fmla="*/ 5410479 w 7467600"/>
              <a:gd name="connsiteY790" fmla="*/ 348434 h 6858000"/>
              <a:gd name="connsiteX791" fmla="*/ 5805386 w 7467600"/>
              <a:gd name="connsiteY791" fmla="*/ 239240 h 6858000"/>
              <a:gd name="connsiteX792" fmla="*/ 5905192 w 7467600"/>
              <a:gd name="connsiteY792" fmla="*/ 163079 h 6858000"/>
              <a:gd name="connsiteX793" fmla="*/ 5865655 w 7467600"/>
              <a:gd name="connsiteY793" fmla="*/ 171901 h 6858000"/>
              <a:gd name="connsiteX794" fmla="*/ 5259740 w 7467600"/>
              <a:gd name="connsiteY794" fmla="*/ 257013 h 6858000"/>
              <a:gd name="connsiteX795" fmla="*/ 5208466 w 7467600"/>
              <a:gd name="connsiteY795" fmla="*/ 257550 h 6858000"/>
              <a:gd name="connsiteX796" fmla="*/ 4980204 w 7467600"/>
              <a:gd name="connsiteY796" fmla="*/ 271903 h 6858000"/>
              <a:gd name="connsiteX797" fmla="*/ 5068068 w 7467600"/>
              <a:gd name="connsiteY797" fmla="*/ 282244 h 6858000"/>
              <a:gd name="connsiteX798" fmla="*/ 5153231 w 7467600"/>
              <a:gd name="connsiteY798" fmla="*/ 292240 h 6858000"/>
              <a:gd name="connsiteX799" fmla="*/ 5426491 w 7467600"/>
              <a:gd name="connsiteY799" fmla="*/ 281128 h 6858000"/>
              <a:gd name="connsiteX800" fmla="*/ 5731212 w 7467600"/>
              <a:gd name="connsiteY800" fmla="*/ 231951 h 6858000"/>
              <a:gd name="connsiteX801" fmla="*/ 5905192 w 7467600"/>
              <a:gd name="connsiteY801" fmla="*/ 163079 h 6858000"/>
              <a:gd name="connsiteX802" fmla="*/ 5944437 w 7467600"/>
              <a:gd name="connsiteY802" fmla="*/ 113829 h 6858000"/>
              <a:gd name="connsiteX803" fmla="*/ 5825032 w 7467600"/>
              <a:gd name="connsiteY803" fmla="*/ 146405 h 6858000"/>
              <a:gd name="connsiteX804" fmla="*/ 4955599 w 7467600"/>
              <a:gd name="connsiteY804" fmla="*/ 247008 h 6858000"/>
              <a:gd name="connsiteX805" fmla="*/ 5210104 w 7467600"/>
              <a:gd name="connsiteY805" fmla="*/ 228123 h 6858000"/>
              <a:gd name="connsiteX806" fmla="*/ 5261015 w 7467600"/>
              <a:gd name="connsiteY806" fmla="*/ 227087 h 6858000"/>
              <a:gd name="connsiteX807" fmla="*/ 5861181 w 7467600"/>
              <a:gd name="connsiteY807" fmla="*/ 143093 h 6858000"/>
              <a:gd name="connsiteX808" fmla="*/ 5961252 w 7467600"/>
              <a:gd name="connsiteY808" fmla="*/ 114820 h 6858000"/>
              <a:gd name="connsiteX809" fmla="*/ 5944437 w 7467600"/>
              <a:gd name="connsiteY809" fmla="*/ 113829 h 6858000"/>
              <a:gd name="connsiteX810" fmla="*/ 3882765 w 7467600"/>
              <a:gd name="connsiteY810" fmla="*/ 0 h 6858000"/>
              <a:gd name="connsiteX811" fmla="*/ 3995099 w 7467600"/>
              <a:gd name="connsiteY811" fmla="*/ 0 h 6858000"/>
              <a:gd name="connsiteX812" fmla="*/ 4163818 w 7467600"/>
              <a:gd name="connsiteY812" fmla="*/ 234104 h 6858000"/>
              <a:gd name="connsiteX813" fmla="*/ 4172099 w 7467600"/>
              <a:gd name="connsiteY813" fmla="*/ 234207 h 6858000"/>
              <a:gd name="connsiteX814" fmla="*/ 4784282 w 7467600"/>
              <a:gd name="connsiteY814" fmla="*/ 276561 h 6858000"/>
              <a:gd name="connsiteX815" fmla="*/ 4801687 w 7467600"/>
              <a:gd name="connsiteY815" fmla="*/ 267764 h 6858000"/>
              <a:gd name="connsiteX816" fmla="*/ 6082788 w 7467600"/>
              <a:gd name="connsiteY816" fmla="*/ 64119 h 6858000"/>
              <a:gd name="connsiteX817" fmla="*/ 6099442 w 7467600"/>
              <a:gd name="connsiteY817" fmla="*/ 82568 h 6858000"/>
              <a:gd name="connsiteX818" fmla="*/ 4804137 w 7467600"/>
              <a:gd name="connsiteY818" fmla="*/ 320931 h 6858000"/>
              <a:gd name="connsiteX819" fmla="*/ 4227047 w 7467600"/>
              <a:gd name="connsiteY819" fmla="*/ 313415 h 6858000"/>
              <a:gd name="connsiteX820" fmla="*/ 4346041 w 7467600"/>
              <a:gd name="connsiteY820" fmla="*/ 456086 h 6858000"/>
              <a:gd name="connsiteX821" fmla="*/ 4870967 w 7467600"/>
              <a:gd name="connsiteY821" fmla="*/ 963061 h 6858000"/>
              <a:gd name="connsiteX822" fmla="*/ 4889647 w 7467600"/>
              <a:gd name="connsiteY822" fmla="*/ 957147 h 6858000"/>
              <a:gd name="connsiteX823" fmla="*/ 5422504 w 7467600"/>
              <a:gd name="connsiteY823" fmla="*/ 805191 h 6858000"/>
              <a:gd name="connsiteX824" fmla="*/ 6087656 w 7467600"/>
              <a:gd name="connsiteY824" fmla="*/ 826703 h 6858000"/>
              <a:gd name="connsiteX825" fmla="*/ 6058717 w 7467600"/>
              <a:gd name="connsiteY825" fmla="*/ 865992 h 6858000"/>
              <a:gd name="connsiteX826" fmla="*/ 4974153 w 7467600"/>
              <a:gd name="connsiteY826" fmla="*/ 1045456 h 6858000"/>
              <a:gd name="connsiteX827" fmla="*/ 5627835 w 7467600"/>
              <a:gd name="connsiteY827" fmla="*/ 1472077 h 6858000"/>
              <a:gd name="connsiteX828" fmla="*/ 5629817 w 7467600"/>
              <a:gd name="connsiteY828" fmla="*/ 1471412 h 6858000"/>
              <a:gd name="connsiteX829" fmla="*/ 5634124 w 7467600"/>
              <a:gd name="connsiteY829" fmla="*/ 1470572 h 6858000"/>
              <a:gd name="connsiteX830" fmla="*/ 5755832 w 7467600"/>
              <a:gd name="connsiteY830" fmla="*/ 1383886 h 6858000"/>
              <a:gd name="connsiteX831" fmla="*/ 6014186 w 7467600"/>
              <a:gd name="connsiteY831" fmla="*/ 1279799 h 6858000"/>
              <a:gd name="connsiteX832" fmla="*/ 6901619 w 7467600"/>
              <a:gd name="connsiteY832" fmla="*/ 1047874 h 6858000"/>
              <a:gd name="connsiteX833" fmla="*/ 6931566 w 7467600"/>
              <a:gd name="connsiteY833" fmla="*/ 1062034 h 6858000"/>
              <a:gd name="connsiteX834" fmla="*/ 5790982 w 7467600"/>
              <a:gd name="connsiteY834" fmla="*/ 1561380 h 6858000"/>
              <a:gd name="connsiteX835" fmla="*/ 6188971 w 7467600"/>
              <a:gd name="connsiteY835" fmla="*/ 1755168 h 6858000"/>
              <a:gd name="connsiteX836" fmla="*/ 6202446 w 7467600"/>
              <a:gd name="connsiteY836" fmla="*/ 1752268 h 6858000"/>
              <a:gd name="connsiteX837" fmla="*/ 7179560 w 7467600"/>
              <a:gd name="connsiteY837" fmla="*/ 1467551 h 6858000"/>
              <a:gd name="connsiteX838" fmla="*/ 7158730 w 7467600"/>
              <a:gd name="connsiteY838" fmla="*/ 1507835 h 6858000"/>
              <a:gd name="connsiteX839" fmla="*/ 6326959 w 7467600"/>
              <a:gd name="connsiteY839" fmla="*/ 1817686 h 6858000"/>
              <a:gd name="connsiteX840" fmla="*/ 6537433 w 7467600"/>
              <a:gd name="connsiteY840" fmla="*/ 1907790 h 6858000"/>
              <a:gd name="connsiteX841" fmla="*/ 6550221 w 7467600"/>
              <a:gd name="connsiteY841" fmla="*/ 1910729 h 6858000"/>
              <a:gd name="connsiteX842" fmla="*/ 6964438 w 7467600"/>
              <a:gd name="connsiteY842" fmla="*/ 2209505 h 6858000"/>
              <a:gd name="connsiteX843" fmla="*/ 7367862 w 7467600"/>
              <a:gd name="connsiteY843" fmla="*/ 2806833 h 6858000"/>
              <a:gd name="connsiteX844" fmla="*/ 7364329 w 7467600"/>
              <a:gd name="connsiteY844" fmla="*/ 2826907 h 6858000"/>
              <a:gd name="connsiteX845" fmla="*/ 7290545 w 7467600"/>
              <a:gd name="connsiteY845" fmla="*/ 2850663 h 6858000"/>
              <a:gd name="connsiteX846" fmla="*/ 6472036 w 7467600"/>
              <a:gd name="connsiteY846" fmla="*/ 1959003 h 6858000"/>
              <a:gd name="connsiteX847" fmla="*/ 5792897 w 7467600"/>
              <a:gd name="connsiteY847" fmla="*/ 1647747 h 6858000"/>
              <a:gd name="connsiteX848" fmla="*/ 5842751 w 7467600"/>
              <a:gd name="connsiteY848" fmla="*/ 1816112 h 6858000"/>
              <a:gd name="connsiteX849" fmla="*/ 5847424 w 7467600"/>
              <a:gd name="connsiteY849" fmla="*/ 1815776 h 6858000"/>
              <a:gd name="connsiteX850" fmla="*/ 6399821 w 7467600"/>
              <a:gd name="connsiteY850" fmla="*/ 2344799 h 6858000"/>
              <a:gd name="connsiteX851" fmla="*/ 6323232 w 7467600"/>
              <a:gd name="connsiteY851" fmla="*/ 2389634 h 6858000"/>
              <a:gd name="connsiteX852" fmla="*/ 5942958 w 7467600"/>
              <a:gd name="connsiteY852" fmla="*/ 2077708 h 6858000"/>
              <a:gd name="connsiteX853" fmla="*/ 5921559 w 7467600"/>
              <a:gd name="connsiteY853" fmla="*/ 2378596 h 6858000"/>
              <a:gd name="connsiteX854" fmla="*/ 5817651 w 7467600"/>
              <a:gd name="connsiteY854" fmla="*/ 3023919 h 6858000"/>
              <a:gd name="connsiteX855" fmla="*/ 5729634 w 7467600"/>
              <a:gd name="connsiteY855" fmla="*/ 3051849 h 6858000"/>
              <a:gd name="connsiteX856" fmla="*/ 5611018 w 7467600"/>
              <a:gd name="connsiteY856" fmla="*/ 2316769 h 6858000"/>
              <a:gd name="connsiteX857" fmla="*/ 5687608 w 7467600"/>
              <a:gd name="connsiteY857" fmla="*/ 2039972 h 6858000"/>
              <a:gd name="connsiteX858" fmla="*/ 5657554 w 7467600"/>
              <a:gd name="connsiteY858" fmla="*/ 1576445 h 6858000"/>
              <a:gd name="connsiteX859" fmla="*/ 5150475 w 7467600"/>
              <a:gd name="connsiteY859" fmla="*/ 1274012 h 6858000"/>
              <a:gd name="connsiteX860" fmla="*/ 5349142 w 7467600"/>
              <a:gd name="connsiteY860" fmla="*/ 2204405 h 6858000"/>
              <a:gd name="connsiteX861" fmla="*/ 5262214 w 7467600"/>
              <a:gd name="connsiteY861" fmla="*/ 2233836 h 6858000"/>
              <a:gd name="connsiteX862" fmla="*/ 4981539 w 7467600"/>
              <a:gd name="connsiteY862" fmla="*/ 1542201 h 6858000"/>
              <a:gd name="connsiteX863" fmla="*/ 4958461 w 7467600"/>
              <a:gd name="connsiteY863" fmla="*/ 1136957 h 6858000"/>
              <a:gd name="connsiteX864" fmla="*/ 4655015 w 7467600"/>
              <a:gd name="connsiteY864" fmla="*/ 891426 h 6858000"/>
              <a:gd name="connsiteX865" fmla="*/ 4348002 w 7467600"/>
              <a:gd name="connsiteY865" fmla="*/ 2205895 h 6858000"/>
              <a:gd name="connsiteX866" fmla="*/ 4262250 w 7467600"/>
              <a:gd name="connsiteY866" fmla="*/ 2219972 h 6858000"/>
              <a:gd name="connsiteX867" fmla="*/ 4550611 w 7467600"/>
              <a:gd name="connsiteY867" fmla="*/ 817540 h 6858000"/>
              <a:gd name="connsiteX868" fmla="*/ 4564418 w 7467600"/>
              <a:gd name="connsiteY868" fmla="*/ 808293 h 6858000"/>
              <a:gd name="connsiteX869" fmla="*/ 4266388 w 7467600"/>
              <a:gd name="connsiteY869" fmla="*/ 500083 h 6858000"/>
              <a:gd name="connsiteX870" fmla="*/ 4032842 w 7467600"/>
              <a:gd name="connsiteY870" fmla="*/ 211809 h 6858000"/>
              <a:gd name="connsiteX871" fmla="*/ 3882765 w 7467600"/>
              <a:gd name="connsiteY871" fmla="*/ 0 h 6858000"/>
              <a:gd name="connsiteX872" fmla="*/ 3721337 w 7467600"/>
              <a:gd name="connsiteY872" fmla="*/ 0 h 6858000"/>
              <a:gd name="connsiteX873" fmla="*/ 3797544 w 7467600"/>
              <a:gd name="connsiteY873" fmla="*/ 0 h 6858000"/>
              <a:gd name="connsiteX874" fmla="*/ 3775734 w 7467600"/>
              <a:gd name="connsiteY874" fmla="*/ 95131 h 6858000"/>
              <a:gd name="connsiteX875" fmla="*/ 3724807 w 7467600"/>
              <a:gd name="connsiteY875" fmla="*/ 272257 h 6858000"/>
              <a:gd name="connsiteX876" fmla="*/ 3726844 w 7467600"/>
              <a:gd name="connsiteY876" fmla="*/ 282988 h 6858000"/>
              <a:gd name="connsiteX877" fmla="*/ 3742664 w 7467600"/>
              <a:gd name="connsiteY877" fmla="*/ 279918 h 6858000"/>
              <a:gd name="connsiteX878" fmla="*/ 4103910 w 7467600"/>
              <a:gd name="connsiteY878" fmla="*/ 1161917 h 6858000"/>
              <a:gd name="connsiteX879" fmla="*/ 4020269 w 7467600"/>
              <a:gd name="connsiteY879" fmla="*/ 1200406 h 6858000"/>
              <a:gd name="connsiteX880" fmla="*/ 3674882 w 7467600"/>
              <a:gd name="connsiteY880" fmla="*/ 488524 h 6858000"/>
              <a:gd name="connsiteX881" fmla="*/ 3132682 w 7467600"/>
              <a:gd name="connsiteY881" fmla="*/ 1072284 h 6858000"/>
              <a:gd name="connsiteX882" fmla="*/ 2716346 w 7467600"/>
              <a:gd name="connsiteY882" fmla="*/ 1276376 h 6858000"/>
              <a:gd name="connsiteX883" fmla="*/ 2716772 w 7467600"/>
              <a:gd name="connsiteY883" fmla="*/ 1255462 h 6858000"/>
              <a:gd name="connsiteX884" fmla="*/ 3471096 w 7467600"/>
              <a:gd name="connsiteY884" fmla="*/ 437072 h 6858000"/>
              <a:gd name="connsiteX885" fmla="*/ 3639057 w 7467600"/>
              <a:gd name="connsiteY885" fmla="*/ 286334 h 6858000"/>
              <a:gd name="connsiteX886" fmla="*/ 3640309 w 7467600"/>
              <a:gd name="connsiteY886" fmla="*/ 284664 h 6858000"/>
              <a:gd name="connsiteX887" fmla="*/ 3646022 w 7467600"/>
              <a:gd name="connsiteY887" fmla="*/ 276711 h 6858000"/>
              <a:gd name="connsiteX888" fmla="*/ 3707943 w 7467600"/>
              <a:gd name="connsiteY888" fmla="*/ 65958 h 6858000"/>
              <a:gd name="connsiteX889" fmla="*/ 3721337 w 7467600"/>
              <a:gd name="connsiteY889" fmla="*/ 0 h 6858000"/>
              <a:gd name="connsiteX890" fmla="*/ 2867960 w 7467600"/>
              <a:gd name="connsiteY890" fmla="*/ 0 h 6858000"/>
              <a:gd name="connsiteX891" fmla="*/ 2926351 w 7467600"/>
              <a:gd name="connsiteY891" fmla="*/ 0 h 6858000"/>
              <a:gd name="connsiteX892" fmla="*/ 2902823 w 7467600"/>
              <a:gd name="connsiteY892" fmla="*/ 262929 h 6858000"/>
              <a:gd name="connsiteX893" fmla="*/ 2940663 w 7467600"/>
              <a:gd name="connsiteY893" fmla="*/ 140884 h 6858000"/>
              <a:gd name="connsiteX894" fmla="*/ 2947039 w 7467600"/>
              <a:gd name="connsiteY894" fmla="*/ 122524 h 6858000"/>
              <a:gd name="connsiteX895" fmla="*/ 2984316 w 7467600"/>
              <a:gd name="connsiteY895" fmla="*/ 0 h 6858000"/>
              <a:gd name="connsiteX896" fmla="*/ 3016114 w 7467600"/>
              <a:gd name="connsiteY896" fmla="*/ 0 h 6858000"/>
              <a:gd name="connsiteX897" fmla="*/ 2979949 w 7467600"/>
              <a:gd name="connsiteY897" fmla="*/ 119274 h 6858000"/>
              <a:gd name="connsiteX898" fmla="*/ 3023879 w 7467600"/>
              <a:gd name="connsiteY898" fmla="*/ 0 h 6858000"/>
              <a:gd name="connsiteX899" fmla="*/ 3105400 w 7467600"/>
              <a:gd name="connsiteY899" fmla="*/ 0 h 6858000"/>
              <a:gd name="connsiteX900" fmla="*/ 3094669 w 7467600"/>
              <a:gd name="connsiteY900" fmla="*/ 30308 h 6858000"/>
              <a:gd name="connsiteX901" fmla="*/ 2901945 w 7467600"/>
              <a:gd name="connsiteY901" fmla="*/ 466538 h 6858000"/>
              <a:gd name="connsiteX902" fmla="*/ 2815209 w 7467600"/>
              <a:gd name="connsiteY902" fmla="*/ 497361 h 6858000"/>
              <a:gd name="connsiteX903" fmla="*/ 2844845 w 7467600"/>
              <a:gd name="connsiteY903" fmla="*/ 127638 h 6858000"/>
              <a:gd name="connsiteX904" fmla="*/ 2867960 w 7467600"/>
              <a:gd name="connsiteY904" fmla="*/ 0 h 6858000"/>
              <a:gd name="connsiteX905" fmla="*/ 1057230 w 7467600"/>
              <a:gd name="connsiteY905" fmla="*/ 0 h 6858000"/>
              <a:gd name="connsiteX906" fmla="*/ 1111003 w 7467600"/>
              <a:gd name="connsiteY906" fmla="*/ 0 h 6858000"/>
              <a:gd name="connsiteX907" fmla="*/ 1125553 w 7467600"/>
              <a:gd name="connsiteY907" fmla="*/ 52588 h 6858000"/>
              <a:gd name="connsiteX908" fmla="*/ 1304276 w 7467600"/>
              <a:gd name="connsiteY908" fmla="*/ 476275 h 6858000"/>
              <a:gd name="connsiteX909" fmla="*/ 1492066 w 7467600"/>
              <a:gd name="connsiteY909" fmla="*/ 886333 h 6858000"/>
              <a:gd name="connsiteX910" fmla="*/ 1423698 w 7467600"/>
              <a:gd name="connsiteY910" fmla="*/ 710817 h 6858000"/>
              <a:gd name="connsiteX911" fmla="*/ 1357609 w 7467600"/>
              <a:gd name="connsiteY911" fmla="*/ 532892 h 6858000"/>
              <a:gd name="connsiteX912" fmla="*/ 1309550 w 7467600"/>
              <a:gd name="connsiteY912" fmla="*/ 374031 h 6858000"/>
              <a:gd name="connsiteX913" fmla="*/ 1193673 w 7467600"/>
              <a:gd name="connsiteY913" fmla="*/ 49533 h 6858000"/>
              <a:gd name="connsiteX914" fmla="*/ 1164391 w 7467600"/>
              <a:gd name="connsiteY914" fmla="*/ 0 h 6858000"/>
              <a:gd name="connsiteX915" fmla="*/ 1200666 w 7467600"/>
              <a:gd name="connsiteY915" fmla="*/ 0 h 6858000"/>
              <a:gd name="connsiteX916" fmla="*/ 1223408 w 7467600"/>
              <a:gd name="connsiteY916" fmla="*/ 38996 h 6858000"/>
              <a:gd name="connsiteX917" fmla="*/ 1339635 w 7467600"/>
              <a:gd name="connsiteY917" fmla="*/ 365517 h 6858000"/>
              <a:gd name="connsiteX918" fmla="*/ 1387469 w 7467600"/>
              <a:gd name="connsiteY918" fmla="*/ 523079 h 6858000"/>
              <a:gd name="connsiteX919" fmla="*/ 1452685 w 7467600"/>
              <a:gd name="connsiteY919" fmla="*/ 699806 h 6858000"/>
              <a:gd name="connsiteX920" fmla="*/ 1492092 w 7467600"/>
              <a:gd name="connsiteY920" fmla="*/ 800424 h 6858000"/>
              <a:gd name="connsiteX921" fmla="*/ 1455302 w 7467600"/>
              <a:gd name="connsiteY921" fmla="*/ 632913 h 6858000"/>
              <a:gd name="connsiteX922" fmla="*/ 1222336 w 7467600"/>
              <a:gd name="connsiteY922" fmla="*/ 9480 h 6858000"/>
              <a:gd name="connsiteX923" fmla="*/ 1214634 w 7467600"/>
              <a:gd name="connsiteY923" fmla="*/ 0 h 6858000"/>
              <a:gd name="connsiteX924" fmla="*/ 1289827 w 7467600"/>
              <a:gd name="connsiteY924" fmla="*/ 0 h 6858000"/>
              <a:gd name="connsiteX925" fmla="*/ 1321076 w 7467600"/>
              <a:gd name="connsiteY925" fmla="*/ 59722 h 6858000"/>
              <a:gd name="connsiteX926" fmla="*/ 1512579 w 7467600"/>
              <a:gd name="connsiteY926" fmla="*/ 626441 h 6858000"/>
              <a:gd name="connsiteX927" fmla="*/ 1506076 w 7467600"/>
              <a:gd name="connsiteY927" fmla="*/ 1089289 h 6858000"/>
              <a:gd name="connsiteX928" fmla="*/ 1486346 w 7467600"/>
              <a:gd name="connsiteY928" fmla="*/ 1079919 h 6858000"/>
              <a:gd name="connsiteX929" fmla="*/ 1070511 w 7467600"/>
              <a:gd name="connsiteY929" fmla="*/ 48609 h 6858000"/>
              <a:gd name="connsiteX930" fmla="*/ 1057230 w 7467600"/>
              <a:gd name="connsiteY930" fmla="*/ 0 h 6858000"/>
              <a:gd name="connsiteX931" fmla="*/ 43151 w 7467600"/>
              <a:gd name="connsiteY931" fmla="*/ 0 h 6858000"/>
              <a:gd name="connsiteX932" fmla="*/ 95283 w 7467600"/>
              <a:gd name="connsiteY932" fmla="*/ 0 h 6858000"/>
              <a:gd name="connsiteX933" fmla="*/ 300708 w 7467600"/>
              <a:gd name="connsiteY933" fmla="*/ 154571 h 6858000"/>
              <a:gd name="connsiteX934" fmla="*/ 530414 w 7467600"/>
              <a:gd name="connsiteY934" fmla="*/ 354673 h 6858000"/>
              <a:gd name="connsiteX935" fmla="*/ 333785 w 7467600"/>
              <a:gd name="connsiteY935" fmla="*/ 161564 h 6858000"/>
              <a:gd name="connsiteX936" fmla="*/ 147005 w 7467600"/>
              <a:gd name="connsiteY936" fmla="*/ 0 h 6858000"/>
              <a:gd name="connsiteX937" fmla="*/ 272509 w 7467600"/>
              <a:gd name="connsiteY937" fmla="*/ 0 h 6858000"/>
              <a:gd name="connsiteX938" fmla="*/ 326276 w 7467600"/>
              <a:gd name="connsiteY938" fmla="*/ 45847 h 6858000"/>
              <a:gd name="connsiteX939" fmla="*/ 823759 w 7467600"/>
              <a:gd name="connsiteY939" fmla="*/ 574145 h 6858000"/>
              <a:gd name="connsiteX940" fmla="*/ 811254 w 7467600"/>
              <a:gd name="connsiteY940" fmla="*/ 665546 h 6858000"/>
              <a:gd name="connsiteX941" fmla="*/ 154042 w 7467600"/>
              <a:gd name="connsiteY941" fmla="*/ 261522 h 6858000"/>
              <a:gd name="connsiteX942" fmla="*/ 13550 w 7467600"/>
              <a:gd name="connsiteY942" fmla="*/ 158423 h 6858000"/>
              <a:gd name="connsiteX943" fmla="*/ 0 w 7467600"/>
              <a:gd name="connsiteY943" fmla="*/ 146618 h 6858000"/>
              <a:gd name="connsiteX944" fmla="*/ 0 w 7467600"/>
              <a:gd name="connsiteY944" fmla="*/ 59161 h 6858000"/>
              <a:gd name="connsiteX945" fmla="*/ 45427 w 7467600"/>
              <a:gd name="connsiteY945" fmla="*/ 101078 h 6858000"/>
              <a:gd name="connsiteX946" fmla="*/ 630103 w 7467600"/>
              <a:gd name="connsiteY946" fmla="*/ 485885 h 6858000"/>
              <a:gd name="connsiteX947" fmla="*/ 532040 w 7467600"/>
              <a:gd name="connsiteY947" fmla="*/ 399359 h 6858000"/>
              <a:gd name="connsiteX948" fmla="*/ 517618 w 7467600"/>
              <a:gd name="connsiteY948" fmla="*/ 385726 h 6858000"/>
              <a:gd name="connsiteX949" fmla="*/ 285074 w 7467600"/>
              <a:gd name="connsiteY949" fmla="*/ 182755 h 6858000"/>
              <a:gd name="connsiteX950" fmla="*/ 43151 w 7467600"/>
              <a:gd name="connsiteY950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467600 w 7467600"/>
              <a:gd name="connsiteY4" fmla="*/ 6831490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467600 w 7467600"/>
              <a:gd name="connsiteY16" fmla="*/ 6805948 h 6858000"/>
              <a:gd name="connsiteX17" fmla="*/ 7467600 w 7467600"/>
              <a:gd name="connsiteY17" fmla="*/ 6831490 h 6858000"/>
              <a:gd name="connsiteX18" fmla="*/ 1019354 w 7467600"/>
              <a:gd name="connsiteY18" fmla="*/ 6315006 h 6858000"/>
              <a:gd name="connsiteX19" fmla="*/ 441046 w 7467600"/>
              <a:gd name="connsiteY19" fmla="*/ 6691153 h 6858000"/>
              <a:gd name="connsiteX20" fmla="*/ 1019354 w 7467600"/>
              <a:gd name="connsiteY20" fmla="*/ 6315006 h 6858000"/>
              <a:gd name="connsiteX21" fmla="*/ 991680 w 7467600"/>
              <a:gd name="connsiteY21" fmla="*/ 6298413 h 6858000"/>
              <a:gd name="connsiteX22" fmla="*/ 409060 w 7467600"/>
              <a:gd name="connsiteY22" fmla="*/ 6671470 h 6858000"/>
              <a:gd name="connsiteX23" fmla="*/ 991680 w 7467600"/>
              <a:gd name="connsiteY23" fmla="*/ 6298413 h 6858000"/>
              <a:gd name="connsiteX24" fmla="*/ 103333 w 7467600"/>
              <a:gd name="connsiteY24" fmla="*/ 5699602 h 6858000"/>
              <a:gd name="connsiteX25" fmla="*/ 233938 w 7467600"/>
              <a:gd name="connsiteY25" fmla="*/ 5809416 h 6858000"/>
              <a:gd name="connsiteX26" fmla="*/ 883580 w 7467600"/>
              <a:gd name="connsiteY26" fmla="*/ 6180710 h 6858000"/>
              <a:gd name="connsiteX27" fmla="*/ 487337 w 7467600"/>
              <a:gd name="connsiteY27" fmla="*/ 5950182 h 6858000"/>
              <a:gd name="connsiteX28" fmla="*/ 354051 w 7467600"/>
              <a:gd name="connsiteY28" fmla="*/ 5854912 h 6858000"/>
              <a:gd name="connsiteX29" fmla="*/ 195436 w 7467600"/>
              <a:gd name="connsiteY29" fmla="*/ 5755068 h 6858000"/>
              <a:gd name="connsiteX30" fmla="*/ 103333 w 7467600"/>
              <a:gd name="connsiteY30" fmla="*/ 5699602 h 6858000"/>
              <a:gd name="connsiteX31" fmla="*/ 5539432 w 7467600"/>
              <a:gd name="connsiteY31" fmla="*/ 5642928 h 6858000"/>
              <a:gd name="connsiteX32" fmla="*/ 5555462 w 7467600"/>
              <a:gd name="connsiteY32" fmla="*/ 5694454 h 6858000"/>
              <a:gd name="connsiteX33" fmla="*/ 5828270 w 7467600"/>
              <a:gd name="connsiteY33" fmla="*/ 6320663 h 6858000"/>
              <a:gd name="connsiteX34" fmla="*/ 5947416 w 7467600"/>
              <a:gd name="connsiteY34" fmla="*/ 6574846 h 6858000"/>
              <a:gd name="connsiteX35" fmla="*/ 5539432 w 7467600"/>
              <a:gd name="connsiteY35" fmla="*/ 5642928 h 6858000"/>
              <a:gd name="connsiteX36" fmla="*/ 51253 w 7467600"/>
              <a:gd name="connsiteY36" fmla="*/ 5631825 h 6858000"/>
              <a:gd name="connsiteX37" fmla="*/ 211622 w 7467600"/>
              <a:gd name="connsiteY37" fmla="*/ 5728803 h 6858000"/>
              <a:gd name="connsiteX38" fmla="*/ 371652 w 7467600"/>
              <a:gd name="connsiteY38" fmla="*/ 5829062 h 6858000"/>
              <a:gd name="connsiteX39" fmla="*/ 505903 w 7467600"/>
              <a:gd name="connsiteY39" fmla="*/ 5925221 h 6858000"/>
              <a:gd name="connsiteX40" fmla="*/ 899240 w 7467600"/>
              <a:gd name="connsiteY40" fmla="*/ 6153068 h 6858000"/>
              <a:gd name="connsiteX41" fmla="*/ 988114 w 7467600"/>
              <a:gd name="connsiteY41" fmla="*/ 6174204 h 6858000"/>
              <a:gd name="connsiteX42" fmla="*/ 845971 w 7467600"/>
              <a:gd name="connsiteY42" fmla="*/ 6067177 h 6858000"/>
              <a:gd name="connsiteX43" fmla="*/ 448057 w 7467600"/>
              <a:gd name="connsiteY43" fmla="*/ 5841376 h 6858000"/>
              <a:gd name="connsiteX44" fmla="*/ 51253 w 7467600"/>
              <a:gd name="connsiteY44" fmla="*/ 5631825 h 6858000"/>
              <a:gd name="connsiteX45" fmla="*/ 2606687 w 7467600"/>
              <a:gd name="connsiteY45" fmla="*/ 5630718 h 6858000"/>
              <a:gd name="connsiteX46" fmla="*/ 2645658 w 7467600"/>
              <a:gd name="connsiteY46" fmla="*/ 6640259 h 6858000"/>
              <a:gd name="connsiteX47" fmla="*/ 2606687 w 7467600"/>
              <a:gd name="connsiteY47" fmla="*/ 5630718 h 6858000"/>
              <a:gd name="connsiteX48" fmla="*/ 3642057 w 7467600"/>
              <a:gd name="connsiteY48" fmla="*/ 5573487 h 6858000"/>
              <a:gd name="connsiteX49" fmla="*/ 3632981 w 7467600"/>
              <a:gd name="connsiteY49" fmla="*/ 5579437 h 6858000"/>
              <a:gd name="connsiteX50" fmla="*/ 3382436 w 7467600"/>
              <a:gd name="connsiteY50" fmla="*/ 5952726 h 6858000"/>
              <a:gd name="connsiteX51" fmla="*/ 3191929 w 7467600"/>
              <a:gd name="connsiteY51" fmla="*/ 6662669 h 6858000"/>
              <a:gd name="connsiteX52" fmla="*/ 3369898 w 7467600"/>
              <a:gd name="connsiteY52" fmla="*/ 6081771 h 6858000"/>
              <a:gd name="connsiteX53" fmla="*/ 3642057 w 7467600"/>
              <a:gd name="connsiteY53" fmla="*/ 5573487 h 6858000"/>
              <a:gd name="connsiteX54" fmla="*/ 2650666 w 7467600"/>
              <a:gd name="connsiteY54" fmla="*/ 5530686 h 6858000"/>
              <a:gd name="connsiteX55" fmla="*/ 2650249 w 7467600"/>
              <a:gd name="connsiteY55" fmla="*/ 5532101 h 6858000"/>
              <a:gd name="connsiteX56" fmla="*/ 2663808 w 7467600"/>
              <a:gd name="connsiteY56" fmla="*/ 6535215 h 6858000"/>
              <a:gd name="connsiteX57" fmla="*/ 2665418 w 7467600"/>
              <a:gd name="connsiteY57" fmla="*/ 6132756 h 6858000"/>
              <a:gd name="connsiteX58" fmla="*/ 2650666 w 7467600"/>
              <a:gd name="connsiteY58" fmla="*/ 5530686 h 6858000"/>
              <a:gd name="connsiteX59" fmla="*/ 2680277 w 7467600"/>
              <a:gd name="connsiteY59" fmla="*/ 5479204 h 6858000"/>
              <a:gd name="connsiteX60" fmla="*/ 2678972 w 7467600"/>
              <a:gd name="connsiteY60" fmla="*/ 5481582 h 6858000"/>
              <a:gd name="connsiteX61" fmla="*/ 2696666 w 7467600"/>
              <a:gd name="connsiteY61" fmla="*/ 6133836 h 6858000"/>
              <a:gd name="connsiteX62" fmla="*/ 2695769 w 7467600"/>
              <a:gd name="connsiteY62" fmla="*/ 6390955 h 6858000"/>
              <a:gd name="connsiteX63" fmla="*/ 2739893 w 7467600"/>
              <a:gd name="connsiteY63" fmla="*/ 6108357 h 6858000"/>
              <a:gd name="connsiteX64" fmla="*/ 2680277 w 7467600"/>
              <a:gd name="connsiteY64" fmla="*/ 5479204 h 6858000"/>
              <a:gd name="connsiteX65" fmla="*/ 1132195 w 7467600"/>
              <a:gd name="connsiteY65" fmla="*/ 5467980 h 6858000"/>
              <a:gd name="connsiteX66" fmla="*/ 1679056 w 7467600"/>
              <a:gd name="connsiteY66" fmla="*/ 5516907 h 6858000"/>
              <a:gd name="connsiteX67" fmla="*/ 2128648 w 7467600"/>
              <a:gd name="connsiteY67" fmla="*/ 5474249 h 6858000"/>
              <a:gd name="connsiteX68" fmla="*/ 1825619 w 7467600"/>
              <a:gd name="connsiteY68" fmla="*/ 5478447 h 6858000"/>
              <a:gd name="connsiteX69" fmla="*/ 1737798 w 7467600"/>
              <a:gd name="connsiteY69" fmla="*/ 5483353 h 6858000"/>
              <a:gd name="connsiteX70" fmla="*/ 1132195 w 7467600"/>
              <a:gd name="connsiteY70" fmla="*/ 5467980 h 6858000"/>
              <a:gd name="connsiteX71" fmla="*/ 1456157 w 7467600"/>
              <a:gd name="connsiteY71" fmla="*/ 5371404 h 6858000"/>
              <a:gd name="connsiteX72" fmla="*/ 1244432 w 7467600"/>
              <a:gd name="connsiteY72" fmla="*/ 5385601 h 6858000"/>
              <a:gd name="connsiteX73" fmla="*/ 973990 w 7467600"/>
              <a:gd name="connsiteY73" fmla="*/ 5424940 h 6858000"/>
              <a:gd name="connsiteX74" fmla="*/ 1103809 w 7467600"/>
              <a:gd name="connsiteY74" fmla="*/ 5433720 h 6858000"/>
              <a:gd name="connsiteX75" fmla="*/ 1123454 w 7467600"/>
              <a:gd name="connsiteY75" fmla="*/ 5435727 h 6858000"/>
              <a:gd name="connsiteX76" fmla="*/ 1737017 w 7467600"/>
              <a:gd name="connsiteY76" fmla="*/ 5452183 h 6858000"/>
              <a:gd name="connsiteX77" fmla="*/ 1824397 w 7467600"/>
              <a:gd name="connsiteY77" fmla="*/ 5447757 h 6858000"/>
              <a:gd name="connsiteX78" fmla="*/ 2070059 w 7467600"/>
              <a:gd name="connsiteY78" fmla="*/ 5441660 h 6858000"/>
              <a:gd name="connsiteX79" fmla="*/ 1456157 w 7467600"/>
              <a:gd name="connsiteY79" fmla="*/ 5371404 h 6858000"/>
              <a:gd name="connsiteX80" fmla="*/ 4988186 w 7467600"/>
              <a:gd name="connsiteY80" fmla="*/ 5216467 h 6858000"/>
              <a:gd name="connsiteX81" fmla="*/ 4777334 w 7467600"/>
              <a:gd name="connsiteY81" fmla="*/ 5406072 h 6858000"/>
              <a:gd name="connsiteX82" fmla="*/ 4718341 w 7467600"/>
              <a:gd name="connsiteY82" fmla="*/ 5468043 h 6858000"/>
              <a:gd name="connsiteX83" fmla="*/ 4604655 w 7467600"/>
              <a:gd name="connsiteY83" fmla="*/ 5583434 h 6858000"/>
              <a:gd name="connsiteX84" fmla="*/ 4565074 w 7467600"/>
              <a:gd name="connsiteY84" fmla="*/ 5618550 h 6858000"/>
              <a:gd name="connsiteX85" fmla="*/ 4988186 w 7467600"/>
              <a:gd name="connsiteY85" fmla="*/ 5216467 h 6858000"/>
              <a:gd name="connsiteX86" fmla="*/ 4978032 w 7467600"/>
              <a:gd name="connsiteY86" fmla="*/ 5183809 h 6858000"/>
              <a:gd name="connsiteX87" fmla="*/ 4463413 w 7467600"/>
              <a:gd name="connsiteY87" fmla="*/ 5615162 h 6858000"/>
              <a:gd name="connsiteX88" fmla="*/ 4358134 w 7467600"/>
              <a:gd name="connsiteY88" fmla="*/ 5742791 h 6858000"/>
              <a:gd name="connsiteX89" fmla="*/ 4376219 w 7467600"/>
              <a:gd name="connsiteY89" fmla="*/ 5729027 h 6858000"/>
              <a:gd name="connsiteX90" fmla="*/ 4582340 w 7467600"/>
              <a:gd name="connsiteY90" fmla="*/ 5561037 h 6858000"/>
              <a:gd name="connsiteX91" fmla="*/ 4694684 w 7467600"/>
              <a:gd name="connsiteY91" fmla="*/ 5447098 h 6858000"/>
              <a:gd name="connsiteX92" fmla="*/ 4754123 w 7467600"/>
              <a:gd name="connsiteY92" fmla="*/ 5384643 h 6858000"/>
              <a:gd name="connsiteX93" fmla="*/ 4978032 w 7467600"/>
              <a:gd name="connsiteY93" fmla="*/ 5183809 h 6858000"/>
              <a:gd name="connsiteX94" fmla="*/ 1903353 w 7467600"/>
              <a:gd name="connsiteY94" fmla="*/ 5044827 h 6858000"/>
              <a:gd name="connsiteX95" fmla="*/ 1936931 w 7467600"/>
              <a:gd name="connsiteY95" fmla="*/ 5093954 h 6858000"/>
              <a:gd name="connsiteX96" fmla="*/ 2195868 w 7467600"/>
              <a:gd name="connsiteY96" fmla="*/ 5396574 h 6858000"/>
              <a:gd name="connsiteX97" fmla="*/ 2088852 w 7467600"/>
              <a:gd name="connsiteY97" fmla="*/ 5166123 h 6858000"/>
              <a:gd name="connsiteX98" fmla="*/ 1958241 w 7467600"/>
              <a:gd name="connsiteY98" fmla="*/ 5067955 h 6858000"/>
              <a:gd name="connsiteX99" fmla="*/ 1903353 w 7467600"/>
              <a:gd name="connsiteY99" fmla="*/ 5044827 h 6858000"/>
              <a:gd name="connsiteX100" fmla="*/ 1979378 w 7467600"/>
              <a:gd name="connsiteY100" fmla="*/ 4769504 h 6858000"/>
              <a:gd name="connsiteX101" fmla="*/ 2882120 w 7467600"/>
              <a:gd name="connsiteY101" fmla="*/ 5064547 h 6858000"/>
              <a:gd name="connsiteX102" fmla="*/ 2793103 w 7467600"/>
              <a:gd name="connsiteY102" fmla="*/ 5039699 h 6858000"/>
              <a:gd name="connsiteX103" fmla="*/ 2770041 w 7467600"/>
              <a:gd name="connsiteY103" fmla="*/ 5033634 h 6858000"/>
              <a:gd name="connsiteX104" fmla="*/ 1979378 w 7467600"/>
              <a:gd name="connsiteY104" fmla="*/ 4769504 h 6858000"/>
              <a:gd name="connsiteX105" fmla="*/ 1927410 w 7467600"/>
              <a:gd name="connsiteY105" fmla="*/ 4716164 h 6858000"/>
              <a:gd name="connsiteX106" fmla="*/ 1959587 w 7467600"/>
              <a:gd name="connsiteY106" fmla="*/ 4728849 h 6858000"/>
              <a:gd name="connsiteX107" fmla="*/ 2777707 w 7467600"/>
              <a:gd name="connsiteY107" fmla="*/ 5003991 h 6858000"/>
              <a:gd name="connsiteX108" fmla="*/ 2800768 w 7467600"/>
              <a:gd name="connsiteY108" fmla="*/ 5010056 h 6858000"/>
              <a:gd name="connsiteX109" fmla="*/ 2879408 w 7467600"/>
              <a:gd name="connsiteY109" fmla="*/ 5031590 h 6858000"/>
              <a:gd name="connsiteX110" fmla="*/ 2862295 w 7467600"/>
              <a:gd name="connsiteY110" fmla="*/ 5022958 h 6858000"/>
              <a:gd name="connsiteX111" fmla="*/ 2813343 w 7467600"/>
              <a:gd name="connsiteY111" fmla="*/ 4998369 h 6858000"/>
              <a:gd name="connsiteX112" fmla="*/ 2646245 w 7467600"/>
              <a:gd name="connsiteY112" fmla="*/ 4930999 h 6858000"/>
              <a:gd name="connsiteX113" fmla="*/ 1999243 w 7467600"/>
              <a:gd name="connsiteY113" fmla="*/ 4730524 h 6858000"/>
              <a:gd name="connsiteX114" fmla="*/ 1979527 w 7467600"/>
              <a:gd name="connsiteY114" fmla="*/ 4726651 h 6858000"/>
              <a:gd name="connsiteX115" fmla="*/ 1927410 w 7467600"/>
              <a:gd name="connsiteY115" fmla="*/ 4716164 h 6858000"/>
              <a:gd name="connsiteX116" fmla="*/ 1997014 w 7467600"/>
              <a:gd name="connsiteY116" fmla="*/ 4698007 h 6858000"/>
              <a:gd name="connsiteX117" fmla="*/ 2005458 w 7467600"/>
              <a:gd name="connsiteY117" fmla="*/ 4699540 h 6858000"/>
              <a:gd name="connsiteX118" fmla="*/ 2657186 w 7467600"/>
              <a:gd name="connsiteY118" fmla="*/ 4901687 h 6858000"/>
              <a:gd name="connsiteX119" fmla="*/ 2826662 w 7467600"/>
              <a:gd name="connsiteY119" fmla="*/ 4970362 h 6858000"/>
              <a:gd name="connsiteX120" fmla="*/ 2876100 w 7467600"/>
              <a:gd name="connsiteY120" fmla="*/ 4995397 h 6858000"/>
              <a:gd name="connsiteX121" fmla="*/ 3042600 w 7467600"/>
              <a:gd name="connsiteY121" fmla="*/ 5059532 h 6858000"/>
              <a:gd name="connsiteX122" fmla="*/ 1997014 w 7467600"/>
              <a:gd name="connsiteY122" fmla="*/ 4698007 h 6858000"/>
              <a:gd name="connsiteX123" fmla="*/ 2305292 w 7467600"/>
              <a:gd name="connsiteY123" fmla="*/ 4219492 h 6858000"/>
              <a:gd name="connsiteX124" fmla="*/ 3360922 w 7467600"/>
              <a:gd name="connsiteY124" fmla="*/ 4529373 h 6858000"/>
              <a:gd name="connsiteX125" fmla="*/ 3492420 w 7467600"/>
              <a:gd name="connsiteY125" fmla="*/ 4510145 h 6858000"/>
              <a:gd name="connsiteX126" fmla="*/ 3364086 w 7467600"/>
              <a:gd name="connsiteY126" fmla="*/ 4480340 h 6858000"/>
              <a:gd name="connsiteX127" fmla="*/ 3225818 w 7467600"/>
              <a:gd name="connsiteY127" fmla="*/ 4411822 h 6858000"/>
              <a:gd name="connsiteX128" fmla="*/ 3129696 w 7467600"/>
              <a:gd name="connsiteY128" fmla="*/ 4360704 h 6858000"/>
              <a:gd name="connsiteX129" fmla="*/ 2814545 w 7467600"/>
              <a:gd name="connsiteY129" fmla="*/ 4282955 h 6858000"/>
              <a:gd name="connsiteX130" fmla="*/ 2305292 w 7467600"/>
              <a:gd name="connsiteY130" fmla="*/ 4219492 h 6858000"/>
              <a:gd name="connsiteX131" fmla="*/ 2626982 w 7467600"/>
              <a:gd name="connsiteY131" fmla="*/ 4206450 h 6858000"/>
              <a:gd name="connsiteX132" fmla="*/ 2490617 w 7467600"/>
              <a:gd name="connsiteY132" fmla="*/ 4206951 h 6858000"/>
              <a:gd name="connsiteX133" fmla="*/ 2819869 w 7467600"/>
              <a:gd name="connsiteY133" fmla="*/ 4252936 h 6858000"/>
              <a:gd name="connsiteX134" fmla="*/ 3143018 w 7467600"/>
              <a:gd name="connsiteY134" fmla="*/ 4332698 h 6858000"/>
              <a:gd name="connsiteX135" fmla="*/ 3241520 w 7467600"/>
              <a:gd name="connsiteY135" fmla="*/ 4385112 h 6858000"/>
              <a:gd name="connsiteX136" fmla="*/ 3374575 w 7467600"/>
              <a:gd name="connsiteY136" fmla="*/ 4451517 h 6858000"/>
              <a:gd name="connsiteX137" fmla="*/ 3505221 w 7467600"/>
              <a:gd name="connsiteY137" fmla="*/ 4480757 h 6858000"/>
              <a:gd name="connsiteX138" fmla="*/ 2626982 w 7467600"/>
              <a:gd name="connsiteY138" fmla="*/ 4206450 h 6858000"/>
              <a:gd name="connsiteX139" fmla="*/ 1310106 w 7467600"/>
              <a:gd name="connsiteY139" fmla="*/ 3943217 h 6858000"/>
              <a:gd name="connsiteX140" fmla="*/ 854994 w 7467600"/>
              <a:gd name="connsiteY140" fmla="*/ 4399136 h 6858000"/>
              <a:gd name="connsiteX141" fmla="*/ 742462 w 7467600"/>
              <a:gd name="connsiteY141" fmla="*/ 4594648 h 6858000"/>
              <a:gd name="connsiteX142" fmla="*/ 820602 w 7467600"/>
              <a:gd name="connsiteY142" fmla="*/ 4485915 h 6858000"/>
              <a:gd name="connsiteX143" fmla="*/ 878295 w 7467600"/>
              <a:gd name="connsiteY143" fmla="*/ 4403594 h 6858000"/>
              <a:gd name="connsiteX144" fmla="*/ 1240607 w 7467600"/>
              <a:gd name="connsiteY144" fmla="*/ 4010401 h 6858000"/>
              <a:gd name="connsiteX145" fmla="*/ 1310106 w 7467600"/>
              <a:gd name="connsiteY145" fmla="*/ 3943217 h 6858000"/>
              <a:gd name="connsiteX146" fmla="*/ 1423113 w 7467600"/>
              <a:gd name="connsiteY146" fmla="*/ 3874565 h 6858000"/>
              <a:gd name="connsiteX147" fmla="*/ 1260565 w 7467600"/>
              <a:gd name="connsiteY147" fmla="*/ 4031982 h 6858000"/>
              <a:gd name="connsiteX148" fmla="*/ 901900 w 7467600"/>
              <a:gd name="connsiteY148" fmla="*/ 4421236 h 6858000"/>
              <a:gd name="connsiteX149" fmla="*/ 845044 w 7467600"/>
              <a:gd name="connsiteY149" fmla="*/ 4502436 h 6858000"/>
              <a:gd name="connsiteX150" fmla="*/ 685926 w 7467600"/>
              <a:gd name="connsiteY150" fmla="*/ 4703069 h 6858000"/>
              <a:gd name="connsiteX151" fmla="*/ 684248 w 7467600"/>
              <a:gd name="connsiteY151" fmla="*/ 4706721 h 6858000"/>
              <a:gd name="connsiteX152" fmla="*/ 1423113 w 7467600"/>
              <a:gd name="connsiteY152" fmla="*/ 3874565 h 6858000"/>
              <a:gd name="connsiteX153" fmla="*/ 3316479 w 7467600"/>
              <a:gd name="connsiteY153" fmla="*/ 3872136 h 6858000"/>
              <a:gd name="connsiteX154" fmla="*/ 3546806 w 7467600"/>
              <a:gd name="connsiteY154" fmla="*/ 4356139 h 6858000"/>
              <a:gd name="connsiteX155" fmla="*/ 3364433 w 7467600"/>
              <a:gd name="connsiteY155" fmla="*/ 3953121 h 6858000"/>
              <a:gd name="connsiteX156" fmla="*/ 3316479 w 7467600"/>
              <a:gd name="connsiteY156" fmla="*/ 3872136 h 6858000"/>
              <a:gd name="connsiteX157" fmla="*/ 3291335 w 7467600"/>
              <a:gd name="connsiteY157" fmla="*/ 3767420 h 6858000"/>
              <a:gd name="connsiteX158" fmla="*/ 3390805 w 7467600"/>
              <a:gd name="connsiteY158" fmla="*/ 3937163 h 6858000"/>
              <a:gd name="connsiteX159" fmla="*/ 3579062 w 7467600"/>
              <a:gd name="connsiteY159" fmla="*/ 4359040 h 6858000"/>
              <a:gd name="connsiteX160" fmla="*/ 3467355 w 7467600"/>
              <a:gd name="connsiteY160" fmla="*/ 3988130 h 6858000"/>
              <a:gd name="connsiteX161" fmla="*/ 3310753 w 7467600"/>
              <a:gd name="connsiteY161" fmla="*/ 3787140 h 6858000"/>
              <a:gd name="connsiteX162" fmla="*/ 3291335 w 7467600"/>
              <a:gd name="connsiteY162" fmla="*/ 3767420 h 6858000"/>
              <a:gd name="connsiteX163" fmla="*/ 1635889 w 7467600"/>
              <a:gd name="connsiteY163" fmla="*/ 3709494 h 6858000"/>
              <a:gd name="connsiteX164" fmla="*/ 1634800 w 7467600"/>
              <a:gd name="connsiteY164" fmla="*/ 3731111 h 6858000"/>
              <a:gd name="connsiteX165" fmla="*/ 1635889 w 7467600"/>
              <a:gd name="connsiteY165" fmla="*/ 3709494 h 6858000"/>
              <a:gd name="connsiteX166" fmla="*/ 1510397 w 7467600"/>
              <a:gd name="connsiteY166" fmla="*/ 3684705 h 6858000"/>
              <a:gd name="connsiteX167" fmla="*/ 1146550 w 7467600"/>
              <a:gd name="connsiteY167" fmla="*/ 3802012 h 6858000"/>
              <a:gd name="connsiteX168" fmla="*/ 698834 w 7467600"/>
              <a:gd name="connsiteY168" fmla="*/ 3952272 h 6858000"/>
              <a:gd name="connsiteX169" fmla="*/ 34256 w 7467600"/>
              <a:gd name="connsiteY169" fmla="*/ 4347603 h 6858000"/>
              <a:gd name="connsiteX170" fmla="*/ 527241 w 7467600"/>
              <a:gd name="connsiteY170" fmla="*/ 4065078 h 6858000"/>
              <a:gd name="connsiteX171" fmla="*/ 1510397 w 7467600"/>
              <a:gd name="connsiteY171" fmla="*/ 3684705 h 6858000"/>
              <a:gd name="connsiteX172" fmla="*/ 1313114 w 7467600"/>
              <a:gd name="connsiteY172" fmla="*/ 3655216 h 6858000"/>
              <a:gd name="connsiteX173" fmla="*/ 1109304 w 7467600"/>
              <a:gd name="connsiteY173" fmla="*/ 3669030 h 6858000"/>
              <a:gd name="connsiteX174" fmla="*/ 8129 w 7467600"/>
              <a:gd name="connsiteY174" fmla="*/ 4330519 h 6858000"/>
              <a:gd name="connsiteX175" fmla="*/ 687572 w 7467600"/>
              <a:gd name="connsiteY175" fmla="*/ 3925629 h 6858000"/>
              <a:gd name="connsiteX176" fmla="*/ 1138365 w 7467600"/>
              <a:gd name="connsiteY176" fmla="*/ 3774515 h 6858000"/>
              <a:gd name="connsiteX177" fmla="*/ 1505579 w 7467600"/>
              <a:gd name="connsiteY177" fmla="*/ 3655526 h 6858000"/>
              <a:gd name="connsiteX178" fmla="*/ 1313114 w 7467600"/>
              <a:gd name="connsiteY178" fmla="*/ 3655216 h 6858000"/>
              <a:gd name="connsiteX179" fmla="*/ 3655073 w 7467600"/>
              <a:gd name="connsiteY179" fmla="*/ 3650884 h 6858000"/>
              <a:gd name="connsiteX180" fmla="*/ 3989938 w 7467600"/>
              <a:gd name="connsiteY180" fmla="*/ 3991685 h 6858000"/>
              <a:gd name="connsiteX181" fmla="*/ 4393907 w 7467600"/>
              <a:gd name="connsiteY181" fmla="*/ 4261258 h 6858000"/>
              <a:gd name="connsiteX182" fmla="*/ 4648051 w 7467600"/>
              <a:gd name="connsiteY182" fmla="*/ 4374051 h 6858000"/>
              <a:gd name="connsiteX183" fmla="*/ 4383389 w 7467600"/>
              <a:gd name="connsiteY183" fmla="*/ 4184369 h 6858000"/>
              <a:gd name="connsiteX184" fmla="*/ 4165508 w 7467600"/>
              <a:gd name="connsiteY184" fmla="*/ 4035196 h 6858000"/>
              <a:gd name="connsiteX185" fmla="*/ 4068162 w 7467600"/>
              <a:gd name="connsiteY185" fmla="*/ 3953394 h 6858000"/>
              <a:gd name="connsiteX186" fmla="*/ 3981416 w 7467600"/>
              <a:gd name="connsiteY186" fmla="*/ 3880482 h 6858000"/>
              <a:gd name="connsiteX187" fmla="*/ 3800147 w 7467600"/>
              <a:gd name="connsiteY187" fmla="*/ 3749872 h 6858000"/>
              <a:gd name="connsiteX188" fmla="*/ 3655073 w 7467600"/>
              <a:gd name="connsiteY188" fmla="*/ 3650884 h 6858000"/>
              <a:gd name="connsiteX189" fmla="*/ 3670252 w 7467600"/>
              <a:gd name="connsiteY189" fmla="*/ 3622798 h 6858000"/>
              <a:gd name="connsiteX190" fmla="*/ 3817258 w 7467600"/>
              <a:gd name="connsiteY190" fmla="*/ 3723577 h 6858000"/>
              <a:gd name="connsiteX191" fmla="*/ 4000461 w 7467600"/>
              <a:gd name="connsiteY191" fmla="*/ 3855966 h 6858000"/>
              <a:gd name="connsiteX192" fmla="*/ 4088180 w 7467600"/>
              <a:gd name="connsiteY192" fmla="*/ 3929774 h 6858000"/>
              <a:gd name="connsiteX193" fmla="*/ 4184555 w 7467600"/>
              <a:gd name="connsiteY193" fmla="*/ 4010683 h 6858000"/>
              <a:gd name="connsiteX194" fmla="*/ 4399563 w 7467600"/>
              <a:gd name="connsiteY194" fmla="*/ 4158106 h 6858000"/>
              <a:gd name="connsiteX195" fmla="*/ 4684469 w 7467600"/>
              <a:gd name="connsiteY195" fmla="*/ 4364680 h 6858000"/>
              <a:gd name="connsiteX196" fmla="*/ 4690271 w 7467600"/>
              <a:gd name="connsiteY196" fmla="*/ 4370034 h 6858000"/>
              <a:gd name="connsiteX197" fmla="*/ 4136093 w 7467600"/>
              <a:gd name="connsiteY197" fmla="*/ 3858466 h 6858000"/>
              <a:gd name="connsiteX198" fmla="*/ 3670252 w 7467600"/>
              <a:gd name="connsiteY198" fmla="*/ 3622798 h 6858000"/>
              <a:gd name="connsiteX199" fmla="*/ 4440129 w 7467600"/>
              <a:gd name="connsiteY199" fmla="*/ 3448571 h 6858000"/>
              <a:gd name="connsiteX200" fmla="*/ 4856525 w 7467600"/>
              <a:gd name="connsiteY200" fmla="*/ 3915351 h 6858000"/>
              <a:gd name="connsiteX201" fmla="*/ 5059055 w 7467600"/>
              <a:gd name="connsiteY201" fmla="*/ 4108918 h 6858000"/>
              <a:gd name="connsiteX202" fmla="*/ 5290070 w 7467600"/>
              <a:gd name="connsiteY202" fmla="*/ 4263619 h 6858000"/>
              <a:gd name="connsiteX203" fmla="*/ 4834991 w 7467600"/>
              <a:gd name="connsiteY203" fmla="*/ 3830985 h 6858000"/>
              <a:gd name="connsiteX204" fmla="*/ 4440129 w 7467600"/>
              <a:gd name="connsiteY204" fmla="*/ 3448571 h 6858000"/>
              <a:gd name="connsiteX205" fmla="*/ 4441737 w 7467600"/>
              <a:gd name="connsiteY205" fmla="*/ 3399734 h 6858000"/>
              <a:gd name="connsiteX206" fmla="*/ 4431236 w 7467600"/>
              <a:gd name="connsiteY206" fmla="*/ 3400954 h 6858000"/>
              <a:gd name="connsiteX207" fmla="*/ 4557150 w 7467600"/>
              <a:gd name="connsiteY207" fmla="*/ 3510023 h 6858000"/>
              <a:gd name="connsiteX208" fmla="*/ 4856936 w 7467600"/>
              <a:gd name="connsiteY208" fmla="*/ 3809146 h 6858000"/>
              <a:gd name="connsiteX209" fmla="*/ 5111996 w 7467600"/>
              <a:gd name="connsiteY209" fmla="*/ 4065759 h 6858000"/>
              <a:gd name="connsiteX210" fmla="*/ 5388878 w 7467600"/>
              <a:gd name="connsiteY210" fmla="*/ 4300185 h 6858000"/>
              <a:gd name="connsiteX211" fmla="*/ 5425556 w 7467600"/>
              <a:gd name="connsiteY211" fmla="*/ 4308967 h 6858000"/>
              <a:gd name="connsiteX212" fmla="*/ 4943646 w 7467600"/>
              <a:gd name="connsiteY212" fmla="*/ 3822916 h 6858000"/>
              <a:gd name="connsiteX213" fmla="*/ 4594837 w 7467600"/>
              <a:gd name="connsiteY213" fmla="*/ 3532274 h 6858000"/>
              <a:gd name="connsiteX214" fmla="*/ 4441737 w 7467600"/>
              <a:gd name="connsiteY214" fmla="*/ 3399734 h 6858000"/>
              <a:gd name="connsiteX215" fmla="*/ 5425834 w 7467600"/>
              <a:gd name="connsiteY215" fmla="*/ 3162785 h 6858000"/>
              <a:gd name="connsiteX216" fmla="*/ 5401644 w 7467600"/>
              <a:gd name="connsiteY216" fmla="*/ 3617847 h 6858000"/>
              <a:gd name="connsiteX217" fmla="*/ 5467256 w 7467600"/>
              <a:gd name="connsiteY217" fmla="*/ 4175494 h 6858000"/>
              <a:gd name="connsiteX218" fmla="*/ 5448069 w 7467600"/>
              <a:gd name="connsiteY218" fmla="*/ 3567554 h 6858000"/>
              <a:gd name="connsiteX219" fmla="*/ 5425834 w 7467600"/>
              <a:gd name="connsiteY219" fmla="*/ 3162785 h 6858000"/>
              <a:gd name="connsiteX220" fmla="*/ 1318687 w 7467600"/>
              <a:gd name="connsiteY220" fmla="*/ 3113840 h 6858000"/>
              <a:gd name="connsiteX221" fmla="*/ 1066793 w 7467600"/>
              <a:gd name="connsiteY221" fmla="*/ 3212171 h 6858000"/>
              <a:gd name="connsiteX222" fmla="*/ 993319 w 7467600"/>
              <a:gd name="connsiteY222" fmla="*/ 3247648 h 6858000"/>
              <a:gd name="connsiteX223" fmla="*/ 853081 w 7467600"/>
              <a:gd name="connsiteY223" fmla="*/ 3312410 h 6858000"/>
              <a:gd name="connsiteX224" fmla="*/ 805957 w 7467600"/>
              <a:gd name="connsiteY224" fmla="*/ 3330443 h 6858000"/>
              <a:gd name="connsiteX225" fmla="*/ 1318687 w 7467600"/>
              <a:gd name="connsiteY225" fmla="*/ 3113840 h 6858000"/>
              <a:gd name="connsiteX226" fmla="*/ 5453702 w 7467600"/>
              <a:gd name="connsiteY226" fmla="*/ 3090882 h 6858000"/>
              <a:gd name="connsiteX227" fmla="*/ 5480135 w 7467600"/>
              <a:gd name="connsiteY227" fmla="*/ 3565802 h 6858000"/>
              <a:gd name="connsiteX228" fmla="*/ 5499023 w 7467600"/>
              <a:gd name="connsiteY228" fmla="*/ 4166310 h 6858000"/>
              <a:gd name="connsiteX229" fmla="*/ 5547022 w 7467600"/>
              <a:gd name="connsiteY229" fmla="*/ 3607838 h 6858000"/>
              <a:gd name="connsiteX230" fmla="*/ 5515964 w 7467600"/>
              <a:gd name="connsiteY230" fmla="*/ 3378541 h 6858000"/>
              <a:gd name="connsiteX231" fmla="*/ 5453702 w 7467600"/>
              <a:gd name="connsiteY231" fmla="*/ 3090882 h 6858000"/>
              <a:gd name="connsiteX232" fmla="*/ 1238695 w 7467600"/>
              <a:gd name="connsiteY232" fmla="*/ 3076820 h 6858000"/>
              <a:gd name="connsiteX233" fmla="*/ 716371 w 7467600"/>
              <a:gd name="connsiteY233" fmla="*/ 3293249 h 6858000"/>
              <a:gd name="connsiteX234" fmla="*/ 579522 w 7467600"/>
              <a:gd name="connsiteY234" fmla="*/ 3371759 h 6858000"/>
              <a:gd name="connsiteX235" fmla="*/ 600288 w 7467600"/>
              <a:gd name="connsiteY235" fmla="*/ 3365555 h 6858000"/>
              <a:gd name="connsiteX236" fmla="*/ 840692 w 7467600"/>
              <a:gd name="connsiteY236" fmla="*/ 3284921 h 6858000"/>
              <a:gd name="connsiteX237" fmla="*/ 979248 w 7467600"/>
              <a:gd name="connsiteY237" fmla="*/ 3221003 h 6858000"/>
              <a:gd name="connsiteX238" fmla="*/ 1053282 w 7467600"/>
              <a:gd name="connsiteY238" fmla="*/ 3185247 h 6858000"/>
              <a:gd name="connsiteX239" fmla="*/ 1320603 w 7467600"/>
              <a:gd name="connsiteY239" fmla="*/ 3081281 h 6858000"/>
              <a:gd name="connsiteX240" fmla="*/ 1238695 w 7467600"/>
              <a:gd name="connsiteY240" fmla="*/ 3076820 h 6858000"/>
              <a:gd name="connsiteX241" fmla="*/ 5425627 w 7467600"/>
              <a:gd name="connsiteY241" fmla="*/ 2954192 h 6858000"/>
              <a:gd name="connsiteX242" fmla="*/ 5470770 w 7467600"/>
              <a:gd name="connsiteY242" fmla="*/ 3005435 h 6858000"/>
              <a:gd name="connsiteX243" fmla="*/ 5519779 w 7467600"/>
              <a:gd name="connsiteY243" fmla="*/ 4359223 h 6858000"/>
              <a:gd name="connsiteX244" fmla="*/ 5520293 w 7467600"/>
              <a:gd name="connsiteY244" fmla="*/ 4360602 h 6858000"/>
              <a:gd name="connsiteX245" fmla="*/ 5767221 w 7467600"/>
              <a:gd name="connsiteY245" fmla="*/ 4665564 h 6858000"/>
              <a:gd name="connsiteX246" fmla="*/ 6937169 w 7467600"/>
              <a:gd name="connsiteY246" fmla="*/ 4815941 h 6858000"/>
              <a:gd name="connsiteX247" fmla="*/ 6953922 w 7467600"/>
              <a:gd name="connsiteY247" fmla="*/ 4890068 h 6858000"/>
              <a:gd name="connsiteX248" fmla="*/ 6071359 w 7467600"/>
              <a:gd name="connsiteY248" fmla="*/ 4770770 h 6858000"/>
              <a:gd name="connsiteX249" fmla="*/ 6038839 w 7467600"/>
              <a:gd name="connsiteY249" fmla="*/ 4764474 h 6858000"/>
              <a:gd name="connsiteX250" fmla="*/ 6038706 w 7467600"/>
              <a:gd name="connsiteY250" fmla="*/ 4763847 h 6858000"/>
              <a:gd name="connsiteX251" fmla="*/ 6037784 w 7467600"/>
              <a:gd name="connsiteY251" fmla="*/ 4764270 h 6858000"/>
              <a:gd name="connsiteX252" fmla="*/ 6038839 w 7467600"/>
              <a:gd name="connsiteY252" fmla="*/ 4764474 h 6858000"/>
              <a:gd name="connsiteX253" fmla="*/ 6040338 w 7467600"/>
              <a:gd name="connsiteY253" fmla="*/ 4771418 h 6858000"/>
              <a:gd name="connsiteX254" fmla="*/ 6024488 w 7467600"/>
              <a:gd name="connsiteY254" fmla="*/ 4809903 h 6858000"/>
              <a:gd name="connsiteX255" fmla="*/ 5599771 w 7467600"/>
              <a:gd name="connsiteY255" fmla="*/ 5509652 h 6858000"/>
              <a:gd name="connsiteX256" fmla="*/ 5548843 w 7467600"/>
              <a:gd name="connsiteY256" fmla="*/ 5563845 h 6858000"/>
              <a:gd name="connsiteX257" fmla="*/ 5940952 w 7467600"/>
              <a:gd name="connsiteY257" fmla="*/ 6250028 h 6858000"/>
              <a:gd name="connsiteX258" fmla="*/ 6043441 w 7467600"/>
              <a:gd name="connsiteY258" fmla="*/ 6665847 h 6858000"/>
              <a:gd name="connsiteX259" fmla="*/ 6093432 w 7467600"/>
              <a:gd name="connsiteY259" fmla="*/ 6858000 h 6858000"/>
              <a:gd name="connsiteX260" fmla="*/ 6034344 w 7467600"/>
              <a:gd name="connsiteY260" fmla="*/ 6858000 h 6858000"/>
              <a:gd name="connsiteX261" fmla="*/ 6026679 w 7467600"/>
              <a:gd name="connsiteY261" fmla="*/ 6836959 h 6858000"/>
              <a:gd name="connsiteX262" fmla="*/ 5800441 w 7467600"/>
              <a:gd name="connsiteY262" fmla="*/ 6335286 h 6858000"/>
              <a:gd name="connsiteX263" fmla="*/ 5526562 w 7467600"/>
              <a:gd name="connsiteY263" fmla="*/ 5705388 h 6858000"/>
              <a:gd name="connsiteX264" fmla="*/ 5519640 w 7467600"/>
              <a:gd name="connsiteY264" fmla="*/ 5683774 h 6858000"/>
              <a:gd name="connsiteX265" fmla="*/ 5844559 w 7467600"/>
              <a:gd name="connsiteY265" fmla="*/ 6553349 h 6858000"/>
              <a:gd name="connsiteX266" fmla="*/ 5975994 w 7467600"/>
              <a:gd name="connsiteY266" fmla="*/ 6858000 h 6858000"/>
              <a:gd name="connsiteX267" fmla="*/ 5898547 w 7467600"/>
              <a:gd name="connsiteY267" fmla="*/ 6858000 h 6858000"/>
              <a:gd name="connsiteX268" fmla="*/ 5682041 w 7467600"/>
              <a:gd name="connsiteY268" fmla="*/ 6355860 h 6858000"/>
              <a:gd name="connsiteX269" fmla="*/ 5461758 w 7467600"/>
              <a:gd name="connsiteY269" fmla="*/ 5820220 h 6858000"/>
              <a:gd name="connsiteX270" fmla="*/ 5237282 w 7467600"/>
              <a:gd name="connsiteY270" fmla="*/ 6579086 h 6858000"/>
              <a:gd name="connsiteX271" fmla="*/ 5115009 w 7467600"/>
              <a:gd name="connsiteY271" fmla="*/ 6858000 h 6858000"/>
              <a:gd name="connsiteX272" fmla="*/ 5028074 w 7467600"/>
              <a:gd name="connsiteY272" fmla="*/ 6858000 h 6858000"/>
              <a:gd name="connsiteX273" fmla="*/ 5079508 w 7467600"/>
              <a:gd name="connsiteY273" fmla="*/ 6749074 h 6858000"/>
              <a:gd name="connsiteX274" fmla="*/ 5371846 w 7467600"/>
              <a:gd name="connsiteY274" fmla="*/ 5924413 h 6858000"/>
              <a:gd name="connsiteX275" fmla="*/ 5270512 w 7467600"/>
              <a:gd name="connsiteY275" fmla="*/ 6138975 h 6858000"/>
              <a:gd name="connsiteX276" fmla="*/ 5062409 w 7467600"/>
              <a:gd name="connsiteY276" fmla="*/ 6653544 h 6858000"/>
              <a:gd name="connsiteX277" fmla="*/ 5036628 w 7467600"/>
              <a:gd name="connsiteY277" fmla="*/ 6754247 h 6858000"/>
              <a:gd name="connsiteX278" fmla="*/ 5009112 w 7467600"/>
              <a:gd name="connsiteY278" fmla="*/ 6858000 h 6858000"/>
              <a:gd name="connsiteX279" fmla="*/ 4976679 w 7467600"/>
              <a:gd name="connsiteY279" fmla="*/ 6858000 h 6858000"/>
              <a:gd name="connsiteX280" fmla="*/ 5006537 w 7467600"/>
              <a:gd name="connsiteY280" fmla="*/ 6747068 h 6858000"/>
              <a:gd name="connsiteX281" fmla="*/ 5032723 w 7467600"/>
              <a:gd name="connsiteY281" fmla="*/ 6644957 h 6858000"/>
              <a:gd name="connsiteX282" fmla="*/ 5242949 w 7467600"/>
              <a:gd name="connsiteY282" fmla="*/ 6125175 h 6858000"/>
              <a:gd name="connsiteX283" fmla="*/ 5286321 w 7467600"/>
              <a:gd name="connsiteY283" fmla="*/ 6033555 h 6858000"/>
              <a:gd name="connsiteX284" fmla="*/ 5008210 w 7467600"/>
              <a:gd name="connsiteY284" fmla="*/ 6649194 h 6858000"/>
              <a:gd name="connsiteX285" fmla="*/ 4986321 w 7467600"/>
              <a:gd name="connsiteY285" fmla="*/ 6765687 h 6858000"/>
              <a:gd name="connsiteX286" fmla="*/ 4973474 w 7467600"/>
              <a:gd name="connsiteY286" fmla="*/ 6858000 h 6858000"/>
              <a:gd name="connsiteX287" fmla="*/ 4907178 w 7467600"/>
              <a:gd name="connsiteY287" fmla="*/ 6858000 h 6858000"/>
              <a:gd name="connsiteX288" fmla="*/ 4910810 w 7467600"/>
              <a:gd name="connsiteY288" fmla="*/ 6829660 h 6858000"/>
              <a:gd name="connsiteX289" fmla="*/ 4987461 w 7467600"/>
              <a:gd name="connsiteY289" fmla="*/ 6432994 h 6858000"/>
              <a:gd name="connsiteX290" fmla="*/ 5179262 w 7467600"/>
              <a:gd name="connsiteY290" fmla="*/ 6035044 h 6858000"/>
              <a:gd name="connsiteX291" fmla="*/ 4689678 w 7467600"/>
              <a:gd name="connsiteY291" fmla="*/ 6440241 h 6858000"/>
              <a:gd name="connsiteX292" fmla="*/ 4477543 w 7467600"/>
              <a:gd name="connsiteY292" fmla="*/ 6674836 h 6858000"/>
              <a:gd name="connsiteX293" fmla="*/ 4329957 w 7467600"/>
              <a:gd name="connsiteY293" fmla="*/ 6858000 h 6858000"/>
              <a:gd name="connsiteX294" fmla="*/ 4218595 w 7467600"/>
              <a:gd name="connsiteY294" fmla="*/ 6858000 h 6858000"/>
              <a:gd name="connsiteX295" fmla="*/ 4368888 w 7467600"/>
              <a:gd name="connsiteY295" fmla="*/ 6668412 h 6858000"/>
              <a:gd name="connsiteX296" fmla="*/ 4563091 w 7467600"/>
              <a:gd name="connsiteY296" fmla="*/ 6442508 h 6858000"/>
              <a:gd name="connsiteX297" fmla="*/ 5387324 w 7467600"/>
              <a:gd name="connsiteY297" fmla="*/ 5705830 h 6858000"/>
              <a:gd name="connsiteX298" fmla="*/ 5073620 w 7467600"/>
              <a:gd name="connsiteY298" fmla="*/ 5955437 h 6858000"/>
              <a:gd name="connsiteX299" fmla="*/ 4689789 w 7467600"/>
              <a:gd name="connsiteY299" fmla="*/ 6268382 h 6858000"/>
              <a:gd name="connsiteX300" fmla="*/ 4418722 w 7467600"/>
              <a:gd name="connsiteY300" fmla="*/ 6570886 h 6858000"/>
              <a:gd name="connsiteX301" fmla="*/ 4214944 w 7467600"/>
              <a:gd name="connsiteY301" fmla="*/ 6858000 h 6858000"/>
              <a:gd name="connsiteX302" fmla="*/ 4177898 w 7467600"/>
              <a:gd name="connsiteY302" fmla="*/ 6858000 h 6858000"/>
              <a:gd name="connsiteX303" fmla="*/ 4391597 w 7467600"/>
              <a:gd name="connsiteY303" fmla="*/ 6556370 h 6858000"/>
              <a:gd name="connsiteX304" fmla="*/ 4668889 w 7467600"/>
              <a:gd name="connsiteY304" fmla="*/ 6246399 h 6858000"/>
              <a:gd name="connsiteX305" fmla="*/ 5055427 w 7467600"/>
              <a:gd name="connsiteY305" fmla="*/ 5931476 h 6858000"/>
              <a:gd name="connsiteX306" fmla="*/ 5371814 w 7467600"/>
              <a:gd name="connsiteY306" fmla="*/ 5678975 h 6858000"/>
              <a:gd name="connsiteX307" fmla="*/ 4987918 w 7467600"/>
              <a:gd name="connsiteY307" fmla="*/ 5838701 h 6858000"/>
              <a:gd name="connsiteX308" fmla="*/ 4317146 w 7467600"/>
              <a:gd name="connsiteY308" fmla="*/ 6587716 h 6858000"/>
              <a:gd name="connsiteX309" fmla="*/ 4171627 w 7467600"/>
              <a:gd name="connsiteY309" fmla="*/ 6858000 h 6858000"/>
              <a:gd name="connsiteX310" fmla="*/ 4081585 w 7467600"/>
              <a:gd name="connsiteY310" fmla="*/ 6858000 h 6858000"/>
              <a:gd name="connsiteX311" fmla="*/ 4238603 w 7467600"/>
              <a:gd name="connsiteY311" fmla="*/ 6559341 h 6858000"/>
              <a:gd name="connsiteX312" fmla="*/ 4778333 w 7467600"/>
              <a:gd name="connsiteY312" fmla="*/ 5873626 h 6858000"/>
              <a:gd name="connsiteX313" fmla="*/ 5414185 w 7467600"/>
              <a:gd name="connsiteY313" fmla="*/ 5573882 h 6858000"/>
              <a:gd name="connsiteX314" fmla="*/ 5959648 w 7467600"/>
              <a:gd name="connsiteY314" fmla="*/ 4760797 h 6858000"/>
              <a:gd name="connsiteX315" fmla="*/ 5355019 w 7467600"/>
              <a:gd name="connsiteY315" fmla="*/ 4734672 h 6858000"/>
              <a:gd name="connsiteX316" fmla="*/ 5083565 w 7467600"/>
              <a:gd name="connsiteY316" fmla="*/ 5179121 h 6858000"/>
              <a:gd name="connsiteX317" fmla="*/ 4713577 w 7467600"/>
              <a:gd name="connsiteY317" fmla="*/ 5616803 h 6858000"/>
              <a:gd name="connsiteX318" fmla="*/ 3989559 w 7467600"/>
              <a:gd name="connsiteY318" fmla="*/ 6145945 h 6858000"/>
              <a:gd name="connsiteX319" fmla="*/ 3939824 w 7467600"/>
              <a:gd name="connsiteY319" fmla="*/ 6066900 h 6858000"/>
              <a:gd name="connsiteX320" fmla="*/ 4584537 w 7467600"/>
              <a:gd name="connsiteY320" fmla="*/ 5324826 h 6858000"/>
              <a:gd name="connsiteX321" fmla="*/ 5037105 w 7467600"/>
              <a:gd name="connsiteY321" fmla="*/ 5088765 h 6858000"/>
              <a:gd name="connsiteX322" fmla="*/ 5039930 w 7467600"/>
              <a:gd name="connsiteY322" fmla="*/ 5089585 h 6858000"/>
              <a:gd name="connsiteX323" fmla="*/ 5263764 w 7467600"/>
              <a:gd name="connsiteY323" fmla="*/ 4735525 h 6858000"/>
              <a:gd name="connsiteX324" fmla="*/ 4086300 w 7467600"/>
              <a:gd name="connsiteY324" fmla="*/ 4884599 h 6858000"/>
              <a:gd name="connsiteX325" fmla="*/ 4085485 w 7467600"/>
              <a:gd name="connsiteY325" fmla="*/ 4899070 h 6858000"/>
              <a:gd name="connsiteX326" fmla="*/ 3871915 w 7467600"/>
              <a:gd name="connsiteY326" fmla="*/ 5253645 h 6858000"/>
              <a:gd name="connsiteX327" fmla="*/ 3799374 w 7467600"/>
              <a:gd name="connsiteY327" fmla="*/ 5466127 h 6858000"/>
              <a:gd name="connsiteX328" fmla="*/ 3498850 w 7467600"/>
              <a:gd name="connsiteY328" fmla="*/ 6661888 h 6858000"/>
              <a:gd name="connsiteX329" fmla="*/ 3399216 w 7467600"/>
              <a:gd name="connsiteY329" fmla="*/ 6858000 h 6858000"/>
              <a:gd name="connsiteX330" fmla="*/ 3303688 w 7467600"/>
              <a:gd name="connsiteY330" fmla="*/ 6858000 h 6858000"/>
              <a:gd name="connsiteX331" fmla="*/ 3391774 w 7467600"/>
              <a:gd name="connsiteY331" fmla="*/ 6697181 h 6858000"/>
              <a:gd name="connsiteX332" fmla="*/ 3735540 w 7467600"/>
              <a:gd name="connsiteY332" fmla="*/ 5546923 h 6858000"/>
              <a:gd name="connsiteX333" fmla="*/ 3729438 w 7467600"/>
              <a:gd name="connsiteY333" fmla="*/ 5569058 h 6858000"/>
              <a:gd name="connsiteX334" fmla="*/ 3707782 w 7467600"/>
              <a:gd name="connsiteY334" fmla="*/ 5644908 h 6858000"/>
              <a:gd name="connsiteX335" fmla="*/ 3583827 w 7467600"/>
              <a:gd name="connsiteY335" fmla="*/ 6039215 h 6858000"/>
              <a:gd name="connsiteX336" fmla="*/ 3547861 w 7467600"/>
              <a:gd name="connsiteY336" fmla="*/ 6129609 h 6858000"/>
              <a:gd name="connsiteX337" fmla="*/ 3490905 w 7467600"/>
              <a:gd name="connsiteY337" fmla="*/ 6277660 h 6858000"/>
              <a:gd name="connsiteX338" fmla="*/ 3455859 w 7467600"/>
              <a:gd name="connsiteY338" fmla="*/ 6391301 h 6858000"/>
              <a:gd name="connsiteX339" fmla="*/ 3429112 w 7467600"/>
              <a:gd name="connsiteY339" fmla="*/ 6479469 h 6858000"/>
              <a:gd name="connsiteX340" fmla="*/ 3304862 w 7467600"/>
              <a:gd name="connsiteY340" fmla="*/ 6796476 h 6858000"/>
              <a:gd name="connsiteX341" fmla="*/ 3276071 w 7467600"/>
              <a:gd name="connsiteY341" fmla="*/ 6858000 h 6858000"/>
              <a:gd name="connsiteX342" fmla="*/ 3240805 w 7467600"/>
              <a:gd name="connsiteY342" fmla="*/ 6858000 h 6858000"/>
              <a:gd name="connsiteX343" fmla="*/ 3275917 w 7467600"/>
              <a:gd name="connsiteY343" fmla="*/ 6783192 h 6858000"/>
              <a:gd name="connsiteX344" fmla="*/ 3399358 w 7467600"/>
              <a:gd name="connsiteY344" fmla="*/ 6469011 h 6858000"/>
              <a:gd name="connsiteX345" fmla="*/ 3425650 w 7467600"/>
              <a:gd name="connsiteY345" fmla="*/ 6381333 h 6858000"/>
              <a:gd name="connsiteX346" fmla="*/ 3460661 w 7467600"/>
              <a:gd name="connsiteY346" fmla="*/ 6266763 h 6858000"/>
              <a:gd name="connsiteX347" fmla="*/ 3518021 w 7467600"/>
              <a:gd name="connsiteY347" fmla="*/ 6117298 h 6858000"/>
              <a:gd name="connsiteX348" fmla="*/ 3554035 w 7467600"/>
              <a:gd name="connsiteY348" fmla="*/ 6027832 h 6858000"/>
              <a:gd name="connsiteX349" fmla="*/ 3677174 w 7467600"/>
              <a:gd name="connsiteY349" fmla="*/ 5636351 h 6858000"/>
              <a:gd name="connsiteX350" fmla="*/ 3698819 w 7467600"/>
              <a:gd name="connsiteY350" fmla="*/ 5560503 h 6858000"/>
              <a:gd name="connsiteX351" fmla="*/ 3702094 w 7467600"/>
              <a:gd name="connsiteY351" fmla="*/ 5549194 h 6858000"/>
              <a:gd name="connsiteX352" fmla="*/ 3398355 w 7467600"/>
              <a:gd name="connsiteY352" fmla="*/ 6094603 h 6858000"/>
              <a:gd name="connsiteX353" fmla="*/ 3193941 w 7467600"/>
              <a:gd name="connsiteY353" fmla="*/ 6798775 h 6858000"/>
              <a:gd name="connsiteX354" fmla="*/ 3184140 w 7467600"/>
              <a:gd name="connsiteY354" fmla="*/ 6858000 h 6858000"/>
              <a:gd name="connsiteX355" fmla="*/ 3099978 w 7467600"/>
              <a:gd name="connsiteY355" fmla="*/ 6858000 h 6858000"/>
              <a:gd name="connsiteX356" fmla="*/ 3101556 w 7467600"/>
              <a:gd name="connsiteY356" fmla="*/ 6843337 h 6858000"/>
              <a:gd name="connsiteX357" fmla="*/ 3370162 w 7467600"/>
              <a:gd name="connsiteY357" fmla="*/ 5785550 h 6858000"/>
              <a:gd name="connsiteX358" fmla="*/ 3746477 w 7467600"/>
              <a:gd name="connsiteY358" fmla="*/ 5377889 h 6858000"/>
              <a:gd name="connsiteX359" fmla="*/ 3863399 w 7467600"/>
              <a:gd name="connsiteY359" fmla="*/ 5087257 h 6858000"/>
              <a:gd name="connsiteX360" fmla="*/ 3968712 w 7467600"/>
              <a:gd name="connsiteY360" fmla="*/ 4913989 h 6858000"/>
              <a:gd name="connsiteX361" fmla="*/ 2792390 w 7467600"/>
              <a:gd name="connsiteY361" fmla="*/ 5382974 h 6858000"/>
              <a:gd name="connsiteX362" fmla="*/ 2714982 w 7467600"/>
              <a:gd name="connsiteY362" fmla="*/ 5427051 h 6858000"/>
              <a:gd name="connsiteX363" fmla="*/ 2813361 w 7467600"/>
              <a:gd name="connsiteY363" fmla="*/ 6023912 h 6858000"/>
              <a:gd name="connsiteX364" fmla="*/ 2688430 w 7467600"/>
              <a:gd name="connsiteY364" fmla="*/ 6801564 h 6858000"/>
              <a:gd name="connsiteX365" fmla="*/ 2629626 w 7467600"/>
              <a:gd name="connsiteY365" fmla="*/ 6763394 h 6858000"/>
              <a:gd name="connsiteX366" fmla="*/ 2565328 w 7467600"/>
              <a:gd name="connsiteY366" fmla="*/ 5516399 h 6858000"/>
              <a:gd name="connsiteX367" fmla="*/ 1922999 w 7467600"/>
              <a:gd name="connsiteY367" fmla="*/ 5980343 h 6858000"/>
              <a:gd name="connsiteX368" fmla="*/ 1950261 w 7467600"/>
              <a:gd name="connsiteY368" fmla="*/ 6405858 h 6858000"/>
              <a:gd name="connsiteX369" fmla="*/ 2365554 w 7467600"/>
              <a:gd name="connsiteY369" fmla="*/ 6759107 h 6858000"/>
              <a:gd name="connsiteX370" fmla="*/ 2424142 w 7467600"/>
              <a:gd name="connsiteY370" fmla="*/ 6858000 h 6858000"/>
              <a:gd name="connsiteX371" fmla="*/ 2395994 w 7467600"/>
              <a:gd name="connsiteY371" fmla="*/ 6858000 h 6858000"/>
              <a:gd name="connsiteX372" fmla="*/ 2392863 w 7467600"/>
              <a:gd name="connsiteY372" fmla="*/ 6852964 h 6858000"/>
              <a:gd name="connsiteX373" fmla="*/ 2017589 w 7467600"/>
              <a:gd name="connsiteY373" fmla="*/ 6493982 h 6858000"/>
              <a:gd name="connsiteX374" fmla="*/ 2147336 w 7467600"/>
              <a:gd name="connsiteY374" fmla="*/ 6594052 h 6858000"/>
              <a:gd name="connsiteX375" fmla="*/ 2207047 w 7467600"/>
              <a:gd name="connsiteY375" fmla="*/ 6654540 h 6858000"/>
              <a:gd name="connsiteX376" fmla="*/ 2299106 w 7467600"/>
              <a:gd name="connsiteY376" fmla="*/ 6778931 h 6858000"/>
              <a:gd name="connsiteX377" fmla="*/ 2314430 w 7467600"/>
              <a:gd name="connsiteY377" fmla="*/ 6801144 h 6858000"/>
              <a:gd name="connsiteX378" fmla="*/ 2352406 w 7467600"/>
              <a:gd name="connsiteY378" fmla="*/ 6858000 h 6858000"/>
              <a:gd name="connsiteX379" fmla="*/ 2314492 w 7467600"/>
              <a:gd name="connsiteY379" fmla="*/ 6858000 h 6858000"/>
              <a:gd name="connsiteX380" fmla="*/ 2288095 w 7467600"/>
              <a:gd name="connsiteY380" fmla="*/ 6818030 h 6858000"/>
              <a:gd name="connsiteX381" fmla="*/ 2272768 w 7467600"/>
              <a:gd name="connsiteY381" fmla="*/ 6795822 h 6858000"/>
              <a:gd name="connsiteX382" fmla="*/ 2182715 w 7467600"/>
              <a:gd name="connsiteY382" fmla="*/ 6675071 h 6858000"/>
              <a:gd name="connsiteX383" fmla="*/ 2032061 w 7467600"/>
              <a:gd name="connsiteY383" fmla="*/ 6541380 h 6858000"/>
              <a:gd name="connsiteX384" fmla="*/ 2257220 w 7467600"/>
              <a:gd name="connsiteY384" fmla="*/ 6826257 h 6858000"/>
              <a:gd name="connsiteX385" fmla="*/ 2281324 w 7467600"/>
              <a:gd name="connsiteY385" fmla="*/ 6858000 h 6858000"/>
              <a:gd name="connsiteX386" fmla="*/ 2242860 w 7467600"/>
              <a:gd name="connsiteY386" fmla="*/ 6858000 h 6858000"/>
              <a:gd name="connsiteX387" fmla="*/ 2232818 w 7467600"/>
              <a:gd name="connsiteY387" fmla="*/ 6844926 h 6858000"/>
              <a:gd name="connsiteX388" fmla="*/ 1990172 w 7467600"/>
              <a:gd name="connsiteY388" fmla="*/ 6542121 h 6858000"/>
              <a:gd name="connsiteX389" fmla="*/ 2124090 w 7467600"/>
              <a:gd name="connsiteY389" fmla="*/ 6761017 h 6858000"/>
              <a:gd name="connsiteX390" fmla="*/ 2200380 w 7467600"/>
              <a:gd name="connsiteY390" fmla="*/ 6858000 h 6858000"/>
              <a:gd name="connsiteX391" fmla="*/ 2147507 w 7467600"/>
              <a:gd name="connsiteY391" fmla="*/ 6858000 h 6858000"/>
              <a:gd name="connsiteX392" fmla="*/ 2070668 w 7467600"/>
              <a:gd name="connsiteY392" fmla="*/ 6761520 h 6858000"/>
              <a:gd name="connsiteX393" fmla="*/ 1975142 w 7467600"/>
              <a:gd name="connsiteY393" fmla="*/ 6585570 h 6858000"/>
              <a:gd name="connsiteX394" fmla="*/ 2050035 w 7467600"/>
              <a:gd name="connsiteY394" fmla="*/ 6813345 h 6858000"/>
              <a:gd name="connsiteX395" fmla="*/ 2063025 w 7467600"/>
              <a:gd name="connsiteY395" fmla="*/ 6858000 h 6858000"/>
              <a:gd name="connsiteX396" fmla="*/ 2021675 w 7467600"/>
              <a:gd name="connsiteY396" fmla="*/ 6858000 h 6858000"/>
              <a:gd name="connsiteX397" fmla="*/ 2019308 w 7467600"/>
              <a:gd name="connsiteY397" fmla="*/ 6847118 h 6858000"/>
              <a:gd name="connsiteX398" fmla="*/ 1938835 w 7467600"/>
              <a:gd name="connsiteY398" fmla="*/ 6551160 h 6858000"/>
              <a:gd name="connsiteX399" fmla="*/ 1953230 w 7467600"/>
              <a:gd name="connsiteY399" fmla="*/ 6759699 h 6858000"/>
              <a:gd name="connsiteX400" fmla="*/ 1956763 w 7467600"/>
              <a:gd name="connsiteY400" fmla="*/ 6778191 h 6858000"/>
              <a:gd name="connsiteX401" fmla="*/ 1967925 w 7467600"/>
              <a:gd name="connsiteY401" fmla="*/ 6858000 h 6858000"/>
              <a:gd name="connsiteX402" fmla="*/ 1936622 w 7467600"/>
              <a:gd name="connsiteY402" fmla="*/ 6858000 h 6858000"/>
              <a:gd name="connsiteX403" fmla="*/ 1926261 w 7467600"/>
              <a:gd name="connsiteY403" fmla="*/ 6784064 h 6858000"/>
              <a:gd name="connsiteX404" fmla="*/ 1922724 w 7467600"/>
              <a:gd name="connsiteY404" fmla="*/ 6765577 h 6858000"/>
              <a:gd name="connsiteX405" fmla="*/ 1904650 w 7467600"/>
              <a:gd name="connsiteY405" fmla="*/ 6639616 h 6858000"/>
              <a:gd name="connsiteX406" fmla="*/ 1885273 w 7467600"/>
              <a:gd name="connsiteY406" fmla="*/ 6858000 h 6858000"/>
              <a:gd name="connsiteX407" fmla="*/ 1854363 w 7467600"/>
              <a:gd name="connsiteY407" fmla="*/ 6858000 h 6858000"/>
              <a:gd name="connsiteX408" fmla="*/ 1880391 w 7467600"/>
              <a:gd name="connsiteY408" fmla="*/ 6603796 h 6858000"/>
              <a:gd name="connsiteX409" fmla="*/ 1818273 w 7467600"/>
              <a:gd name="connsiteY409" fmla="*/ 6715729 h 6858000"/>
              <a:gd name="connsiteX410" fmla="*/ 1794691 w 7467600"/>
              <a:gd name="connsiteY410" fmla="*/ 6843239 h 6858000"/>
              <a:gd name="connsiteX411" fmla="*/ 1794914 w 7467600"/>
              <a:gd name="connsiteY411" fmla="*/ 6858000 h 6858000"/>
              <a:gd name="connsiteX412" fmla="*/ 1746128 w 7467600"/>
              <a:gd name="connsiteY412" fmla="*/ 6858000 h 6858000"/>
              <a:gd name="connsiteX413" fmla="*/ 1753934 w 7467600"/>
              <a:gd name="connsiteY413" fmla="*/ 6724796 h 6858000"/>
              <a:gd name="connsiteX414" fmla="*/ 1792053 w 7467600"/>
              <a:gd name="connsiteY414" fmla="*/ 6572396 h 6858000"/>
              <a:gd name="connsiteX415" fmla="*/ 1862248 w 7467600"/>
              <a:gd name="connsiteY415" fmla="*/ 6266397 h 6858000"/>
              <a:gd name="connsiteX416" fmla="*/ 1862250 w 7467600"/>
              <a:gd name="connsiteY416" fmla="*/ 6033531 h 6858000"/>
              <a:gd name="connsiteX417" fmla="*/ 1211999 w 7467600"/>
              <a:gd name="connsiteY417" fmla="*/ 6683610 h 6858000"/>
              <a:gd name="connsiteX418" fmla="*/ 1213266 w 7467600"/>
              <a:gd name="connsiteY418" fmla="*/ 6691947 h 6858000"/>
              <a:gd name="connsiteX419" fmla="*/ 1203370 w 7467600"/>
              <a:gd name="connsiteY419" fmla="*/ 6850676 h 6858000"/>
              <a:gd name="connsiteX420" fmla="*/ 1203671 w 7467600"/>
              <a:gd name="connsiteY420" fmla="*/ 6858000 h 6858000"/>
              <a:gd name="connsiteX421" fmla="*/ 1143180 w 7467600"/>
              <a:gd name="connsiteY421" fmla="*/ 6858000 h 6858000"/>
              <a:gd name="connsiteX422" fmla="*/ 1142176 w 7467600"/>
              <a:gd name="connsiteY422" fmla="*/ 6766045 h 6858000"/>
              <a:gd name="connsiteX423" fmla="*/ 1067484 w 7467600"/>
              <a:gd name="connsiteY423" fmla="*/ 6858000 h 6858000"/>
              <a:gd name="connsiteX424" fmla="*/ 953928 w 7467600"/>
              <a:gd name="connsiteY424" fmla="*/ 6858000 h 6858000"/>
              <a:gd name="connsiteX425" fmla="*/ 959715 w 7467600"/>
              <a:gd name="connsiteY425" fmla="*/ 6850185 h 6858000"/>
              <a:gd name="connsiteX426" fmla="*/ 1483788 w 7467600"/>
              <a:gd name="connsiteY426" fmla="*/ 6259174 h 6858000"/>
              <a:gd name="connsiteX427" fmla="*/ 1100671 w 7467600"/>
              <a:gd name="connsiteY427" fmla="*/ 6252137 h 6858000"/>
              <a:gd name="connsiteX428" fmla="*/ 1090144 w 7467600"/>
              <a:gd name="connsiteY428" fmla="*/ 6256748 h 6858000"/>
              <a:gd name="connsiteX429" fmla="*/ 1095872 w 7467600"/>
              <a:gd name="connsiteY429" fmla="*/ 6271892 h 6858000"/>
              <a:gd name="connsiteX430" fmla="*/ 262785 w 7467600"/>
              <a:gd name="connsiteY430" fmla="*/ 6845450 h 6858000"/>
              <a:gd name="connsiteX431" fmla="*/ 209968 w 7467600"/>
              <a:gd name="connsiteY431" fmla="*/ 6770713 h 6858000"/>
              <a:gd name="connsiteX432" fmla="*/ 873460 w 7467600"/>
              <a:gd name="connsiteY432" fmla="*/ 6253768 h 6858000"/>
              <a:gd name="connsiteX433" fmla="*/ 192686 w 7467600"/>
              <a:gd name="connsiteY433" fmla="*/ 5849257 h 6858000"/>
              <a:gd name="connsiteX434" fmla="*/ 4696 w 7467600"/>
              <a:gd name="connsiteY434" fmla="*/ 5697668 h 6858000"/>
              <a:gd name="connsiteX435" fmla="*/ 0 w 7467600"/>
              <a:gd name="connsiteY435" fmla="*/ 5689984 h 6858000"/>
              <a:gd name="connsiteX436" fmla="*/ 0 w 7467600"/>
              <a:gd name="connsiteY436" fmla="*/ 5513472 h 6858000"/>
              <a:gd name="connsiteX437" fmla="*/ 174101 w 7467600"/>
              <a:gd name="connsiteY437" fmla="*/ 5620277 h 6858000"/>
              <a:gd name="connsiteX438" fmla="*/ 891800 w 7467600"/>
              <a:gd name="connsiteY438" fmla="*/ 6036935 h 6858000"/>
              <a:gd name="connsiteX439" fmla="*/ 1072219 w 7467600"/>
              <a:gd name="connsiteY439" fmla="*/ 6169443 h 6858000"/>
              <a:gd name="connsiteX440" fmla="*/ 1074117 w 7467600"/>
              <a:gd name="connsiteY440" fmla="*/ 6170301 h 6858000"/>
              <a:gd name="connsiteX441" fmla="*/ 1083114 w 7467600"/>
              <a:gd name="connsiteY441" fmla="*/ 6174131 h 6858000"/>
              <a:gd name="connsiteX442" fmla="*/ 1543010 w 7467600"/>
              <a:gd name="connsiteY442" fmla="*/ 6191140 h 6858000"/>
              <a:gd name="connsiteX443" fmla="*/ 1551080 w 7467600"/>
              <a:gd name="connsiteY443" fmla="*/ 6195006 h 6858000"/>
              <a:gd name="connsiteX444" fmla="*/ 2345443 w 7467600"/>
              <a:gd name="connsiteY444" fmla="*/ 5549882 h 6858000"/>
              <a:gd name="connsiteX445" fmla="*/ 1721499 w 7467600"/>
              <a:gd name="connsiteY445" fmla="*/ 5599969 h 6858000"/>
              <a:gd name="connsiteX446" fmla="*/ 767716 w 7467600"/>
              <a:gd name="connsiteY446" fmla="*/ 5472768 h 6858000"/>
              <a:gd name="connsiteX447" fmla="*/ 722147 w 7467600"/>
              <a:gd name="connsiteY447" fmla="*/ 5393091 h 6858000"/>
              <a:gd name="connsiteX448" fmla="*/ 1485552 w 7467600"/>
              <a:gd name="connsiteY448" fmla="*/ 5313202 h 6858000"/>
              <a:gd name="connsiteX449" fmla="*/ 2143004 w 7467600"/>
              <a:gd name="connsiteY449" fmla="*/ 5402420 h 6858000"/>
              <a:gd name="connsiteX450" fmla="*/ 1933391 w 7467600"/>
              <a:gd name="connsiteY450" fmla="*/ 5156971 h 6858000"/>
              <a:gd name="connsiteX451" fmla="*/ 1827118 w 7467600"/>
              <a:gd name="connsiteY451" fmla="*/ 4968410 h 6858000"/>
              <a:gd name="connsiteX452" fmla="*/ 1837349 w 7467600"/>
              <a:gd name="connsiteY452" fmla="*/ 4956357 h 6858000"/>
              <a:gd name="connsiteX453" fmla="*/ 2162835 w 7467600"/>
              <a:gd name="connsiteY453" fmla="*/ 5187853 h 6858000"/>
              <a:gd name="connsiteX454" fmla="*/ 2257167 w 7467600"/>
              <a:gd name="connsiteY454" fmla="*/ 5462123 h 6858000"/>
              <a:gd name="connsiteX455" fmla="*/ 2261598 w 7467600"/>
              <a:gd name="connsiteY455" fmla="*/ 5467998 h 6858000"/>
              <a:gd name="connsiteX456" fmla="*/ 2437177 w 7467600"/>
              <a:gd name="connsiteY456" fmla="*/ 5479608 h 6858000"/>
              <a:gd name="connsiteX457" fmla="*/ 2445247 w 7467600"/>
              <a:gd name="connsiteY457" fmla="*/ 5483476 h 6858000"/>
              <a:gd name="connsiteX458" fmla="*/ 2743626 w 7467600"/>
              <a:gd name="connsiteY458" fmla="*/ 5304819 h 6858000"/>
              <a:gd name="connsiteX459" fmla="*/ 3048102 w 7467600"/>
              <a:gd name="connsiteY459" fmla="*/ 5150595 h 6858000"/>
              <a:gd name="connsiteX460" fmla="*/ 1799414 w 7467600"/>
              <a:gd name="connsiteY460" fmla="*/ 4694732 h 6858000"/>
              <a:gd name="connsiteX461" fmla="*/ 1771735 w 7467600"/>
              <a:gd name="connsiteY461" fmla="*/ 4619929 h 6858000"/>
              <a:gd name="connsiteX462" fmla="*/ 3104273 w 7467600"/>
              <a:gd name="connsiteY462" fmla="*/ 5076159 h 6858000"/>
              <a:gd name="connsiteX463" fmla="*/ 3113245 w 7467600"/>
              <a:gd name="connsiteY463" fmla="*/ 5090705 h 6858000"/>
              <a:gd name="connsiteX464" fmla="*/ 3126294 w 7467600"/>
              <a:gd name="connsiteY464" fmla="*/ 5114400 h 6858000"/>
              <a:gd name="connsiteX465" fmla="*/ 3937433 w 7467600"/>
              <a:gd name="connsiteY465" fmla="*/ 4830473 h 6858000"/>
              <a:gd name="connsiteX466" fmla="*/ 3590475 w 7467600"/>
              <a:gd name="connsiteY466" fmla="*/ 4597974 h 6858000"/>
              <a:gd name="connsiteX467" fmla="*/ 3100264 w 7467600"/>
              <a:gd name="connsiteY467" fmla="*/ 4579845 h 6858000"/>
              <a:gd name="connsiteX468" fmla="*/ 2183576 w 7467600"/>
              <a:gd name="connsiteY468" fmla="*/ 4227150 h 6858000"/>
              <a:gd name="connsiteX469" fmla="*/ 2151029 w 7467600"/>
              <a:gd name="connsiteY469" fmla="*/ 4146947 h 6858000"/>
              <a:gd name="connsiteX470" fmla="*/ 3563434 w 7467600"/>
              <a:gd name="connsiteY470" fmla="*/ 4469115 h 6858000"/>
              <a:gd name="connsiteX471" fmla="*/ 3177952 w 7467600"/>
              <a:gd name="connsiteY471" fmla="*/ 3657386 h 6858000"/>
              <a:gd name="connsiteX472" fmla="*/ 3189263 w 7467600"/>
              <a:gd name="connsiteY472" fmla="*/ 3625726 h 6858000"/>
              <a:gd name="connsiteX473" fmla="*/ 3560912 w 7467600"/>
              <a:gd name="connsiteY473" fmla="*/ 4079863 h 6858000"/>
              <a:gd name="connsiteX474" fmla="*/ 3626636 w 7467600"/>
              <a:gd name="connsiteY474" fmla="*/ 4512230 h 6858000"/>
              <a:gd name="connsiteX475" fmla="*/ 3653088 w 7467600"/>
              <a:gd name="connsiteY475" fmla="*/ 4521417 h 6858000"/>
              <a:gd name="connsiteX476" fmla="*/ 3988128 w 7467600"/>
              <a:gd name="connsiteY476" fmla="*/ 4817267 h 6858000"/>
              <a:gd name="connsiteX477" fmla="*/ 4830582 w 7467600"/>
              <a:gd name="connsiteY477" fmla="*/ 4676000 h 6858000"/>
              <a:gd name="connsiteX478" fmla="*/ 4830100 w 7467600"/>
              <a:gd name="connsiteY478" fmla="*/ 4675554 h 6858000"/>
              <a:gd name="connsiteX479" fmla="*/ 4036318 w 7467600"/>
              <a:gd name="connsiteY479" fmla="*/ 4147013 h 6858000"/>
              <a:gd name="connsiteX480" fmla="*/ 3432098 w 7467600"/>
              <a:gd name="connsiteY480" fmla="*/ 3537312 h 6858000"/>
              <a:gd name="connsiteX481" fmla="*/ 3446761 w 7467600"/>
              <a:gd name="connsiteY481" fmla="*/ 3461278 h 6858000"/>
              <a:gd name="connsiteX482" fmla="*/ 4419733 w 7467600"/>
              <a:gd name="connsiteY482" fmla="*/ 3963555 h 6858000"/>
              <a:gd name="connsiteX483" fmla="*/ 4781371 w 7467600"/>
              <a:gd name="connsiteY483" fmla="*/ 4458604 h 6858000"/>
              <a:gd name="connsiteX484" fmla="*/ 4780440 w 7467600"/>
              <a:gd name="connsiteY484" fmla="*/ 4470290 h 6858000"/>
              <a:gd name="connsiteX485" fmla="*/ 4898954 w 7467600"/>
              <a:gd name="connsiteY485" fmla="*/ 4662092 h 6858000"/>
              <a:gd name="connsiteX486" fmla="*/ 4900699 w 7467600"/>
              <a:gd name="connsiteY486" fmla="*/ 4670867 h 6858000"/>
              <a:gd name="connsiteX487" fmla="*/ 5714511 w 7467600"/>
              <a:gd name="connsiteY487" fmla="*/ 4663483 h 6858000"/>
              <a:gd name="connsiteX488" fmla="*/ 5464793 w 7467600"/>
              <a:gd name="connsiteY488" fmla="*/ 4393556 h 6858000"/>
              <a:gd name="connsiteX489" fmla="*/ 5461897 w 7467600"/>
              <a:gd name="connsiteY489" fmla="*/ 4390879 h 6858000"/>
              <a:gd name="connsiteX490" fmla="*/ 4294126 w 7467600"/>
              <a:gd name="connsiteY490" fmla="*/ 3303048 h 6858000"/>
              <a:gd name="connsiteX491" fmla="*/ 4305321 w 7467600"/>
              <a:gd name="connsiteY491" fmla="*/ 3256953 h 6858000"/>
              <a:gd name="connsiteX492" fmla="*/ 4949299 w 7467600"/>
              <a:gd name="connsiteY492" fmla="*/ 3766336 h 6858000"/>
              <a:gd name="connsiteX493" fmla="*/ 5291452 w 7467600"/>
              <a:gd name="connsiteY493" fmla="*/ 4076801 h 6858000"/>
              <a:gd name="connsiteX494" fmla="*/ 5434998 w 7467600"/>
              <a:gd name="connsiteY494" fmla="*/ 4254100 h 6858000"/>
              <a:gd name="connsiteX495" fmla="*/ 5351015 w 7467600"/>
              <a:gd name="connsiteY495" fmla="*/ 3760989 h 6858000"/>
              <a:gd name="connsiteX496" fmla="*/ 5413780 w 7467600"/>
              <a:gd name="connsiteY496" fmla="*/ 2966265 h 6858000"/>
              <a:gd name="connsiteX497" fmla="*/ 5425627 w 7467600"/>
              <a:gd name="connsiteY497" fmla="*/ 2954192 h 6858000"/>
              <a:gd name="connsiteX498" fmla="*/ 6604735 w 7467600"/>
              <a:gd name="connsiteY498" fmla="*/ 2041381 h 6858000"/>
              <a:gd name="connsiteX499" fmla="*/ 7204487 w 7467600"/>
              <a:gd name="connsiteY499" fmla="*/ 2742112 h 6858000"/>
              <a:gd name="connsiteX500" fmla="*/ 7131592 w 7467600"/>
              <a:gd name="connsiteY500" fmla="*/ 2672096 h 6858000"/>
              <a:gd name="connsiteX501" fmla="*/ 6996344 w 7467600"/>
              <a:gd name="connsiteY501" fmla="*/ 2518310 h 6858000"/>
              <a:gd name="connsiteX502" fmla="*/ 6735495 w 7467600"/>
              <a:gd name="connsiteY502" fmla="*/ 2196890 h 6858000"/>
              <a:gd name="connsiteX503" fmla="*/ 6721901 w 7467600"/>
              <a:gd name="connsiteY503" fmla="*/ 2179274 h 6858000"/>
              <a:gd name="connsiteX504" fmla="*/ 6604735 w 7467600"/>
              <a:gd name="connsiteY504" fmla="*/ 2041381 h 6858000"/>
              <a:gd name="connsiteX505" fmla="*/ 6591670 w 7467600"/>
              <a:gd name="connsiteY505" fmla="*/ 1988277 h 6858000"/>
              <a:gd name="connsiteX506" fmla="*/ 6747349 w 7467600"/>
              <a:gd name="connsiteY506" fmla="*/ 2160069 h 6858000"/>
              <a:gd name="connsiteX507" fmla="*/ 6760943 w 7467600"/>
              <a:gd name="connsiteY507" fmla="*/ 2177686 h 6858000"/>
              <a:gd name="connsiteX508" fmla="*/ 7021065 w 7467600"/>
              <a:gd name="connsiteY508" fmla="*/ 2498102 h 6858000"/>
              <a:gd name="connsiteX509" fmla="*/ 7155223 w 7467600"/>
              <a:gd name="connsiteY509" fmla="*/ 2650386 h 6858000"/>
              <a:gd name="connsiteX510" fmla="*/ 7203167 w 7467600"/>
              <a:gd name="connsiteY510" fmla="*/ 2697288 h 6858000"/>
              <a:gd name="connsiteX511" fmla="*/ 6937703 w 7467600"/>
              <a:gd name="connsiteY511" fmla="*/ 2321981 h 6858000"/>
              <a:gd name="connsiteX512" fmla="*/ 6591670 w 7467600"/>
              <a:gd name="connsiteY512" fmla="*/ 1988277 h 6858000"/>
              <a:gd name="connsiteX513" fmla="*/ 5798671 w 7467600"/>
              <a:gd name="connsiteY513" fmla="*/ 1981601 h 6858000"/>
              <a:gd name="connsiteX514" fmla="*/ 5754709 w 7467600"/>
              <a:gd name="connsiteY514" fmla="*/ 2071454 h 6858000"/>
              <a:gd name="connsiteX515" fmla="*/ 5763044 w 7467600"/>
              <a:gd name="connsiteY515" fmla="*/ 2842206 h 6858000"/>
              <a:gd name="connsiteX516" fmla="*/ 5764974 w 7467600"/>
              <a:gd name="connsiteY516" fmla="*/ 2799609 h 6858000"/>
              <a:gd name="connsiteX517" fmla="*/ 5767665 w 7467600"/>
              <a:gd name="connsiteY517" fmla="*/ 2666409 h 6858000"/>
              <a:gd name="connsiteX518" fmla="*/ 5763055 w 7467600"/>
              <a:gd name="connsiteY518" fmla="*/ 2579705 h 6858000"/>
              <a:gd name="connsiteX519" fmla="*/ 5758079 w 7467600"/>
              <a:gd name="connsiteY519" fmla="*/ 2492508 h 6858000"/>
              <a:gd name="connsiteX520" fmla="*/ 5779325 w 7467600"/>
              <a:gd name="connsiteY520" fmla="*/ 2197069 h 6858000"/>
              <a:gd name="connsiteX521" fmla="*/ 5798671 w 7467600"/>
              <a:gd name="connsiteY521" fmla="*/ 1981601 h 6858000"/>
              <a:gd name="connsiteX522" fmla="*/ 5829202 w 7467600"/>
              <a:gd name="connsiteY522" fmla="*/ 1971679 h 6858000"/>
              <a:gd name="connsiteX523" fmla="*/ 5809558 w 7467600"/>
              <a:gd name="connsiteY523" fmla="*/ 2198043 h 6858000"/>
              <a:gd name="connsiteX524" fmla="*/ 5788653 w 7467600"/>
              <a:gd name="connsiteY524" fmla="*/ 2489430 h 6858000"/>
              <a:gd name="connsiteX525" fmla="*/ 5793439 w 7467600"/>
              <a:gd name="connsiteY525" fmla="*/ 2575235 h 6858000"/>
              <a:gd name="connsiteX526" fmla="*/ 5796837 w 7467600"/>
              <a:gd name="connsiteY526" fmla="*/ 2637633 h 6858000"/>
              <a:gd name="connsiteX527" fmla="*/ 5818614 w 7467600"/>
              <a:gd name="connsiteY527" fmla="*/ 2473055 h 6858000"/>
              <a:gd name="connsiteX528" fmla="*/ 5829202 w 7467600"/>
              <a:gd name="connsiteY528" fmla="*/ 1971679 h 6858000"/>
              <a:gd name="connsiteX529" fmla="*/ 5911389 w 7467600"/>
              <a:gd name="connsiteY529" fmla="*/ 1898371 h 6858000"/>
              <a:gd name="connsiteX530" fmla="*/ 6237627 w 7467600"/>
              <a:gd name="connsiteY530" fmla="*/ 2231921 h 6858000"/>
              <a:gd name="connsiteX531" fmla="*/ 5911389 w 7467600"/>
              <a:gd name="connsiteY531" fmla="*/ 1898371 h 6858000"/>
              <a:gd name="connsiteX532" fmla="*/ 6944437 w 7467600"/>
              <a:gd name="connsiteY532" fmla="*/ 1575402 h 6858000"/>
              <a:gd name="connsiteX533" fmla="*/ 6304730 w 7467600"/>
              <a:gd name="connsiteY533" fmla="*/ 1766654 h 6858000"/>
              <a:gd name="connsiteX534" fmla="*/ 6944437 w 7467600"/>
              <a:gd name="connsiteY534" fmla="*/ 1575402 h 6858000"/>
              <a:gd name="connsiteX535" fmla="*/ 7019523 w 7467600"/>
              <a:gd name="connsiteY535" fmla="*/ 1519450 h 6858000"/>
              <a:gd name="connsiteX536" fmla="*/ 6298091 w 7467600"/>
              <a:gd name="connsiteY536" fmla="*/ 1737122 h 6858000"/>
              <a:gd name="connsiteX537" fmla="*/ 7019523 w 7467600"/>
              <a:gd name="connsiteY537" fmla="*/ 1519450 h 6858000"/>
              <a:gd name="connsiteX538" fmla="*/ 2399523 w 7467600"/>
              <a:gd name="connsiteY538" fmla="*/ 1428234 h 6858000"/>
              <a:gd name="connsiteX539" fmla="*/ 2224982 w 7467600"/>
              <a:gd name="connsiteY539" fmla="*/ 1826201 h 6858000"/>
              <a:gd name="connsiteX540" fmla="*/ 2096099 w 7467600"/>
              <a:gd name="connsiteY540" fmla="*/ 2345900 h 6858000"/>
              <a:gd name="connsiteX541" fmla="*/ 2283317 w 7467600"/>
              <a:gd name="connsiteY541" fmla="*/ 1796925 h 6858000"/>
              <a:gd name="connsiteX542" fmla="*/ 2399523 w 7467600"/>
              <a:gd name="connsiteY542" fmla="*/ 1428234 h 6858000"/>
              <a:gd name="connsiteX543" fmla="*/ 2448558 w 7467600"/>
              <a:gd name="connsiteY543" fmla="*/ 1373435 h 6858000"/>
              <a:gd name="connsiteX544" fmla="*/ 2312521 w 7467600"/>
              <a:gd name="connsiteY544" fmla="*/ 1806140 h 6858000"/>
              <a:gd name="connsiteX545" fmla="*/ 2127533 w 7467600"/>
              <a:gd name="connsiteY545" fmla="*/ 2348380 h 6858000"/>
              <a:gd name="connsiteX546" fmla="*/ 2358080 w 7467600"/>
              <a:gd name="connsiteY546" fmla="*/ 1866134 h 6858000"/>
              <a:gd name="connsiteX547" fmla="*/ 2407436 w 7467600"/>
              <a:gd name="connsiteY547" fmla="*/ 1651070 h 6858000"/>
              <a:gd name="connsiteX548" fmla="*/ 2448558 w 7467600"/>
              <a:gd name="connsiteY548" fmla="*/ 1373435 h 6858000"/>
              <a:gd name="connsiteX549" fmla="*/ 278707 w 7467600"/>
              <a:gd name="connsiteY549" fmla="*/ 1352270 h 6858000"/>
              <a:gd name="connsiteX550" fmla="*/ 321570 w 7467600"/>
              <a:gd name="connsiteY550" fmla="*/ 1861610 h 6858000"/>
              <a:gd name="connsiteX551" fmla="*/ 294281 w 7467600"/>
              <a:gd name="connsiteY551" fmla="*/ 1440658 h 6858000"/>
              <a:gd name="connsiteX552" fmla="*/ 278707 w 7467600"/>
              <a:gd name="connsiteY552" fmla="*/ 1352270 h 6858000"/>
              <a:gd name="connsiteX553" fmla="*/ 1423821 w 7467600"/>
              <a:gd name="connsiteY553" fmla="*/ 1351958 h 6858000"/>
              <a:gd name="connsiteX554" fmla="*/ 1638521 w 7467600"/>
              <a:gd name="connsiteY554" fmla="*/ 1908470 h 6858000"/>
              <a:gd name="connsiteX555" fmla="*/ 1754199 w 7467600"/>
              <a:gd name="connsiteY555" fmla="*/ 2149284 h 6858000"/>
              <a:gd name="connsiteX556" fmla="*/ 1908359 w 7467600"/>
              <a:gd name="connsiteY556" fmla="*/ 2364988 h 6858000"/>
              <a:gd name="connsiteX557" fmla="*/ 1647661 w 7467600"/>
              <a:gd name="connsiteY557" fmla="*/ 1825945 h 6858000"/>
              <a:gd name="connsiteX558" fmla="*/ 1423821 w 7467600"/>
              <a:gd name="connsiteY558" fmla="*/ 1351958 h 6858000"/>
              <a:gd name="connsiteX559" fmla="*/ 1431890 w 7467600"/>
              <a:gd name="connsiteY559" fmla="*/ 1306475 h 6858000"/>
              <a:gd name="connsiteX560" fmla="*/ 1507597 w 7467600"/>
              <a:gd name="connsiteY560" fmla="*/ 1446132 h 6858000"/>
              <a:gd name="connsiteX561" fmla="*/ 1674586 w 7467600"/>
              <a:gd name="connsiteY561" fmla="*/ 1813832 h 6858000"/>
              <a:gd name="connsiteX562" fmla="*/ 1815950 w 7467600"/>
              <a:gd name="connsiteY562" fmla="*/ 2128564 h 6858000"/>
              <a:gd name="connsiteX563" fmla="*/ 1984242 w 7467600"/>
              <a:gd name="connsiteY563" fmla="*/ 2430829 h 6858000"/>
              <a:gd name="connsiteX564" fmla="*/ 2014023 w 7467600"/>
              <a:gd name="connsiteY564" fmla="*/ 2450995 h 6858000"/>
              <a:gd name="connsiteX565" fmla="*/ 1747337 w 7467600"/>
              <a:gd name="connsiteY565" fmla="*/ 1855264 h 6858000"/>
              <a:gd name="connsiteX566" fmla="*/ 1533749 w 7467600"/>
              <a:gd name="connsiteY566" fmla="*/ 1478656 h 6858000"/>
              <a:gd name="connsiteX567" fmla="*/ 1431890 w 7467600"/>
              <a:gd name="connsiteY567" fmla="*/ 1306475 h 6858000"/>
              <a:gd name="connsiteX568" fmla="*/ 5052692 w 7467600"/>
              <a:gd name="connsiteY568" fmla="*/ 1292994 h 6858000"/>
              <a:gd name="connsiteX569" fmla="*/ 5200661 w 7467600"/>
              <a:gd name="connsiteY569" fmla="*/ 1635186 h 6858000"/>
              <a:gd name="connsiteX570" fmla="*/ 5297138 w 7467600"/>
              <a:gd name="connsiteY570" fmla="*/ 1906351 h 6858000"/>
              <a:gd name="connsiteX571" fmla="*/ 5052692 w 7467600"/>
              <a:gd name="connsiteY571" fmla="*/ 1292994 h 6858000"/>
              <a:gd name="connsiteX572" fmla="*/ 5009948 w 7467600"/>
              <a:gd name="connsiteY572" fmla="*/ 1273619 h 6858000"/>
              <a:gd name="connsiteX573" fmla="*/ 5121777 w 7467600"/>
              <a:gd name="connsiteY573" fmla="*/ 1654213 h 6858000"/>
              <a:gd name="connsiteX574" fmla="*/ 5293545 w 7467600"/>
              <a:gd name="connsiteY574" fmla="*/ 2072247 h 6858000"/>
              <a:gd name="connsiteX575" fmla="*/ 5294042 w 7467600"/>
              <a:gd name="connsiteY575" fmla="*/ 2065019 h 6858000"/>
              <a:gd name="connsiteX576" fmla="*/ 5171936 w 7467600"/>
              <a:gd name="connsiteY576" fmla="*/ 1647613 h 6858000"/>
              <a:gd name="connsiteX577" fmla="*/ 5009948 w 7467600"/>
              <a:gd name="connsiteY577" fmla="*/ 1273619 h 6858000"/>
              <a:gd name="connsiteX578" fmla="*/ 655236 w 7467600"/>
              <a:gd name="connsiteY578" fmla="*/ 1268632 h 6858000"/>
              <a:gd name="connsiteX579" fmla="*/ 839521 w 7467600"/>
              <a:gd name="connsiteY579" fmla="*/ 1685315 h 6858000"/>
              <a:gd name="connsiteX580" fmla="*/ 1109416 w 7467600"/>
              <a:gd name="connsiteY580" fmla="*/ 2061663 h 6858000"/>
              <a:gd name="connsiteX581" fmla="*/ 1298300 w 7467600"/>
              <a:gd name="connsiteY581" fmla="*/ 2247742 h 6858000"/>
              <a:gd name="connsiteX582" fmla="*/ 1125871 w 7467600"/>
              <a:gd name="connsiteY582" fmla="*/ 1989513 h 6858000"/>
              <a:gd name="connsiteX583" fmla="*/ 981574 w 7467600"/>
              <a:gd name="connsiteY583" fmla="*/ 1783157 h 6858000"/>
              <a:gd name="connsiteX584" fmla="*/ 922198 w 7467600"/>
              <a:gd name="connsiteY584" fmla="*/ 1677437 h 6858000"/>
              <a:gd name="connsiteX585" fmla="*/ 869293 w 7467600"/>
              <a:gd name="connsiteY585" fmla="*/ 1583214 h 6858000"/>
              <a:gd name="connsiteX586" fmla="*/ 751431 w 7467600"/>
              <a:gd name="connsiteY586" fmla="*/ 1405731 h 6858000"/>
              <a:gd name="connsiteX587" fmla="*/ 655236 w 7467600"/>
              <a:gd name="connsiteY587" fmla="*/ 1268632 h 6858000"/>
              <a:gd name="connsiteX588" fmla="*/ 6516292 w 7467600"/>
              <a:gd name="connsiteY588" fmla="*/ 1263064 h 6858000"/>
              <a:gd name="connsiteX589" fmla="*/ 5736320 w 7467600"/>
              <a:gd name="connsiteY589" fmla="*/ 1501803 h 6858000"/>
              <a:gd name="connsiteX590" fmla="*/ 6516292 w 7467600"/>
              <a:gd name="connsiteY590" fmla="*/ 1263064 h 6858000"/>
              <a:gd name="connsiteX591" fmla="*/ 291466 w 7467600"/>
              <a:gd name="connsiteY591" fmla="*/ 1250369 h 6858000"/>
              <a:gd name="connsiteX592" fmla="*/ 323180 w 7467600"/>
              <a:gd name="connsiteY592" fmla="*/ 1435283 h 6858000"/>
              <a:gd name="connsiteX593" fmla="*/ 349381 w 7467600"/>
              <a:gd name="connsiteY593" fmla="*/ 1875041 h 6858000"/>
              <a:gd name="connsiteX594" fmla="*/ 374363 w 7467600"/>
              <a:gd name="connsiteY594" fmla="*/ 1506494 h 6858000"/>
              <a:gd name="connsiteX595" fmla="*/ 302168 w 7467600"/>
              <a:gd name="connsiteY595" fmla="*/ 1274495 h 6858000"/>
              <a:gd name="connsiteX596" fmla="*/ 291466 w 7467600"/>
              <a:gd name="connsiteY596" fmla="*/ 1250369 h 6858000"/>
              <a:gd name="connsiteX597" fmla="*/ 678222 w 7467600"/>
              <a:gd name="connsiteY597" fmla="*/ 1248670 h 6858000"/>
              <a:gd name="connsiteX598" fmla="*/ 775536 w 7467600"/>
              <a:gd name="connsiteY598" fmla="*/ 1388015 h 6858000"/>
              <a:gd name="connsiteX599" fmla="*/ 894529 w 7467600"/>
              <a:gd name="connsiteY599" fmla="*/ 1567739 h 6858000"/>
              <a:gd name="connsiteX600" fmla="*/ 948000 w 7467600"/>
              <a:gd name="connsiteY600" fmla="*/ 1663088 h 6858000"/>
              <a:gd name="connsiteX601" fmla="*/ 1006812 w 7467600"/>
              <a:gd name="connsiteY601" fmla="*/ 1767683 h 6858000"/>
              <a:gd name="connsiteX602" fmla="*/ 1149133 w 7467600"/>
              <a:gd name="connsiteY602" fmla="*/ 1971513 h 6858000"/>
              <a:gd name="connsiteX603" fmla="*/ 1333952 w 7467600"/>
              <a:gd name="connsiteY603" fmla="*/ 2251620 h 6858000"/>
              <a:gd name="connsiteX604" fmla="*/ 1337329 w 7467600"/>
              <a:gd name="connsiteY604" fmla="*/ 2258350 h 6858000"/>
              <a:gd name="connsiteX605" fmla="*/ 1014726 w 7467600"/>
              <a:gd name="connsiteY605" fmla="*/ 1615556 h 6858000"/>
              <a:gd name="connsiteX606" fmla="*/ 678222 w 7467600"/>
              <a:gd name="connsiteY606" fmla="*/ 1248670 h 6858000"/>
              <a:gd name="connsiteX607" fmla="*/ 6691602 w 7467600"/>
              <a:gd name="connsiteY607" fmla="*/ 1140573 h 6858000"/>
              <a:gd name="connsiteX608" fmla="*/ 6571100 w 7467600"/>
              <a:gd name="connsiteY608" fmla="*/ 1183662 h 6858000"/>
              <a:gd name="connsiteX609" fmla="*/ 6241687 w 7467600"/>
              <a:gd name="connsiteY609" fmla="*/ 1257600 h 6858000"/>
              <a:gd name="connsiteX610" fmla="*/ 5693009 w 7467600"/>
              <a:gd name="connsiteY610" fmla="*/ 1478256 h 6858000"/>
              <a:gd name="connsiteX611" fmla="*/ 6548420 w 7467600"/>
              <a:gd name="connsiteY611" fmla="*/ 1214599 h 6858000"/>
              <a:gd name="connsiteX612" fmla="*/ 6605473 w 7467600"/>
              <a:gd name="connsiteY612" fmla="*/ 1184686 h 6858000"/>
              <a:gd name="connsiteX613" fmla="*/ 6691602 w 7467600"/>
              <a:gd name="connsiteY613" fmla="*/ 1140573 h 6858000"/>
              <a:gd name="connsiteX614" fmla="*/ 4002475 w 7467600"/>
              <a:gd name="connsiteY614" fmla="*/ 1037802 h 6858000"/>
              <a:gd name="connsiteX615" fmla="*/ 4000324 w 7467600"/>
              <a:gd name="connsiteY615" fmla="*/ 1039362 h 6858000"/>
              <a:gd name="connsiteX616" fmla="*/ 4002862 w 7467600"/>
              <a:gd name="connsiteY616" fmla="*/ 1042866 h 6858000"/>
              <a:gd name="connsiteX617" fmla="*/ 4002475 w 7467600"/>
              <a:gd name="connsiteY617" fmla="*/ 1037802 h 6858000"/>
              <a:gd name="connsiteX618" fmla="*/ 506322 w 7467600"/>
              <a:gd name="connsiteY618" fmla="*/ 1020997 h 6858000"/>
              <a:gd name="connsiteX619" fmla="*/ 533068 w 7467600"/>
              <a:gd name="connsiteY619" fmla="*/ 1029409 h 6858000"/>
              <a:gd name="connsiteX620" fmla="*/ 1232525 w 7467600"/>
              <a:gd name="connsiteY620" fmla="*/ 1804675 h 6858000"/>
              <a:gd name="connsiteX621" fmla="*/ 1388858 w 7467600"/>
              <a:gd name="connsiteY621" fmla="*/ 2368011 h 6858000"/>
              <a:gd name="connsiteX622" fmla="*/ 1384098 w 7467600"/>
              <a:gd name="connsiteY622" fmla="*/ 2378125 h 6858000"/>
              <a:gd name="connsiteX623" fmla="*/ 1425393 w 7467600"/>
              <a:gd name="connsiteY623" fmla="*/ 2589124 h 6858000"/>
              <a:gd name="connsiteX624" fmla="*/ 1424001 w 7467600"/>
              <a:gd name="connsiteY624" fmla="*/ 2597541 h 6858000"/>
              <a:gd name="connsiteX625" fmla="*/ 2152729 w 7467600"/>
              <a:gd name="connsiteY625" fmla="*/ 2864487 h 6858000"/>
              <a:gd name="connsiteX626" fmla="*/ 2020609 w 7467600"/>
              <a:gd name="connsiteY626" fmla="*/ 2539671 h 6858000"/>
              <a:gd name="connsiteX627" fmla="*/ 2018920 w 7467600"/>
              <a:gd name="connsiteY627" fmla="*/ 2536309 h 6858000"/>
              <a:gd name="connsiteX628" fmla="*/ 1342441 w 7467600"/>
              <a:gd name="connsiteY628" fmla="*/ 1173017 h 6858000"/>
              <a:gd name="connsiteX629" fmla="*/ 1367925 w 7467600"/>
              <a:gd name="connsiteY629" fmla="*/ 1135648 h 6858000"/>
              <a:gd name="connsiteX630" fmla="*/ 1771401 w 7467600"/>
              <a:gd name="connsiteY630" fmla="*/ 1806673 h 6858000"/>
              <a:gd name="connsiteX631" fmla="*/ 1972385 w 7467600"/>
              <a:gd name="connsiteY631" fmla="*/ 2198735 h 6858000"/>
              <a:gd name="connsiteX632" fmla="*/ 2040892 w 7467600"/>
              <a:gd name="connsiteY632" fmla="*/ 2405205 h 6858000"/>
              <a:gd name="connsiteX633" fmla="*/ 2131689 w 7467600"/>
              <a:gd name="connsiteY633" fmla="*/ 1936926 h 6858000"/>
              <a:gd name="connsiteX634" fmla="*/ 2454820 w 7467600"/>
              <a:gd name="connsiteY634" fmla="*/ 1248808 h 6858000"/>
              <a:gd name="connsiteX635" fmla="*/ 2492512 w 7467600"/>
              <a:gd name="connsiteY635" fmla="*/ 1302920 h 6858000"/>
              <a:gd name="connsiteX636" fmla="*/ 2081216 w 7467600"/>
              <a:gd name="connsiteY636" fmla="*/ 2527513 h 6858000"/>
              <a:gd name="connsiteX637" fmla="*/ 2081211 w 7467600"/>
              <a:gd name="connsiteY637" fmla="*/ 2528916 h 6858000"/>
              <a:gd name="connsiteX638" fmla="*/ 2199067 w 7467600"/>
              <a:gd name="connsiteY638" fmla="*/ 2884061 h 6858000"/>
              <a:gd name="connsiteX639" fmla="*/ 3192586 w 7467600"/>
              <a:gd name="connsiteY639" fmla="*/ 3411496 h 6858000"/>
              <a:gd name="connsiteX640" fmla="*/ 3182620 w 7467600"/>
              <a:gd name="connsiteY640" fmla="*/ 3483279 h 6858000"/>
              <a:gd name="connsiteX641" fmla="*/ 2435119 w 7467600"/>
              <a:gd name="connsiteY641" fmla="*/ 3080173 h 6858000"/>
              <a:gd name="connsiteX642" fmla="*/ 2410152 w 7467600"/>
              <a:gd name="connsiteY642" fmla="*/ 3063751 h 6858000"/>
              <a:gd name="connsiteX643" fmla="*/ 2408099 w 7467600"/>
              <a:gd name="connsiteY643" fmla="*/ 3064403 h 6858000"/>
              <a:gd name="connsiteX644" fmla="*/ 2407218 w 7467600"/>
              <a:gd name="connsiteY644" fmla="*/ 3070324 h 6858000"/>
              <a:gd name="connsiteX645" fmla="*/ 2380138 w 7467600"/>
              <a:gd name="connsiteY645" fmla="*/ 3099341 h 6858000"/>
              <a:gd name="connsiteX646" fmla="*/ 1765923 w 7467600"/>
              <a:gd name="connsiteY646" fmla="*/ 3581043 h 6858000"/>
              <a:gd name="connsiteX647" fmla="*/ 1702258 w 7467600"/>
              <a:gd name="connsiteY647" fmla="*/ 3612286 h 6858000"/>
              <a:gd name="connsiteX648" fmla="*/ 1538370 w 7467600"/>
              <a:gd name="connsiteY648" fmla="*/ 3811804 h 6858000"/>
              <a:gd name="connsiteX649" fmla="*/ 542867 w 7467600"/>
              <a:gd name="connsiteY649" fmla="*/ 4944092 h 6858000"/>
              <a:gd name="connsiteX650" fmla="*/ 515800 w 7467600"/>
              <a:gd name="connsiteY650" fmla="*/ 4862180 h 6858000"/>
              <a:gd name="connsiteX651" fmla="*/ 909145 w 7467600"/>
              <a:gd name="connsiteY651" fmla="*/ 4199225 h 6858000"/>
              <a:gd name="connsiteX652" fmla="*/ 1214067 w 7467600"/>
              <a:gd name="connsiteY652" fmla="*/ 3908561 h 6858000"/>
              <a:gd name="connsiteX653" fmla="*/ 640967 w 7467600"/>
              <a:gd name="connsiteY653" fmla="*/ 4105601 h 6858000"/>
              <a:gd name="connsiteX654" fmla="*/ 112563 w 7467600"/>
              <a:gd name="connsiteY654" fmla="*/ 4396952 h 6858000"/>
              <a:gd name="connsiteX655" fmla="*/ 0 w 7467600"/>
              <a:gd name="connsiteY655" fmla="*/ 4466006 h 6858000"/>
              <a:gd name="connsiteX656" fmla="*/ 0 w 7467600"/>
              <a:gd name="connsiteY656" fmla="*/ 4233763 h 6858000"/>
              <a:gd name="connsiteX657" fmla="*/ 36881 w 7467600"/>
              <a:gd name="connsiteY657" fmla="*/ 4200118 h 6858000"/>
              <a:gd name="connsiteX658" fmla="*/ 910534 w 7467600"/>
              <a:gd name="connsiteY658" fmla="*/ 3629753 h 6858000"/>
              <a:gd name="connsiteX659" fmla="*/ 1578717 w 7467600"/>
              <a:gd name="connsiteY659" fmla="*/ 3575982 h 6858000"/>
              <a:gd name="connsiteX660" fmla="*/ 2338780 w 7467600"/>
              <a:gd name="connsiteY660" fmla="*/ 3033725 h 6858000"/>
              <a:gd name="connsiteX661" fmla="*/ 1807991 w 7467600"/>
              <a:gd name="connsiteY661" fmla="*/ 2807184 h 6858000"/>
              <a:gd name="connsiteX662" fmla="*/ 1416358 w 7467600"/>
              <a:gd name="connsiteY662" fmla="*/ 3112571 h 6858000"/>
              <a:gd name="connsiteX663" fmla="*/ 939066 w 7467600"/>
              <a:gd name="connsiteY663" fmla="*/ 3378798 h 6858000"/>
              <a:gd name="connsiteX664" fmla="*/ 115099 w 7467600"/>
              <a:gd name="connsiteY664" fmla="*/ 3607650 h 6858000"/>
              <a:gd name="connsiteX665" fmla="*/ 97284 w 7467600"/>
              <a:gd name="connsiteY665" fmla="*/ 3520393 h 6858000"/>
              <a:gd name="connsiteX666" fmla="*/ 922050 w 7467600"/>
              <a:gd name="connsiteY666" fmla="*/ 3074867 h 6858000"/>
              <a:gd name="connsiteX667" fmla="*/ 1405265 w 7467600"/>
              <a:gd name="connsiteY667" fmla="*/ 3016319 h 6858000"/>
              <a:gd name="connsiteX668" fmla="*/ 1407512 w 7467600"/>
              <a:gd name="connsiteY668" fmla="*/ 3018001 h 6858000"/>
              <a:gd name="connsiteX669" fmla="*/ 1726266 w 7467600"/>
              <a:gd name="connsiteY669" fmla="*/ 2777274 h 6858000"/>
              <a:gd name="connsiteX670" fmla="*/ 625390 w 7467600"/>
              <a:gd name="connsiteY670" fmla="*/ 2514541 h 6858000"/>
              <a:gd name="connsiteX671" fmla="*/ 619799 w 7467600"/>
              <a:gd name="connsiteY671" fmla="*/ 2527180 h 6858000"/>
              <a:gd name="connsiteX672" fmla="*/ 310030 w 7467600"/>
              <a:gd name="connsiteY672" fmla="*/ 2771818 h 6858000"/>
              <a:gd name="connsiteX673" fmla="*/ 173877 w 7467600"/>
              <a:gd name="connsiteY673" fmla="*/ 2937056 h 6858000"/>
              <a:gd name="connsiteX674" fmla="*/ 77889 w 7467600"/>
              <a:gd name="connsiteY674" fmla="*/ 3138440 h 6858000"/>
              <a:gd name="connsiteX675" fmla="*/ 0 w 7467600"/>
              <a:gd name="connsiteY675" fmla="*/ 3271395 h 6858000"/>
              <a:gd name="connsiteX676" fmla="*/ 0 w 7467600"/>
              <a:gd name="connsiteY676" fmla="*/ 3153002 h 6858000"/>
              <a:gd name="connsiteX677" fmla="*/ 2386 w 7467600"/>
              <a:gd name="connsiteY677" fmla="*/ 3149203 h 6858000"/>
              <a:gd name="connsiteX678" fmla="*/ 89753 w 7467600"/>
              <a:gd name="connsiteY678" fmla="*/ 2987702 h 6858000"/>
              <a:gd name="connsiteX679" fmla="*/ 76869 w 7467600"/>
              <a:gd name="connsiteY679" fmla="*/ 3005404 h 6858000"/>
              <a:gd name="connsiteX680" fmla="*/ 32049 w 7467600"/>
              <a:gd name="connsiteY680" fmla="*/ 3065814 h 6858000"/>
              <a:gd name="connsiteX681" fmla="*/ 0 w 7467600"/>
              <a:gd name="connsiteY681" fmla="*/ 3108744 h 6858000"/>
              <a:gd name="connsiteX682" fmla="*/ 0 w 7467600"/>
              <a:gd name="connsiteY682" fmla="*/ 3058059 h 6858000"/>
              <a:gd name="connsiteX683" fmla="*/ 7610 w 7467600"/>
              <a:gd name="connsiteY683" fmla="*/ 3047889 h 6858000"/>
              <a:gd name="connsiteX684" fmla="*/ 52419 w 7467600"/>
              <a:gd name="connsiteY684" fmla="*/ 2987479 h 6858000"/>
              <a:gd name="connsiteX685" fmla="*/ 59142 w 7467600"/>
              <a:gd name="connsiteY685" fmla="*/ 2978488 h 6858000"/>
              <a:gd name="connsiteX686" fmla="*/ 0 w 7467600"/>
              <a:gd name="connsiteY686" fmla="*/ 3015334 h 6858000"/>
              <a:gd name="connsiteX687" fmla="*/ 0 w 7467600"/>
              <a:gd name="connsiteY687" fmla="*/ 2914286 h 6858000"/>
              <a:gd name="connsiteX688" fmla="*/ 36383 w 7467600"/>
              <a:gd name="connsiteY688" fmla="*/ 2901128 h 6858000"/>
              <a:gd name="connsiteX689" fmla="*/ 156329 w 7467600"/>
              <a:gd name="connsiteY689" fmla="*/ 2840533 h 6858000"/>
              <a:gd name="connsiteX690" fmla="*/ 358355 w 7467600"/>
              <a:gd name="connsiteY690" fmla="*/ 2620471 h 6858000"/>
              <a:gd name="connsiteX691" fmla="*/ 510577 w 7467600"/>
              <a:gd name="connsiteY691" fmla="*/ 2501244 h 6858000"/>
              <a:gd name="connsiteX692" fmla="*/ 211967 w 7467600"/>
              <a:gd name="connsiteY692" fmla="*/ 2479171 h 6858000"/>
              <a:gd name="connsiteX693" fmla="*/ 0 w 7467600"/>
              <a:gd name="connsiteY693" fmla="*/ 2476398 h 6858000"/>
              <a:gd name="connsiteX694" fmla="*/ 0 w 7467600"/>
              <a:gd name="connsiteY694" fmla="*/ 2389189 h 6858000"/>
              <a:gd name="connsiteX695" fmla="*/ 103062 w 7467600"/>
              <a:gd name="connsiteY695" fmla="*/ 2389518 h 6858000"/>
              <a:gd name="connsiteX696" fmla="*/ 510734 w 7467600"/>
              <a:gd name="connsiteY696" fmla="*/ 2416201 h 6858000"/>
              <a:gd name="connsiteX697" fmla="*/ 279257 w 7467600"/>
              <a:gd name="connsiteY697" fmla="*/ 2092102 h 6858000"/>
              <a:gd name="connsiteX698" fmla="*/ 65265 w 7467600"/>
              <a:gd name="connsiteY698" fmla="*/ 2006049 h 6858000"/>
              <a:gd name="connsiteX699" fmla="*/ 0 w 7467600"/>
              <a:gd name="connsiteY699" fmla="*/ 1982532 h 6858000"/>
              <a:gd name="connsiteX700" fmla="*/ 0 w 7467600"/>
              <a:gd name="connsiteY700" fmla="*/ 1912789 h 6858000"/>
              <a:gd name="connsiteX701" fmla="*/ 97460 w 7467600"/>
              <a:gd name="connsiteY701" fmla="*/ 1953725 h 6858000"/>
              <a:gd name="connsiteX702" fmla="*/ 221272 w 7467600"/>
              <a:gd name="connsiteY702" fmla="*/ 1980766 h 6858000"/>
              <a:gd name="connsiteX703" fmla="*/ 116765 w 7467600"/>
              <a:gd name="connsiteY703" fmla="*/ 1911033 h 6858000"/>
              <a:gd name="connsiteX704" fmla="*/ 16405 w 7467600"/>
              <a:gd name="connsiteY704" fmla="*/ 1803412 h 6858000"/>
              <a:gd name="connsiteX705" fmla="*/ 0 w 7467600"/>
              <a:gd name="connsiteY705" fmla="*/ 1784777 h 6858000"/>
              <a:gd name="connsiteX706" fmla="*/ 0 w 7467600"/>
              <a:gd name="connsiteY706" fmla="*/ 1740082 h 6858000"/>
              <a:gd name="connsiteX707" fmla="*/ 39394 w 7467600"/>
              <a:gd name="connsiteY707" fmla="*/ 1784856 h 6858000"/>
              <a:gd name="connsiteX708" fmla="*/ 135813 w 7467600"/>
              <a:gd name="connsiteY708" fmla="*/ 1888838 h 6858000"/>
              <a:gd name="connsiteX709" fmla="*/ 242575 w 7467600"/>
              <a:gd name="connsiteY709" fmla="*/ 1958841 h 6858000"/>
              <a:gd name="connsiteX710" fmla="*/ 82197 w 7467600"/>
              <a:gd name="connsiteY710" fmla="*/ 1754826 h 6858000"/>
              <a:gd name="connsiteX711" fmla="*/ 0 w 7467600"/>
              <a:gd name="connsiteY711" fmla="*/ 1679650 h 6858000"/>
              <a:gd name="connsiteX712" fmla="*/ 0 w 7467600"/>
              <a:gd name="connsiteY712" fmla="*/ 1602463 h 6858000"/>
              <a:gd name="connsiteX713" fmla="*/ 84689 w 7467600"/>
              <a:gd name="connsiteY713" fmla="*/ 1677442 h 6858000"/>
              <a:gd name="connsiteX714" fmla="*/ 298437 w 7467600"/>
              <a:gd name="connsiteY714" fmla="*/ 1968019 h 6858000"/>
              <a:gd name="connsiteX715" fmla="*/ 227269 w 7467600"/>
              <a:gd name="connsiteY715" fmla="*/ 1114064 h 6858000"/>
              <a:gd name="connsiteX716" fmla="*/ 248003 w 7467600"/>
              <a:gd name="connsiteY716" fmla="*/ 1089613 h 6858000"/>
              <a:gd name="connsiteX717" fmla="*/ 427020 w 7467600"/>
              <a:gd name="connsiteY717" fmla="*/ 1619803 h 6858000"/>
              <a:gd name="connsiteX718" fmla="*/ 340345 w 7467600"/>
              <a:gd name="connsiteY718" fmla="*/ 2027739 h 6858000"/>
              <a:gd name="connsiteX719" fmla="*/ 360865 w 7467600"/>
              <a:gd name="connsiteY719" fmla="*/ 2044827 h 6858000"/>
              <a:gd name="connsiteX720" fmla="*/ 560414 w 7467600"/>
              <a:gd name="connsiteY720" fmla="*/ 2421457 h 6858000"/>
              <a:gd name="connsiteX721" fmla="*/ 1359703 w 7467600"/>
              <a:gd name="connsiteY721" fmla="*/ 2578554 h 6858000"/>
              <a:gd name="connsiteX722" fmla="*/ 1359422 w 7467600"/>
              <a:gd name="connsiteY722" fmla="*/ 2577994 h 6858000"/>
              <a:gd name="connsiteX723" fmla="*/ 828701 w 7467600"/>
              <a:gd name="connsiteY723" fmla="*/ 1839520 h 6858000"/>
              <a:gd name="connsiteX724" fmla="*/ 494427 w 7467600"/>
              <a:gd name="connsiteY724" fmla="*/ 1092333 h 6858000"/>
              <a:gd name="connsiteX725" fmla="*/ 506322 w 7467600"/>
              <a:gd name="connsiteY725" fmla="*/ 1020997 h 6858000"/>
              <a:gd name="connsiteX726" fmla="*/ 4570198 w 7467600"/>
              <a:gd name="connsiteY726" fmla="*/ 978081 h 6858000"/>
              <a:gd name="connsiteX727" fmla="*/ 4523691 w 7467600"/>
              <a:gd name="connsiteY727" fmla="*/ 1127776 h 6858000"/>
              <a:gd name="connsiteX728" fmla="*/ 4509875 w 7467600"/>
              <a:gd name="connsiteY728" fmla="*/ 1167552 h 6858000"/>
              <a:gd name="connsiteX729" fmla="*/ 4478168 w 7467600"/>
              <a:gd name="connsiteY729" fmla="*/ 1260735 h 6858000"/>
              <a:gd name="connsiteX730" fmla="*/ 4409309 w 7467600"/>
              <a:gd name="connsiteY730" fmla="*/ 1666996 h 6858000"/>
              <a:gd name="connsiteX731" fmla="*/ 4370031 w 7467600"/>
              <a:gd name="connsiteY731" fmla="*/ 1955666 h 6858000"/>
              <a:gd name="connsiteX732" fmla="*/ 4570198 w 7467600"/>
              <a:gd name="connsiteY732" fmla="*/ 978081 h 6858000"/>
              <a:gd name="connsiteX733" fmla="*/ 4557898 w 7467600"/>
              <a:gd name="connsiteY733" fmla="*/ 900011 h 6858000"/>
              <a:gd name="connsiteX734" fmla="*/ 4344840 w 7467600"/>
              <a:gd name="connsiteY734" fmla="*/ 1922038 h 6858000"/>
              <a:gd name="connsiteX735" fmla="*/ 4378710 w 7467600"/>
              <a:gd name="connsiteY735" fmla="*/ 1665516 h 6858000"/>
              <a:gd name="connsiteX736" fmla="*/ 4448798 w 7467600"/>
              <a:gd name="connsiteY736" fmla="*/ 1253024 h 6858000"/>
              <a:gd name="connsiteX737" fmla="*/ 4480315 w 7467600"/>
              <a:gd name="connsiteY737" fmla="*/ 1158454 h 6858000"/>
              <a:gd name="connsiteX738" fmla="*/ 4494133 w 7467600"/>
              <a:gd name="connsiteY738" fmla="*/ 1118676 h 6858000"/>
              <a:gd name="connsiteX739" fmla="*/ 4557898 w 7467600"/>
              <a:gd name="connsiteY739" fmla="*/ 900011 h 6858000"/>
              <a:gd name="connsiteX740" fmla="*/ 5870151 w 7467600"/>
              <a:gd name="connsiteY740" fmla="*/ 898890 h 6858000"/>
              <a:gd name="connsiteX741" fmla="*/ 5861335 w 7467600"/>
              <a:gd name="connsiteY741" fmla="*/ 899177 h 6858000"/>
              <a:gd name="connsiteX742" fmla="*/ 5843702 w 7467600"/>
              <a:gd name="connsiteY742" fmla="*/ 899748 h 6858000"/>
              <a:gd name="connsiteX743" fmla="*/ 5651107 w 7467600"/>
              <a:gd name="connsiteY743" fmla="*/ 920306 h 6858000"/>
              <a:gd name="connsiteX744" fmla="*/ 5459407 w 7467600"/>
              <a:gd name="connsiteY744" fmla="*/ 940975 h 6858000"/>
              <a:gd name="connsiteX745" fmla="*/ 5374846 w 7467600"/>
              <a:gd name="connsiteY745" fmla="*/ 941988 h 6858000"/>
              <a:gd name="connsiteX746" fmla="*/ 5256105 w 7467600"/>
              <a:gd name="connsiteY746" fmla="*/ 945632 h 6858000"/>
              <a:gd name="connsiteX747" fmla="*/ 5107071 w 7467600"/>
              <a:gd name="connsiteY747" fmla="*/ 969720 h 6858000"/>
              <a:gd name="connsiteX748" fmla="*/ 4998681 w 7467600"/>
              <a:gd name="connsiteY748" fmla="*/ 988771 h 6858000"/>
              <a:gd name="connsiteX749" fmla="*/ 5870151 w 7467600"/>
              <a:gd name="connsiteY749" fmla="*/ 898890 h 6858000"/>
              <a:gd name="connsiteX750" fmla="*/ 5504425 w 7467600"/>
              <a:gd name="connsiteY750" fmla="*/ 848067 h 6858000"/>
              <a:gd name="connsiteX751" fmla="*/ 4968849 w 7467600"/>
              <a:gd name="connsiteY751" fmla="*/ 962318 h 6858000"/>
              <a:gd name="connsiteX752" fmla="*/ 5104039 w 7467600"/>
              <a:gd name="connsiteY752" fmla="*/ 940634 h 6858000"/>
              <a:gd name="connsiteX753" fmla="*/ 5256311 w 7467600"/>
              <a:gd name="connsiteY753" fmla="*/ 916490 h 6858000"/>
              <a:gd name="connsiteX754" fmla="*/ 5377381 w 7467600"/>
              <a:gd name="connsiteY754" fmla="*/ 912671 h 6858000"/>
              <a:gd name="connsiteX755" fmla="*/ 5460148 w 7467600"/>
              <a:gd name="connsiteY755" fmla="*/ 911442 h 6858000"/>
              <a:gd name="connsiteX756" fmla="*/ 5648971 w 7467600"/>
              <a:gd name="connsiteY756" fmla="*/ 891331 h 6858000"/>
              <a:gd name="connsiteX757" fmla="*/ 5844807 w 7467600"/>
              <a:gd name="connsiteY757" fmla="*/ 870718 h 6858000"/>
              <a:gd name="connsiteX758" fmla="*/ 5862975 w 7467600"/>
              <a:gd name="connsiteY758" fmla="*/ 869756 h 6858000"/>
              <a:gd name="connsiteX759" fmla="*/ 5920887 w 7467600"/>
              <a:gd name="connsiteY759" fmla="*/ 865929 h 6858000"/>
              <a:gd name="connsiteX760" fmla="*/ 5504425 w 7467600"/>
              <a:gd name="connsiteY760" fmla="*/ 848067 h 6858000"/>
              <a:gd name="connsiteX761" fmla="*/ 3607114 w 7467600"/>
              <a:gd name="connsiteY761" fmla="*/ 467441 h 6858000"/>
              <a:gd name="connsiteX762" fmla="*/ 3296242 w 7467600"/>
              <a:gd name="connsiteY762" fmla="*/ 807991 h 6858000"/>
              <a:gd name="connsiteX763" fmla="*/ 3174674 w 7467600"/>
              <a:gd name="connsiteY763" fmla="*/ 919759 h 6858000"/>
              <a:gd name="connsiteX764" fmla="*/ 3042978 w 7467600"/>
              <a:gd name="connsiteY764" fmla="*/ 1054894 h 6858000"/>
              <a:gd name="connsiteX765" fmla="*/ 2968914 w 7467600"/>
              <a:gd name="connsiteY765" fmla="*/ 1133756 h 6858000"/>
              <a:gd name="connsiteX766" fmla="*/ 3103823 w 7467600"/>
              <a:gd name="connsiteY766" fmla="*/ 1026814 h 6858000"/>
              <a:gd name="connsiteX767" fmla="*/ 3607114 w 7467600"/>
              <a:gd name="connsiteY767" fmla="*/ 467441 h 6858000"/>
              <a:gd name="connsiteX768" fmla="*/ 3744487 w 7467600"/>
              <a:gd name="connsiteY768" fmla="*/ 383136 h 6858000"/>
              <a:gd name="connsiteX769" fmla="*/ 3970213 w 7467600"/>
              <a:gd name="connsiteY769" fmla="*/ 995559 h 6858000"/>
              <a:gd name="connsiteX770" fmla="*/ 3744487 w 7467600"/>
              <a:gd name="connsiteY770" fmla="*/ 383136 h 6858000"/>
              <a:gd name="connsiteX771" fmla="*/ 3624562 w 7467600"/>
              <a:gd name="connsiteY771" fmla="*/ 367041 h 6858000"/>
              <a:gd name="connsiteX772" fmla="*/ 3489712 w 7467600"/>
              <a:gd name="connsiteY772" fmla="*/ 485386 h 6858000"/>
              <a:gd name="connsiteX773" fmla="*/ 3182994 w 7467600"/>
              <a:gd name="connsiteY773" fmla="*/ 828265 h 6858000"/>
              <a:gd name="connsiteX774" fmla="*/ 2892114 w 7467600"/>
              <a:gd name="connsiteY774" fmla="*/ 1172635 h 6858000"/>
              <a:gd name="connsiteX775" fmla="*/ 3021459 w 7467600"/>
              <a:gd name="connsiteY775" fmla="*/ 1035385 h 6858000"/>
              <a:gd name="connsiteX776" fmla="*/ 3153873 w 7467600"/>
              <a:gd name="connsiteY776" fmla="*/ 898971 h 6858000"/>
              <a:gd name="connsiteX777" fmla="*/ 3276511 w 7467600"/>
              <a:gd name="connsiteY777" fmla="*/ 786423 h 6858000"/>
              <a:gd name="connsiteX778" fmla="*/ 3584154 w 7467600"/>
              <a:gd name="connsiteY778" fmla="*/ 448218 h 6858000"/>
              <a:gd name="connsiteX779" fmla="*/ 3624562 w 7467600"/>
              <a:gd name="connsiteY779" fmla="*/ 367041 h 6858000"/>
              <a:gd name="connsiteX780" fmla="*/ 3766672 w 7467600"/>
              <a:gd name="connsiteY780" fmla="*/ 359429 h 6858000"/>
              <a:gd name="connsiteX781" fmla="*/ 3996338 w 7467600"/>
              <a:gd name="connsiteY781" fmla="*/ 968237 h 6858000"/>
              <a:gd name="connsiteX782" fmla="*/ 3766672 w 7467600"/>
              <a:gd name="connsiteY782" fmla="*/ 359429 h 6858000"/>
              <a:gd name="connsiteX783" fmla="*/ 5805386 w 7467600"/>
              <a:gd name="connsiteY783" fmla="*/ 239240 h 6858000"/>
              <a:gd name="connsiteX784" fmla="*/ 5736947 w 7467600"/>
              <a:gd name="connsiteY784" fmla="*/ 261367 h 6858000"/>
              <a:gd name="connsiteX785" fmla="*/ 5427012 w 7467600"/>
              <a:gd name="connsiteY785" fmla="*/ 311272 h 6858000"/>
              <a:gd name="connsiteX786" fmla="*/ 5147818 w 7467600"/>
              <a:gd name="connsiteY786" fmla="*/ 322112 h 6858000"/>
              <a:gd name="connsiteX787" fmla="*/ 5060854 w 7467600"/>
              <a:gd name="connsiteY787" fmla="*/ 311882 h 6858000"/>
              <a:gd name="connsiteX788" fmla="*/ 4945989 w 7467600"/>
              <a:gd name="connsiteY788" fmla="*/ 300516 h 6858000"/>
              <a:gd name="connsiteX789" fmla="*/ 5410479 w 7467600"/>
              <a:gd name="connsiteY789" fmla="*/ 348434 h 6858000"/>
              <a:gd name="connsiteX790" fmla="*/ 5805386 w 7467600"/>
              <a:gd name="connsiteY790" fmla="*/ 239240 h 6858000"/>
              <a:gd name="connsiteX791" fmla="*/ 5905192 w 7467600"/>
              <a:gd name="connsiteY791" fmla="*/ 163079 h 6858000"/>
              <a:gd name="connsiteX792" fmla="*/ 5865655 w 7467600"/>
              <a:gd name="connsiteY792" fmla="*/ 171901 h 6858000"/>
              <a:gd name="connsiteX793" fmla="*/ 5259740 w 7467600"/>
              <a:gd name="connsiteY793" fmla="*/ 257013 h 6858000"/>
              <a:gd name="connsiteX794" fmla="*/ 5208466 w 7467600"/>
              <a:gd name="connsiteY794" fmla="*/ 257550 h 6858000"/>
              <a:gd name="connsiteX795" fmla="*/ 4980204 w 7467600"/>
              <a:gd name="connsiteY795" fmla="*/ 271903 h 6858000"/>
              <a:gd name="connsiteX796" fmla="*/ 5068068 w 7467600"/>
              <a:gd name="connsiteY796" fmla="*/ 282244 h 6858000"/>
              <a:gd name="connsiteX797" fmla="*/ 5153231 w 7467600"/>
              <a:gd name="connsiteY797" fmla="*/ 292240 h 6858000"/>
              <a:gd name="connsiteX798" fmla="*/ 5426491 w 7467600"/>
              <a:gd name="connsiteY798" fmla="*/ 281128 h 6858000"/>
              <a:gd name="connsiteX799" fmla="*/ 5731212 w 7467600"/>
              <a:gd name="connsiteY799" fmla="*/ 231951 h 6858000"/>
              <a:gd name="connsiteX800" fmla="*/ 5905192 w 7467600"/>
              <a:gd name="connsiteY800" fmla="*/ 163079 h 6858000"/>
              <a:gd name="connsiteX801" fmla="*/ 5944437 w 7467600"/>
              <a:gd name="connsiteY801" fmla="*/ 113829 h 6858000"/>
              <a:gd name="connsiteX802" fmla="*/ 5825032 w 7467600"/>
              <a:gd name="connsiteY802" fmla="*/ 146405 h 6858000"/>
              <a:gd name="connsiteX803" fmla="*/ 4955599 w 7467600"/>
              <a:gd name="connsiteY803" fmla="*/ 247008 h 6858000"/>
              <a:gd name="connsiteX804" fmla="*/ 5210104 w 7467600"/>
              <a:gd name="connsiteY804" fmla="*/ 228123 h 6858000"/>
              <a:gd name="connsiteX805" fmla="*/ 5261015 w 7467600"/>
              <a:gd name="connsiteY805" fmla="*/ 227087 h 6858000"/>
              <a:gd name="connsiteX806" fmla="*/ 5861181 w 7467600"/>
              <a:gd name="connsiteY806" fmla="*/ 143093 h 6858000"/>
              <a:gd name="connsiteX807" fmla="*/ 5961252 w 7467600"/>
              <a:gd name="connsiteY807" fmla="*/ 114820 h 6858000"/>
              <a:gd name="connsiteX808" fmla="*/ 5944437 w 7467600"/>
              <a:gd name="connsiteY808" fmla="*/ 113829 h 6858000"/>
              <a:gd name="connsiteX809" fmla="*/ 3882765 w 7467600"/>
              <a:gd name="connsiteY809" fmla="*/ 0 h 6858000"/>
              <a:gd name="connsiteX810" fmla="*/ 3995099 w 7467600"/>
              <a:gd name="connsiteY810" fmla="*/ 0 h 6858000"/>
              <a:gd name="connsiteX811" fmla="*/ 4163818 w 7467600"/>
              <a:gd name="connsiteY811" fmla="*/ 234104 h 6858000"/>
              <a:gd name="connsiteX812" fmla="*/ 4172099 w 7467600"/>
              <a:gd name="connsiteY812" fmla="*/ 234207 h 6858000"/>
              <a:gd name="connsiteX813" fmla="*/ 4784282 w 7467600"/>
              <a:gd name="connsiteY813" fmla="*/ 276561 h 6858000"/>
              <a:gd name="connsiteX814" fmla="*/ 4801687 w 7467600"/>
              <a:gd name="connsiteY814" fmla="*/ 267764 h 6858000"/>
              <a:gd name="connsiteX815" fmla="*/ 6082788 w 7467600"/>
              <a:gd name="connsiteY815" fmla="*/ 64119 h 6858000"/>
              <a:gd name="connsiteX816" fmla="*/ 6099442 w 7467600"/>
              <a:gd name="connsiteY816" fmla="*/ 82568 h 6858000"/>
              <a:gd name="connsiteX817" fmla="*/ 4804137 w 7467600"/>
              <a:gd name="connsiteY817" fmla="*/ 320931 h 6858000"/>
              <a:gd name="connsiteX818" fmla="*/ 4227047 w 7467600"/>
              <a:gd name="connsiteY818" fmla="*/ 313415 h 6858000"/>
              <a:gd name="connsiteX819" fmla="*/ 4346041 w 7467600"/>
              <a:gd name="connsiteY819" fmla="*/ 456086 h 6858000"/>
              <a:gd name="connsiteX820" fmla="*/ 4870967 w 7467600"/>
              <a:gd name="connsiteY820" fmla="*/ 963061 h 6858000"/>
              <a:gd name="connsiteX821" fmla="*/ 4889647 w 7467600"/>
              <a:gd name="connsiteY821" fmla="*/ 957147 h 6858000"/>
              <a:gd name="connsiteX822" fmla="*/ 5422504 w 7467600"/>
              <a:gd name="connsiteY822" fmla="*/ 805191 h 6858000"/>
              <a:gd name="connsiteX823" fmla="*/ 6087656 w 7467600"/>
              <a:gd name="connsiteY823" fmla="*/ 826703 h 6858000"/>
              <a:gd name="connsiteX824" fmla="*/ 6058717 w 7467600"/>
              <a:gd name="connsiteY824" fmla="*/ 865992 h 6858000"/>
              <a:gd name="connsiteX825" fmla="*/ 4974153 w 7467600"/>
              <a:gd name="connsiteY825" fmla="*/ 1045456 h 6858000"/>
              <a:gd name="connsiteX826" fmla="*/ 5627835 w 7467600"/>
              <a:gd name="connsiteY826" fmla="*/ 1472077 h 6858000"/>
              <a:gd name="connsiteX827" fmla="*/ 5629817 w 7467600"/>
              <a:gd name="connsiteY827" fmla="*/ 1471412 h 6858000"/>
              <a:gd name="connsiteX828" fmla="*/ 5634124 w 7467600"/>
              <a:gd name="connsiteY828" fmla="*/ 1470572 h 6858000"/>
              <a:gd name="connsiteX829" fmla="*/ 5755832 w 7467600"/>
              <a:gd name="connsiteY829" fmla="*/ 1383886 h 6858000"/>
              <a:gd name="connsiteX830" fmla="*/ 6014186 w 7467600"/>
              <a:gd name="connsiteY830" fmla="*/ 1279799 h 6858000"/>
              <a:gd name="connsiteX831" fmla="*/ 6901619 w 7467600"/>
              <a:gd name="connsiteY831" fmla="*/ 1047874 h 6858000"/>
              <a:gd name="connsiteX832" fmla="*/ 6931566 w 7467600"/>
              <a:gd name="connsiteY832" fmla="*/ 1062034 h 6858000"/>
              <a:gd name="connsiteX833" fmla="*/ 5790982 w 7467600"/>
              <a:gd name="connsiteY833" fmla="*/ 1561380 h 6858000"/>
              <a:gd name="connsiteX834" fmla="*/ 6188971 w 7467600"/>
              <a:gd name="connsiteY834" fmla="*/ 1755168 h 6858000"/>
              <a:gd name="connsiteX835" fmla="*/ 6202446 w 7467600"/>
              <a:gd name="connsiteY835" fmla="*/ 1752268 h 6858000"/>
              <a:gd name="connsiteX836" fmla="*/ 7179560 w 7467600"/>
              <a:gd name="connsiteY836" fmla="*/ 1467551 h 6858000"/>
              <a:gd name="connsiteX837" fmla="*/ 7158730 w 7467600"/>
              <a:gd name="connsiteY837" fmla="*/ 1507835 h 6858000"/>
              <a:gd name="connsiteX838" fmla="*/ 6326959 w 7467600"/>
              <a:gd name="connsiteY838" fmla="*/ 1817686 h 6858000"/>
              <a:gd name="connsiteX839" fmla="*/ 6537433 w 7467600"/>
              <a:gd name="connsiteY839" fmla="*/ 1907790 h 6858000"/>
              <a:gd name="connsiteX840" fmla="*/ 6550221 w 7467600"/>
              <a:gd name="connsiteY840" fmla="*/ 1910729 h 6858000"/>
              <a:gd name="connsiteX841" fmla="*/ 6964438 w 7467600"/>
              <a:gd name="connsiteY841" fmla="*/ 2209505 h 6858000"/>
              <a:gd name="connsiteX842" fmla="*/ 7367862 w 7467600"/>
              <a:gd name="connsiteY842" fmla="*/ 2806833 h 6858000"/>
              <a:gd name="connsiteX843" fmla="*/ 7364329 w 7467600"/>
              <a:gd name="connsiteY843" fmla="*/ 2826907 h 6858000"/>
              <a:gd name="connsiteX844" fmla="*/ 7290545 w 7467600"/>
              <a:gd name="connsiteY844" fmla="*/ 2850663 h 6858000"/>
              <a:gd name="connsiteX845" fmla="*/ 6472036 w 7467600"/>
              <a:gd name="connsiteY845" fmla="*/ 1959003 h 6858000"/>
              <a:gd name="connsiteX846" fmla="*/ 5792897 w 7467600"/>
              <a:gd name="connsiteY846" fmla="*/ 1647747 h 6858000"/>
              <a:gd name="connsiteX847" fmla="*/ 5842751 w 7467600"/>
              <a:gd name="connsiteY847" fmla="*/ 1816112 h 6858000"/>
              <a:gd name="connsiteX848" fmla="*/ 5847424 w 7467600"/>
              <a:gd name="connsiteY848" fmla="*/ 1815776 h 6858000"/>
              <a:gd name="connsiteX849" fmla="*/ 6399821 w 7467600"/>
              <a:gd name="connsiteY849" fmla="*/ 2344799 h 6858000"/>
              <a:gd name="connsiteX850" fmla="*/ 6323232 w 7467600"/>
              <a:gd name="connsiteY850" fmla="*/ 2389634 h 6858000"/>
              <a:gd name="connsiteX851" fmla="*/ 5942958 w 7467600"/>
              <a:gd name="connsiteY851" fmla="*/ 2077708 h 6858000"/>
              <a:gd name="connsiteX852" fmla="*/ 5921559 w 7467600"/>
              <a:gd name="connsiteY852" fmla="*/ 2378596 h 6858000"/>
              <a:gd name="connsiteX853" fmla="*/ 5817651 w 7467600"/>
              <a:gd name="connsiteY853" fmla="*/ 3023919 h 6858000"/>
              <a:gd name="connsiteX854" fmla="*/ 5729634 w 7467600"/>
              <a:gd name="connsiteY854" fmla="*/ 3051849 h 6858000"/>
              <a:gd name="connsiteX855" fmla="*/ 5611018 w 7467600"/>
              <a:gd name="connsiteY855" fmla="*/ 2316769 h 6858000"/>
              <a:gd name="connsiteX856" fmla="*/ 5687608 w 7467600"/>
              <a:gd name="connsiteY856" fmla="*/ 2039972 h 6858000"/>
              <a:gd name="connsiteX857" fmla="*/ 5657554 w 7467600"/>
              <a:gd name="connsiteY857" fmla="*/ 1576445 h 6858000"/>
              <a:gd name="connsiteX858" fmla="*/ 5150475 w 7467600"/>
              <a:gd name="connsiteY858" fmla="*/ 1274012 h 6858000"/>
              <a:gd name="connsiteX859" fmla="*/ 5349142 w 7467600"/>
              <a:gd name="connsiteY859" fmla="*/ 2204405 h 6858000"/>
              <a:gd name="connsiteX860" fmla="*/ 5262214 w 7467600"/>
              <a:gd name="connsiteY860" fmla="*/ 2233836 h 6858000"/>
              <a:gd name="connsiteX861" fmla="*/ 4981539 w 7467600"/>
              <a:gd name="connsiteY861" fmla="*/ 1542201 h 6858000"/>
              <a:gd name="connsiteX862" fmla="*/ 4958461 w 7467600"/>
              <a:gd name="connsiteY862" fmla="*/ 1136957 h 6858000"/>
              <a:gd name="connsiteX863" fmla="*/ 4655015 w 7467600"/>
              <a:gd name="connsiteY863" fmla="*/ 891426 h 6858000"/>
              <a:gd name="connsiteX864" fmla="*/ 4348002 w 7467600"/>
              <a:gd name="connsiteY864" fmla="*/ 2205895 h 6858000"/>
              <a:gd name="connsiteX865" fmla="*/ 4262250 w 7467600"/>
              <a:gd name="connsiteY865" fmla="*/ 2219972 h 6858000"/>
              <a:gd name="connsiteX866" fmla="*/ 4550611 w 7467600"/>
              <a:gd name="connsiteY866" fmla="*/ 817540 h 6858000"/>
              <a:gd name="connsiteX867" fmla="*/ 4564418 w 7467600"/>
              <a:gd name="connsiteY867" fmla="*/ 808293 h 6858000"/>
              <a:gd name="connsiteX868" fmla="*/ 4266388 w 7467600"/>
              <a:gd name="connsiteY868" fmla="*/ 500083 h 6858000"/>
              <a:gd name="connsiteX869" fmla="*/ 4032842 w 7467600"/>
              <a:gd name="connsiteY869" fmla="*/ 211809 h 6858000"/>
              <a:gd name="connsiteX870" fmla="*/ 3882765 w 7467600"/>
              <a:gd name="connsiteY870" fmla="*/ 0 h 6858000"/>
              <a:gd name="connsiteX871" fmla="*/ 3721337 w 7467600"/>
              <a:gd name="connsiteY871" fmla="*/ 0 h 6858000"/>
              <a:gd name="connsiteX872" fmla="*/ 3797544 w 7467600"/>
              <a:gd name="connsiteY872" fmla="*/ 0 h 6858000"/>
              <a:gd name="connsiteX873" fmla="*/ 3775734 w 7467600"/>
              <a:gd name="connsiteY873" fmla="*/ 95131 h 6858000"/>
              <a:gd name="connsiteX874" fmla="*/ 3724807 w 7467600"/>
              <a:gd name="connsiteY874" fmla="*/ 272257 h 6858000"/>
              <a:gd name="connsiteX875" fmla="*/ 3726844 w 7467600"/>
              <a:gd name="connsiteY875" fmla="*/ 282988 h 6858000"/>
              <a:gd name="connsiteX876" fmla="*/ 3742664 w 7467600"/>
              <a:gd name="connsiteY876" fmla="*/ 279918 h 6858000"/>
              <a:gd name="connsiteX877" fmla="*/ 4103910 w 7467600"/>
              <a:gd name="connsiteY877" fmla="*/ 1161917 h 6858000"/>
              <a:gd name="connsiteX878" fmla="*/ 4020269 w 7467600"/>
              <a:gd name="connsiteY878" fmla="*/ 1200406 h 6858000"/>
              <a:gd name="connsiteX879" fmla="*/ 3674882 w 7467600"/>
              <a:gd name="connsiteY879" fmla="*/ 488524 h 6858000"/>
              <a:gd name="connsiteX880" fmla="*/ 3132682 w 7467600"/>
              <a:gd name="connsiteY880" fmla="*/ 1072284 h 6858000"/>
              <a:gd name="connsiteX881" fmla="*/ 2716346 w 7467600"/>
              <a:gd name="connsiteY881" fmla="*/ 1276376 h 6858000"/>
              <a:gd name="connsiteX882" fmla="*/ 2716772 w 7467600"/>
              <a:gd name="connsiteY882" fmla="*/ 1255462 h 6858000"/>
              <a:gd name="connsiteX883" fmla="*/ 3471096 w 7467600"/>
              <a:gd name="connsiteY883" fmla="*/ 437072 h 6858000"/>
              <a:gd name="connsiteX884" fmla="*/ 3639057 w 7467600"/>
              <a:gd name="connsiteY884" fmla="*/ 286334 h 6858000"/>
              <a:gd name="connsiteX885" fmla="*/ 3640309 w 7467600"/>
              <a:gd name="connsiteY885" fmla="*/ 284664 h 6858000"/>
              <a:gd name="connsiteX886" fmla="*/ 3646022 w 7467600"/>
              <a:gd name="connsiteY886" fmla="*/ 276711 h 6858000"/>
              <a:gd name="connsiteX887" fmla="*/ 3707943 w 7467600"/>
              <a:gd name="connsiteY887" fmla="*/ 65958 h 6858000"/>
              <a:gd name="connsiteX888" fmla="*/ 3721337 w 7467600"/>
              <a:gd name="connsiteY888" fmla="*/ 0 h 6858000"/>
              <a:gd name="connsiteX889" fmla="*/ 2867960 w 7467600"/>
              <a:gd name="connsiteY889" fmla="*/ 0 h 6858000"/>
              <a:gd name="connsiteX890" fmla="*/ 2926351 w 7467600"/>
              <a:gd name="connsiteY890" fmla="*/ 0 h 6858000"/>
              <a:gd name="connsiteX891" fmla="*/ 2902823 w 7467600"/>
              <a:gd name="connsiteY891" fmla="*/ 262929 h 6858000"/>
              <a:gd name="connsiteX892" fmla="*/ 2940663 w 7467600"/>
              <a:gd name="connsiteY892" fmla="*/ 140884 h 6858000"/>
              <a:gd name="connsiteX893" fmla="*/ 2947039 w 7467600"/>
              <a:gd name="connsiteY893" fmla="*/ 122524 h 6858000"/>
              <a:gd name="connsiteX894" fmla="*/ 2984316 w 7467600"/>
              <a:gd name="connsiteY894" fmla="*/ 0 h 6858000"/>
              <a:gd name="connsiteX895" fmla="*/ 3016114 w 7467600"/>
              <a:gd name="connsiteY895" fmla="*/ 0 h 6858000"/>
              <a:gd name="connsiteX896" fmla="*/ 2979949 w 7467600"/>
              <a:gd name="connsiteY896" fmla="*/ 119274 h 6858000"/>
              <a:gd name="connsiteX897" fmla="*/ 3023879 w 7467600"/>
              <a:gd name="connsiteY897" fmla="*/ 0 h 6858000"/>
              <a:gd name="connsiteX898" fmla="*/ 3105400 w 7467600"/>
              <a:gd name="connsiteY898" fmla="*/ 0 h 6858000"/>
              <a:gd name="connsiteX899" fmla="*/ 3094669 w 7467600"/>
              <a:gd name="connsiteY899" fmla="*/ 30308 h 6858000"/>
              <a:gd name="connsiteX900" fmla="*/ 2901945 w 7467600"/>
              <a:gd name="connsiteY900" fmla="*/ 466538 h 6858000"/>
              <a:gd name="connsiteX901" fmla="*/ 2815209 w 7467600"/>
              <a:gd name="connsiteY901" fmla="*/ 497361 h 6858000"/>
              <a:gd name="connsiteX902" fmla="*/ 2844845 w 7467600"/>
              <a:gd name="connsiteY902" fmla="*/ 127638 h 6858000"/>
              <a:gd name="connsiteX903" fmla="*/ 2867960 w 7467600"/>
              <a:gd name="connsiteY903" fmla="*/ 0 h 6858000"/>
              <a:gd name="connsiteX904" fmla="*/ 1057230 w 7467600"/>
              <a:gd name="connsiteY904" fmla="*/ 0 h 6858000"/>
              <a:gd name="connsiteX905" fmla="*/ 1111003 w 7467600"/>
              <a:gd name="connsiteY905" fmla="*/ 0 h 6858000"/>
              <a:gd name="connsiteX906" fmla="*/ 1125553 w 7467600"/>
              <a:gd name="connsiteY906" fmla="*/ 52588 h 6858000"/>
              <a:gd name="connsiteX907" fmla="*/ 1304276 w 7467600"/>
              <a:gd name="connsiteY907" fmla="*/ 476275 h 6858000"/>
              <a:gd name="connsiteX908" fmla="*/ 1492066 w 7467600"/>
              <a:gd name="connsiteY908" fmla="*/ 886333 h 6858000"/>
              <a:gd name="connsiteX909" fmla="*/ 1423698 w 7467600"/>
              <a:gd name="connsiteY909" fmla="*/ 710817 h 6858000"/>
              <a:gd name="connsiteX910" fmla="*/ 1357609 w 7467600"/>
              <a:gd name="connsiteY910" fmla="*/ 532892 h 6858000"/>
              <a:gd name="connsiteX911" fmla="*/ 1309550 w 7467600"/>
              <a:gd name="connsiteY911" fmla="*/ 374031 h 6858000"/>
              <a:gd name="connsiteX912" fmla="*/ 1193673 w 7467600"/>
              <a:gd name="connsiteY912" fmla="*/ 49533 h 6858000"/>
              <a:gd name="connsiteX913" fmla="*/ 1164391 w 7467600"/>
              <a:gd name="connsiteY913" fmla="*/ 0 h 6858000"/>
              <a:gd name="connsiteX914" fmla="*/ 1200666 w 7467600"/>
              <a:gd name="connsiteY914" fmla="*/ 0 h 6858000"/>
              <a:gd name="connsiteX915" fmla="*/ 1223408 w 7467600"/>
              <a:gd name="connsiteY915" fmla="*/ 38996 h 6858000"/>
              <a:gd name="connsiteX916" fmla="*/ 1339635 w 7467600"/>
              <a:gd name="connsiteY916" fmla="*/ 365517 h 6858000"/>
              <a:gd name="connsiteX917" fmla="*/ 1387469 w 7467600"/>
              <a:gd name="connsiteY917" fmla="*/ 523079 h 6858000"/>
              <a:gd name="connsiteX918" fmla="*/ 1452685 w 7467600"/>
              <a:gd name="connsiteY918" fmla="*/ 699806 h 6858000"/>
              <a:gd name="connsiteX919" fmla="*/ 1492092 w 7467600"/>
              <a:gd name="connsiteY919" fmla="*/ 800424 h 6858000"/>
              <a:gd name="connsiteX920" fmla="*/ 1455302 w 7467600"/>
              <a:gd name="connsiteY920" fmla="*/ 632913 h 6858000"/>
              <a:gd name="connsiteX921" fmla="*/ 1222336 w 7467600"/>
              <a:gd name="connsiteY921" fmla="*/ 9480 h 6858000"/>
              <a:gd name="connsiteX922" fmla="*/ 1214634 w 7467600"/>
              <a:gd name="connsiteY922" fmla="*/ 0 h 6858000"/>
              <a:gd name="connsiteX923" fmla="*/ 1289827 w 7467600"/>
              <a:gd name="connsiteY923" fmla="*/ 0 h 6858000"/>
              <a:gd name="connsiteX924" fmla="*/ 1321076 w 7467600"/>
              <a:gd name="connsiteY924" fmla="*/ 59722 h 6858000"/>
              <a:gd name="connsiteX925" fmla="*/ 1512579 w 7467600"/>
              <a:gd name="connsiteY925" fmla="*/ 626441 h 6858000"/>
              <a:gd name="connsiteX926" fmla="*/ 1506076 w 7467600"/>
              <a:gd name="connsiteY926" fmla="*/ 1089289 h 6858000"/>
              <a:gd name="connsiteX927" fmla="*/ 1486346 w 7467600"/>
              <a:gd name="connsiteY927" fmla="*/ 1079919 h 6858000"/>
              <a:gd name="connsiteX928" fmla="*/ 1070511 w 7467600"/>
              <a:gd name="connsiteY928" fmla="*/ 48609 h 6858000"/>
              <a:gd name="connsiteX929" fmla="*/ 1057230 w 7467600"/>
              <a:gd name="connsiteY929" fmla="*/ 0 h 6858000"/>
              <a:gd name="connsiteX930" fmla="*/ 43151 w 7467600"/>
              <a:gd name="connsiteY930" fmla="*/ 0 h 6858000"/>
              <a:gd name="connsiteX931" fmla="*/ 95283 w 7467600"/>
              <a:gd name="connsiteY931" fmla="*/ 0 h 6858000"/>
              <a:gd name="connsiteX932" fmla="*/ 300708 w 7467600"/>
              <a:gd name="connsiteY932" fmla="*/ 154571 h 6858000"/>
              <a:gd name="connsiteX933" fmla="*/ 530414 w 7467600"/>
              <a:gd name="connsiteY933" fmla="*/ 354673 h 6858000"/>
              <a:gd name="connsiteX934" fmla="*/ 333785 w 7467600"/>
              <a:gd name="connsiteY934" fmla="*/ 161564 h 6858000"/>
              <a:gd name="connsiteX935" fmla="*/ 147005 w 7467600"/>
              <a:gd name="connsiteY935" fmla="*/ 0 h 6858000"/>
              <a:gd name="connsiteX936" fmla="*/ 272509 w 7467600"/>
              <a:gd name="connsiteY936" fmla="*/ 0 h 6858000"/>
              <a:gd name="connsiteX937" fmla="*/ 326276 w 7467600"/>
              <a:gd name="connsiteY937" fmla="*/ 45847 h 6858000"/>
              <a:gd name="connsiteX938" fmla="*/ 823759 w 7467600"/>
              <a:gd name="connsiteY938" fmla="*/ 574145 h 6858000"/>
              <a:gd name="connsiteX939" fmla="*/ 811254 w 7467600"/>
              <a:gd name="connsiteY939" fmla="*/ 665546 h 6858000"/>
              <a:gd name="connsiteX940" fmla="*/ 154042 w 7467600"/>
              <a:gd name="connsiteY940" fmla="*/ 261522 h 6858000"/>
              <a:gd name="connsiteX941" fmla="*/ 13550 w 7467600"/>
              <a:gd name="connsiteY941" fmla="*/ 158423 h 6858000"/>
              <a:gd name="connsiteX942" fmla="*/ 0 w 7467600"/>
              <a:gd name="connsiteY942" fmla="*/ 146618 h 6858000"/>
              <a:gd name="connsiteX943" fmla="*/ 0 w 7467600"/>
              <a:gd name="connsiteY943" fmla="*/ 59161 h 6858000"/>
              <a:gd name="connsiteX944" fmla="*/ 45427 w 7467600"/>
              <a:gd name="connsiteY944" fmla="*/ 101078 h 6858000"/>
              <a:gd name="connsiteX945" fmla="*/ 630103 w 7467600"/>
              <a:gd name="connsiteY945" fmla="*/ 485885 h 6858000"/>
              <a:gd name="connsiteX946" fmla="*/ 532040 w 7467600"/>
              <a:gd name="connsiteY946" fmla="*/ 399359 h 6858000"/>
              <a:gd name="connsiteX947" fmla="*/ 517618 w 7467600"/>
              <a:gd name="connsiteY947" fmla="*/ 385726 h 6858000"/>
              <a:gd name="connsiteX948" fmla="*/ 285074 w 7467600"/>
              <a:gd name="connsiteY948" fmla="*/ 182755 h 6858000"/>
              <a:gd name="connsiteX949" fmla="*/ 43151 w 7467600"/>
              <a:gd name="connsiteY949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467600 w 7467600"/>
              <a:gd name="connsiteY4" fmla="*/ 6805948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467600 w 7467600"/>
              <a:gd name="connsiteY16" fmla="*/ 6805948 h 6858000"/>
              <a:gd name="connsiteX17" fmla="*/ 1019354 w 7467600"/>
              <a:gd name="connsiteY17" fmla="*/ 6315006 h 6858000"/>
              <a:gd name="connsiteX18" fmla="*/ 441046 w 7467600"/>
              <a:gd name="connsiteY18" fmla="*/ 6691153 h 6858000"/>
              <a:gd name="connsiteX19" fmla="*/ 1019354 w 7467600"/>
              <a:gd name="connsiteY19" fmla="*/ 6315006 h 6858000"/>
              <a:gd name="connsiteX20" fmla="*/ 991680 w 7467600"/>
              <a:gd name="connsiteY20" fmla="*/ 6298413 h 6858000"/>
              <a:gd name="connsiteX21" fmla="*/ 409060 w 7467600"/>
              <a:gd name="connsiteY21" fmla="*/ 6671470 h 6858000"/>
              <a:gd name="connsiteX22" fmla="*/ 991680 w 7467600"/>
              <a:gd name="connsiteY22" fmla="*/ 6298413 h 6858000"/>
              <a:gd name="connsiteX23" fmla="*/ 103333 w 7467600"/>
              <a:gd name="connsiteY23" fmla="*/ 5699602 h 6858000"/>
              <a:gd name="connsiteX24" fmla="*/ 233938 w 7467600"/>
              <a:gd name="connsiteY24" fmla="*/ 5809416 h 6858000"/>
              <a:gd name="connsiteX25" fmla="*/ 883580 w 7467600"/>
              <a:gd name="connsiteY25" fmla="*/ 6180710 h 6858000"/>
              <a:gd name="connsiteX26" fmla="*/ 487337 w 7467600"/>
              <a:gd name="connsiteY26" fmla="*/ 5950182 h 6858000"/>
              <a:gd name="connsiteX27" fmla="*/ 354051 w 7467600"/>
              <a:gd name="connsiteY27" fmla="*/ 5854912 h 6858000"/>
              <a:gd name="connsiteX28" fmla="*/ 195436 w 7467600"/>
              <a:gd name="connsiteY28" fmla="*/ 5755068 h 6858000"/>
              <a:gd name="connsiteX29" fmla="*/ 103333 w 7467600"/>
              <a:gd name="connsiteY29" fmla="*/ 5699602 h 6858000"/>
              <a:gd name="connsiteX30" fmla="*/ 5539432 w 7467600"/>
              <a:gd name="connsiteY30" fmla="*/ 5642928 h 6858000"/>
              <a:gd name="connsiteX31" fmla="*/ 5555462 w 7467600"/>
              <a:gd name="connsiteY31" fmla="*/ 5694454 h 6858000"/>
              <a:gd name="connsiteX32" fmla="*/ 5828270 w 7467600"/>
              <a:gd name="connsiteY32" fmla="*/ 6320663 h 6858000"/>
              <a:gd name="connsiteX33" fmla="*/ 5947416 w 7467600"/>
              <a:gd name="connsiteY33" fmla="*/ 6574846 h 6858000"/>
              <a:gd name="connsiteX34" fmla="*/ 5539432 w 7467600"/>
              <a:gd name="connsiteY34" fmla="*/ 5642928 h 6858000"/>
              <a:gd name="connsiteX35" fmla="*/ 51253 w 7467600"/>
              <a:gd name="connsiteY35" fmla="*/ 5631825 h 6858000"/>
              <a:gd name="connsiteX36" fmla="*/ 211622 w 7467600"/>
              <a:gd name="connsiteY36" fmla="*/ 5728803 h 6858000"/>
              <a:gd name="connsiteX37" fmla="*/ 371652 w 7467600"/>
              <a:gd name="connsiteY37" fmla="*/ 5829062 h 6858000"/>
              <a:gd name="connsiteX38" fmla="*/ 505903 w 7467600"/>
              <a:gd name="connsiteY38" fmla="*/ 5925221 h 6858000"/>
              <a:gd name="connsiteX39" fmla="*/ 899240 w 7467600"/>
              <a:gd name="connsiteY39" fmla="*/ 6153068 h 6858000"/>
              <a:gd name="connsiteX40" fmla="*/ 988114 w 7467600"/>
              <a:gd name="connsiteY40" fmla="*/ 6174204 h 6858000"/>
              <a:gd name="connsiteX41" fmla="*/ 845971 w 7467600"/>
              <a:gd name="connsiteY41" fmla="*/ 6067177 h 6858000"/>
              <a:gd name="connsiteX42" fmla="*/ 448057 w 7467600"/>
              <a:gd name="connsiteY42" fmla="*/ 5841376 h 6858000"/>
              <a:gd name="connsiteX43" fmla="*/ 51253 w 7467600"/>
              <a:gd name="connsiteY43" fmla="*/ 5631825 h 6858000"/>
              <a:gd name="connsiteX44" fmla="*/ 2606687 w 7467600"/>
              <a:gd name="connsiteY44" fmla="*/ 5630718 h 6858000"/>
              <a:gd name="connsiteX45" fmla="*/ 2645658 w 7467600"/>
              <a:gd name="connsiteY45" fmla="*/ 6640259 h 6858000"/>
              <a:gd name="connsiteX46" fmla="*/ 2606687 w 7467600"/>
              <a:gd name="connsiteY46" fmla="*/ 5630718 h 6858000"/>
              <a:gd name="connsiteX47" fmla="*/ 3642057 w 7467600"/>
              <a:gd name="connsiteY47" fmla="*/ 5573487 h 6858000"/>
              <a:gd name="connsiteX48" fmla="*/ 3632981 w 7467600"/>
              <a:gd name="connsiteY48" fmla="*/ 5579437 h 6858000"/>
              <a:gd name="connsiteX49" fmla="*/ 3382436 w 7467600"/>
              <a:gd name="connsiteY49" fmla="*/ 5952726 h 6858000"/>
              <a:gd name="connsiteX50" fmla="*/ 3191929 w 7467600"/>
              <a:gd name="connsiteY50" fmla="*/ 6662669 h 6858000"/>
              <a:gd name="connsiteX51" fmla="*/ 3369898 w 7467600"/>
              <a:gd name="connsiteY51" fmla="*/ 6081771 h 6858000"/>
              <a:gd name="connsiteX52" fmla="*/ 3642057 w 7467600"/>
              <a:gd name="connsiteY52" fmla="*/ 5573487 h 6858000"/>
              <a:gd name="connsiteX53" fmla="*/ 2650666 w 7467600"/>
              <a:gd name="connsiteY53" fmla="*/ 5530686 h 6858000"/>
              <a:gd name="connsiteX54" fmla="*/ 2650249 w 7467600"/>
              <a:gd name="connsiteY54" fmla="*/ 5532101 h 6858000"/>
              <a:gd name="connsiteX55" fmla="*/ 2663808 w 7467600"/>
              <a:gd name="connsiteY55" fmla="*/ 6535215 h 6858000"/>
              <a:gd name="connsiteX56" fmla="*/ 2665418 w 7467600"/>
              <a:gd name="connsiteY56" fmla="*/ 6132756 h 6858000"/>
              <a:gd name="connsiteX57" fmla="*/ 2650666 w 7467600"/>
              <a:gd name="connsiteY57" fmla="*/ 5530686 h 6858000"/>
              <a:gd name="connsiteX58" fmla="*/ 2680277 w 7467600"/>
              <a:gd name="connsiteY58" fmla="*/ 5479204 h 6858000"/>
              <a:gd name="connsiteX59" fmla="*/ 2678972 w 7467600"/>
              <a:gd name="connsiteY59" fmla="*/ 5481582 h 6858000"/>
              <a:gd name="connsiteX60" fmla="*/ 2696666 w 7467600"/>
              <a:gd name="connsiteY60" fmla="*/ 6133836 h 6858000"/>
              <a:gd name="connsiteX61" fmla="*/ 2695769 w 7467600"/>
              <a:gd name="connsiteY61" fmla="*/ 6390955 h 6858000"/>
              <a:gd name="connsiteX62" fmla="*/ 2739893 w 7467600"/>
              <a:gd name="connsiteY62" fmla="*/ 6108357 h 6858000"/>
              <a:gd name="connsiteX63" fmla="*/ 2680277 w 7467600"/>
              <a:gd name="connsiteY63" fmla="*/ 5479204 h 6858000"/>
              <a:gd name="connsiteX64" fmla="*/ 1132195 w 7467600"/>
              <a:gd name="connsiteY64" fmla="*/ 5467980 h 6858000"/>
              <a:gd name="connsiteX65" fmla="*/ 1679056 w 7467600"/>
              <a:gd name="connsiteY65" fmla="*/ 5516907 h 6858000"/>
              <a:gd name="connsiteX66" fmla="*/ 2128648 w 7467600"/>
              <a:gd name="connsiteY66" fmla="*/ 5474249 h 6858000"/>
              <a:gd name="connsiteX67" fmla="*/ 1825619 w 7467600"/>
              <a:gd name="connsiteY67" fmla="*/ 5478447 h 6858000"/>
              <a:gd name="connsiteX68" fmla="*/ 1737798 w 7467600"/>
              <a:gd name="connsiteY68" fmla="*/ 5483353 h 6858000"/>
              <a:gd name="connsiteX69" fmla="*/ 1132195 w 7467600"/>
              <a:gd name="connsiteY69" fmla="*/ 5467980 h 6858000"/>
              <a:gd name="connsiteX70" fmla="*/ 1456157 w 7467600"/>
              <a:gd name="connsiteY70" fmla="*/ 5371404 h 6858000"/>
              <a:gd name="connsiteX71" fmla="*/ 1244432 w 7467600"/>
              <a:gd name="connsiteY71" fmla="*/ 5385601 h 6858000"/>
              <a:gd name="connsiteX72" fmla="*/ 973990 w 7467600"/>
              <a:gd name="connsiteY72" fmla="*/ 5424940 h 6858000"/>
              <a:gd name="connsiteX73" fmla="*/ 1103809 w 7467600"/>
              <a:gd name="connsiteY73" fmla="*/ 5433720 h 6858000"/>
              <a:gd name="connsiteX74" fmla="*/ 1123454 w 7467600"/>
              <a:gd name="connsiteY74" fmla="*/ 5435727 h 6858000"/>
              <a:gd name="connsiteX75" fmla="*/ 1737017 w 7467600"/>
              <a:gd name="connsiteY75" fmla="*/ 5452183 h 6858000"/>
              <a:gd name="connsiteX76" fmla="*/ 1824397 w 7467600"/>
              <a:gd name="connsiteY76" fmla="*/ 5447757 h 6858000"/>
              <a:gd name="connsiteX77" fmla="*/ 2070059 w 7467600"/>
              <a:gd name="connsiteY77" fmla="*/ 5441660 h 6858000"/>
              <a:gd name="connsiteX78" fmla="*/ 1456157 w 7467600"/>
              <a:gd name="connsiteY78" fmla="*/ 5371404 h 6858000"/>
              <a:gd name="connsiteX79" fmla="*/ 4988186 w 7467600"/>
              <a:gd name="connsiteY79" fmla="*/ 5216467 h 6858000"/>
              <a:gd name="connsiteX80" fmla="*/ 4777334 w 7467600"/>
              <a:gd name="connsiteY80" fmla="*/ 5406072 h 6858000"/>
              <a:gd name="connsiteX81" fmla="*/ 4718341 w 7467600"/>
              <a:gd name="connsiteY81" fmla="*/ 5468043 h 6858000"/>
              <a:gd name="connsiteX82" fmla="*/ 4604655 w 7467600"/>
              <a:gd name="connsiteY82" fmla="*/ 5583434 h 6858000"/>
              <a:gd name="connsiteX83" fmla="*/ 4565074 w 7467600"/>
              <a:gd name="connsiteY83" fmla="*/ 5618550 h 6858000"/>
              <a:gd name="connsiteX84" fmla="*/ 4988186 w 7467600"/>
              <a:gd name="connsiteY84" fmla="*/ 5216467 h 6858000"/>
              <a:gd name="connsiteX85" fmla="*/ 4978032 w 7467600"/>
              <a:gd name="connsiteY85" fmla="*/ 5183809 h 6858000"/>
              <a:gd name="connsiteX86" fmla="*/ 4463413 w 7467600"/>
              <a:gd name="connsiteY86" fmla="*/ 5615162 h 6858000"/>
              <a:gd name="connsiteX87" fmla="*/ 4358134 w 7467600"/>
              <a:gd name="connsiteY87" fmla="*/ 5742791 h 6858000"/>
              <a:gd name="connsiteX88" fmla="*/ 4376219 w 7467600"/>
              <a:gd name="connsiteY88" fmla="*/ 5729027 h 6858000"/>
              <a:gd name="connsiteX89" fmla="*/ 4582340 w 7467600"/>
              <a:gd name="connsiteY89" fmla="*/ 5561037 h 6858000"/>
              <a:gd name="connsiteX90" fmla="*/ 4694684 w 7467600"/>
              <a:gd name="connsiteY90" fmla="*/ 5447098 h 6858000"/>
              <a:gd name="connsiteX91" fmla="*/ 4754123 w 7467600"/>
              <a:gd name="connsiteY91" fmla="*/ 5384643 h 6858000"/>
              <a:gd name="connsiteX92" fmla="*/ 4978032 w 7467600"/>
              <a:gd name="connsiteY92" fmla="*/ 5183809 h 6858000"/>
              <a:gd name="connsiteX93" fmla="*/ 1903353 w 7467600"/>
              <a:gd name="connsiteY93" fmla="*/ 5044827 h 6858000"/>
              <a:gd name="connsiteX94" fmla="*/ 1936931 w 7467600"/>
              <a:gd name="connsiteY94" fmla="*/ 5093954 h 6858000"/>
              <a:gd name="connsiteX95" fmla="*/ 2195868 w 7467600"/>
              <a:gd name="connsiteY95" fmla="*/ 5396574 h 6858000"/>
              <a:gd name="connsiteX96" fmla="*/ 2088852 w 7467600"/>
              <a:gd name="connsiteY96" fmla="*/ 5166123 h 6858000"/>
              <a:gd name="connsiteX97" fmla="*/ 1958241 w 7467600"/>
              <a:gd name="connsiteY97" fmla="*/ 5067955 h 6858000"/>
              <a:gd name="connsiteX98" fmla="*/ 1903353 w 7467600"/>
              <a:gd name="connsiteY98" fmla="*/ 5044827 h 6858000"/>
              <a:gd name="connsiteX99" fmla="*/ 1979378 w 7467600"/>
              <a:gd name="connsiteY99" fmla="*/ 4769504 h 6858000"/>
              <a:gd name="connsiteX100" fmla="*/ 2882120 w 7467600"/>
              <a:gd name="connsiteY100" fmla="*/ 5064547 h 6858000"/>
              <a:gd name="connsiteX101" fmla="*/ 2793103 w 7467600"/>
              <a:gd name="connsiteY101" fmla="*/ 5039699 h 6858000"/>
              <a:gd name="connsiteX102" fmla="*/ 2770041 w 7467600"/>
              <a:gd name="connsiteY102" fmla="*/ 5033634 h 6858000"/>
              <a:gd name="connsiteX103" fmla="*/ 1979378 w 7467600"/>
              <a:gd name="connsiteY103" fmla="*/ 4769504 h 6858000"/>
              <a:gd name="connsiteX104" fmla="*/ 1927410 w 7467600"/>
              <a:gd name="connsiteY104" fmla="*/ 4716164 h 6858000"/>
              <a:gd name="connsiteX105" fmla="*/ 1959587 w 7467600"/>
              <a:gd name="connsiteY105" fmla="*/ 4728849 h 6858000"/>
              <a:gd name="connsiteX106" fmla="*/ 2777707 w 7467600"/>
              <a:gd name="connsiteY106" fmla="*/ 5003991 h 6858000"/>
              <a:gd name="connsiteX107" fmla="*/ 2800768 w 7467600"/>
              <a:gd name="connsiteY107" fmla="*/ 5010056 h 6858000"/>
              <a:gd name="connsiteX108" fmla="*/ 2879408 w 7467600"/>
              <a:gd name="connsiteY108" fmla="*/ 5031590 h 6858000"/>
              <a:gd name="connsiteX109" fmla="*/ 2862295 w 7467600"/>
              <a:gd name="connsiteY109" fmla="*/ 5022958 h 6858000"/>
              <a:gd name="connsiteX110" fmla="*/ 2813343 w 7467600"/>
              <a:gd name="connsiteY110" fmla="*/ 4998369 h 6858000"/>
              <a:gd name="connsiteX111" fmla="*/ 2646245 w 7467600"/>
              <a:gd name="connsiteY111" fmla="*/ 4930999 h 6858000"/>
              <a:gd name="connsiteX112" fmla="*/ 1999243 w 7467600"/>
              <a:gd name="connsiteY112" fmla="*/ 4730524 h 6858000"/>
              <a:gd name="connsiteX113" fmla="*/ 1979527 w 7467600"/>
              <a:gd name="connsiteY113" fmla="*/ 4726651 h 6858000"/>
              <a:gd name="connsiteX114" fmla="*/ 1927410 w 7467600"/>
              <a:gd name="connsiteY114" fmla="*/ 4716164 h 6858000"/>
              <a:gd name="connsiteX115" fmla="*/ 1997014 w 7467600"/>
              <a:gd name="connsiteY115" fmla="*/ 4698007 h 6858000"/>
              <a:gd name="connsiteX116" fmla="*/ 2005458 w 7467600"/>
              <a:gd name="connsiteY116" fmla="*/ 4699540 h 6858000"/>
              <a:gd name="connsiteX117" fmla="*/ 2657186 w 7467600"/>
              <a:gd name="connsiteY117" fmla="*/ 4901687 h 6858000"/>
              <a:gd name="connsiteX118" fmla="*/ 2826662 w 7467600"/>
              <a:gd name="connsiteY118" fmla="*/ 4970362 h 6858000"/>
              <a:gd name="connsiteX119" fmla="*/ 2876100 w 7467600"/>
              <a:gd name="connsiteY119" fmla="*/ 4995397 h 6858000"/>
              <a:gd name="connsiteX120" fmla="*/ 3042600 w 7467600"/>
              <a:gd name="connsiteY120" fmla="*/ 5059532 h 6858000"/>
              <a:gd name="connsiteX121" fmla="*/ 1997014 w 7467600"/>
              <a:gd name="connsiteY121" fmla="*/ 4698007 h 6858000"/>
              <a:gd name="connsiteX122" fmla="*/ 2305292 w 7467600"/>
              <a:gd name="connsiteY122" fmla="*/ 4219492 h 6858000"/>
              <a:gd name="connsiteX123" fmla="*/ 3360922 w 7467600"/>
              <a:gd name="connsiteY123" fmla="*/ 4529373 h 6858000"/>
              <a:gd name="connsiteX124" fmla="*/ 3492420 w 7467600"/>
              <a:gd name="connsiteY124" fmla="*/ 4510145 h 6858000"/>
              <a:gd name="connsiteX125" fmla="*/ 3364086 w 7467600"/>
              <a:gd name="connsiteY125" fmla="*/ 4480340 h 6858000"/>
              <a:gd name="connsiteX126" fmla="*/ 3225818 w 7467600"/>
              <a:gd name="connsiteY126" fmla="*/ 4411822 h 6858000"/>
              <a:gd name="connsiteX127" fmla="*/ 3129696 w 7467600"/>
              <a:gd name="connsiteY127" fmla="*/ 4360704 h 6858000"/>
              <a:gd name="connsiteX128" fmla="*/ 2814545 w 7467600"/>
              <a:gd name="connsiteY128" fmla="*/ 4282955 h 6858000"/>
              <a:gd name="connsiteX129" fmla="*/ 2305292 w 7467600"/>
              <a:gd name="connsiteY129" fmla="*/ 4219492 h 6858000"/>
              <a:gd name="connsiteX130" fmla="*/ 2626982 w 7467600"/>
              <a:gd name="connsiteY130" fmla="*/ 4206450 h 6858000"/>
              <a:gd name="connsiteX131" fmla="*/ 2490617 w 7467600"/>
              <a:gd name="connsiteY131" fmla="*/ 4206951 h 6858000"/>
              <a:gd name="connsiteX132" fmla="*/ 2819869 w 7467600"/>
              <a:gd name="connsiteY132" fmla="*/ 4252936 h 6858000"/>
              <a:gd name="connsiteX133" fmla="*/ 3143018 w 7467600"/>
              <a:gd name="connsiteY133" fmla="*/ 4332698 h 6858000"/>
              <a:gd name="connsiteX134" fmla="*/ 3241520 w 7467600"/>
              <a:gd name="connsiteY134" fmla="*/ 4385112 h 6858000"/>
              <a:gd name="connsiteX135" fmla="*/ 3374575 w 7467600"/>
              <a:gd name="connsiteY135" fmla="*/ 4451517 h 6858000"/>
              <a:gd name="connsiteX136" fmla="*/ 3505221 w 7467600"/>
              <a:gd name="connsiteY136" fmla="*/ 4480757 h 6858000"/>
              <a:gd name="connsiteX137" fmla="*/ 2626982 w 7467600"/>
              <a:gd name="connsiteY137" fmla="*/ 4206450 h 6858000"/>
              <a:gd name="connsiteX138" fmla="*/ 1310106 w 7467600"/>
              <a:gd name="connsiteY138" fmla="*/ 3943217 h 6858000"/>
              <a:gd name="connsiteX139" fmla="*/ 854994 w 7467600"/>
              <a:gd name="connsiteY139" fmla="*/ 4399136 h 6858000"/>
              <a:gd name="connsiteX140" fmla="*/ 742462 w 7467600"/>
              <a:gd name="connsiteY140" fmla="*/ 4594648 h 6858000"/>
              <a:gd name="connsiteX141" fmla="*/ 820602 w 7467600"/>
              <a:gd name="connsiteY141" fmla="*/ 4485915 h 6858000"/>
              <a:gd name="connsiteX142" fmla="*/ 878295 w 7467600"/>
              <a:gd name="connsiteY142" fmla="*/ 4403594 h 6858000"/>
              <a:gd name="connsiteX143" fmla="*/ 1240607 w 7467600"/>
              <a:gd name="connsiteY143" fmla="*/ 4010401 h 6858000"/>
              <a:gd name="connsiteX144" fmla="*/ 1310106 w 7467600"/>
              <a:gd name="connsiteY144" fmla="*/ 3943217 h 6858000"/>
              <a:gd name="connsiteX145" fmla="*/ 1423113 w 7467600"/>
              <a:gd name="connsiteY145" fmla="*/ 3874565 h 6858000"/>
              <a:gd name="connsiteX146" fmla="*/ 1260565 w 7467600"/>
              <a:gd name="connsiteY146" fmla="*/ 4031982 h 6858000"/>
              <a:gd name="connsiteX147" fmla="*/ 901900 w 7467600"/>
              <a:gd name="connsiteY147" fmla="*/ 4421236 h 6858000"/>
              <a:gd name="connsiteX148" fmla="*/ 845044 w 7467600"/>
              <a:gd name="connsiteY148" fmla="*/ 4502436 h 6858000"/>
              <a:gd name="connsiteX149" fmla="*/ 685926 w 7467600"/>
              <a:gd name="connsiteY149" fmla="*/ 4703069 h 6858000"/>
              <a:gd name="connsiteX150" fmla="*/ 684248 w 7467600"/>
              <a:gd name="connsiteY150" fmla="*/ 4706721 h 6858000"/>
              <a:gd name="connsiteX151" fmla="*/ 1423113 w 7467600"/>
              <a:gd name="connsiteY151" fmla="*/ 3874565 h 6858000"/>
              <a:gd name="connsiteX152" fmla="*/ 3316479 w 7467600"/>
              <a:gd name="connsiteY152" fmla="*/ 3872136 h 6858000"/>
              <a:gd name="connsiteX153" fmla="*/ 3546806 w 7467600"/>
              <a:gd name="connsiteY153" fmla="*/ 4356139 h 6858000"/>
              <a:gd name="connsiteX154" fmla="*/ 3364433 w 7467600"/>
              <a:gd name="connsiteY154" fmla="*/ 3953121 h 6858000"/>
              <a:gd name="connsiteX155" fmla="*/ 3316479 w 7467600"/>
              <a:gd name="connsiteY155" fmla="*/ 3872136 h 6858000"/>
              <a:gd name="connsiteX156" fmla="*/ 3291335 w 7467600"/>
              <a:gd name="connsiteY156" fmla="*/ 3767420 h 6858000"/>
              <a:gd name="connsiteX157" fmla="*/ 3390805 w 7467600"/>
              <a:gd name="connsiteY157" fmla="*/ 3937163 h 6858000"/>
              <a:gd name="connsiteX158" fmla="*/ 3579062 w 7467600"/>
              <a:gd name="connsiteY158" fmla="*/ 4359040 h 6858000"/>
              <a:gd name="connsiteX159" fmla="*/ 3467355 w 7467600"/>
              <a:gd name="connsiteY159" fmla="*/ 3988130 h 6858000"/>
              <a:gd name="connsiteX160" fmla="*/ 3310753 w 7467600"/>
              <a:gd name="connsiteY160" fmla="*/ 3787140 h 6858000"/>
              <a:gd name="connsiteX161" fmla="*/ 3291335 w 7467600"/>
              <a:gd name="connsiteY161" fmla="*/ 3767420 h 6858000"/>
              <a:gd name="connsiteX162" fmla="*/ 1635889 w 7467600"/>
              <a:gd name="connsiteY162" fmla="*/ 3709494 h 6858000"/>
              <a:gd name="connsiteX163" fmla="*/ 1634800 w 7467600"/>
              <a:gd name="connsiteY163" fmla="*/ 3731111 h 6858000"/>
              <a:gd name="connsiteX164" fmla="*/ 1635889 w 7467600"/>
              <a:gd name="connsiteY164" fmla="*/ 3709494 h 6858000"/>
              <a:gd name="connsiteX165" fmla="*/ 1510397 w 7467600"/>
              <a:gd name="connsiteY165" fmla="*/ 3684705 h 6858000"/>
              <a:gd name="connsiteX166" fmla="*/ 1146550 w 7467600"/>
              <a:gd name="connsiteY166" fmla="*/ 3802012 h 6858000"/>
              <a:gd name="connsiteX167" fmla="*/ 698834 w 7467600"/>
              <a:gd name="connsiteY167" fmla="*/ 3952272 h 6858000"/>
              <a:gd name="connsiteX168" fmla="*/ 34256 w 7467600"/>
              <a:gd name="connsiteY168" fmla="*/ 4347603 h 6858000"/>
              <a:gd name="connsiteX169" fmla="*/ 527241 w 7467600"/>
              <a:gd name="connsiteY169" fmla="*/ 4065078 h 6858000"/>
              <a:gd name="connsiteX170" fmla="*/ 1510397 w 7467600"/>
              <a:gd name="connsiteY170" fmla="*/ 3684705 h 6858000"/>
              <a:gd name="connsiteX171" fmla="*/ 1313114 w 7467600"/>
              <a:gd name="connsiteY171" fmla="*/ 3655216 h 6858000"/>
              <a:gd name="connsiteX172" fmla="*/ 1109304 w 7467600"/>
              <a:gd name="connsiteY172" fmla="*/ 3669030 h 6858000"/>
              <a:gd name="connsiteX173" fmla="*/ 8129 w 7467600"/>
              <a:gd name="connsiteY173" fmla="*/ 4330519 h 6858000"/>
              <a:gd name="connsiteX174" fmla="*/ 687572 w 7467600"/>
              <a:gd name="connsiteY174" fmla="*/ 3925629 h 6858000"/>
              <a:gd name="connsiteX175" fmla="*/ 1138365 w 7467600"/>
              <a:gd name="connsiteY175" fmla="*/ 3774515 h 6858000"/>
              <a:gd name="connsiteX176" fmla="*/ 1505579 w 7467600"/>
              <a:gd name="connsiteY176" fmla="*/ 3655526 h 6858000"/>
              <a:gd name="connsiteX177" fmla="*/ 1313114 w 7467600"/>
              <a:gd name="connsiteY177" fmla="*/ 3655216 h 6858000"/>
              <a:gd name="connsiteX178" fmla="*/ 3655073 w 7467600"/>
              <a:gd name="connsiteY178" fmla="*/ 3650884 h 6858000"/>
              <a:gd name="connsiteX179" fmla="*/ 3989938 w 7467600"/>
              <a:gd name="connsiteY179" fmla="*/ 3991685 h 6858000"/>
              <a:gd name="connsiteX180" fmla="*/ 4393907 w 7467600"/>
              <a:gd name="connsiteY180" fmla="*/ 4261258 h 6858000"/>
              <a:gd name="connsiteX181" fmla="*/ 4648051 w 7467600"/>
              <a:gd name="connsiteY181" fmla="*/ 4374051 h 6858000"/>
              <a:gd name="connsiteX182" fmla="*/ 4383389 w 7467600"/>
              <a:gd name="connsiteY182" fmla="*/ 4184369 h 6858000"/>
              <a:gd name="connsiteX183" fmla="*/ 4165508 w 7467600"/>
              <a:gd name="connsiteY183" fmla="*/ 4035196 h 6858000"/>
              <a:gd name="connsiteX184" fmla="*/ 4068162 w 7467600"/>
              <a:gd name="connsiteY184" fmla="*/ 3953394 h 6858000"/>
              <a:gd name="connsiteX185" fmla="*/ 3981416 w 7467600"/>
              <a:gd name="connsiteY185" fmla="*/ 3880482 h 6858000"/>
              <a:gd name="connsiteX186" fmla="*/ 3800147 w 7467600"/>
              <a:gd name="connsiteY186" fmla="*/ 3749872 h 6858000"/>
              <a:gd name="connsiteX187" fmla="*/ 3655073 w 7467600"/>
              <a:gd name="connsiteY187" fmla="*/ 3650884 h 6858000"/>
              <a:gd name="connsiteX188" fmla="*/ 3670252 w 7467600"/>
              <a:gd name="connsiteY188" fmla="*/ 3622798 h 6858000"/>
              <a:gd name="connsiteX189" fmla="*/ 3817258 w 7467600"/>
              <a:gd name="connsiteY189" fmla="*/ 3723577 h 6858000"/>
              <a:gd name="connsiteX190" fmla="*/ 4000461 w 7467600"/>
              <a:gd name="connsiteY190" fmla="*/ 3855966 h 6858000"/>
              <a:gd name="connsiteX191" fmla="*/ 4088180 w 7467600"/>
              <a:gd name="connsiteY191" fmla="*/ 3929774 h 6858000"/>
              <a:gd name="connsiteX192" fmla="*/ 4184555 w 7467600"/>
              <a:gd name="connsiteY192" fmla="*/ 4010683 h 6858000"/>
              <a:gd name="connsiteX193" fmla="*/ 4399563 w 7467600"/>
              <a:gd name="connsiteY193" fmla="*/ 4158106 h 6858000"/>
              <a:gd name="connsiteX194" fmla="*/ 4684469 w 7467600"/>
              <a:gd name="connsiteY194" fmla="*/ 4364680 h 6858000"/>
              <a:gd name="connsiteX195" fmla="*/ 4690271 w 7467600"/>
              <a:gd name="connsiteY195" fmla="*/ 4370034 h 6858000"/>
              <a:gd name="connsiteX196" fmla="*/ 4136093 w 7467600"/>
              <a:gd name="connsiteY196" fmla="*/ 3858466 h 6858000"/>
              <a:gd name="connsiteX197" fmla="*/ 3670252 w 7467600"/>
              <a:gd name="connsiteY197" fmla="*/ 3622798 h 6858000"/>
              <a:gd name="connsiteX198" fmla="*/ 4440129 w 7467600"/>
              <a:gd name="connsiteY198" fmla="*/ 3448571 h 6858000"/>
              <a:gd name="connsiteX199" fmla="*/ 4856525 w 7467600"/>
              <a:gd name="connsiteY199" fmla="*/ 3915351 h 6858000"/>
              <a:gd name="connsiteX200" fmla="*/ 5059055 w 7467600"/>
              <a:gd name="connsiteY200" fmla="*/ 4108918 h 6858000"/>
              <a:gd name="connsiteX201" fmla="*/ 5290070 w 7467600"/>
              <a:gd name="connsiteY201" fmla="*/ 4263619 h 6858000"/>
              <a:gd name="connsiteX202" fmla="*/ 4834991 w 7467600"/>
              <a:gd name="connsiteY202" fmla="*/ 3830985 h 6858000"/>
              <a:gd name="connsiteX203" fmla="*/ 4440129 w 7467600"/>
              <a:gd name="connsiteY203" fmla="*/ 3448571 h 6858000"/>
              <a:gd name="connsiteX204" fmla="*/ 4441737 w 7467600"/>
              <a:gd name="connsiteY204" fmla="*/ 3399734 h 6858000"/>
              <a:gd name="connsiteX205" fmla="*/ 4431236 w 7467600"/>
              <a:gd name="connsiteY205" fmla="*/ 3400954 h 6858000"/>
              <a:gd name="connsiteX206" fmla="*/ 4557150 w 7467600"/>
              <a:gd name="connsiteY206" fmla="*/ 3510023 h 6858000"/>
              <a:gd name="connsiteX207" fmla="*/ 4856936 w 7467600"/>
              <a:gd name="connsiteY207" fmla="*/ 3809146 h 6858000"/>
              <a:gd name="connsiteX208" fmla="*/ 5111996 w 7467600"/>
              <a:gd name="connsiteY208" fmla="*/ 4065759 h 6858000"/>
              <a:gd name="connsiteX209" fmla="*/ 5388878 w 7467600"/>
              <a:gd name="connsiteY209" fmla="*/ 4300185 h 6858000"/>
              <a:gd name="connsiteX210" fmla="*/ 5425556 w 7467600"/>
              <a:gd name="connsiteY210" fmla="*/ 4308967 h 6858000"/>
              <a:gd name="connsiteX211" fmla="*/ 4943646 w 7467600"/>
              <a:gd name="connsiteY211" fmla="*/ 3822916 h 6858000"/>
              <a:gd name="connsiteX212" fmla="*/ 4594837 w 7467600"/>
              <a:gd name="connsiteY212" fmla="*/ 3532274 h 6858000"/>
              <a:gd name="connsiteX213" fmla="*/ 4441737 w 7467600"/>
              <a:gd name="connsiteY213" fmla="*/ 3399734 h 6858000"/>
              <a:gd name="connsiteX214" fmla="*/ 5425834 w 7467600"/>
              <a:gd name="connsiteY214" fmla="*/ 3162785 h 6858000"/>
              <a:gd name="connsiteX215" fmla="*/ 5401644 w 7467600"/>
              <a:gd name="connsiteY215" fmla="*/ 3617847 h 6858000"/>
              <a:gd name="connsiteX216" fmla="*/ 5467256 w 7467600"/>
              <a:gd name="connsiteY216" fmla="*/ 4175494 h 6858000"/>
              <a:gd name="connsiteX217" fmla="*/ 5448069 w 7467600"/>
              <a:gd name="connsiteY217" fmla="*/ 3567554 h 6858000"/>
              <a:gd name="connsiteX218" fmla="*/ 5425834 w 7467600"/>
              <a:gd name="connsiteY218" fmla="*/ 3162785 h 6858000"/>
              <a:gd name="connsiteX219" fmla="*/ 1318687 w 7467600"/>
              <a:gd name="connsiteY219" fmla="*/ 3113840 h 6858000"/>
              <a:gd name="connsiteX220" fmla="*/ 1066793 w 7467600"/>
              <a:gd name="connsiteY220" fmla="*/ 3212171 h 6858000"/>
              <a:gd name="connsiteX221" fmla="*/ 993319 w 7467600"/>
              <a:gd name="connsiteY221" fmla="*/ 3247648 h 6858000"/>
              <a:gd name="connsiteX222" fmla="*/ 853081 w 7467600"/>
              <a:gd name="connsiteY222" fmla="*/ 3312410 h 6858000"/>
              <a:gd name="connsiteX223" fmla="*/ 805957 w 7467600"/>
              <a:gd name="connsiteY223" fmla="*/ 3330443 h 6858000"/>
              <a:gd name="connsiteX224" fmla="*/ 1318687 w 7467600"/>
              <a:gd name="connsiteY224" fmla="*/ 3113840 h 6858000"/>
              <a:gd name="connsiteX225" fmla="*/ 5453702 w 7467600"/>
              <a:gd name="connsiteY225" fmla="*/ 3090882 h 6858000"/>
              <a:gd name="connsiteX226" fmla="*/ 5480135 w 7467600"/>
              <a:gd name="connsiteY226" fmla="*/ 3565802 h 6858000"/>
              <a:gd name="connsiteX227" fmla="*/ 5499023 w 7467600"/>
              <a:gd name="connsiteY227" fmla="*/ 4166310 h 6858000"/>
              <a:gd name="connsiteX228" fmla="*/ 5547022 w 7467600"/>
              <a:gd name="connsiteY228" fmla="*/ 3607838 h 6858000"/>
              <a:gd name="connsiteX229" fmla="*/ 5515964 w 7467600"/>
              <a:gd name="connsiteY229" fmla="*/ 3378541 h 6858000"/>
              <a:gd name="connsiteX230" fmla="*/ 5453702 w 7467600"/>
              <a:gd name="connsiteY230" fmla="*/ 3090882 h 6858000"/>
              <a:gd name="connsiteX231" fmla="*/ 1238695 w 7467600"/>
              <a:gd name="connsiteY231" fmla="*/ 3076820 h 6858000"/>
              <a:gd name="connsiteX232" fmla="*/ 716371 w 7467600"/>
              <a:gd name="connsiteY232" fmla="*/ 3293249 h 6858000"/>
              <a:gd name="connsiteX233" fmla="*/ 579522 w 7467600"/>
              <a:gd name="connsiteY233" fmla="*/ 3371759 h 6858000"/>
              <a:gd name="connsiteX234" fmla="*/ 600288 w 7467600"/>
              <a:gd name="connsiteY234" fmla="*/ 3365555 h 6858000"/>
              <a:gd name="connsiteX235" fmla="*/ 840692 w 7467600"/>
              <a:gd name="connsiteY235" fmla="*/ 3284921 h 6858000"/>
              <a:gd name="connsiteX236" fmla="*/ 979248 w 7467600"/>
              <a:gd name="connsiteY236" fmla="*/ 3221003 h 6858000"/>
              <a:gd name="connsiteX237" fmla="*/ 1053282 w 7467600"/>
              <a:gd name="connsiteY237" fmla="*/ 3185247 h 6858000"/>
              <a:gd name="connsiteX238" fmla="*/ 1320603 w 7467600"/>
              <a:gd name="connsiteY238" fmla="*/ 3081281 h 6858000"/>
              <a:gd name="connsiteX239" fmla="*/ 1238695 w 7467600"/>
              <a:gd name="connsiteY239" fmla="*/ 3076820 h 6858000"/>
              <a:gd name="connsiteX240" fmla="*/ 5425627 w 7467600"/>
              <a:gd name="connsiteY240" fmla="*/ 2954192 h 6858000"/>
              <a:gd name="connsiteX241" fmla="*/ 5470770 w 7467600"/>
              <a:gd name="connsiteY241" fmla="*/ 3005435 h 6858000"/>
              <a:gd name="connsiteX242" fmla="*/ 5519779 w 7467600"/>
              <a:gd name="connsiteY242" fmla="*/ 4359223 h 6858000"/>
              <a:gd name="connsiteX243" fmla="*/ 5520293 w 7467600"/>
              <a:gd name="connsiteY243" fmla="*/ 4360602 h 6858000"/>
              <a:gd name="connsiteX244" fmla="*/ 5767221 w 7467600"/>
              <a:gd name="connsiteY244" fmla="*/ 4665564 h 6858000"/>
              <a:gd name="connsiteX245" fmla="*/ 6937169 w 7467600"/>
              <a:gd name="connsiteY245" fmla="*/ 4815941 h 6858000"/>
              <a:gd name="connsiteX246" fmla="*/ 6953922 w 7467600"/>
              <a:gd name="connsiteY246" fmla="*/ 4890068 h 6858000"/>
              <a:gd name="connsiteX247" fmla="*/ 6071359 w 7467600"/>
              <a:gd name="connsiteY247" fmla="*/ 4770770 h 6858000"/>
              <a:gd name="connsiteX248" fmla="*/ 6038839 w 7467600"/>
              <a:gd name="connsiteY248" fmla="*/ 4764474 h 6858000"/>
              <a:gd name="connsiteX249" fmla="*/ 6038706 w 7467600"/>
              <a:gd name="connsiteY249" fmla="*/ 4763847 h 6858000"/>
              <a:gd name="connsiteX250" fmla="*/ 6037784 w 7467600"/>
              <a:gd name="connsiteY250" fmla="*/ 4764270 h 6858000"/>
              <a:gd name="connsiteX251" fmla="*/ 6038839 w 7467600"/>
              <a:gd name="connsiteY251" fmla="*/ 4764474 h 6858000"/>
              <a:gd name="connsiteX252" fmla="*/ 6040338 w 7467600"/>
              <a:gd name="connsiteY252" fmla="*/ 4771418 h 6858000"/>
              <a:gd name="connsiteX253" fmla="*/ 6024488 w 7467600"/>
              <a:gd name="connsiteY253" fmla="*/ 4809903 h 6858000"/>
              <a:gd name="connsiteX254" fmla="*/ 5599771 w 7467600"/>
              <a:gd name="connsiteY254" fmla="*/ 5509652 h 6858000"/>
              <a:gd name="connsiteX255" fmla="*/ 5548843 w 7467600"/>
              <a:gd name="connsiteY255" fmla="*/ 5563845 h 6858000"/>
              <a:gd name="connsiteX256" fmla="*/ 5940952 w 7467600"/>
              <a:gd name="connsiteY256" fmla="*/ 6250028 h 6858000"/>
              <a:gd name="connsiteX257" fmla="*/ 6043441 w 7467600"/>
              <a:gd name="connsiteY257" fmla="*/ 6665847 h 6858000"/>
              <a:gd name="connsiteX258" fmla="*/ 6093432 w 7467600"/>
              <a:gd name="connsiteY258" fmla="*/ 6858000 h 6858000"/>
              <a:gd name="connsiteX259" fmla="*/ 6034344 w 7467600"/>
              <a:gd name="connsiteY259" fmla="*/ 6858000 h 6858000"/>
              <a:gd name="connsiteX260" fmla="*/ 6026679 w 7467600"/>
              <a:gd name="connsiteY260" fmla="*/ 6836959 h 6858000"/>
              <a:gd name="connsiteX261" fmla="*/ 5800441 w 7467600"/>
              <a:gd name="connsiteY261" fmla="*/ 6335286 h 6858000"/>
              <a:gd name="connsiteX262" fmla="*/ 5526562 w 7467600"/>
              <a:gd name="connsiteY262" fmla="*/ 5705388 h 6858000"/>
              <a:gd name="connsiteX263" fmla="*/ 5519640 w 7467600"/>
              <a:gd name="connsiteY263" fmla="*/ 5683774 h 6858000"/>
              <a:gd name="connsiteX264" fmla="*/ 5844559 w 7467600"/>
              <a:gd name="connsiteY264" fmla="*/ 6553349 h 6858000"/>
              <a:gd name="connsiteX265" fmla="*/ 5975994 w 7467600"/>
              <a:gd name="connsiteY265" fmla="*/ 6858000 h 6858000"/>
              <a:gd name="connsiteX266" fmla="*/ 5898547 w 7467600"/>
              <a:gd name="connsiteY266" fmla="*/ 6858000 h 6858000"/>
              <a:gd name="connsiteX267" fmla="*/ 5682041 w 7467600"/>
              <a:gd name="connsiteY267" fmla="*/ 6355860 h 6858000"/>
              <a:gd name="connsiteX268" fmla="*/ 5461758 w 7467600"/>
              <a:gd name="connsiteY268" fmla="*/ 5820220 h 6858000"/>
              <a:gd name="connsiteX269" fmla="*/ 5237282 w 7467600"/>
              <a:gd name="connsiteY269" fmla="*/ 6579086 h 6858000"/>
              <a:gd name="connsiteX270" fmla="*/ 5115009 w 7467600"/>
              <a:gd name="connsiteY270" fmla="*/ 6858000 h 6858000"/>
              <a:gd name="connsiteX271" fmla="*/ 5028074 w 7467600"/>
              <a:gd name="connsiteY271" fmla="*/ 6858000 h 6858000"/>
              <a:gd name="connsiteX272" fmla="*/ 5079508 w 7467600"/>
              <a:gd name="connsiteY272" fmla="*/ 6749074 h 6858000"/>
              <a:gd name="connsiteX273" fmla="*/ 5371846 w 7467600"/>
              <a:gd name="connsiteY273" fmla="*/ 5924413 h 6858000"/>
              <a:gd name="connsiteX274" fmla="*/ 5270512 w 7467600"/>
              <a:gd name="connsiteY274" fmla="*/ 6138975 h 6858000"/>
              <a:gd name="connsiteX275" fmla="*/ 5062409 w 7467600"/>
              <a:gd name="connsiteY275" fmla="*/ 6653544 h 6858000"/>
              <a:gd name="connsiteX276" fmla="*/ 5036628 w 7467600"/>
              <a:gd name="connsiteY276" fmla="*/ 6754247 h 6858000"/>
              <a:gd name="connsiteX277" fmla="*/ 5009112 w 7467600"/>
              <a:gd name="connsiteY277" fmla="*/ 6858000 h 6858000"/>
              <a:gd name="connsiteX278" fmla="*/ 4976679 w 7467600"/>
              <a:gd name="connsiteY278" fmla="*/ 6858000 h 6858000"/>
              <a:gd name="connsiteX279" fmla="*/ 5006537 w 7467600"/>
              <a:gd name="connsiteY279" fmla="*/ 6747068 h 6858000"/>
              <a:gd name="connsiteX280" fmla="*/ 5032723 w 7467600"/>
              <a:gd name="connsiteY280" fmla="*/ 6644957 h 6858000"/>
              <a:gd name="connsiteX281" fmla="*/ 5242949 w 7467600"/>
              <a:gd name="connsiteY281" fmla="*/ 6125175 h 6858000"/>
              <a:gd name="connsiteX282" fmla="*/ 5286321 w 7467600"/>
              <a:gd name="connsiteY282" fmla="*/ 6033555 h 6858000"/>
              <a:gd name="connsiteX283" fmla="*/ 5008210 w 7467600"/>
              <a:gd name="connsiteY283" fmla="*/ 6649194 h 6858000"/>
              <a:gd name="connsiteX284" fmla="*/ 4986321 w 7467600"/>
              <a:gd name="connsiteY284" fmla="*/ 6765687 h 6858000"/>
              <a:gd name="connsiteX285" fmla="*/ 4973474 w 7467600"/>
              <a:gd name="connsiteY285" fmla="*/ 6858000 h 6858000"/>
              <a:gd name="connsiteX286" fmla="*/ 4907178 w 7467600"/>
              <a:gd name="connsiteY286" fmla="*/ 6858000 h 6858000"/>
              <a:gd name="connsiteX287" fmla="*/ 4910810 w 7467600"/>
              <a:gd name="connsiteY287" fmla="*/ 6829660 h 6858000"/>
              <a:gd name="connsiteX288" fmla="*/ 4987461 w 7467600"/>
              <a:gd name="connsiteY288" fmla="*/ 6432994 h 6858000"/>
              <a:gd name="connsiteX289" fmla="*/ 5179262 w 7467600"/>
              <a:gd name="connsiteY289" fmla="*/ 6035044 h 6858000"/>
              <a:gd name="connsiteX290" fmla="*/ 4689678 w 7467600"/>
              <a:gd name="connsiteY290" fmla="*/ 6440241 h 6858000"/>
              <a:gd name="connsiteX291" fmla="*/ 4477543 w 7467600"/>
              <a:gd name="connsiteY291" fmla="*/ 6674836 h 6858000"/>
              <a:gd name="connsiteX292" fmla="*/ 4329957 w 7467600"/>
              <a:gd name="connsiteY292" fmla="*/ 6858000 h 6858000"/>
              <a:gd name="connsiteX293" fmla="*/ 4218595 w 7467600"/>
              <a:gd name="connsiteY293" fmla="*/ 6858000 h 6858000"/>
              <a:gd name="connsiteX294" fmla="*/ 4368888 w 7467600"/>
              <a:gd name="connsiteY294" fmla="*/ 6668412 h 6858000"/>
              <a:gd name="connsiteX295" fmla="*/ 4563091 w 7467600"/>
              <a:gd name="connsiteY295" fmla="*/ 6442508 h 6858000"/>
              <a:gd name="connsiteX296" fmla="*/ 5387324 w 7467600"/>
              <a:gd name="connsiteY296" fmla="*/ 5705830 h 6858000"/>
              <a:gd name="connsiteX297" fmla="*/ 5073620 w 7467600"/>
              <a:gd name="connsiteY297" fmla="*/ 5955437 h 6858000"/>
              <a:gd name="connsiteX298" fmla="*/ 4689789 w 7467600"/>
              <a:gd name="connsiteY298" fmla="*/ 6268382 h 6858000"/>
              <a:gd name="connsiteX299" fmla="*/ 4418722 w 7467600"/>
              <a:gd name="connsiteY299" fmla="*/ 6570886 h 6858000"/>
              <a:gd name="connsiteX300" fmla="*/ 4214944 w 7467600"/>
              <a:gd name="connsiteY300" fmla="*/ 6858000 h 6858000"/>
              <a:gd name="connsiteX301" fmla="*/ 4177898 w 7467600"/>
              <a:gd name="connsiteY301" fmla="*/ 6858000 h 6858000"/>
              <a:gd name="connsiteX302" fmla="*/ 4391597 w 7467600"/>
              <a:gd name="connsiteY302" fmla="*/ 6556370 h 6858000"/>
              <a:gd name="connsiteX303" fmla="*/ 4668889 w 7467600"/>
              <a:gd name="connsiteY303" fmla="*/ 6246399 h 6858000"/>
              <a:gd name="connsiteX304" fmla="*/ 5055427 w 7467600"/>
              <a:gd name="connsiteY304" fmla="*/ 5931476 h 6858000"/>
              <a:gd name="connsiteX305" fmla="*/ 5371814 w 7467600"/>
              <a:gd name="connsiteY305" fmla="*/ 5678975 h 6858000"/>
              <a:gd name="connsiteX306" fmla="*/ 4987918 w 7467600"/>
              <a:gd name="connsiteY306" fmla="*/ 5838701 h 6858000"/>
              <a:gd name="connsiteX307" fmla="*/ 4317146 w 7467600"/>
              <a:gd name="connsiteY307" fmla="*/ 6587716 h 6858000"/>
              <a:gd name="connsiteX308" fmla="*/ 4171627 w 7467600"/>
              <a:gd name="connsiteY308" fmla="*/ 6858000 h 6858000"/>
              <a:gd name="connsiteX309" fmla="*/ 4081585 w 7467600"/>
              <a:gd name="connsiteY309" fmla="*/ 6858000 h 6858000"/>
              <a:gd name="connsiteX310" fmla="*/ 4238603 w 7467600"/>
              <a:gd name="connsiteY310" fmla="*/ 6559341 h 6858000"/>
              <a:gd name="connsiteX311" fmla="*/ 4778333 w 7467600"/>
              <a:gd name="connsiteY311" fmla="*/ 5873626 h 6858000"/>
              <a:gd name="connsiteX312" fmla="*/ 5414185 w 7467600"/>
              <a:gd name="connsiteY312" fmla="*/ 5573882 h 6858000"/>
              <a:gd name="connsiteX313" fmla="*/ 5959648 w 7467600"/>
              <a:gd name="connsiteY313" fmla="*/ 4760797 h 6858000"/>
              <a:gd name="connsiteX314" fmla="*/ 5355019 w 7467600"/>
              <a:gd name="connsiteY314" fmla="*/ 4734672 h 6858000"/>
              <a:gd name="connsiteX315" fmla="*/ 5083565 w 7467600"/>
              <a:gd name="connsiteY315" fmla="*/ 5179121 h 6858000"/>
              <a:gd name="connsiteX316" fmla="*/ 4713577 w 7467600"/>
              <a:gd name="connsiteY316" fmla="*/ 5616803 h 6858000"/>
              <a:gd name="connsiteX317" fmla="*/ 3989559 w 7467600"/>
              <a:gd name="connsiteY317" fmla="*/ 6145945 h 6858000"/>
              <a:gd name="connsiteX318" fmla="*/ 3939824 w 7467600"/>
              <a:gd name="connsiteY318" fmla="*/ 6066900 h 6858000"/>
              <a:gd name="connsiteX319" fmla="*/ 4584537 w 7467600"/>
              <a:gd name="connsiteY319" fmla="*/ 5324826 h 6858000"/>
              <a:gd name="connsiteX320" fmla="*/ 5037105 w 7467600"/>
              <a:gd name="connsiteY320" fmla="*/ 5088765 h 6858000"/>
              <a:gd name="connsiteX321" fmla="*/ 5039930 w 7467600"/>
              <a:gd name="connsiteY321" fmla="*/ 5089585 h 6858000"/>
              <a:gd name="connsiteX322" fmla="*/ 5263764 w 7467600"/>
              <a:gd name="connsiteY322" fmla="*/ 4735525 h 6858000"/>
              <a:gd name="connsiteX323" fmla="*/ 4086300 w 7467600"/>
              <a:gd name="connsiteY323" fmla="*/ 4884599 h 6858000"/>
              <a:gd name="connsiteX324" fmla="*/ 4085485 w 7467600"/>
              <a:gd name="connsiteY324" fmla="*/ 4899070 h 6858000"/>
              <a:gd name="connsiteX325" fmla="*/ 3871915 w 7467600"/>
              <a:gd name="connsiteY325" fmla="*/ 5253645 h 6858000"/>
              <a:gd name="connsiteX326" fmla="*/ 3799374 w 7467600"/>
              <a:gd name="connsiteY326" fmla="*/ 5466127 h 6858000"/>
              <a:gd name="connsiteX327" fmla="*/ 3498850 w 7467600"/>
              <a:gd name="connsiteY327" fmla="*/ 6661888 h 6858000"/>
              <a:gd name="connsiteX328" fmla="*/ 3399216 w 7467600"/>
              <a:gd name="connsiteY328" fmla="*/ 6858000 h 6858000"/>
              <a:gd name="connsiteX329" fmla="*/ 3303688 w 7467600"/>
              <a:gd name="connsiteY329" fmla="*/ 6858000 h 6858000"/>
              <a:gd name="connsiteX330" fmla="*/ 3391774 w 7467600"/>
              <a:gd name="connsiteY330" fmla="*/ 6697181 h 6858000"/>
              <a:gd name="connsiteX331" fmla="*/ 3735540 w 7467600"/>
              <a:gd name="connsiteY331" fmla="*/ 5546923 h 6858000"/>
              <a:gd name="connsiteX332" fmla="*/ 3729438 w 7467600"/>
              <a:gd name="connsiteY332" fmla="*/ 5569058 h 6858000"/>
              <a:gd name="connsiteX333" fmla="*/ 3707782 w 7467600"/>
              <a:gd name="connsiteY333" fmla="*/ 5644908 h 6858000"/>
              <a:gd name="connsiteX334" fmla="*/ 3583827 w 7467600"/>
              <a:gd name="connsiteY334" fmla="*/ 6039215 h 6858000"/>
              <a:gd name="connsiteX335" fmla="*/ 3547861 w 7467600"/>
              <a:gd name="connsiteY335" fmla="*/ 6129609 h 6858000"/>
              <a:gd name="connsiteX336" fmla="*/ 3490905 w 7467600"/>
              <a:gd name="connsiteY336" fmla="*/ 6277660 h 6858000"/>
              <a:gd name="connsiteX337" fmla="*/ 3455859 w 7467600"/>
              <a:gd name="connsiteY337" fmla="*/ 6391301 h 6858000"/>
              <a:gd name="connsiteX338" fmla="*/ 3429112 w 7467600"/>
              <a:gd name="connsiteY338" fmla="*/ 6479469 h 6858000"/>
              <a:gd name="connsiteX339" fmla="*/ 3304862 w 7467600"/>
              <a:gd name="connsiteY339" fmla="*/ 6796476 h 6858000"/>
              <a:gd name="connsiteX340" fmla="*/ 3276071 w 7467600"/>
              <a:gd name="connsiteY340" fmla="*/ 6858000 h 6858000"/>
              <a:gd name="connsiteX341" fmla="*/ 3240805 w 7467600"/>
              <a:gd name="connsiteY341" fmla="*/ 6858000 h 6858000"/>
              <a:gd name="connsiteX342" fmla="*/ 3275917 w 7467600"/>
              <a:gd name="connsiteY342" fmla="*/ 6783192 h 6858000"/>
              <a:gd name="connsiteX343" fmla="*/ 3399358 w 7467600"/>
              <a:gd name="connsiteY343" fmla="*/ 6469011 h 6858000"/>
              <a:gd name="connsiteX344" fmla="*/ 3425650 w 7467600"/>
              <a:gd name="connsiteY344" fmla="*/ 6381333 h 6858000"/>
              <a:gd name="connsiteX345" fmla="*/ 3460661 w 7467600"/>
              <a:gd name="connsiteY345" fmla="*/ 6266763 h 6858000"/>
              <a:gd name="connsiteX346" fmla="*/ 3518021 w 7467600"/>
              <a:gd name="connsiteY346" fmla="*/ 6117298 h 6858000"/>
              <a:gd name="connsiteX347" fmla="*/ 3554035 w 7467600"/>
              <a:gd name="connsiteY347" fmla="*/ 6027832 h 6858000"/>
              <a:gd name="connsiteX348" fmla="*/ 3677174 w 7467600"/>
              <a:gd name="connsiteY348" fmla="*/ 5636351 h 6858000"/>
              <a:gd name="connsiteX349" fmla="*/ 3698819 w 7467600"/>
              <a:gd name="connsiteY349" fmla="*/ 5560503 h 6858000"/>
              <a:gd name="connsiteX350" fmla="*/ 3702094 w 7467600"/>
              <a:gd name="connsiteY350" fmla="*/ 5549194 h 6858000"/>
              <a:gd name="connsiteX351" fmla="*/ 3398355 w 7467600"/>
              <a:gd name="connsiteY351" fmla="*/ 6094603 h 6858000"/>
              <a:gd name="connsiteX352" fmla="*/ 3193941 w 7467600"/>
              <a:gd name="connsiteY352" fmla="*/ 6798775 h 6858000"/>
              <a:gd name="connsiteX353" fmla="*/ 3184140 w 7467600"/>
              <a:gd name="connsiteY353" fmla="*/ 6858000 h 6858000"/>
              <a:gd name="connsiteX354" fmla="*/ 3099978 w 7467600"/>
              <a:gd name="connsiteY354" fmla="*/ 6858000 h 6858000"/>
              <a:gd name="connsiteX355" fmla="*/ 3101556 w 7467600"/>
              <a:gd name="connsiteY355" fmla="*/ 6843337 h 6858000"/>
              <a:gd name="connsiteX356" fmla="*/ 3370162 w 7467600"/>
              <a:gd name="connsiteY356" fmla="*/ 5785550 h 6858000"/>
              <a:gd name="connsiteX357" fmla="*/ 3746477 w 7467600"/>
              <a:gd name="connsiteY357" fmla="*/ 5377889 h 6858000"/>
              <a:gd name="connsiteX358" fmla="*/ 3863399 w 7467600"/>
              <a:gd name="connsiteY358" fmla="*/ 5087257 h 6858000"/>
              <a:gd name="connsiteX359" fmla="*/ 3968712 w 7467600"/>
              <a:gd name="connsiteY359" fmla="*/ 4913989 h 6858000"/>
              <a:gd name="connsiteX360" fmla="*/ 2792390 w 7467600"/>
              <a:gd name="connsiteY360" fmla="*/ 5382974 h 6858000"/>
              <a:gd name="connsiteX361" fmla="*/ 2714982 w 7467600"/>
              <a:gd name="connsiteY361" fmla="*/ 5427051 h 6858000"/>
              <a:gd name="connsiteX362" fmla="*/ 2813361 w 7467600"/>
              <a:gd name="connsiteY362" fmla="*/ 6023912 h 6858000"/>
              <a:gd name="connsiteX363" fmla="*/ 2688430 w 7467600"/>
              <a:gd name="connsiteY363" fmla="*/ 6801564 h 6858000"/>
              <a:gd name="connsiteX364" fmla="*/ 2629626 w 7467600"/>
              <a:gd name="connsiteY364" fmla="*/ 6763394 h 6858000"/>
              <a:gd name="connsiteX365" fmla="*/ 2565328 w 7467600"/>
              <a:gd name="connsiteY365" fmla="*/ 5516399 h 6858000"/>
              <a:gd name="connsiteX366" fmla="*/ 1922999 w 7467600"/>
              <a:gd name="connsiteY366" fmla="*/ 5980343 h 6858000"/>
              <a:gd name="connsiteX367" fmla="*/ 1950261 w 7467600"/>
              <a:gd name="connsiteY367" fmla="*/ 6405858 h 6858000"/>
              <a:gd name="connsiteX368" fmla="*/ 2365554 w 7467600"/>
              <a:gd name="connsiteY368" fmla="*/ 6759107 h 6858000"/>
              <a:gd name="connsiteX369" fmla="*/ 2424142 w 7467600"/>
              <a:gd name="connsiteY369" fmla="*/ 6858000 h 6858000"/>
              <a:gd name="connsiteX370" fmla="*/ 2395994 w 7467600"/>
              <a:gd name="connsiteY370" fmla="*/ 6858000 h 6858000"/>
              <a:gd name="connsiteX371" fmla="*/ 2392863 w 7467600"/>
              <a:gd name="connsiteY371" fmla="*/ 6852964 h 6858000"/>
              <a:gd name="connsiteX372" fmla="*/ 2017589 w 7467600"/>
              <a:gd name="connsiteY372" fmla="*/ 6493982 h 6858000"/>
              <a:gd name="connsiteX373" fmla="*/ 2147336 w 7467600"/>
              <a:gd name="connsiteY373" fmla="*/ 6594052 h 6858000"/>
              <a:gd name="connsiteX374" fmla="*/ 2207047 w 7467600"/>
              <a:gd name="connsiteY374" fmla="*/ 6654540 h 6858000"/>
              <a:gd name="connsiteX375" fmla="*/ 2299106 w 7467600"/>
              <a:gd name="connsiteY375" fmla="*/ 6778931 h 6858000"/>
              <a:gd name="connsiteX376" fmla="*/ 2314430 w 7467600"/>
              <a:gd name="connsiteY376" fmla="*/ 6801144 h 6858000"/>
              <a:gd name="connsiteX377" fmla="*/ 2352406 w 7467600"/>
              <a:gd name="connsiteY377" fmla="*/ 6858000 h 6858000"/>
              <a:gd name="connsiteX378" fmla="*/ 2314492 w 7467600"/>
              <a:gd name="connsiteY378" fmla="*/ 6858000 h 6858000"/>
              <a:gd name="connsiteX379" fmla="*/ 2288095 w 7467600"/>
              <a:gd name="connsiteY379" fmla="*/ 6818030 h 6858000"/>
              <a:gd name="connsiteX380" fmla="*/ 2272768 w 7467600"/>
              <a:gd name="connsiteY380" fmla="*/ 6795822 h 6858000"/>
              <a:gd name="connsiteX381" fmla="*/ 2182715 w 7467600"/>
              <a:gd name="connsiteY381" fmla="*/ 6675071 h 6858000"/>
              <a:gd name="connsiteX382" fmla="*/ 2032061 w 7467600"/>
              <a:gd name="connsiteY382" fmla="*/ 6541380 h 6858000"/>
              <a:gd name="connsiteX383" fmla="*/ 2257220 w 7467600"/>
              <a:gd name="connsiteY383" fmla="*/ 6826257 h 6858000"/>
              <a:gd name="connsiteX384" fmla="*/ 2281324 w 7467600"/>
              <a:gd name="connsiteY384" fmla="*/ 6858000 h 6858000"/>
              <a:gd name="connsiteX385" fmla="*/ 2242860 w 7467600"/>
              <a:gd name="connsiteY385" fmla="*/ 6858000 h 6858000"/>
              <a:gd name="connsiteX386" fmla="*/ 2232818 w 7467600"/>
              <a:gd name="connsiteY386" fmla="*/ 6844926 h 6858000"/>
              <a:gd name="connsiteX387" fmla="*/ 1990172 w 7467600"/>
              <a:gd name="connsiteY387" fmla="*/ 6542121 h 6858000"/>
              <a:gd name="connsiteX388" fmla="*/ 2124090 w 7467600"/>
              <a:gd name="connsiteY388" fmla="*/ 6761017 h 6858000"/>
              <a:gd name="connsiteX389" fmla="*/ 2200380 w 7467600"/>
              <a:gd name="connsiteY389" fmla="*/ 6858000 h 6858000"/>
              <a:gd name="connsiteX390" fmla="*/ 2147507 w 7467600"/>
              <a:gd name="connsiteY390" fmla="*/ 6858000 h 6858000"/>
              <a:gd name="connsiteX391" fmla="*/ 2070668 w 7467600"/>
              <a:gd name="connsiteY391" fmla="*/ 6761520 h 6858000"/>
              <a:gd name="connsiteX392" fmla="*/ 1975142 w 7467600"/>
              <a:gd name="connsiteY392" fmla="*/ 6585570 h 6858000"/>
              <a:gd name="connsiteX393" fmla="*/ 2050035 w 7467600"/>
              <a:gd name="connsiteY393" fmla="*/ 6813345 h 6858000"/>
              <a:gd name="connsiteX394" fmla="*/ 2063025 w 7467600"/>
              <a:gd name="connsiteY394" fmla="*/ 6858000 h 6858000"/>
              <a:gd name="connsiteX395" fmla="*/ 2021675 w 7467600"/>
              <a:gd name="connsiteY395" fmla="*/ 6858000 h 6858000"/>
              <a:gd name="connsiteX396" fmla="*/ 2019308 w 7467600"/>
              <a:gd name="connsiteY396" fmla="*/ 6847118 h 6858000"/>
              <a:gd name="connsiteX397" fmla="*/ 1938835 w 7467600"/>
              <a:gd name="connsiteY397" fmla="*/ 6551160 h 6858000"/>
              <a:gd name="connsiteX398" fmla="*/ 1953230 w 7467600"/>
              <a:gd name="connsiteY398" fmla="*/ 6759699 h 6858000"/>
              <a:gd name="connsiteX399" fmla="*/ 1956763 w 7467600"/>
              <a:gd name="connsiteY399" fmla="*/ 6778191 h 6858000"/>
              <a:gd name="connsiteX400" fmla="*/ 1967925 w 7467600"/>
              <a:gd name="connsiteY400" fmla="*/ 6858000 h 6858000"/>
              <a:gd name="connsiteX401" fmla="*/ 1936622 w 7467600"/>
              <a:gd name="connsiteY401" fmla="*/ 6858000 h 6858000"/>
              <a:gd name="connsiteX402" fmla="*/ 1926261 w 7467600"/>
              <a:gd name="connsiteY402" fmla="*/ 6784064 h 6858000"/>
              <a:gd name="connsiteX403" fmla="*/ 1922724 w 7467600"/>
              <a:gd name="connsiteY403" fmla="*/ 6765577 h 6858000"/>
              <a:gd name="connsiteX404" fmla="*/ 1904650 w 7467600"/>
              <a:gd name="connsiteY404" fmla="*/ 6639616 h 6858000"/>
              <a:gd name="connsiteX405" fmla="*/ 1885273 w 7467600"/>
              <a:gd name="connsiteY405" fmla="*/ 6858000 h 6858000"/>
              <a:gd name="connsiteX406" fmla="*/ 1854363 w 7467600"/>
              <a:gd name="connsiteY406" fmla="*/ 6858000 h 6858000"/>
              <a:gd name="connsiteX407" fmla="*/ 1880391 w 7467600"/>
              <a:gd name="connsiteY407" fmla="*/ 6603796 h 6858000"/>
              <a:gd name="connsiteX408" fmla="*/ 1818273 w 7467600"/>
              <a:gd name="connsiteY408" fmla="*/ 6715729 h 6858000"/>
              <a:gd name="connsiteX409" fmla="*/ 1794691 w 7467600"/>
              <a:gd name="connsiteY409" fmla="*/ 6843239 h 6858000"/>
              <a:gd name="connsiteX410" fmla="*/ 1794914 w 7467600"/>
              <a:gd name="connsiteY410" fmla="*/ 6858000 h 6858000"/>
              <a:gd name="connsiteX411" fmla="*/ 1746128 w 7467600"/>
              <a:gd name="connsiteY411" fmla="*/ 6858000 h 6858000"/>
              <a:gd name="connsiteX412" fmla="*/ 1753934 w 7467600"/>
              <a:gd name="connsiteY412" fmla="*/ 6724796 h 6858000"/>
              <a:gd name="connsiteX413" fmla="*/ 1792053 w 7467600"/>
              <a:gd name="connsiteY413" fmla="*/ 6572396 h 6858000"/>
              <a:gd name="connsiteX414" fmla="*/ 1862248 w 7467600"/>
              <a:gd name="connsiteY414" fmla="*/ 6266397 h 6858000"/>
              <a:gd name="connsiteX415" fmla="*/ 1862250 w 7467600"/>
              <a:gd name="connsiteY415" fmla="*/ 6033531 h 6858000"/>
              <a:gd name="connsiteX416" fmla="*/ 1211999 w 7467600"/>
              <a:gd name="connsiteY416" fmla="*/ 6683610 h 6858000"/>
              <a:gd name="connsiteX417" fmla="*/ 1213266 w 7467600"/>
              <a:gd name="connsiteY417" fmla="*/ 6691947 h 6858000"/>
              <a:gd name="connsiteX418" fmla="*/ 1203370 w 7467600"/>
              <a:gd name="connsiteY418" fmla="*/ 6850676 h 6858000"/>
              <a:gd name="connsiteX419" fmla="*/ 1203671 w 7467600"/>
              <a:gd name="connsiteY419" fmla="*/ 6858000 h 6858000"/>
              <a:gd name="connsiteX420" fmla="*/ 1143180 w 7467600"/>
              <a:gd name="connsiteY420" fmla="*/ 6858000 h 6858000"/>
              <a:gd name="connsiteX421" fmla="*/ 1142176 w 7467600"/>
              <a:gd name="connsiteY421" fmla="*/ 6766045 h 6858000"/>
              <a:gd name="connsiteX422" fmla="*/ 1067484 w 7467600"/>
              <a:gd name="connsiteY422" fmla="*/ 6858000 h 6858000"/>
              <a:gd name="connsiteX423" fmla="*/ 953928 w 7467600"/>
              <a:gd name="connsiteY423" fmla="*/ 6858000 h 6858000"/>
              <a:gd name="connsiteX424" fmla="*/ 959715 w 7467600"/>
              <a:gd name="connsiteY424" fmla="*/ 6850185 h 6858000"/>
              <a:gd name="connsiteX425" fmla="*/ 1483788 w 7467600"/>
              <a:gd name="connsiteY425" fmla="*/ 6259174 h 6858000"/>
              <a:gd name="connsiteX426" fmla="*/ 1100671 w 7467600"/>
              <a:gd name="connsiteY426" fmla="*/ 6252137 h 6858000"/>
              <a:gd name="connsiteX427" fmla="*/ 1090144 w 7467600"/>
              <a:gd name="connsiteY427" fmla="*/ 6256748 h 6858000"/>
              <a:gd name="connsiteX428" fmla="*/ 1095872 w 7467600"/>
              <a:gd name="connsiteY428" fmla="*/ 6271892 h 6858000"/>
              <a:gd name="connsiteX429" fmla="*/ 262785 w 7467600"/>
              <a:gd name="connsiteY429" fmla="*/ 6845450 h 6858000"/>
              <a:gd name="connsiteX430" fmla="*/ 209968 w 7467600"/>
              <a:gd name="connsiteY430" fmla="*/ 6770713 h 6858000"/>
              <a:gd name="connsiteX431" fmla="*/ 873460 w 7467600"/>
              <a:gd name="connsiteY431" fmla="*/ 6253768 h 6858000"/>
              <a:gd name="connsiteX432" fmla="*/ 192686 w 7467600"/>
              <a:gd name="connsiteY432" fmla="*/ 5849257 h 6858000"/>
              <a:gd name="connsiteX433" fmla="*/ 4696 w 7467600"/>
              <a:gd name="connsiteY433" fmla="*/ 5697668 h 6858000"/>
              <a:gd name="connsiteX434" fmla="*/ 0 w 7467600"/>
              <a:gd name="connsiteY434" fmla="*/ 5689984 h 6858000"/>
              <a:gd name="connsiteX435" fmla="*/ 0 w 7467600"/>
              <a:gd name="connsiteY435" fmla="*/ 5513472 h 6858000"/>
              <a:gd name="connsiteX436" fmla="*/ 174101 w 7467600"/>
              <a:gd name="connsiteY436" fmla="*/ 5620277 h 6858000"/>
              <a:gd name="connsiteX437" fmla="*/ 891800 w 7467600"/>
              <a:gd name="connsiteY437" fmla="*/ 6036935 h 6858000"/>
              <a:gd name="connsiteX438" fmla="*/ 1072219 w 7467600"/>
              <a:gd name="connsiteY438" fmla="*/ 6169443 h 6858000"/>
              <a:gd name="connsiteX439" fmla="*/ 1074117 w 7467600"/>
              <a:gd name="connsiteY439" fmla="*/ 6170301 h 6858000"/>
              <a:gd name="connsiteX440" fmla="*/ 1083114 w 7467600"/>
              <a:gd name="connsiteY440" fmla="*/ 6174131 h 6858000"/>
              <a:gd name="connsiteX441" fmla="*/ 1543010 w 7467600"/>
              <a:gd name="connsiteY441" fmla="*/ 6191140 h 6858000"/>
              <a:gd name="connsiteX442" fmla="*/ 1551080 w 7467600"/>
              <a:gd name="connsiteY442" fmla="*/ 6195006 h 6858000"/>
              <a:gd name="connsiteX443" fmla="*/ 2345443 w 7467600"/>
              <a:gd name="connsiteY443" fmla="*/ 5549882 h 6858000"/>
              <a:gd name="connsiteX444" fmla="*/ 1721499 w 7467600"/>
              <a:gd name="connsiteY444" fmla="*/ 5599969 h 6858000"/>
              <a:gd name="connsiteX445" fmla="*/ 767716 w 7467600"/>
              <a:gd name="connsiteY445" fmla="*/ 5472768 h 6858000"/>
              <a:gd name="connsiteX446" fmla="*/ 722147 w 7467600"/>
              <a:gd name="connsiteY446" fmla="*/ 5393091 h 6858000"/>
              <a:gd name="connsiteX447" fmla="*/ 1485552 w 7467600"/>
              <a:gd name="connsiteY447" fmla="*/ 5313202 h 6858000"/>
              <a:gd name="connsiteX448" fmla="*/ 2143004 w 7467600"/>
              <a:gd name="connsiteY448" fmla="*/ 5402420 h 6858000"/>
              <a:gd name="connsiteX449" fmla="*/ 1933391 w 7467600"/>
              <a:gd name="connsiteY449" fmla="*/ 5156971 h 6858000"/>
              <a:gd name="connsiteX450" fmla="*/ 1827118 w 7467600"/>
              <a:gd name="connsiteY450" fmla="*/ 4968410 h 6858000"/>
              <a:gd name="connsiteX451" fmla="*/ 1837349 w 7467600"/>
              <a:gd name="connsiteY451" fmla="*/ 4956357 h 6858000"/>
              <a:gd name="connsiteX452" fmla="*/ 2162835 w 7467600"/>
              <a:gd name="connsiteY452" fmla="*/ 5187853 h 6858000"/>
              <a:gd name="connsiteX453" fmla="*/ 2257167 w 7467600"/>
              <a:gd name="connsiteY453" fmla="*/ 5462123 h 6858000"/>
              <a:gd name="connsiteX454" fmla="*/ 2261598 w 7467600"/>
              <a:gd name="connsiteY454" fmla="*/ 5467998 h 6858000"/>
              <a:gd name="connsiteX455" fmla="*/ 2437177 w 7467600"/>
              <a:gd name="connsiteY455" fmla="*/ 5479608 h 6858000"/>
              <a:gd name="connsiteX456" fmla="*/ 2445247 w 7467600"/>
              <a:gd name="connsiteY456" fmla="*/ 5483476 h 6858000"/>
              <a:gd name="connsiteX457" fmla="*/ 2743626 w 7467600"/>
              <a:gd name="connsiteY457" fmla="*/ 5304819 h 6858000"/>
              <a:gd name="connsiteX458" fmla="*/ 3048102 w 7467600"/>
              <a:gd name="connsiteY458" fmla="*/ 5150595 h 6858000"/>
              <a:gd name="connsiteX459" fmla="*/ 1799414 w 7467600"/>
              <a:gd name="connsiteY459" fmla="*/ 4694732 h 6858000"/>
              <a:gd name="connsiteX460" fmla="*/ 1771735 w 7467600"/>
              <a:gd name="connsiteY460" fmla="*/ 4619929 h 6858000"/>
              <a:gd name="connsiteX461" fmla="*/ 3104273 w 7467600"/>
              <a:gd name="connsiteY461" fmla="*/ 5076159 h 6858000"/>
              <a:gd name="connsiteX462" fmla="*/ 3113245 w 7467600"/>
              <a:gd name="connsiteY462" fmla="*/ 5090705 h 6858000"/>
              <a:gd name="connsiteX463" fmla="*/ 3126294 w 7467600"/>
              <a:gd name="connsiteY463" fmla="*/ 5114400 h 6858000"/>
              <a:gd name="connsiteX464" fmla="*/ 3937433 w 7467600"/>
              <a:gd name="connsiteY464" fmla="*/ 4830473 h 6858000"/>
              <a:gd name="connsiteX465" fmla="*/ 3590475 w 7467600"/>
              <a:gd name="connsiteY465" fmla="*/ 4597974 h 6858000"/>
              <a:gd name="connsiteX466" fmla="*/ 3100264 w 7467600"/>
              <a:gd name="connsiteY466" fmla="*/ 4579845 h 6858000"/>
              <a:gd name="connsiteX467" fmla="*/ 2183576 w 7467600"/>
              <a:gd name="connsiteY467" fmla="*/ 4227150 h 6858000"/>
              <a:gd name="connsiteX468" fmla="*/ 2151029 w 7467600"/>
              <a:gd name="connsiteY468" fmla="*/ 4146947 h 6858000"/>
              <a:gd name="connsiteX469" fmla="*/ 3563434 w 7467600"/>
              <a:gd name="connsiteY469" fmla="*/ 4469115 h 6858000"/>
              <a:gd name="connsiteX470" fmla="*/ 3177952 w 7467600"/>
              <a:gd name="connsiteY470" fmla="*/ 3657386 h 6858000"/>
              <a:gd name="connsiteX471" fmla="*/ 3189263 w 7467600"/>
              <a:gd name="connsiteY471" fmla="*/ 3625726 h 6858000"/>
              <a:gd name="connsiteX472" fmla="*/ 3560912 w 7467600"/>
              <a:gd name="connsiteY472" fmla="*/ 4079863 h 6858000"/>
              <a:gd name="connsiteX473" fmla="*/ 3626636 w 7467600"/>
              <a:gd name="connsiteY473" fmla="*/ 4512230 h 6858000"/>
              <a:gd name="connsiteX474" fmla="*/ 3653088 w 7467600"/>
              <a:gd name="connsiteY474" fmla="*/ 4521417 h 6858000"/>
              <a:gd name="connsiteX475" fmla="*/ 3988128 w 7467600"/>
              <a:gd name="connsiteY475" fmla="*/ 4817267 h 6858000"/>
              <a:gd name="connsiteX476" fmla="*/ 4830582 w 7467600"/>
              <a:gd name="connsiteY476" fmla="*/ 4676000 h 6858000"/>
              <a:gd name="connsiteX477" fmla="*/ 4830100 w 7467600"/>
              <a:gd name="connsiteY477" fmla="*/ 4675554 h 6858000"/>
              <a:gd name="connsiteX478" fmla="*/ 4036318 w 7467600"/>
              <a:gd name="connsiteY478" fmla="*/ 4147013 h 6858000"/>
              <a:gd name="connsiteX479" fmla="*/ 3432098 w 7467600"/>
              <a:gd name="connsiteY479" fmla="*/ 3537312 h 6858000"/>
              <a:gd name="connsiteX480" fmla="*/ 3446761 w 7467600"/>
              <a:gd name="connsiteY480" fmla="*/ 3461278 h 6858000"/>
              <a:gd name="connsiteX481" fmla="*/ 4419733 w 7467600"/>
              <a:gd name="connsiteY481" fmla="*/ 3963555 h 6858000"/>
              <a:gd name="connsiteX482" fmla="*/ 4781371 w 7467600"/>
              <a:gd name="connsiteY482" fmla="*/ 4458604 h 6858000"/>
              <a:gd name="connsiteX483" fmla="*/ 4780440 w 7467600"/>
              <a:gd name="connsiteY483" fmla="*/ 4470290 h 6858000"/>
              <a:gd name="connsiteX484" fmla="*/ 4898954 w 7467600"/>
              <a:gd name="connsiteY484" fmla="*/ 4662092 h 6858000"/>
              <a:gd name="connsiteX485" fmla="*/ 4900699 w 7467600"/>
              <a:gd name="connsiteY485" fmla="*/ 4670867 h 6858000"/>
              <a:gd name="connsiteX486" fmla="*/ 5714511 w 7467600"/>
              <a:gd name="connsiteY486" fmla="*/ 4663483 h 6858000"/>
              <a:gd name="connsiteX487" fmla="*/ 5464793 w 7467600"/>
              <a:gd name="connsiteY487" fmla="*/ 4393556 h 6858000"/>
              <a:gd name="connsiteX488" fmla="*/ 5461897 w 7467600"/>
              <a:gd name="connsiteY488" fmla="*/ 4390879 h 6858000"/>
              <a:gd name="connsiteX489" fmla="*/ 4294126 w 7467600"/>
              <a:gd name="connsiteY489" fmla="*/ 3303048 h 6858000"/>
              <a:gd name="connsiteX490" fmla="*/ 4305321 w 7467600"/>
              <a:gd name="connsiteY490" fmla="*/ 3256953 h 6858000"/>
              <a:gd name="connsiteX491" fmla="*/ 4949299 w 7467600"/>
              <a:gd name="connsiteY491" fmla="*/ 3766336 h 6858000"/>
              <a:gd name="connsiteX492" fmla="*/ 5291452 w 7467600"/>
              <a:gd name="connsiteY492" fmla="*/ 4076801 h 6858000"/>
              <a:gd name="connsiteX493" fmla="*/ 5434998 w 7467600"/>
              <a:gd name="connsiteY493" fmla="*/ 4254100 h 6858000"/>
              <a:gd name="connsiteX494" fmla="*/ 5351015 w 7467600"/>
              <a:gd name="connsiteY494" fmla="*/ 3760989 h 6858000"/>
              <a:gd name="connsiteX495" fmla="*/ 5413780 w 7467600"/>
              <a:gd name="connsiteY495" fmla="*/ 2966265 h 6858000"/>
              <a:gd name="connsiteX496" fmla="*/ 5425627 w 7467600"/>
              <a:gd name="connsiteY496" fmla="*/ 2954192 h 6858000"/>
              <a:gd name="connsiteX497" fmla="*/ 6604735 w 7467600"/>
              <a:gd name="connsiteY497" fmla="*/ 2041381 h 6858000"/>
              <a:gd name="connsiteX498" fmla="*/ 7204487 w 7467600"/>
              <a:gd name="connsiteY498" fmla="*/ 2742112 h 6858000"/>
              <a:gd name="connsiteX499" fmla="*/ 7131592 w 7467600"/>
              <a:gd name="connsiteY499" fmla="*/ 2672096 h 6858000"/>
              <a:gd name="connsiteX500" fmla="*/ 6996344 w 7467600"/>
              <a:gd name="connsiteY500" fmla="*/ 2518310 h 6858000"/>
              <a:gd name="connsiteX501" fmla="*/ 6735495 w 7467600"/>
              <a:gd name="connsiteY501" fmla="*/ 2196890 h 6858000"/>
              <a:gd name="connsiteX502" fmla="*/ 6721901 w 7467600"/>
              <a:gd name="connsiteY502" fmla="*/ 2179274 h 6858000"/>
              <a:gd name="connsiteX503" fmla="*/ 6604735 w 7467600"/>
              <a:gd name="connsiteY503" fmla="*/ 2041381 h 6858000"/>
              <a:gd name="connsiteX504" fmla="*/ 6591670 w 7467600"/>
              <a:gd name="connsiteY504" fmla="*/ 1988277 h 6858000"/>
              <a:gd name="connsiteX505" fmla="*/ 6747349 w 7467600"/>
              <a:gd name="connsiteY505" fmla="*/ 2160069 h 6858000"/>
              <a:gd name="connsiteX506" fmla="*/ 6760943 w 7467600"/>
              <a:gd name="connsiteY506" fmla="*/ 2177686 h 6858000"/>
              <a:gd name="connsiteX507" fmla="*/ 7021065 w 7467600"/>
              <a:gd name="connsiteY507" fmla="*/ 2498102 h 6858000"/>
              <a:gd name="connsiteX508" fmla="*/ 7155223 w 7467600"/>
              <a:gd name="connsiteY508" fmla="*/ 2650386 h 6858000"/>
              <a:gd name="connsiteX509" fmla="*/ 7203167 w 7467600"/>
              <a:gd name="connsiteY509" fmla="*/ 2697288 h 6858000"/>
              <a:gd name="connsiteX510" fmla="*/ 6937703 w 7467600"/>
              <a:gd name="connsiteY510" fmla="*/ 2321981 h 6858000"/>
              <a:gd name="connsiteX511" fmla="*/ 6591670 w 7467600"/>
              <a:gd name="connsiteY511" fmla="*/ 1988277 h 6858000"/>
              <a:gd name="connsiteX512" fmla="*/ 5798671 w 7467600"/>
              <a:gd name="connsiteY512" fmla="*/ 1981601 h 6858000"/>
              <a:gd name="connsiteX513" fmla="*/ 5754709 w 7467600"/>
              <a:gd name="connsiteY513" fmla="*/ 2071454 h 6858000"/>
              <a:gd name="connsiteX514" fmla="*/ 5763044 w 7467600"/>
              <a:gd name="connsiteY514" fmla="*/ 2842206 h 6858000"/>
              <a:gd name="connsiteX515" fmla="*/ 5764974 w 7467600"/>
              <a:gd name="connsiteY515" fmla="*/ 2799609 h 6858000"/>
              <a:gd name="connsiteX516" fmla="*/ 5767665 w 7467600"/>
              <a:gd name="connsiteY516" fmla="*/ 2666409 h 6858000"/>
              <a:gd name="connsiteX517" fmla="*/ 5763055 w 7467600"/>
              <a:gd name="connsiteY517" fmla="*/ 2579705 h 6858000"/>
              <a:gd name="connsiteX518" fmla="*/ 5758079 w 7467600"/>
              <a:gd name="connsiteY518" fmla="*/ 2492508 h 6858000"/>
              <a:gd name="connsiteX519" fmla="*/ 5779325 w 7467600"/>
              <a:gd name="connsiteY519" fmla="*/ 2197069 h 6858000"/>
              <a:gd name="connsiteX520" fmla="*/ 5798671 w 7467600"/>
              <a:gd name="connsiteY520" fmla="*/ 1981601 h 6858000"/>
              <a:gd name="connsiteX521" fmla="*/ 5829202 w 7467600"/>
              <a:gd name="connsiteY521" fmla="*/ 1971679 h 6858000"/>
              <a:gd name="connsiteX522" fmla="*/ 5809558 w 7467600"/>
              <a:gd name="connsiteY522" fmla="*/ 2198043 h 6858000"/>
              <a:gd name="connsiteX523" fmla="*/ 5788653 w 7467600"/>
              <a:gd name="connsiteY523" fmla="*/ 2489430 h 6858000"/>
              <a:gd name="connsiteX524" fmla="*/ 5793439 w 7467600"/>
              <a:gd name="connsiteY524" fmla="*/ 2575235 h 6858000"/>
              <a:gd name="connsiteX525" fmla="*/ 5796837 w 7467600"/>
              <a:gd name="connsiteY525" fmla="*/ 2637633 h 6858000"/>
              <a:gd name="connsiteX526" fmla="*/ 5818614 w 7467600"/>
              <a:gd name="connsiteY526" fmla="*/ 2473055 h 6858000"/>
              <a:gd name="connsiteX527" fmla="*/ 5829202 w 7467600"/>
              <a:gd name="connsiteY527" fmla="*/ 1971679 h 6858000"/>
              <a:gd name="connsiteX528" fmla="*/ 5911389 w 7467600"/>
              <a:gd name="connsiteY528" fmla="*/ 1898371 h 6858000"/>
              <a:gd name="connsiteX529" fmla="*/ 6237627 w 7467600"/>
              <a:gd name="connsiteY529" fmla="*/ 2231921 h 6858000"/>
              <a:gd name="connsiteX530" fmla="*/ 5911389 w 7467600"/>
              <a:gd name="connsiteY530" fmla="*/ 1898371 h 6858000"/>
              <a:gd name="connsiteX531" fmla="*/ 6944437 w 7467600"/>
              <a:gd name="connsiteY531" fmla="*/ 1575402 h 6858000"/>
              <a:gd name="connsiteX532" fmla="*/ 6304730 w 7467600"/>
              <a:gd name="connsiteY532" fmla="*/ 1766654 h 6858000"/>
              <a:gd name="connsiteX533" fmla="*/ 6944437 w 7467600"/>
              <a:gd name="connsiteY533" fmla="*/ 1575402 h 6858000"/>
              <a:gd name="connsiteX534" fmla="*/ 7019523 w 7467600"/>
              <a:gd name="connsiteY534" fmla="*/ 1519450 h 6858000"/>
              <a:gd name="connsiteX535" fmla="*/ 6298091 w 7467600"/>
              <a:gd name="connsiteY535" fmla="*/ 1737122 h 6858000"/>
              <a:gd name="connsiteX536" fmla="*/ 7019523 w 7467600"/>
              <a:gd name="connsiteY536" fmla="*/ 1519450 h 6858000"/>
              <a:gd name="connsiteX537" fmla="*/ 2399523 w 7467600"/>
              <a:gd name="connsiteY537" fmla="*/ 1428234 h 6858000"/>
              <a:gd name="connsiteX538" fmla="*/ 2224982 w 7467600"/>
              <a:gd name="connsiteY538" fmla="*/ 1826201 h 6858000"/>
              <a:gd name="connsiteX539" fmla="*/ 2096099 w 7467600"/>
              <a:gd name="connsiteY539" fmla="*/ 2345900 h 6858000"/>
              <a:gd name="connsiteX540" fmla="*/ 2283317 w 7467600"/>
              <a:gd name="connsiteY540" fmla="*/ 1796925 h 6858000"/>
              <a:gd name="connsiteX541" fmla="*/ 2399523 w 7467600"/>
              <a:gd name="connsiteY541" fmla="*/ 1428234 h 6858000"/>
              <a:gd name="connsiteX542" fmla="*/ 2448558 w 7467600"/>
              <a:gd name="connsiteY542" fmla="*/ 1373435 h 6858000"/>
              <a:gd name="connsiteX543" fmla="*/ 2312521 w 7467600"/>
              <a:gd name="connsiteY543" fmla="*/ 1806140 h 6858000"/>
              <a:gd name="connsiteX544" fmla="*/ 2127533 w 7467600"/>
              <a:gd name="connsiteY544" fmla="*/ 2348380 h 6858000"/>
              <a:gd name="connsiteX545" fmla="*/ 2358080 w 7467600"/>
              <a:gd name="connsiteY545" fmla="*/ 1866134 h 6858000"/>
              <a:gd name="connsiteX546" fmla="*/ 2407436 w 7467600"/>
              <a:gd name="connsiteY546" fmla="*/ 1651070 h 6858000"/>
              <a:gd name="connsiteX547" fmla="*/ 2448558 w 7467600"/>
              <a:gd name="connsiteY547" fmla="*/ 1373435 h 6858000"/>
              <a:gd name="connsiteX548" fmla="*/ 278707 w 7467600"/>
              <a:gd name="connsiteY548" fmla="*/ 1352270 h 6858000"/>
              <a:gd name="connsiteX549" fmla="*/ 321570 w 7467600"/>
              <a:gd name="connsiteY549" fmla="*/ 1861610 h 6858000"/>
              <a:gd name="connsiteX550" fmla="*/ 294281 w 7467600"/>
              <a:gd name="connsiteY550" fmla="*/ 1440658 h 6858000"/>
              <a:gd name="connsiteX551" fmla="*/ 278707 w 7467600"/>
              <a:gd name="connsiteY551" fmla="*/ 1352270 h 6858000"/>
              <a:gd name="connsiteX552" fmla="*/ 1423821 w 7467600"/>
              <a:gd name="connsiteY552" fmla="*/ 1351958 h 6858000"/>
              <a:gd name="connsiteX553" fmla="*/ 1638521 w 7467600"/>
              <a:gd name="connsiteY553" fmla="*/ 1908470 h 6858000"/>
              <a:gd name="connsiteX554" fmla="*/ 1754199 w 7467600"/>
              <a:gd name="connsiteY554" fmla="*/ 2149284 h 6858000"/>
              <a:gd name="connsiteX555" fmla="*/ 1908359 w 7467600"/>
              <a:gd name="connsiteY555" fmla="*/ 2364988 h 6858000"/>
              <a:gd name="connsiteX556" fmla="*/ 1647661 w 7467600"/>
              <a:gd name="connsiteY556" fmla="*/ 1825945 h 6858000"/>
              <a:gd name="connsiteX557" fmla="*/ 1423821 w 7467600"/>
              <a:gd name="connsiteY557" fmla="*/ 1351958 h 6858000"/>
              <a:gd name="connsiteX558" fmla="*/ 1431890 w 7467600"/>
              <a:gd name="connsiteY558" fmla="*/ 1306475 h 6858000"/>
              <a:gd name="connsiteX559" fmla="*/ 1507597 w 7467600"/>
              <a:gd name="connsiteY559" fmla="*/ 1446132 h 6858000"/>
              <a:gd name="connsiteX560" fmla="*/ 1674586 w 7467600"/>
              <a:gd name="connsiteY560" fmla="*/ 1813832 h 6858000"/>
              <a:gd name="connsiteX561" fmla="*/ 1815950 w 7467600"/>
              <a:gd name="connsiteY561" fmla="*/ 2128564 h 6858000"/>
              <a:gd name="connsiteX562" fmla="*/ 1984242 w 7467600"/>
              <a:gd name="connsiteY562" fmla="*/ 2430829 h 6858000"/>
              <a:gd name="connsiteX563" fmla="*/ 2014023 w 7467600"/>
              <a:gd name="connsiteY563" fmla="*/ 2450995 h 6858000"/>
              <a:gd name="connsiteX564" fmla="*/ 1747337 w 7467600"/>
              <a:gd name="connsiteY564" fmla="*/ 1855264 h 6858000"/>
              <a:gd name="connsiteX565" fmla="*/ 1533749 w 7467600"/>
              <a:gd name="connsiteY565" fmla="*/ 1478656 h 6858000"/>
              <a:gd name="connsiteX566" fmla="*/ 1431890 w 7467600"/>
              <a:gd name="connsiteY566" fmla="*/ 1306475 h 6858000"/>
              <a:gd name="connsiteX567" fmla="*/ 5052692 w 7467600"/>
              <a:gd name="connsiteY567" fmla="*/ 1292994 h 6858000"/>
              <a:gd name="connsiteX568" fmla="*/ 5200661 w 7467600"/>
              <a:gd name="connsiteY568" fmla="*/ 1635186 h 6858000"/>
              <a:gd name="connsiteX569" fmla="*/ 5297138 w 7467600"/>
              <a:gd name="connsiteY569" fmla="*/ 1906351 h 6858000"/>
              <a:gd name="connsiteX570" fmla="*/ 5052692 w 7467600"/>
              <a:gd name="connsiteY570" fmla="*/ 1292994 h 6858000"/>
              <a:gd name="connsiteX571" fmla="*/ 5009948 w 7467600"/>
              <a:gd name="connsiteY571" fmla="*/ 1273619 h 6858000"/>
              <a:gd name="connsiteX572" fmla="*/ 5121777 w 7467600"/>
              <a:gd name="connsiteY572" fmla="*/ 1654213 h 6858000"/>
              <a:gd name="connsiteX573" fmla="*/ 5293545 w 7467600"/>
              <a:gd name="connsiteY573" fmla="*/ 2072247 h 6858000"/>
              <a:gd name="connsiteX574" fmla="*/ 5294042 w 7467600"/>
              <a:gd name="connsiteY574" fmla="*/ 2065019 h 6858000"/>
              <a:gd name="connsiteX575" fmla="*/ 5171936 w 7467600"/>
              <a:gd name="connsiteY575" fmla="*/ 1647613 h 6858000"/>
              <a:gd name="connsiteX576" fmla="*/ 5009948 w 7467600"/>
              <a:gd name="connsiteY576" fmla="*/ 1273619 h 6858000"/>
              <a:gd name="connsiteX577" fmla="*/ 655236 w 7467600"/>
              <a:gd name="connsiteY577" fmla="*/ 1268632 h 6858000"/>
              <a:gd name="connsiteX578" fmla="*/ 839521 w 7467600"/>
              <a:gd name="connsiteY578" fmla="*/ 1685315 h 6858000"/>
              <a:gd name="connsiteX579" fmla="*/ 1109416 w 7467600"/>
              <a:gd name="connsiteY579" fmla="*/ 2061663 h 6858000"/>
              <a:gd name="connsiteX580" fmla="*/ 1298300 w 7467600"/>
              <a:gd name="connsiteY580" fmla="*/ 2247742 h 6858000"/>
              <a:gd name="connsiteX581" fmla="*/ 1125871 w 7467600"/>
              <a:gd name="connsiteY581" fmla="*/ 1989513 h 6858000"/>
              <a:gd name="connsiteX582" fmla="*/ 981574 w 7467600"/>
              <a:gd name="connsiteY582" fmla="*/ 1783157 h 6858000"/>
              <a:gd name="connsiteX583" fmla="*/ 922198 w 7467600"/>
              <a:gd name="connsiteY583" fmla="*/ 1677437 h 6858000"/>
              <a:gd name="connsiteX584" fmla="*/ 869293 w 7467600"/>
              <a:gd name="connsiteY584" fmla="*/ 1583214 h 6858000"/>
              <a:gd name="connsiteX585" fmla="*/ 751431 w 7467600"/>
              <a:gd name="connsiteY585" fmla="*/ 1405731 h 6858000"/>
              <a:gd name="connsiteX586" fmla="*/ 655236 w 7467600"/>
              <a:gd name="connsiteY586" fmla="*/ 1268632 h 6858000"/>
              <a:gd name="connsiteX587" fmla="*/ 6516292 w 7467600"/>
              <a:gd name="connsiteY587" fmla="*/ 1263064 h 6858000"/>
              <a:gd name="connsiteX588" fmla="*/ 5736320 w 7467600"/>
              <a:gd name="connsiteY588" fmla="*/ 1501803 h 6858000"/>
              <a:gd name="connsiteX589" fmla="*/ 6516292 w 7467600"/>
              <a:gd name="connsiteY589" fmla="*/ 1263064 h 6858000"/>
              <a:gd name="connsiteX590" fmla="*/ 291466 w 7467600"/>
              <a:gd name="connsiteY590" fmla="*/ 1250369 h 6858000"/>
              <a:gd name="connsiteX591" fmla="*/ 323180 w 7467600"/>
              <a:gd name="connsiteY591" fmla="*/ 1435283 h 6858000"/>
              <a:gd name="connsiteX592" fmla="*/ 349381 w 7467600"/>
              <a:gd name="connsiteY592" fmla="*/ 1875041 h 6858000"/>
              <a:gd name="connsiteX593" fmla="*/ 374363 w 7467600"/>
              <a:gd name="connsiteY593" fmla="*/ 1506494 h 6858000"/>
              <a:gd name="connsiteX594" fmla="*/ 302168 w 7467600"/>
              <a:gd name="connsiteY594" fmla="*/ 1274495 h 6858000"/>
              <a:gd name="connsiteX595" fmla="*/ 291466 w 7467600"/>
              <a:gd name="connsiteY595" fmla="*/ 1250369 h 6858000"/>
              <a:gd name="connsiteX596" fmla="*/ 678222 w 7467600"/>
              <a:gd name="connsiteY596" fmla="*/ 1248670 h 6858000"/>
              <a:gd name="connsiteX597" fmla="*/ 775536 w 7467600"/>
              <a:gd name="connsiteY597" fmla="*/ 1388015 h 6858000"/>
              <a:gd name="connsiteX598" fmla="*/ 894529 w 7467600"/>
              <a:gd name="connsiteY598" fmla="*/ 1567739 h 6858000"/>
              <a:gd name="connsiteX599" fmla="*/ 948000 w 7467600"/>
              <a:gd name="connsiteY599" fmla="*/ 1663088 h 6858000"/>
              <a:gd name="connsiteX600" fmla="*/ 1006812 w 7467600"/>
              <a:gd name="connsiteY600" fmla="*/ 1767683 h 6858000"/>
              <a:gd name="connsiteX601" fmla="*/ 1149133 w 7467600"/>
              <a:gd name="connsiteY601" fmla="*/ 1971513 h 6858000"/>
              <a:gd name="connsiteX602" fmla="*/ 1333952 w 7467600"/>
              <a:gd name="connsiteY602" fmla="*/ 2251620 h 6858000"/>
              <a:gd name="connsiteX603" fmla="*/ 1337329 w 7467600"/>
              <a:gd name="connsiteY603" fmla="*/ 2258350 h 6858000"/>
              <a:gd name="connsiteX604" fmla="*/ 1014726 w 7467600"/>
              <a:gd name="connsiteY604" fmla="*/ 1615556 h 6858000"/>
              <a:gd name="connsiteX605" fmla="*/ 678222 w 7467600"/>
              <a:gd name="connsiteY605" fmla="*/ 1248670 h 6858000"/>
              <a:gd name="connsiteX606" fmla="*/ 6691602 w 7467600"/>
              <a:gd name="connsiteY606" fmla="*/ 1140573 h 6858000"/>
              <a:gd name="connsiteX607" fmla="*/ 6571100 w 7467600"/>
              <a:gd name="connsiteY607" fmla="*/ 1183662 h 6858000"/>
              <a:gd name="connsiteX608" fmla="*/ 6241687 w 7467600"/>
              <a:gd name="connsiteY608" fmla="*/ 1257600 h 6858000"/>
              <a:gd name="connsiteX609" fmla="*/ 5693009 w 7467600"/>
              <a:gd name="connsiteY609" fmla="*/ 1478256 h 6858000"/>
              <a:gd name="connsiteX610" fmla="*/ 6548420 w 7467600"/>
              <a:gd name="connsiteY610" fmla="*/ 1214599 h 6858000"/>
              <a:gd name="connsiteX611" fmla="*/ 6605473 w 7467600"/>
              <a:gd name="connsiteY611" fmla="*/ 1184686 h 6858000"/>
              <a:gd name="connsiteX612" fmla="*/ 6691602 w 7467600"/>
              <a:gd name="connsiteY612" fmla="*/ 1140573 h 6858000"/>
              <a:gd name="connsiteX613" fmla="*/ 4002475 w 7467600"/>
              <a:gd name="connsiteY613" fmla="*/ 1037802 h 6858000"/>
              <a:gd name="connsiteX614" fmla="*/ 4000324 w 7467600"/>
              <a:gd name="connsiteY614" fmla="*/ 1039362 h 6858000"/>
              <a:gd name="connsiteX615" fmla="*/ 4002862 w 7467600"/>
              <a:gd name="connsiteY615" fmla="*/ 1042866 h 6858000"/>
              <a:gd name="connsiteX616" fmla="*/ 4002475 w 7467600"/>
              <a:gd name="connsiteY616" fmla="*/ 1037802 h 6858000"/>
              <a:gd name="connsiteX617" fmla="*/ 506322 w 7467600"/>
              <a:gd name="connsiteY617" fmla="*/ 1020997 h 6858000"/>
              <a:gd name="connsiteX618" fmla="*/ 533068 w 7467600"/>
              <a:gd name="connsiteY618" fmla="*/ 1029409 h 6858000"/>
              <a:gd name="connsiteX619" fmla="*/ 1232525 w 7467600"/>
              <a:gd name="connsiteY619" fmla="*/ 1804675 h 6858000"/>
              <a:gd name="connsiteX620" fmla="*/ 1388858 w 7467600"/>
              <a:gd name="connsiteY620" fmla="*/ 2368011 h 6858000"/>
              <a:gd name="connsiteX621" fmla="*/ 1384098 w 7467600"/>
              <a:gd name="connsiteY621" fmla="*/ 2378125 h 6858000"/>
              <a:gd name="connsiteX622" fmla="*/ 1425393 w 7467600"/>
              <a:gd name="connsiteY622" fmla="*/ 2589124 h 6858000"/>
              <a:gd name="connsiteX623" fmla="*/ 1424001 w 7467600"/>
              <a:gd name="connsiteY623" fmla="*/ 2597541 h 6858000"/>
              <a:gd name="connsiteX624" fmla="*/ 2152729 w 7467600"/>
              <a:gd name="connsiteY624" fmla="*/ 2864487 h 6858000"/>
              <a:gd name="connsiteX625" fmla="*/ 2020609 w 7467600"/>
              <a:gd name="connsiteY625" fmla="*/ 2539671 h 6858000"/>
              <a:gd name="connsiteX626" fmla="*/ 2018920 w 7467600"/>
              <a:gd name="connsiteY626" fmla="*/ 2536309 h 6858000"/>
              <a:gd name="connsiteX627" fmla="*/ 1342441 w 7467600"/>
              <a:gd name="connsiteY627" fmla="*/ 1173017 h 6858000"/>
              <a:gd name="connsiteX628" fmla="*/ 1367925 w 7467600"/>
              <a:gd name="connsiteY628" fmla="*/ 1135648 h 6858000"/>
              <a:gd name="connsiteX629" fmla="*/ 1771401 w 7467600"/>
              <a:gd name="connsiteY629" fmla="*/ 1806673 h 6858000"/>
              <a:gd name="connsiteX630" fmla="*/ 1972385 w 7467600"/>
              <a:gd name="connsiteY630" fmla="*/ 2198735 h 6858000"/>
              <a:gd name="connsiteX631" fmla="*/ 2040892 w 7467600"/>
              <a:gd name="connsiteY631" fmla="*/ 2405205 h 6858000"/>
              <a:gd name="connsiteX632" fmla="*/ 2131689 w 7467600"/>
              <a:gd name="connsiteY632" fmla="*/ 1936926 h 6858000"/>
              <a:gd name="connsiteX633" fmla="*/ 2454820 w 7467600"/>
              <a:gd name="connsiteY633" fmla="*/ 1248808 h 6858000"/>
              <a:gd name="connsiteX634" fmla="*/ 2492512 w 7467600"/>
              <a:gd name="connsiteY634" fmla="*/ 1302920 h 6858000"/>
              <a:gd name="connsiteX635" fmla="*/ 2081216 w 7467600"/>
              <a:gd name="connsiteY635" fmla="*/ 2527513 h 6858000"/>
              <a:gd name="connsiteX636" fmla="*/ 2081211 w 7467600"/>
              <a:gd name="connsiteY636" fmla="*/ 2528916 h 6858000"/>
              <a:gd name="connsiteX637" fmla="*/ 2199067 w 7467600"/>
              <a:gd name="connsiteY637" fmla="*/ 2884061 h 6858000"/>
              <a:gd name="connsiteX638" fmla="*/ 3192586 w 7467600"/>
              <a:gd name="connsiteY638" fmla="*/ 3411496 h 6858000"/>
              <a:gd name="connsiteX639" fmla="*/ 3182620 w 7467600"/>
              <a:gd name="connsiteY639" fmla="*/ 3483279 h 6858000"/>
              <a:gd name="connsiteX640" fmla="*/ 2435119 w 7467600"/>
              <a:gd name="connsiteY640" fmla="*/ 3080173 h 6858000"/>
              <a:gd name="connsiteX641" fmla="*/ 2410152 w 7467600"/>
              <a:gd name="connsiteY641" fmla="*/ 3063751 h 6858000"/>
              <a:gd name="connsiteX642" fmla="*/ 2408099 w 7467600"/>
              <a:gd name="connsiteY642" fmla="*/ 3064403 h 6858000"/>
              <a:gd name="connsiteX643" fmla="*/ 2407218 w 7467600"/>
              <a:gd name="connsiteY643" fmla="*/ 3070324 h 6858000"/>
              <a:gd name="connsiteX644" fmla="*/ 2380138 w 7467600"/>
              <a:gd name="connsiteY644" fmla="*/ 3099341 h 6858000"/>
              <a:gd name="connsiteX645" fmla="*/ 1765923 w 7467600"/>
              <a:gd name="connsiteY645" fmla="*/ 3581043 h 6858000"/>
              <a:gd name="connsiteX646" fmla="*/ 1702258 w 7467600"/>
              <a:gd name="connsiteY646" fmla="*/ 3612286 h 6858000"/>
              <a:gd name="connsiteX647" fmla="*/ 1538370 w 7467600"/>
              <a:gd name="connsiteY647" fmla="*/ 3811804 h 6858000"/>
              <a:gd name="connsiteX648" fmla="*/ 542867 w 7467600"/>
              <a:gd name="connsiteY648" fmla="*/ 4944092 h 6858000"/>
              <a:gd name="connsiteX649" fmla="*/ 515800 w 7467600"/>
              <a:gd name="connsiteY649" fmla="*/ 4862180 h 6858000"/>
              <a:gd name="connsiteX650" fmla="*/ 909145 w 7467600"/>
              <a:gd name="connsiteY650" fmla="*/ 4199225 h 6858000"/>
              <a:gd name="connsiteX651" fmla="*/ 1214067 w 7467600"/>
              <a:gd name="connsiteY651" fmla="*/ 3908561 h 6858000"/>
              <a:gd name="connsiteX652" fmla="*/ 640967 w 7467600"/>
              <a:gd name="connsiteY652" fmla="*/ 4105601 h 6858000"/>
              <a:gd name="connsiteX653" fmla="*/ 112563 w 7467600"/>
              <a:gd name="connsiteY653" fmla="*/ 4396952 h 6858000"/>
              <a:gd name="connsiteX654" fmla="*/ 0 w 7467600"/>
              <a:gd name="connsiteY654" fmla="*/ 4466006 h 6858000"/>
              <a:gd name="connsiteX655" fmla="*/ 0 w 7467600"/>
              <a:gd name="connsiteY655" fmla="*/ 4233763 h 6858000"/>
              <a:gd name="connsiteX656" fmla="*/ 36881 w 7467600"/>
              <a:gd name="connsiteY656" fmla="*/ 4200118 h 6858000"/>
              <a:gd name="connsiteX657" fmla="*/ 910534 w 7467600"/>
              <a:gd name="connsiteY657" fmla="*/ 3629753 h 6858000"/>
              <a:gd name="connsiteX658" fmla="*/ 1578717 w 7467600"/>
              <a:gd name="connsiteY658" fmla="*/ 3575982 h 6858000"/>
              <a:gd name="connsiteX659" fmla="*/ 2338780 w 7467600"/>
              <a:gd name="connsiteY659" fmla="*/ 3033725 h 6858000"/>
              <a:gd name="connsiteX660" fmla="*/ 1807991 w 7467600"/>
              <a:gd name="connsiteY660" fmla="*/ 2807184 h 6858000"/>
              <a:gd name="connsiteX661" fmla="*/ 1416358 w 7467600"/>
              <a:gd name="connsiteY661" fmla="*/ 3112571 h 6858000"/>
              <a:gd name="connsiteX662" fmla="*/ 939066 w 7467600"/>
              <a:gd name="connsiteY662" fmla="*/ 3378798 h 6858000"/>
              <a:gd name="connsiteX663" fmla="*/ 115099 w 7467600"/>
              <a:gd name="connsiteY663" fmla="*/ 3607650 h 6858000"/>
              <a:gd name="connsiteX664" fmla="*/ 97284 w 7467600"/>
              <a:gd name="connsiteY664" fmla="*/ 3520393 h 6858000"/>
              <a:gd name="connsiteX665" fmla="*/ 922050 w 7467600"/>
              <a:gd name="connsiteY665" fmla="*/ 3074867 h 6858000"/>
              <a:gd name="connsiteX666" fmla="*/ 1405265 w 7467600"/>
              <a:gd name="connsiteY666" fmla="*/ 3016319 h 6858000"/>
              <a:gd name="connsiteX667" fmla="*/ 1407512 w 7467600"/>
              <a:gd name="connsiteY667" fmla="*/ 3018001 h 6858000"/>
              <a:gd name="connsiteX668" fmla="*/ 1726266 w 7467600"/>
              <a:gd name="connsiteY668" fmla="*/ 2777274 h 6858000"/>
              <a:gd name="connsiteX669" fmla="*/ 625390 w 7467600"/>
              <a:gd name="connsiteY669" fmla="*/ 2514541 h 6858000"/>
              <a:gd name="connsiteX670" fmla="*/ 619799 w 7467600"/>
              <a:gd name="connsiteY670" fmla="*/ 2527180 h 6858000"/>
              <a:gd name="connsiteX671" fmla="*/ 310030 w 7467600"/>
              <a:gd name="connsiteY671" fmla="*/ 2771818 h 6858000"/>
              <a:gd name="connsiteX672" fmla="*/ 173877 w 7467600"/>
              <a:gd name="connsiteY672" fmla="*/ 2937056 h 6858000"/>
              <a:gd name="connsiteX673" fmla="*/ 77889 w 7467600"/>
              <a:gd name="connsiteY673" fmla="*/ 3138440 h 6858000"/>
              <a:gd name="connsiteX674" fmla="*/ 0 w 7467600"/>
              <a:gd name="connsiteY674" fmla="*/ 3271395 h 6858000"/>
              <a:gd name="connsiteX675" fmla="*/ 0 w 7467600"/>
              <a:gd name="connsiteY675" fmla="*/ 3153002 h 6858000"/>
              <a:gd name="connsiteX676" fmla="*/ 2386 w 7467600"/>
              <a:gd name="connsiteY676" fmla="*/ 3149203 h 6858000"/>
              <a:gd name="connsiteX677" fmla="*/ 89753 w 7467600"/>
              <a:gd name="connsiteY677" fmla="*/ 2987702 h 6858000"/>
              <a:gd name="connsiteX678" fmla="*/ 76869 w 7467600"/>
              <a:gd name="connsiteY678" fmla="*/ 3005404 h 6858000"/>
              <a:gd name="connsiteX679" fmla="*/ 32049 w 7467600"/>
              <a:gd name="connsiteY679" fmla="*/ 3065814 h 6858000"/>
              <a:gd name="connsiteX680" fmla="*/ 0 w 7467600"/>
              <a:gd name="connsiteY680" fmla="*/ 3108744 h 6858000"/>
              <a:gd name="connsiteX681" fmla="*/ 0 w 7467600"/>
              <a:gd name="connsiteY681" fmla="*/ 3058059 h 6858000"/>
              <a:gd name="connsiteX682" fmla="*/ 7610 w 7467600"/>
              <a:gd name="connsiteY682" fmla="*/ 3047889 h 6858000"/>
              <a:gd name="connsiteX683" fmla="*/ 52419 w 7467600"/>
              <a:gd name="connsiteY683" fmla="*/ 2987479 h 6858000"/>
              <a:gd name="connsiteX684" fmla="*/ 59142 w 7467600"/>
              <a:gd name="connsiteY684" fmla="*/ 2978488 h 6858000"/>
              <a:gd name="connsiteX685" fmla="*/ 0 w 7467600"/>
              <a:gd name="connsiteY685" fmla="*/ 3015334 h 6858000"/>
              <a:gd name="connsiteX686" fmla="*/ 0 w 7467600"/>
              <a:gd name="connsiteY686" fmla="*/ 2914286 h 6858000"/>
              <a:gd name="connsiteX687" fmla="*/ 36383 w 7467600"/>
              <a:gd name="connsiteY687" fmla="*/ 2901128 h 6858000"/>
              <a:gd name="connsiteX688" fmla="*/ 156329 w 7467600"/>
              <a:gd name="connsiteY688" fmla="*/ 2840533 h 6858000"/>
              <a:gd name="connsiteX689" fmla="*/ 358355 w 7467600"/>
              <a:gd name="connsiteY689" fmla="*/ 2620471 h 6858000"/>
              <a:gd name="connsiteX690" fmla="*/ 510577 w 7467600"/>
              <a:gd name="connsiteY690" fmla="*/ 2501244 h 6858000"/>
              <a:gd name="connsiteX691" fmla="*/ 211967 w 7467600"/>
              <a:gd name="connsiteY691" fmla="*/ 2479171 h 6858000"/>
              <a:gd name="connsiteX692" fmla="*/ 0 w 7467600"/>
              <a:gd name="connsiteY692" fmla="*/ 2476398 h 6858000"/>
              <a:gd name="connsiteX693" fmla="*/ 0 w 7467600"/>
              <a:gd name="connsiteY693" fmla="*/ 2389189 h 6858000"/>
              <a:gd name="connsiteX694" fmla="*/ 103062 w 7467600"/>
              <a:gd name="connsiteY694" fmla="*/ 2389518 h 6858000"/>
              <a:gd name="connsiteX695" fmla="*/ 510734 w 7467600"/>
              <a:gd name="connsiteY695" fmla="*/ 2416201 h 6858000"/>
              <a:gd name="connsiteX696" fmla="*/ 279257 w 7467600"/>
              <a:gd name="connsiteY696" fmla="*/ 2092102 h 6858000"/>
              <a:gd name="connsiteX697" fmla="*/ 65265 w 7467600"/>
              <a:gd name="connsiteY697" fmla="*/ 2006049 h 6858000"/>
              <a:gd name="connsiteX698" fmla="*/ 0 w 7467600"/>
              <a:gd name="connsiteY698" fmla="*/ 1982532 h 6858000"/>
              <a:gd name="connsiteX699" fmla="*/ 0 w 7467600"/>
              <a:gd name="connsiteY699" fmla="*/ 1912789 h 6858000"/>
              <a:gd name="connsiteX700" fmla="*/ 97460 w 7467600"/>
              <a:gd name="connsiteY700" fmla="*/ 1953725 h 6858000"/>
              <a:gd name="connsiteX701" fmla="*/ 221272 w 7467600"/>
              <a:gd name="connsiteY701" fmla="*/ 1980766 h 6858000"/>
              <a:gd name="connsiteX702" fmla="*/ 116765 w 7467600"/>
              <a:gd name="connsiteY702" fmla="*/ 1911033 h 6858000"/>
              <a:gd name="connsiteX703" fmla="*/ 16405 w 7467600"/>
              <a:gd name="connsiteY703" fmla="*/ 1803412 h 6858000"/>
              <a:gd name="connsiteX704" fmla="*/ 0 w 7467600"/>
              <a:gd name="connsiteY704" fmla="*/ 1784777 h 6858000"/>
              <a:gd name="connsiteX705" fmla="*/ 0 w 7467600"/>
              <a:gd name="connsiteY705" fmla="*/ 1740082 h 6858000"/>
              <a:gd name="connsiteX706" fmla="*/ 39394 w 7467600"/>
              <a:gd name="connsiteY706" fmla="*/ 1784856 h 6858000"/>
              <a:gd name="connsiteX707" fmla="*/ 135813 w 7467600"/>
              <a:gd name="connsiteY707" fmla="*/ 1888838 h 6858000"/>
              <a:gd name="connsiteX708" fmla="*/ 242575 w 7467600"/>
              <a:gd name="connsiteY708" fmla="*/ 1958841 h 6858000"/>
              <a:gd name="connsiteX709" fmla="*/ 82197 w 7467600"/>
              <a:gd name="connsiteY709" fmla="*/ 1754826 h 6858000"/>
              <a:gd name="connsiteX710" fmla="*/ 0 w 7467600"/>
              <a:gd name="connsiteY710" fmla="*/ 1679650 h 6858000"/>
              <a:gd name="connsiteX711" fmla="*/ 0 w 7467600"/>
              <a:gd name="connsiteY711" fmla="*/ 1602463 h 6858000"/>
              <a:gd name="connsiteX712" fmla="*/ 84689 w 7467600"/>
              <a:gd name="connsiteY712" fmla="*/ 1677442 h 6858000"/>
              <a:gd name="connsiteX713" fmla="*/ 298437 w 7467600"/>
              <a:gd name="connsiteY713" fmla="*/ 1968019 h 6858000"/>
              <a:gd name="connsiteX714" fmla="*/ 227269 w 7467600"/>
              <a:gd name="connsiteY714" fmla="*/ 1114064 h 6858000"/>
              <a:gd name="connsiteX715" fmla="*/ 248003 w 7467600"/>
              <a:gd name="connsiteY715" fmla="*/ 1089613 h 6858000"/>
              <a:gd name="connsiteX716" fmla="*/ 427020 w 7467600"/>
              <a:gd name="connsiteY716" fmla="*/ 1619803 h 6858000"/>
              <a:gd name="connsiteX717" fmla="*/ 340345 w 7467600"/>
              <a:gd name="connsiteY717" fmla="*/ 2027739 h 6858000"/>
              <a:gd name="connsiteX718" fmla="*/ 360865 w 7467600"/>
              <a:gd name="connsiteY718" fmla="*/ 2044827 h 6858000"/>
              <a:gd name="connsiteX719" fmla="*/ 560414 w 7467600"/>
              <a:gd name="connsiteY719" fmla="*/ 2421457 h 6858000"/>
              <a:gd name="connsiteX720" fmla="*/ 1359703 w 7467600"/>
              <a:gd name="connsiteY720" fmla="*/ 2578554 h 6858000"/>
              <a:gd name="connsiteX721" fmla="*/ 1359422 w 7467600"/>
              <a:gd name="connsiteY721" fmla="*/ 2577994 h 6858000"/>
              <a:gd name="connsiteX722" fmla="*/ 828701 w 7467600"/>
              <a:gd name="connsiteY722" fmla="*/ 1839520 h 6858000"/>
              <a:gd name="connsiteX723" fmla="*/ 494427 w 7467600"/>
              <a:gd name="connsiteY723" fmla="*/ 1092333 h 6858000"/>
              <a:gd name="connsiteX724" fmla="*/ 506322 w 7467600"/>
              <a:gd name="connsiteY724" fmla="*/ 1020997 h 6858000"/>
              <a:gd name="connsiteX725" fmla="*/ 4570198 w 7467600"/>
              <a:gd name="connsiteY725" fmla="*/ 978081 h 6858000"/>
              <a:gd name="connsiteX726" fmla="*/ 4523691 w 7467600"/>
              <a:gd name="connsiteY726" fmla="*/ 1127776 h 6858000"/>
              <a:gd name="connsiteX727" fmla="*/ 4509875 w 7467600"/>
              <a:gd name="connsiteY727" fmla="*/ 1167552 h 6858000"/>
              <a:gd name="connsiteX728" fmla="*/ 4478168 w 7467600"/>
              <a:gd name="connsiteY728" fmla="*/ 1260735 h 6858000"/>
              <a:gd name="connsiteX729" fmla="*/ 4409309 w 7467600"/>
              <a:gd name="connsiteY729" fmla="*/ 1666996 h 6858000"/>
              <a:gd name="connsiteX730" fmla="*/ 4370031 w 7467600"/>
              <a:gd name="connsiteY730" fmla="*/ 1955666 h 6858000"/>
              <a:gd name="connsiteX731" fmla="*/ 4570198 w 7467600"/>
              <a:gd name="connsiteY731" fmla="*/ 978081 h 6858000"/>
              <a:gd name="connsiteX732" fmla="*/ 4557898 w 7467600"/>
              <a:gd name="connsiteY732" fmla="*/ 900011 h 6858000"/>
              <a:gd name="connsiteX733" fmla="*/ 4344840 w 7467600"/>
              <a:gd name="connsiteY733" fmla="*/ 1922038 h 6858000"/>
              <a:gd name="connsiteX734" fmla="*/ 4378710 w 7467600"/>
              <a:gd name="connsiteY734" fmla="*/ 1665516 h 6858000"/>
              <a:gd name="connsiteX735" fmla="*/ 4448798 w 7467600"/>
              <a:gd name="connsiteY735" fmla="*/ 1253024 h 6858000"/>
              <a:gd name="connsiteX736" fmla="*/ 4480315 w 7467600"/>
              <a:gd name="connsiteY736" fmla="*/ 1158454 h 6858000"/>
              <a:gd name="connsiteX737" fmla="*/ 4494133 w 7467600"/>
              <a:gd name="connsiteY737" fmla="*/ 1118676 h 6858000"/>
              <a:gd name="connsiteX738" fmla="*/ 4557898 w 7467600"/>
              <a:gd name="connsiteY738" fmla="*/ 900011 h 6858000"/>
              <a:gd name="connsiteX739" fmla="*/ 5870151 w 7467600"/>
              <a:gd name="connsiteY739" fmla="*/ 898890 h 6858000"/>
              <a:gd name="connsiteX740" fmla="*/ 5861335 w 7467600"/>
              <a:gd name="connsiteY740" fmla="*/ 899177 h 6858000"/>
              <a:gd name="connsiteX741" fmla="*/ 5843702 w 7467600"/>
              <a:gd name="connsiteY741" fmla="*/ 899748 h 6858000"/>
              <a:gd name="connsiteX742" fmla="*/ 5651107 w 7467600"/>
              <a:gd name="connsiteY742" fmla="*/ 920306 h 6858000"/>
              <a:gd name="connsiteX743" fmla="*/ 5459407 w 7467600"/>
              <a:gd name="connsiteY743" fmla="*/ 940975 h 6858000"/>
              <a:gd name="connsiteX744" fmla="*/ 5374846 w 7467600"/>
              <a:gd name="connsiteY744" fmla="*/ 941988 h 6858000"/>
              <a:gd name="connsiteX745" fmla="*/ 5256105 w 7467600"/>
              <a:gd name="connsiteY745" fmla="*/ 945632 h 6858000"/>
              <a:gd name="connsiteX746" fmla="*/ 5107071 w 7467600"/>
              <a:gd name="connsiteY746" fmla="*/ 969720 h 6858000"/>
              <a:gd name="connsiteX747" fmla="*/ 4998681 w 7467600"/>
              <a:gd name="connsiteY747" fmla="*/ 988771 h 6858000"/>
              <a:gd name="connsiteX748" fmla="*/ 5870151 w 7467600"/>
              <a:gd name="connsiteY748" fmla="*/ 898890 h 6858000"/>
              <a:gd name="connsiteX749" fmla="*/ 5504425 w 7467600"/>
              <a:gd name="connsiteY749" fmla="*/ 848067 h 6858000"/>
              <a:gd name="connsiteX750" fmla="*/ 4968849 w 7467600"/>
              <a:gd name="connsiteY750" fmla="*/ 962318 h 6858000"/>
              <a:gd name="connsiteX751" fmla="*/ 5104039 w 7467600"/>
              <a:gd name="connsiteY751" fmla="*/ 940634 h 6858000"/>
              <a:gd name="connsiteX752" fmla="*/ 5256311 w 7467600"/>
              <a:gd name="connsiteY752" fmla="*/ 916490 h 6858000"/>
              <a:gd name="connsiteX753" fmla="*/ 5377381 w 7467600"/>
              <a:gd name="connsiteY753" fmla="*/ 912671 h 6858000"/>
              <a:gd name="connsiteX754" fmla="*/ 5460148 w 7467600"/>
              <a:gd name="connsiteY754" fmla="*/ 911442 h 6858000"/>
              <a:gd name="connsiteX755" fmla="*/ 5648971 w 7467600"/>
              <a:gd name="connsiteY755" fmla="*/ 891331 h 6858000"/>
              <a:gd name="connsiteX756" fmla="*/ 5844807 w 7467600"/>
              <a:gd name="connsiteY756" fmla="*/ 870718 h 6858000"/>
              <a:gd name="connsiteX757" fmla="*/ 5862975 w 7467600"/>
              <a:gd name="connsiteY757" fmla="*/ 869756 h 6858000"/>
              <a:gd name="connsiteX758" fmla="*/ 5920887 w 7467600"/>
              <a:gd name="connsiteY758" fmla="*/ 865929 h 6858000"/>
              <a:gd name="connsiteX759" fmla="*/ 5504425 w 7467600"/>
              <a:gd name="connsiteY759" fmla="*/ 848067 h 6858000"/>
              <a:gd name="connsiteX760" fmla="*/ 3607114 w 7467600"/>
              <a:gd name="connsiteY760" fmla="*/ 467441 h 6858000"/>
              <a:gd name="connsiteX761" fmla="*/ 3296242 w 7467600"/>
              <a:gd name="connsiteY761" fmla="*/ 807991 h 6858000"/>
              <a:gd name="connsiteX762" fmla="*/ 3174674 w 7467600"/>
              <a:gd name="connsiteY762" fmla="*/ 919759 h 6858000"/>
              <a:gd name="connsiteX763" fmla="*/ 3042978 w 7467600"/>
              <a:gd name="connsiteY763" fmla="*/ 1054894 h 6858000"/>
              <a:gd name="connsiteX764" fmla="*/ 2968914 w 7467600"/>
              <a:gd name="connsiteY764" fmla="*/ 1133756 h 6858000"/>
              <a:gd name="connsiteX765" fmla="*/ 3103823 w 7467600"/>
              <a:gd name="connsiteY765" fmla="*/ 1026814 h 6858000"/>
              <a:gd name="connsiteX766" fmla="*/ 3607114 w 7467600"/>
              <a:gd name="connsiteY766" fmla="*/ 467441 h 6858000"/>
              <a:gd name="connsiteX767" fmla="*/ 3744487 w 7467600"/>
              <a:gd name="connsiteY767" fmla="*/ 383136 h 6858000"/>
              <a:gd name="connsiteX768" fmla="*/ 3970213 w 7467600"/>
              <a:gd name="connsiteY768" fmla="*/ 995559 h 6858000"/>
              <a:gd name="connsiteX769" fmla="*/ 3744487 w 7467600"/>
              <a:gd name="connsiteY769" fmla="*/ 383136 h 6858000"/>
              <a:gd name="connsiteX770" fmla="*/ 3624562 w 7467600"/>
              <a:gd name="connsiteY770" fmla="*/ 367041 h 6858000"/>
              <a:gd name="connsiteX771" fmla="*/ 3489712 w 7467600"/>
              <a:gd name="connsiteY771" fmla="*/ 485386 h 6858000"/>
              <a:gd name="connsiteX772" fmla="*/ 3182994 w 7467600"/>
              <a:gd name="connsiteY772" fmla="*/ 828265 h 6858000"/>
              <a:gd name="connsiteX773" fmla="*/ 2892114 w 7467600"/>
              <a:gd name="connsiteY773" fmla="*/ 1172635 h 6858000"/>
              <a:gd name="connsiteX774" fmla="*/ 3021459 w 7467600"/>
              <a:gd name="connsiteY774" fmla="*/ 1035385 h 6858000"/>
              <a:gd name="connsiteX775" fmla="*/ 3153873 w 7467600"/>
              <a:gd name="connsiteY775" fmla="*/ 898971 h 6858000"/>
              <a:gd name="connsiteX776" fmla="*/ 3276511 w 7467600"/>
              <a:gd name="connsiteY776" fmla="*/ 786423 h 6858000"/>
              <a:gd name="connsiteX777" fmla="*/ 3584154 w 7467600"/>
              <a:gd name="connsiteY777" fmla="*/ 448218 h 6858000"/>
              <a:gd name="connsiteX778" fmla="*/ 3624562 w 7467600"/>
              <a:gd name="connsiteY778" fmla="*/ 367041 h 6858000"/>
              <a:gd name="connsiteX779" fmla="*/ 3766672 w 7467600"/>
              <a:gd name="connsiteY779" fmla="*/ 359429 h 6858000"/>
              <a:gd name="connsiteX780" fmla="*/ 3996338 w 7467600"/>
              <a:gd name="connsiteY780" fmla="*/ 968237 h 6858000"/>
              <a:gd name="connsiteX781" fmla="*/ 3766672 w 7467600"/>
              <a:gd name="connsiteY781" fmla="*/ 359429 h 6858000"/>
              <a:gd name="connsiteX782" fmla="*/ 5805386 w 7467600"/>
              <a:gd name="connsiteY782" fmla="*/ 239240 h 6858000"/>
              <a:gd name="connsiteX783" fmla="*/ 5736947 w 7467600"/>
              <a:gd name="connsiteY783" fmla="*/ 261367 h 6858000"/>
              <a:gd name="connsiteX784" fmla="*/ 5427012 w 7467600"/>
              <a:gd name="connsiteY784" fmla="*/ 311272 h 6858000"/>
              <a:gd name="connsiteX785" fmla="*/ 5147818 w 7467600"/>
              <a:gd name="connsiteY785" fmla="*/ 322112 h 6858000"/>
              <a:gd name="connsiteX786" fmla="*/ 5060854 w 7467600"/>
              <a:gd name="connsiteY786" fmla="*/ 311882 h 6858000"/>
              <a:gd name="connsiteX787" fmla="*/ 4945989 w 7467600"/>
              <a:gd name="connsiteY787" fmla="*/ 300516 h 6858000"/>
              <a:gd name="connsiteX788" fmla="*/ 5410479 w 7467600"/>
              <a:gd name="connsiteY788" fmla="*/ 348434 h 6858000"/>
              <a:gd name="connsiteX789" fmla="*/ 5805386 w 7467600"/>
              <a:gd name="connsiteY789" fmla="*/ 239240 h 6858000"/>
              <a:gd name="connsiteX790" fmla="*/ 5905192 w 7467600"/>
              <a:gd name="connsiteY790" fmla="*/ 163079 h 6858000"/>
              <a:gd name="connsiteX791" fmla="*/ 5865655 w 7467600"/>
              <a:gd name="connsiteY791" fmla="*/ 171901 h 6858000"/>
              <a:gd name="connsiteX792" fmla="*/ 5259740 w 7467600"/>
              <a:gd name="connsiteY792" fmla="*/ 257013 h 6858000"/>
              <a:gd name="connsiteX793" fmla="*/ 5208466 w 7467600"/>
              <a:gd name="connsiteY793" fmla="*/ 257550 h 6858000"/>
              <a:gd name="connsiteX794" fmla="*/ 4980204 w 7467600"/>
              <a:gd name="connsiteY794" fmla="*/ 271903 h 6858000"/>
              <a:gd name="connsiteX795" fmla="*/ 5068068 w 7467600"/>
              <a:gd name="connsiteY795" fmla="*/ 282244 h 6858000"/>
              <a:gd name="connsiteX796" fmla="*/ 5153231 w 7467600"/>
              <a:gd name="connsiteY796" fmla="*/ 292240 h 6858000"/>
              <a:gd name="connsiteX797" fmla="*/ 5426491 w 7467600"/>
              <a:gd name="connsiteY797" fmla="*/ 281128 h 6858000"/>
              <a:gd name="connsiteX798" fmla="*/ 5731212 w 7467600"/>
              <a:gd name="connsiteY798" fmla="*/ 231951 h 6858000"/>
              <a:gd name="connsiteX799" fmla="*/ 5905192 w 7467600"/>
              <a:gd name="connsiteY799" fmla="*/ 163079 h 6858000"/>
              <a:gd name="connsiteX800" fmla="*/ 5944437 w 7467600"/>
              <a:gd name="connsiteY800" fmla="*/ 113829 h 6858000"/>
              <a:gd name="connsiteX801" fmla="*/ 5825032 w 7467600"/>
              <a:gd name="connsiteY801" fmla="*/ 146405 h 6858000"/>
              <a:gd name="connsiteX802" fmla="*/ 4955599 w 7467600"/>
              <a:gd name="connsiteY802" fmla="*/ 247008 h 6858000"/>
              <a:gd name="connsiteX803" fmla="*/ 5210104 w 7467600"/>
              <a:gd name="connsiteY803" fmla="*/ 228123 h 6858000"/>
              <a:gd name="connsiteX804" fmla="*/ 5261015 w 7467600"/>
              <a:gd name="connsiteY804" fmla="*/ 227087 h 6858000"/>
              <a:gd name="connsiteX805" fmla="*/ 5861181 w 7467600"/>
              <a:gd name="connsiteY805" fmla="*/ 143093 h 6858000"/>
              <a:gd name="connsiteX806" fmla="*/ 5961252 w 7467600"/>
              <a:gd name="connsiteY806" fmla="*/ 114820 h 6858000"/>
              <a:gd name="connsiteX807" fmla="*/ 5944437 w 7467600"/>
              <a:gd name="connsiteY807" fmla="*/ 113829 h 6858000"/>
              <a:gd name="connsiteX808" fmla="*/ 3882765 w 7467600"/>
              <a:gd name="connsiteY808" fmla="*/ 0 h 6858000"/>
              <a:gd name="connsiteX809" fmla="*/ 3995099 w 7467600"/>
              <a:gd name="connsiteY809" fmla="*/ 0 h 6858000"/>
              <a:gd name="connsiteX810" fmla="*/ 4163818 w 7467600"/>
              <a:gd name="connsiteY810" fmla="*/ 234104 h 6858000"/>
              <a:gd name="connsiteX811" fmla="*/ 4172099 w 7467600"/>
              <a:gd name="connsiteY811" fmla="*/ 234207 h 6858000"/>
              <a:gd name="connsiteX812" fmla="*/ 4784282 w 7467600"/>
              <a:gd name="connsiteY812" fmla="*/ 276561 h 6858000"/>
              <a:gd name="connsiteX813" fmla="*/ 4801687 w 7467600"/>
              <a:gd name="connsiteY813" fmla="*/ 267764 h 6858000"/>
              <a:gd name="connsiteX814" fmla="*/ 6082788 w 7467600"/>
              <a:gd name="connsiteY814" fmla="*/ 64119 h 6858000"/>
              <a:gd name="connsiteX815" fmla="*/ 6099442 w 7467600"/>
              <a:gd name="connsiteY815" fmla="*/ 82568 h 6858000"/>
              <a:gd name="connsiteX816" fmla="*/ 4804137 w 7467600"/>
              <a:gd name="connsiteY816" fmla="*/ 320931 h 6858000"/>
              <a:gd name="connsiteX817" fmla="*/ 4227047 w 7467600"/>
              <a:gd name="connsiteY817" fmla="*/ 313415 h 6858000"/>
              <a:gd name="connsiteX818" fmla="*/ 4346041 w 7467600"/>
              <a:gd name="connsiteY818" fmla="*/ 456086 h 6858000"/>
              <a:gd name="connsiteX819" fmla="*/ 4870967 w 7467600"/>
              <a:gd name="connsiteY819" fmla="*/ 963061 h 6858000"/>
              <a:gd name="connsiteX820" fmla="*/ 4889647 w 7467600"/>
              <a:gd name="connsiteY820" fmla="*/ 957147 h 6858000"/>
              <a:gd name="connsiteX821" fmla="*/ 5422504 w 7467600"/>
              <a:gd name="connsiteY821" fmla="*/ 805191 h 6858000"/>
              <a:gd name="connsiteX822" fmla="*/ 6087656 w 7467600"/>
              <a:gd name="connsiteY822" fmla="*/ 826703 h 6858000"/>
              <a:gd name="connsiteX823" fmla="*/ 6058717 w 7467600"/>
              <a:gd name="connsiteY823" fmla="*/ 865992 h 6858000"/>
              <a:gd name="connsiteX824" fmla="*/ 4974153 w 7467600"/>
              <a:gd name="connsiteY824" fmla="*/ 1045456 h 6858000"/>
              <a:gd name="connsiteX825" fmla="*/ 5627835 w 7467600"/>
              <a:gd name="connsiteY825" fmla="*/ 1472077 h 6858000"/>
              <a:gd name="connsiteX826" fmla="*/ 5629817 w 7467600"/>
              <a:gd name="connsiteY826" fmla="*/ 1471412 h 6858000"/>
              <a:gd name="connsiteX827" fmla="*/ 5634124 w 7467600"/>
              <a:gd name="connsiteY827" fmla="*/ 1470572 h 6858000"/>
              <a:gd name="connsiteX828" fmla="*/ 5755832 w 7467600"/>
              <a:gd name="connsiteY828" fmla="*/ 1383886 h 6858000"/>
              <a:gd name="connsiteX829" fmla="*/ 6014186 w 7467600"/>
              <a:gd name="connsiteY829" fmla="*/ 1279799 h 6858000"/>
              <a:gd name="connsiteX830" fmla="*/ 6901619 w 7467600"/>
              <a:gd name="connsiteY830" fmla="*/ 1047874 h 6858000"/>
              <a:gd name="connsiteX831" fmla="*/ 6931566 w 7467600"/>
              <a:gd name="connsiteY831" fmla="*/ 1062034 h 6858000"/>
              <a:gd name="connsiteX832" fmla="*/ 5790982 w 7467600"/>
              <a:gd name="connsiteY832" fmla="*/ 1561380 h 6858000"/>
              <a:gd name="connsiteX833" fmla="*/ 6188971 w 7467600"/>
              <a:gd name="connsiteY833" fmla="*/ 1755168 h 6858000"/>
              <a:gd name="connsiteX834" fmla="*/ 6202446 w 7467600"/>
              <a:gd name="connsiteY834" fmla="*/ 1752268 h 6858000"/>
              <a:gd name="connsiteX835" fmla="*/ 7179560 w 7467600"/>
              <a:gd name="connsiteY835" fmla="*/ 1467551 h 6858000"/>
              <a:gd name="connsiteX836" fmla="*/ 7158730 w 7467600"/>
              <a:gd name="connsiteY836" fmla="*/ 1507835 h 6858000"/>
              <a:gd name="connsiteX837" fmla="*/ 6326959 w 7467600"/>
              <a:gd name="connsiteY837" fmla="*/ 1817686 h 6858000"/>
              <a:gd name="connsiteX838" fmla="*/ 6537433 w 7467600"/>
              <a:gd name="connsiteY838" fmla="*/ 1907790 h 6858000"/>
              <a:gd name="connsiteX839" fmla="*/ 6550221 w 7467600"/>
              <a:gd name="connsiteY839" fmla="*/ 1910729 h 6858000"/>
              <a:gd name="connsiteX840" fmla="*/ 6964438 w 7467600"/>
              <a:gd name="connsiteY840" fmla="*/ 2209505 h 6858000"/>
              <a:gd name="connsiteX841" fmla="*/ 7367862 w 7467600"/>
              <a:gd name="connsiteY841" fmla="*/ 2806833 h 6858000"/>
              <a:gd name="connsiteX842" fmla="*/ 7364329 w 7467600"/>
              <a:gd name="connsiteY842" fmla="*/ 2826907 h 6858000"/>
              <a:gd name="connsiteX843" fmla="*/ 7290545 w 7467600"/>
              <a:gd name="connsiteY843" fmla="*/ 2850663 h 6858000"/>
              <a:gd name="connsiteX844" fmla="*/ 6472036 w 7467600"/>
              <a:gd name="connsiteY844" fmla="*/ 1959003 h 6858000"/>
              <a:gd name="connsiteX845" fmla="*/ 5792897 w 7467600"/>
              <a:gd name="connsiteY845" fmla="*/ 1647747 h 6858000"/>
              <a:gd name="connsiteX846" fmla="*/ 5842751 w 7467600"/>
              <a:gd name="connsiteY846" fmla="*/ 1816112 h 6858000"/>
              <a:gd name="connsiteX847" fmla="*/ 5847424 w 7467600"/>
              <a:gd name="connsiteY847" fmla="*/ 1815776 h 6858000"/>
              <a:gd name="connsiteX848" fmla="*/ 6399821 w 7467600"/>
              <a:gd name="connsiteY848" fmla="*/ 2344799 h 6858000"/>
              <a:gd name="connsiteX849" fmla="*/ 6323232 w 7467600"/>
              <a:gd name="connsiteY849" fmla="*/ 2389634 h 6858000"/>
              <a:gd name="connsiteX850" fmla="*/ 5942958 w 7467600"/>
              <a:gd name="connsiteY850" fmla="*/ 2077708 h 6858000"/>
              <a:gd name="connsiteX851" fmla="*/ 5921559 w 7467600"/>
              <a:gd name="connsiteY851" fmla="*/ 2378596 h 6858000"/>
              <a:gd name="connsiteX852" fmla="*/ 5817651 w 7467600"/>
              <a:gd name="connsiteY852" fmla="*/ 3023919 h 6858000"/>
              <a:gd name="connsiteX853" fmla="*/ 5729634 w 7467600"/>
              <a:gd name="connsiteY853" fmla="*/ 3051849 h 6858000"/>
              <a:gd name="connsiteX854" fmla="*/ 5611018 w 7467600"/>
              <a:gd name="connsiteY854" fmla="*/ 2316769 h 6858000"/>
              <a:gd name="connsiteX855" fmla="*/ 5687608 w 7467600"/>
              <a:gd name="connsiteY855" fmla="*/ 2039972 h 6858000"/>
              <a:gd name="connsiteX856" fmla="*/ 5657554 w 7467600"/>
              <a:gd name="connsiteY856" fmla="*/ 1576445 h 6858000"/>
              <a:gd name="connsiteX857" fmla="*/ 5150475 w 7467600"/>
              <a:gd name="connsiteY857" fmla="*/ 1274012 h 6858000"/>
              <a:gd name="connsiteX858" fmla="*/ 5349142 w 7467600"/>
              <a:gd name="connsiteY858" fmla="*/ 2204405 h 6858000"/>
              <a:gd name="connsiteX859" fmla="*/ 5262214 w 7467600"/>
              <a:gd name="connsiteY859" fmla="*/ 2233836 h 6858000"/>
              <a:gd name="connsiteX860" fmla="*/ 4981539 w 7467600"/>
              <a:gd name="connsiteY860" fmla="*/ 1542201 h 6858000"/>
              <a:gd name="connsiteX861" fmla="*/ 4958461 w 7467600"/>
              <a:gd name="connsiteY861" fmla="*/ 1136957 h 6858000"/>
              <a:gd name="connsiteX862" fmla="*/ 4655015 w 7467600"/>
              <a:gd name="connsiteY862" fmla="*/ 891426 h 6858000"/>
              <a:gd name="connsiteX863" fmla="*/ 4348002 w 7467600"/>
              <a:gd name="connsiteY863" fmla="*/ 2205895 h 6858000"/>
              <a:gd name="connsiteX864" fmla="*/ 4262250 w 7467600"/>
              <a:gd name="connsiteY864" fmla="*/ 2219972 h 6858000"/>
              <a:gd name="connsiteX865" fmla="*/ 4550611 w 7467600"/>
              <a:gd name="connsiteY865" fmla="*/ 817540 h 6858000"/>
              <a:gd name="connsiteX866" fmla="*/ 4564418 w 7467600"/>
              <a:gd name="connsiteY866" fmla="*/ 808293 h 6858000"/>
              <a:gd name="connsiteX867" fmla="*/ 4266388 w 7467600"/>
              <a:gd name="connsiteY867" fmla="*/ 500083 h 6858000"/>
              <a:gd name="connsiteX868" fmla="*/ 4032842 w 7467600"/>
              <a:gd name="connsiteY868" fmla="*/ 211809 h 6858000"/>
              <a:gd name="connsiteX869" fmla="*/ 3882765 w 7467600"/>
              <a:gd name="connsiteY869" fmla="*/ 0 h 6858000"/>
              <a:gd name="connsiteX870" fmla="*/ 3721337 w 7467600"/>
              <a:gd name="connsiteY870" fmla="*/ 0 h 6858000"/>
              <a:gd name="connsiteX871" fmla="*/ 3797544 w 7467600"/>
              <a:gd name="connsiteY871" fmla="*/ 0 h 6858000"/>
              <a:gd name="connsiteX872" fmla="*/ 3775734 w 7467600"/>
              <a:gd name="connsiteY872" fmla="*/ 95131 h 6858000"/>
              <a:gd name="connsiteX873" fmla="*/ 3724807 w 7467600"/>
              <a:gd name="connsiteY873" fmla="*/ 272257 h 6858000"/>
              <a:gd name="connsiteX874" fmla="*/ 3726844 w 7467600"/>
              <a:gd name="connsiteY874" fmla="*/ 282988 h 6858000"/>
              <a:gd name="connsiteX875" fmla="*/ 3742664 w 7467600"/>
              <a:gd name="connsiteY875" fmla="*/ 279918 h 6858000"/>
              <a:gd name="connsiteX876" fmla="*/ 4103910 w 7467600"/>
              <a:gd name="connsiteY876" fmla="*/ 1161917 h 6858000"/>
              <a:gd name="connsiteX877" fmla="*/ 4020269 w 7467600"/>
              <a:gd name="connsiteY877" fmla="*/ 1200406 h 6858000"/>
              <a:gd name="connsiteX878" fmla="*/ 3674882 w 7467600"/>
              <a:gd name="connsiteY878" fmla="*/ 488524 h 6858000"/>
              <a:gd name="connsiteX879" fmla="*/ 3132682 w 7467600"/>
              <a:gd name="connsiteY879" fmla="*/ 1072284 h 6858000"/>
              <a:gd name="connsiteX880" fmla="*/ 2716346 w 7467600"/>
              <a:gd name="connsiteY880" fmla="*/ 1276376 h 6858000"/>
              <a:gd name="connsiteX881" fmla="*/ 2716772 w 7467600"/>
              <a:gd name="connsiteY881" fmla="*/ 1255462 h 6858000"/>
              <a:gd name="connsiteX882" fmla="*/ 3471096 w 7467600"/>
              <a:gd name="connsiteY882" fmla="*/ 437072 h 6858000"/>
              <a:gd name="connsiteX883" fmla="*/ 3639057 w 7467600"/>
              <a:gd name="connsiteY883" fmla="*/ 286334 h 6858000"/>
              <a:gd name="connsiteX884" fmla="*/ 3640309 w 7467600"/>
              <a:gd name="connsiteY884" fmla="*/ 284664 h 6858000"/>
              <a:gd name="connsiteX885" fmla="*/ 3646022 w 7467600"/>
              <a:gd name="connsiteY885" fmla="*/ 276711 h 6858000"/>
              <a:gd name="connsiteX886" fmla="*/ 3707943 w 7467600"/>
              <a:gd name="connsiteY886" fmla="*/ 65958 h 6858000"/>
              <a:gd name="connsiteX887" fmla="*/ 3721337 w 7467600"/>
              <a:gd name="connsiteY887" fmla="*/ 0 h 6858000"/>
              <a:gd name="connsiteX888" fmla="*/ 2867960 w 7467600"/>
              <a:gd name="connsiteY888" fmla="*/ 0 h 6858000"/>
              <a:gd name="connsiteX889" fmla="*/ 2926351 w 7467600"/>
              <a:gd name="connsiteY889" fmla="*/ 0 h 6858000"/>
              <a:gd name="connsiteX890" fmla="*/ 2902823 w 7467600"/>
              <a:gd name="connsiteY890" fmla="*/ 262929 h 6858000"/>
              <a:gd name="connsiteX891" fmla="*/ 2940663 w 7467600"/>
              <a:gd name="connsiteY891" fmla="*/ 140884 h 6858000"/>
              <a:gd name="connsiteX892" fmla="*/ 2947039 w 7467600"/>
              <a:gd name="connsiteY892" fmla="*/ 122524 h 6858000"/>
              <a:gd name="connsiteX893" fmla="*/ 2984316 w 7467600"/>
              <a:gd name="connsiteY893" fmla="*/ 0 h 6858000"/>
              <a:gd name="connsiteX894" fmla="*/ 3016114 w 7467600"/>
              <a:gd name="connsiteY894" fmla="*/ 0 h 6858000"/>
              <a:gd name="connsiteX895" fmla="*/ 2979949 w 7467600"/>
              <a:gd name="connsiteY895" fmla="*/ 119274 h 6858000"/>
              <a:gd name="connsiteX896" fmla="*/ 3023879 w 7467600"/>
              <a:gd name="connsiteY896" fmla="*/ 0 h 6858000"/>
              <a:gd name="connsiteX897" fmla="*/ 3105400 w 7467600"/>
              <a:gd name="connsiteY897" fmla="*/ 0 h 6858000"/>
              <a:gd name="connsiteX898" fmla="*/ 3094669 w 7467600"/>
              <a:gd name="connsiteY898" fmla="*/ 30308 h 6858000"/>
              <a:gd name="connsiteX899" fmla="*/ 2901945 w 7467600"/>
              <a:gd name="connsiteY899" fmla="*/ 466538 h 6858000"/>
              <a:gd name="connsiteX900" fmla="*/ 2815209 w 7467600"/>
              <a:gd name="connsiteY900" fmla="*/ 497361 h 6858000"/>
              <a:gd name="connsiteX901" fmla="*/ 2844845 w 7467600"/>
              <a:gd name="connsiteY901" fmla="*/ 127638 h 6858000"/>
              <a:gd name="connsiteX902" fmla="*/ 2867960 w 7467600"/>
              <a:gd name="connsiteY902" fmla="*/ 0 h 6858000"/>
              <a:gd name="connsiteX903" fmla="*/ 1057230 w 7467600"/>
              <a:gd name="connsiteY903" fmla="*/ 0 h 6858000"/>
              <a:gd name="connsiteX904" fmla="*/ 1111003 w 7467600"/>
              <a:gd name="connsiteY904" fmla="*/ 0 h 6858000"/>
              <a:gd name="connsiteX905" fmla="*/ 1125553 w 7467600"/>
              <a:gd name="connsiteY905" fmla="*/ 52588 h 6858000"/>
              <a:gd name="connsiteX906" fmla="*/ 1304276 w 7467600"/>
              <a:gd name="connsiteY906" fmla="*/ 476275 h 6858000"/>
              <a:gd name="connsiteX907" fmla="*/ 1492066 w 7467600"/>
              <a:gd name="connsiteY907" fmla="*/ 886333 h 6858000"/>
              <a:gd name="connsiteX908" fmla="*/ 1423698 w 7467600"/>
              <a:gd name="connsiteY908" fmla="*/ 710817 h 6858000"/>
              <a:gd name="connsiteX909" fmla="*/ 1357609 w 7467600"/>
              <a:gd name="connsiteY909" fmla="*/ 532892 h 6858000"/>
              <a:gd name="connsiteX910" fmla="*/ 1309550 w 7467600"/>
              <a:gd name="connsiteY910" fmla="*/ 374031 h 6858000"/>
              <a:gd name="connsiteX911" fmla="*/ 1193673 w 7467600"/>
              <a:gd name="connsiteY911" fmla="*/ 49533 h 6858000"/>
              <a:gd name="connsiteX912" fmla="*/ 1164391 w 7467600"/>
              <a:gd name="connsiteY912" fmla="*/ 0 h 6858000"/>
              <a:gd name="connsiteX913" fmla="*/ 1200666 w 7467600"/>
              <a:gd name="connsiteY913" fmla="*/ 0 h 6858000"/>
              <a:gd name="connsiteX914" fmla="*/ 1223408 w 7467600"/>
              <a:gd name="connsiteY914" fmla="*/ 38996 h 6858000"/>
              <a:gd name="connsiteX915" fmla="*/ 1339635 w 7467600"/>
              <a:gd name="connsiteY915" fmla="*/ 365517 h 6858000"/>
              <a:gd name="connsiteX916" fmla="*/ 1387469 w 7467600"/>
              <a:gd name="connsiteY916" fmla="*/ 523079 h 6858000"/>
              <a:gd name="connsiteX917" fmla="*/ 1452685 w 7467600"/>
              <a:gd name="connsiteY917" fmla="*/ 699806 h 6858000"/>
              <a:gd name="connsiteX918" fmla="*/ 1492092 w 7467600"/>
              <a:gd name="connsiteY918" fmla="*/ 800424 h 6858000"/>
              <a:gd name="connsiteX919" fmla="*/ 1455302 w 7467600"/>
              <a:gd name="connsiteY919" fmla="*/ 632913 h 6858000"/>
              <a:gd name="connsiteX920" fmla="*/ 1222336 w 7467600"/>
              <a:gd name="connsiteY920" fmla="*/ 9480 h 6858000"/>
              <a:gd name="connsiteX921" fmla="*/ 1214634 w 7467600"/>
              <a:gd name="connsiteY921" fmla="*/ 0 h 6858000"/>
              <a:gd name="connsiteX922" fmla="*/ 1289827 w 7467600"/>
              <a:gd name="connsiteY922" fmla="*/ 0 h 6858000"/>
              <a:gd name="connsiteX923" fmla="*/ 1321076 w 7467600"/>
              <a:gd name="connsiteY923" fmla="*/ 59722 h 6858000"/>
              <a:gd name="connsiteX924" fmla="*/ 1512579 w 7467600"/>
              <a:gd name="connsiteY924" fmla="*/ 626441 h 6858000"/>
              <a:gd name="connsiteX925" fmla="*/ 1506076 w 7467600"/>
              <a:gd name="connsiteY925" fmla="*/ 1089289 h 6858000"/>
              <a:gd name="connsiteX926" fmla="*/ 1486346 w 7467600"/>
              <a:gd name="connsiteY926" fmla="*/ 1079919 h 6858000"/>
              <a:gd name="connsiteX927" fmla="*/ 1070511 w 7467600"/>
              <a:gd name="connsiteY927" fmla="*/ 48609 h 6858000"/>
              <a:gd name="connsiteX928" fmla="*/ 1057230 w 7467600"/>
              <a:gd name="connsiteY928" fmla="*/ 0 h 6858000"/>
              <a:gd name="connsiteX929" fmla="*/ 43151 w 7467600"/>
              <a:gd name="connsiteY929" fmla="*/ 0 h 6858000"/>
              <a:gd name="connsiteX930" fmla="*/ 95283 w 7467600"/>
              <a:gd name="connsiteY930" fmla="*/ 0 h 6858000"/>
              <a:gd name="connsiteX931" fmla="*/ 300708 w 7467600"/>
              <a:gd name="connsiteY931" fmla="*/ 154571 h 6858000"/>
              <a:gd name="connsiteX932" fmla="*/ 530414 w 7467600"/>
              <a:gd name="connsiteY932" fmla="*/ 354673 h 6858000"/>
              <a:gd name="connsiteX933" fmla="*/ 333785 w 7467600"/>
              <a:gd name="connsiteY933" fmla="*/ 161564 h 6858000"/>
              <a:gd name="connsiteX934" fmla="*/ 147005 w 7467600"/>
              <a:gd name="connsiteY934" fmla="*/ 0 h 6858000"/>
              <a:gd name="connsiteX935" fmla="*/ 272509 w 7467600"/>
              <a:gd name="connsiteY935" fmla="*/ 0 h 6858000"/>
              <a:gd name="connsiteX936" fmla="*/ 326276 w 7467600"/>
              <a:gd name="connsiteY936" fmla="*/ 45847 h 6858000"/>
              <a:gd name="connsiteX937" fmla="*/ 823759 w 7467600"/>
              <a:gd name="connsiteY937" fmla="*/ 574145 h 6858000"/>
              <a:gd name="connsiteX938" fmla="*/ 811254 w 7467600"/>
              <a:gd name="connsiteY938" fmla="*/ 665546 h 6858000"/>
              <a:gd name="connsiteX939" fmla="*/ 154042 w 7467600"/>
              <a:gd name="connsiteY939" fmla="*/ 261522 h 6858000"/>
              <a:gd name="connsiteX940" fmla="*/ 13550 w 7467600"/>
              <a:gd name="connsiteY940" fmla="*/ 158423 h 6858000"/>
              <a:gd name="connsiteX941" fmla="*/ 0 w 7467600"/>
              <a:gd name="connsiteY941" fmla="*/ 146618 h 6858000"/>
              <a:gd name="connsiteX942" fmla="*/ 0 w 7467600"/>
              <a:gd name="connsiteY942" fmla="*/ 59161 h 6858000"/>
              <a:gd name="connsiteX943" fmla="*/ 45427 w 7467600"/>
              <a:gd name="connsiteY943" fmla="*/ 101078 h 6858000"/>
              <a:gd name="connsiteX944" fmla="*/ 630103 w 7467600"/>
              <a:gd name="connsiteY944" fmla="*/ 485885 h 6858000"/>
              <a:gd name="connsiteX945" fmla="*/ 532040 w 7467600"/>
              <a:gd name="connsiteY945" fmla="*/ 399359 h 6858000"/>
              <a:gd name="connsiteX946" fmla="*/ 517618 w 7467600"/>
              <a:gd name="connsiteY946" fmla="*/ 385726 h 6858000"/>
              <a:gd name="connsiteX947" fmla="*/ 285074 w 7467600"/>
              <a:gd name="connsiteY947" fmla="*/ 182755 h 6858000"/>
              <a:gd name="connsiteX948" fmla="*/ 43151 w 7467600"/>
              <a:gd name="connsiteY948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467600 w 7467600"/>
              <a:gd name="connsiteY4" fmla="*/ 6767913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1019354 w 7467600"/>
              <a:gd name="connsiteY16" fmla="*/ 6315006 h 6858000"/>
              <a:gd name="connsiteX17" fmla="*/ 441046 w 7467600"/>
              <a:gd name="connsiteY17" fmla="*/ 6691153 h 6858000"/>
              <a:gd name="connsiteX18" fmla="*/ 1019354 w 7467600"/>
              <a:gd name="connsiteY18" fmla="*/ 6315006 h 6858000"/>
              <a:gd name="connsiteX19" fmla="*/ 991680 w 7467600"/>
              <a:gd name="connsiteY19" fmla="*/ 6298413 h 6858000"/>
              <a:gd name="connsiteX20" fmla="*/ 409060 w 7467600"/>
              <a:gd name="connsiteY20" fmla="*/ 6671470 h 6858000"/>
              <a:gd name="connsiteX21" fmla="*/ 991680 w 7467600"/>
              <a:gd name="connsiteY21" fmla="*/ 6298413 h 6858000"/>
              <a:gd name="connsiteX22" fmla="*/ 103333 w 7467600"/>
              <a:gd name="connsiteY22" fmla="*/ 5699602 h 6858000"/>
              <a:gd name="connsiteX23" fmla="*/ 233938 w 7467600"/>
              <a:gd name="connsiteY23" fmla="*/ 5809416 h 6858000"/>
              <a:gd name="connsiteX24" fmla="*/ 883580 w 7467600"/>
              <a:gd name="connsiteY24" fmla="*/ 6180710 h 6858000"/>
              <a:gd name="connsiteX25" fmla="*/ 487337 w 7467600"/>
              <a:gd name="connsiteY25" fmla="*/ 5950182 h 6858000"/>
              <a:gd name="connsiteX26" fmla="*/ 354051 w 7467600"/>
              <a:gd name="connsiteY26" fmla="*/ 5854912 h 6858000"/>
              <a:gd name="connsiteX27" fmla="*/ 195436 w 7467600"/>
              <a:gd name="connsiteY27" fmla="*/ 5755068 h 6858000"/>
              <a:gd name="connsiteX28" fmla="*/ 103333 w 7467600"/>
              <a:gd name="connsiteY28" fmla="*/ 5699602 h 6858000"/>
              <a:gd name="connsiteX29" fmla="*/ 5539432 w 7467600"/>
              <a:gd name="connsiteY29" fmla="*/ 5642928 h 6858000"/>
              <a:gd name="connsiteX30" fmla="*/ 5555462 w 7467600"/>
              <a:gd name="connsiteY30" fmla="*/ 5694454 h 6858000"/>
              <a:gd name="connsiteX31" fmla="*/ 5828270 w 7467600"/>
              <a:gd name="connsiteY31" fmla="*/ 6320663 h 6858000"/>
              <a:gd name="connsiteX32" fmla="*/ 5947416 w 7467600"/>
              <a:gd name="connsiteY32" fmla="*/ 6574846 h 6858000"/>
              <a:gd name="connsiteX33" fmla="*/ 5539432 w 7467600"/>
              <a:gd name="connsiteY33" fmla="*/ 5642928 h 6858000"/>
              <a:gd name="connsiteX34" fmla="*/ 51253 w 7467600"/>
              <a:gd name="connsiteY34" fmla="*/ 5631825 h 6858000"/>
              <a:gd name="connsiteX35" fmla="*/ 211622 w 7467600"/>
              <a:gd name="connsiteY35" fmla="*/ 5728803 h 6858000"/>
              <a:gd name="connsiteX36" fmla="*/ 371652 w 7467600"/>
              <a:gd name="connsiteY36" fmla="*/ 5829062 h 6858000"/>
              <a:gd name="connsiteX37" fmla="*/ 505903 w 7467600"/>
              <a:gd name="connsiteY37" fmla="*/ 5925221 h 6858000"/>
              <a:gd name="connsiteX38" fmla="*/ 899240 w 7467600"/>
              <a:gd name="connsiteY38" fmla="*/ 6153068 h 6858000"/>
              <a:gd name="connsiteX39" fmla="*/ 988114 w 7467600"/>
              <a:gd name="connsiteY39" fmla="*/ 6174204 h 6858000"/>
              <a:gd name="connsiteX40" fmla="*/ 845971 w 7467600"/>
              <a:gd name="connsiteY40" fmla="*/ 6067177 h 6858000"/>
              <a:gd name="connsiteX41" fmla="*/ 448057 w 7467600"/>
              <a:gd name="connsiteY41" fmla="*/ 5841376 h 6858000"/>
              <a:gd name="connsiteX42" fmla="*/ 51253 w 7467600"/>
              <a:gd name="connsiteY42" fmla="*/ 5631825 h 6858000"/>
              <a:gd name="connsiteX43" fmla="*/ 2606687 w 7467600"/>
              <a:gd name="connsiteY43" fmla="*/ 5630718 h 6858000"/>
              <a:gd name="connsiteX44" fmla="*/ 2645658 w 7467600"/>
              <a:gd name="connsiteY44" fmla="*/ 6640259 h 6858000"/>
              <a:gd name="connsiteX45" fmla="*/ 2606687 w 7467600"/>
              <a:gd name="connsiteY45" fmla="*/ 5630718 h 6858000"/>
              <a:gd name="connsiteX46" fmla="*/ 3642057 w 7467600"/>
              <a:gd name="connsiteY46" fmla="*/ 5573487 h 6858000"/>
              <a:gd name="connsiteX47" fmla="*/ 3632981 w 7467600"/>
              <a:gd name="connsiteY47" fmla="*/ 5579437 h 6858000"/>
              <a:gd name="connsiteX48" fmla="*/ 3382436 w 7467600"/>
              <a:gd name="connsiteY48" fmla="*/ 5952726 h 6858000"/>
              <a:gd name="connsiteX49" fmla="*/ 3191929 w 7467600"/>
              <a:gd name="connsiteY49" fmla="*/ 6662669 h 6858000"/>
              <a:gd name="connsiteX50" fmla="*/ 3369898 w 7467600"/>
              <a:gd name="connsiteY50" fmla="*/ 6081771 h 6858000"/>
              <a:gd name="connsiteX51" fmla="*/ 3642057 w 7467600"/>
              <a:gd name="connsiteY51" fmla="*/ 5573487 h 6858000"/>
              <a:gd name="connsiteX52" fmla="*/ 2650666 w 7467600"/>
              <a:gd name="connsiteY52" fmla="*/ 5530686 h 6858000"/>
              <a:gd name="connsiteX53" fmla="*/ 2650249 w 7467600"/>
              <a:gd name="connsiteY53" fmla="*/ 5532101 h 6858000"/>
              <a:gd name="connsiteX54" fmla="*/ 2663808 w 7467600"/>
              <a:gd name="connsiteY54" fmla="*/ 6535215 h 6858000"/>
              <a:gd name="connsiteX55" fmla="*/ 2665418 w 7467600"/>
              <a:gd name="connsiteY55" fmla="*/ 6132756 h 6858000"/>
              <a:gd name="connsiteX56" fmla="*/ 2650666 w 7467600"/>
              <a:gd name="connsiteY56" fmla="*/ 5530686 h 6858000"/>
              <a:gd name="connsiteX57" fmla="*/ 2680277 w 7467600"/>
              <a:gd name="connsiteY57" fmla="*/ 5479204 h 6858000"/>
              <a:gd name="connsiteX58" fmla="*/ 2678972 w 7467600"/>
              <a:gd name="connsiteY58" fmla="*/ 5481582 h 6858000"/>
              <a:gd name="connsiteX59" fmla="*/ 2696666 w 7467600"/>
              <a:gd name="connsiteY59" fmla="*/ 6133836 h 6858000"/>
              <a:gd name="connsiteX60" fmla="*/ 2695769 w 7467600"/>
              <a:gd name="connsiteY60" fmla="*/ 6390955 h 6858000"/>
              <a:gd name="connsiteX61" fmla="*/ 2739893 w 7467600"/>
              <a:gd name="connsiteY61" fmla="*/ 6108357 h 6858000"/>
              <a:gd name="connsiteX62" fmla="*/ 2680277 w 7467600"/>
              <a:gd name="connsiteY62" fmla="*/ 5479204 h 6858000"/>
              <a:gd name="connsiteX63" fmla="*/ 1132195 w 7467600"/>
              <a:gd name="connsiteY63" fmla="*/ 5467980 h 6858000"/>
              <a:gd name="connsiteX64" fmla="*/ 1679056 w 7467600"/>
              <a:gd name="connsiteY64" fmla="*/ 5516907 h 6858000"/>
              <a:gd name="connsiteX65" fmla="*/ 2128648 w 7467600"/>
              <a:gd name="connsiteY65" fmla="*/ 5474249 h 6858000"/>
              <a:gd name="connsiteX66" fmla="*/ 1825619 w 7467600"/>
              <a:gd name="connsiteY66" fmla="*/ 5478447 h 6858000"/>
              <a:gd name="connsiteX67" fmla="*/ 1737798 w 7467600"/>
              <a:gd name="connsiteY67" fmla="*/ 5483353 h 6858000"/>
              <a:gd name="connsiteX68" fmla="*/ 1132195 w 7467600"/>
              <a:gd name="connsiteY68" fmla="*/ 5467980 h 6858000"/>
              <a:gd name="connsiteX69" fmla="*/ 1456157 w 7467600"/>
              <a:gd name="connsiteY69" fmla="*/ 5371404 h 6858000"/>
              <a:gd name="connsiteX70" fmla="*/ 1244432 w 7467600"/>
              <a:gd name="connsiteY70" fmla="*/ 5385601 h 6858000"/>
              <a:gd name="connsiteX71" fmla="*/ 973990 w 7467600"/>
              <a:gd name="connsiteY71" fmla="*/ 5424940 h 6858000"/>
              <a:gd name="connsiteX72" fmla="*/ 1103809 w 7467600"/>
              <a:gd name="connsiteY72" fmla="*/ 5433720 h 6858000"/>
              <a:gd name="connsiteX73" fmla="*/ 1123454 w 7467600"/>
              <a:gd name="connsiteY73" fmla="*/ 5435727 h 6858000"/>
              <a:gd name="connsiteX74" fmla="*/ 1737017 w 7467600"/>
              <a:gd name="connsiteY74" fmla="*/ 5452183 h 6858000"/>
              <a:gd name="connsiteX75" fmla="*/ 1824397 w 7467600"/>
              <a:gd name="connsiteY75" fmla="*/ 5447757 h 6858000"/>
              <a:gd name="connsiteX76" fmla="*/ 2070059 w 7467600"/>
              <a:gd name="connsiteY76" fmla="*/ 5441660 h 6858000"/>
              <a:gd name="connsiteX77" fmla="*/ 1456157 w 7467600"/>
              <a:gd name="connsiteY77" fmla="*/ 5371404 h 6858000"/>
              <a:gd name="connsiteX78" fmla="*/ 4988186 w 7467600"/>
              <a:gd name="connsiteY78" fmla="*/ 5216467 h 6858000"/>
              <a:gd name="connsiteX79" fmla="*/ 4777334 w 7467600"/>
              <a:gd name="connsiteY79" fmla="*/ 5406072 h 6858000"/>
              <a:gd name="connsiteX80" fmla="*/ 4718341 w 7467600"/>
              <a:gd name="connsiteY80" fmla="*/ 5468043 h 6858000"/>
              <a:gd name="connsiteX81" fmla="*/ 4604655 w 7467600"/>
              <a:gd name="connsiteY81" fmla="*/ 5583434 h 6858000"/>
              <a:gd name="connsiteX82" fmla="*/ 4565074 w 7467600"/>
              <a:gd name="connsiteY82" fmla="*/ 5618550 h 6858000"/>
              <a:gd name="connsiteX83" fmla="*/ 4988186 w 7467600"/>
              <a:gd name="connsiteY83" fmla="*/ 5216467 h 6858000"/>
              <a:gd name="connsiteX84" fmla="*/ 4978032 w 7467600"/>
              <a:gd name="connsiteY84" fmla="*/ 5183809 h 6858000"/>
              <a:gd name="connsiteX85" fmla="*/ 4463413 w 7467600"/>
              <a:gd name="connsiteY85" fmla="*/ 5615162 h 6858000"/>
              <a:gd name="connsiteX86" fmla="*/ 4358134 w 7467600"/>
              <a:gd name="connsiteY86" fmla="*/ 5742791 h 6858000"/>
              <a:gd name="connsiteX87" fmla="*/ 4376219 w 7467600"/>
              <a:gd name="connsiteY87" fmla="*/ 5729027 h 6858000"/>
              <a:gd name="connsiteX88" fmla="*/ 4582340 w 7467600"/>
              <a:gd name="connsiteY88" fmla="*/ 5561037 h 6858000"/>
              <a:gd name="connsiteX89" fmla="*/ 4694684 w 7467600"/>
              <a:gd name="connsiteY89" fmla="*/ 5447098 h 6858000"/>
              <a:gd name="connsiteX90" fmla="*/ 4754123 w 7467600"/>
              <a:gd name="connsiteY90" fmla="*/ 5384643 h 6858000"/>
              <a:gd name="connsiteX91" fmla="*/ 4978032 w 7467600"/>
              <a:gd name="connsiteY91" fmla="*/ 5183809 h 6858000"/>
              <a:gd name="connsiteX92" fmla="*/ 1903353 w 7467600"/>
              <a:gd name="connsiteY92" fmla="*/ 5044827 h 6858000"/>
              <a:gd name="connsiteX93" fmla="*/ 1936931 w 7467600"/>
              <a:gd name="connsiteY93" fmla="*/ 5093954 h 6858000"/>
              <a:gd name="connsiteX94" fmla="*/ 2195868 w 7467600"/>
              <a:gd name="connsiteY94" fmla="*/ 5396574 h 6858000"/>
              <a:gd name="connsiteX95" fmla="*/ 2088852 w 7467600"/>
              <a:gd name="connsiteY95" fmla="*/ 5166123 h 6858000"/>
              <a:gd name="connsiteX96" fmla="*/ 1958241 w 7467600"/>
              <a:gd name="connsiteY96" fmla="*/ 5067955 h 6858000"/>
              <a:gd name="connsiteX97" fmla="*/ 1903353 w 7467600"/>
              <a:gd name="connsiteY97" fmla="*/ 5044827 h 6858000"/>
              <a:gd name="connsiteX98" fmla="*/ 1979378 w 7467600"/>
              <a:gd name="connsiteY98" fmla="*/ 4769504 h 6858000"/>
              <a:gd name="connsiteX99" fmla="*/ 2882120 w 7467600"/>
              <a:gd name="connsiteY99" fmla="*/ 5064547 h 6858000"/>
              <a:gd name="connsiteX100" fmla="*/ 2793103 w 7467600"/>
              <a:gd name="connsiteY100" fmla="*/ 5039699 h 6858000"/>
              <a:gd name="connsiteX101" fmla="*/ 2770041 w 7467600"/>
              <a:gd name="connsiteY101" fmla="*/ 5033634 h 6858000"/>
              <a:gd name="connsiteX102" fmla="*/ 1979378 w 7467600"/>
              <a:gd name="connsiteY102" fmla="*/ 4769504 h 6858000"/>
              <a:gd name="connsiteX103" fmla="*/ 1927410 w 7467600"/>
              <a:gd name="connsiteY103" fmla="*/ 4716164 h 6858000"/>
              <a:gd name="connsiteX104" fmla="*/ 1959587 w 7467600"/>
              <a:gd name="connsiteY104" fmla="*/ 4728849 h 6858000"/>
              <a:gd name="connsiteX105" fmla="*/ 2777707 w 7467600"/>
              <a:gd name="connsiteY105" fmla="*/ 5003991 h 6858000"/>
              <a:gd name="connsiteX106" fmla="*/ 2800768 w 7467600"/>
              <a:gd name="connsiteY106" fmla="*/ 5010056 h 6858000"/>
              <a:gd name="connsiteX107" fmla="*/ 2879408 w 7467600"/>
              <a:gd name="connsiteY107" fmla="*/ 5031590 h 6858000"/>
              <a:gd name="connsiteX108" fmla="*/ 2862295 w 7467600"/>
              <a:gd name="connsiteY108" fmla="*/ 5022958 h 6858000"/>
              <a:gd name="connsiteX109" fmla="*/ 2813343 w 7467600"/>
              <a:gd name="connsiteY109" fmla="*/ 4998369 h 6858000"/>
              <a:gd name="connsiteX110" fmla="*/ 2646245 w 7467600"/>
              <a:gd name="connsiteY110" fmla="*/ 4930999 h 6858000"/>
              <a:gd name="connsiteX111" fmla="*/ 1999243 w 7467600"/>
              <a:gd name="connsiteY111" fmla="*/ 4730524 h 6858000"/>
              <a:gd name="connsiteX112" fmla="*/ 1979527 w 7467600"/>
              <a:gd name="connsiteY112" fmla="*/ 4726651 h 6858000"/>
              <a:gd name="connsiteX113" fmla="*/ 1927410 w 7467600"/>
              <a:gd name="connsiteY113" fmla="*/ 4716164 h 6858000"/>
              <a:gd name="connsiteX114" fmla="*/ 1997014 w 7467600"/>
              <a:gd name="connsiteY114" fmla="*/ 4698007 h 6858000"/>
              <a:gd name="connsiteX115" fmla="*/ 2005458 w 7467600"/>
              <a:gd name="connsiteY115" fmla="*/ 4699540 h 6858000"/>
              <a:gd name="connsiteX116" fmla="*/ 2657186 w 7467600"/>
              <a:gd name="connsiteY116" fmla="*/ 4901687 h 6858000"/>
              <a:gd name="connsiteX117" fmla="*/ 2826662 w 7467600"/>
              <a:gd name="connsiteY117" fmla="*/ 4970362 h 6858000"/>
              <a:gd name="connsiteX118" fmla="*/ 2876100 w 7467600"/>
              <a:gd name="connsiteY118" fmla="*/ 4995397 h 6858000"/>
              <a:gd name="connsiteX119" fmla="*/ 3042600 w 7467600"/>
              <a:gd name="connsiteY119" fmla="*/ 5059532 h 6858000"/>
              <a:gd name="connsiteX120" fmla="*/ 1997014 w 7467600"/>
              <a:gd name="connsiteY120" fmla="*/ 4698007 h 6858000"/>
              <a:gd name="connsiteX121" fmla="*/ 2305292 w 7467600"/>
              <a:gd name="connsiteY121" fmla="*/ 4219492 h 6858000"/>
              <a:gd name="connsiteX122" fmla="*/ 3360922 w 7467600"/>
              <a:gd name="connsiteY122" fmla="*/ 4529373 h 6858000"/>
              <a:gd name="connsiteX123" fmla="*/ 3492420 w 7467600"/>
              <a:gd name="connsiteY123" fmla="*/ 4510145 h 6858000"/>
              <a:gd name="connsiteX124" fmla="*/ 3364086 w 7467600"/>
              <a:gd name="connsiteY124" fmla="*/ 4480340 h 6858000"/>
              <a:gd name="connsiteX125" fmla="*/ 3225818 w 7467600"/>
              <a:gd name="connsiteY125" fmla="*/ 4411822 h 6858000"/>
              <a:gd name="connsiteX126" fmla="*/ 3129696 w 7467600"/>
              <a:gd name="connsiteY126" fmla="*/ 4360704 h 6858000"/>
              <a:gd name="connsiteX127" fmla="*/ 2814545 w 7467600"/>
              <a:gd name="connsiteY127" fmla="*/ 4282955 h 6858000"/>
              <a:gd name="connsiteX128" fmla="*/ 2305292 w 7467600"/>
              <a:gd name="connsiteY128" fmla="*/ 4219492 h 6858000"/>
              <a:gd name="connsiteX129" fmla="*/ 2626982 w 7467600"/>
              <a:gd name="connsiteY129" fmla="*/ 4206450 h 6858000"/>
              <a:gd name="connsiteX130" fmla="*/ 2490617 w 7467600"/>
              <a:gd name="connsiteY130" fmla="*/ 4206951 h 6858000"/>
              <a:gd name="connsiteX131" fmla="*/ 2819869 w 7467600"/>
              <a:gd name="connsiteY131" fmla="*/ 4252936 h 6858000"/>
              <a:gd name="connsiteX132" fmla="*/ 3143018 w 7467600"/>
              <a:gd name="connsiteY132" fmla="*/ 4332698 h 6858000"/>
              <a:gd name="connsiteX133" fmla="*/ 3241520 w 7467600"/>
              <a:gd name="connsiteY133" fmla="*/ 4385112 h 6858000"/>
              <a:gd name="connsiteX134" fmla="*/ 3374575 w 7467600"/>
              <a:gd name="connsiteY134" fmla="*/ 4451517 h 6858000"/>
              <a:gd name="connsiteX135" fmla="*/ 3505221 w 7467600"/>
              <a:gd name="connsiteY135" fmla="*/ 4480757 h 6858000"/>
              <a:gd name="connsiteX136" fmla="*/ 2626982 w 7467600"/>
              <a:gd name="connsiteY136" fmla="*/ 4206450 h 6858000"/>
              <a:gd name="connsiteX137" fmla="*/ 1310106 w 7467600"/>
              <a:gd name="connsiteY137" fmla="*/ 3943217 h 6858000"/>
              <a:gd name="connsiteX138" fmla="*/ 854994 w 7467600"/>
              <a:gd name="connsiteY138" fmla="*/ 4399136 h 6858000"/>
              <a:gd name="connsiteX139" fmla="*/ 742462 w 7467600"/>
              <a:gd name="connsiteY139" fmla="*/ 4594648 h 6858000"/>
              <a:gd name="connsiteX140" fmla="*/ 820602 w 7467600"/>
              <a:gd name="connsiteY140" fmla="*/ 4485915 h 6858000"/>
              <a:gd name="connsiteX141" fmla="*/ 878295 w 7467600"/>
              <a:gd name="connsiteY141" fmla="*/ 4403594 h 6858000"/>
              <a:gd name="connsiteX142" fmla="*/ 1240607 w 7467600"/>
              <a:gd name="connsiteY142" fmla="*/ 4010401 h 6858000"/>
              <a:gd name="connsiteX143" fmla="*/ 1310106 w 7467600"/>
              <a:gd name="connsiteY143" fmla="*/ 3943217 h 6858000"/>
              <a:gd name="connsiteX144" fmla="*/ 1423113 w 7467600"/>
              <a:gd name="connsiteY144" fmla="*/ 3874565 h 6858000"/>
              <a:gd name="connsiteX145" fmla="*/ 1260565 w 7467600"/>
              <a:gd name="connsiteY145" fmla="*/ 4031982 h 6858000"/>
              <a:gd name="connsiteX146" fmla="*/ 901900 w 7467600"/>
              <a:gd name="connsiteY146" fmla="*/ 4421236 h 6858000"/>
              <a:gd name="connsiteX147" fmla="*/ 845044 w 7467600"/>
              <a:gd name="connsiteY147" fmla="*/ 4502436 h 6858000"/>
              <a:gd name="connsiteX148" fmla="*/ 685926 w 7467600"/>
              <a:gd name="connsiteY148" fmla="*/ 4703069 h 6858000"/>
              <a:gd name="connsiteX149" fmla="*/ 684248 w 7467600"/>
              <a:gd name="connsiteY149" fmla="*/ 4706721 h 6858000"/>
              <a:gd name="connsiteX150" fmla="*/ 1423113 w 7467600"/>
              <a:gd name="connsiteY150" fmla="*/ 3874565 h 6858000"/>
              <a:gd name="connsiteX151" fmla="*/ 3316479 w 7467600"/>
              <a:gd name="connsiteY151" fmla="*/ 3872136 h 6858000"/>
              <a:gd name="connsiteX152" fmla="*/ 3546806 w 7467600"/>
              <a:gd name="connsiteY152" fmla="*/ 4356139 h 6858000"/>
              <a:gd name="connsiteX153" fmla="*/ 3364433 w 7467600"/>
              <a:gd name="connsiteY153" fmla="*/ 3953121 h 6858000"/>
              <a:gd name="connsiteX154" fmla="*/ 3316479 w 7467600"/>
              <a:gd name="connsiteY154" fmla="*/ 3872136 h 6858000"/>
              <a:gd name="connsiteX155" fmla="*/ 3291335 w 7467600"/>
              <a:gd name="connsiteY155" fmla="*/ 3767420 h 6858000"/>
              <a:gd name="connsiteX156" fmla="*/ 3390805 w 7467600"/>
              <a:gd name="connsiteY156" fmla="*/ 3937163 h 6858000"/>
              <a:gd name="connsiteX157" fmla="*/ 3579062 w 7467600"/>
              <a:gd name="connsiteY157" fmla="*/ 4359040 h 6858000"/>
              <a:gd name="connsiteX158" fmla="*/ 3467355 w 7467600"/>
              <a:gd name="connsiteY158" fmla="*/ 3988130 h 6858000"/>
              <a:gd name="connsiteX159" fmla="*/ 3310753 w 7467600"/>
              <a:gd name="connsiteY159" fmla="*/ 3787140 h 6858000"/>
              <a:gd name="connsiteX160" fmla="*/ 3291335 w 7467600"/>
              <a:gd name="connsiteY160" fmla="*/ 3767420 h 6858000"/>
              <a:gd name="connsiteX161" fmla="*/ 1635889 w 7467600"/>
              <a:gd name="connsiteY161" fmla="*/ 3709494 h 6858000"/>
              <a:gd name="connsiteX162" fmla="*/ 1634800 w 7467600"/>
              <a:gd name="connsiteY162" fmla="*/ 3731111 h 6858000"/>
              <a:gd name="connsiteX163" fmla="*/ 1635889 w 7467600"/>
              <a:gd name="connsiteY163" fmla="*/ 3709494 h 6858000"/>
              <a:gd name="connsiteX164" fmla="*/ 1510397 w 7467600"/>
              <a:gd name="connsiteY164" fmla="*/ 3684705 h 6858000"/>
              <a:gd name="connsiteX165" fmla="*/ 1146550 w 7467600"/>
              <a:gd name="connsiteY165" fmla="*/ 3802012 h 6858000"/>
              <a:gd name="connsiteX166" fmla="*/ 698834 w 7467600"/>
              <a:gd name="connsiteY166" fmla="*/ 3952272 h 6858000"/>
              <a:gd name="connsiteX167" fmla="*/ 34256 w 7467600"/>
              <a:gd name="connsiteY167" fmla="*/ 4347603 h 6858000"/>
              <a:gd name="connsiteX168" fmla="*/ 527241 w 7467600"/>
              <a:gd name="connsiteY168" fmla="*/ 4065078 h 6858000"/>
              <a:gd name="connsiteX169" fmla="*/ 1510397 w 7467600"/>
              <a:gd name="connsiteY169" fmla="*/ 3684705 h 6858000"/>
              <a:gd name="connsiteX170" fmla="*/ 1313114 w 7467600"/>
              <a:gd name="connsiteY170" fmla="*/ 3655216 h 6858000"/>
              <a:gd name="connsiteX171" fmla="*/ 1109304 w 7467600"/>
              <a:gd name="connsiteY171" fmla="*/ 3669030 h 6858000"/>
              <a:gd name="connsiteX172" fmla="*/ 8129 w 7467600"/>
              <a:gd name="connsiteY172" fmla="*/ 4330519 h 6858000"/>
              <a:gd name="connsiteX173" fmla="*/ 687572 w 7467600"/>
              <a:gd name="connsiteY173" fmla="*/ 3925629 h 6858000"/>
              <a:gd name="connsiteX174" fmla="*/ 1138365 w 7467600"/>
              <a:gd name="connsiteY174" fmla="*/ 3774515 h 6858000"/>
              <a:gd name="connsiteX175" fmla="*/ 1505579 w 7467600"/>
              <a:gd name="connsiteY175" fmla="*/ 3655526 h 6858000"/>
              <a:gd name="connsiteX176" fmla="*/ 1313114 w 7467600"/>
              <a:gd name="connsiteY176" fmla="*/ 3655216 h 6858000"/>
              <a:gd name="connsiteX177" fmla="*/ 3655073 w 7467600"/>
              <a:gd name="connsiteY177" fmla="*/ 3650884 h 6858000"/>
              <a:gd name="connsiteX178" fmla="*/ 3989938 w 7467600"/>
              <a:gd name="connsiteY178" fmla="*/ 3991685 h 6858000"/>
              <a:gd name="connsiteX179" fmla="*/ 4393907 w 7467600"/>
              <a:gd name="connsiteY179" fmla="*/ 4261258 h 6858000"/>
              <a:gd name="connsiteX180" fmla="*/ 4648051 w 7467600"/>
              <a:gd name="connsiteY180" fmla="*/ 4374051 h 6858000"/>
              <a:gd name="connsiteX181" fmla="*/ 4383389 w 7467600"/>
              <a:gd name="connsiteY181" fmla="*/ 4184369 h 6858000"/>
              <a:gd name="connsiteX182" fmla="*/ 4165508 w 7467600"/>
              <a:gd name="connsiteY182" fmla="*/ 4035196 h 6858000"/>
              <a:gd name="connsiteX183" fmla="*/ 4068162 w 7467600"/>
              <a:gd name="connsiteY183" fmla="*/ 3953394 h 6858000"/>
              <a:gd name="connsiteX184" fmla="*/ 3981416 w 7467600"/>
              <a:gd name="connsiteY184" fmla="*/ 3880482 h 6858000"/>
              <a:gd name="connsiteX185" fmla="*/ 3800147 w 7467600"/>
              <a:gd name="connsiteY185" fmla="*/ 3749872 h 6858000"/>
              <a:gd name="connsiteX186" fmla="*/ 3655073 w 7467600"/>
              <a:gd name="connsiteY186" fmla="*/ 3650884 h 6858000"/>
              <a:gd name="connsiteX187" fmla="*/ 3670252 w 7467600"/>
              <a:gd name="connsiteY187" fmla="*/ 3622798 h 6858000"/>
              <a:gd name="connsiteX188" fmla="*/ 3817258 w 7467600"/>
              <a:gd name="connsiteY188" fmla="*/ 3723577 h 6858000"/>
              <a:gd name="connsiteX189" fmla="*/ 4000461 w 7467600"/>
              <a:gd name="connsiteY189" fmla="*/ 3855966 h 6858000"/>
              <a:gd name="connsiteX190" fmla="*/ 4088180 w 7467600"/>
              <a:gd name="connsiteY190" fmla="*/ 3929774 h 6858000"/>
              <a:gd name="connsiteX191" fmla="*/ 4184555 w 7467600"/>
              <a:gd name="connsiteY191" fmla="*/ 4010683 h 6858000"/>
              <a:gd name="connsiteX192" fmla="*/ 4399563 w 7467600"/>
              <a:gd name="connsiteY192" fmla="*/ 4158106 h 6858000"/>
              <a:gd name="connsiteX193" fmla="*/ 4684469 w 7467600"/>
              <a:gd name="connsiteY193" fmla="*/ 4364680 h 6858000"/>
              <a:gd name="connsiteX194" fmla="*/ 4690271 w 7467600"/>
              <a:gd name="connsiteY194" fmla="*/ 4370034 h 6858000"/>
              <a:gd name="connsiteX195" fmla="*/ 4136093 w 7467600"/>
              <a:gd name="connsiteY195" fmla="*/ 3858466 h 6858000"/>
              <a:gd name="connsiteX196" fmla="*/ 3670252 w 7467600"/>
              <a:gd name="connsiteY196" fmla="*/ 3622798 h 6858000"/>
              <a:gd name="connsiteX197" fmla="*/ 4440129 w 7467600"/>
              <a:gd name="connsiteY197" fmla="*/ 3448571 h 6858000"/>
              <a:gd name="connsiteX198" fmla="*/ 4856525 w 7467600"/>
              <a:gd name="connsiteY198" fmla="*/ 3915351 h 6858000"/>
              <a:gd name="connsiteX199" fmla="*/ 5059055 w 7467600"/>
              <a:gd name="connsiteY199" fmla="*/ 4108918 h 6858000"/>
              <a:gd name="connsiteX200" fmla="*/ 5290070 w 7467600"/>
              <a:gd name="connsiteY200" fmla="*/ 4263619 h 6858000"/>
              <a:gd name="connsiteX201" fmla="*/ 4834991 w 7467600"/>
              <a:gd name="connsiteY201" fmla="*/ 3830985 h 6858000"/>
              <a:gd name="connsiteX202" fmla="*/ 4440129 w 7467600"/>
              <a:gd name="connsiteY202" fmla="*/ 3448571 h 6858000"/>
              <a:gd name="connsiteX203" fmla="*/ 4441737 w 7467600"/>
              <a:gd name="connsiteY203" fmla="*/ 3399734 h 6858000"/>
              <a:gd name="connsiteX204" fmla="*/ 4431236 w 7467600"/>
              <a:gd name="connsiteY204" fmla="*/ 3400954 h 6858000"/>
              <a:gd name="connsiteX205" fmla="*/ 4557150 w 7467600"/>
              <a:gd name="connsiteY205" fmla="*/ 3510023 h 6858000"/>
              <a:gd name="connsiteX206" fmla="*/ 4856936 w 7467600"/>
              <a:gd name="connsiteY206" fmla="*/ 3809146 h 6858000"/>
              <a:gd name="connsiteX207" fmla="*/ 5111996 w 7467600"/>
              <a:gd name="connsiteY207" fmla="*/ 4065759 h 6858000"/>
              <a:gd name="connsiteX208" fmla="*/ 5388878 w 7467600"/>
              <a:gd name="connsiteY208" fmla="*/ 4300185 h 6858000"/>
              <a:gd name="connsiteX209" fmla="*/ 5425556 w 7467600"/>
              <a:gd name="connsiteY209" fmla="*/ 4308967 h 6858000"/>
              <a:gd name="connsiteX210" fmla="*/ 4943646 w 7467600"/>
              <a:gd name="connsiteY210" fmla="*/ 3822916 h 6858000"/>
              <a:gd name="connsiteX211" fmla="*/ 4594837 w 7467600"/>
              <a:gd name="connsiteY211" fmla="*/ 3532274 h 6858000"/>
              <a:gd name="connsiteX212" fmla="*/ 4441737 w 7467600"/>
              <a:gd name="connsiteY212" fmla="*/ 3399734 h 6858000"/>
              <a:gd name="connsiteX213" fmla="*/ 5425834 w 7467600"/>
              <a:gd name="connsiteY213" fmla="*/ 3162785 h 6858000"/>
              <a:gd name="connsiteX214" fmla="*/ 5401644 w 7467600"/>
              <a:gd name="connsiteY214" fmla="*/ 3617847 h 6858000"/>
              <a:gd name="connsiteX215" fmla="*/ 5467256 w 7467600"/>
              <a:gd name="connsiteY215" fmla="*/ 4175494 h 6858000"/>
              <a:gd name="connsiteX216" fmla="*/ 5448069 w 7467600"/>
              <a:gd name="connsiteY216" fmla="*/ 3567554 h 6858000"/>
              <a:gd name="connsiteX217" fmla="*/ 5425834 w 7467600"/>
              <a:gd name="connsiteY217" fmla="*/ 3162785 h 6858000"/>
              <a:gd name="connsiteX218" fmla="*/ 1318687 w 7467600"/>
              <a:gd name="connsiteY218" fmla="*/ 3113840 h 6858000"/>
              <a:gd name="connsiteX219" fmla="*/ 1066793 w 7467600"/>
              <a:gd name="connsiteY219" fmla="*/ 3212171 h 6858000"/>
              <a:gd name="connsiteX220" fmla="*/ 993319 w 7467600"/>
              <a:gd name="connsiteY220" fmla="*/ 3247648 h 6858000"/>
              <a:gd name="connsiteX221" fmla="*/ 853081 w 7467600"/>
              <a:gd name="connsiteY221" fmla="*/ 3312410 h 6858000"/>
              <a:gd name="connsiteX222" fmla="*/ 805957 w 7467600"/>
              <a:gd name="connsiteY222" fmla="*/ 3330443 h 6858000"/>
              <a:gd name="connsiteX223" fmla="*/ 1318687 w 7467600"/>
              <a:gd name="connsiteY223" fmla="*/ 3113840 h 6858000"/>
              <a:gd name="connsiteX224" fmla="*/ 5453702 w 7467600"/>
              <a:gd name="connsiteY224" fmla="*/ 3090882 h 6858000"/>
              <a:gd name="connsiteX225" fmla="*/ 5480135 w 7467600"/>
              <a:gd name="connsiteY225" fmla="*/ 3565802 h 6858000"/>
              <a:gd name="connsiteX226" fmla="*/ 5499023 w 7467600"/>
              <a:gd name="connsiteY226" fmla="*/ 4166310 h 6858000"/>
              <a:gd name="connsiteX227" fmla="*/ 5547022 w 7467600"/>
              <a:gd name="connsiteY227" fmla="*/ 3607838 h 6858000"/>
              <a:gd name="connsiteX228" fmla="*/ 5515964 w 7467600"/>
              <a:gd name="connsiteY228" fmla="*/ 3378541 h 6858000"/>
              <a:gd name="connsiteX229" fmla="*/ 5453702 w 7467600"/>
              <a:gd name="connsiteY229" fmla="*/ 3090882 h 6858000"/>
              <a:gd name="connsiteX230" fmla="*/ 1238695 w 7467600"/>
              <a:gd name="connsiteY230" fmla="*/ 3076820 h 6858000"/>
              <a:gd name="connsiteX231" fmla="*/ 716371 w 7467600"/>
              <a:gd name="connsiteY231" fmla="*/ 3293249 h 6858000"/>
              <a:gd name="connsiteX232" fmla="*/ 579522 w 7467600"/>
              <a:gd name="connsiteY232" fmla="*/ 3371759 h 6858000"/>
              <a:gd name="connsiteX233" fmla="*/ 600288 w 7467600"/>
              <a:gd name="connsiteY233" fmla="*/ 3365555 h 6858000"/>
              <a:gd name="connsiteX234" fmla="*/ 840692 w 7467600"/>
              <a:gd name="connsiteY234" fmla="*/ 3284921 h 6858000"/>
              <a:gd name="connsiteX235" fmla="*/ 979248 w 7467600"/>
              <a:gd name="connsiteY235" fmla="*/ 3221003 h 6858000"/>
              <a:gd name="connsiteX236" fmla="*/ 1053282 w 7467600"/>
              <a:gd name="connsiteY236" fmla="*/ 3185247 h 6858000"/>
              <a:gd name="connsiteX237" fmla="*/ 1320603 w 7467600"/>
              <a:gd name="connsiteY237" fmla="*/ 3081281 h 6858000"/>
              <a:gd name="connsiteX238" fmla="*/ 1238695 w 7467600"/>
              <a:gd name="connsiteY238" fmla="*/ 3076820 h 6858000"/>
              <a:gd name="connsiteX239" fmla="*/ 5425627 w 7467600"/>
              <a:gd name="connsiteY239" fmla="*/ 2954192 h 6858000"/>
              <a:gd name="connsiteX240" fmla="*/ 5470770 w 7467600"/>
              <a:gd name="connsiteY240" fmla="*/ 3005435 h 6858000"/>
              <a:gd name="connsiteX241" fmla="*/ 5519779 w 7467600"/>
              <a:gd name="connsiteY241" fmla="*/ 4359223 h 6858000"/>
              <a:gd name="connsiteX242" fmla="*/ 5520293 w 7467600"/>
              <a:gd name="connsiteY242" fmla="*/ 4360602 h 6858000"/>
              <a:gd name="connsiteX243" fmla="*/ 5767221 w 7467600"/>
              <a:gd name="connsiteY243" fmla="*/ 4665564 h 6858000"/>
              <a:gd name="connsiteX244" fmla="*/ 6937169 w 7467600"/>
              <a:gd name="connsiteY244" fmla="*/ 4815941 h 6858000"/>
              <a:gd name="connsiteX245" fmla="*/ 6953922 w 7467600"/>
              <a:gd name="connsiteY245" fmla="*/ 4890068 h 6858000"/>
              <a:gd name="connsiteX246" fmla="*/ 6071359 w 7467600"/>
              <a:gd name="connsiteY246" fmla="*/ 4770770 h 6858000"/>
              <a:gd name="connsiteX247" fmla="*/ 6038839 w 7467600"/>
              <a:gd name="connsiteY247" fmla="*/ 4764474 h 6858000"/>
              <a:gd name="connsiteX248" fmla="*/ 6038706 w 7467600"/>
              <a:gd name="connsiteY248" fmla="*/ 4763847 h 6858000"/>
              <a:gd name="connsiteX249" fmla="*/ 6037784 w 7467600"/>
              <a:gd name="connsiteY249" fmla="*/ 4764270 h 6858000"/>
              <a:gd name="connsiteX250" fmla="*/ 6038839 w 7467600"/>
              <a:gd name="connsiteY250" fmla="*/ 4764474 h 6858000"/>
              <a:gd name="connsiteX251" fmla="*/ 6040338 w 7467600"/>
              <a:gd name="connsiteY251" fmla="*/ 4771418 h 6858000"/>
              <a:gd name="connsiteX252" fmla="*/ 6024488 w 7467600"/>
              <a:gd name="connsiteY252" fmla="*/ 4809903 h 6858000"/>
              <a:gd name="connsiteX253" fmla="*/ 5599771 w 7467600"/>
              <a:gd name="connsiteY253" fmla="*/ 5509652 h 6858000"/>
              <a:gd name="connsiteX254" fmla="*/ 5548843 w 7467600"/>
              <a:gd name="connsiteY254" fmla="*/ 5563845 h 6858000"/>
              <a:gd name="connsiteX255" fmla="*/ 5940952 w 7467600"/>
              <a:gd name="connsiteY255" fmla="*/ 6250028 h 6858000"/>
              <a:gd name="connsiteX256" fmla="*/ 6043441 w 7467600"/>
              <a:gd name="connsiteY256" fmla="*/ 6665847 h 6858000"/>
              <a:gd name="connsiteX257" fmla="*/ 6093432 w 7467600"/>
              <a:gd name="connsiteY257" fmla="*/ 6858000 h 6858000"/>
              <a:gd name="connsiteX258" fmla="*/ 6034344 w 7467600"/>
              <a:gd name="connsiteY258" fmla="*/ 6858000 h 6858000"/>
              <a:gd name="connsiteX259" fmla="*/ 6026679 w 7467600"/>
              <a:gd name="connsiteY259" fmla="*/ 6836959 h 6858000"/>
              <a:gd name="connsiteX260" fmla="*/ 5800441 w 7467600"/>
              <a:gd name="connsiteY260" fmla="*/ 6335286 h 6858000"/>
              <a:gd name="connsiteX261" fmla="*/ 5526562 w 7467600"/>
              <a:gd name="connsiteY261" fmla="*/ 5705388 h 6858000"/>
              <a:gd name="connsiteX262" fmla="*/ 5519640 w 7467600"/>
              <a:gd name="connsiteY262" fmla="*/ 5683774 h 6858000"/>
              <a:gd name="connsiteX263" fmla="*/ 5844559 w 7467600"/>
              <a:gd name="connsiteY263" fmla="*/ 6553349 h 6858000"/>
              <a:gd name="connsiteX264" fmla="*/ 5975994 w 7467600"/>
              <a:gd name="connsiteY264" fmla="*/ 6858000 h 6858000"/>
              <a:gd name="connsiteX265" fmla="*/ 5898547 w 7467600"/>
              <a:gd name="connsiteY265" fmla="*/ 6858000 h 6858000"/>
              <a:gd name="connsiteX266" fmla="*/ 5682041 w 7467600"/>
              <a:gd name="connsiteY266" fmla="*/ 6355860 h 6858000"/>
              <a:gd name="connsiteX267" fmla="*/ 5461758 w 7467600"/>
              <a:gd name="connsiteY267" fmla="*/ 5820220 h 6858000"/>
              <a:gd name="connsiteX268" fmla="*/ 5237282 w 7467600"/>
              <a:gd name="connsiteY268" fmla="*/ 6579086 h 6858000"/>
              <a:gd name="connsiteX269" fmla="*/ 5115009 w 7467600"/>
              <a:gd name="connsiteY269" fmla="*/ 6858000 h 6858000"/>
              <a:gd name="connsiteX270" fmla="*/ 5028074 w 7467600"/>
              <a:gd name="connsiteY270" fmla="*/ 6858000 h 6858000"/>
              <a:gd name="connsiteX271" fmla="*/ 5079508 w 7467600"/>
              <a:gd name="connsiteY271" fmla="*/ 6749074 h 6858000"/>
              <a:gd name="connsiteX272" fmla="*/ 5371846 w 7467600"/>
              <a:gd name="connsiteY272" fmla="*/ 5924413 h 6858000"/>
              <a:gd name="connsiteX273" fmla="*/ 5270512 w 7467600"/>
              <a:gd name="connsiteY273" fmla="*/ 6138975 h 6858000"/>
              <a:gd name="connsiteX274" fmla="*/ 5062409 w 7467600"/>
              <a:gd name="connsiteY274" fmla="*/ 6653544 h 6858000"/>
              <a:gd name="connsiteX275" fmla="*/ 5036628 w 7467600"/>
              <a:gd name="connsiteY275" fmla="*/ 6754247 h 6858000"/>
              <a:gd name="connsiteX276" fmla="*/ 5009112 w 7467600"/>
              <a:gd name="connsiteY276" fmla="*/ 6858000 h 6858000"/>
              <a:gd name="connsiteX277" fmla="*/ 4976679 w 7467600"/>
              <a:gd name="connsiteY277" fmla="*/ 6858000 h 6858000"/>
              <a:gd name="connsiteX278" fmla="*/ 5006537 w 7467600"/>
              <a:gd name="connsiteY278" fmla="*/ 6747068 h 6858000"/>
              <a:gd name="connsiteX279" fmla="*/ 5032723 w 7467600"/>
              <a:gd name="connsiteY279" fmla="*/ 6644957 h 6858000"/>
              <a:gd name="connsiteX280" fmla="*/ 5242949 w 7467600"/>
              <a:gd name="connsiteY280" fmla="*/ 6125175 h 6858000"/>
              <a:gd name="connsiteX281" fmla="*/ 5286321 w 7467600"/>
              <a:gd name="connsiteY281" fmla="*/ 6033555 h 6858000"/>
              <a:gd name="connsiteX282" fmla="*/ 5008210 w 7467600"/>
              <a:gd name="connsiteY282" fmla="*/ 6649194 h 6858000"/>
              <a:gd name="connsiteX283" fmla="*/ 4986321 w 7467600"/>
              <a:gd name="connsiteY283" fmla="*/ 6765687 h 6858000"/>
              <a:gd name="connsiteX284" fmla="*/ 4973474 w 7467600"/>
              <a:gd name="connsiteY284" fmla="*/ 6858000 h 6858000"/>
              <a:gd name="connsiteX285" fmla="*/ 4907178 w 7467600"/>
              <a:gd name="connsiteY285" fmla="*/ 6858000 h 6858000"/>
              <a:gd name="connsiteX286" fmla="*/ 4910810 w 7467600"/>
              <a:gd name="connsiteY286" fmla="*/ 6829660 h 6858000"/>
              <a:gd name="connsiteX287" fmla="*/ 4987461 w 7467600"/>
              <a:gd name="connsiteY287" fmla="*/ 6432994 h 6858000"/>
              <a:gd name="connsiteX288" fmla="*/ 5179262 w 7467600"/>
              <a:gd name="connsiteY288" fmla="*/ 6035044 h 6858000"/>
              <a:gd name="connsiteX289" fmla="*/ 4689678 w 7467600"/>
              <a:gd name="connsiteY289" fmla="*/ 6440241 h 6858000"/>
              <a:gd name="connsiteX290" fmla="*/ 4477543 w 7467600"/>
              <a:gd name="connsiteY290" fmla="*/ 6674836 h 6858000"/>
              <a:gd name="connsiteX291" fmla="*/ 4329957 w 7467600"/>
              <a:gd name="connsiteY291" fmla="*/ 6858000 h 6858000"/>
              <a:gd name="connsiteX292" fmla="*/ 4218595 w 7467600"/>
              <a:gd name="connsiteY292" fmla="*/ 6858000 h 6858000"/>
              <a:gd name="connsiteX293" fmla="*/ 4368888 w 7467600"/>
              <a:gd name="connsiteY293" fmla="*/ 6668412 h 6858000"/>
              <a:gd name="connsiteX294" fmla="*/ 4563091 w 7467600"/>
              <a:gd name="connsiteY294" fmla="*/ 6442508 h 6858000"/>
              <a:gd name="connsiteX295" fmla="*/ 5387324 w 7467600"/>
              <a:gd name="connsiteY295" fmla="*/ 5705830 h 6858000"/>
              <a:gd name="connsiteX296" fmla="*/ 5073620 w 7467600"/>
              <a:gd name="connsiteY296" fmla="*/ 5955437 h 6858000"/>
              <a:gd name="connsiteX297" fmla="*/ 4689789 w 7467600"/>
              <a:gd name="connsiteY297" fmla="*/ 6268382 h 6858000"/>
              <a:gd name="connsiteX298" fmla="*/ 4418722 w 7467600"/>
              <a:gd name="connsiteY298" fmla="*/ 6570886 h 6858000"/>
              <a:gd name="connsiteX299" fmla="*/ 4214944 w 7467600"/>
              <a:gd name="connsiteY299" fmla="*/ 6858000 h 6858000"/>
              <a:gd name="connsiteX300" fmla="*/ 4177898 w 7467600"/>
              <a:gd name="connsiteY300" fmla="*/ 6858000 h 6858000"/>
              <a:gd name="connsiteX301" fmla="*/ 4391597 w 7467600"/>
              <a:gd name="connsiteY301" fmla="*/ 6556370 h 6858000"/>
              <a:gd name="connsiteX302" fmla="*/ 4668889 w 7467600"/>
              <a:gd name="connsiteY302" fmla="*/ 6246399 h 6858000"/>
              <a:gd name="connsiteX303" fmla="*/ 5055427 w 7467600"/>
              <a:gd name="connsiteY303" fmla="*/ 5931476 h 6858000"/>
              <a:gd name="connsiteX304" fmla="*/ 5371814 w 7467600"/>
              <a:gd name="connsiteY304" fmla="*/ 5678975 h 6858000"/>
              <a:gd name="connsiteX305" fmla="*/ 4987918 w 7467600"/>
              <a:gd name="connsiteY305" fmla="*/ 5838701 h 6858000"/>
              <a:gd name="connsiteX306" fmla="*/ 4317146 w 7467600"/>
              <a:gd name="connsiteY306" fmla="*/ 6587716 h 6858000"/>
              <a:gd name="connsiteX307" fmla="*/ 4171627 w 7467600"/>
              <a:gd name="connsiteY307" fmla="*/ 6858000 h 6858000"/>
              <a:gd name="connsiteX308" fmla="*/ 4081585 w 7467600"/>
              <a:gd name="connsiteY308" fmla="*/ 6858000 h 6858000"/>
              <a:gd name="connsiteX309" fmla="*/ 4238603 w 7467600"/>
              <a:gd name="connsiteY309" fmla="*/ 6559341 h 6858000"/>
              <a:gd name="connsiteX310" fmla="*/ 4778333 w 7467600"/>
              <a:gd name="connsiteY310" fmla="*/ 5873626 h 6858000"/>
              <a:gd name="connsiteX311" fmla="*/ 5414185 w 7467600"/>
              <a:gd name="connsiteY311" fmla="*/ 5573882 h 6858000"/>
              <a:gd name="connsiteX312" fmla="*/ 5959648 w 7467600"/>
              <a:gd name="connsiteY312" fmla="*/ 4760797 h 6858000"/>
              <a:gd name="connsiteX313" fmla="*/ 5355019 w 7467600"/>
              <a:gd name="connsiteY313" fmla="*/ 4734672 h 6858000"/>
              <a:gd name="connsiteX314" fmla="*/ 5083565 w 7467600"/>
              <a:gd name="connsiteY314" fmla="*/ 5179121 h 6858000"/>
              <a:gd name="connsiteX315" fmla="*/ 4713577 w 7467600"/>
              <a:gd name="connsiteY315" fmla="*/ 5616803 h 6858000"/>
              <a:gd name="connsiteX316" fmla="*/ 3989559 w 7467600"/>
              <a:gd name="connsiteY316" fmla="*/ 6145945 h 6858000"/>
              <a:gd name="connsiteX317" fmla="*/ 3939824 w 7467600"/>
              <a:gd name="connsiteY317" fmla="*/ 6066900 h 6858000"/>
              <a:gd name="connsiteX318" fmla="*/ 4584537 w 7467600"/>
              <a:gd name="connsiteY318" fmla="*/ 5324826 h 6858000"/>
              <a:gd name="connsiteX319" fmla="*/ 5037105 w 7467600"/>
              <a:gd name="connsiteY319" fmla="*/ 5088765 h 6858000"/>
              <a:gd name="connsiteX320" fmla="*/ 5039930 w 7467600"/>
              <a:gd name="connsiteY320" fmla="*/ 5089585 h 6858000"/>
              <a:gd name="connsiteX321" fmla="*/ 5263764 w 7467600"/>
              <a:gd name="connsiteY321" fmla="*/ 4735525 h 6858000"/>
              <a:gd name="connsiteX322" fmla="*/ 4086300 w 7467600"/>
              <a:gd name="connsiteY322" fmla="*/ 4884599 h 6858000"/>
              <a:gd name="connsiteX323" fmla="*/ 4085485 w 7467600"/>
              <a:gd name="connsiteY323" fmla="*/ 4899070 h 6858000"/>
              <a:gd name="connsiteX324" fmla="*/ 3871915 w 7467600"/>
              <a:gd name="connsiteY324" fmla="*/ 5253645 h 6858000"/>
              <a:gd name="connsiteX325" fmla="*/ 3799374 w 7467600"/>
              <a:gd name="connsiteY325" fmla="*/ 5466127 h 6858000"/>
              <a:gd name="connsiteX326" fmla="*/ 3498850 w 7467600"/>
              <a:gd name="connsiteY326" fmla="*/ 6661888 h 6858000"/>
              <a:gd name="connsiteX327" fmla="*/ 3399216 w 7467600"/>
              <a:gd name="connsiteY327" fmla="*/ 6858000 h 6858000"/>
              <a:gd name="connsiteX328" fmla="*/ 3303688 w 7467600"/>
              <a:gd name="connsiteY328" fmla="*/ 6858000 h 6858000"/>
              <a:gd name="connsiteX329" fmla="*/ 3391774 w 7467600"/>
              <a:gd name="connsiteY329" fmla="*/ 6697181 h 6858000"/>
              <a:gd name="connsiteX330" fmla="*/ 3735540 w 7467600"/>
              <a:gd name="connsiteY330" fmla="*/ 5546923 h 6858000"/>
              <a:gd name="connsiteX331" fmla="*/ 3729438 w 7467600"/>
              <a:gd name="connsiteY331" fmla="*/ 5569058 h 6858000"/>
              <a:gd name="connsiteX332" fmla="*/ 3707782 w 7467600"/>
              <a:gd name="connsiteY332" fmla="*/ 5644908 h 6858000"/>
              <a:gd name="connsiteX333" fmla="*/ 3583827 w 7467600"/>
              <a:gd name="connsiteY333" fmla="*/ 6039215 h 6858000"/>
              <a:gd name="connsiteX334" fmla="*/ 3547861 w 7467600"/>
              <a:gd name="connsiteY334" fmla="*/ 6129609 h 6858000"/>
              <a:gd name="connsiteX335" fmla="*/ 3490905 w 7467600"/>
              <a:gd name="connsiteY335" fmla="*/ 6277660 h 6858000"/>
              <a:gd name="connsiteX336" fmla="*/ 3455859 w 7467600"/>
              <a:gd name="connsiteY336" fmla="*/ 6391301 h 6858000"/>
              <a:gd name="connsiteX337" fmla="*/ 3429112 w 7467600"/>
              <a:gd name="connsiteY337" fmla="*/ 6479469 h 6858000"/>
              <a:gd name="connsiteX338" fmla="*/ 3304862 w 7467600"/>
              <a:gd name="connsiteY338" fmla="*/ 6796476 h 6858000"/>
              <a:gd name="connsiteX339" fmla="*/ 3276071 w 7467600"/>
              <a:gd name="connsiteY339" fmla="*/ 6858000 h 6858000"/>
              <a:gd name="connsiteX340" fmla="*/ 3240805 w 7467600"/>
              <a:gd name="connsiteY340" fmla="*/ 6858000 h 6858000"/>
              <a:gd name="connsiteX341" fmla="*/ 3275917 w 7467600"/>
              <a:gd name="connsiteY341" fmla="*/ 6783192 h 6858000"/>
              <a:gd name="connsiteX342" fmla="*/ 3399358 w 7467600"/>
              <a:gd name="connsiteY342" fmla="*/ 6469011 h 6858000"/>
              <a:gd name="connsiteX343" fmla="*/ 3425650 w 7467600"/>
              <a:gd name="connsiteY343" fmla="*/ 6381333 h 6858000"/>
              <a:gd name="connsiteX344" fmla="*/ 3460661 w 7467600"/>
              <a:gd name="connsiteY344" fmla="*/ 6266763 h 6858000"/>
              <a:gd name="connsiteX345" fmla="*/ 3518021 w 7467600"/>
              <a:gd name="connsiteY345" fmla="*/ 6117298 h 6858000"/>
              <a:gd name="connsiteX346" fmla="*/ 3554035 w 7467600"/>
              <a:gd name="connsiteY346" fmla="*/ 6027832 h 6858000"/>
              <a:gd name="connsiteX347" fmla="*/ 3677174 w 7467600"/>
              <a:gd name="connsiteY347" fmla="*/ 5636351 h 6858000"/>
              <a:gd name="connsiteX348" fmla="*/ 3698819 w 7467600"/>
              <a:gd name="connsiteY348" fmla="*/ 5560503 h 6858000"/>
              <a:gd name="connsiteX349" fmla="*/ 3702094 w 7467600"/>
              <a:gd name="connsiteY349" fmla="*/ 5549194 h 6858000"/>
              <a:gd name="connsiteX350" fmla="*/ 3398355 w 7467600"/>
              <a:gd name="connsiteY350" fmla="*/ 6094603 h 6858000"/>
              <a:gd name="connsiteX351" fmla="*/ 3193941 w 7467600"/>
              <a:gd name="connsiteY351" fmla="*/ 6798775 h 6858000"/>
              <a:gd name="connsiteX352" fmla="*/ 3184140 w 7467600"/>
              <a:gd name="connsiteY352" fmla="*/ 6858000 h 6858000"/>
              <a:gd name="connsiteX353" fmla="*/ 3099978 w 7467600"/>
              <a:gd name="connsiteY353" fmla="*/ 6858000 h 6858000"/>
              <a:gd name="connsiteX354" fmla="*/ 3101556 w 7467600"/>
              <a:gd name="connsiteY354" fmla="*/ 6843337 h 6858000"/>
              <a:gd name="connsiteX355" fmla="*/ 3370162 w 7467600"/>
              <a:gd name="connsiteY355" fmla="*/ 5785550 h 6858000"/>
              <a:gd name="connsiteX356" fmla="*/ 3746477 w 7467600"/>
              <a:gd name="connsiteY356" fmla="*/ 5377889 h 6858000"/>
              <a:gd name="connsiteX357" fmla="*/ 3863399 w 7467600"/>
              <a:gd name="connsiteY357" fmla="*/ 5087257 h 6858000"/>
              <a:gd name="connsiteX358" fmla="*/ 3968712 w 7467600"/>
              <a:gd name="connsiteY358" fmla="*/ 4913989 h 6858000"/>
              <a:gd name="connsiteX359" fmla="*/ 2792390 w 7467600"/>
              <a:gd name="connsiteY359" fmla="*/ 5382974 h 6858000"/>
              <a:gd name="connsiteX360" fmla="*/ 2714982 w 7467600"/>
              <a:gd name="connsiteY360" fmla="*/ 5427051 h 6858000"/>
              <a:gd name="connsiteX361" fmla="*/ 2813361 w 7467600"/>
              <a:gd name="connsiteY361" fmla="*/ 6023912 h 6858000"/>
              <a:gd name="connsiteX362" fmla="*/ 2688430 w 7467600"/>
              <a:gd name="connsiteY362" fmla="*/ 6801564 h 6858000"/>
              <a:gd name="connsiteX363" fmla="*/ 2629626 w 7467600"/>
              <a:gd name="connsiteY363" fmla="*/ 6763394 h 6858000"/>
              <a:gd name="connsiteX364" fmla="*/ 2565328 w 7467600"/>
              <a:gd name="connsiteY364" fmla="*/ 5516399 h 6858000"/>
              <a:gd name="connsiteX365" fmla="*/ 1922999 w 7467600"/>
              <a:gd name="connsiteY365" fmla="*/ 5980343 h 6858000"/>
              <a:gd name="connsiteX366" fmla="*/ 1950261 w 7467600"/>
              <a:gd name="connsiteY366" fmla="*/ 6405858 h 6858000"/>
              <a:gd name="connsiteX367" fmla="*/ 2365554 w 7467600"/>
              <a:gd name="connsiteY367" fmla="*/ 6759107 h 6858000"/>
              <a:gd name="connsiteX368" fmla="*/ 2424142 w 7467600"/>
              <a:gd name="connsiteY368" fmla="*/ 6858000 h 6858000"/>
              <a:gd name="connsiteX369" fmla="*/ 2395994 w 7467600"/>
              <a:gd name="connsiteY369" fmla="*/ 6858000 h 6858000"/>
              <a:gd name="connsiteX370" fmla="*/ 2392863 w 7467600"/>
              <a:gd name="connsiteY370" fmla="*/ 6852964 h 6858000"/>
              <a:gd name="connsiteX371" fmla="*/ 2017589 w 7467600"/>
              <a:gd name="connsiteY371" fmla="*/ 6493982 h 6858000"/>
              <a:gd name="connsiteX372" fmla="*/ 2147336 w 7467600"/>
              <a:gd name="connsiteY372" fmla="*/ 6594052 h 6858000"/>
              <a:gd name="connsiteX373" fmla="*/ 2207047 w 7467600"/>
              <a:gd name="connsiteY373" fmla="*/ 6654540 h 6858000"/>
              <a:gd name="connsiteX374" fmla="*/ 2299106 w 7467600"/>
              <a:gd name="connsiteY374" fmla="*/ 6778931 h 6858000"/>
              <a:gd name="connsiteX375" fmla="*/ 2314430 w 7467600"/>
              <a:gd name="connsiteY375" fmla="*/ 6801144 h 6858000"/>
              <a:gd name="connsiteX376" fmla="*/ 2352406 w 7467600"/>
              <a:gd name="connsiteY376" fmla="*/ 6858000 h 6858000"/>
              <a:gd name="connsiteX377" fmla="*/ 2314492 w 7467600"/>
              <a:gd name="connsiteY377" fmla="*/ 6858000 h 6858000"/>
              <a:gd name="connsiteX378" fmla="*/ 2288095 w 7467600"/>
              <a:gd name="connsiteY378" fmla="*/ 6818030 h 6858000"/>
              <a:gd name="connsiteX379" fmla="*/ 2272768 w 7467600"/>
              <a:gd name="connsiteY379" fmla="*/ 6795822 h 6858000"/>
              <a:gd name="connsiteX380" fmla="*/ 2182715 w 7467600"/>
              <a:gd name="connsiteY380" fmla="*/ 6675071 h 6858000"/>
              <a:gd name="connsiteX381" fmla="*/ 2032061 w 7467600"/>
              <a:gd name="connsiteY381" fmla="*/ 6541380 h 6858000"/>
              <a:gd name="connsiteX382" fmla="*/ 2257220 w 7467600"/>
              <a:gd name="connsiteY382" fmla="*/ 6826257 h 6858000"/>
              <a:gd name="connsiteX383" fmla="*/ 2281324 w 7467600"/>
              <a:gd name="connsiteY383" fmla="*/ 6858000 h 6858000"/>
              <a:gd name="connsiteX384" fmla="*/ 2242860 w 7467600"/>
              <a:gd name="connsiteY384" fmla="*/ 6858000 h 6858000"/>
              <a:gd name="connsiteX385" fmla="*/ 2232818 w 7467600"/>
              <a:gd name="connsiteY385" fmla="*/ 6844926 h 6858000"/>
              <a:gd name="connsiteX386" fmla="*/ 1990172 w 7467600"/>
              <a:gd name="connsiteY386" fmla="*/ 6542121 h 6858000"/>
              <a:gd name="connsiteX387" fmla="*/ 2124090 w 7467600"/>
              <a:gd name="connsiteY387" fmla="*/ 6761017 h 6858000"/>
              <a:gd name="connsiteX388" fmla="*/ 2200380 w 7467600"/>
              <a:gd name="connsiteY388" fmla="*/ 6858000 h 6858000"/>
              <a:gd name="connsiteX389" fmla="*/ 2147507 w 7467600"/>
              <a:gd name="connsiteY389" fmla="*/ 6858000 h 6858000"/>
              <a:gd name="connsiteX390" fmla="*/ 2070668 w 7467600"/>
              <a:gd name="connsiteY390" fmla="*/ 6761520 h 6858000"/>
              <a:gd name="connsiteX391" fmla="*/ 1975142 w 7467600"/>
              <a:gd name="connsiteY391" fmla="*/ 6585570 h 6858000"/>
              <a:gd name="connsiteX392" fmla="*/ 2050035 w 7467600"/>
              <a:gd name="connsiteY392" fmla="*/ 6813345 h 6858000"/>
              <a:gd name="connsiteX393" fmla="*/ 2063025 w 7467600"/>
              <a:gd name="connsiteY393" fmla="*/ 6858000 h 6858000"/>
              <a:gd name="connsiteX394" fmla="*/ 2021675 w 7467600"/>
              <a:gd name="connsiteY394" fmla="*/ 6858000 h 6858000"/>
              <a:gd name="connsiteX395" fmla="*/ 2019308 w 7467600"/>
              <a:gd name="connsiteY395" fmla="*/ 6847118 h 6858000"/>
              <a:gd name="connsiteX396" fmla="*/ 1938835 w 7467600"/>
              <a:gd name="connsiteY396" fmla="*/ 6551160 h 6858000"/>
              <a:gd name="connsiteX397" fmla="*/ 1953230 w 7467600"/>
              <a:gd name="connsiteY397" fmla="*/ 6759699 h 6858000"/>
              <a:gd name="connsiteX398" fmla="*/ 1956763 w 7467600"/>
              <a:gd name="connsiteY398" fmla="*/ 6778191 h 6858000"/>
              <a:gd name="connsiteX399" fmla="*/ 1967925 w 7467600"/>
              <a:gd name="connsiteY399" fmla="*/ 6858000 h 6858000"/>
              <a:gd name="connsiteX400" fmla="*/ 1936622 w 7467600"/>
              <a:gd name="connsiteY400" fmla="*/ 6858000 h 6858000"/>
              <a:gd name="connsiteX401" fmla="*/ 1926261 w 7467600"/>
              <a:gd name="connsiteY401" fmla="*/ 6784064 h 6858000"/>
              <a:gd name="connsiteX402" fmla="*/ 1922724 w 7467600"/>
              <a:gd name="connsiteY402" fmla="*/ 6765577 h 6858000"/>
              <a:gd name="connsiteX403" fmla="*/ 1904650 w 7467600"/>
              <a:gd name="connsiteY403" fmla="*/ 6639616 h 6858000"/>
              <a:gd name="connsiteX404" fmla="*/ 1885273 w 7467600"/>
              <a:gd name="connsiteY404" fmla="*/ 6858000 h 6858000"/>
              <a:gd name="connsiteX405" fmla="*/ 1854363 w 7467600"/>
              <a:gd name="connsiteY405" fmla="*/ 6858000 h 6858000"/>
              <a:gd name="connsiteX406" fmla="*/ 1880391 w 7467600"/>
              <a:gd name="connsiteY406" fmla="*/ 6603796 h 6858000"/>
              <a:gd name="connsiteX407" fmla="*/ 1818273 w 7467600"/>
              <a:gd name="connsiteY407" fmla="*/ 6715729 h 6858000"/>
              <a:gd name="connsiteX408" fmla="*/ 1794691 w 7467600"/>
              <a:gd name="connsiteY408" fmla="*/ 6843239 h 6858000"/>
              <a:gd name="connsiteX409" fmla="*/ 1794914 w 7467600"/>
              <a:gd name="connsiteY409" fmla="*/ 6858000 h 6858000"/>
              <a:gd name="connsiteX410" fmla="*/ 1746128 w 7467600"/>
              <a:gd name="connsiteY410" fmla="*/ 6858000 h 6858000"/>
              <a:gd name="connsiteX411" fmla="*/ 1753934 w 7467600"/>
              <a:gd name="connsiteY411" fmla="*/ 6724796 h 6858000"/>
              <a:gd name="connsiteX412" fmla="*/ 1792053 w 7467600"/>
              <a:gd name="connsiteY412" fmla="*/ 6572396 h 6858000"/>
              <a:gd name="connsiteX413" fmla="*/ 1862248 w 7467600"/>
              <a:gd name="connsiteY413" fmla="*/ 6266397 h 6858000"/>
              <a:gd name="connsiteX414" fmla="*/ 1862250 w 7467600"/>
              <a:gd name="connsiteY414" fmla="*/ 6033531 h 6858000"/>
              <a:gd name="connsiteX415" fmla="*/ 1211999 w 7467600"/>
              <a:gd name="connsiteY415" fmla="*/ 6683610 h 6858000"/>
              <a:gd name="connsiteX416" fmla="*/ 1213266 w 7467600"/>
              <a:gd name="connsiteY416" fmla="*/ 6691947 h 6858000"/>
              <a:gd name="connsiteX417" fmla="*/ 1203370 w 7467600"/>
              <a:gd name="connsiteY417" fmla="*/ 6850676 h 6858000"/>
              <a:gd name="connsiteX418" fmla="*/ 1203671 w 7467600"/>
              <a:gd name="connsiteY418" fmla="*/ 6858000 h 6858000"/>
              <a:gd name="connsiteX419" fmla="*/ 1143180 w 7467600"/>
              <a:gd name="connsiteY419" fmla="*/ 6858000 h 6858000"/>
              <a:gd name="connsiteX420" fmla="*/ 1142176 w 7467600"/>
              <a:gd name="connsiteY420" fmla="*/ 6766045 h 6858000"/>
              <a:gd name="connsiteX421" fmla="*/ 1067484 w 7467600"/>
              <a:gd name="connsiteY421" fmla="*/ 6858000 h 6858000"/>
              <a:gd name="connsiteX422" fmla="*/ 953928 w 7467600"/>
              <a:gd name="connsiteY422" fmla="*/ 6858000 h 6858000"/>
              <a:gd name="connsiteX423" fmla="*/ 959715 w 7467600"/>
              <a:gd name="connsiteY423" fmla="*/ 6850185 h 6858000"/>
              <a:gd name="connsiteX424" fmla="*/ 1483788 w 7467600"/>
              <a:gd name="connsiteY424" fmla="*/ 6259174 h 6858000"/>
              <a:gd name="connsiteX425" fmla="*/ 1100671 w 7467600"/>
              <a:gd name="connsiteY425" fmla="*/ 6252137 h 6858000"/>
              <a:gd name="connsiteX426" fmla="*/ 1090144 w 7467600"/>
              <a:gd name="connsiteY426" fmla="*/ 6256748 h 6858000"/>
              <a:gd name="connsiteX427" fmla="*/ 1095872 w 7467600"/>
              <a:gd name="connsiteY427" fmla="*/ 6271892 h 6858000"/>
              <a:gd name="connsiteX428" fmla="*/ 262785 w 7467600"/>
              <a:gd name="connsiteY428" fmla="*/ 6845450 h 6858000"/>
              <a:gd name="connsiteX429" fmla="*/ 209968 w 7467600"/>
              <a:gd name="connsiteY429" fmla="*/ 6770713 h 6858000"/>
              <a:gd name="connsiteX430" fmla="*/ 873460 w 7467600"/>
              <a:gd name="connsiteY430" fmla="*/ 6253768 h 6858000"/>
              <a:gd name="connsiteX431" fmla="*/ 192686 w 7467600"/>
              <a:gd name="connsiteY431" fmla="*/ 5849257 h 6858000"/>
              <a:gd name="connsiteX432" fmla="*/ 4696 w 7467600"/>
              <a:gd name="connsiteY432" fmla="*/ 5697668 h 6858000"/>
              <a:gd name="connsiteX433" fmla="*/ 0 w 7467600"/>
              <a:gd name="connsiteY433" fmla="*/ 5689984 h 6858000"/>
              <a:gd name="connsiteX434" fmla="*/ 0 w 7467600"/>
              <a:gd name="connsiteY434" fmla="*/ 5513472 h 6858000"/>
              <a:gd name="connsiteX435" fmla="*/ 174101 w 7467600"/>
              <a:gd name="connsiteY435" fmla="*/ 5620277 h 6858000"/>
              <a:gd name="connsiteX436" fmla="*/ 891800 w 7467600"/>
              <a:gd name="connsiteY436" fmla="*/ 6036935 h 6858000"/>
              <a:gd name="connsiteX437" fmla="*/ 1072219 w 7467600"/>
              <a:gd name="connsiteY437" fmla="*/ 6169443 h 6858000"/>
              <a:gd name="connsiteX438" fmla="*/ 1074117 w 7467600"/>
              <a:gd name="connsiteY438" fmla="*/ 6170301 h 6858000"/>
              <a:gd name="connsiteX439" fmla="*/ 1083114 w 7467600"/>
              <a:gd name="connsiteY439" fmla="*/ 6174131 h 6858000"/>
              <a:gd name="connsiteX440" fmla="*/ 1543010 w 7467600"/>
              <a:gd name="connsiteY440" fmla="*/ 6191140 h 6858000"/>
              <a:gd name="connsiteX441" fmla="*/ 1551080 w 7467600"/>
              <a:gd name="connsiteY441" fmla="*/ 6195006 h 6858000"/>
              <a:gd name="connsiteX442" fmla="*/ 2345443 w 7467600"/>
              <a:gd name="connsiteY442" fmla="*/ 5549882 h 6858000"/>
              <a:gd name="connsiteX443" fmla="*/ 1721499 w 7467600"/>
              <a:gd name="connsiteY443" fmla="*/ 5599969 h 6858000"/>
              <a:gd name="connsiteX444" fmla="*/ 767716 w 7467600"/>
              <a:gd name="connsiteY444" fmla="*/ 5472768 h 6858000"/>
              <a:gd name="connsiteX445" fmla="*/ 722147 w 7467600"/>
              <a:gd name="connsiteY445" fmla="*/ 5393091 h 6858000"/>
              <a:gd name="connsiteX446" fmla="*/ 1485552 w 7467600"/>
              <a:gd name="connsiteY446" fmla="*/ 5313202 h 6858000"/>
              <a:gd name="connsiteX447" fmla="*/ 2143004 w 7467600"/>
              <a:gd name="connsiteY447" fmla="*/ 5402420 h 6858000"/>
              <a:gd name="connsiteX448" fmla="*/ 1933391 w 7467600"/>
              <a:gd name="connsiteY448" fmla="*/ 5156971 h 6858000"/>
              <a:gd name="connsiteX449" fmla="*/ 1827118 w 7467600"/>
              <a:gd name="connsiteY449" fmla="*/ 4968410 h 6858000"/>
              <a:gd name="connsiteX450" fmla="*/ 1837349 w 7467600"/>
              <a:gd name="connsiteY450" fmla="*/ 4956357 h 6858000"/>
              <a:gd name="connsiteX451" fmla="*/ 2162835 w 7467600"/>
              <a:gd name="connsiteY451" fmla="*/ 5187853 h 6858000"/>
              <a:gd name="connsiteX452" fmla="*/ 2257167 w 7467600"/>
              <a:gd name="connsiteY452" fmla="*/ 5462123 h 6858000"/>
              <a:gd name="connsiteX453" fmla="*/ 2261598 w 7467600"/>
              <a:gd name="connsiteY453" fmla="*/ 5467998 h 6858000"/>
              <a:gd name="connsiteX454" fmla="*/ 2437177 w 7467600"/>
              <a:gd name="connsiteY454" fmla="*/ 5479608 h 6858000"/>
              <a:gd name="connsiteX455" fmla="*/ 2445247 w 7467600"/>
              <a:gd name="connsiteY455" fmla="*/ 5483476 h 6858000"/>
              <a:gd name="connsiteX456" fmla="*/ 2743626 w 7467600"/>
              <a:gd name="connsiteY456" fmla="*/ 5304819 h 6858000"/>
              <a:gd name="connsiteX457" fmla="*/ 3048102 w 7467600"/>
              <a:gd name="connsiteY457" fmla="*/ 5150595 h 6858000"/>
              <a:gd name="connsiteX458" fmla="*/ 1799414 w 7467600"/>
              <a:gd name="connsiteY458" fmla="*/ 4694732 h 6858000"/>
              <a:gd name="connsiteX459" fmla="*/ 1771735 w 7467600"/>
              <a:gd name="connsiteY459" fmla="*/ 4619929 h 6858000"/>
              <a:gd name="connsiteX460" fmla="*/ 3104273 w 7467600"/>
              <a:gd name="connsiteY460" fmla="*/ 5076159 h 6858000"/>
              <a:gd name="connsiteX461" fmla="*/ 3113245 w 7467600"/>
              <a:gd name="connsiteY461" fmla="*/ 5090705 h 6858000"/>
              <a:gd name="connsiteX462" fmla="*/ 3126294 w 7467600"/>
              <a:gd name="connsiteY462" fmla="*/ 5114400 h 6858000"/>
              <a:gd name="connsiteX463" fmla="*/ 3937433 w 7467600"/>
              <a:gd name="connsiteY463" fmla="*/ 4830473 h 6858000"/>
              <a:gd name="connsiteX464" fmla="*/ 3590475 w 7467600"/>
              <a:gd name="connsiteY464" fmla="*/ 4597974 h 6858000"/>
              <a:gd name="connsiteX465" fmla="*/ 3100264 w 7467600"/>
              <a:gd name="connsiteY465" fmla="*/ 4579845 h 6858000"/>
              <a:gd name="connsiteX466" fmla="*/ 2183576 w 7467600"/>
              <a:gd name="connsiteY466" fmla="*/ 4227150 h 6858000"/>
              <a:gd name="connsiteX467" fmla="*/ 2151029 w 7467600"/>
              <a:gd name="connsiteY467" fmla="*/ 4146947 h 6858000"/>
              <a:gd name="connsiteX468" fmla="*/ 3563434 w 7467600"/>
              <a:gd name="connsiteY468" fmla="*/ 4469115 h 6858000"/>
              <a:gd name="connsiteX469" fmla="*/ 3177952 w 7467600"/>
              <a:gd name="connsiteY469" fmla="*/ 3657386 h 6858000"/>
              <a:gd name="connsiteX470" fmla="*/ 3189263 w 7467600"/>
              <a:gd name="connsiteY470" fmla="*/ 3625726 h 6858000"/>
              <a:gd name="connsiteX471" fmla="*/ 3560912 w 7467600"/>
              <a:gd name="connsiteY471" fmla="*/ 4079863 h 6858000"/>
              <a:gd name="connsiteX472" fmla="*/ 3626636 w 7467600"/>
              <a:gd name="connsiteY472" fmla="*/ 4512230 h 6858000"/>
              <a:gd name="connsiteX473" fmla="*/ 3653088 w 7467600"/>
              <a:gd name="connsiteY473" fmla="*/ 4521417 h 6858000"/>
              <a:gd name="connsiteX474" fmla="*/ 3988128 w 7467600"/>
              <a:gd name="connsiteY474" fmla="*/ 4817267 h 6858000"/>
              <a:gd name="connsiteX475" fmla="*/ 4830582 w 7467600"/>
              <a:gd name="connsiteY475" fmla="*/ 4676000 h 6858000"/>
              <a:gd name="connsiteX476" fmla="*/ 4830100 w 7467600"/>
              <a:gd name="connsiteY476" fmla="*/ 4675554 h 6858000"/>
              <a:gd name="connsiteX477" fmla="*/ 4036318 w 7467600"/>
              <a:gd name="connsiteY477" fmla="*/ 4147013 h 6858000"/>
              <a:gd name="connsiteX478" fmla="*/ 3432098 w 7467600"/>
              <a:gd name="connsiteY478" fmla="*/ 3537312 h 6858000"/>
              <a:gd name="connsiteX479" fmla="*/ 3446761 w 7467600"/>
              <a:gd name="connsiteY479" fmla="*/ 3461278 h 6858000"/>
              <a:gd name="connsiteX480" fmla="*/ 4419733 w 7467600"/>
              <a:gd name="connsiteY480" fmla="*/ 3963555 h 6858000"/>
              <a:gd name="connsiteX481" fmla="*/ 4781371 w 7467600"/>
              <a:gd name="connsiteY481" fmla="*/ 4458604 h 6858000"/>
              <a:gd name="connsiteX482" fmla="*/ 4780440 w 7467600"/>
              <a:gd name="connsiteY482" fmla="*/ 4470290 h 6858000"/>
              <a:gd name="connsiteX483" fmla="*/ 4898954 w 7467600"/>
              <a:gd name="connsiteY483" fmla="*/ 4662092 h 6858000"/>
              <a:gd name="connsiteX484" fmla="*/ 4900699 w 7467600"/>
              <a:gd name="connsiteY484" fmla="*/ 4670867 h 6858000"/>
              <a:gd name="connsiteX485" fmla="*/ 5714511 w 7467600"/>
              <a:gd name="connsiteY485" fmla="*/ 4663483 h 6858000"/>
              <a:gd name="connsiteX486" fmla="*/ 5464793 w 7467600"/>
              <a:gd name="connsiteY486" fmla="*/ 4393556 h 6858000"/>
              <a:gd name="connsiteX487" fmla="*/ 5461897 w 7467600"/>
              <a:gd name="connsiteY487" fmla="*/ 4390879 h 6858000"/>
              <a:gd name="connsiteX488" fmla="*/ 4294126 w 7467600"/>
              <a:gd name="connsiteY488" fmla="*/ 3303048 h 6858000"/>
              <a:gd name="connsiteX489" fmla="*/ 4305321 w 7467600"/>
              <a:gd name="connsiteY489" fmla="*/ 3256953 h 6858000"/>
              <a:gd name="connsiteX490" fmla="*/ 4949299 w 7467600"/>
              <a:gd name="connsiteY490" fmla="*/ 3766336 h 6858000"/>
              <a:gd name="connsiteX491" fmla="*/ 5291452 w 7467600"/>
              <a:gd name="connsiteY491" fmla="*/ 4076801 h 6858000"/>
              <a:gd name="connsiteX492" fmla="*/ 5434998 w 7467600"/>
              <a:gd name="connsiteY492" fmla="*/ 4254100 h 6858000"/>
              <a:gd name="connsiteX493" fmla="*/ 5351015 w 7467600"/>
              <a:gd name="connsiteY493" fmla="*/ 3760989 h 6858000"/>
              <a:gd name="connsiteX494" fmla="*/ 5413780 w 7467600"/>
              <a:gd name="connsiteY494" fmla="*/ 2966265 h 6858000"/>
              <a:gd name="connsiteX495" fmla="*/ 5425627 w 7467600"/>
              <a:gd name="connsiteY495" fmla="*/ 2954192 h 6858000"/>
              <a:gd name="connsiteX496" fmla="*/ 6604735 w 7467600"/>
              <a:gd name="connsiteY496" fmla="*/ 2041381 h 6858000"/>
              <a:gd name="connsiteX497" fmla="*/ 7204487 w 7467600"/>
              <a:gd name="connsiteY497" fmla="*/ 2742112 h 6858000"/>
              <a:gd name="connsiteX498" fmla="*/ 7131592 w 7467600"/>
              <a:gd name="connsiteY498" fmla="*/ 2672096 h 6858000"/>
              <a:gd name="connsiteX499" fmla="*/ 6996344 w 7467600"/>
              <a:gd name="connsiteY499" fmla="*/ 2518310 h 6858000"/>
              <a:gd name="connsiteX500" fmla="*/ 6735495 w 7467600"/>
              <a:gd name="connsiteY500" fmla="*/ 2196890 h 6858000"/>
              <a:gd name="connsiteX501" fmla="*/ 6721901 w 7467600"/>
              <a:gd name="connsiteY501" fmla="*/ 2179274 h 6858000"/>
              <a:gd name="connsiteX502" fmla="*/ 6604735 w 7467600"/>
              <a:gd name="connsiteY502" fmla="*/ 2041381 h 6858000"/>
              <a:gd name="connsiteX503" fmla="*/ 6591670 w 7467600"/>
              <a:gd name="connsiteY503" fmla="*/ 1988277 h 6858000"/>
              <a:gd name="connsiteX504" fmla="*/ 6747349 w 7467600"/>
              <a:gd name="connsiteY504" fmla="*/ 2160069 h 6858000"/>
              <a:gd name="connsiteX505" fmla="*/ 6760943 w 7467600"/>
              <a:gd name="connsiteY505" fmla="*/ 2177686 h 6858000"/>
              <a:gd name="connsiteX506" fmla="*/ 7021065 w 7467600"/>
              <a:gd name="connsiteY506" fmla="*/ 2498102 h 6858000"/>
              <a:gd name="connsiteX507" fmla="*/ 7155223 w 7467600"/>
              <a:gd name="connsiteY507" fmla="*/ 2650386 h 6858000"/>
              <a:gd name="connsiteX508" fmla="*/ 7203167 w 7467600"/>
              <a:gd name="connsiteY508" fmla="*/ 2697288 h 6858000"/>
              <a:gd name="connsiteX509" fmla="*/ 6937703 w 7467600"/>
              <a:gd name="connsiteY509" fmla="*/ 2321981 h 6858000"/>
              <a:gd name="connsiteX510" fmla="*/ 6591670 w 7467600"/>
              <a:gd name="connsiteY510" fmla="*/ 1988277 h 6858000"/>
              <a:gd name="connsiteX511" fmla="*/ 5798671 w 7467600"/>
              <a:gd name="connsiteY511" fmla="*/ 1981601 h 6858000"/>
              <a:gd name="connsiteX512" fmla="*/ 5754709 w 7467600"/>
              <a:gd name="connsiteY512" fmla="*/ 2071454 h 6858000"/>
              <a:gd name="connsiteX513" fmla="*/ 5763044 w 7467600"/>
              <a:gd name="connsiteY513" fmla="*/ 2842206 h 6858000"/>
              <a:gd name="connsiteX514" fmla="*/ 5764974 w 7467600"/>
              <a:gd name="connsiteY514" fmla="*/ 2799609 h 6858000"/>
              <a:gd name="connsiteX515" fmla="*/ 5767665 w 7467600"/>
              <a:gd name="connsiteY515" fmla="*/ 2666409 h 6858000"/>
              <a:gd name="connsiteX516" fmla="*/ 5763055 w 7467600"/>
              <a:gd name="connsiteY516" fmla="*/ 2579705 h 6858000"/>
              <a:gd name="connsiteX517" fmla="*/ 5758079 w 7467600"/>
              <a:gd name="connsiteY517" fmla="*/ 2492508 h 6858000"/>
              <a:gd name="connsiteX518" fmla="*/ 5779325 w 7467600"/>
              <a:gd name="connsiteY518" fmla="*/ 2197069 h 6858000"/>
              <a:gd name="connsiteX519" fmla="*/ 5798671 w 7467600"/>
              <a:gd name="connsiteY519" fmla="*/ 1981601 h 6858000"/>
              <a:gd name="connsiteX520" fmla="*/ 5829202 w 7467600"/>
              <a:gd name="connsiteY520" fmla="*/ 1971679 h 6858000"/>
              <a:gd name="connsiteX521" fmla="*/ 5809558 w 7467600"/>
              <a:gd name="connsiteY521" fmla="*/ 2198043 h 6858000"/>
              <a:gd name="connsiteX522" fmla="*/ 5788653 w 7467600"/>
              <a:gd name="connsiteY522" fmla="*/ 2489430 h 6858000"/>
              <a:gd name="connsiteX523" fmla="*/ 5793439 w 7467600"/>
              <a:gd name="connsiteY523" fmla="*/ 2575235 h 6858000"/>
              <a:gd name="connsiteX524" fmla="*/ 5796837 w 7467600"/>
              <a:gd name="connsiteY524" fmla="*/ 2637633 h 6858000"/>
              <a:gd name="connsiteX525" fmla="*/ 5818614 w 7467600"/>
              <a:gd name="connsiteY525" fmla="*/ 2473055 h 6858000"/>
              <a:gd name="connsiteX526" fmla="*/ 5829202 w 7467600"/>
              <a:gd name="connsiteY526" fmla="*/ 1971679 h 6858000"/>
              <a:gd name="connsiteX527" fmla="*/ 5911389 w 7467600"/>
              <a:gd name="connsiteY527" fmla="*/ 1898371 h 6858000"/>
              <a:gd name="connsiteX528" fmla="*/ 6237627 w 7467600"/>
              <a:gd name="connsiteY528" fmla="*/ 2231921 h 6858000"/>
              <a:gd name="connsiteX529" fmla="*/ 5911389 w 7467600"/>
              <a:gd name="connsiteY529" fmla="*/ 1898371 h 6858000"/>
              <a:gd name="connsiteX530" fmla="*/ 6944437 w 7467600"/>
              <a:gd name="connsiteY530" fmla="*/ 1575402 h 6858000"/>
              <a:gd name="connsiteX531" fmla="*/ 6304730 w 7467600"/>
              <a:gd name="connsiteY531" fmla="*/ 1766654 h 6858000"/>
              <a:gd name="connsiteX532" fmla="*/ 6944437 w 7467600"/>
              <a:gd name="connsiteY532" fmla="*/ 1575402 h 6858000"/>
              <a:gd name="connsiteX533" fmla="*/ 7019523 w 7467600"/>
              <a:gd name="connsiteY533" fmla="*/ 1519450 h 6858000"/>
              <a:gd name="connsiteX534" fmla="*/ 6298091 w 7467600"/>
              <a:gd name="connsiteY534" fmla="*/ 1737122 h 6858000"/>
              <a:gd name="connsiteX535" fmla="*/ 7019523 w 7467600"/>
              <a:gd name="connsiteY535" fmla="*/ 1519450 h 6858000"/>
              <a:gd name="connsiteX536" fmla="*/ 2399523 w 7467600"/>
              <a:gd name="connsiteY536" fmla="*/ 1428234 h 6858000"/>
              <a:gd name="connsiteX537" fmla="*/ 2224982 w 7467600"/>
              <a:gd name="connsiteY537" fmla="*/ 1826201 h 6858000"/>
              <a:gd name="connsiteX538" fmla="*/ 2096099 w 7467600"/>
              <a:gd name="connsiteY538" fmla="*/ 2345900 h 6858000"/>
              <a:gd name="connsiteX539" fmla="*/ 2283317 w 7467600"/>
              <a:gd name="connsiteY539" fmla="*/ 1796925 h 6858000"/>
              <a:gd name="connsiteX540" fmla="*/ 2399523 w 7467600"/>
              <a:gd name="connsiteY540" fmla="*/ 1428234 h 6858000"/>
              <a:gd name="connsiteX541" fmla="*/ 2448558 w 7467600"/>
              <a:gd name="connsiteY541" fmla="*/ 1373435 h 6858000"/>
              <a:gd name="connsiteX542" fmla="*/ 2312521 w 7467600"/>
              <a:gd name="connsiteY542" fmla="*/ 1806140 h 6858000"/>
              <a:gd name="connsiteX543" fmla="*/ 2127533 w 7467600"/>
              <a:gd name="connsiteY543" fmla="*/ 2348380 h 6858000"/>
              <a:gd name="connsiteX544" fmla="*/ 2358080 w 7467600"/>
              <a:gd name="connsiteY544" fmla="*/ 1866134 h 6858000"/>
              <a:gd name="connsiteX545" fmla="*/ 2407436 w 7467600"/>
              <a:gd name="connsiteY545" fmla="*/ 1651070 h 6858000"/>
              <a:gd name="connsiteX546" fmla="*/ 2448558 w 7467600"/>
              <a:gd name="connsiteY546" fmla="*/ 1373435 h 6858000"/>
              <a:gd name="connsiteX547" fmla="*/ 278707 w 7467600"/>
              <a:gd name="connsiteY547" fmla="*/ 1352270 h 6858000"/>
              <a:gd name="connsiteX548" fmla="*/ 321570 w 7467600"/>
              <a:gd name="connsiteY548" fmla="*/ 1861610 h 6858000"/>
              <a:gd name="connsiteX549" fmla="*/ 294281 w 7467600"/>
              <a:gd name="connsiteY549" fmla="*/ 1440658 h 6858000"/>
              <a:gd name="connsiteX550" fmla="*/ 278707 w 7467600"/>
              <a:gd name="connsiteY550" fmla="*/ 1352270 h 6858000"/>
              <a:gd name="connsiteX551" fmla="*/ 1423821 w 7467600"/>
              <a:gd name="connsiteY551" fmla="*/ 1351958 h 6858000"/>
              <a:gd name="connsiteX552" fmla="*/ 1638521 w 7467600"/>
              <a:gd name="connsiteY552" fmla="*/ 1908470 h 6858000"/>
              <a:gd name="connsiteX553" fmla="*/ 1754199 w 7467600"/>
              <a:gd name="connsiteY553" fmla="*/ 2149284 h 6858000"/>
              <a:gd name="connsiteX554" fmla="*/ 1908359 w 7467600"/>
              <a:gd name="connsiteY554" fmla="*/ 2364988 h 6858000"/>
              <a:gd name="connsiteX555" fmla="*/ 1647661 w 7467600"/>
              <a:gd name="connsiteY555" fmla="*/ 1825945 h 6858000"/>
              <a:gd name="connsiteX556" fmla="*/ 1423821 w 7467600"/>
              <a:gd name="connsiteY556" fmla="*/ 1351958 h 6858000"/>
              <a:gd name="connsiteX557" fmla="*/ 1431890 w 7467600"/>
              <a:gd name="connsiteY557" fmla="*/ 1306475 h 6858000"/>
              <a:gd name="connsiteX558" fmla="*/ 1507597 w 7467600"/>
              <a:gd name="connsiteY558" fmla="*/ 1446132 h 6858000"/>
              <a:gd name="connsiteX559" fmla="*/ 1674586 w 7467600"/>
              <a:gd name="connsiteY559" fmla="*/ 1813832 h 6858000"/>
              <a:gd name="connsiteX560" fmla="*/ 1815950 w 7467600"/>
              <a:gd name="connsiteY560" fmla="*/ 2128564 h 6858000"/>
              <a:gd name="connsiteX561" fmla="*/ 1984242 w 7467600"/>
              <a:gd name="connsiteY561" fmla="*/ 2430829 h 6858000"/>
              <a:gd name="connsiteX562" fmla="*/ 2014023 w 7467600"/>
              <a:gd name="connsiteY562" fmla="*/ 2450995 h 6858000"/>
              <a:gd name="connsiteX563" fmla="*/ 1747337 w 7467600"/>
              <a:gd name="connsiteY563" fmla="*/ 1855264 h 6858000"/>
              <a:gd name="connsiteX564" fmla="*/ 1533749 w 7467600"/>
              <a:gd name="connsiteY564" fmla="*/ 1478656 h 6858000"/>
              <a:gd name="connsiteX565" fmla="*/ 1431890 w 7467600"/>
              <a:gd name="connsiteY565" fmla="*/ 1306475 h 6858000"/>
              <a:gd name="connsiteX566" fmla="*/ 5052692 w 7467600"/>
              <a:gd name="connsiteY566" fmla="*/ 1292994 h 6858000"/>
              <a:gd name="connsiteX567" fmla="*/ 5200661 w 7467600"/>
              <a:gd name="connsiteY567" fmla="*/ 1635186 h 6858000"/>
              <a:gd name="connsiteX568" fmla="*/ 5297138 w 7467600"/>
              <a:gd name="connsiteY568" fmla="*/ 1906351 h 6858000"/>
              <a:gd name="connsiteX569" fmla="*/ 5052692 w 7467600"/>
              <a:gd name="connsiteY569" fmla="*/ 1292994 h 6858000"/>
              <a:gd name="connsiteX570" fmla="*/ 5009948 w 7467600"/>
              <a:gd name="connsiteY570" fmla="*/ 1273619 h 6858000"/>
              <a:gd name="connsiteX571" fmla="*/ 5121777 w 7467600"/>
              <a:gd name="connsiteY571" fmla="*/ 1654213 h 6858000"/>
              <a:gd name="connsiteX572" fmla="*/ 5293545 w 7467600"/>
              <a:gd name="connsiteY572" fmla="*/ 2072247 h 6858000"/>
              <a:gd name="connsiteX573" fmla="*/ 5294042 w 7467600"/>
              <a:gd name="connsiteY573" fmla="*/ 2065019 h 6858000"/>
              <a:gd name="connsiteX574" fmla="*/ 5171936 w 7467600"/>
              <a:gd name="connsiteY574" fmla="*/ 1647613 h 6858000"/>
              <a:gd name="connsiteX575" fmla="*/ 5009948 w 7467600"/>
              <a:gd name="connsiteY575" fmla="*/ 1273619 h 6858000"/>
              <a:gd name="connsiteX576" fmla="*/ 655236 w 7467600"/>
              <a:gd name="connsiteY576" fmla="*/ 1268632 h 6858000"/>
              <a:gd name="connsiteX577" fmla="*/ 839521 w 7467600"/>
              <a:gd name="connsiteY577" fmla="*/ 1685315 h 6858000"/>
              <a:gd name="connsiteX578" fmla="*/ 1109416 w 7467600"/>
              <a:gd name="connsiteY578" fmla="*/ 2061663 h 6858000"/>
              <a:gd name="connsiteX579" fmla="*/ 1298300 w 7467600"/>
              <a:gd name="connsiteY579" fmla="*/ 2247742 h 6858000"/>
              <a:gd name="connsiteX580" fmla="*/ 1125871 w 7467600"/>
              <a:gd name="connsiteY580" fmla="*/ 1989513 h 6858000"/>
              <a:gd name="connsiteX581" fmla="*/ 981574 w 7467600"/>
              <a:gd name="connsiteY581" fmla="*/ 1783157 h 6858000"/>
              <a:gd name="connsiteX582" fmla="*/ 922198 w 7467600"/>
              <a:gd name="connsiteY582" fmla="*/ 1677437 h 6858000"/>
              <a:gd name="connsiteX583" fmla="*/ 869293 w 7467600"/>
              <a:gd name="connsiteY583" fmla="*/ 1583214 h 6858000"/>
              <a:gd name="connsiteX584" fmla="*/ 751431 w 7467600"/>
              <a:gd name="connsiteY584" fmla="*/ 1405731 h 6858000"/>
              <a:gd name="connsiteX585" fmla="*/ 655236 w 7467600"/>
              <a:gd name="connsiteY585" fmla="*/ 1268632 h 6858000"/>
              <a:gd name="connsiteX586" fmla="*/ 6516292 w 7467600"/>
              <a:gd name="connsiteY586" fmla="*/ 1263064 h 6858000"/>
              <a:gd name="connsiteX587" fmla="*/ 5736320 w 7467600"/>
              <a:gd name="connsiteY587" fmla="*/ 1501803 h 6858000"/>
              <a:gd name="connsiteX588" fmla="*/ 6516292 w 7467600"/>
              <a:gd name="connsiteY588" fmla="*/ 1263064 h 6858000"/>
              <a:gd name="connsiteX589" fmla="*/ 291466 w 7467600"/>
              <a:gd name="connsiteY589" fmla="*/ 1250369 h 6858000"/>
              <a:gd name="connsiteX590" fmla="*/ 323180 w 7467600"/>
              <a:gd name="connsiteY590" fmla="*/ 1435283 h 6858000"/>
              <a:gd name="connsiteX591" fmla="*/ 349381 w 7467600"/>
              <a:gd name="connsiteY591" fmla="*/ 1875041 h 6858000"/>
              <a:gd name="connsiteX592" fmla="*/ 374363 w 7467600"/>
              <a:gd name="connsiteY592" fmla="*/ 1506494 h 6858000"/>
              <a:gd name="connsiteX593" fmla="*/ 302168 w 7467600"/>
              <a:gd name="connsiteY593" fmla="*/ 1274495 h 6858000"/>
              <a:gd name="connsiteX594" fmla="*/ 291466 w 7467600"/>
              <a:gd name="connsiteY594" fmla="*/ 1250369 h 6858000"/>
              <a:gd name="connsiteX595" fmla="*/ 678222 w 7467600"/>
              <a:gd name="connsiteY595" fmla="*/ 1248670 h 6858000"/>
              <a:gd name="connsiteX596" fmla="*/ 775536 w 7467600"/>
              <a:gd name="connsiteY596" fmla="*/ 1388015 h 6858000"/>
              <a:gd name="connsiteX597" fmla="*/ 894529 w 7467600"/>
              <a:gd name="connsiteY597" fmla="*/ 1567739 h 6858000"/>
              <a:gd name="connsiteX598" fmla="*/ 948000 w 7467600"/>
              <a:gd name="connsiteY598" fmla="*/ 1663088 h 6858000"/>
              <a:gd name="connsiteX599" fmla="*/ 1006812 w 7467600"/>
              <a:gd name="connsiteY599" fmla="*/ 1767683 h 6858000"/>
              <a:gd name="connsiteX600" fmla="*/ 1149133 w 7467600"/>
              <a:gd name="connsiteY600" fmla="*/ 1971513 h 6858000"/>
              <a:gd name="connsiteX601" fmla="*/ 1333952 w 7467600"/>
              <a:gd name="connsiteY601" fmla="*/ 2251620 h 6858000"/>
              <a:gd name="connsiteX602" fmla="*/ 1337329 w 7467600"/>
              <a:gd name="connsiteY602" fmla="*/ 2258350 h 6858000"/>
              <a:gd name="connsiteX603" fmla="*/ 1014726 w 7467600"/>
              <a:gd name="connsiteY603" fmla="*/ 1615556 h 6858000"/>
              <a:gd name="connsiteX604" fmla="*/ 678222 w 7467600"/>
              <a:gd name="connsiteY604" fmla="*/ 1248670 h 6858000"/>
              <a:gd name="connsiteX605" fmla="*/ 6691602 w 7467600"/>
              <a:gd name="connsiteY605" fmla="*/ 1140573 h 6858000"/>
              <a:gd name="connsiteX606" fmla="*/ 6571100 w 7467600"/>
              <a:gd name="connsiteY606" fmla="*/ 1183662 h 6858000"/>
              <a:gd name="connsiteX607" fmla="*/ 6241687 w 7467600"/>
              <a:gd name="connsiteY607" fmla="*/ 1257600 h 6858000"/>
              <a:gd name="connsiteX608" fmla="*/ 5693009 w 7467600"/>
              <a:gd name="connsiteY608" fmla="*/ 1478256 h 6858000"/>
              <a:gd name="connsiteX609" fmla="*/ 6548420 w 7467600"/>
              <a:gd name="connsiteY609" fmla="*/ 1214599 h 6858000"/>
              <a:gd name="connsiteX610" fmla="*/ 6605473 w 7467600"/>
              <a:gd name="connsiteY610" fmla="*/ 1184686 h 6858000"/>
              <a:gd name="connsiteX611" fmla="*/ 6691602 w 7467600"/>
              <a:gd name="connsiteY611" fmla="*/ 1140573 h 6858000"/>
              <a:gd name="connsiteX612" fmla="*/ 4002475 w 7467600"/>
              <a:gd name="connsiteY612" fmla="*/ 1037802 h 6858000"/>
              <a:gd name="connsiteX613" fmla="*/ 4000324 w 7467600"/>
              <a:gd name="connsiteY613" fmla="*/ 1039362 h 6858000"/>
              <a:gd name="connsiteX614" fmla="*/ 4002862 w 7467600"/>
              <a:gd name="connsiteY614" fmla="*/ 1042866 h 6858000"/>
              <a:gd name="connsiteX615" fmla="*/ 4002475 w 7467600"/>
              <a:gd name="connsiteY615" fmla="*/ 1037802 h 6858000"/>
              <a:gd name="connsiteX616" fmla="*/ 506322 w 7467600"/>
              <a:gd name="connsiteY616" fmla="*/ 1020997 h 6858000"/>
              <a:gd name="connsiteX617" fmla="*/ 533068 w 7467600"/>
              <a:gd name="connsiteY617" fmla="*/ 1029409 h 6858000"/>
              <a:gd name="connsiteX618" fmla="*/ 1232525 w 7467600"/>
              <a:gd name="connsiteY618" fmla="*/ 1804675 h 6858000"/>
              <a:gd name="connsiteX619" fmla="*/ 1388858 w 7467600"/>
              <a:gd name="connsiteY619" fmla="*/ 2368011 h 6858000"/>
              <a:gd name="connsiteX620" fmla="*/ 1384098 w 7467600"/>
              <a:gd name="connsiteY620" fmla="*/ 2378125 h 6858000"/>
              <a:gd name="connsiteX621" fmla="*/ 1425393 w 7467600"/>
              <a:gd name="connsiteY621" fmla="*/ 2589124 h 6858000"/>
              <a:gd name="connsiteX622" fmla="*/ 1424001 w 7467600"/>
              <a:gd name="connsiteY622" fmla="*/ 2597541 h 6858000"/>
              <a:gd name="connsiteX623" fmla="*/ 2152729 w 7467600"/>
              <a:gd name="connsiteY623" fmla="*/ 2864487 h 6858000"/>
              <a:gd name="connsiteX624" fmla="*/ 2020609 w 7467600"/>
              <a:gd name="connsiteY624" fmla="*/ 2539671 h 6858000"/>
              <a:gd name="connsiteX625" fmla="*/ 2018920 w 7467600"/>
              <a:gd name="connsiteY625" fmla="*/ 2536309 h 6858000"/>
              <a:gd name="connsiteX626" fmla="*/ 1342441 w 7467600"/>
              <a:gd name="connsiteY626" fmla="*/ 1173017 h 6858000"/>
              <a:gd name="connsiteX627" fmla="*/ 1367925 w 7467600"/>
              <a:gd name="connsiteY627" fmla="*/ 1135648 h 6858000"/>
              <a:gd name="connsiteX628" fmla="*/ 1771401 w 7467600"/>
              <a:gd name="connsiteY628" fmla="*/ 1806673 h 6858000"/>
              <a:gd name="connsiteX629" fmla="*/ 1972385 w 7467600"/>
              <a:gd name="connsiteY629" fmla="*/ 2198735 h 6858000"/>
              <a:gd name="connsiteX630" fmla="*/ 2040892 w 7467600"/>
              <a:gd name="connsiteY630" fmla="*/ 2405205 h 6858000"/>
              <a:gd name="connsiteX631" fmla="*/ 2131689 w 7467600"/>
              <a:gd name="connsiteY631" fmla="*/ 1936926 h 6858000"/>
              <a:gd name="connsiteX632" fmla="*/ 2454820 w 7467600"/>
              <a:gd name="connsiteY632" fmla="*/ 1248808 h 6858000"/>
              <a:gd name="connsiteX633" fmla="*/ 2492512 w 7467600"/>
              <a:gd name="connsiteY633" fmla="*/ 1302920 h 6858000"/>
              <a:gd name="connsiteX634" fmla="*/ 2081216 w 7467600"/>
              <a:gd name="connsiteY634" fmla="*/ 2527513 h 6858000"/>
              <a:gd name="connsiteX635" fmla="*/ 2081211 w 7467600"/>
              <a:gd name="connsiteY635" fmla="*/ 2528916 h 6858000"/>
              <a:gd name="connsiteX636" fmla="*/ 2199067 w 7467600"/>
              <a:gd name="connsiteY636" fmla="*/ 2884061 h 6858000"/>
              <a:gd name="connsiteX637" fmla="*/ 3192586 w 7467600"/>
              <a:gd name="connsiteY637" fmla="*/ 3411496 h 6858000"/>
              <a:gd name="connsiteX638" fmla="*/ 3182620 w 7467600"/>
              <a:gd name="connsiteY638" fmla="*/ 3483279 h 6858000"/>
              <a:gd name="connsiteX639" fmla="*/ 2435119 w 7467600"/>
              <a:gd name="connsiteY639" fmla="*/ 3080173 h 6858000"/>
              <a:gd name="connsiteX640" fmla="*/ 2410152 w 7467600"/>
              <a:gd name="connsiteY640" fmla="*/ 3063751 h 6858000"/>
              <a:gd name="connsiteX641" fmla="*/ 2408099 w 7467600"/>
              <a:gd name="connsiteY641" fmla="*/ 3064403 h 6858000"/>
              <a:gd name="connsiteX642" fmla="*/ 2407218 w 7467600"/>
              <a:gd name="connsiteY642" fmla="*/ 3070324 h 6858000"/>
              <a:gd name="connsiteX643" fmla="*/ 2380138 w 7467600"/>
              <a:gd name="connsiteY643" fmla="*/ 3099341 h 6858000"/>
              <a:gd name="connsiteX644" fmla="*/ 1765923 w 7467600"/>
              <a:gd name="connsiteY644" fmla="*/ 3581043 h 6858000"/>
              <a:gd name="connsiteX645" fmla="*/ 1702258 w 7467600"/>
              <a:gd name="connsiteY645" fmla="*/ 3612286 h 6858000"/>
              <a:gd name="connsiteX646" fmla="*/ 1538370 w 7467600"/>
              <a:gd name="connsiteY646" fmla="*/ 3811804 h 6858000"/>
              <a:gd name="connsiteX647" fmla="*/ 542867 w 7467600"/>
              <a:gd name="connsiteY647" fmla="*/ 4944092 h 6858000"/>
              <a:gd name="connsiteX648" fmla="*/ 515800 w 7467600"/>
              <a:gd name="connsiteY648" fmla="*/ 4862180 h 6858000"/>
              <a:gd name="connsiteX649" fmla="*/ 909145 w 7467600"/>
              <a:gd name="connsiteY649" fmla="*/ 4199225 h 6858000"/>
              <a:gd name="connsiteX650" fmla="*/ 1214067 w 7467600"/>
              <a:gd name="connsiteY650" fmla="*/ 3908561 h 6858000"/>
              <a:gd name="connsiteX651" fmla="*/ 640967 w 7467600"/>
              <a:gd name="connsiteY651" fmla="*/ 4105601 h 6858000"/>
              <a:gd name="connsiteX652" fmla="*/ 112563 w 7467600"/>
              <a:gd name="connsiteY652" fmla="*/ 4396952 h 6858000"/>
              <a:gd name="connsiteX653" fmla="*/ 0 w 7467600"/>
              <a:gd name="connsiteY653" fmla="*/ 4466006 h 6858000"/>
              <a:gd name="connsiteX654" fmla="*/ 0 w 7467600"/>
              <a:gd name="connsiteY654" fmla="*/ 4233763 h 6858000"/>
              <a:gd name="connsiteX655" fmla="*/ 36881 w 7467600"/>
              <a:gd name="connsiteY655" fmla="*/ 4200118 h 6858000"/>
              <a:gd name="connsiteX656" fmla="*/ 910534 w 7467600"/>
              <a:gd name="connsiteY656" fmla="*/ 3629753 h 6858000"/>
              <a:gd name="connsiteX657" fmla="*/ 1578717 w 7467600"/>
              <a:gd name="connsiteY657" fmla="*/ 3575982 h 6858000"/>
              <a:gd name="connsiteX658" fmla="*/ 2338780 w 7467600"/>
              <a:gd name="connsiteY658" fmla="*/ 3033725 h 6858000"/>
              <a:gd name="connsiteX659" fmla="*/ 1807991 w 7467600"/>
              <a:gd name="connsiteY659" fmla="*/ 2807184 h 6858000"/>
              <a:gd name="connsiteX660" fmla="*/ 1416358 w 7467600"/>
              <a:gd name="connsiteY660" fmla="*/ 3112571 h 6858000"/>
              <a:gd name="connsiteX661" fmla="*/ 939066 w 7467600"/>
              <a:gd name="connsiteY661" fmla="*/ 3378798 h 6858000"/>
              <a:gd name="connsiteX662" fmla="*/ 115099 w 7467600"/>
              <a:gd name="connsiteY662" fmla="*/ 3607650 h 6858000"/>
              <a:gd name="connsiteX663" fmla="*/ 97284 w 7467600"/>
              <a:gd name="connsiteY663" fmla="*/ 3520393 h 6858000"/>
              <a:gd name="connsiteX664" fmla="*/ 922050 w 7467600"/>
              <a:gd name="connsiteY664" fmla="*/ 3074867 h 6858000"/>
              <a:gd name="connsiteX665" fmla="*/ 1405265 w 7467600"/>
              <a:gd name="connsiteY665" fmla="*/ 3016319 h 6858000"/>
              <a:gd name="connsiteX666" fmla="*/ 1407512 w 7467600"/>
              <a:gd name="connsiteY666" fmla="*/ 3018001 h 6858000"/>
              <a:gd name="connsiteX667" fmla="*/ 1726266 w 7467600"/>
              <a:gd name="connsiteY667" fmla="*/ 2777274 h 6858000"/>
              <a:gd name="connsiteX668" fmla="*/ 625390 w 7467600"/>
              <a:gd name="connsiteY668" fmla="*/ 2514541 h 6858000"/>
              <a:gd name="connsiteX669" fmla="*/ 619799 w 7467600"/>
              <a:gd name="connsiteY669" fmla="*/ 2527180 h 6858000"/>
              <a:gd name="connsiteX670" fmla="*/ 310030 w 7467600"/>
              <a:gd name="connsiteY670" fmla="*/ 2771818 h 6858000"/>
              <a:gd name="connsiteX671" fmla="*/ 173877 w 7467600"/>
              <a:gd name="connsiteY671" fmla="*/ 2937056 h 6858000"/>
              <a:gd name="connsiteX672" fmla="*/ 77889 w 7467600"/>
              <a:gd name="connsiteY672" fmla="*/ 3138440 h 6858000"/>
              <a:gd name="connsiteX673" fmla="*/ 0 w 7467600"/>
              <a:gd name="connsiteY673" fmla="*/ 3271395 h 6858000"/>
              <a:gd name="connsiteX674" fmla="*/ 0 w 7467600"/>
              <a:gd name="connsiteY674" fmla="*/ 3153002 h 6858000"/>
              <a:gd name="connsiteX675" fmla="*/ 2386 w 7467600"/>
              <a:gd name="connsiteY675" fmla="*/ 3149203 h 6858000"/>
              <a:gd name="connsiteX676" fmla="*/ 89753 w 7467600"/>
              <a:gd name="connsiteY676" fmla="*/ 2987702 h 6858000"/>
              <a:gd name="connsiteX677" fmla="*/ 76869 w 7467600"/>
              <a:gd name="connsiteY677" fmla="*/ 3005404 h 6858000"/>
              <a:gd name="connsiteX678" fmla="*/ 32049 w 7467600"/>
              <a:gd name="connsiteY678" fmla="*/ 3065814 h 6858000"/>
              <a:gd name="connsiteX679" fmla="*/ 0 w 7467600"/>
              <a:gd name="connsiteY679" fmla="*/ 3108744 h 6858000"/>
              <a:gd name="connsiteX680" fmla="*/ 0 w 7467600"/>
              <a:gd name="connsiteY680" fmla="*/ 3058059 h 6858000"/>
              <a:gd name="connsiteX681" fmla="*/ 7610 w 7467600"/>
              <a:gd name="connsiteY681" fmla="*/ 3047889 h 6858000"/>
              <a:gd name="connsiteX682" fmla="*/ 52419 w 7467600"/>
              <a:gd name="connsiteY682" fmla="*/ 2987479 h 6858000"/>
              <a:gd name="connsiteX683" fmla="*/ 59142 w 7467600"/>
              <a:gd name="connsiteY683" fmla="*/ 2978488 h 6858000"/>
              <a:gd name="connsiteX684" fmla="*/ 0 w 7467600"/>
              <a:gd name="connsiteY684" fmla="*/ 3015334 h 6858000"/>
              <a:gd name="connsiteX685" fmla="*/ 0 w 7467600"/>
              <a:gd name="connsiteY685" fmla="*/ 2914286 h 6858000"/>
              <a:gd name="connsiteX686" fmla="*/ 36383 w 7467600"/>
              <a:gd name="connsiteY686" fmla="*/ 2901128 h 6858000"/>
              <a:gd name="connsiteX687" fmla="*/ 156329 w 7467600"/>
              <a:gd name="connsiteY687" fmla="*/ 2840533 h 6858000"/>
              <a:gd name="connsiteX688" fmla="*/ 358355 w 7467600"/>
              <a:gd name="connsiteY688" fmla="*/ 2620471 h 6858000"/>
              <a:gd name="connsiteX689" fmla="*/ 510577 w 7467600"/>
              <a:gd name="connsiteY689" fmla="*/ 2501244 h 6858000"/>
              <a:gd name="connsiteX690" fmla="*/ 211967 w 7467600"/>
              <a:gd name="connsiteY690" fmla="*/ 2479171 h 6858000"/>
              <a:gd name="connsiteX691" fmla="*/ 0 w 7467600"/>
              <a:gd name="connsiteY691" fmla="*/ 2476398 h 6858000"/>
              <a:gd name="connsiteX692" fmla="*/ 0 w 7467600"/>
              <a:gd name="connsiteY692" fmla="*/ 2389189 h 6858000"/>
              <a:gd name="connsiteX693" fmla="*/ 103062 w 7467600"/>
              <a:gd name="connsiteY693" fmla="*/ 2389518 h 6858000"/>
              <a:gd name="connsiteX694" fmla="*/ 510734 w 7467600"/>
              <a:gd name="connsiteY694" fmla="*/ 2416201 h 6858000"/>
              <a:gd name="connsiteX695" fmla="*/ 279257 w 7467600"/>
              <a:gd name="connsiteY695" fmla="*/ 2092102 h 6858000"/>
              <a:gd name="connsiteX696" fmla="*/ 65265 w 7467600"/>
              <a:gd name="connsiteY696" fmla="*/ 2006049 h 6858000"/>
              <a:gd name="connsiteX697" fmla="*/ 0 w 7467600"/>
              <a:gd name="connsiteY697" fmla="*/ 1982532 h 6858000"/>
              <a:gd name="connsiteX698" fmla="*/ 0 w 7467600"/>
              <a:gd name="connsiteY698" fmla="*/ 1912789 h 6858000"/>
              <a:gd name="connsiteX699" fmla="*/ 97460 w 7467600"/>
              <a:gd name="connsiteY699" fmla="*/ 1953725 h 6858000"/>
              <a:gd name="connsiteX700" fmla="*/ 221272 w 7467600"/>
              <a:gd name="connsiteY700" fmla="*/ 1980766 h 6858000"/>
              <a:gd name="connsiteX701" fmla="*/ 116765 w 7467600"/>
              <a:gd name="connsiteY701" fmla="*/ 1911033 h 6858000"/>
              <a:gd name="connsiteX702" fmla="*/ 16405 w 7467600"/>
              <a:gd name="connsiteY702" fmla="*/ 1803412 h 6858000"/>
              <a:gd name="connsiteX703" fmla="*/ 0 w 7467600"/>
              <a:gd name="connsiteY703" fmla="*/ 1784777 h 6858000"/>
              <a:gd name="connsiteX704" fmla="*/ 0 w 7467600"/>
              <a:gd name="connsiteY704" fmla="*/ 1740082 h 6858000"/>
              <a:gd name="connsiteX705" fmla="*/ 39394 w 7467600"/>
              <a:gd name="connsiteY705" fmla="*/ 1784856 h 6858000"/>
              <a:gd name="connsiteX706" fmla="*/ 135813 w 7467600"/>
              <a:gd name="connsiteY706" fmla="*/ 1888838 h 6858000"/>
              <a:gd name="connsiteX707" fmla="*/ 242575 w 7467600"/>
              <a:gd name="connsiteY707" fmla="*/ 1958841 h 6858000"/>
              <a:gd name="connsiteX708" fmla="*/ 82197 w 7467600"/>
              <a:gd name="connsiteY708" fmla="*/ 1754826 h 6858000"/>
              <a:gd name="connsiteX709" fmla="*/ 0 w 7467600"/>
              <a:gd name="connsiteY709" fmla="*/ 1679650 h 6858000"/>
              <a:gd name="connsiteX710" fmla="*/ 0 w 7467600"/>
              <a:gd name="connsiteY710" fmla="*/ 1602463 h 6858000"/>
              <a:gd name="connsiteX711" fmla="*/ 84689 w 7467600"/>
              <a:gd name="connsiteY711" fmla="*/ 1677442 h 6858000"/>
              <a:gd name="connsiteX712" fmla="*/ 298437 w 7467600"/>
              <a:gd name="connsiteY712" fmla="*/ 1968019 h 6858000"/>
              <a:gd name="connsiteX713" fmla="*/ 227269 w 7467600"/>
              <a:gd name="connsiteY713" fmla="*/ 1114064 h 6858000"/>
              <a:gd name="connsiteX714" fmla="*/ 248003 w 7467600"/>
              <a:gd name="connsiteY714" fmla="*/ 1089613 h 6858000"/>
              <a:gd name="connsiteX715" fmla="*/ 427020 w 7467600"/>
              <a:gd name="connsiteY715" fmla="*/ 1619803 h 6858000"/>
              <a:gd name="connsiteX716" fmla="*/ 340345 w 7467600"/>
              <a:gd name="connsiteY716" fmla="*/ 2027739 h 6858000"/>
              <a:gd name="connsiteX717" fmla="*/ 360865 w 7467600"/>
              <a:gd name="connsiteY717" fmla="*/ 2044827 h 6858000"/>
              <a:gd name="connsiteX718" fmla="*/ 560414 w 7467600"/>
              <a:gd name="connsiteY718" fmla="*/ 2421457 h 6858000"/>
              <a:gd name="connsiteX719" fmla="*/ 1359703 w 7467600"/>
              <a:gd name="connsiteY719" fmla="*/ 2578554 h 6858000"/>
              <a:gd name="connsiteX720" fmla="*/ 1359422 w 7467600"/>
              <a:gd name="connsiteY720" fmla="*/ 2577994 h 6858000"/>
              <a:gd name="connsiteX721" fmla="*/ 828701 w 7467600"/>
              <a:gd name="connsiteY721" fmla="*/ 1839520 h 6858000"/>
              <a:gd name="connsiteX722" fmla="*/ 494427 w 7467600"/>
              <a:gd name="connsiteY722" fmla="*/ 1092333 h 6858000"/>
              <a:gd name="connsiteX723" fmla="*/ 506322 w 7467600"/>
              <a:gd name="connsiteY723" fmla="*/ 1020997 h 6858000"/>
              <a:gd name="connsiteX724" fmla="*/ 4570198 w 7467600"/>
              <a:gd name="connsiteY724" fmla="*/ 978081 h 6858000"/>
              <a:gd name="connsiteX725" fmla="*/ 4523691 w 7467600"/>
              <a:gd name="connsiteY725" fmla="*/ 1127776 h 6858000"/>
              <a:gd name="connsiteX726" fmla="*/ 4509875 w 7467600"/>
              <a:gd name="connsiteY726" fmla="*/ 1167552 h 6858000"/>
              <a:gd name="connsiteX727" fmla="*/ 4478168 w 7467600"/>
              <a:gd name="connsiteY727" fmla="*/ 1260735 h 6858000"/>
              <a:gd name="connsiteX728" fmla="*/ 4409309 w 7467600"/>
              <a:gd name="connsiteY728" fmla="*/ 1666996 h 6858000"/>
              <a:gd name="connsiteX729" fmla="*/ 4370031 w 7467600"/>
              <a:gd name="connsiteY729" fmla="*/ 1955666 h 6858000"/>
              <a:gd name="connsiteX730" fmla="*/ 4570198 w 7467600"/>
              <a:gd name="connsiteY730" fmla="*/ 978081 h 6858000"/>
              <a:gd name="connsiteX731" fmla="*/ 4557898 w 7467600"/>
              <a:gd name="connsiteY731" fmla="*/ 900011 h 6858000"/>
              <a:gd name="connsiteX732" fmla="*/ 4344840 w 7467600"/>
              <a:gd name="connsiteY732" fmla="*/ 1922038 h 6858000"/>
              <a:gd name="connsiteX733" fmla="*/ 4378710 w 7467600"/>
              <a:gd name="connsiteY733" fmla="*/ 1665516 h 6858000"/>
              <a:gd name="connsiteX734" fmla="*/ 4448798 w 7467600"/>
              <a:gd name="connsiteY734" fmla="*/ 1253024 h 6858000"/>
              <a:gd name="connsiteX735" fmla="*/ 4480315 w 7467600"/>
              <a:gd name="connsiteY735" fmla="*/ 1158454 h 6858000"/>
              <a:gd name="connsiteX736" fmla="*/ 4494133 w 7467600"/>
              <a:gd name="connsiteY736" fmla="*/ 1118676 h 6858000"/>
              <a:gd name="connsiteX737" fmla="*/ 4557898 w 7467600"/>
              <a:gd name="connsiteY737" fmla="*/ 900011 h 6858000"/>
              <a:gd name="connsiteX738" fmla="*/ 5870151 w 7467600"/>
              <a:gd name="connsiteY738" fmla="*/ 898890 h 6858000"/>
              <a:gd name="connsiteX739" fmla="*/ 5861335 w 7467600"/>
              <a:gd name="connsiteY739" fmla="*/ 899177 h 6858000"/>
              <a:gd name="connsiteX740" fmla="*/ 5843702 w 7467600"/>
              <a:gd name="connsiteY740" fmla="*/ 899748 h 6858000"/>
              <a:gd name="connsiteX741" fmla="*/ 5651107 w 7467600"/>
              <a:gd name="connsiteY741" fmla="*/ 920306 h 6858000"/>
              <a:gd name="connsiteX742" fmla="*/ 5459407 w 7467600"/>
              <a:gd name="connsiteY742" fmla="*/ 940975 h 6858000"/>
              <a:gd name="connsiteX743" fmla="*/ 5374846 w 7467600"/>
              <a:gd name="connsiteY743" fmla="*/ 941988 h 6858000"/>
              <a:gd name="connsiteX744" fmla="*/ 5256105 w 7467600"/>
              <a:gd name="connsiteY744" fmla="*/ 945632 h 6858000"/>
              <a:gd name="connsiteX745" fmla="*/ 5107071 w 7467600"/>
              <a:gd name="connsiteY745" fmla="*/ 969720 h 6858000"/>
              <a:gd name="connsiteX746" fmla="*/ 4998681 w 7467600"/>
              <a:gd name="connsiteY746" fmla="*/ 988771 h 6858000"/>
              <a:gd name="connsiteX747" fmla="*/ 5870151 w 7467600"/>
              <a:gd name="connsiteY747" fmla="*/ 898890 h 6858000"/>
              <a:gd name="connsiteX748" fmla="*/ 5504425 w 7467600"/>
              <a:gd name="connsiteY748" fmla="*/ 848067 h 6858000"/>
              <a:gd name="connsiteX749" fmla="*/ 4968849 w 7467600"/>
              <a:gd name="connsiteY749" fmla="*/ 962318 h 6858000"/>
              <a:gd name="connsiteX750" fmla="*/ 5104039 w 7467600"/>
              <a:gd name="connsiteY750" fmla="*/ 940634 h 6858000"/>
              <a:gd name="connsiteX751" fmla="*/ 5256311 w 7467600"/>
              <a:gd name="connsiteY751" fmla="*/ 916490 h 6858000"/>
              <a:gd name="connsiteX752" fmla="*/ 5377381 w 7467600"/>
              <a:gd name="connsiteY752" fmla="*/ 912671 h 6858000"/>
              <a:gd name="connsiteX753" fmla="*/ 5460148 w 7467600"/>
              <a:gd name="connsiteY753" fmla="*/ 911442 h 6858000"/>
              <a:gd name="connsiteX754" fmla="*/ 5648971 w 7467600"/>
              <a:gd name="connsiteY754" fmla="*/ 891331 h 6858000"/>
              <a:gd name="connsiteX755" fmla="*/ 5844807 w 7467600"/>
              <a:gd name="connsiteY755" fmla="*/ 870718 h 6858000"/>
              <a:gd name="connsiteX756" fmla="*/ 5862975 w 7467600"/>
              <a:gd name="connsiteY756" fmla="*/ 869756 h 6858000"/>
              <a:gd name="connsiteX757" fmla="*/ 5920887 w 7467600"/>
              <a:gd name="connsiteY757" fmla="*/ 865929 h 6858000"/>
              <a:gd name="connsiteX758" fmla="*/ 5504425 w 7467600"/>
              <a:gd name="connsiteY758" fmla="*/ 848067 h 6858000"/>
              <a:gd name="connsiteX759" fmla="*/ 3607114 w 7467600"/>
              <a:gd name="connsiteY759" fmla="*/ 467441 h 6858000"/>
              <a:gd name="connsiteX760" fmla="*/ 3296242 w 7467600"/>
              <a:gd name="connsiteY760" fmla="*/ 807991 h 6858000"/>
              <a:gd name="connsiteX761" fmla="*/ 3174674 w 7467600"/>
              <a:gd name="connsiteY761" fmla="*/ 919759 h 6858000"/>
              <a:gd name="connsiteX762" fmla="*/ 3042978 w 7467600"/>
              <a:gd name="connsiteY762" fmla="*/ 1054894 h 6858000"/>
              <a:gd name="connsiteX763" fmla="*/ 2968914 w 7467600"/>
              <a:gd name="connsiteY763" fmla="*/ 1133756 h 6858000"/>
              <a:gd name="connsiteX764" fmla="*/ 3103823 w 7467600"/>
              <a:gd name="connsiteY764" fmla="*/ 1026814 h 6858000"/>
              <a:gd name="connsiteX765" fmla="*/ 3607114 w 7467600"/>
              <a:gd name="connsiteY765" fmla="*/ 467441 h 6858000"/>
              <a:gd name="connsiteX766" fmla="*/ 3744487 w 7467600"/>
              <a:gd name="connsiteY766" fmla="*/ 383136 h 6858000"/>
              <a:gd name="connsiteX767" fmla="*/ 3970213 w 7467600"/>
              <a:gd name="connsiteY767" fmla="*/ 995559 h 6858000"/>
              <a:gd name="connsiteX768" fmla="*/ 3744487 w 7467600"/>
              <a:gd name="connsiteY768" fmla="*/ 383136 h 6858000"/>
              <a:gd name="connsiteX769" fmla="*/ 3624562 w 7467600"/>
              <a:gd name="connsiteY769" fmla="*/ 367041 h 6858000"/>
              <a:gd name="connsiteX770" fmla="*/ 3489712 w 7467600"/>
              <a:gd name="connsiteY770" fmla="*/ 485386 h 6858000"/>
              <a:gd name="connsiteX771" fmla="*/ 3182994 w 7467600"/>
              <a:gd name="connsiteY771" fmla="*/ 828265 h 6858000"/>
              <a:gd name="connsiteX772" fmla="*/ 2892114 w 7467600"/>
              <a:gd name="connsiteY772" fmla="*/ 1172635 h 6858000"/>
              <a:gd name="connsiteX773" fmla="*/ 3021459 w 7467600"/>
              <a:gd name="connsiteY773" fmla="*/ 1035385 h 6858000"/>
              <a:gd name="connsiteX774" fmla="*/ 3153873 w 7467600"/>
              <a:gd name="connsiteY774" fmla="*/ 898971 h 6858000"/>
              <a:gd name="connsiteX775" fmla="*/ 3276511 w 7467600"/>
              <a:gd name="connsiteY775" fmla="*/ 786423 h 6858000"/>
              <a:gd name="connsiteX776" fmla="*/ 3584154 w 7467600"/>
              <a:gd name="connsiteY776" fmla="*/ 448218 h 6858000"/>
              <a:gd name="connsiteX777" fmla="*/ 3624562 w 7467600"/>
              <a:gd name="connsiteY777" fmla="*/ 367041 h 6858000"/>
              <a:gd name="connsiteX778" fmla="*/ 3766672 w 7467600"/>
              <a:gd name="connsiteY778" fmla="*/ 359429 h 6858000"/>
              <a:gd name="connsiteX779" fmla="*/ 3996338 w 7467600"/>
              <a:gd name="connsiteY779" fmla="*/ 968237 h 6858000"/>
              <a:gd name="connsiteX780" fmla="*/ 3766672 w 7467600"/>
              <a:gd name="connsiteY780" fmla="*/ 359429 h 6858000"/>
              <a:gd name="connsiteX781" fmla="*/ 5805386 w 7467600"/>
              <a:gd name="connsiteY781" fmla="*/ 239240 h 6858000"/>
              <a:gd name="connsiteX782" fmla="*/ 5736947 w 7467600"/>
              <a:gd name="connsiteY782" fmla="*/ 261367 h 6858000"/>
              <a:gd name="connsiteX783" fmla="*/ 5427012 w 7467600"/>
              <a:gd name="connsiteY783" fmla="*/ 311272 h 6858000"/>
              <a:gd name="connsiteX784" fmla="*/ 5147818 w 7467600"/>
              <a:gd name="connsiteY784" fmla="*/ 322112 h 6858000"/>
              <a:gd name="connsiteX785" fmla="*/ 5060854 w 7467600"/>
              <a:gd name="connsiteY785" fmla="*/ 311882 h 6858000"/>
              <a:gd name="connsiteX786" fmla="*/ 4945989 w 7467600"/>
              <a:gd name="connsiteY786" fmla="*/ 300516 h 6858000"/>
              <a:gd name="connsiteX787" fmla="*/ 5410479 w 7467600"/>
              <a:gd name="connsiteY787" fmla="*/ 348434 h 6858000"/>
              <a:gd name="connsiteX788" fmla="*/ 5805386 w 7467600"/>
              <a:gd name="connsiteY788" fmla="*/ 239240 h 6858000"/>
              <a:gd name="connsiteX789" fmla="*/ 5905192 w 7467600"/>
              <a:gd name="connsiteY789" fmla="*/ 163079 h 6858000"/>
              <a:gd name="connsiteX790" fmla="*/ 5865655 w 7467600"/>
              <a:gd name="connsiteY790" fmla="*/ 171901 h 6858000"/>
              <a:gd name="connsiteX791" fmla="*/ 5259740 w 7467600"/>
              <a:gd name="connsiteY791" fmla="*/ 257013 h 6858000"/>
              <a:gd name="connsiteX792" fmla="*/ 5208466 w 7467600"/>
              <a:gd name="connsiteY792" fmla="*/ 257550 h 6858000"/>
              <a:gd name="connsiteX793" fmla="*/ 4980204 w 7467600"/>
              <a:gd name="connsiteY793" fmla="*/ 271903 h 6858000"/>
              <a:gd name="connsiteX794" fmla="*/ 5068068 w 7467600"/>
              <a:gd name="connsiteY794" fmla="*/ 282244 h 6858000"/>
              <a:gd name="connsiteX795" fmla="*/ 5153231 w 7467600"/>
              <a:gd name="connsiteY795" fmla="*/ 292240 h 6858000"/>
              <a:gd name="connsiteX796" fmla="*/ 5426491 w 7467600"/>
              <a:gd name="connsiteY796" fmla="*/ 281128 h 6858000"/>
              <a:gd name="connsiteX797" fmla="*/ 5731212 w 7467600"/>
              <a:gd name="connsiteY797" fmla="*/ 231951 h 6858000"/>
              <a:gd name="connsiteX798" fmla="*/ 5905192 w 7467600"/>
              <a:gd name="connsiteY798" fmla="*/ 163079 h 6858000"/>
              <a:gd name="connsiteX799" fmla="*/ 5944437 w 7467600"/>
              <a:gd name="connsiteY799" fmla="*/ 113829 h 6858000"/>
              <a:gd name="connsiteX800" fmla="*/ 5825032 w 7467600"/>
              <a:gd name="connsiteY800" fmla="*/ 146405 h 6858000"/>
              <a:gd name="connsiteX801" fmla="*/ 4955599 w 7467600"/>
              <a:gd name="connsiteY801" fmla="*/ 247008 h 6858000"/>
              <a:gd name="connsiteX802" fmla="*/ 5210104 w 7467600"/>
              <a:gd name="connsiteY802" fmla="*/ 228123 h 6858000"/>
              <a:gd name="connsiteX803" fmla="*/ 5261015 w 7467600"/>
              <a:gd name="connsiteY803" fmla="*/ 227087 h 6858000"/>
              <a:gd name="connsiteX804" fmla="*/ 5861181 w 7467600"/>
              <a:gd name="connsiteY804" fmla="*/ 143093 h 6858000"/>
              <a:gd name="connsiteX805" fmla="*/ 5961252 w 7467600"/>
              <a:gd name="connsiteY805" fmla="*/ 114820 h 6858000"/>
              <a:gd name="connsiteX806" fmla="*/ 5944437 w 7467600"/>
              <a:gd name="connsiteY806" fmla="*/ 113829 h 6858000"/>
              <a:gd name="connsiteX807" fmla="*/ 3882765 w 7467600"/>
              <a:gd name="connsiteY807" fmla="*/ 0 h 6858000"/>
              <a:gd name="connsiteX808" fmla="*/ 3995099 w 7467600"/>
              <a:gd name="connsiteY808" fmla="*/ 0 h 6858000"/>
              <a:gd name="connsiteX809" fmla="*/ 4163818 w 7467600"/>
              <a:gd name="connsiteY809" fmla="*/ 234104 h 6858000"/>
              <a:gd name="connsiteX810" fmla="*/ 4172099 w 7467600"/>
              <a:gd name="connsiteY810" fmla="*/ 234207 h 6858000"/>
              <a:gd name="connsiteX811" fmla="*/ 4784282 w 7467600"/>
              <a:gd name="connsiteY811" fmla="*/ 276561 h 6858000"/>
              <a:gd name="connsiteX812" fmla="*/ 4801687 w 7467600"/>
              <a:gd name="connsiteY812" fmla="*/ 267764 h 6858000"/>
              <a:gd name="connsiteX813" fmla="*/ 6082788 w 7467600"/>
              <a:gd name="connsiteY813" fmla="*/ 64119 h 6858000"/>
              <a:gd name="connsiteX814" fmla="*/ 6099442 w 7467600"/>
              <a:gd name="connsiteY814" fmla="*/ 82568 h 6858000"/>
              <a:gd name="connsiteX815" fmla="*/ 4804137 w 7467600"/>
              <a:gd name="connsiteY815" fmla="*/ 320931 h 6858000"/>
              <a:gd name="connsiteX816" fmla="*/ 4227047 w 7467600"/>
              <a:gd name="connsiteY816" fmla="*/ 313415 h 6858000"/>
              <a:gd name="connsiteX817" fmla="*/ 4346041 w 7467600"/>
              <a:gd name="connsiteY817" fmla="*/ 456086 h 6858000"/>
              <a:gd name="connsiteX818" fmla="*/ 4870967 w 7467600"/>
              <a:gd name="connsiteY818" fmla="*/ 963061 h 6858000"/>
              <a:gd name="connsiteX819" fmla="*/ 4889647 w 7467600"/>
              <a:gd name="connsiteY819" fmla="*/ 957147 h 6858000"/>
              <a:gd name="connsiteX820" fmla="*/ 5422504 w 7467600"/>
              <a:gd name="connsiteY820" fmla="*/ 805191 h 6858000"/>
              <a:gd name="connsiteX821" fmla="*/ 6087656 w 7467600"/>
              <a:gd name="connsiteY821" fmla="*/ 826703 h 6858000"/>
              <a:gd name="connsiteX822" fmla="*/ 6058717 w 7467600"/>
              <a:gd name="connsiteY822" fmla="*/ 865992 h 6858000"/>
              <a:gd name="connsiteX823" fmla="*/ 4974153 w 7467600"/>
              <a:gd name="connsiteY823" fmla="*/ 1045456 h 6858000"/>
              <a:gd name="connsiteX824" fmla="*/ 5627835 w 7467600"/>
              <a:gd name="connsiteY824" fmla="*/ 1472077 h 6858000"/>
              <a:gd name="connsiteX825" fmla="*/ 5629817 w 7467600"/>
              <a:gd name="connsiteY825" fmla="*/ 1471412 h 6858000"/>
              <a:gd name="connsiteX826" fmla="*/ 5634124 w 7467600"/>
              <a:gd name="connsiteY826" fmla="*/ 1470572 h 6858000"/>
              <a:gd name="connsiteX827" fmla="*/ 5755832 w 7467600"/>
              <a:gd name="connsiteY827" fmla="*/ 1383886 h 6858000"/>
              <a:gd name="connsiteX828" fmla="*/ 6014186 w 7467600"/>
              <a:gd name="connsiteY828" fmla="*/ 1279799 h 6858000"/>
              <a:gd name="connsiteX829" fmla="*/ 6901619 w 7467600"/>
              <a:gd name="connsiteY829" fmla="*/ 1047874 h 6858000"/>
              <a:gd name="connsiteX830" fmla="*/ 6931566 w 7467600"/>
              <a:gd name="connsiteY830" fmla="*/ 1062034 h 6858000"/>
              <a:gd name="connsiteX831" fmla="*/ 5790982 w 7467600"/>
              <a:gd name="connsiteY831" fmla="*/ 1561380 h 6858000"/>
              <a:gd name="connsiteX832" fmla="*/ 6188971 w 7467600"/>
              <a:gd name="connsiteY832" fmla="*/ 1755168 h 6858000"/>
              <a:gd name="connsiteX833" fmla="*/ 6202446 w 7467600"/>
              <a:gd name="connsiteY833" fmla="*/ 1752268 h 6858000"/>
              <a:gd name="connsiteX834" fmla="*/ 7179560 w 7467600"/>
              <a:gd name="connsiteY834" fmla="*/ 1467551 h 6858000"/>
              <a:gd name="connsiteX835" fmla="*/ 7158730 w 7467600"/>
              <a:gd name="connsiteY835" fmla="*/ 1507835 h 6858000"/>
              <a:gd name="connsiteX836" fmla="*/ 6326959 w 7467600"/>
              <a:gd name="connsiteY836" fmla="*/ 1817686 h 6858000"/>
              <a:gd name="connsiteX837" fmla="*/ 6537433 w 7467600"/>
              <a:gd name="connsiteY837" fmla="*/ 1907790 h 6858000"/>
              <a:gd name="connsiteX838" fmla="*/ 6550221 w 7467600"/>
              <a:gd name="connsiteY838" fmla="*/ 1910729 h 6858000"/>
              <a:gd name="connsiteX839" fmla="*/ 6964438 w 7467600"/>
              <a:gd name="connsiteY839" fmla="*/ 2209505 h 6858000"/>
              <a:gd name="connsiteX840" fmla="*/ 7367862 w 7467600"/>
              <a:gd name="connsiteY840" fmla="*/ 2806833 h 6858000"/>
              <a:gd name="connsiteX841" fmla="*/ 7364329 w 7467600"/>
              <a:gd name="connsiteY841" fmla="*/ 2826907 h 6858000"/>
              <a:gd name="connsiteX842" fmla="*/ 7290545 w 7467600"/>
              <a:gd name="connsiteY842" fmla="*/ 2850663 h 6858000"/>
              <a:gd name="connsiteX843" fmla="*/ 6472036 w 7467600"/>
              <a:gd name="connsiteY843" fmla="*/ 1959003 h 6858000"/>
              <a:gd name="connsiteX844" fmla="*/ 5792897 w 7467600"/>
              <a:gd name="connsiteY844" fmla="*/ 1647747 h 6858000"/>
              <a:gd name="connsiteX845" fmla="*/ 5842751 w 7467600"/>
              <a:gd name="connsiteY845" fmla="*/ 1816112 h 6858000"/>
              <a:gd name="connsiteX846" fmla="*/ 5847424 w 7467600"/>
              <a:gd name="connsiteY846" fmla="*/ 1815776 h 6858000"/>
              <a:gd name="connsiteX847" fmla="*/ 6399821 w 7467600"/>
              <a:gd name="connsiteY847" fmla="*/ 2344799 h 6858000"/>
              <a:gd name="connsiteX848" fmla="*/ 6323232 w 7467600"/>
              <a:gd name="connsiteY848" fmla="*/ 2389634 h 6858000"/>
              <a:gd name="connsiteX849" fmla="*/ 5942958 w 7467600"/>
              <a:gd name="connsiteY849" fmla="*/ 2077708 h 6858000"/>
              <a:gd name="connsiteX850" fmla="*/ 5921559 w 7467600"/>
              <a:gd name="connsiteY850" fmla="*/ 2378596 h 6858000"/>
              <a:gd name="connsiteX851" fmla="*/ 5817651 w 7467600"/>
              <a:gd name="connsiteY851" fmla="*/ 3023919 h 6858000"/>
              <a:gd name="connsiteX852" fmla="*/ 5729634 w 7467600"/>
              <a:gd name="connsiteY852" fmla="*/ 3051849 h 6858000"/>
              <a:gd name="connsiteX853" fmla="*/ 5611018 w 7467600"/>
              <a:gd name="connsiteY853" fmla="*/ 2316769 h 6858000"/>
              <a:gd name="connsiteX854" fmla="*/ 5687608 w 7467600"/>
              <a:gd name="connsiteY854" fmla="*/ 2039972 h 6858000"/>
              <a:gd name="connsiteX855" fmla="*/ 5657554 w 7467600"/>
              <a:gd name="connsiteY855" fmla="*/ 1576445 h 6858000"/>
              <a:gd name="connsiteX856" fmla="*/ 5150475 w 7467600"/>
              <a:gd name="connsiteY856" fmla="*/ 1274012 h 6858000"/>
              <a:gd name="connsiteX857" fmla="*/ 5349142 w 7467600"/>
              <a:gd name="connsiteY857" fmla="*/ 2204405 h 6858000"/>
              <a:gd name="connsiteX858" fmla="*/ 5262214 w 7467600"/>
              <a:gd name="connsiteY858" fmla="*/ 2233836 h 6858000"/>
              <a:gd name="connsiteX859" fmla="*/ 4981539 w 7467600"/>
              <a:gd name="connsiteY859" fmla="*/ 1542201 h 6858000"/>
              <a:gd name="connsiteX860" fmla="*/ 4958461 w 7467600"/>
              <a:gd name="connsiteY860" fmla="*/ 1136957 h 6858000"/>
              <a:gd name="connsiteX861" fmla="*/ 4655015 w 7467600"/>
              <a:gd name="connsiteY861" fmla="*/ 891426 h 6858000"/>
              <a:gd name="connsiteX862" fmla="*/ 4348002 w 7467600"/>
              <a:gd name="connsiteY862" fmla="*/ 2205895 h 6858000"/>
              <a:gd name="connsiteX863" fmla="*/ 4262250 w 7467600"/>
              <a:gd name="connsiteY863" fmla="*/ 2219972 h 6858000"/>
              <a:gd name="connsiteX864" fmla="*/ 4550611 w 7467600"/>
              <a:gd name="connsiteY864" fmla="*/ 817540 h 6858000"/>
              <a:gd name="connsiteX865" fmla="*/ 4564418 w 7467600"/>
              <a:gd name="connsiteY865" fmla="*/ 808293 h 6858000"/>
              <a:gd name="connsiteX866" fmla="*/ 4266388 w 7467600"/>
              <a:gd name="connsiteY866" fmla="*/ 500083 h 6858000"/>
              <a:gd name="connsiteX867" fmla="*/ 4032842 w 7467600"/>
              <a:gd name="connsiteY867" fmla="*/ 211809 h 6858000"/>
              <a:gd name="connsiteX868" fmla="*/ 3882765 w 7467600"/>
              <a:gd name="connsiteY868" fmla="*/ 0 h 6858000"/>
              <a:gd name="connsiteX869" fmla="*/ 3721337 w 7467600"/>
              <a:gd name="connsiteY869" fmla="*/ 0 h 6858000"/>
              <a:gd name="connsiteX870" fmla="*/ 3797544 w 7467600"/>
              <a:gd name="connsiteY870" fmla="*/ 0 h 6858000"/>
              <a:gd name="connsiteX871" fmla="*/ 3775734 w 7467600"/>
              <a:gd name="connsiteY871" fmla="*/ 95131 h 6858000"/>
              <a:gd name="connsiteX872" fmla="*/ 3724807 w 7467600"/>
              <a:gd name="connsiteY872" fmla="*/ 272257 h 6858000"/>
              <a:gd name="connsiteX873" fmla="*/ 3726844 w 7467600"/>
              <a:gd name="connsiteY873" fmla="*/ 282988 h 6858000"/>
              <a:gd name="connsiteX874" fmla="*/ 3742664 w 7467600"/>
              <a:gd name="connsiteY874" fmla="*/ 279918 h 6858000"/>
              <a:gd name="connsiteX875" fmla="*/ 4103910 w 7467600"/>
              <a:gd name="connsiteY875" fmla="*/ 1161917 h 6858000"/>
              <a:gd name="connsiteX876" fmla="*/ 4020269 w 7467600"/>
              <a:gd name="connsiteY876" fmla="*/ 1200406 h 6858000"/>
              <a:gd name="connsiteX877" fmla="*/ 3674882 w 7467600"/>
              <a:gd name="connsiteY877" fmla="*/ 488524 h 6858000"/>
              <a:gd name="connsiteX878" fmla="*/ 3132682 w 7467600"/>
              <a:gd name="connsiteY878" fmla="*/ 1072284 h 6858000"/>
              <a:gd name="connsiteX879" fmla="*/ 2716346 w 7467600"/>
              <a:gd name="connsiteY879" fmla="*/ 1276376 h 6858000"/>
              <a:gd name="connsiteX880" fmla="*/ 2716772 w 7467600"/>
              <a:gd name="connsiteY880" fmla="*/ 1255462 h 6858000"/>
              <a:gd name="connsiteX881" fmla="*/ 3471096 w 7467600"/>
              <a:gd name="connsiteY881" fmla="*/ 437072 h 6858000"/>
              <a:gd name="connsiteX882" fmla="*/ 3639057 w 7467600"/>
              <a:gd name="connsiteY882" fmla="*/ 286334 h 6858000"/>
              <a:gd name="connsiteX883" fmla="*/ 3640309 w 7467600"/>
              <a:gd name="connsiteY883" fmla="*/ 284664 h 6858000"/>
              <a:gd name="connsiteX884" fmla="*/ 3646022 w 7467600"/>
              <a:gd name="connsiteY884" fmla="*/ 276711 h 6858000"/>
              <a:gd name="connsiteX885" fmla="*/ 3707943 w 7467600"/>
              <a:gd name="connsiteY885" fmla="*/ 65958 h 6858000"/>
              <a:gd name="connsiteX886" fmla="*/ 3721337 w 7467600"/>
              <a:gd name="connsiteY886" fmla="*/ 0 h 6858000"/>
              <a:gd name="connsiteX887" fmla="*/ 2867960 w 7467600"/>
              <a:gd name="connsiteY887" fmla="*/ 0 h 6858000"/>
              <a:gd name="connsiteX888" fmla="*/ 2926351 w 7467600"/>
              <a:gd name="connsiteY888" fmla="*/ 0 h 6858000"/>
              <a:gd name="connsiteX889" fmla="*/ 2902823 w 7467600"/>
              <a:gd name="connsiteY889" fmla="*/ 262929 h 6858000"/>
              <a:gd name="connsiteX890" fmla="*/ 2940663 w 7467600"/>
              <a:gd name="connsiteY890" fmla="*/ 140884 h 6858000"/>
              <a:gd name="connsiteX891" fmla="*/ 2947039 w 7467600"/>
              <a:gd name="connsiteY891" fmla="*/ 122524 h 6858000"/>
              <a:gd name="connsiteX892" fmla="*/ 2984316 w 7467600"/>
              <a:gd name="connsiteY892" fmla="*/ 0 h 6858000"/>
              <a:gd name="connsiteX893" fmla="*/ 3016114 w 7467600"/>
              <a:gd name="connsiteY893" fmla="*/ 0 h 6858000"/>
              <a:gd name="connsiteX894" fmla="*/ 2979949 w 7467600"/>
              <a:gd name="connsiteY894" fmla="*/ 119274 h 6858000"/>
              <a:gd name="connsiteX895" fmla="*/ 3023879 w 7467600"/>
              <a:gd name="connsiteY895" fmla="*/ 0 h 6858000"/>
              <a:gd name="connsiteX896" fmla="*/ 3105400 w 7467600"/>
              <a:gd name="connsiteY896" fmla="*/ 0 h 6858000"/>
              <a:gd name="connsiteX897" fmla="*/ 3094669 w 7467600"/>
              <a:gd name="connsiteY897" fmla="*/ 30308 h 6858000"/>
              <a:gd name="connsiteX898" fmla="*/ 2901945 w 7467600"/>
              <a:gd name="connsiteY898" fmla="*/ 466538 h 6858000"/>
              <a:gd name="connsiteX899" fmla="*/ 2815209 w 7467600"/>
              <a:gd name="connsiteY899" fmla="*/ 497361 h 6858000"/>
              <a:gd name="connsiteX900" fmla="*/ 2844845 w 7467600"/>
              <a:gd name="connsiteY900" fmla="*/ 127638 h 6858000"/>
              <a:gd name="connsiteX901" fmla="*/ 2867960 w 7467600"/>
              <a:gd name="connsiteY901" fmla="*/ 0 h 6858000"/>
              <a:gd name="connsiteX902" fmla="*/ 1057230 w 7467600"/>
              <a:gd name="connsiteY902" fmla="*/ 0 h 6858000"/>
              <a:gd name="connsiteX903" fmla="*/ 1111003 w 7467600"/>
              <a:gd name="connsiteY903" fmla="*/ 0 h 6858000"/>
              <a:gd name="connsiteX904" fmla="*/ 1125553 w 7467600"/>
              <a:gd name="connsiteY904" fmla="*/ 52588 h 6858000"/>
              <a:gd name="connsiteX905" fmla="*/ 1304276 w 7467600"/>
              <a:gd name="connsiteY905" fmla="*/ 476275 h 6858000"/>
              <a:gd name="connsiteX906" fmla="*/ 1492066 w 7467600"/>
              <a:gd name="connsiteY906" fmla="*/ 886333 h 6858000"/>
              <a:gd name="connsiteX907" fmla="*/ 1423698 w 7467600"/>
              <a:gd name="connsiteY907" fmla="*/ 710817 h 6858000"/>
              <a:gd name="connsiteX908" fmla="*/ 1357609 w 7467600"/>
              <a:gd name="connsiteY908" fmla="*/ 532892 h 6858000"/>
              <a:gd name="connsiteX909" fmla="*/ 1309550 w 7467600"/>
              <a:gd name="connsiteY909" fmla="*/ 374031 h 6858000"/>
              <a:gd name="connsiteX910" fmla="*/ 1193673 w 7467600"/>
              <a:gd name="connsiteY910" fmla="*/ 49533 h 6858000"/>
              <a:gd name="connsiteX911" fmla="*/ 1164391 w 7467600"/>
              <a:gd name="connsiteY911" fmla="*/ 0 h 6858000"/>
              <a:gd name="connsiteX912" fmla="*/ 1200666 w 7467600"/>
              <a:gd name="connsiteY912" fmla="*/ 0 h 6858000"/>
              <a:gd name="connsiteX913" fmla="*/ 1223408 w 7467600"/>
              <a:gd name="connsiteY913" fmla="*/ 38996 h 6858000"/>
              <a:gd name="connsiteX914" fmla="*/ 1339635 w 7467600"/>
              <a:gd name="connsiteY914" fmla="*/ 365517 h 6858000"/>
              <a:gd name="connsiteX915" fmla="*/ 1387469 w 7467600"/>
              <a:gd name="connsiteY915" fmla="*/ 523079 h 6858000"/>
              <a:gd name="connsiteX916" fmla="*/ 1452685 w 7467600"/>
              <a:gd name="connsiteY916" fmla="*/ 699806 h 6858000"/>
              <a:gd name="connsiteX917" fmla="*/ 1492092 w 7467600"/>
              <a:gd name="connsiteY917" fmla="*/ 800424 h 6858000"/>
              <a:gd name="connsiteX918" fmla="*/ 1455302 w 7467600"/>
              <a:gd name="connsiteY918" fmla="*/ 632913 h 6858000"/>
              <a:gd name="connsiteX919" fmla="*/ 1222336 w 7467600"/>
              <a:gd name="connsiteY919" fmla="*/ 9480 h 6858000"/>
              <a:gd name="connsiteX920" fmla="*/ 1214634 w 7467600"/>
              <a:gd name="connsiteY920" fmla="*/ 0 h 6858000"/>
              <a:gd name="connsiteX921" fmla="*/ 1289827 w 7467600"/>
              <a:gd name="connsiteY921" fmla="*/ 0 h 6858000"/>
              <a:gd name="connsiteX922" fmla="*/ 1321076 w 7467600"/>
              <a:gd name="connsiteY922" fmla="*/ 59722 h 6858000"/>
              <a:gd name="connsiteX923" fmla="*/ 1512579 w 7467600"/>
              <a:gd name="connsiteY923" fmla="*/ 626441 h 6858000"/>
              <a:gd name="connsiteX924" fmla="*/ 1506076 w 7467600"/>
              <a:gd name="connsiteY924" fmla="*/ 1089289 h 6858000"/>
              <a:gd name="connsiteX925" fmla="*/ 1486346 w 7467600"/>
              <a:gd name="connsiteY925" fmla="*/ 1079919 h 6858000"/>
              <a:gd name="connsiteX926" fmla="*/ 1070511 w 7467600"/>
              <a:gd name="connsiteY926" fmla="*/ 48609 h 6858000"/>
              <a:gd name="connsiteX927" fmla="*/ 1057230 w 7467600"/>
              <a:gd name="connsiteY927" fmla="*/ 0 h 6858000"/>
              <a:gd name="connsiteX928" fmla="*/ 43151 w 7467600"/>
              <a:gd name="connsiteY928" fmla="*/ 0 h 6858000"/>
              <a:gd name="connsiteX929" fmla="*/ 95283 w 7467600"/>
              <a:gd name="connsiteY929" fmla="*/ 0 h 6858000"/>
              <a:gd name="connsiteX930" fmla="*/ 300708 w 7467600"/>
              <a:gd name="connsiteY930" fmla="*/ 154571 h 6858000"/>
              <a:gd name="connsiteX931" fmla="*/ 530414 w 7467600"/>
              <a:gd name="connsiteY931" fmla="*/ 354673 h 6858000"/>
              <a:gd name="connsiteX932" fmla="*/ 333785 w 7467600"/>
              <a:gd name="connsiteY932" fmla="*/ 161564 h 6858000"/>
              <a:gd name="connsiteX933" fmla="*/ 147005 w 7467600"/>
              <a:gd name="connsiteY933" fmla="*/ 0 h 6858000"/>
              <a:gd name="connsiteX934" fmla="*/ 272509 w 7467600"/>
              <a:gd name="connsiteY934" fmla="*/ 0 h 6858000"/>
              <a:gd name="connsiteX935" fmla="*/ 326276 w 7467600"/>
              <a:gd name="connsiteY935" fmla="*/ 45847 h 6858000"/>
              <a:gd name="connsiteX936" fmla="*/ 823759 w 7467600"/>
              <a:gd name="connsiteY936" fmla="*/ 574145 h 6858000"/>
              <a:gd name="connsiteX937" fmla="*/ 811254 w 7467600"/>
              <a:gd name="connsiteY937" fmla="*/ 665546 h 6858000"/>
              <a:gd name="connsiteX938" fmla="*/ 154042 w 7467600"/>
              <a:gd name="connsiteY938" fmla="*/ 261522 h 6858000"/>
              <a:gd name="connsiteX939" fmla="*/ 13550 w 7467600"/>
              <a:gd name="connsiteY939" fmla="*/ 158423 h 6858000"/>
              <a:gd name="connsiteX940" fmla="*/ 0 w 7467600"/>
              <a:gd name="connsiteY940" fmla="*/ 146618 h 6858000"/>
              <a:gd name="connsiteX941" fmla="*/ 0 w 7467600"/>
              <a:gd name="connsiteY941" fmla="*/ 59161 h 6858000"/>
              <a:gd name="connsiteX942" fmla="*/ 45427 w 7467600"/>
              <a:gd name="connsiteY942" fmla="*/ 101078 h 6858000"/>
              <a:gd name="connsiteX943" fmla="*/ 630103 w 7467600"/>
              <a:gd name="connsiteY943" fmla="*/ 485885 h 6858000"/>
              <a:gd name="connsiteX944" fmla="*/ 532040 w 7467600"/>
              <a:gd name="connsiteY944" fmla="*/ 399359 h 6858000"/>
              <a:gd name="connsiteX945" fmla="*/ 517618 w 7467600"/>
              <a:gd name="connsiteY945" fmla="*/ 385726 h 6858000"/>
              <a:gd name="connsiteX946" fmla="*/ 285074 w 7467600"/>
              <a:gd name="connsiteY946" fmla="*/ 182755 h 6858000"/>
              <a:gd name="connsiteX947" fmla="*/ 43151 w 7467600"/>
              <a:gd name="connsiteY947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467600 w 7467600"/>
              <a:gd name="connsiteY4" fmla="*/ 6736157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1019354 w 7467600"/>
              <a:gd name="connsiteY15" fmla="*/ 6315006 h 6858000"/>
              <a:gd name="connsiteX16" fmla="*/ 441046 w 7467600"/>
              <a:gd name="connsiteY16" fmla="*/ 6691153 h 6858000"/>
              <a:gd name="connsiteX17" fmla="*/ 1019354 w 7467600"/>
              <a:gd name="connsiteY17" fmla="*/ 6315006 h 6858000"/>
              <a:gd name="connsiteX18" fmla="*/ 991680 w 7467600"/>
              <a:gd name="connsiteY18" fmla="*/ 6298413 h 6858000"/>
              <a:gd name="connsiteX19" fmla="*/ 409060 w 7467600"/>
              <a:gd name="connsiteY19" fmla="*/ 6671470 h 6858000"/>
              <a:gd name="connsiteX20" fmla="*/ 991680 w 7467600"/>
              <a:gd name="connsiteY20" fmla="*/ 6298413 h 6858000"/>
              <a:gd name="connsiteX21" fmla="*/ 103333 w 7467600"/>
              <a:gd name="connsiteY21" fmla="*/ 5699602 h 6858000"/>
              <a:gd name="connsiteX22" fmla="*/ 233938 w 7467600"/>
              <a:gd name="connsiteY22" fmla="*/ 5809416 h 6858000"/>
              <a:gd name="connsiteX23" fmla="*/ 883580 w 7467600"/>
              <a:gd name="connsiteY23" fmla="*/ 6180710 h 6858000"/>
              <a:gd name="connsiteX24" fmla="*/ 487337 w 7467600"/>
              <a:gd name="connsiteY24" fmla="*/ 5950182 h 6858000"/>
              <a:gd name="connsiteX25" fmla="*/ 354051 w 7467600"/>
              <a:gd name="connsiteY25" fmla="*/ 5854912 h 6858000"/>
              <a:gd name="connsiteX26" fmla="*/ 195436 w 7467600"/>
              <a:gd name="connsiteY26" fmla="*/ 5755068 h 6858000"/>
              <a:gd name="connsiteX27" fmla="*/ 103333 w 7467600"/>
              <a:gd name="connsiteY27" fmla="*/ 5699602 h 6858000"/>
              <a:gd name="connsiteX28" fmla="*/ 5539432 w 7467600"/>
              <a:gd name="connsiteY28" fmla="*/ 5642928 h 6858000"/>
              <a:gd name="connsiteX29" fmla="*/ 5555462 w 7467600"/>
              <a:gd name="connsiteY29" fmla="*/ 5694454 h 6858000"/>
              <a:gd name="connsiteX30" fmla="*/ 5828270 w 7467600"/>
              <a:gd name="connsiteY30" fmla="*/ 6320663 h 6858000"/>
              <a:gd name="connsiteX31" fmla="*/ 5947416 w 7467600"/>
              <a:gd name="connsiteY31" fmla="*/ 6574846 h 6858000"/>
              <a:gd name="connsiteX32" fmla="*/ 5539432 w 7467600"/>
              <a:gd name="connsiteY32" fmla="*/ 5642928 h 6858000"/>
              <a:gd name="connsiteX33" fmla="*/ 51253 w 7467600"/>
              <a:gd name="connsiteY33" fmla="*/ 5631825 h 6858000"/>
              <a:gd name="connsiteX34" fmla="*/ 211622 w 7467600"/>
              <a:gd name="connsiteY34" fmla="*/ 5728803 h 6858000"/>
              <a:gd name="connsiteX35" fmla="*/ 371652 w 7467600"/>
              <a:gd name="connsiteY35" fmla="*/ 5829062 h 6858000"/>
              <a:gd name="connsiteX36" fmla="*/ 505903 w 7467600"/>
              <a:gd name="connsiteY36" fmla="*/ 5925221 h 6858000"/>
              <a:gd name="connsiteX37" fmla="*/ 899240 w 7467600"/>
              <a:gd name="connsiteY37" fmla="*/ 6153068 h 6858000"/>
              <a:gd name="connsiteX38" fmla="*/ 988114 w 7467600"/>
              <a:gd name="connsiteY38" fmla="*/ 6174204 h 6858000"/>
              <a:gd name="connsiteX39" fmla="*/ 845971 w 7467600"/>
              <a:gd name="connsiteY39" fmla="*/ 6067177 h 6858000"/>
              <a:gd name="connsiteX40" fmla="*/ 448057 w 7467600"/>
              <a:gd name="connsiteY40" fmla="*/ 5841376 h 6858000"/>
              <a:gd name="connsiteX41" fmla="*/ 51253 w 7467600"/>
              <a:gd name="connsiteY41" fmla="*/ 5631825 h 6858000"/>
              <a:gd name="connsiteX42" fmla="*/ 2606687 w 7467600"/>
              <a:gd name="connsiteY42" fmla="*/ 5630718 h 6858000"/>
              <a:gd name="connsiteX43" fmla="*/ 2645658 w 7467600"/>
              <a:gd name="connsiteY43" fmla="*/ 6640259 h 6858000"/>
              <a:gd name="connsiteX44" fmla="*/ 2606687 w 7467600"/>
              <a:gd name="connsiteY44" fmla="*/ 5630718 h 6858000"/>
              <a:gd name="connsiteX45" fmla="*/ 3642057 w 7467600"/>
              <a:gd name="connsiteY45" fmla="*/ 5573487 h 6858000"/>
              <a:gd name="connsiteX46" fmla="*/ 3632981 w 7467600"/>
              <a:gd name="connsiteY46" fmla="*/ 5579437 h 6858000"/>
              <a:gd name="connsiteX47" fmla="*/ 3382436 w 7467600"/>
              <a:gd name="connsiteY47" fmla="*/ 5952726 h 6858000"/>
              <a:gd name="connsiteX48" fmla="*/ 3191929 w 7467600"/>
              <a:gd name="connsiteY48" fmla="*/ 6662669 h 6858000"/>
              <a:gd name="connsiteX49" fmla="*/ 3369898 w 7467600"/>
              <a:gd name="connsiteY49" fmla="*/ 6081771 h 6858000"/>
              <a:gd name="connsiteX50" fmla="*/ 3642057 w 7467600"/>
              <a:gd name="connsiteY50" fmla="*/ 5573487 h 6858000"/>
              <a:gd name="connsiteX51" fmla="*/ 2650666 w 7467600"/>
              <a:gd name="connsiteY51" fmla="*/ 5530686 h 6858000"/>
              <a:gd name="connsiteX52" fmla="*/ 2650249 w 7467600"/>
              <a:gd name="connsiteY52" fmla="*/ 5532101 h 6858000"/>
              <a:gd name="connsiteX53" fmla="*/ 2663808 w 7467600"/>
              <a:gd name="connsiteY53" fmla="*/ 6535215 h 6858000"/>
              <a:gd name="connsiteX54" fmla="*/ 2665418 w 7467600"/>
              <a:gd name="connsiteY54" fmla="*/ 6132756 h 6858000"/>
              <a:gd name="connsiteX55" fmla="*/ 2650666 w 7467600"/>
              <a:gd name="connsiteY55" fmla="*/ 5530686 h 6858000"/>
              <a:gd name="connsiteX56" fmla="*/ 2680277 w 7467600"/>
              <a:gd name="connsiteY56" fmla="*/ 5479204 h 6858000"/>
              <a:gd name="connsiteX57" fmla="*/ 2678972 w 7467600"/>
              <a:gd name="connsiteY57" fmla="*/ 5481582 h 6858000"/>
              <a:gd name="connsiteX58" fmla="*/ 2696666 w 7467600"/>
              <a:gd name="connsiteY58" fmla="*/ 6133836 h 6858000"/>
              <a:gd name="connsiteX59" fmla="*/ 2695769 w 7467600"/>
              <a:gd name="connsiteY59" fmla="*/ 6390955 h 6858000"/>
              <a:gd name="connsiteX60" fmla="*/ 2739893 w 7467600"/>
              <a:gd name="connsiteY60" fmla="*/ 6108357 h 6858000"/>
              <a:gd name="connsiteX61" fmla="*/ 2680277 w 7467600"/>
              <a:gd name="connsiteY61" fmla="*/ 5479204 h 6858000"/>
              <a:gd name="connsiteX62" fmla="*/ 1132195 w 7467600"/>
              <a:gd name="connsiteY62" fmla="*/ 5467980 h 6858000"/>
              <a:gd name="connsiteX63" fmla="*/ 1679056 w 7467600"/>
              <a:gd name="connsiteY63" fmla="*/ 5516907 h 6858000"/>
              <a:gd name="connsiteX64" fmla="*/ 2128648 w 7467600"/>
              <a:gd name="connsiteY64" fmla="*/ 5474249 h 6858000"/>
              <a:gd name="connsiteX65" fmla="*/ 1825619 w 7467600"/>
              <a:gd name="connsiteY65" fmla="*/ 5478447 h 6858000"/>
              <a:gd name="connsiteX66" fmla="*/ 1737798 w 7467600"/>
              <a:gd name="connsiteY66" fmla="*/ 5483353 h 6858000"/>
              <a:gd name="connsiteX67" fmla="*/ 1132195 w 7467600"/>
              <a:gd name="connsiteY67" fmla="*/ 5467980 h 6858000"/>
              <a:gd name="connsiteX68" fmla="*/ 1456157 w 7467600"/>
              <a:gd name="connsiteY68" fmla="*/ 5371404 h 6858000"/>
              <a:gd name="connsiteX69" fmla="*/ 1244432 w 7467600"/>
              <a:gd name="connsiteY69" fmla="*/ 5385601 h 6858000"/>
              <a:gd name="connsiteX70" fmla="*/ 973990 w 7467600"/>
              <a:gd name="connsiteY70" fmla="*/ 5424940 h 6858000"/>
              <a:gd name="connsiteX71" fmla="*/ 1103809 w 7467600"/>
              <a:gd name="connsiteY71" fmla="*/ 5433720 h 6858000"/>
              <a:gd name="connsiteX72" fmla="*/ 1123454 w 7467600"/>
              <a:gd name="connsiteY72" fmla="*/ 5435727 h 6858000"/>
              <a:gd name="connsiteX73" fmla="*/ 1737017 w 7467600"/>
              <a:gd name="connsiteY73" fmla="*/ 5452183 h 6858000"/>
              <a:gd name="connsiteX74" fmla="*/ 1824397 w 7467600"/>
              <a:gd name="connsiteY74" fmla="*/ 5447757 h 6858000"/>
              <a:gd name="connsiteX75" fmla="*/ 2070059 w 7467600"/>
              <a:gd name="connsiteY75" fmla="*/ 5441660 h 6858000"/>
              <a:gd name="connsiteX76" fmla="*/ 1456157 w 7467600"/>
              <a:gd name="connsiteY76" fmla="*/ 5371404 h 6858000"/>
              <a:gd name="connsiteX77" fmla="*/ 4988186 w 7467600"/>
              <a:gd name="connsiteY77" fmla="*/ 5216467 h 6858000"/>
              <a:gd name="connsiteX78" fmla="*/ 4777334 w 7467600"/>
              <a:gd name="connsiteY78" fmla="*/ 5406072 h 6858000"/>
              <a:gd name="connsiteX79" fmla="*/ 4718341 w 7467600"/>
              <a:gd name="connsiteY79" fmla="*/ 5468043 h 6858000"/>
              <a:gd name="connsiteX80" fmla="*/ 4604655 w 7467600"/>
              <a:gd name="connsiteY80" fmla="*/ 5583434 h 6858000"/>
              <a:gd name="connsiteX81" fmla="*/ 4565074 w 7467600"/>
              <a:gd name="connsiteY81" fmla="*/ 5618550 h 6858000"/>
              <a:gd name="connsiteX82" fmla="*/ 4988186 w 7467600"/>
              <a:gd name="connsiteY82" fmla="*/ 5216467 h 6858000"/>
              <a:gd name="connsiteX83" fmla="*/ 4978032 w 7467600"/>
              <a:gd name="connsiteY83" fmla="*/ 5183809 h 6858000"/>
              <a:gd name="connsiteX84" fmla="*/ 4463413 w 7467600"/>
              <a:gd name="connsiteY84" fmla="*/ 5615162 h 6858000"/>
              <a:gd name="connsiteX85" fmla="*/ 4358134 w 7467600"/>
              <a:gd name="connsiteY85" fmla="*/ 5742791 h 6858000"/>
              <a:gd name="connsiteX86" fmla="*/ 4376219 w 7467600"/>
              <a:gd name="connsiteY86" fmla="*/ 5729027 h 6858000"/>
              <a:gd name="connsiteX87" fmla="*/ 4582340 w 7467600"/>
              <a:gd name="connsiteY87" fmla="*/ 5561037 h 6858000"/>
              <a:gd name="connsiteX88" fmla="*/ 4694684 w 7467600"/>
              <a:gd name="connsiteY88" fmla="*/ 5447098 h 6858000"/>
              <a:gd name="connsiteX89" fmla="*/ 4754123 w 7467600"/>
              <a:gd name="connsiteY89" fmla="*/ 5384643 h 6858000"/>
              <a:gd name="connsiteX90" fmla="*/ 4978032 w 7467600"/>
              <a:gd name="connsiteY90" fmla="*/ 5183809 h 6858000"/>
              <a:gd name="connsiteX91" fmla="*/ 1903353 w 7467600"/>
              <a:gd name="connsiteY91" fmla="*/ 5044827 h 6858000"/>
              <a:gd name="connsiteX92" fmla="*/ 1936931 w 7467600"/>
              <a:gd name="connsiteY92" fmla="*/ 5093954 h 6858000"/>
              <a:gd name="connsiteX93" fmla="*/ 2195868 w 7467600"/>
              <a:gd name="connsiteY93" fmla="*/ 5396574 h 6858000"/>
              <a:gd name="connsiteX94" fmla="*/ 2088852 w 7467600"/>
              <a:gd name="connsiteY94" fmla="*/ 5166123 h 6858000"/>
              <a:gd name="connsiteX95" fmla="*/ 1958241 w 7467600"/>
              <a:gd name="connsiteY95" fmla="*/ 5067955 h 6858000"/>
              <a:gd name="connsiteX96" fmla="*/ 1903353 w 7467600"/>
              <a:gd name="connsiteY96" fmla="*/ 5044827 h 6858000"/>
              <a:gd name="connsiteX97" fmla="*/ 1979378 w 7467600"/>
              <a:gd name="connsiteY97" fmla="*/ 4769504 h 6858000"/>
              <a:gd name="connsiteX98" fmla="*/ 2882120 w 7467600"/>
              <a:gd name="connsiteY98" fmla="*/ 5064547 h 6858000"/>
              <a:gd name="connsiteX99" fmla="*/ 2793103 w 7467600"/>
              <a:gd name="connsiteY99" fmla="*/ 5039699 h 6858000"/>
              <a:gd name="connsiteX100" fmla="*/ 2770041 w 7467600"/>
              <a:gd name="connsiteY100" fmla="*/ 5033634 h 6858000"/>
              <a:gd name="connsiteX101" fmla="*/ 1979378 w 7467600"/>
              <a:gd name="connsiteY101" fmla="*/ 4769504 h 6858000"/>
              <a:gd name="connsiteX102" fmla="*/ 1927410 w 7467600"/>
              <a:gd name="connsiteY102" fmla="*/ 4716164 h 6858000"/>
              <a:gd name="connsiteX103" fmla="*/ 1959587 w 7467600"/>
              <a:gd name="connsiteY103" fmla="*/ 4728849 h 6858000"/>
              <a:gd name="connsiteX104" fmla="*/ 2777707 w 7467600"/>
              <a:gd name="connsiteY104" fmla="*/ 5003991 h 6858000"/>
              <a:gd name="connsiteX105" fmla="*/ 2800768 w 7467600"/>
              <a:gd name="connsiteY105" fmla="*/ 5010056 h 6858000"/>
              <a:gd name="connsiteX106" fmla="*/ 2879408 w 7467600"/>
              <a:gd name="connsiteY106" fmla="*/ 5031590 h 6858000"/>
              <a:gd name="connsiteX107" fmla="*/ 2862295 w 7467600"/>
              <a:gd name="connsiteY107" fmla="*/ 5022958 h 6858000"/>
              <a:gd name="connsiteX108" fmla="*/ 2813343 w 7467600"/>
              <a:gd name="connsiteY108" fmla="*/ 4998369 h 6858000"/>
              <a:gd name="connsiteX109" fmla="*/ 2646245 w 7467600"/>
              <a:gd name="connsiteY109" fmla="*/ 4930999 h 6858000"/>
              <a:gd name="connsiteX110" fmla="*/ 1999243 w 7467600"/>
              <a:gd name="connsiteY110" fmla="*/ 4730524 h 6858000"/>
              <a:gd name="connsiteX111" fmla="*/ 1979527 w 7467600"/>
              <a:gd name="connsiteY111" fmla="*/ 4726651 h 6858000"/>
              <a:gd name="connsiteX112" fmla="*/ 1927410 w 7467600"/>
              <a:gd name="connsiteY112" fmla="*/ 4716164 h 6858000"/>
              <a:gd name="connsiteX113" fmla="*/ 1997014 w 7467600"/>
              <a:gd name="connsiteY113" fmla="*/ 4698007 h 6858000"/>
              <a:gd name="connsiteX114" fmla="*/ 2005458 w 7467600"/>
              <a:gd name="connsiteY114" fmla="*/ 4699540 h 6858000"/>
              <a:gd name="connsiteX115" fmla="*/ 2657186 w 7467600"/>
              <a:gd name="connsiteY115" fmla="*/ 4901687 h 6858000"/>
              <a:gd name="connsiteX116" fmla="*/ 2826662 w 7467600"/>
              <a:gd name="connsiteY116" fmla="*/ 4970362 h 6858000"/>
              <a:gd name="connsiteX117" fmla="*/ 2876100 w 7467600"/>
              <a:gd name="connsiteY117" fmla="*/ 4995397 h 6858000"/>
              <a:gd name="connsiteX118" fmla="*/ 3042600 w 7467600"/>
              <a:gd name="connsiteY118" fmla="*/ 5059532 h 6858000"/>
              <a:gd name="connsiteX119" fmla="*/ 1997014 w 7467600"/>
              <a:gd name="connsiteY119" fmla="*/ 4698007 h 6858000"/>
              <a:gd name="connsiteX120" fmla="*/ 2305292 w 7467600"/>
              <a:gd name="connsiteY120" fmla="*/ 4219492 h 6858000"/>
              <a:gd name="connsiteX121" fmla="*/ 3360922 w 7467600"/>
              <a:gd name="connsiteY121" fmla="*/ 4529373 h 6858000"/>
              <a:gd name="connsiteX122" fmla="*/ 3492420 w 7467600"/>
              <a:gd name="connsiteY122" fmla="*/ 4510145 h 6858000"/>
              <a:gd name="connsiteX123" fmla="*/ 3364086 w 7467600"/>
              <a:gd name="connsiteY123" fmla="*/ 4480340 h 6858000"/>
              <a:gd name="connsiteX124" fmla="*/ 3225818 w 7467600"/>
              <a:gd name="connsiteY124" fmla="*/ 4411822 h 6858000"/>
              <a:gd name="connsiteX125" fmla="*/ 3129696 w 7467600"/>
              <a:gd name="connsiteY125" fmla="*/ 4360704 h 6858000"/>
              <a:gd name="connsiteX126" fmla="*/ 2814545 w 7467600"/>
              <a:gd name="connsiteY126" fmla="*/ 4282955 h 6858000"/>
              <a:gd name="connsiteX127" fmla="*/ 2305292 w 7467600"/>
              <a:gd name="connsiteY127" fmla="*/ 4219492 h 6858000"/>
              <a:gd name="connsiteX128" fmla="*/ 2626982 w 7467600"/>
              <a:gd name="connsiteY128" fmla="*/ 4206450 h 6858000"/>
              <a:gd name="connsiteX129" fmla="*/ 2490617 w 7467600"/>
              <a:gd name="connsiteY129" fmla="*/ 4206951 h 6858000"/>
              <a:gd name="connsiteX130" fmla="*/ 2819869 w 7467600"/>
              <a:gd name="connsiteY130" fmla="*/ 4252936 h 6858000"/>
              <a:gd name="connsiteX131" fmla="*/ 3143018 w 7467600"/>
              <a:gd name="connsiteY131" fmla="*/ 4332698 h 6858000"/>
              <a:gd name="connsiteX132" fmla="*/ 3241520 w 7467600"/>
              <a:gd name="connsiteY132" fmla="*/ 4385112 h 6858000"/>
              <a:gd name="connsiteX133" fmla="*/ 3374575 w 7467600"/>
              <a:gd name="connsiteY133" fmla="*/ 4451517 h 6858000"/>
              <a:gd name="connsiteX134" fmla="*/ 3505221 w 7467600"/>
              <a:gd name="connsiteY134" fmla="*/ 4480757 h 6858000"/>
              <a:gd name="connsiteX135" fmla="*/ 2626982 w 7467600"/>
              <a:gd name="connsiteY135" fmla="*/ 4206450 h 6858000"/>
              <a:gd name="connsiteX136" fmla="*/ 1310106 w 7467600"/>
              <a:gd name="connsiteY136" fmla="*/ 3943217 h 6858000"/>
              <a:gd name="connsiteX137" fmla="*/ 854994 w 7467600"/>
              <a:gd name="connsiteY137" fmla="*/ 4399136 h 6858000"/>
              <a:gd name="connsiteX138" fmla="*/ 742462 w 7467600"/>
              <a:gd name="connsiteY138" fmla="*/ 4594648 h 6858000"/>
              <a:gd name="connsiteX139" fmla="*/ 820602 w 7467600"/>
              <a:gd name="connsiteY139" fmla="*/ 4485915 h 6858000"/>
              <a:gd name="connsiteX140" fmla="*/ 878295 w 7467600"/>
              <a:gd name="connsiteY140" fmla="*/ 4403594 h 6858000"/>
              <a:gd name="connsiteX141" fmla="*/ 1240607 w 7467600"/>
              <a:gd name="connsiteY141" fmla="*/ 4010401 h 6858000"/>
              <a:gd name="connsiteX142" fmla="*/ 1310106 w 7467600"/>
              <a:gd name="connsiteY142" fmla="*/ 3943217 h 6858000"/>
              <a:gd name="connsiteX143" fmla="*/ 1423113 w 7467600"/>
              <a:gd name="connsiteY143" fmla="*/ 3874565 h 6858000"/>
              <a:gd name="connsiteX144" fmla="*/ 1260565 w 7467600"/>
              <a:gd name="connsiteY144" fmla="*/ 4031982 h 6858000"/>
              <a:gd name="connsiteX145" fmla="*/ 901900 w 7467600"/>
              <a:gd name="connsiteY145" fmla="*/ 4421236 h 6858000"/>
              <a:gd name="connsiteX146" fmla="*/ 845044 w 7467600"/>
              <a:gd name="connsiteY146" fmla="*/ 4502436 h 6858000"/>
              <a:gd name="connsiteX147" fmla="*/ 685926 w 7467600"/>
              <a:gd name="connsiteY147" fmla="*/ 4703069 h 6858000"/>
              <a:gd name="connsiteX148" fmla="*/ 684248 w 7467600"/>
              <a:gd name="connsiteY148" fmla="*/ 4706721 h 6858000"/>
              <a:gd name="connsiteX149" fmla="*/ 1423113 w 7467600"/>
              <a:gd name="connsiteY149" fmla="*/ 3874565 h 6858000"/>
              <a:gd name="connsiteX150" fmla="*/ 3316479 w 7467600"/>
              <a:gd name="connsiteY150" fmla="*/ 3872136 h 6858000"/>
              <a:gd name="connsiteX151" fmla="*/ 3546806 w 7467600"/>
              <a:gd name="connsiteY151" fmla="*/ 4356139 h 6858000"/>
              <a:gd name="connsiteX152" fmla="*/ 3364433 w 7467600"/>
              <a:gd name="connsiteY152" fmla="*/ 3953121 h 6858000"/>
              <a:gd name="connsiteX153" fmla="*/ 3316479 w 7467600"/>
              <a:gd name="connsiteY153" fmla="*/ 3872136 h 6858000"/>
              <a:gd name="connsiteX154" fmla="*/ 3291335 w 7467600"/>
              <a:gd name="connsiteY154" fmla="*/ 3767420 h 6858000"/>
              <a:gd name="connsiteX155" fmla="*/ 3390805 w 7467600"/>
              <a:gd name="connsiteY155" fmla="*/ 3937163 h 6858000"/>
              <a:gd name="connsiteX156" fmla="*/ 3579062 w 7467600"/>
              <a:gd name="connsiteY156" fmla="*/ 4359040 h 6858000"/>
              <a:gd name="connsiteX157" fmla="*/ 3467355 w 7467600"/>
              <a:gd name="connsiteY157" fmla="*/ 3988130 h 6858000"/>
              <a:gd name="connsiteX158" fmla="*/ 3310753 w 7467600"/>
              <a:gd name="connsiteY158" fmla="*/ 3787140 h 6858000"/>
              <a:gd name="connsiteX159" fmla="*/ 3291335 w 7467600"/>
              <a:gd name="connsiteY159" fmla="*/ 3767420 h 6858000"/>
              <a:gd name="connsiteX160" fmla="*/ 1635889 w 7467600"/>
              <a:gd name="connsiteY160" fmla="*/ 3709494 h 6858000"/>
              <a:gd name="connsiteX161" fmla="*/ 1634800 w 7467600"/>
              <a:gd name="connsiteY161" fmla="*/ 3731111 h 6858000"/>
              <a:gd name="connsiteX162" fmla="*/ 1635889 w 7467600"/>
              <a:gd name="connsiteY162" fmla="*/ 3709494 h 6858000"/>
              <a:gd name="connsiteX163" fmla="*/ 1510397 w 7467600"/>
              <a:gd name="connsiteY163" fmla="*/ 3684705 h 6858000"/>
              <a:gd name="connsiteX164" fmla="*/ 1146550 w 7467600"/>
              <a:gd name="connsiteY164" fmla="*/ 3802012 h 6858000"/>
              <a:gd name="connsiteX165" fmla="*/ 698834 w 7467600"/>
              <a:gd name="connsiteY165" fmla="*/ 3952272 h 6858000"/>
              <a:gd name="connsiteX166" fmla="*/ 34256 w 7467600"/>
              <a:gd name="connsiteY166" fmla="*/ 4347603 h 6858000"/>
              <a:gd name="connsiteX167" fmla="*/ 527241 w 7467600"/>
              <a:gd name="connsiteY167" fmla="*/ 4065078 h 6858000"/>
              <a:gd name="connsiteX168" fmla="*/ 1510397 w 7467600"/>
              <a:gd name="connsiteY168" fmla="*/ 3684705 h 6858000"/>
              <a:gd name="connsiteX169" fmla="*/ 1313114 w 7467600"/>
              <a:gd name="connsiteY169" fmla="*/ 3655216 h 6858000"/>
              <a:gd name="connsiteX170" fmla="*/ 1109304 w 7467600"/>
              <a:gd name="connsiteY170" fmla="*/ 3669030 h 6858000"/>
              <a:gd name="connsiteX171" fmla="*/ 8129 w 7467600"/>
              <a:gd name="connsiteY171" fmla="*/ 4330519 h 6858000"/>
              <a:gd name="connsiteX172" fmla="*/ 687572 w 7467600"/>
              <a:gd name="connsiteY172" fmla="*/ 3925629 h 6858000"/>
              <a:gd name="connsiteX173" fmla="*/ 1138365 w 7467600"/>
              <a:gd name="connsiteY173" fmla="*/ 3774515 h 6858000"/>
              <a:gd name="connsiteX174" fmla="*/ 1505579 w 7467600"/>
              <a:gd name="connsiteY174" fmla="*/ 3655526 h 6858000"/>
              <a:gd name="connsiteX175" fmla="*/ 1313114 w 7467600"/>
              <a:gd name="connsiteY175" fmla="*/ 3655216 h 6858000"/>
              <a:gd name="connsiteX176" fmla="*/ 3655073 w 7467600"/>
              <a:gd name="connsiteY176" fmla="*/ 3650884 h 6858000"/>
              <a:gd name="connsiteX177" fmla="*/ 3989938 w 7467600"/>
              <a:gd name="connsiteY177" fmla="*/ 3991685 h 6858000"/>
              <a:gd name="connsiteX178" fmla="*/ 4393907 w 7467600"/>
              <a:gd name="connsiteY178" fmla="*/ 4261258 h 6858000"/>
              <a:gd name="connsiteX179" fmla="*/ 4648051 w 7467600"/>
              <a:gd name="connsiteY179" fmla="*/ 4374051 h 6858000"/>
              <a:gd name="connsiteX180" fmla="*/ 4383389 w 7467600"/>
              <a:gd name="connsiteY180" fmla="*/ 4184369 h 6858000"/>
              <a:gd name="connsiteX181" fmla="*/ 4165508 w 7467600"/>
              <a:gd name="connsiteY181" fmla="*/ 4035196 h 6858000"/>
              <a:gd name="connsiteX182" fmla="*/ 4068162 w 7467600"/>
              <a:gd name="connsiteY182" fmla="*/ 3953394 h 6858000"/>
              <a:gd name="connsiteX183" fmla="*/ 3981416 w 7467600"/>
              <a:gd name="connsiteY183" fmla="*/ 3880482 h 6858000"/>
              <a:gd name="connsiteX184" fmla="*/ 3800147 w 7467600"/>
              <a:gd name="connsiteY184" fmla="*/ 3749872 h 6858000"/>
              <a:gd name="connsiteX185" fmla="*/ 3655073 w 7467600"/>
              <a:gd name="connsiteY185" fmla="*/ 3650884 h 6858000"/>
              <a:gd name="connsiteX186" fmla="*/ 3670252 w 7467600"/>
              <a:gd name="connsiteY186" fmla="*/ 3622798 h 6858000"/>
              <a:gd name="connsiteX187" fmla="*/ 3817258 w 7467600"/>
              <a:gd name="connsiteY187" fmla="*/ 3723577 h 6858000"/>
              <a:gd name="connsiteX188" fmla="*/ 4000461 w 7467600"/>
              <a:gd name="connsiteY188" fmla="*/ 3855966 h 6858000"/>
              <a:gd name="connsiteX189" fmla="*/ 4088180 w 7467600"/>
              <a:gd name="connsiteY189" fmla="*/ 3929774 h 6858000"/>
              <a:gd name="connsiteX190" fmla="*/ 4184555 w 7467600"/>
              <a:gd name="connsiteY190" fmla="*/ 4010683 h 6858000"/>
              <a:gd name="connsiteX191" fmla="*/ 4399563 w 7467600"/>
              <a:gd name="connsiteY191" fmla="*/ 4158106 h 6858000"/>
              <a:gd name="connsiteX192" fmla="*/ 4684469 w 7467600"/>
              <a:gd name="connsiteY192" fmla="*/ 4364680 h 6858000"/>
              <a:gd name="connsiteX193" fmla="*/ 4690271 w 7467600"/>
              <a:gd name="connsiteY193" fmla="*/ 4370034 h 6858000"/>
              <a:gd name="connsiteX194" fmla="*/ 4136093 w 7467600"/>
              <a:gd name="connsiteY194" fmla="*/ 3858466 h 6858000"/>
              <a:gd name="connsiteX195" fmla="*/ 3670252 w 7467600"/>
              <a:gd name="connsiteY195" fmla="*/ 3622798 h 6858000"/>
              <a:gd name="connsiteX196" fmla="*/ 4440129 w 7467600"/>
              <a:gd name="connsiteY196" fmla="*/ 3448571 h 6858000"/>
              <a:gd name="connsiteX197" fmla="*/ 4856525 w 7467600"/>
              <a:gd name="connsiteY197" fmla="*/ 3915351 h 6858000"/>
              <a:gd name="connsiteX198" fmla="*/ 5059055 w 7467600"/>
              <a:gd name="connsiteY198" fmla="*/ 4108918 h 6858000"/>
              <a:gd name="connsiteX199" fmla="*/ 5290070 w 7467600"/>
              <a:gd name="connsiteY199" fmla="*/ 4263619 h 6858000"/>
              <a:gd name="connsiteX200" fmla="*/ 4834991 w 7467600"/>
              <a:gd name="connsiteY200" fmla="*/ 3830985 h 6858000"/>
              <a:gd name="connsiteX201" fmla="*/ 4440129 w 7467600"/>
              <a:gd name="connsiteY201" fmla="*/ 3448571 h 6858000"/>
              <a:gd name="connsiteX202" fmla="*/ 4441737 w 7467600"/>
              <a:gd name="connsiteY202" fmla="*/ 3399734 h 6858000"/>
              <a:gd name="connsiteX203" fmla="*/ 4431236 w 7467600"/>
              <a:gd name="connsiteY203" fmla="*/ 3400954 h 6858000"/>
              <a:gd name="connsiteX204" fmla="*/ 4557150 w 7467600"/>
              <a:gd name="connsiteY204" fmla="*/ 3510023 h 6858000"/>
              <a:gd name="connsiteX205" fmla="*/ 4856936 w 7467600"/>
              <a:gd name="connsiteY205" fmla="*/ 3809146 h 6858000"/>
              <a:gd name="connsiteX206" fmla="*/ 5111996 w 7467600"/>
              <a:gd name="connsiteY206" fmla="*/ 4065759 h 6858000"/>
              <a:gd name="connsiteX207" fmla="*/ 5388878 w 7467600"/>
              <a:gd name="connsiteY207" fmla="*/ 4300185 h 6858000"/>
              <a:gd name="connsiteX208" fmla="*/ 5425556 w 7467600"/>
              <a:gd name="connsiteY208" fmla="*/ 4308967 h 6858000"/>
              <a:gd name="connsiteX209" fmla="*/ 4943646 w 7467600"/>
              <a:gd name="connsiteY209" fmla="*/ 3822916 h 6858000"/>
              <a:gd name="connsiteX210" fmla="*/ 4594837 w 7467600"/>
              <a:gd name="connsiteY210" fmla="*/ 3532274 h 6858000"/>
              <a:gd name="connsiteX211" fmla="*/ 4441737 w 7467600"/>
              <a:gd name="connsiteY211" fmla="*/ 3399734 h 6858000"/>
              <a:gd name="connsiteX212" fmla="*/ 5425834 w 7467600"/>
              <a:gd name="connsiteY212" fmla="*/ 3162785 h 6858000"/>
              <a:gd name="connsiteX213" fmla="*/ 5401644 w 7467600"/>
              <a:gd name="connsiteY213" fmla="*/ 3617847 h 6858000"/>
              <a:gd name="connsiteX214" fmla="*/ 5467256 w 7467600"/>
              <a:gd name="connsiteY214" fmla="*/ 4175494 h 6858000"/>
              <a:gd name="connsiteX215" fmla="*/ 5448069 w 7467600"/>
              <a:gd name="connsiteY215" fmla="*/ 3567554 h 6858000"/>
              <a:gd name="connsiteX216" fmla="*/ 5425834 w 7467600"/>
              <a:gd name="connsiteY216" fmla="*/ 3162785 h 6858000"/>
              <a:gd name="connsiteX217" fmla="*/ 1318687 w 7467600"/>
              <a:gd name="connsiteY217" fmla="*/ 3113840 h 6858000"/>
              <a:gd name="connsiteX218" fmla="*/ 1066793 w 7467600"/>
              <a:gd name="connsiteY218" fmla="*/ 3212171 h 6858000"/>
              <a:gd name="connsiteX219" fmla="*/ 993319 w 7467600"/>
              <a:gd name="connsiteY219" fmla="*/ 3247648 h 6858000"/>
              <a:gd name="connsiteX220" fmla="*/ 853081 w 7467600"/>
              <a:gd name="connsiteY220" fmla="*/ 3312410 h 6858000"/>
              <a:gd name="connsiteX221" fmla="*/ 805957 w 7467600"/>
              <a:gd name="connsiteY221" fmla="*/ 3330443 h 6858000"/>
              <a:gd name="connsiteX222" fmla="*/ 1318687 w 7467600"/>
              <a:gd name="connsiteY222" fmla="*/ 3113840 h 6858000"/>
              <a:gd name="connsiteX223" fmla="*/ 5453702 w 7467600"/>
              <a:gd name="connsiteY223" fmla="*/ 3090882 h 6858000"/>
              <a:gd name="connsiteX224" fmla="*/ 5480135 w 7467600"/>
              <a:gd name="connsiteY224" fmla="*/ 3565802 h 6858000"/>
              <a:gd name="connsiteX225" fmla="*/ 5499023 w 7467600"/>
              <a:gd name="connsiteY225" fmla="*/ 4166310 h 6858000"/>
              <a:gd name="connsiteX226" fmla="*/ 5547022 w 7467600"/>
              <a:gd name="connsiteY226" fmla="*/ 3607838 h 6858000"/>
              <a:gd name="connsiteX227" fmla="*/ 5515964 w 7467600"/>
              <a:gd name="connsiteY227" fmla="*/ 3378541 h 6858000"/>
              <a:gd name="connsiteX228" fmla="*/ 5453702 w 7467600"/>
              <a:gd name="connsiteY228" fmla="*/ 3090882 h 6858000"/>
              <a:gd name="connsiteX229" fmla="*/ 1238695 w 7467600"/>
              <a:gd name="connsiteY229" fmla="*/ 3076820 h 6858000"/>
              <a:gd name="connsiteX230" fmla="*/ 716371 w 7467600"/>
              <a:gd name="connsiteY230" fmla="*/ 3293249 h 6858000"/>
              <a:gd name="connsiteX231" fmla="*/ 579522 w 7467600"/>
              <a:gd name="connsiteY231" fmla="*/ 3371759 h 6858000"/>
              <a:gd name="connsiteX232" fmla="*/ 600288 w 7467600"/>
              <a:gd name="connsiteY232" fmla="*/ 3365555 h 6858000"/>
              <a:gd name="connsiteX233" fmla="*/ 840692 w 7467600"/>
              <a:gd name="connsiteY233" fmla="*/ 3284921 h 6858000"/>
              <a:gd name="connsiteX234" fmla="*/ 979248 w 7467600"/>
              <a:gd name="connsiteY234" fmla="*/ 3221003 h 6858000"/>
              <a:gd name="connsiteX235" fmla="*/ 1053282 w 7467600"/>
              <a:gd name="connsiteY235" fmla="*/ 3185247 h 6858000"/>
              <a:gd name="connsiteX236" fmla="*/ 1320603 w 7467600"/>
              <a:gd name="connsiteY236" fmla="*/ 3081281 h 6858000"/>
              <a:gd name="connsiteX237" fmla="*/ 1238695 w 7467600"/>
              <a:gd name="connsiteY237" fmla="*/ 3076820 h 6858000"/>
              <a:gd name="connsiteX238" fmla="*/ 5425627 w 7467600"/>
              <a:gd name="connsiteY238" fmla="*/ 2954192 h 6858000"/>
              <a:gd name="connsiteX239" fmla="*/ 5470770 w 7467600"/>
              <a:gd name="connsiteY239" fmla="*/ 3005435 h 6858000"/>
              <a:gd name="connsiteX240" fmla="*/ 5519779 w 7467600"/>
              <a:gd name="connsiteY240" fmla="*/ 4359223 h 6858000"/>
              <a:gd name="connsiteX241" fmla="*/ 5520293 w 7467600"/>
              <a:gd name="connsiteY241" fmla="*/ 4360602 h 6858000"/>
              <a:gd name="connsiteX242" fmla="*/ 5767221 w 7467600"/>
              <a:gd name="connsiteY242" fmla="*/ 4665564 h 6858000"/>
              <a:gd name="connsiteX243" fmla="*/ 6937169 w 7467600"/>
              <a:gd name="connsiteY243" fmla="*/ 4815941 h 6858000"/>
              <a:gd name="connsiteX244" fmla="*/ 6953922 w 7467600"/>
              <a:gd name="connsiteY244" fmla="*/ 4890068 h 6858000"/>
              <a:gd name="connsiteX245" fmla="*/ 6071359 w 7467600"/>
              <a:gd name="connsiteY245" fmla="*/ 4770770 h 6858000"/>
              <a:gd name="connsiteX246" fmla="*/ 6038839 w 7467600"/>
              <a:gd name="connsiteY246" fmla="*/ 4764474 h 6858000"/>
              <a:gd name="connsiteX247" fmla="*/ 6038706 w 7467600"/>
              <a:gd name="connsiteY247" fmla="*/ 4763847 h 6858000"/>
              <a:gd name="connsiteX248" fmla="*/ 6037784 w 7467600"/>
              <a:gd name="connsiteY248" fmla="*/ 4764270 h 6858000"/>
              <a:gd name="connsiteX249" fmla="*/ 6038839 w 7467600"/>
              <a:gd name="connsiteY249" fmla="*/ 4764474 h 6858000"/>
              <a:gd name="connsiteX250" fmla="*/ 6040338 w 7467600"/>
              <a:gd name="connsiteY250" fmla="*/ 4771418 h 6858000"/>
              <a:gd name="connsiteX251" fmla="*/ 6024488 w 7467600"/>
              <a:gd name="connsiteY251" fmla="*/ 4809903 h 6858000"/>
              <a:gd name="connsiteX252" fmla="*/ 5599771 w 7467600"/>
              <a:gd name="connsiteY252" fmla="*/ 5509652 h 6858000"/>
              <a:gd name="connsiteX253" fmla="*/ 5548843 w 7467600"/>
              <a:gd name="connsiteY253" fmla="*/ 5563845 h 6858000"/>
              <a:gd name="connsiteX254" fmla="*/ 5940952 w 7467600"/>
              <a:gd name="connsiteY254" fmla="*/ 6250028 h 6858000"/>
              <a:gd name="connsiteX255" fmla="*/ 6043441 w 7467600"/>
              <a:gd name="connsiteY255" fmla="*/ 6665847 h 6858000"/>
              <a:gd name="connsiteX256" fmla="*/ 6093432 w 7467600"/>
              <a:gd name="connsiteY256" fmla="*/ 6858000 h 6858000"/>
              <a:gd name="connsiteX257" fmla="*/ 6034344 w 7467600"/>
              <a:gd name="connsiteY257" fmla="*/ 6858000 h 6858000"/>
              <a:gd name="connsiteX258" fmla="*/ 6026679 w 7467600"/>
              <a:gd name="connsiteY258" fmla="*/ 6836959 h 6858000"/>
              <a:gd name="connsiteX259" fmla="*/ 5800441 w 7467600"/>
              <a:gd name="connsiteY259" fmla="*/ 6335286 h 6858000"/>
              <a:gd name="connsiteX260" fmla="*/ 5526562 w 7467600"/>
              <a:gd name="connsiteY260" fmla="*/ 5705388 h 6858000"/>
              <a:gd name="connsiteX261" fmla="*/ 5519640 w 7467600"/>
              <a:gd name="connsiteY261" fmla="*/ 5683774 h 6858000"/>
              <a:gd name="connsiteX262" fmla="*/ 5844559 w 7467600"/>
              <a:gd name="connsiteY262" fmla="*/ 6553349 h 6858000"/>
              <a:gd name="connsiteX263" fmla="*/ 5975994 w 7467600"/>
              <a:gd name="connsiteY263" fmla="*/ 6858000 h 6858000"/>
              <a:gd name="connsiteX264" fmla="*/ 5898547 w 7467600"/>
              <a:gd name="connsiteY264" fmla="*/ 6858000 h 6858000"/>
              <a:gd name="connsiteX265" fmla="*/ 5682041 w 7467600"/>
              <a:gd name="connsiteY265" fmla="*/ 6355860 h 6858000"/>
              <a:gd name="connsiteX266" fmla="*/ 5461758 w 7467600"/>
              <a:gd name="connsiteY266" fmla="*/ 5820220 h 6858000"/>
              <a:gd name="connsiteX267" fmla="*/ 5237282 w 7467600"/>
              <a:gd name="connsiteY267" fmla="*/ 6579086 h 6858000"/>
              <a:gd name="connsiteX268" fmla="*/ 5115009 w 7467600"/>
              <a:gd name="connsiteY268" fmla="*/ 6858000 h 6858000"/>
              <a:gd name="connsiteX269" fmla="*/ 5028074 w 7467600"/>
              <a:gd name="connsiteY269" fmla="*/ 6858000 h 6858000"/>
              <a:gd name="connsiteX270" fmla="*/ 5079508 w 7467600"/>
              <a:gd name="connsiteY270" fmla="*/ 6749074 h 6858000"/>
              <a:gd name="connsiteX271" fmla="*/ 5371846 w 7467600"/>
              <a:gd name="connsiteY271" fmla="*/ 5924413 h 6858000"/>
              <a:gd name="connsiteX272" fmla="*/ 5270512 w 7467600"/>
              <a:gd name="connsiteY272" fmla="*/ 6138975 h 6858000"/>
              <a:gd name="connsiteX273" fmla="*/ 5062409 w 7467600"/>
              <a:gd name="connsiteY273" fmla="*/ 6653544 h 6858000"/>
              <a:gd name="connsiteX274" fmla="*/ 5036628 w 7467600"/>
              <a:gd name="connsiteY274" fmla="*/ 6754247 h 6858000"/>
              <a:gd name="connsiteX275" fmla="*/ 5009112 w 7467600"/>
              <a:gd name="connsiteY275" fmla="*/ 6858000 h 6858000"/>
              <a:gd name="connsiteX276" fmla="*/ 4976679 w 7467600"/>
              <a:gd name="connsiteY276" fmla="*/ 6858000 h 6858000"/>
              <a:gd name="connsiteX277" fmla="*/ 5006537 w 7467600"/>
              <a:gd name="connsiteY277" fmla="*/ 6747068 h 6858000"/>
              <a:gd name="connsiteX278" fmla="*/ 5032723 w 7467600"/>
              <a:gd name="connsiteY278" fmla="*/ 6644957 h 6858000"/>
              <a:gd name="connsiteX279" fmla="*/ 5242949 w 7467600"/>
              <a:gd name="connsiteY279" fmla="*/ 6125175 h 6858000"/>
              <a:gd name="connsiteX280" fmla="*/ 5286321 w 7467600"/>
              <a:gd name="connsiteY280" fmla="*/ 6033555 h 6858000"/>
              <a:gd name="connsiteX281" fmla="*/ 5008210 w 7467600"/>
              <a:gd name="connsiteY281" fmla="*/ 6649194 h 6858000"/>
              <a:gd name="connsiteX282" fmla="*/ 4986321 w 7467600"/>
              <a:gd name="connsiteY282" fmla="*/ 6765687 h 6858000"/>
              <a:gd name="connsiteX283" fmla="*/ 4973474 w 7467600"/>
              <a:gd name="connsiteY283" fmla="*/ 6858000 h 6858000"/>
              <a:gd name="connsiteX284" fmla="*/ 4907178 w 7467600"/>
              <a:gd name="connsiteY284" fmla="*/ 6858000 h 6858000"/>
              <a:gd name="connsiteX285" fmla="*/ 4910810 w 7467600"/>
              <a:gd name="connsiteY285" fmla="*/ 6829660 h 6858000"/>
              <a:gd name="connsiteX286" fmla="*/ 4987461 w 7467600"/>
              <a:gd name="connsiteY286" fmla="*/ 6432994 h 6858000"/>
              <a:gd name="connsiteX287" fmla="*/ 5179262 w 7467600"/>
              <a:gd name="connsiteY287" fmla="*/ 6035044 h 6858000"/>
              <a:gd name="connsiteX288" fmla="*/ 4689678 w 7467600"/>
              <a:gd name="connsiteY288" fmla="*/ 6440241 h 6858000"/>
              <a:gd name="connsiteX289" fmla="*/ 4477543 w 7467600"/>
              <a:gd name="connsiteY289" fmla="*/ 6674836 h 6858000"/>
              <a:gd name="connsiteX290" fmla="*/ 4329957 w 7467600"/>
              <a:gd name="connsiteY290" fmla="*/ 6858000 h 6858000"/>
              <a:gd name="connsiteX291" fmla="*/ 4218595 w 7467600"/>
              <a:gd name="connsiteY291" fmla="*/ 6858000 h 6858000"/>
              <a:gd name="connsiteX292" fmla="*/ 4368888 w 7467600"/>
              <a:gd name="connsiteY292" fmla="*/ 6668412 h 6858000"/>
              <a:gd name="connsiteX293" fmla="*/ 4563091 w 7467600"/>
              <a:gd name="connsiteY293" fmla="*/ 6442508 h 6858000"/>
              <a:gd name="connsiteX294" fmla="*/ 5387324 w 7467600"/>
              <a:gd name="connsiteY294" fmla="*/ 5705830 h 6858000"/>
              <a:gd name="connsiteX295" fmla="*/ 5073620 w 7467600"/>
              <a:gd name="connsiteY295" fmla="*/ 5955437 h 6858000"/>
              <a:gd name="connsiteX296" fmla="*/ 4689789 w 7467600"/>
              <a:gd name="connsiteY296" fmla="*/ 6268382 h 6858000"/>
              <a:gd name="connsiteX297" fmla="*/ 4418722 w 7467600"/>
              <a:gd name="connsiteY297" fmla="*/ 6570886 h 6858000"/>
              <a:gd name="connsiteX298" fmla="*/ 4214944 w 7467600"/>
              <a:gd name="connsiteY298" fmla="*/ 6858000 h 6858000"/>
              <a:gd name="connsiteX299" fmla="*/ 4177898 w 7467600"/>
              <a:gd name="connsiteY299" fmla="*/ 6858000 h 6858000"/>
              <a:gd name="connsiteX300" fmla="*/ 4391597 w 7467600"/>
              <a:gd name="connsiteY300" fmla="*/ 6556370 h 6858000"/>
              <a:gd name="connsiteX301" fmla="*/ 4668889 w 7467600"/>
              <a:gd name="connsiteY301" fmla="*/ 6246399 h 6858000"/>
              <a:gd name="connsiteX302" fmla="*/ 5055427 w 7467600"/>
              <a:gd name="connsiteY302" fmla="*/ 5931476 h 6858000"/>
              <a:gd name="connsiteX303" fmla="*/ 5371814 w 7467600"/>
              <a:gd name="connsiteY303" fmla="*/ 5678975 h 6858000"/>
              <a:gd name="connsiteX304" fmla="*/ 4987918 w 7467600"/>
              <a:gd name="connsiteY304" fmla="*/ 5838701 h 6858000"/>
              <a:gd name="connsiteX305" fmla="*/ 4317146 w 7467600"/>
              <a:gd name="connsiteY305" fmla="*/ 6587716 h 6858000"/>
              <a:gd name="connsiteX306" fmla="*/ 4171627 w 7467600"/>
              <a:gd name="connsiteY306" fmla="*/ 6858000 h 6858000"/>
              <a:gd name="connsiteX307" fmla="*/ 4081585 w 7467600"/>
              <a:gd name="connsiteY307" fmla="*/ 6858000 h 6858000"/>
              <a:gd name="connsiteX308" fmla="*/ 4238603 w 7467600"/>
              <a:gd name="connsiteY308" fmla="*/ 6559341 h 6858000"/>
              <a:gd name="connsiteX309" fmla="*/ 4778333 w 7467600"/>
              <a:gd name="connsiteY309" fmla="*/ 5873626 h 6858000"/>
              <a:gd name="connsiteX310" fmla="*/ 5414185 w 7467600"/>
              <a:gd name="connsiteY310" fmla="*/ 5573882 h 6858000"/>
              <a:gd name="connsiteX311" fmla="*/ 5959648 w 7467600"/>
              <a:gd name="connsiteY311" fmla="*/ 4760797 h 6858000"/>
              <a:gd name="connsiteX312" fmla="*/ 5355019 w 7467600"/>
              <a:gd name="connsiteY312" fmla="*/ 4734672 h 6858000"/>
              <a:gd name="connsiteX313" fmla="*/ 5083565 w 7467600"/>
              <a:gd name="connsiteY313" fmla="*/ 5179121 h 6858000"/>
              <a:gd name="connsiteX314" fmla="*/ 4713577 w 7467600"/>
              <a:gd name="connsiteY314" fmla="*/ 5616803 h 6858000"/>
              <a:gd name="connsiteX315" fmla="*/ 3989559 w 7467600"/>
              <a:gd name="connsiteY315" fmla="*/ 6145945 h 6858000"/>
              <a:gd name="connsiteX316" fmla="*/ 3939824 w 7467600"/>
              <a:gd name="connsiteY316" fmla="*/ 6066900 h 6858000"/>
              <a:gd name="connsiteX317" fmla="*/ 4584537 w 7467600"/>
              <a:gd name="connsiteY317" fmla="*/ 5324826 h 6858000"/>
              <a:gd name="connsiteX318" fmla="*/ 5037105 w 7467600"/>
              <a:gd name="connsiteY318" fmla="*/ 5088765 h 6858000"/>
              <a:gd name="connsiteX319" fmla="*/ 5039930 w 7467600"/>
              <a:gd name="connsiteY319" fmla="*/ 5089585 h 6858000"/>
              <a:gd name="connsiteX320" fmla="*/ 5263764 w 7467600"/>
              <a:gd name="connsiteY320" fmla="*/ 4735525 h 6858000"/>
              <a:gd name="connsiteX321" fmla="*/ 4086300 w 7467600"/>
              <a:gd name="connsiteY321" fmla="*/ 4884599 h 6858000"/>
              <a:gd name="connsiteX322" fmla="*/ 4085485 w 7467600"/>
              <a:gd name="connsiteY322" fmla="*/ 4899070 h 6858000"/>
              <a:gd name="connsiteX323" fmla="*/ 3871915 w 7467600"/>
              <a:gd name="connsiteY323" fmla="*/ 5253645 h 6858000"/>
              <a:gd name="connsiteX324" fmla="*/ 3799374 w 7467600"/>
              <a:gd name="connsiteY324" fmla="*/ 5466127 h 6858000"/>
              <a:gd name="connsiteX325" fmla="*/ 3498850 w 7467600"/>
              <a:gd name="connsiteY325" fmla="*/ 6661888 h 6858000"/>
              <a:gd name="connsiteX326" fmla="*/ 3399216 w 7467600"/>
              <a:gd name="connsiteY326" fmla="*/ 6858000 h 6858000"/>
              <a:gd name="connsiteX327" fmla="*/ 3303688 w 7467600"/>
              <a:gd name="connsiteY327" fmla="*/ 6858000 h 6858000"/>
              <a:gd name="connsiteX328" fmla="*/ 3391774 w 7467600"/>
              <a:gd name="connsiteY328" fmla="*/ 6697181 h 6858000"/>
              <a:gd name="connsiteX329" fmla="*/ 3735540 w 7467600"/>
              <a:gd name="connsiteY329" fmla="*/ 5546923 h 6858000"/>
              <a:gd name="connsiteX330" fmla="*/ 3729438 w 7467600"/>
              <a:gd name="connsiteY330" fmla="*/ 5569058 h 6858000"/>
              <a:gd name="connsiteX331" fmla="*/ 3707782 w 7467600"/>
              <a:gd name="connsiteY331" fmla="*/ 5644908 h 6858000"/>
              <a:gd name="connsiteX332" fmla="*/ 3583827 w 7467600"/>
              <a:gd name="connsiteY332" fmla="*/ 6039215 h 6858000"/>
              <a:gd name="connsiteX333" fmla="*/ 3547861 w 7467600"/>
              <a:gd name="connsiteY333" fmla="*/ 6129609 h 6858000"/>
              <a:gd name="connsiteX334" fmla="*/ 3490905 w 7467600"/>
              <a:gd name="connsiteY334" fmla="*/ 6277660 h 6858000"/>
              <a:gd name="connsiteX335" fmla="*/ 3455859 w 7467600"/>
              <a:gd name="connsiteY335" fmla="*/ 6391301 h 6858000"/>
              <a:gd name="connsiteX336" fmla="*/ 3429112 w 7467600"/>
              <a:gd name="connsiteY336" fmla="*/ 6479469 h 6858000"/>
              <a:gd name="connsiteX337" fmla="*/ 3304862 w 7467600"/>
              <a:gd name="connsiteY337" fmla="*/ 6796476 h 6858000"/>
              <a:gd name="connsiteX338" fmla="*/ 3276071 w 7467600"/>
              <a:gd name="connsiteY338" fmla="*/ 6858000 h 6858000"/>
              <a:gd name="connsiteX339" fmla="*/ 3240805 w 7467600"/>
              <a:gd name="connsiteY339" fmla="*/ 6858000 h 6858000"/>
              <a:gd name="connsiteX340" fmla="*/ 3275917 w 7467600"/>
              <a:gd name="connsiteY340" fmla="*/ 6783192 h 6858000"/>
              <a:gd name="connsiteX341" fmla="*/ 3399358 w 7467600"/>
              <a:gd name="connsiteY341" fmla="*/ 6469011 h 6858000"/>
              <a:gd name="connsiteX342" fmla="*/ 3425650 w 7467600"/>
              <a:gd name="connsiteY342" fmla="*/ 6381333 h 6858000"/>
              <a:gd name="connsiteX343" fmla="*/ 3460661 w 7467600"/>
              <a:gd name="connsiteY343" fmla="*/ 6266763 h 6858000"/>
              <a:gd name="connsiteX344" fmla="*/ 3518021 w 7467600"/>
              <a:gd name="connsiteY344" fmla="*/ 6117298 h 6858000"/>
              <a:gd name="connsiteX345" fmla="*/ 3554035 w 7467600"/>
              <a:gd name="connsiteY345" fmla="*/ 6027832 h 6858000"/>
              <a:gd name="connsiteX346" fmla="*/ 3677174 w 7467600"/>
              <a:gd name="connsiteY346" fmla="*/ 5636351 h 6858000"/>
              <a:gd name="connsiteX347" fmla="*/ 3698819 w 7467600"/>
              <a:gd name="connsiteY347" fmla="*/ 5560503 h 6858000"/>
              <a:gd name="connsiteX348" fmla="*/ 3702094 w 7467600"/>
              <a:gd name="connsiteY348" fmla="*/ 5549194 h 6858000"/>
              <a:gd name="connsiteX349" fmla="*/ 3398355 w 7467600"/>
              <a:gd name="connsiteY349" fmla="*/ 6094603 h 6858000"/>
              <a:gd name="connsiteX350" fmla="*/ 3193941 w 7467600"/>
              <a:gd name="connsiteY350" fmla="*/ 6798775 h 6858000"/>
              <a:gd name="connsiteX351" fmla="*/ 3184140 w 7467600"/>
              <a:gd name="connsiteY351" fmla="*/ 6858000 h 6858000"/>
              <a:gd name="connsiteX352" fmla="*/ 3099978 w 7467600"/>
              <a:gd name="connsiteY352" fmla="*/ 6858000 h 6858000"/>
              <a:gd name="connsiteX353" fmla="*/ 3101556 w 7467600"/>
              <a:gd name="connsiteY353" fmla="*/ 6843337 h 6858000"/>
              <a:gd name="connsiteX354" fmla="*/ 3370162 w 7467600"/>
              <a:gd name="connsiteY354" fmla="*/ 5785550 h 6858000"/>
              <a:gd name="connsiteX355" fmla="*/ 3746477 w 7467600"/>
              <a:gd name="connsiteY355" fmla="*/ 5377889 h 6858000"/>
              <a:gd name="connsiteX356" fmla="*/ 3863399 w 7467600"/>
              <a:gd name="connsiteY356" fmla="*/ 5087257 h 6858000"/>
              <a:gd name="connsiteX357" fmla="*/ 3968712 w 7467600"/>
              <a:gd name="connsiteY357" fmla="*/ 4913989 h 6858000"/>
              <a:gd name="connsiteX358" fmla="*/ 2792390 w 7467600"/>
              <a:gd name="connsiteY358" fmla="*/ 5382974 h 6858000"/>
              <a:gd name="connsiteX359" fmla="*/ 2714982 w 7467600"/>
              <a:gd name="connsiteY359" fmla="*/ 5427051 h 6858000"/>
              <a:gd name="connsiteX360" fmla="*/ 2813361 w 7467600"/>
              <a:gd name="connsiteY360" fmla="*/ 6023912 h 6858000"/>
              <a:gd name="connsiteX361" fmla="*/ 2688430 w 7467600"/>
              <a:gd name="connsiteY361" fmla="*/ 6801564 h 6858000"/>
              <a:gd name="connsiteX362" fmla="*/ 2629626 w 7467600"/>
              <a:gd name="connsiteY362" fmla="*/ 6763394 h 6858000"/>
              <a:gd name="connsiteX363" fmla="*/ 2565328 w 7467600"/>
              <a:gd name="connsiteY363" fmla="*/ 5516399 h 6858000"/>
              <a:gd name="connsiteX364" fmla="*/ 1922999 w 7467600"/>
              <a:gd name="connsiteY364" fmla="*/ 5980343 h 6858000"/>
              <a:gd name="connsiteX365" fmla="*/ 1950261 w 7467600"/>
              <a:gd name="connsiteY365" fmla="*/ 6405858 h 6858000"/>
              <a:gd name="connsiteX366" fmla="*/ 2365554 w 7467600"/>
              <a:gd name="connsiteY366" fmla="*/ 6759107 h 6858000"/>
              <a:gd name="connsiteX367" fmla="*/ 2424142 w 7467600"/>
              <a:gd name="connsiteY367" fmla="*/ 6858000 h 6858000"/>
              <a:gd name="connsiteX368" fmla="*/ 2395994 w 7467600"/>
              <a:gd name="connsiteY368" fmla="*/ 6858000 h 6858000"/>
              <a:gd name="connsiteX369" fmla="*/ 2392863 w 7467600"/>
              <a:gd name="connsiteY369" fmla="*/ 6852964 h 6858000"/>
              <a:gd name="connsiteX370" fmla="*/ 2017589 w 7467600"/>
              <a:gd name="connsiteY370" fmla="*/ 6493982 h 6858000"/>
              <a:gd name="connsiteX371" fmla="*/ 2147336 w 7467600"/>
              <a:gd name="connsiteY371" fmla="*/ 6594052 h 6858000"/>
              <a:gd name="connsiteX372" fmla="*/ 2207047 w 7467600"/>
              <a:gd name="connsiteY372" fmla="*/ 6654540 h 6858000"/>
              <a:gd name="connsiteX373" fmla="*/ 2299106 w 7467600"/>
              <a:gd name="connsiteY373" fmla="*/ 6778931 h 6858000"/>
              <a:gd name="connsiteX374" fmla="*/ 2314430 w 7467600"/>
              <a:gd name="connsiteY374" fmla="*/ 6801144 h 6858000"/>
              <a:gd name="connsiteX375" fmla="*/ 2352406 w 7467600"/>
              <a:gd name="connsiteY375" fmla="*/ 6858000 h 6858000"/>
              <a:gd name="connsiteX376" fmla="*/ 2314492 w 7467600"/>
              <a:gd name="connsiteY376" fmla="*/ 6858000 h 6858000"/>
              <a:gd name="connsiteX377" fmla="*/ 2288095 w 7467600"/>
              <a:gd name="connsiteY377" fmla="*/ 6818030 h 6858000"/>
              <a:gd name="connsiteX378" fmla="*/ 2272768 w 7467600"/>
              <a:gd name="connsiteY378" fmla="*/ 6795822 h 6858000"/>
              <a:gd name="connsiteX379" fmla="*/ 2182715 w 7467600"/>
              <a:gd name="connsiteY379" fmla="*/ 6675071 h 6858000"/>
              <a:gd name="connsiteX380" fmla="*/ 2032061 w 7467600"/>
              <a:gd name="connsiteY380" fmla="*/ 6541380 h 6858000"/>
              <a:gd name="connsiteX381" fmla="*/ 2257220 w 7467600"/>
              <a:gd name="connsiteY381" fmla="*/ 6826257 h 6858000"/>
              <a:gd name="connsiteX382" fmla="*/ 2281324 w 7467600"/>
              <a:gd name="connsiteY382" fmla="*/ 6858000 h 6858000"/>
              <a:gd name="connsiteX383" fmla="*/ 2242860 w 7467600"/>
              <a:gd name="connsiteY383" fmla="*/ 6858000 h 6858000"/>
              <a:gd name="connsiteX384" fmla="*/ 2232818 w 7467600"/>
              <a:gd name="connsiteY384" fmla="*/ 6844926 h 6858000"/>
              <a:gd name="connsiteX385" fmla="*/ 1990172 w 7467600"/>
              <a:gd name="connsiteY385" fmla="*/ 6542121 h 6858000"/>
              <a:gd name="connsiteX386" fmla="*/ 2124090 w 7467600"/>
              <a:gd name="connsiteY386" fmla="*/ 6761017 h 6858000"/>
              <a:gd name="connsiteX387" fmla="*/ 2200380 w 7467600"/>
              <a:gd name="connsiteY387" fmla="*/ 6858000 h 6858000"/>
              <a:gd name="connsiteX388" fmla="*/ 2147507 w 7467600"/>
              <a:gd name="connsiteY388" fmla="*/ 6858000 h 6858000"/>
              <a:gd name="connsiteX389" fmla="*/ 2070668 w 7467600"/>
              <a:gd name="connsiteY389" fmla="*/ 6761520 h 6858000"/>
              <a:gd name="connsiteX390" fmla="*/ 1975142 w 7467600"/>
              <a:gd name="connsiteY390" fmla="*/ 6585570 h 6858000"/>
              <a:gd name="connsiteX391" fmla="*/ 2050035 w 7467600"/>
              <a:gd name="connsiteY391" fmla="*/ 6813345 h 6858000"/>
              <a:gd name="connsiteX392" fmla="*/ 2063025 w 7467600"/>
              <a:gd name="connsiteY392" fmla="*/ 6858000 h 6858000"/>
              <a:gd name="connsiteX393" fmla="*/ 2021675 w 7467600"/>
              <a:gd name="connsiteY393" fmla="*/ 6858000 h 6858000"/>
              <a:gd name="connsiteX394" fmla="*/ 2019308 w 7467600"/>
              <a:gd name="connsiteY394" fmla="*/ 6847118 h 6858000"/>
              <a:gd name="connsiteX395" fmla="*/ 1938835 w 7467600"/>
              <a:gd name="connsiteY395" fmla="*/ 6551160 h 6858000"/>
              <a:gd name="connsiteX396" fmla="*/ 1953230 w 7467600"/>
              <a:gd name="connsiteY396" fmla="*/ 6759699 h 6858000"/>
              <a:gd name="connsiteX397" fmla="*/ 1956763 w 7467600"/>
              <a:gd name="connsiteY397" fmla="*/ 6778191 h 6858000"/>
              <a:gd name="connsiteX398" fmla="*/ 1967925 w 7467600"/>
              <a:gd name="connsiteY398" fmla="*/ 6858000 h 6858000"/>
              <a:gd name="connsiteX399" fmla="*/ 1936622 w 7467600"/>
              <a:gd name="connsiteY399" fmla="*/ 6858000 h 6858000"/>
              <a:gd name="connsiteX400" fmla="*/ 1926261 w 7467600"/>
              <a:gd name="connsiteY400" fmla="*/ 6784064 h 6858000"/>
              <a:gd name="connsiteX401" fmla="*/ 1922724 w 7467600"/>
              <a:gd name="connsiteY401" fmla="*/ 6765577 h 6858000"/>
              <a:gd name="connsiteX402" fmla="*/ 1904650 w 7467600"/>
              <a:gd name="connsiteY402" fmla="*/ 6639616 h 6858000"/>
              <a:gd name="connsiteX403" fmla="*/ 1885273 w 7467600"/>
              <a:gd name="connsiteY403" fmla="*/ 6858000 h 6858000"/>
              <a:gd name="connsiteX404" fmla="*/ 1854363 w 7467600"/>
              <a:gd name="connsiteY404" fmla="*/ 6858000 h 6858000"/>
              <a:gd name="connsiteX405" fmla="*/ 1880391 w 7467600"/>
              <a:gd name="connsiteY405" fmla="*/ 6603796 h 6858000"/>
              <a:gd name="connsiteX406" fmla="*/ 1818273 w 7467600"/>
              <a:gd name="connsiteY406" fmla="*/ 6715729 h 6858000"/>
              <a:gd name="connsiteX407" fmla="*/ 1794691 w 7467600"/>
              <a:gd name="connsiteY407" fmla="*/ 6843239 h 6858000"/>
              <a:gd name="connsiteX408" fmla="*/ 1794914 w 7467600"/>
              <a:gd name="connsiteY408" fmla="*/ 6858000 h 6858000"/>
              <a:gd name="connsiteX409" fmla="*/ 1746128 w 7467600"/>
              <a:gd name="connsiteY409" fmla="*/ 6858000 h 6858000"/>
              <a:gd name="connsiteX410" fmla="*/ 1753934 w 7467600"/>
              <a:gd name="connsiteY410" fmla="*/ 6724796 h 6858000"/>
              <a:gd name="connsiteX411" fmla="*/ 1792053 w 7467600"/>
              <a:gd name="connsiteY411" fmla="*/ 6572396 h 6858000"/>
              <a:gd name="connsiteX412" fmla="*/ 1862248 w 7467600"/>
              <a:gd name="connsiteY412" fmla="*/ 6266397 h 6858000"/>
              <a:gd name="connsiteX413" fmla="*/ 1862250 w 7467600"/>
              <a:gd name="connsiteY413" fmla="*/ 6033531 h 6858000"/>
              <a:gd name="connsiteX414" fmla="*/ 1211999 w 7467600"/>
              <a:gd name="connsiteY414" fmla="*/ 6683610 h 6858000"/>
              <a:gd name="connsiteX415" fmla="*/ 1213266 w 7467600"/>
              <a:gd name="connsiteY415" fmla="*/ 6691947 h 6858000"/>
              <a:gd name="connsiteX416" fmla="*/ 1203370 w 7467600"/>
              <a:gd name="connsiteY416" fmla="*/ 6850676 h 6858000"/>
              <a:gd name="connsiteX417" fmla="*/ 1203671 w 7467600"/>
              <a:gd name="connsiteY417" fmla="*/ 6858000 h 6858000"/>
              <a:gd name="connsiteX418" fmla="*/ 1143180 w 7467600"/>
              <a:gd name="connsiteY418" fmla="*/ 6858000 h 6858000"/>
              <a:gd name="connsiteX419" fmla="*/ 1142176 w 7467600"/>
              <a:gd name="connsiteY419" fmla="*/ 6766045 h 6858000"/>
              <a:gd name="connsiteX420" fmla="*/ 1067484 w 7467600"/>
              <a:gd name="connsiteY420" fmla="*/ 6858000 h 6858000"/>
              <a:gd name="connsiteX421" fmla="*/ 953928 w 7467600"/>
              <a:gd name="connsiteY421" fmla="*/ 6858000 h 6858000"/>
              <a:gd name="connsiteX422" fmla="*/ 959715 w 7467600"/>
              <a:gd name="connsiteY422" fmla="*/ 6850185 h 6858000"/>
              <a:gd name="connsiteX423" fmla="*/ 1483788 w 7467600"/>
              <a:gd name="connsiteY423" fmla="*/ 6259174 h 6858000"/>
              <a:gd name="connsiteX424" fmla="*/ 1100671 w 7467600"/>
              <a:gd name="connsiteY424" fmla="*/ 6252137 h 6858000"/>
              <a:gd name="connsiteX425" fmla="*/ 1090144 w 7467600"/>
              <a:gd name="connsiteY425" fmla="*/ 6256748 h 6858000"/>
              <a:gd name="connsiteX426" fmla="*/ 1095872 w 7467600"/>
              <a:gd name="connsiteY426" fmla="*/ 6271892 h 6858000"/>
              <a:gd name="connsiteX427" fmla="*/ 262785 w 7467600"/>
              <a:gd name="connsiteY427" fmla="*/ 6845450 h 6858000"/>
              <a:gd name="connsiteX428" fmla="*/ 209968 w 7467600"/>
              <a:gd name="connsiteY428" fmla="*/ 6770713 h 6858000"/>
              <a:gd name="connsiteX429" fmla="*/ 873460 w 7467600"/>
              <a:gd name="connsiteY429" fmla="*/ 6253768 h 6858000"/>
              <a:gd name="connsiteX430" fmla="*/ 192686 w 7467600"/>
              <a:gd name="connsiteY430" fmla="*/ 5849257 h 6858000"/>
              <a:gd name="connsiteX431" fmla="*/ 4696 w 7467600"/>
              <a:gd name="connsiteY431" fmla="*/ 5697668 h 6858000"/>
              <a:gd name="connsiteX432" fmla="*/ 0 w 7467600"/>
              <a:gd name="connsiteY432" fmla="*/ 5689984 h 6858000"/>
              <a:gd name="connsiteX433" fmla="*/ 0 w 7467600"/>
              <a:gd name="connsiteY433" fmla="*/ 5513472 h 6858000"/>
              <a:gd name="connsiteX434" fmla="*/ 174101 w 7467600"/>
              <a:gd name="connsiteY434" fmla="*/ 5620277 h 6858000"/>
              <a:gd name="connsiteX435" fmla="*/ 891800 w 7467600"/>
              <a:gd name="connsiteY435" fmla="*/ 6036935 h 6858000"/>
              <a:gd name="connsiteX436" fmla="*/ 1072219 w 7467600"/>
              <a:gd name="connsiteY436" fmla="*/ 6169443 h 6858000"/>
              <a:gd name="connsiteX437" fmla="*/ 1074117 w 7467600"/>
              <a:gd name="connsiteY437" fmla="*/ 6170301 h 6858000"/>
              <a:gd name="connsiteX438" fmla="*/ 1083114 w 7467600"/>
              <a:gd name="connsiteY438" fmla="*/ 6174131 h 6858000"/>
              <a:gd name="connsiteX439" fmla="*/ 1543010 w 7467600"/>
              <a:gd name="connsiteY439" fmla="*/ 6191140 h 6858000"/>
              <a:gd name="connsiteX440" fmla="*/ 1551080 w 7467600"/>
              <a:gd name="connsiteY440" fmla="*/ 6195006 h 6858000"/>
              <a:gd name="connsiteX441" fmla="*/ 2345443 w 7467600"/>
              <a:gd name="connsiteY441" fmla="*/ 5549882 h 6858000"/>
              <a:gd name="connsiteX442" fmla="*/ 1721499 w 7467600"/>
              <a:gd name="connsiteY442" fmla="*/ 5599969 h 6858000"/>
              <a:gd name="connsiteX443" fmla="*/ 767716 w 7467600"/>
              <a:gd name="connsiteY443" fmla="*/ 5472768 h 6858000"/>
              <a:gd name="connsiteX444" fmla="*/ 722147 w 7467600"/>
              <a:gd name="connsiteY444" fmla="*/ 5393091 h 6858000"/>
              <a:gd name="connsiteX445" fmla="*/ 1485552 w 7467600"/>
              <a:gd name="connsiteY445" fmla="*/ 5313202 h 6858000"/>
              <a:gd name="connsiteX446" fmla="*/ 2143004 w 7467600"/>
              <a:gd name="connsiteY446" fmla="*/ 5402420 h 6858000"/>
              <a:gd name="connsiteX447" fmla="*/ 1933391 w 7467600"/>
              <a:gd name="connsiteY447" fmla="*/ 5156971 h 6858000"/>
              <a:gd name="connsiteX448" fmla="*/ 1827118 w 7467600"/>
              <a:gd name="connsiteY448" fmla="*/ 4968410 h 6858000"/>
              <a:gd name="connsiteX449" fmla="*/ 1837349 w 7467600"/>
              <a:gd name="connsiteY449" fmla="*/ 4956357 h 6858000"/>
              <a:gd name="connsiteX450" fmla="*/ 2162835 w 7467600"/>
              <a:gd name="connsiteY450" fmla="*/ 5187853 h 6858000"/>
              <a:gd name="connsiteX451" fmla="*/ 2257167 w 7467600"/>
              <a:gd name="connsiteY451" fmla="*/ 5462123 h 6858000"/>
              <a:gd name="connsiteX452" fmla="*/ 2261598 w 7467600"/>
              <a:gd name="connsiteY452" fmla="*/ 5467998 h 6858000"/>
              <a:gd name="connsiteX453" fmla="*/ 2437177 w 7467600"/>
              <a:gd name="connsiteY453" fmla="*/ 5479608 h 6858000"/>
              <a:gd name="connsiteX454" fmla="*/ 2445247 w 7467600"/>
              <a:gd name="connsiteY454" fmla="*/ 5483476 h 6858000"/>
              <a:gd name="connsiteX455" fmla="*/ 2743626 w 7467600"/>
              <a:gd name="connsiteY455" fmla="*/ 5304819 h 6858000"/>
              <a:gd name="connsiteX456" fmla="*/ 3048102 w 7467600"/>
              <a:gd name="connsiteY456" fmla="*/ 5150595 h 6858000"/>
              <a:gd name="connsiteX457" fmla="*/ 1799414 w 7467600"/>
              <a:gd name="connsiteY457" fmla="*/ 4694732 h 6858000"/>
              <a:gd name="connsiteX458" fmla="*/ 1771735 w 7467600"/>
              <a:gd name="connsiteY458" fmla="*/ 4619929 h 6858000"/>
              <a:gd name="connsiteX459" fmla="*/ 3104273 w 7467600"/>
              <a:gd name="connsiteY459" fmla="*/ 5076159 h 6858000"/>
              <a:gd name="connsiteX460" fmla="*/ 3113245 w 7467600"/>
              <a:gd name="connsiteY460" fmla="*/ 5090705 h 6858000"/>
              <a:gd name="connsiteX461" fmla="*/ 3126294 w 7467600"/>
              <a:gd name="connsiteY461" fmla="*/ 5114400 h 6858000"/>
              <a:gd name="connsiteX462" fmla="*/ 3937433 w 7467600"/>
              <a:gd name="connsiteY462" fmla="*/ 4830473 h 6858000"/>
              <a:gd name="connsiteX463" fmla="*/ 3590475 w 7467600"/>
              <a:gd name="connsiteY463" fmla="*/ 4597974 h 6858000"/>
              <a:gd name="connsiteX464" fmla="*/ 3100264 w 7467600"/>
              <a:gd name="connsiteY464" fmla="*/ 4579845 h 6858000"/>
              <a:gd name="connsiteX465" fmla="*/ 2183576 w 7467600"/>
              <a:gd name="connsiteY465" fmla="*/ 4227150 h 6858000"/>
              <a:gd name="connsiteX466" fmla="*/ 2151029 w 7467600"/>
              <a:gd name="connsiteY466" fmla="*/ 4146947 h 6858000"/>
              <a:gd name="connsiteX467" fmla="*/ 3563434 w 7467600"/>
              <a:gd name="connsiteY467" fmla="*/ 4469115 h 6858000"/>
              <a:gd name="connsiteX468" fmla="*/ 3177952 w 7467600"/>
              <a:gd name="connsiteY468" fmla="*/ 3657386 h 6858000"/>
              <a:gd name="connsiteX469" fmla="*/ 3189263 w 7467600"/>
              <a:gd name="connsiteY469" fmla="*/ 3625726 h 6858000"/>
              <a:gd name="connsiteX470" fmla="*/ 3560912 w 7467600"/>
              <a:gd name="connsiteY470" fmla="*/ 4079863 h 6858000"/>
              <a:gd name="connsiteX471" fmla="*/ 3626636 w 7467600"/>
              <a:gd name="connsiteY471" fmla="*/ 4512230 h 6858000"/>
              <a:gd name="connsiteX472" fmla="*/ 3653088 w 7467600"/>
              <a:gd name="connsiteY472" fmla="*/ 4521417 h 6858000"/>
              <a:gd name="connsiteX473" fmla="*/ 3988128 w 7467600"/>
              <a:gd name="connsiteY473" fmla="*/ 4817267 h 6858000"/>
              <a:gd name="connsiteX474" fmla="*/ 4830582 w 7467600"/>
              <a:gd name="connsiteY474" fmla="*/ 4676000 h 6858000"/>
              <a:gd name="connsiteX475" fmla="*/ 4830100 w 7467600"/>
              <a:gd name="connsiteY475" fmla="*/ 4675554 h 6858000"/>
              <a:gd name="connsiteX476" fmla="*/ 4036318 w 7467600"/>
              <a:gd name="connsiteY476" fmla="*/ 4147013 h 6858000"/>
              <a:gd name="connsiteX477" fmla="*/ 3432098 w 7467600"/>
              <a:gd name="connsiteY477" fmla="*/ 3537312 h 6858000"/>
              <a:gd name="connsiteX478" fmla="*/ 3446761 w 7467600"/>
              <a:gd name="connsiteY478" fmla="*/ 3461278 h 6858000"/>
              <a:gd name="connsiteX479" fmla="*/ 4419733 w 7467600"/>
              <a:gd name="connsiteY479" fmla="*/ 3963555 h 6858000"/>
              <a:gd name="connsiteX480" fmla="*/ 4781371 w 7467600"/>
              <a:gd name="connsiteY480" fmla="*/ 4458604 h 6858000"/>
              <a:gd name="connsiteX481" fmla="*/ 4780440 w 7467600"/>
              <a:gd name="connsiteY481" fmla="*/ 4470290 h 6858000"/>
              <a:gd name="connsiteX482" fmla="*/ 4898954 w 7467600"/>
              <a:gd name="connsiteY482" fmla="*/ 4662092 h 6858000"/>
              <a:gd name="connsiteX483" fmla="*/ 4900699 w 7467600"/>
              <a:gd name="connsiteY483" fmla="*/ 4670867 h 6858000"/>
              <a:gd name="connsiteX484" fmla="*/ 5714511 w 7467600"/>
              <a:gd name="connsiteY484" fmla="*/ 4663483 h 6858000"/>
              <a:gd name="connsiteX485" fmla="*/ 5464793 w 7467600"/>
              <a:gd name="connsiteY485" fmla="*/ 4393556 h 6858000"/>
              <a:gd name="connsiteX486" fmla="*/ 5461897 w 7467600"/>
              <a:gd name="connsiteY486" fmla="*/ 4390879 h 6858000"/>
              <a:gd name="connsiteX487" fmla="*/ 4294126 w 7467600"/>
              <a:gd name="connsiteY487" fmla="*/ 3303048 h 6858000"/>
              <a:gd name="connsiteX488" fmla="*/ 4305321 w 7467600"/>
              <a:gd name="connsiteY488" fmla="*/ 3256953 h 6858000"/>
              <a:gd name="connsiteX489" fmla="*/ 4949299 w 7467600"/>
              <a:gd name="connsiteY489" fmla="*/ 3766336 h 6858000"/>
              <a:gd name="connsiteX490" fmla="*/ 5291452 w 7467600"/>
              <a:gd name="connsiteY490" fmla="*/ 4076801 h 6858000"/>
              <a:gd name="connsiteX491" fmla="*/ 5434998 w 7467600"/>
              <a:gd name="connsiteY491" fmla="*/ 4254100 h 6858000"/>
              <a:gd name="connsiteX492" fmla="*/ 5351015 w 7467600"/>
              <a:gd name="connsiteY492" fmla="*/ 3760989 h 6858000"/>
              <a:gd name="connsiteX493" fmla="*/ 5413780 w 7467600"/>
              <a:gd name="connsiteY493" fmla="*/ 2966265 h 6858000"/>
              <a:gd name="connsiteX494" fmla="*/ 5425627 w 7467600"/>
              <a:gd name="connsiteY494" fmla="*/ 2954192 h 6858000"/>
              <a:gd name="connsiteX495" fmla="*/ 6604735 w 7467600"/>
              <a:gd name="connsiteY495" fmla="*/ 2041381 h 6858000"/>
              <a:gd name="connsiteX496" fmla="*/ 7204487 w 7467600"/>
              <a:gd name="connsiteY496" fmla="*/ 2742112 h 6858000"/>
              <a:gd name="connsiteX497" fmla="*/ 7131592 w 7467600"/>
              <a:gd name="connsiteY497" fmla="*/ 2672096 h 6858000"/>
              <a:gd name="connsiteX498" fmla="*/ 6996344 w 7467600"/>
              <a:gd name="connsiteY498" fmla="*/ 2518310 h 6858000"/>
              <a:gd name="connsiteX499" fmla="*/ 6735495 w 7467600"/>
              <a:gd name="connsiteY499" fmla="*/ 2196890 h 6858000"/>
              <a:gd name="connsiteX500" fmla="*/ 6721901 w 7467600"/>
              <a:gd name="connsiteY500" fmla="*/ 2179274 h 6858000"/>
              <a:gd name="connsiteX501" fmla="*/ 6604735 w 7467600"/>
              <a:gd name="connsiteY501" fmla="*/ 2041381 h 6858000"/>
              <a:gd name="connsiteX502" fmla="*/ 6591670 w 7467600"/>
              <a:gd name="connsiteY502" fmla="*/ 1988277 h 6858000"/>
              <a:gd name="connsiteX503" fmla="*/ 6747349 w 7467600"/>
              <a:gd name="connsiteY503" fmla="*/ 2160069 h 6858000"/>
              <a:gd name="connsiteX504" fmla="*/ 6760943 w 7467600"/>
              <a:gd name="connsiteY504" fmla="*/ 2177686 h 6858000"/>
              <a:gd name="connsiteX505" fmla="*/ 7021065 w 7467600"/>
              <a:gd name="connsiteY505" fmla="*/ 2498102 h 6858000"/>
              <a:gd name="connsiteX506" fmla="*/ 7155223 w 7467600"/>
              <a:gd name="connsiteY506" fmla="*/ 2650386 h 6858000"/>
              <a:gd name="connsiteX507" fmla="*/ 7203167 w 7467600"/>
              <a:gd name="connsiteY507" fmla="*/ 2697288 h 6858000"/>
              <a:gd name="connsiteX508" fmla="*/ 6937703 w 7467600"/>
              <a:gd name="connsiteY508" fmla="*/ 2321981 h 6858000"/>
              <a:gd name="connsiteX509" fmla="*/ 6591670 w 7467600"/>
              <a:gd name="connsiteY509" fmla="*/ 1988277 h 6858000"/>
              <a:gd name="connsiteX510" fmla="*/ 5798671 w 7467600"/>
              <a:gd name="connsiteY510" fmla="*/ 1981601 h 6858000"/>
              <a:gd name="connsiteX511" fmla="*/ 5754709 w 7467600"/>
              <a:gd name="connsiteY511" fmla="*/ 2071454 h 6858000"/>
              <a:gd name="connsiteX512" fmla="*/ 5763044 w 7467600"/>
              <a:gd name="connsiteY512" fmla="*/ 2842206 h 6858000"/>
              <a:gd name="connsiteX513" fmla="*/ 5764974 w 7467600"/>
              <a:gd name="connsiteY513" fmla="*/ 2799609 h 6858000"/>
              <a:gd name="connsiteX514" fmla="*/ 5767665 w 7467600"/>
              <a:gd name="connsiteY514" fmla="*/ 2666409 h 6858000"/>
              <a:gd name="connsiteX515" fmla="*/ 5763055 w 7467600"/>
              <a:gd name="connsiteY515" fmla="*/ 2579705 h 6858000"/>
              <a:gd name="connsiteX516" fmla="*/ 5758079 w 7467600"/>
              <a:gd name="connsiteY516" fmla="*/ 2492508 h 6858000"/>
              <a:gd name="connsiteX517" fmla="*/ 5779325 w 7467600"/>
              <a:gd name="connsiteY517" fmla="*/ 2197069 h 6858000"/>
              <a:gd name="connsiteX518" fmla="*/ 5798671 w 7467600"/>
              <a:gd name="connsiteY518" fmla="*/ 1981601 h 6858000"/>
              <a:gd name="connsiteX519" fmla="*/ 5829202 w 7467600"/>
              <a:gd name="connsiteY519" fmla="*/ 1971679 h 6858000"/>
              <a:gd name="connsiteX520" fmla="*/ 5809558 w 7467600"/>
              <a:gd name="connsiteY520" fmla="*/ 2198043 h 6858000"/>
              <a:gd name="connsiteX521" fmla="*/ 5788653 w 7467600"/>
              <a:gd name="connsiteY521" fmla="*/ 2489430 h 6858000"/>
              <a:gd name="connsiteX522" fmla="*/ 5793439 w 7467600"/>
              <a:gd name="connsiteY522" fmla="*/ 2575235 h 6858000"/>
              <a:gd name="connsiteX523" fmla="*/ 5796837 w 7467600"/>
              <a:gd name="connsiteY523" fmla="*/ 2637633 h 6858000"/>
              <a:gd name="connsiteX524" fmla="*/ 5818614 w 7467600"/>
              <a:gd name="connsiteY524" fmla="*/ 2473055 h 6858000"/>
              <a:gd name="connsiteX525" fmla="*/ 5829202 w 7467600"/>
              <a:gd name="connsiteY525" fmla="*/ 1971679 h 6858000"/>
              <a:gd name="connsiteX526" fmla="*/ 5911389 w 7467600"/>
              <a:gd name="connsiteY526" fmla="*/ 1898371 h 6858000"/>
              <a:gd name="connsiteX527" fmla="*/ 6237627 w 7467600"/>
              <a:gd name="connsiteY527" fmla="*/ 2231921 h 6858000"/>
              <a:gd name="connsiteX528" fmla="*/ 5911389 w 7467600"/>
              <a:gd name="connsiteY528" fmla="*/ 1898371 h 6858000"/>
              <a:gd name="connsiteX529" fmla="*/ 6944437 w 7467600"/>
              <a:gd name="connsiteY529" fmla="*/ 1575402 h 6858000"/>
              <a:gd name="connsiteX530" fmla="*/ 6304730 w 7467600"/>
              <a:gd name="connsiteY530" fmla="*/ 1766654 h 6858000"/>
              <a:gd name="connsiteX531" fmla="*/ 6944437 w 7467600"/>
              <a:gd name="connsiteY531" fmla="*/ 1575402 h 6858000"/>
              <a:gd name="connsiteX532" fmla="*/ 7019523 w 7467600"/>
              <a:gd name="connsiteY532" fmla="*/ 1519450 h 6858000"/>
              <a:gd name="connsiteX533" fmla="*/ 6298091 w 7467600"/>
              <a:gd name="connsiteY533" fmla="*/ 1737122 h 6858000"/>
              <a:gd name="connsiteX534" fmla="*/ 7019523 w 7467600"/>
              <a:gd name="connsiteY534" fmla="*/ 1519450 h 6858000"/>
              <a:gd name="connsiteX535" fmla="*/ 2399523 w 7467600"/>
              <a:gd name="connsiteY535" fmla="*/ 1428234 h 6858000"/>
              <a:gd name="connsiteX536" fmla="*/ 2224982 w 7467600"/>
              <a:gd name="connsiteY536" fmla="*/ 1826201 h 6858000"/>
              <a:gd name="connsiteX537" fmla="*/ 2096099 w 7467600"/>
              <a:gd name="connsiteY537" fmla="*/ 2345900 h 6858000"/>
              <a:gd name="connsiteX538" fmla="*/ 2283317 w 7467600"/>
              <a:gd name="connsiteY538" fmla="*/ 1796925 h 6858000"/>
              <a:gd name="connsiteX539" fmla="*/ 2399523 w 7467600"/>
              <a:gd name="connsiteY539" fmla="*/ 1428234 h 6858000"/>
              <a:gd name="connsiteX540" fmla="*/ 2448558 w 7467600"/>
              <a:gd name="connsiteY540" fmla="*/ 1373435 h 6858000"/>
              <a:gd name="connsiteX541" fmla="*/ 2312521 w 7467600"/>
              <a:gd name="connsiteY541" fmla="*/ 1806140 h 6858000"/>
              <a:gd name="connsiteX542" fmla="*/ 2127533 w 7467600"/>
              <a:gd name="connsiteY542" fmla="*/ 2348380 h 6858000"/>
              <a:gd name="connsiteX543" fmla="*/ 2358080 w 7467600"/>
              <a:gd name="connsiteY543" fmla="*/ 1866134 h 6858000"/>
              <a:gd name="connsiteX544" fmla="*/ 2407436 w 7467600"/>
              <a:gd name="connsiteY544" fmla="*/ 1651070 h 6858000"/>
              <a:gd name="connsiteX545" fmla="*/ 2448558 w 7467600"/>
              <a:gd name="connsiteY545" fmla="*/ 1373435 h 6858000"/>
              <a:gd name="connsiteX546" fmla="*/ 278707 w 7467600"/>
              <a:gd name="connsiteY546" fmla="*/ 1352270 h 6858000"/>
              <a:gd name="connsiteX547" fmla="*/ 321570 w 7467600"/>
              <a:gd name="connsiteY547" fmla="*/ 1861610 h 6858000"/>
              <a:gd name="connsiteX548" fmla="*/ 294281 w 7467600"/>
              <a:gd name="connsiteY548" fmla="*/ 1440658 h 6858000"/>
              <a:gd name="connsiteX549" fmla="*/ 278707 w 7467600"/>
              <a:gd name="connsiteY549" fmla="*/ 1352270 h 6858000"/>
              <a:gd name="connsiteX550" fmla="*/ 1423821 w 7467600"/>
              <a:gd name="connsiteY550" fmla="*/ 1351958 h 6858000"/>
              <a:gd name="connsiteX551" fmla="*/ 1638521 w 7467600"/>
              <a:gd name="connsiteY551" fmla="*/ 1908470 h 6858000"/>
              <a:gd name="connsiteX552" fmla="*/ 1754199 w 7467600"/>
              <a:gd name="connsiteY552" fmla="*/ 2149284 h 6858000"/>
              <a:gd name="connsiteX553" fmla="*/ 1908359 w 7467600"/>
              <a:gd name="connsiteY553" fmla="*/ 2364988 h 6858000"/>
              <a:gd name="connsiteX554" fmla="*/ 1647661 w 7467600"/>
              <a:gd name="connsiteY554" fmla="*/ 1825945 h 6858000"/>
              <a:gd name="connsiteX555" fmla="*/ 1423821 w 7467600"/>
              <a:gd name="connsiteY555" fmla="*/ 1351958 h 6858000"/>
              <a:gd name="connsiteX556" fmla="*/ 1431890 w 7467600"/>
              <a:gd name="connsiteY556" fmla="*/ 1306475 h 6858000"/>
              <a:gd name="connsiteX557" fmla="*/ 1507597 w 7467600"/>
              <a:gd name="connsiteY557" fmla="*/ 1446132 h 6858000"/>
              <a:gd name="connsiteX558" fmla="*/ 1674586 w 7467600"/>
              <a:gd name="connsiteY558" fmla="*/ 1813832 h 6858000"/>
              <a:gd name="connsiteX559" fmla="*/ 1815950 w 7467600"/>
              <a:gd name="connsiteY559" fmla="*/ 2128564 h 6858000"/>
              <a:gd name="connsiteX560" fmla="*/ 1984242 w 7467600"/>
              <a:gd name="connsiteY560" fmla="*/ 2430829 h 6858000"/>
              <a:gd name="connsiteX561" fmla="*/ 2014023 w 7467600"/>
              <a:gd name="connsiteY561" fmla="*/ 2450995 h 6858000"/>
              <a:gd name="connsiteX562" fmla="*/ 1747337 w 7467600"/>
              <a:gd name="connsiteY562" fmla="*/ 1855264 h 6858000"/>
              <a:gd name="connsiteX563" fmla="*/ 1533749 w 7467600"/>
              <a:gd name="connsiteY563" fmla="*/ 1478656 h 6858000"/>
              <a:gd name="connsiteX564" fmla="*/ 1431890 w 7467600"/>
              <a:gd name="connsiteY564" fmla="*/ 1306475 h 6858000"/>
              <a:gd name="connsiteX565" fmla="*/ 5052692 w 7467600"/>
              <a:gd name="connsiteY565" fmla="*/ 1292994 h 6858000"/>
              <a:gd name="connsiteX566" fmla="*/ 5200661 w 7467600"/>
              <a:gd name="connsiteY566" fmla="*/ 1635186 h 6858000"/>
              <a:gd name="connsiteX567" fmla="*/ 5297138 w 7467600"/>
              <a:gd name="connsiteY567" fmla="*/ 1906351 h 6858000"/>
              <a:gd name="connsiteX568" fmla="*/ 5052692 w 7467600"/>
              <a:gd name="connsiteY568" fmla="*/ 1292994 h 6858000"/>
              <a:gd name="connsiteX569" fmla="*/ 5009948 w 7467600"/>
              <a:gd name="connsiteY569" fmla="*/ 1273619 h 6858000"/>
              <a:gd name="connsiteX570" fmla="*/ 5121777 w 7467600"/>
              <a:gd name="connsiteY570" fmla="*/ 1654213 h 6858000"/>
              <a:gd name="connsiteX571" fmla="*/ 5293545 w 7467600"/>
              <a:gd name="connsiteY571" fmla="*/ 2072247 h 6858000"/>
              <a:gd name="connsiteX572" fmla="*/ 5294042 w 7467600"/>
              <a:gd name="connsiteY572" fmla="*/ 2065019 h 6858000"/>
              <a:gd name="connsiteX573" fmla="*/ 5171936 w 7467600"/>
              <a:gd name="connsiteY573" fmla="*/ 1647613 h 6858000"/>
              <a:gd name="connsiteX574" fmla="*/ 5009948 w 7467600"/>
              <a:gd name="connsiteY574" fmla="*/ 1273619 h 6858000"/>
              <a:gd name="connsiteX575" fmla="*/ 655236 w 7467600"/>
              <a:gd name="connsiteY575" fmla="*/ 1268632 h 6858000"/>
              <a:gd name="connsiteX576" fmla="*/ 839521 w 7467600"/>
              <a:gd name="connsiteY576" fmla="*/ 1685315 h 6858000"/>
              <a:gd name="connsiteX577" fmla="*/ 1109416 w 7467600"/>
              <a:gd name="connsiteY577" fmla="*/ 2061663 h 6858000"/>
              <a:gd name="connsiteX578" fmla="*/ 1298300 w 7467600"/>
              <a:gd name="connsiteY578" fmla="*/ 2247742 h 6858000"/>
              <a:gd name="connsiteX579" fmla="*/ 1125871 w 7467600"/>
              <a:gd name="connsiteY579" fmla="*/ 1989513 h 6858000"/>
              <a:gd name="connsiteX580" fmla="*/ 981574 w 7467600"/>
              <a:gd name="connsiteY580" fmla="*/ 1783157 h 6858000"/>
              <a:gd name="connsiteX581" fmla="*/ 922198 w 7467600"/>
              <a:gd name="connsiteY581" fmla="*/ 1677437 h 6858000"/>
              <a:gd name="connsiteX582" fmla="*/ 869293 w 7467600"/>
              <a:gd name="connsiteY582" fmla="*/ 1583214 h 6858000"/>
              <a:gd name="connsiteX583" fmla="*/ 751431 w 7467600"/>
              <a:gd name="connsiteY583" fmla="*/ 1405731 h 6858000"/>
              <a:gd name="connsiteX584" fmla="*/ 655236 w 7467600"/>
              <a:gd name="connsiteY584" fmla="*/ 1268632 h 6858000"/>
              <a:gd name="connsiteX585" fmla="*/ 6516292 w 7467600"/>
              <a:gd name="connsiteY585" fmla="*/ 1263064 h 6858000"/>
              <a:gd name="connsiteX586" fmla="*/ 5736320 w 7467600"/>
              <a:gd name="connsiteY586" fmla="*/ 1501803 h 6858000"/>
              <a:gd name="connsiteX587" fmla="*/ 6516292 w 7467600"/>
              <a:gd name="connsiteY587" fmla="*/ 1263064 h 6858000"/>
              <a:gd name="connsiteX588" fmla="*/ 291466 w 7467600"/>
              <a:gd name="connsiteY588" fmla="*/ 1250369 h 6858000"/>
              <a:gd name="connsiteX589" fmla="*/ 323180 w 7467600"/>
              <a:gd name="connsiteY589" fmla="*/ 1435283 h 6858000"/>
              <a:gd name="connsiteX590" fmla="*/ 349381 w 7467600"/>
              <a:gd name="connsiteY590" fmla="*/ 1875041 h 6858000"/>
              <a:gd name="connsiteX591" fmla="*/ 374363 w 7467600"/>
              <a:gd name="connsiteY591" fmla="*/ 1506494 h 6858000"/>
              <a:gd name="connsiteX592" fmla="*/ 302168 w 7467600"/>
              <a:gd name="connsiteY592" fmla="*/ 1274495 h 6858000"/>
              <a:gd name="connsiteX593" fmla="*/ 291466 w 7467600"/>
              <a:gd name="connsiteY593" fmla="*/ 1250369 h 6858000"/>
              <a:gd name="connsiteX594" fmla="*/ 678222 w 7467600"/>
              <a:gd name="connsiteY594" fmla="*/ 1248670 h 6858000"/>
              <a:gd name="connsiteX595" fmla="*/ 775536 w 7467600"/>
              <a:gd name="connsiteY595" fmla="*/ 1388015 h 6858000"/>
              <a:gd name="connsiteX596" fmla="*/ 894529 w 7467600"/>
              <a:gd name="connsiteY596" fmla="*/ 1567739 h 6858000"/>
              <a:gd name="connsiteX597" fmla="*/ 948000 w 7467600"/>
              <a:gd name="connsiteY597" fmla="*/ 1663088 h 6858000"/>
              <a:gd name="connsiteX598" fmla="*/ 1006812 w 7467600"/>
              <a:gd name="connsiteY598" fmla="*/ 1767683 h 6858000"/>
              <a:gd name="connsiteX599" fmla="*/ 1149133 w 7467600"/>
              <a:gd name="connsiteY599" fmla="*/ 1971513 h 6858000"/>
              <a:gd name="connsiteX600" fmla="*/ 1333952 w 7467600"/>
              <a:gd name="connsiteY600" fmla="*/ 2251620 h 6858000"/>
              <a:gd name="connsiteX601" fmla="*/ 1337329 w 7467600"/>
              <a:gd name="connsiteY601" fmla="*/ 2258350 h 6858000"/>
              <a:gd name="connsiteX602" fmla="*/ 1014726 w 7467600"/>
              <a:gd name="connsiteY602" fmla="*/ 1615556 h 6858000"/>
              <a:gd name="connsiteX603" fmla="*/ 678222 w 7467600"/>
              <a:gd name="connsiteY603" fmla="*/ 1248670 h 6858000"/>
              <a:gd name="connsiteX604" fmla="*/ 6691602 w 7467600"/>
              <a:gd name="connsiteY604" fmla="*/ 1140573 h 6858000"/>
              <a:gd name="connsiteX605" fmla="*/ 6571100 w 7467600"/>
              <a:gd name="connsiteY605" fmla="*/ 1183662 h 6858000"/>
              <a:gd name="connsiteX606" fmla="*/ 6241687 w 7467600"/>
              <a:gd name="connsiteY606" fmla="*/ 1257600 h 6858000"/>
              <a:gd name="connsiteX607" fmla="*/ 5693009 w 7467600"/>
              <a:gd name="connsiteY607" fmla="*/ 1478256 h 6858000"/>
              <a:gd name="connsiteX608" fmla="*/ 6548420 w 7467600"/>
              <a:gd name="connsiteY608" fmla="*/ 1214599 h 6858000"/>
              <a:gd name="connsiteX609" fmla="*/ 6605473 w 7467600"/>
              <a:gd name="connsiteY609" fmla="*/ 1184686 h 6858000"/>
              <a:gd name="connsiteX610" fmla="*/ 6691602 w 7467600"/>
              <a:gd name="connsiteY610" fmla="*/ 1140573 h 6858000"/>
              <a:gd name="connsiteX611" fmla="*/ 4002475 w 7467600"/>
              <a:gd name="connsiteY611" fmla="*/ 1037802 h 6858000"/>
              <a:gd name="connsiteX612" fmla="*/ 4000324 w 7467600"/>
              <a:gd name="connsiteY612" fmla="*/ 1039362 h 6858000"/>
              <a:gd name="connsiteX613" fmla="*/ 4002862 w 7467600"/>
              <a:gd name="connsiteY613" fmla="*/ 1042866 h 6858000"/>
              <a:gd name="connsiteX614" fmla="*/ 4002475 w 7467600"/>
              <a:gd name="connsiteY614" fmla="*/ 1037802 h 6858000"/>
              <a:gd name="connsiteX615" fmla="*/ 506322 w 7467600"/>
              <a:gd name="connsiteY615" fmla="*/ 1020997 h 6858000"/>
              <a:gd name="connsiteX616" fmla="*/ 533068 w 7467600"/>
              <a:gd name="connsiteY616" fmla="*/ 1029409 h 6858000"/>
              <a:gd name="connsiteX617" fmla="*/ 1232525 w 7467600"/>
              <a:gd name="connsiteY617" fmla="*/ 1804675 h 6858000"/>
              <a:gd name="connsiteX618" fmla="*/ 1388858 w 7467600"/>
              <a:gd name="connsiteY618" fmla="*/ 2368011 h 6858000"/>
              <a:gd name="connsiteX619" fmla="*/ 1384098 w 7467600"/>
              <a:gd name="connsiteY619" fmla="*/ 2378125 h 6858000"/>
              <a:gd name="connsiteX620" fmla="*/ 1425393 w 7467600"/>
              <a:gd name="connsiteY620" fmla="*/ 2589124 h 6858000"/>
              <a:gd name="connsiteX621" fmla="*/ 1424001 w 7467600"/>
              <a:gd name="connsiteY621" fmla="*/ 2597541 h 6858000"/>
              <a:gd name="connsiteX622" fmla="*/ 2152729 w 7467600"/>
              <a:gd name="connsiteY622" fmla="*/ 2864487 h 6858000"/>
              <a:gd name="connsiteX623" fmla="*/ 2020609 w 7467600"/>
              <a:gd name="connsiteY623" fmla="*/ 2539671 h 6858000"/>
              <a:gd name="connsiteX624" fmla="*/ 2018920 w 7467600"/>
              <a:gd name="connsiteY624" fmla="*/ 2536309 h 6858000"/>
              <a:gd name="connsiteX625" fmla="*/ 1342441 w 7467600"/>
              <a:gd name="connsiteY625" fmla="*/ 1173017 h 6858000"/>
              <a:gd name="connsiteX626" fmla="*/ 1367925 w 7467600"/>
              <a:gd name="connsiteY626" fmla="*/ 1135648 h 6858000"/>
              <a:gd name="connsiteX627" fmla="*/ 1771401 w 7467600"/>
              <a:gd name="connsiteY627" fmla="*/ 1806673 h 6858000"/>
              <a:gd name="connsiteX628" fmla="*/ 1972385 w 7467600"/>
              <a:gd name="connsiteY628" fmla="*/ 2198735 h 6858000"/>
              <a:gd name="connsiteX629" fmla="*/ 2040892 w 7467600"/>
              <a:gd name="connsiteY629" fmla="*/ 2405205 h 6858000"/>
              <a:gd name="connsiteX630" fmla="*/ 2131689 w 7467600"/>
              <a:gd name="connsiteY630" fmla="*/ 1936926 h 6858000"/>
              <a:gd name="connsiteX631" fmla="*/ 2454820 w 7467600"/>
              <a:gd name="connsiteY631" fmla="*/ 1248808 h 6858000"/>
              <a:gd name="connsiteX632" fmla="*/ 2492512 w 7467600"/>
              <a:gd name="connsiteY632" fmla="*/ 1302920 h 6858000"/>
              <a:gd name="connsiteX633" fmla="*/ 2081216 w 7467600"/>
              <a:gd name="connsiteY633" fmla="*/ 2527513 h 6858000"/>
              <a:gd name="connsiteX634" fmla="*/ 2081211 w 7467600"/>
              <a:gd name="connsiteY634" fmla="*/ 2528916 h 6858000"/>
              <a:gd name="connsiteX635" fmla="*/ 2199067 w 7467600"/>
              <a:gd name="connsiteY635" fmla="*/ 2884061 h 6858000"/>
              <a:gd name="connsiteX636" fmla="*/ 3192586 w 7467600"/>
              <a:gd name="connsiteY636" fmla="*/ 3411496 h 6858000"/>
              <a:gd name="connsiteX637" fmla="*/ 3182620 w 7467600"/>
              <a:gd name="connsiteY637" fmla="*/ 3483279 h 6858000"/>
              <a:gd name="connsiteX638" fmla="*/ 2435119 w 7467600"/>
              <a:gd name="connsiteY638" fmla="*/ 3080173 h 6858000"/>
              <a:gd name="connsiteX639" fmla="*/ 2410152 w 7467600"/>
              <a:gd name="connsiteY639" fmla="*/ 3063751 h 6858000"/>
              <a:gd name="connsiteX640" fmla="*/ 2408099 w 7467600"/>
              <a:gd name="connsiteY640" fmla="*/ 3064403 h 6858000"/>
              <a:gd name="connsiteX641" fmla="*/ 2407218 w 7467600"/>
              <a:gd name="connsiteY641" fmla="*/ 3070324 h 6858000"/>
              <a:gd name="connsiteX642" fmla="*/ 2380138 w 7467600"/>
              <a:gd name="connsiteY642" fmla="*/ 3099341 h 6858000"/>
              <a:gd name="connsiteX643" fmla="*/ 1765923 w 7467600"/>
              <a:gd name="connsiteY643" fmla="*/ 3581043 h 6858000"/>
              <a:gd name="connsiteX644" fmla="*/ 1702258 w 7467600"/>
              <a:gd name="connsiteY644" fmla="*/ 3612286 h 6858000"/>
              <a:gd name="connsiteX645" fmla="*/ 1538370 w 7467600"/>
              <a:gd name="connsiteY645" fmla="*/ 3811804 h 6858000"/>
              <a:gd name="connsiteX646" fmla="*/ 542867 w 7467600"/>
              <a:gd name="connsiteY646" fmla="*/ 4944092 h 6858000"/>
              <a:gd name="connsiteX647" fmla="*/ 515800 w 7467600"/>
              <a:gd name="connsiteY647" fmla="*/ 4862180 h 6858000"/>
              <a:gd name="connsiteX648" fmla="*/ 909145 w 7467600"/>
              <a:gd name="connsiteY648" fmla="*/ 4199225 h 6858000"/>
              <a:gd name="connsiteX649" fmla="*/ 1214067 w 7467600"/>
              <a:gd name="connsiteY649" fmla="*/ 3908561 h 6858000"/>
              <a:gd name="connsiteX650" fmla="*/ 640967 w 7467600"/>
              <a:gd name="connsiteY650" fmla="*/ 4105601 h 6858000"/>
              <a:gd name="connsiteX651" fmla="*/ 112563 w 7467600"/>
              <a:gd name="connsiteY651" fmla="*/ 4396952 h 6858000"/>
              <a:gd name="connsiteX652" fmla="*/ 0 w 7467600"/>
              <a:gd name="connsiteY652" fmla="*/ 4466006 h 6858000"/>
              <a:gd name="connsiteX653" fmla="*/ 0 w 7467600"/>
              <a:gd name="connsiteY653" fmla="*/ 4233763 h 6858000"/>
              <a:gd name="connsiteX654" fmla="*/ 36881 w 7467600"/>
              <a:gd name="connsiteY654" fmla="*/ 4200118 h 6858000"/>
              <a:gd name="connsiteX655" fmla="*/ 910534 w 7467600"/>
              <a:gd name="connsiteY655" fmla="*/ 3629753 h 6858000"/>
              <a:gd name="connsiteX656" fmla="*/ 1578717 w 7467600"/>
              <a:gd name="connsiteY656" fmla="*/ 3575982 h 6858000"/>
              <a:gd name="connsiteX657" fmla="*/ 2338780 w 7467600"/>
              <a:gd name="connsiteY657" fmla="*/ 3033725 h 6858000"/>
              <a:gd name="connsiteX658" fmla="*/ 1807991 w 7467600"/>
              <a:gd name="connsiteY658" fmla="*/ 2807184 h 6858000"/>
              <a:gd name="connsiteX659" fmla="*/ 1416358 w 7467600"/>
              <a:gd name="connsiteY659" fmla="*/ 3112571 h 6858000"/>
              <a:gd name="connsiteX660" fmla="*/ 939066 w 7467600"/>
              <a:gd name="connsiteY660" fmla="*/ 3378798 h 6858000"/>
              <a:gd name="connsiteX661" fmla="*/ 115099 w 7467600"/>
              <a:gd name="connsiteY661" fmla="*/ 3607650 h 6858000"/>
              <a:gd name="connsiteX662" fmla="*/ 97284 w 7467600"/>
              <a:gd name="connsiteY662" fmla="*/ 3520393 h 6858000"/>
              <a:gd name="connsiteX663" fmla="*/ 922050 w 7467600"/>
              <a:gd name="connsiteY663" fmla="*/ 3074867 h 6858000"/>
              <a:gd name="connsiteX664" fmla="*/ 1405265 w 7467600"/>
              <a:gd name="connsiteY664" fmla="*/ 3016319 h 6858000"/>
              <a:gd name="connsiteX665" fmla="*/ 1407512 w 7467600"/>
              <a:gd name="connsiteY665" fmla="*/ 3018001 h 6858000"/>
              <a:gd name="connsiteX666" fmla="*/ 1726266 w 7467600"/>
              <a:gd name="connsiteY666" fmla="*/ 2777274 h 6858000"/>
              <a:gd name="connsiteX667" fmla="*/ 625390 w 7467600"/>
              <a:gd name="connsiteY667" fmla="*/ 2514541 h 6858000"/>
              <a:gd name="connsiteX668" fmla="*/ 619799 w 7467600"/>
              <a:gd name="connsiteY668" fmla="*/ 2527180 h 6858000"/>
              <a:gd name="connsiteX669" fmla="*/ 310030 w 7467600"/>
              <a:gd name="connsiteY669" fmla="*/ 2771818 h 6858000"/>
              <a:gd name="connsiteX670" fmla="*/ 173877 w 7467600"/>
              <a:gd name="connsiteY670" fmla="*/ 2937056 h 6858000"/>
              <a:gd name="connsiteX671" fmla="*/ 77889 w 7467600"/>
              <a:gd name="connsiteY671" fmla="*/ 3138440 h 6858000"/>
              <a:gd name="connsiteX672" fmla="*/ 0 w 7467600"/>
              <a:gd name="connsiteY672" fmla="*/ 3271395 h 6858000"/>
              <a:gd name="connsiteX673" fmla="*/ 0 w 7467600"/>
              <a:gd name="connsiteY673" fmla="*/ 3153002 h 6858000"/>
              <a:gd name="connsiteX674" fmla="*/ 2386 w 7467600"/>
              <a:gd name="connsiteY674" fmla="*/ 3149203 h 6858000"/>
              <a:gd name="connsiteX675" fmla="*/ 89753 w 7467600"/>
              <a:gd name="connsiteY675" fmla="*/ 2987702 h 6858000"/>
              <a:gd name="connsiteX676" fmla="*/ 76869 w 7467600"/>
              <a:gd name="connsiteY676" fmla="*/ 3005404 h 6858000"/>
              <a:gd name="connsiteX677" fmla="*/ 32049 w 7467600"/>
              <a:gd name="connsiteY677" fmla="*/ 3065814 h 6858000"/>
              <a:gd name="connsiteX678" fmla="*/ 0 w 7467600"/>
              <a:gd name="connsiteY678" fmla="*/ 3108744 h 6858000"/>
              <a:gd name="connsiteX679" fmla="*/ 0 w 7467600"/>
              <a:gd name="connsiteY679" fmla="*/ 3058059 h 6858000"/>
              <a:gd name="connsiteX680" fmla="*/ 7610 w 7467600"/>
              <a:gd name="connsiteY680" fmla="*/ 3047889 h 6858000"/>
              <a:gd name="connsiteX681" fmla="*/ 52419 w 7467600"/>
              <a:gd name="connsiteY681" fmla="*/ 2987479 h 6858000"/>
              <a:gd name="connsiteX682" fmla="*/ 59142 w 7467600"/>
              <a:gd name="connsiteY682" fmla="*/ 2978488 h 6858000"/>
              <a:gd name="connsiteX683" fmla="*/ 0 w 7467600"/>
              <a:gd name="connsiteY683" fmla="*/ 3015334 h 6858000"/>
              <a:gd name="connsiteX684" fmla="*/ 0 w 7467600"/>
              <a:gd name="connsiteY684" fmla="*/ 2914286 h 6858000"/>
              <a:gd name="connsiteX685" fmla="*/ 36383 w 7467600"/>
              <a:gd name="connsiteY685" fmla="*/ 2901128 h 6858000"/>
              <a:gd name="connsiteX686" fmla="*/ 156329 w 7467600"/>
              <a:gd name="connsiteY686" fmla="*/ 2840533 h 6858000"/>
              <a:gd name="connsiteX687" fmla="*/ 358355 w 7467600"/>
              <a:gd name="connsiteY687" fmla="*/ 2620471 h 6858000"/>
              <a:gd name="connsiteX688" fmla="*/ 510577 w 7467600"/>
              <a:gd name="connsiteY688" fmla="*/ 2501244 h 6858000"/>
              <a:gd name="connsiteX689" fmla="*/ 211967 w 7467600"/>
              <a:gd name="connsiteY689" fmla="*/ 2479171 h 6858000"/>
              <a:gd name="connsiteX690" fmla="*/ 0 w 7467600"/>
              <a:gd name="connsiteY690" fmla="*/ 2476398 h 6858000"/>
              <a:gd name="connsiteX691" fmla="*/ 0 w 7467600"/>
              <a:gd name="connsiteY691" fmla="*/ 2389189 h 6858000"/>
              <a:gd name="connsiteX692" fmla="*/ 103062 w 7467600"/>
              <a:gd name="connsiteY692" fmla="*/ 2389518 h 6858000"/>
              <a:gd name="connsiteX693" fmla="*/ 510734 w 7467600"/>
              <a:gd name="connsiteY693" fmla="*/ 2416201 h 6858000"/>
              <a:gd name="connsiteX694" fmla="*/ 279257 w 7467600"/>
              <a:gd name="connsiteY694" fmla="*/ 2092102 h 6858000"/>
              <a:gd name="connsiteX695" fmla="*/ 65265 w 7467600"/>
              <a:gd name="connsiteY695" fmla="*/ 2006049 h 6858000"/>
              <a:gd name="connsiteX696" fmla="*/ 0 w 7467600"/>
              <a:gd name="connsiteY696" fmla="*/ 1982532 h 6858000"/>
              <a:gd name="connsiteX697" fmla="*/ 0 w 7467600"/>
              <a:gd name="connsiteY697" fmla="*/ 1912789 h 6858000"/>
              <a:gd name="connsiteX698" fmla="*/ 97460 w 7467600"/>
              <a:gd name="connsiteY698" fmla="*/ 1953725 h 6858000"/>
              <a:gd name="connsiteX699" fmla="*/ 221272 w 7467600"/>
              <a:gd name="connsiteY699" fmla="*/ 1980766 h 6858000"/>
              <a:gd name="connsiteX700" fmla="*/ 116765 w 7467600"/>
              <a:gd name="connsiteY700" fmla="*/ 1911033 h 6858000"/>
              <a:gd name="connsiteX701" fmla="*/ 16405 w 7467600"/>
              <a:gd name="connsiteY701" fmla="*/ 1803412 h 6858000"/>
              <a:gd name="connsiteX702" fmla="*/ 0 w 7467600"/>
              <a:gd name="connsiteY702" fmla="*/ 1784777 h 6858000"/>
              <a:gd name="connsiteX703" fmla="*/ 0 w 7467600"/>
              <a:gd name="connsiteY703" fmla="*/ 1740082 h 6858000"/>
              <a:gd name="connsiteX704" fmla="*/ 39394 w 7467600"/>
              <a:gd name="connsiteY704" fmla="*/ 1784856 h 6858000"/>
              <a:gd name="connsiteX705" fmla="*/ 135813 w 7467600"/>
              <a:gd name="connsiteY705" fmla="*/ 1888838 h 6858000"/>
              <a:gd name="connsiteX706" fmla="*/ 242575 w 7467600"/>
              <a:gd name="connsiteY706" fmla="*/ 1958841 h 6858000"/>
              <a:gd name="connsiteX707" fmla="*/ 82197 w 7467600"/>
              <a:gd name="connsiteY707" fmla="*/ 1754826 h 6858000"/>
              <a:gd name="connsiteX708" fmla="*/ 0 w 7467600"/>
              <a:gd name="connsiteY708" fmla="*/ 1679650 h 6858000"/>
              <a:gd name="connsiteX709" fmla="*/ 0 w 7467600"/>
              <a:gd name="connsiteY709" fmla="*/ 1602463 h 6858000"/>
              <a:gd name="connsiteX710" fmla="*/ 84689 w 7467600"/>
              <a:gd name="connsiteY710" fmla="*/ 1677442 h 6858000"/>
              <a:gd name="connsiteX711" fmla="*/ 298437 w 7467600"/>
              <a:gd name="connsiteY711" fmla="*/ 1968019 h 6858000"/>
              <a:gd name="connsiteX712" fmla="*/ 227269 w 7467600"/>
              <a:gd name="connsiteY712" fmla="*/ 1114064 h 6858000"/>
              <a:gd name="connsiteX713" fmla="*/ 248003 w 7467600"/>
              <a:gd name="connsiteY713" fmla="*/ 1089613 h 6858000"/>
              <a:gd name="connsiteX714" fmla="*/ 427020 w 7467600"/>
              <a:gd name="connsiteY714" fmla="*/ 1619803 h 6858000"/>
              <a:gd name="connsiteX715" fmla="*/ 340345 w 7467600"/>
              <a:gd name="connsiteY715" fmla="*/ 2027739 h 6858000"/>
              <a:gd name="connsiteX716" fmla="*/ 360865 w 7467600"/>
              <a:gd name="connsiteY716" fmla="*/ 2044827 h 6858000"/>
              <a:gd name="connsiteX717" fmla="*/ 560414 w 7467600"/>
              <a:gd name="connsiteY717" fmla="*/ 2421457 h 6858000"/>
              <a:gd name="connsiteX718" fmla="*/ 1359703 w 7467600"/>
              <a:gd name="connsiteY718" fmla="*/ 2578554 h 6858000"/>
              <a:gd name="connsiteX719" fmla="*/ 1359422 w 7467600"/>
              <a:gd name="connsiteY719" fmla="*/ 2577994 h 6858000"/>
              <a:gd name="connsiteX720" fmla="*/ 828701 w 7467600"/>
              <a:gd name="connsiteY720" fmla="*/ 1839520 h 6858000"/>
              <a:gd name="connsiteX721" fmla="*/ 494427 w 7467600"/>
              <a:gd name="connsiteY721" fmla="*/ 1092333 h 6858000"/>
              <a:gd name="connsiteX722" fmla="*/ 506322 w 7467600"/>
              <a:gd name="connsiteY722" fmla="*/ 1020997 h 6858000"/>
              <a:gd name="connsiteX723" fmla="*/ 4570198 w 7467600"/>
              <a:gd name="connsiteY723" fmla="*/ 978081 h 6858000"/>
              <a:gd name="connsiteX724" fmla="*/ 4523691 w 7467600"/>
              <a:gd name="connsiteY724" fmla="*/ 1127776 h 6858000"/>
              <a:gd name="connsiteX725" fmla="*/ 4509875 w 7467600"/>
              <a:gd name="connsiteY725" fmla="*/ 1167552 h 6858000"/>
              <a:gd name="connsiteX726" fmla="*/ 4478168 w 7467600"/>
              <a:gd name="connsiteY726" fmla="*/ 1260735 h 6858000"/>
              <a:gd name="connsiteX727" fmla="*/ 4409309 w 7467600"/>
              <a:gd name="connsiteY727" fmla="*/ 1666996 h 6858000"/>
              <a:gd name="connsiteX728" fmla="*/ 4370031 w 7467600"/>
              <a:gd name="connsiteY728" fmla="*/ 1955666 h 6858000"/>
              <a:gd name="connsiteX729" fmla="*/ 4570198 w 7467600"/>
              <a:gd name="connsiteY729" fmla="*/ 978081 h 6858000"/>
              <a:gd name="connsiteX730" fmla="*/ 4557898 w 7467600"/>
              <a:gd name="connsiteY730" fmla="*/ 900011 h 6858000"/>
              <a:gd name="connsiteX731" fmla="*/ 4344840 w 7467600"/>
              <a:gd name="connsiteY731" fmla="*/ 1922038 h 6858000"/>
              <a:gd name="connsiteX732" fmla="*/ 4378710 w 7467600"/>
              <a:gd name="connsiteY732" fmla="*/ 1665516 h 6858000"/>
              <a:gd name="connsiteX733" fmla="*/ 4448798 w 7467600"/>
              <a:gd name="connsiteY733" fmla="*/ 1253024 h 6858000"/>
              <a:gd name="connsiteX734" fmla="*/ 4480315 w 7467600"/>
              <a:gd name="connsiteY734" fmla="*/ 1158454 h 6858000"/>
              <a:gd name="connsiteX735" fmla="*/ 4494133 w 7467600"/>
              <a:gd name="connsiteY735" fmla="*/ 1118676 h 6858000"/>
              <a:gd name="connsiteX736" fmla="*/ 4557898 w 7467600"/>
              <a:gd name="connsiteY736" fmla="*/ 900011 h 6858000"/>
              <a:gd name="connsiteX737" fmla="*/ 5870151 w 7467600"/>
              <a:gd name="connsiteY737" fmla="*/ 898890 h 6858000"/>
              <a:gd name="connsiteX738" fmla="*/ 5861335 w 7467600"/>
              <a:gd name="connsiteY738" fmla="*/ 899177 h 6858000"/>
              <a:gd name="connsiteX739" fmla="*/ 5843702 w 7467600"/>
              <a:gd name="connsiteY739" fmla="*/ 899748 h 6858000"/>
              <a:gd name="connsiteX740" fmla="*/ 5651107 w 7467600"/>
              <a:gd name="connsiteY740" fmla="*/ 920306 h 6858000"/>
              <a:gd name="connsiteX741" fmla="*/ 5459407 w 7467600"/>
              <a:gd name="connsiteY741" fmla="*/ 940975 h 6858000"/>
              <a:gd name="connsiteX742" fmla="*/ 5374846 w 7467600"/>
              <a:gd name="connsiteY742" fmla="*/ 941988 h 6858000"/>
              <a:gd name="connsiteX743" fmla="*/ 5256105 w 7467600"/>
              <a:gd name="connsiteY743" fmla="*/ 945632 h 6858000"/>
              <a:gd name="connsiteX744" fmla="*/ 5107071 w 7467600"/>
              <a:gd name="connsiteY744" fmla="*/ 969720 h 6858000"/>
              <a:gd name="connsiteX745" fmla="*/ 4998681 w 7467600"/>
              <a:gd name="connsiteY745" fmla="*/ 988771 h 6858000"/>
              <a:gd name="connsiteX746" fmla="*/ 5870151 w 7467600"/>
              <a:gd name="connsiteY746" fmla="*/ 898890 h 6858000"/>
              <a:gd name="connsiteX747" fmla="*/ 5504425 w 7467600"/>
              <a:gd name="connsiteY747" fmla="*/ 848067 h 6858000"/>
              <a:gd name="connsiteX748" fmla="*/ 4968849 w 7467600"/>
              <a:gd name="connsiteY748" fmla="*/ 962318 h 6858000"/>
              <a:gd name="connsiteX749" fmla="*/ 5104039 w 7467600"/>
              <a:gd name="connsiteY749" fmla="*/ 940634 h 6858000"/>
              <a:gd name="connsiteX750" fmla="*/ 5256311 w 7467600"/>
              <a:gd name="connsiteY750" fmla="*/ 916490 h 6858000"/>
              <a:gd name="connsiteX751" fmla="*/ 5377381 w 7467600"/>
              <a:gd name="connsiteY751" fmla="*/ 912671 h 6858000"/>
              <a:gd name="connsiteX752" fmla="*/ 5460148 w 7467600"/>
              <a:gd name="connsiteY752" fmla="*/ 911442 h 6858000"/>
              <a:gd name="connsiteX753" fmla="*/ 5648971 w 7467600"/>
              <a:gd name="connsiteY753" fmla="*/ 891331 h 6858000"/>
              <a:gd name="connsiteX754" fmla="*/ 5844807 w 7467600"/>
              <a:gd name="connsiteY754" fmla="*/ 870718 h 6858000"/>
              <a:gd name="connsiteX755" fmla="*/ 5862975 w 7467600"/>
              <a:gd name="connsiteY755" fmla="*/ 869756 h 6858000"/>
              <a:gd name="connsiteX756" fmla="*/ 5920887 w 7467600"/>
              <a:gd name="connsiteY756" fmla="*/ 865929 h 6858000"/>
              <a:gd name="connsiteX757" fmla="*/ 5504425 w 7467600"/>
              <a:gd name="connsiteY757" fmla="*/ 848067 h 6858000"/>
              <a:gd name="connsiteX758" fmla="*/ 3607114 w 7467600"/>
              <a:gd name="connsiteY758" fmla="*/ 467441 h 6858000"/>
              <a:gd name="connsiteX759" fmla="*/ 3296242 w 7467600"/>
              <a:gd name="connsiteY759" fmla="*/ 807991 h 6858000"/>
              <a:gd name="connsiteX760" fmla="*/ 3174674 w 7467600"/>
              <a:gd name="connsiteY760" fmla="*/ 919759 h 6858000"/>
              <a:gd name="connsiteX761" fmla="*/ 3042978 w 7467600"/>
              <a:gd name="connsiteY761" fmla="*/ 1054894 h 6858000"/>
              <a:gd name="connsiteX762" fmla="*/ 2968914 w 7467600"/>
              <a:gd name="connsiteY762" fmla="*/ 1133756 h 6858000"/>
              <a:gd name="connsiteX763" fmla="*/ 3103823 w 7467600"/>
              <a:gd name="connsiteY763" fmla="*/ 1026814 h 6858000"/>
              <a:gd name="connsiteX764" fmla="*/ 3607114 w 7467600"/>
              <a:gd name="connsiteY764" fmla="*/ 467441 h 6858000"/>
              <a:gd name="connsiteX765" fmla="*/ 3744487 w 7467600"/>
              <a:gd name="connsiteY765" fmla="*/ 383136 h 6858000"/>
              <a:gd name="connsiteX766" fmla="*/ 3970213 w 7467600"/>
              <a:gd name="connsiteY766" fmla="*/ 995559 h 6858000"/>
              <a:gd name="connsiteX767" fmla="*/ 3744487 w 7467600"/>
              <a:gd name="connsiteY767" fmla="*/ 383136 h 6858000"/>
              <a:gd name="connsiteX768" fmla="*/ 3624562 w 7467600"/>
              <a:gd name="connsiteY768" fmla="*/ 367041 h 6858000"/>
              <a:gd name="connsiteX769" fmla="*/ 3489712 w 7467600"/>
              <a:gd name="connsiteY769" fmla="*/ 485386 h 6858000"/>
              <a:gd name="connsiteX770" fmla="*/ 3182994 w 7467600"/>
              <a:gd name="connsiteY770" fmla="*/ 828265 h 6858000"/>
              <a:gd name="connsiteX771" fmla="*/ 2892114 w 7467600"/>
              <a:gd name="connsiteY771" fmla="*/ 1172635 h 6858000"/>
              <a:gd name="connsiteX772" fmla="*/ 3021459 w 7467600"/>
              <a:gd name="connsiteY772" fmla="*/ 1035385 h 6858000"/>
              <a:gd name="connsiteX773" fmla="*/ 3153873 w 7467600"/>
              <a:gd name="connsiteY773" fmla="*/ 898971 h 6858000"/>
              <a:gd name="connsiteX774" fmla="*/ 3276511 w 7467600"/>
              <a:gd name="connsiteY774" fmla="*/ 786423 h 6858000"/>
              <a:gd name="connsiteX775" fmla="*/ 3584154 w 7467600"/>
              <a:gd name="connsiteY775" fmla="*/ 448218 h 6858000"/>
              <a:gd name="connsiteX776" fmla="*/ 3624562 w 7467600"/>
              <a:gd name="connsiteY776" fmla="*/ 367041 h 6858000"/>
              <a:gd name="connsiteX777" fmla="*/ 3766672 w 7467600"/>
              <a:gd name="connsiteY777" fmla="*/ 359429 h 6858000"/>
              <a:gd name="connsiteX778" fmla="*/ 3996338 w 7467600"/>
              <a:gd name="connsiteY778" fmla="*/ 968237 h 6858000"/>
              <a:gd name="connsiteX779" fmla="*/ 3766672 w 7467600"/>
              <a:gd name="connsiteY779" fmla="*/ 359429 h 6858000"/>
              <a:gd name="connsiteX780" fmla="*/ 5805386 w 7467600"/>
              <a:gd name="connsiteY780" fmla="*/ 239240 h 6858000"/>
              <a:gd name="connsiteX781" fmla="*/ 5736947 w 7467600"/>
              <a:gd name="connsiteY781" fmla="*/ 261367 h 6858000"/>
              <a:gd name="connsiteX782" fmla="*/ 5427012 w 7467600"/>
              <a:gd name="connsiteY782" fmla="*/ 311272 h 6858000"/>
              <a:gd name="connsiteX783" fmla="*/ 5147818 w 7467600"/>
              <a:gd name="connsiteY783" fmla="*/ 322112 h 6858000"/>
              <a:gd name="connsiteX784" fmla="*/ 5060854 w 7467600"/>
              <a:gd name="connsiteY784" fmla="*/ 311882 h 6858000"/>
              <a:gd name="connsiteX785" fmla="*/ 4945989 w 7467600"/>
              <a:gd name="connsiteY785" fmla="*/ 300516 h 6858000"/>
              <a:gd name="connsiteX786" fmla="*/ 5410479 w 7467600"/>
              <a:gd name="connsiteY786" fmla="*/ 348434 h 6858000"/>
              <a:gd name="connsiteX787" fmla="*/ 5805386 w 7467600"/>
              <a:gd name="connsiteY787" fmla="*/ 239240 h 6858000"/>
              <a:gd name="connsiteX788" fmla="*/ 5905192 w 7467600"/>
              <a:gd name="connsiteY788" fmla="*/ 163079 h 6858000"/>
              <a:gd name="connsiteX789" fmla="*/ 5865655 w 7467600"/>
              <a:gd name="connsiteY789" fmla="*/ 171901 h 6858000"/>
              <a:gd name="connsiteX790" fmla="*/ 5259740 w 7467600"/>
              <a:gd name="connsiteY790" fmla="*/ 257013 h 6858000"/>
              <a:gd name="connsiteX791" fmla="*/ 5208466 w 7467600"/>
              <a:gd name="connsiteY791" fmla="*/ 257550 h 6858000"/>
              <a:gd name="connsiteX792" fmla="*/ 4980204 w 7467600"/>
              <a:gd name="connsiteY792" fmla="*/ 271903 h 6858000"/>
              <a:gd name="connsiteX793" fmla="*/ 5068068 w 7467600"/>
              <a:gd name="connsiteY793" fmla="*/ 282244 h 6858000"/>
              <a:gd name="connsiteX794" fmla="*/ 5153231 w 7467600"/>
              <a:gd name="connsiteY794" fmla="*/ 292240 h 6858000"/>
              <a:gd name="connsiteX795" fmla="*/ 5426491 w 7467600"/>
              <a:gd name="connsiteY795" fmla="*/ 281128 h 6858000"/>
              <a:gd name="connsiteX796" fmla="*/ 5731212 w 7467600"/>
              <a:gd name="connsiteY796" fmla="*/ 231951 h 6858000"/>
              <a:gd name="connsiteX797" fmla="*/ 5905192 w 7467600"/>
              <a:gd name="connsiteY797" fmla="*/ 163079 h 6858000"/>
              <a:gd name="connsiteX798" fmla="*/ 5944437 w 7467600"/>
              <a:gd name="connsiteY798" fmla="*/ 113829 h 6858000"/>
              <a:gd name="connsiteX799" fmla="*/ 5825032 w 7467600"/>
              <a:gd name="connsiteY799" fmla="*/ 146405 h 6858000"/>
              <a:gd name="connsiteX800" fmla="*/ 4955599 w 7467600"/>
              <a:gd name="connsiteY800" fmla="*/ 247008 h 6858000"/>
              <a:gd name="connsiteX801" fmla="*/ 5210104 w 7467600"/>
              <a:gd name="connsiteY801" fmla="*/ 228123 h 6858000"/>
              <a:gd name="connsiteX802" fmla="*/ 5261015 w 7467600"/>
              <a:gd name="connsiteY802" fmla="*/ 227087 h 6858000"/>
              <a:gd name="connsiteX803" fmla="*/ 5861181 w 7467600"/>
              <a:gd name="connsiteY803" fmla="*/ 143093 h 6858000"/>
              <a:gd name="connsiteX804" fmla="*/ 5961252 w 7467600"/>
              <a:gd name="connsiteY804" fmla="*/ 114820 h 6858000"/>
              <a:gd name="connsiteX805" fmla="*/ 5944437 w 7467600"/>
              <a:gd name="connsiteY805" fmla="*/ 113829 h 6858000"/>
              <a:gd name="connsiteX806" fmla="*/ 3882765 w 7467600"/>
              <a:gd name="connsiteY806" fmla="*/ 0 h 6858000"/>
              <a:gd name="connsiteX807" fmla="*/ 3995099 w 7467600"/>
              <a:gd name="connsiteY807" fmla="*/ 0 h 6858000"/>
              <a:gd name="connsiteX808" fmla="*/ 4163818 w 7467600"/>
              <a:gd name="connsiteY808" fmla="*/ 234104 h 6858000"/>
              <a:gd name="connsiteX809" fmla="*/ 4172099 w 7467600"/>
              <a:gd name="connsiteY809" fmla="*/ 234207 h 6858000"/>
              <a:gd name="connsiteX810" fmla="*/ 4784282 w 7467600"/>
              <a:gd name="connsiteY810" fmla="*/ 276561 h 6858000"/>
              <a:gd name="connsiteX811" fmla="*/ 4801687 w 7467600"/>
              <a:gd name="connsiteY811" fmla="*/ 267764 h 6858000"/>
              <a:gd name="connsiteX812" fmla="*/ 6082788 w 7467600"/>
              <a:gd name="connsiteY812" fmla="*/ 64119 h 6858000"/>
              <a:gd name="connsiteX813" fmla="*/ 6099442 w 7467600"/>
              <a:gd name="connsiteY813" fmla="*/ 82568 h 6858000"/>
              <a:gd name="connsiteX814" fmla="*/ 4804137 w 7467600"/>
              <a:gd name="connsiteY814" fmla="*/ 320931 h 6858000"/>
              <a:gd name="connsiteX815" fmla="*/ 4227047 w 7467600"/>
              <a:gd name="connsiteY815" fmla="*/ 313415 h 6858000"/>
              <a:gd name="connsiteX816" fmla="*/ 4346041 w 7467600"/>
              <a:gd name="connsiteY816" fmla="*/ 456086 h 6858000"/>
              <a:gd name="connsiteX817" fmla="*/ 4870967 w 7467600"/>
              <a:gd name="connsiteY817" fmla="*/ 963061 h 6858000"/>
              <a:gd name="connsiteX818" fmla="*/ 4889647 w 7467600"/>
              <a:gd name="connsiteY818" fmla="*/ 957147 h 6858000"/>
              <a:gd name="connsiteX819" fmla="*/ 5422504 w 7467600"/>
              <a:gd name="connsiteY819" fmla="*/ 805191 h 6858000"/>
              <a:gd name="connsiteX820" fmla="*/ 6087656 w 7467600"/>
              <a:gd name="connsiteY820" fmla="*/ 826703 h 6858000"/>
              <a:gd name="connsiteX821" fmla="*/ 6058717 w 7467600"/>
              <a:gd name="connsiteY821" fmla="*/ 865992 h 6858000"/>
              <a:gd name="connsiteX822" fmla="*/ 4974153 w 7467600"/>
              <a:gd name="connsiteY822" fmla="*/ 1045456 h 6858000"/>
              <a:gd name="connsiteX823" fmla="*/ 5627835 w 7467600"/>
              <a:gd name="connsiteY823" fmla="*/ 1472077 h 6858000"/>
              <a:gd name="connsiteX824" fmla="*/ 5629817 w 7467600"/>
              <a:gd name="connsiteY824" fmla="*/ 1471412 h 6858000"/>
              <a:gd name="connsiteX825" fmla="*/ 5634124 w 7467600"/>
              <a:gd name="connsiteY825" fmla="*/ 1470572 h 6858000"/>
              <a:gd name="connsiteX826" fmla="*/ 5755832 w 7467600"/>
              <a:gd name="connsiteY826" fmla="*/ 1383886 h 6858000"/>
              <a:gd name="connsiteX827" fmla="*/ 6014186 w 7467600"/>
              <a:gd name="connsiteY827" fmla="*/ 1279799 h 6858000"/>
              <a:gd name="connsiteX828" fmla="*/ 6901619 w 7467600"/>
              <a:gd name="connsiteY828" fmla="*/ 1047874 h 6858000"/>
              <a:gd name="connsiteX829" fmla="*/ 6931566 w 7467600"/>
              <a:gd name="connsiteY829" fmla="*/ 1062034 h 6858000"/>
              <a:gd name="connsiteX830" fmla="*/ 5790982 w 7467600"/>
              <a:gd name="connsiteY830" fmla="*/ 1561380 h 6858000"/>
              <a:gd name="connsiteX831" fmla="*/ 6188971 w 7467600"/>
              <a:gd name="connsiteY831" fmla="*/ 1755168 h 6858000"/>
              <a:gd name="connsiteX832" fmla="*/ 6202446 w 7467600"/>
              <a:gd name="connsiteY832" fmla="*/ 1752268 h 6858000"/>
              <a:gd name="connsiteX833" fmla="*/ 7179560 w 7467600"/>
              <a:gd name="connsiteY833" fmla="*/ 1467551 h 6858000"/>
              <a:gd name="connsiteX834" fmla="*/ 7158730 w 7467600"/>
              <a:gd name="connsiteY834" fmla="*/ 1507835 h 6858000"/>
              <a:gd name="connsiteX835" fmla="*/ 6326959 w 7467600"/>
              <a:gd name="connsiteY835" fmla="*/ 1817686 h 6858000"/>
              <a:gd name="connsiteX836" fmla="*/ 6537433 w 7467600"/>
              <a:gd name="connsiteY836" fmla="*/ 1907790 h 6858000"/>
              <a:gd name="connsiteX837" fmla="*/ 6550221 w 7467600"/>
              <a:gd name="connsiteY837" fmla="*/ 1910729 h 6858000"/>
              <a:gd name="connsiteX838" fmla="*/ 6964438 w 7467600"/>
              <a:gd name="connsiteY838" fmla="*/ 2209505 h 6858000"/>
              <a:gd name="connsiteX839" fmla="*/ 7367862 w 7467600"/>
              <a:gd name="connsiteY839" fmla="*/ 2806833 h 6858000"/>
              <a:gd name="connsiteX840" fmla="*/ 7364329 w 7467600"/>
              <a:gd name="connsiteY840" fmla="*/ 2826907 h 6858000"/>
              <a:gd name="connsiteX841" fmla="*/ 7290545 w 7467600"/>
              <a:gd name="connsiteY841" fmla="*/ 2850663 h 6858000"/>
              <a:gd name="connsiteX842" fmla="*/ 6472036 w 7467600"/>
              <a:gd name="connsiteY842" fmla="*/ 1959003 h 6858000"/>
              <a:gd name="connsiteX843" fmla="*/ 5792897 w 7467600"/>
              <a:gd name="connsiteY843" fmla="*/ 1647747 h 6858000"/>
              <a:gd name="connsiteX844" fmla="*/ 5842751 w 7467600"/>
              <a:gd name="connsiteY844" fmla="*/ 1816112 h 6858000"/>
              <a:gd name="connsiteX845" fmla="*/ 5847424 w 7467600"/>
              <a:gd name="connsiteY845" fmla="*/ 1815776 h 6858000"/>
              <a:gd name="connsiteX846" fmla="*/ 6399821 w 7467600"/>
              <a:gd name="connsiteY846" fmla="*/ 2344799 h 6858000"/>
              <a:gd name="connsiteX847" fmla="*/ 6323232 w 7467600"/>
              <a:gd name="connsiteY847" fmla="*/ 2389634 h 6858000"/>
              <a:gd name="connsiteX848" fmla="*/ 5942958 w 7467600"/>
              <a:gd name="connsiteY848" fmla="*/ 2077708 h 6858000"/>
              <a:gd name="connsiteX849" fmla="*/ 5921559 w 7467600"/>
              <a:gd name="connsiteY849" fmla="*/ 2378596 h 6858000"/>
              <a:gd name="connsiteX850" fmla="*/ 5817651 w 7467600"/>
              <a:gd name="connsiteY850" fmla="*/ 3023919 h 6858000"/>
              <a:gd name="connsiteX851" fmla="*/ 5729634 w 7467600"/>
              <a:gd name="connsiteY851" fmla="*/ 3051849 h 6858000"/>
              <a:gd name="connsiteX852" fmla="*/ 5611018 w 7467600"/>
              <a:gd name="connsiteY852" fmla="*/ 2316769 h 6858000"/>
              <a:gd name="connsiteX853" fmla="*/ 5687608 w 7467600"/>
              <a:gd name="connsiteY853" fmla="*/ 2039972 h 6858000"/>
              <a:gd name="connsiteX854" fmla="*/ 5657554 w 7467600"/>
              <a:gd name="connsiteY854" fmla="*/ 1576445 h 6858000"/>
              <a:gd name="connsiteX855" fmla="*/ 5150475 w 7467600"/>
              <a:gd name="connsiteY855" fmla="*/ 1274012 h 6858000"/>
              <a:gd name="connsiteX856" fmla="*/ 5349142 w 7467600"/>
              <a:gd name="connsiteY856" fmla="*/ 2204405 h 6858000"/>
              <a:gd name="connsiteX857" fmla="*/ 5262214 w 7467600"/>
              <a:gd name="connsiteY857" fmla="*/ 2233836 h 6858000"/>
              <a:gd name="connsiteX858" fmla="*/ 4981539 w 7467600"/>
              <a:gd name="connsiteY858" fmla="*/ 1542201 h 6858000"/>
              <a:gd name="connsiteX859" fmla="*/ 4958461 w 7467600"/>
              <a:gd name="connsiteY859" fmla="*/ 1136957 h 6858000"/>
              <a:gd name="connsiteX860" fmla="*/ 4655015 w 7467600"/>
              <a:gd name="connsiteY860" fmla="*/ 891426 h 6858000"/>
              <a:gd name="connsiteX861" fmla="*/ 4348002 w 7467600"/>
              <a:gd name="connsiteY861" fmla="*/ 2205895 h 6858000"/>
              <a:gd name="connsiteX862" fmla="*/ 4262250 w 7467600"/>
              <a:gd name="connsiteY862" fmla="*/ 2219972 h 6858000"/>
              <a:gd name="connsiteX863" fmla="*/ 4550611 w 7467600"/>
              <a:gd name="connsiteY863" fmla="*/ 817540 h 6858000"/>
              <a:gd name="connsiteX864" fmla="*/ 4564418 w 7467600"/>
              <a:gd name="connsiteY864" fmla="*/ 808293 h 6858000"/>
              <a:gd name="connsiteX865" fmla="*/ 4266388 w 7467600"/>
              <a:gd name="connsiteY865" fmla="*/ 500083 h 6858000"/>
              <a:gd name="connsiteX866" fmla="*/ 4032842 w 7467600"/>
              <a:gd name="connsiteY866" fmla="*/ 211809 h 6858000"/>
              <a:gd name="connsiteX867" fmla="*/ 3882765 w 7467600"/>
              <a:gd name="connsiteY867" fmla="*/ 0 h 6858000"/>
              <a:gd name="connsiteX868" fmla="*/ 3721337 w 7467600"/>
              <a:gd name="connsiteY868" fmla="*/ 0 h 6858000"/>
              <a:gd name="connsiteX869" fmla="*/ 3797544 w 7467600"/>
              <a:gd name="connsiteY869" fmla="*/ 0 h 6858000"/>
              <a:gd name="connsiteX870" fmla="*/ 3775734 w 7467600"/>
              <a:gd name="connsiteY870" fmla="*/ 95131 h 6858000"/>
              <a:gd name="connsiteX871" fmla="*/ 3724807 w 7467600"/>
              <a:gd name="connsiteY871" fmla="*/ 272257 h 6858000"/>
              <a:gd name="connsiteX872" fmla="*/ 3726844 w 7467600"/>
              <a:gd name="connsiteY872" fmla="*/ 282988 h 6858000"/>
              <a:gd name="connsiteX873" fmla="*/ 3742664 w 7467600"/>
              <a:gd name="connsiteY873" fmla="*/ 279918 h 6858000"/>
              <a:gd name="connsiteX874" fmla="*/ 4103910 w 7467600"/>
              <a:gd name="connsiteY874" fmla="*/ 1161917 h 6858000"/>
              <a:gd name="connsiteX875" fmla="*/ 4020269 w 7467600"/>
              <a:gd name="connsiteY875" fmla="*/ 1200406 h 6858000"/>
              <a:gd name="connsiteX876" fmla="*/ 3674882 w 7467600"/>
              <a:gd name="connsiteY876" fmla="*/ 488524 h 6858000"/>
              <a:gd name="connsiteX877" fmla="*/ 3132682 w 7467600"/>
              <a:gd name="connsiteY877" fmla="*/ 1072284 h 6858000"/>
              <a:gd name="connsiteX878" fmla="*/ 2716346 w 7467600"/>
              <a:gd name="connsiteY878" fmla="*/ 1276376 h 6858000"/>
              <a:gd name="connsiteX879" fmla="*/ 2716772 w 7467600"/>
              <a:gd name="connsiteY879" fmla="*/ 1255462 h 6858000"/>
              <a:gd name="connsiteX880" fmla="*/ 3471096 w 7467600"/>
              <a:gd name="connsiteY880" fmla="*/ 437072 h 6858000"/>
              <a:gd name="connsiteX881" fmla="*/ 3639057 w 7467600"/>
              <a:gd name="connsiteY881" fmla="*/ 286334 h 6858000"/>
              <a:gd name="connsiteX882" fmla="*/ 3640309 w 7467600"/>
              <a:gd name="connsiteY882" fmla="*/ 284664 h 6858000"/>
              <a:gd name="connsiteX883" fmla="*/ 3646022 w 7467600"/>
              <a:gd name="connsiteY883" fmla="*/ 276711 h 6858000"/>
              <a:gd name="connsiteX884" fmla="*/ 3707943 w 7467600"/>
              <a:gd name="connsiteY884" fmla="*/ 65958 h 6858000"/>
              <a:gd name="connsiteX885" fmla="*/ 3721337 w 7467600"/>
              <a:gd name="connsiteY885" fmla="*/ 0 h 6858000"/>
              <a:gd name="connsiteX886" fmla="*/ 2867960 w 7467600"/>
              <a:gd name="connsiteY886" fmla="*/ 0 h 6858000"/>
              <a:gd name="connsiteX887" fmla="*/ 2926351 w 7467600"/>
              <a:gd name="connsiteY887" fmla="*/ 0 h 6858000"/>
              <a:gd name="connsiteX888" fmla="*/ 2902823 w 7467600"/>
              <a:gd name="connsiteY888" fmla="*/ 262929 h 6858000"/>
              <a:gd name="connsiteX889" fmla="*/ 2940663 w 7467600"/>
              <a:gd name="connsiteY889" fmla="*/ 140884 h 6858000"/>
              <a:gd name="connsiteX890" fmla="*/ 2947039 w 7467600"/>
              <a:gd name="connsiteY890" fmla="*/ 122524 h 6858000"/>
              <a:gd name="connsiteX891" fmla="*/ 2984316 w 7467600"/>
              <a:gd name="connsiteY891" fmla="*/ 0 h 6858000"/>
              <a:gd name="connsiteX892" fmla="*/ 3016114 w 7467600"/>
              <a:gd name="connsiteY892" fmla="*/ 0 h 6858000"/>
              <a:gd name="connsiteX893" fmla="*/ 2979949 w 7467600"/>
              <a:gd name="connsiteY893" fmla="*/ 119274 h 6858000"/>
              <a:gd name="connsiteX894" fmla="*/ 3023879 w 7467600"/>
              <a:gd name="connsiteY894" fmla="*/ 0 h 6858000"/>
              <a:gd name="connsiteX895" fmla="*/ 3105400 w 7467600"/>
              <a:gd name="connsiteY895" fmla="*/ 0 h 6858000"/>
              <a:gd name="connsiteX896" fmla="*/ 3094669 w 7467600"/>
              <a:gd name="connsiteY896" fmla="*/ 30308 h 6858000"/>
              <a:gd name="connsiteX897" fmla="*/ 2901945 w 7467600"/>
              <a:gd name="connsiteY897" fmla="*/ 466538 h 6858000"/>
              <a:gd name="connsiteX898" fmla="*/ 2815209 w 7467600"/>
              <a:gd name="connsiteY898" fmla="*/ 497361 h 6858000"/>
              <a:gd name="connsiteX899" fmla="*/ 2844845 w 7467600"/>
              <a:gd name="connsiteY899" fmla="*/ 127638 h 6858000"/>
              <a:gd name="connsiteX900" fmla="*/ 2867960 w 7467600"/>
              <a:gd name="connsiteY900" fmla="*/ 0 h 6858000"/>
              <a:gd name="connsiteX901" fmla="*/ 1057230 w 7467600"/>
              <a:gd name="connsiteY901" fmla="*/ 0 h 6858000"/>
              <a:gd name="connsiteX902" fmla="*/ 1111003 w 7467600"/>
              <a:gd name="connsiteY902" fmla="*/ 0 h 6858000"/>
              <a:gd name="connsiteX903" fmla="*/ 1125553 w 7467600"/>
              <a:gd name="connsiteY903" fmla="*/ 52588 h 6858000"/>
              <a:gd name="connsiteX904" fmla="*/ 1304276 w 7467600"/>
              <a:gd name="connsiteY904" fmla="*/ 476275 h 6858000"/>
              <a:gd name="connsiteX905" fmla="*/ 1492066 w 7467600"/>
              <a:gd name="connsiteY905" fmla="*/ 886333 h 6858000"/>
              <a:gd name="connsiteX906" fmla="*/ 1423698 w 7467600"/>
              <a:gd name="connsiteY906" fmla="*/ 710817 h 6858000"/>
              <a:gd name="connsiteX907" fmla="*/ 1357609 w 7467600"/>
              <a:gd name="connsiteY907" fmla="*/ 532892 h 6858000"/>
              <a:gd name="connsiteX908" fmla="*/ 1309550 w 7467600"/>
              <a:gd name="connsiteY908" fmla="*/ 374031 h 6858000"/>
              <a:gd name="connsiteX909" fmla="*/ 1193673 w 7467600"/>
              <a:gd name="connsiteY909" fmla="*/ 49533 h 6858000"/>
              <a:gd name="connsiteX910" fmla="*/ 1164391 w 7467600"/>
              <a:gd name="connsiteY910" fmla="*/ 0 h 6858000"/>
              <a:gd name="connsiteX911" fmla="*/ 1200666 w 7467600"/>
              <a:gd name="connsiteY911" fmla="*/ 0 h 6858000"/>
              <a:gd name="connsiteX912" fmla="*/ 1223408 w 7467600"/>
              <a:gd name="connsiteY912" fmla="*/ 38996 h 6858000"/>
              <a:gd name="connsiteX913" fmla="*/ 1339635 w 7467600"/>
              <a:gd name="connsiteY913" fmla="*/ 365517 h 6858000"/>
              <a:gd name="connsiteX914" fmla="*/ 1387469 w 7467600"/>
              <a:gd name="connsiteY914" fmla="*/ 523079 h 6858000"/>
              <a:gd name="connsiteX915" fmla="*/ 1452685 w 7467600"/>
              <a:gd name="connsiteY915" fmla="*/ 699806 h 6858000"/>
              <a:gd name="connsiteX916" fmla="*/ 1492092 w 7467600"/>
              <a:gd name="connsiteY916" fmla="*/ 800424 h 6858000"/>
              <a:gd name="connsiteX917" fmla="*/ 1455302 w 7467600"/>
              <a:gd name="connsiteY917" fmla="*/ 632913 h 6858000"/>
              <a:gd name="connsiteX918" fmla="*/ 1222336 w 7467600"/>
              <a:gd name="connsiteY918" fmla="*/ 9480 h 6858000"/>
              <a:gd name="connsiteX919" fmla="*/ 1214634 w 7467600"/>
              <a:gd name="connsiteY919" fmla="*/ 0 h 6858000"/>
              <a:gd name="connsiteX920" fmla="*/ 1289827 w 7467600"/>
              <a:gd name="connsiteY920" fmla="*/ 0 h 6858000"/>
              <a:gd name="connsiteX921" fmla="*/ 1321076 w 7467600"/>
              <a:gd name="connsiteY921" fmla="*/ 59722 h 6858000"/>
              <a:gd name="connsiteX922" fmla="*/ 1512579 w 7467600"/>
              <a:gd name="connsiteY922" fmla="*/ 626441 h 6858000"/>
              <a:gd name="connsiteX923" fmla="*/ 1506076 w 7467600"/>
              <a:gd name="connsiteY923" fmla="*/ 1089289 h 6858000"/>
              <a:gd name="connsiteX924" fmla="*/ 1486346 w 7467600"/>
              <a:gd name="connsiteY924" fmla="*/ 1079919 h 6858000"/>
              <a:gd name="connsiteX925" fmla="*/ 1070511 w 7467600"/>
              <a:gd name="connsiteY925" fmla="*/ 48609 h 6858000"/>
              <a:gd name="connsiteX926" fmla="*/ 1057230 w 7467600"/>
              <a:gd name="connsiteY926" fmla="*/ 0 h 6858000"/>
              <a:gd name="connsiteX927" fmla="*/ 43151 w 7467600"/>
              <a:gd name="connsiteY927" fmla="*/ 0 h 6858000"/>
              <a:gd name="connsiteX928" fmla="*/ 95283 w 7467600"/>
              <a:gd name="connsiteY928" fmla="*/ 0 h 6858000"/>
              <a:gd name="connsiteX929" fmla="*/ 300708 w 7467600"/>
              <a:gd name="connsiteY929" fmla="*/ 154571 h 6858000"/>
              <a:gd name="connsiteX930" fmla="*/ 530414 w 7467600"/>
              <a:gd name="connsiteY930" fmla="*/ 354673 h 6858000"/>
              <a:gd name="connsiteX931" fmla="*/ 333785 w 7467600"/>
              <a:gd name="connsiteY931" fmla="*/ 161564 h 6858000"/>
              <a:gd name="connsiteX932" fmla="*/ 147005 w 7467600"/>
              <a:gd name="connsiteY932" fmla="*/ 0 h 6858000"/>
              <a:gd name="connsiteX933" fmla="*/ 272509 w 7467600"/>
              <a:gd name="connsiteY933" fmla="*/ 0 h 6858000"/>
              <a:gd name="connsiteX934" fmla="*/ 326276 w 7467600"/>
              <a:gd name="connsiteY934" fmla="*/ 45847 h 6858000"/>
              <a:gd name="connsiteX935" fmla="*/ 823759 w 7467600"/>
              <a:gd name="connsiteY935" fmla="*/ 574145 h 6858000"/>
              <a:gd name="connsiteX936" fmla="*/ 811254 w 7467600"/>
              <a:gd name="connsiteY936" fmla="*/ 665546 h 6858000"/>
              <a:gd name="connsiteX937" fmla="*/ 154042 w 7467600"/>
              <a:gd name="connsiteY937" fmla="*/ 261522 h 6858000"/>
              <a:gd name="connsiteX938" fmla="*/ 13550 w 7467600"/>
              <a:gd name="connsiteY938" fmla="*/ 158423 h 6858000"/>
              <a:gd name="connsiteX939" fmla="*/ 0 w 7467600"/>
              <a:gd name="connsiteY939" fmla="*/ 146618 h 6858000"/>
              <a:gd name="connsiteX940" fmla="*/ 0 w 7467600"/>
              <a:gd name="connsiteY940" fmla="*/ 59161 h 6858000"/>
              <a:gd name="connsiteX941" fmla="*/ 45427 w 7467600"/>
              <a:gd name="connsiteY941" fmla="*/ 101078 h 6858000"/>
              <a:gd name="connsiteX942" fmla="*/ 630103 w 7467600"/>
              <a:gd name="connsiteY942" fmla="*/ 485885 h 6858000"/>
              <a:gd name="connsiteX943" fmla="*/ 532040 w 7467600"/>
              <a:gd name="connsiteY943" fmla="*/ 399359 h 6858000"/>
              <a:gd name="connsiteX944" fmla="*/ 517618 w 7467600"/>
              <a:gd name="connsiteY944" fmla="*/ 385726 h 6858000"/>
              <a:gd name="connsiteX945" fmla="*/ 285074 w 7467600"/>
              <a:gd name="connsiteY945" fmla="*/ 182755 h 6858000"/>
              <a:gd name="connsiteX946" fmla="*/ 43151 w 7467600"/>
              <a:gd name="connsiteY946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434024 w 7467600"/>
              <a:gd name="connsiteY4" fmla="*/ 6722130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1019354 w 7467600"/>
              <a:gd name="connsiteY14" fmla="*/ 6315006 h 6858000"/>
              <a:gd name="connsiteX15" fmla="*/ 441046 w 7467600"/>
              <a:gd name="connsiteY15" fmla="*/ 6691153 h 6858000"/>
              <a:gd name="connsiteX16" fmla="*/ 1019354 w 7467600"/>
              <a:gd name="connsiteY16" fmla="*/ 6315006 h 6858000"/>
              <a:gd name="connsiteX17" fmla="*/ 991680 w 7467600"/>
              <a:gd name="connsiteY17" fmla="*/ 6298413 h 6858000"/>
              <a:gd name="connsiteX18" fmla="*/ 409060 w 7467600"/>
              <a:gd name="connsiteY18" fmla="*/ 6671470 h 6858000"/>
              <a:gd name="connsiteX19" fmla="*/ 991680 w 7467600"/>
              <a:gd name="connsiteY19" fmla="*/ 6298413 h 6858000"/>
              <a:gd name="connsiteX20" fmla="*/ 103333 w 7467600"/>
              <a:gd name="connsiteY20" fmla="*/ 5699602 h 6858000"/>
              <a:gd name="connsiteX21" fmla="*/ 233938 w 7467600"/>
              <a:gd name="connsiteY21" fmla="*/ 5809416 h 6858000"/>
              <a:gd name="connsiteX22" fmla="*/ 883580 w 7467600"/>
              <a:gd name="connsiteY22" fmla="*/ 6180710 h 6858000"/>
              <a:gd name="connsiteX23" fmla="*/ 487337 w 7467600"/>
              <a:gd name="connsiteY23" fmla="*/ 5950182 h 6858000"/>
              <a:gd name="connsiteX24" fmla="*/ 354051 w 7467600"/>
              <a:gd name="connsiteY24" fmla="*/ 5854912 h 6858000"/>
              <a:gd name="connsiteX25" fmla="*/ 195436 w 7467600"/>
              <a:gd name="connsiteY25" fmla="*/ 5755068 h 6858000"/>
              <a:gd name="connsiteX26" fmla="*/ 103333 w 7467600"/>
              <a:gd name="connsiteY26" fmla="*/ 5699602 h 6858000"/>
              <a:gd name="connsiteX27" fmla="*/ 5539432 w 7467600"/>
              <a:gd name="connsiteY27" fmla="*/ 5642928 h 6858000"/>
              <a:gd name="connsiteX28" fmla="*/ 5555462 w 7467600"/>
              <a:gd name="connsiteY28" fmla="*/ 5694454 h 6858000"/>
              <a:gd name="connsiteX29" fmla="*/ 5828270 w 7467600"/>
              <a:gd name="connsiteY29" fmla="*/ 6320663 h 6858000"/>
              <a:gd name="connsiteX30" fmla="*/ 5947416 w 7467600"/>
              <a:gd name="connsiteY30" fmla="*/ 6574846 h 6858000"/>
              <a:gd name="connsiteX31" fmla="*/ 5539432 w 7467600"/>
              <a:gd name="connsiteY31" fmla="*/ 5642928 h 6858000"/>
              <a:gd name="connsiteX32" fmla="*/ 51253 w 7467600"/>
              <a:gd name="connsiteY32" fmla="*/ 5631825 h 6858000"/>
              <a:gd name="connsiteX33" fmla="*/ 211622 w 7467600"/>
              <a:gd name="connsiteY33" fmla="*/ 5728803 h 6858000"/>
              <a:gd name="connsiteX34" fmla="*/ 371652 w 7467600"/>
              <a:gd name="connsiteY34" fmla="*/ 5829062 h 6858000"/>
              <a:gd name="connsiteX35" fmla="*/ 505903 w 7467600"/>
              <a:gd name="connsiteY35" fmla="*/ 5925221 h 6858000"/>
              <a:gd name="connsiteX36" fmla="*/ 899240 w 7467600"/>
              <a:gd name="connsiteY36" fmla="*/ 6153068 h 6858000"/>
              <a:gd name="connsiteX37" fmla="*/ 988114 w 7467600"/>
              <a:gd name="connsiteY37" fmla="*/ 6174204 h 6858000"/>
              <a:gd name="connsiteX38" fmla="*/ 845971 w 7467600"/>
              <a:gd name="connsiteY38" fmla="*/ 6067177 h 6858000"/>
              <a:gd name="connsiteX39" fmla="*/ 448057 w 7467600"/>
              <a:gd name="connsiteY39" fmla="*/ 5841376 h 6858000"/>
              <a:gd name="connsiteX40" fmla="*/ 51253 w 7467600"/>
              <a:gd name="connsiteY40" fmla="*/ 5631825 h 6858000"/>
              <a:gd name="connsiteX41" fmla="*/ 2606687 w 7467600"/>
              <a:gd name="connsiteY41" fmla="*/ 5630718 h 6858000"/>
              <a:gd name="connsiteX42" fmla="*/ 2645658 w 7467600"/>
              <a:gd name="connsiteY42" fmla="*/ 6640259 h 6858000"/>
              <a:gd name="connsiteX43" fmla="*/ 2606687 w 7467600"/>
              <a:gd name="connsiteY43" fmla="*/ 5630718 h 6858000"/>
              <a:gd name="connsiteX44" fmla="*/ 3642057 w 7467600"/>
              <a:gd name="connsiteY44" fmla="*/ 5573487 h 6858000"/>
              <a:gd name="connsiteX45" fmla="*/ 3632981 w 7467600"/>
              <a:gd name="connsiteY45" fmla="*/ 5579437 h 6858000"/>
              <a:gd name="connsiteX46" fmla="*/ 3382436 w 7467600"/>
              <a:gd name="connsiteY46" fmla="*/ 5952726 h 6858000"/>
              <a:gd name="connsiteX47" fmla="*/ 3191929 w 7467600"/>
              <a:gd name="connsiteY47" fmla="*/ 6662669 h 6858000"/>
              <a:gd name="connsiteX48" fmla="*/ 3369898 w 7467600"/>
              <a:gd name="connsiteY48" fmla="*/ 6081771 h 6858000"/>
              <a:gd name="connsiteX49" fmla="*/ 3642057 w 7467600"/>
              <a:gd name="connsiteY49" fmla="*/ 5573487 h 6858000"/>
              <a:gd name="connsiteX50" fmla="*/ 2650666 w 7467600"/>
              <a:gd name="connsiteY50" fmla="*/ 5530686 h 6858000"/>
              <a:gd name="connsiteX51" fmla="*/ 2650249 w 7467600"/>
              <a:gd name="connsiteY51" fmla="*/ 5532101 h 6858000"/>
              <a:gd name="connsiteX52" fmla="*/ 2663808 w 7467600"/>
              <a:gd name="connsiteY52" fmla="*/ 6535215 h 6858000"/>
              <a:gd name="connsiteX53" fmla="*/ 2665418 w 7467600"/>
              <a:gd name="connsiteY53" fmla="*/ 6132756 h 6858000"/>
              <a:gd name="connsiteX54" fmla="*/ 2650666 w 7467600"/>
              <a:gd name="connsiteY54" fmla="*/ 5530686 h 6858000"/>
              <a:gd name="connsiteX55" fmla="*/ 2680277 w 7467600"/>
              <a:gd name="connsiteY55" fmla="*/ 5479204 h 6858000"/>
              <a:gd name="connsiteX56" fmla="*/ 2678972 w 7467600"/>
              <a:gd name="connsiteY56" fmla="*/ 5481582 h 6858000"/>
              <a:gd name="connsiteX57" fmla="*/ 2696666 w 7467600"/>
              <a:gd name="connsiteY57" fmla="*/ 6133836 h 6858000"/>
              <a:gd name="connsiteX58" fmla="*/ 2695769 w 7467600"/>
              <a:gd name="connsiteY58" fmla="*/ 6390955 h 6858000"/>
              <a:gd name="connsiteX59" fmla="*/ 2739893 w 7467600"/>
              <a:gd name="connsiteY59" fmla="*/ 6108357 h 6858000"/>
              <a:gd name="connsiteX60" fmla="*/ 2680277 w 7467600"/>
              <a:gd name="connsiteY60" fmla="*/ 5479204 h 6858000"/>
              <a:gd name="connsiteX61" fmla="*/ 1132195 w 7467600"/>
              <a:gd name="connsiteY61" fmla="*/ 5467980 h 6858000"/>
              <a:gd name="connsiteX62" fmla="*/ 1679056 w 7467600"/>
              <a:gd name="connsiteY62" fmla="*/ 5516907 h 6858000"/>
              <a:gd name="connsiteX63" fmla="*/ 2128648 w 7467600"/>
              <a:gd name="connsiteY63" fmla="*/ 5474249 h 6858000"/>
              <a:gd name="connsiteX64" fmla="*/ 1825619 w 7467600"/>
              <a:gd name="connsiteY64" fmla="*/ 5478447 h 6858000"/>
              <a:gd name="connsiteX65" fmla="*/ 1737798 w 7467600"/>
              <a:gd name="connsiteY65" fmla="*/ 5483353 h 6858000"/>
              <a:gd name="connsiteX66" fmla="*/ 1132195 w 7467600"/>
              <a:gd name="connsiteY66" fmla="*/ 5467980 h 6858000"/>
              <a:gd name="connsiteX67" fmla="*/ 1456157 w 7467600"/>
              <a:gd name="connsiteY67" fmla="*/ 5371404 h 6858000"/>
              <a:gd name="connsiteX68" fmla="*/ 1244432 w 7467600"/>
              <a:gd name="connsiteY68" fmla="*/ 5385601 h 6858000"/>
              <a:gd name="connsiteX69" fmla="*/ 973990 w 7467600"/>
              <a:gd name="connsiteY69" fmla="*/ 5424940 h 6858000"/>
              <a:gd name="connsiteX70" fmla="*/ 1103809 w 7467600"/>
              <a:gd name="connsiteY70" fmla="*/ 5433720 h 6858000"/>
              <a:gd name="connsiteX71" fmla="*/ 1123454 w 7467600"/>
              <a:gd name="connsiteY71" fmla="*/ 5435727 h 6858000"/>
              <a:gd name="connsiteX72" fmla="*/ 1737017 w 7467600"/>
              <a:gd name="connsiteY72" fmla="*/ 5452183 h 6858000"/>
              <a:gd name="connsiteX73" fmla="*/ 1824397 w 7467600"/>
              <a:gd name="connsiteY73" fmla="*/ 5447757 h 6858000"/>
              <a:gd name="connsiteX74" fmla="*/ 2070059 w 7467600"/>
              <a:gd name="connsiteY74" fmla="*/ 5441660 h 6858000"/>
              <a:gd name="connsiteX75" fmla="*/ 1456157 w 7467600"/>
              <a:gd name="connsiteY75" fmla="*/ 5371404 h 6858000"/>
              <a:gd name="connsiteX76" fmla="*/ 4988186 w 7467600"/>
              <a:gd name="connsiteY76" fmla="*/ 5216467 h 6858000"/>
              <a:gd name="connsiteX77" fmla="*/ 4777334 w 7467600"/>
              <a:gd name="connsiteY77" fmla="*/ 5406072 h 6858000"/>
              <a:gd name="connsiteX78" fmla="*/ 4718341 w 7467600"/>
              <a:gd name="connsiteY78" fmla="*/ 5468043 h 6858000"/>
              <a:gd name="connsiteX79" fmla="*/ 4604655 w 7467600"/>
              <a:gd name="connsiteY79" fmla="*/ 5583434 h 6858000"/>
              <a:gd name="connsiteX80" fmla="*/ 4565074 w 7467600"/>
              <a:gd name="connsiteY80" fmla="*/ 5618550 h 6858000"/>
              <a:gd name="connsiteX81" fmla="*/ 4988186 w 7467600"/>
              <a:gd name="connsiteY81" fmla="*/ 5216467 h 6858000"/>
              <a:gd name="connsiteX82" fmla="*/ 4978032 w 7467600"/>
              <a:gd name="connsiteY82" fmla="*/ 5183809 h 6858000"/>
              <a:gd name="connsiteX83" fmla="*/ 4463413 w 7467600"/>
              <a:gd name="connsiteY83" fmla="*/ 5615162 h 6858000"/>
              <a:gd name="connsiteX84" fmla="*/ 4358134 w 7467600"/>
              <a:gd name="connsiteY84" fmla="*/ 5742791 h 6858000"/>
              <a:gd name="connsiteX85" fmla="*/ 4376219 w 7467600"/>
              <a:gd name="connsiteY85" fmla="*/ 5729027 h 6858000"/>
              <a:gd name="connsiteX86" fmla="*/ 4582340 w 7467600"/>
              <a:gd name="connsiteY86" fmla="*/ 5561037 h 6858000"/>
              <a:gd name="connsiteX87" fmla="*/ 4694684 w 7467600"/>
              <a:gd name="connsiteY87" fmla="*/ 5447098 h 6858000"/>
              <a:gd name="connsiteX88" fmla="*/ 4754123 w 7467600"/>
              <a:gd name="connsiteY88" fmla="*/ 5384643 h 6858000"/>
              <a:gd name="connsiteX89" fmla="*/ 4978032 w 7467600"/>
              <a:gd name="connsiteY89" fmla="*/ 5183809 h 6858000"/>
              <a:gd name="connsiteX90" fmla="*/ 1903353 w 7467600"/>
              <a:gd name="connsiteY90" fmla="*/ 5044827 h 6858000"/>
              <a:gd name="connsiteX91" fmla="*/ 1936931 w 7467600"/>
              <a:gd name="connsiteY91" fmla="*/ 5093954 h 6858000"/>
              <a:gd name="connsiteX92" fmla="*/ 2195868 w 7467600"/>
              <a:gd name="connsiteY92" fmla="*/ 5396574 h 6858000"/>
              <a:gd name="connsiteX93" fmla="*/ 2088852 w 7467600"/>
              <a:gd name="connsiteY93" fmla="*/ 5166123 h 6858000"/>
              <a:gd name="connsiteX94" fmla="*/ 1958241 w 7467600"/>
              <a:gd name="connsiteY94" fmla="*/ 5067955 h 6858000"/>
              <a:gd name="connsiteX95" fmla="*/ 1903353 w 7467600"/>
              <a:gd name="connsiteY95" fmla="*/ 5044827 h 6858000"/>
              <a:gd name="connsiteX96" fmla="*/ 1979378 w 7467600"/>
              <a:gd name="connsiteY96" fmla="*/ 4769504 h 6858000"/>
              <a:gd name="connsiteX97" fmla="*/ 2882120 w 7467600"/>
              <a:gd name="connsiteY97" fmla="*/ 5064547 h 6858000"/>
              <a:gd name="connsiteX98" fmla="*/ 2793103 w 7467600"/>
              <a:gd name="connsiteY98" fmla="*/ 5039699 h 6858000"/>
              <a:gd name="connsiteX99" fmla="*/ 2770041 w 7467600"/>
              <a:gd name="connsiteY99" fmla="*/ 5033634 h 6858000"/>
              <a:gd name="connsiteX100" fmla="*/ 1979378 w 7467600"/>
              <a:gd name="connsiteY100" fmla="*/ 4769504 h 6858000"/>
              <a:gd name="connsiteX101" fmla="*/ 1927410 w 7467600"/>
              <a:gd name="connsiteY101" fmla="*/ 4716164 h 6858000"/>
              <a:gd name="connsiteX102" fmla="*/ 1959587 w 7467600"/>
              <a:gd name="connsiteY102" fmla="*/ 4728849 h 6858000"/>
              <a:gd name="connsiteX103" fmla="*/ 2777707 w 7467600"/>
              <a:gd name="connsiteY103" fmla="*/ 5003991 h 6858000"/>
              <a:gd name="connsiteX104" fmla="*/ 2800768 w 7467600"/>
              <a:gd name="connsiteY104" fmla="*/ 5010056 h 6858000"/>
              <a:gd name="connsiteX105" fmla="*/ 2879408 w 7467600"/>
              <a:gd name="connsiteY105" fmla="*/ 5031590 h 6858000"/>
              <a:gd name="connsiteX106" fmla="*/ 2862295 w 7467600"/>
              <a:gd name="connsiteY106" fmla="*/ 5022958 h 6858000"/>
              <a:gd name="connsiteX107" fmla="*/ 2813343 w 7467600"/>
              <a:gd name="connsiteY107" fmla="*/ 4998369 h 6858000"/>
              <a:gd name="connsiteX108" fmla="*/ 2646245 w 7467600"/>
              <a:gd name="connsiteY108" fmla="*/ 4930999 h 6858000"/>
              <a:gd name="connsiteX109" fmla="*/ 1999243 w 7467600"/>
              <a:gd name="connsiteY109" fmla="*/ 4730524 h 6858000"/>
              <a:gd name="connsiteX110" fmla="*/ 1979527 w 7467600"/>
              <a:gd name="connsiteY110" fmla="*/ 4726651 h 6858000"/>
              <a:gd name="connsiteX111" fmla="*/ 1927410 w 7467600"/>
              <a:gd name="connsiteY111" fmla="*/ 4716164 h 6858000"/>
              <a:gd name="connsiteX112" fmla="*/ 1997014 w 7467600"/>
              <a:gd name="connsiteY112" fmla="*/ 4698007 h 6858000"/>
              <a:gd name="connsiteX113" fmla="*/ 2005458 w 7467600"/>
              <a:gd name="connsiteY113" fmla="*/ 4699540 h 6858000"/>
              <a:gd name="connsiteX114" fmla="*/ 2657186 w 7467600"/>
              <a:gd name="connsiteY114" fmla="*/ 4901687 h 6858000"/>
              <a:gd name="connsiteX115" fmla="*/ 2826662 w 7467600"/>
              <a:gd name="connsiteY115" fmla="*/ 4970362 h 6858000"/>
              <a:gd name="connsiteX116" fmla="*/ 2876100 w 7467600"/>
              <a:gd name="connsiteY116" fmla="*/ 4995397 h 6858000"/>
              <a:gd name="connsiteX117" fmla="*/ 3042600 w 7467600"/>
              <a:gd name="connsiteY117" fmla="*/ 5059532 h 6858000"/>
              <a:gd name="connsiteX118" fmla="*/ 1997014 w 7467600"/>
              <a:gd name="connsiteY118" fmla="*/ 4698007 h 6858000"/>
              <a:gd name="connsiteX119" fmla="*/ 2305292 w 7467600"/>
              <a:gd name="connsiteY119" fmla="*/ 4219492 h 6858000"/>
              <a:gd name="connsiteX120" fmla="*/ 3360922 w 7467600"/>
              <a:gd name="connsiteY120" fmla="*/ 4529373 h 6858000"/>
              <a:gd name="connsiteX121" fmla="*/ 3492420 w 7467600"/>
              <a:gd name="connsiteY121" fmla="*/ 4510145 h 6858000"/>
              <a:gd name="connsiteX122" fmla="*/ 3364086 w 7467600"/>
              <a:gd name="connsiteY122" fmla="*/ 4480340 h 6858000"/>
              <a:gd name="connsiteX123" fmla="*/ 3225818 w 7467600"/>
              <a:gd name="connsiteY123" fmla="*/ 4411822 h 6858000"/>
              <a:gd name="connsiteX124" fmla="*/ 3129696 w 7467600"/>
              <a:gd name="connsiteY124" fmla="*/ 4360704 h 6858000"/>
              <a:gd name="connsiteX125" fmla="*/ 2814545 w 7467600"/>
              <a:gd name="connsiteY125" fmla="*/ 4282955 h 6858000"/>
              <a:gd name="connsiteX126" fmla="*/ 2305292 w 7467600"/>
              <a:gd name="connsiteY126" fmla="*/ 4219492 h 6858000"/>
              <a:gd name="connsiteX127" fmla="*/ 2626982 w 7467600"/>
              <a:gd name="connsiteY127" fmla="*/ 4206450 h 6858000"/>
              <a:gd name="connsiteX128" fmla="*/ 2490617 w 7467600"/>
              <a:gd name="connsiteY128" fmla="*/ 4206951 h 6858000"/>
              <a:gd name="connsiteX129" fmla="*/ 2819869 w 7467600"/>
              <a:gd name="connsiteY129" fmla="*/ 4252936 h 6858000"/>
              <a:gd name="connsiteX130" fmla="*/ 3143018 w 7467600"/>
              <a:gd name="connsiteY130" fmla="*/ 4332698 h 6858000"/>
              <a:gd name="connsiteX131" fmla="*/ 3241520 w 7467600"/>
              <a:gd name="connsiteY131" fmla="*/ 4385112 h 6858000"/>
              <a:gd name="connsiteX132" fmla="*/ 3374575 w 7467600"/>
              <a:gd name="connsiteY132" fmla="*/ 4451517 h 6858000"/>
              <a:gd name="connsiteX133" fmla="*/ 3505221 w 7467600"/>
              <a:gd name="connsiteY133" fmla="*/ 4480757 h 6858000"/>
              <a:gd name="connsiteX134" fmla="*/ 2626982 w 7467600"/>
              <a:gd name="connsiteY134" fmla="*/ 4206450 h 6858000"/>
              <a:gd name="connsiteX135" fmla="*/ 1310106 w 7467600"/>
              <a:gd name="connsiteY135" fmla="*/ 3943217 h 6858000"/>
              <a:gd name="connsiteX136" fmla="*/ 854994 w 7467600"/>
              <a:gd name="connsiteY136" fmla="*/ 4399136 h 6858000"/>
              <a:gd name="connsiteX137" fmla="*/ 742462 w 7467600"/>
              <a:gd name="connsiteY137" fmla="*/ 4594648 h 6858000"/>
              <a:gd name="connsiteX138" fmla="*/ 820602 w 7467600"/>
              <a:gd name="connsiteY138" fmla="*/ 4485915 h 6858000"/>
              <a:gd name="connsiteX139" fmla="*/ 878295 w 7467600"/>
              <a:gd name="connsiteY139" fmla="*/ 4403594 h 6858000"/>
              <a:gd name="connsiteX140" fmla="*/ 1240607 w 7467600"/>
              <a:gd name="connsiteY140" fmla="*/ 4010401 h 6858000"/>
              <a:gd name="connsiteX141" fmla="*/ 1310106 w 7467600"/>
              <a:gd name="connsiteY141" fmla="*/ 3943217 h 6858000"/>
              <a:gd name="connsiteX142" fmla="*/ 1423113 w 7467600"/>
              <a:gd name="connsiteY142" fmla="*/ 3874565 h 6858000"/>
              <a:gd name="connsiteX143" fmla="*/ 1260565 w 7467600"/>
              <a:gd name="connsiteY143" fmla="*/ 4031982 h 6858000"/>
              <a:gd name="connsiteX144" fmla="*/ 901900 w 7467600"/>
              <a:gd name="connsiteY144" fmla="*/ 4421236 h 6858000"/>
              <a:gd name="connsiteX145" fmla="*/ 845044 w 7467600"/>
              <a:gd name="connsiteY145" fmla="*/ 4502436 h 6858000"/>
              <a:gd name="connsiteX146" fmla="*/ 685926 w 7467600"/>
              <a:gd name="connsiteY146" fmla="*/ 4703069 h 6858000"/>
              <a:gd name="connsiteX147" fmla="*/ 684248 w 7467600"/>
              <a:gd name="connsiteY147" fmla="*/ 4706721 h 6858000"/>
              <a:gd name="connsiteX148" fmla="*/ 1423113 w 7467600"/>
              <a:gd name="connsiteY148" fmla="*/ 3874565 h 6858000"/>
              <a:gd name="connsiteX149" fmla="*/ 3316479 w 7467600"/>
              <a:gd name="connsiteY149" fmla="*/ 3872136 h 6858000"/>
              <a:gd name="connsiteX150" fmla="*/ 3546806 w 7467600"/>
              <a:gd name="connsiteY150" fmla="*/ 4356139 h 6858000"/>
              <a:gd name="connsiteX151" fmla="*/ 3364433 w 7467600"/>
              <a:gd name="connsiteY151" fmla="*/ 3953121 h 6858000"/>
              <a:gd name="connsiteX152" fmla="*/ 3316479 w 7467600"/>
              <a:gd name="connsiteY152" fmla="*/ 3872136 h 6858000"/>
              <a:gd name="connsiteX153" fmla="*/ 3291335 w 7467600"/>
              <a:gd name="connsiteY153" fmla="*/ 3767420 h 6858000"/>
              <a:gd name="connsiteX154" fmla="*/ 3390805 w 7467600"/>
              <a:gd name="connsiteY154" fmla="*/ 3937163 h 6858000"/>
              <a:gd name="connsiteX155" fmla="*/ 3579062 w 7467600"/>
              <a:gd name="connsiteY155" fmla="*/ 4359040 h 6858000"/>
              <a:gd name="connsiteX156" fmla="*/ 3467355 w 7467600"/>
              <a:gd name="connsiteY156" fmla="*/ 3988130 h 6858000"/>
              <a:gd name="connsiteX157" fmla="*/ 3310753 w 7467600"/>
              <a:gd name="connsiteY157" fmla="*/ 3787140 h 6858000"/>
              <a:gd name="connsiteX158" fmla="*/ 3291335 w 7467600"/>
              <a:gd name="connsiteY158" fmla="*/ 3767420 h 6858000"/>
              <a:gd name="connsiteX159" fmla="*/ 1635889 w 7467600"/>
              <a:gd name="connsiteY159" fmla="*/ 3709494 h 6858000"/>
              <a:gd name="connsiteX160" fmla="*/ 1634800 w 7467600"/>
              <a:gd name="connsiteY160" fmla="*/ 3731111 h 6858000"/>
              <a:gd name="connsiteX161" fmla="*/ 1635889 w 7467600"/>
              <a:gd name="connsiteY161" fmla="*/ 3709494 h 6858000"/>
              <a:gd name="connsiteX162" fmla="*/ 1510397 w 7467600"/>
              <a:gd name="connsiteY162" fmla="*/ 3684705 h 6858000"/>
              <a:gd name="connsiteX163" fmla="*/ 1146550 w 7467600"/>
              <a:gd name="connsiteY163" fmla="*/ 3802012 h 6858000"/>
              <a:gd name="connsiteX164" fmla="*/ 698834 w 7467600"/>
              <a:gd name="connsiteY164" fmla="*/ 3952272 h 6858000"/>
              <a:gd name="connsiteX165" fmla="*/ 34256 w 7467600"/>
              <a:gd name="connsiteY165" fmla="*/ 4347603 h 6858000"/>
              <a:gd name="connsiteX166" fmla="*/ 527241 w 7467600"/>
              <a:gd name="connsiteY166" fmla="*/ 4065078 h 6858000"/>
              <a:gd name="connsiteX167" fmla="*/ 1510397 w 7467600"/>
              <a:gd name="connsiteY167" fmla="*/ 3684705 h 6858000"/>
              <a:gd name="connsiteX168" fmla="*/ 1313114 w 7467600"/>
              <a:gd name="connsiteY168" fmla="*/ 3655216 h 6858000"/>
              <a:gd name="connsiteX169" fmla="*/ 1109304 w 7467600"/>
              <a:gd name="connsiteY169" fmla="*/ 3669030 h 6858000"/>
              <a:gd name="connsiteX170" fmla="*/ 8129 w 7467600"/>
              <a:gd name="connsiteY170" fmla="*/ 4330519 h 6858000"/>
              <a:gd name="connsiteX171" fmla="*/ 687572 w 7467600"/>
              <a:gd name="connsiteY171" fmla="*/ 3925629 h 6858000"/>
              <a:gd name="connsiteX172" fmla="*/ 1138365 w 7467600"/>
              <a:gd name="connsiteY172" fmla="*/ 3774515 h 6858000"/>
              <a:gd name="connsiteX173" fmla="*/ 1505579 w 7467600"/>
              <a:gd name="connsiteY173" fmla="*/ 3655526 h 6858000"/>
              <a:gd name="connsiteX174" fmla="*/ 1313114 w 7467600"/>
              <a:gd name="connsiteY174" fmla="*/ 3655216 h 6858000"/>
              <a:gd name="connsiteX175" fmla="*/ 3655073 w 7467600"/>
              <a:gd name="connsiteY175" fmla="*/ 3650884 h 6858000"/>
              <a:gd name="connsiteX176" fmla="*/ 3989938 w 7467600"/>
              <a:gd name="connsiteY176" fmla="*/ 3991685 h 6858000"/>
              <a:gd name="connsiteX177" fmla="*/ 4393907 w 7467600"/>
              <a:gd name="connsiteY177" fmla="*/ 4261258 h 6858000"/>
              <a:gd name="connsiteX178" fmla="*/ 4648051 w 7467600"/>
              <a:gd name="connsiteY178" fmla="*/ 4374051 h 6858000"/>
              <a:gd name="connsiteX179" fmla="*/ 4383389 w 7467600"/>
              <a:gd name="connsiteY179" fmla="*/ 4184369 h 6858000"/>
              <a:gd name="connsiteX180" fmla="*/ 4165508 w 7467600"/>
              <a:gd name="connsiteY180" fmla="*/ 4035196 h 6858000"/>
              <a:gd name="connsiteX181" fmla="*/ 4068162 w 7467600"/>
              <a:gd name="connsiteY181" fmla="*/ 3953394 h 6858000"/>
              <a:gd name="connsiteX182" fmla="*/ 3981416 w 7467600"/>
              <a:gd name="connsiteY182" fmla="*/ 3880482 h 6858000"/>
              <a:gd name="connsiteX183" fmla="*/ 3800147 w 7467600"/>
              <a:gd name="connsiteY183" fmla="*/ 3749872 h 6858000"/>
              <a:gd name="connsiteX184" fmla="*/ 3655073 w 7467600"/>
              <a:gd name="connsiteY184" fmla="*/ 3650884 h 6858000"/>
              <a:gd name="connsiteX185" fmla="*/ 3670252 w 7467600"/>
              <a:gd name="connsiteY185" fmla="*/ 3622798 h 6858000"/>
              <a:gd name="connsiteX186" fmla="*/ 3817258 w 7467600"/>
              <a:gd name="connsiteY186" fmla="*/ 3723577 h 6858000"/>
              <a:gd name="connsiteX187" fmla="*/ 4000461 w 7467600"/>
              <a:gd name="connsiteY187" fmla="*/ 3855966 h 6858000"/>
              <a:gd name="connsiteX188" fmla="*/ 4088180 w 7467600"/>
              <a:gd name="connsiteY188" fmla="*/ 3929774 h 6858000"/>
              <a:gd name="connsiteX189" fmla="*/ 4184555 w 7467600"/>
              <a:gd name="connsiteY189" fmla="*/ 4010683 h 6858000"/>
              <a:gd name="connsiteX190" fmla="*/ 4399563 w 7467600"/>
              <a:gd name="connsiteY190" fmla="*/ 4158106 h 6858000"/>
              <a:gd name="connsiteX191" fmla="*/ 4684469 w 7467600"/>
              <a:gd name="connsiteY191" fmla="*/ 4364680 h 6858000"/>
              <a:gd name="connsiteX192" fmla="*/ 4690271 w 7467600"/>
              <a:gd name="connsiteY192" fmla="*/ 4370034 h 6858000"/>
              <a:gd name="connsiteX193" fmla="*/ 4136093 w 7467600"/>
              <a:gd name="connsiteY193" fmla="*/ 3858466 h 6858000"/>
              <a:gd name="connsiteX194" fmla="*/ 3670252 w 7467600"/>
              <a:gd name="connsiteY194" fmla="*/ 3622798 h 6858000"/>
              <a:gd name="connsiteX195" fmla="*/ 4440129 w 7467600"/>
              <a:gd name="connsiteY195" fmla="*/ 3448571 h 6858000"/>
              <a:gd name="connsiteX196" fmla="*/ 4856525 w 7467600"/>
              <a:gd name="connsiteY196" fmla="*/ 3915351 h 6858000"/>
              <a:gd name="connsiteX197" fmla="*/ 5059055 w 7467600"/>
              <a:gd name="connsiteY197" fmla="*/ 4108918 h 6858000"/>
              <a:gd name="connsiteX198" fmla="*/ 5290070 w 7467600"/>
              <a:gd name="connsiteY198" fmla="*/ 4263619 h 6858000"/>
              <a:gd name="connsiteX199" fmla="*/ 4834991 w 7467600"/>
              <a:gd name="connsiteY199" fmla="*/ 3830985 h 6858000"/>
              <a:gd name="connsiteX200" fmla="*/ 4440129 w 7467600"/>
              <a:gd name="connsiteY200" fmla="*/ 3448571 h 6858000"/>
              <a:gd name="connsiteX201" fmla="*/ 4441737 w 7467600"/>
              <a:gd name="connsiteY201" fmla="*/ 3399734 h 6858000"/>
              <a:gd name="connsiteX202" fmla="*/ 4431236 w 7467600"/>
              <a:gd name="connsiteY202" fmla="*/ 3400954 h 6858000"/>
              <a:gd name="connsiteX203" fmla="*/ 4557150 w 7467600"/>
              <a:gd name="connsiteY203" fmla="*/ 3510023 h 6858000"/>
              <a:gd name="connsiteX204" fmla="*/ 4856936 w 7467600"/>
              <a:gd name="connsiteY204" fmla="*/ 3809146 h 6858000"/>
              <a:gd name="connsiteX205" fmla="*/ 5111996 w 7467600"/>
              <a:gd name="connsiteY205" fmla="*/ 4065759 h 6858000"/>
              <a:gd name="connsiteX206" fmla="*/ 5388878 w 7467600"/>
              <a:gd name="connsiteY206" fmla="*/ 4300185 h 6858000"/>
              <a:gd name="connsiteX207" fmla="*/ 5425556 w 7467600"/>
              <a:gd name="connsiteY207" fmla="*/ 4308967 h 6858000"/>
              <a:gd name="connsiteX208" fmla="*/ 4943646 w 7467600"/>
              <a:gd name="connsiteY208" fmla="*/ 3822916 h 6858000"/>
              <a:gd name="connsiteX209" fmla="*/ 4594837 w 7467600"/>
              <a:gd name="connsiteY209" fmla="*/ 3532274 h 6858000"/>
              <a:gd name="connsiteX210" fmla="*/ 4441737 w 7467600"/>
              <a:gd name="connsiteY210" fmla="*/ 3399734 h 6858000"/>
              <a:gd name="connsiteX211" fmla="*/ 5425834 w 7467600"/>
              <a:gd name="connsiteY211" fmla="*/ 3162785 h 6858000"/>
              <a:gd name="connsiteX212" fmla="*/ 5401644 w 7467600"/>
              <a:gd name="connsiteY212" fmla="*/ 3617847 h 6858000"/>
              <a:gd name="connsiteX213" fmla="*/ 5467256 w 7467600"/>
              <a:gd name="connsiteY213" fmla="*/ 4175494 h 6858000"/>
              <a:gd name="connsiteX214" fmla="*/ 5448069 w 7467600"/>
              <a:gd name="connsiteY214" fmla="*/ 3567554 h 6858000"/>
              <a:gd name="connsiteX215" fmla="*/ 5425834 w 7467600"/>
              <a:gd name="connsiteY215" fmla="*/ 3162785 h 6858000"/>
              <a:gd name="connsiteX216" fmla="*/ 1318687 w 7467600"/>
              <a:gd name="connsiteY216" fmla="*/ 3113840 h 6858000"/>
              <a:gd name="connsiteX217" fmla="*/ 1066793 w 7467600"/>
              <a:gd name="connsiteY217" fmla="*/ 3212171 h 6858000"/>
              <a:gd name="connsiteX218" fmla="*/ 993319 w 7467600"/>
              <a:gd name="connsiteY218" fmla="*/ 3247648 h 6858000"/>
              <a:gd name="connsiteX219" fmla="*/ 853081 w 7467600"/>
              <a:gd name="connsiteY219" fmla="*/ 3312410 h 6858000"/>
              <a:gd name="connsiteX220" fmla="*/ 805957 w 7467600"/>
              <a:gd name="connsiteY220" fmla="*/ 3330443 h 6858000"/>
              <a:gd name="connsiteX221" fmla="*/ 1318687 w 7467600"/>
              <a:gd name="connsiteY221" fmla="*/ 3113840 h 6858000"/>
              <a:gd name="connsiteX222" fmla="*/ 5453702 w 7467600"/>
              <a:gd name="connsiteY222" fmla="*/ 3090882 h 6858000"/>
              <a:gd name="connsiteX223" fmla="*/ 5480135 w 7467600"/>
              <a:gd name="connsiteY223" fmla="*/ 3565802 h 6858000"/>
              <a:gd name="connsiteX224" fmla="*/ 5499023 w 7467600"/>
              <a:gd name="connsiteY224" fmla="*/ 4166310 h 6858000"/>
              <a:gd name="connsiteX225" fmla="*/ 5547022 w 7467600"/>
              <a:gd name="connsiteY225" fmla="*/ 3607838 h 6858000"/>
              <a:gd name="connsiteX226" fmla="*/ 5515964 w 7467600"/>
              <a:gd name="connsiteY226" fmla="*/ 3378541 h 6858000"/>
              <a:gd name="connsiteX227" fmla="*/ 5453702 w 7467600"/>
              <a:gd name="connsiteY227" fmla="*/ 3090882 h 6858000"/>
              <a:gd name="connsiteX228" fmla="*/ 1238695 w 7467600"/>
              <a:gd name="connsiteY228" fmla="*/ 3076820 h 6858000"/>
              <a:gd name="connsiteX229" fmla="*/ 716371 w 7467600"/>
              <a:gd name="connsiteY229" fmla="*/ 3293249 h 6858000"/>
              <a:gd name="connsiteX230" fmla="*/ 579522 w 7467600"/>
              <a:gd name="connsiteY230" fmla="*/ 3371759 h 6858000"/>
              <a:gd name="connsiteX231" fmla="*/ 600288 w 7467600"/>
              <a:gd name="connsiteY231" fmla="*/ 3365555 h 6858000"/>
              <a:gd name="connsiteX232" fmla="*/ 840692 w 7467600"/>
              <a:gd name="connsiteY232" fmla="*/ 3284921 h 6858000"/>
              <a:gd name="connsiteX233" fmla="*/ 979248 w 7467600"/>
              <a:gd name="connsiteY233" fmla="*/ 3221003 h 6858000"/>
              <a:gd name="connsiteX234" fmla="*/ 1053282 w 7467600"/>
              <a:gd name="connsiteY234" fmla="*/ 3185247 h 6858000"/>
              <a:gd name="connsiteX235" fmla="*/ 1320603 w 7467600"/>
              <a:gd name="connsiteY235" fmla="*/ 3081281 h 6858000"/>
              <a:gd name="connsiteX236" fmla="*/ 1238695 w 7467600"/>
              <a:gd name="connsiteY236" fmla="*/ 3076820 h 6858000"/>
              <a:gd name="connsiteX237" fmla="*/ 5425627 w 7467600"/>
              <a:gd name="connsiteY237" fmla="*/ 2954192 h 6858000"/>
              <a:gd name="connsiteX238" fmla="*/ 5470770 w 7467600"/>
              <a:gd name="connsiteY238" fmla="*/ 3005435 h 6858000"/>
              <a:gd name="connsiteX239" fmla="*/ 5519779 w 7467600"/>
              <a:gd name="connsiteY239" fmla="*/ 4359223 h 6858000"/>
              <a:gd name="connsiteX240" fmla="*/ 5520293 w 7467600"/>
              <a:gd name="connsiteY240" fmla="*/ 4360602 h 6858000"/>
              <a:gd name="connsiteX241" fmla="*/ 5767221 w 7467600"/>
              <a:gd name="connsiteY241" fmla="*/ 4665564 h 6858000"/>
              <a:gd name="connsiteX242" fmla="*/ 6937169 w 7467600"/>
              <a:gd name="connsiteY242" fmla="*/ 4815941 h 6858000"/>
              <a:gd name="connsiteX243" fmla="*/ 6953922 w 7467600"/>
              <a:gd name="connsiteY243" fmla="*/ 4890068 h 6858000"/>
              <a:gd name="connsiteX244" fmla="*/ 6071359 w 7467600"/>
              <a:gd name="connsiteY244" fmla="*/ 4770770 h 6858000"/>
              <a:gd name="connsiteX245" fmla="*/ 6038839 w 7467600"/>
              <a:gd name="connsiteY245" fmla="*/ 4764474 h 6858000"/>
              <a:gd name="connsiteX246" fmla="*/ 6038706 w 7467600"/>
              <a:gd name="connsiteY246" fmla="*/ 4763847 h 6858000"/>
              <a:gd name="connsiteX247" fmla="*/ 6037784 w 7467600"/>
              <a:gd name="connsiteY247" fmla="*/ 4764270 h 6858000"/>
              <a:gd name="connsiteX248" fmla="*/ 6038839 w 7467600"/>
              <a:gd name="connsiteY248" fmla="*/ 4764474 h 6858000"/>
              <a:gd name="connsiteX249" fmla="*/ 6040338 w 7467600"/>
              <a:gd name="connsiteY249" fmla="*/ 4771418 h 6858000"/>
              <a:gd name="connsiteX250" fmla="*/ 6024488 w 7467600"/>
              <a:gd name="connsiteY250" fmla="*/ 4809903 h 6858000"/>
              <a:gd name="connsiteX251" fmla="*/ 5599771 w 7467600"/>
              <a:gd name="connsiteY251" fmla="*/ 5509652 h 6858000"/>
              <a:gd name="connsiteX252" fmla="*/ 5548843 w 7467600"/>
              <a:gd name="connsiteY252" fmla="*/ 5563845 h 6858000"/>
              <a:gd name="connsiteX253" fmla="*/ 5940952 w 7467600"/>
              <a:gd name="connsiteY253" fmla="*/ 6250028 h 6858000"/>
              <a:gd name="connsiteX254" fmla="*/ 6043441 w 7467600"/>
              <a:gd name="connsiteY254" fmla="*/ 6665847 h 6858000"/>
              <a:gd name="connsiteX255" fmla="*/ 6093432 w 7467600"/>
              <a:gd name="connsiteY255" fmla="*/ 6858000 h 6858000"/>
              <a:gd name="connsiteX256" fmla="*/ 6034344 w 7467600"/>
              <a:gd name="connsiteY256" fmla="*/ 6858000 h 6858000"/>
              <a:gd name="connsiteX257" fmla="*/ 6026679 w 7467600"/>
              <a:gd name="connsiteY257" fmla="*/ 6836959 h 6858000"/>
              <a:gd name="connsiteX258" fmla="*/ 5800441 w 7467600"/>
              <a:gd name="connsiteY258" fmla="*/ 6335286 h 6858000"/>
              <a:gd name="connsiteX259" fmla="*/ 5526562 w 7467600"/>
              <a:gd name="connsiteY259" fmla="*/ 5705388 h 6858000"/>
              <a:gd name="connsiteX260" fmla="*/ 5519640 w 7467600"/>
              <a:gd name="connsiteY260" fmla="*/ 5683774 h 6858000"/>
              <a:gd name="connsiteX261" fmla="*/ 5844559 w 7467600"/>
              <a:gd name="connsiteY261" fmla="*/ 6553349 h 6858000"/>
              <a:gd name="connsiteX262" fmla="*/ 5975994 w 7467600"/>
              <a:gd name="connsiteY262" fmla="*/ 6858000 h 6858000"/>
              <a:gd name="connsiteX263" fmla="*/ 5898547 w 7467600"/>
              <a:gd name="connsiteY263" fmla="*/ 6858000 h 6858000"/>
              <a:gd name="connsiteX264" fmla="*/ 5682041 w 7467600"/>
              <a:gd name="connsiteY264" fmla="*/ 6355860 h 6858000"/>
              <a:gd name="connsiteX265" fmla="*/ 5461758 w 7467600"/>
              <a:gd name="connsiteY265" fmla="*/ 5820220 h 6858000"/>
              <a:gd name="connsiteX266" fmla="*/ 5237282 w 7467600"/>
              <a:gd name="connsiteY266" fmla="*/ 6579086 h 6858000"/>
              <a:gd name="connsiteX267" fmla="*/ 5115009 w 7467600"/>
              <a:gd name="connsiteY267" fmla="*/ 6858000 h 6858000"/>
              <a:gd name="connsiteX268" fmla="*/ 5028074 w 7467600"/>
              <a:gd name="connsiteY268" fmla="*/ 6858000 h 6858000"/>
              <a:gd name="connsiteX269" fmla="*/ 5079508 w 7467600"/>
              <a:gd name="connsiteY269" fmla="*/ 6749074 h 6858000"/>
              <a:gd name="connsiteX270" fmla="*/ 5371846 w 7467600"/>
              <a:gd name="connsiteY270" fmla="*/ 5924413 h 6858000"/>
              <a:gd name="connsiteX271" fmla="*/ 5270512 w 7467600"/>
              <a:gd name="connsiteY271" fmla="*/ 6138975 h 6858000"/>
              <a:gd name="connsiteX272" fmla="*/ 5062409 w 7467600"/>
              <a:gd name="connsiteY272" fmla="*/ 6653544 h 6858000"/>
              <a:gd name="connsiteX273" fmla="*/ 5036628 w 7467600"/>
              <a:gd name="connsiteY273" fmla="*/ 6754247 h 6858000"/>
              <a:gd name="connsiteX274" fmla="*/ 5009112 w 7467600"/>
              <a:gd name="connsiteY274" fmla="*/ 6858000 h 6858000"/>
              <a:gd name="connsiteX275" fmla="*/ 4976679 w 7467600"/>
              <a:gd name="connsiteY275" fmla="*/ 6858000 h 6858000"/>
              <a:gd name="connsiteX276" fmla="*/ 5006537 w 7467600"/>
              <a:gd name="connsiteY276" fmla="*/ 6747068 h 6858000"/>
              <a:gd name="connsiteX277" fmla="*/ 5032723 w 7467600"/>
              <a:gd name="connsiteY277" fmla="*/ 6644957 h 6858000"/>
              <a:gd name="connsiteX278" fmla="*/ 5242949 w 7467600"/>
              <a:gd name="connsiteY278" fmla="*/ 6125175 h 6858000"/>
              <a:gd name="connsiteX279" fmla="*/ 5286321 w 7467600"/>
              <a:gd name="connsiteY279" fmla="*/ 6033555 h 6858000"/>
              <a:gd name="connsiteX280" fmla="*/ 5008210 w 7467600"/>
              <a:gd name="connsiteY280" fmla="*/ 6649194 h 6858000"/>
              <a:gd name="connsiteX281" fmla="*/ 4986321 w 7467600"/>
              <a:gd name="connsiteY281" fmla="*/ 6765687 h 6858000"/>
              <a:gd name="connsiteX282" fmla="*/ 4973474 w 7467600"/>
              <a:gd name="connsiteY282" fmla="*/ 6858000 h 6858000"/>
              <a:gd name="connsiteX283" fmla="*/ 4907178 w 7467600"/>
              <a:gd name="connsiteY283" fmla="*/ 6858000 h 6858000"/>
              <a:gd name="connsiteX284" fmla="*/ 4910810 w 7467600"/>
              <a:gd name="connsiteY284" fmla="*/ 6829660 h 6858000"/>
              <a:gd name="connsiteX285" fmla="*/ 4987461 w 7467600"/>
              <a:gd name="connsiteY285" fmla="*/ 6432994 h 6858000"/>
              <a:gd name="connsiteX286" fmla="*/ 5179262 w 7467600"/>
              <a:gd name="connsiteY286" fmla="*/ 6035044 h 6858000"/>
              <a:gd name="connsiteX287" fmla="*/ 4689678 w 7467600"/>
              <a:gd name="connsiteY287" fmla="*/ 6440241 h 6858000"/>
              <a:gd name="connsiteX288" fmla="*/ 4477543 w 7467600"/>
              <a:gd name="connsiteY288" fmla="*/ 6674836 h 6858000"/>
              <a:gd name="connsiteX289" fmla="*/ 4329957 w 7467600"/>
              <a:gd name="connsiteY289" fmla="*/ 6858000 h 6858000"/>
              <a:gd name="connsiteX290" fmla="*/ 4218595 w 7467600"/>
              <a:gd name="connsiteY290" fmla="*/ 6858000 h 6858000"/>
              <a:gd name="connsiteX291" fmla="*/ 4368888 w 7467600"/>
              <a:gd name="connsiteY291" fmla="*/ 6668412 h 6858000"/>
              <a:gd name="connsiteX292" fmla="*/ 4563091 w 7467600"/>
              <a:gd name="connsiteY292" fmla="*/ 6442508 h 6858000"/>
              <a:gd name="connsiteX293" fmla="*/ 5387324 w 7467600"/>
              <a:gd name="connsiteY293" fmla="*/ 5705830 h 6858000"/>
              <a:gd name="connsiteX294" fmla="*/ 5073620 w 7467600"/>
              <a:gd name="connsiteY294" fmla="*/ 5955437 h 6858000"/>
              <a:gd name="connsiteX295" fmla="*/ 4689789 w 7467600"/>
              <a:gd name="connsiteY295" fmla="*/ 6268382 h 6858000"/>
              <a:gd name="connsiteX296" fmla="*/ 4418722 w 7467600"/>
              <a:gd name="connsiteY296" fmla="*/ 6570886 h 6858000"/>
              <a:gd name="connsiteX297" fmla="*/ 4214944 w 7467600"/>
              <a:gd name="connsiteY297" fmla="*/ 6858000 h 6858000"/>
              <a:gd name="connsiteX298" fmla="*/ 4177898 w 7467600"/>
              <a:gd name="connsiteY298" fmla="*/ 6858000 h 6858000"/>
              <a:gd name="connsiteX299" fmla="*/ 4391597 w 7467600"/>
              <a:gd name="connsiteY299" fmla="*/ 6556370 h 6858000"/>
              <a:gd name="connsiteX300" fmla="*/ 4668889 w 7467600"/>
              <a:gd name="connsiteY300" fmla="*/ 6246399 h 6858000"/>
              <a:gd name="connsiteX301" fmla="*/ 5055427 w 7467600"/>
              <a:gd name="connsiteY301" fmla="*/ 5931476 h 6858000"/>
              <a:gd name="connsiteX302" fmla="*/ 5371814 w 7467600"/>
              <a:gd name="connsiteY302" fmla="*/ 5678975 h 6858000"/>
              <a:gd name="connsiteX303" fmla="*/ 4987918 w 7467600"/>
              <a:gd name="connsiteY303" fmla="*/ 5838701 h 6858000"/>
              <a:gd name="connsiteX304" fmla="*/ 4317146 w 7467600"/>
              <a:gd name="connsiteY304" fmla="*/ 6587716 h 6858000"/>
              <a:gd name="connsiteX305" fmla="*/ 4171627 w 7467600"/>
              <a:gd name="connsiteY305" fmla="*/ 6858000 h 6858000"/>
              <a:gd name="connsiteX306" fmla="*/ 4081585 w 7467600"/>
              <a:gd name="connsiteY306" fmla="*/ 6858000 h 6858000"/>
              <a:gd name="connsiteX307" fmla="*/ 4238603 w 7467600"/>
              <a:gd name="connsiteY307" fmla="*/ 6559341 h 6858000"/>
              <a:gd name="connsiteX308" fmla="*/ 4778333 w 7467600"/>
              <a:gd name="connsiteY308" fmla="*/ 5873626 h 6858000"/>
              <a:gd name="connsiteX309" fmla="*/ 5414185 w 7467600"/>
              <a:gd name="connsiteY309" fmla="*/ 5573882 h 6858000"/>
              <a:gd name="connsiteX310" fmla="*/ 5959648 w 7467600"/>
              <a:gd name="connsiteY310" fmla="*/ 4760797 h 6858000"/>
              <a:gd name="connsiteX311" fmla="*/ 5355019 w 7467600"/>
              <a:gd name="connsiteY311" fmla="*/ 4734672 h 6858000"/>
              <a:gd name="connsiteX312" fmla="*/ 5083565 w 7467600"/>
              <a:gd name="connsiteY312" fmla="*/ 5179121 h 6858000"/>
              <a:gd name="connsiteX313" fmla="*/ 4713577 w 7467600"/>
              <a:gd name="connsiteY313" fmla="*/ 5616803 h 6858000"/>
              <a:gd name="connsiteX314" fmla="*/ 3989559 w 7467600"/>
              <a:gd name="connsiteY314" fmla="*/ 6145945 h 6858000"/>
              <a:gd name="connsiteX315" fmla="*/ 3939824 w 7467600"/>
              <a:gd name="connsiteY315" fmla="*/ 6066900 h 6858000"/>
              <a:gd name="connsiteX316" fmla="*/ 4584537 w 7467600"/>
              <a:gd name="connsiteY316" fmla="*/ 5324826 h 6858000"/>
              <a:gd name="connsiteX317" fmla="*/ 5037105 w 7467600"/>
              <a:gd name="connsiteY317" fmla="*/ 5088765 h 6858000"/>
              <a:gd name="connsiteX318" fmla="*/ 5039930 w 7467600"/>
              <a:gd name="connsiteY318" fmla="*/ 5089585 h 6858000"/>
              <a:gd name="connsiteX319" fmla="*/ 5263764 w 7467600"/>
              <a:gd name="connsiteY319" fmla="*/ 4735525 h 6858000"/>
              <a:gd name="connsiteX320" fmla="*/ 4086300 w 7467600"/>
              <a:gd name="connsiteY320" fmla="*/ 4884599 h 6858000"/>
              <a:gd name="connsiteX321" fmla="*/ 4085485 w 7467600"/>
              <a:gd name="connsiteY321" fmla="*/ 4899070 h 6858000"/>
              <a:gd name="connsiteX322" fmla="*/ 3871915 w 7467600"/>
              <a:gd name="connsiteY322" fmla="*/ 5253645 h 6858000"/>
              <a:gd name="connsiteX323" fmla="*/ 3799374 w 7467600"/>
              <a:gd name="connsiteY323" fmla="*/ 5466127 h 6858000"/>
              <a:gd name="connsiteX324" fmla="*/ 3498850 w 7467600"/>
              <a:gd name="connsiteY324" fmla="*/ 6661888 h 6858000"/>
              <a:gd name="connsiteX325" fmla="*/ 3399216 w 7467600"/>
              <a:gd name="connsiteY325" fmla="*/ 6858000 h 6858000"/>
              <a:gd name="connsiteX326" fmla="*/ 3303688 w 7467600"/>
              <a:gd name="connsiteY326" fmla="*/ 6858000 h 6858000"/>
              <a:gd name="connsiteX327" fmla="*/ 3391774 w 7467600"/>
              <a:gd name="connsiteY327" fmla="*/ 6697181 h 6858000"/>
              <a:gd name="connsiteX328" fmla="*/ 3735540 w 7467600"/>
              <a:gd name="connsiteY328" fmla="*/ 5546923 h 6858000"/>
              <a:gd name="connsiteX329" fmla="*/ 3729438 w 7467600"/>
              <a:gd name="connsiteY329" fmla="*/ 5569058 h 6858000"/>
              <a:gd name="connsiteX330" fmla="*/ 3707782 w 7467600"/>
              <a:gd name="connsiteY330" fmla="*/ 5644908 h 6858000"/>
              <a:gd name="connsiteX331" fmla="*/ 3583827 w 7467600"/>
              <a:gd name="connsiteY331" fmla="*/ 6039215 h 6858000"/>
              <a:gd name="connsiteX332" fmla="*/ 3547861 w 7467600"/>
              <a:gd name="connsiteY332" fmla="*/ 6129609 h 6858000"/>
              <a:gd name="connsiteX333" fmla="*/ 3490905 w 7467600"/>
              <a:gd name="connsiteY333" fmla="*/ 6277660 h 6858000"/>
              <a:gd name="connsiteX334" fmla="*/ 3455859 w 7467600"/>
              <a:gd name="connsiteY334" fmla="*/ 6391301 h 6858000"/>
              <a:gd name="connsiteX335" fmla="*/ 3429112 w 7467600"/>
              <a:gd name="connsiteY335" fmla="*/ 6479469 h 6858000"/>
              <a:gd name="connsiteX336" fmla="*/ 3304862 w 7467600"/>
              <a:gd name="connsiteY336" fmla="*/ 6796476 h 6858000"/>
              <a:gd name="connsiteX337" fmla="*/ 3276071 w 7467600"/>
              <a:gd name="connsiteY337" fmla="*/ 6858000 h 6858000"/>
              <a:gd name="connsiteX338" fmla="*/ 3240805 w 7467600"/>
              <a:gd name="connsiteY338" fmla="*/ 6858000 h 6858000"/>
              <a:gd name="connsiteX339" fmla="*/ 3275917 w 7467600"/>
              <a:gd name="connsiteY339" fmla="*/ 6783192 h 6858000"/>
              <a:gd name="connsiteX340" fmla="*/ 3399358 w 7467600"/>
              <a:gd name="connsiteY340" fmla="*/ 6469011 h 6858000"/>
              <a:gd name="connsiteX341" fmla="*/ 3425650 w 7467600"/>
              <a:gd name="connsiteY341" fmla="*/ 6381333 h 6858000"/>
              <a:gd name="connsiteX342" fmla="*/ 3460661 w 7467600"/>
              <a:gd name="connsiteY342" fmla="*/ 6266763 h 6858000"/>
              <a:gd name="connsiteX343" fmla="*/ 3518021 w 7467600"/>
              <a:gd name="connsiteY343" fmla="*/ 6117298 h 6858000"/>
              <a:gd name="connsiteX344" fmla="*/ 3554035 w 7467600"/>
              <a:gd name="connsiteY344" fmla="*/ 6027832 h 6858000"/>
              <a:gd name="connsiteX345" fmla="*/ 3677174 w 7467600"/>
              <a:gd name="connsiteY345" fmla="*/ 5636351 h 6858000"/>
              <a:gd name="connsiteX346" fmla="*/ 3698819 w 7467600"/>
              <a:gd name="connsiteY346" fmla="*/ 5560503 h 6858000"/>
              <a:gd name="connsiteX347" fmla="*/ 3702094 w 7467600"/>
              <a:gd name="connsiteY347" fmla="*/ 5549194 h 6858000"/>
              <a:gd name="connsiteX348" fmla="*/ 3398355 w 7467600"/>
              <a:gd name="connsiteY348" fmla="*/ 6094603 h 6858000"/>
              <a:gd name="connsiteX349" fmla="*/ 3193941 w 7467600"/>
              <a:gd name="connsiteY349" fmla="*/ 6798775 h 6858000"/>
              <a:gd name="connsiteX350" fmla="*/ 3184140 w 7467600"/>
              <a:gd name="connsiteY350" fmla="*/ 6858000 h 6858000"/>
              <a:gd name="connsiteX351" fmla="*/ 3099978 w 7467600"/>
              <a:gd name="connsiteY351" fmla="*/ 6858000 h 6858000"/>
              <a:gd name="connsiteX352" fmla="*/ 3101556 w 7467600"/>
              <a:gd name="connsiteY352" fmla="*/ 6843337 h 6858000"/>
              <a:gd name="connsiteX353" fmla="*/ 3370162 w 7467600"/>
              <a:gd name="connsiteY353" fmla="*/ 5785550 h 6858000"/>
              <a:gd name="connsiteX354" fmla="*/ 3746477 w 7467600"/>
              <a:gd name="connsiteY354" fmla="*/ 5377889 h 6858000"/>
              <a:gd name="connsiteX355" fmla="*/ 3863399 w 7467600"/>
              <a:gd name="connsiteY355" fmla="*/ 5087257 h 6858000"/>
              <a:gd name="connsiteX356" fmla="*/ 3968712 w 7467600"/>
              <a:gd name="connsiteY356" fmla="*/ 4913989 h 6858000"/>
              <a:gd name="connsiteX357" fmla="*/ 2792390 w 7467600"/>
              <a:gd name="connsiteY357" fmla="*/ 5382974 h 6858000"/>
              <a:gd name="connsiteX358" fmla="*/ 2714982 w 7467600"/>
              <a:gd name="connsiteY358" fmla="*/ 5427051 h 6858000"/>
              <a:gd name="connsiteX359" fmla="*/ 2813361 w 7467600"/>
              <a:gd name="connsiteY359" fmla="*/ 6023912 h 6858000"/>
              <a:gd name="connsiteX360" fmla="*/ 2688430 w 7467600"/>
              <a:gd name="connsiteY360" fmla="*/ 6801564 h 6858000"/>
              <a:gd name="connsiteX361" fmla="*/ 2629626 w 7467600"/>
              <a:gd name="connsiteY361" fmla="*/ 6763394 h 6858000"/>
              <a:gd name="connsiteX362" fmla="*/ 2565328 w 7467600"/>
              <a:gd name="connsiteY362" fmla="*/ 5516399 h 6858000"/>
              <a:gd name="connsiteX363" fmla="*/ 1922999 w 7467600"/>
              <a:gd name="connsiteY363" fmla="*/ 5980343 h 6858000"/>
              <a:gd name="connsiteX364" fmla="*/ 1950261 w 7467600"/>
              <a:gd name="connsiteY364" fmla="*/ 6405858 h 6858000"/>
              <a:gd name="connsiteX365" fmla="*/ 2365554 w 7467600"/>
              <a:gd name="connsiteY365" fmla="*/ 6759107 h 6858000"/>
              <a:gd name="connsiteX366" fmla="*/ 2424142 w 7467600"/>
              <a:gd name="connsiteY366" fmla="*/ 6858000 h 6858000"/>
              <a:gd name="connsiteX367" fmla="*/ 2395994 w 7467600"/>
              <a:gd name="connsiteY367" fmla="*/ 6858000 h 6858000"/>
              <a:gd name="connsiteX368" fmla="*/ 2392863 w 7467600"/>
              <a:gd name="connsiteY368" fmla="*/ 6852964 h 6858000"/>
              <a:gd name="connsiteX369" fmla="*/ 2017589 w 7467600"/>
              <a:gd name="connsiteY369" fmla="*/ 6493982 h 6858000"/>
              <a:gd name="connsiteX370" fmla="*/ 2147336 w 7467600"/>
              <a:gd name="connsiteY370" fmla="*/ 6594052 h 6858000"/>
              <a:gd name="connsiteX371" fmla="*/ 2207047 w 7467600"/>
              <a:gd name="connsiteY371" fmla="*/ 6654540 h 6858000"/>
              <a:gd name="connsiteX372" fmla="*/ 2299106 w 7467600"/>
              <a:gd name="connsiteY372" fmla="*/ 6778931 h 6858000"/>
              <a:gd name="connsiteX373" fmla="*/ 2314430 w 7467600"/>
              <a:gd name="connsiteY373" fmla="*/ 6801144 h 6858000"/>
              <a:gd name="connsiteX374" fmla="*/ 2352406 w 7467600"/>
              <a:gd name="connsiteY374" fmla="*/ 6858000 h 6858000"/>
              <a:gd name="connsiteX375" fmla="*/ 2314492 w 7467600"/>
              <a:gd name="connsiteY375" fmla="*/ 6858000 h 6858000"/>
              <a:gd name="connsiteX376" fmla="*/ 2288095 w 7467600"/>
              <a:gd name="connsiteY376" fmla="*/ 6818030 h 6858000"/>
              <a:gd name="connsiteX377" fmla="*/ 2272768 w 7467600"/>
              <a:gd name="connsiteY377" fmla="*/ 6795822 h 6858000"/>
              <a:gd name="connsiteX378" fmla="*/ 2182715 w 7467600"/>
              <a:gd name="connsiteY378" fmla="*/ 6675071 h 6858000"/>
              <a:gd name="connsiteX379" fmla="*/ 2032061 w 7467600"/>
              <a:gd name="connsiteY379" fmla="*/ 6541380 h 6858000"/>
              <a:gd name="connsiteX380" fmla="*/ 2257220 w 7467600"/>
              <a:gd name="connsiteY380" fmla="*/ 6826257 h 6858000"/>
              <a:gd name="connsiteX381" fmla="*/ 2281324 w 7467600"/>
              <a:gd name="connsiteY381" fmla="*/ 6858000 h 6858000"/>
              <a:gd name="connsiteX382" fmla="*/ 2242860 w 7467600"/>
              <a:gd name="connsiteY382" fmla="*/ 6858000 h 6858000"/>
              <a:gd name="connsiteX383" fmla="*/ 2232818 w 7467600"/>
              <a:gd name="connsiteY383" fmla="*/ 6844926 h 6858000"/>
              <a:gd name="connsiteX384" fmla="*/ 1990172 w 7467600"/>
              <a:gd name="connsiteY384" fmla="*/ 6542121 h 6858000"/>
              <a:gd name="connsiteX385" fmla="*/ 2124090 w 7467600"/>
              <a:gd name="connsiteY385" fmla="*/ 6761017 h 6858000"/>
              <a:gd name="connsiteX386" fmla="*/ 2200380 w 7467600"/>
              <a:gd name="connsiteY386" fmla="*/ 6858000 h 6858000"/>
              <a:gd name="connsiteX387" fmla="*/ 2147507 w 7467600"/>
              <a:gd name="connsiteY387" fmla="*/ 6858000 h 6858000"/>
              <a:gd name="connsiteX388" fmla="*/ 2070668 w 7467600"/>
              <a:gd name="connsiteY388" fmla="*/ 6761520 h 6858000"/>
              <a:gd name="connsiteX389" fmla="*/ 1975142 w 7467600"/>
              <a:gd name="connsiteY389" fmla="*/ 6585570 h 6858000"/>
              <a:gd name="connsiteX390" fmla="*/ 2050035 w 7467600"/>
              <a:gd name="connsiteY390" fmla="*/ 6813345 h 6858000"/>
              <a:gd name="connsiteX391" fmla="*/ 2063025 w 7467600"/>
              <a:gd name="connsiteY391" fmla="*/ 6858000 h 6858000"/>
              <a:gd name="connsiteX392" fmla="*/ 2021675 w 7467600"/>
              <a:gd name="connsiteY392" fmla="*/ 6858000 h 6858000"/>
              <a:gd name="connsiteX393" fmla="*/ 2019308 w 7467600"/>
              <a:gd name="connsiteY393" fmla="*/ 6847118 h 6858000"/>
              <a:gd name="connsiteX394" fmla="*/ 1938835 w 7467600"/>
              <a:gd name="connsiteY394" fmla="*/ 6551160 h 6858000"/>
              <a:gd name="connsiteX395" fmla="*/ 1953230 w 7467600"/>
              <a:gd name="connsiteY395" fmla="*/ 6759699 h 6858000"/>
              <a:gd name="connsiteX396" fmla="*/ 1956763 w 7467600"/>
              <a:gd name="connsiteY396" fmla="*/ 6778191 h 6858000"/>
              <a:gd name="connsiteX397" fmla="*/ 1967925 w 7467600"/>
              <a:gd name="connsiteY397" fmla="*/ 6858000 h 6858000"/>
              <a:gd name="connsiteX398" fmla="*/ 1936622 w 7467600"/>
              <a:gd name="connsiteY398" fmla="*/ 6858000 h 6858000"/>
              <a:gd name="connsiteX399" fmla="*/ 1926261 w 7467600"/>
              <a:gd name="connsiteY399" fmla="*/ 6784064 h 6858000"/>
              <a:gd name="connsiteX400" fmla="*/ 1922724 w 7467600"/>
              <a:gd name="connsiteY400" fmla="*/ 6765577 h 6858000"/>
              <a:gd name="connsiteX401" fmla="*/ 1904650 w 7467600"/>
              <a:gd name="connsiteY401" fmla="*/ 6639616 h 6858000"/>
              <a:gd name="connsiteX402" fmla="*/ 1885273 w 7467600"/>
              <a:gd name="connsiteY402" fmla="*/ 6858000 h 6858000"/>
              <a:gd name="connsiteX403" fmla="*/ 1854363 w 7467600"/>
              <a:gd name="connsiteY403" fmla="*/ 6858000 h 6858000"/>
              <a:gd name="connsiteX404" fmla="*/ 1880391 w 7467600"/>
              <a:gd name="connsiteY404" fmla="*/ 6603796 h 6858000"/>
              <a:gd name="connsiteX405" fmla="*/ 1818273 w 7467600"/>
              <a:gd name="connsiteY405" fmla="*/ 6715729 h 6858000"/>
              <a:gd name="connsiteX406" fmla="*/ 1794691 w 7467600"/>
              <a:gd name="connsiteY406" fmla="*/ 6843239 h 6858000"/>
              <a:gd name="connsiteX407" fmla="*/ 1794914 w 7467600"/>
              <a:gd name="connsiteY407" fmla="*/ 6858000 h 6858000"/>
              <a:gd name="connsiteX408" fmla="*/ 1746128 w 7467600"/>
              <a:gd name="connsiteY408" fmla="*/ 6858000 h 6858000"/>
              <a:gd name="connsiteX409" fmla="*/ 1753934 w 7467600"/>
              <a:gd name="connsiteY409" fmla="*/ 6724796 h 6858000"/>
              <a:gd name="connsiteX410" fmla="*/ 1792053 w 7467600"/>
              <a:gd name="connsiteY410" fmla="*/ 6572396 h 6858000"/>
              <a:gd name="connsiteX411" fmla="*/ 1862248 w 7467600"/>
              <a:gd name="connsiteY411" fmla="*/ 6266397 h 6858000"/>
              <a:gd name="connsiteX412" fmla="*/ 1862250 w 7467600"/>
              <a:gd name="connsiteY412" fmla="*/ 6033531 h 6858000"/>
              <a:gd name="connsiteX413" fmla="*/ 1211999 w 7467600"/>
              <a:gd name="connsiteY413" fmla="*/ 6683610 h 6858000"/>
              <a:gd name="connsiteX414" fmla="*/ 1213266 w 7467600"/>
              <a:gd name="connsiteY414" fmla="*/ 6691947 h 6858000"/>
              <a:gd name="connsiteX415" fmla="*/ 1203370 w 7467600"/>
              <a:gd name="connsiteY415" fmla="*/ 6850676 h 6858000"/>
              <a:gd name="connsiteX416" fmla="*/ 1203671 w 7467600"/>
              <a:gd name="connsiteY416" fmla="*/ 6858000 h 6858000"/>
              <a:gd name="connsiteX417" fmla="*/ 1143180 w 7467600"/>
              <a:gd name="connsiteY417" fmla="*/ 6858000 h 6858000"/>
              <a:gd name="connsiteX418" fmla="*/ 1142176 w 7467600"/>
              <a:gd name="connsiteY418" fmla="*/ 6766045 h 6858000"/>
              <a:gd name="connsiteX419" fmla="*/ 1067484 w 7467600"/>
              <a:gd name="connsiteY419" fmla="*/ 6858000 h 6858000"/>
              <a:gd name="connsiteX420" fmla="*/ 953928 w 7467600"/>
              <a:gd name="connsiteY420" fmla="*/ 6858000 h 6858000"/>
              <a:gd name="connsiteX421" fmla="*/ 959715 w 7467600"/>
              <a:gd name="connsiteY421" fmla="*/ 6850185 h 6858000"/>
              <a:gd name="connsiteX422" fmla="*/ 1483788 w 7467600"/>
              <a:gd name="connsiteY422" fmla="*/ 6259174 h 6858000"/>
              <a:gd name="connsiteX423" fmla="*/ 1100671 w 7467600"/>
              <a:gd name="connsiteY423" fmla="*/ 6252137 h 6858000"/>
              <a:gd name="connsiteX424" fmla="*/ 1090144 w 7467600"/>
              <a:gd name="connsiteY424" fmla="*/ 6256748 h 6858000"/>
              <a:gd name="connsiteX425" fmla="*/ 1095872 w 7467600"/>
              <a:gd name="connsiteY425" fmla="*/ 6271892 h 6858000"/>
              <a:gd name="connsiteX426" fmla="*/ 262785 w 7467600"/>
              <a:gd name="connsiteY426" fmla="*/ 6845450 h 6858000"/>
              <a:gd name="connsiteX427" fmla="*/ 209968 w 7467600"/>
              <a:gd name="connsiteY427" fmla="*/ 6770713 h 6858000"/>
              <a:gd name="connsiteX428" fmla="*/ 873460 w 7467600"/>
              <a:gd name="connsiteY428" fmla="*/ 6253768 h 6858000"/>
              <a:gd name="connsiteX429" fmla="*/ 192686 w 7467600"/>
              <a:gd name="connsiteY429" fmla="*/ 5849257 h 6858000"/>
              <a:gd name="connsiteX430" fmla="*/ 4696 w 7467600"/>
              <a:gd name="connsiteY430" fmla="*/ 5697668 h 6858000"/>
              <a:gd name="connsiteX431" fmla="*/ 0 w 7467600"/>
              <a:gd name="connsiteY431" fmla="*/ 5689984 h 6858000"/>
              <a:gd name="connsiteX432" fmla="*/ 0 w 7467600"/>
              <a:gd name="connsiteY432" fmla="*/ 5513472 h 6858000"/>
              <a:gd name="connsiteX433" fmla="*/ 174101 w 7467600"/>
              <a:gd name="connsiteY433" fmla="*/ 5620277 h 6858000"/>
              <a:gd name="connsiteX434" fmla="*/ 891800 w 7467600"/>
              <a:gd name="connsiteY434" fmla="*/ 6036935 h 6858000"/>
              <a:gd name="connsiteX435" fmla="*/ 1072219 w 7467600"/>
              <a:gd name="connsiteY435" fmla="*/ 6169443 h 6858000"/>
              <a:gd name="connsiteX436" fmla="*/ 1074117 w 7467600"/>
              <a:gd name="connsiteY436" fmla="*/ 6170301 h 6858000"/>
              <a:gd name="connsiteX437" fmla="*/ 1083114 w 7467600"/>
              <a:gd name="connsiteY437" fmla="*/ 6174131 h 6858000"/>
              <a:gd name="connsiteX438" fmla="*/ 1543010 w 7467600"/>
              <a:gd name="connsiteY438" fmla="*/ 6191140 h 6858000"/>
              <a:gd name="connsiteX439" fmla="*/ 1551080 w 7467600"/>
              <a:gd name="connsiteY439" fmla="*/ 6195006 h 6858000"/>
              <a:gd name="connsiteX440" fmla="*/ 2345443 w 7467600"/>
              <a:gd name="connsiteY440" fmla="*/ 5549882 h 6858000"/>
              <a:gd name="connsiteX441" fmla="*/ 1721499 w 7467600"/>
              <a:gd name="connsiteY441" fmla="*/ 5599969 h 6858000"/>
              <a:gd name="connsiteX442" fmla="*/ 767716 w 7467600"/>
              <a:gd name="connsiteY442" fmla="*/ 5472768 h 6858000"/>
              <a:gd name="connsiteX443" fmla="*/ 722147 w 7467600"/>
              <a:gd name="connsiteY443" fmla="*/ 5393091 h 6858000"/>
              <a:gd name="connsiteX444" fmla="*/ 1485552 w 7467600"/>
              <a:gd name="connsiteY444" fmla="*/ 5313202 h 6858000"/>
              <a:gd name="connsiteX445" fmla="*/ 2143004 w 7467600"/>
              <a:gd name="connsiteY445" fmla="*/ 5402420 h 6858000"/>
              <a:gd name="connsiteX446" fmla="*/ 1933391 w 7467600"/>
              <a:gd name="connsiteY446" fmla="*/ 5156971 h 6858000"/>
              <a:gd name="connsiteX447" fmla="*/ 1827118 w 7467600"/>
              <a:gd name="connsiteY447" fmla="*/ 4968410 h 6858000"/>
              <a:gd name="connsiteX448" fmla="*/ 1837349 w 7467600"/>
              <a:gd name="connsiteY448" fmla="*/ 4956357 h 6858000"/>
              <a:gd name="connsiteX449" fmla="*/ 2162835 w 7467600"/>
              <a:gd name="connsiteY449" fmla="*/ 5187853 h 6858000"/>
              <a:gd name="connsiteX450" fmla="*/ 2257167 w 7467600"/>
              <a:gd name="connsiteY450" fmla="*/ 5462123 h 6858000"/>
              <a:gd name="connsiteX451" fmla="*/ 2261598 w 7467600"/>
              <a:gd name="connsiteY451" fmla="*/ 5467998 h 6858000"/>
              <a:gd name="connsiteX452" fmla="*/ 2437177 w 7467600"/>
              <a:gd name="connsiteY452" fmla="*/ 5479608 h 6858000"/>
              <a:gd name="connsiteX453" fmla="*/ 2445247 w 7467600"/>
              <a:gd name="connsiteY453" fmla="*/ 5483476 h 6858000"/>
              <a:gd name="connsiteX454" fmla="*/ 2743626 w 7467600"/>
              <a:gd name="connsiteY454" fmla="*/ 5304819 h 6858000"/>
              <a:gd name="connsiteX455" fmla="*/ 3048102 w 7467600"/>
              <a:gd name="connsiteY455" fmla="*/ 5150595 h 6858000"/>
              <a:gd name="connsiteX456" fmla="*/ 1799414 w 7467600"/>
              <a:gd name="connsiteY456" fmla="*/ 4694732 h 6858000"/>
              <a:gd name="connsiteX457" fmla="*/ 1771735 w 7467600"/>
              <a:gd name="connsiteY457" fmla="*/ 4619929 h 6858000"/>
              <a:gd name="connsiteX458" fmla="*/ 3104273 w 7467600"/>
              <a:gd name="connsiteY458" fmla="*/ 5076159 h 6858000"/>
              <a:gd name="connsiteX459" fmla="*/ 3113245 w 7467600"/>
              <a:gd name="connsiteY459" fmla="*/ 5090705 h 6858000"/>
              <a:gd name="connsiteX460" fmla="*/ 3126294 w 7467600"/>
              <a:gd name="connsiteY460" fmla="*/ 5114400 h 6858000"/>
              <a:gd name="connsiteX461" fmla="*/ 3937433 w 7467600"/>
              <a:gd name="connsiteY461" fmla="*/ 4830473 h 6858000"/>
              <a:gd name="connsiteX462" fmla="*/ 3590475 w 7467600"/>
              <a:gd name="connsiteY462" fmla="*/ 4597974 h 6858000"/>
              <a:gd name="connsiteX463" fmla="*/ 3100264 w 7467600"/>
              <a:gd name="connsiteY463" fmla="*/ 4579845 h 6858000"/>
              <a:gd name="connsiteX464" fmla="*/ 2183576 w 7467600"/>
              <a:gd name="connsiteY464" fmla="*/ 4227150 h 6858000"/>
              <a:gd name="connsiteX465" fmla="*/ 2151029 w 7467600"/>
              <a:gd name="connsiteY465" fmla="*/ 4146947 h 6858000"/>
              <a:gd name="connsiteX466" fmla="*/ 3563434 w 7467600"/>
              <a:gd name="connsiteY466" fmla="*/ 4469115 h 6858000"/>
              <a:gd name="connsiteX467" fmla="*/ 3177952 w 7467600"/>
              <a:gd name="connsiteY467" fmla="*/ 3657386 h 6858000"/>
              <a:gd name="connsiteX468" fmla="*/ 3189263 w 7467600"/>
              <a:gd name="connsiteY468" fmla="*/ 3625726 h 6858000"/>
              <a:gd name="connsiteX469" fmla="*/ 3560912 w 7467600"/>
              <a:gd name="connsiteY469" fmla="*/ 4079863 h 6858000"/>
              <a:gd name="connsiteX470" fmla="*/ 3626636 w 7467600"/>
              <a:gd name="connsiteY470" fmla="*/ 4512230 h 6858000"/>
              <a:gd name="connsiteX471" fmla="*/ 3653088 w 7467600"/>
              <a:gd name="connsiteY471" fmla="*/ 4521417 h 6858000"/>
              <a:gd name="connsiteX472" fmla="*/ 3988128 w 7467600"/>
              <a:gd name="connsiteY472" fmla="*/ 4817267 h 6858000"/>
              <a:gd name="connsiteX473" fmla="*/ 4830582 w 7467600"/>
              <a:gd name="connsiteY473" fmla="*/ 4676000 h 6858000"/>
              <a:gd name="connsiteX474" fmla="*/ 4830100 w 7467600"/>
              <a:gd name="connsiteY474" fmla="*/ 4675554 h 6858000"/>
              <a:gd name="connsiteX475" fmla="*/ 4036318 w 7467600"/>
              <a:gd name="connsiteY475" fmla="*/ 4147013 h 6858000"/>
              <a:gd name="connsiteX476" fmla="*/ 3432098 w 7467600"/>
              <a:gd name="connsiteY476" fmla="*/ 3537312 h 6858000"/>
              <a:gd name="connsiteX477" fmla="*/ 3446761 w 7467600"/>
              <a:gd name="connsiteY477" fmla="*/ 3461278 h 6858000"/>
              <a:gd name="connsiteX478" fmla="*/ 4419733 w 7467600"/>
              <a:gd name="connsiteY478" fmla="*/ 3963555 h 6858000"/>
              <a:gd name="connsiteX479" fmla="*/ 4781371 w 7467600"/>
              <a:gd name="connsiteY479" fmla="*/ 4458604 h 6858000"/>
              <a:gd name="connsiteX480" fmla="*/ 4780440 w 7467600"/>
              <a:gd name="connsiteY480" fmla="*/ 4470290 h 6858000"/>
              <a:gd name="connsiteX481" fmla="*/ 4898954 w 7467600"/>
              <a:gd name="connsiteY481" fmla="*/ 4662092 h 6858000"/>
              <a:gd name="connsiteX482" fmla="*/ 4900699 w 7467600"/>
              <a:gd name="connsiteY482" fmla="*/ 4670867 h 6858000"/>
              <a:gd name="connsiteX483" fmla="*/ 5714511 w 7467600"/>
              <a:gd name="connsiteY483" fmla="*/ 4663483 h 6858000"/>
              <a:gd name="connsiteX484" fmla="*/ 5464793 w 7467600"/>
              <a:gd name="connsiteY484" fmla="*/ 4393556 h 6858000"/>
              <a:gd name="connsiteX485" fmla="*/ 5461897 w 7467600"/>
              <a:gd name="connsiteY485" fmla="*/ 4390879 h 6858000"/>
              <a:gd name="connsiteX486" fmla="*/ 4294126 w 7467600"/>
              <a:gd name="connsiteY486" fmla="*/ 3303048 h 6858000"/>
              <a:gd name="connsiteX487" fmla="*/ 4305321 w 7467600"/>
              <a:gd name="connsiteY487" fmla="*/ 3256953 h 6858000"/>
              <a:gd name="connsiteX488" fmla="*/ 4949299 w 7467600"/>
              <a:gd name="connsiteY488" fmla="*/ 3766336 h 6858000"/>
              <a:gd name="connsiteX489" fmla="*/ 5291452 w 7467600"/>
              <a:gd name="connsiteY489" fmla="*/ 4076801 h 6858000"/>
              <a:gd name="connsiteX490" fmla="*/ 5434998 w 7467600"/>
              <a:gd name="connsiteY490" fmla="*/ 4254100 h 6858000"/>
              <a:gd name="connsiteX491" fmla="*/ 5351015 w 7467600"/>
              <a:gd name="connsiteY491" fmla="*/ 3760989 h 6858000"/>
              <a:gd name="connsiteX492" fmla="*/ 5413780 w 7467600"/>
              <a:gd name="connsiteY492" fmla="*/ 2966265 h 6858000"/>
              <a:gd name="connsiteX493" fmla="*/ 5425627 w 7467600"/>
              <a:gd name="connsiteY493" fmla="*/ 2954192 h 6858000"/>
              <a:gd name="connsiteX494" fmla="*/ 6604735 w 7467600"/>
              <a:gd name="connsiteY494" fmla="*/ 2041381 h 6858000"/>
              <a:gd name="connsiteX495" fmla="*/ 7204487 w 7467600"/>
              <a:gd name="connsiteY495" fmla="*/ 2742112 h 6858000"/>
              <a:gd name="connsiteX496" fmla="*/ 7131592 w 7467600"/>
              <a:gd name="connsiteY496" fmla="*/ 2672096 h 6858000"/>
              <a:gd name="connsiteX497" fmla="*/ 6996344 w 7467600"/>
              <a:gd name="connsiteY497" fmla="*/ 2518310 h 6858000"/>
              <a:gd name="connsiteX498" fmla="*/ 6735495 w 7467600"/>
              <a:gd name="connsiteY498" fmla="*/ 2196890 h 6858000"/>
              <a:gd name="connsiteX499" fmla="*/ 6721901 w 7467600"/>
              <a:gd name="connsiteY499" fmla="*/ 2179274 h 6858000"/>
              <a:gd name="connsiteX500" fmla="*/ 6604735 w 7467600"/>
              <a:gd name="connsiteY500" fmla="*/ 2041381 h 6858000"/>
              <a:gd name="connsiteX501" fmla="*/ 6591670 w 7467600"/>
              <a:gd name="connsiteY501" fmla="*/ 1988277 h 6858000"/>
              <a:gd name="connsiteX502" fmla="*/ 6747349 w 7467600"/>
              <a:gd name="connsiteY502" fmla="*/ 2160069 h 6858000"/>
              <a:gd name="connsiteX503" fmla="*/ 6760943 w 7467600"/>
              <a:gd name="connsiteY503" fmla="*/ 2177686 h 6858000"/>
              <a:gd name="connsiteX504" fmla="*/ 7021065 w 7467600"/>
              <a:gd name="connsiteY504" fmla="*/ 2498102 h 6858000"/>
              <a:gd name="connsiteX505" fmla="*/ 7155223 w 7467600"/>
              <a:gd name="connsiteY505" fmla="*/ 2650386 h 6858000"/>
              <a:gd name="connsiteX506" fmla="*/ 7203167 w 7467600"/>
              <a:gd name="connsiteY506" fmla="*/ 2697288 h 6858000"/>
              <a:gd name="connsiteX507" fmla="*/ 6937703 w 7467600"/>
              <a:gd name="connsiteY507" fmla="*/ 2321981 h 6858000"/>
              <a:gd name="connsiteX508" fmla="*/ 6591670 w 7467600"/>
              <a:gd name="connsiteY508" fmla="*/ 1988277 h 6858000"/>
              <a:gd name="connsiteX509" fmla="*/ 5798671 w 7467600"/>
              <a:gd name="connsiteY509" fmla="*/ 1981601 h 6858000"/>
              <a:gd name="connsiteX510" fmla="*/ 5754709 w 7467600"/>
              <a:gd name="connsiteY510" fmla="*/ 2071454 h 6858000"/>
              <a:gd name="connsiteX511" fmla="*/ 5763044 w 7467600"/>
              <a:gd name="connsiteY511" fmla="*/ 2842206 h 6858000"/>
              <a:gd name="connsiteX512" fmla="*/ 5764974 w 7467600"/>
              <a:gd name="connsiteY512" fmla="*/ 2799609 h 6858000"/>
              <a:gd name="connsiteX513" fmla="*/ 5767665 w 7467600"/>
              <a:gd name="connsiteY513" fmla="*/ 2666409 h 6858000"/>
              <a:gd name="connsiteX514" fmla="*/ 5763055 w 7467600"/>
              <a:gd name="connsiteY514" fmla="*/ 2579705 h 6858000"/>
              <a:gd name="connsiteX515" fmla="*/ 5758079 w 7467600"/>
              <a:gd name="connsiteY515" fmla="*/ 2492508 h 6858000"/>
              <a:gd name="connsiteX516" fmla="*/ 5779325 w 7467600"/>
              <a:gd name="connsiteY516" fmla="*/ 2197069 h 6858000"/>
              <a:gd name="connsiteX517" fmla="*/ 5798671 w 7467600"/>
              <a:gd name="connsiteY517" fmla="*/ 1981601 h 6858000"/>
              <a:gd name="connsiteX518" fmla="*/ 5829202 w 7467600"/>
              <a:gd name="connsiteY518" fmla="*/ 1971679 h 6858000"/>
              <a:gd name="connsiteX519" fmla="*/ 5809558 w 7467600"/>
              <a:gd name="connsiteY519" fmla="*/ 2198043 h 6858000"/>
              <a:gd name="connsiteX520" fmla="*/ 5788653 w 7467600"/>
              <a:gd name="connsiteY520" fmla="*/ 2489430 h 6858000"/>
              <a:gd name="connsiteX521" fmla="*/ 5793439 w 7467600"/>
              <a:gd name="connsiteY521" fmla="*/ 2575235 h 6858000"/>
              <a:gd name="connsiteX522" fmla="*/ 5796837 w 7467600"/>
              <a:gd name="connsiteY522" fmla="*/ 2637633 h 6858000"/>
              <a:gd name="connsiteX523" fmla="*/ 5818614 w 7467600"/>
              <a:gd name="connsiteY523" fmla="*/ 2473055 h 6858000"/>
              <a:gd name="connsiteX524" fmla="*/ 5829202 w 7467600"/>
              <a:gd name="connsiteY524" fmla="*/ 1971679 h 6858000"/>
              <a:gd name="connsiteX525" fmla="*/ 5911389 w 7467600"/>
              <a:gd name="connsiteY525" fmla="*/ 1898371 h 6858000"/>
              <a:gd name="connsiteX526" fmla="*/ 6237627 w 7467600"/>
              <a:gd name="connsiteY526" fmla="*/ 2231921 h 6858000"/>
              <a:gd name="connsiteX527" fmla="*/ 5911389 w 7467600"/>
              <a:gd name="connsiteY527" fmla="*/ 1898371 h 6858000"/>
              <a:gd name="connsiteX528" fmla="*/ 6944437 w 7467600"/>
              <a:gd name="connsiteY528" fmla="*/ 1575402 h 6858000"/>
              <a:gd name="connsiteX529" fmla="*/ 6304730 w 7467600"/>
              <a:gd name="connsiteY529" fmla="*/ 1766654 h 6858000"/>
              <a:gd name="connsiteX530" fmla="*/ 6944437 w 7467600"/>
              <a:gd name="connsiteY530" fmla="*/ 1575402 h 6858000"/>
              <a:gd name="connsiteX531" fmla="*/ 7019523 w 7467600"/>
              <a:gd name="connsiteY531" fmla="*/ 1519450 h 6858000"/>
              <a:gd name="connsiteX532" fmla="*/ 6298091 w 7467600"/>
              <a:gd name="connsiteY532" fmla="*/ 1737122 h 6858000"/>
              <a:gd name="connsiteX533" fmla="*/ 7019523 w 7467600"/>
              <a:gd name="connsiteY533" fmla="*/ 1519450 h 6858000"/>
              <a:gd name="connsiteX534" fmla="*/ 2399523 w 7467600"/>
              <a:gd name="connsiteY534" fmla="*/ 1428234 h 6858000"/>
              <a:gd name="connsiteX535" fmla="*/ 2224982 w 7467600"/>
              <a:gd name="connsiteY535" fmla="*/ 1826201 h 6858000"/>
              <a:gd name="connsiteX536" fmla="*/ 2096099 w 7467600"/>
              <a:gd name="connsiteY536" fmla="*/ 2345900 h 6858000"/>
              <a:gd name="connsiteX537" fmla="*/ 2283317 w 7467600"/>
              <a:gd name="connsiteY537" fmla="*/ 1796925 h 6858000"/>
              <a:gd name="connsiteX538" fmla="*/ 2399523 w 7467600"/>
              <a:gd name="connsiteY538" fmla="*/ 1428234 h 6858000"/>
              <a:gd name="connsiteX539" fmla="*/ 2448558 w 7467600"/>
              <a:gd name="connsiteY539" fmla="*/ 1373435 h 6858000"/>
              <a:gd name="connsiteX540" fmla="*/ 2312521 w 7467600"/>
              <a:gd name="connsiteY540" fmla="*/ 1806140 h 6858000"/>
              <a:gd name="connsiteX541" fmla="*/ 2127533 w 7467600"/>
              <a:gd name="connsiteY541" fmla="*/ 2348380 h 6858000"/>
              <a:gd name="connsiteX542" fmla="*/ 2358080 w 7467600"/>
              <a:gd name="connsiteY542" fmla="*/ 1866134 h 6858000"/>
              <a:gd name="connsiteX543" fmla="*/ 2407436 w 7467600"/>
              <a:gd name="connsiteY543" fmla="*/ 1651070 h 6858000"/>
              <a:gd name="connsiteX544" fmla="*/ 2448558 w 7467600"/>
              <a:gd name="connsiteY544" fmla="*/ 1373435 h 6858000"/>
              <a:gd name="connsiteX545" fmla="*/ 278707 w 7467600"/>
              <a:gd name="connsiteY545" fmla="*/ 1352270 h 6858000"/>
              <a:gd name="connsiteX546" fmla="*/ 321570 w 7467600"/>
              <a:gd name="connsiteY546" fmla="*/ 1861610 h 6858000"/>
              <a:gd name="connsiteX547" fmla="*/ 294281 w 7467600"/>
              <a:gd name="connsiteY547" fmla="*/ 1440658 h 6858000"/>
              <a:gd name="connsiteX548" fmla="*/ 278707 w 7467600"/>
              <a:gd name="connsiteY548" fmla="*/ 1352270 h 6858000"/>
              <a:gd name="connsiteX549" fmla="*/ 1423821 w 7467600"/>
              <a:gd name="connsiteY549" fmla="*/ 1351958 h 6858000"/>
              <a:gd name="connsiteX550" fmla="*/ 1638521 w 7467600"/>
              <a:gd name="connsiteY550" fmla="*/ 1908470 h 6858000"/>
              <a:gd name="connsiteX551" fmla="*/ 1754199 w 7467600"/>
              <a:gd name="connsiteY551" fmla="*/ 2149284 h 6858000"/>
              <a:gd name="connsiteX552" fmla="*/ 1908359 w 7467600"/>
              <a:gd name="connsiteY552" fmla="*/ 2364988 h 6858000"/>
              <a:gd name="connsiteX553" fmla="*/ 1647661 w 7467600"/>
              <a:gd name="connsiteY553" fmla="*/ 1825945 h 6858000"/>
              <a:gd name="connsiteX554" fmla="*/ 1423821 w 7467600"/>
              <a:gd name="connsiteY554" fmla="*/ 1351958 h 6858000"/>
              <a:gd name="connsiteX555" fmla="*/ 1431890 w 7467600"/>
              <a:gd name="connsiteY555" fmla="*/ 1306475 h 6858000"/>
              <a:gd name="connsiteX556" fmla="*/ 1507597 w 7467600"/>
              <a:gd name="connsiteY556" fmla="*/ 1446132 h 6858000"/>
              <a:gd name="connsiteX557" fmla="*/ 1674586 w 7467600"/>
              <a:gd name="connsiteY557" fmla="*/ 1813832 h 6858000"/>
              <a:gd name="connsiteX558" fmla="*/ 1815950 w 7467600"/>
              <a:gd name="connsiteY558" fmla="*/ 2128564 h 6858000"/>
              <a:gd name="connsiteX559" fmla="*/ 1984242 w 7467600"/>
              <a:gd name="connsiteY559" fmla="*/ 2430829 h 6858000"/>
              <a:gd name="connsiteX560" fmla="*/ 2014023 w 7467600"/>
              <a:gd name="connsiteY560" fmla="*/ 2450995 h 6858000"/>
              <a:gd name="connsiteX561" fmla="*/ 1747337 w 7467600"/>
              <a:gd name="connsiteY561" fmla="*/ 1855264 h 6858000"/>
              <a:gd name="connsiteX562" fmla="*/ 1533749 w 7467600"/>
              <a:gd name="connsiteY562" fmla="*/ 1478656 h 6858000"/>
              <a:gd name="connsiteX563" fmla="*/ 1431890 w 7467600"/>
              <a:gd name="connsiteY563" fmla="*/ 1306475 h 6858000"/>
              <a:gd name="connsiteX564" fmla="*/ 5052692 w 7467600"/>
              <a:gd name="connsiteY564" fmla="*/ 1292994 h 6858000"/>
              <a:gd name="connsiteX565" fmla="*/ 5200661 w 7467600"/>
              <a:gd name="connsiteY565" fmla="*/ 1635186 h 6858000"/>
              <a:gd name="connsiteX566" fmla="*/ 5297138 w 7467600"/>
              <a:gd name="connsiteY566" fmla="*/ 1906351 h 6858000"/>
              <a:gd name="connsiteX567" fmla="*/ 5052692 w 7467600"/>
              <a:gd name="connsiteY567" fmla="*/ 1292994 h 6858000"/>
              <a:gd name="connsiteX568" fmla="*/ 5009948 w 7467600"/>
              <a:gd name="connsiteY568" fmla="*/ 1273619 h 6858000"/>
              <a:gd name="connsiteX569" fmla="*/ 5121777 w 7467600"/>
              <a:gd name="connsiteY569" fmla="*/ 1654213 h 6858000"/>
              <a:gd name="connsiteX570" fmla="*/ 5293545 w 7467600"/>
              <a:gd name="connsiteY570" fmla="*/ 2072247 h 6858000"/>
              <a:gd name="connsiteX571" fmla="*/ 5294042 w 7467600"/>
              <a:gd name="connsiteY571" fmla="*/ 2065019 h 6858000"/>
              <a:gd name="connsiteX572" fmla="*/ 5171936 w 7467600"/>
              <a:gd name="connsiteY572" fmla="*/ 1647613 h 6858000"/>
              <a:gd name="connsiteX573" fmla="*/ 5009948 w 7467600"/>
              <a:gd name="connsiteY573" fmla="*/ 1273619 h 6858000"/>
              <a:gd name="connsiteX574" fmla="*/ 655236 w 7467600"/>
              <a:gd name="connsiteY574" fmla="*/ 1268632 h 6858000"/>
              <a:gd name="connsiteX575" fmla="*/ 839521 w 7467600"/>
              <a:gd name="connsiteY575" fmla="*/ 1685315 h 6858000"/>
              <a:gd name="connsiteX576" fmla="*/ 1109416 w 7467600"/>
              <a:gd name="connsiteY576" fmla="*/ 2061663 h 6858000"/>
              <a:gd name="connsiteX577" fmla="*/ 1298300 w 7467600"/>
              <a:gd name="connsiteY577" fmla="*/ 2247742 h 6858000"/>
              <a:gd name="connsiteX578" fmla="*/ 1125871 w 7467600"/>
              <a:gd name="connsiteY578" fmla="*/ 1989513 h 6858000"/>
              <a:gd name="connsiteX579" fmla="*/ 981574 w 7467600"/>
              <a:gd name="connsiteY579" fmla="*/ 1783157 h 6858000"/>
              <a:gd name="connsiteX580" fmla="*/ 922198 w 7467600"/>
              <a:gd name="connsiteY580" fmla="*/ 1677437 h 6858000"/>
              <a:gd name="connsiteX581" fmla="*/ 869293 w 7467600"/>
              <a:gd name="connsiteY581" fmla="*/ 1583214 h 6858000"/>
              <a:gd name="connsiteX582" fmla="*/ 751431 w 7467600"/>
              <a:gd name="connsiteY582" fmla="*/ 1405731 h 6858000"/>
              <a:gd name="connsiteX583" fmla="*/ 655236 w 7467600"/>
              <a:gd name="connsiteY583" fmla="*/ 1268632 h 6858000"/>
              <a:gd name="connsiteX584" fmla="*/ 6516292 w 7467600"/>
              <a:gd name="connsiteY584" fmla="*/ 1263064 h 6858000"/>
              <a:gd name="connsiteX585" fmla="*/ 5736320 w 7467600"/>
              <a:gd name="connsiteY585" fmla="*/ 1501803 h 6858000"/>
              <a:gd name="connsiteX586" fmla="*/ 6516292 w 7467600"/>
              <a:gd name="connsiteY586" fmla="*/ 1263064 h 6858000"/>
              <a:gd name="connsiteX587" fmla="*/ 291466 w 7467600"/>
              <a:gd name="connsiteY587" fmla="*/ 1250369 h 6858000"/>
              <a:gd name="connsiteX588" fmla="*/ 323180 w 7467600"/>
              <a:gd name="connsiteY588" fmla="*/ 1435283 h 6858000"/>
              <a:gd name="connsiteX589" fmla="*/ 349381 w 7467600"/>
              <a:gd name="connsiteY589" fmla="*/ 1875041 h 6858000"/>
              <a:gd name="connsiteX590" fmla="*/ 374363 w 7467600"/>
              <a:gd name="connsiteY590" fmla="*/ 1506494 h 6858000"/>
              <a:gd name="connsiteX591" fmla="*/ 302168 w 7467600"/>
              <a:gd name="connsiteY591" fmla="*/ 1274495 h 6858000"/>
              <a:gd name="connsiteX592" fmla="*/ 291466 w 7467600"/>
              <a:gd name="connsiteY592" fmla="*/ 1250369 h 6858000"/>
              <a:gd name="connsiteX593" fmla="*/ 678222 w 7467600"/>
              <a:gd name="connsiteY593" fmla="*/ 1248670 h 6858000"/>
              <a:gd name="connsiteX594" fmla="*/ 775536 w 7467600"/>
              <a:gd name="connsiteY594" fmla="*/ 1388015 h 6858000"/>
              <a:gd name="connsiteX595" fmla="*/ 894529 w 7467600"/>
              <a:gd name="connsiteY595" fmla="*/ 1567739 h 6858000"/>
              <a:gd name="connsiteX596" fmla="*/ 948000 w 7467600"/>
              <a:gd name="connsiteY596" fmla="*/ 1663088 h 6858000"/>
              <a:gd name="connsiteX597" fmla="*/ 1006812 w 7467600"/>
              <a:gd name="connsiteY597" fmla="*/ 1767683 h 6858000"/>
              <a:gd name="connsiteX598" fmla="*/ 1149133 w 7467600"/>
              <a:gd name="connsiteY598" fmla="*/ 1971513 h 6858000"/>
              <a:gd name="connsiteX599" fmla="*/ 1333952 w 7467600"/>
              <a:gd name="connsiteY599" fmla="*/ 2251620 h 6858000"/>
              <a:gd name="connsiteX600" fmla="*/ 1337329 w 7467600"/>
              <a:gd name="connsiteY600" fmla="*/ 2258350 h 6858000"/>
              <a:gd name="connsiteX601" fmla="*/ 1014726 w 7467600"/>
              <a:gd name="connsiteY601" fmla="*/ 1615556 h 6858000"/>
              <a:gd name="connsiteX602" fmla="*/ 678222 w 7467600"/>
              <a:gd name="connsiteY602" fmla="*/ 1248670 h 6858000"/>
              <a:gd name="connsiteX603" fmla="*/ 6691602 w 7467600"/>
              <a:gd name="connsiteY603" fmla="*/ 1140573 h 6858000"/>
              <a:gd name="connsiteX604" fmla="*/ 6571100 w 7467600"/>
              <a:gd name="connsiteY604" fmla="*/ 1183662 h 6858000"/>
              <a:gd name="connsiteX605" fmla="*/ 6241687 w 7467600"/>
              <a:gd name="connsiteY605" fmla="*/ 1257600 h 6858000"/>
              <a:gd name="connsiteX606" fmla="*/ 5693009 w 7467600"/>
              <a:gd name="connsiteY606" fmla="*/ 1478256 h 6858000"/>
              <a:gd name="connsiteX607" fmla="*/ 6548420 w 7467600"/>
              <a:gd name="connsiteY607" fmla="*/ 1214599 h 6858000"/>
              <a:gd name="connsiteX608" fmla="*/ 6605473 w 7467600"/>
              <a:gd name="connsiteY608" fmla="*/ 1184686 h 6858000"/>
              <a:gd name="connsiteX609" fmla="*/ 6691602 w 7467600"/>
              <a:gd name="connsiteY609" fmla="*/ 1140573 h 6858000"/>
              <a:gd name="connsiteX610" fmla="*/ 4002475 w 7467600"/>
              <a:gd name="connsiteY610" fmla="*/ 1037802 h 6858000"/>
              <a:gd name="connsiteX611" fmla="*/ 4000324 w 7467600"/>
              <a:gd name="connsiteY611" fmla="*/ 1039362 h 6858000"/>
              <a:gd name="connsiteX612" fmla="*/ 4002862 w 7467600"/>
              <a:gd name="connsiteY612" fmla="*/ 1042866 h 6858000"/>
              <a:gd name="connsiteX613" fmla="*/ 4002475 w 7467600"/>
              <a:gd name="connsiteY613" fmla="*/ 1037802 h 6858000"/>
              <a:gd name="connsiteX614" fmla="*/ 506322 w 7467600"/>
              <a:gd name="connsiteY614" fmla="*/ 1020997 h 6858000"/>
              <a:gd name="connsiteX615" fmla="*/ 533068 w 7467600"/>
              <a:gd name="connsiteY615" fmla="*/ 1029409 h 6858000"/>
              <a:gd name="connsiteX616" fmla="*/ 1232525 w 7467600"/>
              <a:gd name="connsiteY616" fmla="*/ 1804675 h 6858000"/>
              <a:gd name="connsiteX617" fmla="*/ 1388858 w 7467600"/>
              <a:gd name="connsiteY617" fmla="*/ 2368011 h 6858000"/>
              <a:gd name="connsiteX618" fmla="*/ 1384098 w 7467600"/>
              <a:gd name="connsiteY618" fmla="*/ 2378125 h 6858000"/>
              <a:gd name="connsiteX619" fmla="*/ 1425393 w 7467600"/>
              <a:gd name="connsiteY619" fmla="*/ 2589124 h 6858000"/>
              <a:gd name="connsiteX620" fmla="*/ 1424001 w 7467600"/>
              <a:gd name="connsiteY620" fmla="*/ 2597541 h 6858000"/>
              <a:gd name="connsiteX621" fmla="*/ 2152729 w 7467600"/>
              <a:gd name="connsiteY621" fmla="*/ 2864487 h 6858000"/>
              <a:gd name="connsiteX622" fmla="*/ 2020609 w 7467600"/>
              <a:gd name="connsiteY622" fmla="*/ 2539671 h 6858000"/>
              <a:gd name="connsiteX623" fmla="*/ 2018920 w 7467600"/>
              <a:gd name="connsiteY623" fmla="*/ 2536309 h 6858000"/>
              <a:gd name="connsiteX624" fmla="*/ 1342441 w 7467600"/>
              <a:gd name="connsiteY624" fmla="*/ 1173017 h 6858000"/>
              <a:gd name="connsiteX625" fmla="*/ 1367925 w 7467600"/>
              <a:gd name="connsiteY625" fmla="*/ 1135648 h 6858000"/>
              <a:gd name="connsiteX626" fmla="*/ 1771401 w 7467600"/>
              <a:gd name="connsiteY626" fmla="*/ 1806673 h 6858000"/>
              <a:gd name="connsiteX627" fmla="*/ 1972385 w 7467600"/>
              <a:gd name="connsiteY627" fmla="*/ 2198735 h 6858000"/>
              <a:gd name="connsiteX628" fmla="*/ 2040892 w 7467600"/>
              <a:gd name="connsiteY628" fmla="*/ 2405205 h 6858000"/>
              <a:gd name="connsiteX629" fmla="*/ 2131689 w 7467600"/>
              <a:gd name="connsiteY629" fmla="*/ 1936926 h 6858000"/>
              <a:gd name="connsiteX630" fmla="*/ 2454820 w 7467600"/>
              <a:gd name="connsiteY630" fmla="*/ 1248808 h 6858000"/>
              <a:gd name="connsiteX631" fmla="*/ 2492512 w 7467600"/>
              <a:gd name="connsiteY631" fmla="*/ 1302920 h 6858000"/>
              <a:gd name="connsiteX632" fmla="*/ 2081216 w 7467600"/>
              <a:gd name="connsiteY632" fmla="*/ 2527513 h 6858000"/>
              <a:gd name="connsiteX633" fmla="*/ 2081211 w 7467600"/>
              <a:gd name="connsiteY633" fmla="*/ 2528916 h 6858000"/>
              <a:gd name="connsiteX634" fmla="*/ 2199067 w 7467600"/>
              <a:gd name="connsiteY634" fmla="*/ 2884061 h 6858000"/>
              <a:gd name="connsiteX635" fmla="*/ 3192586 w 7467600"/>
              <a:gd name="connsiteY635" fmla="*/ 3411496 h 6858000"/>
              <a:gd name="connsiteX636" fmla="*/ 3182620 w 7467600"/>
              <a:gd name="connsiteY636" fmla="*/ 3483279 h 6858000"/>
              <a:gd name="connsiteX637" fmla="*/ 2435119 w 7467600"/>
              <a:gd name="connsiteY637" fmla="*/ 3080173 h 6858000"/>
              <a:gd name="connsiteX638" fmla="*/ 2410152 w 7467600"/>
              <a:gd name="connsiteY638" fmla="*/ 3063751 h 6858000"/>
              <a:gd name="connsiteX639" fmla="*/ 2408099 w 7467600"/>
              <a:gd name="connsiteY639" fmla="*/ 3064403 h 6858000"/>
              <a:gd name="connsiteX640" fmla="*/ 2407218 w 7467600"/>
              <a:gd name="connsiteY640" fmla="*/ 3070324 h 6858000"/>
              <a:gd name="connsiteX641" fmla="*/ 2380138 w 7467600"/>
              <a:gd name="connsiteY641" fmla="*/ 3099341 h 6858000"/>
              <a:gd name="connsiteX642" fmla="*/ 1765923 w 7467600"/>
              <a:gd name="connsiteY642" fmla="*/ 3581043 h 6858000"/>
              <a:gd name="connsiteX643" fmla="*/ 1702258 w 7467600"/>
              <a:gd name="connsiteY643" fmla="*/ 3612286 h 6858000"/>
              <a:gd name="connsiteX644" fmla="*/ 1538370 w 7467600"/>
              <a:gd name="connsiteY644" fmla="*/ 3811804 h 6858000"/>
              <a:gd name="connsiteX645" fmla="*/ 542867 w 7467600"/>
              <a:gd name="connsiteY645" fmla="*/ 4944092 h 6858000"/>
              <a:gd name="connsiteX646" fmla="*/ 515800 w 7467600"/>
              <a:gd name="connsiteY646" fmla="*/ 4862180 h 6858000"/>
              <a:gd name="connsiteX647" fmla="*/ 909145 w 7467600"/>
              <a:gd name="connsiteY647" fmla="*/ 4199225 h 6858000"/>
              <a:gd name="connsiteX648" fmla="*/ 1214067 w 7467600"/>
              <a:gd name="connsiteY648" fmla="*/ 3908561 h 6858000"/>
              <a:gd name="connsiteX649" fmla="*/ 640967 w 7467600"/>
              <a:gd name="connsiteY649" fmla="*/ 4105601 h 6858000"/>
              <a:gd name="connsiteX650" fmla="*/ 112563 w 7467600"/>
              <a:gd name="connsiteY650" fmla="*/ 4396952 h 6858000"/>
              <a:gd name="connsiteX651" fmla="*/ 0 w 7467600"/>
              <a:gd name="connsiteY651" fmla="*/ 4466006 h 6858000"/>
              <a:gd name="connsiteX652" fmla="*/ 0 w 7467600"/>
              <a:gd name="connsiteY652" fmla="*/ 4233763 h 6858000"/>
              <a:gd name="connsiteX653" fmla="*/ 36881 w 7467600"/>
              <a:gd name="connsiteY653" fmla="*/ 4200118 h 6858000"/>
              <a:gd name="connsiteX654" fmla="*/ 910534 w 7467600"/>
              <a:gd name="connsiteY654" fmla="*/ 3629753 h 6858000"/>
              <a:gd name="connsiteX655" fmla="*/ 1578717 w 7467600"/>
              <a:gd name="connsiteY655" fmla="*/ 3575982 h 6858000"/>
              <a:gd name="connsiteX656" fmla="*/ 2338780 w 7467600"/>
              <a:gd name="connsiteY656" fmla="*/ 3033725 h 6858000"/>
              <a:gd name="connsiteX657" fmla="*/ 1807991 w 7467600"/>
              <a:gd name="connsiteY657" fmla="*/ 2807184 h 6858000"/>
              <a:gd name="connsiteX658" fmla="*/ 1416358 w 7467600"/>
              <a:gd name="connsiteY658" fmla="*/ 3112571 h 6858000"/>
              <a:gd name="connsiteX659" fmla="*/ 939066 w 7467600"/>
              <a:gd name="connsiteY659" fmla="*/ 3378798 h 6858000"/>
              <a:gd name="connsiteX660" fmla="*/ 115099 w 7467600"/>
              <a:gd name="connsiteY660" fmla="*/ 3607650 h 6858000"/>
              <a:gd name="connsiteX661" fmla="*/ 97284 w 7467600"/>
              <a:gd name="connsiteY661" fmla="*/ 3520393 h 6858000"/>
              <a:gd name="connsiteX662" fmla="*/ 922050 w 7467600"/>
              <a:gd name="connsiteY662" fmla="*/ 3074867 h 6858000"/>
              <a:gd name="connsiteX663" fmla="*/ 1405265 w 7467600"/>
              <a:gd name="connsiteY663" fmla="*/ 3016319 h 6858000"/>
              <a:gd name="connsiteX664" fmla="*/ 1407512 w 7467600"/>
              <a:gd name="connsiteY664" fmla="*/ 3018001 h 6858000"/>
              <a:gd name="connsiteX665" fmla="*/ 1726266 w 7467600"/>
              <a:gd name="connsiteY665" fmla="*/ 2777274 h 6858000"/>
              <a:gd name="connsiteX666" fmla="*/ 625390 w 7467600"/>
              <a:gd name="connsiteY666" fmla="*/ 2514541 h 6858000"/>
              <a:gd name="connsiteX667" fmla="*/ 619799 w 7467600"/>
              <a:gd name="connsiteY667" fmla="*/ 2527180 h 6858000"/>
              <a:gd name="connsiteX668" fmla="*/ 310030 w 7467600"/>
              <a:gd name="connsiteY668" fmla="*/ 2771818 h 6858000"/>
              <a:gd name="connsiteX669" fmla="*/ 173877 w 7467600"/>
              <a:gd name="connsiteY669" fmla="*/ 2937056 h 6858000"/>
              <a:gd name="connsiteX670" fmla="*/ 77889 w 7467600"/>
              <a:gd name="connsiteY670" fmla="*/ 3138440 h 6858000"/>
              <a:gd name="connsiteX671" fmla="*/ 0 w 7467600"/>
              <a:gd name="connsiteY671" fmla="*/ 3271395 h 6858000"/>
              <a:gd name="connsiteX672" fmla="*/ 0 w 7467600"/>
              <a:gd name="connsiteY672" fmla="*/ 3153002 h 6858000"/>
              <a:gd name="connsiteX673" fmla="*/ 2386 w 7467600"/>
              <a:gd name="connsiteY673" fmla="*/ 3149203 h 6858000"/>
              <a:gd name="connsiteX674" fmla="*/ 89753 w 7467600"/>
              <a:gd name="connsiteY674" fmla="*/ 2987702 h 6858000"/>
              <a:gd name="connsiteX675" fmla="*/ 76869 w 7467600"/>
              <a:gd name="connsiteY675" fmla="*/ 3005404 h 6858000"/>
              <a:gd name="connsiteX676" fmla="*/ 32049 w 7467600"/>
              <a:gd name="connsiteY676" fmla="*/ 3065814 h 6858000"/>
              <a:gd name="connsiteX677" fmla="*/ 0 w 7467600"/>
              <a:gd name="connsiteY677" fmla="*/ 3108744 h 6858000"/>
              <a:gd name="connsiteX678" fmla="*/ 0 w 7467600"/>
              <a:gd name="connsiteY678" fmla="*/ 3058059 h 6858000"/>
              <a:gd name="connsiteX679" fmla="*/ 7610 w 7467600"/>
              <a:gd name="connsiteY679" fmla="*/ 3047889 h 6858000"/>
              <a:gd name="connsiteX680" fmla="*/ 52419 w 7467600"/>
              <a:gd name="connsiteY680" fmla="*/ 2987479 h 6858000"/>
              <a:gd name="connsiteX681" fmla="*/ 59142 w 7467600"/>
              <a:gd name="connsiteY681" fmla="*/ 2978488 h 6858000"/>
              <a:gd name="connsiteX682" fmla="*/ 0 w 7467600"/>
              <a:gd name="connsiteY682" fmla="*/ 3015334 h 6858000"/>
              <a:gd name="connsiteX683" fmla="*/ 0 w 7467600"/>
              <a:gd name="connsiteY683" fmla="*/ 2914286 h 6858000"/>
              <a:gd name="connsiteX684" fmla="*/ 36383 w 7467600"/>
              <a:gd name="connsiteY684" fmla="*/ 2901128 h 6858000"/>
              <a:gd name="connsiteX685" fmla="*/ 156329 w 7467600"/>
              <a:gd name="connsiteY685" fmla="*/ 2840533 h 6858000"/>
              <a:gd name="connsiteX686" fmla="*/ 358355 w 7467600"/>
              <a:gd name="connsiteY686" fmla="*/ 2620471 h 6858000"/>
              <a:gd name="connsiteX687" fmla="*/ 510577 w 7467600"/>
              <a:gd name="connsiteY687" fmla="*/ 2501244 h 6858000"/>
              <a:gd name="connsiteX688" fmla="*/ 211967 w 7467600"/>
              <a:gd name="connsiteY688" fmla="*/ 2479171 h 6858000"/>
              <a:gd name="connsiteX689" fmla="*/ 0 w 7467600"/>
              <a:gd name="connsiteY689" fmla="*/ 2476398 h 6858000"/>
              <a:gd name="connsiteX690" fmla="*/ 0 w 7467600"/>
              <a:gd name="connsiteY690" fmla="*/ 2389189 h 6858000"/>
              <a:gd name="connsiteX691" fmla="*/ 103062 w 7467600"/>
              <a:gd name="connsiteY691" fmla="*/ 2389518 h 6858000"/>
              <a:gd name="connsiteX692" fmla="*/ 510734 w 7467600"/>
              <a:gd name="connsiteY692" fmla="*/ 2416201 h 6858000"/>
              <a:gd name="connsiteX693" fmla="*/ 279257 w 7467600"/>
              <a:gd name="connsiteY693" fmla="*/ 2092102 h 6858000"/>
              <a:gd name="connsiteX694" fmla="*/ 65265 w 7467600"/>
              <a:gd name="connsiteY694" fmla="*/ 2006049 h 6858000"/>
              <a:gd name="connsiteX695" fmla="*/ 0 w 7467600"/>
              <a:gd name="connsiteY695" fmla="*/ 1982532 h 6858000"/>
              <a:gd name="connsiteX696" fmla="*/ 0 w 7467600"/>
              <a:gd name="connsiteY696" fmla="*/ 1912789 h 6858000"/>
              <a:gd name="connsiteX697" fmla="*/ 97460 w 7467600"/>
              <a:gd name="connsiteY697" fmla="*/ 1953725 h 6858000"/>
              <a:gd name="connsiteX698" fmla="*/ 221272 w 7467600"/>
              <a:gd name="connsiteY698" fmla="*/ 1980766 h 6858000"/>
              <a:gd name="connsiteX699" fmla="*/ 116765 w 7467600"/>
              <a:gd name="connsiteY699" fmla="*/ 1911033 h 6858000"/>
              <a:gd name="connsiteX700" fmla="*/ 16405 w 7467600"/>
              <a:gd name="connsiteY700" fmla="*/ 1803412 h 6858000"/>
              <a:gd name="connsiteX701" fmla="*/ 0 w 7467600"/>
              <a:gd name="connsiteY701" fmla="*/ 1784777 h 6858000"/>
              <a:gd name="connsiteX702" fmla="*/ 0 w 7467600"/>
              <a:gd name="connsiteY702" fmla="*/ 1740082 h 6858000"/>
              <a:gd name="connsiteX703" fmla="*/ 39394 w 7467600"/>
              <a:gd name="connsiteY703" fmla="*/ 1784856 h 6858000"/>
              <a:gd name="connsiteX704" fmla="*/ 135813 w 7467600"/>
              <a:gd name="connsiteY704" fmla="*/ 1888838 h 6858000"/>
              <a:gd name="connsiteX705" fmla="*/ 242575 w 7467600"/>
              <a:gd name="connsiteY705" fmla="*/ 1958841 h 6858000"/>
              <a:gd name="connsiteX706" fmla="*/ 82197 w 7467600"/>
              <a:gd name="connsiteY706" fmla="*/ 1754826 h 6858000"/>
              <a:gd name="connsiteX707" fmla="*/ 0 w 7467600"/>
              <a:gd name="connsiteY707" fmla="*/ 1679650 h 6858000"/>
              <a:gd name="connsiteX708" fmla="*/ 0 w 7467600"/>
              <a:gd name="connsiteY708" fmla="*/ 1602463 h 6858000"/>
              <a:gd name="connsiteX709" fmla="*/ 84689 w 7467600"/>
              <a:gd name="connsiteY709" fmla="*/ 1677442 h 6858000"/>
              <a:gd name="connsiteX710" fmla="*/ 298437 w 7467600"/>
              <a:gd name="connsiteY710" fmla="*/ 1968019 h 6858000"/>
              <a:gd name="connsiteX711" fmla="*/ 227269 w 7467600"/>
              <a:gd name="connsiteY711" fmla="*/ 1114064 h 6858000"/>
              <a:gd name="connsiteX712" fmla="*/ 248003 w 7467600"/>
              <a:gd name="connsiteY712" fmla="*/ 1089613 h 6858000"/>
              <a:gd name="connsiteX713" fmla="*/ 427020 w 7467600"/>
              <a:gd name="connsiteY713" fmla="*/ 1619803 h 6858000"/>
              <a:gd name="connsiteX714" fmla="*/ 340345 w 7467600"/>
              <a:gd name="connsiteY714" fmla="*/ 2027739 h 6858000"/>
              <a:gd name="connsiteX715" fmla="*/ 360865 w 7467600"/>
              <a:gd name="connsiteY715" fmla="*/ 2044827 h 6858000"/>
              <a:gd name="connsiteX716" fmla="*/ 560414 w 7467600"/>
              <a:gd name="connsiteY716" fmla="*/ 2421457 h 6858000"/>
              <a:gd name="connsiteX717" fmla="*/ 1359703 w 7467600"/>
              <a:gd name="connsiteY717" fmla="*/ 2578554 h 6858000"/>
              <a:gd name="connsiteX718" fmla="*/ 1359422 w 7467600"/>
              <a:gd name="connsiteY718" fmla="*/ 2577994 h 6858000"/>
              <a:gd name="connsiteX719" fmla="*/ 828701 w 7467600"/>
              <a:gd name="connsiteY719" fmla="*/ 1839520 h 6858000"/>
              <a:gd name="connsiteX720" fmla="*/ 494427 w 7467600"/>
              <a:gd name="connsiteY720" fmla="*/ 1092333 h 6858000"/>
              <a:gd name="connsiteX721" fmla="*/ 506322 w 7467600"/>
              <a:gd name="connsiteY721" fmla="*/ 1020997 h 6858000"/>
              <a:gd name="connsiteX722" fmla="*/ 4570198 w 7467600"/>
              <a:gd name="connsiteY722" fmla="*/ 978081 h 6858000"/>
              <a:gd name="connsiteX723" fmla="*/ 4523691 w 7467600"/>
              <a:gd name="connsiteY723" fmla="*/ 1127776 h 6858000"/>
              <a:gd name="connsiteX724" fmla="*/ 4509875 w 7467600"/>
              <a:gd name="connsiteY724" fmla="*/ 1167552 h 6858000"/>
              <a:gd name="connsiteX725" fmla="*/ 4478168 w 7467600"/>
              <a:gd name="connsiteY725" fmla="*/ 1260735 h 6858000"/>
              <a:gd name="connsiteX726" fmla="*/ 4409309 w 7467600"/>
              <a:gd name="connsiteY726" fmla="*/ 1666996 h 6858000"/>
              <a:gd name="connsiteX727" fmla="*/ 4370031 w 7467600"/>
              <a:gd name="connsiteY727" fmla="*/ 1955666 h 6858000"/>
              <a:gd name="connsiteX728" fmla="*/ 4570198 w 7467600"/>
              <a:gd name="connsiteY728" fmla="*/ 978081 h 6858000"/>
              <a:gd name="connsiteX729" fmla="*/ 4557898 w 7467600"/>
              <a:gd name="connsiteY729" fmla="*/ 900011 h 6858000"/>
              <a:gd name="connsiteX730" fmla="*/ 4344840 w 7467600"/>
              <a:gd name="connsiteY730" fmla="*/ 1922038 h 6858000"/>
              <a:gd name="connsiteX731" fmla="*/ 4378710 w 7467600"/>
              <a:gd name="connsiteY731" fmla="*/ 1665516 h 6858000"/>
              <a:gd name="connsiteX732" fmla="*/ 4448798 w 7467600"/>
              <a:gd name="connsiteY732" fmla="*/ 1253024 h 6858000"/>
              <a:gd name="connsiteX733" fmla="*/ 4480315 w 7467600"/>
              <a:gd name="connsiteY733" fmla="*/ 1158454 h 6858000"/>
              <a:gd name="connsiteX734" fmla="*/ 4494133 w 7467600"/>
              <a:gd name="connsiteY734" fmla="*/ 1118676 h 6858000"/>
              <a:gd name="connsiteX735" fmla="*/ 4557898 w 7467600"/>
              <a:gd name="connsiteY735" fmla="*/ 900011 h 6858000"/>
              <a:gd name="connsiteX736" fmla="*/ 5870151 w 7467600"/>
              <a:gd name="connsiteY736" fmla="*/ 898890 h 6858000"/>
              <a:gd name="connsiteX737" fmla="*/ 5861335 w 7467600"/>
              <a:gd name="connsiteY737" fmla="*/ 899177 h 6858000"/>
              <a:gd name="connsiteX738" fmla="*/ 5843702 w 7467600"/>
              <a:gd name="connsiteY738" fmla="*/ 899748 h 6858000"/>
              <a:gd name="connsiteX739" fmla="*/ 5651107 w 7467600"/>
              <a:gd name="connsiteY739" fmla="*/ 920306 h 6858000"/>
              <a:gd name="connsiteX740" fmla="*/ 5459407 w 7467600"/>
              <a:gd name="connsiteY740" fmla="*/ 940975 h 6858000"/>
              <a:gd name="connsiteX741" fmla="*/ 5374846 w 7467600"/>
              <a:gd name="connsiteY741" fmla="*/ 941988 h 6858000"/>
              <a:gd name="connsiteX742" fmla="*/ 5256105 w 7467600"/>
              <a:gd name="connsiteY742" fmla="*/ 945632 h 6858000"/>
              <a:gd name="connsiteX743" fmla="*/ 5107071 w 7467600"/>
              <a:gd name="connsiteY743" fmla="*/ 969720 h 6858000"/>
              <a:gd name="connsiteX744" fmla="*/ 4998681 w 7467600"/>
              <a:gd name="connsiteY744" fmla="*/ 988771 h 6858000"/>
              <a:gd name="connsiteX745" fmla="*/ 5870151 w 7467600"/>
              <a:gd name="connsiteY745" fmla="*/ 898890 h 6858000"/>
              <a:gd name="connsiteX746" fmla="*/ 5504425 w 7467600"/>
              <a:gd name="connsiteY746" fmla="*/ 848067 h 6858000"/>
              <a:gd name="connsiteX747" fmla="*/ 4968849 w 7467600"/>
              <a:gd name="connsiteY747" fmla="*/ 962318 h 6858000"/>
              <a:gd name="connsiteX748" fmla="*/ 5104039 w 7467600"/>
              <a:gd name="connsiteY748" fmla="*/ 940634 h 6858000"/>
              <a:gd name="connsiteX749" fmla="*/ 5256311 w 7467600"/>
              <a:gd name="connsiteY749" fmla="*/ 916490 h 6858000"/>
              <a:gd name="connsiteX750" fmla="*/ 5377381 w 7467600"/>
              <a:gd name="connsiteY750" fmla="*/ 912671 h 6858000"/>
              <a:gd name="connsiteX751" fmla="*/ 5460148 w 7467600"/>
              <a:gd name="connsiteY751" fmla="*/ 911442 h 6858000"/>
              <a:gd name="connsiteX752" fmla="*/ 5648971 w 7467600"/>
              <a:gd name="connsiteY752" fmla="*/ 891331 h 6858000"/>
              <a:gd name="connsiteX753" fmla="*/ 5844807 w 7467600"/>
              <a:gd name="connsiteY753" fmla="*/ 870718 h 6858000"/>
              <a:gd name="connsiteX754" fmla="*/ 5862975 w 7467600"/>
              <a:gd name="connsiteY754" fmla="*/ 869756 h 6858000"/>
              <a:gd name="connsiteX755" fmla="*/ 5920887 w 7467600"/>
              <a:gd name="connsiteY755" fmla="*/ 865929 h 6858000"/>
              <a:gd name="connsiteX756" fmla="*/ 5504425 w 7467600"/>
              <a:gd name="connsiteY756" fmla="*/ 848067 h 6858000"/>
              <a:gd name="connsiteX757" fmla="*/ 3607114 w 7467600"/>
              <a:gd name="connsiteY757" fmla="*/ 467441 h 6858000"/>
              <a:gd name="connsiteX758" fmla="*/ 3296242 w 7467600"/>
              <a:gd name="connsiteY758" fmla="*/ 807991 h 6858000"/>
              <a:gd name="connsiteX759" fmla="*/ 3174674 w 7467600"/>
              <a:gd name="connsiteY759" fmla="*/ 919759 h 6858000"/>
              <a:gd name="connsiteX760" fmla="*/ 3042978 w 7467600"/>
              <a:gd name="connsiteY760" fmla="*/ 1054894 h 6858000"/>
              <a:gd name="connsiteX761" fmla="*/ 2968914 w 7467600"/>
              <a:gd name="connsiteY761" fmla="*/ 1133756 h 6858000"/>
              <a:gd name="connsiteX762" fmla="*/ 3103823 w 7467600"/>
              <a:gd name="connsiteY762" fmla="*/ 1026814 h 6858000"/>
              <a:gd name="connsiteX763" fmla="*/ 3607114 w 7467600"/>
              <a:gd name="connsiteY763" fmla="*/ 467441 h 6858000"/>
              <a:gd name="connsiteX764" fmla="*/ 3744487 w 7467600"/>
              <a:gd name="connsiteY764" fmla="*/ 383136 h 6858000"/>
              <a:gd name="connsiteX765" fmla="*/ 3970213 w 7467600"/>
              <a:gd name="connsiteY765" fmla="*/ 995559 h 6858000"/>
              <a:gd name="connsiteX766" fmla="*/ 3744487 w 7467600"/>
              <a:gd name="connsiteY766" fmla="*/ 383136 h 6858000"/>
              <a:gd name="connsiteX767" fmla="*/ 3624562 w 7467600"/>
              <a:gd name="connsiteY767" fmla="*/ 367041 h 6858000"/>
              <a:gd name="connsiteX768" fmla="*/ 3489712 w 7467600"/>
              <a:gd name="connsiteY768" fmla="*/ 485386 h 6858000"/>
              <a:gd name="connsiteX769" fmla="*/ 3182994 w 7467600"/>
              <a:gd name="connsiteY769" fmla="*/ 828265 h 6858000"/>
              <a:gd name="connsiteX770" fmla="*/ 2892114 w 7467600"/>
              <a:gd name="connsiteY770" fmla="*/ 1172635 h 6858000"/>
              <a:gd name="connsiteX771" fmla="*/ 3021459 w 7467600"/>
              <a:gd name="connsiteY771" fmla="*/ 1035385 h 6858000"/>
              <a:gd name="connsiteX772" fmla="*/ 3153873 w 7467600"/>
              <a:gd name="connsiteY772" fmla="*/ 898971 h 6858000"/>
              <a:gd name="connsiteX773" fmla="*/ 3276511 w 7467600"/>
              <a:gd name="connsiteY773" fmla="*/ 786423 h 6858000"/>
              <a:gd name="connsiteX774" fmla="*/ 3584154 w 7467600"/>
              <a:gd name="connsiteY774" fmla="*/ 448218 h 6858000"/>
              <a:gd name="connsiteX775" fmla="*/ 3624562 w 7467600"/>
              <a:gd name="connsiteY775" fmla="*/ 367041 h 6858000"/>
              <a:gd name="connsiteX776" fmla="*/ 3766672 w 7467600"/>
              <a:gd name="connsiteY776" fmla="*/ 359429 h 6858000"/>
              <a:gd name="connsiteX777" fmla="*/ 3996338 w 7467600"/>
              <a:gd name="connsiteY777" fmla="*/ 968237 h 6858000"/>
              <a:gd name="connsiteX778" fmla="*/ 3766672 w 7467600"/>
              <a:gd name="connsiteY778" fmla="*/ 359429 h 6858000"/>
              <a:gd name="connsiteX779" fmla="*/ 5805386 w 7467600"/>
              <a:gd name="connsiteY779" fmla="*/ 239240 h 6858000"/>
              <a:gd name="connsiteX780" fmla="*/ 5736947 w 7467600"/>
              <a:gd name="connsiteY780" fmla="*/ 261367 h 6858000"/>
              <a:gd name="connsiteX781" fmla="*/ 5427012 w 7467600"/>
              <a:gd name="connsiteY781" fmla="*/ 311272 h 6858000"/>
              <a:gd name="connsiteX782" fmla="*/ 5147818 w 7467600"/>
              <a:gd name="connsiteY782" fmla="*/ 322112 h 6858000"/>
              <a:gd name="connsiteX783" fmla="*/ 5060854 w 7467600"/>
              <a:gd name="connsiteY783" fmla="*/ 311882 h 6858000"/>
              <a:gd name="connsiteX784" fmla="*/ 4945989 w 7467600"/>
              <a:gd name="connsiteY784" fmla="*/ 300516 h 6858000"/>
              <a:gd name="connsiteX785" fmla="*/ 5410479 w 7467600"/>
              <a:gd name="connsiteY785" fmla="*/ 348434 h 6858000"/>
              <a:gd name="connsiteX786" fmla="*/ 5805386 w 7467600"/>
              <a:gd name="connsiteY786" fmla="*/ 239240 h 6858000"/>
              <a:gd name="connsiteX787" fmla="*/ 5905192 w 7467600"/>
              <a:gd name="connsiteY787" fmla="*/ 163079 h 6858000"/>
              <a:gd name="connsiteX788" fmla="*/ 5865655 w 7467600"/>
              <a:gd name="connsiteY788" fmla="*/ 171901 h 6858000"/>
              <a:gd name="connsiteX789" fmla="*/ 5259740 w 7467600"/>
              <a:gd name="connsiteY789" fmla="*/ 257013 h 6858000"/>
              <a:gd name="connsiteX790" fmla="*/ 5208466 w 7467600"/>
              <a:gd name="connsiteY790" fmla="*/ 257550 h 6858000"/>
              <a:gd name="connsiteX791" fmla="*/ 4980204 w 7467600"/>
              <a:gd name="connsiteY791" fmla="*/ 271903 h 6858000"/>
              <a:gd name="connsiteX792" fmla="*/ 5068068 w 7467600"/>
              <a:gd name="connsiteY792" fmla="*/ 282244 h 6858000"/>
              <a:gd name="connsiteX793" fmla="*/ 5153231 w 7467600"/>
              <a:gd name="connsiteY793" fmla="*/ 292240 h 6858000"/>
              <a:gd name="connsiteX794" fmla="*/ 5426491 w 7467600"/>
              <a:gd name="connsiteY794" fmla="*/ 281128 h 6858000"/>
              <a:gd name="connsiteX795" fmla="*/ 5731212 w 7467600"/>
              <a:gd name="connsiteY795" fmla="*/ 231951 h 6858000"/>
              <a:gd name="connsiteX796" fmla="*/ 5905192 w 7467600"/>
              <a:gd name="connsiteY796" fmla="*/ 163079 h 6858000"/>
              <a:gd name="connsiteX797" fmla="*/ 5944437 w 7467600"/>
              <a:gd name="connsiteY797" fmla="*/ 113829 h 6858000"/>
              <a:gd name="connsiteX798" fmla="*/ 5825032 w 7467600"/>
              <a:gd name="connsiteY798" fmla="*/ 146405 h 6858000"/>
              <a:gd name="connsiteX799" fmla="*/ 4955599 w 7467600"/>
              <a:gd name="connsiteY799" fmla="*/ 247008 h 6858000"/>
              <a:gd name="connsiteX800" fmla="*/ 5210104 w 7467600"/>
              <a:gd name="connsiteY800" fmla="*/ 228123 h 6858000"/>
              <a:gd name="connsiteX801" fmla="*/ 5261015 w 7467600"/>
              <a:gd name="connsiteY801" fmla="*/ 227087 h 6858000"/>
              <a:gd name="connsiteX802" fmla="*/ 5861181 w 7467600"/>
              <a:gd name="connsiteY802" fmla="*/ 143093 h 6858000"/>
              <a:gd name="connsiteX803" fmla="*/ 5961252 w 7467600"/>
              <a:gd name="connsiteY803" fmla="*/ 114820 h 6858000"/>
              <a:gd name="connsiteX804" fmla="*/ 5944437 w 7467600"/>
              <a:gd name="connsiteY804" fmla="*/ 113829 h 6858000"/>
              <a:gd name="connsiteX805" fmla="*/ 3882765 w 7467600"/>
              <a:gd name="connsiteY805" fmla="*/ 0 h 6858000"/>
              <a:gd name="connsiteX806" fmla="*/ 3995099 w 7467600"/>
              <a:gd name="connsiteY806" fmla="*/ 0 h 6858000"/>
              <a:gd name="connsiteX807" fmla="*/ 4163818 w 7467600"/>
              <a:gd name="connsiteY807" fmla="*/ 234104 h 6858000"/>
              <a:gd name="connsiteX808" fmla="*/ 4172099 w 7467600"/>
              <a:gd name="connsiteY808" fmla="*/ 234207 h 6858000"/>
              <a:gd name="connsiteX809" fmla="*/ 4784282 w 7467600"/>
              <a:gd name="connsiteY809" fmla="*/ 276561 h 6858000"/>
              <a:gd name="connsiteX810" fmla="*/ 4801687 w 7467600"/>
              <a:gd name="connsiteY810" fmla="*/ 267764 h 6858000"/>
              <a:gd name="connsiteX811" fmla="*/ 6082788 w 7467600"/>
              <a:gd name="connsiteY811" fmla="*/ 64119 h 6858000"/>
              <a:gd name="connsiteX812" fmla="*/ 6099442 w 7467600"/>
              <a:gd name="connsiteY812" fmla="*/ 82568 h 6858000"/>
              <a:gd name="connsiteX813" fmla="*/ 4804137 w 7467600"/>
              <a:gd name="connsiteY813" fmla="*/ 320931 h 6858000"/>
              <a:gd name="connsiteX814" fmla="*/ 4227047 w 7467600"/>
              <a:gd name="connsiteY814" fmla="*/ 313415 h 6858000"/>
              <a:gd name="connsiteX815" fmla="*/ 4346041 w 7467600"/>
              <a:gd name="connsiteY815" fmla="*/ 456086 h 6858000"/>
              <a:gd name="connsiteX816" fmla="*/ 4870967 w 7467600"/>
              <a:gd name="connsiteY816" fmla="*/ 963061 h 6858000"/>
              <a:gd name="connsiteX817" fmla="*/ 4889647 w 7467600"/>
              <a:gd name="connsiteY817" fmla="*/ 957147 h 6858000"/>
              <a:gd name="connsiteX818" fmla="*/ 5422504 w 7467600"/>
              <a:gd name="connsiteY818" fmla="*/ 805191 h 6858000"/>
              <a:gd name="connsiteX819" fmla="*/ 6087656 w 7467600"/>
              <a:gd name="connsiteY819" fmla="*/ 826703 h 6858000"/>
              <a:gd name="connsiteX820" fmla="*/ 6058717 w 7467600"/>
              <a:gd name="connsiteY820" fmla="*/ 865992 h 6858000"/>
              <a:gd name="connsiteX821" fmla="*/ 4974153 w 7467600"/>
              <a:gd name="connsiteY821" fmla="*/ 1045456 h 6858000"/>
              <a:gd name="connsiteX822" fmla="*/ 5627835 w 7467600"/>
              <a:gd name="connsiteY822" fmla="*/ 1472077 h 6858000"/>
              <a:gd name="connsiteX823" fmla="*/ 5629817 w 7467600"/>
              <a:gd name="connsiteY823" fmla="*/ 1471412 h 6858000"/>
              <a:gd name="connsiteX824" fmla="*/ 5634124 w 7467600"/>
              <a:gd name="connsiteY824" fmla="*/ 1470572 h 6858000"/>
              <a:gd name="connsiteX825" fmla="*/ 5755832 w 7467600"/>
              <a:gd name="connsiteY825" fmla="*/ 1383886 h 6858000"/>
              <a:gd name="connsiteX826" fmla="*/ 6014186 w 7467600"/>
              <a:gd name="connsiteY826" fmla="*/ 1279799 h 6858000"/>
              <a:gd name="connsiteX827" fmla="*/ 6901619 w 7467600"/>
              <a:gd name="connsiteY827" fmla="*/ 1047874 h 6858000"/>
              <a:gd name="connsiteX828" fmla="*/ 6931566 w 7467600"/>
              <a:gd name="connsiteY828" fmla="*/ 1062034 h 6858000"/>
              <a:gd name="connsiteX829" fmla="*/ 5790982 w 7467600"/>
              <a:gd name="connsiteY829" fmla="*/ 1561380 h 6858000"/>
              <a:gd name="connsiteX830" fmla="*/ 6188971 w 7467600"/>
              <a:gd name="connsiteY830" fmla="*/ 1755168 h 6858000"/>
              <a:gd name="connsiteX831" fmla="*/ 6202446 w 7467600"/>
              <a:gd name="connsiteY831" fmla="*/ 1752268 h 6858000"/>
              <a:gd name="connsiteX832" fmla="*/ 7179560 w 7467600"/>
              <a:gd name="connsiteY832" fmla="*/ 1467551 h 6858000"/>
              <a:gd name="connsiteX833" fmla="*/ 7158730 w 7467600"/>
              <a:gd name="connsiteY833" fmla="*/ 1507835 h 6858000"/>
              <a:gd name="connsiteX834" fmla="*/ 6326959 w 7467600"/>
              <a:gd name="connsiteY834" fmla="*/ 1817686 h 6858000"/>
              <a:gd name="connsiteX835" fmla="*/ 6537433 w 7467600"/>
              <a:gd name="connsiteY835" fmla="*/ 1907790 h 6858000"/>
              <a:gd name="connsiteX836" fmla="*/ 6550221 w 7467600"/>
              <a:gd name="connsiteY836" fmla="*/ 1910729 h 6858000"/>
              <a:gd name="connsiteX837" fmla="*/ 6964438 w 7467600"/>
              <a:gd name="connsiteY837" fmla="*/ 2209505 h 6858000"/>
              <a:gd name="connsiteX838" fmla="*/ 7367862 w 7467600"/>
              <a:gd name="connsiteY838" fmla="*/ 2806833 h 6858000"/>
              <a:gd name="connsiteX839" fmla="*/ 7364329 w 7467600"/>
              <a:gd name="connsiteY839" fmla="*/ 2826907 h 6858000"/>
              <a:gd name="connsiteX840" fmla="*/ 7290545 w 7467600"/>
              <a:gd name="connsiteY840" fmla="*/ 2850663 h 6858000"/>
              <a:gd name="connsiteX841" fmla="*/ 6472036 w 7467600"/>
              <a:gd name="connsiteY841" fmla="*/ 1959003 h 6858000"/>
              <a:gd name="connsiteX842" fmla="*/ 5792897 w 7467600"/>
              <a:gd name="connsiteY842" fmla="*/ 1647747 h 6858000"/>
              <a:gd name="connsiteX843" fmla="*/ 5842751 w 7467600"/>
              <a:gd name="connsiteY843" fmla="*/ 1816112 h 6858000"/>
              <a:gd name="connsiteX844" fmla="*/ 5847424 w 7467600"/>
              <a:gd name="connsiteY844" fmla="*/ 1815776 h 6858000"/>
              <a:gd name="connsiteX845" fmla="*/ 6399821 w 7467600"/>
              <a:gd name="connsiteY845" fmla="*/ 2344799 h 6858000"/>
              <a:gd name="connsiteX846" fmla="*/ 6323232 w 7467600"/>
              <a:gd name="connsiteY846" fmla="*/ 2389634 h 6858000"/>
              <a:gd name="connsiteX847" fmla="*/ 5942958 w 7467600"/>
              <a:gd name="connsiteY847" fmla="*/ 2077708 h 6858000"/>
              <a:gd name="connsiteX848" fmla="*/ 5921559 w 7467600"/>
              <a:gd name="connsiteY848" fmla="*/ 2378596 h 6858000"/>
              <a:gd name="connsiteX849" fmla="*/ 5817651 w 7467600"/>
              <a:gd name="connsiteY849" fmla="*/ 3023919 h 6858000"/>
              <a:gd name="connsiteX850" fmla="*/ 5729634 w 7467600"/>
              <a:gd name="connsiteY850" fmla="*/ 3051849 h 6858000"/>
              <a:gd name="connsiteX851" fmla="*/ 5611018 w 7467600"/>
              <a:gd name="connsiteY851" fmla="*/ 2316769 h 6858000"/>
              <a:gd name="connsiteX852" fmla="*/ 5687608 w 7467600"/>
              <a:gd name="connsiteY852" fmla="*/ 2039972 h 6858000"/>
              <a:gd name="connsiteX853" fmla="*/ 5657554 w 7467600"/>
              <a:gd name="connsiteY853" fmla="*/ 1576445 h 6858000"/>
              <a:gd name="connsiteX854" fmla="*/ 5150475 w 7467600"/>
              <a:gd name="connsiteY854" fmla="*/ 1274012 h 6858000"/>
              <a:gd name="connsiteX855" fmla="*/ 5349142 w 7467600"/>
              <a:gd name="connsiteY855" fmla="*/ 2204405 h 6858000"/>
              <a:gd name="connsiteX856" fmla="*/ 5262214 w 7467600"/>
              <a:gd name="connsiteY856" fmla="*/ 2233836 h 6858000"/>
              <a:gd name="connsiteX857" fmla="*/ 4981539 w 7467600"/>
              <a:gd name="connsiteY857" fmla="*/ 1542201 h 6858000"/>
              <a:gd name="connsiteX858" fmla="*/ 4958461 w 7467600"/>
              <a:gd name="connsiteY858" fmla="*/ 1136957 h 6858000"/>
              <a:gd name="connsiteX859" fmla="*/ 4655015 w 7467600"/>
              <a:gd name="connsiteY859" fmla="*/ 891426 h 6858000"/>
              <a:gd name="connsiteX860" fmla="*/ 4348002 w 7467600"/>
              <a:gd name="connsiteY860" fmla="*/ 2205895 h 6858000"/>
              <a:gd name="connsiteX861" fmla="*/ 4262250 w 7467600"/>
              <a:gd name="connsiteY861" fmla="*/ 2219972 h 6858000"/>
              <a:gd name="connsiteX862" fmla="*/ 4550611 w 7467600"/>
              <a:gd name="connsiteY862" fmla="*/ 817540 h 6858000"/>
              <a:gd name="connsiteX863" fmla="*/ 4564418 w 7467600"/>
              <a:gd name="connsiteY863" fmla="*/ 808293 h 6858000"/>
              <a:gd name="connsiteX864" fmla="*/ 4266388 w 7467600"/>
              <a:gd name="connsiteY864" fmla="*/ 500083 h 6858000"/>
              <a:gd name="connsiteX865" fmla="*/ 4032842 w 7467600"/>
              <a:gd name="connsiteY865" fmla="*/ 211809 h 6858000"/>
              <a:gd name="connsiteX866" fmla="*/ 3882765 w 7467600"/>
              <a:gd name="connsiteY866" fmla="*/ 0 h 6858000"/>
              <a:gd name="connsiteX867" fmla="*/ 3721337 w 7467600"/>
              <a:gd name="connsiteY867" fmla="*/ 0 h 6858000"/>
              <a:gd name="connsiteX868" fmla="*/ 3797544 w 7467600"/>
              <a:gd name="connsiteY868" fmla="*/ 0 h 6858000"/>
              <a:gd name="connsiteX869" fmla="*/ 3775734 w 7467600"/>
              <a:gd name="connsiteY869" fmla="*/ 95131 h 6858000"/>
              <a:gd name="connsiteX870" fmla="*/ 3724807 w 7467600"/>
              <a:gd name="connsiteY870" fmla="*/ 272257 h 6858000"/>
              <a:gd name="connsiteX871" fmla="*/ 3726844 w 7467600"/>
              <a:gd name="connsiteY871" fmla="*/ 282988 h 6858000"/>
              <a:gd name="connsiteX872" fmla="*/ 3742664 w 7467600"/>
              <a:gd name="connsiteY872" fmla="*/ 279918 h 6858000"/>
              <a:gd name="connsiteX873" fmla="*/ 4103910 w 7467600"/>
              <a:gd name="connsiteY873" fmla="*/ 1161917 h 6858000"/>
              <a:gd name="connsiteX874" fmla="*/ 4020269 w 7467600"/>
              <a:gd name="connsiteY874" fmla="*/ 1200406 h 6858000"/>
              <a:gd name="connsiteX875" fmla="*/ 3674882 w 7467600"/>
              <a:gd name="connsiteY875" fmla="*/ 488524 h 6858000"/>
              <a:gd name="connsiteX876" fmla="*/ 3132682 w 7467600"/>
              <a:gd name="connsiteY876" fmla="*/ 1072284 h 6858000"/>
              <a:gd name="connsiteX877" fmla="*/ 2716346 w 7467600"/>
              <a:gd name="connsiteY877" fmla="*/ 1276376 h 6858000"/>
              <a:gd name="connsiteX878" fmla="*/ 2716772 w 7467600"/>
              <a:gd name="connsiteY878" fmla="*/ 1255462 h 6858000"/>
              <a:gd name="connsiteX879" fmla="*/ 3471096 w 7467600"/>
              <a:gd name="connsiteY879" fmla="*/ 437072 h 6858000"/>
              <a:gd name="connsiteX880" fmla="*/ 3639057 w 7467600"/>
              <a:gd name="connsiteY880" fmla="*/ 286334 h 6858000"/>
              <a:gd name="connsiteX881" fmla="*/ 3640309 w 7467600"/>
              <a:gd name="connsiteY881" fmla="*/ 284664 h 6858000"/>
              <a:gd name="connsiteX882" fmla="*/ 3646022 w 7467600"/>
              <a:gd name="connsiteY882" fmla="*/ 276711 h 6858000"/>
              <a:gd name="connsiteX883" fmla="*/ 3707943 w 7467600"/>
              <a:gd name="connsiteY883" fmla="*/ 65958 h 6858000"/>
              <a:gd name="connsiteX884" fmla="*/ 3721337 w 7467600"/>
              <a:gd name="connsiteY884" fmla="*/ 0 h 6858000"/>
              <a:gd name="connsiteX885" fmla="*/ 2867960 w 7467600"/>
              <a:gd name="connsiteY885" fmla="*/ 0 h 6858000"/>
              <a:gd name="connsiteX886" fmla="*/ 2926351 w 7467600"/>
              <a:gd name="connsiteY886" fmla="*/ 0 h 6858000"/>
              <a:gd name="connsiteX887" fmla="*/ 2902823 w 7467600"/>
              <a:gd name="connsiteY887" fmla="*/ 262929 h 6858000"/>
              <a:gd name="connsiteX888" fmla="*/ 2940663 w 7467600"/>
              <a:gd name="connsiteY888" fmla="*/ 140884 h 6858000"/>
              <a:gd name="connsiteX889" fmla="*/ 2947039 w 7467600"/>
              <a:gd name="connsiteY889" fmla="*/ 122524 h 6858000"/>
              <a:gd name="connsiteX890" fmla="*/ 2984316 w 7467600"/>
              <a:gd name="connsiteY890" fmla="*/ 0 h 6858000"/>
              <a:gd name="connsiteX891" fmla="*/ 3016114 w 7467600"/>
              <a:gd name="connsiteY891" fmla="*/ 0 h 6858000"/>
              <a:gd name="connsiteX892" fmla="*/ 2979949 w 7467600"/>
              <a:gd name="connsiteY892" fmla="*/ 119274 h 6858000"/>
              <a:gd name="connsiteX893" fmla="*/ 3023879 w 7467600"/>
              <a:gd name="connsiteY893" fmla="*/ 0 h 6858000"/>
              <a:gd name="connsiteX894" fmla="*/ 3105400 w 7467600"/>
              <a:gd name="connsiteY894" fmla="*/ 0 h 6858000"/>
              <a:gd name="connsiteX895" fmla="*/ 3094669 w 7467600"/>
              <a:gd name="connsiteY895" fmla="*/ 30308 h 6858000"/>
              <a:gd name="connsiteX896" fmla="*/ 2901945 w 7467600"/>
              <a:gd name="connsiteY896" fmla="*/ 466538 h 6858000"/>
              <a:gd name="connsiteX897" fmla="*/ 2815209 w 7467600"/>
              <a:gd name="connsiteY897" fmla="*/ 497361 h 6858000"/>
              <a:gd name="connsiteX898" fmla="*/ 2844845 w 7467600"/>
              <a:gd name="connsiteY898" fmla="*/ 127638 h 6858000"/>
              <a:gd name="connsiteX899" fmla="*/ 2867960 w 7467600"/>
              <a:gd name="connsiteY899" fmla="*/ 0 h 6858000"/>
              <a:gd name="connsiteX900" fmla="*/ 1057230 w 7467600"/>
              <a:gd name="connsiteY900" fmla="*/ 0 h 6858000"/>
              <a:gd name="connsiteX901" fmla="*/ 1111003 w 7467600"/>
              <a:gd name="connsiteY901" fmla="*/ 0 h 6858000"/>
              <a:gd name="connsiteX902" fmla="*/ 1125553 w 7467600"/>
              <a:gd name="connsiteY902" fmla="*/ 52588 h 6858000"/>
              <a:gd name="connsiteX903" fmla="*/ 1304276 w 7467600"/>
              <a:gd name="connsiteY903" fmla="*/ 476275 h 6858000"/>
              <a:gd name="connsiteX904" fmla="*/ 1492066 w 7467600"/>
              <a:gd name="connsiteY904" fmla="*/ 886333 h 6858000"/>
              <a:gd name="connsiteX905" fmla="*/ 1423698 w 7467600"/>
              <a:gd name="connsiteY905" fmla="*/ 710817 h 6858000"/>
              <a:gd name="connsiteX906" fmla="*/ 1357609 w 7467600"/>
              <a:gd name="connsiteY906" fmla="*/ 532892 h 6858000"/>
              <a:gd name="connsiteX907" fmla="*/ 1309550 w 7467600"/>
              <a:gd name="connsiteY907" fmla="*/ 374031 h 6858000"/>
              <a:gd name="connsiteX908" fmla="*/ 1193673 w 7467600"/>
              <a:gd name="connsiteY908" fmla="*/ 49533 h 6858000"/>
              <a:gd name="connsiteX909" fmla="*/ 1164391 w 7467600"/>
              <a:gd name="connsiteY909" fmla="*/ 0 h 6858000"/>
              <a:gd name="connsiteX910" fmla="*/ 1200666 w 7467600"/>
              <a:gd name="connsiteY910" fmla="*/ 0 h 6858000"/>
              <a:gd name="connsiteX911" fmla="*/ 1223408 w 7467600"/>
              <a:gd name="connsiteY911" fmla="*/ 38996 h 6858000"/>
              <a:gd name="connsiteX912" fmla="*/ 1339635 w 7467600"/>
              <a:gd name="connsiteY912" fmla="*/ 365517 h 6858000"/>
              <a:gd name="connsiteX913" fmla="*/ 1387469 w 7467600"/>
              <a:gd name="connsiteY913" fmla="*/ 523079 h 6858000"/>
              <a:gd name="connsiteX914" fmla="*/ 1452685 w 7467600"/>
              <a:gd name="connsiteY914" fmla="*/ 699806 h 6858000"/>
              <a:gd name="connsiteX915" fmla="*/ 1492092 w 7467600"/>
              <a:gd name="connsiteY915" fmla="*/ 800424 h 6858000"/>
              <a:gd name="connsiteX916" fmla="*/ 1455302 w 7467600"/>
              <a:gd name="connsiteY916" fmla="*/ 632913 h 6858000"/>
              <a:gd name="connsiteX917" fmla="*/ 1222336 w 7467600"/>
              <a:gd name="connsiteY917" fmla="*/ 9480 h 6858000"/>
              <a:gd name="connsiteX918" fmla="*/ 1214634 w 7467600"/>
              <a:gd name="connsiteY918" fmla="*/ 0 h 6858000"/>
              <a:gd name="connsiteX919" fmla="*/ 1289827 w 7467600"/>
              <a:gd name="connsiteY919" fmla="*/ 0 h 6858000"/>
              <a:gd name="connsiteX920" fmla="*/ 1321076 w 7467600"/>
              <a:gd name="connsiteY920" fmla="*/ 59722 h 6858000"/>
              <a:gd name="connsiteX921" fmla="*/ 1512579 w 7467600"/>
              <a:gd name="connsiteY921" fmla="*/ 626441 h 6858000"/>
              <a:gd name="connsiteX922" fmla="*/ 1506076 w 7467600"/>
              <a:gd name="connsiteY922" fmla="*/ 1089289 h 6858000"/>
              <a:gd name="connsiteX923" fmla="*/ 1486346 w 7467600"/>
              <a:gd name="connsiteY923" fmla="*/ 1079919 h 6858000"/>
              <a:gd name="connsiteX924" fmla="*/ 1070511 w 7467600"/>
              <a:gd name="connsiteY924" fmla="*/ 48609 h 6858000"/>
              <a:gd name="connsiteX925" fmla="*/ 1057230 w 7467600"/>
              <a:gd name="connsiteY925" fmla="*/ 0 h 6858000"/>
              <a:gd name="connsiteX926" fmla="*/ 43151 w 7467600"/>
              <a:gd name="connsiteY926" fmla="*/ 0 h 6858000"/>
              <a:gd name="connsiteX927" fmla="*/ 95283 w 7467600"/>
              <a:gd name="connsiteY927" fmla="*/ 0 h 6858000"/>
              <a:gd name="connsiteX928" fmla="*/ 300708 w 7467600"/>
              <a:gd name="connsiteY928" fmla="*/ 154571 h 6858000"/>
              <a:gd name="connsiteX929" fmla="*/ 530414 w 7467600"/>
              <a:gd name="connsiteY929" fmla="*/ 354673 h 6858000"/>
              <a:gd name="connsiteX930" fmla="*/ 333785 w 7467600"/>
              <a:gd name="connsiteY930" fmla="*/ 161564 h 6858000"/>
              <a:gd name="connsiteX931" fmla="*/ 147005 w 7467600"/>
              <a:gd name="connsiteY931" fmla="*/ 0 h 6858000"/>
              <a:gd name="connsiteX932" fmla="*/ 272509 w 7467600"/>
              <a:gd name="connsiteY932" fmla="*/ 0 h 6858000"/>
              <a:gd name="connsiteX933" fmla="*/ 326276 w 7467600"/>
              <a:gd name="connsiteY933" fmla="*/ 45847 h 6858000"/>
              <a:gd name="connsiteX934" fmla="*/ 823759 w 7467600"/>
              <a:gd name="connsiteY934" fmla="*/ 574145 h 6858000"/>
              <a:gd name="connsiteX935" fmla="*/ 811254 w 7467600"/>
              <a:gd name="connsiteY935" fmla="*/ 665546 h 6858000"/>
              <a:gd name="connsiteX936" fmla="*/ 154042 w 7467600"/>
              <a:gd name="connsiteY936" fmla="*/ 261522 h 6858000"/>
              <a:gd name="connsiteX937" fmla="*/ 13550 w 7467600"/>
              <a:gd name="connsiteY937" fmla="*/ 158423 h 6858000"/>
              <a:gd name="connsiteX938" fmla="*/ 0 w 7467600"/>
              <a:gd name="connsiteY938" fmla="*/ 146618 h 6858000"/>
              <a:gd name="connsiteX939" fmla="*/ 0 w 7467600"/>
              <a:gd name="connsiteY939" fmla="*/ 59161 h 6858000"/>
              <a:gd name="connsiteX940" fmla="*/ 45427 w 7467600"/>
              <a:gd name="connsiteY940" fmla="*/ 101078 h 6858000"/>
              <a:gd name="connsiteX941" fmla="*/ 630103 w 7467600"/>
              <a:gd name="connsiteY941" fmla="*/ 485885 h 6858000"/>
              <a:gd name="connsiteX942" fmla="*/ 532040 w 7467600"/>
              <a:gd name="connsiteY942" fmla="*/ 399359 h 6858000"/>
              <a:gd name="connsiteX943" fmla="*/ 517618 w 7467600"/>
              <a:gd name="connsiteY943" fmla="*/ 385726 h 6858000"/>
              <a:gd name="connsiteX944" fmla="*/ 285074 w 7467600"/>
              <a:gd name="connsiteY944" fmla="*/ 182755 h 6858000"/>
              <a:gd name="connsiteX945" fmla="*/ 43151 w 7467600"/>
              <a:gd name="connsiteY945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289862 w 7467600"/>
              <a:gd name="connsiteY4" fmla="*/ 6659827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1019354 w 7467600"/>
              <a:gd name="connsiteY13" fmla="*/ 6315006 h 6858000"/>
              <a:gd name="connsiteX14" fmla="*/ 441046 w 7467600"/>
              <a:gd name="connsiteY14" fmla="*/ 6691153 h 6858000"/>
              <a:gd name="connsiteX15" fmla="*/ 1019354 w 7467600"/>
              <a:gd name="connsiteY15" fmla="*/ 6315006 h 6858000"/>
              <a:gd name="connsiteX16" fmla="*/ 991680 w 7467600"/>
              <a:gd name="connsiteY16" fmla="*/ 6298413 h 6858000"/>
              <a:gd name="connsiteX17" fmla="*/ 409060 w 7467600"/>
              <a:gd name="connsiteY17" fmla="*/ 6671470 h 6858000"/>
              <a:gd name="connsiteX18" fmla="*/ 991680 w 7467600"/>
              <a:gd name="connsiteY18" fmla="*/ 6298413 h 6858000"/>
              <a:gd name="connsiteX19" fmla="*/ 103333 w 7467600"/>
              <a:gd name="connsiteY19" fmla="*/ 5699602 h 6858000"/>
              <a:gd name="connsiteX20" fmla="*/ 233938 w 7467600"/>
              <a:gd name="connsiteY20" fmla="*/ 5809416 h 6858000"/>
              <a:gd name="connsiteX21" fmla="*/ 883580 w 7467600"/>
              <a:gd name="connsiteY21" fmla="*/ 6180710 h 6858000"/>
              <a:gd name="connsiteX22" fmla="*/ 487337 w 7467600"/>
              <a:gd name="connsiteY22" fmla="*/ 5950182 h 6858000"/>
              <a:gd name="connsiteX23" fmla="*/ 354051 w 7467600"/>
              <a:gd name="connsiteY23" fmla="*/ 5854912 h 6858000"/>
              <a:gd name="connsiteX24" fmla="*/ 195436 w 7467600"/>
              <a:gd name="connsiteY24" fmla="*/ 5755068 h 6858000"/>
              <a:gd name="connsiteX25" fmla="*/ 103333 w 7467600"/>
              <a:gd name="connsiteY25" fmla="*/ 5699602 h 6858000"/>
              <a:gd name="connsiteX26" fmla="*/ 5539432 w 7467600"/>
              <a:gd name="connsiteY26" fmla="*/ 5642928 h 6858000"/>
              <a:gd name="connsiteX27" fmla="*/ 5555462 w 7467600"/>
              <a:gd name="connsiteY27" fmla="*/ 5694454 h 6858000"/>
              <a:gd name="connsiteX28" fmla="*/ 5828270 w 7467600"/>
              <a:gd name="connsiteY28" fmla="*/ 6320663 h 6858000"/>
              <a:gd name="connsiteX29" fmla="*/ 5947416 w 7467600"/>
              <a:gd name="connsiteY29" fmla="*/ 6574846 h 6858000"/>
              <a:gd name="connsiteX30" fmla="*/ 5539432 w 7467600"/>
              <a:gd name="connsiteY30" fmla="*/ 5642928 h 6858000"/>
              <a:gd name="connsiteX31" fmla="*/ 51253 w 7467600"/>
              <a:gd name="connsiteY31" fmla="*/ 5631825 h 6858000"/>
              <a:gd name="connsiteX32" fmla="*/ 211622 w 7467600"/>
              <a:gd name="connsiteY32" fmla="*/ 5728803 h 6858000"/>
              <a:gd name="connsiteX33" fmla="*/ 371652 w 7467600"/>
              <a:gd name="connsiteY33" fmla="*/ 5829062 h 6858000"/>
              <a:gd name="connsiteX34" fmla="*/ 505903 w 7467600"/>
              <a:gd name="connsiteY34" fmla="*/ 5925221 h 6858000"/>
              <a:gd name="connsiteX35" fmla="*/ 899240 w 7467600"/>
              <a:gd name="connsiteY35" fmla="*/ 6153068 h 6858000"/>
              <a:gd name="connsiteX36" fmla="*/ 988114 w 7467600"/>
              <a:gd name="connsiteY36" fmla="*/ 6174204 h 6858000"/>
              <a:gd name="connsiteX37" fmla="*/ 845971 w 7467600"/>
              <a:gd name="connsiteY37" fmla="*/ 6067177 h 6858000"/>
              <a:gd name="connsiteX38" fmla="*/ 448057 w 7467600"/>
              <a:gd name="connsiteY38" fmla="*/ 5841376 h 6858000"/>
              <a:gd name="connsiteX39" fmla="*/ 51253 w 7467600"/>
              <a:gd name="connsiteY39" fmla="*/ 5631825 h 6858000"/>
              <a:gd name="connsiteX40" fmla="*/ 2606687 w 7467600"/>
              <a:gd name="connsiteY40" fmla="*/ 5630718 h 6858000"/>
              <a:gd name="connsiteX41" fmla="*/ 2645658 w 7467600"/>
              <a:gd name="connsiteY41" fmla="*/ 6640259 h 6858000"/>
              <a:gd name="connsiteX42" fmla="*/ 2606687 w 7467600"/>
              <a:gd name="connsiteY42" fmla="*/ 5630718 h 6858000"/>
              <a:gd name="connsiteX43" fmla="*/ 3642057 w 7467600"/>
              <a:gd name="connsiteY43" fmla="*/ 5573487 h 6858000"/>
              <a:gd name="connsiteX44" fmla="*/ 3632981 w 7467600"/>
              <a:gd name="connsiteY44" fmla="*/ 5579437 h 6858000"/>
              <a:gd name="connsiteX45" fmla="*/ 3382436 w 7467600"/>
              <a:gd name="connsiteY45" fmla="*/ 5952726 h 6858000"/>
              <a:gd name="connsiteX46" fmla="*/ 3191929 w 7467600"/>
              <a:gd name="connsiteY46" fmla="*/ 6662669 h 6858000"/>
              <a:gd name="connsiteX47" fmla="*/ 3369898 w 7467600"/>
              <a:gd name="connsiteY47" fmla="*/ 6081771 h 6858000"/>
              <a:gd name="connsiteX48" fmla="*/ 3642057 w 7467600"/>
              <a:gd name="connsiteY48" fmla="*/ 5573487 h 6858000"/>
              <a:gd name="connsiteX49" fmla="*/ 2650666 w 7467600"/>
              <a:gd name="connsiteY49" fmla="*/ 5530686 h 6858000"/>
              <a:gd name="connsiteX50" fmla="*/ 2650249 w 7467600"/>
              <a:gd name="connsiteY50" fmla="*/ 5532101 h 6858000"/>
              <a:gd name="connsiteX51" fmla="*/ 2663808 w 7467600"/>
              <a:gd name="connsiteY51" fmla="*/ 6535215 h 6858000"/>
              <a:gd name="connsiteX52" fmla="*/ 2665418 w 7467600"/>
              <a:gd name="connsiteY52" fmla="*/ 6132756 h 6858000"/>
              <a:gd name="connsiteX53" fmla="*/ 2650666 w 7467600"/>
              <a:gd name="connsiteY53" fmla="*/ 5530686 h 6858000"/>
              <a:gd name="connsiteX54" fmla="*/ 2680277 w 7467600"/>
              <a:gd name="connsiteY54" fmla="*/ 5479204 h 6858000"/>
              <a:gd name="connsiteX55" fmla="*/ 2678972 w 7467600"/>
              <a:gd name="connsiteY55" fmla="*/ 5481582 h 6858000"/>
              <a:gd name="connsiteX56" fmla="*/ 2696666 w 7467600"/>
              <a:gd name="connsiteY56" fmla="*/ 6133836 h 6858000"/>
              <a:gd name="connsiteX57" fmla="*/ 2695769 w 7467600"/>
              <a:gd name="connsiteY57" fmla="*/ 6390955 h 6858000"/>
              <a:gd name="connsiteX58" fmla="*/ 2739893 w 7467600"/>
              <a:gd name="connsiteY58" fmla="*/ 6108357 h 6858000"/>
              <a:gd name="connsiteX59" fmla="*/ 2680277 w 7467600"/>
              <a:gd name="connsiteY59" fmla="*/ 5479204 h 6858000"/>
              <a:gd name="connsiteX60" fmla="*/ 1132195 w 7467600"/>
              <a:gd name="connsiteY60" fmla="*/ 5467980 h 6858000"/>
              <a:gd name="connsiteX61" fmla="*/ 1679056 w 7467600"/>
              <a:gd name="connsiteY61" fmla="*/ 5516907 h 6858000"/>
              <a:gd name="connsiteX62" fmla="*/ 2128648 w 7467600"/>
              <a:gd name="connsiteY62" fmla="*/ 5474249 h 6858000"/>
              <a:gd name="connsiteX63" fmla="*/ 1825619 w 7467600"/>
              <a:gd name="connsiteY63" fmla="*/ 5478447 h 6858000"/>
              <a:gd name="connsiteX64" fmla="*/ 1737798 w 7467600"/>
              <a:gd name="connsiteY64" fmla="*/ 5483353 h 6858000"/>
              <a:gd name="connsiteX65" fmla="*/ 1132195 w 7467600"/>
              <a:gd name="connsiteY65" fmla="*/ 5467980 h 6858000"/>
              <a:gd name="connsiteX66" fmla="*/ 1456157 w 7467600"/>
              <a:gd name="connsiteY66" fmla="*/ 5371404 h 6858000"/>
              <a:gd name="connsiteX67" fmla="*/ 1244432 w 7467600"/>
              <a:gd name="connsiteY67" fmla="*/ 5385601 h 6858000"/>
              <a:gd name="connsiteX68" fmla="*/ 973990 w 7467600"/>
              <a:gd name="connsiteY68" fmla="*/ 5424940 h 6858000"/>
              <a:gd name="connsiteX69" fmla="*/ 1103809 w 7467600"/>
              <a:gd name="connsiteY69" fmla="*/ 5433720 h 6858000"/>
              <a:gd name="connsiteX70" fmla="*/ 1123454 w 7467600"/>
              <a:gd name="connsiteY70" fmla="*/ 5435727 h 6858000"/>
              <a:gd name="connsiteX71" fmla="*/ 1737017 w 7467600"/>
              <a:gd name="connsiteY71" fmla="*/ 5452183 h 6858000"/>
              <a:gd name="connsiteX72" fmla="*/ 1824397 w 7467600"/>
              <a:gd name="connsiteY72" fmla="*/ 5447757 h 6858000"/>
              <a:gd name="connsiteX73" fmla="*/ 2070059 w 7467600"/>
              <a:gd name="connsiteY73" fmla="*/ 5441660 h 6858000"/>
              <a:gd name="connsiteX74" fmla="*/ 1456157 w 7467600"/>
              <a:gd name="connsiteY74" fmla="*/ 5371404 h 6858000"/>
              <a:gd name="connsiteX75" fmla="*/ 4988186 w 7467600"/>
              <a:gd name="connsiteY75" fmla="*/ 5216467 h 6858000"/>
              <a:gd name="connsiteX76" fmla="*/ 4777334 w 7467600"/>
              <a:gd name="connsiteY76" fmla="*/ 5406072 h 6858000"/>
              <a:gd name="connsiteX77" fmla="*/ 4718341 w 7467600"/>
              <a:gd name="connsiteY77" fmla="*/ 5468043 h 6858000"/>
              <a:gd name="connsiteX78" fmla="*/ 4604655 w 7467600"/>
              <a:gd name="connsiteY78" fmla="*/ 5583434 h 6858000"/>
              <a:gd name="connsiteX79" fmla="*/ 4565074 w 7467600"/>
              <a:gd name="connsiteY79" fmla="*/ 5618550 h 6858000"/>
              <a:gd name="connsiteX80" fmla="*/ 4988186 w 7467600"/>
              <a:gd name="connsiteY80" fmla="*/ 5216467 h 6858000"/>
              <a:gd name="connsiteX81" fmla="*/ 4978032 w 7467600"/>
              <a:gd name="connsiteY81" fmla="*/ 5183809 h 6858000"/>
              <a:gd name="connsiteX82" fmla="*/ 4463413 w 7467600"/>
              <a:gd name="connsiteY82" fmla="*/ 5615162 h 6858000"/>
              <a:gd name="connsiteX83" fmla="*/ 4358134 w 7467600"/>
              <a:gd name="connsiteY83" fmla="*/ 5742791 h 6858000"/>
              <a:gd name="connsiteX84" fmla="*/ 4376219 w 7467600"/>
              <a:gd name="connsiteY84" fmla="*/ 5729027 h 6858000"/>
              <a:gd name="connsiteX85" fmla="*/ 4582340 w 7467600"/>
              <a:gd name="connsiteY85" fmla="*/ 5561037 h 6858000"/>
              <a:gd name="connsiteX86" fmla="*/ 4694684 w 7467600"/>
              <a:gd name="connsiteY86" fmla="*/ 5447098 h 6858000"/>
              <a:gd name="connsiteX87" fmla="*/ 4754123 w 7467600"/>
              <a:gd name="connsiteY87" fmla="*/ 5384643 h 6858000"/>
              <a:gd name="connsiteX88" fmla="*/ 4978032 w 7467600"/>
              <a:gd name="connsiteY88" fmla="*/ 5183809 h 6858000"/>
              <a:gd name="connsiteX89" fmla="*/ 1903353 w 7467600"/>
              <a:gd name="connsiteY89" fmla="*/ 5044827 h 6858000"/>
              <a:gd name="connsiteX90" fmla="*/ 1936931 w 7467600"/>
              <a:gd name="connsiteY90" fmla="*/ 5093954 h 6858000"/>
              <a:gd name="connsiteX91" fmla="*/ 2195868 w 7467600"/>
              <a:gd name="connsiteY91" fmla="*/ 5396574 h 6858000"/>
              <a:gd name="connsiteX92" fmla="*/ 2088852 w 7467600"/>
              <a:gd name="connsiteY92" fmla="*/ 5166123 h 6858000"/>
              <a:gd name="connsiteX93" fmla="*/ 1958241 w 7467600"/>
              <a:gd name="connsiteY93" fmla="*/ 5067955 h 6858000"/>
              <a:gd name="connsiteX94" fmla="*/ 1903353 w 7467600"/>
              <a:gd name="connsiteY94" fmla="*/ 5044827 h 6858000"/>
              <a:gd name="connsiteX95" fmla="*/ 1979378 w 7467600"/>
              <a:gd name="connsiteY95" fmla="*/ 4769504 h 6858000"/>
              <a:gd name="connsiteX96" fmla="*/ 2882120 w 7467600"/>
              <a:gd name="connsiteY96" fmla="*/ 5064547 h 6858000"/>
              <a:gd name="connsiteX97" fmla="*/ 2793103 w 7467600"/>
              <a:gd name="connsiteY97" fmla="*/ 5039699 h 6858000"/>
              <a:gd name="connsiteX98" fmla="*/ 2770041 w 7467600"/>
              <a:gd name="connsiteY98" fmla="*/ 5033634 h 6858000"/>
              <a:gd name="connsiteX99" fmla="*/ 1979378 w 7467600"/>
              <a:gd name="connsiteY99" fmla="*/ 4769504 h 6858000"/>
              <a:gd name="connsiteX100" fmla="*/ 1927410 w 7467600"/>
              <a:gd name="connsiteY100" fmla="*/ 4716164 h 6858000"/>
              <a:gd name="connsiteX101" fmla="*/ 1959587 w 7467600"/>
              <a:gd name="connsiteY101" fmla="*/ 4728849 h 6858000"/>
              <a:gd name="connsiteX102" fmla="*/ 2777707 w 7467600"/>
              <a:gd name="connsiteY102" fmla="*/ 5003991 h 6858000"/>
              <a:gd name="connsiteX103" fmla="*/ 2800768 w 7467600"/>
              <a:gd name="connsiteY103" fmla="*/ 5010056 h 6858000"/>
              <a:gd name="connsiteX104" fmla="*/ 2879408 w 7467600"/>
              <a:gd name="connsiteY104" fmla="*/ 5031590 h 6858000"/>
              <a:gd name="connsiteX105" fmla="*/ 2862295 w 7467600"/>
              <a:gd name="connsiteY105" fmla="*/ 5022958 h 6858000"/>
              <a:gd name="connsiteX106" fmla="*/ 2813343 w 7467600"/>
              <a:gd name="connsiteY106" fmla="*/ 4998369 h 6858000"/>
              <a:gd name="connsiteX107" fmla="*/ 2646245 w 7467600"/>
              <a:gd name="connsiteY107" fmla="*/ 4930999 h 6858000"/>
              <a:gd name="connsiteX108" fmla="*/ 1999243 w 7467600"/>
              <a:gd name="connsiteY108" fmla="*/ 4730524 h 6858000"/>
              <a:gd name="connsiteX109" fmla="*/ 1979527 w 7467600"/>
              <a:gd name="connsiteY109" fmla="*/ 4726651 h 6858000"/>
              <a:gd name="connsiteX110" fmla="*/ 1927410 w 7467600"/>
              <a:gd name="connsiteY110" fmla="*/ 4716164 h 6858000"/>
              <a:gd name="connsiteX111" fmla="*/ 1997014 w 7467600"/>
              <a:gd name="connsiteY111" fmla="*/ 4698007 h 6858000"/>
              <a:gd name="connsiteX112" fmla="*/ 2005458 w 7467600"/>
              <a:gd name="connsiteY112" fmla="*/ 4699540 h 6858000"/>
              <a:gd name="connsiteX113" fmla="*/ 2657186 w 7467600"/>
              <a:gd name="connsiteY113" fmla="*/ 4901687 h 6858000"/>
              <a:gd name="connsiteX114" fmla="*/ 2826662 w 7467600"/>
              <a:gd name="connsiteY114" fmla="*/ 4970362 h 6858000"/>
              <a:gd name="connsiteX115" fmla="*/ 2876100 w 7467600"/>
              <a:gd name="connsiteY115" fmla="*/ 4995397 h 6858000"/>
              <a:gd name="connsiteX116" fmla="*/ 3042600 w 7467600"/>
              <a:gd name="connsiteY116" fmla="*/ 5059532 h 6858000"/>
              <a:gd name="connsiteX117" fmla="*/ 1997014 w 7467600"/>
              <a:gd name="connsiteY117" fmla="*/ 4698007 h 6858000"/>
              <a:gd name="connsiteX118" fmla="*/ 2305292 w 7467600"/>
              <a:gd name="connsiteY118" fmla="*/ 4219492 h 6858000"/>
              <a:gd name="connsiteX119" fmla="*/ 3360922 w 7467600"/>
              <a:gd name="connsiteY119" fmla="*/ 4529373 h 6858000"/>
              <a:gd name="connsiteX120" fmla="*/ 3492420 w 7467600"/>
              <a:gd name="connsiteY120" fmla="*/ 4510145 h 6858000"/>
              <a:gd name="connsiteX121" fmla="*/ 3364086 w 7467600"/>
              <a:gd name="connsiteY121" fmla="*/ 4480340 h 6858000"/>
              <a:gd name="connsiteX122" fmla="*/ 3225818 w 7467600"/>
              <a:gd name="connsiteY122" fmla="*/ 4411822 h 6858000"/>
              <a:gd name="connsiteX123" fmla="*/ 3129696 w 7467600"/>
              <a:gd name="connsiteY123" fmla="*/ 4360704 h 6858000"/>
              <a:gd name="connsiteX124" fmla="*/ 2814545 w 7467600"/>
              <a:gd name="connsiteY124" fmla="*/ 4282955 h 6858000"/>
              <a:gd name="connsiteX125" fmla="*/ 2305292 w 7467600"/>
              <a:gd name="connsiteY125" fmla="*/ 4219492 h 6858000"/>
              <a:gd name="connsiteX126" fmla="*/ 2626982 w 7467600"/>
              <a:gd name="connsiteY126" fmla="*/ 4206450 h 6858000"/>
              <a:gd name="connsiteX127" fmla="*/ 2490617 w 7467600"/>
              <a:gd name="connsiteY127" fmla="*/ 4206951 h 6858000"/>
              <a:gd name="connsiteX128" fmla="*/ 2819869 w 7467600"/>
              <a:gd name="connsiteY128" fmla="*/ 4252936 h 6858000"/>
              <a:gd name="connsiteX129" fmla="*/ 3143018 w 7467600"/>
              <a:gd name="connsiteY129" fmla="*/ 4332698 h 6858000"/>
              <a:gd name="connsiteX130" fmla="*/ 3241520 w 7467600"/>
              <a:gd name="connsiteY130" fmla="*/ 4385112 h 6858000"/>
              <a:gd name="connsiteX131" fmla="*/ 3374575 w 7467600"/>
              <a:gd name="connsiteY131" fmla="*/ 4451517 h 6858000"/>
              <a:gd name="connsiteX132" fmla="*/ 3505221 w 7467600"/>
              <a:gd name="connsiteY132" fmla="*/ 4480757 h 6858000"/>
              <a:gd name="connsiteX133" fmla="*/ 2626982 w 7467600"/>
              <a:gd name="connsiteY133" fmla="*/ 4206450 h 6858000"/>
              <a:gd name="connsiteX134" fmla="*/ 1310106 w 7467600"/>
              <a:gd name="connsiteY134" fmla="*/ 3943217 h 6858000"/>
              <a:gd name="connsiteX135" fmla="*/ 854994 w 7467600"/>
              <a:gd name="connsiteY135" fmla="*/ 4399136 h 6858000"/>
              <a:gd name="connsiteX136" fmla="*/ 742462 w 7467600"/>
              <a:gd name="connsiteY136" fmla="*/ 4594648 h 6858000"/>
              <a:gd name="connsiteX137" fmla="*/ 820602 w 7467600"/>
              <a:gd name="connsiteY137" fmla="*/ 4485915 h 6858000"/>
              <a:gd name="connsiteX138" fmla="*/ 878295 w 7467600"/>
              <a:gd name="connsiteY138" fmla="*/ 4403594 h 6858000"/>
              <a:gd name="connsiteX139" fmla="*/ 1240607 w 7467600"/>
              <a:gd name="connsiteY139" fmla="*/ 4010401 h 6858000"/>
              <a:gd name="connsiteX140" fmla="*/ 1310106 w 7467600"/>
              <a:gd name="connsiteY140" fmla="*/ 3943217 h 6858000"/>
              <a:gd name="connsiteX141" fmla="*/ 1423113 w 7467600"/>
              <a:gd name="connsiteY141" fmla="*/ 3874565 h 6858000"/>
              <a:gd name="connsiteX142" fmla="*/ 1260565 w 7467600"/>
              <a:gd name="connsiteY142" fmla="*/ 4031982 h 6858000"/>
              <a:gd name="connsiteX143" fmla="*/ 901900 w 7467600"/>
              <a:gd name="connsiteY143" fmla="*/ 4421236 h 6858000"/>
              <a:gd name="connsiteX144" fmla="*/ 845044 w 7467600"/>
              <a:gd name="connsiteY144" fmla="*/ 4502436 h 6858000"/>
              <a:gd name="connsiteX145" fmla="*/ 685926 w 7467600"/>
              <a:gd name="connsiteY145" fmla="*/ 4703069 h 6858000"/>
              <a:gd name="connsiteX146" fmla="*/ 684248 w 7467600"/>
              <a:gd name="connsiteY146" fmla="*/ 4706721 h 6858000"/>
              <a:gd name="connsiteX147" fmla="*/ 1423113 w 7467600"/>
              <a:gd name="connsiteY147" fmla="*/ 3874565 h 6858000"/>
              <a:gd name="connsiteX148" fmla="*/ 3316479 w 7467600"/>
              <a:gd name="connsiteY148" fmla="*/ 3872136 h 6858000"/>
              <a:gd name="connsiteX149" fmla="*/ 3546806 w 7467600"/>
              <a:gd name="connsiteY149" fmla="*/ 4356139 h 6858000"/>
              <a:gd name="connsiteX150" fmla="*/ 3364433 w 7467600"/>
              <a:gd name="connsiteY150" fmla="*/ 3953121 h 6858000"/>
              <a:gd name="connsiteX151" fmla="*/ 3316479 w 7467600"/>
              <a:gd name="connsiteY151" fmla="*/ 3872136 h 6858000"/>
              <a:gd name="connsiteX152" fmla="*/ 3291335 w 7467600"/>
              <a:gd name="connsiteY152" fmla="*/ 3767420 h 6858000"/>
              <a:gd name="connsiteX153" fmla="*/ 3390805 w 7467600"/>
              <a:gd name="connsiteY153" fmla="*/ 3937163 h 6858000"/>
              <a:gd name="connsiteX154" fmla="*/ 3579062 w 7467600"/>
              <a:gd name="connsiteY154" fmla="*/ 4359040 h 6858000"/>
              <a:gd name="connsiteX155" fmla="*/ 3467355 w 7467600"/>
              <a:gd name="connsiteY155" fmla="*/ 3988130 h 6858000"/>
              <a:gd name="connsiteX156" fmla="*/ 3310753 w 7467600"/>
              <a:gd name="connsiteY156" fmla="*/ 3787140 h 6858000"/>
              <a:gd name="connsiteX157" fmla="*/ 3291335 w 7467600"/>
              <a:gd name="connsiteY157" fmla="*/ 3767420 h 6858000"/>
              <a:gd name="connsiteX158" fmla="*/ 1635889 w 7467600"/>
              <a:gd name="connsiteY158" fmla="*/ 3709494 h 6858000"/>
              <a:gd name="connsiteX159" fmla="*/ 1634800 w 7467600"/>
              <a:gd name="connsiteY159" fmla="*/ 3731111 h 6858000"/>
              <a:gd name="connsiteX160" fmla="*/ 1635889 w 7467600"/>
              <a:gd name="connsiteY160" fmla="*/ 3709494 h 6858000"/>
              <a:gd name="connsiteX161" fmla="*/ 1510397 w 7467600"/>
              <a:gd name="connsiteY161" fmla="*/ 3684705 h 6858000"/>
              <a:gd name="connsiteX162" fmla="*/ 1146550 w 7467600"/>
              <a:gd name="connsiteY162" fmla="*/ 3802012 h 6858000"/>
              <a:gd name="connsiteX163" fmla="*/ 698834 w 7467600"/>
              <a:gd name="connsiteY163" fmla="*/ 3952272 h 6858000"/>
              <a:gd name="connsiteX164" fmla="*/ 34256 w 7467600"/>
              <a:gd name="connsiteY164" fmla="*/ 4347603 h 6858000"/>
              <a:gd name="connsiteX165" fmla="*/ 527241 w 7467600"/>
              <a:gd name="connsiteY165" fmla="*/ 4065078 h 6858000"/>
              <a:gd name="connsiteX166" fmla="*/ 1510397 w 7467600"/>
              <a:gd name="connsiteY166" fmla="*/ 3684705 h 6858000"/>
              <a:gd name="connsiteX167" fmla="*/ 1313114 w 7467600"/>
              <a:gd name="connsiteY167" fmla="*/ 3655216 h 6858000"/>
              <a:gd name="connsiteX168" fmla="*/ 1109304 w 7467600"/>
              <a:gd name="connsiteY168" fmla="*/ 3669030 h 6858000"/>
              <a:gd name="connsiteX169" fmla="*/ 8129 w 7467600"/>
              <a:gd name="connsiteY169" fmla="*/ 4330519 h 6858000"/>
              <a:gd name="connsiteX170" fmla="*/ 687572 w 7467600"/>
              <a:gd name="connsiteY170" fmla="*/ 3925629 h 6858000"/>
              <a:gd name="connsiteX171" fmla="*/ 1138365 w 7467600"/>
              <a:gd name="connsiteY171" fmla="*/ 3774515 h 6858000"/>
              <a:gd name="connsiteX172" fmla="*/ 1505579 w 7467600"/>
              <a:gd name="connsiteY172" fmla="*/ 3655526 h 6858000"/>
              <a:gd name="connsiteX173" fmla="*/ 1313114 w 7467600"/>
              <a:gd name="connsiteY173" fmla="*/ 3655216 h 6858000"/>
              <a:gd name="connsiteX174" fmla="*/ 3655073 w 7467600"/>
              <a:gd name="connsiteY174" fmla="*/ 3650884 h 6858000"/>
              <a:gd name="connsiteX175" fmla="*/ 3989938 w 7467600"/>
              <a:gd name="connsiteY175" fmla="*/ 3991685 h 6858000"/>
              <a:gd name="connsiteX176" fmla="*/ 4393907 w 7467600"/>
              <a:gd name="connsiteY176" fmla="*/ 4261258 h 6858000"/>
              <a:gd name="connsiteX177" fmla="*/ 4648051 w 7467600"/>
              <a:gd name="connsiteY177" fmla="*/ 4374051 h 6858000"/>
              <a:gd name="connsiteX178" fmla="*/ 4383389 w 7467600"/>
              <a:gd name="connsiteY178" fmla="*/ 4184369 h 6858000"/>
              <a:gd name="connsiteX179" fmla="*/ 4165508 w 7467600"/>
              <a:gd name="connsiteY179" fmla="*/ 4035196 h 6858000"/>
              <a:gd name="connsiteX180" fmla="*/ 4068162 w 7467600"/>
              <a:gd name="connsiteY180" fmla="*/ 3953394 h 6858000"/>
              <a:gd name="connsiteX181" fmla="*/ 3981416 w 7467600"/>
              <a:gd name="connsiteY181" fmla="*/ 3880482 h 6858000"/>
              <a:gd name="connsiteX182" fmla="*/ 3800147 w 7467600"/>
              <a:gd name="connsiteY182" fmla="*/ 3749872 h 6858000"/>
              <a:gd name="connsiteX183" fmla="*/ 3655073 w 7467600"/>
              <a:gd name="connsiteY183" fmla="*/ 3650884 h 6858000"/>
              <a:gd name="connsiteX184" fmla="*/ 3670252 w 7467600"/>
              <a:gd name="connsiteY184" fmla="*/ 3622798 h 6858000"/>
              <a:gd name="connsiteX185" fmla="*/ 3817258 w 7467600"/>
              <a:gd name="connsiteY185" fmla="*/ 3723577 h 6858000"/>
              <a:gd name="connsiteX186" fmla="*/ 4000461 w 7467600"/>
              <a:gd name="connsiteY186" fmla="*/ 3855966 h 6858000"/>
              <a:gd name="connsiteX187" fmla="*/ 4088180 w 7467600"/>
              <a:gd name="connsiteY187" fmla="*/ 3929774 h 6858000"/>
              <a:gd name="connsiteX188" fmla="*/ 4184555 w 7467600"/>
              <a:gd name="connsiteY188" fmla="*/ 4010683 h 6858000"/>
              <a:gd name="connsiteX189" fmla="*/ 4399563 w 7467600"/>
              <a:gd name="connsiteY189" fmla="*/ 4158106 h 6858000"/>
              <a:gd name="connsiteX190" fmla="*/ 4684469 w 7467600"/>
              <a:gd name="connsiteY190" fmla="*/ 4364680 h 6858000"/>
              <a:gd name="connsiteX191" fmla="*/ 4690271 w 7467600"/>
              <a:gd name="connsiteY191" fmla="*/ 4370034 h 6858000"/>
              <a:gd name="connsiteX192" fmla="*/ 4136093 w 7467600"/>
              <a:gd name="connsiteY192" fmla="*/ 3858466 h 6858000"/>
              <a:gd name="connsiteX193" fmla="*/ 3670252 w 7467600"/>
              <a:gd name="connsiteY193" fmla="*/ 3622798 h 6858000"/>
              <a:gd name="connsiteX194" fmla="*/ 4440129 w 7467600"/>
              <a:gd name="connsiteY194" fmla="*/ 3448571 h 6858000"/>
              <a:gd name="connsiteX195" fmla="*/ 4856525 w 7467600"/>
              <a:gd name="connsiteY195" fmla="*/ 3915351 h 6858000"/>
              <a:gd name="connsiteX196" fmla="*/ 5059055 w 7467600"/>
              <a:gd name="connsiteY196" fmla="*/ 4108918 h 6858000"/>
              <a:gd name="connsiteX197" fmla="*/ 5290070 w 7467600"/>
              <a:gd name="connsiteY197" fmla="*/ 4263619 h 6858000"/>
              <a:gd name="connsiteX198" fmla="*/ 4834991 w 7467600"/>
              <a:gd name="connsiteY198" fmla="*/ 3830985 h 6858000"/>
              <a:gd name="connsiteX199" fmla="*/ 4440129 w 7467600"/>
              <a:gd name="connsiteY199" fmla="*/ 3448571 h 6858000"/>
              <a:gd name="connsiteX200" fmla="*/ 4441737 w 7467600"/>
              <a:gd name="connsiteY200" fmla="*/ 3399734 h 6858000"/>
              <a:gd name="connsiteX201" fmla="*/ 4431236 w 7467600"/>
              <a:gd name="connsiteY201" fmla="*/ 3400954 h 6858000"/>
              <a:gd name="connsiteX202" fmla="*/ 4557150 w 7467600"/>
              <a:gd name="connsiteY202" fmla="*/ 3510023 h 6858000"/>
              <a:gd name="connsiteX203" fmla="*/ 4856936 w 7467600"/>
              <a:gd name="connsiteY203" fmla="*/ 3809146 h 6858000"/>
              <a:gd name="connsiteX204" fmla="*/ 5111996 w 7467600"/>
              <a:gd name="connsiteY204" fmla="*/ 4065759 h 6858000"/>
              <a:gd name="connsiteX205" fmla="*/ 5388878 w 7467600"/>
              <a:gd name="connsiteY205" fmla="*/ 4300185 h 6858000"/>
              <a:gd name="connsiteX206" fmla="*/ 5425556 w 7467600"/>
              <a:gd name="connsiteY206" fmla="*/ 4308967 h 6858000"/>
              <a:gd name="connsiteX207" fmla="*/ 4943646 w 7467600"/>
              <a:gd name="connsiteY207" fmla="*/ 3822916 h 6858000"/>
              <a:gd name="connsiteX208" fmla="*/ 4594837 w 7467600"/>
              <a:gd name="connsiteY208" fmla="*/ 3532274 h 6858000"/>
              <a:gd name="connsiteX209" fmla="*/ 4441737 w 7467600"/>
              <a:gd name="connsiteY209" fmla="*/ 3399734 h 6858000"/>
              <a:gd name="connsiteX210" fmla="*/ 5425834 w 7467600"/>
              <a:gd name="connsiteY210" fmla="*/ 3162785 h 6858000"/>
              <a:gd name="connsiteX211" fmla="*/ 5401644 w 7467600"/>
              <a:gd name="connsiteY211" fmla="*/ 3617847 h 6858000"/>
              <a:gd name="connsiteX212" fmla="*/ 5467256 w 7467600"/>
              <a:gd name="connsiteY212" fmla="*/ 4175494 h 6858000"/>
              <a:gd name="connsiteX213" fmla="*/ 5448069 w 7467600"/>
              <a:gd name="connsiteY213" fmla="*/ 3567554 h 6858000"/>
              <a:gd name="connsiteX214" fmla="*/ 5425834 w 7467600"/>
              <a:gd name="connsiteY214" fmla="*/ 3162785 h 6858000"/>
              <a:gd name="connsiteX215" fmla="*/ 1318687 w 7467600"/>
              <a:gd name="connsiteY215" fmla="*/ 3113840 h 6858000"/>
              <a:gd name="connsiteX216" fmla="*/ 1066793 w 7467600"/>
              <a:gd name="connsiteY216" fmla="*/ 3212171 h 6858000"/>
              <a:gd name="connsiteX217" fmla="*/ 993319 w 7467600"/>
              <a:gd name="connsiteY217" fmla="*/ 3247648 h 6858000"/>
              <a:gd name="connsiteX218" fmla="*/ 853081 w 7467600"/>
              <a:gd name="connsiteY218" fmla="*/ 3312410 h 6858000"/>
              <a:gd name="connsiteX219" fmla="*/ 805957 w 7467600"/>
              <a:gd name="connsiteY219" fmla="*/ 3330443 h 6858000"/>
              <a:gd name="connsiteX220" fmla="*/ 1318687 w 7467600"/>
              <a:gd name="connsiteY220" fmla="*/ 3113840 h 6858000"/>
              <a:gd name="connsiteX221" fmla="*/ 5453702 w 7467600"/>
              <a:gd name="connsiteY221" fmla="*/ 3090882 h 6858000"/>
              <a:gd name="connsiteX222" fmla="*/ 5480135 w 7467600"/>
              <a:gd name="connsiteY222" fmla="*/ 3565802 h 6858000"/>
              <a:gd name="connsiteX223" fmla="*/ 5499023 w 7467600"/>
              <a:gd name="connsiteY223" fmla="*/ 4166310 h 6858000"/>
              <a:gd name="connsiteX224" fmla="*/ 5547022 w 7467600"/>
              <a:gd name="connsiteY224" fmla="*/ 3607838 h 6858000"/>
              <a:gd name="connsiteX225" fmla="*/ 5515964 w 7467600"/>
              <a:gd name="connsiteY225" fmla="*/ 3378541 h 6858000"/>
              <a:gd name="connsiteX226" fmla="*/ 5453702 w 7467600"/>
              <a:gd name="connsiteY226" fmla="*/ 3090882 h 6858000"/>
              <a:gd name="connsiteX227" fmla="*/ 1238695 w 7467600"/>
              <a:gd name="connsiteY227" fmla="*/ 3076820 h 6858000"/>
              <a:gd name="connsiteX228" fmla="*/ 716371 w 7467600"/>
              <a:gd name="connsiteY228" fmla="*/ 3293249 h 6858000"/>
              <a:gd name="connsiteX229" fmla="*/ 579522 w 7467600"/>
              <a:gd name="connsiteY229" fmla="*/ 3371759 h 6858000"/>
              <a:gd name="connsiteX230" fmla="*/ 600288 w 7467600"/>
              <a:gd name="connsiteY230" fmla="*/ 3365555 h 6858000"/>
              <a:gd name="connsiteX231" fmla="*/ 840692 w 7467600"/>
              <a:gd name="connsiteY231" fmla="*/ 3284921 h 6858000"/>
              <a:gd name="connsiteX232" fmla="*/ 979248 w 7467600"/>
              <a:gd name="connsiteY232" fmla="*/ 3221003 h 6858000"/>
              <a:gd name="connsiteX233" fmla="*/ 1053282 w 7467600"/>
              <a:gd name="connsiteY233" fmla="*/ 3185247 h 6858000"/>
              <a:gd name="connsiteX234" fmla="*/ 1320603 w 7467600"/>
              <a:gd name="connsiteY234" fmla="*/ 3081281 h 6858000"/>
              <a:gd name="connsiteX235" fmla="*/ 1238695 w 7467600"/>
              <a:gd name="connsiteY235" fmla="*/ 3076820 h 6858000"/>
              <a:gd name="connsiteX236" fmla="*/ 5425627 w 7467600"/>
              <a:gd name="connsiteY236" fmla="*/ 2954192 h 6858000"/>
              <a:gd name="connsiteX237" fmla="*/ 5470770 w 7467600"/>
              <a:gd name="connsiteY237" fmla="*/ 3005435 h 6858000"/>
              <a:gd name="connsiteX238" fmla="*/ 5519779 w 7467600"/>
              <a:gd name="connsiteY238" fmla="*/ 4359223 h 6858000"/>
              <a:gd name="connsiteX239" fmla="*/ 5520293 w 7467600"/>
              <a:gd name="connsiteY239" fmla="*/ 4360602 h 6858000"/>
              <a:gd name="connsiteX240" fmla="*/ 5767221 w 7467600"/>
              <a:gd name="connsiteY240" fmla="*/ 4665564 h 6858000"/>
              <a:gd name="connsiteX241" fmla="*/ 6937169 w 7467600"/>
              <a:gd name="connsiteY241" fmla="*/ 4815941 h 6858000"/>
              <a:gd name="connsiteX242" fmla="*/ 6953922 w 7467600"/>
              <a:gd name="connsiteY242" fmla="*/ 4890068 h 6858000"/>
              <a:gd name="connsiteX243" fmla="*/ 6071359 w 7467600"/>
              <a:gd name="connsiteY243" fmla="*/ 4770770 h 6858000"/>
              <a:gd name="connsiteX244" fmla="*/ 6038839 w 7467600"/>
              <a:gd name="connsiteY244" fmla="*/ 4764474 h 6858000"/>
              <a:gd name="connsiteX245" fmla="*/ 6038706 w 7467600"/>
              <a:gd name="connsiteY245" fmla="*/ 4763847 h 6858000"/>
              <a:gd name="connsiteX246" fmla="*/ 6037784 w 7467600"/>
              <a:gd name="connsiteY246" fmla="*/ 4764270 h 6858000"/>
              <a:gd name="connsiteX247" fmla="*/ 6038839 w 7467600"/>
              <a:gd name="connsiteY247" fmla="*/ 4764474 h 6858000"/>
              <a:gd name="connsiteX248" fmla="*/ 6040338 w 7467600"/>
              <a:gd name="connsiteY248" fmla="*/ 4771418 h 6858000"/>
              <a:gd name="connsiteX249" fmla="*/ 6024488 w 7467600"/>
              <a:gd name="connsiteY249" fmla="*/ 4809903 h 6858000"/>
              <a:gd name="connsiteX250" fmla="*/ 5599771 w 7467600"/>
              <a:gd name="connsiteY250" fmla="*/ 5509652 h 6858000"/>
              <a:gd name="connsiteX251" fmla="*/ 5548843 w 7467600"/>
              <a:gd name="connsiteY251" fmla="*/ 5563845 h 6858000"/>
              <a:gd name="connsiteX252" fmla="*/ 5940952 w 7467600"/>
              <a:gd name="connsiteY252" fmla="*/ 6250028 h 6858000"/>
              <a:gd name="connsiteX253" fmla="*/ 6043441 w 7467600"/>
              <a:gd name="connsiteY253" fmla="*/ 6665847 h 6858000"/>
              <a:gd name="connsiteX254" fmla="*/ 6093432 w 7467600"/>
              <a:gd name="connsiteY254" fmla="*/ 6858000 h 6858000"/>
              <a:gd name="connsiteX255" fmla="*/ 6034344 w 7467600"/>
              <a:gd name="connsiteY255" fmla="*/ 6858000 h 6858000"/>
              <a:gd name="connsiteX256" fmla="*/ 6026679 w 7467600"/>
              <a:gd name="connsiteY256" fmla="*/ 6836959 h 6858000"/>
              <a:gd name="connsiteX257" fmla="*/ 5800441 w 7467600"/>
              <a:gd name="connsiteY257" fmla="*/ 6335286 h 6858000"/>
              <a:gd name="connsiteX258" fmla="*/ 5526562 w 7467600"/>
              <a:gd name="connsiteY258" fmla="*/ 5705388 h 6858000"/>
              <a:gd name="connsiteX259" fmla="*/ 5519640 w 7467600"/>
              <a:gd name="connsiteY259" fmla="*/ 5683774 h 6858000"/>
              <a:gd name="connsiteX260" fmla="*/ 5844559 w 7467600"/>
              <a:gd name="connsiteY260" fmla="*/ 6553349 h 6858000"/>
              <a:gd name="connsiteX261" fmla="*/ 5975994 w 7467600"/>
              <a:gd name="connsiteY261" fmla="*/ 6858000 h 6858000"/>
              <a:gd name="connsiteX262" fmla="*/ 5898547 w 7467600"/>
              <a:gd name="connsiteY262" fmla="*/ 6858000 h 6858000"/>
              <a:gd name="connsiteX263" fmla="*/ 5682041 w 7467600"/>
              <a:gd name="connsiteY263" fmla="*/ 6355860 h 6858000"/>
              <a:gd name="connsiteX264" fmla="*/ 5461758 w 7467600"/>
              <a:gd name="connsiteY264" fmla="*/ 5820220 h 6858000"/>
              <a:gd name="connsiteX265" fmla="*/ 5237282 w 7467600"/>
              <a:gd name="connsiteY265" fmla="*/ 6579086 h 6858000"/>
              <a:gd name="connsiteX266" fmla="*/ 5115009 w 7467600"/>
              <a:gd name="connsiteY266" fmla="*/ 6858000 h 6858000"/>
              <a:gd name="connsiteX267" fmla="*/ 5028074 w 7467600"/>
              <a:gd name="connsiteY267" fmla="*/ 6858000 h 6858000"/>
              <a:gd name="connsiteX268" fmla="*/ 5079508 w 7467600"/>
              <a:gd name="connsiteY268" fmla="*/ 6749074 h 6858000"/>
              <a:gd name="connsiteX269" fmla="*/ 5371846 w 7467600"/>
              <a:gd name="connsiteY269" fmla="*/ 5924413 h 6858000"/>
              <a:gd name="connsiteX270" fmla="*/ 5270512 w 7467600"/>
              <a:gd name="connsiteY270" fmla="*/ 6138975 h 6858000"/>
              <a:gd name="connsiteX271" fmla="*/ 5062409 w 7467600"/>
              <a:gd name="connsiteY271" fmla="*/ 6653544 h 6858000"/>
              <a:gd name="connsiteX272" fmla="*/ 5036628 w 7467600"/>
              <a:gd name="connsiteY272" fmla="*/ 6754247 h 6858000"/>
              <a:gd name="connsiteX273" fmla="*/ 5009112 w 7467600"/>
              <a:gd name="connsiteY273" fmla="*/ 6858000 h 6858000"/>
              <a:gd name="connsiteX274" fmla="*/ 4976679 w 7467600"/>
              <a:gd name="connsiteY274" fmla="*/ 6858000 h 6858000"/>
              <a:gd name="connsiteX275" fmla="*/ 5006537 w 7467600"/>
              <a:gd name="connsiteY275" fmla="*/ 6747068 h 6858000"/>
              <a:gd name="connsiteX276" fmla="*/ 5032723 w 7467600"/>
              <a:gd name="connsiteY276" fmla="*/ 6644957 h 6858000"/>
              <a:gd name="connsiteX277" fmla="*/ 5242949 w 7467600"/>
              <a:gd name="connsiteY277" fmla="*/ 6125175 h 6858000"/>
              <a:gd name="connsiteX278" fmla="*/ 5286321 w 7467600"/>
              <a:gd name="connsiteY278" fmla="*/ 6033555 h 6858000"/>
              <a:gd name="connsiteX279" fmla="*/ 5008210 w 7467600"/>
              <a:gd name="connsiteY279" fmla="*/ 6649194 h 6858000"/>
              <a:gd name="connsiteX280" fmla="*/ 4986321 w 7467600"/>
              <a:gd name="connsiteY280" fmla="*/ 6765687 h 6858000"/>
              <a:gd name="connsiteX281" fmla="*/ 4973474 w 7467600"/>
              <a:gd name="connsiteY281" fmla="*/ 6858000 h 6858000"/>
              <a:gd name="connsiteX282" fmla="*/ 4907178 w 7467600"/>
              <a:gd name="connsiteY282" fmla="*/ 6858000 h 6858000"/>
              <a:gd name="connsiteX283" fmla="*/ 4910810 w 7467600"/>
              <a:gd name="connsiteY283" fmla="*/ 6829660 h 6858000"/>
              <a:gd name="connsiteX284" fmla="*/ 4987461 w 7467600"/>
              <a:gd name="connsiteY284" fmla="*/ 6432994 h 6858000"/>
              <a:gd name="connsiteX285" fmla="*/ 5179262 w 7467600"/>
              <a:gd name="connsiteY285" fmla="*/ 6035044 h 6858000"/>
              <a:gd name="connsiteX286" fmla="*/ 4689678 w 7467600"/>
              <a:gd name="connsiteY286" fmla="*/ 6440241 h 6858000"/>
              <a:gd name="connsiteX287" fmla="*/ 4477543 w 7467600"/>
              <a:gd name="connsiteY287" fmla="*/ 6674836 h 6858000"/>
              <a:gd name="connsiteX288" fmla="*/ 4329957 w 7467600"/>
              <a:gd name="connsiteY288" fmla="*/ 6858000 h 6858000"/>
              <a:gd name="connsiteX289" fmla="*/ 4218595 w 7467600"/>
              <a:gd name="connsiteY289" fmla="*/ 6858000 h 6858000"/>
              <a:gd name="connsiteX290" fmla="*/ 4368888 w 7467600"/>
              <a:gd name="connsiteY290" fmla="*/ 6668412 h 6858000"/>
              <a:gd name="connsiteX291" fmla="*/ 4563091 w 7467600"/>
              <a:gd name="connsiteY291" fmla="*/ 6442508 h 6858000"/>
              <a:gd name="connsiteX292" fmla="*/ 5387324 w 7467600"/>
              <a:gd name="connsiteY292" fmla="*/ 5705830 h 6858000"/>
              <a:gd name="connsiteX293" fmla="*/ 5073620 w 7467600"/>
              <a:gd name="connsiteY293" fmla="*/ 5955437 h 6858000"/>
              <a:gd name="connsiteX294" fmla="*/ 4689789 w 7467600"/>
              <a:gd name="connsiteY294" fmla="*/ 6268382 h 6858000"/>
              <a:gd name="connsiteX295" fmla="*/ 4418722 w 7467600"/>
              <a:gd name="connsiteY295" fmla="*/ 6570886 h 6858000"/>
              <a:gd name="connsiteX296" fmla="*/ 4214944 w 7467600"/>
              <a:gd name="connsiteY296" fmla="*/ 6858000 h 6858000"/>
              <a:gd name="connsiteX297" fmla="*/ 4177898 w 7467600"/>
              <a:gd name="connsiteY297" fmla="*/ 6858000 h 6858000"/>
              <a:gd name="connsiteX298" fmla="*/ 4391597 w 7467600"/>
              <a:gd name="connsiteY298" fmla="*/ 6556370 h 6858000"/>
              <a:gd name="connsiteX299" fmla="*/ 4668889 w 7467600"/>
              <a:gd name="connsiteY299" fmla="*/ 6246399 h 6858000"/>
              <a:gd name="connsiteX300" fmla="*/ 5055427 w 7467600"/>
              <a:gd name="connsiteY300" fmla="*/ 5931476 h 6858000"/>
              <a:gd name="connsiteX301" fmla="*/ 5371814 w 7467600"/>
              <a:gd name="connsiteY301" fmla="*/ 5678975 h 6858000"/>
              <a:gd name="connsiteX302" fmla="*/ 4987918 w 7467600"/>
              <a:gd name="connsiteY302" fmla="*/ 5838701 h 6858000"/>
              <a:gd name="connsiteX303" fmla="*/ 4317146 w 7467600"/>
              <a:gd name="connsiteY303" fmla="*/ 6587716 h 6858000"/>
              <a:gd name="connsiteX304" fmla="*/ 4171627 w 7467600"/>
              <a:gd name="connsiteY304" fmla="*/ 6858000 h 6858000"/>
              <a:gd name="connsiteX305" fmla="*/ 4081585 w 7467600"/>
              <a:gd name="connsiteY305" fmla="*/ 6858000 h 6858000"/>
              <a:gd name="connsiteX306" fmla="*/ 4238603 w 7467600"/>
              <a:gd name="connsiteY306" fmla="*/ 6559341 h 6858000"/>
              <a:gd name="connsiteX307" fmla="*/ 4778333 w 7467600"/>
              <a:gd name="connsiteY307" fmla="*/ 5873626 h 6858000"/>
              <a:gd name="connsiteX308" fmla="*/ 5414185 w 7467600"/>
              <a:gd name="connsiteY308" fmla="*/ 5573882 h 6858000"/>
              <a:gd name="connsiteX309" fmla="*/ 5959648 w 7467600"/>
              <a:gd name="connsiteY309" fmla="*/ 4760797 h 6858000"/>
              <a:gd name="connsiteX310" fmla="*/ 5355019 w 7467600"/>
              <a:gd name="connsiteY310" fmla="*/ 4734672 h 6858000"/>
              <a:gd name="connsiteX311" fmla="*/ 5083565 w 7467600"/>
              <a:gd name="connsiteY311" fmla="*/ 5179121 h 6858000"/>
              <a:gd name="connsiteX312" fmla="*/ 4713577 w 7467600"/>
              <a:gd name="connsiteY312" fmla="*/ 5616803 h 6858000"/>
              <a:gd name="connsiteX313" fmla="*/ 3989559 w 7467600"/>
              <a:gd name="connsiteY313" fmla="*/ 6145945 h 6858000"/>
              <a:gd name="connsiteX314" fmla="*/ 3939824 w 7467600"/>
              <a:gd name="connsiteY314" fmla="*/ 6066900 h 6858000"/>
              <a:gd name="connsiteX315" fmla="*/ 4584537 w 7467600"/>
              <a:gd name="connsiteY315" fmla="*/ 5324826 h 6858000"/>
              <a:gd name="connsiteX316" fmla="*/ 5037105 w 7467600"/>
              <a:gd name="connsiteY316" fmla="*/ 5088765 h 6858000"/>
              <a:gd name="connsiteX317" fmla="*/ 5039930 w 7467600"/>
              <a:gd name="connsiteY317" fmla="*/ 5089585 h 6858000"/>
              <a:gd name="connsiteX318" fmla="*/ 5263764 w 7467600"/>
              <a:gd name="connsiteY318" fmla="*/ 4735525 h 6858000"/>
              <a:gd name="connsiteX319" fmla="*/ 4086300 w 7467600"/>
              <a:gd name="connsiteY319" fmla="*/ 4884599 h 6858000"/>
              <a:gd name="connsiteX320" fmla="*/ 4085485 w 7467600"/>
              <a:gd name="connsiteY320" fmla="*/ 4899070 h 6858000"/>
              <a:gd name="connsiteX321" fmla="*/ 3871915 w 7467600"/>
              <a:gd name="connsiteY321" fmla="*/ 5253645 h 6858000"/>
              <a:gd name="connsiteX322" fmla="*/ 3799374 w 7467600"/>
              <a:gd name="connsiteY322" fmla="*/ 5466127 h 6858000"/>
              <a:gd name="connsiteX323" fmla="*/ 3498850 w 7467600"/>
              <a:gd name="connsiteY323" fmla="*/ 6661888 h 6858000"/>
              <a:gd name="connsiteX324" fmla="*/ 3399216 w 7467600"/>
              <a:gd name="connsiteY324" fmla="*/ 6858000 h 6858000"/>
              <a:gd name="connsiteX325" fmla="*/ 3303688 w 7467600"/>
              <a:gd name="connsiteY325" fmla="*/ 6858000 h 6858000"/>
              <a:gd name="connsiteX326" fmla="*/ 3391774 w 7467600"/>
              <a:gd name="connsiteY326" fmla="*/ 6697181 h 6858000"/>
              <a:gd name="connsiteX327" fmla="*/ 3735540 w 7467600"/>
              <a:gd name="connsiteY327" fmla="*/ 5546923 h 6858000"/>
              <a:gd name="connsiteX328" fmla="*/ 3729438 w 7467600"/>
              <a:gd name="connsiteY328" fmla="*/ 5569058 h 6858000"/>
              <a:gd name="connsiteX329" fmla="*/ 3707782 w 7467600"/>
              <a:gd name="connsiteY329" fmla="*/ 5644908 h 6858000"/>
              <a:gd name="connsiteX330" fmla="*/ 3583827 w 7467600"/>
              <a:gd name="connsiteY330" fmla="*/ 6039215 h 6858000"/>
              <a:gd name="connsiteX331" fmla="*/ 3547861 w 7467600"/>
              <a:gd name="connsiteY331" fmla="*/ 6129609 h 6858000"/>
              <a:gd name="connsiteX332" fmla="*/ 3490905 w 7467600"/>
              <a:gd name="connsiteY332" fmla="*/ 6277660 h 6858000"/>
              <a:gd name="connsiteX333" fmla="*/ 3455859 w 7467600"/>
              <a:gd name="connsiteY333" fmla="*/ 6391301 h 6858000"/>
              <a:gd name="connsiteX334" fmla="*/ 3429112 w 7467600"/>
              <a:gd name="connsiteY334" fmla="*/ 6479469 h 6858000"/>
              <a:gd name="connsiteX335" fmla="*/ 3304862 w 7467600"/>
              <a:gd name="connsiteY335" fmla="*/ 6796476 h 6858000"/>
              <a:gd name="connsiteX336" fmla="*/ 3276071 w 7467600"/>
              <a:gd name="connsiteY336" fmla="*/ 6858000 h 6858000"/>
              <a:gd name="connsiteX337" fmla="*/ 3240805 w 7467600"/>
              <a:gd name="connsiteY337" fmla="*/ 6858000 h 6858000"/>
              <a:gd name="connsiteX338" fmla="*/ 3275917 w 7467600"/>
              <a:gd name="connsiteY338" fmla="*/ 6783192 h 6858000"/>
              <a:gd name="connsiteX339" fmla="*/ 3399358 w 7467600"/>
              <a:gd name="connsiteY339" fmla="*/ 6469011 h 6858000"/>
              <a:gd name="connsiteX340" fmla="*/ 3425650 w 7467600"/>
              <a:gd name="connsiteY340" fmla="*/ 6381333 h 6858000"/>
              <a:gd name="connsiteX341" fmla="*/ 3460661 w 7467600"/>
              <a:gd name="connsiteY341" fmla="*/ 6266763 h 6858000"/>
              <a:gd name="connsiteX342" fmla="*/ 3518021 w 7467600"/>
              <a:gd name="connsiteY342" fmla="*/ 6117298 h 6858000"/>
              <a:gd name="connsiteX343" fmla="*/ 3554035 w 7467600"/>
              <a:gd name="connsiteY343" fmla="*/ 6027832 h 6858000"/>
              <a:gd name="connsiteX344" fmla="*/ 3677174 w 7467600"/>
              <a:gd name="connsiteY344" fmla="*/ 5636351 h 6858000"/>
              <a:gd name="connsiteX345" fmla="*/ 3698819 w 7467600"/>
              <a:gd name="connsiteY345" fmla="*/ 5560503 h 6858000"/>
              <a:gd name="connsiteX346" fmla="*/ 3702094 w 7467600"/>
              <a:gd name="connsiteY346" fmla="*/ 5549194 h 6858000"/>
              <a:gd name="connsiteX347" fmla="*/ 3398355 w 7467600"/>
              <a:gd name="connsiteY347" fmla="*/ 6094603 h 6858000"/>
              <a:gd name="connsiteX348" fmla="*/ 3193941 w 7467600"/>
              <a:gd name="connsiteY348" fmla="*/ 6798775 h 6858000"/>
              <a:gd name="connsiteX349" fmla="*/ 3184140 w 7467600"/>
              <a:gd name="connsiteY349" fmla="*/ 6858000 h 6858000"/>
              <a:gd name="connsiteX350" fmla="*/ 3099978 w 7467600"/>
              <a:gd name="connsiteY350" fmla="*/ 6858000 h 6858000"/>
              <a:gd name="connsiteX351" fmla="*/ 3101556 w 7467600"/>
              <a:gd name="connsiteY351" fmla="*/ 6843337 h 6858000"/>
              <a:gd name="connsiteX352" fmla="*/ 3370162 w 7467600"/>
              <a:gd name="connsiteY352" fmla="*/ 5785550 h 6858000"/>
              <a:gd name="connsiteX353" fmla="*/ 3746477 w 7467600"/>
              <a:gd name="connsiteY353" fmla="*/ 5377889 h 6858000"/>
              <a:gd name="connsiteX354" fmla="*/ 3863399 w 7467600"/>
              <a:gd name="connsiteY354" fmla="*/ 5087257 h 6858000"/>
              <a:gd name="connsiteX355" fmla="*/ 3968712 w 7467600"/>
              <a:gd name="connsiteY355" fmla="*/ 4913989 h 6858000"/>
              <a:gd name="connsiteX356" fmla="*/ 2792390 w 7467600"/>
              <a:gd name="connsiteY356" fmla="*/ 5382974 h 6858000"/>
              <a:gd name="connsiteX357" fmla="*/ 2714982 w 7467600"/>
              <a:gd name="connsiteY357" fmla="*/ 5427051 h 6858000"/>
              <a:gd name="connsiteX358" fmla="*/ 2813361 w 7467600"/>
              <a:gd name="connsiteY358" fmla="*/ 6023912 h 6858000"/>
              <a:gd name="connsiteX359" fmla="*/ 2688430 w 7467600"/>
              <a:gd name="connsiteY359" fmla="*/ 6801564 h 6858000"/>
              <a:gd name="connsiteX360" fmla="*/ 2629626 w 7467600"/>
              <a:gd name="connsiteY360" fmla="*/ 6763394 h 6858000"/>
              <a:gd name="connsiteX361" fmla="*/ 2565328 w 7467600"/>
              <a:gd name="connsiteY361" fmla="*/ 5516399 h 6858000"/>
              <a:gd name="connsiteX362" fmla="*/ 1922999 w 7467600"/>
              <a:gd name="connsiteY362" fmla="*/ 5980343 h 6858000"/>
              <a:gd name="connsiteX363" fmla="*/ 1950261 w 7467600"/>
              <a:gd name="connsiteY363" fmla="*/ 6405858 h 6858000"/>
              <a:gd name="connsiteX364" fmla="*/ 2365554 w 7467600"/>
              <a:gd name="connsiteY364" fmla="*/ 6759107 h 6858000"/>
              <a:gd name="connsiteX365" fmla="*/ 2424142 w 7467600"/>
              <a:gd name="connsiteY365" fmla="*/ 6858000 h 6858000"/>
              <a:gd name="connsiteX366" fmla="*/ 2395994 w 7467600"/>
              <a:gd name="connsiteY366" fmla="*/ 6858000 h 6858000"/>
              <a:gd name="connsiteX367" fmla="*/ 2392863 w 7467600"/>
              <a:gd name="connsiteY367" fmla="*/ 6852964 h 6858000"/>
              <a:gd name="connsiteX368" fmla="*/ 2017589 w 7467600"/>
              <a:gd name="connsiteY368" fmla="*/ 6493982 h 6858000"/>
              <a:gd name="connsiteX369" fmla="*/ 2147336 w 7467600"/>
              <a:gd name="connsiteY369" fmla="*/ 6594052 h 6858000"/>
              <a:gd name="connsiteX370" fmla="*/ 2207047 w 7467600"/>
              <a:gd name="connsiteY370" fmla="*/ 6654540 h 6858000"/>
              <a:gd name="connsiteX371" fmla="*/ 2299106 w 7467600"/>
              <a:gd name="connsiteY371" fmla="*/ 6778931 h 6858000"/>
              <a:gd name="connsiteX372" fmla="*/ 2314430 w 7467600"/>
              <a:gd name="connsiteY372" fmla="*/ 6801144 h 6858000"/>
              <a:gd name="connsiteX373" fmla="*/ 2352406 w 7467600"/>
              <a:gd name="connsiteY373" fmla="*/ 6858000 h 6858000"/>
              <a:gd name="connsiteX374" fmla="*/ 2314492 w 7467600"/>
              <a:gd name="connsiteY374" fmla="*/ 6858000 h 6858000"/>
              <a:gd name="connsiteX375" fmla="*/ 2288095 w 7467600"/>
              <a:gd name="connsiteY375" fmla="*/ 6818030 h 6858000"/>
              <a:gd name="connsiteX376" fmla="*/ 2272768 w 7467600"/>
              <a:gd name="connsiteY376" fmla="*/ 6795822 h 6858000"/>
              <a:gd name="connsiteX377" fmla="*/ 2182715 w 7467600"/>
              <a:gd name="connsiteY377" fmla="*/ 6675071 h 6858000"/>
              <a:gd name="connsiteX378" fmla="*/ 2032061 w 7467600"/>
              <a:gd name="connsiteY378" fmla="*/ 6541380 h 6858000"/>
              <a:gd name="connsiteX379" fmla="*/ 2257220 w 7467600"/>
              <a:gd name="connsiteY379" fmla="*/ 6826257 h 6858000"/>
              <a:gd name="connsiteX380" fmla="*/ 2281324 w 7467600"/>
              <a:gd name="connsiteY380" fmla="*/ 6858000 h 6858000"/>
              <a:gd name="connsiteX381" fmla="*/ 2242860 w 7467600"/>
              <a:gd name="connsiteY381" fmla="*/ 6858000 h 6858000"/>
              <a:gd name="connsiteX382" fmla="*/ 2232818 w 7467600"/>
              <a:gd name="connsiteY382" fmla="*/ 6844926 h 6858000"/>
              <a:gd name="connsiteX383" fmla="*/ 1990172 w 7467600"/>
              <a:gd name="connsiteY383" fmla="*/ 6542121 h 6858000"/>
              <a:gd name="connsiteX384" fmla="*/ 2124090 w 7467600"/>
              <a:gd name="connsiteY384" fmla="*/ 6761017 h 6858000"/>
              <a:gd name="connsiteX385" fmla="*/ 2200380 w 7467600"/>
              <a:gd name="connsiteY385" fmla="*/ 6858000 h 6858000"/>
              <a:gd name="connsiteX386" fmla="*/ 2147507 w 7467600"/>
              <a:gd name="connsiteY386" fmla="*/ 6858000 h 6858000"/>
              <a:gd name="connsiteX387" fmla="*/ 2070668 w 7467600"/>
              <a:gd name="connsiteY387" fmla="*/ 6761520 h 6858000"/>
              <a:gd name="connsiteX388" fmla="*/ 1975142 w 7467600"/>
              <a:gd name="connsiteY388" fmla="*/ 6585570 h 6858000"/>
              <a:gd name="connsiteX389" fmla="*/ 2050035 w 7467600"/>
              <a:gd name="connsiteY389" fmla="*/ 6813345 h 6858000"/>
              <a:gd name="connsiteX390" fmla="*/ 2063025 w 7467600"/>
              <a:gd name="connsiteY390" fmla="*/ 6858000 h 6858000"/>
              <a:gd name="connsiteX391" fmla="*/ 2021675 w 7467600"/>
              <a:gd name="connsiteY391" fmla="*/ 6858000 h 6858000"/>
              <a:gd name="connsiteX392" fmla="*/ 2019308 w 7467600"/>
              <a:gd name="connsiteY392" fmla="*/ 6847118 h 6858000"/>
              <a:gd name="connsiteX393" fmla="*/ 1938835 w 7467600"/>
              <a:gd name="connsiteY393" fmla="*/ 6551160 h 6858000"/>
              <a:gd name="connsiteX394" fmla="*/ 1953230 w 7467600"/>
              <a:gd name="connsiteY394" fmla="*/ 6759699 h 6858000"/>
              <a:gd name="connsiteX395" fmla="*/ 1956763 w 7467600"/>
              <a:gd name="connsiteY395" fmla="*/ 6778191 h 6858000"/>
              <a:gd name="connsiteX396" fmla="*/ 1967925 w 7467600"/>
              <a:gd name="connsiteY396" fmla="*/ 6858000 h 6858000"/>
              <a:gd name="connsiteX397" fmla="*/ 1936622 w 7467600"/>
              <a:gd name="connsiteY397" fmla="*/ 6858000 h 6858000"/>
              <a:gd name="connsiteX398" fmla="*/ 1926261 w 7467600"/>
              <a:gd name="connsiteY398" fmla="*/ 6784064 h 6858000"/>
              <a:gd name="connsiteX399" fmla="*/ 1922724 w 7467600"/>
              <a:gd name="connsiteY399" fmla="*/ 6765577 h 6858000"/>
              <a:gd name="connsiteX400" fmla="*/ 1904650 w 7467600"/>
              <a:gd name="connsiteY400" fmla="*/ 6639616 h 6858000"/>
              <a:gd name="connsiteX401" fmla="*/ 1885273 w 7467600"/>
              <a:gd name="connsiteY401" fmla="*/ 6858000 h 6858000"/>
              <a:gd name="connsiteX402" fmla="*/ 1854363 w 7467600"/>
              <a:gd name="connsiteY402" fmla="*/ 6858000 h 6858000"/>
              <a:gd name="connsiteX403" fmla="*/ 1880391 w 7467600"/>
              <a:gd name="connsiteY403" fmla="*/ 6603796 h 6858000"/>
              <a:gd name="connsiteX404" fmla="*/ 1818273 w 7467600"/>
              <a:gd name="connsiteY404" fmla="*/ 6715729 h 6858000"/>
              <a:gd name="connsiteX405" fmla="*/ 1794691 w 7467600"/>
              <a:gd name="connsiteY405" fmla="*/ 6843239 h 6858000"/>
              <a:gd name="connsiteX406" fmla="*/ 1794914 w 7467600"/>
              <a:gd name="connsiteY406" fmla="*/ 6858000 h 6858000"/>
              <a:gd name="connsiteX407" fmla="*/ 1746128 w 7467600"/>
              <a:gd name="connsiteY407" fmla="*/ 6858000 h 6858000"/>
              <a:gd name="connsiteX408" fmla="*/ 1753934 w 7467600"/>
              <a:gd name="connsiteY408" fmla="*/ 6724796 h 6858000"/>
              <a:gd name="connsiteX409" fmla="*/ 1792053 w 7467600"/>
              <a:gd name="connsiteY409" fmla="*/ 6572396 h 6858000"/>
              <a:gd name="connsiteX410" fmla="*/ 1862248 w 7467600"/>
              <a:gd name="connsiteY410" fmla="*/ 6266397 h 6858000"/>
              <a:gd name="connsiteX411" fmla="*/ 1862250 w 7467600"/>
              <a:gd name="connsiteY411" fmla="*/ 6033531 h 6858000"/>
              <a:gd name="connsiteX412" fmla="*/ 1211999 w 7467600"/>
              <a:gd name="connsiteY412" fmla="*/ 6683610 h 6858000"/>
              <a:gd name="connsiteX413" fmla="*/ 1213266 w 7467600"/>
              <a:gd name="connsiteY413" fmla="*/ 6691947 h 6858000"/>
              <a:gd name="connsiteX414" fmla="*/ 1203370 w 7467600"/>
              <a:gd name="connsiteY414" fmla="*/ 6850676 h 6858000"/>
              <a:gd name="connsiteX415" fmla="*/ 1203671 w 7467600"/>
              <a:gd name="connsiteY415" fmla="*/ 6858000 h 6858000"/>
              <a:gd name="connsiteX416" fmla="*/ 1143180 w 7467600"/>
              <a:gd name="connsiteY416" fmla="*/ 6858000 h 6858000"/>
              <a:gd name="connsiteX417" fmla="*/ 1142176 w 7467600"/>
              <a:gd name="connsiteY417" fmla="*/ 6766045 h 6858000"/>
              <a:gd name="connsiteX418" fmla="*/ 1067484 w 7467600"/>
              <a:gd name="connsiteY418" fmla="*/ 6858000 h 6858000"/>
              <a:gd name="connsiteX419" fmla="*/ 953928 w 7467600"/>
              <a:gd name="connsiteY419" fmla="*/ 6858000 h 6858000"/>
              <a:gd name="connsiteX420" fmla="*/ 959715 w 7467600"/>
              <a:gd name="connsiteY420" fmla="*/ 6850185 h 6858000"/>
              <a:gd name="connsiteX421" fmla="*/ 1483788 w 7467600"/>
              <a:gd name="connsiteY421" fmla="*/ 6259174 h 6858000"/>
              <a:gd name="connsiteX422" fmla="*/ 1100671 w 7467600"/>
              <a:gd name="connsiteY422" fmla="*/ 6252137 h 6858000"/>
              <a:gd name="connsiteX423" fmla="*/ 1090144 w 7467600"/>
              <a:gd name="connsiteY423" fmla="*/ 6256748 h 6858000"/>
              <a:gd name="connsiteX424" fmla="*/ 1095872 w 7467600"/>
              <a:gd name="connsiteY424" fmla="*/ 6271892 h 6858000"/>
              <a:gd name="connsiteX425" fmla="*/ 262785 w 7467600"/>
              <a:gd name="connsiteY425" fmla="*/ 6845450 h 6858000"/>
              <a:gd name="connsiteX426" fmla="*/ 209968 w 7467600"/>
              <a:gd name="connsiteY426" fmla="*/ 6770713 h 6858000"/>
              <a:gd name="connsiteX427" fmla="*/ 873460 w 7467600"/>
              <a:gd name="connsiteY427" fmla="*/ 6253768 h 6858000"/>
              <a:gd name="connsiteX428" fmla="*/ 192686 w 7467600"/>
              <a:gd name="connsiteY428" fmla="*/ 5849257 h 6858000"/>
              <a:gd name="connsiteX429" fmla="*/ 4696 w 7467600"/>
              <a:gd name="connsiteY429" fmla="*/ 5697668 h 6858000"/>
              <a:gd name="connsiteX430" fmla="*/ 0 w 7467600"/>
              <a:gd name="connsiteY430" fmla="*/ 5689984 h 6858000"/>
              <a:gd name="connsiteX431" fmla="*/ 0 w 7467600"/>
              <a:gd name="connsiteY431" fmla="*/ 5513472 h 6858000"/>
              <a:gd name="connsiteX432" fmla="*/ 174101 w 7467600"/>
              <a:gd name="connsiteY432" fmla="*/ 5620277 h 6858000"/>
              <a:gd name="connsiteX433" fmla="*/ 891800 w 7467600"/>
              <a:gd name="connsiteY433" fmla="*/ 6036935 h 6858000"/>
              <a:gd name="connsiteX434" fmla="*/ 1072219 w 7467600"/>
              <a:gd name="connsiteY434" fmla="*/ 6169443 h 6858000"/>
              <a:gd name="connsiteX435" fmla="*/ 1074117 w 7467600"/>
              <a:gd name="connsiteY435" fmla="*/ 6170301 h 6858000"/>
              <a:gd name="connsiteX436" fmla="*/ 1083114 w 7467600"/>
              <a:gd name="connsiteY436" fmla="*/ 6174131 h 6858000"/>
              <a:gd name="connsiteX437" fmla="*/ 1543010 w 7467600"/>
              <a:gd name="connsiteY437" fmla="*/ 6191140 h 6858000"/>
              <a:gd name="connsiteX438" fmla="*/ 1551080 w 7467600"/>
              <a:gd name="connsiteY438" fmla="*/ 6195006 h 6858000"/>
              <a:gd name="connsiteX439" fmla="*/ 2345443 w 7467600"/>
              <a:gd name="connsiteY439" fmla="*/ 5549882 h 6858000"/>
              <a:gd name="connsiteX440" fmla="*/ 1721499 w 7467600"/>
              <a:gd name="connsiteY440" fmla="*/ 5599969 h 6858000"/>
              <a:gd name="connsiteX441" fmla="*/ 767716 w 7467600"/>
              <a:gd name="connsiteY441" fmla="*/ 5472768 h 6858000"/>
              <a:gd name="connsiteX442" fmla="*/ 722147 w 7467600"/>
              <a:gd name="connsiteY442" fmla="*/ 5393091 h 6858000"/>
              <a:gd name="connsiteX443" fmla="*/ 1485552 w 7467600"/>
              <a:gd name="connsiteY443" fmla="*/ 5313202 h 6858000"/>
              <a:gd name="connsiteX444" fmla="*/ 2143004 w 7467600"/>
              <a:gd name="connsiteY444" fmla="*/ 5402420 h 6858000"/>
              <a:gd name="connsiteX445" fmla="*/ 1933391 w 7467600"/>
              <a:gd name="connsiteY445" fmla="*/ 5156971 h 6858000"/>
              <a:gd name="connsiteX446" fmla="*/ 1827118 w 7467600"/>
              <a:gd name="connsiteY446" fmla="*/ 4968410 h 6858000"/>
              <a:gd name="connsiteX447" fmla="*/ 1837349 w 7467600"/>
              <a:gd name="connsiteY447" fmla="*/ 4956357 h 6858000"/>
              <a:gd name="connsiteX448" fmla="*/ 2162835 w 7467600"/>
              <a:gd name="connsiteY448" fmla="*/ 5187853 h 6858000"/>
              <a:gd name="connsiteX449" fmla="*/ 2257167 w 7467600"/>
              <a:gd name="connsiteY449" fmla="*/ 5462123 h 6858000"/>
              <a:gd name="connsiteX450" fmla="*/ 2261598 w 7467600"/>
              <a:gd name="connsiteY450" fmla="*/ 5467998 h 6858000"/>
              <a:gd name="connsiteX451" fmla="*/ 2437177 w 7467600"/>
              <a:gd name="connsiteY451" fmla="*/ 5479608 h 6858000"/>
              <a:gd name="connsiteX452" fmla="*/ 2445247 w 7467600"/>
              <a:gd name="connsiteY452" fmla="*/ 5483476 h 6858000"/>
              <a:gd name="connsiteX453" fmla="*/ 2743626 w 7467600"/>
              <a:gd name="connsiteY453" fmla="*/ 5304819 h 6858000"/>
              <a:gd name="connsiteX454" fmla="*/ 3048102 w 7467600"/>
              <a:gd name="connsiteY454" fmla="*/ 5150595 h 6858000"/>
              <a:gd name="connsiteX455" fmla="*/ 1799414 w 7467600"/>
              <a:gd name="connsiteY455" fmla="*/ 4694732 h 6858000"/>
              <a:gd name="connsiteX456" fmla="*/ 1771735 w 7467600"/>
              <a:gd name="connsiteY456" fmla="*/ 4619929 h 6858000"/>
              <a:gd name="connsiteX457" fmla="*/ 3104273 w 7467600"/>
              <a:gd name="connsiteY457" fmla="*/ 5076159 h 6858000"/>
              <a:gd name="connsiteX458" fmla="*/ 3113245 w 7467600"/>
              <a:gd name="connsiteY458" fmla="*/ 5090705 h 6858000"/>
              <a:gd name="connsiteX459" fmla="*/ 3126294 w 7467600"/>
              <a:gd name="connsiteY459" fmla="*/ 5114400 h 6858000"/>
              <a:gd name="connsiteX460" fmla="*/ 3937433 w 7467600"/>
              <a:gd name="connsiteY460" fmla="*/ 4830473 h 6858000"/>
              <a:gd name="connsiteX461" fmla="*/ 3590475 w 7467600"/>
              <a:gd name="connsiteY461" fmla="*/ 4597974 h 6858000"/>
              <a:gd name="connsiteX462" fmla="*/ 3100264 w 7467600"/>
              <a:gd name="connsiteY462" fmla="*/ 4579845 h 6858000"/>
              <a:gd name="connsiteX463" fmla="*/ 2183576 w 7467600"/>
              <a:gd name="connsiteY463" fmla="*/ 4227150 h 6858000"/>
              <a:gd name="connsiteX464" fmla="*/ 2151029 w 7467600"/>
              <a:gd name="connsiteY464" fmla="*/ 4146947 h 6858000"/>
              <a:gd name="connsiteX465" fmla="*/ 3563434 w 7467600"/>
              <a:gd name="connsiteY465" fmla="*/ 4469115 h 6858000"/>
              <a:gd name="connsiteX466" fmla="*/ 3177952 w 7467600"/>
              <a:gd name="connsiteY466" fmla="*/ 3657386 h 6858000"/>
              <a:gd name="connsiteX467" fmla="*/ 3189263 w 7467600"/>
              <a:gd name="connsiteY467" fmla="*/ 3625726 h 6858000"/>
              <a:gd name="connsiteX468" fmla="*/ 3560912 w 7467600"/>
              <a:gd name="connsiteY468" fmla="*/ 4079863 h 6858000"/>
              <a:gd name="connsiteX469" fmla="*/ 3626636 w 7467600"/>
              <a:gd name="connsiteY469" fmla="*/ 4512230 h 6858000"/>
              <a:gd name="connsiteX470" fmla="*/ 3653088 w 7467600"/>
              <a:gd name="connsiteY470" fmla="*/ 4521417 h 6858000"/>
              <a:gd name="connsiteX471" fmla="*/ 3988128 w 7467600"/>
              <a:gd name="connsiteY471" fmla="*/ 4817267 h 6858000"/>
              <a:gd name="connsiteX472" fmla="*/ 4830582 w 7467600"/>
              <a:gd name="connsiteY472" fmla="*/ 4676000 h 6858000"/>
              <a:gd name="connsiteX473" fmla="*/ 4830100 w 7467600"/>
              <a:gd name="connsiteY473" fmla="*/ 4675554 h 6858000"/>
              <a:gd name="connsiteX474" fmla="*/ 4036318 w 7467600"/>
              <a:gd name="connsiteY474" fmla="*/ 4147013 h 6858000"/>
              <a:gd name="connsiteX475" fmla="*/ 3432098 w 7467600"/>
              <a:gd name="connsiteY475" fmla="*/ 3537312 h 6858000"/>
              <a:gd name="connsiteX476" fmla="*/ 3446761 w 7467600"/>
              <a:gd name="connsiteY476" fmla="*/ 3461278 h 6858000"/>
              <a:gd name="connsiteX477" fmla="*/ 4419733 w 7467600"/>
              <a:gd name="connsiteY477" fmla="*/ 3963555 h 6858000"/>
              <a:gd name="connsiteX478" fmla="*/ 4781371 w 7467600"/>
              <a:gd name="connsiteY478" fmla="*/ 4458604 h 6858000"/>
              <a:gd name="connsiteX479" fmla="*/ 4780440 w 7467600"/>
              <a:gd name="connsiteY479" fmla="*/ 4470290 h 6858000"/>
              <a:gd name="connsiteX480" fmla="*/ 4898954 w 7467600"/>
              <a:gd name="connsiteY480" fmla="*/ 4662092 h 6858000"/>
              <a:gd name="connsiteX481" fmla="*/ 4900699 w 7467600"/>
              <a:gd name="connsiteY481" fmla="*/ 4670867 h 6858000"/>
              <a:gd name="connsiteX482" fmla="*/ 5714511 w 7467600"/>
              <a:gd name="connsiteY482" fmla="*/ 4663483 h 6858000"/>
              <a:gd name="connsiteX483" fmla="*/ 5464793 w 7467600"/>
              <a:gd name="connsiteY483" fmla="*/ 4393556 h 6858000"/>
              <a:gd name="connsiteX484" fmla="*/ 5461897 w 7467600"/>
              <a:gd name="connsiteY484" fmla="*/ 4390879 h 6858000"/>
              <a:gd name="connsiteX485" fmla="*/ 4294126 w 7467600"/>
              <a:gd name="connsiteY485" fmla="*/ 3303048 h 6858000"/>
              <a:gd name="connsiteX486" fmla="*/ 4305321 w 7467600"/>
              <a:gd name="connsiteY486" fmla="*/ 3256953 h 6858000"/>
              <a:gd name="connsiteX487" fmla="*/ 4949299 w 7467600"/>
              <a:gd name="connsiteY487" fmla="*/ 3766336 h 6858000"/>
              <a:gd name="connsiteX488" fmla="*/ 5291452 w 7467600"/>
              <a:gd name="connsiteY488" fmla="*/ 4076801 h 6858000"/>
              <a:gd name="connsiteX489" fmla="*/ 5434998 w 7467600"/>
              <a:gd name="connsiteY489" fmla="*/ 4254100 h 6858000"/>
              <a:gd name="connsiteX490" fmla="*/ 5351015 w 7467600"/>
              <a:gd name="connsiteY490" fmla="*/ 3760989 h 6858000"/>
              <a:gd name="connsiteX491" fmla="*/ 5413780 w 7467600"/>
              <a:gd name="connsiteY491" fmla="*/ 2966265 h 6858000"/>
              <a:gd name="connsiteX492" fmla="*/ 5425627 w 7467600"/>
              <a:gd name="connsiteY492" fmla="*/ 2954192 h 6858000"/>
              <a:gd name="connsiteX493" fmla="*/ 6604735 w 7467600"/>
              <a:gd name="connsiteY493" fmla="*/ 2041381 h 6858000"/>
              <a:gd name="connsiteX494" fmla="*/ 7204487 w 7467600"/>
              <a:gd name="connsiteY494" fmla="*/ 2742112 h 6858000"/>
              <a:gd name="connsiteX495" fmla="*/ 7131592 w 7467600"/>
              <a:gd name="connsiteY495" fmla="*/ 2672096 h 6858000"/>
              <a:gd name="connsiteX496" fmla="*/ 6996344 w 7467600"/>
              <a:gd name="connsiteY496" fmla="*/ 2518310 h 6858000"/>
              <a:gd name="connsiteX497" fmla="*/ 6735495 w 7467600"/>
              <a:gd name="connsiteY497" fmla="*/ 2196890 h 6858000"/>
              <a:gd name="connsiteX498" fmla="*/ 6721901 w 7467600"/>
              <a:gd name="connsiteY498" fmla="*/ 2179274 h 6858000"/>
              <a:gd name="connsiteX499" fmla="*/ 6604735 w 7467600"/>
              <a:gd name="connsiteY499" fmla="*/ 2041381 h 6858000"/>
              <a:gd name="connsiteX500" fmla="*/ 6591670 w 7467600"/>
              <a:gd name="connsiteY500" fmla="*/ 1988277 h 6858000"/>
              <a:gd name="connsiteX501" fmla="*/ 6747349 w 7467600"/>
              <a:gd name="connsiteY501" fmla="*/ 2160069 h 6858000"/>
              <a:gd name="connsiteX502" fmla="*/ 6760943 w 7467600"/>
              <a:gd name="connsiteY502" fmla="*/ 2177686 h 6858000"/>
              <a:gd name="connsiteX503" fmla="*/ 7021065 w 7467600"/>
              <a:gd name="connsiteY503" fmla="*/ 2498102 h 6858000"/>
              <a:gd name="connsiteX504" fmla="*/ 7155223 w 7467600"/>
              <a:gd name="connsiteY504" fmla="*/ 2650386 h 6858000"/>
              <a:gd name="connsiteX505" fmla="*/ 7203167 w 7467600"/>
              <a:gd name="connsiteY505" fmla="*/ 2697288 h 6858000"/>
              <a:gd name="connsiteX506" fmla="*/ 6937703 w 7467600"/>
              <a:gd name="connsiteY506" fmla="*/ 2321981 h 6858000"/>
              <a:gd name="connsiteX507" fmla="*/ 6591670 w 7467600"/>
              <a:gd name="connsiteY507" fmla="*/ 1988277 h 6858000"/>
              <a:gd name="connsiteX508" fmla="*/ 5798671 w 7467600"/>
              <a:gd name="connsiteY508" fmla="*/ 1981601 h 6858000"/>
              <a:gd name="connsiteX509" fmla="*/ 5754709 w 7467600"/>
              <a:gd name="connsiteY509" fmla="*/ 2071454 h 6858000"/>
              <a:gd name="connsiteX510" fmla="*/ 5763044 w 7467600"/>
              <a:gd name="connsiteY510" fmla="*/ 2842206 h 6858000"/>
              <a:gd name="connsiteX511" fmla="*/ 5764974 w 7467600"/>
              <a:gd name="connsiteY511" fmla="*/ 2799609 h 6858000"/>
              <a:gd name="connsiteX512" fmla="*/ 5767665 w 7467600"/>
              <a:gd name="connsiteY512" fmla="*/ 2666409 h 6858000"/>
              <a:gd name="connsiteX513" fmla="*/ 5763055 w 7467600"/>
              <a:gd name="connsiteY513" fmla="*/ 2579705 h 6858000"/>
              <a:gd name="connsiteX514" fmla="*/ 5758079 w 7467600"/>
              <a:gd name="connsiteY514" fmla="*/ 2492508 h 6858000"/>
              <a:gd name="connsiteX515" fmla="*/ 5779325 w 7467600"/>
              <a:gd name="connsiteY515" fmla="*/ 2197069 h 6858000"/>
              <a:gd name="connsiteX516" fmla="*/ 5798671 w 7467600"/>
              <a:gd name="connsiteY516" fmla="*/ 1981601 h 6858000"/>
              <a:gd name="connsiteX517" fmla="*/ 5829202 w 7467600"/>
              <a:gd name="connsiteY517" fmla="*/ 1971679 h 6858000"/>
              <a:gd name="connsiteX518" fmla="*/ 5809558 w 7467600"/>
              <a:gd name="connsiteY518" fmla="*/ 2198043 h 6858000"/>
              <a:gd name="connsiteX519" fmla="*/ 5788653 w 7467600"/>
              <a:gd name="connsiteY519" fmla="*/ 2489430 h 6858000"/>
              <a:gd name="connsiteX520" fmla="*/ 5793439 w 7467600"/>
              <a:gd name="connsiteY520" fmla="*/ 2575235 h 6858000"/>
              <a:gd name="connsiteX521" fmla="*/ 5796837 w 7467600"/>
              <a:gd name="connsiteY521" fmla="*/ 2637633 h 6858000"/>
              <a:gd name="connsiteX522" fmla="*/ 5818614 w 7467600"/>
              <a:gd name="connsiteY522" fmla="*/ 2473055 h 6858000"/>
              <a:gd name="connsiteX523" fmla="*/ 5829202 w 7467600"/>
              <a:gd name="connsiteY523" fmla="*/ 1971679 h 6858000"/>
              <a:gd name="connsiteX524" fmla="*/ 5911389 w 7467600"/>
              <a:gd name="connsiteY524" fmla="*/ 1898371 h 6858000"/>
              <a:gd name="connsiteX525" fmla="*/ 6237627 w 7467600"/>
              <a:gd name="connsiteY525" fmla="*/ 2231921 h 6858000"/>
              <a:gd name="connsiteX526" fmla="*/ 5911389 w 7467600"/>
              <a:gd name="connsiteY526" fmla="*/ 1898371 h 6858000"/>
              <a:gd name="connsiteX527" fmla="*/ 6944437 w 7467600"/>
              <a:gd name="connsiteY527" fmla="*/ 1575402 h 6858000"/>
              <a:gd name="connsiteX528" fmla="*/ 6304730 w 7467600"/>
              <a:gd name="connsiteY528" fmla="*/ 1766654 h 6858000"/>
              <a:gd name="connsiteX529" fmla="*/ 6944437 w 7467600"/>
              <a:gd name="connsiteY529" fmla="*/ 1575402 h 6858000"/>
              <a:gd name="connsiteX530" fmla="*/ 7019523 w 7467600"/>
              <a:gd name="connsiteY530" fmla="*/ 1519450 h 6858000"/>
              <a:gd name="connsiteX531" fmla="*/ 6298091 w 7467600"/>
              <a:gd name="connsiteY531" fmla="*/ 1737122 h 6858000"/>
              <a:gd name="connsiteX532" fmla="*/ 7019523 w 7467600"/>
              <a:gd name="connsiteY532" fmla="*/ 1519450 h 6858000"/>
              <a:gd name="connsiteX533" fmla="*/ 2399523 w 7467600"/>
              <a:gd name="connsiteY533" fmla="*/ 1428234 h 6858000"/>
              <a:gd name="connsiteX534" fmla="*/ 2224982 w 7467600"/>
              <a:gd name="connsiteY534" fmla="*/ 1826201 h 6858000"/>
              <a:gd name="connsiteX535" fmla="*/ 2096099 w 7467600"/>
              <a:gd name="connsiteY535" fmla="*/ 2345900 h 6858000"/>
              <a:gd name="connsiteX536" fmla="*/ 2283317 w 7467600"/>
              <a:gd name="connsiteY536" fmla="*/ 1796925 h 6858000"/>
              <a:gd name="connsiteX537" fmla="*/ 2399523 w 7467600"/>
              <a:gd name="connsiteY537" fmla="*/ 1428234 h 6858000"/>
              <a:gd name="connsiteX538" fmla="*/ 2448558 w 7467600"/>
              <a:gd name="connsiteY538" fmla="*/ 1373435 h 6858000"/>
              <a:gd name="connsiteX539" fmla="*/ 2312521 w 7467600"/>
              <a:gd name="connsiteY539" fmla="*/ 1806140 h 6858000"/>
              <a:gd name="connsiteX540" fmla="*/ 2127533 w 7467600"/>
              <a:gd name="connsiteY540" fmla="*/ 2348380 h 6858000"/>
              <a:gd name="connsiteX541" fmla="*/ 2358080 w 7467600"/>
              <a:gd name="connsiteY541" fmla="*/ 1866134 h 6858000"/>
              <a:gd name="connsiteX542" fmla="*/ 2407436 w 7467600"/>
              <a:gd name="connsiteY542" fmla="*/ 1651070 h 6858000"/>
              <a:gd name="connsiteX543" fmla="*/ 2448558 w 7467600"/>
              <a:gd name="connsiteY543" fmla="*/ 1373435 h 6858000"/>
              <a:gd name="connsiteX544" fmla="*/ 278707 w 7467600"/>
              <a:gd name="connsiteY544" fmla="*/ 1352270 h 6858000"/>
              <a:gd name="connsiteX545" fmla="*/ 321570 w 7467600"/>
              <a:gd name="connsiteY545" fmla="*/ 1861610 h 6858000"/>
              <a:gd name="connsiteX546" fmla="*/ 294281 w 7467600"/>
              <a:gd name="connsiteY546" fmla="*/ 1440658 h 6858000"/>
              <a:gd name="connsiteX547" fmla="*/ 278707 w 7467600"/>
              <a:gd name="connsiteY547" fmla="*/ 1352270 h 6858000"/>
              <a:gd name="connsiteX548" fmla="*/ 1423821 w 7467600"/>
              <a:gd name="connsiteY548" fmla="*/ 1351958 h 6858000"/>
              <a:gd name="connsiteX549" fmla="*/ 1638521 w 7467600"/>
              <a:gd name="connsiteY549" fmla="*/ 1908470 h 6858000"/>
              <a:gd name="connsiteX550" fmla="*/ 1754199 w 7467600"/>
              <a:gd name="connsiteY550" fmla="*/ 2149284 h 6858000"/>
              <a:gd name="connsiteX551" fmla="*/ 1908359 w 7467600"/>
              <a:gd name="connsiteY551" fmla="*/ 2364988 h 6858000"/>
              <a:gd name="connsiteX552" fmla="*/ 1647661 w 7467600"/>
              <a:gd name="connsiteY552" fmla="*/ 1825945 h 6858000"/>
              <a:gd name="connsiteX553" fmla="*/ 1423821 w 7467600"/>
              <a:gd name="connsiteY553" fmla="*/ 1351958 h 6858000"/>
              <a:gd name="connsiteX554" fmla="*/ 1431890 w 7467600"/>
              <a:gd name="connsiteY554" fmla="*/ 1306475 h 6858000"/>
              <a:gd name="connsiteX555" fmla="*/ 1507597 w 7467600"/>
              <a:gd name="connsiteY555" fmla="*/ 1446132 h 6858000"/>
              <a:gd name="connsiteX556" fmla="*/ 1674586 w 7467600"/>
              <a:gd name="connsiteY556" fmla="*/ 1813832 h 6858000"/>
              <a:gd name="connsiteX557" fmla="*/ 1815950 w 7467600"/>
              <a:gd name="connsiteY557" fmla="*/ 2128564 h 6858000"/>
              <a:gd name="connsiteX558" fmla="*/ 1984242 w 7467600"/>
              <a:gd name="connsiteY558" fmla="*/ 2430829 h 6858000"/>
              <a:gd name="connsiteX559" fmla="*/ 2014023 w 7467600"/>
              <a:gd name="connsiteY559" fmla="*/ 2450995 h 6858000"/>
              <a:gd name="connsiteX560" fmla="*/ 1747337 w 7467600"/>
              <a:gd name="connsiteY560" fmla="*/ 1855264 h 6858000"/>
              <a:gd name="connsiteX561" fmla="*/ 1533749 w 7467600"/>
              <a:gd name="connsiteY561" fmla="*/ 1478656 h 6858000"/>
              <a:gd name="connsiteX562" fmla="*/ 1431890 w 7467600"/>
              <a:gd name="connsiteY562" fmla="*/ 1306475 h 6858000"/>
              <a:gd name="connsiteX563" fmla="*/ 5052692 w 7467600"/>
              <a:gd name="connsiteY563" fmla="*/ 1292994 h 6858000"/>
              <a:gd name="connsiteX564" fmla="*/ 5200661 w 7467600"/>
              <a:gd name="connsiteY564" fmla="*/ 1635186 h 6858000"/>
              <a:gd name="connsiteX565" fmla="*/ 5297138 w 7467600"/>
              <a:gd name="connsiteY565" fmla="*/ 1906351 h 6858000"/>
              <a:gd name="connsiteX566" fmla="*/ 5052692 w 7467600"/>
              <a:gd name="connsiteY566" fmla="*/ 1292994 h 6858000"/>
              <a:gd name="connsiteX567" fmla="*/ 5009948 w 7467600"/>
              <a:gd name="connsiteY567" fmla="*/ 1273619 h 6858000"/>
              <a:gd name="connsiteX568" fmla="*/ 5121777 w 7467600"/>
              <a:gd name="connsiteY568" fmla="*/ 1654213 h 6858000"/>
              <a:gd name="connsiteX569" fmla="*/ 5293545 w 7467600"/>
              <a:gd name="connsiteY569" fmla="*/ 2072247 h 6858000"/>
              <a:gd name="connsiteX570" fmla="*/ 5294042 w 7467600"/>
              <a:gd name="connsiteY570" fmla="*/ 2065019 h 6858000"/>
              <a:gd name="connsiteX571" fmla="*/ 5171936 w 7467600"/>
              <a:gd name="connsiteY571" fmla="*/ 1647613 h 6858000"/>
              <a:gd name="connsiteX572" fmla="*/ 5009948 w 7467600"/>
              <a:gd name="connsiteY572" fmla="*/ 1273619 h 6858000"/>
              <a:gd name="connsiteX573" fmla="*/ 655236 w 7467600"/>
              <a:gd name="connsiteY573" fmla="*/ 1268632 h 6858000"/>
              <a:gd name="connsiteX574" fmla="*/ 839521 w 7467600"/>
              <a:gd name="connsiteY574" fmla="*/ 1685315 h 6858000"/>
              <a:gd name="connsiteX575" fmla="*/ 1109416 w 7467600"/>
              <a:gd name="connsiteY575" fmla="*/ 2061663 h 6858000"/>
              <a:gd name="connsiteX576" fmla="*/ 1298300 w 7467600"/>
              <a:gd name="connsiteY576" fmla="*/ 2247742 h 6858000"/>
              <a:gd name="connsiteX577" fmla="*/ 1125871 w 7467600"/>
              <a:gd name="connsiteY577" fmla="*/ 1989513 h 6858000"/>
              <a:gd name="connsiteX578" fmla="*/ 981574 w 7467600"/>
              <a:gd name="connsiteY578" fmla="*/ 1783157 h 6858000"/>
              <a:gd name="connsiteX579" fmla="*/ 922198 w 7467600"/>
              <a:gd name="connsiteY579" fmla="*/ 1677437 h 6858000"/>
              <a:gd name="connsiteX580" fmla="*/ 869293 w 7467600"/>
              <a:gd name="connsiteY580" fmla="*/ 1583214 h 6858000"/>
              <a:gd name="connsiteX581" fmla="*/ 751431 w 7467600"/>
              <a:gd name="connsiteY581" fmla="*/ 1405731 h 6858000"/>
              <a:gd name="connsiteX582" fmla="*/ 655236 w 7467600"/>
              <a:gd name="connsiteY582" fmla="*/ 1268632 h 6858000"/>
              <a:gd name="connsiteX583" fmla="*/ 6516292 w 7467600"/>
              <a:gd name="connsiteY583" fmla="*/ 1263064 h 6858000"/>
              <a:gd name="connsiteX584" fmla="*/ 5736320 w 7467600"/>
              <a:gd name="connsiteY584" fmla="*/ 1501803 h 6858000"/>
              <a:gd name="connsiteX585" fmla="*/ 6516292 w 7467600"/>
              <a:gd name="connsiteY585" fmla="*/ 1263064 h 6858000"/>
              <a:gd name="connsiteX586" fmla="*/ 291466 w 7467600"/>
              <a:gd name="connsiteY586" fmla="*/ 1250369 h 6858000"/>
              <a:gd name="connsiteX587" fmla="*/ 323180 w 7467600"/>
              <a:gd name="connsiteY587" fmla="*/ 1435283 h 6858000"/>
              <a:gd name="connsiteX588" fmla="*/ 349381 w 7467600"/>
              <a:gd name="connsiteY588" fmla="*/ 1875041 h 6858000"/>
              <a:gd name="connsiteX589" fmla="*/ 374363 w 7467600"/>
              <a:gd name="connsiteY589" fmla="*/ 1506494 h 6858000"/>
              <a:gd name="connsiteX590" fmla="*/ 302168 w 7467600"/>
              <a:gd name="connsiteY590" fmla="*/ 1274495 h 6858000"/>
              <a:gd name="connsiteX591" fmla="*/ 291466 w 7467600"/>
              <a:gd name="connsiteY591" fmla="*/ 1250369 h 6858000"/>
              <a:gd name="connsiteX592" fmla="*/ 678222 w 7467600"/>
              <a:gd name="connsiteY592" fmla="*/ 1248670 h 6858000"/>
              <a:gd name="connsiteX593" fmla="*/ 775536 w 7467600"/>
              <a:gd name="connsiteY593" fmla="*/ 1388015 h 6858000"/>
              <a:gd name="connsiteX594" fmla="*/ 894529 w 7467600"/>
              <a:gd name="connsiteY594" fmla="*/ 1567739 h 6858000"/>
              <a:gd name="connsiteX595" fmla="*/ 948000 w 7467600"/>
              <a:gd name="connsiteY595" fmla="*/ 1663088 h 6858000"/>
              <a:gd name="connsiteX596" fmla="*/ 1006812 w 7467600"/>
              <a:gd name="connsiteY596" fmla="*/ 1767683 h 6858000"/>
              <a:gd name="connsiteX597" fmla="*/ 1149133 w 7467600"/>
              <a:gd name="connsiteY597" fmla="*/ 1971513 h 6858000"/>
              <a:gd name="connsiteX598" fmla="*/ 1333952 w 7467600"/>
              <a:gd name="connsiteY598" fmla="*/ 2251620 h 6858000"/>
              <a:gd name="connsiteX599" fmla="*/ 1337329 w 7467600"/>
              <a:gd name="connsiteY599" fmla="*/ 2258350 h 6858000"/>
              <a:gd name="connsiteX600" fmla="*/ 1014726 w 7467600"/>
              <a:gd name="connsiteY600" fmla="*/ 1615556 h 6858000"/>
              <a:gd name="connsiteX601" fmla="*/ 678222 w 7467600"/>
              <a:gd name="connsiteY601" fmla="*/ 1248670 h 6858000"/>
              <a:gd name="connsiteX602" fmla="*/ 6691602 w 7467600"/>
              <a:gd name="connsiteY602" fmla="*/ 1140573 h 6858000"/>
              <a:gd name="connsiteX603" fmla="*/ 6571100 w 7467600"/>
              <a:gd name="connsiteY603" fmla="*/ 1183662 h 6858000"/>
              <a:gd name="connsiteX604" fmla="*/ 6241687 w 7467600"/>
              <a:gd name="connsiteY604" fmla="*/ 1257600 h 6858000"/>
              <a:gd name="connsiteX605" fmla="*/ 5693009 w 7467600"/>
              <a:gd name="connsiteY605" fmla="*/ 1478256 h 6858000"/>
              <a:gd name="connsiteX606" fmla="*/ 6548420 w 7467600"/>
              <a:gd name="connsiteY606" fmla="*/ 1214599 h 6858000"/>
              <a:gd name="connsiteX607" fmla="*/ 6605473 w 7467600"/>
              <a:gd name="connsiteY607" fmla="*/ 1184686 h 6858000"/>
              <a:gd name="connsiteX608" fmla="*/ 6691602 w 7467600"/>
              <a:gd name="connsiteY608" fmla="*/ 1140573 h 6858000"/>
              <a:gd name="connsiteX609" fmla="*/ 4002475 w 7467600"/>
              <a:gd name="connsiteY609" fmla="*/ 1037802 h 6858000"/>
              <a:gd name="connsiteX610" fmla="*/ 4000324 w 7467600"/>
              <a:gd name="connsiteY610" fmla="*/ 1039362 h 6858000"/>
              <a:gd name="connsiteX611" fmla="*/ 4002862 w 7467600"/>
              <a:gd name="connsiteY611" fmla="*/ 1042866 h 6858000"/>
              <a:gd name="connsiteX612" fmla="*/ 4002475 w 7467600"/>
              <a:gd name="connsiteY612" fmla="*/ 1037802 h 6858000"/>
              <a:gd name="connsiteX613" fmla="*/ 506322 w 7467600"/>
              <a:gd name="connsiteY613" fmla="*/ 1020997 h 6858000"/>
              <a:gd name="connsiteX614" fmla="*/ 533068 w 7467600"/>
              <a:gd name="connsiteY614" fmla="*/ 1029409 h 6858000"/>
              <a:gd name="connsiteX615" fmla="*/ 1232525 w 7467600"/>
              <a:gd name="connsiteY615" fmla="*/ 1804675 h 6858000"/>
              <a:gd name="connsiteX616" fmla="*/ 1388858 w 7467600"/>
              <a:gd name="connsiteY616" fmla="*/ 2368011 h 6858000"/>
              <a:gd name="connsiteX617" fmla="*/ 1384098 w 7467600"/>
              <a:gd name="connsiteY617" fmla="*/ 2378125 h 6858000"/>
              <a:gd name="connsiteX618" fmla="*/ 1425393 w 7467600"/>
              <a:gd name="connsiteY618" fmla="*/ 2589124 h 6858000"/>
              <a:gd name="connsiteX619" fmla="*/ 1424001 w 7467600"/>
              <a:gd name="connsiteY619" fmla="*/ 2597541 h 6858000"/>
              <a:gd name="connsiteX620" fmla="*/ 2152729 w 7467600"/>
              <a:gd name="connsiteY620" fmla="*/ 2864487 h 6858000"/>
              <a:gd name="connsiteX621" fmla="*/ 2020609 w 7467600"/>
              <a:gd name="connsiteY621" fmla="*/ 2539671 h 6858000"/>
              <a:gd name="connsiteX622" fmla="*/ 2018920 w 7467600"/>
              <a:gd name="connsiteY622" fmla="*/ 2536309 h 6858000"/>
              <a:gd name="connsiteX623" fmla="*/ 1342441 w 7467600"/>
              <a:gd name="connsiteY623" fmla="*/ 1173017 h 6858000"/>
              <a:gd name="connsiteX624" fmla="*/ 1367925 w 7467600"/>
              <a:gd name="connsiteY624" fmla="*/ 1135648 h 6858000"/>
              <a:gd name="connsiteX625" fmla="*/ 1771401 w 7467600"/>
              <a:gd name="connsiteY625" fmla="*/ 1806673 h 6858000"/>
              <a:gd name="connsiteX626" fmla="*/ 1972385 w 7467600"/>
              <a:gd name="connsiteY626" fmla="*/ 2198735 h 6858000"/>
              <a:gd name="connsiteX627" fmla="*/ 2040892 w 7467600"/>
              <a:gd name="connsiteY627" fmla="*/ 2405205 h 6858000"/>
              <a:gd name="connsiteX628" fmla="*/ 2131689 w 7467600"/>
              <a:gd name="connsiteY628" fmla="*/ 1936926 h 6858000"/>
              <a:gd name="connsiteX629" fmla="*/ 2454820 w 7467600"/>
              <a:gd name="connsiteY629" fmla="*/ 1248808 h 6858000"/>
              <a:gd name="connsiteX630" fmla="*/ 2492512 w 7467600"/>
              <a:gd name="connsiteY630" fmla="*/ 1302920 h 6858000"/>
              <a:gd name="connsiteX631" fmla="*/ 2081216 w 7467600"/>
              <a:gd name="connsiteY631" fmla="*/ 2527513 h 6858000"/>
              <a:gd name="connsiteX632" fmla="*/ 2081211 w 7467600"/>
              <a:gd name="connsiteY632" fmla="*/ 2528916 h 6858000"/>
              <a:gd name="connsiteX633" fmla="*/ 2199067 w 7467600"/>
              <a:gd name="connsiteY633" fmla="*/ 2884061 h 6858000"/>
              <a:gd name="connsiteX634" fmla="*/ 3192586 w 7467600"/>
              <a:gd name="connsiteY634" fmla="*/ 3411496 h 6858000"/>
              <a:gd name="connsiteX635" fmla="*/ 3182620 w 7467600"/>
              <a:gd name="connsiteY635" fmla="*/ 3483279 h 6858000"/>
              <a:gd name="connsiteX636" fmla="*/ 2435119 w 7467600"/>
              <a:gd name="connsiteY636" fmla="*/ 3080173 h 6858000"/>
              <a:gd name="connsiteX637" fmla="*/ 2410152 w 7467600"/>
              <a:gd name="connsiteY637" fmla="*/ 3063751 h 6858000"/>
              <a:gd name="connsiteX638" fmla="*/ 2408099 w 7467600"/>
              <a:gd name="connsiteY638" fmla="*/ 3064403 h 6858000"/>
              <a:gd name="connsiteX639" fmla="*/ 2407218 w 7467600"/>
              <a:gd name="connsiteY639" fmla="*/ 3070324 h 6858000"/>
              <a:gd name="connsiteX640" fmla="*/ 2380138 w 7467600"/>
              <a:gd name="connsiteY640" fmla="*/ 3099341 h 6858000"/>
              <a:gd name="connsiteX641" fmla="*/ 1765923 w 7467600"/>
              <a:gd name="connsiteY641" fmla="*/ 3581043 h 6858000"/>
              <a:gd name="connsiteX642" fmla="*/ 1702258 w 7467600"/>
              <a:gd name="connsiteY642" fmla="*/ 3612286 h 6858000"/>
              <a:gd name="connsiteX643" fmla="*/ 1538370 w 7467600"/>
              <a:gd name="connsiteY643" fmla="*/ 3811804 h 6858000"/>
              <a:gd name="connsiteX644" fmla="*/ 542867 w 7467600"/>
              <a:gd name="connsiteY644" fmla="*/ 4944092 h 6858000"/>
              <a:gd name="connsiteX645" fmla="*/ 515800 w 7467600"/>
              <a:gd name="connsiteY645" fmla="*/ 4862180 h 6858000"/>
              <a:gd name="connsiteX646" fmla="*/ 909145 w 7467600"/>
              <a:gd name="connsiteY646" fmla="*/ 4199225 h 6858000"/>
              <a:gd name="connsiteX647" fmla="*/ 1214067 w 7467600"/>
              <a:gd name="connsiteY647" fmla="*/ 3908561 h 6858000"/>
              <a:gd name="connsiteX648" fmla="*/ 640967 w 7467600"/>
              <a:gd name="connsiteY648" fmla="*/ 4105601 h 6858000"/>
              <a:gd name="connsiteX649" fmla="*/ 112563 w 7467600"/>
              <a:gd name="connsiteY649" fmla="*/ 4396952 h 6858000"/>
              <a:gd name="connsiteX650" fmla="*/ 0 w 7467600"/>
              <a:gd name="connsiteY650" fmla="*/ 4466006 h 6858000"/>
              <a:gd name="connsiteX651" fmla="*/ 0 w 7467600"/>
              <a:gd name="connsiteY651" fmla="*/ 4233763 h 6858000"/>
              <a:gd name="connsiteX652" fmla="*/ 36881 w 7467600"/>
              <a:gd name="connsiteY652" fmla="*/ 4200118 h 6858000"/>
              <a:gd name="connsiteX653" fmla="*/ 910534 w 7467600"/>
              <a:gd name="connsiteY653" fmla="*/ 3629753 h 6858000"/>
              <a:gd name="connsiteX654" fmla="*/ 1578717 w 7467600"/>
              <a:gd name="connsiteY654" fmla="*/ 3575982 h 6858000"/>
              <a:gd name="connsiteX655" fmla="*/ 2338780 w 7467600"/>
              <a:gd name="connsiteY655" fmla="*/ 3033725 h 6858000"/>
              <a:gd name="connsiteX656" fmla="*/ 1807991 w 7467600"/>
              <a:gd name="connsiteY656" fmla="*/ 2807184 h 6858000"/>
              <a:gd name="connsiteX657" fmla="*/ 1416358 w 7467600"/>
              <a:gd name="connsiteY657" fmla="*/ 3112571 h 6858000"/>
              <a:gd name="connsiteX658" fmla="*/ 939066 w 7467600"/>
              <a:gd name="connsiteY658" fmla="*/ 3378798 h 6858000"/>
              <a:gd name="connsiteX659" fmla="*/ 115099 w 7467600"/>
              <a:gd name="connsiteY659" fmla="*/ 3607650 h 6858000"/>
              <a:gd name="connsiteX660" fmla="*/ 97284 w 7467600"/>
              <a:gd name="connsiteY660" fmla="*/ 3520393 h 6858000"/>
              <a:gd name="connsiteX661" fmla="*/ 922050 w 7467600"/>
              <a:gd name="connsiteY661" fmla="*/ 3074867 h 6858000"/>
              <a:gd name="connsiteX662" fmla="*/ 1405265 w 7467600"/>
              <a:gd name="connsiteY662" fmla="*/ 3016319 h 6858000"/>
              <a:gd name="connsiteX663" fmla="*/ 1407512 w 7467600"/>
              <a:gd name="connsiteY663" fmla="*/ 3018001 h 6858000"/>
              <a:gd name="connsiteX664" fmla="*/ 1726266 w 7467600"/>
              <a:gd name="connsiteY664" fmla="*/ 2777274 h 6858000"/>
              <a:gd name="connsiteX665" fmla="*/ 625390 w 7467600"/>
              <a:gd name="connsiteY665" fmla="*/ 2514541 h 6858000"/>
              <a:gd name="connsiteX666" fmla="*/ 619799 w 7467600"/>
              <a:gd name="connsiteY666" fmla="*/ 2527180 h 6858000"/>
              <a:gd name="connsiteX667" fmla="*/ 310030 w 7467600"/>
              <a:gd name="connsiteY667" fmla="*/ 2771818 h 6858000"/>
              <a:gd name="connsiteX668" fmla="*/ 173877 w 7467600"/>
              <a:gd name="connsiteY668" fmla="*/ 2937056 h 6858000"/>
              <a:gd name="connsiteX669" fmla="*/ 77889 w 7467600"/>
              <a:gd name="connsiteY669" fmla="*/ 3138440 h 6858000"/>
              <a:gd name="connsiteX670" fmla="*/ 0 w 7467600"/>
              <a:gd name="connsiteY670" fmla="*/ 3271395 h 6858000"/>
              <a:gd name="connsiteX671" fmla="*/ 0 w 7467600"/>
              <a:gd name="connsiteY671" fmla="*/ 3153002 h 6858000"/>
              <a:gd name="connsiteX672" fmla="*/ 2386 w 7467600"/>
              <a:gd name="connsiteY672" fmla="*/ 3149203 h 6858000"/>
              <a:gd name="connsiteX673" fmla="*/ 89753 w 7467600"/>
              <a:gd name="connsiteY673" fmla="*/ 2987702 h 6858000"/>
              <a:gd name="connsiteX674" fmla="*/ 76869 w 7467600"/>
              <a:gd name="connsiteY674" fmla="*/ 3005404 h 6858000"/>
              <a:gd name="connsiteX675" fmla="*/ 32049 w 7467600"/>
              <a:gd name="connsiteY675" fmla="*/ 3065814 h 6858000"/>
              <a:gd name="connsiteX676" fmla="*/ 0 w 7467600"/>
              <a:gd name="connsiteY676" fmla="*/ 3108744 h 6858000"/>
              <a:gd name="connsiteX677" fmla="*/ 0 w 7467600"/>
              <a:gd name="connsiteY677" fmla="*/ 3058059 h 6858000"/>
              <a:gd name="connsiteX678" fmla="*/ 7610 w 7467600"/>
              <a:gd name="connsiteY678" fmla="*/ 3047889 h 6858000"/>
              <a:gd name="connsiteX679" fmla="*/ 52419 w 7467600"/>
              <a:gd name="connsiteY679" fmla="*/ 2987479 h 6858000"/>
              <a:gd name="connsiteX680" fmla="*/ 59142 w 7467600"/>
              <a:gd name="connsiteY680" fmla="*/ 2978488 h 6858000"/>
              <a:gd name="connsiteX681" fmla="*/ 0 w 7467600"/>
              <a:gd name="connsiteY681" fmla="*/ 3015334 h 6858000"/>
              <a:gd name="connsiteX682" fmla="*/ 0 w 7467600"/>
              <a:gd name="connsiteY682" fmla="*/ 2914286 h 6858000"/>
              <a:gd name="connsiteX683" fmla="*/ 36383 w 7467600"/>
              <a:gd name="connsiteY683" fmla="*/ 2901128 h 6858000"/>
              <a:gd name="connsiteX684" fmla="*/ 156329 w 7467600"/>
              <a:gd name="connsiteY684" fmla="*/ 2840533 h 6858000"/>
              <a:gd name="connsiteX685" fmla="*/ 358355 w 7467600"/>
              <a:gd name="connsiteY685" fmla="*/ 2620471 h 6858000"/>
              <a:gd name="connsiteX686" fmla="*/ 510577 w 7467600"/>
              <a:gd name="connsiteY686" fmla="*/ 2501244 h 6858000"/>
              <a:gd name="connsiteX687" fmla="*/ 211967 w 7467600"/>
              <a:gd name="connsiteY687" fmla="*/ 2479171 h 6858000"/>
              <a:gd name="connsiteX688" fmla="*/ 0 w 7467600"/>
              <a:gd name="connsiteY688" fmla="*/ 2476398 h 6858000"/>
              <a:gd name="connsiteX689" fmla="*/ 0 w 7467600"/>
              <a:gd name="connsiteY689" fmla="*/ 2389189 h 6858000"/>
              <a:gd name="connsiteX690" fmla="*/ 103062 w 7467600"/>
              <a:gd name="connsiteY690" fmla="*/ 2389518 h 6858000"/>
              <a:gd name="connsiteX691" fmla="*/ 510734 w 7467600"/>
              <a:gd name="connsiteY691" fmla="*/ 2416201 h 6858000"/>
              <a:gd name="connsiteX692" fmla="*/ 279257 w 7467600"/>
              <a:gd name="connsiteY692" fmla="*/ 2092102 h 6858000"/>
              <a:gd name="connsiteX693" fmla="*/ 65265 w 7467600"/>
              <a:gd name="connsiteY693" fmla="*/ 2006049 h 6858000"/>
              <a:gd name="connsiteX694" fmla="*/ 0 w 7467600"/>
              <a:gd name="connsiteY694" fmla="*/ 1982532 h 6858000"/>
              <a:gd name="connsiteX695" fmla="*/ 0 w 7467600"/>
              <a:gd name="connsiteY695" fmla="*/ 1912789 h 6858000"/>
              <a:gd name="connsiteX696" fmla="*/ 97460 w 7467600"/>
              <a:gd name="connsiteY696" fmla="*/ 1953725 h 6858000"/>
              <a:gd name="connsiteX697" fmla="*/ 221272 w 7467600"/>
              <a:gd name="connsiteY697" fmla="*/ 1980766 h 6858000"/>
              <a:gd name="connsiteX698" fmla="*/ 116765 w 7467600"/>
              <a:gd name="connsiteY698" fmla="*/ 1911033 h 6858000"/>
              <a:gd name="connsiteX699" fmla="*/ 16405 w 7467600"/>
              <a:gd name="connsiteY699" fmla="*/ 1803412 h 6858000"/>
              <a:gd name="connsiteX700" fmla="*/ 0 w 7467600"/>
              <a:gd name="connsiteY700" fmla="*/ 1784777 h 6858000"/>
              <a:gd name="connsiteX701" fmla="*/ 0 w 7467600"/>
              <a:gd name="connsiteY701" fmla="*/ 1740082 h 6858000"/>
              <a:gd name="connsiteX702" fmla="*/ 39394 w 7467600"/>
              <a:gd name="connsiteY702" fmla="*/ 1784856 h 6858000"/>
              <a:gd name="connsiteX703" fmla="*/ 135813 w 7467600"/>
              <a:gd name="connsiteY703" fmla="*/ 1888838 h 6858000"/>
              <a:gd name="connsiteX704" fmla="*/ 242575 w 7467600"/>
              <a:gd name="connsiteY704" fmla="*/ 1958841 h 6858000"/>
              <a:gd name="connsiteX705" fmla="*/ 82197 w 7467600"/>
              <a:gd name="connsiteY705" fmla="*/ 1754826 h 6858000"/>
              <a:gd name="connsiteX706" fmla="*/ 0 w 7467600"/>
              <a:gd name="connsiteY706" fmla="*/ 1679650 h 6858000"/>
              <a:gd name="connsiteX707" fmla="*/ 0 w 7467600"/>
              <a:gd name="connsiteY707" fmla="*/ 1602463 h 6858000"/>
              <a:gd name="connsiteX708" fmla="*/ 84689 w 7467600"/>
              <a:gd name="connsiteY708" fmla="*/ 1677442 h 6858000"/>
              <a:gd name="connsiteX709" fmla="*/ 298437 w 7467600"/>
              <a:gd name="connsiteY709" fmla="*/ 1968019 h 6858000"/>
              <a:gd name="connsiteX710" fmla="*/ 227269 w 7467600"/>
              <a:gd name="connsiteY710" fmla="*/ 1114064 h 6858000"/>
              <a:gd name="connsiteX711" fmla="*/ 248003 w 7467600"/>
              <a:gd name="connsiteY711" fmla="*/ 1089613 h 6858000"/>
              <a:gd name="connsiteX712" fmla="*/ 427020 w 7467600"/>
              <a:gd name="connsiteY712" fmla="*/ 1619803 h 6858000"/>
              <a:gd name="connsiteX713" fmla="*/ 340345 w 7467600"/>
              <a:gd name="connsiteY713" fmla="*/ 2027739 h 6858000"/>
              <a:gd name="connsiteX714" fmla="*/ 360865 w 7467600"/>
              <a:gd name="connsiteY714" fmla="*/ 2044827 h 6858000"/>
              <a:gd name="connsiteX715" fmla="*/ 560414 w 7467600"/>
              <a:gd name="connsiteY715" fmla="*/ 2421457 h 6858000"/>
              <a:gd name="connsiteX716" fmla="*/ 1359703 w 7467600"/>
              <a:gd name="connsiteY716" fmla="*/ 2578554 h 6858000"/>
              <a:gd name="connsiteX717" fmla="*/ 1359422 w 7467600"/>
              <a:gd name="connsiteY717" fmla="*/ 2577994 h 6858000"/>
              <a:gd name="connsiteX718" fmla="*/ 828701 w 7467600"/>
              <a:gd name="connsiteY718" fmla="*/ 1839520 h 6858000"/>
              <a:gd name="connsiteX719" fmla="*/ 494427 w 7467600"/>
              <a:gd name="connsiteY719" fmla="*/ 1092333 h 6858000"/>
              <a:gd name="connsiteX720" fmla="*/ 506322 w 7467600"/>
              <a:gd name="connsiteY720" fmla="*/ 1020997 h 6858000"/>
              <a:gd name="connsiteX721" fmla="*/ 4570198 w 7467600"/>
              <a:gd name="connsiteY721" fmla="*/ 978081 h 6858000"/>
              <a:gd name="connsiteX722" fmla="*/ 4523691 w 7467600"/>
              <a:gd name="connsiteY722" fmla="*/ 1127776 h 6858000"/>
              <a:gd name="connsiteX723" fmla="*/ 4509875 w 7467600"/>
              <a:gd name="connsiteY723" fmla="*/ 1167552 h 6858000"/>
              <a:gd name="connsiteX724" fmla="*/ 4478168 w 7467600"/>
              <a:gd name="connsiteY724" fmla="*/ 1260735 h 6858000"/>
              <a:gd name="connsiteX725" fmla="*/ 4409309 w 7467600"/>
              <a:gd name="connsiteY725" fmla="*/ 1666996 h 6858000"/>
              <a:gd name="connsiteX726" fmla="*/ 4370031 w 7467600"/>
              <a:gd name="connsiteY726" fmla="*/ 1955666 h 6858000"/>
              <a:gd name="connsiteX727" fmla="*/ 4570198 w 7467600"/>
              <a:gd name="connsiteY727" fmla="*/ 978081 h 6858000"/>
              <a:gd name="connsiteX728" fmla="*/ 4557898 w 7467600"/>
              <a:gd name="connsiteY728" fmla="*/ 900011 h 6858000"/>
              <a:gd name="connsiteX729" fmla="*/ 4344840 w 7467600"/>
              <a:gd name="connsiteY729" fmla="*/ 1922038 h 6858000"/>
              <a:gd name="connsiteX730" fmla="*/ 4378710 w 7467600"/>
              <a:gd name="connsiteY730" fmla="*/ 1665516 h 6858000"/>
              <a:gd name="connsiteX731" fmla="*/ 4448798 w 7467600"/>
              <a:gd name="connsiteY731" fmla="*/ 1253024 h 6858000"/>
              <a:gd name="connsiteX732" fmla="*/ 4480315 w 7467600"/>
              <a:gd name="connsiteY732" fmla="*/ 1158454 h 6858000"/>
              <a:gd name="connsiteX733" fmla="*/ 4494133 w 7467600"/>
              <a:gd name="connsiteY733" fmla="*/ 1118676 h 6858000"/>
              <a:gd name="connsiteX734" fmla="*/ 4557898 w 7467600"/>
              <a:gd name="connsiteY734" fmla="*/ 900011 h 6858000"/>
              <a:gd name="connsiteX735" fmla="*/ 5870151 w 7467600"/>
              <a:gd name="connsiteY735" fmla="*/ 898890 h 6858000"/>
              <a:gd name="connsiteX736" fmla="*/ 5861335 w 7467600"/>
              <a:gd name="connsiteY736" fmla="*/ 899177 h 6858000"/>
              <a:gd name="connsiteX737" fmla="*/ 5843702 w 7467600"/>
              <a:gd name="connsiteY737" fmla="*/ 899748 h 6858000"/>
              <a:gd name="connsiteX738" fmla="*/ 5651107 w 7467600"/>
              <a:gd name="connsiteY738" fmla="*/ 920306 h 6858000"/>
              <a:gd name="connsiteX739" fmla="*/ 5459407 w 7467600"/>
              <a:gd name="connsiteY739" fmla="*/ 940975 h 6858000"/>
              <a:gd name="connsiteX740" fmla="*/ 5374846 w 7467600"/>
              <a:gd name="connsiteY740" fmla="*/ 941988 h 6858000"/>
              <a:gd name="connsiteX741" fmla="*/ 5256105 w 7467600"/>
              <a:gd name="connsiteY741" fmla="*/ 945632 h 6858000"/>
              <a:gd name="connsiteX742" fmla="*/ 5107071 w 7467600"/>
              <a:gd name="connsiteY742" fmla="*/ 969720 h 6858000"/>
              <a:gd name="connsiteX743" fmla="*/ 4998681 w 7467600"/>
              <a:gd name="connsiteY743" fmla="*/ 988771 h 6858000"/>
              <a:gd name="connsiteX744" fmla="*/ 5870151 w 7467600"/>
              <a:gd name="connsiteY744" fmla="*/ 898890 h 6858000"/>
              <a:gd name="connsiteX745" fmla="*/ 5504425 w 7467600"/>
              <a:gd name="connsiteY745" fmla="*/ 848067 h 6858000"/>
              <a:gd name="connsiteX746" fmla="*/ 4968849 w 7467600"/>
              <a:gd name="connsiteY746" fmla="*/ 962318 h 6858000"/>
              <a:gd name="connsiteX747" fmla="*/ 5104039 w 7467600"/>
              <a:gd name="connsiteY747" fmla="*/ 940634 h 6858000"/>
              <a:gd name="connsiteX748" fmla="*/ 5256311 w 7467600"/>
              <a:gd name="connsiteY748" fmla="*/ 916490 h 6858000"/>
              <a:gd name="connsiteX749" fmla="*/ 5377381 w 7467600"/>
              <a:gd name="connsiteY749" fmla="*/ 912671 h 6858000"/>
              <a:gd name="connsiteX750" fmla="*/ 5460148 w 7467600"/>
              <a:gd name="connsiteY750" fmla="*/ 911442 h 6858000"/>
              <a:gd name="connsiteX751" fmla="*/ 5648971 w 7467600"/>
              <a:gd name="connsiteY751" fmla="*/ 891331 h 6858000"/>
              <a:gd name="connsiteX752" fmla="*/ 5844807 w 7467600"/>
              <a:gd name="connsiteY752" fmla="*/ 870718 h 6858000"/>
              <a:gd name="connsiteX753" fmla="*/ 5862975 w 7467600"/>
              <a:gd name="connsiteY753" fmla="*/ 869756 h 6858000"/>
              <a:gd name="connsiteX754" fmla="*/ 5920887 w 7467600"/>
              <a:gd name="connsiteY754" fmla="*/ 865929 h 6858000"/>
              <a:gd name="connsiteX755" fmla="*/ 5504425 w 7467600"/>
              <a:gd name="connsiteY755" fmla="*/ 848067 h 6858000"/>
              <a:gd name="connsiteX756" fmla="*/ 3607114 w 7467600"/>
              <a:gd name="connsiteY756" fmla="*/ 467441 h 6858000"/>
              <a:gd name="connsiteX757" fmla="*/ 3296242 w 7467600"/>
              <a:gd name="connsiteY757" fmla="*/ 807991 h 6858000"/>
              <a:gd name="connsiteX758" fmla="*/ 3174674 w 7467600"/>
              <a:gd name="connsiteY758" fmla="*/ 919759 h 6858000"/>
              <a:gd name="connsiteX759" fmla="*/ 3042978 w 7467600"/>
              <a:gd name="connsiteY759" fmla="*/ 1054894 h 6858000"/>
              <a:gd name="connsiteX760" fmla="*/ 2968914 w 7467600"/>
              <a:gd name="connsiteY760" fmla="*/ 1133756 h 6858000"/>
              <a:gd name="connsiteX761" fmla="*/ 3103823 w 7467600"/>
              <a:gd name="connsiteY761" fmla="*/ 1026814 h 6858000"/>
              <a:gd name="connsiteX762" fmla="*/ 3607114 w 7467600"/>
              <a:gd name="connsiteY762" fmla="*/ 467441 h 6858000"/>
              <a:gd name="connsiteX763" fmla="*/ 3744487 w 7467600"/>
              <a:gd name="connsiteY763" fmla="*/ 383136 h 6858000"/>
              <a:gd name="connsiteX764" fmla="*/ 3970213 w 7467600"/>
              <a:gd name="connsiteY764" fmla="*/ 995559 h 6858000"/>
              <a:gd name="connsiteX765" fmla="*/ 3744487 w 7467600"/>
              <a:gd name="connsiteY765" fmla="*/ 383136 h 6858000"/>
              <a:gd name="connsiteX766" fmla="*/ 3624562 w 7467600"/>
              <a:gd name="connsiteY766" fmla="*/ 367041 h 6858000"/>
              <a:gd name="connsiteX767" fmla="*/ 3489712 w 7467600"/>
              <a:gd name="connsiteY767" fmla="*/ 485386 h 6858000"/>
              <a:gd name="connsiteX768" fmla="*/ 3182994 w 7467600"/>
              <a:gd name="connsiteY768" fmla="*/ 828265 h 6858000"/>
              <a:gd name="connsiteX769" fmla="*/ 2892114 w 7467600"/>
              <a:gd name="connsiteY769" fmla="*/ 1172635 h 6858000"/>
              <a:gd name="connsiteX770" fmla="*/ 3021459 w 7467600"/>
              <a:gd name="connsiteY770" fmla="*/ 1035385 h 6858000"/>
              <a:gd name="connsiteX771" fmla="*/ 3153873 w 7467600"/>
              <a:gd name="connsiteY771" fmla="*/ 898971 h 6858000"/>
              <a:gd name="connsiteX772" fmla="*/ 3276511 w 7467600"/>
              <a:gd name="connsiteY772" fmla="*/ 786423 h 6858000"/>
              <a:gd name="connsiteX773" fmla="*/ 3584154 w 7467600"/>
              <a:gd name="connsiteY773" fmla="*/ 448218 h 6858000"/>
              <a:gd name="connsiteX774" fmla="*/ 3624562 w 7467600"/>
              <a:gd name="connsiteY774" fmla="*/ 367041 h 6858000"/>
              <a:gd name="connsiteX775" fmla="*/ 3766672 w 7467600"/>
              <a:gd name="connsiteY775" fmla="*/ 359429 h 6858000"/>
              <a:gd name="connsiteX776" fmla="*/ 3996338 w 7467600"/>
              <a:gd name="connsiteY776" fmla="*/ 968237 h 6858000"/>
              <a:gd name="connsiteX777" fmla="*/ 3766672 w 7467600"/>
              <a:gd name="connsiteY777" fmla="*/ 359429 h 6858000"/>
              <a:gd name="connsiteX778" fmla="*/ 5805386 w 7467600"/>
              <a:gd name="connsiteY778" fmla="*/ 239240 h 6858000"/>
              <a:gd name="connsiteX779" fmla="*/ 5736947 w 7467600"/>
              <a:gd name="connsiteY779" fmla="*/ 261367 h 6858000"/>
              <a:gd name="connsiteX780" fmla="*/ 5427012 w 7467600"/>
              <a:gd name="connsiteY780" fmla="*/ 311272 h 6858000"/>
              <a:gd name="connsiteX781" fmla="*/ 5147818 w 7467600"/>
              <a:gd name="connsiteY781" fmla="*/ 322112 h 6858000"/>
              <a:gd name="connsiteX782" fmla="*/ 5060854 w 7467600"/>
              <a:gd name="connsiteY782" fmla="*/ 311882 h 6858000"/>
              <a:gd name="connsiteX783" fmla="*/ 4945989 w 7467600"/>
              <a:gd name="connsiteY783" fmla="*/ 300516 h 6858000"/>
              <a:gd name="connsiteX784" fmla="*/ 5410479 w 7467600"/>
              <a:gd name="connsiteY784" fmla="*/ 348434 h 6858000"/>
              <a:gd name="connsiteX785" fmla="*/ 5805386 w 7467600"/>
              <a:gd name="connsiteY785" fmla="*/ 239240 h 6858000"/>
              <a:gd name="connsiteX786" fmla="*/ 5905192 w 7467600"/>
              <a:gd name="connsiteY786" fmla="*/ 163079 h 6858000"/>
              <a:gd name="connsiteX787" fmla="*/ 5865655 w 7467600"/>
              <a:gd name="connsiteY787" fmla="*/ 171901 h 6858000"/>
              <a:gd name="connsiteX788" fmla="*/ 5259740 w 7467600"/>
              <a:gd name="connsiteY788" fmla="*/ 257013 h 6858000"/>
              <a:gd name="connsiteX789" fmla="*/ 5208466 w 7467600"/>
              <a:gd name="connsiteY789" fmla="*/ 257550 h 6858000"/>
              <a:gd name="connsiteX790" fmla="*/ 4980204 w 7467600"/>
              <a:gd name="connsiteY790" fmla="*/ 271903 h 6858000"/>
              <a:gd name="connsiteX791" fmla="*/ 5068068 w 7467600"/>
              <a:gd name="connsiteY791" fmla="*/ 282244 h 6858000"/>
              <a:gd name="connsiteX792" fmla="*/ 5153231 w 7467600"/>
              <a:gd name="connsiteY792" fmla="*/ 292240 h 6858000"/>
              <a:gd name="connsiteX793" fmla="*/ 5426491 w 7467600"/>
              <a:gd name="connsiteY793" fmla="*/ 281128 h 6858000"/>
              <a:gd name="connsiteX794" fmla="*/ 5731212 w 7467600"/>
              <a:gd name="connsiteY794" fmla="*/ 231951 h 6858000"/>
              <a:gd name="connsiteX795" fmla="*/ 5905192 w 7467600"/>
              <a:gd name="connsiteY795" fmla="*/ 163079 h 6858000"/>
              <a:gd name="connsiteX796" fmla="*/ 5944437 w 7467600"/>
              <a:gd name="connsiteY796" fmla="*/ 113829 h 6858000"/>
              <a:gd name="connsiteX797" fmla="*/ 5825032 w 7467600"/>
              <a:gd name="connsiteY797" fmla="*/ 146405 h 6858000"/>
              <a:gd name="connsiteX798" fmla="*/ 4955599 w 7467600"/>
              <a:gd name="connsiteY798" fmla="*/ 247008 h 6858000"/>
              <a:gd name="connsiteX799" fmla="*/ 5210104 w 7467600"/>
              <a:gd name="connsiteY799" fmla="*/ 228123 h 6858000"/>
              <a:gd name="connsiteX800" fmla="*/ 5261015 w 7467600"/>
              <a:gd name="connsiteY800" fmla="*/ 227087 h 6858000"/>
              <a:gd name="connsiteX801" fmla="*/ 5861181 w 7467600"/>
              <a:gd name="connsiteY801" fmla="*/ 143093 h 6858000"/>
              <a:gd name="connsiteX802" fmla="*/ 5961252 w 7467600"/>
              <a:gd name="connsiteY802" fmla="*/ 114820 h 6858000"/>
              <a:gd name="connsiteX803" fmla="*/ 5944437 w 7467600"/>
              <a:gd name="connsiteY803" fmla="*/ 113829 h 6858000"/>
              <a:gd name="connsiteX804" fmla="*/ 3882765 w 7467600"/>
              <a:gd name="connsiteY804" fmla="*/ 0 h 6858000"/>
              <a:gd name="connsiteX805" fmla="*/ 3995099 w 7467600"/>
              <a:gd name="connsiteY805" fmla="*/ 0 h 6858000"/>
              <a:gd name="connsiteX806" fmla="*/ 4163818 w 7467600"/>
              <a:gd name="connsiteY806" fmla="*/ 234104 h 6858000"/>
              <a:gd name="connsiteX807" fmla="*/ 4172099 w 7467600"/>
              <a:gd name="connsiteY807" fmla="*/ 234207 h 6858000"/>
              <a:gd name="connsiteX808" fmla="*/ 4784282 w 7467600"/>
              <a:gd name="connsiteY808" fmla="*/ 276561 h 6858000"/>
              <a:gd name="connsiteX809" fmla="*/ 4801687 w 7467600"/>
              <a:gd name="connsiteY809" fmla="*/ 267764 h 6858000"/>
              <a:gd name="connsiteX810" fmla="*/ 6082788 w 7467600"/>
              <a:gd name="connsiteY810" fmla="*/ 64119 h 6858000"/>
              <a:gd name="connsiteX811" fmla="*/ 6099442 w 7467600"/>
              <a:gd name="connsiteY811" fmla="*/ 82568 h 6858000"/>
              <a:gd name="connsiteX812" fmla="*/ 4804137 w 7467600"/>
              <a:gd name="connsiteY812" fmla="*/ 320931 h 6858000"/>
              <a:gd name="connsiteX813" fmla="*/ 4227047 w 7467600"/>
              <a:gd name="connsiteY813" fmla="*/ 313415 h 6858000"/>
              <a:gd name="connsiteX814" fmla="*/ 4346041 w 7467600"/>
              <a:gd name="connsiteY814" fmla="*/ 456086 h 6858000"/>
              <a:gd name="connsiteX815" fmla="*/ 4870967 w 7467600"/>
              <a:gd name="connsiteY815" fmla="*/ 963061 h 6858000"/>
              <a:gd name="connsiteX816" fmla="*/ 4889647 w 7467600"/>
              <a:gd name="connsiteY816" fmla="*/ 957147 h 6858000"/>
              <a:gd name="connsiteX817" fmla="*/ 5422504 w 7467600"/>
              <a:gd name="connsiteY817" fmla="*/ 805191 h 6858000"/>
              <a:gd name="connsiteX818" fmla="*/ 6087656 w 7467600"/>
              <a:gd name="connsiteY818" fmla="*/ 826703 h 6858000"/>
              <a:gd name="connsiteX819" fmla="*/ 6058717 w 7467600"/>
              <a:gd name="connsiteY819" fmla="*/ 865992 h 6858000"/>
              <a:gd name="connsiteX820" fmla="*/ 4974153 w 7467600"/>
              <a:gd name="connsiteY820" fmla="*/ 1045456 h 6858000"/>
              <a:gd name="connsiteX821" fmla="*/ 5627835 w 7467600"/>
              <a:gd name="connsiteY821" fmla="*/ 1472077 h 6858000"/>
              <a:gd name="connsiteX822" fmla="*/ 5629817 w 7467600"/>
              <a:gd name="connsiteY822" fmla="*/ 1471412 h 6858000"/>
              <a:gd name="connsiteX823" fmla="*/ 5634124 w 7467600"/>
              <a:gd name="connsiteY823" fmla="*/ 1470572 h 6858000"/>
              <a:gd name="connsiteX824" fmla="*/ 5755832 w 7467600"/>
              <a:gd name="connsiteY824" fmla="*/ 1383886 h 6858000"/>
              <a:gd name="connsiteX825" fmla="*/ 6014186 w 7467600"/>
              <a:gd name="connsiteY825" fmla="*/ 1279799 h 6858000"/>
              <a:gd name="connsiteX826" fmla="*/ 6901619 w 7467600"/>
              <a:gd name="connsiteY826" fmla="*/ 1047874 h 6858000"/>
              <a:gd name="connsiteX827" fmla="*/ 6931566 w 7467600"/>
              <a:gd name="connsiteY827" fmla="*/ 1062034 h 6858000"/>
              <a:gd name="connsiteX828" fmla="*/ 5790982 w 7467600"/>
              <a:gd name="connsiteY828" fmla="*/ 1561380 h 6858000"/>
              <a:gd name="connsiteX829" fmla="*/ 6188971 w 7467600"/>
              <a:gd name="connsiteY829" fmla="*/ 1755168 h 6858000"/>
              <a:gd name="connsiteX830" fmla="*/ 6202446 w 7467600"/>
              <a:gd name="connsiteY830" fmla="*/ 1752268 h 6858000"/>
              <a:gd name="connsiteX831" fmla="*/ 7179560 w 7467600"/>
              <a:gd name="connsiteY831" fmla="*/ 1467551 h 6858000"/>
              <a:gd name="connsiteX832" fmla="*/ 7158730 w 7467600"/>
              <a:gd name="connsiteY832" fmla="*/ 1507835 h 6858000"/>
              <a:gd name="connsiteX833" fmla="*/ 6326959 w 7467600"/>
              <a:gd name="connsiteY833" fmla="*/ 1817686 h 6858000"/>
              <a:gd name="connsiteX834" fmla="*/ 6537433 w 7467600"/>
              <a:gd name="connsiteY834" fmla="*/ 1907790 h 6858000"/>
              <a:gd name="connsiteX835" fmla="*/ 6550221 w 7467600"/>
              <a:gd name="connsiteY835" fmla="*/ 1910729 h 6858000"/>
              <a:gd name="connsiteX836" fmla="*/ 6964438 w 7467600"/>
              <a:gd name="connsiteY836" fmla="*/ 2209505 h 6858000"/>
              <a:gd name="connsiteX837" fmla="*/ 7367862 w 7467600"/>
              <a:gd name="connsiteY837" fmla="*/ 2806833 h 6858000"/>
              <a:gd name="connsiteX838" fmla="*/ 7364329 w 7467600"/>
              <a:gd name="connsiteY838" fmla="*/ 2826907 h 6858000"/>
              <a:gd name="connsiteX839" fmla="*/ 7290545 w 7467600"/>
              <a:gd name="connsiteY839" fmla="*/ 2850663 h 6858000"/>
              <a:gd name="connsiteX840" fmla="*/ 6472036 w 7467600"/>
              <a:gd name="connsiteY840" fmla="*/ 1959003 h 6858000"/>
              <a:gd name="connsiteX841" fmla="*/ 5792897 w 7467600"/>
              <a:gd name="connsiteY841" fmla="*/ 1647747 h 6858000"/>
              <a:gd name="connsiteX842" fmla="*/ 5842751 w 7467600"/>
              <a:gd name="connsiteY842" fmla="*/ 1816112 h 6858000"/>
              <a:gd name="connsiteX843" fmla="*/ 5847424 w 7467600"/>
              <a:gd name="connsiteY843" fmla="*/ 1815776 h 6858000"/>
              <a:gd name="connsiteX844" fmla="*/ 6399821 w 7467600"/>
              <a:gd name="connsiteY844" fmla="*/ 2344799 h 6858000"/>
              <a:gd name="connsiteX845" fmla="*/ 6323232 w 7467600"/>
              <a:gd name="connsiteY845" fmla="*/ 2389634 h 6858000"/>
              <a:gd name="connsiteX846" fmla="*/ 5942958 w 7467600"/>
              <a:gd name="connsiteY846" fmla="*/ 2077708 h 6858000"/>
              <a:gd name="connsiteX847" fmla="*/ 5921559 w 7467600"/>
              <a:gd name="connsiteY847" fmla="*/ 2378596 h 6858000"/>
              <a:gd name="connsiteX848" fmla="*/ 5817651 w 7467600"/>
              <a:gd name="connsiteY848" fmla="*/ 3023919 h 6858000"/>
              <a:gd name="connsiteX849" fmla="*/ 5729634 w 7467600"/>
              <a:gd name="connsiteY849" fmla="*/ 3051849 h 6858000"/>
              <a:gd name="connsiteX850" fmla="*/ 5611018 w 7467600"/>
              <a:gd name="connsiteY850" fmla="*/ 2316769 h 6858000"/>
              <a:gd name="connsiteX851" fmla="*/ 5687608 w 7467600"/>
              <a:gd name="connsiteY851" fmla="*/ 2039972 h 6858000"/>
              <a:gd name="connsiteX852" fmla="*/ 5657554 w 7467600"/>
              <a:gd name="connsiteY852" fmla="*/ 1576445 h 6858000"/>
              <a:gd name="connsiteX853" fmla="*/ 5150475 w 7467600"/>
              <a:gd name="connsiteY853" fmla="*/ 1274012 h 6858000"/>
              <a:gd name="connsiteX854" fmla="*/ 5349142 w 7467600"/>
              <a:gd name="connsiteY854" fmla="*/ 2204405 h 6858000"/>
              <a:gd name="connsiteX855" fmla="*/ 5262214 w 7467600"/>
              <a:gd name="connsiteY855" fmla="*/ 2233836 h 6858000"/>
              <a:gd name="connsiteX856" fmla="*/ 4981539 w 7467600"/>
              <a:gd name="connsiteY856" fmla="*/ 1542201 h 6858000"/>
              <a:gd name="connsiteX857" fmla="*/ 4958461 w 7467600"/>
              <a:gd name="connsiteY857" fmla="*/ 1136957 h 6858000"/>
              <a:gd name="connsiteX858" fmla="*/ 4655015 w 7467600"/>
              <a:gd name="connsiteY858" fmla="*/ 891426 h 6858000"/>
              <a:gd name="connsiteX859" fmla="*/ 4348002 w 7467600"/>
              <a:gd name="connsiteY859" fmla="*/ 2205895 h 6858000"/>
              <a:gd name="connsiteX860" fmla="*/ 4262250 w 7467600"/>
              <a:gd name="connsiteY860" fmla="*/ 2219972 h 6858000"/>
              <a:gd name="connsiteX861" fmla="*/ 4550611 w 7467600"/>
              <a:gd name="connsiteY861" fmla="*/ 817540 h 6858000"/>
              <a:gd name="connsiteX862" fmla="*/ 4564418 w 7467600"/>
              <a:gd name="connsiteY862" fmla="*/ 808293 h 6858000"/>
              <a:gd name="connsiteX863" fmla="*/ 4266388 w 7467600"/>
              <a:gd name="connsiteY863" fmla="*/ 500083 h 6858000"/>
              <a:gd name="connsiteX864" fmla="*/ 4032842 w 7467600"/>
              <a:gd name="connsiteY864" fmla="*/ 211809 h 6858000"/>
              <a:gd name="connsiteX865" fmla="*/ 3882765 w 7467600"/>
              <a:gd name="connsiteY865" fmla="*/ 0 h 6858000"/>
              <a:gd name="connsiteX866" fmla="*/ 3721337 w 7467600"/>
              <a:gd name="connsiteY866" fmla="*/ 0 h 6858000"/>
              <a:gd name="connsiteX867" fmla="*/ 3797544 w 7467600"/>
              <a:gd name="connsiteY867" fmla="*/ 0 h 6858000"/>
              <a:gd name="connsiteX868" fmla="*/ 3775734 w 7467600"/>
              <a:gd name="connsiteY868" fmla="*/ 95131 h 6858000"/>
              <a:gd name="connsiteX869" fmla="*/ 3724807 w 7467600"/>
              <a:gd name="connsiteY869" fmla="*/ 272257 h 6858000"/>
              <a:gd name="connsiteX870" fmla="*/ 3726844 w 7467600"/>
              <a:gd name="connsiteY870" fmla="*/ 282988 h 6858000"/>
              <a:gd name="connsiteX871" fmla="*/ 3742664 w 7467600"/>
              <a:gd name="connsiteY871" fmla="*/ 279918 h 6858000"/>
              <a:gd name="connsiteX872" fmla="*/ 4103910 w 7467600"/>
              <a:gd name="connsiteY872" fmla="*/ 1161917 h 6858000"/>
              <a:gd name="connsiteX873" fmla="*/ 4020269 w 7467600"/>
              <a:gd name="connsiteY873" fmla="*/ 1200406 h 6858000"/>
              <a:gd name="connsiteX874" fmla="*/ 3674882 w 7467600"/>
              <a:gd name="connsiteY874" fmla="*/ 488524 h 6858000"/>
              <a:gd name="connsiteX875" fmla="*/ 3132682 w 7467600"/>
              <a:gd name="connsiteY875" fmla="*/ 1072284 h 6858000"/>
              <a:gd name="connsiteX876" fmla="*/ 2716346 w 7467600"/>
              <a:gd name="connsiteY876" fmla="*/ 1276376 h 6858000"/>
              <a:gd name="connsiteX877" fmla="*/ 2716772 w 7467600"/>
              <a:gd name="connsiteY877" fmla="*/ 1255462 h 6858000"/>
              <a:gd name="connsiteX878" fmla="*/ 3471096 w 7467600"/>
              <a:gd name="connsiteY878" fmla="*/ 437072 h 6858000"/>
              <a:gd name="connsiteX879" fmla="*/ 3639057 w 7467600"/>
              <a:gd name="connsiteY879" fmla="*/ 286334 h 6858000"/>
              <a:gd name="connsiteX880" fmla="*/ 3640309 w 7467600"/>
              <a:gd name="connsiteY880" fmla="*/ 284664 h 6858000"/>
              <a:gd name="connsiteX881" fmla="*/ 3646022 w 7467600"/>
              <a:gd name="connsiteY881" fmla="*/ 276711 h 6858000"/>
              <a:gd name="connsiteX882" fmla="*/ 3707943 w 7467600"/>
              <a:gd name="connsiteY882" fmla="*/ 65958 h 6858000"/>
              <a:gd name="connsiteX883" fmla="*/ 3721337 w 7467600"/>
              <a:gd name="connsiteY883" fmla="*/ 0 h 6858000"/>
              <a:gd name="connsiteX884" fmla="*/ 2867960 w 7467600"/>
              <a:gd name="connsiteY884" fmla="*/ 0 h 6858000"/>
              <a:gd name="connsiteX885" fmla="*/ 2926351 w 7467600"/>
              <a:gd name="connsiteY885" fmla="*/ 0 h 6858000"/>
              <a:gd name="connsiteX886" fmla="*/ 2902823 w 7467600"/>
              <a:gd name="connsiteY886" fmla="*/ 262929 h 6858000"/>
              <a:gd name="connsiteX887" fmla="*/ 2940663 w 7467600"/>
              <a:gd name="connsiteY887" fmla="*/ 140884 h 6858000"/>
              <a:gd name="connsiteX888" fmla="*/ 2947039 w 7467600"/>
              <a:gd name="connsiteY888" fmla="*/ 122524 h 6858000"/>
              <a:gd name="connsiteX889" fmla="*/ 2984316 w 7467600"/>
              <a:gd name="connsiteY889" fmla="*/ 0 h 6858000"/>
              <a:gd name="connsiteX890" fmla="*/ 3016114 w 7467600"/>
              <a:gd name="connsiteY890" fmla="*/ 0 h 6858000"/>
              <a:gd name="connsiteX891" fmla="*/ 2979949 w 7467600"/>
              <a:gd name="connsiteY891" fmla="*/ 119274 h 6858000"/>
              <a:gd name="connsiteX892" fmla="*/ 3023879 w 7467600"/>
              <a:gd name="connsiteY892" fmla="*/ 0 h 6858000"/>
              <a:gd name="connsiteX893" fmla="*/ 3105400 w 7467600"/>
              <a:gd name="connsiteY893" fmla="*/ 0 h 6858000"/>
              <a:gd name="connsiteX894" fmla="*/ 3094669 w 7467600"/>
              <a:gd name="connsiteY894" fmla="*/ 30308 h 6858000"/>
              <a:gd name="connsiteX895" fmla="*/ 2901945 w 7467600"/>
              <a:gd name="connsiteY895" fmla="*/ 466538 h 6858000"/>
              <a:gd name="connsiteX896" fmla="*/ 2815209 w 7467600"/>
              <a:gd name="connsiteY896" fmla="*/ 497361 h 6858000"/>
              <a:gd name="connsiteX897" fmla="*/ 2844845 w 7467600"/>
              <a:gd name="connsiteY897" fmla="*/ 127638 h 6858000"/>
              <a:gd name="connsiteX898" fmla="*/ 2867960 w 7467600"/>
              <a:gd name="connsiteY898" fmla="*/ 0 h 6858000"/>
              <a:gd name="connsiteX899" fmla="*/ 1057230 w 7467600"/>
              <a:gd name="connsiteY899" fmla="*/ 0 h 6858000"/>
              <a:gd name="connsiteX900" fmla="*/ 1111003 w 7467600"/>
              <a:gd name="connsiteY900" fmla="*/ 0 h 6858000"/>
              <a:gd name="connsiteX901" fmla="*/ 1125553 w 7467600"/>
              <a:gd name="connsiteY901" fmla="*/ 52588 h 6858000"/>
              <a:gd name="connsiteX902" fmla="*/ 1304276 w 7467600"/>
              <a:gd name="connsiteY902" fmla="*/ 476275 h 6858000"/>
              <a:gd name="connsiteX903" fmla="*/ 1492066 w 7467600"/>
              <a:gd name="connsiteY903" fmla="*/ 886333 h 6858000"/>
              <a:gd name="connsiteX904" fmla="*/ 1423698 w 7467600"/>
              <a:gd name="connsiteY904" fmla="*/ 710817 h 6858000"/>
              <a:gd name="connsiteX905" fmla="*/ 1357609 w 7467600"/>
              <a:gd name="connsiteY905" fmla="*/ 532892 h 6858000"/>
              <a:gd name="connsiteX906" fmla="*/ 1309550 w 7467600"/>
              <a:gd name="connsiteY906" fmla="*/ 374031 h 6858000"/>
              <a:gd name="connsiteX907" fmla="*/ 1193673 w 7467600"/>
              <a:gd name="connsiteY907" fmla="*/ 49533 h 6858000"/>
              <a:gd name="connsiteX908" fmla="*/ 1164391 w 7467600"/>
              <a:gd name="connsiteY908" fmla="*/ 0 h 6858000"/>
              <a:gd name="connsiteX909" fmla="*/ 1200666 w 7467600"/>
              <a:gd name="connsiteY909" fmla="*/ 0 h 6858000"/>
              <a:gd name="connsiteX910" fmla="*/ 1223408 w 7467600"/>
              <a:gd name="connsiteY910" fmla="*/ 38996 h 6858000"/>
              <a:gd name="connsiteX911" fmla="*/ 1339635 w 7467600"/>
              <a:gd name="connsiteY911" fmla="*/ 365517 h 6858000"/>
              <a:gd name="connsiteX912" fmla="*/ 1387469 w 7467600"/>
              <a:gd name="connsiteY912" fmla="*/ 523079 h 6858000"/>
              <a:gd name="connsiteX913" fmla="*/ 1452685 w 7467600"/>
              <a:gd name="connsiteY913" fmla="*/ 699806 h 6858000"/>
              <a:gd name="connsiteX914" fmla="*/ 1492092 w 7467600"/>
              <a:gd name="connsiteY914" fmla="*/ 800424 h 6858000"/>
              <a:gd name="connsiteX915" fmla="*/ 1455302 w 7467600"/>
              <a:gd name="connsiteY915" fmla="*/ 632913 h 6858000"/>
              <a:gd name="connsiteX916" fmla="*/ 1222336 w 7467600"/>
              <a:gd name="connsiteY916" fmla="*/ 9480 h 6858000"/>
              <a:gd name="connsiteX917" fmla="*/ 1214634 w 7467600"/>
              <a:gd name="connsiteY917" fmla="*/ 0 h 6858000"/>
              <a:gd name="connsiteX918" fmla="*/ 1289827 w 7467600"/>
              <a:gd name="connsiteY918" fmla="*/ 0 h 6858000"/>
              <a:gd name="connsiteX919" fmla="*/ 1321076 w 7467600"/>
              <a:gd name="connsiteY919" fmla="*/ 59722 h 6858000"/>
              <a:gd name="connsiteX920" fmla="*/ 1512579 w 7467600"/>
              <a:gd name="connsiteY920" fmla="*/ 626441 h 6858000"/>
              <a:gd name="connsiteX921" fmla="*/ 1506076 w 7467600"/>
              <a:gd name="connsiteY921" fmla="*/ 1089289 h 6858000"/>
              <a:gd name="connsiteX922" fmla="*/ 1486346 w 7467600"/>
              <a:gd name="connsiteY922" fmla="*/ 1079919 h 6858000"/>
              <a:gd name="connsiteX923" fmla="*/ 1070511 w 7467600"/>
              <a:gd name="connsiteY923" fmla="*/ 48609 h 6858000"/>
              <a:gd name="connsiteX924" fmla="*/ 1057230 w 7467600"/>
              <a:gd name="connsiteY924" fmla="*/ 0 h 6858000"/>
              <a:gd name="connsiteX925" fmla="*/ 43151 w 7467600"/>
              <a:gd name="connsiteY925" fmla="*/ 0 h 6858000"/>
              <a:gd name="connsiteX926" fmla="*/ 95283 w 7467600"/>
              <a:gd name="connsiteY926" fmla="*/ 0 h 6858000"/>
              <a:gd name="connsiteX927" fmla="*/ 300708 w 7467600"/>
              <a:gd name="connsiteY927" fmla="*/ 154571 h 6858000"/>
              <a:gd name="connsiteX928" fmla="*/ 530414 w 7467600"/>
              <a:gd name="connsiteY928" fmla="*/ 354673 h 6858000"/>
              <a:gd name="connsiteX929" fmla="*/ 333785 w 7467600"/>
              <a:gd name="connsiteY929" fmla="*/ 161564 h 6858000"/>
              <a:gd name="connsiteX930" fmla="*/ 147005 w 7467600"/>
              <a:gd name="connsiteY930" fmla="*/ 0 h 6858000"/>
              <a:gd name="connsiteX931" fmla="*/ 272509 w 7467600"/>
              <a:gd name="connsiteY931" fmla="*/ 0 h 6858000"/>
              <a:gd name="connsiteX932" fmla="*/ 326276 w 7467600"/>
              <a:gd name="connsiteY932" fmla="*/ 45847 h 6858000"/>
              <a:gd name="connsiteX933" fmla="*/ 823759 w 7467600"/>
              <a:gd name="connsiteY933" fmla="*/ 574145 h 6858000"/>
              <a:gd name="connsiteX934" fmla="*/ 811254 w 7467600"/>
              <a:gd name="connsiteY934" fmla="*/ 665546 h 6858000"/>
              <a:gd name="connsiteX935" fmla="*/ 154042 w 7467600"/>
              <a:gd name="connsiteY935" fmla="*/ 261522 h 6858000"/>
              <a:gd name="connsiteX936" fmla="*/ 13550 w 7467600"/>
              <a:gd name="connsiteY936" fmla="*/ 158423 h 6858000"/>
              <a:gd name="connsiteX937" fmla="*/ 0 w 7467600"/>
              <a:gd name="connsiteY937" fmla="*/ 146618 h 6858000"/>
              <a:gd name="connsiteX938" fmla="*/ 0 w 7467600"/>
              <a:gd name="connsiteY938" fmla="*/ 59161 h 6858000"/>
              <a:gd name="connsiteX939" fmla="*/ 45427 w 7467600"/>
              <a:gd name="connsiteY939" fmla="*/ 101078 h 6858000"/>
              <a:gd name="connsiteX940" fmla="*/ 630103 w 7467600"/>
              <a:gd name="connsiteY940" fmla="*/ 485885 h 6858000"/>
              <a:gd name="connsiteX941" fmla="*/ 532040 w 7467600"/>
              <a:gd name="connsiteY941" fmla="*/ 399359 h 6858000"/>
              <a:gd name="connsiteX942" fmla="*/ 517618 w 7467600"/>
              <a:gd name="connsiteY942" fmla="*/ 385726 h 6858000"/>
              <a:gd name="connsiteX943" fmla="*/ 285074 w 7467600"/>
              <a:gd name="connsiteY943" fmla="*/ 182755 h 6858000"/>
              <a:gd name="connsiteX944" fmla="*/ 43151 w 7467600"/>
              <a:gd name="connsiteY944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289862 w 7467600"/>
              <a:gd name="connsiteY4" fmla="*/ 6659827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289862 w 7467600"/>
              <a:gd name="connsiteY11" fmla="*/ 6659827 h 6858000"/>
              <a:gd name="connsiteX12" fmla="*/ 1019354 w 7467600"/>
              <a:gd name="connsiteY12" fmla="*/ 6315006 h 6858000"/>
              <a:gd name="connsiteX13" fmla="*/ 441046 w 7467600"/>
              <a:gd name="connsiteY13" fmla="*/ 6691153 h 6858000"/>
              <a:gd name="connsiteX14" fmla="*/ 1019354 w 7467600"/>
              <a:gd name="connsiteY14" fmla="*/ 6315006 h 6858000"/>
              <a:gd name="connsiteX15" fmla="*/ 991680 w 7467600"/>
              <a:gd name="connsiteY15" fmla="*/ 6298413 h 6858000"/>
              <a:gd name="connsiteX16" fmla="*/ 409060 w 7467600"/>
              <a:gd name="connsiteY16" fmla="*/ 6671470 h 6858000"/>
              <a:gd name="connsiteX17" fmla="*/ 991680 w 7467600"/>
              <a:gd name="connsiteY17" fmla="*/ 6298413 h 6858000"/>
              <a:gd name="connsiteX18" fmla="*/ 103333 w 7467600"/>
              <a:gd name="connsiteY18" fmla="*/ 5699602 h 6858000"/>
              <a:gd name="connsiteX19" fmla="*/ 233938 w 7467600"/>
              <a:gd name="connsiteY19" fmla="*/ 5809416 h 6858000"/>
              <a:gd name="connsiteX20" fmla="*/ 883580 w 7467600"/>
              <a:gd name="connsiteY20" fmla="*/ 6180710 h 6858000"/>
              <a:gd name="connsiteX21" fmla="*/ 487337 w 7467600"/>
              <a:gd name="connsiteY21" fmla="*/ 5950182 h 6858000"/>
              <a:gd name="connsiteX22" fmla="*/ 354051 w 7467600"/>
              <a:gd name="connsiteY22" fmla="*/ 5854912 h 6858000"/>
              <a:gd name="connsiteX23" fmla="*/ 195436 w 7467600"/>
              <a:gd name="connsiteY23" fmla="*/ 5755068 h 6858000"/>
              <a:gd name="connsiteX24" fmla="*/ 103333 w 7467600"/>
              <a:gd name="connsiteY24" fmla="*/ 5699602 h 6858000"/>
              <a:gd name="connsiteX25" fmla="*/ 5539432 w 7467600"/>
              <a:gd name="connsiteY25" fmla="*/ 5642928 h 6858000"/>
              <a:gd name="connsiteX26" fmla="*/ 5555462 w 7467600"/>
              <a:gd name="connsiteY26" fmla="*/ 5694454 h 6858000"/>
              <a:gd name="connsiteX27" fmla="*/ 5828270 w 7467600"/>
              <a:gd name="connsiteY27" fmla="*/ 6320663 h 6858000"/>
              <a:gd name="connsiteX28" fmla="*/ 5947416 w 7467600"/>
              <a:gd name="connsiteY28" fmla="*/ 6574846 h 6858000"/>
              <a:gd name="connsiteX29" fmla="*/ 5539432 w 7467600"/>
              <a:gd name="connsiteY29" fmla="*/ 5642928 h 6858000"/>
              <a:gd name="connsiteX30" fmla="*/ 51253 w 7467600"/>
              <a:gd name="connsiteY30" fmla="*/ 5631825 h 6858000"/>
              <a:gd name="connsiteX31" fmla="*/ 211622 w 7467600"/>
              <a:gd name="connsiteY31" fmla="*/ 5728803 h 6858000"/>
              <a:gd name="connsiteX32" fmla="*/ 371652 w 7467600"/>
              <a:gd name="connsiteY32" fmla="*/ 5829062 h 6858000"/>
              <a:gd name="connsiteX33" fmla="*/ 505903 w 7467600"/>
              <a:gd name="connsiteY33" fmla="*/ 5925221 h 6858000"/>
              <a:gd name="connsiteX34" fmla="*/ 899240 w 7467600"/>
              <a:gd name="connsiteY34" fmla="*/ 6153068 h 6858000"/>
              <a:gd name="connsiteX35" fmla="*/ 988114 w 7467600"/>
              <a:gd name="connsiteY35" fmla="*/ 6174204 h 6858000"/>
              <a:gd name="connsiteX36" fmla="*/ 845971 w 7467600"/>
              <a:gd name="connsiteY36" fmla="*/ 6067177 h 6858000"/>
              <a:gd name="connsiteX37" fmla="*/ 448057 w 7467600"/>
              <a:gd name="connsiteY37" fmla="*/ 5841376 h 6858000"/>
              <a:gd name="connsiteX38" fmla="*/ 51253 w 7467600"/>
              <a:gd name="connsiteY38" fmla="*/ 5631825 h 6858000"/>
              <a:gd name="connsiteX39" fmla="*/ 2606687 w 7467600"/>
              <a:gd name="connsiteY39" fmla="*/ 5630718 h 6858000"/>
              <a:gd name="connsiteX40" fmla="*/ 2645658 w 7467600"/>
              <a:gd name="connsiteY40" fmla="*/ 6640259 h 6858000"/>
              <a:gd name="connsiteX41" fmla="*/ 2606687 w 7467600"/>
              <a:gd name="connsiteY41" fmla="*/ 5630718 h 6858000"/>
              <a:gd name="connsiteX42" fmla="*/ 3642057 w 7467600"/>
              <a:gd name="connsiteY42" fmla="*/ 5573487 h 6858000"/>
              <a:gd name="connsiteX43" fmla="*/ 3632981 w 7467600"/>
              <a:gd name="connsiteY43" fmla="*/ 5579437 h 6858000"/>
              <a:gd name="connsiteX44" fmla="*/ 3382436 w 7467600"/>
              <a:gd name="connsiteY44" fmla="*/ 5952726 h 6858000"/>
              <a:gd name="connsiteX45" fmla="*/ 3191929 w 7467600"/>
              <a:gd name="connsiteY45" fmla="*/ 6662669 h 6858000"/>
              <a:gd name="connsiteX46" fmla="*/ 3369898 w 7467600"/>
              <a:gd name="connsiteY46" fmla="*/ 6081771 h 6858000"/>
              <a:gd name="connsiteX47" fmla="*/ 3642057 w 7467600"/>
              <a:gd name="connsiteY47" fmla="*/ 5573487 h 6858000"/>
              <a:gd name="connsiteX48" fmla="*/ 2650666 w 7467600"/>
              <a:gd name="connsiteY48" fmla="*/ 5530686 h 6858000"/>
              <a:gd name="connsiteX49" fmla="*/ 2650249 w 7467600"/>
              <a:gd name="connsiteY49" fmla="*/ 5532101 h 6858000"/>
              <a:gd name="connsiteX50" fmla="*/ 2663808 w 7467600"/>
              <a:gd name="connsiteY50" fmla="*/ 6535215 h 6858000"/>
              <a:gd name="connsiteX51" fmla="*/ 2665418 w 7467600"/>
              <a:gd name="connsiteY51" fmla="*/ 6132756 h 6858000"/>
              <a:gd name="connsiteX52" fmla="*/ 2650666 w 7467600"/>
              <a:gd name="connsiteY52" fmla="*/ 5530686 h 6858000"/>
              <a:gd name="connsiteX53" fmla="*/ 2680277 w 7467600"/>
              <a:gd name="connsiteY53" fmla="*/ 5479204 h 6858000"/>
              <a:gd name="connsiteX54" fmla="*/ 2678972 w 7467600"/>
              <a:gd name="connsiteY54" fmla="*/ 5481582 h 6858000"/>
              <a:gd name="connsiteX55" fmla="*/ 2696666 w 7467600"/>
              <a:gd name="connsiteY55" fmla="*/ 6133836 h 6858000"/>
              <a:gd name="connsiteX56" fmla="*/ 2695769 w 7467600"/>
              <a:gd name="connsiteY56" fmla="*/ 6390955 h 6858000"/>
              <a:gd name="connsiteX57" fmla="*/ 2739893 w 7467600"/>
              <a:gd name="connsiteY57" fmla="*/ 6108357 h 6858000"/>
              <a:gd name="connsiteX58" fmla="*/ 2680277 w 7467600"/>
              <a:gd name="connsiteY58" fmla="*/ 5479204 h 6858000"/>
              <a:gd name="connsiteX59" fmla="*/ 1132195 w 7467600"/>
              <a:gd name="connsiteY59" fmla="*/ 5467980 h 6858000"/>
              <a:gd name="connsiteX60" fmla="*/ 1679056 w 7467600"/>
              <a:gd name="connsiteY60" fmla="*/ 5516907 h 6858000"/>
              <a:gd name="connsiteX61" fmla="*/ 2128648 w 7467600"/>
              <a:gd name="connsiteY61" fmla="*/ 5474249 h 6858000"/>
              <a:gd name="connsiteX62" fmla="*/ 1825619 w 7467600"/>
              <a:gd name="connsiteY62" fmla="*/ 5478447 h 6858000"/>
              <a:gd name="connsiteX63" fmla="*/ 1737798 w 7467600"/>
              <a:gd name="connsiteY63" fmla="*/ 5483353 h 6858000"/>
              <a:gd name="connsiteX64" fmla="*/ 1132195 w 7467600"/>
              <a:gd name="connsiteY64" fmla="*/ 5467980 h 6858000"/>
              <a:gd name="connsiteX65" fmla="*/ 1456157 w 7467600"/>
              <a:gd name="connsiteY65" fmla="*/ 5371404 h 6858000"/>
              <a:gd name="connsiteX66" fmla="*/ 1244432 w 7467600"/>
              <a:gd name="connsiteY66" fmla="*/ 5385601 h 6858000"/>
              <a:gd name="connsiteX67" fmla="*/ 973990 w 7467600"/>
              <a:gd name="connsiteY67" fmla="*/ 5424940 h 6858000"/>
              <a:gd name="connsiteX68" fmla="*/ 1103809 w 7467600"/>
              <a:gd name="connsiteY68" fmla="*/ 5433720 h 6858000"/>
              <a:gd name="connsiteX69" fmla="*/ 1123454 w 7467600"/>
              <a:gd name="connsiteY69" fmla="*/ 5435727 h 6858000"/>
              <a:gd name="connsiteX70" fmla="*/ 1737017 w 7467600"/>
              <a:gd name="connsiteY70" fmla="*/ 5452183 h 6858000"/>
              <a:gd name="connsiteX71" fmla="*/ 1824397 w 7467600"/>
              <a:gd name="connsiteY71" fmla="*/ 5447757 h 6858000"/>
              <a:gd name="connsiteX72" fmla="*/ 2070059 w 7467600"/>
              <a:gd name="connsiteY72" fmla="*/ 5441660 h 6858000"/>
              <a:gd name="connsiteX73" fmla="*/ 1456157 w 7467600"/>
              <a:gd name="connsiteY73" fmla="*/ 5371404 h 6858000"/>
              <a:gd name="connsiteX74" fmla="*/ 4988186 w 7467600"/>
              <a:gd name="connsiteY74" fmla="*/ 5216467 h 6858000"/>
              <a:gd name="connsiteX75" fmla="*/ 4777334 w 7467600"/>
              <a:gd name="connsiteY75" fmla="*/ 5406072 h 6858000"/>
              <a:gd name="connsiteX76" fmla="*/ 4718341 w 7467600"/>
              <a:gd name="connsiteY76" fmla="*/ 5468043 h 6858000"/>
              <a:gd name="connsiteX77" fmla="*/ 4604655 w 7467600"/>
              <a:gd name="connsiteY77" fmla="*/ 5583434 h 6858000"/>
              <a:gd name="connsiteX78" fmla="*/ 4565074 w 7467600"/>
              <a:gd name="connsiteY78" fmla="*/ 5618550 h 6858000"/>
              <a:gd name="connsiteX79" fmla="*/ 4988186 w 7467600"/>
              <a:gd name="connsiteY79" fmla="*/ 5216467 h 6858000"/>
              <a:gd name="connsiteX80" fmla="*/ 4978032 w 7467600"/>
              <a:gd name="connsiteY80" fmla="*/ 5183809 h 6858000"/>
              <a:gd name="connsiteX81" fmla="*/ 4463413 w 7467600"/>
              <a:gd name="connsiteY81" fmla="*/ 5615162 h 6858000"/>
              <a:gd name="connsiteX82" fmla="*/ 4358134 w 7467600"/>
              <a:gd name="connsiteY82" fmla="*/ 5742791 h 6858000"/>
              <a:gd name="connsiteX83" fmla="*/ 4376219 w 7467600"/>
              <a:gd name="connsiteY83" fmla="*/ 5729027 h 6858000"/>
              <a:gd name="connsiteX84" fmla="*/ 4582340 w 7467600"/>
              <a:gd name="connsiteY84" fmla="*/ 5561037 h 6858000"/>
              <a:gd name="connsiteX85" fmla="*/ 4694684 w 7467600"/>
              <a:gd name="connsiteY85" fmla="*/ 5447098 h 6858000"/>
              <a:gd name="connsiteX86" fmla="*/ 4754123 w 7467600"/>
              <a:gd name="connsiteY86" fmla="*/ 5384643 h 6858000"/>
              <a:gd name="connsiteX87" fmla="*/ 4978032 w 7467600"/>
              <a:gd name="connsiteY87" fmla="*/ 5183809 h 6858000"/>
              <a:gd name="connsiteX88" fmla="*/ 1903353 w 7467600"/>
              <a:gd name="connsiteY88" fmla="*/ 5044827 h 6858000"/>
              <a:gd name="connsiteX89" fmla="*/ 1936931 w 7467600"/>
              <a:gd name="connsiteY89" fmla="*/ 5093954 h 6858000"/>
              <a:gd name="connsiteX90" fmla="*/ 2195868 w 7467600"/>
              <a:gd name="connsiteY90" fmla="*/ 5396574 h 6858000"/>
              <a:gd name="connsiteX91" fmla="*/ 2088852 w 7467600"/>
              <a:gd name="connsiteY91" fmla="*/ 5166123 h 6858000"/>
              <a:gd name="connsiteX92" fmla="*/ 1958241 w 7467600"/>
              <a:gd name="connsiteY92" fmla="*/ 5067955 h 6858000"/>
              <a:gd name="connsiteX93" fmla="*/ 1903353 w 7467600"/>
              <a:gd name="connsiteY93" fmla="*/ 5044827 h 6858000"/>
              <a:gd name="connsiteX94" fmla="*/ 1979378 w 7467600"/>
              <a:gd name="connsiteY94" fmla="*/ 4769504 h 6858000"/>
              <a:gd name="connsiteX95" fmla="*/ 2882120 w 7467600"/>
              <a:gd name="connsiteY95" fmla="*/ 5064547 h 6858000"/>
              <a:gd name="connsiteX96" fmla="*/ 2793103 w 7467600"/>
              <a:gd name="connsiteY96" fmla="*/ 5039699 h 6858000"/>
              <a:gd name="connsiteX97" fmla="*/ 2770041 w 7467600"/>
              <a:gd name="connsiteY97" fmla="*/ 5033634 h 6858000"/>
              <a:gd name="connsiteX98" fmla="*/ 1979378 w 7467600"/>
              <a:gd name="connsiteY98" fmla="*/ 4769504 h 6858000"/>
              <a:gd name="connsiteX99" fmla="*/ 1927410 w 7467600"/>
              <a:gd name="connsiteY99" fmla="*/ 4716164 h 6858000"/>
              <a:gd name="connsiteX100" fmla="*/ 1959587 w 7467600"/>
              <a:gd name="connsiteY100" fmla="*/ 4728849 h 6858000"/>
              <a:gd name="connsiteX101" fmla="*/ 2777707 w 7467600"/>
              <a:gd name="connsiteY101" fmla="*/ 5003991 h 6858000"/>
              <a:gd name="connsiteX102" fmla="*/ 2800768 w 7467600"/>
              <a:gd name="connsiteY102" fmla="*/ 5010056 h 6858000"/>
              <a:gd name="connsiteX103" fmla="*/ 2879408 w 7467600"/>
              <a:gd name="connsiteY103" fmla="*/ 5031590 h 6858000"/>
              <a:gd name="connsiteX104" fmla="*/ 2862295 w 7467600"/>
              <a:gd name="connsiteY104" fmla="*/ 5022958 h 6858000"/>
              <a:gd name="connsiteX105" fmla="*/ 2813343 w 7467600"/>
              <a:gd name="connsiteY105" fmla="*/ 4998369 h 6858000"/>
              <a:gd name="connsiteX106" fmla="*/ 2646245 w 7467600"/>
              <a:gd name="connsiteY106" fmla="*/ 4930999 h 6858000"/>
              <a:gd name="connsiteX107" fmla="*/ 1999243 w 7467600"/>
              <a:gd name="connsiteY107" fmla="*/ 4730524 h 6858000"/>
              <a:gd name="connsiteX108" fmla="*/ 1979527 w 7467600"/>
              <a:gd name="connsiteY108" fmla="*/ 4726651 h 6858000"/>
              <a:gd name="connsiteX109" fmla="*/ 1927410 w 7467600"/>
              <a:gd name="connsiteY109" fmla="*/ 4716164 h 6858000"/>
              <a:gd name="connsiteX110" fmla="*/ 1997014 w 7467600"/>
              <a:gd name="connsiteY110" fmla="*/ 4698007 h 6858000"/>
              <a:gd name="connsiteX111" fmla="*/ 2005458 w 7467600"/>
              <a:gd name="connsiteY111" fmla="*/ 4699540 h 6858000"/>
              <a:gd name="connsiteX112" fmla="*/ 2657186 w 7467600"/>
              <a:gd name="connsiteY112" fmla="*/ 4901687 h 6858000"/>
              <a:gd name="connsiteX113" fmla="*/ 2826662 w 7467600"/>
              <a:gd name="connsiteY113" fmla="*/ 4970362 h 6858000"/>
              <a:gd name="connsiteX114" fmla="*/ 2876100 w 7467600"/>
              <a:gd name="connsiteY114" fmla="*/ 4995397 h 6858000"/>
              <a:gd name="connsiteX115" fmla="*/ 3042600 w 7467600"/>
              <a:gd name="connsiteY115" fmla="*/ 5059532 h 6858000"/>
              <a:gd name="connsiteX116" fmla="*/ 1997014 w 7467600"/>
              <a:gd name="connsiteY116" fmla="*/ 4698007 h 6858000"/>
              <a:gd name="connsiteX117" fmla="*/ 2305292 w 7467600"/>
              <a:gd name="connsiteY117" fmla="*/ 4219492 h 6858000"/>
              <a:gd name="connsiteX118" fmla="*/ 3360922 w 7467600"/>
              <a:gd name="connsiteY118" fmla="*/ 4529373 h 6858000"/>
              <a:gd name="connsiteX119" fmla="*/ 3492420 w 7467600"/>
              <a:gd name="connsiteY119" fmla="*/ 4510145 h 6858000"/>
              <a:gd name="connsiteX120" fmla="*/ 3364086 w 7467600"/>
              <a:gd name="connsiteY120" fmla="*/ 4480340 h 6858000"/>
              <a:gd name="connsiteX121" fmla="*/ 3225818 w 7467600"/>
              <a:gd name="connsiteY121" fmla="*/ 4411822 h 6858000"/>
              <a:gd name="connsiteX122" fmla="*/ 3129696 w 7467600"/>
              <a:gd name="connsiteY122" fmla="*/ 4360704 h 6858000"/>
              <a:gd name="connsiteX123" fmla="*/ 2814545 w 7467600"/>
              <a:gd name="connsiteY123" fmla="*/ 4282955 h 6858000"/>
              <a:gd name="connsiteX124" fmla="*/ 2305292 w 7467600"/>
              <a:gd name="connsiteY124" fmla="*/ 4219492 h 6858000"/>
              <a:gd name="connsiteX125" fmla="*/ 2626982 w 7467600"/>
              <a:gd name="connsiteY125" fmla="*/ 4206450 h 6858000"/>
              <a:gd name="connsiteX126" fmla="*/ 2490617 w 7467600"/>
              <a:gd name="connsiteY126" fmla="*/ 4206951 h 6858000"/>
              <a:gd name="connsiteX127" fmla="*/ 2819869 w 7467600"/>
              <a:gd name="connsiteY127" fmla="*/ 4252936 h 6858000"/>
              <a:gd name="connsiteX128" fmla="*/ 3143018 w 7467600"/>
              <a:gd name="connsiteY128" fmla="*/ 4332698 h 6858000"/>
              <a:gd name="connsiteX129" fmla="*/ 3241520 w 7467600"/>
              <a:gd name="connsiteY129" fmla="*/ 4385112 h 6858000"/>
              <a:gd name="connsiteX130" fmla="*/ 3374575 w 7467600"/>
              <a:gd name="connsiteY130" fmla="*/ 4451517 h 6858000"/>
              <a:gd name="connsiteX131" fmla="*/ 3505221 w 7467600"/>
              <a:gd name="connsiteY131" fmla="*/ 4480757 h 6858000"/>
              <a:gd name="connsiteX132" fmla="*/ 2626982 w 7467600"/>
              <a:gd name="connsiteY132" fmla="*/ 4206450 h 6858000"/>
              <a:gd name="connsiteX133" fmla="*/ 1310106 w 7467600"/>
              <a:gd name="connsiteY133" fmla="*/ 3943217 h 6858000"/>
              <a:gd name="connsiteX134" fmla="*/ 854994 w 7467600"/>
              <a:gd name="connsiteY134" fmla="*/ 4399136 h 6858000"/>
              <a:gd name="connsiteX135" fmla="*/ 742462 w 7467600"/>
              <a:gd name="connsiteY135" fmla="*/ 4594648 h 6858000"/>
              <a:gd name="connsiteX136" fmla="*/ 820602 w 7467600"/>
              <a:gd name="connsiteY136" fmla="*/ 4485915 h 6858000"/>
              <a:gd name="connsiteX137" fmla="*/ 878295 w 7467600"/>
              <a:gd name="connsiteY137" fmla="*/ 4403594 h 6858000"/>
              <a:gd name="connsiteX138" fmla="*/ 1240607 w 7467600"/>
              <a:gd name="connsiteY138" fmla="*/ 4010401 h 6858000"/>
              <a:gd name="connsiteX139" fmla="*/ 1310106 w 7467600"/>
              <a:gd name="connsiteY139" fmla="*/ 3943217 h 6858000"/>
              <a:gd name="connsiteX140" fmla="*/ 1423113 w 7467600"/>
              <a:gd name="connsiteY140" fmla="*/ 3874565 h 6858000"/>
              <a:gd name="connsiteX141" fmla="*/ 1260565 w 7467600"/>
              <a:gd name="connsiteY141" fmla="*/ 4031982 h 6858000"/>
              <a:gd name="connsiteX142" fmla="*/ 901900 w 7467600"/>
              <a:gd name="connsiteY142" fmla="*/ 4421236 h 6858000"/>
              <a:gd name="connsiteX143" fmla="*/ 845044 w 7467600"/>
              <a:gd name="connsiteY143" fmla="*/ 4502436 h 6858000"/>
              <a:gd name="connsiteX144" fmla="*/ 685926 w 7467600"/>
              <a:gd name="connsiteY144" fmla="*/ 4703069 h 6858000"/>
              <a:gd name="connsiteX145" fmla="*/ 684248 w 7467600"/>
              <a:gd name="connsiteY145" fmla="*/ 4706721 h 6858000"/>
              <a:gd name="connsiteX146" fmla="*/ 1423113 w 7467600"/>
              <a:gd name="connsiteY146" fmla="*/ 3874565 h 6858000"/>
              <a:gd name="connsiteX147" fmla="*/ 3316479 w 7467600"/>
              <a:gd name="connsiteY147" fmla="*/ 3872136 h 6858000"/>
              <a:gd name="connsiteX148" fmla="*/ 3546806 w 7467600"/>
              <a:gd name="connsiteY148" fmla="*/ 4356139 h 6858000"/>
              <a:gd name="connsiteX149" fmla="*/ 3364433 w 7467600"/>
              <a:gd name="connsiteY149" fmla="*/ 3953121 h 6858000"/>
              <a:gd name="connsiteX150" fmla="*/ 3316479 w 7467600"/>
              <a:gd name="connsiteY150" fmla="*/ 3872136 h 6858000"/>
              <a:gd name="connsiteX151" fmla="*/ 3291335 w 7467600"/>
              <a:gd name="connsiteY151" fmla="*/ 3767420 h 6858000"/>
              <a:gd name="connsiteX152" fmla="*/ 3390805 w 7467600"/>
              <a:gd name="connsiteY152" fmla="*/ 3937163 h 6858000"/>
              <a:gd name="connsiteX153" fmla="*/ 3579062 w 7467600"/>
              <a:gd name="connsiteY153" fmla="*/ 4359040 h 6858000"/>
              <a:gd name="connsiteX154" fmla="*/ 3467355 w 7467600"/>
              <a:gd name="connsiteY154" fmla="*/ 3988130 h 6858000"/>
              <a:gd name="connsiteX155" fmla="*/ 3310753 w 7467600"/>
              <a:gd name="connsiteY155" fmla="*/ 3787140 h 6858000"/>
              <a:gd name="connsiteX156" fmla="*/ 3291335 w 7467600"/>
              <a:gd name="connsiteY156" fmla="*/ 3767420 h 6858000"/>
              <a:gd name="connsiteX157" fmla="*/ 1635889 w 7467600"/>
              <a:gd name="connsiteY157" fmla="*/ 3709494 h 6858000"/>
              <a:gd name="connsiteX158" fmla="*/ 1634800 w 7467600"/>
              <a:gd name="connsiteY158" fmla="*/ 3731111 h 6858000"/>
              <a:gd name="connsiteX159" fmla="*/ 1635889 w 7467600"/>
              <a:gd name="connsiteY159" fmla="*/ 3709494 h 6858000"/>
              <a:gd name="connsiteX160" fmla="*/ 1510397 w 7467600"/>
              <a:gd name="connsiteY160" fmla="*/ 3684705 h 6858000"/>
              <a:gd name="connsiteX161" fmla="*/ 1146550 w 7467600"/>
              <a:gd name="connsiteY161" fmla="*/ 3802012 h 6858000"/>
              <a:gd name="connsiteX162" fmla="*/ 698834 w 7467600"/>
              <a:gd name="connsiteY162" fmla="*/ 3952272 h 6858000"/>
              <a:gd name="connsiteX163" fmla="*/ 34256 w 7467600"/>
              <a:gd name="connsiteY163" fmla="*/ 4347603 h 6858000"/>
              <a:gd name="connsiteX164" fmla="*/ 527241 w 7467600"/>
              <a:gd name="connsiteY164" fmla="*/ 4065078 h 6858000"/>
              <a:gd name="connsiteX165" fmla="*/ 1510397 w 7467600"/>
              <a:gd name="connsiteY165" fmla="*/ 3684705 h 6858000"/>
              <a:gd name="connsiteX166" fmla="*/ 1313114 w 7467600"/>
              <a:gd name="connsiteY166" fmla="*/ 3655216 h 6858000"/>
              <a:gd name="connsiteX167" fmla="*/ 1109304 w 7467600"/>
              <a:gd name="connsiteY167" fmla="*/ 3669030 h 6858000"/>
              <a:gd name="connsiteX168" fmla="*/ 8129 w 7467600"/>
              <a:gd name="connsiteY168" fmla="*/ 4330519 h 6858000"/>
              <a:gd name="connsiteX169" fmla="*/ 687572 w 7467600"/>
              <a:gd name="connsiteY169" fmla="*/ 3925629 h 6858000"/>
              <a:gd name="connsiteX170" fmla="*/ 1138365 w 7467600"/>
              <a:gd name="connsiteY170" fmla="*/ 3774515 h 6858000"/>
              <a:gd name="connsiteX171" fmla="*/ 1505579 w 7467600"/>
              <a:gd name="connsiteY171" fmla="*/ 3655526 h 6858000"/>
              <a:gd name="connsiteX172" fmla="*/ 1313114 w 7467600"/>
              <a:gd name="connsiteY172" fmla="*/ 3655216 h 6858000"/>
              <a:gd name="connsiteX173" fmla="*/ 3655073 w 7467600"/>
              <a:gd name="connsiteY173" fmla="*/ 3650884 h 6858000"/>
              <a:gd name="connsiteX174" fmla="*/ 3989938 w 7467600"/>
              <a:gd name="connsiteY174" fmla="*/ 3991685 h 6858000"/>
              <a:gd name="connsiteX175" fmla="*/ 4393907 w 7467600"/>
              <a:gd name="connsiteY175" fmla="*/ 4261258 h 6858000"/>
              <a:gd name="connsiteX176" fmla="*/ 4648051 w 7467600"/>
              <a:gd name="connsiteY176" fmla="*/ 4374051 h 6858000"/>
              <a:gd name="connsiteX177" fmla="*/ 4383389 w 7467600"/>
              <a:gd name="connsiteY177" fmla="*/ 4184369 h 6858000"/>
              <a:gd name="connsiteX178" fmla="*/ 4165508 w 7467600"/>
              <a:gd name="connsiteY178" fmla="*/ 4035196 h 6858000"/>
              <a:gd name="connsiteX179" fmla="*/ 4068162 w 7467600"/>
              <a:gd name="connsiteY179" fmla="*/ 3953394 h 6858000"/>
              <a:gd name="connsiteX180" fmla="*/ 3981416 w 7467600"/>
              <a:gd name="connsiteY180" fmla="*/ 3880482 h 6858000"/>
              <a:gd name="connsiteX181" fmla="*/ 3800147 w 7467600"/>
              <a:gd name="connsiteY181" fmla="*/ 3749872 h 6858000"/>
              <a:gd name="connsiteX182" fmla="*/ 3655073 w 7467600"/>
              <a:gd name="connsiteY182" fmla="*/ 3650884 h 6858000"/>
              <a:gd name="connsiteX183" fmla="*/ 3670252 w 7467600"/>
              <a:gd name="connsiteY183" fmla="*/ 3622798 h 6858000"/>
              <a:gd name="connsiteX184" fmla="*/ 3817258 w 7467600"/>
              <a:gd name="connsiteY184" fmla="*/ 3723577 h 6858000"/>
              <a:gd name="connsiteX185" fmla="*/ 4000461 w 7467600"/>
              <a:gd name="connsiteY185" fmla="*/ 3855966 h 6858000"/>
              <a:gd name="connsiteX186" fmla="*/ 4088180 w 7467600"/>
              <a:gd name="connsiteY186" fmla="*/ 3929774 h 6858000"/>
              <a:gd name="connsiteX187" fmla="*/ 4184555 w 7467600"/>
              <a:gd name="connsiteY187" fmla="*/ 4010683 h 6858000"/>
              <a:gd name="connsiteX188" fmla="*/ 4399563 w 7467600"/>
              <a:gd name="connsiteY188" fmla="*/ 4158106 h 6858000"/>
              <a:gd name="connsiteX189" fmla="*/ 4684469 w 7467600"/>
              <a:gd name="connsiteY189" fmla="*/ 4364680 h 6858000"/>
              <a:gd name="connsiteX190" fmla="*/ 4690271 w 7467600"/>
              <a:gd name="connsiteY190" fmla="*/ 4370034 h 6858000"/>
              <a:gd name="connsiteX191" fmla="*/ 4136093 w 7467600"/>
              <a:gd name="connsiteY191" fmla="*/ 3858466 h 6858000"/>
              <a:gd name="connsiteX192" fmla="*/ 3670252 w 7467600"/>
              <a:gd name="connsiteY192" fmla="*/ 3622798 h 6858000"/>
              <a:gd name="connsiteX193" fmla="*/ 4440129 w 7467600"/>
              <a:gd name="connsiteY193" fmla="*/ 3448571 h 6858000"/>
              <a:gd name="connsiteX194" fmla="*/ 4856525 w 7467600"/>
              <a:gd name="connsiteY194" fmla="*/ 3915351 h 6858000"/>
              <a:gd name="connsiteX195" fmla="*/ 5059055 w 7467600"/>
              <a:gd name="connsiteY195" fmla="*/ 4108918 h 6858000"/>
              <a:gd name="connsiteX196" fmla="*/ 5290070 w 7467600"/>
              <a:gd name="connsiteY196" fmla="*/ 4263619 h 6858000"/>
              <a:gd name="connsiteX197" fmla="*/ 4834991 w 7467600"/>
              <a:gd name="connsiteY197" fmla="*/ 3830985 h 6858000"/>
              <a:gd name="connsiteX198" fmla="*/ 4440129 w 7467600"/>
              <a:gd name="connsiteY198" fmla="*/ 3448571 h 6858000"/>
              <a:gd name="connsiteX199" fmla="*/ 4441737 w 7467600"/>
              <a:gd name="connsiteY199" fmla="*/ 3399734 h 6858000"/>
              <a:gd name="connsiteX200" fmla="*/ 4431236 w 7467600"/>
              <a:gd name="connsiteY200" fmla="*/ 3400954 h 6858000"/>
              <a:gd name="connsiteX201" fmla="*/ 4557150 w 7467600"/>
              <a:gd name="connsiteY201" fmla="*/ 3510023 h 6858000"/>
              <a:gd name="connsiteX202" fmla="*/ 4856936 w 7467600"/>
              <a:gd name="connsiteY202" fmla="*/ 3809146 h 6858000"/>
              <a:gd name="connsiteX203" fmla="*/ 5111996 w 7467600"/>
              <a:gd name="connsiteY203" fmla="*/ 4065759 h 6858000"/>
              <a:gd name="connsiteX204" fmla="*/ 5388878 w 7467600"/>
              <a:gd name="connsiteY204" fmla="*/ 4300185 h 6858000"/>
              <a:gd name="connsiteX205" fmla="*/ 5425556 w 7467600"/>
              <a:gd name="connsiteY205" fmla="*/ 4308967 h 6858000"/>
              <a:gd name="connsiteX206" fmla="*/ 4943646 w 7467600"/>
              <a:gd name="connsiteY206" fmla="*/ 3822916 h 6858000"/>
              <a:gd name="connsiteX207" fmla="*/ 4594837 w 7467600"/>
              <a:gd name="connsiteY207" fmla="*/ 3532274 h 6858000"/>
              <a:gd name="connsiteX208" fmla="*/ 4441737 w 7467600"/>
              <a:gd name="connsiteY208" fmla="*/ 3399734 h 6858000"/>
              <a:gd name="connsiteX209" fmla="*/ 5425834 w 7467600"/>
              <a:gd name="connsiteY209" fmla="*/ 3162785 h 6858000"/>
              <a:gd name="connsiteX210" fmla="*/ 5401644 w 7467600"/>
              <a:gd name="connsiteY210" fmla="*/ 3617847 h 6858000"/>
              <a:gd name="connsiteX211" fmla="*/ 5467256 w 7467600"/>
              <a:gd name="connsiteY211" fmla="*/ 4175494 h 6858000"/>
              <a:gd name="connsiteX212" fmla="*/ 5448069 w 7467600"/>
              <a:gd name="connsiteY212" fmla="*/ 3567554 h 6858000"/>
              <a:gd name="connsiteX213" fmla="*/ 5425834 w 7467600"/>
              <a:gd name="connsiteY213" fmla="*/ 3162785 h 6858000"/>
              <a:gd name="connsiteX214" fmla="*/ 1318687 w 7467600"/>
              <a:gd name="connsiteY214" fmla="*/ 3113840 h 6858000"/>
              <a:gd name="connsiteX215" fmla="*/ 1066793 w 7467600"/>
              <a:gd name="connsiteY215" fmla="*/ 3212171 h 6858000"/>
              <a:gd name="connsiteX216" fmla="*/ 993319 w 7467600"/>
              <a:gd name="connsiteY216" fmla="*/ 3247648 h 6858000"/>
              <a:gd name="connsiteX217" fmla="*/ 853081 w 7467600"/>
              <a:gd name="connsiteY217" fmla="*/ 3312410 h 6858000"/>
              <a:gd name="connsiteX218" fmla="*/ 805957 w 7467600"/>
              <a:gd name="connsiteY218" fmla="*/ 3330443 h 6858000"/>
              <a:gd name="connsiteX219" fmla="*/ 1318687 w 7467600"/>
              <a:gd name="connsiteY219" fmla="*/ 3113840 h 6858000"/>
              <a:gd name="connsiteX220" fmla="*/ 5453702 w 7467600"/>
              <a:gd name="connsiteY220" fmla="*/ 3090882 h 6858000"/>
              <a:gd name="connsiteX221" fmla="*/ 5480135 w 7467600"/>
              <a:gd name="connsiteY221" fmla="*/ 3565802 h 6858000"/>
              <a:gd name="connsiteX222" fmla="*/ 5499023 w 7467600"/>
              <a:gd name="connsiteY222" fmla="*/ 4166310 h 6858000"/>
              <a:gd name="connsiteX223" fmla="*/ 5547022 w 7467600"/>
              <a:gd name="connsiteY223" fmla="*/ 3607838 h 6858000"/>
              <a:gd name="connsiteX224" fmla="*/ 5515964 w 7467600"/>
              <a:gd name="connsiteY224" fmla="*/ 3378541 h 6858000"/>
              <a:gd name="connsiteX225" fmla="*/ 5453702 w 7467600"/>
              <a:gd name="connsiteY225" fmla="*/ 3090882 h 6858000"/>
              <a:gd name="connsiteX226" fmla="*/ 1238695 w 7467600"/>
              <a:gd name="connsiteY226" fmla="*/ 3076820 h 6858000"/>
              <a:gd name="connsiteX227" fmla="*/ 716371 w 7467600"/>
              <a:gd name="connsiteY227" fmla="*/ 3293249 h 6858000"/>
              <a:gd name="connsiteX228" fmla="*/ 579522 w 7467600"/>
              <a:gd name="connsiteY228" fmla="*/ 3371759 h 6858000"/>
              <a:gd name="connsiteX229" fmla="*/ 600288 w 7467600"/>
              <a:gd name="connsiteY229" fmla="*/ 3365555 h 6858000"/>
              <a:gd name="connsiteX230" fmla="*/ 840692 w 7467600"/>
              <a:gd name="connsiteY230" fmla="*/ 3284921 h 6858000"/>
              <a:gd name="connsiteX231" fmla="*/ 979248 w 7467600"/>
              <a:gd name="connsiteY231" fmla="*/ 3221003 h 6858000"/>
              <a:gd name="connsiteX232" fmla="*/ 1053282 w 7467600"/>
              <a:gd name="connsiteY232" fmla="*/ 3185247 h 6858000"/>
              <a:gd name="connsiteX233" fmla="*/ 1320603 w 7467600"/>
              <a:gd name="connsiteY233" fmla="*/ 3081281 h 6858000"/>
              <a:gd name="connsiteX234" fmla="*/ 1238695 w 7467600"/>
              <a:gd name="connsiteY234" fmla="*/ 3076820 h 6858000"/>
              <a:gd name="connsiteX235" fmla="*/ 5425627 w 7467600"/>
              <a:gd name="connsiteY235" fmla="*/ 2954192 h 6858000"/>
              <a:gd name="connsiteX236" fmla="*/ 5470770 w 7467600"/>
              <a:gd name="connsiteY236" fmla="*/ 3005435 h 6858000"/>
              <a:gd name="connsiteX237" fmla="*/ 5519779 w 7467600"/>
              <a:gd name="connsiteY237" fmla="*/ 4359223 h 6858000"/>
              <a:gd name="connsiteX238" fmla="*/ 5520293 w 7467600"/>
              <a:gd name="connsiteY238" fmla="*/ 4360602 h 6858000"/>
              <a:gd name="connsiteX239" fmla="*/ 5767221 w 7467600"/>
              <a:gd name="connsiteY239" fmla="*/ 4665564 h 6858000"/>
              <a:gd name="connsiteX240" fmla="*/ 6937169 w 7467600"/>
              <a:gd name="connsiteY240" fmla="*/ 4815941 h 6858000"/>
              <a:gd name="connsiteX241" fmla="*/ 6953922 w 7467600"/>
              <a:gd name="connsiteY241" fmla="*/ 4890068 h 6858000"/>
              <a:gd name="connsiteX242" fmla="*/ 6071359 w 7467600"/>
              <a:gd name="connsiteY242" fmla="*/ 4770770 h 6858000"/>
              <a:gd name="connsiteX243" fmla="*/ 6038839 w 7467600"/>
              <a:gd name="connsiteY243" fmla="*/ 4764474 h 6858000"/>
              <a:gd name="connsiteX244" fmla="*/ 6038706 w 7467600"/>
              <a:gd name="connsiteY244" fmla="*/ 4763847 h 6858000"/>
              <a:gd name="connsiteX245" fmla="*/ 6037784 w 7467600"/>
              <a:gd name="connsiteY245" fmla="*/ 4764270 h 6858000"/>
              <a:gd name="connsiteX246" fmla="*/ 6038839 w 7467600"/>
              <a:gd name="connsiteY246" fmla="*/ 4764474 h 6858000"/>
              <a:gd name="connsiteX247" fmla="*/ 6040338 w 7467600"/>
              <a:gd name="connsiteY247" fmla="*/ 4771418 h 6858000"/>
              <a:gd name="connsiteX248" fmla="*/ 6024488 w 7467600"/>
              <a:gd name="connsiteY248" fmla="*/ 4809903 h 6858000"/>
              <a:gd name="connsiteX249" fmla="*/ 5599771 w 7467600"/>
              <a:gd name="connsiteY249" fmla="*/ 5509652 h 6858000"/>
              <a:gd name="connsiteX250" fmla="*/ 5548843 w 7467600"/>
              <a:gd name="connsiteY250" fmla="*/ 5563845 h 6858000"/>
              <a:gd name="connsiteX251" fmla="*/ 5940952 w 7467600"/>
              <a:gd name="connsiteY251" fmla="*/ 6250028 h 6858000"/>
              <a:gd name="connsiteX252" fmla="*/ 6043441 w 7467600"/>
              <a:gd name="connsiteY252" fmla="*/ 6665847 h 6858000"/>
              <a:gd name="connsiteX253" fmla="*/ 6093432 w 7467600"/>
              <a:gd name="connsiteY253" fmla="*/ 6858000 h 6858000"/>
              <a:gd name="connsiteX254" fmla="*/ 6034344 w 7467600"/>
              <a:gd name="connsiteY254" fmla="*/ 6858000 h 6858000"/>
              <a:gd name="connsiteX255" fmla="*/ 6026679 w 7467600"/>
              <a:gd name="connsiteY255" fmla="*/ 6836959 h 6858000"/>
              <a:gd name="connsiteX256" fmla="*/ 5800441 w 7467600"/>
              <a:gd name="connsiteY256" fmla="*/ 6335286 h 6858000"/>
              <a:gd name="connsiteX257" fmla="*/ 5526562 w 7467600"/>
              <a:gd name="connsiteY257" fmla="*/ 5705388 h 6858000"/>
              <a:gd name="connsiteX258" fmla="*/ 5519640 w 7467600"/>
              <a:gd name="connsiteY258" fmla="*/ 5683774 h 6858000"/>
              <a:gd name="connsiteX259" fmla="*/ 5844559 w 7467600"/>
              <a:gd name="connsiteY259" fmla="*/ 6553349 h 6858000"/>
              <a:gd name="connsiteX260" fmla="*/ 5975994 w 7467600"/>
              <a:gd name="connsiteY260" fmla="*/ 6858000 h 6858000"/>
              <a:gd name="connsiteX261" fmla="*/ 5898547 w 7467600"/>
              <a:gd name="connsiteY261" fmla="*/ 6858000 h 6858000"/>
              <a:gd name="connsiteX262" fmla="*/ 5682041 w 7467600"/>
              <a:gd name="connsiteY262" fmla="*/ 6355860 h 6858000"/>
              <a:gd name="connsiteX263" fmla="*/ 5461758 w 7467600"/>
              <a:gd name="connsiteY263" fmla="*/ 5820220 h 6858000"/>
              <a:gd name="connsiteX264" fmla="*/ 5237282 w 7467600"/>
              <a:gd name="connsiteY264" fmla="*/ 6579086 h 6858000"/>
              <a:gd name="connsiteX265" fmla="*/ 5115009 w 7467600"/>
              <a:gd name="connsiteY265" fmla="*/ 6858000 h 6858000"/>
              <a:gd name="connsiteX266" fmla="*/ 5028074 w 7467600"/>
              <a:gd name="connsiteY266" fmla="*/ 6858000 h 6858000"/>
              <a:gd name="connsiteX267" fmla="*/ 5079508 w 7467600"/>
              <a:gd name="connsiteY267" fmla="*/ 6749074 h 6858000"/>
              <a:gd name="connsiteX268" fmla="*/ 5371846 w 7467600"/>
              <a:gd name="connsiteY268" fmla="*/ 5924413 h 6858000"/>
              <a:gd name="connsiteX269" fmla="*/ 5270512 w 7467600"/>
              <a:gd name="connsiteY269" fmla="*/ 6138975 h 6858000"/>
              <a:gd name="connsiteX270" fmla="*/ 5062409 w 7467600"/>
              <a:gd name="connsiteY270" fmla="*/ 6653544 h 6858000"/>
              <a:gd name="connsiteX271" fmla="*/ 5036628 w 7467600"/>
              <a:gd name="connsiteY271" fmla="*/ 6754247 h 6858000"/>
              <a:gd name="connsiteX272" fmla="*/ 5009112 w 7467600"/>
              <a:gd name="connsiteY272" fmla="*/ 6858000 h 6858000"/>
              <a:gd name="connsiteX273" fmla="*/ 4976679 w 7467600"/>
              <a:gd name="connsiteY273" fmla="*/ 6858000 h 6858000"/>
              <a:gd name="connsiteX274" fmla="*/ 5006537 w 7467600"/>
              <a:gd name="connsiteY274" fmla="*/ 6747068 h 6858000"/>
              <a:gd name="connsiteX275" fmla="*/ 5032723 w 7467600"/>
              <a:gd name="connsiteY275" fmla="*/ 6644957 h 6858000"/>
              <a:gd name="connsiteX276" fmla="*/ 5242949 w 7467600"/>
              <a:gd name="connsiteY276" fmla="*/ 6125175 h 6858000"/>
              <a:gd name="connsiteX277" fmla="*/ 5286321 w 7467600"/>
              <a:gd name="connsiteY277" fmla="*/ 6033555 h 6858000"/>
              <a:gd name="connsiteX278" fmla="*/ 5008210 w 7467600"/>
              <a:gd name="connsiteY278" fmla="*/ 6649194 h 6858000"/>
              <a:gd name="connsiteX279" fmla="*/ 4986321 w 7467600"/>
              <a:gd name="connsiteY279" fmla="*/ 6765687 h 6858000"/>
              <a:gd name="connsiteX280" fmla="*/ 4973474 w 7467600"/>
              <a:gd name="connsiteY280" fmla="*/ 6858000 h 6858000"/>
              <a:gd name="connsiteX281" fmla="*/ 4907178 w 7467600"/>
              <a:gd name="connsiteY281" fmla="*/ 6858000 h 6858000"/>
              <a:gd name="connsiteX282" fmla="*/ 4910810 w 7467600"/>
              <a:gd name="connsiteY282" fmla="*/ 6829660 h 6858000"/>
              <a:gd name="connsiteX283" fmla="*/ 4987461 w 7467600"/>
              <a:gd name="connsiteY283" fmla="*/ 6432994 h 6858000"/>
              <a:gd name="connsiteX284" fmla="*/ 5179262 w 7467600"/>
              <a:gd name="connsiteY284" fmla="*/ 6035044 h 6858000"/>
              <a:gd name="connsiteX285" fmla="*/ 4689678 w 7467600"/>
              <a:gd name="connsiteY285" fmla="*/ 6440241 h 6858000"/>
              <a:gd name="connsiteX286" fmla="*/ 4477543 w 7467600"/>
              <a:gd name="connsiteY286" fmla="*/ 6674836 h 6858000"/>
              <a:gd name="connsiteX287" fmla="*/ 4329957 w 7467600"/>
              <a:gd name="connsiteY287" fmla="*/ 6858000 h 6858000"/>
              <a:gd name="connsiteX288" fmla="*/ 4218595 w 7467600"/>
              <a:gd name="connsiteY288" fmla="*/ 6858000 h 6858000"/>
              <a:gd name="connsiteX289" fmla="*/ 4368888 w 7467600"/>
              <a:gd name="connsiteY289" fmla="*/ 6668412 h 6858000"/>
              <a:gd name="connsiteX290" fmla="*/ 4563091 w 7467600"/>
              <a:gd name="connsiteY290" fmla="*/ 6442508 h 6858000"/>
              <a:gd name="connsiteX291" fmla="*/ 5387324 w 7467600"/>
              <a:gd name="connsiteY291" fmla="*/ 5705830 h 6858000"/>
              <a:gd name="connsiteX292" fmla="*/ 5073620 w 7467600"/>
              <a:gd name="connsiteY292" fmla="*/ 5955437 h 6858000"/>
              <a:gd name="connsiteX293" fmla="*/ 4689789 w 7467600"/>
              <a:gd name="connsiteY293" fmla="*/ 6268382 h 6858000"/>
              <a:gd name="connsiteX294" fmla="*/ 4418722 w 7467600"/>
              <a:gd name="connsiteY294" fmla="*/ 6570886 h 6858000"/>
              <a:gd name="connsiteX295" fmla="*/ 4214944 w 7467600"/>
              <a:gd name="connsiteY295" fmla="*/ 6858000 h 6858000"/>
              <a:gd name="connsiteX296" fmla="*/ 4177898 w 7467600"/>
              <a:gd name="connsiteY296" fmla="*/ 6858000 h 6858000"/>
              <a:gd name="connsiteX297" fmla="*/ 4391597 w 7467600"/>
              <a:gd name="connsiteY297" fmla="*/ 6556370 h 6858000"/>
              <a:gd name="connsiteX298" fmla="*/ 4668889 w 7467600"/>
              <a:gd name="connsiteY298" fmla="*/ 6246399 h 6858000"/>
              <a:gd name="connsiteX299" fmla="*/ 5055427 w 7467600"/>
              <a:gd name="connsiteY299" fmla="*/ 5931476 h 6858000"/>
              <a:gd name="connsiteX300" fmla="*/ 5371814 w 7467600"/>
              <a:gd name="connsiteY300" fmla="*/ 5678975 h 6858000"/>
              <a:gd name="connsiteX301" fmla="*/ 4987918 w 7467600"/>
              <a:gd name="connsiteY301" fmla="*/ 5838701 h 6858000"/>
              <a:gd name="connsiteX302" fmla="*/ 4317146 w 7467600"/>
              <a:gd name="connsiteY302" fmla="*/ 6587716 h 6858000"/>
              <a:gd name="connsiteX303" fmla="*/ 4171627 w 7467600"/>
              <a:gd name="connsiteY303" fmla="*/ 6858000 h 6858000"/>
              <a:gd name="connsiteX304" fmla="*/ 4081585 w 7467600"/>
              <a:gd name="connsiteY304" fmla="*/ 6858000 h 6858000"/>
              <a:gd name="connsiteX305" fmla="*/ 4238603 w 7467600"/>
              <a:gd name="connsiteY305" fmla="*/ 6559341 h 6858000"/>
              <a:gd name="connsiteX306" fmla="*/ 4778333 w 7467600"/>
              <a:gd name="connsiteY306" fmla="*/ 5873626 h 6858000"/>
              <a:gd name="connsiteX307" fmla="*/ 5414185 w 7467600"/>
              <a:gd name="connsiteY307" fmla="*/ 5573882 h 6858000"/>
              <a:gd name="connsiteX308" fmla="*/ 5959648 w 7467600"/>
              <a:gd name="connsiteY308" fmla="*/ 4760797 h 6858000"/>
              <a:gd name="connsiteX309" fmla="*/ 5355019 w 7467600"/>
              <a:gd name="connsiteY309" fmla="*/ 4734672 h 6858000"/>
              <a:gd name="connsiteX310" fmla="*/ 5083565 w 7467600"/>
              <a:gd name="connsiteY310" fmla="*/ 5179121 h 6858000"/>
              <a:gd name="connsiteX311" fmla="*/ 4713577 w 7467600"/>
              <a:gd name="connsiteY311" fmla="*/ 5616803 h 6858000"/>
              <a:gd name="connsiteX312" fmla="*/ 3989559 w 7467600"/>
              <a:gd name="connsiteY312" fmla="*/ 6145945 h 6858000"/>
              <a:gd name="connsiteX313" fmla="*/ 3939824 w 7467600"/>
              <a:gd name="connsiteY313" fmla="*/ 6066900 h 6858000"/>
              <a:gd name="connsiteX314" fmla="*/ 4584537 w 7467600"/>
              <a:gd name="connsiteY314" fmla="*/ 5324826 h 6858000"/>
              <a:gd name="connsiteX315" fmla="*/ 5037105 w 7467600"/>
              <a:gd name="connsiteY315" fmla="*/ 5088765 h 6858000"/>
              <a:gd name="connsiteX316" fmla="*/ 5039930 w 7467600"/>
              <a:gd name="connsiteY316" fmla="*/ 5089585 h 6858000"/>
              <a:gd name="connsiteX317" fmla="*/ 5263764 w 7467600"/>
              <a:gd name="connsiteY317" fmla="*/ 4735525 h 6858000"/>
              <a:gd name="connsiteX318" fmla="*/ 4086300 w 7467600"/>
              <a:gd name="connsiteY318" fmla="*/ 4884599 h 6858000"/>
              <a:gd name="connsiteX319" fmla="*/ 4085485 w 7467600"/>
              <a:gd name="connsiteY319" fmla="*/ 4899070 h 6858000"/>
              <a:gd name="connsiteX320" fmla="*/ 3871915 w 7467600"/>
              <a:gd name="connsiteY320" fmla="*/ 5253645 h 6858000"/>
              <a:gd name="connsiteX321" fmla="*/ 3799374 w 7467600"/>
              <a:gd name="connsiteY321" fmla="*/ 5466127 h 6858000"/>
              <a:gd name="connsiteX322" fmla="*/ 3498850 w 7467600"/>
              <a:gd name="connsiteY322" fmla="*/ 6661888 h 6858000"/>
              <a:gd name="connsiteX323" fmla="*/ 3399216 w 7467600"/>
              <a:gd name="connsiteY323" fmla="*/ 6858000 h 6858000"/>
              <a:gd name="connsiteX324" fmla="*/ 3303688 w 7467600"/>
              <a:gd name="connsiteY324" fmla="*/ 6858000 h 6858000"/>
              <a:gd name="connsiteX325" fmla="*/ 3391774 w 7467600"/>
              <a:gd name="connsiteY325" fmla="*/ 6697181 h 6858000"/>
              <a:gd name="connsiteX326" fmla="*/ 3735540 w 7467600"/>
              <a:gd name="connsiteY326" fmla="*/ 5546923 h 6858000"/>
              <a:gd name="connsiteX327" fmla="*/ 3729438 w 7467600"/>
              <a:gd name="connsiteY327" fmla="*/ 5569058 h 6858000"/>
              <a:gd name="connsiteX328" fmla="*/ 3707782 w 7467600"/>
              <a:gd name="connsiteY328" fmla="*/ 5644908 h 6858000"/>
              <a:gd name="connsiteX329" fmla="*/ 3583827 w 7467600"/>
              <a:gd name="connsiteY329" fmla="*/ 6039215 h 6858000"/>
              <a:gd name="connsiteX330" fmla="*/ 3547861 w 7467600"/>
              <a:gd name="connsiteY330" fmla="*/ 6129609 h 6858000"/>
              <a:gd name="connsiteX331" fmla="*/ 3490905 w 7467600"/>
              <a:gd name="connsiteY331" fmla="*/ 6277660 h 6858000"/>
              <a:gd name="connsiteX332" fmla="*/ 3455859 w 7467600"/>
              <a:gd name="connsiteY332" fmla="*/ 6391301 h 6858000"/>
              <a:gd name="connsiteX333" fmla="*/ 3429112 w 7467600"/>
              <a:gd name="connsiteY333" fmla="*/ 6479469 h 6858000"/>
              <a:gd name="connsiteX334" fmla="*/ 3304862 w 7467600"/>
              <a:gd name="connsiteY334" fmla="*/ 6796476 h 6858000"/>
              <a:gd name="connsiteX335" fmla="*/ 3276071 w 7467600"/>
              <a:gd name="connsiteY335" fmla="*/ 6858000 h 6858000"/>
              <a:gd name="connsiteX336" fmla="*/ 3240805 w 7467600"/>
              <a:gd name="connsiteY336" fmla="*/ 6858000 h 6858000"/>
              <a:gd name="connsiteX337" fmla="*/ 3275917 w 7467600"/>
              <a:gd name="connsiteY337" fmla="*/ 6783192 h 6858000"/>
              <a:gd name="connsiteX338" fmla="*/ 3399358 w 7467600"/>
              <a:gd name="connsiteY338" fmla="*/ 6469011 h 6858000"/>
              <a:gd name="connsiteX339" fmla="*/ 3425650 w 7467600"/>
              <a:gd name="connsiteY339" fmla="*/ 6381333 h 6858000"/>
              <a:gd name="connsiteX340" fmla="*/ 3460661 w 7467600"/>
              <a:gd name="connsiteY340" fmla="*/ 6266763 h 6858000"/>
              <a:gd name="connsiteX341" fmla="*/ 3518021 w 7467600"/>
              <a:gd name="connsiteY341" fmla="*/ 6117298 h 6858000"/>
              <a:gd name="connsiteX342" fmla="*/ 3554035 w 7467600"/>
              <a:gd name="connsiteY342" fmla="*/ 6027832 h 6858000"/>
              <a:gd name="connsiteX343" fmla="*/ 3677174 w 7467600"/>
              <a:gd name="connsiteY343" fmla="*/ 5636351 h 6858000"/>
              <a:gd name="connsiteX344" fmla="*/ 3698819 w 7467600"/>
              <a:gd name="connsiteY344" fmla="*/ 5560503 h 6858000"/>
              <a:gd name="connsiteX345" fmla="*/ 3702094 w 7467600"/>
              <a:gd name="connsiteY345" fmla="*/ 5549194 h 6858000"/>
              <a:gd name="connsiteX346" fmla="*/ 3398355 w 7467600"/>
              <a:gd name="connsiteY346" fmla="*/ 6094603 h 6858000"/>
              <a:gd name="connsiteX347" fmla="*/ 3193941 w 7467600"/>
              <a:gd name="connsiteY347" fmla="*/ 6798775 h 6858000"/>
              <a:gd name="connsiteX348" fmla="*/ 3184140 w 7467600"/>
              <a:gd name="connsiteY348" fmla="*/ 6858000 h 6858000"/>
              <a:gd name="connsiteX349" fmla="*/ 3099978 w 7467600"/>
              <a:gd name="connsiteY349" fmla="*/ 6858000 h 6858000"/>
              <a:gd name="connsiteX350" fmla="*/ 3101556 w 7467600"/>
              <a:gd name="connsiteY350" fmla="*/ 6843337 h 6858000"/>
              <a:gd name="connsiteX351" fmla="*/ 3370162 w 7467600"/>
              <a:gd name="connsiteY351" fmla="*/ 5785550 h 6858000"/>
              <a:gd name="connsiteX352" fmla="*/ 3746477 w 7467600"/>
              <a:gd name="connsiteY352" fmla="*/ 5377889 h 6858000"/>
              <a:gd name="connsiteX353" fmla="*/ 3863399 w 7467600"/>
              <a:gd name="connsiteY353" fmla="*/ 5087257 h 6858000"/>
              <a:gd name="connsiteX354" fmla="*/ 3968712 w 7467600"/>
              <a:gd name="connsiteY354" fmla="*/ 4913989 h 6858000"/>
              <a:gd name="connsiteX355" fmla="*/ 2792390 w 7467600"/>
              <a:gd name="connsiteY355" fmla="*/ 5382974 h 6858000"/>
              <a:gd name="connsiteX356" fmla="*/ 2714982 w 7467600"/>
              <a:gd name="connsiteY356" fmla="*/ 5427051 h 6858000"/>
              <a:gd name="connsiteX357" fmla="*/ 2813361 w 7467600"/>
              <a:gd name="connsiteY357" fmla="*/ 6023912 h 6858000"/>
              <a:gd name="connsiteX358" fmla="*/ 2688430 w 7467600"/>
              <a:gd name="connsiteY358" fmla="*/ 6801564 h 6858000"/>
              <a:gd name="connsiteX359" fmla="*/ 2629626 w 7467600"/>
              <a:gd name="connsiteY359" fmla="*/ 6763394 h 6858000"/>
              <a:gd name="connsiteX360" fmla="*/ 2565328 w 7467600"/>
              <a:gd name="connsiteY360" fmla="*/ 5516399 h 6858000"/>
              <a:gd name="connsiteX361" fmla="*/ 1922999 w 7467600"/>
              <a:gd name="connsiteY361" fmla="*/ 5980343 h 6858000"/>
              <a:gd name="connsiteX362" fmla="*/ 1950261 w 7467600"/>
              <a:gd name="connsiteY362" fmla="*/ 6405858 h 6858000"/>
              <a:gd name="connsiteX363" fmla="*/ 2365554 w 7467600"/>
              <a:gd name="connsiteY363" fmla="*/ 6759107 h 6858000"/>
              <a:gd name="connsiteX364" fmla="*/ 2424142 w 7467600"/>
              <a:gd name="connsiteY364" fmla="*/ 6858000 h 6858000"/>
              <a:gd name="connsiteX365" fmla="*/ 2395994 w 7467600"/>
              <a:gd name="connsiteY365" fmla="*/ 6858000 h 6858000"/>
              <a:gd name="connsiteX366" fmla="*/ 2392863 w 7467600"/>
              <a:gd name="connsiteY366" fmla="*/ 6852964 h 6858000"/>
              <a:gd name="connsiteX367" fmla="*/ 2017589 w 7467600"/>
              <a:gd name="connsiteY367" fmla="*/ 6493982 h 6858000"/>
              <a:gd name="connsiteX368" fmla="*/ 2147336 w 7467600"/>
              <a:gd name="connsiteY368" fmla="*/ 6594052 h 6858000"/>
              <a:gd name="connsiteX369" fmla="*/ 2207047 w 7467600"/>
              <a:gd name="connsiteY369" fmla="*/ 6654540 h 6858000"/>
              <a:gd name="connsiteX370" fmla="*/ 2299106 w 7467600"/>
              <a:gd name="connsiteY370" fmla="*/ 6778931 h 6858000"/>
              <a:gd name="connsiteX371" fmla="*/ 2314430 w 7467600"/>
              <a:gd name="connsiteY371" fmla="*/ 6801144 h 6858000"/>
              <a:gd name="connsiteX372" fmla="*/ 2352406 w 7467600"/>
              <a:gd name="connsiteY372" fmla="*/ 6858000 h 6858000"/>
              <a:gd name="connsiteX373" fmla="*/ 2314492 w 7467600"/>
              <a:gd name="connsiteY373" fmla="*/ 6858000 h 6858000"/>
              <a:gd name="connsiteX374" fmla="*/ 2288095 w 7467600"/>
              <a:gd name="connsiteY374" fmla="*/ 6818030 h 6858000"/>
              <a:gd name="connsiteX375" fmla="*/ 2272768 w 7467600"/>
              <a:gd name="connsiteY375" fmla="*/ 6795822 h 6858000"/>
              <a:gd name="connsiteX376" fmla="*/ 2182715 w 7467600"/>
              <a:gd name="connsiteY376" fmla="*/ 6675071 h 6858000"/>
              <a:gd name="connsiteX377" fmla="*/ 2032061 w 7467600"/>
              <a:gd name="connsiteY377" fmla="*/ 6541380 h 6858000"/>
              <a:gd name="connsiteX378" fmla="*/ 2257220 w 7467600"/>
              <a:gd name="connsiteY378" fmla="*/ 6826257 h 6858000"/>
              <a:gd name="connsiteX379" fmla="*/ 2281324 w 7467600"/>
              <a:gd name="connsiteY379" fmla="*/ 6858000 h 6858000"/>
              <a:gd name="connsiteX380" fmla="*/ 2242860 w 7467600"/>
              <a:gd name="connsiteY380" fmla="*/ 6858000 h 6858000"/>
              <a:gd name="connsiteX381" fmla="*/ 2232818 w 7467600"/>
              <a:gd name="connsiteY381" fmla="*/ 6844926 h 6858000"/>
              <a:gd name="connsiteX382" fmla="*/ 1990172 w 7467600"/>
              <a:gd name="connsiteY382" fmla="*/ 6542121 h 6858000"/>
              <a:gd name="connsiteX383" fmla="*/ 2124090 w 7467600"/>
              <a:gd name="connsiteY383" fmla="*/ 6761017 h 6858000"/>
              <a:gd name="connsiteX384" fmla="*/ 2200380 w 7467600"/>
              <a:gd name="connsiteY384" fmla="*/ 6858000 h 6858000"/>
              <a:gd name="connsiteX385" fmla="*/ 2147507 w 7467600"/>
              <a:gd name="connsiteY385" fmla="*/ 6858000 h 6858000"/>
              <a:gd name="connsiteX386" fmla="*/ 2070668 w 7467600"/>
              <a:gd name="connsiteY386" fmla="*/ 6761520 h 6858000"/>
              <a:gd name="connsiteX387" fmla="*/ 1975142 w 7467600"/>
              <a:gd name="connsiteY387" fmla="*/ 6585570 h 6858000"/>
              <a:gd name="connsiteX388" fmla="*/ 2050035 w 7467600"/>
              <a:gd name="connsiteY388" fmla="*/ 6813345 h 6858000"/>
              <a:gd name="connsiteX389" fmla="*/ 2063025 w 7467600"/>
              <a:gd name="connsiteY389" fmla="*/ 6858000 h 6858000"/>
              <a:gd name="connsiteX390" fmla="*/ 2021675 w 7467600"/>
              <a:gd name="connsiteY390" fmla="*/ 6858000 h 6858000"/>
              <a:gd name="connsiteX391" fmla="*/ 2019308 w 7467600"/>
              <a:gd name="connsiteY391" fmla="*/ 6847118 h 6858000"/>
              <a:gd name="connsiteX392" fmla="*/ 1938835 w 7467600"/>
              <a:gd name="connsiteY392" fmla="*/ 6551160 h 6858000"/>
              <a:gd name="connsiteX393" fmla="*/ 1953230 w 7467600"/>
              <a:gd name="connsiteY393" fmla="*/ 6759699 h 6858000"/>
              <a:gd name="connsiteX394" fmla="*/ 1956763 w 7467600"/>
              <a:gd name="connsiteY394" fmla="*/ 6778191 h 6858000"/>
              <a:gd name="connsiteX395" fmla="*/ 1967925 w 7467600"/>
              <a:gd name="connsiteY395" fmla="*/ 6858000 h 6858000"/>
              <a:gd name="connsiteX396" fmla="*/ 1936622 w 7467600"/>
              <a:gd name="connsiteY396" fmla="*/ 6858000 h 6858000"/>
              <a:gd name="connsiteX397" fmla="*/ 1926261 w 7467600"/>
              <a:gd name="connsiteY397" fmla="*/ 6784064 h 6858000"/>
              <a:gd name="connsiteX398" fmla="*/ 1922724 w 7467600"/>
              <a:gd name="connsiteY398" fmla="*/ 6765577 h 6858000"/>
              <a:gd name="connsiteX399" fmla="*/ 1904650 w 7467600"/>
              <a:gd name="connsiteY399" fmla="*/ 6639616 h 6858000"/>
              <a:gd name="connsiteX400" fmla="*/ 1885273 w 7467600"/>
              <a:gd name="connsiteY400" fmla="*/ 6858000 h 6858000"/>
              <a:gd name="connsiteX401" fmla="*/ 1854363 w 7467600"/>
              <a:gd name="connsiteY401" fmla="*/ 6858000 h 6858000"/>
              <a:gd name="connsiteX402" fmla="*/ 1880391 w 7467600"/>
              <a:gd name="connsiteY402" fmla="*/ 6603796 h 6858000"/>
              <a:gd name="connsiteX403" fmla="*/ 1818273 w 7467600"/>
              <a:gd name="connsiteY403" fmla="*/ 6715729 h 6858000"/>
              <a:gd name="connsiteX404" fmla="*/ 1794691 w 7467600"/>
              <a:gd name="connsiteY404" fmla="*/ 6843239 h 6858000"/>
              <a:gd name="connsiteX405" fmla="*/ 1794914 w 7467600"/>
              <a:gd name="connsiteY405" fmla="*/ 6858000 h 6858000"/>
              <a:gd name="connsiteX406" fmla="*/ 1746128 w 7467600"/>
              <a:gd name="connsiteY406" fmla="*/ 6858000 h 6858000"/>
              <a:gd name="connsiteX407" fmla="*/ 1753934 w 7467600"/>
              <a:gd name="connsiteY407" fmla="*/ 6724796 h 6858000"/>
              <a:gd name="connsiteX408" fmla="*/ 1792053 w 7467600"/>
              <a:gd name="connsiteY408" fmla="*/ 6572396 h 6858000"/>
              <a:gd name="connsiteX409" fmla="*/ 1862248 w 7467600"/>
              <a:gd name="connsiteY409" fmla="*/ 6266397 h 6858000"/>
              <a:gd name="connsiteX410" fmla="*/ 1862250 w 7467600"/>
              <a:gd name="connsiteY410" fmla="*/ 6033531 h 6858000"/>
              <a:gd name="connsiteX411" fmla="*/ 1211999 w 7467600"/>
              <a:gd name="connsiteY411" fmla="*/ 6683610 h 6858000"/>
              <a:gd name="connsiteX412" fmla="*/ 1213266 w 7467600"/>
              <a:gd name="connsiteY412" fmla="*/ 6691947 h 6858000"/>
              <a:gd name="connsiteX413" fmla="*/ 1203370 w 7467600"/>
              <a:gd name="connsiteY413" fmla="*/ 6850676 h 6858000"/>
              <a:gd name="connsiteX414" fmla="*/ 1203671 w 7467600"/>
              <a:gd name="connsiteY414" fmla="*/ 6858000 h 6858000"/>
              <a:gd name="connsiteX415" fmla="*/ 1143180 w 7467600"/>
              <a:gd name="connsiteY415" fmla="*/ 6858000 h 6858000"/>
              <a:gd name="connsiteX416" fmla="*/ 1142176 w 7467600"/>
              <a:gd name="connsiteY416" fmla="*/ 6766045 h 6858000"/>
              <a:gd name="connsiteX417" fmla="*/ 1067484 w 7467600"/>
              <a:gd name="connsiteY417" fmla="*/ 6858000 h 6858000"/>
              <a:gd name="connsiteX418" fmla="*/ 953928 w 7467600"/>
              <a:gd name="connsiteY418" fmla="*/ 6858000 h 6858000"/>
              <a:gd name="connsiteX419" fmla="*/ 959715 w 7467600"/>
              <a:gd name="connsiteY419" fmla="*/ 6850185 h 6858000"/>
              <a:gd name="connsiteX420" fmla="*/ 1483788 w 7467600"/>
              <a:gd name="connsiteY420" fmla="*/ 6259174 h 6858000"/>
              <a:gd name="connsiteX421" fmla="*/ 1100671 w 7467600"/>
              <a:gd name="connsiteY421" fmla="*/ 6252137 h 6858000"/>
              <a:gd name="connsiteX422" fmla="*/ 1090144 w 7467600"/>
              <a:gd name="connsiteY422" fmla="*/ 6256748 h 6858000"/>
              <a:gd name="connsiteX423" fmla="*/ 1095872 w 7467600"/>
              <a:gd name="connsiteY423" fmla="*/ 6271892 h 6858000"/>
              <a:gd name="connsiteX424" fmla="*/ 262785 w 7467600"/>
              <a:gd name="connsiteY424" fmla="*/ 6845450 h 6858000"/>
              <a:gd name="connsiteX425" fmla="*/ 209968 w 7467600"/>
              <a:gd name="connsiteY425" fmla="*/ 6770713 h 6858000"/>
              <a:gd name="connsiteX426" fmla="*/ 873460 w 7467600"/>
              <a:gd name="connsiteY426" fmla="*/ 6253768 h 6858000"/>
              <a:gd name="connsiteX427" fmla="*/ 192686 w 7467600"/>
              <a:gd name="connsiteY427" fmla="*/ 5849257 h 6858000"/>
              <a:gd name="connsiteX428" fmla="*/ 4696 w 7467600"/>
              <a:gd name="connsiteY428" fmla="*/ 5697668 h 6858000"/>
              <a:gd name="connsiteX429" fmla="*/ 0 w 7467600"/>
              <a:gd name="connsiteY429" fmla="*/ 5689984 h 6858000"/>
              <a:gd name="connsiteX430" fmla="*/ 0 w 7467600"/>
              <a:gd name="connsiteY430" fmla="*/ 5513472 h 6858000"/>
              <a:gd name="connsiteX431" fmla="*/ 174101 w 7467600"/>
              <a:gd name="connsiteY431" fmla="*/ 5620277 h 6858000"/>
              <a:gd name="connsiteX432" fmla="*/ 891800 w 7467600"/>
              <a:gd name="connsiteY432" fmla="*/ 6036935 h 6858000"/>
              <a:gd name="connsiteX433" fmla="*/ 1072219 w 7467600"/>
              <a:gd name="connsiteY433" fmla="*/ 6169443 h 6858000"/>
              <a:gd name="connsiteX434" fmla="*/ 1074117 w 7467600"/>
              <a:gd name="connsiteY434" fmla="*/ 6170301 h 6858000"/>
              <a:gd name="connsiteX435" fmla="*/ 1083114 w 7467600"/>
              <a:gd name="connsiteY435" fmla="*/ 6174131 h 6858000"/>
              <a:gd name="connsiteX436" fmla="*/ 1543010 w 7467600"/>
              <a:gd name="connsiteY436" fmla="*/ 6191140 h 6858000"/>
              <a:gd name="connsiteX437" fmla="*/ 1551080 w 7467600"/>
              <a:gd name="connsiteY437" fmla="*/ 6195006 h 6858000"/>
              <a:gd name="connsiteX438" fmla="*/ 2345443 w 7467600"/>
              <a:gd name="connsiteY438" fmla="*/ 5549882 h 6858000"/>
              <a:gd name="connsiteX439" fmla="*/ 1721499 w 7467600"/>
              <a:gd name="connsiteY439" fmla="*/ 5599969 h 6858000"/>
              <a:gd name="connsiteX440" fmla="*/ 767716 w 7467600"/>
              <a:gd name="connsiteY440" fmla="*/ 5472768 h 6858000"/>
              <a:gd name="connsiteX441" fmla="*/ 722147 w 7467600"/>
              <a:gd name="connsiteY441" fmla="*/ 5393091 h 6858000"/>
              <a:gd name="connsiteX442" fmla="*/ 1485552 w 7467600"/>
              <a:gd name="connsiteY442" fmla="*/ 5313202 h 6858000"/>
              <a:gd name="connsiteX443" fmla="*/ 2143004 w 7467600"/>
              <a:gd name="connsiteY443" fmla="*/ 5402420 h 6858000"/>
              <a:gd name="connsiteX444" fmla="*/ 1933391 w 7467600"/>
              <a:gd name="connsiteY444" fmla="*/ 5156971 h 6858000"/>
              <a:gd name="connsiteX445" fmla="*/ 1827118 w 7467600"/>
              <a:gd name="connsiteY445" fmla="*/ 4968410 h 6858000"/>
              <a:gd name="connsiteX446" fmla="*/ 1837349 w 7467600"/>
              <a:gd name="connsiteY446" fmla="*/ 4956357 h 6858000"/>
              <a:gd name="connsiteX447" fmla="*/ 2162835 w 7467600"/>
              <a:gd name="connsiteY447" fmla="*/ 5187853 h 6858000"/>
              <a:gd name="connsiteX448" fmla="*/ 2257167 w 7467600"/>
              <a:gd name="connsiteY448" fmla="*/ 5462123 h 6858000"/>
              <a:gd name="connsiteX449" fmla="*/ 2261598 w 7467600"/>
              <a:gd name="connsiteY449" fmla="*/ 5467998 h 6858000"/>
              <a:gd name="connsiteX450" fmla="*/ 2437177 w 7467600"/>
              <a:gd name="connsiteY450" fmla="*/ 5479608 h 6858000"/>
              <a:gd name="connsiteX451" fmla="*/ 2445247 w 7467600"/>
              <a:gd name="connsiteY451" fmla="*/ 5483476 h 6858000"/>
              <a:gd name="connsiteX452" fmla="*/ 2743626 w 7467600"/>
              <a:gd name="connsiteY452" fmla="*/ 5304819 h 6858000"/>
              <a:gd name="connsiteX453" fmla="*/ 3048102 w 7467600"/>
              <a:gd name="connsiteY453" fmla="*/ 5150595 h 6858000"/>
              <a:gd name="connsiteX454" fmla="*/ 1799414 w 7467600"/>
              <a:gd name="connsiteY454" fmla="*/ 4694732 h 6858000"/>
              <a:gd name="connsiteX455" fmla="*/ 1771735 w 7467600"/>
              <a:gd name="connsiteY455" fmla="*/ 4619929 h 6858000"/>
              <a:gd name="connsiteX456" fmla="*/ 3104273 w 7467600"/>
              <a:gd name="connsiteY456" fmla="*/ 5076159 h 6858000"/>
              <a:gd name="connsiteX457" fmla="*/ 3113245 w 7467600"/>
              <a:gd name="connsiteY457" fmla="*/ 5090705 h 6858000"/>
              <a:gd name="connsiteX458" fmla="*/ 3126294 w 7467600"/>
              <a:gd name="connsiteY458" fmla="*/ 5114400 h 6858000"/>
              <a:gd name="connsiteX459" fmla="*/ 3937433 w 7467600"/>
              <a:gd name="connsiteY459" fmla="*/ 4830473 h 6858000"/>
              <a:gd name="connsiteX460" fmla="*/ 3590475 w 7467600"/>
              <a:gd name="connsiteY460" fmla="*/ 4597974 h 6858000"/>
              <a:gd name="connsiteX461" fmla="*/ 3100264 w 7467600"/>
              <a:gd name="connsiteY461" fmla="*/ 4579845 h 6858000"/>
              <a:gd name="connsiteX462" fmla="*/ 2183576 w 7467600"/>
              <a:gd name="connsiteY462" fmla="*/ 4227150 h 6858000"/>
              <a:gd name="connsiteX463" fmla="*/ 2151029 w 7467600"/>
              <a:gd name="connsiteY463" fmla="*/ 4146947 h 6858000"/>
              <a:gd name="connsiteX464" fmla="*/ 3563434 w 7467600"/>
              <a:gd name="connsiteY464" fmla="*/ 4469115 h 6858000"/>
              <a:gd name="connsiteX465" fmla="*/ 3177952 w 7467600"/>
              <a:gd name="connsiteY465" fmla="*/ 3657386 h 6858000"/>
              <a:gd name="connsiteX466" fmla="*/ 3189263 w 7467600"/>
              <a:gd name="connsiteY466" fmla="*/ 3625726 h 6858000"/>
              <a:gd name="connsiteX467" fmla="*/ 3560912 w 7467600"/>
              <a:gd name="connsiteY467" fmla="*/ 4079863 h 6858000"/>
              <a:gd name="connsiteX468" fmla="*/ 3626636 w 7467600"/>
              <a:gd name="connsiteY468" fmla="*/ 4512230 h 6858000"/>
              <a:gd name="connsiteX469" fmla="*/ 3653088 w 7467600"/>
              <a:gd name="connsiteY469" fmla="*/ 4521417 h 6858000"/>
              <a:gd name="connsiteX470" fmla="*/ 3988128 w 7467600"/>
              <a:gd name="connsiteY470" fmla="*/ 4817267 h 6858000"/>
              <a:gd name="connsiteX471" fmla="*/ 4830582 w 7467600"/>
              <a:gd name="connsiteY471" fmla="*/ 4676000 h 6858000"/>
              <a:gd name="connsiteX472" fmla="*/ 4830100 w 7467600"/>
              <a:gd name="connsiteY472" fmla="*/ 4675554 h 6858000"/>
              <a:gd name="connsiteX473" fmla="*/ 4036318 w 7467600"/>
              <a:gd name="connsiteY473" fmla="*/ 4147013 h 6858000"/>
              <a:gd name="connsiteX474" fmla="*/ 3432098 w 7467600"/>
              <a:gd name="connsiteY474" fmla="*/ 3537312 h 6858000"/>
              <a:gd name="connsiteX475" fmla="*/ 3446761 w 7467600"/>
              <a:gd name="connsiteY475" fmla="*/ 3461278 h 6858000"/>
              <a:gd name="connsiteX476" fmla="*/ 4419733 w 7467600"/>
              <a:gd name="connsiteY476" fmla="*/ 3963555 h 6858000"/>
              <a:gd name="connsiteX477" fmla="*/ 4781371 w 7467600"/>
              <a:gd name="connsiteY477" fmla="*/ 4458604 h 6858000"/>
              <a:gd name="connsiteX478" fmla="*/ 4780440 w 7467600"/>
              <a:gd name="connsiteY478" fmla="*/ 4470290 h 6858000"/>
              <a:gd name="connsiteX479" fmla="*/ 4898954 w 7467600"/>
              <a:gd name="connsiteY479" fmla="*/ 4662092 h 6858000"/>
              <a:gd name="connsiteX480" fmla="*/ 4900699 w 7467600"/>
              <a:gd name="connsiteY480" fmla="*/ 4670867 h 6858000"/>
              <a:gd name="connsiteX481" fmla="*/ 5714511 w 7467600"/>
              <a:gd name="connsiteY481" fmla="*/ 4663483 h 6858000"/>
              <a:gd name="connsiteX482" fmla="*/ 5464793 w 7467600"/>
              <a:gd name="connsiteY482" fmla="*/ 4393556 h 6858000"/>
              <a:gd name="connsiteX483" fmla="*/ 5461897 w 7467600"/>
              <a:gd name="connsiteY483" fmla="*/ 4390879 h 6858000"/>
              <a:gd name="connsiteX484" fmla="*/ 4294126 w 7467600"/>
              <a:gd name="connsiteY484" fmla="*/ 3303048 h 6858000"/>
              <a:gd name="connsiteX485" fmla="*/ 4305321 w 7467600"/>
              <a:gd name="connsiteY485" fmla="*/ 3256953 h 6858000"/>
              <a:gd name="connsiteX486" fmla="*/ 4949299 w 7467600"/>
              <a:gd name="connsiteY486" fmla="*/ 3766336 h 6858000"/>
              <a:gd name="connsiteX487" fmla="*/ 5291452 w 7467600"/>
              <a:gd name="connsiteY487" fmla="*/ 4076801 h 6858000"/>
              <a:gd name="connsiteX488" fmla="*/ 5434998 w 7467600"/>
              <a:gd name="connsiteY488" fmla="*/ 4254100 h 6858000"/>
              <a:gd name="connsiteX489" fmla="*/ 5351015 w 7467600"/>
              <a:gd name="connsiteY489" fmla="*/ 3760989 h 6858000"/>
              <a:gd name="connsiteX490" fmla="*/ 5413780 w 7467600"/>
              <a:gd name="connsiteY490" fmla="*/ 2966265 h 6858000"/>
              <a:gd name="connsiteX491" fmla="*/ 5425627 w 7467600"/>
              <a:gd name="connsiteY491" fmla="*/ 2954192 h 6858000"/>
              <a:gd name="connsiteX492" fmla="*/ 6604735 w 7467600"/>
              <a:gd name="connsiteY492" fmla="*/ 2041381 h 6858000"/>
              <a:gd name="connsiteX493" fmla="*/ 7204487 w 7467600"/>
              <a:gd name="connsiteY493" fmla="*/ 2742112 h 6858000"/>
              <a:gd name="connsiteX494" fmla="*/ 7131592 w 7467600"/>
              <a:gd name="connsiteY494" fmla="*/ 2672096 h 6858000"/>
              <a:gd name="connsiteX495" fmla="*/ 6996344 w 7467600"/>
              <a:gd name="connsiteY495" fmla="*/ 2518310 h 6858000"/>
              <a:gd name="connsiteX496" fmla="*/ 6735495 w 7467600"/>
              <a:gd name="connsiteY496" fmla="*/ 2196890 h 6858000"/>
              <a:gd name="connsiteX497" fmla="*/ 6721901 w 7467600"/>
              <a:gd name="connsiteY497" fmla="*/ 2179274 h 6858000"/>
              <a:gd name="connsiteX498" fmla="*/ 6604735 w 7467600"/>
              <a:gd name="connsiteY498" fmla="*/ 2041381 h 6858000"/>
              <a:gd name="connsiteX499" fmla="*/ 6591670 w 7467600"/>
              <a:gd name="connsiteY499" fmla="*/ 1988277 h 6858000"/>
              <a:gd name="connsiteX500" fmla="*/ 6747349 w 7467600"/>
              <a:gd name="connsiteY500" fmla="*/ 2160069 h 6858000"/>
              <a:gd name="connsiteX501" fmla="*/ 6760943 w 7467600"/>
              <a:gd name="connsiteY501" fmla="*/ 2177686 h 6858000"/>
              <a:gd name="connsiteX502" fmla="*/ 7021065 w 7467600"/>
              <a:gd name="connsiteY502" fmla="*/ 2498102 h 6858000"/>
              <a:gd name="connsiteX503" fmla="*/ 7155223 w 7467600"/>
              <a:gd name="connsiteY503" fmla="*/ 2650386 h 6858000"/>
              <a:gd name="connsiteX504" fmla="*/ 7203167 w 7467600"/>
              <a:gd name="connsiteY504" fmla="*/ 2697288 h 6858000"/>
              <a:gd name="connsiteX505" fmla="*/ 6937703 w 7467600"/>
              <a:gd name="connsiteY505" fmla="*/ 2321981 h 6858000"/>
              <a:gd name="connsiteX506" fmla="*/ 6591670 w 7467600"/>
              <a:gd name="connsiteY506" fmla="*/ 1988277 h 6858000"/>
              <a:gd name="connsiteX507" fmla="*/ 5798671 w 7467600"/>
              <a:gd name="connsiteY507" fmla="*/ 1981601 h 6858000"/>
              <a:gd name="connsiteX508" fmla="*/ 5754709 w 7467600"/>
              <a:gd name="connsiteY508" fmla="*/ 2071454 h 6858000"/>
              <a:gd name="connsiteX509" fmla="*/ 5763044 w 7467600"/>
              <a:gd name="connsiteY509" fmla="*/ 2842206 h 6858000"/>
              <a:gd name="connsiteX510" fmla="*/ 5764974 w 7467600"/>
              <a:gd name="connsiteY510" fmla="*/ 2799609 h 6858000"/>
              <a:gd name="connsiteX511" fmla="*/ 5767665 w 7467600"/>
              <a:gd name="connsiteY511" fmla="*/ 2666409 h 6858000"/>
              <a:gd name="connsiteX512" fmla="*/ 5763055 w 7467600"/>
              <a:gd name="connsiteY512" fmla="*/ 2579705 h 6858000"/>
              <a:gd name="connsiteX513" fmla="*/ 5758079 w 7467600"/>
              <a:gd name="connsiteY513" fmla="*/ 2492508 h 6858000"/>
              <a:gd name="connsiteX514" fmla="*/ 5779325 w 7467600"/>
              <a:gd name="connsiteY514" fmla="*/ 2197069 h 6858000"/>
              <a:gd name="connsiteX515" fmla="*/ 5798671 w 7467600"/>
              <a:gd name="connsiteY515" fmla="*/ 1981601 h 6858000"/>
              <a:gd name="connsiteX516" fmla="*/ 5829202 w 7467600"/>
              <a:gd name="connsiteY516" fmla="*/ 1971679 h 6858000"/>
              <a:gd name="connsiteX517" fmla="*/ 5809558 w 7467600"/>
              <a:gd name="connsiteY517" fmla="*/ 2198043 h 6858000"/>
              <a:gd name="connsiteX518" fmla="*/ 5788653 w 7467600"/>
              <a:gd name="connsiteY518" fmla="*/ 2489430 h 6858000"/>
              <a:gd name="connsiteX519" fmla="*/ 5793439 w 7467600"/>
              <a:gd name="connsiteY519" fmla="*/ 2575235 h 6858000"/>
              <a:gd name="connsiteX520" fmla="*/ 5796837 w 7467600"/>
              <a:gd name="connsiteY520" fmla="*/ 2637633 h 6858000"/>
              <a:gd name="connsiteX521" fmla="*/ 5818614 w 7467600"/>
              <a:gd name="connsiteY521" fmla="*/ 2473055 h 6858000"/>
              <a:gd name="connsiteX522" fmla="*/ 5829202 w 7467600"/>
              <a:gd name="connsiteY522" fmla="*/ 1971679 h 6858000"/>
              <a:gd name="connsiteX523" fmla="*/ 5911389 w 7467600"/>
              <a:gd name="connsiteY523" fmla="*/ 1898371 h 6858000"/>
              <a:gd name="connsiteX524" fmla="*/ 6237627 w 7467600"/>
              <a:gd name="connsiteY524" fmla="*/ 2231921 h 6858000"/>
              <a:gd name="connsiteX525" fmla="*/ 5911389 w 7467600"/>
              <a:gd name="connsiteY525" fmla="*/ 1898371 h 6858000"/>
              <a:gd name="connsiteX526" fmla="*/ 6944437 w 7467600"/>
              <a:gd name="connsiteY526" fmla="*/ 1575402 h 6858000"/>
              <a:gd name="connsiteX527" fmla="*/ 6304730 w 7467600"/>
              <a:gd name="connsiteY527" fmla="*/ 1766654 h 6858000"/>
              <a:gd name="connsiteX528" fmla="*/ 6944437 w 7467600"/>
              <a:gd name="connsiteY528" fmla="*/ 1575402 h 6858000"/>
              <a:gd name="connsiteX529" fmla="*/ 7019523 w 7467600"/>
              <a:gd name="connsiteY529" fmla="*/ 1519450 h 6858000"/>
              <a:gd name="connsiteX530" fmla="*/ 6298091 w 7467600"/>
              <a:gd name="connsiteY530" fmla="*/ 1737122 h 6858000"/>
              <a:gd name="connsiteX531" fmla="*/ 7019523 w 7467600"/>
              <a:gd name="connsiteY531" fmla="*/ 1519450 h 6858000"/>
              <a:gd name="connsiteX532" fmla="*/ 2399523 w 7467600"/>
              <a:gd name="connsiteY532" fmla="*/ 1428234 h 6858000"/>
              <a:gd name="connsiteX533" fmla="*/ 2224982 w 7467600"/>
              <a:gd name="connsiteY533" fmla="*/ 1826201 h 6858000"/>
              <a:gd name="connsiteX534" fmla="*/ 2096099 w 7467600"/>
              <a:gd name="connsiteY534" fmla="*/ 2345900 h 6858000"/>
              <a:gd name="connsiteX535" fmla="*/ 2283317 w 7467600"/>
              <a:gd name="connsiteY535" fmla="*/ 1796925 h 6858000"/>
              <a:gd name="connsiteX536" fmla="*/ 2399523 w 7467600"/>
              <a:gd name="connsiteY536" fmla="*/ 1428234 h 6858000"/>
              <a:gd name="connsiteX537" fmla="*/ 2448558 w 7467600"/>
              <a:gd name="connsiteY537" fmla="*/ 1373435 h 6858000"/>
              <a:gd name="connsiteX538" fmla="*/ 2312521 w 7467600"/>
              <a:gd name="connsiteY538" fmla="*/ 1806140 h 6858000"/>
              <a:gd name="connsiteX539" fmla="*/ 2127533 w 7467600"/>
              <a:gd name="connsiteY539" fmla="*/ 2348380 h 6858000"/>
              <a:gd name="connsiteX540" fmla="*/ 2358080 w 7467600"/>
              <a:gd name="connsiteY540" fmla="*/ 1866134 h 6858000"/>
              <a:gd name="connsiteX541" fmla="*/ 2407436 w 7467600"/>
              <a:gd name="connsiteY541" fmla="*/ 1651070 h 6858000"/>
              <a:gd name="connsiteX542" fmla="*/ 2448558 w 7467600"/>
              <a:gd name="connsiteY542" fmla="*/ 1373435 h 6858000"/>
              <a:gd name="connsiteX543" fmla="*/ 278707 w 7467600"/>
              <a:gd name="connsiteY543" fmla="*/ 1352270 h 6858000"/>
              <a:gd name="connsiteX544" fmla="*/ 321570 w 7467600"/>
              <a:gd name="connsiteY544" fmla="*/ 1861610 h 6858000"/>
              <a:gd name="connsiteX545" fmla="*/ 294281 w 7467600"/>
              <a:gd name="connsiteY545" fmla="*/ 1440658 h 6858000"/>
              <a:gd name="connsiteX546" fmla="*/ 278707 w 7467600"/>
              <a:gd name="connsiteY546" fmla="*/ 1352270 h 6858000"/>
              <a:gd name="connsiteX547" fmla="*/ 1423821 w 7467600"/>
              <a:gd name="connsiteY547" fmla="*/ 1351958 h 6858000"/>
              <a:gd name="connsiteX548" fmla="*/ 1638521 w 7467600"/>
              <a:gd name="connsiteY548" fmla="*/ 1908470 h 6858000"/>
              <a:gd name="connsiteX549" fmla="*/ 1754199 w 7467600"/>
              <a:gd name="connsiteY549" fmla="*/ 2149284 h 6858000"/>
              <a:gd name="connsiteX550" fmla="*/ 1908359 w 7467600"/>
              <a:gd name="connsiteY550" fmla="*/ 2364988 h 6858000"/>
              <a:gd name="connsiteX551" fmla="*/ 1647661 w 7467600"/>
              <a:gd name="connsiteY551" fmla="*/ 1825945 h 6858000"/>
              <a:gd name="connsiteX552" fmla="*/ 1423821 w 7467600"/>
              <a:gd name="connsiteY552" fmla="*/ 1351958 h 6858000"/>
              <a:gd name="connsiteX553" fmla="*/ 1431890 w 7467600"/>
              <a:gd name="connsiteY553" fmla="*/ 1306475 h 6858000"/>
              <a:gd name="connsiteX554" fmla="*/ 1507597 w 7467600"/>
              <a:gd name="connsiteY554" fmla="*/ 1446132 h 6858000"/>
              <a:gd name="connsiteX555" fmla="*/ 1674586 w 7467600"/>
              <a:gd name="connsiteY555" fmla="*/ 1813832 h 6858000"/>
              <a:gd name="connsiteX556" fmla="*/ 1815950 w 7467600"/>
              <a:gd name="connsiteY556" fmla="*/ 2128564 h 6858000"/>
              <a:gd name="connsiteX557" fmla="*/ 1984242 w 7467600"/>
              <a:gd name="connsiteY557" fmla="*/ 2430829 h 6858000"/>
              <a:gd name="connsiteX558" fmla="*/ 2014023 w 7467600"/>
              <a:gd name="connsiteY558" fmla="*/ 2450995 h 6858000"/>
              <a:gd name="connsiteX559" fmla="*/ 1747337 w 7467600"/>
              <a:gd name="connsiteY559" fmla="*/ 1855264 h 6858000"/>
              <a:gd name="connsiteX560" fmla="*/ 1533749 w 7467600"/>
              <a:gd name="connsiteY560" fmla="*/ 1478656 h 6858000"/>
              <a:gd name="connsiteX561" fmla="*/ 1431890 w 7467600"/>
              <a:gd name="connsiteY561" fmla="*/ 1306475 h 6858000"/>
              <a:gd name="connsiteX562" fmla="*/ 5052692 w 7467600"/>
              <a:gd name="connsiteY562" fmla="*/ 1292994 h 6858000"/>
              <a:gd name="connsiteX563" fmla="*/ 5200661 w 7467600"/>
              <a:gd name="connsiteY563" fmla="*/ 1635186 h 6858000"/>
              <a:gd name="connsiteX564" fmla="*/ 5297138 w 7467600"/>
              <a:gd name="connsiteY564" fmla="*/ 1906351 h 6858000"/>
              <a:gd name="connsiteX565" fmla="*/ 5052692 w 7467600"/>
              <a:gd name="connsiteY565" fmla="*/ 1292994 h 6858000"/>
              <a:gd name="connsiteX566" fmla="*/ 5009948 w 7467600"/>
              <a:gd name="connsiteY566" fmla="*/ 1273619 h 6858000"/>
              <a:gd name="connsiteX567" fmla="*/ 5121777 w 7467600"/>
              <a:gd name="connsiteY567" fmla="*/ 1654213 h 6858000"/>
              <a:gd name="connsiteX568" fmla="*/ 5293545 w 7467600"/>
              <a:gd name="connsiteY568" fmla="*/ 2072247 h 6858000"/>
              <a:gd name="connsiteX569" fmla="*/ 5294042 w 7467600"/>
              <a:gd name="connsiteY569" fmla="*/ 2065019 h 6858000"/>
              <a:gd name="connsiteX570" fmla="*/ 5171936 w 7467600"/>
              <a:gd name="connsiteY570" fmla="*/ 1647613 h 6858000"/>
              <a:gd name="connsiteX571" fmla="*/ 5009948 w 7467600"/>
              <a:gd name="connsiteY571" fmla="*/ 1273619 h 6858000"/>
              <a:gd name="connsiteX572" fmla="*/ 655236 w 7467600"/>
              <a:gd name="connsiteY572" fmla="*/ 1268632 h 6858000"/>
              <a:gd name="connsiteX573" fmla="*/ 839521 w 7467600"/>
              <a:gd name="connsiteY573" fmla="*/ 1685315 h 6858000"/>
              <a:gd name="connsiteX574" fmla="*/ 1109416 w 7467600"/>
              <a:gd name="connsiteY574" fmla="*/ 2061663 h 6858000"/>
              <a:gd name="connsiteX575" fmla="*/ 1298300 w 7467600"/>
              <a:gd name="connsiteY575" fmla="*/ 2247742 h 6858000"/>
              <a:gd name="connsiteX576" fmla="*/ 1125871 w 7467600"/>
              <a:gd name="connsiteY576" fmla="*/ 1989513 h 6858000"/>
              <a:gd name="connsiteX577" fmla="*/ 981574 w 7467600"/>
              <a:gd name="connsiteY577" fmla="*/ 1783157 h 6858000"/>
              <a:gd name="connsiteX578" fmla="*/ 922198 w 7467600"/>
              <a:gd name="connsiteY578" fmla="*/ 1677437 h 6858000"/>
              <a:gd name="connsiteX579" fmla="*/ 869293 w 7467600"/>
              <a:gd name="connsiteY579" fmla="*/ 1583214 h 6858000"/>
              <a:gd name="connsiteX580" fmla="*/ 751431 w 7467600"/>
              <a:gd name="connsiteY580" fmla="*/ 1405731 h 6858000"/>
              <a:gd name="connsiteX581" fmla="*/ 655236 w 7467600"/>
              <a:gd name="connsiteY581" fmla="*/ 1268632 h 6858000"/>
              <a:gd name="connsiteX582" fmla="*/ 6516292 w 7467600"/>
              <a:gd name="connsiteY582" fmla="*/ 1263064 h 6858000"/>
              <a:gd name="connsiteX583" fmla="*/ 5736320 w 7467600"/>
              <a:gd name="connsiteY583" fmla="*/ 1501803 h 6858000"/>
              <a:gd name="connsiteX584" fmla="*/ 6516292 w 7467600"/>
              <a:gd name="connsiteY584" fmla="*/ 1263064 h 6858000"/>
              <a:gd name="connsiteX585" fmla="*/ 291466 w 7467600"/>
              <a:gd name="connsiteY585" fmla="*/ 1250369 h 6858000"/>
              <a:gd name="connsiteX586" fmla="*/ 323180 w 7467600"/>
              <a:gd name="connsiteY586" fmla="*/ 1435283 h 6858000"/>
              <a:gd name="connsiteX587" fmla="*/ 349381 w 7467600"/>
              <a:gd name="connsiteY587" fmla="*/ 1875041 h 6858000"/>
              <a:gd name="connsiteX588" fmla="*/ 374363 w 7467600"/>
              <a:gd name="connsiteY588" fmla="*/ 1506494 h 6858000"/>
              <a:gd name="connsiteX589" fmla="*/ 302168 w 7467600"/>
              <a:gd name="connsiteY589" fmla="*/ 1274495 h 6858000"/>
              <a:gd name="connsiteX590" fmla="*/ 291466 w 7467600"/>
              <a:gd name="connsiteY590" fmla="*/ 1250369 h 6858000"/>
              <a:gd name="connsiteX591" fmla="*/ 678222 w 7467600"/>
              <a:gd name="connsiteY591" fmla="*/ 1248670 h 6858000"/>
              <a:gd name="connsiteX592" fmla="*/ 775536 w 7467600"/>
              <a:gd name="connsiteY592" fmla="*/ 1388015 h 6858000"/>
              <a:gd name="connsiteX593" fmla="*/ 894529 w 7467600"/>
              <a:gd name="connsiteY593" fmla="*/ 1567739 h 6858000"/>
              <a:gd name="connsiteX594" fmla="*/ 948000 w 7467600"/>
              <a:gd name="connsiteY594" fmla="*/ 1663088 h 6858000"/>
              <a:gd name="connsiteX595" fmla="*/ 1006812 w 7467600"/>
              <a:gd name="connsiteY595" fmla="*/ 1767683 h 6858000"/>
              <a:gd name="connsiteX596" fmla="*/ 1149133 w 7467600"/>
              <a:gd name="connsiteY596" fmla="*/ 1971513 h 6858000"/>
              <a:gd name="connsiteX597" fmla="*/ 1333952 w 7467600"/>
              <a:gd name="connsiteY597" fmla="*/ 2251620 h 6858000"/>
              <a:gd name="connsiteX598" fmla="*/ 1337329 w 7467600"/>
              <a:gd name="connsiteY598" fmla="*/ 2258350 h 6858000"/>
              <a:gd name="connsiteX599" fmla="*/ 1014726 w 7467600"/>
              <a:gd name="connsiteY599" fmla="*/ 1615556 h 6858000"/>
              <a:gd name="connsiteX600" fmla="*/ 678222 w 7467600"/>
              <a:gd name="connsiteY600" fmla="*/ 1248670 h 6858000"/>
              <a:gd name="connsiteX601" fmla="*/ 6691602 w 7467600"/>
              <a:gd name="connsiteY601" fmla="*/ 1140573 h 6858000"/>
              <a:gd name="connsiteX602" fmla="*/ 6571100 w 7467600"/>
              <a:gd name="connsiteY602" fmla="*/ 1183662 h 6858000"/>
              <a:gd name="connsiteX603" fmla="*/ 6241687 w 7467600"/>
              <a:gd name="connsiteY603" fmla="*/ 1257600 h 6858000"/>
              <a:gd name="connsiteX604" fmla="*/ 5693009 w 7467600"/>
              <a:gd name="connsiteY604" fmla="*/ 1478256 h 6858000"/>
              <a:gd name="connsiteX605" fmla="*/ 6548420 w 7467600"/>
              <a:gd name="connsiteY605" fmla="*/ 1214599 h 6858000"/>
              <a:gd name="connsiteX606" fmla="*/ 6605473 w 7467600"/>
              <a:gd name="connsiteY606" fmla="*/ 1184686 h 6858000"/>
              <a:gd name="connsiteX607" fmla="*/ 6691602 w 7467600"/>
              <a:gd name="connsiteY607" fmla="*/ 1140573 h 6858000"/>
              <a:gd name="connsiteX608" fmla="*/ 4002475 w 7467600"/>
              <a:gd name="connsiteY608" fmla="*/ 1037802 h 6858000"/>
              <a:gd name="connsiteX609" fmla="*/ 4000324 w 7467600"/>
              <a:gd name="connsiteY609" fmla="*/ 1039362 h 6858000"/>
              <a:gd name="connsiteX610" fmla="*/ 4002862 w 7467600"/>
              <a:gd name="connsiteY610" fmla="*/ 1042866 h 6858000"/>
              <a:gd name="connsiteX611" fmla="*/ 4002475 w 7467600"/>
              <a:gd name="connsiteY611" fmla="*/ 1037802 h 6858000"/>
              <a:gd name="connsiteX612" fmla="*/ 506322 w 7467600"/>
              <a:gd name="connsiteY612" fmla="*/ 1020997 h 6858000"/>
              <a:gd name="connsiteX613" fmla="*/ 533068 w 7467600"/>
              <a:gd name="connsiteY613" fmla="*/ 1029409 h 6858000"/>
              <a:gd name="connsiteX614" fmla="*/ 1232525 w 7467600"/>
              <a:gd name="connsiteY614" fmla="*/ 1804675 h 6858000"/>
              <a:gd name="connsiteX615" fmla="*/ 1388858 w 7467600"/>
              <a:gd name="connsiteY615" fmla="*/ 2368011 h 6858000"/>
              <a:gd name="connsiteX616" fmla="*/ 1384098 w 7467600"/>
              <a:gd name="connsiteY616" fmla="*/ 2378125 h 6858000"/>
              <a:gd name="connsiteX617" fmla="*/ 1425393 w 7467600"/>
              <a:gd name="connsiteY617" fmla="*/ 2589124 h 6858000"/>
              <a:gd name="connsiteX618" fmla="*/ 1424001 w 7467600"/>
              <a:gd name="connsiteY618" fmla="*/ 2597541 h 6858000"/>
              <a:gd name="connsiteX619" fmla="*/ 2152729 w 7467600"/>
              <a:gd name="connsiteY619" fmla="*/ 2864487 h 6858000"/>
              <a:gd name="connsiteX620" fmla="*/ 2020609 w 7467600"/>
              <a:gd name="connsiteY620" fmla="*/ 2539671 h 6858000"/>
              <a:gd name="connsiteX621" fmla="*/ 2018920 w 7467600"/>
              <a:gd name="connsiteY621" fmla="*/ 2536309 h 6858000"/>
              <a:gd name="connsiteX622" fmla="*/ 1342441 w 7467600"/>
              <a:gd name="connsiteY622" fmla="*/ 1173017 h 6858000"/>
              <a:gd name="connsiteX623" fmla="*/ 1367925 w 7467600"/>
              <a:gd name="connsiteY623" fmla="*/ 1135648 h 6858000"/>
              <a:gd name="connsiteX624" fmla="*/ 1771401 w 7467600"/>
              <a:gd name="connsiteY624" fmla="*/ 1806673 h 6858000"/>
              <a:gd name="connsiteX625" fmla="*/ 1972385 w 7467600"/>
              <a:gd name="connsiteY625" fmla="*/ 2198735 h 6858000"/>
              <a:gd name="connsiteX626" fmla="*/ 2040892 w 7467600"/>
              <a:gd name="connsiteY626" fmla="*/ 2405205 h 6858000"/>
              <a:gd name="connsiteX627" fmla="*/ 2131689 w 7467600"/>
              <a:gd name="connsiteY627" fmla="*/ 1936926 h 6858000"/>
              <a:gd name="connsiteX628" fmla="*/ 2454820 w 7467600"/>
              <a:gd name="connsiteY628" fmla="*/ 1248808 h 6858000"/>
              <a:gd name="connsiteX629" fmla="*/ 2492512 w 7467600"/>
              <a:gd name="connsiteY629" fmla="*/ 1302920 h 6858000"/>
              <a:gd name="connsiteX630" fmla="*/ 2081216 w 7467600"/>
              <a:gd name="connsiteY630" fmla="*/ 2527513 h 6858000"/>
              <a:gd name="connsiteX631" fmla="*/ 2081211 w 7467600"/>
              <a:gd name="connsiteY631" fmla="*/ 2528916 h 6858000"/>
              <a:gd name="connsiteX632" fmla="*/ 2199067 w 7467600"/>
              <a:gd name="connsiteY632" fmla="*/ 2884061 h 6858000"/>
              <a:gd name="connsiteX633" fmla="*/ 3192586 w 7467600"/>
              <a:gd name="connsiteY633" fmla="*/ 3411496 h 6858000"/>
              <a:gd name="connsiteX634" fmla="*/ 3182620 w 7467600"/>
              <a:gd name="connsiteY634" fmla="*/ 3483279 h 6858000"/>
              <a:gd name="connsiteX635" fmla="*/ 2435119 w 7467600"/>
              <a:gd name="connsiteY635" fmla="*/ 3080173 h 6858000"/>
              <a:gd name="connsiteX636" fmla="*/ 2410152 w 7467600"/>
              <a:gd name="connsiteY636" fmla="*/ 3063751 h 6858000"/>
              <a:gd name="connsiteX637" fmla="*/ 2408099 w 7467600"/>
              <a:gd name="connsiteY637" fmla="*/ 3064403 h 6858000"/>
              <a:gd name="connsiteX638" fmla="*/ 2407218 w 7467600"/>
              <a:gd name="connsiteY638" fmla="*/ 3070324 h 6858000"/>
              <a:gd name="connsiteX639" fmla="*/ 2380138 w 7467600"/>
              <a:gd name="connsiteY639" fmla="*/ 3099341 h 6858000"/>
              <a:gd name="connsiteX640" fmla="*/ 1765923 w 7467600"/>
              <a:gd name="connsiteY640" fmla="*/ 3581043 h 6858000"/>
              <a:gd name="connsiteX641" fmla="*/ 1702258 w 7467600"/>
              <a:gd name="connsiteY641" fmla="*/ 3612286 h 6858000"/>
              <a:gd name="connsiteX642" fmla="*/ 1538370 w 7467600"/>
              <a:gd name="connsiteY642" fmla="*/ 3811804 h 6858000"/>
              <a:gd name="connsiteX643" fmla="*/ 542867 w 7467600"/>
              <a:gd name="connsiteY643" fmla="*/ 4944092 h 6858000"/>
              <a:gd name="connsiteX644" fmla="*/ 515800 w 7467600"/>
              <a:gd name="connsiteY644" fmla="*/ 4862180 h 6858000"/>
              <a:gd name="connsiteX645" fmla="*/ 909145 w 7467600"/>
              <a:gd name="connsiteY645" fmla="*/ 4199225 h 6858000"/>
              <a:gd name="connsiteX646" fmla="*/ 1214067 w 7467600"/>
              <a:gd name="connsiteY646" fmla="*/ 3908561 h 6858000"/>
              <a:gd name="connsiteX647" fmla="*/ 640967 w 7467600"/>
              <a:gd name="connsiteY647" fmla="*/ 4105601 h 6858000"/>
              <a:gd name="connsiteX648" fmla="*/ 112563 w 7467600"/>
              <a:gd name="connsiteY648" fmla="*/ 4396952 h 6858000"/>
              <a:gd name="connsiteX649" fmla="*/ 0 w 7467600"/>
              <a:gd name="connsiteY649" fmla="*/ 4466006 h 6858000"/>
              <a:gd name="connsiteX650" fmla="*/ 0 w 7467600"/>
              <a:gd name="connsiteY650" fmla="*/ 4233763 h 6858000"/>
              <a:gd name="connsiteX651" fmla="*/ 36881 w 7467600"/>
              <a:gd name="connsiteY651" fmla="*/ 4200118 h 6858000"/>
              <a:gd name="connsiteX652" fmla="*/ 910534 w 7467600"/>
              <a:gd name="connsiteY652" fmla="*/ 3629753 h 6858000"/>
              <a:gd name="connsiteX653" fmla="*/ 1578717 w 7467600"/>
              <a:gd name="connsiteY653" fmla="*/ 3575982 h 6858000"/>
              <a:gd name="connsiteX654" fmla="*/ 2338780 w 7467600"/>
              <a:gd name="connsiteY654" fmla="*/ 3033725 h 6858000"/>
              <a:gd name="connsiteX655" fmla="*/ 1807991 w 7467600"/>
              <a:gd name="connsiteY655" fmla="*/ 2807184 h 6858000"/>
              <a:gd name="connsiteX656" fmla="*/ 1416358 w 7467600"/>
              <a:gd name="connsiteY656" fmla="*/ 3112571 h 6858000"/>
              <a:gd name="connsiteX657" fmla="*/ 939066 w 7467600"/>
              <a:gd name="connsiteY657" fmla="*/ 3378798 h 6858000"/>
              <a:gd name="connsiteX658" fmla="*/ 115099 w 7467600"/>
              <a:gd name="connsiteY658" fmla="*/ 3607650 h 6858000"/>
              <a:gd name="connsiteX659" fmla="*/ 97284 w 7467600"/>
              <a:gd name="connsiteY659" fmla="*/ 3520393 h 6858000"/>
              <a:gd name="connsiteX660" fmla="*/ 922050 w 7467600"/>
              <a:gd name="connsiteY660" fmla="*/ 3074867 h 6858000"/>
              <a:gd name="connsiteX661" fmla="*/ 1405265 w 7467600"/>
              <a:gd name="connsiteY661" fmla="*/ 3016319 h 6858000"/>
              <a:gd name="connsiteX662" fmla="*/ 1407512 w 7467600"/>
              <a:gd name="connsiteY662" fmla="*/ 3018001 h 6858000"/>
              <a:gd name="connsiteX663" fmla="*/ 1726266 w 7467600"/>
              <a:gd name="connsiteY663" fmla="*/ 2777274 h 6858000"/>
              <a:gd name="connsiteX664" fmla="*/ 625390 w 7467600"/>
              <a:gd name="connsiteY664" fmla="*/ 2514541 h 6858000"/>
              <a:gd name="connsiteX665" fmla="*/ 619799 w 7467600"/>
              <a:gd name="connsiteY665" fmla="*/ 2527180 h 6858000"/>
              <a:gd name="connsiteX666" fmla="*/ 310030 w 7467600"/>
              <a:gd name="connsiteY666" fmla="*/ 2771818 h 6858000"/>
              <a:gd name="connsiteX667" fmla="*/ 173877 w 7467600"/>
              <a:gd name="connsiteY667" fmla="*/ 2937056 h 6858000"/>
              <a:gd name="connsiteX668" fmla="*/ 77889 w 7467600"/>
              <a:gd name="connsiteY668" fmla="*/ 3138440 h 6858000"/>
              <a:gd name="connsiteX669" fmla="*/ 0 w 7467600"/>
              <a:gd name="connsiteY669" fmla="*/ 3271395 h 6858000"/>
              <a:gd name="connsiteX670" fmla="*/ 0 w 7467600"/>
              <a:gd name="connsiteY670" fmla="*/ 3153002 h 6858000"/>
              <a:gd name="connsiteX671" fmla="*/ 2386 w 7467600"/>
              <a:gd name="connsiteY671" fmla="*/ 3149203 h 6858000"/>
              <a:gd name="connsiteX672" fmla="*/ 89753 w 7467600"/>
              <a:gd name="connsiteY672" fmla="*/ 2987702 h 6858000"/>
              <a:gd name="connsiteX673" fmla="*/ 76869 w 7467600"/>
              <a:gd name="connsiteY673" fmla="*/ 3005404 h 6858000"/>
              <a:gd name="connsiteX674" fmla="*/ 32049 w 7467600"/>
              <a:gd name="connsiteY674" fmla="*/ 3065814 h 6858000"/>
              <a:gd name="connsiteX675" fmla="*/ 0 w 7467600"/>
              <a:gd name="connsiteY675" fmla="*/ 3108744 h 6858000"/>
              <a:gd name="connsiteX676" fmla="*/ 0 w 7467600"/>
              <a:gd name="connsiteY676" fmla="*/ 3058059 h 6858000"/>
              <a:gd name="connsiteX677" fmla="*/ 7610 w 7467600"/>
              <a:gd name="connsiteY677" fmla="*/ 3047889 h 6858000"/>
              <a:gd name="connsiteX678" fmla="*/ 52419 w 7467600"/>
              <a:gd name="connsiteY678" fmla="*/ 2987479 h 6858000"/>
              <a:gd name="connsiteX679" fmla="*/ 59142 w 7467600"/>
              <a:gd name="connsiteY679" fmla="*/ 2978488 h 6858000"/>
              <a:gd name="connsiteX680" fmla="*/ 0 w 7467600"/>
              <a:gd name="connsiteY680" fmla="*/ 3015334 h 6858000"/>
              <a:gd name="connsiteX681" fmla="*/ 0 w 7467600"/>
              <a:gd name="connsiteY681" fmla="*/ 2914286 h 6858000"/>
              <a:gd name="connsiteX682" fmla="*/ 36383 w 7467600"/>
              <a:gd name="connsiteY682" fmla="*/ 2901128 h 6858000"/>
              <a:gd name="connsiteX683" fmla="*/ 156329 w 7467600"/>
              <a:gd name="connsiteY683" fmla="*/ 2840533 h 6858000"/>
              <a:gd name="connsiteX684" fmla="*/ 358355 w 7467600"/>
              <a:gd name="connsiteY684" fmla="*/ 2620471 h 6858000"/>
              <a:gd name="connsiteX685" fmla="*/ 510577 w 7467600"/>
              <a:gd name="connsiteY685" fmla="*/ 2501244 h 6858000"/>
              <a:gd name="connsiteX686" fmla="*/ 211967 w 7467600"/>
              <a:gd name="connsiteY686" fmla="*/ 2479171 h 6858000"/>
              <a:gd name="connsiteX687" fmla="*/ 0 w 7467600"/>
              <a:gd name="connsiteY687" fmla="*/ 2476398 h 6858000"/>
              <a:gd name="connsiteX688" fmla="*/ 0 w 7467600"/>
              <a:gd name="connsiteY688" fmla="*/ 2389189 h 6858000"/>
              <a:gd name="connsiteX689" fmla="*/ 103062 w 7467600"/>
              <a:gd name="connsiteY689" fmla="*/ 2389518 h 6858000"/>
              <a:gd name="connsiteX690" fmla="*/ 510734 w 7467600"/>
              <a:gd name="connsiteY690" fmla="*/ 2416201 h 6858000"/>
              <a:gd name="connsiteX691" fmla="*/ 279257 w 7467600"/>
              <a:gd name="connsiteY691" fmla="*/ 2092102 h 6858000"/>
              <a:gd name="connsiteX692" fmla="*/ 65265 w 7467600"/>
              <a:gd name="connsiteY692" fmla="*/ 2006049 h 6858000"/>
              <a:gd name="connsiteX693" fmla="*/ 0 w 7467600"/>
              <a:gd name="connsiteY693" fmla="*/ 1982532 h 6858000"/>
              <a:gd name="connsiteX694" fmla="*/ 0 w 7467600"/>
              <a:gd name="connsiteY694" fmla="*/ 1912789 h 6858000"/>
              <a:gd name="connsiteX695" fmla="*/ 97460 w 7467600"/>
              <a:gd name="connsiteY695" fmla="*/ 1953725 h 6858000"/>
              <a:gd name="connsiteX696" fmla="*/ 221272 w 7467600"/>
              <a:gd name="connsiteY696" fmla="*/ 1980766 h 6858000"/>
              <a:gd name="connsiteX697" fmla="*/ 116765 w 7467600"/>
              <a:gd name="connsiteY697" fmla="*/ 1911033 h 6858000"/>
              <a:gd name="connsiteX698" fmla="*/ 16405 w 7467600"/>
              <a:gd name="connsiteY698" fmla="*/ 1803412 h 6858000"/>
              <a:gd name="connsiteX699" fmla="*/ 0 w 7467600"/>
              <a:gd name="connsiteY699" fmla="*/ 1784777 h 6858000"/>
              <a:gd name="connsiteX700" fmla="*/ 0 w 7467600"/>
              <a:gd name="connsiteY700" fmla="*/ 1740082 h 6858000"/>
              <a:gd name="connsiteX701" fmla="*/ 39394 w 7467600"/>
              <a:gd name="connsiteY701" fmla="*/ 1784856 h 6858000"/>
              <a:gd name="connsiteX702" fmla="*/ 135813 w 7467600"/>
              <a:gd name="connsiteY702" fmla="*/ 1888838 h 6858000"/>
              <a:gd name="connsiteX703" fmla="*/ 242575 w 7467600"/>
              <a:gd name="connsiteY703" fmla="*/ 1958841 h 6858000"/>
              <a:gd name="connsiteX704" fmla="*/ 82197 w 7467600"/>
              <a:gd name="connsiteY704" fmla="*/ 1754826 h 6858000"/>
              <a:gd name="connsiteX705" fmla="*/ 0 w 7467600"/>
              <a:gd name="connsiteY705" fmla="*/ 1679650 h 6858000"/>
              <a:gd name="connsiteX706" fmla="*/ 0 w 7467600"/>
              <a:gd name="connsiteY706" fmla="*/ 1602463 h 6858000"/>
              <a:gd name="connsiteX707" fmla="*/ 84689 w 7467600"/>
              <a:gd name="connsiteY707" fmla="*/ 1677442 h 6858000"/>
              <a:gd name="connsiteX708" fmla="*/ 298437 w 7467600"/>
              <a:gd name="connsiteY708" fmla="*/ 1968019 h 6858000"/>
              <a:gd name="connsiteX709" fmla="*/ 227269 w 7467600"/>
              <a:gd name="connsiteY709" fmla="*/ 1114064 h 6858000"/>
              <a:gd name="connsiteX710" fmla="*/ 248003 w 7467600"/>
              <a:gd name="connsiteY710" fmla="*/ 1089613 h 6858000"/>
              <a:gd name="connsiteX711" fmla="*/ 427020 w 7467600"/>
              <a:gd name="connsiteY711" fmla="*/ 1619803 h 6858000"/>
              <a:gd name="connsiteX712" fmla="*/ 340345 w 7467600"/>
              <a:gd name="connsiteY712" fmla="*/ 2027739 h 6858000"/>
              <a:gd name="connsiteX713" fmla="*/ 360865 w 7467600"/>
              <a:gd name="connsiteY713" fmla="*/ 2044827 h 6858000"/>
              <a:gd name="connsiteX714" fmla="*/ 560414 w 7467600"/>
              <a:gd name="connsiteY714" fmla="*/ 2421457 h 6858000"/>
              <a:gd name="connsiteX715" fmla="*/ 1359703 w 7467600"/>
              <a:gd name="connsiteY715" fmla="*/ 2578554 h 6858000"/>
              <a:gd name="connsiteX716" fmla="*/ 1359422 w 7467600"/>
              <a:gd name="connsiteY716" fmla="*/ 2577994 h 6858000"/>
              <a:gd name="connsiteX717" fmla="*/ 828701 w 7467600"/>
              <a:gd name="connsiteY717" fmla="*/ 1839520 h 6858000"/>
              <a:gd name="connsiteX718" fmla="*/ 494427 w 7467600"/>
              <a:gd name="connsiteY718" fmla="*/ 1092333 h 6858000"/>
              <a:gd name="connsiteX719" fmla="*/ 506322 w 7467600"/>
              <a:gd name="connsiteY719" fmla="*/ 1020997 h 6858000"/>
              <a:gd name="connsiteX720" fmla="*/ 4570198 w 7467600"/>
              <a:gd name="connsiteY720" fmla="*/ 978081 h 6858000"/>
              <a:gd name="connsiteX721" fmla="*/ 4523691 w 7467600"/>
              <a:gd name="connsiteY721" fmla="*/ 1127776 h 6858000"/>
              <a:gd name="connsiteX722" fmla="*/ 4509875 w 7467600"/>
              <a:gd name="connsiteY722" fmla="*/ 1167552 h 6858000"/>
              <a:gd name="connsiteX723" fmla="*/ 4478168 w 7467600"/>
              <a:gd name="connsiteY723" fmla="*/ 1260735 h 6858000"/>
              <a:gd name="connsiteX724" fmla="*/ 4409309 w 7467600"/>
              <a:gd name="connsiteY724" fmla="*/ 1666996 h 6858000"/>
              <a:gd name="connsiteX725" fmla="*/ 4370031 w 7467600"/>
              <a:gd name="connsiteY725" fmla="*/ 1955666 h 6858000"/>
              <a:gd name="connsiteX726" fmla="*/ 4570198 w 7467600"/>
              <a:gd name="connsiteY726" fmla="*/ 978081 h 6858000"/>
              <a:gd name="connsiteX727" fmla="*/ 4557898 w 7467600"/>
              <a:gd name="connsiteY727" fmla="*/ 900011 h 6858000"/>
              <a:gd name="connsiteX728" fmla="*/ 4344840 w 7467600"/>
              <a:gd name="connsiteY728" fmla="*/ 1922038 h 6858000"/>
              <a:gd name="connsiteX729" fmla="*/ 4378710 w 7467600"/>
              <a:gd name="connsiteY729" fmla="*/ 1665516 h 6858000"/>
              <a:gd name="connsiteX730" fmla="*/ 4448798 w 7467600"/>
              <a:gd name="connsiteY730" fmla="*/ 1253024 h 6858000"/>
              <a:gd name="connsiteX731" fmla="*/ 4480315 w 7467600"/>
              <a:gd name="connsiteY731" fmla="*/ 1158454 h 6858000"/>
              <a:gd name="connsiteX732" fmla="*/ 4494133 w 7467600"/>
              <a:gd name="connsiteY732" fmla="*/ 1118676 h 6858000"/>
              <a:gd name="connsiteX733" fmla="*/ 4557898 w 7467600"/>
              <a:gd name="connsiteY733" fmla="*/ 900011 h 6858000"/>
              <a:gd name="connsiteX734" fmla="*/ 5870151 w 7467600"/>
              <a:gd name="connsiteY734" fmla="*/ 898890 h 6858000"/>
              <a:gd name="connsiteX735" fmla="*/ 5861335 w 7467600"/>
              <a:gd name="connsiteY735" fmla="*/ 899177 h 6858000"/>
              <a:gd name="connsiteX736" fmla="*/ 5843702 w 7467600"/>
              <a:gd name="connsiteY736" fmla="*/ 899748 h 6858000"/>
              <a:gd name="connsiteX737" fmla="*/ 5651107 w 7467600"/>
              <a:gd name="connsiteY737" fmla="*/ 920306 h 6858000"/>
              <a:gd name="connsiteX738" fmla="*/ 5459407 w 7467600"/>
              <a:gd name="connsiteY738" fmla="*/ 940975 h 6858000"/>
              <a:gd name="connsiteX739" fmla="*/ 5374846 w 7467600"/>
              <a:gd name="connsiteY739" fmla="*/ 941988 h 6858000"/>
              <a:gd name="connsiteX740" fmla="*/ 5256105 w 7467600"/>
              <a:gd name="connsiteY740" fmla="*/ 945632 h 6858000"/>
              <a:gd name="connsiteX741" fmla="*/ 5107071 w 7467600"/>
              <a:gd name="connsiteY741" fmla="*/ 969720 h 6858000"/>
              <a:gd name="connsiteX742" fmla="*/ 4998681 w 7467600"/>
              <a:gd name="connsiteY742" fmla="*/ 988771 h 6858000"/>
              <a:gd name="connsiteX743" fmla="*/ 5870151 w 7467600"/>
              <a:gd name="connsiteY743" fmla="*/ 898890 h 6858000"/>
              <a:gd name="connsiteX744" fmla="*/ 5504425 w 7467600"/>
              <a:gd name="connsiteY744" fmla="*/ 848067 h 6858000"/>
              <a:gd name="connsiteX745" fmla="*/ 4968849 w 7467600"/>
              <a:gd name="connsiteY745" fmla="*/ 962318 h 6858000"/>
              <a:gd name="connsiteX746" fmla="*/ 5104039 w 7467600"/>
              <a:gd name="connsiteY746" fmla="*/ 940634 h 6858000"/>
              <a:gd name="connsiteX747" fmla="*/ 5256311 w 7467600"/>
              <a:gd name="connsiteY747" fmla="*/ 916490 h 6858000"/>
              <a:gd name="connsiteX748" fmla="*/ 5377381 w 7467600"/>
              <a:gd name="connsiteY748" fmla="*/ 912671 h 6858000"/>
              <a:gd name="connsiteX749" fmla="*/ 5460148 w 7467600"/>
              <a:gd name="connsiteY749" fmla="*/ 911442 h 6858000"/>
              <a:gd name="connsiteX750" fmla="*/ 5648971 w 7467600"/>
              <a:gd name="connsiteY750" fmla="*/ 891331 h 6858000"/>
              <a:gd name="connsiteX751" fmla="*/ 5844807 w 7467600"/>
              <a:gd name="connsiteY751" fmla="*/ 870718 h 6858000"/>
              <a:gd name="connsiteX752" fmla="*/ 5862975 w 7467600"/>
              <a:gd name="connsiteY752" fmla="*/ 869756 h 6858000"/>
              <a:gd name="connsiteX753" fmla="*/ 5920887 w 7467600"/>
              <a:gd name="connsiteY753" fmla="*/ 865929 h 6858000"/>
              <a:gd name="connsiteX754" fmla="*/ 5504425 w 7467600"/>
              <a:gd name="connsiteY754" fmla="*/ 848067 h 6858000"/>
              <a:gd name="connsiteX755" fmla="*/ 3607114 w 7467600"/>
              <a:gd name="connsiteY755" fmla="*/ 467441 h 6858000"/>
              <a:gd name="connsiteX756" fmla="*/ 3296242 w 7467600"/>
              <a:gd name="connsiteY756" fmla="*/ 807991 h 6858000"/>
              <a:gd name="connsiteX757" fmla="*/ 3174674 w 7467600"/>
              <a:gd name="connsiteY757" fmla="*/ 919759 h 6858000"/>
              <a:gd name="connsiteX758" fmla="*/ 3042978 w 7467600"/>
              <a:gd name="connsiteY758" fmla="*/ 1054894 h 6858000"/>
              <a:gd name="connsiteX759" fmla="*/ 2968914 w 7467600"/>
              <a:gd name="connsiteY759" fmla="*/ 1133756 h 6858000"/>
              <a:gd name="connsiteX760" fmla="*/ 3103823 w 7467600"/>
              <a:gd name="connsiteY760" fmla="*/ 1026814 h 6858000"/>
              <a:gd name="connsiteX761" fmla="*/ 3607114 w 7467600"/>
              <a:gd name="connsiteY761" fmla="*/ 467441 h 6858000"/>
              <a:gd name="connsiteX762" fmla="*/ 3744487 w 7467600"/>
              <a:gd name="connsiteY762" fmla="*/ 383136 h 6858000"/>
              <a:gd name="connsiteX763" fmla="*/ 3970213 w 7467600"/>
              <a:gd name="connsiteY763" fmla="*/ 995559 h 6858000"/>
              <a:gd name="connsiteX764" fmla="*/ 3744487 w 7467600"/>
              <a:gd name="connsiteY764" fmla="*/ 383136 h 6858000"/>
              <a:gd name="connsiteX765" fmla="*/ 3624562 w 7467600"/>
              <a:gd name="connsiteY765" fmla="*/ 367041 h 6858000"/>
              <a:gd name="connsiteX766" fmla="*/ 3489712 w 7467600"/>
              <a:gd name="connsiteY766" fmla="*/ 485386 h 6858000"/>
              <a:gd name="connsiteX767" fmla="*/ 3182994 w 7467600"/>
              <a:gd name="connsiteY767" fmla="*/ 828265 h 6858000"/>
              <a:gd name="connsiteX768" fmla="*/ 2892114 w 7467600"/>
              <a:gd name="connsiteY768" fmla="*/ 1172635 h 6858000"/>
              <a:gd name="connsiteX769" fmla="*/ 3021459 w 7467600"/>
              <a:gd name="connsiteY769" fmla="*/ 1035385 h 6858000"/>
              <a:gd name="connsiteX770" fmla="*/ 3153873 w 7467600"/>
              <a:gd name="connsiteY770" fmla="*/ 898971 h 6858000"/>
              <a:gd name="connsiteX771" fmla="*/ 3276511 w 7467600"/>
              <a:gd name="connsiteY771" fmla="*/ 786423 h 6858000"/>
              <a:gd name="connsiteX772" fmla="*/ 3584154 w 7467600"/>
              <a:gd name="connsiteY772" fmla="*/ 448218 h 6858000"/>
              <a:gd name="connsiteX773" fmla="*/ 3624562 w 7467600"/>
              <a:gd name="connsiteY773" fmla="*/ 367041 h 6858000"/>
              <a:gd name="connsiteX774" fmla="*/ 3766672 w 7467600"/>
              <a:gd name="connsiteY774" fmla="*/ 359429 h 6858000"/>
              <a:gd name="connsiteX775" fmla="*/ 3996338 w 7467600"/>
              <a:gd name="connsiteY775" fmla="*/ 968237 h 6858000"/>
              <a:gd name="connsiteX776" fmla="*/ 3766672 w 7467600"/>
              <a:gd name="connsiteY776" fmla="*/ 359429 h 6858000"/>
              <a:gd name="connsiteX777" fmla="*/ 5805386 w 7467600"/>
              <a:gd name="connsiteY777" fmla="*/ 239240 h 6858000"/>
              <a:gd name="connsiteX778" fmla="*/ 5736947 w 7467600"/>
              <a:gd name="connsiteY778" fmla="*/ 261367 h 6858000"/>
              <a:gd name="connsiteX779" fmla="*/ 5427012 w 7467600"/>
              <a:gd name="connsiteY779" fmla="*/ 311272 h 6858000"/>
              <a:gd name="connsiteX780" fmla="*/ 5147818 w 7467600"/>
              <a:gd name="connsiteY780" fmla="*/ 322112 h 6858000"/>
              <a:gd name="connsiteX781" fmla="*/ 5060854 w 7467600"/>
              <a:gd name="connsiteY781" fmla="*/ 311882 h 6858000"/>
              <a:gd name="connsiteX782" fmla="*/ 4945989 w 7467600"/>
              <a:gd name="connsiteY782" fmla="*/ 300516 h 6858000"/>
              <a:gd name="connsiteX783" fmla="*/ 5410479 w 7467600"/>
              <a:gd name="connsiteY783" fmla="*/ 348434 h 6858000"/>
              <a:gd name="connsiteX784" fmla="*/ 5805386 w 7467600"/>
              <a:gd name="connsiteY784" fmla="*/ 239240 h 6858000"/>
              <a:gd name="connsiteX785" fmla="*/ 5905192 w 7467600"/>
              <a:gd name="connsiteY785" fmla="*/ 163079 h 6858000"/>
              <a:gd name="connsiteX786" fmla="*/ 5865655 w 7467600"/>
              <a:gd name="connsiteY786" fmla="*/ 171901 h 6858000"/>
              <a:gd name="connsiteX787" fmla="*/ 5259740 w 7467600"/>
              <a:gd name="connsiteY787" fmla="*/ 257013 h 6858000"/>
              <a:gd name="connsiteX788" fmla="*/ 5208466 w 7467600"/>
              <a:gd name="connsiteY788" fmla="*/ 257550 h 6858000"/>
              <a:gd name="connsiteX789" fmla="*/ 4980204 w 7467600"/>
              <a:gd name="connsiteY789" fmla="*/ 271903 h 6858000"/>
              <a:gd name="connsiteX790" fmla="*/ 5068068 w 7467600"/>
              <a:gd name="connsiteY790" fmla="*/ 282244 h 6858000"/>
              <a:gd name="connsiteX791" fmla="*/ 5153231 w 7467600"/>
              <a:gd name="connsiteY791" fmla="*/ 292240 h 6858000"/>
              <a:gd name="connsiteX792" fmla="*/ 5426491 w 7467600"/>
              <a:gd name="connsiteY792" fmla="*/ 281128 h 6858000"/>
              <a:gd name="connsiteX793" fmla="*/ 5731212 w 7467600"/>
              <a:gd name="connsiteY793" fmla="*/ 231951 h 6858000"/>
              <a:gd name="connsiteX794" fmla="*/ 5905192 w 7467600"/>
              <a:gd name="connsiteY794" fmla="*/ 163079 h 6858000"/>
              <a:gd name="connsiteX795" fmla="*/ 5944437 w 7467600"/>
              <a:gd name="connsiteY795" fmla="*/ 113829 h 6858000"/>
              <a:gd name="connsiteX796" fmla="*/ 5825032 w 7467600"/>
              <a:gd name="connsiteY796" fmla="*/ 146405 h 6858000"/>
              <a:gd name="connsiteX797" fmla="*/ 4955599 w 7467600"/>
              <a:gd name="connsiteY797" fmla="*/ 247008 h 6858000"/>
              <a:gd name="connsiteX798" fmla="*/ 5210104 w 7467600"/>
              <a:gd name="connsiteY798" fmla="*/ 228123 h 6858000"/>
              <a:gd name="connsiteX799" fmla="*/ 5261015 w 7467600"/>
              <a:gd name="connsiteY799" fmla="*/ 227087 h 6858000"/>
              <a:gd name="connsiteX800" fmla="*/ 5861181 w 7467600"/>
              <a:gd name="connsiteY800" fmla="*/ 143093 h 6858000"/>
              <a:gd name="connsiteX801" fmla="*/ 5961252 w 7467600"/>
              <a:gd name="connsiteY801" fmla="*/ 114820 h 6858000"/>
              <a:gd name="connsiteX802" fmla="*/ 5944437 w 7467600"/>
              <a:gd name="connsiteY802" fmla="*/ 113829 h 6858000"/>
              <a:gd name="connsiteX803" fmla="*/ 3882765 w 7467600"/>
              <a:gd name="connsiteY803" fmla="*/ 0 h 6858000"/>
              <a:gd name="connsiteX804" fmla="*/ 3995099 w 7467600"/>
              <a:gd name="connsiteY804" fmla="*/ 0 h 6858000"/>
              <a:gd name="connsiteX805" fmla="*/ 4163818 w 7467600"/>
              <a:gd name="connsiteY805" fmla="*/ 234104 h 6858000"/>
              <a:gd name="connsiteX806" fmla="*/ 4172099 w 7467600"/>
              <a:gd name="connsiteY806" fmla="*/ 234207 h 6858000"/>
              <a:gd name="connsiteX807" fmla="*/ 4784282 w 7467600"/>
              <a:gd name="connsiteY807" fmla="*/ 276561 h 6858000"/>
              <a:gd name="connsiteX808" fmla="*/ 4801687 w 7467600"/>
              <a:gd name="connsiteY808" fmla="*/ 267764 h 6858000"/>
              <a:gd name="connsiteX809" fmla="*/ 6082788 w 7467600"/>
              <a:gd name="connsiteY809" fmla="*/ 64119 h 6858000"/>
              <a:gd name="connsiteX810" fmla="*/ 6099442 w 7467600"/>
              <a:gd name="connsiteY810" fmla="*/ 82568 h 6858000"/>
              <a:gd name="connsiteX811" fmla="*/ 4804137 w 7467600"/>
              <a:gd name="connsiteY811" fmla="*/ 320931 h 6858000"/>
              <a:gd name="connsiteX812" fmla="*/ 4227047 w 7467600"/>
              <a:gd name="connsiteY812" fmla="*/ 313415 h 6858000"/>
              <a:gd name="connsiteX813" fmla="*/ 4346041 w 7467600"/>
              <a:gd name="connsiteY813" fmla="*/ 456086 h 6858000"/>
              <a:gd name="connsiteX814" fmla="*/ 4870967 w 7467600"/>
              <a:gd name="connsiteY814" fmla="*/ 963061 h 6858000"/>
              <a:gd name="connsiteX815" fmla="*/ 4889647 w 7467600"/>
              <a:gd name="connsiteY815" fmla="*/ 957147 h 6858000"/>
              <a:gd name="connsiteX816" fmla="*/ 5422504 w 7467600"/>
              <a:gd name="connsiteY816" fmla="*/ 805191 h 6858000"/>
              <a:gd name="connsiteX817" fmla="*/ 6087656 w 7467600"/>
              <a:gd name="connsiteY817" fmla="*/ 826703 h 6858000"/>
              <a:gd name="connsiteX818" fmla="*/ 6058717 w 7467600"/>
              <a:gd name="connsiteY818" fmla="*/ 865992 h 6858000"/>
              <a:gd name="connsiteX819" fmla="*/ 4974153 w 7467600"/>
              <a:gd name="connsiteY819" fmla="*/ 1045456 h 6858000"/>
              <a:gd name="connsiteX820" fmla="*/ 5627835 w 7467600"/>
              <a:gd name="connsiteY820" fmla="*/ 1472077 h 6858000"/>
              <a:gd name="connsiteX821" fmla="*/ 5629817 w 7467600"/>
              <a:gd name="connsiteY821" fmla="*/ 1471412 h 6858000"/>
              <a:gd name="connsiteX822" fmla="*/ 5634124 w 7467600"/>
              <a:gd name="connsiteY822" fmla="*/ 1470572 h 6858000"/>
              <a:gd name="connsiteX823" fmla="*/ 5755832 w 7467600"/>
              <a:gd name="connsiteY823" fmla="*/ 1383886 h 6858000"/>
              <a:gd name="connsiteX824" fmla="*/ 6014186 w 7467600"/>
              <a:gd name="connsiteY824" fmla="*/ 1279799 h 6858000"/>
              <a:gd name="connsiteX825" fmla="*/ 6901619 w 7467600"/>
              <a:gd name="connsiteY825" fmla="*/ 1047874 h 6858000"/>
              <a:gd name="connsiteX826" fmla="*/ 6931566 w 7467600"/>
              <a:gd name="connsiteY826" fmla="*/ 1062034 h 6858000"/>
              <a:gd name="connsiteX827" fmla="*/ 5790982 w 7467600"/>
              <a:gd name="connsiteY827" fmla="*/ 1561380 h 6858000"/>
              <a:gd name="connsiteX828" fmla="*/ 6188971 w 7467600"/>
              <a:gd name="connsiteY828" fmla="*/ 1755168 h 6858000"/>
              <a:gd name="connsiteX829" fmla="*/ 6202446 w 7467600"/>
              <a:gd name="connsiteY829" fmla="*/ 1752268 h 6858000"/>
              <a:gd name="connsiteX830" fmla="*/ 7179560 w 7467600"/>
              <a:gd name="connsiteY830" fmla="*/ 1467551 h 6858000"/>
              <a:gd name="connsiteX831" fmla="*/ 7158730 w 7467600"/>
              <a:gd name="connsiteY831" fmla="*/ 1507835 h 6858000"/>
              <a:gd name="connsiteX832" fmla="*/ 6326959 w 7467600"/>
              <a:gd name="connsiteY832" fmla="*/ 1817686 h 6858000"/>
              <a:gd name="connsiteX833" fmla="*/ 6537433 w 7467600"/>
              <a:gd name="connsiteY833" fmla="*/ 1907790 h 6858000"/>
              <a:gd name="connsiteX834" fmla="*/ 6550221 w 7467600"/>
              <a:gd name="connsiteY834" fmla="*/ 1910729 h 6858000"/>
              <a:gd name="connsiteX835" fmla="*/ 6964438 w 7467600"/>
              <a:gd name="connsiteY835" fmla="*/ 2209505 h 6858000"/>
              <a:gd name="connsiteX836" fmla="*/ 7367862 w 7467600"/>
              <a:gd name="connsiteY836" fmla="*/ 2806833 h 6858000"/>
              <a:gd name="connsiteX837" fmla="*/ 7364329 w 7467600"/>
              <a:gd name="connsiteY837" fmla="*/ 2826907 h 6858000"/>
              <a:gd name="connsiteX838" fmla="*/ 7290545 w 7467600"/>
              <a:gd name="connsiteY838" fmla="*/ 2850663 h 6858000"/>
              <a:gd name="connsiteX839" fmla="*/ 6472036 w 7467600"/>
              <a:gd name="connsiteY839" fmla="*/ 1959003 h 6858000"/>
              <a:gd name="connsiteX840" fmla="*/ 5792897 w 7467600"/>
              <a:gd name="connsiteY840" fmla="*/ 1647747 h 6858000"/>
              <a:gd name="connsiteX841" fmla="*/ 5842751 w 7467600"/>
              <a:gd name="connsiteY841" fmla="*/ 1816112 h 6858000"/>
              <a:gd name="connsiteX842" fmla="*/ 5847424 w 7467600"/>
              <a:gd name="connsiteY842" fmla="*/ 1815776 h 6858000"/>
              <a:gd name="connsiteX843" fmla="*/ 6399821 w 7467600"/>
              <a:gd name="connsiteY843" fmla="*/ 2344799 h 6858000"/>
              <a:gd name="connsiteX844" fmla="*/ 6323232 w 7467600"/>
              <a:gd name="connsiteY844" fmla="*/ 2389634 h 6858000"/>
              <a:gd name="connsiteX845" fmla="*/ 5942958 w 7467600"/>
              <a:gd name="connsiteY845" fmla="*/ 2077708 h 6858000"/>
              <a:gd name="connsiteX846" fmla="*/ 5921559 w 7467600"/>
              <a:gd name="connsiteY846" fmla="*/ 2378596 h 6858000"/>
              <a:gd name="connsiteX847" fmla="*/ 5817651 w 7467600"/>
              <a:gd name="connsiteY847" fmla="*/ 3023919 h 6858000"/>
              <a:gd name="connsiteX848" fmla="*/ 5729634 w 7467600"/>
              <a:gd name="connsiteY848" fmla="*/ 3051849 h 6858000"/>
              <a:gd name="connsiteX849" fmla="*/ 5611018 w 7467600"/>
              <a:gd name="connsiteY849" fmla="*/ 2316769 h 6858000"/>
              <a:gd name="connsiteX850" fmla="*/ 5687608 w 7467600"/>
              <a:gd name="connsiteY850" fmla="*/ 2039972 h 6858000"/>
              <a:gd name="connsiteX851" fmla="*/ 5657554 w 7467600"/>
              <a:gd name="connsiteY851" fmla="*/ 1576445 h 6858000"/>
              <a:gd name="connsiteX852" fmla="*/ 5150475 w 7467600"/>
              <a:gd name="connsiteY852" fmla="*/ 1274012 h 6858000"/>
              <a:gd name="connsiteX853" fmla="*/ 5349142 w 7467600"/>
              <a:gd name="connsiteY853" fmla="*/ 2204405 h 6858000"/>
              <a:gd name="connsiteX854" fmla="*/ 5262214 w 7467600"/>
              <a:gd name="connsiteY854" fmla="*/ 2233836 h 6858000"/>
              <a:gd name="connsiteX855" fmla="*/ 4981539 w 7467600"/>
              <a:gd name="connsiteY855" fmla="*/ 1542201 h 6858000"/>
              <a:gd name="connsiteX856" fmla="*/ 4958461 w 7467600"/>
              <a:gd name="connsiteY856" fmla="*/ 1136957 h 6858000"/>
              <a:gd name="connsiteX857" fmla="*/ 4655015 w 7467600"/>
              <a:gd name="connsiteY857" fmla="*/ 891426 h 6858000"/>
              <a:gd name="connsiteX858" fmla="*/ 4348002 w 7467600"/>
              <a:gd name="connsiteY858" fmla="*/ 2205895 h 6858000"/>
              <a:gd name="connsiteX859" fmla="*/ 4262250 w 7467600"/>
              <a:gd name="connsiteY859" fmla="*/ 2219972 h 6858000"/>
              <a:gd name="connsiteX860" fmla="*/ 4550611 w 7467600"/>
              <a:gd name="connsiteY860" fmla="*/ 817540 h 6858000"/>
              <a:gd name="connsiteX861" fmla="*/ 4564418 w 7467600"/>
              <a:gd name="connsiteY861" fmla="*/ 808293 h 6858000"/>
              <a:gd name="connsiteX862" fmla="*/ 4266388 w 7467600"/>
              <a:gd name="connsiteY862" fmla="*/ 500083 h 6858000"/>
              <a:gd name="connsiteX863" fmla="*/ 4032842 w 7467600"/>
              <a:gd name="connsiteY863" fmla="*/ 211809 h 6858000"/>
              <a:gd name="connsiteX864" fmla="*/ 3882765 w 7467600"/>
              <a:gd name="connsiteY864" fmla="*/ 0 h 6858000"/>
              <a:gd name="connsiteX865" fmla="*/ 3721337 w 7467600"/>
              <a:gd name="connsiteY865" fmla="*/ 0 h 6858000"/>
              <a:gd name="connsiteX866" fmla="*/ 3797544 w 7467600"/>
              <a:gd name="connsiteY866" fmla="*/ 0 h 6858000"/>
              <a:gd name="connsiteX867" fmla="*/ 3775734 w 7467600"/>
              <a:gd name="connsiteY867" fmla="*/ 95131 h 6858000"/>
              <a:gd name="connsiteX868" fmla="*/ 3724807 w 7467600"/>
              <a:gd name="connsiteY868" fmla="*/ 272257 h 6858000"/>
              <a:gd name="connsiteX869" fmla="*/ 3726844 w 7467600"/>
              <a:gd name="connsiteY869" fmla="*/ 282988 h 6858000"/>
              <a:gd name="connsiteX870" fmla="*/ 3742664 w 7467600"/>
              <a:gd name="connsiteY870" fmla="*/ 279918 h 6858000"/>
              <a:gd name="connsiteX871" fmla="*/ 4103910 w 7467600"/>
              <a:gd name="connsiteY871" fmla="*/ 1161917 h 6858000"/>
              <a:gd name="connsiteX872" fmla="*/ 4020269 w 7467600"/>
              <a:gd name="connsiteY872" fmla="*/ 1200406 h 6858000"/>
              <a:gd name="connsiteX873" fmla="*/ 3674882 w 7467600"/>
              <a:gd name="connsiteY873" fmla="*/ 488524 h 6858000"/>
              <a:gd name="connsiteX874" fmla="*/ 3132682 w 7467600"/>
              <a:gd name="connsiteY874" fmla="*/ 1072284 h 6858000"/>
              <a:gd name="connsiteX875" fmla="*/ 2716346 w 7467600"/>
              <a:gd name="connsiteY875" fmla="*/ 1276376 h 6858000"/>
              <a:gd name="connsiteX876" fmla="*/ 2716772 w 7467600"/>
              <a:gd name="connsiteY876" fmla="*/ 1255462 h 6858000"/>
              <a:gd name="connsiteX877" fmla="*/ 3471096 w 7467600"/>
              <a:gd name="connsiteY877" fmla="*/ 437072 h 6858000"/>
              <a:gd name="connsiteX878" fmla="*/ 3639057 w 7467600"/>
              <a:gd name="connsiteY878" fmla="*/ 286334 h 6858000"/>
              <a:gd name="connsiteX879" fmla="*/ 3640309 w 7467600"/>
              <a:gd name="connsiteY879" fmla="*/ 284664 h 6858000"/>
              <a:gd name="connsiteX880" fmla="*/ 3646022 w 7467600"/>
              <a:gd name="connsiteY880" fmla="*/ 276711 h 6858000"/>
              <a:gd name="connsiteX881" fmla="*/ 3707943 w 7467600"/>
              <a:gd name="connsiteY881" fmla="*/ 65958 h 6858000"/>
              <a:gd name="connsiteX882" fmla="*/ 3721337 w 7467600"/>
              <a:gd name="connsiteY882" fmla="*/ 0 h 6858000"/>
              <a:gd name="connsiteX883" fmla="*/ 2867960 w 7467600"/>
              <a:gd name="connsiteY883" fmla="*/ 0 h 6858000"/>
              <a:gd name="connsiteX884" fmla="*/ 2926351 w 7467600"/>
              <a:gd name="connsiteY884" fmla="*/ 0 h 6858000"/>
              <a:gd name="connsiteX885" fmla="*/ 2902823 w 7467600"/>
              <a:gd name="connsiteY885" fmla="*/ 262929 h 6858000"/>
              <a:gd name="connsiteX886" fmla="*/ 2940663 w 7467600"/>
              <a:gd name="connsiteY886" fmla="*/ 140884 h 6858000"/>
              <a:gd name="connsiteX887" fmla="*/ 2947039 w 7467600"/>
              <a:gd name="connsiteY887" fmla="*/ 122524 h 6858000"/>
              <a:gd name="connsiteX888" fmla="*/ 2984316 w 7467600"/>
              <a:gd name="connsiteY888" fmla="*/ 0 h 6858000"/>
              <a:gd name="connsiteX889" fmla="*/ 3016114 w 7467600"/>
              <a:gd name="connsiteY889" fmla="*/ 0 h 6858000"/>
              <a:gd name="connsiteX890" fmla="*/ 2979949 w 7467600"/>
              <a:gd name="connsiteY890" fmla="*/ 119274 h 6858000"/>
              <a:gd name="connsiteX891" fmla="*/ 3023879 w 7467600"/>
              <a:gd name="connsiteY891" fmla="*/ 0 h 6858000"/>
              <a:gd name="connsiteX892" fmla="*/ 3105400 w 7467600"/>
              <a:gd name="connsiteY892" fmla="*/ 0 h 6858000"/>
              <a:gd name="connsiteX893" fmla="*/ 3094669 w 7467600"/>
              <a:gd name="connsiteY893" fmla="*/ 30308 h 6858000"/>
              <a:gd name="connsiteX894" fmla="*/ 2901945 w 7467600"/>
              <a:gd name="connsiteY894" fmla="*/ 466538 h 6858000"/>
              <a:gd name="connsiteX895" fmla="*/ 2815209 w 7467600"/>
              <a:gd name="connsiteY895" fmla="*/ 497361 h 6858000"/>
              <a:gd name="connsiteX896" fmla="*/ 2844845 w 7467600"/>
              <a:gd name="connsiteY896" fmla="*/ 127638 h 6858000"/>
              <a:gd name="connsiteX897" fmla="*/ 2867960 w 7467600"/>
              <a:gd name="connsiteY897" fmla="*/ 0 h 6858000"/>
              <a:gd name="connsiteX898" fmla="*/ 1057230 w 7467600"/>
              <a:gd name="connsiteY898" fmla="*/ 0 h 6858000"/>
              <a:gd name="connsiteX899" fmla="*/ 1111003 w 7467600"/>
              <a:gd name="connsiteY899" fmla="*/ 0 h 6858000"/>
              <a:gd name="connsiteX900" fmla="*/ 1125553 w 7467600"/>
              <a:gd name="connsiteY900" fmla="*/ 52588 h 6858000"/>
              <a:gd name="connsiteX901" fmla="*/ 1304276 w 7467600"/>
              <a:gd name="connsiteY901" fmla="*/ 476275 h 6858000"/>
              <a:gd name="connsiteX902" fmla="*/ 1492066 w 7467600"/>
              <a:gd name="connsiteY902" fmla="*/ 886333 h 6858000"/>
              <a:gd name="connsiteX903" fmla="*/ 1423698 w 7467600"/>
              <a:gd name="connsiteY903" fmla="*/ 710817 h 6858000"/>
              <a:gd name="connsiteX904" fmla="*/ 1357609 w 7467600"/>
              <a:gd name="connsiteY904" fmla="*/ 532892 h 6858000"/>
              <a:gd name="connsiteX905" fmla="*/ 1309550 w 7467600"/>
              <a:gd name="connsiteY905" fmla="*/ 374031 h 6858000"/>
              <a:gd name="connsiteX906" fmla="*/ 1193673 w 7467600"/>
              <a:gd name="connsiteY906" fmla="*/ 49533 h 6858000"/>
              <a:gd name="connsiteX907" fmla="*/ 1164391 w 7467600"/>
              <a:gd name="connsiteY907" fmla="*/ 0 h 6858000"/>
              <a:gd name="connsiteX908" fmla="*/ 1200666 w 7467600"/>
              <a:gd name="connsiteY908" fmla="*/ 0 h 6858000"/>
              <a:gd name="connsiteX909" fmla="*/ 1223408 w 7467600"/>
              <a:gd name="connsiteY909" fmla="*/ 38996 h 6858000"/>
              <a:gd name="connsiteX910" fmla="*/ 1339635 w 7467600"/>
              <a:gd name="connsiteY910" fmla="*/ 365517 h 6858000"/>
              <a:gd name="connsiteX911" fmla="*/ 1387469 w 7467600"/>
              <a:gd name="connsiteY911" fmla="*/ 523079 h 6858000"/>
              <a:gd name="connsiteX912" fmla="*/ 1452685 w 7467600"/>
              <a:gd name="connsiteY912" fmla="*/ 699806 h 6858000"/>
              <a:gd name="connsiteX913" fmla="*/ 1492092 w 7467600"/>
              <a:gd name="connsiteY913" fmla="*/ 800424 h 6858000"/>
              <a:gd name="connsiteX914" fmla="*/ 1455302 w 7467600"/>
              <a:gd name="connsiteY914" fmla="*/ 632913 h 6858000"/>
              <a:gd name="connsiteX915" fmla="*/ 1222336 w 7467600"/>
              <a:gd name="connsiteY915" fmla="*/ 9480 h 6858000"/>
              <a:gd name="connsiteX916" fmla="*/ 1214634 w 7467600"/>
              <a:gd name="connsiteY916" fmla="*/ 0 h 6858000"/>
              <a:gd name="connsiteX917" fmla="*/ 1289827 w 7467600"/>
              <a:gd name="connsiteY917" fmla="*/ 0 h 6858000"/>
              <a:gd name="connsiteX918" fmla="*/ 1321076 w 7467600"/>
              <a:gd name="connsiteY918" fmla="*/ 59722 h 6858000"/>
              <a:gd name="connsiteX919" fmla="*/ 1512579 w 7467600"/>
              <a:gd name="connsiteY919" fmla="*/ 626441 h 6858000"/>
              <a:gd name="connsiteX920" fmla="*/ 1506076 w 7467600"/>
              <a:gd name="connsiteY920" fmla="*/ 1089289 h 6858000"/>
              <a:gd name="connsiteX921" fmla="*/ 1486346 w 7467600"/>
              <a:gd name="connsiteY921" fmla="*/ 1079919 h 6858000"/>
              <a:gd name="connsiteX922" fmla="*/ 1070511 w 7467600"/>
              <a:gd name="connsiteY922" fmla="*/ 48609 h 6858000"/>
              <a:gd name="connsiteX923" fmla="*/ 1057230 w 7467600"/>
              <a:gd name="connsiteY923" fmla="*/ 0 h 6858000"/>
              <a:gd name="connsiteX924" fmla="*/ 43151 w 7467600"/>
              <a:gd name="connsiteY924" fmla="*/ 0 h 6858000"/>
              <a:gd name="connsiteX925" fmla="*/ 95283 w 7467600"/>
              <a:gd name="connsiteY925" fmla="*/ 0 h 6858000"/>
              <a:gd name="connsiteX926" fmla="*/ 300708 w 7467600"/>
              <a:gd name="connsiteY926" fmla="*/ 154571 h 6858000"/>
              <a:gd name="connsiteX927" fmla="*/ 530414 w 7467600"/>
              <a:gd name="connsiteY927" fmla="*/ 354673 h 6858000"/>
              <a:gd name="connsiteX928" fmla="*/ 333785 w 7467600"/>
              <a:gd name="connsiteY928" fmla="*/ 161564 h 6858000"/>
              <a:gd name="connsiteX929" fmla="*/ 147005 w 7467600"/>
              <a:gd name="connsiteY929" fmla="*/ 0 h 6858000"/>
              <a:gd name="connsiteX930" fmla="*/ 272509 w 7467600"/>
              <a:gd name="connsiteY930" fmla="*/ 0 h 6858000"/>
              <a:gd name="connsiteX931" fmla="*/ 326276 w 7467600"/>
              <a:gd name="connsiteY931" fmla="*/ 45847 h 6858000"/>
              <a:gd name="connsiteX932" fmla="*/ 823759 w 7467600"/>
              <a:gd name="connsiteY932" fmla="*/ 574145 h 6858000"/>
              <a:gd name="connsiteX933" fmla="*/ 811254 w 7467600"/>
              <a:gd name="connsiteY933" fmla="*/ 665546 h 6858000"/>
              <a:gd name="connsiteX934" fmla="*/ 154042 w 7467600"/>
              <a:gd name="connsiteY934" fmla="*/ 261522 h 6858000"/>
              <a:gd name="connsiteX935" fmla="*/ 13550 w 7467600"/>
              <a:gd name="connsiteY935" fmla="*/ 158423 h 6858000"/>
              <a:gd name="connsiteX936" fmla="*/ 0 w 7467600"/>
              <a:gd name="connsiteY936" fmla="*/ 146618 h 6858000"/>
              <a:gd name="connsiteX937" fmla="*/ 0 w 7467600"/>
              <a:gd name="connsiteY937" fmla="*/ 59161 h 6858000"/>
              <a:gd name="connsiteX938" fmla="*/ 45427 w 7467600"/>
              <a:gd name="connsiteY938" fmla="*/ 101078 h 6858000"/>
              <a:gd name="connsiteX939" fmla="*/ 630103 w 7467600"/>
              <a:gd name="connsiteY939" fmla="*/ 485885 h 6858000"/>
              <a:gd name="connsiteX940" fmla="*/ 532040 w 7467600"/>
              <a:gd name="connsiteY940" fmla="*/ 399359 h 6858000"/>
              <a:gd name="connsiteX941" fmla="*/ 517618 w 7467600"/>
              <a:gd name="connsiteY941" fmla="*/ 385726 h 6858000"/>
              <a:gd name="connsiteX942" fmla="*/ 285074 w 7467600"/>
              <a:gd name="connsiteY942" fmla="*/ 182755 h 6858000"/>
              <a:gd name="connsiteX943" fmla="*/ 43151 w 7467600"/>
              <a:gd name="connsiteY943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289862 w 7467600"/>
              <a:gd name="connsiteY4" fmla="*/ 6659827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289862 w 7467600"/>
              <a:gd name="connsiteY10" fmla="*/ 6659827 h 6858000"/>
              <a:gd name="connsiteX11" fmla="*/ 1019354 w 7467600"/>
              <a:gd name="connsiteY11" fmla="*/ 6315006 h 6858000"/>
              <a:gd name="connsiteX12" fmla="*/ 441046 w 7467600"/>
              <a:gd name="connsiteY12" fmla="*/ 6691153 h 6858000"/>
              <a:gd name="connsiteX13" fmla="*/ 1019354 w 7467600"/>
              <a:gd name="connsiteY13" fmla="*/ 6315006 h 6858000"/>
              <a:gd name="connsiteX14" fmla="*/ 991680 w 7467600"/>
              <a:gd name="connsiteY14" fmla="*/ 6298413 h 6858000"/>
              <a:gd name="connsiteX15" fmla="*/ 409060 w 7467600"/>
              <a:gd name="connsiteY15" fmla="*/ 6671470 h 6858000"/>
              <a:gd name="connsiteX16" fmla="*/ 991680 w 7467600"/>
              <a:gd name="connsiteY16" fmla="*/ 6298413 h 6858000"/>
              <a:gd name="connsiteX17" fmla="*/ 103333 w 7467600"/>
              <a:gd name="connsiteY17" fmla="*/ 5699602 h 6858000"/>
              <a:gd name="connsiteX18" fmla="*/ 233938 w 7467600"/>
              <a:gd name="connsiteY18" fmla="*/ 5809416 h 6858000"/>
              <a:gd name="connsiteX19" fmla="*/ 883580 w 7467600"/>
              <a:gd name="connsiteY19" fmla="*/ 6180710 h 6858000"/>
              <a:gd name="connsiteX20" fmla="*/ 487337 w 7467600"/>
              <a:gd name="connsiteY20" fmla="*/ 5950182 h 6858000"/>
              <a:gd name="connsiteX21" fmla="*/ 354051 w 7467600"/>
              <a:gd name="connsiteY21" fmla="*/ 5854912 h 6858000"/>
              <a:gd name="connsiteX22" fmla="*/ 195436 w 7467600"/>
              <a:gd name="connsiteY22" fmla="*/ 5755068 h 6858000"/>
              <a:gd name="connsiteX23" fmla="*/ 103333 w 7467600"/>
              <a:gd name="connsiteY23" fmla="*/ 5699602 h 6858000"/>
              <a:gd name="connsiteX24" fmla="*/ 5539432 w 7467600"/>
              <a:gd name="connsiteY24" fmla="*/ 5642928 h 6858000"/>
              <a:gd name="connsiteX25" fmla="*/ 5555462 w 7467600"/>
              <a:gd name="connsiteY25" fmla="*/ 5694454 h 6858000"/>
              <a:gd name="connsiteX26" fmla="*/ 5828270 w 7467600"/>
              <a:gd name="connsiteY26" fmla="*/ 6320663 h 6858000"/>
              <a:gd name="connsiteX27" fmla="*/ 5947416 w 7467600"/>
              <a:gd name="connsiteY27" fmla="*/ 6574846 h 6858000"/>
              <a:gd name="connsiteX28" fmla="*/ 5539432 w 7467600"/>
              <a:gd name="connsiteY28" fmla="*/ 5642928 h 6858000"/>
              <a:gd name="connsiteX29" fmla="*/ 51253 w 7467600"/>
              <a:gd name="connsiteY29" fmla="*/ 5631825 h 6858000"/>
              <a:gd name="connsiteX30" fmla="*/ 211622 w 7467600"/>
              <a:gd name="connsiteY30" fmla="*/ 5728803 h 6858000"/>
              <a:gd name="connsiteX31" fmla="*/ 371652 w 7467600"/>
              <a:gd name="connsiteY31" fmla="*/ 5829062 h 6858000"/>
              <a:gd name="connsiteX32" fmla="*/ 505903 w 7467600"/>
              <a:gd name="connsiteY32" fmla="*/ 5925221 h 6858000"/>
              <a:gd name="connsiteX33" fmla="*/ 899240 w 7467600"/>
              <a:gd name="connsiteY33" fmla="*/ 6153068 h 6858000"/>
              <a:gd name="connsiteX34" fmla="*/ 988114 w 7467600"/>
              <a:gd name="connsiteY34" fmla="*/ 6174204 h 6858000"/>
              <a:gd name="connsiteX35" fmla="*/ 845971 w 7467600"/>
              <a:gd name="connsiteY35" fmla="*/ 6067177 h 6858000"/>
              <a:gd name="connsiteX36" fmla="*/ 448057 w 7467600"/>
              <a:gd name="connsiteY36" fmla="*/ 5841376 h 6858000"/>
              <a:gd name="connsiteX37" fmla="*/ 51253 w 7467600"/>
              <a:gd name="connsiteY37" fmla="*/ 5631825 h 6858000"/>
              <a:gd name="connsiteX38" fmla="*/ 2606687 w 7467600"/>
              <a:gd name="connsiteY38" fmla="*/ 5630718 h 6858000"/>
              <a:gd name="connsiteX39" fmla="*/ 2645658 w 7467600"/>
              <a:gd name="connsiteY39" fmla="*/ 6640259 h 6858000"/>
              <a:gd name="connsiteX40" fmla="*/ 2606687 w 7467600"/>
              <a:gd name="connsiteY40" fmla="*/ 5630718 h 6858000"/>
              <a:gd name="connsiteX41" fmla="*/ 3642057 w 7467600"/>
              <a:gd name="connsiteY41" fmla="*/ 5573487 h 6858000"/>
              <a:gd name="connsiteX42" fmla="*/ 3632981 w 7467600"/>
              <a:gd name="connsiteY42" fmla="*/ 5579437 h 6858000"/>
              <a:gd name="connsiteX43" fmla="*/ 3382436 w 7467600"/>
              <a:gd name="connsiteY43" fmla="*/ 5952726 h 6858000"/>
              <a:gd name="connsiteX44" fmla="*/ 3191929 w 7467600"/>
              <a:gd name="connsiteY44" fmla="*/ 6662669 h 6858000"/>
              <a:gd name="connsiteX45" fmla="*/ 3369898 w 7467600"/>
              <a:gd name="connsiteY45" fmla="*/ 6081771 h 6858000"/>
              <a:gd name="connsiteX46" fmla="*/ 3642057 w 7467600"/>
              <a:gd name="connsiteY46" fmla="*/ 5573487 h 6858000"/>
              <a:gd name="connsiteX47" fmla="*/ 2650666 w 7467600"/>
              <a:gd name="connsiteY47" fmla="*/ 5530686 h 6858000"/>
              <a:gd name="connsiteX48" fmla="*/ 2650249 w 7467600"/>
              <a:gd name="connsiteY48" fmla="*/ 5532101 h 6858000"/>
              <a:gd name="connsiteX49" fmla="*/ 2663808 w 7467600"/>
              <a:gd name="connsiteY49" fmla="*/ 6535215 h 6858000"/>
              <a:gd name="connsiteX50" fmla="*/ 2665418 w 7467600"/>
              <a:gd name="connsiteY50" fmla="*/ 6132756 h 6858000"/>
              <a:gd name="connsiteX51" fmla="*/ 2650666 w 7467600"/>
              <a:gd name="connsiteY51" fmla="*/ 5530686 h 6858000"/>
              <a:gd name="connsiteX52" fmla="*/ 2680277 w 7467600"/>
              <a:gd name="connsiteY52" fmla="*/ 5479204 h 6858000"/>
              <a:gd name="connsiteX53" fmla="*/ 2678972 w 7467600"/>
              <a:gd name="connsiteY53" fmla="*/ 5481582 h 6858000"/>
              <a:gd name="connsiteX54" fmla="*/ 2696666 w 7467600"/>
              <a:gd name="connsiteY54" fmla="*/ 6133836 h 6858000"/>
              <a:gd name="connsiteX55" fmla="*/ 2695769 w 7467600"/>
              <a:gd name="connsiteY55" fmla="*/ 6390955 h 6858000"/>
              <a:gd name="connsiteX56" fmla="*/ 2739893 w 7467600"/>
              <a:gd name="connsiteY56" fmla="*/ 6108357 h 6858000"/>
              <a:gd name="connsiteX57" fmla="*/ 2680277 w 7467600"/>
              <a:gd name="connsiteY57" fmla="*/ 5479204 h 6858000"/>
              <a:gd name="connsiteX58" fmla="*/ 1132195 w 7467600"/>
              <a:gd name="connsiteY58" fmla="*/ 5467980 h 6858000"/>
              <a:gd name="connsiteX59" fmla="*/ 1679056 w 7467600"/>
              <a:gd name="connsiteY59" fmla="*/ 5516907 h 6858000"/>
              <a:gd name="connsiteX60" fmla="*/ 2128648 w 7467600"/>
              <a:gd name="connsiteY60" fmla="*/ 5474249 h 6858000"/>
              <a:gd name="connsiteX61" fmla="*/ 1825619 w 7467600"/>
              <a:gd name="connsiteY61" fmla="*/ 5478447 h 6858000"/>
              <a:gd name="connsiteX62" fmla="*/ 1737798 w 7467600"/>
              <a:gd name="connsiteY62" fmla="*/ 5483353 h 6858000"/>
              <a:gd name="connsiteX63" fmla="*/ 1132195 w 7467600"/>
              <a:gd name="connsiteY63" fmla="*/ 5467980 h 6858000"/>
              <a:gd name="connsiteX64" fmla="*/ 1456157 w 7467600"/>
              <a:gd name="connsiteY64" fmla="*/ 5371404 h 6858000"/>
              <a:gd name="connsiteX65" fmla="*/ 1244432 w 7467600"/>
              <a:gd name="connsiteY65" fmla="*/ 5385601 h 6858000"/>
              <a:gd name="connsiteX66" fmla="*/ 973990 w 7467600"/>
              <a:gd name="connsiteY66" fmla="*/ 5424940 h 6858000"/>
              <a:gd name="connsiteX67" fmla="*/ 1103809 w 7467600"/>
              <a:gd name="connsiteY67" fmla="*/ 5433720 h 6858000"/>
              <a:gd name="connsiteX68" fmla="*/ 1123454 w 7467600"/>
              <a:gd name="connsiteY68" fmla="*/ 5435727 h 6858000"/>
              <a:gd name="connsiteX69" fmla="*/ 1737017 w 7467600"/>
              <a:gd name="connsiteY69" fmla="*/ 5452183 h 6858000"/>
              <a:gd name="connsiteX70" fmla="*/ 1824397 w 7467600"/>
              <a:gd name="connsiteY70" fmla="*/ 5447757 h 6858000"/>
              <a:gd name="connsiteX71" fmla="*/ 2070059 w 7467600"/>
              <a:gd name="connsiteY71" fmla="*/ 5441660 h 6858000"/>
              <a:gd name="connsiteX72" fmla="*/ 1456157 w 7467600"/>
              <a:gd name="connsiteY72" fmla="*/ 5371404 h 6858000"/>
              <a:gd name="connsiteX73" fmla="*/ 4988186 w 7467600"/>
              <a:gd name="connsiteY73" fmla="*/ 5216467 h 6858000"/>
              <a:gd name="connsiteX74" fmla="*/ 4777334 w 7467600"/>
              <a:gd name="connsiteY74" fmla="*/ 5406072 h 6858000"/>
              <a:gd name="connsiteX75" fmla="*/ 4718341 w 7467600"/>
              <a:gd name="connsiteY75" fmla="*/ 5468043 h 6858000"/>
              <a:gd name="connsiteX76" fmla="*/ 4604655 w 7467600"/>
              <a:gd name="connsiteY76" fmla="*/ 5583434 h 6858000"/>
              <a:gd name="connsiteX77" fmla="*/ 4565074 w 7467600"/>
              <a:gd name="connsiteY77" fmla="*/ 5618550 h 6858000"/>
              <a:gd name="connsiteX78" fmla="*/ 4988186 w 7467600"/>
              <a:gd name="connsiteY78" fmla="*/ 5216467 h 6858000"/>
              <a:gd name="connsiteX79" fmla="*/ 4978032 w 7467600"/>
              <a:gd name="connsiteY79" fmla="*/ 5183809 h 6858000"/>
              <a:gd name="connsiteX80" fmla="*/ 4463413 w 7467600"/>
              <a:gd name="connsiteY80" fmla="*/ 5615162 h 6858000"/>
              <a:gd name="connsiteX81" fmla="*/ 4358134 w 7467600"/>
              <a:gd name="connsiteY81" fmla="*/ 5742791 h 6858000"/>
              <a:gd name="connsiteX82" fmla="*/ 4376219 w 7467600"/>
              <a:gd name="connsiteY82" fmla="*/ 5729027 h 6858000"/>
              <a:gd name="connsiteX83" fmla="*/ 4582340 w 7467600"/>
              <a:gd name="connsiteY83" fmla="*/ 5561037 h 6858000"/>
              <a:gd name="connsiteX84" fmla="*/ 4694684 w 7467600"/>
              <a:gd name="connsiteY84" fmla="*/ 5447098 h 6858000"/>
              <a:gd name="connsiteX85" fmla="*/ 4754123 w 7467600"/>
              <a:gd name="connsiteY85" fmla="*/ 5384643 h 6858000"/>
              <a:gd name="connsiteX86" fmla="*/ 4978032 w 7467600"/>
              <a:gd name="connsiteY86" fmla="*/ 5183809 h 6858000"/>
              <a:gd name="connsiteX87" fmla="*/ 1903353 w 7467600"/>
              <a:gd name="connsiteY87" fmla="*/ 5044827 h 6858000"/>
              <a:gd name="connsiteX88" fmla="*/ 1936931 w 7467600"/>
              <a:gd name="connsiteY88" fmla="*/ 5093954 h 6858000"/>
              <a:gd name="connsiteX89" fmla="*/ 2195868 w 7467600"/>
              <a:gd name="connsiteY89" fmla="*/ 5396574 h 6858000"/>
              <a:gd name="connsiteX90" fmla="*/ 2088852 w 7467600"/>
              <a:gd name="connsiteY90" fmla="*/ 5166123 h 6858000"/>
              <a:gd name="connsiteX91" fmla="*/ 1958241 w 7467600"/>
              <a:gd name="connsiteY91" fmla="*/ 5067955 h 6858000"/>
              <a:gd name="connsiteX92" fmla="*/ 1903353 w 7467600"/>
              <a:gd name="connsiteY92" fmla="*/ 5044827 h 6858000"/>
              <a:gd name="connsiteX93" fmla="*/ 1979378 w 7467600"/>
              <a:gd name="connsiteY93" fmla="*/ 4769504 h 6858000"/>
              <a:gd name="connsiteX94" fmla="*/ 2882120 w 7467600"/>
              <a:gd name="connsiteY94" fmla="*/ 5064547 h 6858000"/>
              <a:gd name="connsiteX95" fmla="*/ 2793103 w 7467600"/>
              <a:gd name="connsiteY95" fmla="*/ 5039699 h 6858000"/>
              <a:gd name="connsiteX96" fmla="*/ 2770041 w 7467600"/>
              <a:gd name="connsiteY96" fmla="*/ 5033634 h 6858000"/>
              <a:gd name="connsiteX97" fmla="*/ 1979378 w 7467600"/>
              <a:gd name="connsiteY97" fmla="*/ 4769504 h 6858000"/>
              <a:gd name="connsiteX98" fmla="*/ 1927410 w 7467600"/>
              <a:gd name="connsiteY98" fmla="*/ 4716164 h 6858000"/>
              <a:gd name="connsiteX99" fmla="*/ 1959587 w 7467600"/>
              <a:gd name="connsiteY99" fmla="*/ 4728849 h 6858000"/>
              <a:gd name="connsiteX100" fmla="*/ 2777707 w 7467600"/>
              <a:gd name="connsiteY100" fmla="*/ 5003991 h 6858000"/>
              <a:gd name="connsiteX101" fmla="*/ 2800768 w 7467600"/>
              <a:gd name="connsiteY101" fmla="*/ 5010056 h 6858000"/>
              <a:gd name="connsiteX102" fmla="*/ 2879408 w 7467600"/>
              <a:gd name="connsiteY102" fmla="*/ 5031590 h 6858000"/>
              <a:gd name="connsiteX103" fmla="*/ 2862295 w 7467600"/>
              <a:gd name="connsiteY103" fmla="*/ 5022958 h 6858000"/>
              <a:gd name="connsiteX104" fmla="*/ 2813343 w 7467600"/>
              <a:gd name="connsiteY104" fmla="*/ 4998369 h 6858000"/>
              <a:gd name="connsiteX105" fmla="*/ 2646245 w 7467600"/>
              <a:gd name="connsiteY105" fmla="*/ 4930999 h 6858000"/>
              <a:gd name="connsiteX106" fmla="*/ 1999243 w 7467600"/>
              <a:gd name="connsiteY106" fmla="*/ 4730524 h 6858000"/>
              <a:gd name="connsiteX107" fmla="*/ 1979527 w 7467600"/>
              <a:gd name="connsiteY107" fmla="*/ 4726651 h 6858000"/>
              <a:gd name="connsiteX108" fmla="*/ 1927410 w 7467600"/>
              <a:gd name="connsiteY108" fmla="*/ 4716164 h 6858000"/>
              <a:gd name="connsiteX109" fmla="*/ 1997014 w 7467600"/>
              <a:gd name="connsiteY109" fmla="*/ 4698007 h 6858000"/>
              <a:gd name="connsiteX110" fmla="*/ 2005458 w 7467600"/>
              <a:gd name="connsiteY110" fmla="*/ 4699540 h 6858000"/>
              <a:gd name="connsiteX111" fmla="*/ 2657186 w 7467600"/>
              <a:gd name="connsiteY111" fmla="*/ 4901687 h 6858000"/>
              <a:gd name="connsiteX112" fmla="*/ 2826662 w 7467600"/>
              <a:gd name="connsiteY112" fmla="*/ 4970362 h 6858000"/>
              <a:gd name="connsiteX113" fmla="*/ 2876100 w 7467600"/>
              <a:gd name="connsiteY113" fmla="*/ 4995397 h 6858000"/>
              <a:gd name="connsiteX114" fmla="*/ 3042600 w 7467600"/>
              <a:gd name="connsiteY114" fmla="*/ 5059532 h 6858000"/>
              <a:gd name="connsiteX115" fmla="*/ 1997014 w 7467600"/>
              <a:gd name="connsiteY115" fmla="*/ 4698007 h 6858000"/>
              <a:gd name="connsiteX116" fmla="*/ 2305292 w 7467600"/>
              <a:gd name="connsiteY116" fmla="*/ 4219492 h 6858000"/>
              <a:gd name="connsiteX117" fmla="*/ 3360922 w 7467600"/>
              <a:gd name="connsiteY117" fmla="*/ 4529373 h 6858000"/>
              <a:gd name="connsiteX118" fmla="*/ 3492420 w 7467600"/>
              <a:gd name="connsiteY118" fmla="*/ 4510145 h 6858000"/>
              <a:gd name="connsiteX119" fmla="*/ 3364086 w 7467600"/>
              <a:gd name="connsiteY119" fmla="*/ 4480340 h 6858000"/>
              <a:gd name="connsiteX120" fmla="*/ 3225818 w 7467600"/>
              <a:gd name="connsiteY120" fmla="*/ 4411822 h 6858000"/>
              <a:gd name="connsiteX121" fmla="*/ 3129696 w 7467600"/>
              <a:gd name="connsiteY121" fmla="*/ 4360704 h 6858000"/>
              <a:gd name="connsiteX122" fmla="*/ 2814545 w 7467600"/>
              <a:gd name="connsiteY122" fmla="*/ 4282955 h 6858000"/>
              <a:gd name="connsiteX123" fmla="*/ 2305292 w 7467600"/>
              <a:gd name="connsiteY123" fmla="*/ 4219492 h 6858000"/>
              <a:gd name="connsiteX124" fmla="*/ 2626982 w 7467600"/>
              <a:gd name="connsiteY124" fmla="*/ 4206450 h 6858000"/>
              <a:gd name="connsiteX125" fmla="*/ 2490617 w 7467600"/>
              <a:gd name="connsiteY125" fmla="*/ 4206951 h 6858000"/>
              <a:gd name="connsiteX126" fmla="*/ 2819869 w 7467600"/>
              <a:gd name="connsiteY126" fmla="*/ 4252936 h 6858000"/>
              <a:gd name="connsiteX127" fmla="*/ 3143018 w 7467600"/>
              <a:gd name="connsiteY127" fmla="*/ 4332698 h 6858000"/>
              <a:gd name="connsiteX128" fmla="*/ 3241520 w 7467600"/>
              <a:gd name="connsiteY128" fmla="*/ 4385112 h 6858000"/>
              <a:gd name="connsiteX129" fmla="*/ 3374575 w 7467600"/>
              <a:gd name="connsiteY129" fmla="*/ 4451517 h 6858000"/>
              <a:gd name="connsiteX130" fmla="*/ 3505221 w 7467600"/>
              <a:gd name="connsiteY130" fmla="*/ 4480757 h 6858000"/>
              <a:gd name="connsiteX131" fmla="*/ 2626982 w 7467600"/>
              <a:gd name="connsiteY131" fmla="*/ 4206450 h 6858000"/>
              <a:gd name="connsiteX132" fmla="*/ 1310106 w 7467600"/>
              <a:gd name="connsiteY132" fmla="*/ 3943217 h 6858000"/>
              <a:gd name="connsiteX133" fmla="*/ 854994 w 7467600"/>
              <a:gd name="connsiteY133" fmla="*/ 4399136 h 6858000"/>
              <a:gd name="connsiteX134" fmla="*/ 742462 w 7467600"/>
              <a:gd name="connsiteY134" fmla="*/ 4594648 h 6858000"/>
              <a:gd name="connsiteX135" fmla="*/ 820602 w 7467600"/>
              <a:gd name="connsiteY135" fmla="*/ 4485915 h 6858000"/>
              <a:gd name="connsiteX136" fmla="*/ 878295 w 7467600"/>
              <a:gd name="connsiteY136" fmla="*/ 4403594 h 6858000"/>
              <a:gd name="connsiteX137" fmla="*/ 1240607 w 7467600"/>
              <a:gd name="connsiteY137" fmla="*/ 4010401 h 6858000"/>
              <a:gd name="connsiteX138" fmla="*/ 1310106 w 7467600"/>
              <a:gd name="connsiteY138" fmla="*/ 3943217 h 6858000"/>
              <a:gd name="connsiteX139" fmla="*/ 1423113 w 7467600"/>
              <a:gd name="connsiteY139" fmla="*/ 3874565 h 6858000"/>
              <a:gd name="connsiteX140" fmla="*/ 1260565 w 7467600"/>
              <a:gd name="connsiteY140" fmla="*/ 4031982 h 6858000"/>
              <a:gd name="connsiteX141" fmla="*/ 901900 w 7467600"/>
              <a:gd name="connsiteY141" fmla="*/ 4421236 h 6858000"/>
              <a:gd name="connsiteX142" fmla="*/ 845044 w 7467600"/>
              <a:gd name="connsiteY142" fmla="*/ 4502436 h 6858000"/>
              <a:gd name="connsiteX143" fmla="*/ 685926 w 7467600"/>
              <a:gd name="connsiteY143" fmla="*/ 4703069 h 6858000"/>
              <a:gd name="connsiteX144" fmla="*/ 684248 w 7467600"/>
              <a:gd name="connsiteY144" fmla="*/ 4706721 h 6858000"/>
              <a:gd name="connsiteX145" fmla="*/ 1423113 w 7467600"/>
              <a:gd name="connsiteY145" fmla="*/ 3874565 h 6858000"/>
              <a:gd name="connsiteX146" fmla="*/ 3316479 w 7467600"/>
              <a:gd name="connsiteY146" fmla="*/ 3872136 h 6858000"/>
              <a:gd name="connsiteX147" fmla="*/ 3546806 w 7467600"/>
              <a:gd name="connsiteY147" fmla="*/ 4356139 h 6858000"/>
              <a:gd name="connsiteX148" fmla="*/ 3364433 w 7467600"/>
              <a:gd name="connsiteY148" fmla="*/ 3953121 h 6858000"/>
              <a:gd name="connsiteX149" fmla="*/ 3316479 w 7467600"/>
              <a:gd name="connsiteY149" fmla="*/ 3872136 h 6858000"/>
              <a:gd name="connsiteX150" fmla="*/ 3291335 w 7467600"/>
              <a:gd name="connsiteY150" fmla="*/ 3767420 h 6858000"/>
              <a:gd name="connsiteX151" fmla="*/ 3390805 w 7467600"/>
              <a:gd name="connsiteY151" fmla="*/ 3937163 h 6858000"/>
              <a:gd name="connsiteX152" fmla="*/ 3579062 w 7467600"/>
              <a:gd name="connsiteY152" fmla="*/ 4359040 h 6858000"/>
              <a:gd name="connsiteX153" fmla="*/ 3467355 w 7467600"/>
              <a:gd name="connsiteY153" fmla="*/ 3988130 h 6858000"/>
              <a:gd name="connsiteX154" fmla="*/ 3310753 w 7467600"/>
              <a:gd name="connsiteY154" fmla="*/ 3787140 h 6858000"/>
              <a:gd name="connsiteX155" fmla="*/ 3291335 w 7467600"/>
              <a:gd name="connsiteY155" fmla="*/ 3767420 h 6858000"/>
              <a:gd name="connsiteX156" fmla="*/ 1635889 w 7467600"/>
              <a:gd name="connsiteY156" fmla="*/ 3709494 h 6858000"/>
              <a:gd name="connsiteX157" fmla="*/ 1634800 w 7467600"/>
              <a:gd name="connsiteY157" fmla="*/ 3731111 h 6858000"/>
              <a:gd name="connsiteX158" fmla="*/ 1635889 w 7467600"/>
              <a:gd name="connsiteY158" fmla="*/ 3709494 h 6858000"/>
              <a:gd name="connsiteX159" fmla="*/ 1510397 w 7467600"/>
              <a:gd name="connsiteY159" fmla="*/ 3684705 h 6858000"/>
              <a:gd name="connsiteX160" fmla="*/ 1146550 w 7467600"/>
              <a:gd name="connsiteY160" fmla="*/ 3802012 h 6858000"/>
              <a:gd name="connsiteX161" fmla="*/ 698834 w 7467600"/>
              <a:gd name="connsiteY161" fmla="*/ 3952272 h 6858000"/>
              <a:gd name="connsiteX162" fmla="*/ 34256 w 7467600"/>
              <a:gd name="connsiteY162" fmla="*/ 4347603 h 6858000"/>
              <a:gd name="connsiteX163" fmla="*/ 527241 w 7467600"/>
              <a:gd name="connsiteY163" fmla="*/ 4065078 h 6858000"/>
              <a:gd name="connsiteX164" fmla="*/ 1510397 w 7467600"/>
              <a:gd name="connsiteY164" fmla="*/ 3684705 h 6858000"/>
              <a:gd name="connsiteX165" fmla="*/ 1313114 w 7467600"/>
              <a:gd name="connsiteY165" fmla="*/ 3655216 h 6858000"/>
              <a:gd name="connsiteX166" fmla="*/ 1109304 w 7467600"/>
              <a:gd name="connsiteY166" fmla="*/ 3669030 h 6858000"/>
              <a:gd name="connsiteX167" fmla="*/ 8129 w 7467600"/>
              <a:gd name="connsiteY167" fmla="*/ 4330519 h 6858000"/>
              <a:gd name="connsiteX168" fmla="*/ 687572 w 7467600"/>
              <a:gd name="connsiteY168" fmla="*/ 3925629 h 6858000"/>
              <a:gd name="connsiteX169" fmla="*/ 1138365 w 7467600"/>
              <a:gd name="connsiteY169" fmla="*/ 3774515 h 6858000"/>
              <a:gd name="connsiteX170" fmla="*/ 1505579 w 7467600"/>
              <a:gd name="connsiteY170" fmla="*/ 3655526 h 6858000"/>
              <a:gd name="connsiteX171" fmla="*/ 1313114 w 7467600"/>
              <a:gd name="connsiteY171" fmla="*/ 3655216 h 6858000"/>
              <a:gd name="connsiteX172" fmla="*/ 3655073 w 7467600"/>
              <a:gd name="connsiteY172" fmla="*/ 3650884 h 6858000"/>
              <a:gd name="connsiteX173" fmla="*/ 3989938 w 7467600"/>
              <a:gd name="connsiteY173" fmla="*/ 3991685 h 6858000"/>
              <a:gd name="connsiteX174" fmla="*/ 4393907 w 7467600"/>
              <a:gd name="connsiteY174" fmla="*/ 4261258 h 6858000"/>
              <a:gd name="connsiteX175" fmla="*/ 4648051 w 7467600"/>
              <a:gd name="connsiteY175" fmla="*/ 4374051 h 6858000"/>
              <a:gd name="connsiteX176" fmla="*/ 4383389 w 7467600"/>
              <a:gd name="connsiteY176" fmla="*/ 4184369 h 6858000"/>
              <a:gd name="connsiteX177" fmla="*/ 4165508 w 7467600"/>
              <a:gd name="connsiteY177" fmla="*/ 4035196 h 6858000"/>
              <a:gd name="connsiteX178" fmla="*/ 4068162 w 7467600"/>
              <a:gd name="connsiteY178" fmla="*/ 3953394 h 6858000"/>
              <a:gd name="connsiteX179" fmla="*/ 3981416 w 7467600"/>
              <a:gd name="connsiteY179" fmla="*/ 3880482 h 6858000"/>
              <a:gd name="connsiteX180" fmla="*/ 3800147 w 7467600"/>
              <a:gd name="connsiteY180" fmla="*/ 3749872 h 6858000"/>
              <a:gd name="connsiteX181" fmla="*/ 3655073 w 7467600"/>
              <a:gd name="connsiteY181" fmla="*/ 3650884 h 6858000"/>
              <a:gd name="connsiteX182" fmla="*/ 3670252 w 7467600"/>
              <a:gd name="connsiteY182" fmla="*/ 3622798 h 6858000"/>
              <a:gd name="connsiteX183" fmla="*/ 3817258 w 7467600"/>
              <a:gd name="connsiteY183" fmla="*/ 3723577 h 6858000"/>
              <a:gd name="connsiteX184" fmla="*/ 4000461 w 7467600"/>
              <a:gd name="connsiteY184" fmla="*/ 3855966 h 6858000"/>
              <a:gd name="connsiteX185" fmla="*/ 4088180 w 7467600"/>
              <a:gd name="connsiteY185" fmla="*/ 3929774 h 6858000"/>
              <a:gd name="connsiteX186" fmla="*/ 4184555 w 7467600"/>
              <a:gd name="connsiteY186" fmla="*/ 4010683 h 6858000"/>
              <a:gd name="connsiteX187" fmla="*/ 4399563 w 7467600"/>
              <a:gd name="connsiteY187" fmla="*/ 4158106 h 6858000"/>
              <a:gd name="connsiteX188" fmla="*/ 4684469 w 7467600"/>
              <a:gd name="connsiteY188" fmla="*/ 4364680 h 6858000"/>
              <a:gd name="connsiteX189" fmla="*/ 4690271 w 7467600"/>
              <a:gd name="connsiteY189" fmla="*/ 4370034 h 6858000"/>
              <a:gd name="connsiteX190" fmla="*/ 4136093 w 7467600"/>
              <a:gd name="connsiteY190" fmla="*/ 3858466 h 6858000"/>
              <a:gd name="connsiteX191" fmla="*/ 3670252 w 7467600"/>
              <a:gd name="connsiteY191" fmla="*/ 3622798 h 6858000"/>
              <a:gd name="connsiteX192" fmla="*/ 4440129 w 7467600"/>
              <a:gd name="connsiteY192" fmla="*/ 3448571 h 6858000"/>
              <a:gd name="connsiteX193" fmla="*/ 4856525 w 7467600"/>
              <a:gd name="connsiteY193" fmla="*/ 3915351 h 6858000"/>
              <a:gd name="connsiteX194" fmla="*/ 5059055 w 7467600"/>
              <a:gd name="connsiteY194" fmla="*/ 4108918 h 6858000"/>
              <a:gd name="connsiteX195" fmla="*/ 5290070 w 7467600"/>
              <a:gd name="connsiteY195" fmla="*/ 4263619 h 6858000"/>
              <a:gd name="connsiteX196" fmla="*/ 4834991 w 7467600"/>
              <a:gd name="connsiteY196" fmla="*/ 3830985 h 6858000"/>
              <a:gd name="connsiteX197" fmla="*/ 4440129 w 7467600"/>
              <a:gd name="connsiteY197" fmla="*/ 3448571 h 6858000"/>
              <a:gd name="connsiteX198" fmla="*/ 4441737 w 7467600"/>
              <a:gd name="connsiteY198" fmla="*/ 3399734 h 6858000"/>
              <a:gd name="connsiteX199" fmla="*/ 4431236 w 7467600"/>
              <a:gd name="connsiteY199" fmla="*/ 3400954 h 6858000"/>
              <a:gd name="connsiteX200" fmla="*/ 4557150 w 7467600"/>
              <a:gd name="connsiteY200" fmla="*/ 3510023 h 6858000"/>
              <a:gd name="connsiteX201" fmla="*/ 4856936 w 7467600"/>
              <a:gd name="connsiteY201" fmla="*/ 3809146 h 6858000"/>
              <a:gd name="connsiteX202" fmla="*/ 5111996 w 7467600"/>
              <a:gd name="connsiteY202" fmla="*/ 4065759 h 6858000"/>
              <a:gd name="connsiteX203" fmla="*/ 5388878 w 7467600"/>
              <a:gd name="connsiteY203" fmla="*/ 4300185 h 6858000"/>
              <a:gd name="connsiteX204" fmla="*/ 5425556 w 7467600"/>
              <a:gd name="connsiteY204" fmla="*/ 4308967 h 6858000"/>
              <a:gd name="connsiteX205" fmla="*/ 4943646 w 7467600"/>
              <a:gd name="connsiteY205" fmla="*/ 3822916 h 6858000"/>
              <a:gd name="connsiteX206" fmla="*/ 4594837 w 7467600"/>
              <a:gd name="connsiteY206" fmla="*/ 3532274 h 6858000"/>
              <a:gd name="connsiteX207" fmla="*/ 4441737 w 7467600"/>
              <a:gd name="connsiteY207" fmla="*/ 3399734 h 6858000"/>
              <a:gd name="connsiteX208" fmla="*/ 5425834 w 7467600"/>
              <a:gd name="connsiteY208" fmla="*/ 3162785 h 6858000"/>
              <a:gd name="connsiteX209" fmla="*/ 5401644 w 7467600"/>
              <a:gd name="connsiteY209" fmla="*/ 3617847 h 6858000"/>
              <a:gd name="connsiteX210" fmla="*/ 5467256 w 7467600"/>
              <a:gd name="connsiteY210" fmla="*/ 4175494 h 6858000"/>
              <a:gd name="connsiteX211" fmla="*/ 5448069 w 7467600"/>
              <a:gd name="connsiteY211" fmla="*/ 3567554 h 6858000"/>
              <a:gd name="connsiteX212" fmla="*/ 5425834 w 7467600"/>
              <a:gd name="connsiteY212" fmla="*/ 3162785 h 6858000"/>
              <a:gd name="connsiteX213" fmla="*/ 1318687 w 7467600"/>
              <a:gd name="connsiteY213" fmla="*/ 3113840 h 6858000"/>
              <a:gd name="connsiteX214" fmla="*/ 1066793 w 7467600"/>
              <a:gd name="connsiteY214" fmla="*/ 3212171 h 6858000"/>
              <a:gd name="connsiteX215" fmla="*/ 993319 w 7467600"/>
              <a:gd name="connsiteY215" fmla="*/ 3247648 h 6858000"/>
              <a:gd name="connsiteX216" fmla="*/ 853081 w 7467600"/>
              <a:gd name="connsiteY216" fmla="*/ 3312410 h 6858000"/>
              <a:gd name="connsiteX217" fmla="*/ 805957 w 7467600"/>
              <a:gd name="connsiteY217" fmla="*/ 3330443 h 6858000"/>
              <a:gd name="connsiteX218" fmla="*/ 1318687 w 7467600"/>
              <a:gd name="connsiteY218" fmla="*/ 3113840 h 6858000"/>
              <a:gd name="connsiteX219" fmla="*/ 5453702 w 7467600"/>
              <a:gd name="connsiteY219" fmla="*/ 3090882 h 6858000"/>
              <a:gd name="connsiteX220" fmla="*/ 5480135 w 7467600"/>
              <a:gd name="connsiteY220" fmla="*/ 3565802 h 6858000"/>
              <a:gd name="connsiteX221" fmla="*/ 5499023 w 7467600"/>
              <a:gd name="connsiteY221" fmla="*/ 4166310 h 6858000"/>
              <a:gd name="connsiteX222" fmla="*/ 5547022 w 7467600"/>
              <a:gd name="connsiteY222" fmla="*/ 3607838 h 6858000"/>
              <a:gd name="connsiteX223" fmla="*/ 5515964 w 7467600"/>
              <a:gd name="connsiteY223" fmla="*/ 3378541 h 6858000"/>
              <a:gd name="connsiteX224" fmla="*/ 5453702 w 7467600"/>
              <a:gd name="connsiteY224" fmla="*/ 3090882 h 6858000"/>
              <a:gd name="connsiteX225" fmla="*/ 1238695 w 7467600"/>
              <a:gd name="connsiteY225" fmla="*/ 3076820 h 6858000"/>
              <a:gd name="connsiteX226" fmla="*/ 716371 w 7467600"/>
              <a:gd name="connsiteY226" fmla="*/ 3293249 h 6858000"/>
              <a:gd name="connsiteX227" fmla="*/ 579522 w 7467600"/>
              <a:gd name="connsiteY227" fmla="*/ 3371759 h 6858000"/>
              <a:gd name="connsiteX228" fmla="*/ 600288 w 7467600"/>
              <a:gd name="connsiteY228" fmla="*/ 3365555 h 6858000"/>
              <a:gd name="connsiteX229" fmla="*/ 840692 w 7467600"/>
              <a:gd name="connsiteY229" fmla="*/ 3284921 h 6858000"/>
              <a:gd name="connsiteX230" fmla="*/ 979248 w 7467600"/>
              <a:gd name="connsiteY230" fmla="*/ 3221003 h 6858000"/>
              <a:gd name="connsiteX231" fmla="*/ 1053282 w 7467600"/>
              <a:gd name="connsiteY231" fmla="*/ 3185247 h 6858000"/>
              <a:gd name="connsiteX232" fmla="*/ 1320603 w 7467600"/>
              <a:gd name="connsiteY232" fmla="*/ 3081281 h 6858000"/>
              <a:gd name="connsiteX233" fmla="*/ 1238695 w 7467600"/>
              <a:gd name="connsiteY233" fmla="*/ 3076820 h 6858000"/>
              <a:gd name="connsiteX234" fmla="*/ 5425627 w 7467600"/>
              <a:gd name="connsiteY234" fmla="*/ 2954192 h 6858000"/>
              <a:gd name="connsiteX235" fmla="*/ 5470770 w 7467600"/>
              <a:gd name="connsiteY235" fmla="*/ 3005435 h 6858000"/>
              <a:gd name="connsiteX236" fmla="*/ 5519779 w 7467600"/>
              <a:gd name="connsiteY236" fmla="*/ 4359223 h 6858000"/>
              <a:gd name="connsiteX237" fmla="*/ 5520293 w 7467600"/>
              <a:gd name="connsiteY237" fmla="*/ 4360602 h 6858000"/>
              <a:gd name="connsiteX238" fmla="*/ 5767221 w 7467600"/>
              <a:gd name="connsiteY238" fmla="*/ 4665564 h 6858000"/>
              <a:gd name="connsiteX239" fmla="*/ 6937169 w 7467600"/>
              <a:gd name="connsiteY239" fmla="*/ 4815941 h 6858000"/>
              <a:gd name="connsiteX240" fmla="*/ 6953922 w 7467600"/>
              <a:gd name="connsiteY240" fmla="*/ 4890068 h 6858000"/>
              <a:gd name="connsiteX241" fmla="*/ 6071359 w 7467600"/>
              <a:gd name="connsiteY241" fmla="*/ 4770770 h 6858000"/>
              <a:gd name="connsiteX242" fmla="*/ 6038839 w 7467600"/>
              <a:gd name="connsiteY242" fmla="*/ 4764474 h 6858000"/>
              <a:gd name="connsiteX243" fmla="*/ 6038706 w 7467600"/>
              <a:gd name="connsiteY243" fmla="*/ 4763847 h 6858000"/>
              <a:gd name="connsiteX244" fmla="*/ 6037784 w 7467600"/>
              <a:gd name="connsiteY244" fmla="*/ 4764270 h 6858000"/>
              <a:gd name="connsiteX245" fmla="*/ 6038839 w 7467600"/>
              <a:gd name="connsiteY245" fmla="*/ 4764474 h 6858000"/>
              <a:gd name="connsiteX246" fmla="*/ 6040338 w 7467600"/>
              <a:gd name="connsiteY246" fmla="*/ 4771418 h 6858000"/>
              <a:gd name="connsiteX247" fmla="*/ 6024488 w 7467600"/>
              <a:gd name="connsiteY247" fmla="*/ 4809903 h 6858000"/>
              <a:gd name="connsiteX248" fmla="*/ 5599771 w 7467600"/>
              <a:gd name="connsiteY248" fmla="*/ 5509652 h 6858000"/>
              <a:gd name="connsiteX249" fmla="*/ 5548843 w 7467600"/>
              <a:gd name="connsiteY249" fmla="*/ 5563845 h 6858000"/>
              <a:gd name="connsiteX250" fmla="*/ 5940952 w 7467600"/>
              <a:gd name="connsiteY250" fmla="*/ 6250028 h 6858000"/>
              <a:gd name="connsiteX251" fmla="*/ 6043441 w 7467600"/>
              <a:gd name="connsiteY251" fmla="*/ 6665847 h 6858000"/>
              <a:gd name="connsiteX252" fmla="*/ 6093432 w 7467600"/>
              <a:gd name="connsiteY252" fmla="*/ 6858000 h 6858000"/>
              <a:gd name="connsiteX253" fmla="*/ 6034344 w 7467600"/>
              <a:gd name="connsiteY253" fmla="*/ 6858000 h 6858000"/>
              <a:gd name="connsiteX254" fmla="*/ 6026679 w 7467600"/>
              <a:gd name="connsiteY254" fmla="*/ 6836959 h 6858000"/>
              <a:gd name="connsiteX255" fmla="*/ 5800441 w 7467600"/>
              <a:gd name="connsiteY255" fmla="*/ 6335286 h 6858000"/>
              <a:gd name="connsiteX256" fmla="*/ 5526562 w 7467600"/>
              <a:gd name="connsiteY256" fmla="*/ 5705388 h 6858000"/>
              <a:gd name="connsiteX257" fmla="*/ 5519640 w 7467600"/>
              <a:gd name="connsiteY257" fmla="*/ 5683774 h 6858000"/>
              <a:gd name="connsiteX258" fmla="*/ 5844559 w 7467600"/>
              <a:gd name="connsiteY258" fmla="*/ 6553349 h 6858000"/>
              <a:gd name="connsiteX259" fmla="*/ 5975994 w 7467600"/>
              <a:gd name="connsiteY259" fmla="*/ 6858000 h 6858000"/>
              <a:gd name="connsiteX260" fmla="*/ 5898547 w 7467600"/>
              <a:gd name="connsiteY260" fmla="*/ 6858000 h 6858000"/>
              <a:gd name="connsiteX261" fmla="*/ 5682041 w 7467600"/>
              <a:gd name="connsiteY261" fmla="*/ 6355860 h 6858000"/>
              <a:gd name="connsiteX262" fmla="*/ 5461758 w 7467600"/>
              <a:gd name="connsiteY262" fmla="*/ 5820220 h 6858000"/>
              <a:gd name="connsiteX263" fmla="*/ 5237282 w 7467600"/>
              <a:gd name="connsiteY263" fmla="*/ 6579086 h 6858000"/>
              <a:gd name="connsiteX264" fmla="*/ 5115009 w 7467600"/>
              <a:gd name="connsiteY264" fmla="*/ 6858000 h 6858000"/>
              <a:gd name="connsiteX265" fmla="*/ 5028074 w 7467600"/>
              <a:gd name="connsiteY265" fmla="*/ 6858000 h 6858000"/>
              <a:gd name="connsiteX266" fmla="*/ 5079508 w 7467600"/>
              <a:gd name="connsiteY266" fmla="*/ 6749074 h 6858000"/>
              <a:gd name="connsiteX267" fmla="*/ 5371846 w 7467600"/>
              <a:gd name="connsiteY267" fmla="*/ 5924413 h 6858000"/>
              <a:gd name="connsiteX268" fmla="*/ 5270512 w 7467600"/>
              <a:gd name="connsiteY268" fmla="*/ 6138975 h 6858000"/>
              <a:gd name="connsiteX269" fmla="*/ 5062409 w 7467600"/>
              <a:gd name="connsiteY269" fmla="*/ 6653544 h 6858000"/>
              <a:gd name="connsiteX270" fmla="*/ 5036628 w 7467600"/>
              <a:gd name="connsiteY270" fmla="*/ 6754247 h 6858000"/>
              <a:gd name="connsiteX271" fmla="*/ 5009112 w 7467600"/>
              <a:gd name="connsiteY271" fmla="*/ 6858000 h 6858000"/>
              <a:gd name="connsiteX272" fmla="*/ 4976679 w 7467600"/>
              <a:gd name="connsiteY272" fmla="*/ 6858000 h 6858000"/>
              <a:gd name="connsiteX273" fmla="*/ 5006537 w 7467600"/>
              <a:gd name="connsiteY273" fmla="*/ 6747068 h 6858000"/>
              <a:gd name="connsiteX274" fmla="*/ 5032723 w 7467600"/>
              <a:gd name="connsiteY274" fmla="*/ 6644957 h 6858000"/>
              <a:gd name="connsiteX275" fmla="*/ 5242949 w 7467600"/>
              <a:gd name="connsiteY275" fmla="*/ 6125175 h 6858000"/>
              <a:gd name="connsiteX276" fmla="*/ 5286321 w 7467600"/>
              <a:gd name="connsiteY276" fmla="*/ 6033555 h 6858000"/>
              <a:gd name="connsiteX277" fmla="*/ 5008210 w 7467600"/>
              <a:gd name="connsiteY277" fmla="*/ 6649194 h 6858000"/>
              <a:gd name="connsiteX278" fmla="*/ 4986321 w 7467600"/>
              <a:gd name="connsiteY278" fmla="*/ 6765687 h 6858000"/>
              <a:gd name="connsiteX279" fmla="*/ 4973474 w 7467600"/>
              <a:gd name="connsiteY279" fmla="*/ 6858000 h 6858000"/>
              <a:gd name="connsiteX280" fmla="*/ 4907178 w 7467600"/>
              <a:gd name="connsiteY280" fmla="*/ 6858000 h 6858000"/>
              <a:gd name="connsiteX281" fmla="*/ 4910810 w 7467600"/>
              <a:gd name="connsiteY281" fmla="*/ 6829660 h 6858000"/>
              <a:gd name="connsiteX282" fmla="*/ 4987461 w 7467600"/>
              <a:gd name="connsiteY282" fmla="*/ 6432994 h 6858000"/>
              <a:gd name="connsiteX283" fmla="*/ 5179262 w 7467600"/>
              <a:gd name="connsiteY283" fmla="*/ 6035044 h 6858000"/>
              <a:gd name="connsiteX284" fmla="*/ 4689678 w 7467600"/>
              <a:gd name="connsiteY284" fmla="*/ 6440241 h 6858000"/>
              <a:gd name="connsiteX285" fmla="*/ 4477543 w 7467600"/>
              <a:gd name="connsiteY285" fmla="*/ 6674836 h 6858000"/>
              <a:gd name="connsiteX286" fmla="*/ 4329957 w 7467600"/>
              <a:gd name="connsiteY286" fmla="*/ 6858000 h 6858000"/>
              <a:gd name="connsiteX287" fmla="*/ 4218595 w 7467600"/>
              <a:gd name="connsiteY287" fmla="*/ 6858000 h 6858000"/>
              <a:gd name="connsiteX288" fmla="*/ 4368888 w 7467600"/>
              <a:gd name="connsiteY288" fmla="*/ 6668412 h 6858000"/>
              <a:gd name="connsiteX289" fmla="*/ 4563091 w 7467600"/>
              <a:gd name="connsiteY289" fmla="*/ 6442508 h 6858000"/>
              <a:gd name="connsiteX290" fmla="*/ 5387324 w 7467600"/>
              <a:gd name="connsiteY290" fmla="*/ 5705830 h 6858000"/>
              <a:gd name="connsiteX291" fmla="*/ 5073620 w 7467600"/>
              <a:gd name="connsiteY291" fmla="*/ 5955437 h 6858000"/>
              <a:gd name="connsiteX292" fmla="*/ 4689789 w 7467600"/>
              <a:gd name="connsiteY292" fmla="*/ 6268382 h 6858000"/>
              <a:gd name="connsiteX293" fmla="*/ 4418722 w 7467600"/>
              <a:gd name="connsiteY293" fmla="*/ 6570886 h 6858000"/>
              <a:gd name="connsiteX294" fmla="*/ 4214944 w 7467600"/>
              <a:gd name="connsiteY294" fmla="*/ 6858000 h 6858000"/>
              <a:gd name="connsiteX295" fmla="*/ 4177898 w 7467600"/>
              <a:gd name="connsiteY295" fmla="*/ 6858000 h 6858000"/>
              <a:gd name="connsiteX296" fmla="*/ 4391597 w 7467600"/>
              <a:gd name="connsiteY296" fmla="*/ 6556370 h 6858000"/>
              <a:gd name="connsiteX297" fmla="*/ 4668889 w 7467600"/>
              <a:gd name="connsiteY297" fmla="*/ 6246399 h 6858000"/>
              <a:gd name="connsiteX298" fmla="*/ 5055427 w 7467600"/>
              <a:gd name="connsiteY298" fmla="*/ 5931476 h 6858000"/>
              <a:gd name="connsiteX299" fmla="*/ 5371814 w 7467600"/>
              <a:gd name="connsiteY299" fmla="*/ 5678975 h 6858000"/>
              <a:gd name="connsiteX300" fmla="*/ 4987918 w 7467600"/>
              <a:gd name="connsiteY300" fmla="*/ 5838701 h 6858000"/>
              <a:gd name="connsiteX301" fmla="*/ 4317146 w 7467600"/>
              <a:gd name="connsiteY301" fmla="*/ 6587716 h 6858000"/>
              <a:gd name="connsiteX302" fmla="*/ 4171627 w 7467600"/>
              <a:gd name="connsiteY302" fmla="*/ 6858000 h 6858000"/>
              <a:gd name="connsiteX303" fmla="*/ 4081585 w 7467600"/>
              <a:gd name="connsiteY303" fmla="*/ 6858000 h 6858000"/>
              <a:gd name="connsiteX304" fmla="*/ 4238603 w 7467600"/>
              <a:gd name="connsiteY304" fmla="*/ 6559341 h 6858000"/>
              <a:gd name="connsiteX305" fmla="*/ 4778333 w 7467600"/>
              <a:gd name="connsiteY305" fmla="*/ 5873626 h 6858000"/>
              <a:gd name="connsiteX306" fmla="*/ 5414185 w 7467600"/>
              <a:gd name="connsiteY306" fmla="*/ 5573882 h 6858000"/>
              <a:gd name="connsiteX307" fmla="*/ 5959648 w 7467600"/>
              <a:gd name="connsiteY307" fmla="*/ 4760797 h 6858000"/>
              <a:gd name="connsiteX308" fmla="*/ 5355019 w 7467600"/>
              <a:gd name="connsiteY308" fmla="*/ 4734672 h 6858000"/>
              <a:gd name="connsiteX309" fmla="*/ 5083565 w 7467600"/>
              <a:gd name="connsiteY309" fmla="*/ 5179121 h 6858000"/>
              <a:gd name="connsiteX310" fmla="*/ 4713577 w 7467600"/>
              <a:gd name="connsiteY310" fmla="*/ 5616803 h 6858000"/>
              <a:gd name="connsiteX311" fmla="*/ 3989559 w 7467600"/>
              <a:gd name="connsiteY311" fmla="*/ 6145945 h 6858000"/>
              <a:gd name="connsiteX312" fmla="*/ 3939824 w 7467600"/>
              <a:gd name="connsiteY312" fmla="*/ 6066900 h 6858000"/>
              <a:gd name="connsiteX313" fmla="*/ 4584537 w 7467600"/>
              <a:gd name="connsiteY313" fmla="*/ 5324826 h 6858000"/>
              <a:gd name="connsiteX314" fmla="*/ 5037105 w 7467600"/>
              <a:gd name="connsiteY314" fmla="*/ 5088765 h 6858000"/>
              <a:gd name="connsiteX315" fmla="*/ 5039930 w 7467600"/>
              <a:gd name="connsiteY315" fmla="*/ 5089585 h 6858000"/>
              <a:gd name="connsiteX316" fmla="*/ 5263764 w 7467600"/>
              <a:gd name="connsiteY316" fmla="*/ 4735525 h 6858000"/>
              <a:gd name="connsiteX317" fmla="*/ 4086300 w 7467600"/>
              <a:gd name="connsiteY317" fmla="*/ 4884599 h 6858000"/>
              <a:gd name="connsiteX318" fmla="*/ 4085485 w 7467600"/>
              <a:gd name="connsiteY318" fmla="*/ 4899070 h 6858000"/>
              <a:gd name="connsiteX319" fmla="*/ 3871915 w 7467600"/>
              <a:gd name="connsiteY319" fmla="*/ 5253645 h 6858000"/>
              <a:gd name="connsiteX320" fmla="*/ 3799374 w 7467600"/>
              <a:gd name="connsiteY320" fmla="*/ 5466127 h 6858000"/>
              <a:gd name="connsiteX321" fmla="*/ 3498850 w 7467600"/>
              <a:gd name="connsiteY321" fmla="*/ 6661888 h 6858000"/>
              <a:gd name="connsiteX322" fmla="*/ 3399216 w 7467600"/>
              <a:gd name="connsiteY322" fmla="*/ 6858000 h 6858000"/>
              <a:gd name="connsiteX323" fmla="*/ 3303688 w 7467600"/>
              <a:gd name="connsiteY323" fmla="*/ 6858000 h 6858000"/>
              <a:gd name="connsiteX324" fmla="*/ 3391774 w 7467600"/>
              <a:gd name="connsiteY324" fmla="*/ 6697181 h 6858000"/>
              <a:gd name="connsiteX325" fmla="*/ 3735540 w 7467600"/>
              <a:gd name="connsiteY325" fmla="*/ 5546923 h 6858000"/>
              <a:gd name="connsiteX326" fmla="*/ 3729438 w 7467600"/>
              <a:gd name="connsiteY326" fmla="*/ 5569058 h 6858000"/>
              <a:gd name="connsiteX327" fmla="*/ 3707782 w 7467600"/>
              <a:gd name="connsiteY327" fmla="*/ 5644908 h 6858000"/>
              <a:gd name="connsiteX328" fmla="*/ 3583827 w 7467600"/>
              <a:gd name="connsiteY328" fmla="*/ 6039215 h 6858000"/>
              <a:gd name="connsiteX329" fmla="*/ 3547861 w 7467600"/>
              <a:gd name="connsiteY329" fmla="*/ 6129609 h 6858000"/>
              <a:gd name="connsiteX330" fmla="*/ 3490905 w 7467600"/>
              <a:gd name="connsiteY330" fmla="*/ 6277660 h 6858000"/>
              <a:gd name="connsiteX331" fmla="*/ 3455859 w 7467600"/>
              <a:gd name="connsiteY331" fmla="*/ 6391301 h 6858000"/>
              <a:gd name="connsiteX332" fmla="*/ 3429112 w 7467600"/>
              <a:gd name="connsiteY332" fmla="*/ 6479469 h 6858000"/>
              <a:gd name="connsiteX333" fmla="*/ 3304862 w 7467600"/>
              <a:gd name="connsiteY333" fmla="*/ 6796476 h 6858000"/>
              <a:gd name="connsiteX334" fmla="*/ 3276071 w 7467600"/>
              <a:gd name="connsiteY334" fmla="*/ 6858000 h 6858000"/>
              <a:gd name="connsiteX335" fmla="*/ 3240805 w 7467600"/>
              <a:gd name="connsiteY335" fmla="*/ 6858000 h 6858000"/>
              <a:gd name="connsiteX336" fmla="*/ 3275917 w 7467600"/>
              <a:gd name="connsiteY336" fmla="*/ 6783192 h 6858000"/>
              <a:gd name="connsiteX337" fmla="*/ 3399358 w 7467600"/>
              <a:gd name="connsiteY337" fmla="*/ 6469011 h 6858000"/>
              <a:gd name="connsiteX338" fmla="*/ 3425650 w 7467600"/>
              <a:gd name="connsiteY338" fmla="*/ 6381333 h 6858000"/>
              <a:gd name="connsiteX339" fmla="*/ 3460661 w 7467600"/>
              <a:gd name="connsiteY339" fmla="*/ 6266763 h 6858000"/>
              <a:gd name="connsiteX340" fmla="*/ 3518021 w 7467600"/>
              <a:gd name="connsiteY340" fmla="*/ 6117298 h 6858000"/>
              <a:gd name="connsiteX341" fmla="*/ 3554035 w 7467600"/>
              <a:gd name="connsiteY341" fmla="*/ 6027832 h 6858000"/>
              <a:gd name="connsiteX342" fmla="*/ 3677174 w 7467600"/>
              <a:gd name="connsiteY342" fmla="*/ 5636351 h 6858000"/>
              <a:gd name="connsiteX343" fmla="*/ 3698819 w 7467600"/>
              <a:gd name="connsiteY343" fmla="*/ 5560503 h 6858000"/>
              <a:gd name="connsiteX344" fmla="*/ 3702094 w 7467600"/>
              <a:gd name="connsiteY344" fmla="*/ 5549194 h 6858000"/>
              <a:gd name="connsiteX345" fmla="*/ 3398355 w 7467600"/>
              <a:gd name="connsiteY345" fmla="*/ 6094603 h 6858000"/>
              <a:gd name="connsiteX346" fmla="*/ 3193941 w 7467600"/>
              <a:gd name="connsiteY346" fmla="*/ 6798775 h 6858000"/>
              <a:gd name="connsiteX347" fmla="*/ 3184140 w 7467600"/>
              <a:gd name="connsiteY347" fmla="*/ 6858000 h 6858000"/>
              <a:gd name="connsiteX348" fmla="*/ 3099978 w 7467600"/>
              <a:gd name="connsiteY348" fmla="*/ 6858000 h 6858000"/>
              <a:gd name="connsiteX349" fmla="*/ 3101556 w 7467600"/>
              <a:gd name="connsiteY349" fmla="*/ 6843337 h 6858000"/>
              <a:gd name="connsiteX350" fmla="*/ 3370162 w 7467600"/>
              <a:gd name="connsiteY350" fmla="*/ 5785550 h 6858000"/>
              <a:gd name="connsiteX351" fmla="*/ 3746477 w 7467600"/>
              <a:gd name="connsiteY351" fmla="*/ 5377889 h 6858000"/>
              <a:gd name="connsiteX352" fmla="*/ 3863399 w 7467600"/>
              <a:gd name="connsiteY352" fmla="*/ 5087257 h 6858000"/>
              <a:gd name="connsiteX353" fmla="*/ 3968712 w 7467600"/>
              <a:gd name="connsiteY353" fmla="*/ 4913989 h 6858000"/>
              <a:gd name="connsiteX354" fmla="*/ 2792390 w 7467600"/>
              <a:gd name="connsiteY354" fmla="*/ 5382974 h 6858000"/>
              <a:gd name="connsiteX355" fmla="*/ 2714982 w 7467600"/>
              <a:gd name="connsiteY355" fmla="*/ 5427051 h 6858000"/>
              <a:gd name="connsiteX356" fmla="*/ 2813361 w 7467600"/>
              <a:gd name="connsiteY356" fmla="*/ 6023912 h 6858000"/>
              <a:gd name="connsiteX357" fmla="*/ 2688430 w 7467600"/>
              <a:gd name="connsiteY357" fmla="*/ 6801564 h 6858000"/>
              <a:gd name="connsiteX358" fmla="*/ 2629626 w 7467600"/>
              <a:gd name="connsiteY358" fmla="*/ 6763394 h 6858000"/>
              <a:gd name="connsiteX359" fmla="*/ 2565328 w 7467600"/>
              <a:gd name="connsiteY359" fmla="*/ 5516399 h 6858000"/>
              <a:gd name="connsiteX360" fmla="*/ 1922999 w 7467600"/>
              <a:gd name="connsiteY360" fmla="*/ 5980343 h 6858000"/>
              <a:gd name="connsiteX361" fmla="*/ 1950261 w 7467600"/>
              <a:gd name="connsiteY361" fmla="*/ 6405858 h 6858000"/>
              <a:gd name="connsiteX362" fmla="*/ 2365554 w 7467600"/>
              <a:gd name="connsiteY362" fmla="*/ 6759107 h 6858000"/>
              <a:gd name="connsiteX363" fmla="*/ 2424142 w 7467600"/>
              <a:gd name="connsiteY363" fmla="*/ 6858000 h 6858000"/>
              <a:gd name="connsiteX364" fmla="*/ 2395994 w 7467600"/>
              <a:gd name="connsiteY364" fmla="*/ 6858000 h 6858000"/>
              <a:gd name="connsiteX365" fmla="*/ 2392863 w 7467600"/>
              <a:gd name="connsiteY365" fmla="*/ 6852964 h 6858000"/>
              <a:gd name="connsiteX366" fmla="*/ 2017589 w 7467600"/>
              <a:gd name="connsiteY366" fmla="*/ 6493982 h 6858000"/>
              <a:gd name="connsiteX367" fmla="*/ 2147336 w 7467600"/>
              <a:gd name="connsiteY367" fmla="*/ 6594052 h 6858000"/>
              <a:gd name="connsiteX368" fmla="*/ 2207047 w 7467600"/>
              <a:gd name="connsiteY368" fmla="*/ 6654540 h 6858000"/>
              <a:gd name="connsiteX369" fmla="*/ 2299106 w 7467600"/>
              <a:gd name="connsiteY369" fmla="*/ 6778931 h 6858000"/>
              <a:gd name="connsiteX370" fmla="*/ 2314430 w 7467600"/>
              <a:gd name="connsiteY370" fmla="*/ 6801144 h 6858000"/>
              <a:gd name="connsiteX371" fmla="*/ 2352406 w 7467600"/>
              <a:gd name="connsiteY371" fmla="*/ 6858000 h 6858000"/>
              <a:gd name="connsiteX372" fmla="*/ 2314492 w 7467600"/>
              <a:gd name="connsiteY372" fmla="*/ 6858000 h 6858000"/>
              <a:gd name="connsiteX373" fmla="*/ 2288095 w 7467600"/>
              <a:gd name="connsiteY373" fmla="*/ 6818030 h 6858000"/>
              <a:gd name="connsiteX374" fmla="*/ 2272768 w 7467600"/>
              <a:gd name="connsiteY374" fmla="*/ 6795822 h 6858000"/>
              <a:gd name="connsiteX375" fmla="*/ 2182715 w 7467600"/>
              <a:gd name="connsiteY375" fmla="*/ 6675071 h 6858000"/>
              <a:gd name="connsiteX376" fmla="*/ 2032061 w 7467600"/>
              <a:gd name="connsiteY376" fmla="*/ 6541380 h 6858000"/>
              <a:gd name="connsiteX377" fmla="*/ 2257220 w 7467600"/>
              <a:gd name="connsiteY377" fmla="*/ 6826257 h 6858000"/>
              <a:gd name="connsiteX378" fmla="*/ 2281324 w 7467600"/>
              <a:gd name="connsiteY378" fmla="*/ 6858000 h 6858000"/>
              <a:gd name="connsiteX379" fmla="*/ 2242860 w 7467600"/>
              <a:gd name="connsiteY379" fmla="*/ 6858000 h 6858000"/>
              <a:gd name="connsiteX380" fmla="*/ 2232818 w 7467600"/>
              <a:gd name="connsiteY380" fmla="*/ 6844926 h 6858000"/>
              <a:gd name="connsiteX381" fmla="*/ 1990172 w 7467600"/>
              <a:gd name="connsiteY381" fmla="*/ 6542121 h 6858000"/>
              <a:gd name="connsiteX382" fmla="*/ 2124090 w 7467600"/>
              <a:gd name="connsiteY382" fmla="*/ 6761017 h 6858000"/>
              <a:gd name="connsiteX383" fmla="*/ 2200380 w 7467600"/>
              <a:gd name="connsiteY383" fmla="*/ 6858000 h 6858000"/>
              <a:gd name="connsiteX384" fmla="*/ 2147507 w 7467600"/>
              <a:gd name="connsiteY384" fmla="*/ 6858000 h 6858000"/>
              <a:gd name="connsiteX385" fmla="*/ 2070668 w 7467600"/>
              <a:gd name="connsiteY385" fmla="*/ 6761520 h 6858000"/>
              <a:gd name="connsiteX386" fmla="*/ 1975142 w 7467600"/>
              <a:gd name="connsiteY386" fmla="*/ 6585570 h 6858000"/>
              <a:gd name="connsiteX387" fmla="*/ 2050035 w 7467600"/>
              <a:gd name="connsiteY387" fmla="*/ 6813345 h 6858000"/>
              <a:gd name="connsiteX388" fmla="*/ 2063025 w 7467600"/>
              <a:gd name="connsiteY388" fmla="*/ 6858000 h 6858000"/>
              <a:gd name="connsiteX389" fmla="*/ 2021675 w 7467600"/>
              <a:gd name="connsiteY389" fmla="*/ 6858000 h 6858000"/>
              <a:gd name="connsiteX390" fmla="*/ 2019308 w 7467600"/>
              <a:gd name="connsiteY390" fmla="*/ 6847118 h 6858000"/>
              <a:gd name="connsiteX391" fmla="*/ 1938835 w 7467600"/>
              <a:gd name="connsiteY391" fmla="*/ 6551160 h 6858000"/>
              <a:gd name="connsiteX392" fmla="*/ 1953230 w 7467600"/>
              <a:gd name="connsiteY392" fmla="*/ 6759699 h 6858000"/>
              <a:gd name="connsiteX393" fmla="*/ 1956763 w 7467600"/>
              <a:gd name="connsiteY393" fmla="*/ 6778191 h 6858000"/>
              <a:gd name="connsiteX394" fmla="*/ 1967925 w 7467600"/>
              <a:gd name="connsiteY394" fmla="*/ 6858000 h 6858000"/>
              <a:gd name="connsiteX395" fmla="*/ 1936622 w 7467600"/>
              <a:gd name="connsiteY395" fmla="*/ 6858000 h 6858000"/>
              <a:gd name="connsiteX396" fmla="*/ 1926261 w 7467600"/>
              <a:gd name="connsiteY396" fmla="*/ 6784064 h 6858000"/>
              <a:gd name="connsiteX397" fmla="*/ 1922724 w 7467600"/>
              <a:gd name="connsiteY397" fmla="*/ 6765577 h 6858000"/>
              <a:gd name="connsiteX398" fmla="*/ 1904650 w 7467600"/>
              <a:gd name="connsiteY398" fmla="*/ 6639616 h 6858000"/>
              <a:gd name="connsiteX399" fmla="*/ 1885273 w 7467600"/>
              <a:gd name="connsiteY399" fmla="*/ 6858000 h 6858000"/>
              <a:gd name="connsiteX400" fmla="*/ 1854363 w 7467600"/>
              <a:gd name="connsiteY400" fmla="*/ 6858000 h 6858000"/>
              <a:gd name="connsiteX401" fmla="*/ 1880391 w 7467600"/>
              <a:gd name="connsiteY401" fmla="*/ 6603796 h 6858000"/>
              <a:gd name="connsiteX402" fmla="*/ 1818273 w 7467600"/>
              <a:gd name="connsiteY402" fmla="*/ 6715729 h 6858000"/>
              <a:gd name="connsiteX403" fmla="*/ 1794691 w 7467600"/>
              <a:gd name="connsiteY403" fmla="*/ 6843239 h 6858000"/>
              <a:gd name="connsiteX404" fmla="*/ 1794914 w 7467600"/>
              <a:gd name="connsiteY404" fmla="*/ 6858000 h 6858000"/>
              <a:gd name="connsiteX405" fmla="*/ 1746128 w 7467600"/>
              <a:gd name="connsiteY405" fmla="*/ 6858000 h 6858000"/>
              <a:gd name="connsiteX406" fmla="*/ 1753934 w 7467600"/>
              <a:gd name="connsiteY406" fmla="*/ 6724796 h 6858000"/>
              <a:gd name="connsiteX407" fmla="*/ 1792053 w 7467600"/>
              <a:gd name="connsiteY407" fmla="*/ 6572396 h 6858000"/>
              <a:gd name="connsiteX408" fmla="*/ 1862248 w 7467600"/>
              <a:gd name="connsiteY408" fmla="*/ 6266397 h 6858000"/>
              <a:gd name="connsiteX409" fmla="*/ 1862250 w 7467600"/>
              <a:gd name="connsiteY409" fmla="*/ 6033531 h 6858000"/>
              <a:gd name="connsiteX410" fmla="*/ 1211999 w 7467600"/>
              <a:gd name="connsiteY410" fmla="*/ 6683610 h 6858000"/>
              <a:gd name="connsiteX411" fmla="*/ 1213266 w 7467600"/>
              <a:gd name="connsiteY411" fmla="*/ 6691947 h 6858000"/>
              <a:gd name="connsiteX412" fmla="*/ 1203370 w 7467600"/>
              <a:gd name="connsiteY412" fmla="*/ 6850676 h 6858000"/>
              <a:gd name="connsiteX413" fmla="*/ 1203671 w 7467600"/>
              <a:gd name="connsiteY413" fmla="*/ 6858000 h 6858000"/>
              <a:gd name="connsiteX414" fmla="*/ 1143180 w 7467600"/>
              <a:gd name="connsiteY414" fmla="*/ 6858000 h 6858000"/>
              <a:gd name="connsiteX415" fmla="*/ 1142176 w 7467600"/>
              <a:gd name="connsiteY415" fmla="*/ 6766045 h 6858000"/>
              <a:gd name="connsiteX416" fmla="*/ 1067484 w 7467600"/>
              <a:gd name="connsiteY416" fmla="*/ 6858000 h 6858000"/>
              <a:gd name="connsiteX417" fmla="*/ 953928 w 7467600"/>
              <a:gd name="connsiteY417" fmla="*/ 6858000 h 6858000"/>
              <a:gd name="connsiteX418" fmla="*/ 959715 w 7467600"/>
              <a:gd name="connsiteY418" fmla="*/ 6850185 h 6858000"/>
              <a:gd name="connsiteX419" fmla="*/ 1483788 w 7467600"/>
              <a:gd name="connsiteY419" fmla="*/ 6259174 h 6858000"/>
              <a:gd name="connsiteX420" fmla="*/ 1100671 w 7467600"/>
              <a:gd name="connsiteY420" fmla="*/ 6252137 h 6858000"/>
              <a:gd name="connsiteX421" fmla="*/ 1090144 w 7467600"/>
              <a:gd name="connsiteY421" fmla="*/ 6256748 h 6858000"/>
              <a:gd name="connsiteX422" fmla="*/ 1095872 w 7467600"/>
              <a:gd name="connsiteY422" fmla="*/ 6271892 h 6858000"/>
              <a:gd name="connsiteX423" fmla="*/ 262785 w 7467600"/>
              <a:gd name="connsiteY423" fmla="*/ 6845450 h 6858000"/>
              <a:gd name="connsiteX424" fmla="*/ 209968 w 7467600"/>
              <a:gd name="connsiteY424" fmla="*/ 6770713 h 6858000"/>
              <a:gd name="connsiteX425" fmla="*/ 873460 w 7467600"/>
              <a:gd name="connsiteY425" fmla="*/ 6253768 h 6858000"/>
              <a:gd name="connsiteX426" fmla="*/ 192686 w 7467600"/>
              <a:gd name="connsiteY426" fmla="*/ 5849257 h 6858000"/>
              <a:gd name="connsiteX427" fmla="*/ 4696 w 7467600"/>
              <a:gd name="connsiteY427" fmla="*/ 5697668 h 6858000"/>
              <a:gd name="connsiteX428" fmla="*/ 0 w 7467600"/>
              <a:gd name="connsiteY428" fmla="*/ 5689984 h 6858000"/>
              <a:gd name="connsiteX429" fmla="*/ 0 w 7467600"/>
              <a:gd name="connsiteY429" fmla="*/ 5513472 h 6858000"/>
              <a:gd name="connsiteX430" fmla="*/ 174101 w 7467600"/>
              <a:gd name="connsiteY430" fmla="*/ 5620277 h 6858000"/>
              <a:gd name="connsiteX431" fmla="*/ 891800 w 7467600"/>
              <a:gd name="connsiteY431" fmla="*/ 6036935 h 6858000"/>
              <a:gd name="connsiteX432" fmla="*/ 1072219 w 7467600"/>
              <a:gd name="connsiteY432" fmla="*/ 6169443 h 6858000"/>
              <a:gd name="connsiteX433" fmla="*/ 1074117 w 7467600"/>
              <a:gd name="connsiteY433" fmla="*/ 6170301 h 6858000"/>
              <a:gd name="connsiteX434" fmla="*/ 1083114 w 7467600"/>
              <a:gd name="connsiteY434" fmla="*/ 6174131 h 6858000"/>
              <a:gd name="connsiteX435" fmla="*/ 1543010 w 7467600"/>
              <a:gd name="connsiteY435" fmla="*/ 6191140 h 6858000"/>
              <a:gd name="connsiteX436" fmla="*/ 1551080 w 7467600"/>
              <a:gd name="connsiteY436" fmla="*/ 6195006 h 6858000"/>
              <a:gd name="connsiteX437" fmla="*/ 2345443 w 7467600"/>
              <a:gd name="connsiteY437" fmla="*/ 5549882 h 6858000"/>
              <a:gd name="connsiteX438" fmla="*/ 1721499 w 7467600"/>
              <a:gd name="connsiteY438" fmla="*/ 5599969 h 6858000"/>
              <a:gd name="connsiteX439" fmla="*/ 767716 w 7467600"/>
              <a:gd name="connsiteY439" fmla="*/ 5472768 h 6858000"/>
              <a:gd name="connsiteX440" fmla="*/ 722147 w 7467600"/>
              <a:gd name="connsiteY440" fmla="*/ 5393091 h 6858000"/>
              <a:gd name="connsiteX441" fmla="*/ 1485552 w 7467600"/>
              <a:gd name="connsiteY441" fmla="*/ 5313202 h 6858000"/>
              <a:gd name="connsiteX442" fmla="*/ 2143004 w 7467600"/>
              <a:gd name="connsiteY442" fmla="*/ 5402420 h 6858000"/>
              <a:gd name="connsiteX443" fmla="*/ 1933391 w 7467600"/>
              <a:gd name="connsiteY443" fmla="*/ 5156971 h 6858000"/>
              <a:gd name="connsiteX444" fmla="*/ 1827118 w 7467600"/>
              <a:gd name="connsiteY444" fmla="*/ 4968410 h 6858000"/>
              <a:gd name="connsiteX445" fmla="*/ 1837349 w 7467600"/>
              <a:gd name="connsiteY445" fmla="*/ 4956357 h 6858000"/>
              <a:gd name="connsiteX446" fmla="*/ 2162835 w 7467600"/>
              <a:gd name="connsiteY446" fmla="*/ 5187853 h 6858000"/>
              <a:gd name="connsiteX447" fmla="*/ 2257167 w 7467600"/>
              <a:gd name="connsiteY447" fmla="*/ 5462123 h 6858000"/>
              <a:gd name="connsiteX448" fmla="*/ 2261598 w 7467600"/>
              <a:gd name="connsiteY448" fmla="*/ 5467998 h 6858000"/>
              <a:gd name="connsiteX449" fmla="*/ 2437177 w 7467600"/>
              <a:gd name="connsiteY449" fmla="*/ 5479608 h 6858000"/>
              <a:gd name="connsiteX450" fmla="*/ 2445247 w 7467600"/>
              <a:gd name="connsiteY450" fmla="*/ 5483476 h 6858000"/>
              <a:gd name="connsiteX451" fmla="*/ 2743626 w 7467600"/>
              <a:gd name="connsiteY451" fmla="*/ 5304819 h 6858000"/>
              <a:gd name="connsiteX452" fmla="*/ 3048102 w 7467600"/>
              <a:gd name="connsiteY452" fmla="*/ 5150595 h 6858000"/>
              <a:gd name="connsiteX453" fmla="*/ 1799414 w 7467600"/>
              <a:gd name="connsiteY453" fmla="*/ 4694732 h 6858000"/>
              <a:gd name="connsiteX454" fmla="*/ 1771735 w 7467600"/>
              <a:gd name="connsiteY454" fmla="*/ 4619929 h 6858000"/>
              <a:gd name="connsiteX455" fmla="*/ 3104273 w 7467600"/>
              <a:gd name="connsiteY455" fmla="*/ 5076159 h 6858000"/>
              <a:gd name="connsiteX456" fmla="*/ 3113245 w 7467600"/>
              <a:gd name="connsiteY456" fmla="*/ 5090705 h 6858000"/>
              <a:gd name="connsiteX457" fmla="*/ 3126294 w 7467600"/>
              <a:gd name="connsiteY457" fmla="*/ 5114400 h 6858000"/>
              <a:gd name="connsiteX458" fmla="*/ 3937433 w 7467600"/>
              <a:gd name="connsiteY458" fmla="*/ 4830473 h 6858000"/>
              <a:gd name="connsiteX459" fmla="*/ 3590475 w 7467600"/>
              <a:gd name="connsiteY459" fmla="*/ 4597974 h 6858000"/>
              <a:gd name="connsiteX460" fmla="*/ 3100264 w 7467600"/>
              <a:gd name="connsiteY460" fmla="*/ 4579845 h 6858000"/>
              <a:gd name="connsiteX461" fmla="*/ 2183576 w 7467600"/>
              <a:gd name="connsiteY461" fmla="*/ 4227150 h 6858000"/>
              <a:gd name="connsiteX462" fmla="*/ 2151029 w 7467600"/>
              <a:gd name="connsiteY462" fmla="*/ 4146947 h 6858000"/>
              <a:gd name="connsiteX463" fmla="*/ 3563434 w 7467600"/>
              <a:gd name="connsiteY463" fmla="*/ 4469115 h 6858000"/>
              <a:gd name="connsiteX464" fmla="*/ 3177952 w 7467600"/>
              <a:gd name="connsiteY464" fmla="*/ 3657386 h 6858000"/>
              <a:gd name="connsiteX465" fmla="*/ 3189263 w 7467600"/>
              <a:gd name="connsiteY465" fmla="*/ 3625726 h 6858000"/>
              <a:gd name="connsiteX466" fmla="*/ 3560912 w 7467600"/>
              <a:gd name="connsiteY466" fmla="*/ 4079863 h 6858000"/>
              <a:gd name="connsiteX467" fmla="*/ 3626636 w 7467600"/>
              <a:gd name="connsiteY467" fmla="*/ 4512230 h 6858000"/>
              <a:gd name="connsiteX468" fmla="*/ 3653088 w 7467600"/>
              <a:gd name="connsiteY468" fmla="*/ 4521417 h 6858000"/>
              <a:gd name="connsiteX469" fmla="*/ 3988128 w 7467600"/>
              <a:gd name="connsiteY469" fmla="*/ 4817267 h 6858000"/>
              <a:gd name="connsiteX470" fmla="*/ 4830582 w 7467600"/>
              <a:gd name="connsiteY470" fmla="*/ 4676000 h 6858000"/>
              <a:gd name="connsiteX471" fmla="*/ 4830100 w 7467600"/>
              <a:gd name="connsiteY471" fmla="*/ 4675554 h 6858000"/>
              <a:gd name="connsiteX472" fmla="*/ 4036318 w 7467600"/>
              <a:gd name="connsiteY472" fmla="*/ 4147013 h 6858000"/>
              <a:gd name="connsiteX473" fmla="*/ 3432098 w 7467600"/>
              <a:gd name="connsiteY473" fmla="*/ 3537312 h 6858000"/>
              <a:gd name="connsiteX474" fmla="*/ 3446761 w 7467600"/>
              <a:gd name="connsiteY474" fmla="*/ 3461278 h 6858000"/>
              <a:gd name="connsiteX475" fmla="*/ 4419733 w 7467600"/>
              <a:gd name="connsiteY475" fmla="*/ 3963555 h 6858000"/>
              <a:gd name="connsiteX476" fmla="*/ 4781371 w 7467600"/>
              <a:gd name="connsiteY476" fmla="*/ 4458604 h 6858000"/>
              <a:gd name="connsiteX477" fmla="*/ 4780440 w 7467600"/>
              <a:gd name="connsiteY477" fmla="*/ 4470290 h 6858000"/>
              <a:gd name="connsiteX478" fmla="*/ 4898954 w 7467600"/>
              <a:gd name="connsiteY478" fmla="*/ 4662092 h 6858000"/>
              <a:gd name="connsiteX479" fmla="*/ 4900699 w 7467600"/>
              <a:gd name="connsiteY479" fmla="*/ 4670867 h 6858000"/>
              <a:gd name="connsiteX480" fmla="*/ 5714511 w 7467600"/>
              <a:gd name="connsiteY480" fmla="*/ 4663483 h 6858000"/>
              <a:gd name="connsiteX481" fmla="*/ 5464793 w 7467600"/>
              <a:gd name="connsiteY481" fmla="*/ 4393556 h 6858000"/>
              <a:gd name="connsiteX482" fmla="*/ 5461897 w 7467600"/>
              <a:gd name="connsiteY482" fmla="*/ 4390879 h 6858000"/>
              <a:gd name="connsiteX483" fmla="*/ 4294126 w 7467600"/>
              <a:gd name="connsiteY483" fmla="*/ 3303048 h 6858000"/>
              <a:gd name="connsiteX484" fmla="*/ 4305321 w 7467600"/>
              <a:gd name="connsiteY484" fmla="*/ 3256953 h 6858000"/>
              <a:gd name="connsiteX485" fmla="*/ 4949299 w 7467600"/>
              <a:gd name="connsiteY485" fmla="*/ 3766336 h 6858000"/>
              <a:gd name="connsiteX486" fmla="*/ 5291452 w 7467600"/>
              <a:gd name="connsiteY486" fmla="*/ 4076801 h 6858000"/>
              <a:gd name="connsiteX487" fmla="*/ 5434998 w 7467600"/>
              <a:gd name="connsiteY487" fmla="*/ 4254100 h 6858000"/>
              <a:gd name="connsiteX488" fmla="*/ 5351015 w 7467600"/>
              <a:gd name="connsiteY488" fmla="*/ 3760989 h 6858000"/>
              <a:gd name="connsiteX489" fmla="*/ 5413780 w 7467600"/>
              <a:gd name="connsiteY489" fmla="*/ 2966265 h 6858000"/>
              <a:gd name="connsiteX490" fmla="*/ 5425627 w 7467600"/>
              <a:gd name="connsiteY490" fmla="*/ 2954192 h 6858000"/>
              <a:gd name="connsiteX491" fmla="*/ 6604735 w 7467600"/>
              <a:gd name="connsiteY491" fmla="*/ 2041381 h 6858000"/>
              <a:gd name="connsiteX492" fmla="*/ 7204487 w 7467600"/>
              <a:gd name="connsiteY492" fmla="*/ 2742112 h 6858000"/>
              <a:gd name="connsiteX493" fmla="*/ 7131592 w 7467600"/>
              <a:gd name="connsiteY493" fmla="*/ 2672096 h 6858000"/>
              <a:gd name="connsiteX494" fmla="*/ 6996344 w 7467600"/>
              <a:gd name="connsiteY494" fmla="*/ 2518310 h 6858000"/>
              <a:gd name="connsiteX495" fmla="*/ 6735495 w 7467600"/>
              <a:gd name="connsiteY495" fmla="*/ 2196890 h 6858000"/>
              <a:gd name="connsiteX496" fmla="*/ 6721901 w 7467600"/>
              <a:gd name="connsiteY496" fmla="*/ 2179274 h 6858000"/>
              <a:gd name="connsiteX497" fmla="*/ 6604735 w 7467600"/>
              <a:gd name="connsiteY497" fmla="*/ 2041381 h 6858000"/>
              <a:gd name="connsiteX498" fmla="*/ 6591670 w 7467600"/>
              <a:gd name="connsiteY498" fmla="*/ 1988277 h 6858000"/>
              <a:gd name="connsiteX499" fmla="*/ 6747349 w 7467600"/>
              <a:gd name="connsiteY499" fmla="*/ 2160069 h 6858000"/>
              <a:gd name="connsiteX500" fmla="*/ 6760943 w 7467600"/>
              <a:gd name="connsiteY500" fmla="*/ 2177686 h 6858000"/>
              <a:gd name="connsiteX501" fmla="*/ 7021065 w 7467600"/>
              <a:gd name="connsiteY501" fmla="*/ 2498102 h 6858000"/>
              <a:gd name="connsiteX502" fmla="*/ 7155223 w 7467600"/>
              <a:gd name="connsiteY502" fmla="*/ 2650386 h 6858000"/>
              <a:gd name="connsiteX503" fmla="*/ 7203167 w 7467600"/>
              <a:gd name="connsiteY503" fmla="*/ 2697288 h 6858000"/>
              <a:gd name="connsiteX504" fmla="*/ 6937703 w 7467600"/>
              <a:gd name="connsiteY504" fmla="*/ 2321981 h 6858000"/>
              <a:gd name="connsiteX505" fmla="*/ 6591670 w 7467600"/>
              <a:gd name="connsiteY505" fmla="*/ 1988277 h 6858000"/>
              <a:gd name="connsiteX506" fmla="*/ 5798671 w 7467600"/>
              <a:gd name="connsiteY506" fmla="*/ 1981601 h 6858000"/>
              <a:gd name="connsiteX507" fmla="*/ 5754709 w 7467600"/>
              <a:gd name="connsiteY507" fmla="*/ 2071454 h 6858000"/>
              <a:gd name="connsiteX508" fmla="*/ 5763044 w 7467600"/>
              <a:gd name="connsiteY508" fmla="*/ 2842206 h 6858000"/>
              <a:gd name="connsiteX509" fmla="*/ 5764974 w 7467600"/>
              <a:gd name="connsiteY509" fmla="*/ 2799609 h 6858000"/>
              <a:gd name="connsiteX510" fmla="*/ 5767665 w 7467600"/>
              <a:gd name="connsiteY510" fmla="*/ 2666409 h 6858000"/>
              <a:gd name="connsiteX511" fmla="*/ 5763055 w 7467600"/>
              <a:gd name="connsiteY511" fmla="*/ 2579705 h 6858000"/>
              <a:gd name="connsiteX512" fmla="*/ 5758079 w 7467600"/>
              <a:gd name="connsiteY512" fmla="*/ 2492508 h 6858000"/>
              <a:gd name="connsiteX513" fmla="*/ 5779325 w 7467600"/>
              <a:gd name="connsiteY513" fmla="*/ 2197069 h 6858000"/>
              <a:gd name="connsiteX514" fmla="*/ 5798671 w 7467600"/>
              <a:gd name="connsiteY514" fmla="*/ 1981601 h 6858000"/>
              <a:gd name="connsiteX515" fmla="*/ 5829202 w 7467600"/>
              <a:gd name="connsiteY515" fmla="*/ 1971679 h 6858000"/>
              <a:gd name="connsiteX516" fmla="*/ 5809558 w 7467600"/>
              <a:gd name="connsiteY516" fmla="*/ 2198043 h 6858000"/>
              <a:gd name="connsiteX517" fmla="*/ 5788653 w 7467600"/>
              <a:gd name="connsiteY517" fmla="*/ 2489430 h 6858000"/>
              <a:gd name="connsiteX518" fmla="*/ 5793439 w 7467600"/>
              <a:gd name="connsiteY518" fmla="*/ 2575235 h 6858000"/>
              <a:gd name="connsiteX519" fmla="*/ 5796837 w 7467600"/>
              <a:gd name="connsiteY519" fmla="*/ 2637633 h 6858000"/>
              <a:gd name="connsiteX520" fmla="*/ 5818614 w 7467600"/>
              <a:gd name="connsiteY520" fmla="*/ 2473055 h 6858000"/>
              <a:gd name="connsiteX521" fmla="*/ 5829202 w 7467600"/>
              <a:gd name="connsiteY521" fmla="*/ 1971679 h 6858000"/>
              <a:gd name="connsiteX522" fmla="*/ 5911389 w 7467600"/>
              <a:gd name="connsiteY522" fmla="*/ 1898371 h 6858000"/>
              <a:gd name="connsiteX523" fmla="*/ 6237627 w 7467600"/>
              <a:gd name="connsiteY523" fmla="*/ 2231921 h 6858000"/>
              <a:gd name="connsiteX524" fmla="*/ 5911389 w 7467600"/>
              <a:gd name="connsiteY524" fmla="*/ 1898371 h 6858000"/>
              <a:gd name="connsiteX525" fmla="*/ 6944437 w 7467600"/>
              <a:gd name="connsiteY525" fmla="*/ 1575402 h 6858000"/>
              <a:gd name="connsiteX526" fmla="*/ 6304730 w 7467600"/>
              <a:gd name="connsiteY526" fmla="*/ 1766654 h 6858000"/>
              <a:gd name="connsiteX527" fmla="*/ 6944437 w 7467600"/>
              <a:gd name="connsiteY527" fmla="*/ 1575402 h 6858000"/>
              <a:gd name="connsiteX528" fmla="*/ 7019523 w 7467600"/>
              <a:gd name="connsiteY528" fmla="*/ 1519450 h 6858000"/>
              <a:gd name="connsiteX529" fmla="*/ 6298091 w 7467600"/>
              <a:gd name="connsiteY529" fmla="*/ 1737122 h 6858000"/>
              <a:gd name="connsiteX530" fmla="*/ 7019523 w 7467600"/>
              <a:gd name="connsiteY530" fmla="*/ 1519450 h 6858000"/>
              <a:gd name="connsiteX531" fmla="*/ 2399523 w 7467600"/>
              <a:gd name="connsiteY531" fmla="*/ 1428234 h 6858000"/>
              <a:gd name="connsiteX532" fmla="*/ 2224982 w 7467600"/>
              <a:gd name="connsiteY532" fmla="*/ 1826201 h 6858000"/>
              <a:gd name="connsiteX533" fmla="*/ 2096099 w 7467600"/>
              <a:gd name="connsiteY533" fmla="*/ 2345900 h 6858000"/>
              <a:gd name="connsiteX534" fmla="*/ 2283317 w 7467600"/>
              <a:gd name="connsiteY534" fmla="*/ 1796925 h 6858000"/>
              <a:gd name="connsiteX535" fmla="*/ 2399523 w 7467600"/>
              <a:gd name="connsiteY535" fmla="*/ 1428234 h 6858000"/>
              <a:gd name="connsiteX536" fmla="*/ 2448558 w 7467600"/>
              <a:gd name="connsiteY536" fmla="*/ 1373435 h 6858000"/>
              <a:gd name="connsiteX537" fmla="*/ 2312521 w 7467600"/>
              <a:gd name="connsiteY537" fmla="*/ 1806140 h 6858000"/>
              <a:gd name="connsiteX538" fmla="*/ 2127533 w 7467600"/>
              <a:gd name="connsiteY538" fmla="*/ 2348380 h 6858000"/>
              <a:gd name="connsiteX539" fmla="*/ 2358080 w 7467600"/>
              <a:gd name="connsiteY539" fmla="*/ 1866134 h 6858000"/>
              <a:gd name="connsiteX540" fmla="*/ 2407436 w 7467600"/>
              <a:gd name="connsiteY540" fmla="*/ 1651070 h 6858000"/>
              <a:gd name="connsiteX541" fmla="*/ 2448558 w 7467600"/>
              <a:gd name="connsiteY541" fmla="*/ 1373435 h 6858000"/>
              <a:gd name="connsiteX542" fmla="*/ 278707 w 7467600"/>
              <a:gd name="connsiteY542" fmla="*/ 1352270 h 6858000"/>
              <a:gd name="connsiteX543" fmla="*/ 321570 w 7467600"/>
              <a:gd name="connsiteY543" fmla="*/ 1861610 h 6858000"/>
              <a:gd name="connsiteX544" fmla="*/ 294281 w 7467600"/>
              <a:gd name="connsiteY544" fmla="*/ 1440658 h 6858000"/>
              <a:gd name="connsiteX545" fmla="*/ 278707 w 7467600"/>
              <a:gd name="connsiteY545" fmla="*/ 1352270 h 6858000"/>
              <a:gd name="connsiteX546" fmla="*/ 1423821 w 7467600"/>
              <a:gd name="connsiteY546" fmla="*/ 1351958 h 6858000"/>
              <a:gd name="connsiteX547" fmla="*/ 1638521 w 7467600"/>
              <a:gd name="connsiteY547" fmla="*/ 1908470 h 6858000"/>
              <a:gd name="connsiteX548" fmla="*/ 1754199 w 7467600"/>
              <a:gd name="connsiteY548" fmla="*/ 2149284 h 6858000"/>
              <a:gd name="connsiteX549" fmla="*/ 1908359 w 7467600"/>
              <a:gd name="connsiteY549" fmla="*/ 2364988 h 6858000"/>
              <a:gd name="connsiteX550" fmla="*/ 1647661 w 7467600"/>
              <a:gd name="connsiteY550" fmla="*/ 1825945 h 6858000"/>
              <a:gd name="connsiteX551" fmla="*/ 1423821 w 7467600"/>
              <a:gd name="connsiteY551" fmla="*/ 1351958 h 6858000"/>
              <a:gd name="connsiteX552" fmla="*/ 1431890 w 7467600"/>
              <a:gd name="connsiteY552" fmla="*/ 1306475 h 6858000"/>
              <a:gd name="connsiteX553" fmla="*/ 1507597 w 7467600"/>
              <a:gd name="connsiteY553" fmla="*/ 1446132 h 6858000"/>
              <a:gd name="connsiteX554" fmla="*/ 1674586 w 7467600"/>
              <a:gd name="connsiteY554" fmla="*/ 1813832 h 6858000"/>
              <a:gd name="connsiteX555" fmla="*/ 1815950 w 7467600"/>
              <a:gd name="connsiteY555" fmla="*/ 2128564 h 6858000"/>
              <a:gd name="connsiteX556" fmla="*/ 1984242 w 7467600"/>
              <a:gd name="connsiteY556" fmla="*/ 2430829 h 6858000"/>
              <a:gd name="connsiteX557" fmla="*/ 2014023 w 7467600"/>
              <a:gd name="connsiteY557" fmla="*/ 2450995 h 6858000"/>
              <a:gd name="connsiteX558" fmla="*/ 1747337 w 7467600"/>
              <a:gd name="connsiteY558" fmla="*/ 1855264 h 6858000"/>
              <a:gd name="connsiteX559" fmla="*/ 1533749 w 7467600"/>
              <a:gd name="connsiteY559" fmla="*/ 1478656 h 6858000"/>
              <a:gd name="connsiteX560" fmla="*/ 1431890 w 7467600"/>
              <a:gd name="connsiteY560" fmla="*/ 1306475 h 6858000"/>
              <a:gd name="connsiteX561" fmla="*/ 5052692 w 7467600"/>
              <a:gd name="connsiteY561" fmla="*/ 1292994 h 6858000"/>
              <a:gd name="connsiteX562" fmla="*/ 5200661 w 7467600"/>
              <a:gd name="connsiteY562" fmla="*/ 1635186 h 6858000"/>
              <a:gd name="connsiteX563" fmla="*/ 5297138 w 7467600"/>
              <a:gd name="connsiteY563" fmla="*/ 1906351 h 6858000"/>
              <a:gd name="connsiteX564" fmla="*/ 5052692 w 7467600"/>
              <a:gd name="connsiteY564" fmla="*/ 1292994 h 6858000"/>
              <a:gd name="connsiteX565" fmla="*/ 5009948 w 7467600"/>
              <a:gd name="connsiteY565" fmla="*/ 1273619 h 6858000"/>
              <a:gd name="connsiteX566" fmla="*/ 5121777 w 7467600"/>
              <a:gd name="connsiteY566" fmla="*/ 1654213 h 6858000"/>
              <a:gd name="connsiteX567" fmla="*/ 5293545 w 7467600"/>
              <a:gd name="connsiteY567" fmla="*/ 2072247 h 6858000"/>
              <a:gd name="connsiteX568" fmla="*/ 5294042 w 7467600"/>
              <a:gd name="connsiteY568" fmla="*/ 2065019 h 6858000"/>
              <a:gd name="connsiteX569" fmla="*/ 5171936 w 7467600"/>
              <a:gd name="connsiteY569" fmla="*/ 1647613 h 6858000"/>
              <a:gd name="connsiteX570" fmla="*/ 5009948 w 7467600"/>
              <a:gd name="connsiteY570" fmla="*/ 1273619 h 6858000"/>
              <a:gd name="connsiteX571" fmla="*/ 655236 w 7467600"/>
              <a:gd name="connsiteY571" fmla="*/ 1268632 h 6858000"/>
              <a:gd name="connsiteX572" fmla="*/ 839521 w 7467600"/>
              <a:gd name="connsiteY572" fmla="*/ 1685315 h 6858000"/>
              <a:gd name="connsiteX573" fmla="*/ 1109416 w 7467600"/>
              <a:gd name="connsiteY573" fmla="*/ 2061663 h 6858000"/>
              <a:gd name="connsiteX574" fmla="*/ 1298300 w 7467600"/>
              <a:gd name="connsiteY574" fmla="*/ 2247742 h 6858000"/>
              <a:gd name="connsiteX575" fmla="*/ 1125871 w 7467600"/>
              <a:gd name="connsiteY575" fmla="*/ 1989513 h 6858000"/>
              <a:gd name="connsiteX576" fmla="*/ 981574 w 7467600"/>
              <a:gd name="connsiteY576" fmla="*/ 1783157 h 6858000"/>
              <a:gd name="connsiteX577" fmla="*/ 922198 w 7467600"/>
              <a:gd name="connsiteY577" fmla="*/ 1677437 h 6858000"/>
              <a:gd name="connsiteX578" fmla="*/ 869293 w 7467600"/>
              <a:gd name="connsiteY578" fmla="*/ 1583214 h 6858000"/>
              <a:gd name="connsiteX579" fmla="*/ 751431 w 7467600"/>
              <a:gd name="connsiteY579" fmla="*/ 1405731 h 6858000"/>
              <a:gd name="connsiteX580" fmla="*/ 655236 w 7467600"/>
              <a:gd name="connsiteY580" fmla="*/ 1268632 h 6858000"/>
              <a:gd name="connsiteX581" fmla="*/ 6516292 w 7467600"/>
              <a:gd name="connsiteY581" fmla="*/ 1263064 h 6858000"/>
              <a:gd name="connsiteX582" fmla="*/ 5736320 w 7467600"/>
              <a:gd name="connsiteY582" fmla="*/ 1501803 h 6858000"/>
              <a:gd name="connsiteX583" fmla="*/ 6516292 w 7467600"/>
              <a:gd name="connsiteY583" fmla="*/ 1263064 h 6858000"/>
              <a:gd name="connsiteX584" fmla="*/ 291466 w 7467600"/>
              <a:gd name="connsiteY584" fmla="*/ 1250369 h 6858000"/>
              <a:gd name="connsiteX585" fmla="*/ 323180 w 7467600"/>
              <a:gd name="connsiteY585" fmla="*/ 1435283 h 6858000"/>
              <a:gd name="connsiteX586" fmla="*/ 349381 w 7467600"/>
              <a:gd name="connsiteY586" fmla="*/ 1875041 h 6858000"/>
              <a:gd name="connsiteX587" fmla="*/ 374363 w 7467600"/>
              <a:gd name="connsiteY587" fmla="*/ 1506494 h 6858000"/>
              <a:gd name="connsiteX588" fmla="*/ 302168 w 7467600"/>
              <a:gd name="connsiteY588" fmla="*/ 1274495 h 6858000"/>
              <a:gd name="connsiteX589" fmla="*/ 291466 w 7467600"/>
              <a:gd name="connsiteY589" fmla="*/ 1250369 h 6858000"/>
              <a:gd name="connsiteX590" fmla="*/ 678222 w 7467600"/>
              <a:gd name="connsiteY590" fmla="*/ 1248670 h 6858000"/>
              <a:gd name="connsiteX591" fmla="*/ 775536 w 7467600"/>
              <a:gd name="connsiteY591" fmla="*/ 1388015 h 6858000"/>
              <a:gd name="connsiteX592" fmla="*/ 894529 w 7467600"/>
              <a:gd name="connsiteY592" fmla="*/ 1567739 h 6858000"/>
              <a:gd name="connsiteX593" fmla="*/ 948000 w 7467600"/>
              <a:gd name="connsiteY593" fmla="*/ 1663088 h 6858000"/>
              <a:gd name="connsiteX594" fmla="*/ 1006812 w 7467600"/>
              <a:gd name="connsiteY594" fmla="*/ 1767683 h 6858000"/>
              <a:gd name="connsiteX595" fmla="*/ 1149133 w 7467600"/>
              <a:gd name="connsiteY595" fmla="*/ 1971513 h 6858000"/>
              <a:gd name="connsiteX596" fmla="*/ 1333952 w 7467600"/>
              <a:gd name="connsiteY596" fmla="*/ 2251620 h 6858000"/>
              <a:gd name="connsiteX597" fmla="*/ 1337329 w 7467600"/>
              <a:gd name="connsiteY597" fmla="*/ 2258350 h 6858000"/>
              <a:gd name="connsiteX598" fmla="*/ 1014726 w 7467600"/>
              <a:gd name="connsiteY598" fmla="*/ 1615556 h 6858000"/>
              <a:gd name="connsiteX599" fmla="*/ 678222 w 7467600"/>
              <a:gd name="connsiteY599" fmla="*/ 1248670 h 6858000"/>
              <a:gd name="connsiteX600" fmla="*/ 6691602 w 7467600"/>
              <a:gd name="connsiteY600" fmla="*/ 1140573 h 6858000"/>
              <a:gd name="connsiteX601" fmla="*/ 6571100 w 7467600"/>
              <a:gd name="connsiteY601" fmla="*/ 1183662 h 6858000"/>
              <a:gd name="connsiteX602" fmla="*/ 6241687 w 7467600"/>
              <a:gd name="connsiteY602" fmla="*/ 1257600 h 6858000"/>
              <a:gd name="connsiteX603" fmla="*/ 5693009 w 7467600"/>
              <a:gd name="connsiteY603" fmla="*/ 1478256 h 6858000"/>
              <a:gd name="connsiteX604" fmla="*/ 6548420 w 7467600"/>
              <a:gd name="connsiteY604" fmla="*/ 1214599 h 6858000"/>
              <a:gd name="connsiteX605" fmla="*/ 6605473 w 7467600"/>
              <a:gd name="connsiteY605" fmla="*/ 1184686 h 6858000"/>
              <a:gd name="connsiteX606" fmla="*/ 6691602 w 7467600"/>
              <a:gd name="connsiteY606" fmla="*/ 1140573 h 6858000"/>
              <a:gd name="connsiteX607" fmla="*/ 4002475 w 7467600"/>
              <a:gd name="connsiteY607" fmla="*/ 1037802 h 6858000"/>
              <a:gd name="connsiteX608" fmla="*/ 4000324 w 7467600"/>
              <a:gd name="connsiteY608" fmla="*/ 1039362 h 6858000"/>
              <a:gd name="connsiteX609" fmla="*/ 4002862 w 7467600"/>
              <a:gd name="connsiteY609" fmla="*/ 1042866 h 6858000"/>
              <a:gd name="connsiteX610" fmla="*/ 4002475 w 7467600"/>
              <a:gd name="connsiteY610" fmla="*/ 1037802 h 6858000"/>
              <a:gd name="connsiteX611" fmla="*/ 506322 w 7467600"/>
              <a:gd name="connsiteY611" fmla="*/ 1020997 h 6858000"/>
              <a:gd name="connsiteX612" fmla="*/ 533068 w 7467600"/>
              <a:gd name="connsiteY612" fmla="*/ 1029409 h 6858000"/>
              <a:gd name="connsiteX613" fmla="*/ 1232525 w 7467600"/>
              <a:gd name="connsiteY613" fmla="*/ 1804675 h 6858000"/>
              <a:gd name="connsiteX614" fmla="*/ 1388858 w 7467600"/>
              <a:gd name="connsiteY614" fmla="*/ 2368011 h 6858000"/>
              <a:gd name="connsiteX615" fmla="*/ 1384098 w 7467600"/>
              <a:gd name="connsiteY615" fmla="*/ 2378125 h 6858000"/>
              <a:gd name="connsiteX616" fmla="*/ 1425393 w 7467600"/>
              <a:gd name="connsiteY616" fmla="*/ 2589124 h 6858000"/>
              <a:gd name="connsiteX617" fmla="*/ 1424001 w 7467600"/>
              <a:gd name="connsiteY617" fmla="*/ 2597541 h 6858000"/>
              <a:gd name="connsiteX618" fmla="*/ 2152729 w 7467600"/>
              <a:gd name="connsiteY618" fmla="*/ 2864487 h 6858000"/>
              <a:gd name="connsiteX619" fmla="*/ 2020609 w 7467600"/>
              <a:gd name="connsiteY619" fmla="*/ 2539671 h 6858000"/>
              <a:gd name="connsiteX620" fmla="*/ 2018920 w 7467600"/>
              <a:gd name="connsiteY620" fmla="*/ 2536309 h 6858000"/>
              <a:gd name="connsiteX621" fmla="*/ 1342441 w 7467600"/>
              <a:gd name="connsiteY621" fmla="*/ 1173017 h 6858000"/>
              <a:gd name="connsiteX622" fmla="*/ 1367925 w 7467600"/>
              <a:gd name="connsiteY622" fmla="*/ 1135648 h 6858000"/>
              <a:gd name="connsiteX623" fmla="*/ 1771401 w 7467600"/>
              <a:gd name="connsiteY623" fmla="*/ 1806673 h 6858000"/>
              <a:gd name="connsiteX624" fmla="*/ 1972385 w 7467600"/>
              <a:gd name="connsiteY624" fmla="*/ 2198735 h 6858000"/>
              <a:gd name="connsiteX625" fmla="*/ 2040892 w 7467600"/>
              <a:gd name="connsiteY625" fmla="*/ 2405205 h 6858000"/>
              <a:gd name="connsiteX626" fmla="*/ 2131689 w 7467600"/>
              <a:gd name="connsiteY626" fmla="*/ 1936926 h 6858000"/>
              <a:gd name="connsiteX627" fmla="*/ 2454820 w 7467600"/>
              <a:gd name="connsiteY627" fmla="*/ 1248808 h 6858000"/>
              <a:gd name="connsiteX628" fmla="*/ 2492512 w 7467600"/>
              <a:gd name="connsiteY628" fmla="*/ 1302920 h 6858000"/>
              <a:gd name="connsiteX629" fmla="*/ 2081216 w 7467600"/>
              <a:gd name="connsiteY629" fmla="*/ 2527513 h 6858000"/>
              <a:gd name="connsiteX630" fmla="*/ 2081211 w 7467600"/>
              <a:gd name="connsiteY630" fmla="*/ 2528916 h 6858000"/>
              <a:gd name="connsiteX631" fmla="*/ 2199067 w 7467600"/>
              <a:gd name="connsiteY631" fmla="*/ 2884061 h 6858000"/>
              <a:gd name="connsiteX632" fmla="*/ 3192586 w 7467600"/>
              <a:gd name="connsiteY632" fmla="*/ 3411496 h 6858000"/>
              <a:gd name="connsiteX633" fmla="*/ 3182620 w 7467600"/>
              <a:gd name="connsiteY633" fmla="*/ 3483279 h 6858000"/>
              <a:gd name="connsiteX634" fmla="*/ 2435119 w 7467600"/>
              <a:gd name="connsiteY634" fmla="*/ 3080173 h 6858000"/>
              <a:gd name="connsiteX635" fmla="*/ 2410152 w 7467600"/>
              <a:gd name="connsiteY635" fmla="*/ 3063751 h 6858000"/>
              <a:gd name="connsiteX636" fmla="*/ 2408099 w 7467600"/>
              <a:gd name="connsiteY636" fmla="*/ 3064403 h 6858000"/>
              <a:gd name="connsiteX637" fmla="*/ 2407218 w 7467600"/>
              <a:gd name="connsiteY637" fmla="*/ 3070324 h 6858000"/>
              <a:gd name="connsiteX638" fmla="*/ 2380138 w 7467600"/>
              <a:gd name="connsiteY638" fmla="*/ 3099341 h 6858000"/>
              <a:gd name="connsiteX639" fmla="*/ 1765923 w 7467600"/>
              <a:gd name="connsiteY639" fmla="*/ 3581043 h 6858000"/>
              <a:gd name="connsiteX640" fmla="*/ 1702258 w 7467600"/>
              <a:gd name="connsiteY640" fmla="*/ 3612286 h 6858000"/>
              <a:gd name="connsiteX641" fmla="*/ 1538370 w 7467600"/>
              <a:gd name="connsiteY641" fmla="*/ 3811804 h 6858000"/>
              <a:gd name="connsiteX642" fmla="*/ 542867 w 7467600"/>
              <a:gd name="connsiteY642" fmla="*/ 4944092 h 6858000"/>
              <a:gd name="connsiteX643" fmla="*/ 515800 w 7467600"/>
              <a:gd name="connsiteY643" fmla="*/ 4862180 h 6858000"/>
              <a:gd name="connsiteX644" fmla="*/ 909145 w 7467600"/>
              <a:gd name="connsiteY644" fmla="*/ 4199225 h 6858000"/>
              <a:gd name="connsiteX645" fmla="*/ 1214067 w 7467600"/>
              <a:gd name="connsiteY645" fmla="*/ 3908561 h 6858000"/>
              <a:gd name="connsiteX646" fmla="*/ 640967 w 7467600"/>
              <a:gd name="connsiteY646" fmla="*/ 4105601 h 6858000"/>
              <a:gd name="connsiteX647" fmla="*/ 112563 w 7467600"/>
              <a:gd name="connsiteY647" fmla="*/ 4396952 h 6858000"/>
              <a:gd name="connsiteX648" fmla="*/ 0 w 7467600"/>
              <a:gd name="connsiteY648" fmla="*/ 4466006 h 6858000"/>
              <a:gd name="connsiteX649" fmla="*/ 0 w 7467600"/>
              <a:gd name="connsiteY649" fmla="*/ 4233763 h 6858000"/>
              <a:gd name="connsiteX650" fmla="*/ 36881 w 7467600"/>
              <a:gd name="connsiteY650" fmla="*/ 4200118 h 6858000"/>
              <a:gd name="connsiteX651" fmla="*/ 910534 w 7467600"/>
              <a:gd name="connsiteY651" fmla="*/ 3629753 h 6858000"/>
              <a:gd name="connsiteX652" fmla="*/ 1578717 w 7467600"/>
              <a:gd name="connsiteY652" fmla="*/ 3575982 h 6858000"/>
              <a:gd name="connsiteX653" fmla="*/ 2338780 w 7467600"/>
              <a:gd name="connsiteY653" fmla="*/ 3033725 h 6858000"/>
              <a:gd name="connsiteX654" fmla="*/ 1807991 w 7467600"/>
              <a:gd name="connsiteY654" fmla="*/ 2807184 h 6858000"/>
              <a:gd name="connsiteX655" fmla="*/ 1416358 w 7467600"/>
              <a:gd name="connsiteY655" fmla="*/ 3112571 h 6858000"/>
              <a:gd name="connsiteX656" fmla="*/ 939066 w 7467600"/>
              <a:gd name="connsiteY656" fmla="*/ 3378798 h 6858000"/>
              <a:gd name="connsiteX657" fmla="*/ 115099 w 7467600"/>
              <a:gd name="connsiteY657" fmla="*/ 3607650 h 6858000"/>
              <a:gd name="connsiteX658" fmla="*/ 97284 w 7467600"/>
              <a:gd name="connsiteY658" fmla="*/ 3520393 h 6858000"/>
              <a:gd name="connsiteX659" fmla="*/ 922050 w 7467600"/>
              <a:gd name="connsiteY659" fmla="*/ 3074867 h 6858000"/>
              <a:gd name="connsiteX660" fmla="*/ 1405265 w 7467600"/>
              <a:gd name="connsiteY660" fmla="*/ 3016319 h 6858000"/>
              <a:gd name="connsiteX661" fmla="*/ 1407512 w 7467600"/>
              <a:gd name="connsiteY661" fmla="*/ 3018001 h 6858000"/>
              <a:gd name="connsiteX662" fmla="*/ 1726266 w 7467600"/>
              <a:gd name="connsiteY662" fmla="*/ 2777274 h 6858000"/>
              <a:gd name="connsiteX663" fmla="*/ 625390 w 7467600"/>
              <a:gd name="connsiteY663" fmla="*/ 2514541 h 6858000"/>
              <a:gd name="connsiteX664" fmla="*/ 619799 w 7467600"/>
              <a:gd name="connsiteY664" fmla="*/ 2527180 h 6858000"/>
              <a:gd name="connsiteX665" fmla="*/ 310030 w 7467600"/>
              <a:gd name="connsiteY665" fmla="*/ 2771818 h 6858000"/>
              <a:gd name="connsiteX666" fmla="*/ 173877 w 7467600"/>
              <a:gd name="connsiteY666" fmla="*/ 2937056 h 6858000"/>
              <a:gd name="connsiteX667" fmla="*/ 77889 w 7467600"/>
              <a:gd name="connsiteY667" fmla="*/ 3138440 h 6858000"/>
              <a:gd name="connsiteX668" fmla="*/ 0 w 7467600"/>
              <a:gd name="connsiteY668" fmla="*/ 3271395 h 6858000"/>
              <a:gd name="connsiteX669" fmla="*/ 0 w 7467600"/>
              <a:gd name="connsiteY669" fmla="*/ 3153002 h 6858000"/>
              <a:gd name="connsiteX670" fmla="*/ 2386 w 7467600"/>
              <a:gd name="connsiteY670" fmla="*/ 3149203 h 6858000"/>
              <a:gd name="connsiteX671" fmla="*/ 89753 w 7467600"/>
              <a:gd name="connsiteY671" fmla="*/ 2987702 h 6858000"/>
              <a:gd name="connsiteX672" fmla="*/ 76869 w 7467600"/>
              <a:gd name="connsiteY672" fmla="*/ 3005404 h 6858000"/>
              <a:gd name="connsiteX673" fmla="*/ 32049 w 7467600"/>
              <a:gd name="connsiteY673" fmla="*/ 3065814 h 6858000"/>
              <a:gd name="connsiteX674" fmla="*/ 0 w 7467600"/>
              <a:gd name="connsiteY674" fmla="*/ 3108744 h 6858000"/>
              <a:gd name="connsiteX675" fmla="*/ 0 w 7467600"/>
              <a:gd name="connsiteY675" fmla="*/ 3058059 h 6858000"/>
              <a:gd name="connsiteX676" fmla="*/ 7610 w 7467600"/>
              <a:gd name="connsiteY676" fmla="*/ 3047889 h 6858000"/>
              <a:gd name="connsiteX677" fmla="*/ 52419 w 7467600"/>
              <a:gd name="connsiteY677" fmla="*/ 2987479 h 6858000"/>
              <a:gd name="connsiteX678" fmla="*/ 59142 w 7467600"/>
              <a:gd name="connsiteY678" fmla="*/ 2978488 h 6858000"/>
              <a:gd name="connsiteX679" fmla="*/ 0 w 7467600"/>
              <a:gd name="connsiteY679" fmla="*/ 3015334 h 6858000"/>
              <a:gd name="connsiteX680" fmla="*/ 0 w 7467600"/>
              <a:gd name="connsiteY680" fmla="*/ 2914286 h 6858000"/>
              <a:gd name="connsiteX681" fmla="*/ 36383 w 7467600"/>
              <a:gd name="connsiteY681" fmla="*/ 2901128 h 6858000"/>
              <a:gd name="connsiteX682" fmla="*/ 156329 w 7467600"/>
              <a:gd name="connsiteY682" fmla="*/ 2840533 h 6858000"/>
              <a:gd name="connsiteX683" fmla="*/ 358355 w 7467600"/>
              <a:gd name="connsiteY683" fmla="*/ 2620471 h 6858000"/>
              <a:gd name="connsiteX684" fmla="*/ 510577 w 7467600"/>
              <a:gd name="connsiteY684" fmla="*/ 2501244 h 6858000"/>
              <a:gd name="connsiteX685" fmla="*/ 211967 w 7467600"/>
              <a:gd name="connsiteY685" fmla="*/ 2479171 h 6858000"/>
              <a:gd name="connsiteX686" fmla="*/ 0 w 7467600"/>
              <a:gd name="connsiteY686" fmla="*/ 2476398 h 6858000"/>
              <a:gd name="connsiteX687" fmla="*/ 0 w 7467600"/>
              <a:gd name="connsiteY687" fmla="*/ 2389189 h 6858000"/>
              <a:gd name="connsiteX688" fmla="*/ 103062 w 7467600"/>
              <a:gd name="connsiteY688" fmla="*/ 2389518 h 6858000"/>
              <a:gd name="connsiteX689" fmla="*/ 510734 w 7467600"/>
              <a:gd name="connsiteY689" fmla="*/ 2416201 h 6858000"/>
              <a:gd name="connsiteX690" fmla="*/ 279257 w 7467600"/>
              <a:gd name="connsiteY690" fmla="*/ 2092102 h 6858000"/>
              <a:gd name="connsiteX691" fmla="*/ 65265 w 7467600"/>
              <a:gd name="connsiteY691" fmla="*/ 2006049 h 6858000"/>
              <a:gd name="connsiteX692" fmla="*/ 0 w 7467600"/>
              <a:gd name="connsiteY692" fmla="*/ 1982532 h 6858000"/>
              <a:gd name="connsiteX693" fmla="*/ 0 w 7467600"/>
              <a:gd name="connsiteY693" fmla="*/ 1912789 h 6858000"/>
              <a:gd name="connsiteX694" fmla="*/ 97460 w 7467600"/>
              <a:gd name="connsiteY694" fmla="*/ 1953725 h 6858000"/>
              <a:gd name="connsiteX695" fmla="*/ 221272 w 7467600"/>
              <a:gd name="connsiteY695" fmla="*/ 1980766 h 6858000"/>
              <a:gd name="connsiteX696" fmla="*/ 116765 w 7467600"/>
              <a:gd name="connsiteY696" fmla="*/ 1911033 h 6858000"/>
              <a:gd name="connsiteX697" fmla="*/ 16405 w 7467600"/>
              <a:gd name="connsiteY697" fmla="*/ 1803412 h 6858000"/>
              <a:gd name="connsiteX698" fmla="*/ 0 w 7467600"/>
              <a:gd name="connsiteY698" fmla="*/ 1784777 h 6858000"/>
              <a:gd name="connsiteX699" fmla="*/ 0 w 7467600"/>
              <a:gd name="connsiteY699" fmla="*/ 1740082 h 6858000"/>
              <a:gd name="connsiteX700" fmla="*/ 39394 w 7467600"/>
              <a:gd name="connsiteY700" fmla="*/ 1784856 h 6858000"/>
              <a:gd name="connsiteX701" fmla="*/ 135813 w 7467600"/>
              <a:gd name="connsiteY701" fmla="*/ 1888838 h 6858000"/>
              <a:gd name="connsiteX702" fmla="*/ 242575 w 7467600"/>
              <a:gd name="connsiteY702" fmla="*/ 1958841 h 6858000"/>
              <a:gd name="connsiteX703" fmla="*/ 82197 w 7467600"/>
              <a:gd name="connsiteY703" fmla="*/ 1754826 h 6858000"/>
              <a:gd name="connsiteX704" fmla="*/ 0 w 7467600"/>
              <a:gd name="connsiteY704" fmla="*/ 1679650 h 6858000"/>
              <a:gd name="connsiteX705" fmla="*/ 0 w 7467600"/>
              <a:gd name="connsiteY705" fmla="*/ 1602463 h 6858000"/>
              <a:gd name="connsiteX706" fmla="*/ 84689 w 7467600"/>
              <a:gd name="connsiteY706" fmla="*/ 1677442 h 6858000"/>
              <a:gd name="connsiteX707" fmla="*/ 298437 w 7467600"/>
              <a:gd name="connsiteY707" fmla="*/ 1968019 h 6858000"/>
              <a:gd name="connsiteX708" fmla="*/ 227269 w 7467600"/>
              <a:gd name="connsiteY708" fmla="*/ 1114064 h 6858000"/>
              <a:gd name="connsiteX709" fmla="*/ 248003 w 7467600"/>
              <a:gd name="connsiteY709" fmla="*/ 1089613 h 6858000"/>
              <a:gd name="connsiteX710" fmla="*/ 427020 w 7467600"/>
              <a:gd name="connsiteY710" fmla="*/ 1619803 h 6858000"/>
              <a:gd name="connsiteX711" fmla="*/ 340345 w 7467600"/>
              <a:gd name="connsiteY711" fmla="*/ 2027739 h 6858000"/>
              <a:gd name="connsiteX712" fmla="*/ 360865 w 7467600"/>
              <a:gd name="connsiteY712" fmla="*/ 2044827 h 6858000"/>
              <a:gd name="connsiteX713" fmla="*/ 560414 w 7467600"/>
              <a:gd name="connsiteY713" fmla="*/ 2421457 h 6858000"/>
              <a:gd name="connsiteX714" fmla="*/ 1359703 w 7467600"/>
              <a:gd name="connsiteY714" fmla="*/ 2578554 h 6858000"/>
              <a:gd name="connsiteX715" fmla="*/ 1359422 w 7467600"/>
              <a:gd name="connsiteY715" fmla="*/ 2577994 h 6858000"/>
              <a:gd name="connsiteX716" fmla="*/ 828701 w 7467600"/>
              <a:gd name="connsiteY716" fmla="*/ 1839520 h 6858000"/>
              <a:gd name="connsiteX717" fmla="*/ 494427 w 7467600"/>
              <a:gd name="connsiteY717" fmla="*/ 1092333 h 6858000"/>
              <a:gd name="connsiteX718" fmla="*/ 506322 w 7467600"/>
              <a:gd name="connsiteY718" fmla="*/ 1020997 h 6858000"/>
              <a:gd name="connsiteX719" fmla="*/ 4570198 w 7467600"/>
              <a:gd name="connsiteY719" fmla="*/ 978081 h 6858000"/>
              <a:gd name="connsiteX720" fmla="*/ 4523691 w 7467600"/>
              <a:gd name="connsiteY720" fmla="*/ 1127776 h 6858000"/>
              <a:gd name="connsiteX721" fmla="*/ 4509875 w 7467600"/>
              <a:gd name="connsiteY721" fmla="*/ 1167552 h 6858000"/>
              <a:gd name="connsiteX722" fmla="*/ 4478168 w 7467600"/>
              <a:gd name="connsiteY722" fmla="*/ 1260735 h 6858000"/>
              <a:gd name="connsiteX723" fmla="*/ 4409309 w 7467600"/>
              <a:gd name="connsiteY723" fmla="*/ 1666996 h 6858000"/>
              <a:gd name="connsiteX724" fmla="*/ 4370031 w 7467600"/>
              <a:gd name="connsiteY724" fmla="*/ 1955666 h 6858000"/>
              <a:gd name="connsiteX725" fmla="*/ 4570198 w 7467600"/>
              <a:gd name="connsiteY725" fmla="*/ 978081 h 6858000"/>
              <a:gd name="connsiteX726" fmla="*/ 4557898 w 7467600"/>
              <a:gd name="connsiteY726" fmla="*/ 900011 h 6858000"/>
              <a:gd name="connsiteX727" fmla="*/ 4344840 w 7467600"/>
              <a:gd name="connsiteY727" fmla="*/ 1922038 h 6858000"/>
              <a:gd name="connsiteX728" fmla="*/ 4378710 w 7467600"/>
              <a:gd name="connsiteY728" fmla="*/ 1665516 h 6858000"/>
              <a:gd name="connsiteX729" fmla="*/ 4448798 w 7467600"/>
              <a:gd name="connsiteY729" fmla="*/ 1253024 h 6858000"/>
              <a:gd name="connsiteX730" fmla="*/ 4480315 w 7467600"/>
              <a:gd name="connsiteY730" fmla="*/ 1158454 h 6858000"/>
              <a:gd name="connsiteX731" fmla="*/ 4494133 w 7467600"/>
              <a:gd name="connsiteY731" fmla="*/ 1118676 h 6858000"/>
              <a:gd name="connsiteX732" fmla="*/ 4557898 w 7467600"/>
              <a:gd name="connsiteY732" fmla="*/ 900011 h 6858000"/>
              <a:gd name="connsiteX733" fmla="*/ 5870151 w 7467600"/>
              <a:gd name="connsiteY733" fmla="*/ 898890 h 6858000"/>
              <a:gd name="connsiteX734" fmla="*/ 5861335 w 7467600"/>
              <a:gd name="connsiteY734" fmla="*/ 899177 h 6858000"/>
              <a:gd name="connsiteX735" fmla="*/ 5843702 w 7467600"/>
              <a:gd name="connsiteY735" fmla="*/ 899748 h 6858000"/>
              <a:gd name="connsiteX736" fmla="*/ 5651107 w 7467600"/>
              <a:gd name="connsiteY736" fmla="*/ 920306 h 6858000"/>
              <a:gd name="connsiteX737" fmla="*/ 5459407 w 7467600"/>
              <a:gd name="connsiteY737" fmla="*/ 940975 h 6858000"/>
              <a:gd name="connsiteX738" fmla="*/ 5374846 w 7467600"/>
              <a:gd name="connsiteY738" fmla="*/ 941988 h 6858000"/>
              <a:gd name="connsiteX739" fmla="*/ 5256105 w 7467600"/>
              <a:gd name="connsiteY739" fmla="*/ 945632 h 6858000"/>
              <a:gd name="connsiteX740" fmla="*/ 5107071 w 7467600"/>
              <a:gd name="connsiteY740" fmla="*/ 969720 h 6858000"/>
              <a:gd name="connsiteX741" fmla="*/ 4998681 w 7467600"/>
              <a:gd name="connsiteY741" fmla="*/ 988771 h 6858000"/>
              <a:gd name="connsiteX742" fmla="*/ 5870151 w 7467600"/>
              <a:gd name="connsiteY742" fmla="*/ 898890 h 6858000"/>
              <a:gd name="connsiteX743" fmla="*/ 5504425 w 7467600"/>
              <a:gd name="connsiteY743" fmla="*/ 848067 h 6858000"/>
              <a:gd name="connsiteX744" fmla="*/ 4968849 w 7467600"/>
              <a:gd name="connsiteY744" fmla="*/ 962318 h 6858000"/>
              <a:gd name="connsiteX745" fmla="*/ 5104039 w 7467600"/>
              <a:gd name="connsiteY745" fmla="*/ 940634 h 6858000"/>
              <a:gd name="connsiteX746" fmla="*/ 5256311 w 7467600"/>
              <a:gd name="connsiteY746" fmla="*/ 916490 h 6858000"/>
              <a:gd name="connsiteX747" fmla="*/ 5377381 w 7467600"/>
              <a:gd name="connsiteY747" fmla="*/ 912671 h 6858000"/>
              <a:gd name="connsiteX748" fmla="*/ 5460148 w 7467600"/>
              <a:gd name="connsiteY748" fmla="*/ 911442 h 6858000"/>
              <a:gd name="connsiteX749" fmla="*/ 5648971 w 7467600"/>
              <a:gd name="connsiteY749" fmla="*/ 891331 h 6858000"/>
              <a:gd name="connsiteX750" fmla="*/ 5844807 w 7467600"/>
              <a:gd name="connsiteY750" fmla="*/ 870718 h 6858000"/>
              <a:gd name="connsiteX751" fmla="*/ 5862975 w 7467600"/>
              <a:gd name="connsiteY751" fmla="*/ 869756 h 6858000"/>
              <a:gd name="connsiteX752" fmla="*/ 5920887 w 7467600"/>
              <a:gd name="connsiteY752" fmla="*/ 865929 h 6858000"/>
              <a:gd name="connsiteX753" fmla="*/ 5504425 w 7467600"/>
              <a:gd name="connsiteY753" fmla="*/ 848067 h 6858000"/>
              <a:gd name="connsiteX754" fmla="*/ 3607114 w 7467600"/>
              <a:gd name="connsiteY754" fmla="*/ 467441 h 6858000"/>
              <a:gd name="connsiteX755" fmla="*/ 3296242 w 7467600"/>
              <a:gd name="connsiteY755" fmla="*/ 807991 h 6858000"/>
              <a:gd name="connsiteX756" fmla="*/ 3174674 w 7467600"/>
              <a:gd name="connsiteY756" fmla="*/ 919759 h 6858000"/>
              <a:gd name="connsiteX757" fmla="*/ 3042978 w 7467600"/>
              <a:gd name="connsiteY757" fmla="*/ 1054894 h 6858000"/>
              <a:gd name="connsiteX758" fmla="*/ 2968914 w 7467600"/>
              <a:gd name="connsiteY758" fmla="*/ 1133756 h 6858000"/>
              <a:gd name="connsiteX759" fmla="*/ 3103823 w 7467600"/>
              <a:gd name="connsiteY759" fmla="*/ 1026814 h 6858000"/>
              <a:gd name="connsiteX760" fmla="*/ 3607114 w 7467600"/>
              <a:gd name="connsiteY760" fmla="*/ 467441 h 6858000"/>
              <a:gd name="connsiteX761" fmla="*/ 3744487 w 7467600"/>
              <a:gd name="connsiteY761" fmla="*/ 383136 h 6858000"/>
              <a:gd name="connsiteX762" fmla="*/ 3970213 w 7467600"/>
              <a:gd name="connsiteY762" fmla="*/ 995559 h 6858000"/>
              <a:gd name="connsiteX763" fmla="*/ 3744487 w 7467600"/>
              <a:gd name="connsiteY763" fmla="*/ 383136 h 6858000"/>
              <a:gd name="connsiteX764" fmla="*/ 3624562 w 7467600"/>
              <a:gd name="connsiteY764" fmla="*/ 367041 h 6858000"/>
              <a:gd name="connsiteX765" fmla="*/ 3489712 w 7467600"/>
              <a:gd name="connsiteY765" fmla="*/ 485386 h 6858000"/>
              <a:gd name="connsiteX766" fmla="*/ 3182994 w 7467600"/>
              <a:gd name="connsiteY766" fmla="*/ 828265 h 6858000"/>
              <a:gd name="connsiteX767" fmla="*/ 2892114 w 7467600"/>
              <a:gd name="connsiteY767" fmla="*/ 1172635 h 6858000"/>
              <a:gd name="connsiteX768" fmla="*/ 3021459 w 7467600"/>
              <a:gd name="connsiteY768" fmla="*/ 1035385 h 6858000"/>
              <a:gd name="connsiteX769" fmla="*/ 3153873 w 7467600"/>
              <a:gd name="connsiteY769" fmla="*/ 898971 h 6858000"/>
              <a:gd name="connsiteX770" fmla="*/ 3276511 w 7467600"/>
              <a:gd name="connsiteY770" fmla="*/ 786423 h 6858000"/>
              <a:gd name="connsiteX771" fmla="*/ 3584154 w 7467600"/>
              <a:gd name="connsiteY771" fmla="*/ 448218 h 6858000"/>
              <a:gd name="connsiteX772" fmla="*/ 3624562 w 7467600"/>
              <a:gd name="connsiteY772" fmla="*/ 367041 h 6858000"/>
              <a:gd name="connsiteX773" fmla="*/ 3766672 w 7467600"/>
              <a:gd name="connsiteY773" fmla="*/ 359429 h 6858000"/>
              <a:gd name="connsiteX774" fmla="*/ 3996338 w 7467600"/>
              <a:gd name="connsiteY774" fmla="*/ 968237 h 6858000"/>
              <a:gd name="connsiteX775" fmla="*/ 3766672 w 7467600"/>
              <a:gd name="connsiteY775" fmla="*/ 359429 h 6858000"/>
              <a:gd name="connsiteX776" fmla="*/ 5805386 w 7467600"/>
              <a:gd name="connsiteY776" fmla="*/ 239240 h 6858000"/>
              <a:gd name="connsiteX777" fmla="*/ 5736947 w 7467600"/>
              <a:gd name="connsiteY777" fmla="*/ 261367 h 6858000"/>
              <a:gd name="connsiteX778" fmla="*/ 5427012 w 7467600"/>
              <a:gd name="connsiteY778" fmla="*/ 311272 h 6858000"/>
              <a:gd name="connsiteX779" fmla="*/ 5147818 w 7467600"/>
              <a:gd name="connsiteY779" fmla="*/ 322112 h 6858000"/>
              <a:gd name="connsiteX780" fmla="*/ 5060854 w 7467600"/>
              <a:gd name="connsiteY780" fmla="*/ 311882 h 6858000"/>
              <a:gd name="connsiteX781" fmla="*/ 4945989 w 7467600"/>
              <a:gd name="connsiteY781" fmla="*/ 300516 h 6858000"/>
              <a:gd name="connsiteX782" fmla="*/ 5410479 w 7467600"/>
              <a:gd name="connsiteY782" fmla="*/ 348434 h 6858000"/>
              <a:gd name="connsiteX783" fmla="*/ 5805386 w 7467600"/>
              <a:gd name="connsiteY783" fmla="*/ 239240 h 6858000"/>
              <a:gd name="connsiteX784" fmla="*/ 5905192 w 7467600"/>
              <a:gd name="connsiteY784" fmla="*/ 163079 h 6858000"/>
              <a:gd name="connsiteX785" fmla="*/ 5865655 w 7467600"/>
              <a:gd name="connsiteY785" fmla="*/ 171901 h 6858000"/>
              <a:gd name="connsiteX786" fmla="*/ 5259740 w 7467600"/>
              <a:gd name="connsiteY786" fmla="*/ 257013 h 6858000"/>
              <a:gd name="connsiteX787" fmla="*/ 5208466 w 7467600"/>
              <a:gd name="connsiteY787" fmla="*/ 257550 h 6858000"/>
              <a:gd name="connsiteX788" fmla="*/ 4980204 w 7467600"/>
              <a:gd name="connsiteY788" fmla="*/ 271903 h 6858000"/>
              <a:gd name="connsiteX789" fmla="*/ 5068068 w 7467600"/>
              <a:gd name="connsiteY789" fmla="*/ 282244 h 6858000"/>
              <a:gd name="connsiteX790" fmla="*/ 5153231 w 7467600"/>
              <a:gd name="connsiteY790" fmla="*/ 292240 h 6858000"/>
              <a:gd name="connsiteX791" fmla="*/ 5426491 w 7467600"/>
              <a:gd name="connsiteY791" fmla="*/ 281128 h 6858000"/>
              <a:gd name="connsiteX792" fmla="*/ 5731212 w 7467600"/>
              <a:gd name="connsiteY792" fmla="*/ 231951 h 6858000"/>
              <a:gd name="connsiteX793" fmla="*/ 5905192 w 7467600"/>
              <a:gd name="connsiteY793" fmla="*/ 163079 h 6858000"/>
              <a:gd name="connsiteX794" fmla="*/ 5944437 w 7467600"/>
              <a:gd name="connsiteY794" fmla="*/ 113829 h 6858000"/>
              <a:gd name="connsiteX795" fmla="*/ 5825032 w 7467600"/>
              <a:gd name="connsiteY795" fmla="*/ 146405 h 6858000"/>
              <a:gd name="connsiteX796" fmla="*/ 4955599 w 7467600"/>
              <a:gd name="connsiteY796" fmla="*/ 247008 h 6858000"/>
              <a:gd name="connsiteX797" fmla="*/ 5210104 w 7467600"/>
              <a:gd name="connsiteY797" fmla="*/ 228123 h 6858000"/>
              <a:gd name="connsiteX798" fmla="*/ 5261015 w 7467600"/>
              <a:gd name="connsiteY798" fmla="*/ 227087 h 6858000"/>
              <a:gd name="connsiteX799" fmla="*/ 5861181 w 7467600"/>
              <a:gd name="connsiteY799" fmla="*/ 143093 h 6858000"/>
              <a:gd name="connsiteX800" fmla="*/ 5961252 w 7467600"/>
              <a:gd name="connsiteY800" fmla="*/ 114820 h 6858000"/>
              <a:gd name="connsiteX801" fmla="*/ 5944437 w 7467600"/>
              <a:gd name="connsiteY801" fmla="*/ 113829 h 6858000"/>
              <a:gd name="connsiteX802" fmla="*/ 3882765 w 7467600"/>
              <a:gd name="connsiteY802" fmla="*/ 0 h 6858000"/>
              <a:gd name="connsiteX803" fmla="*/ 3995099 w 7467600"/>
              <a:gd name="connsiteY803" fmla="*/ 0 h 6858000"/>
              <a:gd name="connsiteX804" fmla="*/ 4163818 w 7467600"/>
              <a:gd name="connsiteY804" fmla="*/ 234104 h 6858000"/>
              <a:gd name="connsiteX805" fmla="*/ 4172099 w 7467600"/>
              <a:gd name="connsiteY805" fmla="*/ 234207 h 6858000"/>
              <a:gd name="connsiteX806" fmla="*/ 4784282 w 7467600"/>
              <a:gd name="connsiteY806" fmla="*/ 276561 h 6858000"/>
              <a:gd name="connsiteX807" fmla="*/ 4801687 w 7467600"/>
              <a:gd name="connsiteY807" fmla="*/ 267764 h 6858000"/>
              <a:gd name="connsiteX808" fmla="*/ 6082788 w 7467600"/>
              <a:gd name="connsiteY808" fmla="*/ 64119 h 6858000"/>
              <a:gd name="connsiteX809" fmla="*/ 6099442 w 7467600"/>
              <a:gd name="connsiteY809" fmla="*/ 82568 h 6858000"/>
              <a:gd name="connsiteX810" fmla="*/ 4804137 w 7467600"/>
              <a:gd name="connsiteY810" fmla="*/ 320931 h 6858000"/>
              <a:gd name="connsiteX811" fmla="*/ 4227047 w 7467600"/>
              <a:gd name="connsiteY811" fmla="*/ 313415 h 6858000"/>
              <a:gd name="connsiteX812" fmla="*/ 4346041 w 7467600"/>
              <a:gd name="connsiteY812" fmla="*/ 456086 h 6858000"/>
              <a:gd name="connsiteX813" fmla="*/ 4870967 w 7467600"/>
              <a:gd name="connsiteY813" fmla="*/ 963061 h 6858000"/>
              <a:gd name="connsiteX814" fmla="*/ 4889647 w 7467600"/>
              <a:gd name="connsiteY814" fmla="*/ 957147 h 6858000"/>
              <a:gd name="connsiteX815" fmla="*/ 5422504 w 7467600"/>
              <a:gd name="connsiteY815" fmla="*/ 805191 h 6858000"/>
              <a:gd name="connsiteX816" fmla="*/ 6087656 w 7467600"/>
              <a:gd name="connsiteY816" fmla="*/ 826703 h 6858000"/>
              <a:gd name="connsiteX817" fmla="*/ 6058717 w 7467600"/>
              <a:gd name="connsiteY817" fmla="*/ 865992 h 6858000"/>
              <a:gd name="connsiteX818" fmla="*/ 4974153 w 7467600"/>
              <a:gd name="connsiteY818" fmla="*/ 1045456 h 6858000"/>
              <a:gd name="connsiteX819" fmla="*/ 5627835 w 7467600"/>
              <a:gd name="connsiteY819" fmla="*/ 1472077 h 6858000"/>
              <a:gd name="connsiteX820" fmla="*/ 5629817 w 7467600"/>
              <a:gd name="connsiteY820" fmla="*/ 1471412 h 6858000"/>
              <a:gd name="connsiteX821" fmla="*/ 5634124 w 7467600"/>
              <a:gd name="connsiteY821" fmla="*/ 1470572 h 6858000"/>
              <a:gd name="connsiteX822" fmla="*/ 5755832 w 7467600"/>
              <a:gd name="connsiteY822" fmla="*/ 1383886 h 6858000"/>
              <a:gd name="connsiteX823" fmla="*/ 6014186 w 7467600"/>
              <a:gd name="connsiteY823" fmla="*/ 1279799 h 6858000"/>
              <a:gd name="connsiteX824" fmla="*/ 6901619 w 7467600"/>
              <a:gd name="connsiteY824" fmla="*/ 1047874 h 6858000"/>
              <a:gd name="connsiteX825" fmla="*/ 6931566 w 7467600"/>
              <a:gd name="connsiteY825" fmla="*/ 1062034 h 6858000"/>
              <a:gd name="connsiteX826" fmla="*/ 5790982 w 7467600"/>
              <a:gd name="connsiteY826" fmla="*/ 1561380 h 6858000"/>
              <a:gd name="connsiteX827" fmla="*/ 6188971 w 7467600"/>
              <a:gd name="connsiteY827" fmla="*/ 1755168 h 6858000"/>
              <a:gd name="connsiteX828" fmla="*/ 6202446 w 7467600"/>
              <a:gd name="connsiteY828" fmla="*/ 1752268 h 6858000"/>
              <a:gd name="connsiteX829" fmla="*/ 7179560 w 7467600"/>
              <a:gd name="connsiteY829" fmla="*/ 1467551 h 6858000"/>
              <a:gd name="connsiteX830" fmla="*/ 7158730 w 7467600"/>
              <a:gd name="connsiteY830" fmla="*/ 1507835 h 6858000"/>
              <a:gd name="connsiteX831" fmla="*/ 6326959 w 7467600"/>
              <a:gd name="connsiteY831" fmla="*/ 1817686 h 6858000"/>
              <a:gd name="connsiteX832" fmla="*/ 6537433 w 7467600"/>
              <a:gd name="connsiteY832" fmla="*/ 1907790 h 6858000"/>
              <a:gd name="connsiteX833" fmla="*/ 6550221 w 7467600"/>
              <a:gd name="connsiteY833" fmla="*/ 1910729 h 6858000"/>
              <a:gd name="connsiteX834" fmla="*/ 6964438 w 7467600"/>
              <a:gd name="connsiteY834" fmla="*/ 2209505 h 6858000"/>
              <a:gd name="connsiteX835" fmla="*/ 7367862 w 7467600"/>
              <a:gd name="connsiteY835" fmla="*/ 2806833 h 6858000"/>
              <a:gd name="connsiteX836" fmla="*/ 7364329 w 7467600"/>
              <a:gd name="connsiteY836" fmla="*/ 2826907 h 6858000"/>
              <a:gd name="connsiteX837" fmla="*/ 7290545 w 7467600"/>
              <a:gd name="connsiteY837" fmla="*/ 2850663 h 6858000"/>
              <a:gd name="connsiteX838" fmla="*/ 6472036 w 7467600"/>
              <a:gd name="connsiteY838" fmla="*/ 1959003 h 6858000"/>
              <a:gd name="connsiteX839" fmla="*/ 5792897 w 7467600"/>
              <a:gd name="connsiteY839" fmla="*/ 1647747 h 6858000"/>
              <a:gd name="connsiteX840" fmla="*/ 5842751 w 7467600"/>
              <a:gd name="connsiteY840" fmla="*/ 1816112 h 6858000"/>
              <a:gd name="connsiteX841" fmla="*/ 5847424 w 7467600"/>
              <a:gd name="connsiteY841" fmla="*/ 1815776 h 6858000"/>
              <a:gd name="connsiteX842" fmla="*/ 6399821 w 7467600"/>
              <a:gd name="connsiteY842" fmla="*/ 2344799 h 6858000"/>
              <a:gd name="connsiteX843" fmla="*/ 6323232 w 7467600"/>
              <a:gd name="connsiteY843" fmla="*/ 2389634 h 6858000"/>
              <a:gd name="connsiteX844" fmla="*/ 5942958 w 7467600"/>
              <a:gd name="connsiteY844" fmla="*/ 2077708 h 6858000"/>
              <a:gd name="connsiteX845" fmla="*/ 5921559 w 7467600"/>
              <a:gd name="connsiteY845" fmla="*/ 2378596 h 6858000"/>
              <a:gd name="connsiteX846" fmla="*/ 5817651 w 7467600"/>
              <a:gd name="connsiteY846" fmla="*/ 3023919 h 6858000"/>
              <a:gd name="connsiteX847" fmla="*/ 5729634 w 7467600"/>
              <a:gd name="connsiteY847" fmla="*/ 3051849 h 6858000"/>
              <a:gd name="connsiteX848" fmla="*/ 5611018 w 7467600"/>
              <a:gd name="connsiteY848" fmla="*/ 2316769 h 6858000"/>
              <a:gd name="connsiteX849" fmla="*/ 5687608 w 7467600"/>
              <a:gd name="connsiteY849" fmla="*/ 2039972 h 6858000"/>
              <a:gd name="connsiteX850" fmla="*/ 5657554 w 7467600"/>
              <a:gd name="connsiteY850" fmla="*/ 1576445 h 6858000"/>
              <a:gd name="connsiteX851" fmla="*/ 5150475 w 7467600"/>
              <a:gd name="connsiteY851" fmla="*/ 1274012 h 6858000"/>
              <a:gd name="connsiteX852" fmla="*/ 5349142 w 7467600"/>
              <a:gd name="connsiteY852" fmla="*/ 2204405 h 6858000"/>
              <a:gd name="connsiteX853" fmla="*/ 5262214 w 7467600"/>
              <a:gd name="connsiteY853" fmla="*/ 2233836 h 6858000"/>
              <a:gd name="connsiteX854" fmla="*/ 4981539 w 7467600"/>
              <a:gd name="connsiteY854" fmla="*/ 1542201 h 6858000"/>
              <a:gd name="connsiteX855" fmla="*/ 4958461 w 7467600"/>
              <a:gd name="connsiteY855" fmla="*/ 1136957 h 6858000"/>
              <a:gd name="connsiteX856" fmla="*/ 4655015 w 7467600"/>
              <a:gd name="connsiteY856" fmla="*/ 891426 h 6858000"/>
              <a:gd name="connsiteX857" fmla="*/ 4348002 w 7467600"/>
              <a:gd name="connsiteY857" fmla="*/ 2205895 h 6858000"/>
              <a:gd name="connsiteX858" fmla="*/ 4262250 w 7467600"/>
              <a:gd name="connsiteY858" fmla="*/ 2219972 h 6858000"/>
              <a:gd name="connsiteX859" fmla="*/ 4550611 w 7467600"/>
              <a:gd name="connsiteY859" fmla="*/ 817540 h 6858000"/>
              <a:gd name="connsiteX860" fmla="*/ 4564418 w 7467600"/>
              <a:gd name="connsiteY860" fmla="*/ 808293 h 6858000"/>
              <a:gd name="connsiteX861" fmla="*/ 4266388 w 7467600"/>
              <a:gd name="connsiteY861" fmla="*/ 500083 h 6858000"/>
              <a:gd name="connsiteX862" fmla="*/ 4032842 w 7467600"/>
              <a:gd name="connsiteY862" fmla="*/ 211809 h 6858000"/>
              <a:gd name="connsiteX863" fmla="*/ 3882765 w 7467600"/>
              <a:gd name="connsiteY863" fmla="*/ 0 h 6858000"/>
              <a:gd name="connsiteX864" fmla="*/ 3721337 w 7467600"/>
              <a:gd name="connsiteY864" fmla="*/ 0 h 6858000"/>
              <a:gd name="connsiteX865" fmla="*/ 3797544 w 7467600"/>
              <a:gd name="connsiteY865" fmla="*/ 0 h 6858000"/>
              <a:gd name="connsiteX866" fmla="*/ 3775734 w 7467600"/>
              <a:gd name="connsiteY866" fmla="*/ 95131 h 6858000"/>
              <a:gd name="connsiteX867" fmla="*/ 3724807 w 7467600"/>
              <a:gd name="connsiteY867" fmla="*/ 272257 h 6858000"/>
              <a:gd name="connsiteX868" fmla="*/ 3726844 w 7467600"/>
              <a:gd name="connsiteY868" fmla="*/ 282988 h 6858000"/>
              <a:gd name="connsiteX869" fmla="*/ 3742664 w 7467600"/>
              <a:gd name="connsiteY869" fmla="*/ 279918 h 6858000"/>
              <a:gd name="connsiteX870" fmla="*/ 4103910 w 7467600"/>
              <a:gd name="connsiteY870" fmla="*/ 1161917 h 6858000"/>
              <a:gd name="connsiteX871" fmla="*/ 4020269 w 7467600"/>
              <a:gd name="connsiteY871" fmla="*/ 1200406 h 6858000"/>
              <a:gd name="connsiteX872" fmla="*/ 3674882 w 7467600"/>
              <a:gd name="connsiteY872" fmla="*/ 488524 h 6858000"/>
              <a:gd name="connsiteX873" fmla="*/ 3132682 w 7467600"/>
              <a:gd name="connsiteY873" fmla="*/ 1072284 h 6858000"/>
              <a:gd name="connsiteX874" fmla="*/ 2716346 w 7467600"/>
              <a:gd name="connsiteY874" fmla="*/ 1276376 h 6858000"/>
              <a:gd name="connsiteX875" fmla="*/ 2716772 w 7467600"/>
              <a:gd name="connsiteY875" fmla="*/ 1255462 h 6858000"/>
              <a:gd name="connsiteX876" fmla="*/ 3471096 w 7467600"/>
              <a:gd name="connsiteY876" fmla="*/ 437072 h 6858000"/>
              <a:gd name="connsiteX877" fmla="*/ 3639057 w 7467600"/>
              <a:gd name="connsiteY877" fmla="*/ 286334 h 6858000"/>
              <a:gd name="connsiteX878" fmla="*/ 3640309 w 7467600"/>
              <a:gd name="connsiteY878" fmla="*/ 284664 h 6858000"/>
              <a:gd name="connsiteX879" fmla="*/ 3646022 w 7467600"/>
              <a:gd name="connsiteY879" fmla="*/ 276711 h 6858000"/>
              <a:gd name="connsiteX880" fmla="*/ 3707943 w 7467600"/>
              <a:gd name="connsiteY880" fmla="*/ 65958 h 6858000"/>
              <a:gd name="connsiteX881" fmla="*/ 3721337 w 7467600"/>
              <a:gd name="connsiteY881" fmla="*/ 0 h 6858000"/>
              <a:gd name="connsiteX882" fmla="*/ 2867960 w 7467600"/>
              <a:gd name="connsiteY882" fmla="*/ 0 h 6858000"/>
              <a:gd name="connsiteX883" fmla="*/ 2926351 w 7467600"/>
              <a:gd name="connsiteY883" fmla="*/ 0 h 6858000"/>
              <a:gd name="connsiteX884" fmla="*/ 2902823 w 7467600"/>
              <a:gd name="connsiteY884" fmla="*/ 262929 h 6858000"/>
              <a:gd name="connsiteX885" fmla="*/ 2940663 w 7467600"/>
              <a:gd name="connsiteY885" fmla="*/ 140884 h 6858000"/>
              <a:gd name="connsiteX886" fmla="*/ 2947039 w 7467600"/>
              <a:gd name="connsiteY886" fmla="*/ 122524 h 6858000"/>
              <a:gd name="connsiteX887" fmla="*/ 2984316 w 7467600"/>
              <a:gd name="connsiteY887" fmla="*/ 0 h 6858000"/>
              <a:gd name="connsiteX888" fmla="*/ 3016114 w 7467600"/>
              <a:gd name="connsiteY888" fmla="*/ 0 h 6858000"/>
              <a:gd name="connsiteX889" fmla="*/ 2979949 w 7467600"/>
              <a:gd name="connsiteY889" fmla="*/ 119274 h 6858000"/>
              <a:gd name="connsiteX890" fmla="*/ 3023879 w 7467600"/>
              <a:gd name="connsiteY890" fmla="*/ 0 h 6858000"/>
              <a:gd name="connsiteX891" fmla="*/ 3105400 w 7467600"/>
              <a:gd name="connsiteY891" fmla="*/ 0 h 6858000"/>
              <a:gd name="connsiteX892" fmla="*/ 3094669 w 7467600"/>
              <a:gd name="connsiteY892" fmla="*/ 30308 h 6858000"/>
              <a:gd name="connsiteX893" fmla="*/ 2901945 w 7467600"/>
              <a:gd name="connsiteY893" fmla="*/ 466538 h 6858000"/>
              <a:gd name="connsiteX894" fmla="*/ 2815209 w 7467600"/>
              <a:gd name="connsiteY894" fmla="*/ 497361 h 6858000"/>
              <a:gd name="connsiteX895" fmla="*/ 2844845 w 7467600"/>
              <a:gd name="connsiteY895" fmla="*/ 127638 h 6858000"/>
              <a:gd name="connsiteX896" fmla="*/ 2867960 w 7467600"/>
              <a:gd name="connsiteY896" fmla="*/ 0 h 6858000"/>
              <a:gd name="connsiteX897" fmla="*/ 1057230 w 7467600"/>
              <a:gd name="connsiteY897" fmla="*/ 0 h 6858000"/>
              <a:gd name="connsiteX898" fmla="*/ 1111003 w 7467600"/>
              <a:gd name="connsiteY898" fmla="*/ 0 h 6858000"/>
              <a:gd name="connsiteX899" fmla="*/ 1125553 w 7467600"/>
              <a:gd name="connsiteY899" fmla="*/ 52588 h 6858000"/>
              <a:gd name="connsiteX900" fmla="*/ 1304276 w 7467600"/>
              <a:gd name="connsiteY900" fmla="*/ 476275 h 6858000"/>
              <a:gd name="connsiteX901" fmla="*/ 1492066 w 7467600"/>
              <a:gd name="connsiteY901" fmla="*/ 886333 h 6858000"/>
              <a:gd name="connsiteX902" fmla="*/ 1423698 w 7467600"/>
              <a:gd name="connsiteY902" fmla="*/ 710817 h 6858000"/>
              <a:gd name="connsiteX903" fmla="*/ 1357609 w 7467600"/>
              <a:gd name="connsiteY903" fmla="*/ 532892 h 6858000"/>
              <a:gd name="connsiteX904" fmla="*/ 1309550 w 7467600"/>
              <a:gd name="connsiteY904" fmla="*/ 374031 h 6858000"/>
              <a:gd name="connsiteX905" fmla="*/ 1193673 w 7467600"/>
              <a:gd name="connsiteY905" fmla="*/ 49533 h 6858000"/>
              <a:gd name="connsiteX906" fmla="*/ 1164391 w 7467600"/>
              <a:gd name="connsiteY906" fmla="*/ 0 h 6858000"/>
              <a:gd name="connsiteX907" fmla="*/ 1200666 w 7467600"/>
              <a:gd name="connsiteY907" fmla="*/ 0 h 6858000"/>
              <a:gd name="connsiteX908" fmla="*/ 1223408 w 7467600"/>
              <a:gd name="connsiteY908" fmla="*/ 38996 h 6858000"/>
              <a:gd name="connsiteX909" fmla="*/ 1339635 w 7467600"/>
              <a:gd name="connsiteY909" fmla="*/ 365517 h 6858000"/>
              <a:gd name="connsiteX910" fmla="*/ 1387469 w 7467600"/>
              <a:gd name="connsiteY910" fmla="*/ 523079 h 6858000"/>
              <a:gd name="connsiteX911" fmla="*/ 1452685 w 7467600"/>
              <a:gd name="connsiteY911" fmla="*/ 699806 h 6858000"/>
              <a:gd name="connsiteX912" fmla="*/ 1492092 w 7467600"/>
              <a:gd name="connsiteY912" fmla="*/ 800424 h 6858000"/>
              <a:gd name="connsiteX913" fmla="*/ 1455302 w 7467600"/>
              <a:gd name="connsiteY913" fmla="*/ 632913 h 6858000"/>
              <a:gd name="connsiteX914" fmla="*/ 1222336 w 7467600"/>
              <a:gd name="connsiteY914" fmla="*/ 9480 h 6858000"/>
              <a:gd name="connsiteX915" fmla="*/ 1214634 w 7467600"/>
              <a:gd name="connsiteY915" fmla="*/ 0 h 6858000"/>
              <a:gd name="connsiteX916" fmla="*/ 1289827 w 7467600"/>
              <a:gd name="connsiteY916" fmla="*/ 0 h 6858000"/>
              <a:gd name="connsiteX917" fmla="*/ 1321076 w 7467600"/>
              <a:gd name="connsiteY917" fmla="*/ 59722 h 6858000"/>
              <a:gd name="connsiteX918" fmla="*/ 1512579 w 7467600"/>
              <a:gd name="connsiteY918" fmla="*/ 626441 h 6858000"/>
              <a:gd name="connsiteX919" fmla="*/ 1506076 w 7467600"/>
              <a:gd name="connsiteY919" fmla="*/ 1089289 h 6858000"/>
              <a:gd name="connsiteX920" fmla="*/ 1486346 w 7467600"/>
              <a:gd name="connsiteY920" fmla="*/ 1079919 h 6858000"/>
              <a:gd name="connsiteX921" fmla="*/ 1070511 w 7467600"/>
              <a:gd name="connsiteY921" fmla="*/ 48609 h 6858000"/>
              <a:gd name="connsiteX922" fmla="*/ 1057230 w 7467600"/>
              <a:gd name="connsiteY922" fmla="*/ 0 h 6858000"/>
              <a:gd name="connsiteX923" fmla="*/ 43151 w 7467600"/>
              <a:gd name="connsiteY923" fmla="*/ 0 h 6858000"/>
              <a:gd name="connsiteX924" fmla="*/ 95283 w 7467600"/>
              <a:gd name="connsiteY924" fmla="*/ 0 h 6858000"/>
              <a:gd name="connsiteX925" fmla="*/ 300708 w 7467600"/>
              <a:gd name="connsiteY925" fmla="*/ 154571 h 6858000"/>
              <a:gd name="connsiteX926" fmla="*/ 530414 w 7467600"/>
              <a:gd name="connsiteY926" fmla="*/ 354673 h 6858000"/>
              <a:gd name="connsiteX927" fmla="*/ 333785 w 7467600"/>
              <a:gd name="connsiteY927" fmla="*/ 161564 h 6858000"/>
              <a:gd name="connsiteX928" fmla="*/ 147005 w 7467600"/>
              <a:gd name="connsiteY928" fmla="*/ 0 h 6858000"/>
              <a:gd name="connsiteX929" fmla="*/ 272509 w 7467600"/>
              <a:gd name="connsiteY929" fmla="*/ 0 h 6858000"/>
              <a:gd name="connsiteX930" fmla="*/ 326276 w 7467600"/>
              <a:gd name="connsiteY930" fmla="*/ 45847 h 6858000"/>
              <a:gd name="connsiteX931" fmla="*/ 823759 w 7467600"/>
              <a:gd name="connsiteY931" fmla="*/ 574145 h 6858000"/>
              <a:gd name="connsiteX932" fmla="*/ 811254 w 7467600"/>
              <a:gd name="connsiteY932" fmla="*/ 665546 h 6858000"/>
              <a:gd name="connsiteX933" fmla="*/ 154042 w 7467600"/>
              <a:gd name="connsiteY933" fmla="*/ 261522 h 6858000"/>
              <a:gd name="connsiteX934" fmla="*/ 13550 w 7467600"/>
              <a:gd name="connsiteY934" fmla="*/ 158423 h 6858000"/>
              <a:gd name="connsiteX935" fmla="*/ 0 w 7467600"/>
              <a:gd name="connsiteY935" fmla="*/ 146618 h 6858000"/>
              <a:gd name="connsiteX936" fmla="*/ 0 w 7467600"/>
              <a:gd name="connsiteY936" fmla="*/ 59161 h 6858000"/>
              <a:gd name="connsiteX937" fmla="*/ 45427 w 7467600"/>
              <a:gd name="connsiteY937" fmla="*/ 101078 h 6858000"/>
              <a:gd name="connsiteX938" fmla="*/ 630103 w 7467600"/>
              <a:gd name="connsiteY938" fmla="*/ 485885 h 6858000"/>
              <a:gd name="connsiteX939" fmla="*/ 532040 w 7467600"/>
              <a:gd name="connsiteY939" fmla="*/ 399359 h 6858000"/>
              <a:gd name="connsiteX940" fmla="*/ 517618 w 7467600"/>
              <a:gd name="connsiteY940" fmla="*/ 385726 h 6858000"/>
              <a:gd name="connsiteX941" fmla="*/ 285074 w 7467600"/>
              <a:gd name="connsiteY941" fmla="*/ 182755 h 6858000"/>
              <a:gd name="connsiteX942" fmla="*/ 43151 w 7467600"/>
              <a:gd name="connsiteY942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289862 w 7467600"/>
              <a:gd name="connsiteY4" fmla="*/ 6659827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289862 w 7467600"/>
              <a:gd name="connsiteY9" fmla="*/ 6659827 h 6858000"/>
              <a:gd name="connsiteX10" fmla="*/ 1019354 w 7467600"/>
              <a:gd name="connsiteY10" fmla="*/ 6315006 h 6858000"/>
              <a:gd name="connsiteX11" fmla="*/ 441046 w 7467600"/>
              <a:gd name="connsiteY11" fmla="*/ 6691153 h 6858000"/>
              <a:gd name="connsiteX12" fmla="*/ 1019354 w 7467600"/>
              <a:gd name="connsiteY12" fmla="*/ 6315006 h 6858000"/>
              <a:gd name="connsiteX13" fmla="*/ 991680 w 7467600"/>
              <a:gd name="connsiteY13" fmla="*/ 6298413 h 6858000"/>
              <a:gd name="connsiteX14" fmla="*/ 409060 w 7467600"/>
              <a:gd name="connsiteY14" fmla="*/ 6671470 h 6858000"/>
              <a:gd name="connsiteX15" fmla="*/ 991680 w 7467600"/>
              <a:gd name="connsiteY15" fmla="*/ 6298413 h 6858000"/>
              <a:gd name="connsiteX16" fmla="*/ 103333 w 7467600"/>
              <a:gd name="connsiteY16" fmla="*/ 5699602 h 6858000"/>
              <a:gd name="connsiteX17" fmla="*/ 233938 w 7467600"/>
              <a:gd name="connsiteY17" fmla="*/ 5809416 h 6858000"/>
              <a:gd name="connsiteX18" fmla="*/ 883580 w 7467600"/>
              <a:gd name="connsiteY18" fmla="*/ 6180710 h 6858000"/>
              <a:gd name="connsiteX19" fmla="*/ 487337 w 7467600"/>
              <a:gd name="connsiteY19" fmla="*/ 5950182 h 6858000"/>
              <a:gd name="connsiteX20" fmla="*/ 354051 w 7467600"/>
              <a:gd name="connsiteY20" fmla="*/ 5854912 h 6858000"/>
              <a:gd name="connsiteX21" fmla="*/ 195436 w 7467600"/>
              <a:gd name="connsiteY21" fmla="*/ 5755068 h 6858000"/>
              <a:gd name="connsiteX22" fmla="*/ 103333 w 7467600"/>
              <a:gd name="connsiteY22" fmla="*/ 5699602 h 6858000"/>
              <a:gd name="connsiteX23" fmla="*/ 5539432 w 7467600"/>
              <a:gd name="connsiteY23" fmla="*/ 5642928 h 6858000"/>
              <a:gd name="connsiteX24" fmla="*/ 5555462 w 7467600"/>
              <a:gd name="connsiteY24" fmla="*/ 5694454 h 6858000"/>
              <a:gd name="connsiteX25" fmla="*/ 5828270 w 7467600"/>
              <a:gd name="connsiteY25" fmla="*/ 6320663 h 6858000"/>
              <a:gd name="connsiteX26" fmla="*/ 5947416 w 7467600"/>
              <a:gd name="connsiteY26" fmla="*/ 6574846 h 6858000"/>
              <a:gd name="connsiteX27" fmla="*/ 5539432 w 7467600"/>
              <a:gd name="connsiteY27" fmla="*/ 5642928 h 6858000"/>
              <a:gd name="connsiteX28" fmla="*/ 51253 w 7467600"/>
              <a:gd name="connsiteY28" fmla="*/ 5631825 h 6858000"/>
              <a:gd name="connsiteX29" fmla="*/ 211622 w 7467600"/>
              <a:gd name="connsiteY29" fmla="*/ 5728803 h 6858000"/>
              <a:gd name="connsiteX30" fmla="*/ 371652 w 7467600"/>
              <a:gd name="connsiteY30" fmla="*/ 5829062 h 6858000"/>
              <a:gd name="connsiteX31" fmla="*/ 505903 w 7467600"/>
              <a:gd name="connsiteY31" fmla="*/ 5925221 h 6858000"/>
              <a:gd name="connsiteX32" fmla="*/ 899240 w 7467600"/>
              <a:gd name="connsiteY32" fmla="*/ 6153068 h 6858000"/>
              <a:gd name="connsiteX33" fmla="*/ 988114 w 7467600"/>
              <a:gd name="connsiteY33" fmla="*/ 6174204 h 6858000"/>
              <a:gd name="connsiteX34" fmla="*/ 845971 w 7467600"/>
              <a:gd name="connsiteY34" fmla="*/ 6067177 h 6858000"/>
              <a:gd name="connsiteX35" fmla="*/ 448057 w 7467600"/>
              <a:gd name="connsiteY35" fmla="*/ 5841376 h 6858000"/>
              <a:gd name="connsiteX36" fmla="*/ 51253 w 7467600"/>
              <a:gd name="connsiteY36" fmla="*/ 5631825 h 6858000"/>
              <a:gd name="connsiteX37" fmla="*/ 2606687 w 7467600"/>
              <a:gd name="connsiteY37" fmla="*/ 5630718 h 6858000"/>
              <a:gd name="connsiteX38" fmla="*/ 2645658 w 7467600"/>
              <a:gd name="connsiteY38" fmla="*/ 6640259 h 6858000"/>
              <a:gd name="connsiteX39" fmla="*/ 2606687 w 7467600"/>
              <a:gd name="connsiteY39" fmla="*/ 5630718 h 6858000"/>
              <a:gd name="connsiteX40" fmla="*/ 3642057 w 7467600"/>
              <a:gd name="connsiteY40" fmla="*/ 5573487 h 6858000"/>
              <a:gd name="connsiteX41" fmla="*/ 3632981 w 7467600"/>
              <a:gd name="connsiteY41" fmla="*/ 5579437 h 6858000"/>
              <a:gd name="connsiteX42" fmla="*/ 3382436 w 7467600"/>
              <a:gd name="connsiteY42" fmla="*/ 5952726 h 6858000"/>
              <a:gd name="connsiteX43" fmla="*/ 3191929 w 7467600"/>
              <a:gd name="connsiteY43" fmla="*/ 6662669 h 6858000"/>
              <a:gd name="connsiteX44" fmla="*/ 3369898 w 7467600"/>
              <a:gd name="connsiteY44" fmla="*/ 6081771 h 6858000"/>
              <a:gd name="connsiteX45" fmla="*/ 3642057 w 7467600"/>
              <a:gd name="connsiteY45" fmla="*/ 5573487 h 6858000"/>
              <a:gd name="connsiteX46" fmla="*/ 2650666 w 7467600"/>
              <a:gd name="connsiteY46" fmla="*/ 5530686 h 6858000"/>
              <a:gd name="connsiteX47" fmla="*/ 2650249 w 7467600"/>
              <a:gd name="connsiteY47" fmla="*/ 5532101 h 6858000"/>
              <a:gd name="connsiteX48" fmla="*/ 2663808 w 7467600"/>
              <a:gd name="connsiteY48" fmla="*/ 6535215 h 6858000"/>
              <a:gd name="connsiteX49" fmla="*/ 2665418 w 7467600"/>
              <a:gd name="connsiteY49" fmla="*/ 6132756 h 6858000"/>
              <a:gd name="connsiteX50" fmla="*/ 2650666 w 7467600"/>
              <a:gd name="connsiteY50" fmla="*/ 5530686 h 6858000"/>
              <a:gd name="connsiteX51" fmla="*/ 2680277 w 7467600"/>
              <a:gd name="connsiteY51" fmla="*/ 5479204 h 6858000"/>
              <a:gd name="connsiteX52" fmla="*/ 2678972 w 7467600"/>
              <a:gd name="connsiteY52" fmla="*/ 5481582 h 6858000"/>
              <a:gd name="connsiteX53" fmla="*/ 2696666 w 7467600"/>
              <a:gd name="connsiteY53" fmla="*/ 6133836 h 6858000"/>
              <a:gd name="connsiteX54" fmla="*/ 2695769 w 7467600"/>
              <a:gd name="connsiteY54" fmla="*/ 6390955 h 6858000"/>
              <a:gd name="connsiteX55" fmla="*/ 2739893 w 7467600"/>
              <a:gd name="connsiteY55" fmla="*/ 6108357 h 6858000"/>
              <a:gd name="connsiteX56" fmla="*/ 2680277 w 7467600"/>
              <a:gd name="connsiteY56" fmla="*/ 5479204 h 6858000"/>
              <a:gd name="connsiteX57" fmla="*/ 1132195 w 7467600"/>
              <a:gd name="connsiteY57" fmla="*/ 5467980 h 6858000"/>
              <a:gd name="connsiteX58" fmla="*/ 1679056 w 7467600"/>
              <a:gd name="connsiteY58" fmla="*/ 5516907 h 6858000"/>
              <a:gd name="connsiteX59" fmla="*/ 2128648 w 7467600"/>
              <a:gd name="connsiteY59" fmla="*/ 5474249 h 6858000"/>
              <a:gd name="connsiteX60" fmla="*/ 1825619 w 7467600"/>
              <a:gd name="connsiteY60" fmla="*/ 5478447 h 6858000"/>
              <a:gd name="connsiteX61" fmla="*/ 1737798 w 7467600"/>
              <a:gd name="connsiteY61" fmla="*/ 5483353 h 6858000"/>
              <a:gd name="connsiteX62" fmla="*/ 1132195 w 7467600"/>
              <a:gd name="connsiteY62" fmla="*/ 5467980 h 6858000"/>
              <a:gd name="connsiteX63" fmla="*/ 1456157 w 7467600"/>
              <a:gd name="connsiteY63" fmla="*/ 5371404 h 6858000"/>
              <a:gd name="connsiteX64" fmla="*/ 1244432 w 7467600"/>
              <a:gd name="connsiteY64" fmla="*/ 5385601 h 6858000"/>
              <a:gd name="connsiteX65" fmla="*/ 973990 w 7467600"/>
              <a:gd name="connsiteY65" fmla="*/ 5424940 h 6858000"/>
              <a:gd name="connsiteX66" fmla="*/ 1103809 w 7467600"/>
              <a:gd name="connsiteY66" fmla="*/ 5433720 h 6858000"/>
              <a:gd name="connsiteX67" fmla="*/ 1123454 w 7467600"/>
              <a:gd name="connsiteY67" fmla="*/ 5435727 h 6858000"/>
              <a:gd name="connsiteX68" fmla="*/ 1737017 w 7467600"/>
              <a:gd name="connsiteY68" fmla="*/ 5452183 h 6858000"/>
              <a:gd name="connsiteX69" fmla="*/ 1824397 w 7467600"/>
              <a:gd name="connsiteY69" fmla="*/ 5447757 h 6858000"/>
              <a:gd name="connsiteX70" fmla="*/ 2070059 w 7467600"/>
              <a:gd name="connsiteY70" fmla="*/ 5441660 h 6858000"/>
              <a:gd name="connsiteX71" fmla="*/ 1456157 w 7467600"/>
              <a:gd name="connsiteY71" fmla="*/ 5371404 h 6858000"/>
              <a:gd name="connsiteX72" fmla="*/ 4988186 w 7467600"/>
              <a:gd name="connsiteY72" fmla="*/ 5216467 h 6858000"/>
              <a:gd name="connsiteX73" fmla="*/ 4777334 w 7467600"/>
              <a:gd name="connsiteY73" fmla="*/ 5406072 h 6858000"/>
              <a:gd name="connsiteX74" fmla="*/ 4718341 w 7467600"/>
              <a:gd name="connsiteY74" fmla="*/ 5468043 h 6858000"/>
              <a:gd name="connsiteX75" fmla="*/ 4604655 w 7467600"/>
              <a:gd name="connsiteY75" fmla="*/ 5583434 h 6858000"/>
              <a:gd name="connsiteX76" fmla="*/ 4565074 w 7467600"/>
              <a:gd name="connsiteY76" fmla="*/ 5618550 h 6858000"/>
              <a:gd name="connsiteX77" fmla="*/ 4988186 w 7467600"/>
              <a:gd name="connsiteY77" fmla="*/ 5216467 h 6858000"/>
              <a:gd name="connsiteX78" fmla="*/ 4978032 w 7467600"/>
              <a:gd name="connsiteY78" fmla="*/ 5183809 h 6858000"/>
              <a:gd name="connsiteX79" fmla="*/ 4463413 w 7467600"/>
              <a:gd name="connsiteY79" fmla="*/ 5615162 h 6858000"/>
              <a:gd name="connsiteX80" fmla="*/ 4358134 w 7467600"/>
              <a:gd name="connsiteY80" fmla="*/ 5742791 h 6858000"/>
              <a:gd name="connsiteX81" fmla="*/ 4376219 w 7467600"/>
              <a:gd name="connsiteY81" fmla="*/ 5729027 h 6858000"/>
              <a:gd name="connsiteX82" fmla="*/ 4582340 w 7467600"/>
              <a:gd name="connsiteY82" fmla="*/ 5561037 h 6858000"/>
              <a:gd name="connsiteX83" fmla="*/ 4694684 w 7467600"/>
              <a:gd name="connsiteY83" fmla="*/ 5447098 h 6858000"/>
              <a:gd name="connsiteX84" fmla="*/ 4754123 w 7467600"/>
              <a:gd name="connsiteY84" fmla="*/ 5384643 h 6858000"/>
              <a:gd name="connsiteX85" fmla="*/ 4978032 w 7467600"/>
              <a:gd name="connsiteY85" fmla="*/ 5183809 h 6858000"/>
              <a:gd name="connsiteX86" fmla="*/ 1903353 w 7467600"/>
              <a:gd name="connsiteY86" fmla="*/ 5044827 h 6858000"/>
              <a:gd name="connsiteX87" fmla="*/ 1936931 w 7467600"/>
              <a:gd name="connsiteY87" fmla="*/ 5093954 h 6858000"/>
              <a:gd name="connsiteX88" fmla="*/ 2195868 w 7467600"/>
              <a:gd name="connsiteY88" fmla="*/ 5396574 h 6858000"/>
              <a:gd name="connsiteX89" fmla="*/ 2088852 w 7467600"/>
              <a:gd name="connsiteY89" fmla="*/ 5166123 h 6858000"/>
              <a:gd name="connsiteX90" fmla="*/ 1958241 w 7467600"/>
              <a:gd name="connsiteY90" fmla="*/ 5067955 h 6858000"/>
              <a:gd name="connsiteX91" fmla="*/ 1903353 w 7467600"/>
              <a:gd name="connsiteY91" fmla="*/ 5044827 h 6858000"/>
              <a:gd name="connsiteX92" fmla="*/ 1979378 w 7467600"/>
              <a:gd name="connsiteY92" fmla="*/ 4769504 h 6858000"/>
              <a:gd name="connsiteX93" fmla="*/ 2882120 w 7467600"/>
              <a:gd name="connsiteY93" fmla="*/ 5064547 h 6858000"/>
              <a:gd name="connsiteX94" fmla="*/ 2793103 w 7467600"/>
              <a:gd name="connsiteY94" fmla="*/ 5039699 h 6858000"/>
              <a:gd name="connsiteX95" fmla="*/ 2770041 w 7467600"/>
              <a:gd name="connsiteY95" fmla="*/ 5033634 h 6858000"/>
              <a:gd name="connsiteX96" fmla="*/ 1979378 w 7467600"/>
              <a:gd name="connsiteY96" fmla="*/ 4769504 h 6858000"/>
              <a:gd name="connsiteX97" fmla="*/ 1927410 w 7467600"/>
              <a:gd name="connsiteY97" fmla="*/ 4716164 h 6858000"/>
              <a:gd name="connsiteX98" fmla="*/ 1959587 w 7467600"/>
              <a:gd name="connsiteY98" fmla="*/ 4728849 h 6858000"/>
              <a:gd name="connsiteX99" fmla="*/ 2777707 w 7467600"/>
              <a:gd name="connsiteY99" fmla="*/ 5003991 h 6858000"/>
              <a:gd name="connsiteX100" fmla="*/ 2800768 w 7467600"/>
              <a:gd name="connsiteY100" fmla="*/ 5010056 h 6858000"/>
              <a:gd name="connsiteX101" fmla="*/ 2879408 w 7467600"/>
              <a:gd name="connsiteY101" fmla="*/ 5031590 h 6858000"/>
              <a:gd name="connsiteX102" fmla="*/ 2862295 w 7467600"/>
              <a:gd name="connsiteY102" fmla="*/ 5022958 h 6858000"/>
              <a:gd name="connsiteX103" fmla="*/ 2813343 w 7467600"/>
              <a:gd name="connsiteY103" fmla="*/ 4998369 h 6858000"/>
              <a:gd name="connsiteX104" fmla="*/ 2646245 w 7467600"/>
              <a:gd name="connsiteY104" fmla="*/ 4930999 h 6858000"/>
              <a:gd name="connsiteX105" fmla="*/ 1999243 w 7467600"/>
              <a:gd name="connsiteY105" fmla="*/ 4730524 h 6858000"/>
              <a:gd name="connsiteX106" fmla="*/ 1979527 w 7467600"/>
              <a:gd name="connsiteY106" fmla="*/ 4726651 h 6858000"/>
              <a:gd name="connsiteX107" fmla="*/ 1927410 w 7467600"/>
              <a:gd name="connsiteY107" fmla="*/ 4716164 h 6858000"/>
              <a:gd name="connsiteX108" fmla="*/ 1997014 w 7467600"/>
              <a:gd name="connsiteY108" fmla="*/ 4698007 h 6858000"/>
              <a:gd name="connsiteX109" fmla="*/ 2005458 w 7467600"/>
              <a:gd name="connsiteY109" fmla="*/ 4699540 h 6858000"/>
              <a:gd name="connsiteX110" fmla="*/ 2657186 w 7467600"/>
              <a:gd name="connsiteY110" fmla="*/ 4901687 h 6858000"/>
              <a:gd name="connsiteX111" fmla="*/ 2826662 w 7467600"/>
              <a:gd name="connsiteY111" fmla="*/ 4970362 h 6858000"/>
              <a:gd name="connsiteX112" fmla="*/ 2876100 w 7467600"/>
              <a:gd name="connsiteY112" fmla="*/ 4995397 h 6858000"/>
              <a:gd name="connsiteX113" fmla="*/ 3042600 w 7467600"/>
              <a:gd name="connsiteY113" fmla="*/ 5059532 h 6858000"/>
              <a:gd name="connsiteX114" fmla="*/ 1997014 w 7467600"/>
              <a:gd name="connsiteY114" fmla="*/ 4698007 h 6858000"/>
              <a:gd name="connsiteX115" fmla="*/ 2305292 w 7467600"/>
              <a:gd name="connsiteY115" fmla="*/ 4219492 h 6858000"/>
              <a:gd name="connsiteX116" fmla="*/ 3360922 w 7467600"/>
              <a:gd name="connsiteY116" fmla="*/ 4529373 h 6858000"/>
              <a:gd name="connsiteX117" fmla="*/ 3492420 w 7467600"/>
              <a:gd name="connsiteY117" fmla="*/ 4510145 h 6858000"/>
              <a:gd name="connsiteX118" fmla="*/ 3364086 w 7467600"/>
              <a:gd name="connsiteY118" fmla="*/ 4480340 h 6858000"/>
              <a:gd name="connsiteX119" fmla="*/ 3225818 w 7467600"/>
              <a:gd name="connsiteY119" fmla="*/ 4411822 h 6858000"/>
              <a:gd name="connsiteX120" fmla="*/ 3129696 w 7467600"/>
              <a:gd name="connsiteY120" fmla="*/ 4360704 h 6858000"/>
              <a:gd name="connsiteX121" fmla="*/ 2814545 w 7467600"/>
              <a:gd name="connsiteY121" fmla="*/ 4282955 h 6858000"/>
              <a:gd name="connsiteX122" fmla="*/ 2305292 w 7467600"/>
              <a:gd name="connsiteY122" fmla="*/ 4219492 h 6858000"/>
              <a:gd name="connsiteX123" fmla="*/ 2626982 w 7467600"/>
              <a:gd name="connsiteY123" fmla="*/ 4206450 h 6858000"/>
              <a:gd name="connsiteX124" fmla="*/ 2490617 w 7467600"/>
              <a:gd name="connsiteY124" fmla="*/ 4206951 h 6858000"/>
              <a:gd name="connsiteX125" fmla="*/ 2819869 w 7467600"/>
              <a:gd name="connsiteY125" fmla="*/ 4252936 h 6858000"/>
              <a:gd name="connsiteX126" fmla="*/ 3143018 w 7467600"/>
              <a:gd name="connsiteY126" fmla="*/ 4332698 h 6858000"/>
              <a:gd name="connsiteX127" fmla="*/ 3241520 w 7467600"/>
              <a:gd name="connsiteY127" fmla="*/ 4385112 h 6858000"/>
              <a:gd name="connsiteX128" fmla="*/ 3374575 w 7467600"/>
              <a:gd name="connsiteY128" fmla="*/ 4451517 h 6858000"/>
              <a:gd name="connsiteX129" fmla="*/ 3505221 w 7467600"/>
              <a:gd name="connsiteY129" fmla="*/ 4480757 h 6858000"/>
              <a:gd name="connsiteX130" fmla="*/ 2626982 w 7467600"/>
              <a:gd name="connsiteY130" fmla="*/ 4206450 h 6858000"/>
              <a:gd name="connsiteX131" fmla="*/ 1310106 w 7467600"/>
              <a:gd name="connsiteY131" fmla="*/ 3943217 h 6858000"/>
              <a:gd name="connsiteX132" fmla="*/ 854994 w 7467600"/>
              <a:gd name="connsiteY132" fmla="*/ 4399136 h 6858000"/>
              <a:gd name="connsiteX133" fmla="*/ 742462 w 7467600"/>
              <a:gd name="connsiteY133" fmla="*/ 4594648 h 6858000"/>
              <a:gd name="connsiteX134" fmla="*/ 820602 w 7467600"/>
              <a:gd name="connsiteY134" fmla="*/ 4485915 h 6858000"/>
              <a:gd name="connsiteX135" fmla="*/ 878295 w 7467600"/>
              <a:gd name="connsiteY135" fmla="*/ 4403594 h 6858000"/>
              <a:gd name="connsiteX136" fmla="*/ 1240607 w 7467600"/>
              <a:gd name="connsiteY136" fmla="*/ 4010401 h 6858000"/>
              <a:gd name="connsiteX137" fmla="*/ 1310106 w 7467600"/>
              <a:gd name="connsiteY137" fmla="*/ 3943217 h 6858000"/>
              <a:gd name="connsiteX138" fmla="*/ 1423113 w 7467600"/>
              <a:gd name="connsiteY138" fmla="*/ 3874565 h 6858000"/>
              <a:gd name="connsiteX139" fmla="*/ 1260565 w 7467600"/>
              <a:gd name="connsiteY139" fmla="*/ 4031982 h 6858000"/>
              <a:gd name="connsiteX140" fmla="*/ 901900 w 7467600"/>
              <a:gd name="connsiteY140" fmla="*/ 4421236 h 6858000"/>
              <a:gd name="connsiteX141" fmla="*/ 845044 w 7467600"/>
              <a:gd name="connsiteY141" fmla="*/ 4502436 h 6858000"/>
              <a:gd name="connsiteX142" fmla="*/ 685926 w 7467600"/>
              <a:gd name="connsiteY142" fmla="*/ 4703069 h 6858000"/>
              <a:gd name="connsiteX143" fmla="*/ 684248 w 7467600"/>
              <a:gd name="connsiteY143" fmla="*/ 4706721 h 6858000"/>
              <a:gd name="connsiteX144" fmla="*/ 1423113 w 7467600"/>
              <a:gd name="connsiteY144" fmla="*/ 3874565 h 6858000"/>
              <a:gd name="connsiteX145" fmla="*/ 3316479 w 7467600"/>
              <a:gd name="connsiteY145" fmla="*/ 3872136 h 6858000"/>
              <a:gd name="connsiteX146" fmla="*/ 3546806 w 7467600"/>
              <a:gd name="connsiteY146" fmla="*/ 4356139 h 6858000"/>
              <a:gd name="connsiteX147" fmla="*/ 3364433 w 7467600"/>
              <a:gd name="connsiteY147" fmla="*/ 3953121 h 6858000"/>
              <a:gd name="connsiteX148" fmla="*/ 3316479 w 7467600"/>
              <a:gd name="connsiteY148" fmla="*/ 3872136 h 6858000"/>
              <a:gd name="connsiteX149" fmla="*/ 3291335 w 7467600"/>
              <a:gd name="connsiteY149" fmla="*/ 3767420 h 6858000"/>
              <a:gd name="connsiteX150" fmla="*/ 3390805 w 7467600"/>
              <a:gd name="connsiteY150" fmla="*/ 3937163 h 6858000"/>
              <a:gd name="connsiteX151" fmla="*/ 3579062 w 7467600"/>
              <a:gd name="connsiteY151" fmla="*/ 4359040 h 6858000"/>
              <a:gd name="connsiteX152" fmla="*/ 3467355 w 7467600"/>
              <a:gd name="connsiteY152" fmla="*/ 3988130 h 6858000"/>
              <a:gd name="connsiteX153" fmla="*/ 3310753 w 7467600"/>
              <a:gd name="connsiteY153" fmla="*/ 3787140 h 6858000"/>
              <a:gd name="connsiteX154" fmla="*/ 3291335 w 7467600"/>
              <a:gd name="connsiteY154" fmla="*/ 3767420 h 6858000"/>
              <a:gd name="connsiteX155" fmla="*/ 1635889 w 7467600"/>
              <a:gd name="connsiteY155" fmla="*/ 3709494 h 6858000"/>
              <a:gd name="connsiteX156" fmla="*/ 1634800 w 7467600"/>
              <a:gd name="connsiteY156" fmla="*/ 3731111 h 6858000"/>
              <a:gd name="connsiteX157" fmla="*/ 1635889 w 7467600"/>
              <a:gd name="connsiteY157" fmla="*/ 3709494 h 6858000"/>
              <a:gd name="connsiteX158" fmla="*/ 1510397 w 7467600"/>
              <a:gd name="connsiteY158" fmla="*/ 3684705 h 6858000"/>
              <a:gd name="connsiteX159" fmla="*/ 1146550 w 7467600"/>
              <a:gd name="connsiteY159" fmla="*/ 3802012 h 6858000"/>
              <a:gd name="connsiteX160" fmla="*/ 698834 w 7467600"/>
              <a:gd name="connsiteY160" fmla="*/ 3952272 h 6858000"/>
              <a:gd name="connsiteX161" fmla="*/ 34256 w 7467600"/>
              <a:gd name="connsiteY161" fmla="*/ 4347603 h 6858000"/>
              <a:gd name="connsiteX162" fmla="*/ 527241 w 7467600"/>
              <a:gd name="connsiteY162" fmla="*/ 4065078 h 6858000"/>
              <a:gd name="connsiteX163" fmla="*/ 1510397 w 7467600"/>
              <a:gd name="connsiteY163" fmla="*/ 3684705 h 6858000"/>
              <a:gd name="connsiteX164" fmla="*/ 1313114 w 7467600"/>
              <a:gd name="connsiteY164" fmla="*/ 3655216 h 6858000"/>
              <a:gd name="connsiteX165" fmla="*/ 1109304 w 7467600"/>
              <a:gd name="connsiteY165" fmla="*/ 3669030 h 6858000"/>
              <a:gd name="connsiteX166" fmla="*/ 8129 w 7467600"/>
              <a:gd name="connsiteY166" fmla="*/ 4330519 h 6858000"/>
              <a:gd name="connsiteX167" fmla="*/ 687572 w 7467600"/>
              <a:gd name="connsiteY167" fmla="*/ 3925629 h 6858000"/>
              <a:gd name="connsiteX168" fmla="*/ 1138365 w 7467600"/>
              <a:gd name="connsiteY168" fmla="*/ 3774515 h 6858000"/>
              <a:gd name="connsiteX169" fmla="*/ 1505579 w 7467600"/>
              <a:gd name="connsiteY169" fmla="*/ 3655526 h 6858000"/>
              <a:gd name="connsiteX170" fmla="*/ 1313114 w 7467600"/>
              <a:gd name="connsiteY170" fmla="*/ 3655216 h 6858000"/>
              <a:gd name="connsiteX171" fmla="*/ 3655073 w 7467600"/>
              <a:gd name="connsiteY171" fmla="*/ 3650884 h 6858000"/>
              <a:gd name="connsiteX172" fmla="*/ 3989938 w 7467600"/>
              <a:gd name="connsiteY172" fmla="*/ 3991685 h 6858000"/>
              <a:gd name="connsiteX173" fmla="*/ 4393907 w 7467600"/>
              <a:gd name="connsiteY173" fmla="*/ 4261258 h 6858000"/>
              <a:gd name="connsiteX174" fmla="*/ 4648051 w 7467600"/>
              <a:gd name="connsiteY174" fmla="*/ 4374051 h 6858000"/>
              <a:gd name="connsiteX175" fmla="*/ 4383389 w 7467600"/>
              <a:gd name="connsiteY175" fmla="*/ 4184369 h 6858000"/>
              <a:gd name="connsiteX176" fmla="*/ 4165508 w 7467600"/>
              <a:gd name="connsiteY176" fmla="*/ 4035196 h 6858000"/>
              <a:gd name="connsiteX177" fmla="*/ 4068162 w 7467600"/>
              <a:gd name="connsiteY177" fmla="*/ 3953394 h 6858000"/>
              <a:gd name="connsiteX178" fmla="*/ 3981416 w 7467600"/>
              <a:gd name="connsiteY178" fmla="*/ 3880482 h 6858000"/>
              <a:gd name="connsiteX179" fmla="*/ 3800147 w 7467600"/>
              <a:gd name="connsiteY179" fmla="*/ 3749872 h 6858000"/>
              <a:gd name="connsiteX180" fmla="*/ 3655073 w 7467600"/>
              <a:gd name="connsiteY180" fmla="*/ 3650884 h 6858000"/>
              <a:gd name="connsiteX181" fmla="*/ 3670252 w 7467600"/>
              <a:gd name="connsiteY181" fmla="*/ 3622798 h 6858000"/>
              <a:gd name="connsiteX182" fmla="*/ 3817258 w 7467600"/>
              <a:gd name="connsiteY182" fmla="*/ 3723577 h 6858000"/>
              <a:gd name="connsiteX183" fmla="*/ 4000461 w 7467600"/>
              <a:gd name="connsiteY183" fmla="*/ 3855966 h 6858000"/>
              <a:gd name="connsiteX184" fmla="*/ 4088180 w 7467600"/>
              <a:gd name="connsiteY184" fmla="*/ 3929774 h 6858000"/>
              <a:gd name="connsiteX185" fmla="*/ 4184555 w 7467600"/>
              <a:gd name="connsiteY185" fmla="*/ 4010683 h 6858000"/>
              <a:gd name="connsiteX186" fmla="*/ 4399563 w 7467600"/>
              <a:gd name="connsiteY186" fmla="*/ 4158106 h 6858000"/>
              <a:gd name="connsiteX187" fmla="*/ 4684469 w 7467600"/>
              <a:gd name="connsiteY187" fmla="*/ 4364680 h 6858000"/>
              <a:gd name="connsiteX188" fmla="*/ 4690271 w 7467600"/>
              <a:gd name="connsiteY188" fmla="*/ 4370034 h 6858000"/>
              <a:gd name="connsiteX189" fmla="*/ 4136093 w 7467600"/>
              <a:gd name="connsiteY189" fmla="*/ 3858466 h 6858000"/>
              <a:gd name="connsiteX190" fmla="*/ 3670252 w 7467600"/>
              <a:gd name="connsiteY190" fmla="*/ 3622798 h 6858000"/>
              <a:gd name="connsiteX191" fmla="*/ 4440129 w 7467600"/>
              <a:gd name="connsiteY191" fmla="*/ 3448571 h 6858000"/>
              <a:gd name="connsiteX192" fmla="*/ 4856525 w 7467600"/>
              <a:gd name="connsiteY192" fmla="*/ 3915351 h 6858000"/>
              <a:gd name="connsiteX193" fmla="*/ 5059055 w 7467600"/>
              <a:gd name="connsiteY193" fmla="*/ 4108918 h 6858000"/>
              <a:gd name="connsiteX194" fmla="*/ 5290070 w 7467600"/>
              <a:gd name="connsiteY194" fmla="*/ 4263619 h 6858000"/>
              <a:gd name="connsiteX195" fmla="*/ 4834991 w 7467600"/>
              <a:gd name="connsiteY195" fmla="*/ 3830985 h 6858000"/>
              <a:gd name="connsiteX196" fmla="*/ 4440129 w 7467600"/>
              <a:gd name="connsiteY196" fmla="*/ 3448571 h 6858000"/>
              <a:gd name="connsiteX197" fmla="*/ 4441737 w 7467600"/>
              <a:gd name="connsiteY197" fmla="*/ 3399734 h 6858000"/>
              <a:gd name="connsiteX198" fmla="*/ 4431236 w 7467600"/>
              <a:gd name="connsiteY198" fmla="*/ 3400954 h 6858000"/>
              <a:gd name="connsiteX199" fmla="*/ 4557150 w 7467600"/>
              <a:gd name="connsiteY199" fmla="*/ 3510023 h 6858000"/>
              <a:gd name="connsiteX200" fmla="*/ 4856936 w 7467600"/>
              <a:gd name="connsiteY200" fmla="*/ 3809146 h 6858000"/>
              <a:gd name="connsiteX201" fmla="*/ 5111996 w 7467600"/>
              <a:gd name="connsiteY201" fmla="*/ 4065759 h 6858000"/>
              <a:gd name="connsiteX202" fmla="*/ 5388878 w 7467600"/>
              <a:gd name="connsiteY202" fmla="*/ 4300185 h 6858000"/>
              <a:gd name="connsiteX203" fmla="*/ 5425556 w 7467600"/>
              <a:gd name="connsiteY203" fmla="*/ 4308967 h 6858000"/>
              <a:gd name="connsiteX204" fmla="*/ 4943646 w 7467600"/>
              <a:gd name="connsiteY204" fmla="*/ 3822916 h 6858000"/>
              <a:gd name="connsiteX205" fmla="*/ 4594837 w 7467600"/>
              <a:gd name="connsiteY205" fmla="*/ 3532274 h 6858000"/>
              <a:gd name="connsiteX206" fmla="*/ 4441737 w 7467600"/>
              <a:gd name="connsiteY206" fmla="*/ 3399734 h 6858000"/>
              <a:gd name="connsiteX207" fmla="*/ 5425834 w 7467600"/>
              <a:gd name="connsiteY207" fmla="*/ 3162785 h 6858000"/>
              <a:gd name="connsiteX208" fmla="*/ 5401644 w 7467600"/>
              <a:gd name="connsiteY208" fmla="*/ 3617847 h 6858000"/>
              <a:gd name="connsiteX209" fmla="*/ 5467256 w 7467600"/>
              <a:gd name="connsiteY209" fmla="*/ 4175494 h 6858000"/>
              <a:gd name="connsiteX210" fmla="*/ 5448069 w 7467600"/>
              <a:gd name="connsiteY210" fmla="*/ 3567554 h 6858000"/>
              <a:gd name="connsiteX211" fmla="*/ 5425834 w 7467600"/>
              <a:gd name="connsiteY211" fmla="*/ 3162785 h 6858000"/>
              <a:gd name="connsiteX212" fmla="*/ 1318687 w 7467600"/>
              <a:gd name="connsiteY212" fmla="*/ 3113840 h 6858000"/>
              <a:gd name="connsiteX213" fmla="*/ 1066793 w 7467600"/>
              <a:gd name="connsiteY213" fmla="*/ 3212171 h 6858000"/>
              <a:gd name="connsiteX214" fmla="*/ 993319 w 7467600"/>
              <a:gd name="connsiteY214" fmla="*/ 3247648 h 6858000"/>
              <a:gd name="connsiteX215" fmla="*/ 853081 w 7467600"/>
              <a:gd name="connsiteY215" fmla="*/ 3312410 h 6858000"/>
              <a:gd name="connsiteX216" fmla="*/ 805957 w 7467600"/>
              <a:gd name="connsiteY216" fmla="*/ 3330443 h 6858000"/>
              <a:gd name="connsiteX217" fmla="*/ 1318687 w 7467600"/>
              <a:gd name="connsiteY217" fmla="*/ 3113840 h 6858000"/>
              <a:gd name="connsiteX218" fmla="*/ 5453702 w 7467600"/>
              <a:gd name="connsiteY218" fmla="*/ 3090882 h 6858000"/>
              <a:gd name="connsiteX219" fmla="*/ 5480135 w 7467600"/>
              <a:gd name="connsiteY219" fmla="*/ 3565802 h 6858000"/>
              <a:gd name="connsiteX220" fmla="*/ 5499023 w 7467600"/>
              <a:gd name="connsiteY220" fmla="*/ 4166310 h 6858000"/>
              <a:gd name="connsiteX221" fmla="*/ 5547022 w 7467600"/>
              <a:gd name="connsiteY221" fmla="*/ 3607838 h 6858000"/>
              <a:gd name="connsiteX222" fmla="*/ 5515964 w 7467600"/>
              <a:gd name="connsiteY222" fmla="*/ 3378541 h 6858000"/>
              <a:gd name="connsiteX223" fmla="*/ 5453702 w 7467600"/>
              <a:gd name="connsiteY223" fmla="*/ 3090882 h 6858000"/>
              <a:gd name="connsiteX224" fmla="*/ 1238695 w 7467600"/>
              <a:gd name="connsiteY224" fmla="*/ 3076820 h 6858000"/>
              <a:gd name="connsiteX225" fmla="*/ 716371 w 7467600"/>
              <a:gd name="connsiteY225" fmla="*/ 3293249 h 6858000"/>
              <a:gd name="connsiteX226" fmla="*/ 579522 w 7467600"/>
              <a:gd name="connsiteY226" fmla="*/ 3371759 h 6858000"/>
              <a:gd name="connsiteX227" fmla="*/ 600288 w 7467600"/>
              <a:gd name="connsiteY227" fmla="*/ 3365555 h 6858000"/>
              <a:gd name="connsiteX228" fmla="*/ 840692 w 7467600"/>
              <a:gd name="connsiteY228" fmla="*/ 3284921 h 6858000"/>
              <a:gd name="connsiteX229" fmla="*/ 979248 w 7467600"/>
              <a:gd name="connsiteY229" fmla="*/ 3221003 h 6858000"/>
              <a:gd name="connsiteX230" fmla="*/ 1053282 w 7467600"/>
              <a:gd name="connsiteY230" fmla="*/ 3185247 h 6858000"/>
              <a:gd name="connsiteX231" fmla="*/ 1320603 w 7467600"/>
              <a:gd name="connsiteY231" fmla="*/ 3081281 h 6858000"/>
              <a:gd name="connsiteX232" fmla="*/ 1238695 w 7467600"/>
              <a:gd name="connsiteY232" fmla="*/ 3076820 h 6858000"/>
              <a:gd name="connsiteX233" fmla="*/ 5425627 w 7467600"/>
              <a:gd name="connsiteY233" fmla="*/ 2954192 h 6858000"/>
              <a:gd name="connsiteX234" fmla="*/ 5470770 w 7467600"/>
              <a:gd name="connsiteY234" fmla="*/ 3005435 h 6858000"/>
              <a:gd name="connsiteX235" fmla="*/ 5519779 w 7467600"/>
              <a:gd name="connsiteY235" fmla="*/ 4359223 h 6858000"/>
              <a:gd name="connsiteX236" fmla="*/ 5520293 w 7467600"/>
              <a:gd name="connsiteY236" fmla="*/ 4360602 h 6858000"/>
              <a:gd name="connsiteX237" fmla="*/ 5767221 w 7467600"/>
              <a:gd name="connsiteY237" fmla="*/ 4665564 h 6858000"/>
              <a:gd name="connsiteX238" fmla="*/ 6937169 w 7467600"/>
              <a:gd name="connsiteY238" fmla="*/ 4815941 h 6858000"/>
              <a:gd name="connsiteX239" fmla="*/ 6953922 w 7467600"/>
              <a:gd name="connsiteY239" fmla="*/ 4890068 h 6858000"/>
              <a:gd name="connsiteX240" fmla="*/ 6071359 w 7467600"/>
              <a:gd name="connsiteY240" fmla="*/ 4770770 h 6858000"/>
              <a:gd name="connsiteX241" fmla="*/ 6038839 w 7467600"/>
              <a:gd name="connsiteY241" fmla="*/ 4764474 h 6858000"/>
              <a:gd name="connsiteX242" fmla="*/ 6038706 w 7467600"/>
              <a:gd name="connsiteY242" fmla="*/ 4763847 h 6858000"/>
              <a:gd name="connsiteX243" fmla="*/ 6037784 w 7467600"/>
              <a:gd name="connsiteY243" fmla="*/ 4764270 h 6858000"/>
              <a:gd name="connsiteX244" fmla="*/ 6038839 w 7467600"/>
              <a:gd name="connsiteY244" fmla="*/ 4764474 h 6858000"/>
              <a:gd name="connsiteX245" fmla="*/ 6040338 w 7467600"/>
              <a:gd name="connsiteY245" fmla="*/ 4771418 h 6858000"/>
              <a:gd name="connsiteX246" fmla="*/ 6024488 w 7467600"/>
              <a:gd name="connsiteY246" fmla="*/ 4809903 h 6858000"/>
              <a:gd name="connsiteX247" fmla="*/ 5599771 w 7467600"/>
              <a:gd name="connsiteY247" fmla="*/ 5509652 h 6858000"/>
              <a:gd name="connsiteX248" fmla="*/ 5548843 w 7467600"/>
              <a:gd name="connsiteY248" fmla="*/ 5563845 h 6858000"/>
              <a:gd name="connsiteX249" fmla="*/ 5940952 w 7467600"/>
              <a:gd name="connsiteY249" fmla="*/ 6250028 h 6858000"/>
              <a:gd name="connsiteX250" fmla="*/ 6043441 w 7467600"/>
              <a:gd name="connsiteY250" fmla="*/ 6665847 h 6858000"/>
              <a:gd name="connsiteX251" fmla="*/ 6093432 w 7467600"/>
              <a:gd name="connsiteY251" fmla="*/ 6858000 h 6858000"/>
              <a:gd name="connsiteX252" fmla="*/ 6034344 w 7467600"/>
              <a:gd name="connsiteY252" fmla="*/ 6858000 h 6858000"/>
              <a:gd name="connsiteX253" fmla="*/ 6026679 w 7467600"/>
              <a:gd name="connsiteY253" fmla="*/ 6836959 h 6858000"/>
              <a:gd name="connsiteX254" fmla="*/ 5800441 w 7467600"/>
              <a:gd name="connsiteY254" fmla="*/ 6335286 h 6858000"/>
              <a:gd name="connsiteX255" fmla="*/ 5526562 w 7467600"/>
              <a:gd name="connsiteY255" fmla="*/ 5705388 h 6858000"/>
              <a:gd name="connsiteX256" fmla="*/ 5519640 w 7467600"/>
              <a:gd name="connsiteY256" fmla="*/ 5683774 h 6858000"/>
              <a:gd name="connsiteX257" fmla="*/ 5844559 w 7467600"/>
              <a:gd name="connsiteY257" fmla="*/ 6553349 h 6858000"/>
              <a:gd name="connsiteX258" fmla="*/ 5975994 w 7467600"/>
              <a:gd name="connsiteY258" fmla="*/ 6858000 h 6858000"/>
              <a:gd name="connsiteX259" fmla="*/ 5898547 w 7467600"/>
              <a:gd name="connsiteY259" fmla="*/ 6858000 h 6858000"/>
              <a:gd name="connsiteX260" fmla="*/ 5682041 w 7467600"/>
              <a:gd name="connsiteY260" fmla="*/ 6355860 h 6858000"/>
              <a:gd name="connsiteX261" fmla="*/ 5461758 w 7467600"/>
              <a:gd name="connsiteY261" fmla="*/ 5820220 h 6858000"/>
              <a:gd name="connsiteX262" fmla="*/ 5237282 w 7467600"/>
              <a:gd name="connsiteY262" fmla="*/ 6579086 h 6858000"/>
              <a:gd name="connsiteX263" fmla="*/ 5115009 w 7467600"/>
              <a:gd name="connsiteY263" fmla="*/ 6858000 h 6858000"/>
              <a:gd name="connsiteX264" fmla="*/ 5028074 w 7467600"/>
              <a:gd name="connsiteY264" fmla="*/ 6858000 h 6858000"/>
              <a:gd name="connsiteX265" fmla="*/ 5079508 w 7467600"/>
              <a:gd name="connsiteY265" fmla="*/ 6749074 h 6858000"/>
              <a:gd name="connsiteX266" fmla="*/ 5371846 w 7467600"/>
              <a:gd name="connsiteY266" fmla="*/ 5924413 h 6858000"/>
              <a:gd name="connsiteX267" fmla="*/ 5270512 w 7467600"/>
              <a:gd name="connsiteY267" fmla="*/ 6138975 h 6858000"/>
              <a:gd name="connsiteX268" fmla="*/ 5062409 w 7467600"/>
              <a:gd name="connsiteY268" fmla="*/ 6653544 h 6858000"/>
              <a:gd name="connsiteX269" fmla="*/ 5036628 w 7467600"/>
              <a:gd name="connsiteY269" fmla="*/ 6754247 h 6858000"/>
              <a:gd name="connsiteX270" fmla="*/ 5009112 w 7467600"/>
              <a:gd name="connsiteY270" fmla="*/ 6858000 h 6858000"/>
              <a:gd name="connsiteX271" fmla="*/ 4976679 w 7467600"/>
              <a:gd name="connsiteY271" fmla="*/ 6858000 h 6858000"/>
              <a:gd name="connsiteX272" fmla="*/ 5006537 w 7467600"/>
              <a:gd name="connsiteY272" fmla="*/ 6747068 h 6858000"/>
              <a:gd name="connsiteX273" fmla="*/ 5032723 w 7467600"/>
              <a:gd name="connsiteY273" fmla="*/ 6644957 h 6858000"/>
              <a:gd name="connsiteX274" fmla="*/ 5242949 w 7467600"/>
              <a:gd name="connsiteY274" fmla="*/ 6125175 h 6858000"/>
              <a:gd name="connsiteX275" fmla="*/ 5286321 w 7467600"/>
              <a:gd name="connsiteY275" fmla="*/ 6033555 h 6858000"/>
              <a:gd name="connsiteX276" fmla="*/ 5008210 w 7467600"/>
              <a:gd name="connsiteY276" fmla="*/ 6649194 h 6858000"/>
              <a:gd name="connsiteX277" fmla="*/ 4986321 w 7467600"/>
              <a:gd name="connsiteY277" fmla="*/ 6765687 h 6858000"/>
              <a:gd name="connsiteX278" fmla="*/ 4973474 w 7467600"/>
              <a:gd name="connsiteY278" fmla="*/ 6858000 h 6858000"/>
              <a:gd name="connsiteX279" fmla="*/ 4907178 w 7467600"/>
              <a:gd name="connsiteY279" fmla="*/ 6858000 h 6858000"/>
              <a:gd name="connsiteX280" fmla="*/ 4910810 w 7467600"/>
              <a:gd name="connsiteY280" fmla="*/ 6829660 h 6858000"/>
              <a:gd name="connsiteX281" fmla="*/ 4987461 w 7467600"/>
              <a:gd name="connsiteY281" fmla="*/ 6432994 h 6858000"/>
              <a:gd name="connsiteX282" fmla="*/ 5179262 w 7467600"/>
              <a:gd name="connsiteY282" fmla="*/ 6035044 h 6858000"/>
              <a:gd name="connsiteX283" fmla="*/ 4689678 w 7467600"/>
              <a:gd name="connsiteY283" fmla="*/ 6440241 h 6858000"/>
              <a:gd name="connsiteX284" fmla="*/ 4477543 w 7467600"/>
              <a:gd name="connsiteY284" fmla="*/ 6674836 h 6858000"/>
              <a:gd name="connsiteX285" fmla="*/ 4329957 w 7467600"/>
              <a:gd name="connsiteY285" fmla="*/ 6858000 h 6858000"/>
              <a:gd name="connsiteX286" fmla="*/ 4218595 w 7467600"/>
              <a:gd name="connsiteY286" fmla="*/ 6858000 h 6858000"/>
              <a:gd name="connsiteX287" fmla="*/ 4368888 w 7467600"/>
              <a:gd name="connsiteY287" fmla="*/ 6668412 h 6858000"/>
              <a:gd name="connsiteX288" fmla="*/ 4563091 w 7467600"/>
              <a:gd name="connsiteY288" fmla="*/ 6442508 h 6858000"/>
              <a:gd name="connsiteX289" fmla="*/ 5387324 w 7467600"/>
              <a:gd name="connsiteY289" fmla="*/ 5705830 h 6858000"/>
              <a:gd name="connsiteX290" fmla="*/ 5073620 w 7467600"/>
              <a:gd name="connsiteY290" fmla="*/ 5955437 h 6858000"/>
              <a:gd name="connsiteX291" fmla="*/ 4689789 w 7467600"/>
              <a:gd name="connsiteY291" fmla="*/ 6268382 h 6858000"/>
              <a:gd name="connsiteX292" fmla="*/ 4418722 w 7467600"/>
              <a:gd name="connsiteY292" fmla="*/ 6570886 h 6858000"/>
              <a:gd name="connsiteX293" fmla="*/ 4214944 w 7467600"/>
              <a:gd name="connsiteY293" fmla="*/ 6858000 h 6858000"/>
              <a:gd name="connsiteX294" fmla="*/ 4177898 w 7467600"/>
              <a:gd name="connsiteY294" fmla="*/ 6858000 h 6858000"/>
              <a:gd name="connsiteX295" fmla="*/ 4391597 w 7467600"/>
              <a:gd name="connsiteY295" fmla="*/ 6556370 h 6858000"/>
              <a:gd name="connsiteX296" fmla="*/ 4668889 w 7467600"/>
              <a:gd name="connsiteY296" fmla="*/ 6246399 h 6858000"/>
              <a:gd name="connsiteX297" fmla="*/ 5055427 w 7467600"/>
              <a:gd name="connsiteY297" fmla="*/ 5931476 h 6858000"/>
              <a:gd name="connsiteX298" fmla="*/ 5371814 w 7467600"/>
              <a:gd name="connsiteY298" fmla="*/ 5678975 h 6858000"/>
              <a:gd name="connsiteX299" fmla="*/ 4987918 w 7467600"/>
              <a:gd name="connsiteY299" fmla="*/ 5838701 h 6858000"/>
              <a:gd name="connsiteX300" fmla="*/ 4317146 w 7467600"/>
              <a:gd name="connsiteY300" fmla="*/ 6587716 h 6858000"/>
              <a:gd name="connsiteX301" fmla="*/ 4171627 w 7467600"/>
              <a:gd name="connsiteY301" fmla="*/ 6858000 h 6858000"/>
              <a:gd name="connsiteX302" fmla="*/ 4081585 w 7467600"/>
              <a:gd name="connsiteY302" fmla="*/ 6858000 h 6858000"/>
              <a:gd name="connsiteX303" fmla="*/ 4238603 w 7467600"/>
              <a:gd name="connsiteY303" fmla="*/ 6559341 h 6858000"/>
              <a:gd name="connsiteX304" fmla="*/ 4778333 w 7467600"/>
              <a:gd name="connsiteY304" fmla="*/ 5873626 h 6858000"/>
              <a:gd name="connsiteX305" fmla="*/ 5414185 w 7467600"/>
              <a:gd name="connsiteY305" fmla="*/ 5573882 h 6858000"/>
              <a:gd name="connsiteX306" fmla="*/ 5959648 w 7467600"/>
              <a:gd name="connsiteY306" fmla="*/ 4760797 h 6858000"/>
              <a:gd name="connsiteX307" fmla="*/ 5355019 w 7467600"/>
              <a:gd name="connsiteY307" fmla="*/ 4734672 h 6858000"/>
              <a:gd name="connsiteX308" fmla="*/ 5083565 w 7467600"/>
              <a:gd name="connsiteY308" fmla="*/ 5179121 h 6858000"/>
              <a:gd name="connsiteX309" fmla="*/ 4713577 w 7467600"/>
              <a:gd name="connsiteY309" fmla="*/ 5616803 h 6858000"/>
              <a:gd name="connsiteX310" fmla="*/ 3989559 w 7467600"/>
              <a:gd name="connsiteY310" fmla="*/ 6145945 h 6858000"/>
              <a:gd name="connsiteX311" fmla="*/ 3939824 w 7467600"/>
              <a:gd name="connsiteY311" fmla="*/ 6066900 h 6858000"/>
              <a:gd name="connsiteX312" fmla="*/ 4584537 w 7467600"/>
              <a:gd name="connsiteY312" fmla="*/ 5324826 h 6858000"/>
              <a:gd name="connsiteX313" fmla="*/ 5037105 w 7467600"/>
              <a:gd name="connsiteY313" fmla="*/ 5088765 h 6858000"/>
              <a:gd name="connsiteX314" fmla="*/ 5039930 w 7467600"/>
              <a:gd name="connsiteY314" fmla="*/ 5089585 h 6858000"/>
              <a:gd name="connsiteX315" fmla="*/ 5263764 w 7467600"/>
              <a:gd name="connsiteY315" fmla="*/ 4735525 h 6858000"/>
              <a:gd name="connsiteX316" fmla="*/ 4086300 w 7467600"/>
              <a:gd name="connsiteY316" fmla="*/ 4884599 h 6858000"/>
              <a:gd name="connsiteX317" fmla="*/ 4085485 w 7467600"/>
              <a:gd name="connsiteY317" fmla="*/ 4899070 h 6858000"/>
              <a:gd name="connsiteX318" fmla="*/ 3871915 w 7467600"/>
              <a:gd name="connsiteY318" fmla="*/ 5253645 h 6858000"/>
              <a:gd name="connsiteX319" fmla="*/ 3799374 w 7467600"/>
              <a:gd name="connsiteY319" fmla="*/ 5466127 h 6858000"/>
              <a:gd name="connsiteX320" fmla="*/ 3498850 w 7467600"/>
              <a:gd name="connsiteY320" fmla="*/ 6661888 h 6858000"/>
              <a:gd name="connsiteX321" fmla="*/ 3399216 w 7467600"/>
              <a:gd name="connsiteY321" fmla="*/ 6858000 h 6858000"/>
              <a:gd name="connsiteX322" fmla="*/ 3303688 w 7467600"/>
              <a:gd name="connsiteY322" fmla="*/ 6858000 h 6858000"/>
              <a:gd name="connsiteX323" fmla="*/ 3391774 w 7467600"/>
              <a:gd name="connsiteY323" fmla="*/ 6697181 h 6858000"/>
              <a:gd name="connsiteX324" fmla="*/ 3735540 w 7467600"/>
              <a:gd name="connsiteY324" fmla="*/ 5546923 h 6858000"/>
              <a:gd name="connsiteX325" fmla="*/ 3729438 w 7467600"/>
              <a:gd name="connsiteY325" fmla="*/ 5569058 h 6858000"/>
              <a:gd name="connsiteX326" fmla="*/ 3707782 w 7467600"/>
              <a:gd name="connsiteY326" fmla="*/ 5644908 h 6858000"/>
              <a:gd name="connsiteX327" fmla="*/ 3583827 w 7467600"/>
              <a:gd name="connsiteY327" fmla="*/ 6039215 h 6858000"/>
              <a:gd name="connsiteX328" fmla="*/ 3547861 w 7467600"/>
              <a:gd name="connsiteY328" fmla="*/ 6129609 h 6858000"/>
              <a:gd name="connsiteX329" fmla="*/ 3490905 w 7467600"/>
              <a:gd name="connsiteY329" fmla="*/ 6277660 h 6858000"/>
              <a:gd name="connsiteX330" fmla="*/ 3455859 w 7467600"/>
              <a:gd name="connsiteY330" fmla="*/ 6391301 h 6858000"/>
              <a:gd name="connsiteX331" fmla="*/ 3429112 w 7467600"/>
              <a:gd name="connsiteY331" fmla="*/ 6479469 h 6858000"/>
              <a:gd name="connsiteX332" fmla="*/ 3304862 w 7467600"/>
              <a:gd name="connsiteY332" fmla="*/ 6796476 h 6858000"/>
              <a:gd name="connsiteX333" fmla="*/ 3276071 w 7467600"/>
              <a:gd name="connsiteY333" fmla="*/ 6858000 h 6858000"/>
              <a:gd name="connsiteX334" fmla="*/ 3240805 w 7467600"/>
              <a:gd name="connsiteY334" fmla="*/ 6858000 h 6858000"/>
              <a:gd name="connsiteX335" fmla="*/ 3275917 w 7467600"/>
              <a:gd name="connsiteY335" fmla="*/ 6783192 h 6858000"/>
              <a:gd name="connsiteX336" fmla="*/ 3399358 w 7467600"/>
              <a:gd name="connsiteY336" fmla="*/ 6469011 h 6858000"/>
              <a:gd name="connsiteX337" fmla="*/ 3425650 w 7467600"/>
              <a:gd name="connsiteY337" fmla="*/ 6381333 h 6858000"/>
              <a:gd name="connsiteX338" fmla="*/ 3460661 w 7467600"/>
              <a:gd name="connsiteY338" fmla="*/ 6266763 h 6858000"/>
              <a:gd name="connsiteX339" fmla="*/ 3518021 w 7467600"/>
              <a:gd name="connsiteY339" fmla="*/ 6117298 h 6858000"/>
              <a:gd name="connsiteX340" fmla="*/ 3554035 w 7467600"/>
              <a:gd name="connsiteY340" fmla="*/ 6027832 h 6858000"/>
              <a:gd name="connsiteX341" fmla="*/ 3677174 w 7467600"/>
              <a:gd name="connsiteY341" fmla="*/ 5636351 h 6858000"/>
              <a:gd name="connsiteX342" fmla="*/ 3698819 w 7467600"/>
              <a:gd name="connsiteY342" fmla="*/ 5560503 h 6858000"/>
              <a:gd name="connsiteX343" fmla="*/ 3702094 w 7467600"/>
              <a:gd name="connsiteY343" fmla="*/ 5549194 h 6858000"/>
              <a:gd name="connsiteX344" fmla="*/ 3398355 w 7467600"/>
              <a:gd name="connsiteY344" fmla="*/ 6094603 h 6858000"/>
              <a:gd name="connsiteX345" fmla="*/ 3193941 w 7467600"/>
              <a:gd name="connsiteY345" fmla="*/ 6798775 h 6858000"/>
              <a:gd name="connsiteX346" fmla="*/ 3184140 w 7467600"/>
              <a:gd name="connsiteY346" fmla="*/ 6858000 h 6858000"/>
              <a:gd name="connsiteX347" fmla="*/ 3099978 w 7467600"/>
              <a:gd name="connsiteY347" fmla="*/ 6858000 h 6858000"/>
              <a:gd name="connsiteX348" fmla="*/ 3101556 w 7467600"/>
              <a:gd name="connsiteY348" fmla="*/ 6843337 h 6858000"/>
              <a:gd name="connsiteX349" fmla="*/ 3370162 w 7467600"/>
              <a:gd name="connsiteY349" fmla="*/ 5785550 h 6858000"/>
              <a:gd name="connsiteX350" fmla="*/ 3746477 w 7467600"/>
              <a:gd name="connsiteY350" fmla="*/ 5377889 h 6858000"/>
              <a:gd name="connsiteX351" fmla="*/ 3863399 w 7467600"/>
              <a:gd name="connsiteY351" fmla="*/ 5087257 h 6858000"/>
              <a:gd name="connsiteX352" fmla="*/ 3968712 w 7467600"/>
              <a:gd name="connsiteY352" fmla="*/ 4913989 h 6858000"/>
              <a:gd name="connsiteX353" fmla="*/ 2792390 w 7467600"/>
              <a:gd name="connsiteY353" fmla="*/ 5382974 h 6858000"/>
              <a:gd name="connsiteX354" fmla="*/ 2714982 w 7467600"/>
              <a:gd name="connsiteY354" fmla="*/ 5427051 h 6858000"/>
              <a:gd name="connsiteX355" fmla="*/ 2813361 w 7467600"/>
              <a:gd name="connsiteY355" fmla="*/ 6023912 h 6858000"/>
              <a:gd name="connsiteX356" fmla="*/ 2688430 w 7467600"/>
              <a:gd name="connsiteY356" fmla="*/ 6801564 h 6858000"/>
              <a:gd name="connsiteX357" fmla="*/ 2629626 w 7467600"/>
              <a:gd name="connsiteY357" fmla="*/ 6763394 h 6858000"/>
              <a:gd name="connsiteX358" fmla="*/ 2565328 w 7467600"/>
              <a:gd name="connsiteY358" fmla="*/ 5516399 h 6858000"/>
              <a:gd name="connsiteX359" fmla="*/ 1922999 w 7467600"/>
              <a:gd name="connsiteY359" fmla="*/ 5980343 h 6858000"/>
              <a:gd name="connsiteX360" fmla="*/ 1950261 w 7467600"/>
              <a:gd name="connsiteY360" fmla="*/ 6405858 h 6858000"/>
              <a:gd name="connsiteX361" fmla="*/ 2365554 w 7467600"/>
              <a:gd name="connsiteY361" fmla="*/ 6759107 h 6858000"/>
              <a:gd name="connsiteX362" fmla="*/ 2424142 w 7467600"/>
              <a:gd name="connsiteY362" fmla="*/ 6858000 h 6858000"/>
              <a:gd name="connsiteX363" fmla="*/ 2395994 w 7467600"/>
              <a:gd name="connsiteY363" fmla="*/ 6858000 h 6858000"/>
              <a:gd name="connsiteX364" fmla="*/ 2392863 w 7467600"/>
              <a:gd name="connsiteY364" fmla="*/ 6852964 h 6858000"/>
              <a:gd name="connsiteX365" fmla="*/ 2017589 w 7467600"/>
              <a:gd name="connsiteY365" fmla="*/ 6493982 h 6858000"/>
              <a:gd name="connsiteX366" fmla="*/ 2147336 w 7467600"/>
              <a:gd name="connsiteY366" fmla="*/ 6594052 h 6858000"/>
              <a:gd name="connsiteX367" fmla="*/ 2207047 w 7467600"/>
              <a:gd name="connsiteY367" fmla="*/ 6654540 h 6858000"/>
              <a:gd name="connsiteX368" fmla="*/ 2299106 w 7467600"/>
              <a:gd name="connsiteY368" fmla="*/ 6778931 h 6858000"/>
              <a:gd name="connsiteX369" fmla="*/ 2314430 w 7467600"/>
              <a:gd name="connsiteY369" fmla="*/ 6801144 h 6858000"/>
              <a:gd name="connsiteX370" fmla="*/ 2352406 w 7467600"/>
              <a:gd name="connsiteY370" fmla="*/ 6858000 h 6858000"/>
              <a:gd name="connsiteX371" fmla="*/ 2314492 w 7467600"/>
              <a:gd name="connsiteY371" fmla="*/ 6858000 h 6858000"/>
              <a:gd name="connsiteX372" fmla="*/ 2288095 w 7467600"/>
              <a:gd name="connsiteY372" fmla="*/ 6818030 h 6858000"/>
              <a:gd name="connsiteX373" fmla="*/ 2272768 w 7467600"/>
              <a:gd name="connsiteY373" fmla="*/ 6795822 h 6858000"/>
              <a:gd name="connsiteX374" fmla="*/ 2182715 w 7467600"/>
              <a:gd name="connsiteY374" fmla="*/ 6675071 h 6858000"/>
              <a:gd name="connsiteX375" fmla="*/ 2032061 w 7467600"/>
              <a:gd name="connsiteY375" fmla="*/ 6541380 h 6858000"/>
              <a:gd name="connsiteX376" fmla="*/ 2257220 w 7467600"/>
              <a:gd name="connsiteY376" fmla="*/ 6826257 h 6858000"/>
              <a:gd name="connsiteX377" fmla="*/ 2281324 w 7467600"/>
              <a:gd name="connsiteY377" fmla="*/ 6858000 h 6858000"/>
              <a:gd name="connsiteX378" fmla="*/ 2242860 w 7467600"/>
              <a:gd name="connsiteY378" fmla="*/ 6858000 h 6858000"/>
              <a:gd name="connsiteX379" fmla="*/ 2232818 w 7467600"/>
              <a:gd name="connsiteY379" fmla="*/ 6844926 h 6858000"/>
              <a:gd name="connsiteX380" fmla="*/ 1990172 w 7467600"/>
              <a:gd name="connsiteY380" fmla="*/ 6542121 h 6858000"/>
              <a:gd name="connsiteX381" fmla="*/ 2124090 w 7467600"/>
              <a:gd name="connsiteY381" fmla="*/ 6761017 h 6858000"/>
              <a:gd name="connsiteX382" fmla="*/ 2200380 w 7467600"/>
              <a:gd name="connsiteY382" fmla="*/ 6858000 h 6858000"/>
              <a:gd name="connsiteX383" fmla="*/ 2147507 w 7467600"/>
              <a:gd name="connsiteY383" fmla="*/ 6858000 h 6858000"/>
              <a:gd name="connsiteX384" fmla="*/ 2070668 w 7467600"/>
              <a:gd name="connsiteY384" fmla="*/ 6761520 h 6858000"/>
              <a:gd name="connsiteX385" fmla="*/ 1975142 w 7467600"/>
              <a:gd name="connsiteY385" fmla="*/ 6585570 h 6858000"/>
              <a:gd name="connsiteX386" fmla="*/ 2050035 w 7467600"/>
              <a:gd name="connsiteY386" fmla="*/ 6813345 h 6858000"/>
              <a:gd name="connsiteX387" fmla="*/ 2063025 w 7467600"/>
              <a:gd name="connsiteY387" fmla="*/ 6858000 h 6858000"/>
              <a:gd name="connsiteX388" fmla="*/ 2021675 w 7467600"/>
              <a:gd name="connsiteY388" fmla="*/ 6858000 h 6858000"/>
              <a:gd name="connsiteX389" fmla="*/ 2019308 w 7467600"/>
              <a:gd name="connsiteY389" fmla="*/ 6847118 h 6858000"/>
              <a:gd name="connsiteX390" fmla="*/ 1938835 w 7467600"/>
              <a:gd name="connsiteY390" fmla="*/ 6551160 h 6858000"/>
              <a:gd name="connsiteX391" fmla="*/ 1953230 w 7467600"/>
              <a:gd name="connsiteY391" fmla="*/ 6759699 h 6858000"/>
              <a:gd name="connsiteX392" fmla="*/ 1956763 w 7467600"/>
              <a:gd name="connsiteY392" fmla="*/ 6778191 h 6858000"/>
              <a:gd name="connsiteX393" fmla="*/ 1967925 w 7467600"/>
              <a:gd name="connsiteY393" fmla="*/ 6858000 h 6858000"/>
              <a:gd name="connsiteX394" fmla="*/ 1936622 w 7467600"/>
              <a:gd name="connsiteY394" fmla="*/ 6858000 h 6858000"/>
              <a:gd name="connsiteX395" fmla="*/ 1926261 w 7467600"/>
              <a:gd name="connsiteY395" fmla="*/ 6784064 h 6858000"/>
              <a:gd name="connsiteX396" fmla="*/ 1922724 w 7467600"/>
              <a:gd name="connsiteY396" fmla="*/ 6765577 h 6858000"/>
              <a:gd name="connsiteX397" fmla="*/ 1904650 w 7467600"/>
              <a:gd name="connsiteY397" fmla="*/ 6639616 h 6858000"/>
              <a:gd name="connsiteX398" fmla="*/ 1885273 w 7467600"/>
              <a:gd name="connsiteY398" fmla="*/ 6858000 h 6858000"/>
              <a:gd name="connsiteX399" fmla="*/ 1854363 w 7467600"/>
              <a:gd name="connsiteY399" fmla="*/ 6858000 h 6858000"/>
              <a:gd name="connsiteX400" fmla="*/ 1880391 w 7467600"/>
              <a:gd name="connsiteY400" fmla="*/ 6603796 h 6858000"/>
              <a:gd name="connsiteX401" fmla="*/ 1818273 w 7467600"/>
              <a:gd name="connsiteY401" fmla="*/ 6715729 h 6858000"/>
              <a:gd name="connsiteX402" fmla="*/ 1794691 w 7467600"/>
              <a:gd name="connsiteY402" fmla="*/ 6843239 h 6858000"/>
              <a:gd name="connsiteX403" fmla="*/ 1794914 w 7467600"/>
              <a:gd name="connsiteY403" fmla="*/ 6858000 h 6858000"/>
              <a:gd name="connsiteX404" fmla="*/ 1746128 w 7467600"/>
              <a:gd name="connsiteY404" fmla="*/ 6858000 h 6858000"/>
              <a:gd name="connsiteX405" fmla="*/ 1753934 w 7467600"/>
              <a:gd name="connsiteY405" fmla="*/ 6724796 h 6858000"/>
              <a:gd name="connsiteX406" fmla="*/ 1792053 w 7467600"/>
              <a:gd name="connsiteY406" fmla="*/ 6572396 h 6858000"/>
              <a:gd name="connsiteX407" fmla="*/ 1862248 w 7467600"/>
              <a:gd name="connsiteY407" fmla="*/ 6266397 h 6858000"/>
              <a:gd name="connsiteX408" fmla="*/ 1862250 w 7467600"/>
              <a:gd name="connsiteY408" fmla="*/ 6033531 h 6858000"/>
              <a:gd name="connsiteX409" fmla="*/ 1211999 w 7467600"/>
              <a:gd name="connsiteY409" fmla="*/ 6683610 h 6858000"/>
              <a:gd name="connsiteX410" fmla="*/ 1213266 w 7467600"/>
              <a:gd name="connsiteY410" fmla="*/ 6691947 h 6858000"/>
              <a:gd name="connsiteX411" fmla="*/ 1203370 w 7467600"/>
              <a:gd name="connsiteY411" fmla="*/ 6850676 h 6858000"/>
              <a:gd name="connsiteX412" fmla="*/ 1203671 w 7467600"/>
              <a:gd name="connsiteY412" fmla="*/ 6858000 h 6858000"/>
              <a:gd name="connsiteX413" fmla="*/ 1143180 w 7467600"/>
              <a:gd name="connsiteY413" fmla="*/ 6858000 h 6858000"/>
              <a:gd name="connsiteX414" fmla="*/ 1142176 w 7467600"/>
              <a:gd name="connsiteY414" fmla="*/ 6766045 h 6858000"/>
              <a:gd name="connsiteX415" fmla="*/ 1067484 w 7467600"/>
              <a:gd name="connsiteY415" fmla="*/ 6858000 h 6858000"/>
              <a:gd name="connsiteX416" fmla="*/ 953928 w 7467600"/>
              <a:gd name="connsiteY416" fmla="*/ 6858000 h 6858000"/>
              <a:gd name="connsiteX417" fmla="*/ 959715 w 7467600"/>
              <a:gd name="connsiteY417" fmla="*/ 6850185 h 6858000"/>
              <a:gd name="connsiteX418" fmla="*/ 1483788 w 7467600"/>
              <a:gd name="connsiteY418" fmla="*/ 6259174 h 6858000"/>
              <a:gd name="connsiteX419" fmla="*/ 1100671 w 7467600"/>
              <a:gd name="connsiteY419" fmla="*/ 6252137 h 6858000"/>
              <a:gd name="connsiteX420" fmla="*/ 1090144 w 7467600"/>
              <a:gd name="connsiteY420" fmla="*/ 6256748 h 6858000"/>
              <a:gd name="connsiteX421" fmla="*/ 1095872 w 7467600"/>
              <a:gd name="connsiteY421" fmla="*/ 6271892 h 6858000"/>
              <a:gd name="connsiteX422" fmla="*/ 262785 w 7467600"/>
              <a:gd name="connsiteY422" fmla="*/ 6845450 h 6858000"/>
              <a:gd name="connsiteX423" fmla="*/ 209968 w 7467600"/>
              <a:gd name="connsiteY423" fmla="*/ 6770713 h 6858000"/>
              <a:gd name="connsiteX424" fmla="*/ 873460 w 7467600"/>
              <a:gd name="connsiteY424" fmla="*/ 6253768 h 6858000"/>
              <a:gd name="connsiteX425" fmla="*/ 192686 w 7467600"/>
              <a:gd name="connsiteY425" fmla="*/ 5849257 h 6858000"/>
              <a:gd name="connsiteX426" fmla="*/ 4696 w 7467600"/>
              <a:gd name="connsiteY426" fmla="*/ 5697668 h 6858000"/>
              <a:gd name="connsiteX427" fmla="*/ 0 w 7467600"/>
              <a:gd name="connsiteY427" fmla="*/ 5689984 h 6858000"/>
              <a:gd name="connsiteX428" fmla="*/ 0 w 7467600"/>
              <a:gd name="connsiteY428" fmla="*/ 5513472 h 6858000"/>
              <a:gd name="connsiteX429" fmla="*/ 174101 w 7467600"/>
              <a:gd name="connsiteY429" fmla="*/ 5620277 h 6858000"/>
              <a:gd name="connsiteX430" fmla="*/ 891800 w 7467600"/>
              <a:gd name="connsiteY430" fmla="*/ 6036935 h 6858000"/>
              <a:gd name="connsiteX431" fmla="*/ 1072219 w 7467600"/>
              <a:gd name="connsiteY431" fmla="*/ 6169443 h 6858000"/>
              <a:gd name="connsiteX432" fmla="*/ 1074117 w 7467600"/>
              <a:gd name="connsiteY432" fmla="*/ 6170301 h 6858000"/>
              <a:gd name="connsiteX433" fmla="*/ 1083114 w 7467600"/>
              <a:gd name="connsiteY433" fmla="*/ 6174131 h 6858000"/>
              <a:gd name="connsiteX434" fmla="*/ 1543010 w 7467600"/>
              <a:gd name="connsiteY434" fmla="*/ 6191140 h 6858000"/>
              <a:gd name="connsiteX435" fmla="*/ 1551080 w 7467600"/>
              <a:gd name="connsiteY435" fmla="*/ 6195006 h 6858000"/>
              <a:gd name="connsiteX436" fmla="*/ 2345443 w 7467600"/>
              <a:gd name="connsiteY436" fmla="*/ 5549882 h 6858000"/>
              <a:gd name="connsiteX437" fmla="*/ 1721499 w 7467600"/>
              <a:gd name="connsiteY437" fmla="*/ 5599969 h 6858000"/>
              <a:gd name="connsiteX438" fmla="*/ 767716 w 7467600"/>
              <a:gd name="connsiteY438" fmla="*/ 5472768 h 6858000"/>
              <a:gd name="connsiteX439" fmla="*/ 722147 w 7467600"/>
              <a:gd name="connsiteY439" fmla="*/ 5393091 h 6858000"/>
              <a:gd name="connsiteX440" fmla="*/ 1485552 w 7467600"/>
              <a:gd name="connsiteY440" fmla="*/ 5313202 h 6858000"/>
              <a:gd name="connsiteX441" fmla="*/ 2143004 w 7467600"/>
              <a:gd name="connsiteY441" fmla="*/ 5402420 h 6858000"/>
              <a:gd name="connsiteX442" fmla="*/ 1933391 w 7467600"/>
              <a:gd name="connsiteY442" fmla="*/ 5156971 h 6858000"/>
              <a:gd name="connsiteX443" fmla="*/ 1827118 w 7467600"/>
              <a:gd name="connsiteY443" fmla="*/ 4968410 h 6858000"/>
              <a:gd name="connsiteX444" fmla="*/ 1837349 w 7467600"/>
              <a:gd name="connsiteY444" fmla="*/ 4956357 h 6858000"/>
              <a:gd name="connsiteX445" fmla="*/ 2162835 w 7467600"/>
              <a:gd name="connsiteY445" fmla="*/ 5187853 h 6858000"/>
              <a:gd name="connsiteX446" fmla="*/ 2257167 w 7467600"/>
              <a:gd name="connsiteY446" fmla="*/ 5462123 h 6858000"/>
              <a:gd name="connsiteX447" fmla="*/ 2261598 w 7467600"/>
              <a:gd name="connsiteY447" fmla="*/ 5467998 h 6858000"/>
              <a:gd name="connsiteX448" fmla="*/ 2437177 w 7467600"/>
              <a:gd name="connsiteY448" fmla="*/ 5479608 h 6858000"/>
              <a:gd name="connsiteX449" fmla="*/ 2445247 w 7467600"/>
              <a:gd name="connsiteY449" fmla="*/ 5483476 h 6858000"/>
              <a:gd name="connsiteX450" fmla="*/ 2743626 w 7467600"/>
              <a:gd name="connsiteY450" fmla="*/ 5304819 h 6858000"/>
              <a:gd name="connsiteX451" fmla="*/ 3048102 w 7467600"/>
              <a:gd name="connsiteY451" fmla="*/ 5150595 h 6858000"/>
              <a:gd name="connsiteX452" fmla="*/ 1799414 w 7467600"/>
              <a:gd name="connsiteY452" fmla="*/ 4694732 h 6858000"/>
              <a:gd name="connsiteX453" fmla="*/ 1771735 w 7467600"/>
              <a:gd name="connsiteY453" fmla="*/ 4619929 h 6858000"/>
              <a:gd name="connsiteX454" fmla="*/ 3104273 w 7467600"/>
              <a:gd name="connsiteY454" fmla="*/ 5076159 h 6858000"/>
              <a:gd name="connsiteX455" fmla="*/ 3113245 w 7467600"/>
              <a:gd name="connsiteY455" fmla="*/ 5090705 h 6858000"/>
              <a:gd name="connsiteX456" fmla="*/ 3126294 w 7467600"/>
              <a:gd name="connsiteY456" fmla="*/ 5114400 h 6858000"/>
              <a:gd name="connsiteX457" fmla="*/ 3937433 w 7467600"/>
              <a:gd name="connsiteY457" fmla="*/ 4830473 h 6858000"/>
              <a:gd name="connsiteX458" fmla="*/ 3590475 w 7467600"/>
              <a:gd name="connsiteY458" fmla="*/ 4597974 h 6858000"/>
              <a:gd name="connsiteX459" fmla="*/ 3100264 w 7467600"/>
              <a:gd name="connsiteY459" fmla="*/ 4579845 h 6858000"/>
              <a:gd name="connsiteX460" fmla="*/ 2183576 w 7467600"/>
              <a:gd name="connsiteY460" fmla="*/ 4227150 h 6858000"/>
              <a:gd name="connsiteX461" fmla="*/ 2151029 w 7467600"/>
              <a:gd name="connsiteY461" fmla="*/ 4146947 h 6858000"/>
              <a:gd name="connsiteX462" fmla="*/ 3563434 w 7467600"/>
              <a:gd name="connsiteY462" fmla="*/ 4469115 h 6858000"/>
              <a:gd name="connsiteX463" fmla="*/ 3177952 w 7467600"/>
              <a:gd name="connsiteY463" fmla="*/ 3657386 h 6858000"/>
              <a:gd name="connsiteX464" fmla="*/ 3189263 w 7467600"/>
              <a:gd name="connsiteY464" fmla="*/ 3625726 h 6858000"/>
              <a:gd name="connsiteX465" fmla="*/ 3560912 w 7467600"/>
              <a:gd name="connsiteY465" fmla="*/ 4079863 h 6858000"/>
              <a:gd name="connsiteX466" fmla="*/ 3626636 w 7467600"/>
              <a:gd name="connsiteY466" fmla="*/ 4512230 h 6858000"/>
              <a:gd name="connsiteX467" fmla="*/ 3653088 w 7467600"/>
              <a:gd name="connsiteY467" fmla="*/ 4521417 h 6858000"/>
              <a:gd name="connsiteX468" fmla="*/ 3988128 w 7467600"/>
              <a:gd name="connsiteY468" fmla="*/ 4817267 h 6858000"/>
              <a:gd name="connsiteX469" fmla="*/ 4830582 w 7467600"/>
              <a:gd name="connsiteY469" fmla="*/ 4676000 h 6858000"/>
              <a:gd name="connsiteX470" fmla="*/ 4830100 w 7467600"/>
              <a:gd name="connsiteY470" fmla="*/ 4675554 h 6858000"/>
              <a:gd name="connsiteX471" fmla="*/ 4036318 w 7467600"/>
              <a:gd name="connsiteY471" fmla="*/ 4147013 h 6858000"/>
              <a:gd name="connsiteX472" fmla="*/ 3432098 w 7467600"/>
              <a:gd name="connsiteY472" fmla="*/ 3537312 h 6858000"/>
              <a:gd name="connsiteX473" fmla="*/ 3446761 w 7467600"/>
              <a:gd name="connsiteY473" fmla="*/ 3461278 h 6858000"/>
              <a:gd name="connsiteX474" fmla="*/ 4419733 w 7467600"/>
              <a:gd name="connsiteY474" fmla="*/ 3963555 h 6858000"/>
              <a:gd name="connsiteX475" fmla="*/ 4781371 w 7467600"/>
              <a:gd name="connsiteY475" fmla="*/ 4458604 h 6858000"/>
              <a:gd name="connsiteX476" fmla="*/ 4780440 w 7467600"/>
              <a:gd name="connsiteY476" fmla="*/ 4470290 h 6858000"/>
              <a:gd name="connsiteX477" fmla="*/ 4898954 w 7467600"/>
              <a:gd name="connsiteY477" fmla="*/ 4662092 h 6858000"/>
              <a:gd name="connsiteX478" fmla="*/ 4900699 w 7467600"/>
              <a:gd name="connsiteY478" fmla="*/ 4670867 h 6858000"/>
              <a:gd name="connsiteX479" fmla="*/ 5714511 w 7467600"/>
              <a:gd name="connsiteY479" fmla="*/ 4663483 h 6858000"/>
              <a:gd name="connsiteX480" fmla="*/ 5464793 w 7467600"/>
              <a:gd name="connsiteY480" fmla="*/ 4393556 h 6858000"/>
              <a:gd name="connsiteX481" fmla="*/ 5461897 w 7467600"/>
              <a:gd name="connsiteY481" fmla="*/ 4390879 h 6858000"/>
              <a:gd name="connsiteX482" fmla="*/ 4294126 w 7467600"/>
              <a:gd name="connsiteY482" fmla="*/ 3303048 h 6858000"/>
              <a:gd name="connsiteX483" fmla="*/ 4305321 w 7467600"/>
              <a:gd name="connsiteY483" fmla="*/ 3256953 h 6858000"/>
              <a:gd name="connsiteX484" fmla="*/ 4949299 w 7467600"/>
              <a:gd name="connsiteY484" fmla="*/ 3766336 h 6858000"/>
              <a:gd name="connsiteX485" fmla="*/ 5291452 w 7467600"/>
              <a:gd name="connsiteY485" fmla="*/ 4076801 h 6858000"/>
              <a:gd name="connsiteX486" fmla="*/ 5434998 w 7467600"/>
              <a:gd name="connsiteY486" fmla="*/ 4254100 h 6858000"/>
              <a:gd name="connsiteX487" fmla="*/ 5351015 w 7467600"/>
              <a:gd name="connsiteY487" fmla="*/ 3760989 h 6858000"/>
              <a:gd name="connsiteX488" fmla="*/ 5413780 w 7467600"/>
              <a:gd name="connsiteY488" fmla="*/ 2966265 h 6858000"/>
              <a:gd name="connsiteX489" fmla="*/ 5425627 w 7467600"/>
              <a:gd name="connsiteY489" fmla="*/ 2954192 h 6858000"/>
              <a:gd name="connsiteX490" fmla="*/ 6604735 w 7467600"/>
              <a:gd name="connsiteY490" fmla="*/ 2041381 h 6858000"/>
              <a:gd name="connsiteX491" fmla="*/ 7204487 w 7467600"/>
              <a:gd name="connsiteY491" fmla="*/ 2742112 h 6858000"/>
              <a:gd name="connsiteX492" fmla="*/ 7131592 w 7467600"/>
              <a:gd name="connsiteY492" fmla="*/ 2672096 h 6858000"/>
              <a:gd name="connsiteX493" fmla="*/ 6996344 w 7467600"/>
              <a:gd name="connsiteY493" fmla="*/ 2518310 h 6858000"/>
              <a:gd name="connsiteX494" fmla="*/ 6735495 w 7467600"/>
              <a:gd name="connsiteY494" fmla="*/ 2196890 h 6858000"/>
              <a:gd name="connsiteX495" fmla="*/ 6721901 w 7467600"/>
              <a:gd name="connsiteY495" fmla="*/ 2179274 h 6858000"/>
              <a:gd name="connsiteX496" fmla="*/ 6604735 w 7467600"/>
              <a:gd name="connsiteY496" fmla="*/ 2041381 h 6858000"/>
              <a:gd name="connsiteX497" fmla="*/ 6591670 w 7467600"/>
              <a:gd name="connsiteY497" fmla="*/ 1988277 h 6858000"/>
              <a:gd name="connsiteX498" fmla="*/ 6747349 w 7467600"/>
              <a:gd name="connsiteY498" fmla="*/ 2160069 h 6858000"/>
              <a:gd name="connsiteX499" fmla="*/ 6760943 w 7467600"/>
              <a:gd name="connsiteY499" fmla="*/ 2177686 h 6858000"/>
              <a:gd name="connsiteX500" fmla="*/ 7021065 w 7467600"/>
              <a:gd name="connsiteY500" fmla="*/ 2498102 h 6858000"/>
              <a:gd name="connsiteX501" fmla="*/ 7155223 w 7467600"/>
              <a:gd name="connsiteY501" fmla="*/ 2650386 h 6858000"/>
              <a:gd name="connsiteX502" fmla="*/ 7203167 w 7467600"/>
              <a:gd name="connsiteY502" fmla="*/ 2697288 h 6858000"/>
              <a:gd name="connsiteX503" fmla="*/ 6937703 w 7467600"/>
              <a:gd name="connsiteY503" fmla="*/ 2321981 h 6858000"/>
              <a:gd name="connsiteX504" fmla="*/ 6591670 w 7467600"/>
              <a:gd name="connsiteY504" fmla="*/ 1988277 h 6858000"/>
              <a:gd name="connsiteX505" fmla="*/ 5798671 w 7467600"/>
              <a:gd name="connsiteY505" fmla="*/ 1981601 h 6858000"/>
              <a:gd name="connsiteX506" fmla="*/ 5754709 w 7467600"/>
              <a:gd name="connsiteY506" fmla="*/ 2071454 h 6858000"/>
              <a:gd name="connsiteX507" fmla="*/ 5763044 w 7467600"/>
              <a:gd name="connsiteY507" fmla="*/ 2842206 h 6858000"/>
              <a:gd name="connsiteX508" fmla="*/ 5764974 w 7467600"/>
              <a:gd name="connsiteY508" fmla="*/ 2799609 h 6858000"/>
              <a:gd name="connsiteX509" fmla="*/ 5767665 w 7467600"/>
              <a:gd name="connsiteY509" fmla="*/ 2666409 h 6858000"/>
              <a:gd name="connsiteX510" fmla="*/ 5763055 w 7467600"/>
              <a:gd name="connsiteY510" fmla="*/ 2579705 h 6858000"/>
              <a:gd name="connsiteX511" fmla="*/ 5758079 w 7467600"/>
              <a:gd name="connsiteY511" fmla="*/ 2492508 h 6858000"/>
              <a:gd name="connsiteX512" fmla="*/ 5779325 w 7467600"/>
              <a:gd name="connsiteY512" fmla="*/ 2197069 h 6858000"/>
              <a:gd name="connsiteX513" fmla="*/ 5798671 w 7467600"/>
              <a:gd name="connsiteY513" fmla="*/ 1981601 h 6858000"/>
              <a:gd name="connsiteX514" fmla="*/ 5829202 w 7467600"/>
              <a:gd name="connsiteY514" fmla="*/ 1971679 h 6858000"/>
              <a:gd name="connsiteX515" fmla="*/ 5809558 w 7467600"/>
              <a:gd name="connsiteY515" fmla="*/ 2198043 h 6858000"/>
              <a:gd name="connsiteX516" fmla="*/ 5788653 w 7467600"/>
              <a:gd name="connsiteY516" fmla="*/ 2489430 h 6858000"/>
              <a:gd name="connsiteX517" fmla="*/ 5793439 w 7467600"/>
              <a:gd name="connsiteY517" fmla="*/ 2575235 h 6858000"/>
              <a:gd name="connsiteX518" fmla="*/ 5796837 w 7467600"/>
              <a:gd name="connsiteY518" fmla="*/ 2637633 h 6858000"/>
              <a:gd name="connsiteX519" fmla="*/ 5818614 w 7467600"/>
              <a:gd name="connsiteY519" fmla="*/ 2473055 h 6858000"/>
              <a:gd name="connsiteX520" fmla="*/ 5829202 w 7467600"/>
              <a:gd name="connsiteY520" fmla="*/ 1971679 h 6858000"/>
              <a:gd name="connsiteX521" fmla="*/ 5911389 w 7467600"/>
              <a:gd name="connsiteY521" fmla="*/ 1898371 h 6858000"/>
              <a:gd name="connsiteX522" fmla="*/ 6237627 w 7467600"/>
              <a:gd name="connsiteY522" fmla="*/ 2231921 h 6858000"/>
              <a:gd name="connsiteX523" fmla="*/ 5911389 w 7467600"/>
              <a:gd name="connsiteY523" fmla="*/ 1898371 h 6858000"/>
              <a:gd name="connsiteX524" fmla="*/ 6944437 w 7467600"/>
              <a:gd name="connsiteY524" fmla="*/ 1575402 h 6858000"/>
              <a:gd name="connsiteX525" fmla="*/ 6304730 w 7467600"/>
              <a:gd name="connsiteY525" fmla="*/ 1766654 h 6858000"/>
              <a:gd name="connsiteX526" fmla="*/ 6944437 w 7467600"/>
              <a:gd name="connsiteY526" fmla="*/ 1575402 h 6858000"/>
              <a:gd name="connsiteX527" fmla="*/ 7019523 w 7467600"/>
              <a:gd name="connsiteY527" fmla="*/ 1519450 h 6858000"/>
              <a:gd name="connsiteX528" fmla="*/ 6298091 w 7467600"/>
              <a:gd name="connsiteY528" fmla="*/ 1737122 h 6858000"/>
              <a:gd name="connsiteX529" fmla="*/ 7019523 w 7467600"/>
              <a:gd name="connsiteY529" fmla="*/ 1519450 h 6858000"/>
              <a:gd name="connsiteX530" fmla="*/ 2399523 w 7467600"/>
              <a:gd name="connsiteY530" fmla="*/ 1428234 h 6858000"/>
              <a:gd name="connsiteX531" fmla="*/ 2224982 w 7467600"/>
              <a:gd name="connsiteY531" fmla="*/ 1826201 h 6858000"/>
              <a:gd name="connsiteX532" fmla="*/ 2096099 w 7467600"/>
              <a:gd name="connsiteY532" fmla="*/ 2345900 h 6858000"/>
              <a:gd name="connsiteX533" fmla="*/ 2283317 w 7467600"/>
              <a:gd name="connsiteY533" fmla="*/ 1796925 h 6858000"/>
              <a:gd name="connsiteX534" fmla="*/ 2399523 w 7467600"/>
              <a:gd name="connsiteY534" fmla="*/ 1428234 h 6858000"/>
              <a:gd name="connsiteX535" fmla="*/ 2448558 w 7467600"/>
              <a:gd name="connsiteY535" fmla="*/ 1373435 h 6858000"/>
              <a:gd name="connsiteX536" fmla="*/ 2312521 w 7467600"/>
              <a:gd name="connsiteY536" fmla="*/ 1806140 h 6858000"/>
              <a:gd name="connsiteX537" fmla="*/ 2127533 w 7467600"/>
              <a:gd name="connsiteY537" fmla="*/ 2348380 h 6858000"/>
              <a:gd name="connsiteX538" fmla="*/ 2358080 w 7467600"/>
              <a:gd name="connsiteY538" fmla="*/ 1866134 h 6858000"/>
              <a:gd name="connsiteX539" fmla="*/ 2407436 w 7467600"/>
              <a:gd name="connsiteY539" fmla="*/ 1651070 h 6858000"/>
              <a:gd name="connsiteX540" fmla="*/ 2448558 w 7467600"/>
              <a:gd name="connsiteY540" fmla="*/ 1373435 h 6858000"/>
              <a:gd name="connsiteX541" fmla="*/ 278707 w 7467600"/>
              <a:gd name="connsiteY541" fmla="*/ 1352270 h 6858000"/>
              <a:gd name="connsiteX542" fmla="*/ 321570 w 7467600"/>
              <a:gd name="connsiteY542" fmla="*/ 1861610 h 6858000"/>
              <a:gd name="connsiteX543" fmla="*/ 294281 w 7467600"/>
              <a:gd name="connsiteY543" fmla="*/ 1440658 h 6858000"/>
              <a:gd name="connsiteX544" fmla="*/ 278707 w 7467600"/>
              <a:gd name="connsiteY544" fmla="*/ 1352270 h 6858000"/>
              <a:gd name="connsiteX545" fmla="*/ 1423821 w 7467600"/>
              <a:gd name="connsiteY545" fmla="*/ 1351958 h 6858000"/>
              <a:gd name="connsiteX546" fmla="*/ 1638521 w 7467600"/>
              <a:gd name="connsiteY546" fmla="*/ 1908470 h 6858000"/>
              <a:gd name="connsiteX547" fmla="*/ 1754199 w 7467600"/>
              <a:gd name="connsiteY547" fmla="*/ 2149284 h 6858000"/>
              <a:gd name="connsiteX548" fmla="*/ 1908359 w 7467600"/>
              <a:gd name="connsiteY548" fmla="*/ 2364988 h 6858000"/>
              <a:gd name="connsiteX549" fmla="*/ 1647661 w 7467600"/>
              <a:gd name="connsiteY549" fmla="*/ 1825945 h 6858000"/>
              <a:gd name="connsiteX550" fmla="*/ 1423821 w 7467600"/>
              <a:gd name="connsiteY550" fmla="*/ 1351958 h 6858000"/>
              <a:gd name="connsiteX551" fmla="*/ 1431890 w 7467600"/>
              <a:gd name="connsiteY551" fmla="*/ 1306475 h 6858000"/>
              <a:gd name="connsiteX552" fmla="*/ 1507597 w 7467600"/>
              <a:gd name="connsiteY552" fmla="*/ 1446132 h 6858000"/>
              <a:gd name="connsiteX553" fmla="*/ 1674586 w 7467600"/>
              <a:gd name="connsiteY553" fmla="*/ 1813832 h 6858000"/>
              <a:gd name="connsiteX554" fmla="*/ 1815950 w 7467600"/>
              <a:gd name="connsiteY554" fmla="*/ 2128564 h 6858000"/>
              <a:gd name="connsiteX555" fmla="*/ 1984242 w 7467600"/>
              <a:gd name="connsiteY555" fmla="*/ 2430829 h 6858000"/>
              <a:gd name="connsiteX556" fmla="*/ 2014023 w 7467600"/>
              <a:gd name="connsiteY556" fmla="*/ 2450995 h 6858000"/>
              <a:gd name="connsiteX557" fmla="*/ 1747337 w 7467600"/>
              <a:gd name="connsiteY557" fmla="*/ 1855264 h 6858000"/>
              <a:gd name="connsiteX558" fmla="*/ 1533749 w 7467600"/>
              <a:gd name="connsiteY558" fmla="*/ 1478656 h 6858000"/>
              <a:gd name="connsiteX559" fmla="*/ 1431890 w 7467600"/>
              <a:gd name="connsiteY559" fmla="*/ 1306475 h 6858000"/>
              <a:gd name="connsiteX560" fmla="*/ 5052692 w 7467600"/>
              <a:gd name="connsiteY560" fmla="*/ 1292994 h 6858000"/>
              <a:gd name="connsiteX561" fmla="*/ 5200661 w 7467600"/>
              <a:gd name="connsiteY561" fmla="*/ 1635186 h 6858000"/>
              <a:gd name="connsiteX562" fmla="*/ 5297138 w 7467600"/>
              <a:gd name="connsiteY562" fmla="*/ 1906351 h 6858000"/>
              <a:gd name="connsiteX563" fmla="*/ 5052692 w 7467600"/>
              <a:gd name="connsiteY563" fmla="*/ 1292994 h 6858000"/>
              <a:gd name="connsiteX564" fmla="*/ 5009948 w 7467600"/>
              <a:gd name="connsiteY564" fmla="*/ 1273619 h 6858000"/>
              <a:gd name="connsiteX565" fmla="*/ 5121777 w 7467600"/>
              <a:gd name="connsiteY565" fmla="*/ 1654213 h 6858000"/>
              <a:gd name="connsiteX566" fmla="*/ 5293545 w 7467600"/>
              <a:gd name="connsiteY566" fmla="*/ 2072247 h 6858000"/>
              <a:gd name="connsiteX567" fmla="*/ 5294042 w 7467600"/>
              <a:gd name="connsiteY567" fmla="*/ 2065019 h 6858000"/>
              <a:gd name="connsiteX568" fmla="*/ 5171936 w 7467600"/>
              <a:gd name="connsiteY568" fmla="*/ 1647613 h 6858000"/>
              <a:gd name="connsiteX569" fmla="*/ 5009948 w 7467600"/>
              <a:gd name="connsiteY569" fmla="*/ 1273619 h 6858000"/>
              <a:gd name="connsiteX570" fmla="*/ 655236 w 7467600"/>
              <a:gd name="connsiteY570" fmla="*/ 1268632 h 6858000"/>
              <a:gd name="connsiteX571" fmla="*/ 839521 w 7467600"/>
              <a:gd name="connsiteY571" fmla="*/ 1685315 h 6858000"/>
              <a:gd name="connsiteX572" fmla="*/ 1109416 w 7467600"/>
              <a:gd name="connsiteY572" fmla="*/ 2061663 h 6858000"/>
              <a:gd name="connsiteX573" fmla="*/ 1298300 w 7467600"/>
              <a:gd name="connsiteY573" fmla="*/ 2247742 h 6858000"/>
              <a:gd name="connsiteX574" fmla="*/ 1125871 w 7467600"/>
              <a:gd name="connsiteY574" fmla="*/ 1989513 h 6858000"/>
              <a:gd name="connsiteX575" fmla="*/ 981574 w 7467600"/>
              <a:gd name="connsiteY575" fmla="*/ 1783157 h 6858000"/>
              <a:gd name="connsiteX576" fmla="*/ 922198 w 7467600"/>
              <a:gd name="connsiteY576" fmla="*/ 1677437 h 6858000"/>
              <a:gd name="connsiteX577" fmla="*/ 869293 w 7467600"/>
              <a:gd name="connsiteY577" fmla="*/ 1583214 h 6858000"/>
              <a:gd name="connsiteX578" fmla="*/ 751431 w 7467600"/>
              <a:gd name="connsiteY578" fmla="*/ 1405731 h 6858000"/>
              <a:gd name="connsiteX579" fmla="*/ 655236 w 7467600"/>
              <a:gd name="connsiteY579" fmla="*/ 1268632 h 6858000"/>
              <a:gd name="connsiteX580" fmla="*/ 6516292 w 7467600"/>
              <a:gd name="connsiteY580" fmla="*/ 1263064 h 6858000"/>
              <a:gd name="connsiteX581" fmla="*/ 5736320 w 7467600"/>
              <a:gd name="connsiteY581" fmla="*/ 1501803 h 6858000"/>
              <a:gd name="connsiteX582" fmla="*/ 6516292 w 7467600"/>
              <a:gd name="connsiteY582" fmla="*/ 1263064 h 6858000"/>
              <a:gd name="connsiteX583" fmla="*/ 291466 w 7467600"/>
              <a:gd name="connsiteY583" fmla="*/ 1250369 h 6858000"/>
              <a:gd name="connsiteX584" fmla="*/ 323180 w 7467600"/>
              <a:gd name="connsiteY584" fmla="*/ 1435283 h 6858000"/>
              <a:gd name="connsiteX585" fmla="*/ 349381 w 7467600"/>
              <a:gd name="connsiteY585" fmla="*/ 1875041 h 6858000"/>
              <a:gd name="connsiteX586" fmla="*/ 374363 w 7467600"/>
              <a:gd name="connsiteY586" fmla="*/ 1506494 h 6858000"/>
              <a:gd name="connsiteX587" fmla="*/ 302168 w 7467600"/>
              <a:gd name="connsiteY587" fmla="*/ 1274495 h 6858000"/>
              <a:gd name="connsiteX588" fmla="*/ 291466 w 7467600"/>
              <a:gd name="connsiteY588" fmla="*/ 1250369 h 6858000"/>
              <a:gd name="connsiteX589" fmla="*/ 678222 w 7467600"/>
              <a:gd name="connsiteY589" fmla="*/ 1248670 h 6858000"/>
              <a:gd name="connsiteX590" fmla="*/ 775536 w 7467600"/>
              <a:gd name="connsiteY590" fmla="*/ 1388015 h 6858000"/>
              <a:gd name="connsiteX591" fmla="*/ 894529 w 7467600"/>
              <a:gd name="connsiteY591" fmla="*/ 1567739 h 6858000"/>
              <a:gd name="connsiteX592" fmla="*/ 948000 w 7467600"/>
              <a:gd name="connsiteY592" fmla="*/ 1663088 h 6858000"/>
              <a:gd name="connsiteX593" fmla="*/ 1006812 w 7467600"/>
              <a:gd name="connsiteY593" fmla="*/ 1767683 h 6858000"/>
              <a:gd name="connsiteX594" fmla="*/ 1149133 w 7467600"/>
              <a:gd name="connsiteY594" fmla="*/ 1971513 h 6858000"/>
              <a:gd name="connsiteX595" fmla="*/ 1333952 w 7467600"/>
              <a:gd name="connsiteY595" fmla="*/ 2251620 h 6858000"/>
              <a:gd name="connsiteX596" fmla="*/ 1337329 w 7467600"/>
              <a:gd name="connsiteY596" fmla="*/ 2258350 h 6858000"/>
              <a:gd name="connsiteX597" fmla="*/ 1014726 w 7467600"/>
              <a:gd name="connsiteY597" fmla="*/ 1615556 h 6858000"/>
              <a:gd name="connsiteX598" fmla="*/ 678222 w 7467600"/>
              <a:gd name="connsiteY598" fmla="*/ 1248670 h 6858000"/>
              <a:gd name="connsiteX599" fmla="*/ 6691602 w 7467600"/>
              <a:gd name="connsiteY599" fmla="*/ 1140573 h 6858000"/>
              <a:gd name="connsiteX600" fmla="*/ 6571100 w 7467600"/>
              <a:gd name="connsiteY600" fmla="*/ 1183662 h 6858000"/>
              <a:gd name="connsiteX601" fmla="*/ 6241687 w 7467600"/>
              <a:gd name="connsiteY601" fmla="*/ 1257600 h 6858000"/>
              <a:gd name="connsiteX602" fmla="*/ 5693009 w 7467600"/>
              <a:gd name="connsiteY602" fmla="*/ 1478256 h 6858000"/>
              <a:gd name="connsiteX603" fmla="*/ 6548420 w 7467600"/>
              <a:gd name="connsiteY603" fmla="*/ 1214599 h 6858000"/>
              <a:gd name="connsiteX604" fmla="*/ 6605473 w 7467600"/>
              <a:gd name="connsiteY604" fmla="*/ 1184686 h 6858000"/>
              <a:gd name="connsiteX605" fmla="*/ 6691602 w 7467600"/>
              <a:gd name="connsiteY605" fmla="*/ 1140573 h 6858000"/>
              <a:gd name="connsiteX606" fmla="*/ 4002475 w 7467600"/>
              <a:gd name="connsiteY606" fmla="*/ 1037802 h 6858000"/>
              <a:gd name="connsiteX607" fmla="*/ 4000324 w 7467600"/>
              <a:gd name="connsiteY607" fmla="*/ 1039362 h 6858000"/>
              <a:gd name="connsiteX608" fmla="*/ 4002862 w 7467600"/>
              <a:gd name="connsiteY608" fmla="*/ 1042866 h 6858000"/>
              <a:gd name="connsiteX609" fmla="*/ 4002475 w 7467600"/>
              <a:gd name="connsiteY609" fmla="*/ 1037802 h 6858000"/>
              <a:gd name="connsiteX610" fmla="*/ 506322 w 7467600"/>
              <a:gd name="connsiteY610" fmla="*/ 1020997 h 6858000"/>
              <a:gd name="connsiteX611" fmla="*/ 533068 w 7467600"/>
              <a:gd name="connsiteY611" fmla="*/ 1029409 h 6858000"/>
              <a:gd name="connsiteX612" fmla="*/ 1232525 w 7467600"/>
              <a:gd name="connsiteY612" fmla="*/ 1804675 h 6858000"/>
              <a:gd name="connsiteX613" fmla="*/ 1388858 w 7467600"/>
              <a:gd name="connsiteY613" fmla="*/ 2368011 h 6858000"/>
              <a:gd name="connsiteX614" fmla="*/ 1384098 w 7467600"/>
              <a:gd name="connsiteY614" fmla="*/ 2378125 h 6858000"/>
              <a:gd name="connsiteX615" fmla="*/ 1425393 w 7467600"/>
              <a:gd name="connsiteY615" fmla="*/ 2589124 h 6858000"/>
              <a:gd name="connsiteX616" fmla="*/ 1424001 w 7467600"/>
              <a:gd name="connsiteY616" fmla="*/ 2597541 h 6858000"/>
              <a:gd name="connsiteX617" fmla="*/ 2152729 w 7467600"/>
              <a:gd name="connsiteY617" fmla="*/ 2864487 h 6858000"/>
              <a:gd name="connsiteX618" fmla="*/ 2020609 w 7467600"/>
              <a:gd name="connsiteY618" fmla="*/ 2539671 h 6858000"/>
              <a:gd name="connsiteX619" fmla="*/ 2018920 w 7467600"/>
              <a:gd name="connsiteY619" fmla="*/ 2536309 h 6858000"/>
              <a:gd name="connsiteX620" fmla="*/ 1342441 w 7467600"/>
              <a:gd name="connsiteY620" fmla="*/ 1173017 h 6858000"/>
              <a:gd name="connsiteX621" fmla="*/ 1367925 w 7467600"/>
              <a:gd name="connsiteY621" fmla="*/ 1135648 h 6858000"/>
              <a:gd name="connsiteX622" fmla="*/ 1771401 w 7467600"/>
              <a:gd name="connsiteY622" fmla="*/ 1806673 h 6858000"/>
              <a:gd name="connsiteX623" fmla="*/ 1972385 w 7467600"/>
              <a:gd name="connsiteY623" fmla="*/ 2198735 h 6858000"/>
              <a:gd name="connsiteX624" fmla="*/ 2040892 w 7467600"/>
              <a:gd name="connsiteY624" fmla="*/ 2405205 h 6858000"/>
              <a:gd name="connsiteX625" fmla="*/ 2131689 w 7467600"/>
              <a:gd name="connsiteY625" fmla="*/ 1936926 h 6858000"/>
              <a:gd name="connsiteX626" fmla="*/ 2454820 w 7467600"/>
              <a:gd name="connsiteY626" fmla="*/ 1248808 h 6858000"/>
              <a:gd name="connsiteX627" fmla="*/ 2492512 w 7467600"/>
              <a:gd name="connsiteY627" fmla="*/ 1302920 h 6858000"/>
              <a:gd name="connsiteX628" fmla="*/ 2081216 w 7467600"/>
              <a:gd name="connsiteY628" fmla="*/ 2527513 h 6858000"/>
              <a:gd name="connsiteX629" fmla="*/ 2081211 w 7467600"/>
              <a:gd name="connsiteY629" fmla="*/ 2528916 h 6858000"/>
              <a:gd name="connsiteX630" fmla="*/ 2199067 w 7467600"/>
              <a:gd name="connsiteY630" fmla="*/ 2884061 h 6858000"/>
              <a:gd name="connsiteX631" fmla="*/ 3192586 w 7467600"/>
              <a:gd name="connsiteY631" fmla="*/ 3411496 h 6858000"/>
              <a:gd name="connsiteX632" fmla="*/ 3182620 w 7467600"/>
              <a:gd name="connsiteY632" fmla="*/ 3483279 h 6858000"/>
              <a:gd name="connsiteX633" fmla="*/ 2435119 w 7467600"/>
              <a:gd name="connsiteY633" fmla="*/ 3080173 h 6858000"/>
              <a:gd name="connsiteX634" fmla="*/ 2410152 w 7467600"/>
              <a:gd name="connsiteY634" fmla="*/ 3063751 h 6858000"/>
              <a:gd name="connsiteX635" fmla="*/ 2408099 w 7467600"/>
              <a:gd name="connsiteY635" fmla="*/ 3064403 h 6858000"/>
              <a:gd name="connsiteX636" fmla="*/ 2407218 w 7467600"/>
              <a:gd name="connsiteY636" fmla="*/ 3070324 h 6858000"/>
              <a:gd name="connsiteX637" fmla="*/ 2380138 w 7467600"/>
              <a:gd name="connsiteY637" fmla="*/ 3099341 h 6858000"/>
              <a:gd name="connsiteX638" fmla="*/ 1765923 w 7467600"/>
              <a:gd name="connsiteY638" fmla="*/ 3581043 h 6858000"/>
              <a:gd name="connsiteX639" fmla="*/ 1702258 w 7467600"/>
              <a:gd name="connsiteY639" fmla="*/ 3612286 h 6858000"/>
              <a:gd name="connsiteX640" fmla="*/ 1538370 w 7467600"/>
              <a:gd name="connsiteY640" fmla="*/ 3811804 h 6858000"/>
              <a:gd name="connsiteX641" fmla="*/ 542867 w 7467600"/>
              <a:gd name="connsiteY641" fmla="*/ 4944092 h 6858000"/>
              <a:gd name="connsiteX642" fmla="*/ 515800 w 7467600"/>
              <a:gd name="connsiteY642" fmla="*/ 4862180 h 6858000"/>
              <a:gd name="connsiteX643" fmla="*/ 909145 w 7467600"/>
              <a:gd name="connsiteY643" fmla="*/ 4199225 h 6858000"/>
              <a:gd name="connsiteX644" fmla="*/ 1214067 w 7467600"/>
              <a:gd name="connsiteY644" fmla="*/ 3908561 h 6858000"/>
              <a:gd name="connsiteX645" fmla="*/ 640967 w 7467600"/>
              <a:gd name="connsiteY645" fmla="*/ 4105601 h 6858000"/>
              <a:gd name="connsiteX646" fmla="*/ 112563 w 7467600"/>
              <a:gd name="connsiteY646" fmla="*/ 4396952 h 6858000"/>
              <a:gd name="connsiteX647" fmla="*/ 0 w 7467600"/>
              <a:gd name="connsiteY647" fmla="*/ 4466006 h 6858000"/>
              <a:gd name="connsiteX648" fmla="*/ 0 w 7467600"/>
              <a:gd name="connsiteY648" fmla="*/ 4233763 h 6858000"/>
              <a:gd name="connsiteX649" fmla="*/ 36881 w 7467600"/>
              <a:gd name="connsiteY649" fmla="*/ 4200118 h 6858000"/>
              <a:gd name="connsiteX650" fmla="*/ 910534 w 7467600"/>
              <a:gd name="connsiteY650" fmla="*/ 3629753 h 6858000"/>
              <a:gd name="connsiteX651" fmla="*/ 1578717 w 7467600"/>
              <a:gd name="connsiteY651" fmla="*/ 3575982 h 6858000"/>
              <a:gd name="connsiteX652" fmla="*/ 2338780 w 7467600"/>
              <a:gd name="connsiteY652" fmla="*/ 3033725 h 6858000"/>
              <a:gd name="connsiteX653" fmla="*/ 1807991 w 7467600"/>
              <a:gd name="connsiteY653" fmla="*/ 2807184 h 6858000"/>
              <a:gd name="connsiteX654" fmla="*/ 1416358 w 7467600"/>
              <a:gd name="connsiteY654" fmla="*/ 3112571 h 6858000"/>
              <a:gd name="connsiteX655" fmla="*/ 939066 w 7467600"/>
              <a:gd name="connsiteY655" fmla="*/ 3378798 h 6858000"/>
              <a:gd name="connsiteX656" fmla="*/ 115099 w 7467600"/>
              <a:gd name="connsiteY656" fmla="*/ 3607650 h 6858000"/>
              <a:gd name="connsiteX657" fmla="*/ 97284 w 7467600"/>
              <a:gd name="connsiteY657" fmla="*/ 3520393 h 6858000"/>
              <a:gd name="connsiteX658" fmla="*/ 922050 w 7467600"/>
              <a:gd name="connsiteY658" fmla="*/ 3074867 h 6858000"/>
              <a:gd name="connsiteX659" fmla="*/ 1405265 w 7467600"/>
              <a:gd name="connsiteY659" fmla="*/ 3016319 h 6858000"/>
              <a:gd name="connsiteX660" fmla="*/ 1407512 w 7467600"/>
              <a:gd name="connsiteY660" fmla="*/ 3018001 h 6858000"/>
              <a:gd name="connsiteX661" fmla="*/ 1726266 w 7467600"/>
              <a:gd name="connsiteY661" fmla="*/ 2777274 h 6858000"/>
              <a:gd name="connsiteX662" fmla="*/ 625390 w 7467600"/>
              <a:gd name="connsiteY662" fmla="*/ 2514541 h 6858000"/>
              <a:gd name="connsiteX663" fmla="*/ 619799 w 7467600"/>
              <a:gd name="connsiteY663" fmla="*/ 2527180 h 6858000"/>
              <a:gd name="connsiteX664" fmla="*/ 310030 w 7467600"/>
              <a:gd name="connsiteY664" fmla="*/ 2771818 h 6858000"/>
              <a:gd name="connsiteX665" fmla="*/ 173877 w 7467600"/>
              <a:gd name="connsiteY665" fmla="*/ 2937056 h 6858000"/>
              <a:gd name="connsiteX666" fmla="*/ 77889 w 7467600"/>
              <a:gd name="connsiteY666" fmla="*/ 3138440 h 6858000"/>
              <a:gd name="connsiteX667" fmla="*/ 0 w 7467600"/>
              <a:gd name="connsiteY667" fmla="*/ 3271395 h 6858000"/>
              <a:gd name="connsiteX668" fmla="*/ 0 w 7467600"/>
              <a:gd name="connsiteY668" fmla="*/ 3153002 h 6858000"/>
              <a:gd name="connsiteX669" fmla="*/ 2386 w 7467600"/>
              <a:gd name="connsiteY669" fmla="*/ 3149203 h 6858000"/>
              <a:gd name="connsiteX670" fmla="*/ 89753 w 7467600"/>
              <a:gd name="connsiteY670" fmla="*/ 2987702 h 6858000"/>
              <a:gd name="connsiteX671" fmla="*/ 76869 w 7467600"/>
              <a:gd name="connsiteY671" fmla="*/ 3005404 h 6858000"/>
              <a:gd name="connsiteX672" fmla="*/ 32049 w 7467600"/>
              <a:gd name="connsiteY672" fmla="*/ 3065814 h 6858000"/>
              <a:gd name="connsiteX673" fmla="*/ 0 w 7467600"/>
              <a:gd name="connsiteY673" fmla="*/ 3108744 h 6858000"/>
              <a:gd name="connsiteX674" fmla="*/ 0 w 7467600"/>
              <a:gd name="connsiteY674" fmla="*/ 3058059 h 6858000"/>
              <a:gd name="connsiteX675" fmla="*/ 7610 w 7467600"/>
              <a:gd name="connsiteY675" fmla="*/ 3047889 h 6858000"/>
              <a:gd name="connsiteX676" fmla="*/ 52419 w 7467600"/>
              <a:gd name="connsiteY676" fmla="*/ 2987479 h 6858000"/>
              <a:gd name="connsiteX677" fmla="*/ 59142 w 7467600"/>
              <a:gd name="connsiteY677" fmla="*/ 2978488 h 6858000"/>
              <a:gd name="connsiteX678" fmla="*/ 0 w 7467600"/>
              <a:gd name="connsiteY678" fmla="*/ 3015334 h 6858000"/>
              <a:gd name="connsiteX679" fmla="*/ 0 w 7467600"/>
              <a:gd name="connsiteY679" fmla="*/ 2914286 h 6858000"/>
              <a:gd name="connsiteX680" fmla="*/ 36383 w 7467600"/>
              <a:gd name="connsiteY680" fmla="*/ 2901128 h 6858000"/>
              <a:gd name="connsiteX681" fmla="*/ 156329 w 7467600"/>
              <a:gd name="connsiteY681" fmla="*/ 2840533 h 6858000"/>
              <a:gd name="connsiteX682" fmla="*/ 358355 w 7467600"/>
              <a:gd name="connsiteY682" fmla="*/ 2620471 h 6858000"/>
              <a:gd name="connsiteX683" fmla="*/ 510577 w 7467600"/>
              <a:gd name="connsiteY683" fmla="*/ 2501244 h 6858000"/>
              <a:gd name="connsiteX684" fmla="*/ 211967 w 7467600"/>
              <a:gd name="connsiteY684" fmla="*/ 2479171 h 6858000"/>
              <a:gd name="connsiteX685" fmla="*/ 0 w 7467600"/>
              <a:gd name="connsiteY685" fmla="*/ 2476398 h 6858000"/>
              <a:gd name="connsiteX686" fmla="*/ 0 w 7467600"/>
              <a:gd name="connsiteY686" fmla="*/ 2389189 h 6858000"/>
              <a:gd name="connsiteX687" fmla="*/ 103062 w 7467600"/>
              <a:gd name="connsiteY687" fmla="*/ 2389518 h 6858000"/>
              <a:gd name="connsiteX688" fmla="*/ 510734 w 7467600"/>
              <a:gd name="connsiteY688" fmla="*/ 2416201 h 6858000"/>
              <a:gd name="connsiteX689" fmla="*/ 279257 w 7467600"/>
              <a:gd name="connsiteY689" fmla="*/ 2092102 h 6858000"/>
              <a:gd name="connsiteX690" fmla="*/ 65265 w 7467600"/>
              <a:gd name="connsiteY690" fmla="*/ 2006049 h 6858000"/>
              <a:gd name="connsiteX691" fmla="*/ 0 w 7467600"/>
              <a:gd name="connsiteY691" fmla="*/ 1982532 h 6858000"/>
              <a:gd name="connsiteX692" fmla="*/ 0 w 7467600"/>
              <a:gd name="connsiteY692" fmla="*/ 1912789 h 6858000"/>
              <a:gd name="connsiteX693" fmla="*/ 97460 w 7467600"/>
              <a:gd name="connsiteY693" fmla="*/ 1953725 h 6858000"/>
              <a:gd name="connsiteX694" fmla="*/ 221272 w 7467600"/>
              <a:gd name="connsiteY694" fmla="*/ 1980766 h 6858000"/>
              <a:gd name="connsiteX695" fmla="*/ 116765 w 7467600"/>
              <a:gd name="connsiteY695" fmla="*/ 1911033 h 6858000"/>
              <a:gd name="connsiteX696" fmla="*/ 16405 w 7467600"/>
              <a:gd name="connsiteY696" fmla="*/ 1803412 h 6858000"/>
              <a:gd name="connsiteX697" fmla="*/ 0 w 7467600"/>
              <a:gd name="connsiteY697" fmla="*/ 1784777 h 6858000"/>
              <a:gd name="connsiteX698" fmla="*/ 0 w 7467600"/>
              <a:gd name="connsiteY698" fmla="*/ 1740082 h 6858000"/>
              <a:gd name="connsiteX699" fmla="*/ 39394 w 7467600"/>
              <a:gd name="connsiteY699" fmla="*/ 1784856 h 6858000"/>
              <a:gd name="connsiteX700" fmla="*/ 135813 w 7467600"/>
              <a:gd name="connsiteY700" fmla="*/ 1888838 h 6858000"/>
              <a:gd name="connsiteX701" fmla="*/ 242575 w 7467600"/>
              <a:gd name="connsiteY701" fmla="*/ 1958841 h 6858000"/>
              <a:gd name="connsiteX702" fmla="*/ 82197 w 7467600"/>
              <a:gd name="connsiteY702" fmla="*/ 1754826 h 6858000"/>
              <a:gd name="connsiteX703" fmla="*/ 0 w 7467600"/>
              <a:gd name="connsiteY703" fmla="*/ 1679650 h 6858000"/>
              <a:gd name="connsiteX704" fmla="*/ 0 w 7467600"/>
              <a:gd name="connsiteY704" fmla="*/ 1602463 h 6858000"/>
              <a:gd name="connsiteX705" fmla="*/ 84689 w 7467600"/>
              <a:gd name="connsiteY705" fmla="*/ 1677442 h 6858000"/>
              <a:gd name="connsiteX706" fmla="*/ 298437 w 7467600"/>
              <a:gd name="connsiteY706" fmla="*/ 1968019 h 6858000"/>
              <a:gd name="connsiteX707" fmla="*/ 227269 w 7467600"/>
              <a:gd name="connsiteY707" fmla="*/ 1114064 h 6858000"/>
              <a:gd name="connsiteX708" fmla="*/ 248003 w 7467600"/>
              <a:gd name="connsiteY708" fmla="*/ 1089613 h 6858000"/>
              <a:gd name="connsiteX709" fmla="*/ 427020 w 7467600"/>
              <a:gd name="connsiteY709" fmla="*/ 1619803 h 6858000"/>
              <a:gd name="connsiteX710" fmla="*/ 340345 w 7467600"/>
              <a:gd name="connsiteY710" fmla="*/ 2027739 h 6858000"/>
              <a:gd name="connsiteX711" fmla="*/ 360865 w 7467600"/>
              <a:gd name="connsiteY711" fmla="*/ 2044827 h 6858000"/>
              <a:gd name="connsiteX712" fmla="*/ 560414 w 7467600"/>
              <a:gd name="connsiteY712" fmla="*/ 2421457 h 6858000"/>
              <a:gd name="connsiteX713" fmla="*/ 1359703 w 7467600"/>
              <a:gd name="connsiteY713" fmla="*/ 2578554 h 6858000"/>
              <a:gd name="connsiteX714" fmla="*/ 1359422 w 7467600"/>
              <a:gd name="connsiteY714" fmla="*/ 2577994 h 6858000"/>
              <a:gd name="connsiteX715" fmla="*/ 828701 w 7467600"/>
              <a:gd name="connsiteY715" fmla="*/ 1839520 h 6858000"/>
              <a:gd name="connsiteX716" fmla="*/ 494427 w 7467600"/>
              <a:gd name="connsiteY716" fmla="*/ 1092333 h 6858000"/>
              <a:gd name="connsiteX717" fmla="*/ 506322 w 7467600"/>
              <a:gd name="connsiteY717" fmla="*/ 1020997 h 6858000"/>
              <a:gd name="connsiteX718" fmla="*/ 4570198 w 7467600"/>
              <a:gd name="connsiteY718" fmla="*/ 978081 h 6858000"/>
              <a:gd name="connsiteX719" fmla="*/ 4523691 w 7467600"/>
              <a:gd name="connsiteY719" fmla="*/ 1127776 h 6858000"/>
              <a:gd name="connsiteX720" fmla="*/ 4509875 w 7467600"/>
              <a:gd name="connsiteY720" fmla="*/ 1167552 h 6858000"/>
              <a:gd name="connsiteX721" fmla="*/ 4478168 w 7467600"/>
              <a:gd name="connsiteY721" fmla="*/ 1260735 h 6858000"/>
              <a:gd name="connsiteX722" fmla="*/ 4409309 w 7467600"/>
              <a:gd name="connsiteY722" fmla="*/ 1666996 h 6858000"/>
              <a:gd name="connsiteX723" fmla="*/ 4370031 w 7467600"/>
              <a:gd name="connsiteY723" fmla="*/ 1955666 h 6858000"/>
              <a:gd name="connsiteX724" fmla="*/ 4570198 w 7467600"/>
              <a:gd name="connsiteY724" fmla="*/ 978081 h 6858000"/>
              <a:gd name="connsiteX725" fmla="*/ 4557898 w 7467600"/>
              <a:gd name="connsiteY725" fmla="*/ 900011 h 6858000"/>
              <a:gd name="connsiteX726" fmla="*/ 4344840 w 7467600"/>
              <a:gd name="connsiteY726" fmla="*/ 1922038 h 6858000"/>
              <a:gd name="connsiteX727" fmla="*/ 4378710 w 7467600"/>
              <a:gd name="connsiteY727" fmla="*/ 1665516 h 6858000"/>
              <a:gd name="connsiteX728" fmla="*/ 4448798 w 7467600"/>
              <a:gd name="connsiteY728" fmla="*/ 1253024 h 6858000"/>
              <a:gd name="connsiteX729" fmla="*/ 4480315 w 7467600"/>
              <a:gd name="connsiteY729" fmla="*/ 1158454 h 6858000"/>
              <a:gd name="connsiteX730" fmla="*/ 4494133 w 7467600"/>
              <a:gd name="connsiteY730" fmla="*/ 1118676 h 6858000"/>
              <a:gd name="connsiteX731" fmla="*/ 4557898 w 7467600"/>
              <a:gd name="connsiteY731" fmla="*/ 900011 h 6858000"/>
              <a:gd name="connsiteX732" fmla="*/ 5870151 w 7467600"/>
              <a:gd name="connsiteY732" fmla="*/ 898890 h 6858000"/>
              <a:gd name="connsiteX733" fmla="*/ 5861335 w 7467600"/>
              <a:gd name="connsiteY733" fmla="*/ 899177 h 6858000"/>
              <a:gd name="connsiteX734" fmla="*/ 5843702 w 7467600"/>
              <a:gd name="connsiteY734" fmla="*/ 899748 h 6858000"/>
              <a:gd name="connsiteX735" fmla="*/ 5651107 w 7467600"/>
              <a:gd name="connsiteY735" fmla="*/ 920306 h 6858000"/>
              <a:gd name="connsiteX736" fmla="*/ 5459407 w 7467600"/>
              <a:gd name="connsiteY736" fmla="*/ 940975 h 6858000"/>
              <a:gd name="connsiteX737" fmla="*/ 5374846 w 7467600"/>
              <a:gd name="connsiteY737" fmla="*/ 941988 h 6858000"/>
              <a:gd name="connsiteX738" fmla="*/ 5256105 w 7467600"/>
              <a:gd name="connsiteY738" fmla="*/ 945632 h 6858000"/>
              <a:gd name="connsiteX739" fmla="*/ 5107071 w 7467600"/>
              <a:gd name="connsiteY739" fmla="*/ 969720 h 6858000"/>
              <a:gd name="connsiteX740" fmla="*/ 4998681 w 7467600"/>
              <a:gd name="connsiteY740" fmla="*/ 988771 h 6858000"/>
              <a:gd name="connsiteX741" fmla="*/ 5870151 w 7467600"/>
              <a:gd name="connsiteY741" fmla="*/ 898890 h 6858000"/>
              <a:gd name="connsiteX742" fmla="*/ 5504425 w 7467600"/>
              <a:gd name="connsiteY742" fmla="*/ 848067 h 6858000"/>
              <a:gd name="connsiteX743" fmla="*/ 4968849 w 7467600"/>
              <a:gd name="connsiteY743" fmla="*/ 962318 h 6858000"/>
              <a:gd name="connsiteX744" fmla="*/ 5104039 w 7467600"/>
              <a:gd name="connsiteY744" fmla="*/ 940634 h 6858000"/>
              <a:gd name="connsiteX745" fmla="*/ 5256311 w 7467600"/>
              <a:gd name="connsiteY745" fmla="*/ 916490 h 6858000"/>
              <a:gd name="connsiteX746" fmla="*/ 5377381 w 7467600"/>
              <a:gd name="connsiteY746" fmla="*/ 912671 h 6858000"/>
              <a:gd name="connsiteX747" fmla="*/ 5460148 w 7467600"/>
              <a:gd name="connsiteY747" fmla="*/ 911442 h 6858000"/>
              <a:gd name="connsiteX748" fmla="*/ 5648971 w 7467600"/>
              <a:gd name="connsiteY748" fmla="*/ 891331 h 6858000"/>
              <a:gd name="connsiteX749" fmla="*/ 5844807 w 7467600"/>
              <a:gd name="connsiteY749" fmla="*/ 870718 h 6858000"/>
              <a:gd name="connsiteX750" fmla="*/ 5862975 w 7467600"/>
              <a:gd name="connsiteY750" fmla="*/ 869756 h 6858000"/>
              <a:gd name="connsiteX751" fmla="*/ 5920887 w 7467600"/>
              <a:gd name="connsiteY751" fmla="*/ 865929 h 6858000"/>
              <a:gd name="connsiteX752" fmla="*/ 5504425 w 7467600"/>
              <a:gd name="connsiteY752" fmla="*/ 848067 h 6858000"/>
              <a:gd name="connsiteX753" fmla="*/ 3607114 w 7467600"/>
              <a:gd name="connsiteY753" fmla="*/ 467441 h 6858000"/>
              <a:gd name="connsiteX754" fmla="*/ 3296242 w 7467600"/>
              <a:gd name="connsiteY754" fmla="*/ 807991 h 6858000"/>
              <a:gd name="connsiteX755" fmla="*/ 3174674 w 7467600"/>
              <a:gd name="connsiteY755" fmla="*/ 919759 h 6858000"/>
              <a:gd name="connsiteX756" fmla="*/ 3042978 w 7467600"/>
              <a:gd name="connsiteY756" fmla="*/ 1054894 h 6858000"/>
              <a:gd name="connsiteX757" fmla="*/ 2968914 w 7467600"/>
              <a:gd name="connsiteY757" fmla="*/ 1133756 h 6858000"/>
              <a:gd name="connsiteX758" fmla="*/ 3103823 w 7467600"/>
              <a:gd name="connsiteY758" fmla="*/ 1026814 h 6858000"/>
              <a:gd name="connsiteX759" fmla="*/ 3607114 w 7467600"/>
              <a:gd name="connsiteY759" fmla="*/ 467441 h 6858000"/>
              <a:gd name="connsiteX760" fmla="*/ 3744487 w 7467600"/>
              <a:gd name="connsiteY760" fmla="*/ 383136 h 6858000"/>
              <a:gd name="connsiteX761" fmla="*/ 3970213 w 7467600"/>
              <a:gd name="connsiteY761" fmla="*/ 995559 h 6858000"/>
              <a:gd name="connsiteX762" fmla="*/ 3744487 w 7467600"/>
              <a:gd name="connsiteY762" fmla="*/ 383136 h 6858000"/>
              <a:gd name="connsiteX763" fmla="*/ 3624562 w 7467600"/>
              <a:gd name="connsiteY763" fmla="*/ 367041 h 6858000"/>
              <a:gd name="connsiteX764" fmla="*/ 3489712 w 7467600"/>
              <a:gd name="connsiteY764" fmla="*/ 485386 h 6858000"/>
              <a:gd name="connsiteX765" fmla="*/ 3182994 w 7467600"/>
              <a:gd name="connsiteY765" fmla="*/ 828265 h 6858000"/>
              <a:gd name="connsiteX766" fmla="*/ 2892114 w 7467600"/>
              <a:gd name="connsiteY766" fmla="*/ 1172635 h 6858000"/>
              <a:gd name="connsiteX767" fmla="*/ 3021459 w 7467600"/>
              <a:gd name="connsiteY767" fmla="*/ 1035385 h 6858000"/>
              <a:gd name="connsiteX768" fmla="*/ 3153873 w 7467600"/>
              <a:gd name="connsiteY768" fmla="*/ 898971 h 6858000"/>
              <a:gd name="connsiteX769" fmla="*/ 3276511 w 7467600"/>
              <a:gd name="connsiteY769" fmla="*/ 786423 h 6858000"/>
              <a:gd name="connsiteX770" fmla="*/ 3584154 w 7467600"/>
              <a:gd name="connsiteY770" fmla="*/ 448218 h 6858000"/>
              <a:gd name="connsiteX771" fmla="*/ 3624562 w 7467600"/>
              <a:gd name="connsiteY771" fmla="*/ 367041 h 6858000"/>
              <a:gd name="connsiteX772" fmla="*/ 3766672 w 7467600"/>
              <a:gd name="connsiteY772" fmla="*/ 359429 h 6858000"/>
              <a:gd name="connsiteX773" fmla="*/ 3996338 w 7467600"/>
              <a:gd name="connsiteY773" fmla="*/ 968237 h 6858000"/>
              <a:gd name="connsiteX774" fmla="*/ 3766672 w 7467600"/>
              <a:gd name="connsiteY774" fmla="*/ 359429 h 6858000"/>
              <a:gd name="connsiteX775" fmla="*/ 5805386 w 7467600"/>
              <a:gd name="connsiteY775" fmla="*/ 239240 h 6858000"/>
              <a:gd name="connsiteX776" fmla="*/ 5736947 w 7467600"/>
              <a:gd name="connsiteY776" fmla="*/ 261367 h 6858000"/>
              <a:gd name="connsiteX777" fmla="*/ 5427012 w 7467600"/>
              <a:gd name="connsiteY777" fmla="*/ 311272 h 6858000"/>
              <a:gd name="connsiteX778" fmla="*/ 5147818 w 7467600"/>
              <a:gd name="connsiteY778" fmla="*/ 322112 h 6858000"/>
              <a:gd name="connsiteX779" fmla="*/ 5060854 w 7467600"/>
              <a:gd name="connsiteY779" fmla="*/ 311882 h 6858000"/>
              <a:gd name="connsiteX780" fmla="*/ 4945989 w 7467600"/>
              <a:gd name="connsiteY780" fmla="*/ 300516 h 6858000"/>
              <a:gd name="connsiteX781" fmla="*/ 5410479 w 7467600"/>
              <a:gd name="connsiteY781" fmla="*/ 348434 h 6858000"/>
              <a:gd name="connsiteX782" fmla="*/ 5805386 w 7467600"/>
              <a:gd name="connsiteY782" fmla="*/ 239240 h 6858000"/>
              <a:gd name="connsiteX783" fmla="*/ 5905192 w 7467600"/>
              <a:gd name="connsiteY783" fmla="*/ 163079 h 6858000"/>
              <a:gd name="connsiteX784" fmla="*/ 5865655 w 7467600"/>
              <a:gd name="connsiteY784" fmla="*/ 171901 h 6858000"/>
              <a:gd name="connsiteX785" fmla="*/ 5259740 w 7467600"/>
              <a:gd name="connsiteY785" fmla="*/ 257013 h 6858000"/>
              <a:gd name="connsiteX786" fmla="*/ 5208466 w 7467600"/>
              <a:gd name="connsiteY786" fmla="*/ 257550 h 6858000"/>
              <a:gd name="connsiteX787" fmla="*/ 4980204 w 7467600"/>
              <a:gd name="connsiteY787" fmla="*/ 271903 h 6858000"/>
              <a:gd name="connsiteX788" fmla="*/ 5068068 w 7467600"/>
              <a:gd name="connsiteY788" fmla="*/ 282244 h 6858000"/>
              <a:gd name="connsiteX789" fmla="*/ 5153231 w 7467600"/>
              <a:gd name="connsiteY789" fmla="*/ 292240 h 6858000"/>
              <a:gd name="connsiteX790" fmla="*/ 5426491 w 7467600"/>
              <a:gd name="connsiteY790" fmla="*/ 281128 h 6858000"/>
              <a:gd name="connsiteX791" fmla="*/ 5731212 w 7467600"/>
              <a:gd name="connsiteY791" fmla="*/ 231951 h 6858000"/>
              <a:gd name="connsiteX792" fmla="*/ 5905192 w 7467600"/>
              <a:gd name="connsiteY792" fmla="*/ 163079 h 6858000"/>
              <a:gd name="connsiteX793" fmla="*/ 5944437 w 7467600"/>
              <a:gd name="connsiteY793" fmla="*/ 113829 h 6858000"/>
              <a:gd name="connsiteX794" fmla="*/ 5825032 w 7467600"/>
              <a:gd name="connsiteY794" fmla="*/ 146405 h 6858000"/>
              <a:gd name="connsiteX795" fmla="*/ 4955599 w 7467600"/>
              <a:gd name="connsiteY795" fmla="*/ 247008 h 6858000"/>
              <a:gd name="connsiteX796" fmla="*/ 5210104 w 7467600"/>
              <a:gd name="connsiteY796" fmla="*/ 228123 h 6858000"/>
              <a:gd name="connsiteX797" fmla="*/ 5261015 w 7467600"/>
              <a:gd name="connsiteY797" fmla="*/ 227087 h 6858000"/>
              <a:gd name="connsiteX798" fmla="*/ 5861181 w 7467600"/>
              <a:gd name="connsiteY798" fmla="*/ 143093 h 6858000"/>
              <a:gd name="connsiteX799" fmla="*/ 5961252 w 7467600"/>
              <a:gd name="connsiteY799" fmla="*/ 114820 h 6858000"/>
              <a:gd name="connsiteX800" fmla="*/ 5944437 w 7467600"/>
              <a:gd name="connsiteY800" fmla="*/ 113829 h 6858000"/>
              <a:gd name="connsiteX801" fmla="*/ 3882765 w 7467600"/>
              <a:gd name="connsiteY801" fmla="*/ 0 h 6858000"/>
              <a:gd name="connsiteX802" fmla="*/ 3995099 w 7467600"/>
              <a:gd name="connsiteY802" fmla="*/ 0 h 6858000"/>
              <a:gd name="connsiteX803" fmla="*/ 4163818 w 7467600"/>
              <a:gd name="connsiteY803" fmla="*/ 234104 h 6858000"/>
              <a:gd name="connsiteX804" fmla="*/ 4172099 w 7467600"/>
              <a:gd name="connsiteY804" fmla="*/ 234207 h 6858000"/>
              <a:gd name="connsiteX805" fmla="*/ 4784282 w 7467600"/>
              <a:gd name="connsiteY805" fmla="*/ 276561 h 6858000"/>
              <a:gd name="connsiteX806" fmla="*/ 4801687 w 7467600"/>
              <a:gd name="connsiteY806" fmla="*/ 267764 h 6858000"/>
              <a:gd name="connsiteX807" fmla="*/ 6082788 w 7467600"/>
              <a:gd name="connsiteY807" fmla="*/ 64119 h 6858000"/>
              <a:gd name="connsiteX808" fmla="*/ 6099442 w 7467600"/>
              <a:gd name="connsiteY808" fmla="*/ 82568 h 6858000"/>
              <a:gd name="connsiteX809" fmla="*/ 4804137 w 7467600"/>
              <a:gd name="connsiteY809" fmla="*/ 320931 h 6858000"/>
              <a:gd name="connsiteX810" fmla="*/ 4227047 w 7467600"/>
              <a:gd name="connsiteY810" fmla="*/ 313415 h 6858000"/>
              <a:gd name="connsiteX811" fmla="*/ 4346041 w 7467600"/>
              <a:gd name="connsiteY811" fmla="*/ 456086 h 6858000"/>
              <a:gd name="connsiteX812" fmla="*/ 4870967 w 7467600"/>
              <a:gd name="connsiteY812" fmla="*/ 963061 h 6858000"/>
              <a:gd name="connsiteX813" fmla="*/ 4889647 w 7467600"/>
              <a:gd name="connsiteY813" fmla="*/ 957147 h 6858000"/>
              <a:gd name="connsiteX814" fmla="*/ 5422504 w 7467600"/>
              <a:gd name="connsiteY814" fmla="*/ 805191 h 6858000"/>
              <a:gd name="connsiteX815" fmla="*/ 6087656 w 7467600"/>
              <a:gd name="connsiteY815" fmla="*/ 826703 h 6858000"/>
              <a:gd name="connsiteX816" fmla="*/ 6058717 w 7467600"/>
              <a:gd name="connsiteY816" fmla="*/ 865992 h 6858000"/>
              <a:gd name="connsiteX817" fmla="*/ 4974153 w 7467600"/>
              <a:gd name="connsiteY817" fmla="*/ 1045456 h 6858000"/>
              <a:gd name="connsiteX818" fmla="*/ 5627835 w 7467600"/>
              <a:gd name="connsiteY818" fmla="*/ 1472077 h 6858000"/>
              <a:gd name="connsiteX819" fmla="*/ 5629817 w 7467600"/>
              <a:gd name="connsiteY819" fmla="*/ 1471412 h 6858000"/>
              <a:gd name="connsiteX820" fmla="*/ 5634124 w 7467600"/>
              <a:gd name="connsiteY820" fmla="*/ 1470572 h 6858000"/>
              <a:gd name="connsiteX821" fmla="*/ 5755832 w 7467600"/>
              <a:gd name="connsiteY821" fmla="*/ 1383886 h 6858000"/>
              <a:gd name="connsiteX822" fmla="*/ 6014186 w 7467600"/>
              <a:gd name="connsiteY822" fmla="*/ 1279799 h 6858000"/>
              <a:gd name="connsiteX823" fmla="*/ 6901619 w 7467600"/>
              <a:gd name="connsiteY823" fmla="*/ 1047874 h 6858000"/>
              <a:gd name="connsiteX824" fmla="*/ 6931566 w 7467600"/>
              <a:gd name="connsiteY824" fmla="*/ 1062034 h 6858000"/>
              <a:gd name="connsiteX825" fmla="*/ 5790982 w 7467600"/>
              <a:gd name="connsiteY825" fmla="*/ 1561380 h 6858000"/>
              <a:gd name="connsiteX826" fmla="*/ 6188971 w 7467600"/>
              <a:gd name="connsiteY826" fmla="*/ 1755168 h 6858000"/>
              <a:gd name="connsiteX827" fmla="*/ 6202446 w 7467600"/>
              <a:gd name="connsiteY827" fmla="*/ 1752268 h 6858000"/>
              <a:gd name="connsiteX828" fmla="*/ 7179560 w 7467600"/>
              <a:gd name="connsiteY828" fmla="*/ 1467551 h 6858000"/>
              <a:gd name="connsiteX829" fmla="*/ 7158730 w 7467600"/>
              <a:gd name="connsiteY829" fmla="*/ 1507835 h 6858000"/>
              <a:gd name="connsiteX830" fmla="*/ 6326959 w 7467600"/>
              <a:gd name="connsiteY830" fmla="*/ 1817686 h 6858000"/>
              <a:gd name="connsiteX831" fmla="*/ 6537433 w 7467600"/>
              <a:gd name="connsiteY831" fmla="*/ 1907790 h 6858000"/>
              <a:gd name="connsiteX832" fmla="*/ 6550221 w 7467600"/>
              <a:gd name="connsiteY832" fmla="*/ 1910729 h 6858000"/>
              <a:gd name="connsiteX833" fmla="*/ 6964438 w 7467600"/>
              <a:gd name="connsiteY833" fmla="*/ 2209505 h 6858000"/>
              <a:gd name="connsiteX834" fmla="*/ 7367862 w 7467600"/>
              <a:gd name="connsiteY834" fmla="*/ 2806833 h 6858000"/>
              <a:gd name="connsiteX835" fmla="*/ 7364329 w 7467600"/>
              <a:gd name="connsiteY835" fmla="*/ 2826907 h 6858000"/>
              <a:gd name="connsiteX836" fmla="*/ 7290545 w 7467600"/>
              <a:gd name="connsiteY836" fmla="*/ 2850663 h 6858000"/>
              <a:gd name="connsiteX837" fmla="*/ 6472036 w 7467600"/>
              <a:gd name="connsiteY837" fmla="*/ 1959003 h 6858000"/>
              <a:gd name="connsiteX838" fmla="*/ 5792897 w 7467600"/>
              <a:gd name="connsiteY838" fmla="*/ 1647747 h 6858000"/>
              <a:gd name="connsiteX839" fmla="*/ 5842751 w 7467600"/>
              <a:gd name="connsiteY839" fmla="*/ 1816112 h 6858000"/>
              <a:gd name="connsiteX840" fmla="*/ 5847424 w 7467600"/>
              <a:gd name="connsiteY840" fmla="*/ 1815776 h 6858000"/>
              <a:gd name="connsiteX841" fmla="*/ 6399821 w 7467600"/>
              <a:gd name="connsiteY841" fmla="*/ 2344799 h 6858000"/>
              <a:gd name="connsiteX842" fmla="*/ 6323232 w 7467600"/>
              <a:gd name="connsiteY842" fmla="*/ 2389634 h 6858000"/>
              <a:gd name="connsiteX843" fmla="*/ 5942958 w 7467600"/>
              <a:gd name="connsiteY843" fmla="*/ 2077708 h 6858000"/>
              <a:gd name="connsiteX844" fmla="*/ 5921559 w 7467600"/>
              <a:gd name="connsiteY844" fmla="*/ 2378596 h 6858000"/>
              <a:gd name="connsiteX845" fmla="*/ 5817651 w 7467600"/>
              <a:gd name="connsiteY845" fmla="*/ 3023919 h 6858000"/>
              <a:gd name="connsiteX846" fmla="*/ 5729634 w 7467600"/>
              <a:gd name="connsiteY846" fmla="*/ 3051849 h 6858000"/>
              <a:gd name="connsiteX847" fmla="*/ 5611018 w 7467600"/>
              <a:gd name="connsiteY847" fmla="*/ 2316769 h 6858000"/>
              <a:gd name="connsiteX848" fmla="*/ 5687608 w 7467600"/>
              <a:gd name="connsiteY848" fmla="*/ 2039972 h 6858000"/>
              <a:gd name="connsiteX849" fmla="*/ 5657554 w 7467600"/>
              <a:gd name="connsiteY849" fmla="*/ 1576445 h 6858000"/>
              <a:gd name="connsiteX850" fmla="*/ 5150475 w 7467600"/>
              <a:gd name="connsiteY850" fmla="*/ 1274012 h 6858000"/>
              <a:gd name="connsiteX851" fmla="*/ 5349142 w 7467600"/>
              <a:gd name="connsiteY851" fmla="*/ 2204405 h 6858000"/>
              <a:gd name="connsiteX852" fmla="*/ 5262214 w 7467600"/>
              <a:gd name="connsiteY852" fmla="*/ 2233836 h 6858000"/>
              <a:gd name="connsiteX853" fmla="*/ 4981539 w 7467600"/>
              <a:gd name="connsiteY853" fmla="*/ 1542201 h 6858000"/>
              <a:gd name="connsiteX854" fmla="*/ 4958461 w 7467600"/>
              <a:gd name="connsiteY854" fmla="*/ 1136957 h 6858000"/>
              <a:gd name="connsiteX855" fmla="*/ 4655015 w 7467600"/>
              <a:gd name="connsiteY855" fmla="*/ 891426 h 6858000"/>
              <a:gd name="connsiteX856" fmla="*/ 4348002 w 7467600"/>
              <a:gd name="connsiteY856" fmla="*/ 2205895 h 6858000"/>
              <a:gd name="connsiteX857" fmla="*/ 4262250 w 7467600"/>
              <a:gd name="connsiteY857" fmla="*/ 2219972 h 6858000"/>
              <a:gd name="connsiteX858" fmla="*/ 4550611 w 7467600"/>
              <a:gd name="connsiteY858" fmla="*/ 817540 h 6858000"/>
              <a:gd name="connsiteX859" fmla="*/ 4564418 w 7467600"/>
              <a:gd name="connsiteY859" fmla="*/ 808293 h 6858000"/>
              <a:gd name="connsiteX860" fmla="*/ 4266388 w 7467600"/>
              <a:gd name="connsiteY860" fmla="*/ 500083 h 6858000"/>
              <a:gd name="connsiteX861" fmla="*/ 4032842 w 7467600"/>
              <a:gd name="connsiteY861" fmla="*/ 211809 h 6858000"/>
              <a:gd name="connsiteX862" fmla="*/ 3882765 w 7467600"/>
              <a:gd name="connsiteY862" fmla="*/ 0 h 6858000"/>
              <a:gd name="connsiteX863" fmla="*/ 3721337 w 7467600"/>
              <a:gd name="connsiteY863" fmla="*/ 0 h 6858000"/>
              <a:gd name="connsiteX864" fmla="*/ 3797544 w 7467600"/>
              <a:gd name="connsiteY864" fmla="*/ 0 h 6858000"/>
              <a:gd name="connsiteX865" fmla="*/ 3775734 w 7467600"/>
              <a:gd name="connsiteY865" fmla="*/ 95131 h 6858000"/>
              <a:gd name="connsiteX866" fmla="*/ 3724807 w 7467600"/>
              <a:gd name="connsiteY866" fmla="*/ 272257 h 6858000"/>
              <a:gd name="connsiteX867" fmla="*/ 3726844 w 7467600"/>
              <a:gd name="connsiteY867" fmla="*/ 282988 h 6858000"/>
              <a:gd name="connsiteX868" fmla="*/ 3742664 w 7467600"/>
              <a:gd name="connsiteY868" fmla="*/ 279918 h 6858000"/>
              <a:gd name="connsiteX869" fmla="*/ 4103910 w 7467600"/>
              <a:gd name="connsiteY869" fmla="*/ 1161917 h 6858000"/>
              <a:gd name="connsiteX870" fmla="*/ 4020269 w 7467600"/>
              <a:gd name="connsiteY870" fmla="*/ 1200406 h 6858000"/>
              <a:gd name="connsiteX871" fmla="*/ 3674882 w 7467600"/>
              <a:gd name="connsiteY871" fmla="*/ 488524 h 6858000"/>
              <a:gd name="connsiteX872" fmla="*/ 3132682 w 7467600"/>
              <a:gd name="connsiteY872" fmla="*/ 1072284 h 6858000"/>
              <a:gd name="connsiteX873" fmla="*/ 2716346 w 7467600"/>
              <a:gd name="connsiteY873" fmla="*/ 1276376 h 6858000"/>
              <a:gd name="connsiteX874" fmla="*/ 2716772 w 7467600"/>
              <a:gd name="connsiteY874" fmla="*/ 1255462 h 6858000"/>
              <a:gd name="connsiteX875" fmla="*/ 3471096 w 7467600"/>
              <a:gd name="connsiteY875" fmla="*/ 437072 h 6858000"/>
              <a:gd name="connsiteX876" fmla="*/ 3639057 w 7467600"/>
              <a:gd name="connsiteY876" fmla="*/ 286334 h 6858000"/>
              <a:gd name="connsiteX877" fmla="*/ 3640309 w 7467600"/>
              <a:gd name="connsiteY877" fmla="*/ 284664 h 6858000"/>
              <a:gd name="connsiteX878" fmla="*/ 3646022 w 7467600"/>
              <a:gd name="connsiteY878" fmla="*/ 276711 h 6858000"/>
              <a:gd name="connsiteX879" fmla="*/ 3707943 w 7467600"/>
              <a:gd name="connsiteY879" fmla="*/ 65958 h 6858000"/>
              <a:gd name="connsiteX880" fmla="*/ 3721337 w 7467600"/>
              <a:gd name="connsiteY880" fmla="*/ 0 h 6858000"/>
              <a:gd name="connsiteX881" fmla="*/ 2867960 w 7467600"/>
              <a:gd name="connsiteY881" fmla="*/ 0 h 6858000"/>
              <a:gd name="connsiteX882" fmla="*/ 2926351 w 7467600"/>
              <a:gd name="connsiteY882" fmla="*/ 0 h 6858000"/>
              <a:gd name="connsiteX883" fmla="*/ 2902823 w 7467600"/>
              <a:gd name="connsiteY883" fmla="*/ 262929 h 6858000"/>
              <a:gd name="connsiteX884" fmla="*/ 2940663 w 7467600"/>
              <a:gd name="connsiteY884" fmla="*/ 140884 h 6858000"/>
              <a:gd name="connsiteX885" fmla="*/ 2947039 w 7467600"/>
              <a:gd name="connsiteY885" fmla="*/ 122524 h 6858000"/>
              <a:gd name="connsiteX886" fmla="*/ 2984316 w 7467600"/>
              <a:gd name="connsiteY886" fmla="*/ 0 h 6858000"/>
              <a:gd name="connsiteX887" fmla="*/ 3016114 w 7467600"/>
              <a:gd name="connsiteY887" fmla="*/ 0 h 6858000"/>
              <a:gd name="connsiteX888" fmla="*/ 2979949 w 7467600"/>
              <a:gd name="connsiteY888" fmla="*/ 119274 h 6858000"/>
              <a:gd name="connsiteX889" fmla="*/ 3023879 w 7467600"/>
              <a:gd name="connsiteY889" fmla="*/ 0 h 6858000"/>
              <a:gd name="connsiteX890" fmla="*/ 3105400 w 7467600"/>
              <a:gd name="connsiteY890" fmla="*/ 0 h 6858000"/>
              <a:gd name="connsiteX891" fmla="*/ 3094669 w 7467600"/>
              <a:gd name="connsiteY891" fmla="*/ 30308 h 6858000"/>
              <a:gd name="connsiteX892" fmla="*/ 2901945 w 7467600"/>
              <a:gd name="connsiteY892" fmla="*/ 466538 h 6858000"/>
              <a:gd name="connsiteX893" fmla="*/ 2815209 w 7467600"/>
              <a:gd name="connsiteY893" fmla="*/ 497361 h 6858000"/>
              <a:gd name="connsiteX894" fmla="*/ 2844845 w 7467600"/>
              <a:gd name="connsiteY894" fmla="*/ 127638 h 6858000"/>
              <a:gd name="connsiteX895" fmla="*/ 2867960 w 7467600"/>
              <a:gd name="connsiteY895" fmla="*/ 0 h 6858000"/>
              <a:gd name="connsiteX896" fmla="*/ 1057230 w 7467600"/>
              <a:gd name="connsiteY896" fmla="*/ 0 h 6858000"/>
              <a:gd name="connsiteX897" fmla="*/ 1111003 w 7467600"/>
              <a:gd name="connsiteY897" fmla="*/ 0 h 6858000"/>
              <a:gd name="connsiteX898" fmla="*/ 1125553 w 7467600"/>
              <a:gd name="connsiteY898" fmla="*/ 52588 h 6858000"/>
              <a:gd name="connsiteX899" fmla="*/ 1304276 w 7467600"/>
              <a:gd name="connsiteY899" fmla="*/ 476275 h 6858000"/>
              <a:gd name="connsiteX900" fmla="*/ 1492066 w 7467600"/>
              <a:gd name="connsiteY900" fmla="*/ 886333 h 6858000"/>
              <a:gd name="connsiteX901" fmla="*/ 1423698 w 7467600"/>
              <a:gd name="connsiteY901" fmla="*/ 710817 h 6858000"/>
              <a:gd name="connsiteX902" fmla="*/ 1357609 w 7467600"/>
              <a:gd name="connsiteY902" fmla="*/ 532892 h 6858000"/>
              <a:gd name="connsiteX903" fmla="*/ 1309550 w 7467600"/>
              <a:gd name="connsiteY903" fmla="*/ 374031 h 6858000"/>
              <a:gd name="connsiteX904" fmla="*/ 1193673 w 7467600"/>
              <a:gd name="connsiteY904" fmla="*/ 49533 h 6858000"/>
              <a:gd name="connsiteX905" fmla="*/ 1164391 w 7467600"/>
              <a:gd name="connsiteY905" fmla="*/ 0 h 6858000"/>
              <a:gd name="connsiteX906" fmla="*/ 1200666 w 7467600"/>
              <a:gd name="connsiteY906" fmla="*/ 0 h 6858000"/>
              <a:gd name="connsiteX907" fmla="*/ 1223408 w 7467600"/>
              <a:gd name="connsiteY907" fmla="*/ 38996 h 6858000"/>
              <a:gd name="connsiteX908" fmla="*/ 1339635 w 7467600"/>
              <a:gd name="connsiteY908" fmla="*/ 365517 h 6858000"/>
              <a:gd name="connsiteX909" fmla="*/ 1387469 w 7467600"/>
              <a:gd name="connsiteY909" fmla="*/ 523079 h 6858000"/>
              <a:gd name="connsiteX910" fmla="*/ 1452685 w 7467600"/>
              <a:gd name="connsiteY910" fmla="*/ 699806 h 6858000"/>
              <a:gd name="connsiteX911" fmla="*/ 1492092 w 7467600"/>
              <a:gd name="connsiteY911" fmla="*/ 800424 h 6858000"/>
              <a:gd name="connsiteX912" fmla="*/ 1455302 w 7467600"/>
              <a:gd name="connsiteY912" fmla="*/ 632913 h 6858000"/>
              <a:gd name="connsiteX913" fmla="*/ 1222336 w 7467600"/>
              <a:gd name="connsiteY913" fmla="*/ 9480 h 6858000"/>
              <a:gd name="connsiteX914" fmla="*/ 1214634 w 7467600"/>
              <a:gd name="connsiteY914" fmla="*/ 0 h 6858000"/>
              <a:gd name="connsiteX915" fmla="*/ 1289827 w 7467600"/>
              <a:gd name="connsiteY915" fmla="*/ 0 h 6858000"/>
              <a:gd name="connsiteX916" fmla="*/ 1321076 w 7467600"/>
              <a:gd name="connsiteY916" fmla="*/ 59722 h 6858000"/>
              <a:gd name="connsiteX917" fmla="*/ 1512579 w 7467600"/>
              <a:gd name="connsiteY917" fmla="*/ 626441 h 6858000"/>
              <a:gd name="connsiteX918" fmla="*/ 1506076 w 7467600"/>
              <a:gd name="connsiteY918" fmla="*/ 1089289 h 6858000"/>
              <a:gd name="connsiteX919" fmla="*/ 1486346 w 7467600"/>
              <a:gd name="connsiteY919" fmla="*/ 1079919 h 6858000"/>
              <a:gd name="connsiteX920" fmla="*/ 1070511 w 7467600"/>
              <a:gd name="connsiteY920" fmla="*/ 48609 h 6858000"/>
              <a:gd name="connsiteX921" fmla="*/ 1057230 w 7467600"/>
              <a:gd name="connsiteY921" fmla="*/ 0 h 6858000"/>
              <a:gd name="connsiteX922" fmla="*/ 43151 w 7467600"/>
              <a:gd name="connsiteY922" fmla="*/ 0 h 6858000"/>
              <a:gd name="connsiteX923" fmla="*/ 95283 w 7467600"/>
              <a:gd name="connsiteY923" fmla="*/ 0 h 6858000"/>
              <a:gd name="connsiteX924" fmla="*/ 300708 w 7467600"/>
              <a:gd name="connsiteY924" fmla="*/ 154571 h 6858000"/>
              <a:gd name="connsiteX925" fmla="*/ 530414 w 7467600"/>
              <a:gd name="connsiteY925" fmla="*/ 354673 h 6858000"/>
              <a:gd name="connsiteX926" fmla="*/ 333785 w 7467600"/>
              <a:gd name="connsiteY926" fmla="*/ 161564 h 6858000"/>
              <a:gd name="connsiteX927" fmla="*/ 147005 w 7467600"/>
              <a:gd name="connsiteY927" fmla="*/ 0 h 6858000"/>
              <a:gd name="connsiteX928" fmla="*/ 272509 w 7467600"/>
              <a:gd name="connsiteY928" fmla="*/ 0 h 6858000"/>
              <a:gd name="connsiteX929" fmla="*/ 326276 w 7467600"/>
              <a:gd name="connsiteY929" fmla="*/ 45847 h 6858000"/>
              <a:gd name="connsiteX930" fmla="*/ 823759 w 7467600"/>
              <a:gd name="connsiteY930" fmla="*/ 574145 h 6858000"/>
              <a:gd name="connsiteX931" fmla="*/ 811254 w 7467600"/>
              <a:gd name="connsiteY931" fmla="*/ 665546 h 6858000"/>
              <a:gd name="connsiteX932" fmla="*/ 154042 w 7467600"/>
              <a:gd name="connsiteY932" fmla="*/ 261522 h 6858000"/>
              <a:gd name="connsiteX933" fmla="*/ 13550 w 7467600"/>
              <a:gd name="connsiteY933" fmla="*/ 158423 h 6858000"/>
              <a:gd name="connsiteX934" fmla="*/ 0 w 7467600"/>
              <a:gd name="connsiteY934" fmla="*/ 146618 h 6858000"/>
              <a:gd name="connsiteX935" fmla="*/ 0 w 7467600"/>
              <a:gd name="connsiteY935" fmla="*/ 59161 h 6858000"/>
              <a:gd name="connsiteX936" fmla="*/ 45427 w 7467600"/>
              <a:gd name="connsiteY936" fmla="*/ 101078 h 6858000"/>
              <a:gd name="connsiteX937" fmla="*/ 630103 w 7467600"/>
              <a:gd name="connsiteY937" fmla="*/ 485885 h 6858000"/>
              <a:gd name="connsiteX938" fmla="*/ 532040 w 7467600"/>
              <a:gd name="connsiteY938" fmla="*/ 399359 h 6858000"/>
              <a:gd name="connsiteX939" fmla="*/ 517618 w 7467600"/>
              <a:gd name="connsiteY939" fmla="*/ 385726 h 6858000"/>
              <a:gd name="connsiteX940" fmla="*/ 285074 w 7467600"/>
              <a:gd name="connsiteY940" fmla="*/ 182755 h 6858000"/>
              <a:gd name="connsiteX941" fmla="*/ 43151 w 7467600"/>
              <a:gd name="connsiteY941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289862 w 7467600"/>
              <a:gd name="connsiteY4" fmla="*/ 6659827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289862 w 7467600"/>
              <a:gd name="connsiteY8" fmla="*/ 6659827 h 6858000"/>
              <a:gd name="connsiteX9" fmla="*/ 1019354 w 7467600"/>
              <a:gd name="connsiteY9" fmla="*/ 6315006 h 6858000"/>
              <a:gd name="connsiteX10" fmla="*/ 441046 w 7467600"/>
              <a:gd name="connsiteY10" fmla="*/ 6691153 h 6858000"/>
              <a:gd name="connsiteX11" fmla="*/ 1019354 w 7467600"/>
              <a:gd name="connsiteY11" fmla="*/ 6315006 h 6858000"/>
              <a:gd name="connsiteX12" fmla="*/ 991680 w 7467600"/>
              <a:gd name="connsiteY12" fmla="*/ 6298413 h 6858000"/>
              <a:gd name="connsiteX13" fmla="*/ 409060 w 7467600"/>
              <a:gd name="connsiteY13" fmla="*/ 6671470 h 6858000"/>
              <a:gd name="connsiteX14" fmla="*/ 991680 w 7467600"/>
              <a:gd name="connsiteY14" fmla="*/ 6298413 h 6858000"/>
              <a:gd name="connsiteX15" fmla="*/ 103333 w 7467600"/>
              <a:gd name="connsiteY15" fmla="*/ 5699602 h 6858000"/>
              <a:gd name="connsiteX16" fmla="*/ 233938 w 7467600"/>
              <a:gd name="connsiteY16" fmla="*/ 5809416 h 6858000"/>
              <a:gd name="connsiteX17" fmla="*/ 883580 w 7467600"/>
              <a:gd name="connsiteY17" fmla="*/ 6180710 h 6858000"/>
              <a:gd name="connsiteX18" fmla="*/ 487337 w 7467600"/>
              <a:gd name="connsiteY18" fmla="*/ 5950182 h 6858000"/>
              <a:gd name="connsiteX19" fmla="*/ 354051 w 7467600"/>
              <a:gd name="connsiteY19" fmla="*/ 5854912 h 6858000"/>
              <a:gd name="connsiteX20" fmla="*/ 195436 w 7467600"/>
              <a:gd name="connsiteY20" fmla="*/ 5755068 h 6858000"/>
              <a:gd name="connsiteX21" fmla="*/ 103333 w 7467600"/>
              <a:gd name="connsiteY21" fmla="*/ 5699602 h 6858000"/>
              <a:gd name="connsiteX22" fmla="*/ 5539432 w 7467600"/>
              <a:gd name="connsiteY22" fmla="*/ 5642928 h 6858000"/>
              <a:gd name="connsiteX23" fmla="*/ 5555462 w 7467600"/>
              <a:gd name="connsiteY23" fmla="*/ 5694454 h 6858000"/>
              <a:gd name="connsiteX24" fmla="*/ 5828270 w 7467600"/>
              <a:gd name="connsiteY24" fmla="*/ 6320663 h 6858000"/>
              <a:gd name="connsiteX25" fmla="*/ 5947416 w 7467600"/>
              <a:gd name="connsiteY25" fmla="*/ 6574846 h 6858000"/>
              <a:gd name="connsiteX26" fmla="*/ 5539432 w 7467600"/>
              <a:gd name="connsiteY26" fmla="*/ 5642928 h 6858000"/>
              <a:gd name="connsiteX27" fmla="*/ 51253 w 7467600"/>
              <a:gd name="connsiteY27" fmla="*/ 5631825 h 6858000"/>
              <a:gd name="connsiteX28" fmla="*/ 211622 w 7467600"/>
              <a:gd name="connsiteY28" fmla="*/ 5728803 h 6858000"/>
              <a:gd name="connsiteX29" fmla="*/ 371652 w 7467600"/>
              <a:gd name="connsiteY29" fmla="*/ 5829062 h 6858000"/>
              <a:gd name="connsiteX30" fmla="*/ 505903 w 7467600"/>
              <a:gd name="connsiteY30" fmla="*/ 5925221 h 6858000"/>
              <a:gd name="connsiteX31" fmla="*/ 899240 w 7467600"/>
              <a:gd name="connsiteY31" fmla="*/ 6153068 h 6858000"/>
              <a:gd name="connsiteX32" fmla="*/ 988114 w 7467600"/>
              <a:gd name="connsiteY32" fmla="*/ 6174204 h 6858000"/>
              <a:gd name="connsiteX33" fmla="*/ 845971 w 7467600"/>
              <a:gd name="connsiteY33" fmla="*/ 6067177 h 6858000"/>
              <a:gd name="connsiteX34" fmla="*/ 448057 w 7467600"/>
              <a:gd name="connsiteY34" fmla="*/ 5841376 h 6858000"/>
              <a:gd name="connsiteX35" fmla="*/ 51253 w 7467600"/>
              <a:gd name="connsiteY35" fmla="*/ 5631825 h 6858000"/>
              <a:gd name="connsiteX36" fmla="*/ 2606687 w 7467600"/>
              <a:gd name="connsiteY36" fmla="*/ 5630718 h 6858000"/>
              <a:gd name="connsiteX37" fmla="*/ 2645658 w 7467600"/>
              <a:gd name="connsiteY37" fmla="*/ 6640259 h 6858000"/>
              <a:gd name="connsiteX38" fmla="*/ 2606687 w 7467600"/>
              <a:gd name="connsiteY38" fmla="*/ 5630718 h 6858000"/>
              <a:gd name="connsiteX39" fmla="*/ 3642057 w 7467600"/>
              <a:gd name="connsiteY39" fmla="*/ 5573487 h 6858000"/>
              <a:gd name="connsiteX40" fmla="*/ 3632981 w 7467600"/>
              <a:gd name="connsiteY40" fmla="*/ 5579437 h 6858000"/>
              <a:gd name="connsiteX41" fmla="*/ 3382436 w 7467600"/>
              <a:gd name="connsiteY41" fmla="*/ 5952726 h 6858000"/>
              <a:gd name="connsiteX42" fmla="*/ 3191929 w 7467600"/>
              <a:gd name="connsiteY42" fmla="*/ 6662669 h 6858000"/>
              <a:gd name="connsiteX43" fmla="*/ 3369898 w 7467600"/>
              <a:gd name="connsiteY43" fmla="*/ 6081771 h 6858000"/>
              <a:gd name="connsiteX44" fmla="*/ 3642057 w 7467600"/>
              <a:gd name="connsiteY44" fmla="*/ 5573487 h 6858000"/>
              <a:gd name="connsiteX45" fmla="*/ 2650666 w 7467600"/>
              <a:gd name="connsiteY45" fmla="*/ 5530686 h 6858000"/>
              <a:gd name="connsiteX46" fmla="*/ 2650249 w 7467600"/>
              <a:gd name="connsiteY46" fmla="*/ 5532101 h 6858000"/>
              <a:gd name="connsiteX47" fmla="*/ 2663808 w 7467600"/>
              <a:gd name="connsiteY47" fmla="*/ 6535215 h 6858000"/>
              <a:gd name="connsiteX48" fmla="*/ 2665418 w 7467600"/>
              <a:gd name="connsiteY48" fmla="*/ 6132756 h 6858000"/>
              <a:gd name="connsiteX49" fmla="*/ 2650666 w 7467600"/>
              <a:gd name="connsiteY49" fmla="*/ 5530686 h 6858000"/>
              <a:gd name="connsiteX50" fmla="*/ 2680277 w 7467600"/>
              <a:gd name="connsiteY50" fmla="*/ 5479204 h 6858000"/>
              <a:gd name="connsiteX51" fmla="*/ 2678972 w 7467600"/>
              <a:gd name="connsiteY51" fmla="*/ 5481582 h 6858000"/>
              <a:gd name="connsiteX52" fmla="*/ 2696666 w 7467600"/>
              <a:gd name="connsiteY52" fmla="*/ 6133836 h 6858000"/>
              <a:gd name="connsiteX53" fmla="*/ 2695769 w 7467600"/>
              <a:gd name="connsiteY53" fmla="*/ 6390955 h 6858000"/>
              <a:gd name="connsiteX54" fmla="*/ 2739893 w 7467600"/>
              <a:gd name="connsiteY54" fmla="*/ 6108357 h 6858000"/>
              <a:gd name="connsiteX55" fmla="*/ 2680277 w 7467600"/>
              <a:gd name="connsiteY55" fmla="*/ 5479204 h 6858000"/>
              <a:gd name="connsiteX56" fmla="*/ 1132195 w 7467600"/>
              <a:gd name="connsiteY56" fmla="*/ 5467980 h 6858000"/>
              <a:gd name="connsiteX57" fmla="*/ 1679056 w 7467600"/>
              <a:gd name="connsiteY57" fmla="*/ 5516907 h 6858000"/>
              <a:gd name="connsiteX58" fmla="*/ 2128648 w 7467600"/>
              <a:gd name="connsiteY58" fmla="*/ 5474249 h 6858000"/>
              <a:gd name="connsiteX59" fmla="*/ 1825619 w 7467600"/>
              <a:gd name="connsiteY59" fmla="*/ 5478447 h 6858000"/>
              <a:gd name="connsiteX60" fmla="*/ 1737798 w 7467600"/>
              <a:gd name="connsiteY60" fmla="*/ 5483353 h 6858000"/>
              <a:gd name="connsiteX61" fmla="*/ 1132195 w 7467600"/>
              <a:gd name="connsiteY61" fmla="*/ 5467980 h 6858000"/>
              <a:gd name="connsiteX62" fmla="*/ 1456157 w 7467600"/>
              <a:gd name="connsiteY62" fmla="*/ 5371404 h 6858000"/>
              <a:gd name="connsiteX63" fmla="*/ 1244432 w 7467600"/>
              <a:gd name="connsiteY63" fmla="*/ 5385601 h 6858000"/>
              <a:gd name="connsiteX64" fmla="*/ 973990 w 7467600"/>
              <a:gd name="connsiteY64" fmla="*/ 5424940 h 6858000"/>
              <a:gd name="connsiteX65" fmla="*/ 1103809 w 7467600"/>
              <a:gd name="connsiteY65" fmla="*/ 5433720 h 6858000"/>
              <a:gd name="connsiteX66" fmla="*/ 1123454 w 7467600"/>
              <a:gd name="connsiteY66" fmla="*/ 5435727 h 6858000"/>
              <a:gd name="connsiteX67" fmla="*/ 1737017 w 7467600"/>
              <a:gd name="connsiteY67" fmla="*/ 5452183 h 6858000"/>
              <a:gd name="connsiteX68" fmla="*/ 1824397 w 7467600"/>
              <a:gd name="connsiteY68" fmla="*/ 5447757 h 6858000"/>
              <a:gd name="connsiteX69" fmla="*/ 2070059 w 7467600"/>
              <a:gd name="connsiteY69" fmla="*/ 5441660 h 6858000"/>
              <a:gd name="connsiteX70" fmla="*/ 1456157 w 7467600"/>
              <a:gd name="connsiteY70" fmla="*/ 5371404 h 6858000"/>
              <a:gd name="connsiteX71" fmla="*/ 4988186 w 7467600"/>
              <a:gd name="connsiteY71" fmla="*/ 5216467 h 6858000"/>
              <a:gd name="connsiteX72" fmla="*/ 4777334 w 7467600"/>
              <a:gd name="connsiteY72" fmla="*/ 5406072 h 6858000"/>
              <a:gd name="connsiteX73" fmla="*/ 4718341 w 7467600"/>
              <a:gd name="connsiteY73" fmla="*/ 5468043 h 6858000"/>
              <a:gd name="connsiteX74" fmla="*/ 4604655 w 7467600"/>
              <a:gd name="connsiteY74" fmla="*/ 5583434 h 6858000"/>
              <a:gd name="connsiteX75" fmla="*/ 4565074 w 7467600"/>
              <a:gd name="connsiteY75" fmla="*/ 5618550 h 6858000"/>
              <a:gd name="connsiteX76" fmla="*/ 4988186 w 7467600"/>
              <a:gd name="connsiteY76" fmla="*/ 5216467 h 6858000"/>
              <a:gd name="connsiteX77" fmla="*/ 4978032 w 7467600"/>
              <a:gd name="connsiteY77" fmla="*/ 5183809 h 6858000"/>
              <a:gd name="connsiteX78" fmla="*/ 4463413 w 7467600"/>
              <a:gd name="connsiteY78" fmla="*/ 5615162 h 6858000"/>
              <a:gd name="connsiteX79" fmla="*/ 4358134 w 7467600"/>
              <a:gd name="connsiteY79" fmla="*/ 5742791 h 6858000"/>
              <a:gd name="connsiteX80" fmla="*/ 4376219 w 7467600"/>
              <a:gd name="connsiteY80" fmla="*/ 5729027 h 6858000"/>
              <a:gd name="connsiteX81" fmla="*/ 4582340 w 7467600"/>
              <a:gd name="connsiteY81" fmla="*/ 5561037 h 6858000"/>
              <a:gd name="connsiteX82" fmla="*/ 4694684 w 7467600"/>
              <a:gd name="connsiteY82" fmla="*/ 5447098 h 6858000"/>
              <a:gd name="connsiteX83" fmla="*/ 4754123 w 7467600"/>
              <a:gd name="connsiteY83" fmla="*/ 5384643 h 6858000"/>
              <a:gd name="connsiteX84" fmla="*/ 4978032 w 7467600"/>
              <a:gd name="connsiteY84" fmla="*/ 5183809 h 6858000"/>
              <a:gd name="connsiteX85" fmla="*/ 1903353 w 7467600"/>
              <a:gd name="connsiteY85" fmla="*/ 5044827 h 6858000"/>
              <a:gd name="connsiteX86" fmla="*/ 1936931 w 7467600"/>
              <a:gd name="connsiteY86" fmla="*/ 5093954 h 6858000"/>
              <a:gd name="connsiteX87" fmla="*/ 2195868 w 7467600"/>
              <a:gd name="connsiteY87" fmla="*/ 5396574 h 6858000"/>
              <a:gd name="connsiteX88" fmla="*/ 2088852 w 7467600"/>
              <a:gd name="connsiteY88" fmla="*/ 5166123 h 6858000"/>
              <a:gd name="connsiteX89" fmla="*/ 1958241 w 7467600"/>
              <a:gd name="connsiteY89" fmla="*/ 5067955 h 6858000"/>
              <a:gd name="connsiteX90" fmla="*/ 1903353 w 7467600"/>
              <a:gd name="connsiteY90" fmla="*/ 5044827 h 6858000"/>
              <a:gd name="connsiteX91" fmla="*/ 1979378 w 7467600"/>
              <a:gd name="connsiteY91" fmla="*/ 4769504 h 6858000"/>
              <a:gd name="connsiteX92" fmla="*/ 2882120 w 7467600"/>
              <a:gd name="connsiteY92" fmla="*/ 5064547 h 6858000"/>
              <a:gd name="connsiteX93" fmla="*/ 2793103 w 7467600"/>
              <a:gd name="connsiteY93" fmla="*/ 5039699 h 6858000"/>
              <a:gd name="connsiteX94" fmla="*/ 2770041 w 7467600"/>
              <a:gd name="connsiteY94" fmla="*/ 5033634 h 6858000"/>
              <a:gd name="connsiteX95" fmla="*/ 1979378 w 7467600"/>
              <a:gd name="connsiteY95" fmla="*/ 4769504 h 6858000"/>
              <a:gd name="connsiteX96" fmla="*/ 1927410 w 7467600"/>
              <a:gd name="connsiteY96" fmla="*/ 4716164 h 6858000"/>
              <a:gd name="connsiteX97" fmla="*/ 1959587 w 7467600"/>
              <a:gd name="connsiteY97" fmla="*/ 4728849 h 6858000"/>
              <a:gd name="connsiteX98" fmla="*/ 2777707 w 7467600"/>
              <a:gd name="connsiteY98" fmla="*/ 5003991 h 6858000"/>
              <a:gd name="connsiteX99" fmla="*/ 2800768 w 7467600"/>
              <a:gd name="connsiteY99" fmla="*/ 5010056 h 6858000"/>
              <a:gd name="connsiteX100" fmla="*/ 2879408 w 7467600"/>
              <a:gd name="connsiteY100" fmla="*/ 5031590 h 6858000"/>
              <a:gd name="connsiteX101" fmla="*/ 2862295 w 7467600"/>
              <a:gd name="connsiteY101" fmla="*/ 5022958 h 6858000"/>
              <a:gd name="connsiteX102" fmla="*/ 2813343 w 7467600"/>
              <a:gd name="connsiteY102" fmla="*/ 4998369 h 6858000"/>
              <a:gd name="connsiteX103" fmla="*/ 2646245 w 7467600"/>
              <a:gd name="connsiteY103" fmla="*/ 4930999 h 6858000"/>
              <a:gd name="connsiteX104" fmla="*/ 1999243 w 7467600"/>
              <a:gd name="connsiteY104" fmla="*/ 4730524 h 6858000"/>
              <a:gd name="connsiteX105" fmla="*/ 1979527 w 7467600"/>
              <a:gd name="connsiteY105" fmla="*/ 4726651 h 6858000"/>
              <a:gd name="connsiteX106" fmla="*/ 1927410 w 7467600"/>
              <a:gd name="connsiteY106" fmla="*/ 4716164 h 6858000"/>
              <a:gd name="connsiteX107" fmla="*/ 1997014 w 7467600"/>
              <a:gd name="connsiteY107" fmla="*/ 4698007 h 6858000"/>
              <a:gd name="connsiteX108" fmla="*/ 2005458 w 7467600"/>
              <a:gd name="connsiteY108" fmla="*/ 4699540 h 6858000"/>
              <a:gd name="connsiteX109" fmla="*/ 2657186 w 7467600"/>
              <a:gd name="connsiteY109" fmla="*/ 4901687 h 6858000"/>
              <a:gd name="connsiteX110" fmla="*/ 2826662 w 7467600"/>
              <a:gd name="connsiteY110" fmla="*/ 4970362 h 6858000"/>
              <a:gd name="connsiteX111" fmla="*/ 2876100 w 7467600"/>
              <a:gd name="connsiteY111" fmla="*/ 4995397 h 6858000"/>
              <a:gd name="connsiteX112" fmla="*/ 3042600 w 7467600"/>
              <a:gd name="connsiteY112" fmla="*/ 5059532 h 6858000"/>
              <a:gd name="connsiteX113" fmla="*/ 1997014 w 7467600"/>
              <a:gd name="connsiteY113" fmla="*/ 4698007 h 6858000"/>
              <a:gd name="connsiteX114" fmla="*/ 2305292 w 7467600"/>
              <a:gd name="connsiteY114" fmla="*/ 4219492 h 6858000"/>
              <a:gd name="connsiteX115" fmla="*/ 3360922 w 7467600"/>
              <a:gd name="connsiteY115" fmla="*/ 4529373 h 6858000"/>
              <a:gd name="connsiteX116" fmla="*/ 3492420 w 7467600"/>
              <a:gd name="connsiteY116" fmla="*/ 4510145 h 6858000"/>
              <a:gd name="connsiteX117" fmla="*/ 3364086 w 7467600"/>
              <a:gd name="connsiteY117" fmla="*/ 4480340 h 6858000"/>
              <a:gd name="connsiteX118" fmla="*/ 3225818 w 7467600"/>
              <a:gd name="connsiteY118" fmla="*/ 4411822 h 6858000"/>
              <a:gd name="connsiteX119" fmla="*/ 3129696 w 7467600"/>
              <a:gd name="connsiteY119" fmla="*/ 4360704 h 6858000"/>
              <a:gd name="connsiteX120" fmla="*/ 2814545 w 7467600"/>
              <a:gd name="connsiteY120" fmla="*/ 4282955 h 6858000"/>
              <a:gd name="connsiteX121" fmla="*/ 2305292 w 7467600"/>
              <a:gd name="connsiteY121" fmla="*/ 4219492 h 6858000"/>
              <a:gd name="connsiteX122" fmla="*/ 2626982 w 7467600"/>
              <a:gd name="connsiteY122" fmla="*/ 4206450 h 6858000"/>
              <a:gd name="connsiteX123" fmla="*/ 2490617 w 7467600"/>
              <a:gd name="connsiteY123" fmla="*/ 4206951 h 6858000"/>
              <a:gd name="connsiteX124" fmla="*/ 2819869 w 7467600"/>
              <a:gd name="connsiteY124" fmla="*/ 4252936 h 6858000"/>
              <a:gd name="connsiteX125" fmla="*/ 3143018 w 7467600"/>
              <a:gd name="connsiteY125" fmla="*/ 4332698 h 6858000"/>
              <a:gd name="connsiteX126" fmla="*/ 3241520 w 7467600"/>
              <a:gd name="connsiteY126" fmla="*/ 4385112 h 6858000"/>
              <a:gd name="connsiteX127" fmla="*/ 3374575 w 7467600"/>
              <a:gd name="connsiteY127" fmla="*/ 4451517 h 6858000"/>
              <a:gd name="connsiteX128" fmla="*/ 3505221 w 7467600"/>
              <a:gd name="connsiteY128" fmla="*/ 4480757 h 6858000"/>
              <a:gd name="connsiteX129" fmla="*/ 2626982 w 7467600"/>
              <a:gd name="connsiteY129" fmla="*/ 4206450 h 6858000"/>
              <a:gd name="connsiteX130" fmla="*/ 1310106 w 7467600"/>
              <a:gd name="connsiteY130" fmla="*/ 3943217 h 6858000"/>
              <a:gd name="connsiteX131" fmla="*/ 854994 w 7467600"/>
              <a:gd name="connsiteY131" fmla="*/ 4399136 h 6858000"/>
              <a:gd name="connsiteX132" fmla="*/ 742462 w 7467600"/>
              <a:gd name="connsiteY132" fmla="*/ 4594648 h 6858000"/>
              <a:gd name="connsiteX133" fmla="*/ 820602 w 7467600"/>
              <a:gd name="connsiteY133" fmla="*/ 4485915 h 6858000"/>
              <a:gd name="connsiteX134" fmla="*/ 878295 w 7467600"/>
              <a:gd name="connsiteY134" fmla="*/ 4403594 h 6858000"/>
              <a:gd name="connsiteX135" fmla="*/ 1240607 w 7467600"/>
              <a:gd name="connsiteY135" fmla="*/ 4010401 h 6858000"/>
              <a:gd name="connsiteX136" fmla="*/ 1310106 w 7467600"/>
              <a:gd name="connsiteY136" fmla="*/ 3943217 h 6858000"/>
              <a:gd name="connsiteX137" fmla="*/ 1423113 w 7467600"/>
              <a:gd name="connsiteY137" fmla="*/ 3874565 h 6858000"/>
              <a:gd name="connsiteX138" fmla="*/ 1260565 w 7467600"/>
              <a:gd name="connsiteY138" fmla="*/ 4031982 h 6858000"/>
              <a:gd name="connsiteX139" fmla="*/ 901900 w 7467600"/>
              <a:gd name="connsiteY139" fmla="*/ 4421236 h 6858000"/>
              <a:gd name="connsiteX140" fmla="*/ 845044 w 7467600"/>
              <a:gd name="connsiteY140" fmla="*/ 4502436 h 6858000"/>
              <a:gd name="connsiteX141" fmla="*/ 685926 w 7467600"/>
              <a:gd name="connsiteY141" fmla="*/ 4703069 h 6858000"/>
              <a:gd name="connsiteX142" fmla="*/ 684248 w 7467600"/>
              <a:gd name="connsiteY142" fmla="*/ 4706721 h 6858000"/>
              <a:gd name="connsiteX143" fmla="*/ 1423113 w 7467600"/>
              <a:gd name="connsiteY143" fmla="*/ 3874565 h 6858000"/>
              <a:gd name="connsiteX144" fmla="*/ 3316479 w 7467600"/>
              <a:gd name="connsiteY144" fmla="*/ 3872136 h 6858000"/>
              <a:gd name="connsiteX145" fmla="*/ 3546806 w 7467600"/>
              <a:gd name="connsiteY145" fmla="*/ 4356139 h 6858000"/>
              <a:gd name="connsiteX146" fmla="*/ 3364433 w 7467600"/>
              <a:gd name="connsiteY146" fmla="*/ 3953121 h 6858000"/>
              <a:gd name="connsiteX147" fmla="*/ 3316479 w 7467600"/>
              <a:gd name="connsiteY147" fmla="*/ 3872136 h 6858000"/>
              <a:gd name="connsiteX148" fmla="*/ 3291335 w 7467600"/>
              <a:gd name="connsiteY148" fmla="*/ 3767420 h 6858000"/>
              <a:gd name="connsiteX149" fmla="*/ 3390805 w 7467600"/>
              <a:gd name="connsiteY149" fmla="*/ 3937163 h 6858000"/>
              <a:gd name="connsiteX150" fmla="*/ 3579062 w 7467600"/>
              <a:gd name="connsiteY150" fmla="*/ 4359040 h 6858000"/>
              <a:gd name="connsiteX151" fmla="*/ 3467355 w 7467600"/>
              <a:gd name="connsiteY151" fmla="*/ 3988130 h 6858000"/>
              <a:gd name="connsiteX152" fmla="*/ 3310753 w 7467600"/>
              <a:gd name="connsiteY152" fmla="*/ 3787140 h 6858000"/>
              <a:gd name="connsiteX153" fmla="*/ 3291335 w 7467600"/>
              <a:gd name="connsiteY153" fmla="*/ 3767420 h 6858000"/>
              <a:gd name="connsiteX154" fmla="*/ 1635889 w 7467600"/>
              <a:gd name="connsiteY154" fmla="*/ 3709494 h 6858000"/>
              <a:gd name="connsiteX155" fmla="*/ 1634800 w 7467600"/>
              <a:gd name="connsiteY155" fmla="*/ 3731111 h 6858000"/>
              <a:gd name="connsiteX156" fmla="*/ 1635889 w 7467600"/>
              <a:gd name="connsiteY156" fmla="*/ 3709494 h 6858000"/>
              <a:gd name="connsiteX157" fmla="*/ 1510397 w 7467600"/>
              <a:gd name="connsiteY157" fmla="*/ 3684705 h 6858000"/>
              <a:gd name="connsiteX158" fmla="*/ 1146550 w 7467600"/>
              <a:gd name="connsiteY158" fmla="*/ 3802012 h 6858000"/>
              <a:gd name="connsiteX159" fmla="*/ 698834 w 7467600"/>
              <a:gd name="connsiteY159" fmla="*/ 3952272 h 6858000"/>
              <a:gd name="connsiteX160" fmla="*/ 34256 w 7467600"/>
              <a:gd name="connsiteY160" fmla="*/ 4347603 h 6858000"/>
              <a:gd name="connsiteX161" fmla="*/ 527241 w 7467600"/>
              <a:gd name="connsiteY161" fmla="*/ 4065078 h 6858000"/>
              <a:gd name="connsiteX162" fmla="*/ 1510397 w 7467600"/>
              <a:gd name="connsiteY162" fmla="*/ 3684705 h 6858000"/>
              <a:gd name="connsiteX163" fmla="*/ 1313114 w 7467600"/>
              <a:gd name="connsiteY163" fmla="*/ 3655216 h 6858000"/>
              <a:gd name="connsiteX164" fmla="*/ 1109304 w 7467600"/>
              <a:gd name="connsiteY164" fmla="*/ 3669030 h 6858000"/>
              <a:gd name="connsiteX165" fmla="*/ 8129 w 7467600"/>
              <a:gd name="connsiteY165" fmla="*/ 4330519 h 6858000"/>
              <a:gd name="connsiteX166" fmla="*/ 687572 w 7467600"/>
              <a:gd name="connsiteY166" fmla="*/ 3925629 h 6858000"/>
              <a:gd name="connsiteX167" fmla="*/ 1138365 w 7467600"/>
              <a:gd name="connsiteY167" fmla="*/ 3774515 h 6858000"/>
              <a:gd name="connsiteX168" fmla="*/ 1505579 w 7467600"/>
              <a:gd name="connsiteY168" fmla="*/ 3655526 h 6858000"/>
              <a:gd name="connsiteX169" fmla="*/ 1313114 w 7467600"/>
              <a:gd name="connsiteY169" fmla="*/ 3655216 h 6858000"/>
              <a:gd name="connsiteX170" fmla="*/ 3655073 w 7467600"/>
              <a:gd name="connsiteY170" fmla="*/ 3650884 h 6858000"/>
              <a:gd name="connsiteX171" fmla="*/ 3989938 w 7467600"/>
              <a:gd name="connsiteY171" fmla="*/ 3991685 h 6858000"/>
              <a:gd name="connsiteX172" fmla="*/ 4393907 w 7467600"/>
              <a:gd name="connsiteY172" fmla="*/ 4261258 h 6858000"/>
              <a:gd name="connsiteX173" fmla="*/ 4648051 w 7467600"/>
              <a:gd name="connsiteY173" fmla="*/ 4374051 h 6858000"/>
              <a:gd name="connsiteX174" fmla="*/ 4383389 w 7467600"/>
              <a:gd name="connsiteY174" fmla="*/ 4184369 h 6858000"/>
              <a:gd name="connsiteX175" fmla="*/ 4165508 w 7467600"/>
              <a:gd name="connsiteY175" fmla="*/ 4035196 h 6858000"/>
              <a:gd name="connsiteX176" fmla="*/ 4068162 w 7467600"/>
              <a:gd name="connsiteY176" fmla="*/ 3953394 h 6858000"/>
              <a:gd name="connsiteX177" fmla="*/ 3981416 w 7467600"/>
              <a:gd name="connsiteY177" fmla="*/ 3880482 h 6858000"/>
              <a:gd name="connsiteX178" fmla="*/ 3800147 w 7467600"/>
              <a:gd name="connsiteY178" fmla="*/ 3749872 h 6858000"/>
              <a:gd name="connsiteX179" fmla="*/ 3655073 w 7467600"/>
              <a:gd name="connsiteY179" fmla="*/ 3650884 h 6858000"/>
              <a:gd name="connsiteX180" fmla="*/ 3670252 w 7467600"/>
              <a:gd name="connsiteY180" fmla="*/ 3622798 h 6858000"/>
              <a:gd name="connsiteX181" fmla="*/ 3817258 w 7467600"/>
              <a:gd name="connsiteY181" fmla="*/ 3723577 h 6858000"/>
              <a:gd name="connsiteX182" fmla="*/ 4000461 w 7467600"/>
              <a:gd name="connsiteY182" fmla="*/ 3855966 h 6858000"/>
              <a:gd name="connsiteX183" fmla="*/ 4088180 w 7467600"/>
              <a:gd name="connsiteY183" fmla="*/ 3929774 h 6858000"/>
              <a:gd name="connsiteX184" fmla="*/ 4184555 w 7467600"/>
              <a:gd name="connsiteY184" fmla="*/ 4010683 h 6858000"/>
              <a:gd name="connsiteX185" fmla="*/ 4399563 w 7467600"/>
              <a:gd name="connsiteY185" fmla="*/ 4158106 h 6858000"/>
              <a:gd name="connsiteX186" fmla="*/ 4684469 w 7467600"/>
              <a:gd name="connsiteY186" fmla="*/ 4364680 h 6858000"/>
              <a:gd name="connsiteX187" fmla="*/ 4690271 w 7467600"/>
              <a:gd name="connsiteY187" fmla="*/ 4370034 h 6858000"/>
              <a:gd name="connsiteX188" fmla="*/ 4136093 w 7467600"/>
              <a:gd name="connsiteY188" fmla="*/ 3858466 h 6858000"/>
              <a:gd name="connsiteX189" fmla="*/ 3670252 w 7467600"/>
              <a:gd name="connsiteY189" fmla="*/ 3622798 h 6858000"/>
              <a:gd name="connsiteX190" fmla="*/ 4440129 w 7467600"/>
              <a:gd name="connsiteY190" fmla="*/ 3448571 h 6858000"/>
              <a:gd name="connsiteX191" fmla="*/ 4856525 w 7467600"/>
              <a:gd name="connsiteY191" fmla="*/ 3915351 h 6858000"/>
              <a:gd name="connsiteX192" fmla="*/ 5059055 w 7467600"/>
              <a:gd name="connsiteY192" fmla="*/ 4108918 h 6858000"/>
              <a:gd name="connsiteX193" fmla="*/ 5290070 w 7467600"/>
              <a:gd name="connsiteY193" fmla="*/ 4263619 h 6858000"/>
              <a:gd name="connsiteX194" fmla="*/ 4834991 w 7467600"/>
              <a:gd name="connsiteY194" fmla="*/ 3830985 h 6858000"/>
              <a:gd name="connsiteX195" fmla="*/ 4440129 w 7467600"/>
              <a:gd name="connsiteY195" fmla="*/ 3448571 h 6858000"/>
              <a:gd name="connsiteX196" fmla="*/ 4441737 w 7467600"/>
              <a:gd name="connsiteY196" fmla="*/ 3399734 h 6858000"/>
              <a:gd name="connsiteX197" fmla="*/ 4431236 w 7467600"/>
              <a:gd name="connsiteY197" fmla="*/ 3400954 h 6858000"/>
              <a:gd name="connsiteX198" fmla="*/ 4557150 w 7467600"/>
              <a:gd name="connsiteY198" fmla="*/ 3510023 h 6858000"/>
              <a:gd name="connsiteX199" fmla="*/ 4856936 w 7467600"/>
              <a:gd name="connsiteY199" fmla="*/ 3809146 h 6858000"/>
              <a:gd name="connsiteX200" fmla="*/ 5111996 w 7467600"/>
              <a:gd name="connsiteY200" fmla="*/ 4065759 h 6858000"/>
              <a:gd name="connsiteX201" fmla="*/ 5388878 w 7467600"/>
              <a:gd name="connsiteY201" fmla="*/ 4300185 h 6858000"/>
              <a:gd name="connsiteX202" fmla="*/ 5425556 w 7467600"/>
              <a:gd name="connsiteY202" fmla="*/ 4308967 h 6858000"/>
              <a:gd name="connsiteX203" fmla="*/ 4943646 w 7467600"/>
              <a:gd name="connsiteY203" fmla="*/ 3822916 h 6858000"/>
              <a:gd name="connsiteX204" fmla="*/ 4594837 w 7467600"/>
              <a:gd name="connsiteY204" fmla="*/ 3532274 h 6858000"/>
              <a:gd name="connsiteX205" fmla="*/ 4441737 w 7467600"/>
              <a:gd name="connsiteY205" fmla="*/ 3399734 h 6858000"/>
              <a:gd name="connsiteX206" fmla="*/ 5425834 w 7467600"/>
              <a:gd name="connsiteY206" fmla="*/ 3162785 h 6858000"/>
              <a:gd name="connsiteX207" fmla="*/ 5401644 w 7467600"/>
              <a:gd name="connsiteY207" fmla="*/ 3617847 h 6858000"/>
              <a:gd name="connsiteX208" fmla="*/ 5467256 w 7467600"/>
              <a:gd name="connsiteY208" fmla="*/ 4175494 h 6858000"/>
              <a:gd name="connsiteX209" fmla="*/ 5448069 w 7467600"/>
              <a:gd name="connsiteY209" fmla="*/ 3567554 h 6858000"/>
              <a:gd name="connsiteX210" fmla="*/ 5425834 w 7467600"/>
              <a:gd name="connsiteY210" fmla="*/ 3162785 h 6858000"/>
              <a:gd name="connsiteX211" fmla="*/ 1318687 w 7467600"/>
              <a:gd name="connsiteY211" fmla="*/ 3113840 h 6858000"/>
              <a:gd name="connsiteX212" fmla="*/ 1066793 w 7467600"/>
              <a:gd name="connsiteY212" fmla="*/ 3212171 h 6858000"/>
              <a:gd name="connsiteX213" fmla="*/ 993319 w 7467600"/>
              <a:gd name="connsiteY213" fmla="*/ 3247648 h 6858000"/>
              <a:gd name="connsiteX214" fmla="*/ 853081 w 7467600"/>
              <a:gd name="connsiteY214" fmla="*/ 3312410 h 6858000"/>
              <a:gd name="connsiteX215" fmla="*/ 805957 w 7467600"/>
              <a:gd name="connsiteY215" fmla="*/ 3330443 h 6858000"/>
              <a:gd name="connsiteX216" fmla="*/ 1318687 w 7467600"/>
              <a:gd name="connsiteY216" fmla="*/ 3113840 h 6858000"/>
              <a:gd name="connsiteX217" fmla="*/ 5453702 w 7467600"/>
              <a:gd name="connsiteY217" fmla="*/ 3090882 h 6858000"/>
              <a:gd name="connsiteX218" fmla="*/ 5480135 w 7467600"/>
              <a:gd name="connsiteY218" fmla="*/ 3565802 h 6858000"/>
              <a:gd name="connsiteX219" fmla="*/ 5499023 w 7467600"/>
              <a:gd name="connsiteY219" fmla="*/ 4166310 h 6858000"/>
              <a:gd name="connsiteX220" fmla="*/ 5547022 w 7467600"/>
              <a:gd name="connsiteY220" fmla="*/ 3607838 h 6858000"/>
              <a:gd name="connsiteX221" fmla="*/ 5515964 w 7467600"/>
              <a:gd name="connsiteY221" fmla="*/ 3378541 h 6858000"/>
              <a:gd name="connsiteX222" fmla="*/ 5453702 w 7467600"/>
              <a:gd name="connsiteY222" fmla="*/ 3090882 h 6858000"/>
              <a:gd name="connsiteX223" fmla="*/ 1238695 w 7467600"/>
              <a:gd name="connsiteY223" fmla="*/ 3076820 h 6858000"/>
              <a:gd name="connsiteX224" fmla="*/ 716371 w 7467600"/>
              <a:gd name="connsiteY224" fmla="*/ 3293249 h 6858000"/>
              <a:gd name="connsiteX225" fmla="*/ 579522 w 7467600"/>
              <a:gd name="connsiteY225" fmla="*/ 3371759 h 6858000"/>
              <a:gd name="connsiteX226" fmla="*/ 600288 w 7467600"/>
              <a:gd name="connsiteY226" fmla="*/ 3365555 h 6858000"/>
              <a:gd name="connsiteX227" fmla="*/ 840692 w 7467600"/>
              <a:gd name="connsiteY227" fmla="*/ 3284921 h 6858000"/>
              <a:gd name="connsiteX228" fmla="*/ 979248 w 7467600"/>
              <a:gd name="connsiteY228" fmla="*/ 3221003 h 6858000"/>
              <a:gd name="connsiteX229" fmla="*/ 1053282 w 7467600"/>
              <a:gd name="connsiteY229" fmla="*/ 3185247 h 6858000"/>
              <a:gd name="connsiteX230" fmla="*/ 1320603 w 7467600"/>
              <a:gd name="connsiteY230" fmla="*/ 3081281 h 6858000"/>
              <a:gd name="connsiteX231" fmla="*/ 1238695 w 7467600"/>
              <a:gd name="connsiteY231" fmla="*/ 3076820 h 6858000"/>
              <a:gd name="connsiteX232" fmla="*/ 5425627 w 7467600"/>
              <a:gd name="connsiteY232" fmla="*/ 2954192 h 6858000"/>
              <a:gd name="connsiteX233" fmla="*/ 5470770 w 7467600"/>
              <a:gd name="connsiteY233" fmla="*/ 3005435 h 6858000"/>
              <a:gd name="connsiteX234" fmla="*/ 5519779 w 7467600"/>
              <a:gd name="connsiteY234" fmla="*/ 4359223 h 6858000"/>
              <a:gd name="connsiteX235" fmla="*/ 5520293 w 7467600"/>
              <a:gd name="connsiteY235" fmla="*/ 4360602 h 6858000"/>
              <a:gd name="connsiteX236" fmla="*/ 5767221 w 7467600"/>
              <a:gd name="connsiteY236" fmla="*/ 4665564 h 6858000"/>
              <a:gd name="connsiteX237" fmla="*/ 6937169 w 7467600"/>
              <a:gd name="connsiteY237" fmla="*/ 4815941 h 6858000"/>
              <a:gd name="connsiteX238" fmla="*/ 6953922 w 7467600"/>
              <a:gd name="connsiteY238" fmla="*/ 4890068 h 6858000"/>
              <a:gd name="connsiteX239" fmla="*/ 6071359 w 7467600"/>
              <a:gd name="connsiteY239" fmla="*/ 4770770 h 6858000"/>
              <a:gd name="connsiteX240" fmla="*/ 6038839 w 7467600"/>
              <a:gd name="connsiteY240" fmla="*/ 4764474 h 6858000"/>
              <a:gd name="connsiteX241" fmla="*/ 6038706 w 7467600"/>
              <a:gd name="connsiteY241" fmla="*/ 4763847 h 6858000"/>
              <a:gd name="connsiteX242" fmla="*/ 6037784 w 7467600"/>
              <a:gd name="connsiteY242" fmla="*/ 4764270 h 6858000"/>
              <a:gd name="connsiteX243" fmla="*/ 6038839 w 7467600"/>
              <a:gd name="connsiteY243" fmla="*/ 4764474 h 6858000"/>
              <a:gd name="connsiteX244" fmla="*/ 6040338 w 7467600"/>
              <a:gd name="connsiteY244" fmla="*/ 4771418 h 6858000"/>
              <a:gd name="connsiteX245" fmla="*/ 6024488 w 7467600"/>
              <a:gd name="connsiteY245" fmla="*/ 4809903 h 6858000"/>
              <a:gd name="connsiteX246" fmla="*/ 5599771 w 7467600"/>
              <a:gd name="connsiteY246" fmla="*/ 5509652 h 6858000"/>
              <a:gd name="connsiteX247" fmla="*/ 5548843 w 7467600"/>
              <a:gd name="connsiteY247" fmla="*/ 5563845 h 6858000"/>
              <a:gd name="connsiteX248" fmla="*/ 5940952 w 7467600"/>
              <a:gd name="connsiteY248" fmla="*/ 6250028 h 6858000"/>
              <a:gd name="connsiteX249" fmla="*/ 6043441 w 7467600"/>
              <a:gd name="connsiteY249" fmla="*/ 6665847 h 6858000"/>
              <a:gd name="connsiteX250" fmla="*/ 6093432 w 7467600"/>
              <a:gd name="connsiteY250" fmla="*/ 6858000 h 6858000"/>
              <a:gd name="connsiteX251" fmla="*/ 6034344 w 7467600"/>
              <a:gd name="connsiteY251" fmla="*/ 6858000 h 6858000"/>
              <a:gd name="connsiteX252" fmla="*/ 6026679 w 7467600"/>
              <a:gd name="connsiteY252" fmla="*/ 6836959 h 6858000"/>
              <a:gd name="connsiteX253" fmla="*/ 5800441 w 7467600"/>
              <a:gd name="connsiteY253" fmla="*/ 6335286 h 6858000"/>
              <a:gd name="connsiteX254" fmla="*/ 5526562 w 7467600"/>
              <a:gd name="connsiteY254" fmla="*/ 5705388 h 6858000"/>
              <a:gd name="connsiteX255" fmla="*/ 5519640 w 7467600"/>
              <a:gd name="connsiteY255" fmla="*/ 5683774 h 6858000"/>
              <a:gd name="connsiteX256" fmla="*/ 5844559 w 7467600"/>
              <a:gd name="connsiteY256" fmla="*/ 6553349 h 6858000"/>
              <a:gd name="connsiteX257" fmla="*/ 5975994 w 7467600"/>
              <a:gd name="connsiteY257" fmla="*/ 6858000 h 6858000"/>
              <a:gd name="connsiteX258" fmla="*/ 5898547 w 7467600"/>
              <a:gd name="connsiteY258" fmla="*/ 6858000 h 6858000"/>
              <a:gd name="connsiteX259" fmla="*/ 5682041 w 7467600"/>
              <a:gd name="connsiteY259" fmla="*/ 6355860 h 6858000"/>
              <a:gd name="connsiteX260" fmla="*/ 5461758 w 7467600"/>
              <a:gd name="connsiteY260" fmla="*/ 5820220 h 6858000"/>
              <a:gd name="connsiteX261" fmla="*/ 5237282 w 7467600"/>
              <a:gd name="connsiteY261" fmla="*/ 6579086 h 6858000"/>
              <a:gd name="connsiteX262" fmla="*/ 5115009 w 7467600"/>
              <a:gd name="connsiteY262" fmla="*/ 6858000 h 6858000"/>
              <a:gd name="connsiteX263" fmla="*/ 5028074 w 7467600"/>
              <a:gd name="connsiteY263" fmla="*/ 6858000 h 6858000"/>
              <a:gd name="connsiteX264" fmla="*/ 5079508 w 7467600"/>
              <a:gd name="connsiteY264" fmla="*/ 6749074 h 6858000"/>
              <a:gd name="connsiteX265" fmla="*/ 5371846 w 7467600"/>
              <a:gd name="connsiteY265" fmla="*/ 5924413 h 6858000"/>
              <a:gd name="connsiteX266" fmla="*/ 5270512 w 7467600"/>
              <a:gd name="connsiteY266" fmla="*/ 6138975 h 6858000"/>
              <a:gd name="connsiteX267" fmla="*/ 5062409 w 7467600"/>
              <a:gd name="connsiteY267" fmla="*/ 6653544 h 6858000"/>
              <a:gd name="connsiteX268" fmla="*/ 5036628 w 7467600"/>
              <a:gd name="connsiteY268" fmla="*/ 6754247 h 6858000"/>
              <a:gd name="connsiteX269" fmla="*/ 5009112 w 7467600"/>
              <a:gd name="connsiteY269" fmla="*/ 6858000 h 6858000"/>
              <a:gd name="connsiteX270" fmla="*/ 4976679 w 7467600"/>
              <a:gd name="connsiteY270" fmla="*/ 6858000 h 6858000"/>
              <a:gd name="connsiteX271" fmla="*/ 5006537 w 7467600"/>
              <a:gd name="connsiteY271" fmla="*/ 6747068 h 6858000"/>
              <a:gd name="connsiteX272" fmla="*/ 5032723 w 7467600"/>
              <a:gd name="connsiteY272" fmla="*/ 6644957 h 6858000"/>
              <a:gd name="connsiteX273" fmla="*/ 5242949 w 7467600"/>
              <a:gd name="connsiteY273" fmla="*/ 6125175 h 6858000"/>
              <a:gd name="connsiteX274" fmla="*/ 5286321 w 7467600"/>
              <a:gd name="connsiteY274" fmla="*/ 6033555 h 6858000"/>
              <a:gd name="connsiteX275" fmla="*/ 5008210 w 7467600"/>
              <a:gd name="connsiteY275" fmla="*/ 6649194 h 6858000"/>
              <a:gd name="connsiteX276" fmla="*/ 4986321 w 7467600"/>
              <a:gd name="connsiteY276" fmla="*/ 6765687 h 6858000"/>
              <a:gd name="connsiteX277" fmla="*/ 4973474 w 7467600"/>
              <a:gd name="connsiteY277" fmla="*/ 6858000 h 6858000"/>
              <a:gd name="connsiteX278" fmla="*/ 4907178 w 7467600"/>
              <a:gd name="connsiteY278" fmla="*/ 6858000 h 6858000"/>
              <a:gd name="connsiteX279" fmla="*/ 4910810 w 7467600"/>
              <a:gd name="connsiteY279" fmla="*/ 6829660 h 6858000"/>
              <a:gd name="connsiteX280" fmla="*/ 4987461 w 7467600"/>
              <a:gd name="connsiteY280" fmla="*/ 6432994 h 6858000"/>
              <a:gd name="connsiteX281" fmla="*/ 5179262 w 7467600"/>
              <a:gd name="connsiteY281" fmla="*/ 6035044 h 6858000"/>
              <a:gd name="connsiteX282" fmla="*/ 4689678 w 7467600"/>
              <a:gd name="connsiteY282" fmla="*/ 6440241 h 6858000"/>
              <a:gd name="connsiteX283" fmla="*/ 4477543 w 7467600"/>
              <a:gd name="connsiteY283" fmla="*/ 6674836 h 6858000"/>
              <a:gd name="connsiteX284" fmla="*/ 4329957 w 7467600"/>
              <a:gd name="connsiteY284" fmla="*/ 6858000 h 6858000"/>
              <a:gd name="connsiteX285" fmla="*/ 4218595 w 7467600"/>
              <a:gd name="connsiteY285" fmla="*/ 6858000 h 6858000"/>
              <a:gd name="connsiteX286" fmla="*/ 4368888 w 7467600"/>
              <a:gd name="connsiteY286" fmla="*/ 6668412 h 6858000"/>
              <a:gd name="connsiteX287" fmla="*/ 4563091 w 7467600"/>
              <a:gd name="connsiteY287" fmla="*/ 6442508 h 6858000"/>
              <a:gd name="connsiteX288" fmla="*/ 5387324 w 7467600"/>
              <a:gd name="connsiteY288" fmla="*/ 5705830 h 6858000"/>
              <a:gd name="connsiteX289" fmla="*/ 5073620 w 7467600"/>
              <a:gd name="connsiteY289" fmla="*/ 5955437 h 6858000"/>
              <a:gd name="connsiteX290" fmla="*/ 4689789 w 7467600"/>
              <a:gd name="connsiteY290" fmla="*/ 6268382 h 6858000"/>
              <a:gd name="connsiteX291" fmla="*/ 4418722 w 7467600"/>
              <a:gd name="connsiteY291" fmla="*/ 6570886 h 6858000"/>
              <a:gd name="connsiteX292" fmla="*/ 4214944 w 7467600"/>
              <a:gd name="connsiteY292" fmla="*/ 6858000 h 6858000"/>
              <a:gd name="connsiteX293" fmla="*/ 4177898 w 7467600"/>
              <a:gd name="connsiteY293" fmla="*/ 6858000 h 6858000"/>
              <a:gd name="connsiteX294" fmla="*/ 4391597 w 7467600"/>
              <a:gd name="connsiteY294" fmla="*/ 6556370 h 6858000"/>
              <a:gd name="connsiteX295" fmla="*/ 4668889 w 7467600"/>
              <a:gd name="connsiteY295" fmla="*/ 6246399 h 6858000"/>
              <a:gd name="connsiteX296" fmla="*/ 5055427 w 7467600"/>
              <a:gd name="connsiteY296" fmla="*/ 5931476 h 6858000"/>
              <a:gd name="connsiteX297" fmla="*/ 5371814 w 7467600"/>
              <a:gd name="connsiteY297" fmla="*/ 5678975 h 6858000"/>
              <a:gd name="connsiteX298" fmla="*/ 4987918 w 7467600"/>
              <a:gd name="connsiteY298" fmla="*/ 5838701 h 6858000"/>
              <a:gd name="connsiteX299" fmla="*/ 4317146 w 7467600"/>
              <a:gd name="connsiteY299" fmla="*/ 6587716 h 6858000"/>
              <a:gd name="connsiteX300" fmla="*/ 4171627 w 7467600"/>
              <a:gd name="connsiteY300" fmla="*/ 6858000 h 6858000"/>
              <a:gd name="connsiteX301" fmla="*/ 4081585 w 7467600"/>
              <a:gd name="connsiteY301" fmla="*/ 6858000 h 6858000"/>
              <a:gd name="connsiteX302" fmla="*/ 4238603 w 7467600"/>
              <a:gd name="connsiteY302" fmla="*/ 6559341 h 6858000"/>
              <a:gd name="connsiteX303" fmla="*/ 4778333 w 7467600"/>
              <a:gd name="connsiteY303" fmla="*/ 5873626 h 6858000"/>
              <a:gd name="connsiteX304" fmla="*/ 5414185 w 7467600"/>
              <a:gd name="connsiteY304" fmla="*/ 5573882 h 6858000"/>
              <a:gd name="connsiteX305" fmla="*/ 5959648 w 7467600"/>
              <a:gd name="connsiteY305" fmla="*/ 4760797 h 6858000"/>
              <a:gd name="connsiteX306" fmla="*/ 5355019 w 7467600"/>
              <a:gd name="connsiteY306" fmla="*/ 4734672 h 6858000"/>
              <a:gd name="connsiteX307" fmla="*/ 5083565 w 7467600"/>
              <a:gd name="connsiteY307" fmla="*/ 5179121 h 6858000"/>
              <a:gd name="connsiteX308" fmla="*/ 4713577 w 7467600"/>
              <a:gd name="connsiteY308" fmla="*/ 5616803 h 6858000"/>
              <a:gd name="connsiteX309" fmla="*/ 3989559 w 7467600"/>
              <a:gd name="connsiteY309" fmla="*/ 6145945 h 6858000"/>
              <a:gd name="connsiteX310" fmla="*/ 3939824 w 7467600"/>
              <a:gd name="connsiteY310" fmla="*/ 6066900 h 6858000"/>
              <a:gd name="connsiteX311" fmla="*/ 4584537 w 7467600"/>
              <a:gd name="connsiteY311" fmla="*/ 5324826 h 6858000"/>
              <a:gd name="connsiteX312" fmla="*/ 5037105 w 7467600"/>
              <a:gd name="connsiteY312" fmla="*/ 5088765 h 6858000"/>
              <a:gd name="connsiteX313" fmla="*/ 5039930 w 7467600"/>
              <a:gd name="connsiteY313" fmla="*/ 5089585 h 6858000"/>
              <a:gd name="connsiteX314" fmla="*/ 5263764 w 7467600"/>
              <a:gd name="connsiteY314" fmla="*/ 4735525 h 6858000"/>
              <a:gd name="connsiteX315" fmla="*/ 4086300 w 7467600"/>
              <a:gd name="connsiteY315" fmla="*/ 4884599 h 6858000"/>
              <a:gd name="connsiteX316" fmla="*/ 4085485 w 7467600"/>
              <a:gd name="connsiteY316" fmla="*/ 4899070 h 6858000"/>
              <a:gd name="connsiteX317" fmla="*/ 3871915 w 7467600"/>
              <a:gd name="connsiteY317" fmla="*/ 5253645 h 6858000"/>
              <a:gd name="connsiteX318" fmla="*/ 3799374 w 7467600"/>
              <a:gd name="connsiteY318" fmla="*/ 5466127 h 6858000"/>
              <a:gd name="connsiteX319" fmla="*/ 3498850 w 7467600"/>
              <a:gd name="connsiteY319" fmla="*/ 6661888 h 6858000"/>
              <a:gd name="connsiteX320" fmla="*/ 3399216 w 7467600"/>
              <a:gd name="connsiteY320" fmla="*/ 6858000 h 6858000"/>
              <a:gd name="connsiteX321" fmla="*/ 3303688 w 7467600"/>
              <a:gd name="connsiteY321" fmla="*/ 6858000 h 6858000"/>
              <a:gd name="connsiteX322" fmla="*/ 3391774 w 7467600"/>
              <a:gd name="connsiteY322" fmla="*/ 6697181 h 6858000"/>
              <a:gd name="connsiteX323" fmla="*/ 3735540 w 7467600"/>
              <a:gd name="connsiteY323" fmla="*/ 5546923 h 6858000"/>
              <a:gd name="connsiteX324" fmla="*/ 3729438 w 7467600"/>
              <a:gd name="connsiteY324" fmla="*/ 5569058 h 6858000"/>
              <a:gd name="connsiteX325" fmla="*/ 3707782 w 7467600"/>
              <a:gd name="connsiteY325" fmla="*/ 5644908 h 6858000"/>
              <a:gd name="connsiteX326" fmla="*/ 3583827 w 7467600"/>
              <a:gd name="connsiteY326" fmla="*/ 6039215 h 6858000"/>
              <a:gd name="connsiteX327" fmla="*/ 3547861 w 7467600"/>
              <a:gd name="connsiteY327" fmla="*/ 6129609 h 6858000"/>
              <a:gd name="connsiteX328" fmla="*/ 3490905 w 7467600"/>
              <a:gd name="connsiteY328" fmla="*/ 6277660 h 6858000"/>
              <a:gd name="connsiteX329" fmla="*/ 3455859 w 7467600"/>
              <a:gd name="connsiteY329" fmla="*/ 6391301 h 6858000"/>
              <a:gd name="connsiteX330" fmla="*/ 3429112 w 7467600"/>
              <a:gd name="connsiteY330" fmla="*/ 6479469 h 6858000"/>
              <a:gd name="connsiteX331" fmla="*/ 3304862 w 7467600"/>
              <a:gd name="connsiteY331" fmla="*/ 6796476 h 6858000"/>
              <a:gd name="connsiteX332" fmla="*/ 3276071 w 7467600"/>
              <a:gd name="connsiteY332" fmla="*/ 6858000 h 6858000"/>
              <a:gd name="connsiteX333" fmla="*/ 3240805 w 7467600"/>
              <a:gd name="connsiteY333" fmla="*/ 6858000 h 6858000"/>
              <a:gd name="connsiteX334" fmla="*/ 3275917 w 7467600"/>
              <a:gd name="connsiteY334" fmla="*/ 6783192 h 6858000"/>
              <a:gd name="connsiteX335" fmla="*/ 3399358 w 7467600"/>
              <a:gd name="connsiteY335" fmla="*/ 6469011 h 6858000"/>
              <a:gd name="connsiteX336" fmla="*/ 3425650 w 7467600"/>
              <a:gd name="connsiteY336" fmla="*/ 6381333 h 6858000"/>
              <a:gd name="connsiteX337" fmla="*/ 3460661 w 7467600"/>
              <a:gd name="connsiteY337" fmla="*/ 6266763 h 6858000"/>
              <a:gd name="connsiteX338" fmla="*/ 3518021 w 7467600"/>
              <a:gd name="connsiteY338" fmla="*/ 6117298 h 6858000"/>
              <a:gd name="connsiteX339" fmla="*/ 3554035 w 7467600"/>
              <a:gd name="connsiteY339" fmla="*/ 6027832 h 6858000"/>
              <a:gd name="connsiteX340" fmla="*/ 3677174 w 7467600"/>
              <a:gd name="connsiteY340" fmla="*/ 5636351 h 6858000"/>
              <a:gd name="connsiteX341" fmla="*/ 3698819 w 7467600"/>
              <a:gd name="connsiteY341" fmla="*/ 5560503 h 6858000"/>
              <a:gd name="connsiteX342" fmla="*/ 3702094 w 7467600"/>
              <a:gd name="connsiteY342" fmla="*/ 5549194 h 6858000"/>
              <a:gd name="connsiteX343" fmla="*/ 3398355 w 7467600"/>
              <a:gd name="connsiteY343" fmla="*/ 6094603 h 6858000"/>
              <a:gd name="connsiteX344" fmla="*/ 3193941 w 7467600"/>
              <a:gd name="connsiteY344" fmla="*/ 6798775 h 6858000"/>
              <a:gd name="connsiteX345" fmla="*/ 3184140 w 7467600"/>
              <a:gd name="connsiteY345" fmla="*/ 6858000 h 6858000"/>
              <a:gd name="connsiteX346" fmla="*/ 3099978 w 7467600"/>
              <a:gd name="connsiteY346" fmla="*/ 6858000 h 6858000"/>
              <a:gd name="connsiteX347" fmla="*/ 3101556 w 7467600"/>
              <a:gd name="connsiteY347" fmla="*/ 6843337 h 6858000"/>
              <a:gd name="connsiteX348" fmla="*/ 3370162 w 7467600"/>
              <a:gd name="connsiteY348" fmla="*/ 5785550 h 6858000"/>
              <a:gd name="connsiteX349" fmla="*/ 3746477 w 7467600"/>
              <a:gd name="connsiteY349" fmla="*/ 5377889 h 6858000"/>
              <a:gd name="connsiteX350" fmla="*/ 3863399 w 7467600"/>
              <a:gd name="connsiteY350" fmla="*/ 5087257 h 6858000"/>
              <a:gd name="connsiteX351" fmla="*/ 3968712 w 7467600"/>
              <a:gd name="connsiteY351" fmla="*/ 4913989 h 6858000"/>
              <a:gd name="connsiteX352" fmla="*/ 2792390 w 7467600"/>
              <a:gd name="connsiteY352" fmla="*/ 5382974 h 6858000"/>
              <a:gd name="connsiteX353" fmla="*/ 2714982 w 7467600"/>
              <a:gd name="connsiteY353" fmla="*/ 5427051 h 6858000"/>
              <a:gd name="connsiteX354" fmla="*/ 2813361 w 7467600"/>
              <a:gd name="connsiteY354" fmla="*/ 6023912 h 6858000"/>
              <a:gd name="connsiteX355" fmla="*/ 2688430 w 7467600"/>
              <a:gd name="connsiteY355" fmla="*/ 6801564 h 6858000"/>
              <a:gd name="connsiteX356" fmla="*/ 2629626 w 7467600"/>
              <a:gd name="connsiteY356" fmla="*/ 6763394 h 6858000"/>
              <a:gd name="connsiteX357" fmla="*/ 2565328 w 7467600"/>
              <a:gd name="connsiteY357" fmla="*/ 5516399 h 6858000"/>
              <a:gd name="connsiteX358" fmla="*/ 1922999 w 7467600"/>
              <a:gd name="connsiteY358" fmla="*/ 5980343 h 6858000"/>
              <a:gd name="connsiteX359" fmla="*/ 1950261 w 7467600"/>
              <a:gd name="connsiteY359" fmla="*/ 6405858 h 6858000"/>
              <a:gd name="connsiteX360" fmla="*/ 2365554 w 7467600"/>
              <a:gd name="connsiteY360" fmla="*/ 6759107 h 6858000"/>
              <a:gd name="connsiteX361" fmla="*/ 2424142 w 7467600"/>
              <a:gd name="connsiteY361" fmla="*/ 6858000 h 6858000"/>
              <a:gd name="connsiteX362" fmla="*/ 2395994 w 7467600"/>
              <a:gd name="connsiteY362" fmla="*/ 6858000 h 6858000"/>
              <a:gd name="connsiteX363" fmla="*/ 2392863 w 7467600"/>
              <a:gd name="connsiteY363" fmla="*/ 6852964 h 6858000"/>
              <a:gd name="connsiteX364" fmla="*/ 2017589 w 7467600"/>
              <a:gd name="connsiteY364" fmla="*/ 6493982 h 6858000"/>
              <a:gd name="connsiteX365" fmla="*/ 2147336 w 7467600"/>
              <a:gd name="connsiteY365" fmla="*/ 6594052 h 6858000"/>
              <a:gd name="connsiteX366" fmla="*/ 2207047 w 7467600"/>
              <a:gd name="connsiteY366" fmla="*/ 6654540 h 6858000"/>
              <a:gd name="connsiteX367" fmla="*/ 2299106 w 7467600"/>
              <a:gd name="connsiteY367" fmla="*/ 6778931 h 6858000"/>
              <a:gd name="connsiteX368" fmla="*/ 2314430 w 7467600"/>
              <a:gd name="connsiteY368" fmla="*/ 6801144 h 6858000"/>
              <a:gd name="connsiteX369" fmla="*/ 2352406 w 7467600"/>
              <a:gd name="connsiteY369" fmla="*/ 6858000 h 6858000"/>
              <a:gd name="connsiteX370" fmla="*/ 2314492 w 7467600"/>
              <a:gd name="connsiteY370" fmla="*/ 6858000 h 6858000"/>
              <a:gd name="connsiteX371" fmla="*/ 2288095 w 7467600"/>
              <a:gd name="connsiteY371" fmla="*/ 6818030 h 6858000"/>
              <a:gd name="connsiteX372" fmla="*/ 2272768 w 7467600"/>
              <a:gd name="connsiteY372" fmla="*/ 6795822 h 6858000"/>
              <a:gd name="connsiteX373" fmla="*/ 2182715 w 7467600"/>
              <a:gd name="connsiteY373" fmla="*/ 6675071 h 6858000"/>
              <a:gd name="connsiteX374" fmla="*/ 2032061 w 7467600"/>
              <a:gd name="connsiteY374" fmla="*/ 6541380 h 6858000"/>
              <a:gd name="connsiteX375" fmla="*/ 2257220 w 7467600"/>
              <a:gd name="connsiteY375" fmla="*/ 6826257 h 6858000"/>
              <a:gd name="connsiteX376" fmla="*/ 2281324 w 7467600"/>
              <a:gd name="connsiteY376" fmla="*/ 6858000 h 6858000"/>
              <a:gd name="connsiteX377" fmla="*/ 2242860 w 7467600"/>
              <a:gd name="connsiteY377" fmla="*/ 6858000 h 6858000"/>
              <a:gd name="connsiteX378" fmla="*/ 2232818 w 7467600"/>
              <a:gd name="connsiteY378" fmla="*/ 6844926 h 6858000"/>
              <a:gd name="connsiteX379" fmla="*/ 1990172 w 7467600"/>
              <a:gd name="connsiteY379" fmla="*/ 6542121 h 6858000"/>
              <a:gd name="connsiteX380" fmla="*/ 2124090 w 7467600"/>
              <a:gd name="connsiteY380" fmla="*/ 6761017 h 6858000"/>
              <a:gd name="connsiteX381" fmla="*/ 2200380 w 7467600"/>
              <a:gd name="connsiteY381" fmla="*/ 6858000 h 6858000"/>
              <a:gd name="connsiteX382" fmla="*/ 2147507 w 7467600"/>
              <a:gd name="connsiteY382" fmla="*/ 6858000 h 6858000"/>
              <a:gd name="connsiteX383" fmla="*/ 2070668 w 7467600"/>
              <a:gd name="connsiteY383" fmla="*/ 6761520 h 6858000"/>
              <a:gd name="connsiteX384" fmla="*/ 1975142 w 7467600"/>
              <a:gd name="connsiteY384" fmla="*/ 6585570 h 6858000"/>
              <a:gd name="connsiteX385" fmla="*/ 2050035 w 7467600"/>
              <a:gd name="connsiteY385" fmla="*/ 6813345 h 6858000"/>
              <a:gd name="connsiteX386" fmla="*/ 2063025 w 7467600"/>
              <a:gd name="connsiteY386" fmla="*/ 6858000 h 6858000"/>
              <a:gd name="connsiteX387" fmla="*/ 2021675 w 7467600"/>
              <a:gd name="connsiteY387" fmla="*/ 6858000 h 6858000"/>
              <a:gd name="connsiteX388" fmla="*/ 2019308 w 7467600"/>
              <a:gd name="connsiteY388" fmla="*/ 6847118 h 6858000"/>
              <a:gd name="connsiteX389" fmla="*/ 1938835 w 7467600"/>
              <a:gd name="connsiteY389" fmla="*/ 6551160 h 6858000"/>
              <a:gd name="connsiteX390" fmla="*/ 1953230 w 7467600"/>
              <a:gd name="connsiteY390" fmla="*/ 6759699 h 6858000"/>
              <a:gd name="connsiteX391" fmla="*/ 1956763 w 7467600"/>
              <a:gd name="connsiteY391" fmla="*/ 6778191 h 6858000"/>
              <a:gd name="connsiteX392" fmla="*/ 1967925 w 7467600"/>
              <a:gd name="connsiteY392" fmla="*/ 6858000 h 6858000"/>
              <a:gd name="connsiteX393" fmla="*/ 1936622 w 7467600"/>
              <a:gd name="connsiteY393" fmla="*/ 6858000 h 6858000"/>
              <a:gd name="connsiteX394" fmla="*/ 1926261 w 7467600"/>
              <a:gd name="connsiteY394" fmla="*/ 6784064 h 6858000"/>
              <a:gd name="connsiteX395" fmla="*/ 1922724 w 7467600"/>
              <a:gd name="connsiteY395" fmla="*/ 6765577 h 6858000"/>
              <a:gd name="connsiteX396" fmla="*/ 1904650 w 7467600"/>
              <a:gd name="connsiteY396" fmla="*/ 6639616 h 6858000"/>
              <a:gd name="connsiteX397" fmla="*/ 1885273 w 7467600"/>
              <a:gd name="connsiteY397" fmla="*/ 6858000 h 6858000"/>
              <a:gd name="connsiteX398" fmla="*/ 1854363 w 7467600"/>
              <a:gd name="connsiteY398" fmla="*/ 6858000 h 6858000"/>
              <a:gd name="connsiteX399" fmla="*/ 1880391 w 7467600"/>
              <a:gd name="connsiteY399" fmla="*/ 6603796 h 6858000"/>
              <a:gd name="connsiteX400" fmla="*/ 1818273 w 7467600"/>
              <a:gd name="connsiteY400" fmla="*/ 6715729 h 6858000"/>
              <a:gd name="connsiteX401" fmla="*/ 1794691 w 7467600"/>
              <a:gd name="connsiteY401" fmla="*/ 6843239 h 6858000"/>
              <a:gd name="connsiteX402" fmla="*/ 1794914 w 7467600"/>
              <a:gd name="connsiteY402" fmla="*/ 6858000 h 6858000"/>
              <a:gd name="connsiteX403" fmla="*/ 1746128 w 7467600"/>
              <a:gd name="connsiteY403" fmla="*/ 6858000 h 6858000"/>
              <a:gd name="connsiteX404" fmla="*/ 1753934 w 7467600"/>
              <a:gd name="connsiteY404" fmla="*/ 6724796 h 6858000"/>
              <a:gd name="connsiteX405" fmla="*/ 1792053 w 7467600"/>
              <a:gd name="connsiteY405" fmla="*/ 6572396 h 6858000"/>
              <a:gd name="connsiteX406" fmla="*/ 1862248 w 7467600"/>
              <a:gd name="connsiteY406" fmla="*/ 6266397 h 6858000"/>
              <a:gd name="connsiteX407" fmla="*/ 1862250 w 7467600"/>
              <a:gd name="connsiteY407" fmla="*/ 6033531 h 6858000"/>
              <a:gd name="connsiteX408" fmla="*/ 1211999 w 7467600"/>
              <a:gd name="connsiteY408" fmla="*/ 6683610 h 6858000"/>
              <a:gd name="connsiteX409" fmla="*/ 1213266 w 7467600"/>
              <a:gd name="connsiteY409" fmla="*/ 6691947 h 6858000"/>
              <a:gd name="connsiteX410" fmla="*/ 1203370 w 7467600"/>
              <a:gd name="connsiteY410" fmla="*/ 6850676 h 6858000"/>
              <a:gd name="connsiteX411" fmla="*/ 1203671 w 7467600"/>
              <a:gd name="connsiteY411" fmla="*/ 6858000 h 6858000"/>
              <a:gd name="connsiteX412" fmla="*/ 1143180 w 7467600"/>
              <a:gd name="connsiteY412" fmla="*/ 6858000 h 6858000"/>
              <a:gd name="connsiteX413" fmla="*/ 1142176 w 7467600"/>
              <a:gd name="connsiteY413" fmla="*/ 6766045 h 6858000"/>
              <a:gd name="connsiteX414" fmla="*/ 1067484 w 7467600"/>
              <a:gd name="connsiteY414" fmla="*/ 6858000 h 6858000"/>
              <a:gd name="connsiteX415" fmla="*/ 953928 w 7467600"/>
              <a:gd name="connsiteY415" fmla="*/ 6858000 h 6858000"/>
              <a:gd name="connsiteX416" fmla="*/ 959715 w 7467600"/>
              <a:gd name="connsiteY416" fmla="*/ 6850185 h 6858000"/>
              <a:gd name="connsiteX417" fmla="*/ 1483788 w 7467600"/>
              <a:gd name="connsiteY417" fmla="*/ 6259174 h 6858000"/>
              <a:gd name="connsiteX418" fmla="*/ 1100671 w 7467600"/>
              <a:gd name="connsiteY418" fmla="*/ 6252137 h 6858000"/>
              <a:gd name="connsiteX419" fmla="*/ 1090144 w 7467600"/>
              <a:gd name="connsiteY419" fmla="*/ 6256748 h 6858000"/>
              <a:gd name="connsiteX420" fmla="*/ 1095872 w 7467600"/>
              <a:gd name="connsiteY420" fmla="*/ 6271892 h 6858000"/>
              <a:gd name="connsiteX421" fmla="*/ 262785 w 7467600"/>
              <a:gd name="connsiteY421" fmla="*/ 6845450 h 6858000"/>
              <a:gd name="connsiteX422" fmla="*/ 209968 w 7467600"/>
              <a:gd name="connsiteY422" fmla="*/ 6770713 h 6858000"/>
              <a:gd name="connsiteX423" fmla="*/ 873460 w 7467600"/>
              <a:gd name="connsiteY423" fmla="*/ 6253768 h 6858000"/>
              <a:gd name="connsiteX424" fmla="*/ 192686 w 7467600"/>
              <a:gd name="connsiteY424" fmla="*/ 5849257 h 6858000"/>
              <a:gd name="connsiteX425" fmla="*/ 4696 w 7467600"/>
              <a:gd name="connsiteY425" fmla="*/ 5697668 h 6858000"/>
              <a:gd name="connsiteX426" fmla="*/ 0 w 7467600"/>
              <a:gd name="connsiteY426" fmla="*/ 5689984 h 6858000"/>
              <a:gd name="connsiteX427" fmla="*/ 0 w 7467600"/>
              <a:gd name="connsiteY427" fmla="*/ 5513472 h 6858000"/>
              <a:gd name="connsiteX428" fmla="*/ 174101 w 7467600"/>
              <a:gd name="connsiteY428" fmla="*/ 5620277 h 6858000"/>
              <a:gd name="connsiteX429" fmla="*/ 891800 w 7467600"/>
              <a:gd name="connsiteY429" fmla="*/ 6036935 h 6858000"/>
              <a:gd name="connsiteX430" fmla="*/ 1072219 w 7467600"/>
              <a:gd name="connsiteY430" fmla="*/ 6169443 h 6858000"/>
              <a:gd name="connsiteX431" fmla="*/ 1074117 w 7467600"/>
              <a:gd name="connsiteY431" fmla="*/ 6170301 h 6858000"/>
              <a:gd name="connsiteX432" fmla="*/ 1083114 w 7467600"/>
              <a:gd name="connsiteY432" fmla="*/ 6174131 h 6858000"/>
              <a:gd name="connsiteX433" fmla="*/ 1543010 w 7467600"/>
              <a:gd name="connsiteY433" fmla="*/ 6191140 h 6858000"/>
              <a:gd name="connsiteX434" fmla="*/ 1551080 w 7467600"/>
              <a:gd name="connsiteY434" fmla="*/ 6195006 h 6858000"/>
              <a:gd name="connsiteX435" fmla="*/ 2345443 w 7467600"/>
              <a:gd name="connsiteY435" fmla="*/ 5549882 h 6858000"/>
              <a:gd name="connsiteX436" fmla="*/ 1721499 w 7467600"/>
              <a:gd name="connsiteY436" fmla="*/ 5599969 h 6858000"/>
              <a:gd name="connsiteX437" fmla="*/ 767716 w 7467600"/>
              <a:gd name="connsiteY437" fmla="*/ 5472768 h 6858000"/>
              <a:gd name="connsiteX438" fmla="*/ 722147 w 7467600"/>
              <a:gd name="connsiteY438" fmla="*/ 5393091 h 6858000"/>
              <a:gd name="connsiteX439" fmla="*/ 1485552 w 7467600"/>
              <a:gd name="connsiteY439" fmla="*/ 5313202 h 6858000"/>
              <a:gd name="connsiteX440" fmla="*/ 2143004 w 7467600"/>
              <a:gd name="connsiteY440" fmla="*/ 5402420 h 6858000"/>
              <a:gd name="connsiteX441" fmla="*/ 1933391 w 7467600"/>
              <a:gd name="connsiteY441" fmla="*/ 5156971 h 6858000"/>
              <a:gd name="connsiteX442" fmla="*/ 1827118 w 7467600"/>
              <a:gd name="connsiteY442" fmla="*/ 4968410 h 6858000"/>
              <a:gd name="connsiteX443" fmla="*/ 1837349 w 7467600"/>
              <a:gd name="connsiteY443" fmla="*/ 4956357 h 6858000"/>
              <a:gd name="connsiteX444" fmla="*/ 2162835 w 7467600"/>
              <a:gd name="connsiteY444" fmla="*/ 5187853 h 6858000"/>
              <a:gd name="connsiteX445" fmla="*/ 2257167 w 7467600"/>
              <a:gd name="connsiteY445" fmla="*/ 5462123 h 6858000"/>
              <a:gd name="connsiteX446" fmla="*/ 2261598 w 7467600"/>
              <a:gd name="connsiteY446" fmla="*/ 5467998 h 6858000"/>
              <a:gd name="connsiteX447" fmla="*/ 2437177 w 7467600"/>
              <a:gd name="connsiteY447" fmla="*/ 5479608 h 6858000"/>
              <a:gd name="connsiteX448" fmla="*/ 2445247 w 7467600"/>
              <a:gd name="connsiteY448" fmla="*/ 5483476 h 6858000"/>
              <a:gd name="connsiteX449" fmla="*/ 2743626 w 7467600"/>
              <a:gd name="connsiteY449" fmla="*/ 5304819 h 6858000"/>
              <a:gd name="connsiteX450" fmla="*/ 3048102 w 7467600"/>
              <a:gd name="connsiteY450" fmla="*/ 5150595 h 6858000"/>
              <a:gd name="connsiteX451" fmla="*/ 1799414 w 7467600"/>
              <a:gd name="connsiteY451" fmla="*/ 4694732 h 6858000"/>
              <a:gd name="connsiteX452" fmla="*/ 1771735 w 7467600"/>
              <a:gd name="connsiteY452" fmla="*/ 4619929 h 6858000"/>
              <a:gd name="connsiteX453" fmla="*/ 3104273 w 7467600"/>
              <a:gd name="connsiteY453" fmla="*/ 5076159 h 6858000"/>
              <a:gd name="connsiteX454" fmla="*/ 3113245 w 7467600"/>
              <a:gd name="connsiteY454" fmla="*/ 5090705 h 6858000"/>
              <a:gd name="connsiteX455" fmla="*/ 3126294 w 7467600"/>
              <a:gd name="connsiteY455" fmla="*/ 5114400 h 6858000"/>
              <a:gd name="connsiteX456" fmla="*/ 3937433 w 7467600"/>
              <a:gd name="connsiteY456" fmla="*/ 4830473 h 6858000"/>
              <a:gd name="connsiteX457" fmla="*/ 3590475 w 7467600"/>
              <a:gd name="connsiteY457" fmla="*/ 4597974 h 6858000"/>
              <a:gd name="connsiteX458" fmla="*/ 3100264 w 7467600"/>
              <a:gd name="connsiteY458" fmla="*/ 4579845 h 6858000"/>
              <a:gd name="connsiteX459" fmla="*/ 2183576 w 7467600"/>
              <a:gd name="connsiteY459" fmla="*/ 4227150 h 6858000"/>
              <a:gd name="connsiteX460" fmla="*/ 2151029 w 7467600"/>
              <a:gd name="connsiteY460" fmla="*/ 4146947 h 6858000"/>
              <a:gd name="connsiteX461" fmla="*/ 3563434 w 7467600"/>
              <a:gd name="connsiteY461" fmla="*/ 4469115 h 6858000"/>
              <a:gd name="connsiteX462" fmla="*/ 3177952 w 7467600"/>
              <a:gd name="connsiteY462" fmla="*/ 3657386 h 6858000"/>
              <a:gd name="connsiteX463" fmla="*/ 3189263 w 7467600"/>
              <a:gd name="connsiteY463" fmla="*/ 3625726 h 6858000"/>
              <a:gd name="connsiteX464" fmla="*/ 3560912 w 7467600"/>
              <a:gd name="connsiteY464" fmla="*/ 4079863 h 6858000"/>
              <a:gd name="connsiteX465" fmla="*/ 3626636 w 7467600"/>
              <a:gd name="connsiteY465" fmla="*/ 4512230 h 6858000"/>
              <a:gd name="connsiteX466" fmla="*/ 3653088 w 7467600"/>
              <a:gd name="connsiteY466" fmla="*/ 4521417 h 6858000"/>
              <a:gd name="connsiteX467" fmla="*/ 3988128 w 7467600"/>
              <a:gd name="connsiteY467" fmla="*/ 4817267 h 6858000"/>
              <a:gd name="connsiteX468" fmla="*/ 4830582 w 7467600"/>
              <a:gd name="connsiteY468" fmla="*/ 4676000 h 6858000"/>
              <a:gd name="connsiteX469" fmla="*/ 4830100 w 7467600"/>
              <a:gd name="connsiteY469" fmla="*/ 4675554 h 6858000"/>
              <a:gd name="connsiteX470" fmla="*/ 4036318 w 7467600"/>
              <a:gd name="connsiteY470" fmla="*/ 4147013 h 6858000"/>
              <a:gd name="connsiteX471" fmla="*/ 3432098 w 7467600"/>
              <a:gd name="connsiteY471" fmla="*/ 3537312 h 6858000"/>
              <a:gd name="connsiteX472" fmla="*/ 3446761 w 7467600"/>
              <a:gd name="connsiteY472" fmla="*/ 3461278 h 6858000"/>
              <a:gd name="connsiteX473" fmla="*/ 4419733 w 7467600"/>
              <a:gd name="connsiteY473" fmla="*/ 3963555 h 6858000"/>
              <a:gd name="connsiteX474" fmla="*/ 4781371 w 7467600"/>
              <a:gd name="connsiteY474" fmla="*/ 4458604 h 6858000"/>
              <a:gd name="connsiteX475" fmla="*/ 4780440 w 7467600"/>
              <a:gd name="connsiteY475" fmla="*/ 4470290 h 6858000"/>
              <a:gd name="connsiteX476" fmla="*/ 4898954 w 7467600"/>
              <a:gd name="connsiteY476" fmla="*/ 4662092 h 6858000"/>
              <a:gd name="connsiteX477" fmla="*/ 4900699 w 7467600"/>
              <a:gd name="connsiteY477" fmla="*/ 4670867 h 6858000"/>
              <a:gd name="connsiteX478" fmla="*/ 5714511 w 7467600"/>
              <a:gd name="connsiteY478" fmla="*/ 4663483 h 6858000"/>
              <a:gd name="connsiteX479" fmla="*/ 5464793 w 7467600"/>
              <a:gd name="connsiteY479" fmla="*/ 4393556 h 6858000"/>
              <a:gd name="connsiteX480" fmla="*/ 5461897 w 7467600"/>
              <a:gd name="connsiteY480" fmla="*/ 4390879 h 6858000"/>
              <a:gd name="connsiteX481" fmla="*/ 4294126 w 7467600"/>
              <a:gd name="connsiteY481" fmla="*/ 3303048 h 6858000"/>
              <a:gd name="connsiteX482" fmla="*/ 4305321 w 7467600"/>
              <a:gd name="connsiteY482" fmla="*/ 3256953 h 6858000"/>
              <a:gd name="connsiteX483" fmla="*/ 4949299 w 7467600"/>
              <a:gd name="connsiteY483" fmla="*/ 3766336 h 6858000"/>
              <a:gd name="connsiteX484" fmla="*/ 5291452 w 7467600"/>
              <a:gd name="connsiteY484" fmla="*/ 4076801 h 6858000"/>
              <a:gd name="connsiteX485" fmla="*/ 5434998 w 7467600"/>
              <a:gd name="connsiteY485" fmla="*/ 4254100 h 6858000"/>
              <a:gd name="connsiteX486" fmla="*/ 5351015 w 7467600"/>
              <a:gd name="connsiteY486" fmla="*/ 3760989 h 6858000"/>
              <a:gd name="connsiteX487" fmla="*/ 5413780 w 7467600"/>
              <a:gd name="connsiteY487" fmla="*/ 2966265 h 6858000"/>
              <a:gd name="connsiteX488" fmla="*/ 5425627 w 7467600"/>
              <a:gd name="connsiteY488" fmla="*/ 2954192 h 6858000"/>
              <a:gd name="connsiteX489" fmla="*/ 6604735 w 7467600"/>
              <a:gd name="connsiteY489" fmla="*/ 2041381 h 6858000"/>
              <a:gd name="connsiteX490" fmla="*/ 7204487 w 7467600"/>
              <a:gd name="connsiteY490" fmla="*/ 2742112 h 6858000"/>
              <a:gd name="connsiteX491" fmla="*/ 7131592 w 7467600"/>
              <a:gd name="connsiteY491" fmla="*/ 2672096 h 6858000"/>
              <a:gd name="connsiteX492" fmla="*/ 6996344 w 7467600"/>
              <a:gd name="connsiteY492" fmla="*/ 2518310 h 6858000"/>
              <a:gd name="connsiteX493" fmla="*/ 6735495 w 7467600"/>
              <a:gd name="connsiteY493" fmla="*/ 2196890 h 6858000"/>
              <a:gd name="connsiteX494" fmla="*/ 6721901 w 7467600"/>
              <a:gd name="connsiteY494" fmla="*/ 2179274 h 6858000"/>
              <a:gd name="connsiteX495" fmla="*/ 6604735 w 7467600"/>
              <a:gd name="connsiteY495" fmla="*/ 2041381 h 6858000"/>
              <a:gd name="connsiteX496" fmla="*/ 6591670 w 7467600"/>
              <a:gd name="connsiteY496" fmla="*/ 1988277 h 6858000"/>
              <a:gd name="connsiteX497" fmla="*/ 6747349 w 7467600"/>
              <a:gd name="connsiteY497" fmla="*/ 2160069 h 6858000"/>
              <a:gd name="connsiteX498" fmla="*/ 6760943 w 7467600"/>
              <a:gd name="connsiteY498" fmla="*/ 2177686 h 6858000"/>
              <a:gd name="connsiteX499" fmla="*/ 7021065 w 7467600"/>
              <a:gd name="connsiteY499" fmla="*/ 2498102 h 6858000"/>
              <a:gd name="connsiteX500" fmla="*/ 7155223 w 7467600"/>
              <a:gd name="connsiteY500" fmla="*/ 2650386 h 6858000"/>
              <a:gd name="connsiteX501" fmla="*/ 7203167 w 7467600"/>
              <a:gd name="connsiteY501" fmla="*/ 2697288 h 6858000"/>
              <a:gd name="connsiteX502" fmla="*/ 6937703 w 7467600"/>
              <a:gd name="connsiteY502" fmla="*/ 2321981 h 6858000"/>
              <a:gd name="connsiteX503" fmla="*/ 6591670 w 7467600"/>
              <a:gd name="connsiteY503" fmla="*/ 1988277 h 6858000"/>
              <a:gd name="connsiteX504" fmla="*/ 5798671 w 7467600"/>
              <a:gd name="connsiteY504" fmla="*/ 1981601 h 6858000"/>
              <a:gd name="connsiteX505" fmla="*/ 5754709 w 7467600"/>
              <a:gd name="connsiteY505" fmla="*/ 2071454 h 6858000"/>
              <a:gd name="connsiteX506" fmla="*/ 5763044 w 7467600"/>
              <a:gd name="connsiteY506" fmla="*/ 2842206 h 6858000"/>
              <a:gd name="connsiteX507" fmla="*/ 5764974 w 7467600"/>
              <a:gd name="connsiteY507" fmla="*/ 2799609 h 6858000"/>
              <a:gd name="connsiteX508" fmla="*/ 5767665 w 7467600"/>
              <a:gd name="connsiteY508" fmla="*/ 2666409 h 6858000"/>
              <a:gd name="connsiteX509" fmla="*/ 5763055 w 7467600"/>
              <a:gd name="connsiteY509" fmla="*/ 2579705 h 6858000"/>
              <a:gd name="connsiteX510" fmla="*/ 5758079 w 7467600"/>
              <a:gd name="connsiteY510" fmla="*/ 2492508 h 6858000"/>
              <a:gd name="connsiteX511" fmla="*/ 5779325 w 7467600"/>
              <a:gd name="connsiteY511" fmla="*/ 2197069 h 6858000"/>
              <a:gd name="connsiteX512" fmla="*/ 5798671 w 7467600"/>
              <a:gd name="connsiteY512" fmla="*/ 1981601 h 6858000"/>
              <a:gd name="connsiteX513" fmla="*/ 5829202 w 7467600"/>
              <a:gd name="connsiteY513" fmla="*/ 1971679 h 6858000"/>
              <a:gd name="connsiteX514" fmla="*/ 5809558 w 7467600"/>
              <a:gd name="connsiteY514" fmla="*/ 2198043 h 6858000"/>
              <a:gd name="connsiteX515" fmla="*/ 5788653 w 7467600"/>
              <a:gd name="connsiteY515" fmla="*/ 2489430 h 6858000"/>
              <a:gd name="connsiteX516" fmla="*/ 5793439 w 7467600"/>
              <a:gd name="connsiteY516" fmla="*/ 2575235 h 6858000"/>
              <a:gd name="connsiteX517" fmla="*/ 5796837 w 7467600"/>
              <a:gd name="connsiteY517" fmla="*/ 2637633 h 6858000"/>
              <a:gd name="connsiteX518" fmla="*/ 5818614 w 7467600"/>
              <a:gd name="connsiteY518" fmla="*/ 2473055 h 6858000"/>
              <a:gd name="connsiteX519" fmla="*/ 5829202 w 7467600"/>
              <a:gd name="connsiteY519" fmla="*/ 1971679 h 6858000"/>
              <a:gd name="connsiteX520" fmla="*/ 5911389 w 7467600"/>
              <a:gd name="connsiteY520" fmla="*/ 1898371 h 6858000"/>
              <a:gd name="connsiteX521" fmla="*/ 6237627 w 7467600"/>
              <a:gd name="connsiteY521" fmla="*/ 2231921 h 6858000"/>
              <a:gd name="connsiteX522" fmla="*/ 5911389 w 7467600"/>
              <a:gd name="connsiteY522" fmla="*/ 1898371 h 6858000"/>
              <a:gd name="connsiteX523" fmla="*/ 6944437 w 7467600"/>
              <a:gd name="connsiteY523" fmla="*/ 1575402 h 6858000"/>
              <a:gd name="connsiteX524" fmla="*/ 6304730 w 7467600"/>
              <a:gd name="connsiteY524" fmla="*/ 1766654 h 6858000"/>
              <a:gd name="connsiteX525" fmla="*/ 6944437 w 7467600"/>
              <a:gd name="connsiteY525" fmla="*/ 1575402 h 6858000"/>
              <a:gd name="connsiteX526" fmla="*/ 7019523 w 7467600"/>
              <a:gd name="connsiteY526" fmla="*/ 1519450 h 6858000"/>
              <a:gd name="connsiteX527" fmla="*/ 6298091 w 7467600"/>
              <a:gd name="connsiteY527" fmla="*/ 1737122 h 6858000"/>
              <a:gd name="connsiteX528" fmla="*/ 7019523 w 7467600"/>
              <a:gd name="connsiteY528" fmla="*/ 1519450 h 6858000"/>
              <a:gd name="connsiteX529" fmla="*/ 2399523 w 7467600"/>
              <a:gd name="connsiteY529" fmla="*/ 1428234 h 6858000"/>
              <a:gd name="connsiteX530" fmla="*/ 2224982 w 7467600"/>
              <a:gd name="connsiteY530" fmla="*/ 1826201 h 6858000"/>
              <a:gd name="connsiteX531" fmla="*/ 2096099 w 7467600"/>
              <a:gd name="connsiteY531" fmla="*/ 2345900 h 6858000"/>
              <a:gd name="connsiteX532" fmla="*/ 2283317 w 7467600"/>
              <a:gd name="connsiteY532" fmla="*/ 1796925 h 6858000"/>
              <a:gd name="connsiteX533" fmla="*/ 2399523 w 7467600"/>
              <a:gd name="connsiteY533" fmla="*/ 1428234 h 6858000"/>
              <a:gd name="connsiteX534" fmla="*/ 2448558 w 7467600"/>
              <a:gd name="connsiteY534" fmla="*/ 1373435 h 6858000"/>
              <a:gd name="connsiteX535" fmla="*/ 2312521 w 7467600"/>
              <a:gd name="connsiteY535" fmla="*/ 1806140 h 6858000"/>
              <a:gd name="connsiteX536" fmla="*/ 2127533 w 7467600"/>
              <a:gd name="connsiteY536" fmla="*/ 2348380 h 6858000"/>
              <a:gd name="connsiteX537" fmla="*/ 2358080 w 7467600"/>
              <a:gd name="connsiteY537" fmla="*/ 1866134 h 6858000"/>
              <a:gd name="connsiteX538" fmla="*/ 2407436 w 7467600"/>
              <a:gd name="connsiteY538" fmla="*/ 1651070 h 6858000"/>
              <a:gd name="connsiteX539" fmla="*/ 2448558 w 7467600"/>
              <a:gd name="connsiteY539" fmla="*/ 1373435 h 6858000"/>
              <a:gd name="connsiteX540" fmla="*/ 278707 w 7467600"/>
              <a:gd name="connsiteY540" fmla="*/ 1352270 h 6858000"/>
              <a:gd name="connsiteX541" fmla="*/ 321570 w 7467600"/>
              <a:gd name="connsiteY541" fmla="*/ 1861610 h 6858000"/>
              <a:gd name="connsiteX542" fmla="*/ 294281 w 7467600"/>
              <a:gd name="connsiteY542" fmla="*/ 1440658 h 6858000"/>
              <a:gd name="connsiteX543" fmla="*/ 278707 w 7467600"/>
              <a:gd name="connsiteY543" fmla="*/ 1352270 h 6858000"/>
              <a:gd name="connsiteX544" fmla="*/ 1423821 w 7467600"/>
              <a:gd name="connsiteY544" fmla="*/ 1351958 h 6858000"/>
              <a:gd name="connsiteX545" fmla="*/ 1638521 w 7467600"/>
              <a:gd name="connsiteY545" fmla="*/ 1908470 h 6858000"/>
              <a:gd name="connsiteX546" fmla="*/ 1754199 w 7467600"/>
              <a:gd name="connsiteY546" fmla="*/ 2149284 h 6858000"/>
              <a:gd name="connsiteX547" fmla="*/ 1908359 w 7467600"/>
              <a:gd name="connsiteY547" fmla="*/ 2364988 h 6858000"/>
              <a:gd name="connsiteX548" fmla="*/ 1647661 w 7467600"/>
              <a:gd name="connsiteY548" fmla="*/ 1825945 h 6858000"/>
              <a:gd name="connsiteX549" fmla="*/ 1423821 w 7467600"/>
              <a:gd name="connsiteY549" fmla="*/ 1351958 h 6858000"/>
              <a:gd name="connsiteX550" fmla="*/ 1431890 w 7467600"/>
              <a:gd name="connsiteY550" fmla="*/ 1306475 h 6858000"/>
              <a:gd name="connsiteX551" fmla="*/ 1507597 w 7467600"/>
              <a:gd name="connsiteY551" fmla="*/ 1446132 h 6858000"/>
              <a:gd name="connsiteX552" fmla="*/ 1674586 w 7467600"/>
              <a:gd name="connsiteY552" fmla="*/ 1813832 h 6858000"/>
              <a:gd name="connsiteX553" fmla="*/ 1815950 w 7467600"/>
              <a:gd name="connsiteY553" fmla="*/ 2128564 h 6858000"/>
              <a:gd name="connsiteX554" fmla="*/ 1984242 w 7467600"/>
              <a:gd name="connsiteY554" fmla="*/ 2430829 h 6858000"/>
              <a:gd name="connsiteX555" fmla="*/ 2014023 w 7467600"/>
              <a:gd name="connsiteY555" fmla="*/ 2450995 h 6858000"/>
              <a:gd name="connsiteX556" fmla="*/ 1747337 w 7467600"/>
              <a:gd name="connsiteY556" fmla="*/ 1855264 h 6858000"/>
              <a:gd name="connsiteX557" fmla="*/ 1533749 w 7467600"/>
              <a:gd name="connsiteY557" fmla="*/ 1478656 h 6858000"/>
              <a:gd name="connsiteX558" fmla="*/ 1431890 w 7467600"/>
              <a:gd name="connsiteY558" fmla="*/ 1306475 h 6858000"/>
              <a:gd name="connsiteX559" fmla="*/ 5052692 w 7467600"/>
              <a:gd name="connsiteY559" fmla="*/ 1292994 h 6858000"/>
              <a:gd name="connsiteX560" fmla="*/ 5200661 w 7467600"/>
              <a:gd name="connsiteY560" fmla="*/ 1635186 h 6858000"/>
              <a:gd name="connsiteX561" fmla="*/ 5297138 w 7467600"/>
              <a:gd name="connsiteY561" fmla="*/ 1906351 h 6858000"/>
              <a:gd name="connsiteX562" fmla="*/ 5052692 w 7467600"/>
              <a:gd name="connsiteY562" fmla="*/ 1292994 h 6858000"/>
              <a:gd name="connsiteX563" fmla="*/ 5009948 w 7467600"/>
              <a:gd name="connsiteY563" fmla="*/ 1273619 h 6858000"/>
              <a:gd name="connsiteX564" fmla="*/ 5121777 w 7467600"/>
              <a:gd name="connsiteY564" fmla="*/ 1654213 h 6858000"/>
              <a:gd name="connsiteX565" fmla="*/ 5293545 w 7467600"/>
              <a:gd name="connsiteY565" fmla="*/ 2072247 h 6858000"/>
              <a:gd name="connsiteX566" fmla="*/ 5294042 w 7467600"/>
              <a:gd name="connsiteY566" fmla="*/ 2065019 h 6858000"/>
              <a:gd name="connsiteX567" fmla="*/ 5171936 w 7467600"/>
              <a:gd name="connsiteY567" fmla="*/ 1647613 h 6858000"/>
              <a:gd name="connsiteX568" fmla="*/ 5009948 w 7467600"/>
              <a:gd name="connsiteY568" fmla="*/ 1273619 h 6858000"/>
              <a:gd name="connsiteX569" fmla="*/ 655236 w 7467600"/>
              <a:gd name="connsiteY569" fmla="*/ 1268632 h 6858000"/>
              <a:gd name="connsiteX570" fmla="*/ 839521 w 7467600"/>
              <a:gd name="connsiteY570" fmla="*/ 1685315 h 6858000"/>
              <a:gd name="connsiteX571" fmla="*/ 1109416 w 7467600"/>
              <a:gd name="connsiteY571" fmla="*/ 2061663 h 6858000"/>
              <a:gd name="connsiteX572" fmla="*/ 1298300 w 7467600"/>
              <a:gd name="connsiteY572" fmla="*/ 2247742 h 6858000"/>
              <a:gd name="connsiteX573" fmla="*/ 1125871 w 7467600"/>
              <a:gd name="connsiteY573" fmla="*/ 1989513 h 6858000"/>
              <a:gd name="connsiteX574" fmla="*/ 981574 w 7467600"/>
              <a:gd name="connsiteY574" fmla="*/ 1783157 h 6858000"/>
              <a:gd name="connsiteX575" fmla="*/ 922198 w 7467600"/>
              <a:gd name="connsiteY575" fmla="*/ 1677437 h 6858000"/>
              <a:gd name="connsiteX576" fmla="*/ 869293 w 7467600"/>
              <a:gd name="connsiteY576" fmla="*/ 1583214 h 6858000"/>
              <a:gd name="connsiteX577" fmla="*/ 751431 w 7467600"/>
              <a:gd name="connsiteY577" fmla="*/ 1405731 h 6858000"/>
              <a:gd name="connsiteX578" fmla="*/ 655236 w 7467600"/>
              <a:gd name="connsiteY578" fmla="*/ 1268632 h 6858000"/>
              <a:gd name="connsiteX579" fmla="*/ 6516292 w 7467600"/>
              <a:gd name="connsiteY579" fmla="*/ 1263064 h 6858000"/>
              <a:gd name="connsiteX580" fmla="*/ 5736320 w 7467600"/>
              <a:gd name="connsiteY580" fmla="*/ 1501803 h 6858000"/>
              <a:gd name="connsiteX581" fmla="*/ 6516292 w 7467600"/>
              <a:gd name="connsiteY581" fmla="*/ 1263064 h 6858000"/>
              <a:gd name="connsiteX582" fmla="*/ 291466 w 7467600"/>
              <a:gd name="connsiteY582" fmla="*/ 1250369 h 6858000"/>
              <a:gd name="connsiteX583" fmla="*/ 323180 w 7467600"/>
              <a:gd name="connsiteY583" fmla="*/ 1435283 h 6858000"/>
              <a:gd name="connsiteX584" fmla="*/ 349381 w 7467600"/>
              <a:gd name="connsiteY584" fmla="*/ 1875041 h 6858000"/>
              <a:gd name="connsiteX585" fmla="*/ 374363 w 7467600"/>
              <a:gd name="connsiteY585" fmla="*/ 1506494 h 6858000"/>
              <a:gd name="connsiteX586" fmla="*/ 302168 w 7467600"/>
              <a:gd name="connsiteY586" fmla="*/ 1274495 h 6858000"/>
              <a:gd name="connsiteX587" fmla="*/ 291466 w 7467600"/>
              <a:gd name="connsiteY587" fmla="*/ 1250369 h 6858000"/>
              <a:gd name="connsiteX588" fmla="*/ 678222 w 7467600"/>
              <a:gd name="connsiteY588" fmla="*/ 1248670 h 6858000"/>
              <a:gd name="connsiteX589" fmla="*/ 775536 w 7467600"/>
              <a:gd name="connsiteY589" fmla="*/ 1388015 h 6858000"/>
              <a:gd name="connsiteX590" fmla="*/ 894529 w 7467600"/>
              <a:gd name="connsiteY590" fmla="*/ 1567739 h 6858000"/>
              <a:gd name="connsiteX591" fmla="*/ 948000 w 7467600"/>
              <a:gd name="connsiteY591" fmla="*/ 1663088 h 6858000"/>
              <a:gd name="connsiteX592" fmla="*/ 1006812 w 7467600"/>
              <a:gd name="connsiteY592" fmla="*/ 1767683 h 6858000"/>
              <a:gd name="connsiteX593" fmla="*/ 1149133 w 7467600"/>
              <a:gd name="connsiteY593" fmla="*/ 1971513 h 6858000"/>
              <a:gd name="connsiteX594" fmla="*/ 1333952 w 7467600"/>
              <a:gd name="connsiteY594" fmla="*/ 2251620 h 6858000"/>
              <a:gd name="connsiteX595" fmla="*/ 1337329 w 7467600"/>
              <a:gd name="connsiteY595" fmla="*/ 2258350 h 6858000"/>
              <a:gd name="connsiteX596" fmla="*/ 1014726 w 7467600"/>
              <a:gd name="connsiteY596" fmla="*/ 1615556 h 6858000"/>
              <a:gd name="connsiteX597" fmla="*/ 678222 w 7467600"/>
              <a:gd name="connsiteY597" fmla="*/ 1248670 h 6858000"/>
              <a:gd name="connsiteX598" fmla="*/ 6691602 w 7467600"/>
              <a:gd name="connsiteY598" fmla="*/ 1140573 h 6858000"/>
              <a:gd name="connsiteX599" fmla="*/ 6571100 w 7467600"/>
              <a:gd name="connsiteY599" fmla="*/ 1183662 h 6858000"/>
              <a:gd name="connsiteX600" fmla="*/ 6241687 w 7467600"/>
              <a:gd name="connsiteY600" fmla="*/ 1257600 h 6858000"/>
              <a:gd name="connsiteX601" fmla="*/ 5693009 w 7467600"/>
              <a:gd name="connsiteY601" fmla="*/ 1478256 h 6858000"/>
              <a:gd name="connsiteX602" fmla="*/ 6548420 w 7467600"/>
              <a:gd name="connsiteY602" fmla="*/ 1214599 h 6858000"/>
              <a:gd name="connsiteX603" fmla="*/ 6605473 w 7467600"/>
              <a:gd name="connsiteY603" fmla="*/ 1184686 h 6858000"/>
              <a:gd name="connsiteX604" fmla="*/ 6691602 w 7467600"/>
              <a:gd name="connsiteY604" fmla="*/ 1140573 h 6858000"/>
              <a:gd name="connsiteX605" fmla="*/ 4002475 w 7467600"/>
              <a:gd name="connsiteY605" fmla="*/ 1037802 h 6858000"/>
              <a:gd name="connsiteX606" fmla="*/ 4000324 w 7467600"/>
              <a:gd name="connsiteY606" fmla="*/ 1039362 h 6858000"/>
              <a:gd name="connsiteX607" fmla="*/ 4002862 w 7467600"/>
              <a:gd name="connsiteY607" fmla="*/ 1042866 h 6858000"/>
              <a:gd name="connsiteX608" fmla="*/ 4002475 w 7467600"/>
              <a:gd name="connsiteY608" fmla="*/ 1037802 h 6858000"/>
              <a:gd name="connsiteX609" fmla="*/ 506322 w 7467600"/>
              <a:gd name="connsiteY609" fmla="*/ 1020997 h 6858000"/>
              <a:gd name="connsiteX610" fmla="*/ 533068 w 7467600"/>
              <a:gd name="connsiteY610" fmla="*/ 1029409 h 6858000"/>
              <a:gd name="connsiteX611" fmla="*/ 1232525 w 7467600"/>
              <a:gd name="connsiteY611" fmla="*/ 1804675 h 6858000"/>
              <a:gd name="connsiteX612" fmla="*/ 1388858 w 7467600"/>
              <a:gd name="connsiteY612" fmla="*/ 2368011 h 6858000"/>
              <a:gd name="connsiteX613" fmla="*/ 1384098 w 7467600"/>
              <a:gd name="connsiteY613" fmla="*/ 2378125 h 6858000"/>
              <a:gd name="connsiteX614" fmla="*/ 1425393 w 7467600"/>
              <a:gd name="connsiteY614" fmla="*/ 2589124 h 6858000"/>
              <a:gd name="connsiteX615" fmla="*/ 1424001 w 7467600"/>
              <a:gd name="connsiteY615" fmla="*/ 2597541 h 6858000"/>
              <a:gd name="connsiteX616" fmla="*/ 2152729 w 7467600"/>
              <a:gd name="connsiteY616" fmla="*/ 2864487 h 6858000"/>
              <a:gd name="connsiteX617" fmla="*/ 2020609 w 7467600"/>
              <a:gd name="connsiteY617" fmla="*/ 2539671 h 6858000"/>
              <a:gd name="connsiteX618" fmla="*/ 2018920 w 7467600"/>
              <a:gd name="connsiteY618" fmla="*/ 2536309 h 6858000"/>
              <a:gd name="connsiteX619" fmla="*/ 1342441 w 7467600"/>
              <a:gd name="connsiteY619" fmla="*/ 1173017 h 6858000"/>
              <a:gd name="connsiteX620" fmla="*/ 1367925 w 7467600"/>
              <a:gd name="connsiteY620" fmla="*/ 1135648 h 6858000"/>
              <a:gd name="connsiteX621" fmla="*/ 1771401 w 7467600"/>
              <a:gd name="connsiteY621" fmla="*/ 1806673 h 6858000"/>
              <a:gd name="connsiteX622" fmla="*/ 1972385 w 7467600"/>
              <a:gd name="connsiteY622" fmla="*/ 2198735 h 6858000"/>
              <a:gd name="connsiteX623" fmla="*/ 2040892 w 7467600"/>
              <a:gd name="connsiteY623" fmla="*/ 2405205 h 6858000"/>
              <a:gd name="connsiteX624" fmla="*/ 2131689 w 7467600"/>
              <a:gd name="connsiteY624" fmla="*/ 1936926 h 6858000"/>
              <a:gd name="connsiteX625" fmla="*/ 2454820 w 7467600"/>
              <a:gd name="connsiteY625" fmla="*/ 1248808 h 6858000"/>
              <a:gd name="connsiteX626" fmla="*/ 2492512 w 7467600"/>
              <a:gd name="connsiteY626" fmla="*/ 1302920 h 6858000"/>
              <a:gd name="connsiteX627" fmla="*/ 2081216 w 7467600"/>
              <a:gd name="connsiteY627" fmla="*/ 2527513 h 6858000"/>
              <a:gd name="connsiteX628" fmla="*/ 2081211 w 7467600"/>
              <a:gd name="connsiteY628" fmla="*/ 2528916 h 6858000"/>
              <a:gd name="connsiteX629" fmla="*/ 2199067 w 7467600"/>
              <a:gd name="connsiteY629" fmla="*/ 2884061 h 6858000"/>
              <a:gd name="connsiteX630" fmla="*/ 3192586 w 7467600"/>
              <a:gd name="connsiteY630" fmla="*/ 3411496 h 6858000"/>
              <a:gd name="connsiteX631" fmla="*/ 3182620 w 7467600"/>
              <a:gd name="connsiteY631" fmla="*/ 3483279 h 6858000"/>
              <a:gd name="connsiteX632" fmla="*/ 2435119 w 7467600"/>
              <a:gd name="connsiteY632" fmla="*/ 3080173 h 6858000"/>
              <a:gd name="connsiteX633" fmla="*/ 2410152 w 7467600"/>
              <a:gd name="connsiteY633" fmla="*/ 3063751 h 6858000"/>
              <a:gd name="connsiteX634" fmla="*/ 2408099 w 7467600"/>
              <a:gd name="connsiteY634" fmla="*/ 3064403 h 6858000"/>
              <a:gd name="connsiteX635" fmla="*/ 2407218 w 7467600"/>
              <a:gd name="connsiteY635" fmla="*/ 3070324 h 6858000"/>
              <a:gd name="connsiteX636" fmla="*/ 2380138 w 7467600"/>
              <a:gd name="connsiteY636" fmla="*/ 3099341 h 6858000"/>
              <a:gd name="connsiteX637" fmla="*/ 1765923 w 7467600"/>
              <a:gd name="connsiteY637" fmla="*/ 3581043 h 6858000"/>
              <a:gd name="connsiteX638" fmla="*/ 1702258 w 7467600"/>
              <a:gd name="connsiteY638" fmla="*/ 3612286 h 6858000"/>
              <a:gd name="connsiteX639" fmla="*/ 1538370 w 7467600"/>
              <a:gd name="connsiteY639" fmla="*/ 3811804 h 6858000"/>
              <a:gd name="connsiteX640" fmla="*/ 542867 w 7467600"/>
              <a:gd name="connsiteY640" fmla="*/ 4944092 h 6858000"/>
              <a:gd name="connsiteX641" fmla="*/ 515800 w 7467600"/>
              <a:gd name="connsiteY641" fmla="*/ 4862180 h 6858000"/>
              <a:gd name="connsiteX642" fmla="*/ 909145 w 7467600"/>
              <a:gd name="connsiteY642" fmla="*/ 4199225 h 6858000"/>
              <a:gd name="connsiteX643" fmla="*/ 1214067 w 7467600"/>
              <a:gd name="connsiteY643" fmla="*/ 3908561 h 6858000"/>
              <a:gd name="connsiteX644" fmla="*/ 640967 w 7467600"/>
              <a:gd name="connsiteY644" fmla="*/ 4105601 h 6858000"/>
              <a:gd name="connsiteX645" fmla="*/ 112563 w 7467600"/>
              <a:gd name="connsiteY645" fmla="*/ 4396952 h 6858000"/>
              <a:gd name="connsiteX646" fmla="*/ 0 w 7467600"/>
              <a:gd name="connsiteY646" fmla="*/ 4466006 h 6858000"/>
              <a:gd name="connsiteX647" fmla="*/ 0 w 7467600"/>
              <a:gd name="connsiteY647" fmla="*/ 4233763 h 6858000"/>
              <a:gd name="connsiteX648" fmla="*/ 36881 w 7467600"/>
              <a:gd name="connsiteY648" fmla="*/ 4200118 h 6858000"/>
              <a:gd name="connsiteX649" fmla="*/ 910534 w 7467600"/>
              <a:gd name="connsiteY649" fmla="*/ 3629753 h 6858000"/>
              <a:gd name="connsiteX650" fmla="*/ 1578717 w 7467600"/>
              <a:gd name="connsiteY650" fmla="*/ 3575982 h 6858000"/>
              <a:gd name="connsiteX651" fmla="*/ 2338780 w 7467600"/>
              <a:gd name="connsiteY651" fmla="*/ 3033725 h 6858000"/>
              <a:gd name="connsiteX652" fmla="*/ 1807991 w 7467600"/>
              <a:gd name="connsiteY652" fmla="*/ 2807184 h 6858000"/>
              <a:gd name="connsiteX653" fmla="*/ 1416358 w 7467600"/>
              <a:gd name="connsiteY653" fmla="*/ 3112571 h 6858000"/>
              <a:gd name="connsiteX654" fmla="*/ 939066 w 7467600"/>
              <a:gd name="connsiteY654" fmla="*/ 3378798 h 6858000"/>
              <a:gd name="connsiteX655" fmla="*/ 115099 w 7467600"/>
              <a:gd name="connsiteY655" fmla="*/ 3607650 h 6858000"/>
              <a:gd name="connsiteX656" fmla="*/ 97284 w 7467600"/>
              <a:gd name="connsiteY656" fmla="*/ 3520393 h 6858000"/>
              <a:gd name="connsiteX657" fmla="*/ 922050 w 7467600"/>
              <a:gd name="connsiteY657" fmla="*/ 3074867 h 6858000"/>
              <a:gd name="connsiteX658" fmla="*/ 1405265 w 7467600"/>
              <a:gd name="connsiteY658" fmla="*/ 3016319 h 6858000"/>
              <a:gd name="connsiteX659" fmla="*/ 1407512 w 7467600"/>
              <a:gd name="connsiteY659" fmla="*/ 3018001 h 6858000"/>
              <a:gd name="connsiteX660" fmla="*/ 1726266 w 7467600"/>
              <a:gd name="connsiteY660" fmla="*/ 2777274 h 6858000"/>
              <a:gd name="connsiteX661" fmla="*/ 625390 w 7467600"/>
              <a:gd name="connsiteY661" fmla="*/ 2514541 h 6858000"/>
              <a:gd name="connsiteX662" fmla="*/ 619799 w 7467600"/>
              <a:gd name="connsiteY662" fmla="*/ 2527180 h 6858000"/>
              <a:gd name="connsiteX663" fmla="*/ 310030 w 7467600"/>
              <a:gd name="connsiteY663" fmla="*/ 2771818 h 6858000"/>
              <a:gd name="connsiteX664" fmla="*/ 173877 w 7467600"/>
              <a:gd name="connsiteY664" fmla="*/ 2937056 h 6858000"/>
              <a:gd name="connsiteX665" fmla="*/ 77889 w 7467600"/>
              <a:gd name="connsiteY665" fmla="*/ 3138440 h 6858000"/>
              <a:gd name="connsiteX666" fmla="*/ 0 w 7467600"/>
              <a:gd name="connsiteY666" fmla="*/ 3271395 h 6858000"/>
              <a:gd name="connsiteX667" fmla="*/ 0 w 7467600"/>
              <a:gd name="connsiteY667" fmla="*/ 3153002 h 6858000"/>
              <a:gd name="connsiteX668" fmla="*/ 2386 w 7467600"/>
              <a:gd name="connsiteY668" fmla="*/ 3149203 h 6858000"/>
              <a:gd name="connsiteX669" fmla="*/ 89753 w 7467600"/>
              <a:gd name="connsiteY669" fmla="*/ 2987702 h 6858000"/>
              <a:gd name="connsiteX670" fmla="*/ 76869 w 7467600"/>
              <a:gd name="connsiteY670" fmla="*/ 3005404 h 6858000"/>
              <a:gd name="connsiteX671" fmla="*/ 32049 w 7467600"/>
              <a:gd name="connsiteY671" fmla="*/ 3065814 h 6858000"/>
              <a:gd name="connsiteX672" fmla="*/ 0 w 7467600"/>
              <a:gd name="connsiteY672" fmla="*/ 3108744 h 6858000"/>
              <a:gd name="connsiteX673" fmla="*/ 0 w 7467600"/>
              <a:gd name="connsiteY673" fmla="*/ 3058059 h 6858000"/>
              <a:gd name="connsiteX674" fmla="*/ 7610 w 7467600"/>
              <a:gd name="connsiteY674" fmla="*/ 3047889 h 6858000"/>
              <a:gd name="connsiteX675" fmla="*/ 52419 w 7467600"/>
              <a:gd name="connsiteY675" fmla="*/ 2987479 h 6858000"/>
              <a:gd name="connsiteX676" fmla="*/ 59142 w 7467600"/>
              <a:gd name="connsiteY676" fmla="*/ 2978488 h 6858000"/>
              <a:gd name="connsiteX677" fmla="*/ 0 w 7467600"/>
              <a:gd name="connsiteY677" fmla="*/ 3015334 h 6858000"/>
              <a:gd name="connsiteX678" fmla="*/ 0 w 7467600"/>
              <a:gd name="connsiteY678" fmla="*/ 2914286 h 6858000"/>
              <a:gd name="connsiteX679" fmla="*/ 36383 w 7467600"/>
              <a:gd name="connsiteY679" fmla="*/ 2901128 h 6858000"/>
              <a:gd name="connsiteX680" fmla="*/ 156329 w 7467600"/>
              <a:gd name="connsiteY680" fmla="*/ 2840533 h 6858000"/>
              <a:gd name="connsiteX681" fmla="*/ 358355 w 7467600"/>
              <a:gd name="connsiteY681" fmla="*/ 2620471 h 6858000"/>
              <a:gd name="connsiteX682" fmla="*/ 510577 w 7467600"/>
              <a:gd name="connsiteY682" fmla="*/ 2501244 h 6858000"/>
              <a:gd name="connsiteX683" fmla="*/ 211967 w 7467600"/>
              <a:gd name="connsiteY683" fmla="*/ 2479171 h 6858000"/>
              <a:gd name="connsiteX684" fmla="*/ 0 w 7467600"/>
              <a:gd name="connsiteY684" fmla="*/ 2476398 h 6858000"/>
              <a:gd name="connsiteX685" fmla="*/ 0 w 7467600"/>
              <a:gd name="connsiteY685" fmla="*/ 2389189 h 6858000"/>
              <a:gd name="connsiteX686" fmla="*/ 103062 w 7467600"/>
              <a:gd name="connsiteY686" fmla="*/ 2389518 h 6858000"/>
              <a:gd name="connsiteX687" fmla="*/ 510734 w 7467600"/>
              <a:gd name="connsiteY687" fmla="*/ 2416201 h 6858000"/>
              <a:gd name="connsiteX688" fmla="*/ 279257 w 7467600"/>
              <a:gd name="connsiteY688" fmla="*/ 2092102 h 6858000"/>
              <a:gd name="connsiteX689" fmla="*/ 65265 w 7467600"/>
              <a:gd name="connsiteY689" fmla="*/ 2006049 h 6858000"/>
              <a:gd name="connsiteX690" fmla="*/ 0 w 7467600"/>
              <a:gd name="connsiteY690" fmla="*/ 1982532 h 6858000"/>
              <a:gd name="connsiteX691" fmla="*/ 0 w 7467600"/>
              <a:gd name="connsiteY691" fmla="*/ 1912789 h 6858000"/>
              <a:gd name="connsiteX692" fmla="*/ 97460 w 7467600"/>
              <a:gd name="connsiteY692" fmla="*/ 1953725 h 6858000"/>
              <a:gd name="connsiteX693" fmla="*/ 221272 w 7467600"/>
              <a:gd name="connsiteY693" fmla="*/ 1980766 h 6858000"/>
              <a:gd name="connsiteX694" fmla="*/ 116765 w 7467600"/>
              <a:gd name="connsiteY694" fmla="*/ 1911033 h 6858000"/>
              <a:gd name="connsiteX695" fmla="*/ 16405 w 7467600"/>
              <a:gd name="connsiteY695" fmla="*/ 1803412 h 6858000"/>
              <a:gd name="connsiteX696" fmla="*/ 0 w 7467600"/>
              <a:gd name="connsiteY696" fmla="*/ 1784777 h 6858000"/>
              <a:gd name="connsiteX697" fmla="*/ 0 w 7467600"/>
              <a:gd name="connsiteY697" fmla="*/ 1740082 h 6858000"/>
              <a:gd name="connsiteX698" fmla="*/ 39394 w 7467600"/>
              <a:gd name="connsiteY698" fmla="*/ 1784856 h 6858000"/>
              <a:gd name="connsiteX699" fmla="*/ 135813 w 7467600"/>
              <a:gd name="connsiteY699" fmla="*/ 1888838 h 6858000"/>
              <a:gd name="connsiteX700" fmla="*/ 242575 w 7467600"/>
              <a:gd name="connsiteY700" fmla="*/ 1958841 h 6858000"/>
              <a:gd name="connsiteX701" fmla="*/ 82197 w 7467600"/>
              <a:gd name="connsiteY701" fmla="*/ 1754826 h 6858000"/>
              <a:gd name="connsiteX702" fmla="*/ 0 w 7467600"/>
              <a:gd name="connsiteY702" fmla="*/ 1679650 h 6858000"/>
              <a:gd name="connsiteX703" fmla="*/ 0 w 7467600"/>
              <a:gd name="connsiteY703" fmla="*/ 1602463 h 6858000"/>
              <a:gd name="connsiteX704" fmla="*/ 84689 w 7467600"/>
              <a:gd name="connsiteY704" fmla="*/ 1677442 h 6858000"/>
              <a:gd name="connsiteX705" fmla="*/ 298437 w 7467600"/>
              <a:gd name="connsiteY705" fmla="*/ 1968019 h 6858000"/>
              <a:gd name="connsiteX706" fmla="*/ 227269 w 7467600"/>
              <a:gd name="connsiteY706" fmla="*/ 1114064 h 6858000"/>
              <a:gd name="connsiteX707" fmla="*/ 248003 w 7467600"/>
              <a:gd name="connsiteY707" fmla="*/ 1089613 h 6858000"/>
              <a:gd name="connsiteX708" fmla="*/ 427020 w 7467600"/>
              <a:gd name="connsiteY708" fmla="*/ 1619803 h 6858000"/>
              <a:gd name="connsiteX709" fmla="*/ 340345 w 7467600"/>
              <a:gd name="connsiteY709" fmla="*/ 2027739 h 6858000"/>
              <a:gd name="connsiteX710" fmla="*/ 360865 w 7467600"/>
              <a:gd name="connsiteY710" fmla="*/ 2044827 h 6858000"/>
              <a:gd name="connsiteX711" fmla="*/ 560414 w 7467600"/>
              <a:gd name="connsiteY711" fmla="*/ 2421457 h 6858000"/>
              <a:gd name="connsiteX712" fmla="*/ 1359703 w 7467600"/>
              <a:gd name="connsiteY712" fmla="*/ 2578554 h 6858000"/>
              <a:gd name="connsiteX713" fmla="*/ 1359422 w 7467600"/>
              <a:gd name="connsiteY713" fmla="*/ 2577994 h 6858000"/>
              <a:gd name="connsiteX714" fmla="*/ 828701 w 7467600"/>
              <a:gd name="connsiteY714" fmla="*/ 1839520 h 6858000"/>
              <a:gd name="connsiteX715" fmla="*/ 494427 w 7467600"/>
              <a:gd name="connsiteY715" fmla="*/ 1092333 h 6858000"/>
              <a:gd name="connsiteX716" fmla="*/ 506322 w 7467600"/>
              <a:gd name="connsiteY716" fmla="*/ 1020997 h 6858000"/>
              <a:gd name="connsiteX717" fmla="*/ 4570198 w 7467600"/>
              <a:gd name="connsiteY717" fmla="*/ 978081 h 6858000"/>
              <a:gd name="connsiteX718" fmla="*/ 4523691 w 7467600"/>
              <a:gd name="connsiteY718" fmla="*/ 1127776 h 6858000"/>
              <a:gd name="connsiteX719" fmla="*/ 4509875 w 7467600"/>
              <a:gd name="connsiteY719" fmla="*/ 1167552 h 6858000"/>
              <a:gd name="connsiteX720" fmla="*/ 4478168 w 7467600"/>
              <a:gd name="connsiteY720" fmla="*/ 1260735 h 6858000"/>
              <a:gd name="connsiteX721" fmla="*/ 4409309 w 7467600"/>
              <a:gd name="connsiteY721" fmla="*/ 1666996 h 6858000"/>
              <a:gd name="connsiteX722" fmla="*/ 4370031 w 7467600"/>
              <a:gd name="connsiteY722" fmla="*/ 1955666 h 6858000"/>
              <a:gd name="connsiteX723" fmla="*/ 4570198 w 7467600"/>
              <a:gd name="connsiteY723" fmla="*/ 978081 h 6858000"/>
              <a:gd name="connsiteX724" fmla="*/ 4557898 w 7467600"/>
              <a:gd name="connsiteY724" fmla="*/ 900011 h 6858000"/>
              <a:gd name="connsiteX725" fmla="*/ 4344840 w 7467600"/>
              <a:gd name="connsiteY725" fmla="*/ 1922038 h 6858000"/>
              <a:gd name="connsiteX726" fmla="*/ 4378710 w 7467600"/>
              <a:gd name="connsiteY726" fmla="*/ 1665516 h 6858000"/>
              <a:gd name="connsiteX727" fmla="*/ 4448798 w 7467600"/>
              <a:gd name="connsiteY727" fmla="*/ 1253024 h 6858000"/>
              <a:gd name="connsiteX728" fmla="*/ 4480315 w 7467600"/>
              <a:gd name="connsiteY728" fmla="*/ 1158454 h 6858000"/>
              <a:gd name="connsiteX729" fmla="*/ 4494133 w 7467600"/>
              <a:gd name="connsiteY729" fmla="*/ 1118676 h 6858000"/>
              <a:gd name="connsiteX730" fmla="*/ 4557898 w 7467600"/>
              <a:gd name="connsiteY730" fmla="*/ 900011 h 6858000"/>
              <a:gd name="connsiteX731" fmla="*/ 5870151 w 7467600"/>
              <a:gd name="connsiteY731" fmla="*/ 898890 h 6858000"/>
              <a:gd name="connsiteX732" fmla="*/ 5861335 w 7467600"/>
              <a:gd name="connsiteY732" fmla="*/ 899177 h 6858000"/>
              <a:gd name="connsiteX733" fmla="*/ 5843702 w 7467600"/>
              <a:gd name="connsiteY733" fmla="*/ 899748 h 6858000"/>
              <a:gd name="connsiteX734" fmla="*/ 5651107 w 7467600"/>
              <a:gd name="connsiteY734" fmla="*/ 920306 h 6858000"/>
              <a:gd name="connsiteX735" fmla="*/ 5459407 w 7467600"/>
              <a:gd name="connsiteY735" fmla="*/ 940975 h 6858000"/>
              <a:gd name="connsiteX736" fmla="*/ 5374846 w 7467600"/>
              <a:gd name="connsiteY736" fmla="*/ 941988 h 6858000"/>
              <a:gd name="connsiteX737" fmla="*/ 5256105 w 7467600"/>
              <a:gd name="connsiteY737" fmla="*/ 945632 h 6858000"/>
              <a:gd name="connsiteX738" fmla="*/ 5107071 w 7467600"/>
              <a:gd name="connsiteY738" fmla="*/ 969720 h 6858000"/>
              <a:gd name="connsiteX739" fmla="*/ 4998681 w 7467600"/>
              <a:gd name="connsiteY739" fmla="*/ 988771 h 6858000"/>
              <a:gd name="connsiteX740" fmla="*/ 5870151 w 7467600"/>
              <a:gd name="connsiteY740" fmla="*/ 898890 h 6858000"/>
              <a:gd name="connsiteX741" fmla="*/ 5504425 w 7467600"/>
              <a:gd name="connsiteY741" fmla="*/ 848067 h 6858000"/>
              <a:gd name="connsiteX742" fmla="*/ 4968849 w 7467600"/>
              <a:gd name="connsiteY742" fmla="*/ 962318 h 6858000"/>
              <a:gd name="connsiteX743" fmla="*/ 5104039 w 7467600"/>
              <a:gd name="connsiteY743" fmla="*/ 940634 h 6858000"/>
              <a:gd name="connsiteX744" fmla="*/ 5256311 w 7467600"/>
              <a:gd name="connsiteY744" fmla="*/ 916490 h 6858000"/>
              <a:gd name="connsiteX745" fmla="*/ 5377381 w 7467600"/>
              <a:gd name="connsiteY745" fmla="*/ 912671 h 6858000"/>
              <a:gd name="connsiteX746" fmla="*/ 5460148 w 7467600"/>
              <a:gd name="connsiteY746" fmla="*/ 911442 h 6858000"/>
              <a:gd name="connsiteX747" fmla="*/ 5648971 w 7467600"/>
              <a:gd name="connsiteY747" fmla="*/ 891331 h 6858000"/>
              <a:gd name="connsiteX748" fmla="*/ 5844807 w 7467600"/>
              <a:gd name="connsiteY748" fmla="*/ 870718 h 6858000"/>
              <a:gd name="connsiteX749" fmla="*/ 5862975 w 7467600"/>
              <a:gd name="connsiteY749" fmla="*/ 869756 h 6858000"/>
              <a:gd name="connsiteX750" fmla="*/ 5920887 w 7467600"/>
              <a:gd name="connsiteY750" fmla="*/ 865929 h 6858000"/>
              <a:gd name="connsiteX751" fmla="*/ 5504425 w 7467600"/>
              <a:gd name="connsiteY751" fmla="*/ 848067 h 6858000"/>
              <a:gd name="connsiteX752" fmla="*/ 3607114 w 7467600"/>
              <a:gd name="connsiteY752" fmla="*/ 467441 h 6858000"/>
              <a:gd name="connsiteX753" fmla="*/ 3296242 w 7467600"/>
              <a:gd name="connsiteY753" fmla="*/ 807991 h 6858000"/>
              <a:gd name="connsiteX754" fmla="*/ 3174674 w 7467600"/>
              <a:gd name="connsiteY754" fmla="*/ 919759 h 6858000"/>
              <a:gd name="connsiteX755" fmla="*/ 3042978 w 7467600"/>
              <a:gd name="connsiteY755" fmla="*/ 1054894 h 6858000"/>
              <a:gd name="connsiteX756" fmla="*/ 2968914 w 7467600"/>
              <a:gd name="connsiteY756" fmla="*/ 1133756 h 6858000"/>
              <a:gd name="connsiteX757" fmla="*/ 3103823 w 7467600"/>
              <a:gd name="connsiteY757" fmla="*/ 1026814 h 6858000"/>
              <a:gd name="connsiteX758" fmla="*/ 3607114 w 7467600"/>
              <a:gd name="connsiteY758" fmla="*/ 467441 h 6858000"/>
              <a:gd name="connsiteX759" fmla="*/ 3744487 w 7467600"/>
              <a:gd name="connsiteY759" fmla="*/ 383136 h 6858000"/>
              <a:gd name="connsiteX760" fmla="*/ 3970213 w 7467600"/>
              <a:gd name="connsiteY760" fmla="*/ 995559 h 6858000"/>
              <a:gd name="connsiteX761" fmla="*/ 3744487 w 7467600"/>
              <a:gd name="connsiteY761" fmla="*/ 383136 h 6858000"/>
              <a:gd name="connsiteX762" fmla="*/ 3624562 w 7467600"/>
              <a:gd name="connsiteY762" fmla="*/ 367041 h 6858000"/>
              <a:gd name="connsiteX763" fmla="*/ 3489712 w 7467600"/>
              <a:gd name="connsiteY763" fmla="*/ 485386 h 6858000"/>
              <a:gd name="connsiteX764" fmla="*/ 3182994 w 7467600"/>
              <a:gd name="connsiteY764" fmla="*/ 828265 h 6858000"/>
              <a:gd name="connsiteX765" fmla="*/ 2892114 w 7467600"/>
              <a:gd name="connsiteY765" fmla="*/ 1172635 h 6858000"/>
              <a:gd name="connsiteX766" fmla="*/ 3021459 w 7467600"/>
              <a:gd name="connsiteY766" fmla="*/ 1035385 h 6858000"/>
              <a:gd name="connsiteX767" fmla="*/ 3153873 w 7467600"/>
              <a:gd name="connsiteY767" fmla="*/ 898971 h 6858000"/>
              <a:gd name="connsiteX768" fmla="*/ 3276511 w 7467600"/>
              <a:gd name="connsiteY768" fmla="*/ 786423 h 6858000"/>
              <a:gd name="connsiteX769" fmla="*/ 3584154 w 7467600"/>
              <a:gd name="connsiteY769" fmla="*/ 448218 h 6858000"/>
              <a:gd name="connsiteX770" fmla="*/ 3624562 w 7467600"/>
              <a:gd name="connsiteY770" fmla="*/ 367041 h 6858000"/>
              <a:gd name="connsiteX771" fmla="*/ 3766672 w 7467600"/>
              <a:gd name="connsiteY771" fmla="*/ 359429 h 6858000"/>
              <a:gd name="connsiteX772" fmla="*/ 3996338 w 7467600"/>
              <a:gd name="connsiteY772" fmla="*/ 968237 h 6858000"/>
              <a:gd name="connsiteX773" fmla="*/ 3766672 w 7467600"/>
              <a:gd name="connsiteY773" fmla="*/ 359429 h 6858000"/>
              <a:gd name="connsiteX774" fmla="*/ 5805386 w 7467600"/>
              <a:gd name="connsiteY774" fmla="*/ 239240 h 6858000"/>
              <a:gd name="connsiteX775" fmla="*/ 5736947 w 7467600"/>
              <a:gd name="connsiteY775" fmla="*/ 261367 h 6858000"/>
              <a:gd name="connsiteX776" fmla="*/ 5427012 w 7467600"/>
              <a:gd name="connsiteY776" fmla="*/ 311272 h 6858000"/>
              <a:gd name="connsiteX777" fmla="*/ 5147818 w 7467600"/>
              <a:gd name="connsiteY777" fmla="*/ 322112 h 6858000"/>
              <a:gd name="connsiteX778" fmla="*/ 5060854 w 7467600"/>
              <a:gd name="connsiteY778" fmla="*/ 311882 h 6858000"/>
              <a:gd name="connsiteX779" fmla="*/ 4945989 w 7467600"/>
              <a:gd name="connsiteY779" fmla="*/ 300516 h 6858000"/>
              <a:gd name="connsiteX780" fmla="*/ 5410479 w 7467600"/>
              <a:gd name="connsiteY780" fmla="*/ 348434 h 6858000"/>
              <a:gd name="connsiteX781" fmla="*/ 5805386 w 7467600"/>
              <a:gd name="connsiteY781" fmla="*/ 239240 h 6858000"/>
              <a:gd name="connsiteX782" fmla="*/ 5905192 w 7467600"/>
              <a:gd name="connsiteY782" fmla="*/ 163079 h 6858000"/>
              <a:gd name="connsiteX783" fmla="*/ 5865655 w 7467600"/>
              <a:gd name="connsiteY783" fmla="*/ 171901 h 6858000"/>
              <a:gd name="connsiteX784" fmla="*/ 5259740 w 7467600"/>
              <a:gd name="connsiteY784" fmla="*/ 257013 h 6858000"/>
              <a:gd name="connsiteX785" fmla="*/ 5208466 w 7467600"/>
              <a:gd name="connsiteY785" fmla="*/ 257550 h 6858000"/>
              <a:gd name="connsiteX786" fmla="*/ 4980204 w 7467600"/>
              <a:gd name="connsiteY786" fmla="*/ 271903 h 6858000"/>
              <a:gd name="connsiteX787" fmla="*/ 5068068 w 7467600"/>
              <a:gd name="connsiteY787" fmla="*/ 282244 h 6858000"/>
              <a:gd name="connsiteX788" fmla="*/ 5153231 w 7467600"/>
              <a:gd name="connsiteY788" fmla="*/ 292240 h 6858000"/>
              <a:gd name="connsiteX789" fmla="*/ 5426491 w 7467600"/>
              <a:gd name="connsiteY789" fmla="*/ 281128 h 6858000"/>
              <a:gd name="connsiteX790" fmla="*/ 5731212 w 7467600"/>
              <a:gd name="connsiteY790" fmla="*/ 231951 h 6858000"/>
              <a:gd name="connsiteX791" fmla="*/ 5905192 w 7467600"/>
              <a:gd name="connsiteY791" fmla="*/ 163079 h 6858000"/>
              <a:gd name="connsiteX792" fmla="*/ 5944437 w 7467600"/>
              <a:gd name="connsiteY792" fmla="*/ 113829 h 6858000"/>
              <a:gd name="connsiteX793" fmla="*/ 5825032 w 7467600"/>
              <a:gd name="connsiteY793" fmla="*/ 146405 h 6858000"/>
              <a:gd name="connsiteX794" fmla="*/ 4955599 w 7467600"/>
              <a:gd name="connsiteY794" fmla="*/ 247008 h 6858000"/>
              <a:gd name="connsiteX795" fmla="*/ 5210104 w 7467600"/>
              <a:gd name="connsiteY795" fmla="*/ 228123 h 6858000"/>
              <a:gd name="connsiteX796" fmla="*/ 5261015 w 7467600"/>
              <a:gd name="connsiteY796" fmla="*/ 227087 h 6858000"/>
              <a:gd name="connsiteX797" fmla="*/ 5861181 w 7467600"/>
              <a:gd name="connsiteY797" fmla="*/ 143093 h 6858000"/>
              <a:gd name="connsiteX798" fmla="*/ 5961252 w 7467600"/>
              <a:gd name="connsiteY798" fmla="*/ 114820 h 6858000"/>
              <a:gd name="connsiteX799" fmla="*/ 5944437 w 7467600"/>
              <a:gd name="connsiteY799" fmla="*/ 113829 h 6858000"/>
              <a:gd name="connsiteX800" fmla="*/ 3882765 w 7467600"/>
              <a:gd name="connsiteY800" fmla="*/ 0 h 6858000"/>
              <a:gd name="connsiteX801" fmla="*/ 3995099 w 7467600"/>
              <a:gd name="connsiteY801" fmla="*/ 0 h 6858000"/>
              <a:gd name="connsiteX802" fmla="*/ 4163818 w 7467600"/>
              <a:gd name="connsiteY802" fmla="*/ 234104 h 6858000"/>
              <a:gd name="connsiteX803" fmla="*/ 4172099 w 7467600"/>
              <a:gd name="connsiteY803" fmla="*/ 234207 h 6858000"/>
              <a:gd name="connsiteX804" fmla="*/ 4784282 w 7467600"/>
              <a:gd name="connsiteY804" fmla="*/ 276561 h 6858000"/>
              <a:gd name="connsiteX805" fmla="*/ 4801687 w 7467600"/>
              <a:gd name="connsiteY805" fmla="*/ 267764 h 6858000"/>
              <a:gd name="connsiteX806" fmla="*/ 6082788 w 7467600"/>
              <a:gd name="connsiteY806" fmla="*/ 64119 h 6858000"/>
              <a:gd name="connsiteX807" fmla="*/ 6099442 w 7467600"/>
              <a:gd name="connsiteY807" fmla="*/ 82568 h 6858000"/>
              <a:gd name="connsiteX808" fmla="*/ 4804137 w 7467600"/>
              <a:gd name="connsiteY808" fmla="*/ 320931 h 6858000"/>
              <a:gd name="connsiteX809" fmla="*/ 4227047 w 7467600"/>
              <a:gd name="connsiteY809" fmla="*/ 313415 h 6858000"/>
              <a:gd name="connsiteX810" fmla="*/ 4346041 w 7467600"/>
              <a:gd name="connsiteY810" fmla="*/ 456086 h 6858000"/>
              <a:gd name="connsiteX811" fmla="*/ 4870967 w 7467600"/>
              <a:gd name="connsiteY811" fmla="*/ 963061 h 6858000"/>
              <a:gd name="connsiteX812" fmla="*/ 4889647 w 7467600"/>
              <a:gd name="connsiteY812" fmla="*/ 957147 h 6858000"/>
              <a:gd name="connsiteX813" fmla="*/ 5422504 w 7467600"/>
              <a:gd name="connsiteY813" fmla="*/ 805191 h 6858000"/>
              <a:gd name="connsiteX814" fmla="*/ 6087656 w 7467600"/>
              <a:gd name="connsiteY814" fmla="*/ 826703 h 6858000"/>
              <a:gd name="connsiteX815" fmla="*/ 6058717 w 7467600"/>
              <a:gd name="connsiteY815" fmla="*/ 865992 h 6858000"/>
              <a:gd name="connsiteX816" fmla="*/ 4974153 w 7467600"/>
              <a:gd name="connsiteY816" fmla="*/ 1045456 h 6858000"/>
              <a:gd name="connsiteX817" fmla="*/ 5627835 w 7467600"/>
              <a:gd name="connsiteY817" fmla="*/ 1472077 h 6858000"/>
              <a:gd name="connsiteX818" fmla="*/ 5629817 w 7467600"/>
              <a:gd name="connsiteY818" fmla="*/ 1471412 h 6858000"/>
              <a:gd name="connsiteX819" fmla="*/ 5634124 w 7467600"/>
              <a:gd name="connsiteY819" fmla="*/ 1470572 h 6858000"/>
              <a:gd name="connsiteX820" fmla="*/ 5755832 w 7467600"/>
              <a:gd name="connsiteY820" fmla="*/ 1383886 h 6858000"/>
              <a:gd name="connsiteX821" fmla="*/ 6014186 w 7467600"/>
              <a:gd name="connsiteY821" fmla="*/ 1279799 h 6858000"/>
              <a:gd name="connsiteX822" fmla="*/ 6901619 w 7467600"/>
              <a:gd name="connsiteY822" fmla="*/ 1047874 h 6858000"/>
              <a:gd name="connsiteX823" fmla="*/ 6931566 w 7467600"/>
              <a:gd name="connsiteY823" fmla="*/ 1062034 h 6858000"/>
              <a:gd name="connsiteX824" fmla="*/ 5790982 w 7467600"/>
              <a:gd name="connsiteY824" fmla="*/ 1561380 h 6858000"/>
              <a:gd name="connsiteX825" fmla="*/ 6188971 w 7467600"/>
              <a:gd name="connsiteY825" fmla="*/ 1755168 h 6858000"/>
              <a:gd name="connsiteX826" fmla="*/ 6202446 w 7467600"/>
              <a:gd name="connsiteY826" fmla="*/ 1752268 h 6858000"/>
              <a:gd name="connsiteX827" fmla="*/ 7179560 w 7467600"/>
              <a:gd name="connsiteY827" fmla="*/ 1467551 h 6858000"/>
              <a:gd name="connsiteX828" fmla="*/ 7158730 w 7467600"/>
              <a:gd name="connsiteY828" fmla="*/ 1507835 h 6858000"/>
              <a:gd name="connsiteX829" fmla="*/ 6326959 w 7467600"/>
              <a:gd name="connsiteY829" fmla="*/ 1817686 h 6858000"/>
              <a:gd name="connsiteX830" fmla="*/ 6537433 w 7467600"/>
              <a:gd name="connsiteY830" fmla="*/ 1907790 h 6858000"/>
              <a:gd name="connsiteX831" fmla="*/ 6550221 w 7467600"/>
              <a:gd name="connsiteY831" fmla="*/ 1910729 h 6858000"/>
              <a:gd name="connsiteX832" fmla="*/ 6964438 w 7467600"/>
              <a:gd name="connsiteY832" fmla="*/ 2209505 h 6858000"/>
              <a:gd name="connsiteX833" fmla="*/ 7367862 w 7467600"/>
              <a:gd name="connsiteY833" fmla="*/ 2806833 h 6858000"/>
              <a:gd name="connsiteX834" fmla="*/ 7364329 w 7467600"/>
              <a:gd name="connsiteY834" fmla="*/ 2826907 h 6858000"/>
              <a:gd name="connsiteX835" fmla="*/ 7290545 w 7467600"/>
              <a:gd name="connsiteY835" fmla="*/ 2850663 h 6858000"/>
              <a:gd name="connsiteX836" fmla="*/ 6472036 w 7467600"/>
              <a:gd name="connsiteY836" fmla="*/ 1959003 h 6858000"/>
              <a:gd name="connsiteX837" fmla="*/ 5792897 w 7467600"/>
              <a:gd name="connsiteY837" fmla="*/ 1647747 h 6858000"/>
              <a:gd name="connsiteX838" fmla="*/ 5842751 w 7467600"/>
              <a:gd name="connsiteY838" fmla="*/ 1816112 h 6858000"/>
              <a:gd name="connsiteX839" fmla="*/ 5847424 w 7467600"/>
              <a:gd name="connsiteY839" fmla="*/ 1815776 h 6858000"/>
              <a:gd name="connsiteX840" fmla="*/ 6399821 w 7467600"/>
              <a:gd name="connsiteY840" fmla="*/ 2344799 h 6858000"/>
              <a:gd name="connsiteX841" fmla="*/ 6323232 w 7467600"/>
              <a:gd name="connsiteY841" fmla="*/ 2389634 h 6858000"/>
              <a:gd name="connsiteX842" fmla="*/ 5942958 w 7467600"/>
              <a:gd name="connsiteY842" fmla="*/ 2077708 h 6858000"/>
              <a:gd name="connsiteX843" fmla="*/ 5921559 w 7467600"/>
              <a:gd name="connsiteY843" fmla="*/ 2378596 h 6858000"/>
              <a:gd name="connsiteX844" fmla="*/ 5817651 w 7467600"/>
              <a:gd name="connsiteY844" fmla="*/ 3023919 h 6858000"/>
              <a:gd name="connsiteX845" fmla="*/ 5729634 w 7467600"/>
              <a:gd name="connsiteY845" fmla="*/ 3051849 h 6858000"/>
              <a:gd name="connsiteX846" fmla="*/ 5611018 w 7467600"/>
              <a:gd name="connsiteY846" fmla="*/ 2316769 h 6858000"/>
              <a:gd name="connsiteX847" fmla="*/ 5687608 w 7467600"/>
              <a:gd name="connsiteY847" fmla="*/ 2039972 h 6858000"/>
              <a:gd name="connsiteX848" fmla="*/ 5657554 w 7467600"/>
              <a:gd name="connsiteY848" fmla="*/ 1576445 h 6858000"/>
              <a:gd name="connsiteX849" fmla="*/ 5150475 w 7467600"/>
              <a:gd name="connsiteY849" fmla="*/ 1274012 h 6858000"/>
              <a:gd name="connsiteX850" fmla="*/ 5349142 w 7467600"/>
              <a:gd name="connsiteY850" fmla="*/ 2204405 h 6858000"/>
              <a:gd name="connsiteX851" fmla="*/ 5262214 w 7467600"/>
              <a:gd name="connsiteY851" fmla="*/ 2233836 h 6858000"/>
              <a:gd name="connsiteX852" fmla="*/ 4981539 w 7467600"/>
              <a:gd name="connsiteY852" fmla="*/ 1542201 h 6858000"/>
              <a:gd name="connsiteX853" fmla="*/ 4958461 w 7467600"/>
              <a:gd name="connsiteY853" fmla="*/ 1136957 h 6858000"/>
              <a:gd name="connsiteX854" fmla="*/ 4655015 w 7467600"/>
              <a:gd name="connsiteY854" fmla="*/ 891426 h 6858000"/>
              <a:gd name="connsiteX855" fmla="*/ 4348002 w 7467600"/>
              <a:gd name="connsiteY855" fmla="*/ 2205895 h 6858000"/>
              <a:gd name="connsiteX856" fmla="*/ 4262250 w 7467600"/>
              <a:gd name="connsiteY856" fmla="*/ 2219972 h 6858000"/>
              <a:gd name="connsiteX857" fmla="*/ 4550611 w 7467600"/>
              <a:gd name="connsiteY857" fmla="*/ 817540 h 6858000"/>
              <a:gd name="connsiteX858" fmla="*/ 4564418 w 7467600"/>
              <a:gd name="connsiteY858" fmla="*/ 808293 h 6858000"/>
              <a:gd name="connsiteX859" fmla="*/ 4266388 w 7467600"/>
              <a:gd name="connsiteY859" fmla="*/ 500083 h 6858000"/>
              <a:gd name="connsiteX860" fmla="*/ 4032842 w 7467600"/>
              <a:gd name="connsiteY860" fmla="*/ 211809 h 6858000"/>
              <a:gd name="connsiteX861" fmla="*/ 3882765 w 7467600"/>
              <a:gd name="connsiteY861" fmla="*/ 0 h 6858000"/>
              <a:gd name="connsiteX862" fmla="*/ 3721337 w 7467600"/>
              <a:gd name="connsiteY862" fmla="*/ 0 h 6858000"/>
              <a:gd name="connsiteX863" fmla="*/ 3797544 w 7467600"/>
              <a:gd name="connsiteY863" fmla="*/ 0 h 6858000"/>
              <a:gd name="connsiteX864" fmla="*/ 3775734 w 7467600"/>
              <a:gd name="connsiteY864" fmla="*/ 95131 h 6858000"/>
              <a:gd name="connsiteX865" fmla="*/ 3724807 w 7467600"/>
              <a:gd name="connsiteY865" fmla="*/ 272257 h 6858000"/>
              <a:gd name="connsiteX866" fmla="*/ 3726844 w 7467600"/>
              <a:gd name="connsiteY866" fmla="*/ 282988 h 6858000"/>
              <a:gd name="connsiteX867" fmla="*/ 3742664 w 7467600"/>
              <a:gd name="connsiteY867" fmla="*/ 279918 h 6858000"/>
              <a:gd name="connsiteX868" fmla="*/ 4103910 w 7467600"/>
              <a:gd name="connsiteY868" fmla="*/ 1161917 h 6858000"/>
              <a:gd name="connsiteX869" fmla="*/ 4020269 w 7467600"/>
              <a:gd name="connsiteY869" fmla="*/ 1200406 h 6858000"/>
              <a:gd name="connsiteX870" fmla="*/ 3674882 w 7467600"/>
              <a:gd name="connsiteY870" fmla="*/ 488524 h 6858000"/>
              <a:gd name="connsiteX871" fmla="*/ 3132682 w 7467600"/>
              <a:gd name="connsiteY871" fmla="*/ 1072284 h 6858000"/>
              <a:gd name="connsiteX872" fmla="*/ 2716346 w 7467600"/>
              <a:gd name="connsiteY872" fmla="*/ 1276376 h 6858000"/>
              <a:gd name="connsiteX873" fmla="*/ 2716772 w 7467600"/>
              <a:gd name="connsiteY873" fmla="*/ 1255462 h 6858000"/>
              <a:gd name="connsiteX874" fmla="*/ 3471096 w 7467600"/>
              <a:gd name="connsiteY874" fmla="*/ 437072 h 6858000"/>
              <a:gd name="connsiteX875" fmla="*/ 3639057 w 7467600"/>
              <a:gd name="connsiteY875" fmla="*/ 286334 h 6858000"/>
              <a:gd name="connsiteX876" fmla="*/ 3640309 w 7467600"/>
              <a:gd name="connsiteY876" fmla="*/ 284664 h 6858000"/>
              <a:gd name="connsiteX877" fmla="*/ 3646022 w 7467600"/>
              <a:gd name="connsiteY877" fmla="*/ 276711 h 6858000"/>
              <a:gd name="connsiteX878" fmla="*/ 3707943 w 7467600"/>
              <a:gd name="connsiteY878" fmla="*/ 65958 h 6858000"/>
              <a:gd name="connsiteX879" fmla="*/ 3721337 w 7467600"/>
              <a:gd name="connsiteY879" fmla="*/ 0 h 6858000"/>
              <a:gd name="connsiteX880" fmla="*/ 2867960 w 7467600"/>
              <a:gd name="connsiteY880" fmla="*/ 0 h 6858000"/>
              <a:gd name="connsiteX881" fmla="*/ 2926351 w 7467600"/>
              <a:gd name="connsiteY881" fmla="*/ 0 h 6858000"/>
              <a:gd name="connsiteX882" fmla="*/ 2902823 w 7467600"/>
              <a:gd name="connsiteY882" fmla="*/ 262929 h 6858000"/>
              <a:gd name="connsiteX883" fmla="*/ 2940663 w 7467600"/>
              <a:gd name="connsiteY883" fmla="*/ 140884 h 6858000"/>
              <a:gd name="connsiteX884" fmla="*/ 2947039 w 7467600"/>
              <a:gd name="connsiteY884" fmla="*/ 122524 h 6858000"/>
              <a:gd name="connsiteX885" fmla="*/ 2984316 w 7467600"/>
              <a:gd name="connsiteY885" fmla="*/ 0 h 6858000"/>
              <a:gd name="connsiteX886" fmla="*/ 3016114 w 7467600"/>
              <a:gd name="connsiteY886" fmla="*/ 0 h 6858000"/>
              <a:gd name="connsiteX887" fmla="*/ 2979949 w 7467600"/>
              <a:gd name="connsiteY887" fmla="*/ 119274 h 6858000"/>
              <a:gd name="connsiteX888" fmla="*/ 3023879 w 7467600"/>
              <a:gd name="connsiteY888" fmla="*/ 0 h 6858000"/>
              <a:gd name="connsiteX889" fmla="*/ 3105400 w 7467600"/>
              <a:gd name="connsiteY889" fmla="*/ 0 h 6858000"/>
              <a:gd name="connsiteX890" fmla="*/ 3094669 w 7467600"/>
              <a:gd name="connsiteY890" fmla="*/ 30308 h 6858000"/>
              <a:gd name="connsiteX891" fmla="*/ 2901945 w 7467600"/>
              <a:gd name="connsiteY891" fmla="*/ 466538 h 6858000"/>
              <a:gd name="connsiteX892" fmla="*/ 2815209 w 7467600"/>
              <a:gd name="connsiteY892" fmla="*/ 497361 h 6858000"/>
              <a:gd name="connsiteX893" fmla="*/ 2844845 w 7467600"/>
              <a:gd name="connsiteY893" fmla="*/ 127638 h 6858000"/>
              <a:gd name="connsiteX894" fmla="*/ 2867960 w 7467600"/>
              <a:gd name="connsiteY894" fmla="*/ 0 h 6858000"/>
              <a:gd name="connsiteX895" fmla="*/ 1057230 w 7467600"/>
              <a:gd name="connsiteY895" fmla="*/ 0 h 6858000"/>
              <a:gd name="connsiteX896" fmla="*/ 1111003 w 7467600"/>
              <a:gd name="connsiteY896" fmla="*/ 0 h 6858000"/>
              <a:gd name="connsiteX897" fmla="*/ 1125553 w 7467600"/>
              <a:gd name="connsiteY897" fmla="*/ 52588 h 6858000"/>
              <a:gd name="connsiteX898" fmla="*/ 1304276 w 7467600"/>
              <a:gd name="connsiteY898" fmla="*/ 476275 h 6858000"/>
              <a:gd name="connsiteX899" fmla="*/ 1492066 w 7467600"/>
              <a:gd name="connsiteY899" fmla="*/ 886333 h 6858000"/>
              <a:gd name="connsiteX900" fmla="*/ 1423698 w 7467600"/>
              <a:gd name="connsiteY900" fmla="*/ 710817 h 6858000"/>
              <a:gd name="connsiteX901" fmla="*/ 1357609 w 7467600"/>
              <a:gd name="connsiteY901" fmla="*/ 532892 h 6858000"/>
              <a:gd name="connsiteX902" fmla="*/ 1309550 w 7467600"/>
              <a:gd name="connsiteY902" fmla="*/ 374031 h 6858000"/>
              <a:gd name="connsiteX903" fmla="*/ 1193673 w 7467600"/>
              <a:gd name="connsiteY903" fmla="*/ 49533 h 6858000"/>
              <a:gd name="connsiteX904" fmla="*/ 1164391 w 7467600"/>
              <a:gd name="connsiteY904" fmla="*/ 0 h 6858000"/>
              <a:gd name="connsiteX905" fmla="*/ 1200666 w 7467600"/>
              <a:gd name="connsiteY905" fmla="*/ 0 h 6858000"/>
              <a:gd name="connsiteX906" fmla="*/ 1223408 w 7467600"/>
              <a:gd name="connsiteY906" fmla="*/ 38996 h 6858000"/>
              <a:gd name="connsiteX907" fmla="*/ 1339635 w 7467600"/>
              <a:gd name="connsiteY907" fmla="*/ 365517 h 6858000"/>
              <a:gd name="connsiteX908" fmla="*/ 1387469 w 7467600"/>
              <a:gd name="connsiteY908" fmla="*/ 523079 h 6858000"/>
              <a:gd name="connsiteX909" fmla="*/ 1452685 w 7467600"/>
              <a:gd name="connsiteY909" fmla="*/ 699806 h 6858000"/>
              <a:gd name="connsiteX910" fmla="*/ 1492092 w 7467600"/>
              <a:gd name="connsiteY910" fmla="*/ 800424 h 6858000"/>
              <a:gd name="connsiteX911" fmla="*/ 1455302 w 7467600"/>
              <a:gd name="connsiteY911" fmla="*/ 632913 h 6858000"/>
              <a:gd name="connsiteX912" fmla="*/ 1222336 w 7467600"/>
              <a:gd name="connsiteY912" fmla="*/ 9480 h 6858000"/>
              <a:gd name="connsiteX913" fmla="*/ 1214634 w 7467600"/>
              <a:gd name="connsiteY913" fmla="*/ 0 h 6858000"/>
              <a:gd name="connsiteX914" fmla="*/ 1289827 w 7467600"/>
              <a:gd name="connsiteY914" fmla="*/ 0 h 6858000"/>
              <a:gd name="connsiteX915" fmla="*/ 1321076 w 7467600"/>
              <a:gd name="connsiteY915" fmla="*/ 59722 h 6858000"/>
              <a:gd name="connsiteX916" fmla="*/ 1512579 w 7467600"/>
              <a:gd name="connsiteY916" fmla="*/ 626441 h 6858000"/>
              <a:gd name="connsiteX917" fmla="*/ 1506076 w 7467600"/>
              <a:gd name="connsiteY917" fmla="*/ 1089289 h 6858000"/>
              <a:gd name="connsiteX918" fmla="*/ 1486346 w 7467600"/>
              <a:gd name="connsiteY918" fmla="*/ 1079919 h 6858000"/>
              <a:gd name="connsiteX919" fmla="*/ 1070511 w 7467600"/>
              <a:gd name="connsiteY919" fmla="*/ 48609 h 6858000"/>
              <a:gd name="connsiteX920" fmla="*/ 1057230 w 7467600"/>
              <a:gd name="connsiteY920" fmla="*/ 0 h 6858000"/>
              <a:gd name="connsiteX921" fmla="*/ 43151 w 7467600"/>
              <a:gd name="connsiteY921" fmla="*/ 0 h 6858000"/>
              <a:gd name="connsiteX922" fmla="*/ 95283 w 7467600"/>
              <a:gd name="connsiteY922" fmla="*/ 0 h 6858000"/>
              <a:gd name="connsiteX923" fmla="*/ 300708 w 7467600"/>
              <a:gd name="connsiteY923" fmla="*/ 154571 h 6858000"/>
              <a:gd name="connsiteX924" fmla="*/ 530414 w 7467600"/>
              <a:gd name="connsiteY924" fmla="*/ 354673 h 6858000"/>
              <a:gd name="connsiteX925" fmla="*/ 333785 w 7467600"/>
              <a:gd name="connsiteY925" fmla="*/ 161564 h 6858000"/>
              <a:gd name="connsiteX926" fmla="*/ 147005 w 7467600"/>
              <a:gd name="connsiteY926" fmla="*/ 0 h 6858000"/>
              <a:gd name="connsiteX927" fmla="*/ 272509 w 7467600"/>
              <a:gd name="connsiteY927" fmla="*/ 0 h 6858000"/>
              <a:gd name="connsiteX928" fmla="*/ 326276 w 7467600"/>
              <a:gd name="connsiteY928" fmla="*/ 45847 h 6858000"/>
              <a:gd name="connsiteX929" fmla="*/ 823759 w 7467600"/>
              <a:gd name="connsiteY929" fmla="*/ 574145 h 6858000"/>
              <a:gd name="connsiteX930" fmla="*/ 811254 w 7467600"/>
              <a:gd name="connsiteY930" fmla="*/ 665546 h 6858000"/>
              <a:gd name="connsiteX931" fmla="*/ 154042 w 7467600"/>
              <a:gd name="connsiteY931" fmla="*/ 261522 h 6858000"/>
              <a:gd name="connsiteX932" fmla="*/ 13550 w 7467600"/>
              <a:gd name="connsiteY932" fmla="*/ 158423 h 6858000"/>
              <a:gd name="connsiteX933" fmla="*/ 0 w 7467600"/>
              <a:gd name="connsiteY933" fmla="*/ 146618 h 6858000"/>
              <a:gd name="connsiteX934" fmla="*/ 0 w 7467600"/>
              <a:gd name="connsiteY934" fmla="*/ 59161 h 6858000"/>
              <a:gd name="connsiteX935" fmla="*/ 45427 w 7467600"/>
              <a:gd name="connsiteY935" fmla="*/ 101078 h 6858000"/>
              <a:gd name="connsiteX936" fmla="*/ 630103 w 7467600"/>
              <a:gd name="connsiteY936" fmla="*/ 485885 h 6858000"/>
              <a:gd name="connsiteX937" fmla="*/ 532040 w 7467600"/>
              <a:gd name="connsiteY937" fmla="*/ 399359 h 6858000"/>
              <a:gd name="connsiteX938" fmla="*/ 517618 w 7467600"/>
              <a:gd name="connsiteY938" fmla="*/ 385726 h 6858000"/>
              <a:gd name="connsiteX939" fmla="*/ 285074 w 7467600"/>
              <a:gd name="connsiteY939" fmla="*/ 182755 h 6858000"/>
              <a:gd name="connsiteX940" fmla="*/ 43151 w 7467600"/>
              <a:gd name="connsiteY940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467600 w 7467600"/>
              <a:gd name="connsiteY4" fmla="*/ 666857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1019354 w 7467600"/>
              <a:gd name="connsiteY8" fmla="*/ 6315006 h 6858000"/>
              <a:gd name="connsiteX9" fmla="*/ 441046 w 7467600"/>
              <a:gd name="connsiteY9" fmla="*/ 6691153 h 6858000"/>
              <a:gd name="connsiteX10" fmla="*/ 1019354 w 7467600"/>
              <a:gd name="connsiteY10" fmla="*/ 6315006 h 6858000"/>
              <a:gd name="connsiteX11" fmla="*/ 991680 w 7467600"/>
              <a:gd name="connsiteY11" fmla="*/ 6298413 h 6858000"/>
              <a:gd name="connsiteX12" fmla="*/ 409060 w 7467600"/>
              <a:gd name="connsiteY12" fmla="*/ 6671470 h 6858000"/>
              <a:gd name="connsiteX13" fmla="*/ 991680 w 7467600"/>
              <a:gd name="connsiteY13" fmla="*/ 6298413 h 6858000"/>
              <a:gd name="connsiteX14" fmla="*/ 103333 w 7467600"/>
              <a:gd name="connsiteY14" fmla="*/ 5699602 h 6858000"/>
              <a:gd name="connsiteX15" fmla="*/ 233938 w 7467600"/>
              <a:gd name="connsiteY15" fmla="*/ 5809416 h 6858000"/>
              <a:gd name="connsiteX16" fmla="*/ 883580 w 7467600"/>
              <a:gd name="connsiteY16" fmla="*/ 6180710 h 6858000"/>
              <a:gd name="connsiteX17" fmla="*/ 487337 w 7467600"/>
              <a:gd name="connsiteY17" fmla="*/ 5950182 h 6858000"/>
              <a:gd name="connsiteX18" fmla="*/ 354051 w 7467600"/>
              <a:gd name="connsiteY18" fmla="*/ 5854912 h 6858000"/>
              <a:gd name="connsiteX19" fmla="*/ 195436 w 7467600"/>
              <a:gd name="connsiteY19" fmla="*/ 5755068 h 6858000"/>
              <a:gd name="connsiteX20" fmla="*/ 103333 w 7467600"/>
              <a:gd name="connsiteY20" fmla="*/ 5699602 h 6858000"/>
              <a:gd name="connsiteX21" fmla="*/ 5539432 w 7467600"/>
              <a:gd name="connsiteY21" fmla="*/ 5642928 h 6858000"/>
              <a:gd name="connsiteX22" fmla="*/ 5555462 w 7467600"/>
              <a:gd name="connsiteY22" fmla="*/ 5694454 h 6858000"/>
              <a:gd name="connsiteX23" fmla="*/ 5828270 w 7467600"/>
              <a:gd name="connsiteY23" fmla="*/ 6320663 h 6858000"/>
              <a:gd name="connsiteX24" fmla="*/ 5947416 w 7467600"/>
              <a:gd name="connsiteY24" fmla="*/ 6574846 h 6858000"/>
              <a:gd name="connsiteX25" fmla="*/ 5539432 w 7467600"/>
              <a:gd name="connsiteY25" fmla="*/ 5642928 h 6858000"/>
              <a:gd name="connsiteX26" fmla="*/ 51253 w 7467600"/>
              <a:gd name="connsiteY26" fmla="*/ 5631825 h 6858000"/>
              <a:gd name="connsiteX27" fmla="*/ 211622 w 7467600"/>
              <a:gd name="connsiteY27" fmla="*/ 5728803 h 6858000"/>
              <a:gd name="connsiteX28" fmla="*/ 371652 w 7467600"/>
              <a:gd name="connsiteY28" fmla="*/ 5829062 h 6858000"/>
              <a:gd name="connsiteX29" fmla="*/ 505903 w 7467600"/>
              <a:gd name="connsiteY29" fmla="*/ 5925221 h 6858000"/>
              <a:gd name="connsiteX30" fmla="*/ 899240 w 7467600"/>
              <a:gd name="connsiteY30" fmla="*/ 6153068 h 6858000"/>
              <a:gd name="connsiteX31" fmla="*/ 988114 w 7467600"/>
              <a:gd name="connsiteY31" fmla="*/ 6174204 h 6858000"/>
              <a:gd name="connsiteX32" fmla="*/ 845971 w 7467600"/>
              <a:gd name="connsiteY32" fmla="*/ 6067177 h 6858000"/>
              <a:gd name="connsiteX33" fmla="*/ 448057 w 7467600"/>
              <a:gd name="connsiteY33" fmla="*/ 5841376 h 6858000"/>
              <a:gd name="connsiteX34" fmla="*/ 51253 w 7467600"/>
              <a:gd name="connsiteY34" fmla="*/ 5631825 h 6858000"/>
              <a:gd name="connsiteX35" fmla="*/ 2606687 w 7467600"/>
              <a:gd name="connsiteY35" fmla="*/ 5630718 h 6858000"/>
              <a:gd name="connsiteX36" fmla="*/ 2645658 w 7467600"/>
              <a:gd name="connsiteY36" fmla="*/ 6640259 h 6858000"/>
              <a:gd name="connsiteX37" fmla="*/ 2606687 w 7467600"/>
              <a:gd name="connsiteY37" fmla="*/ 5630718 h 6858000"/>
              <a:gd name="connsiteX38" fmla="*/ 3642057 w 7467600"/>
              <a:gd name="connsiteY38" fmla="*/ 5573487 h 6858000"/>
              <a:gd name="connsiteX39" fmla="*/ 3632981 w 7467600"/>
              <a:gd name="connsiteY39" fmla="*/ 5579437 h 6858000"/>
              <a:gd name="connsiteX40" fmla="*/ 3382436 w 7467600"/>
              <a:gd name="connsiteY40" fmla="*/ 5952726 h 6858000"/>
              <a:gd name="connsiteX41" fmla="*/ 3191929 w 7467600"/>
              <a:gd name="connsiteY41" fmla="*/ 6662669 h 6858000"/>
              <a:gd name="connsiteX42" fmla="*/ 3369898 w 7467600"/>
              <a:gd name="connsiteY42" fmla="*/ 6081771 h 6858000"/>
              <a:gd name="connsiteX43" fmla="*/ 3642057 w 7467600"/>
              <a:gd name="connsiteY43" fmla="*/ 5573487 h 6858000"/>
              <a:gd name="connsiteX44" fmla="*/ 2650666 w 7467600"/>
              <a:gd name="connsiteY44" fmla="*/ 5530686 h 6858000"/>
              <a:gd name="connsiteX45" fmla="*/ 2650249 w 7467600"/>
              <a:gd name="connsiteY45" fmla="*/ 5532101 h 6858000"/>
              <a:gd name="connsiteX46" fmla="*/ 2663808 w 7467600"/>
              <a:gd name="connsiteY46" fmla="*/ 6535215 h 6858000"/>
              <a:gd name="connsiteX47" fmla="*/ 2665418 w 7467600"/>
              <a:gd name="connsiteY47" fmla="*/ 6132756 h 6858000"/>
              <a:gd name="connsiteX48" fmla="*/ 2650666 w 7467600"/>
              <a:gd name="connsiteY48" fmla="*/ 5530686 h 6858000"/>
              <a:gd name="connsiteX49" fmla="*/ 2680277 w 7467600"/>
              <a:gd name="connsiteY49" fmla="*/ 5479204 h 6858000"/>
              <a:gd name="connsiteX50" fmla="*/ 2678972 w 7467600"/>
              <a:gd name="connsiteY50" fmla="*/ 5481582 h 6858000"/>
              <a:gd name="connsiteX51" fmla="*/ 2696666 w 7467600"/>
              <a:gd name="connsiteY51" fmla="*/ 6133836 h 6858000"/>
              <a:gd name="connsiteX52" fmla="*/ 2695769 w 7467600"/>
              <a:gd name="connsiteY52" fmla="*/ 6390955 h 6858000"/>
              <a:gd name="connsiteX53" fmla="*/ 2739893 w 7467600"/>
              <a:gd name="connsiteY53" fmla="*/ 6108357 h 6858000"/>
              <a:gd name="connsiteX54" fmla="*/ 2680277 w 7467600"/>
              <a:gd name="connsiteY54" fmla="*/ 5479204 h 6858000"/>
              <a:gd name="connsiteX55" fmla="*/ 1132195 w 7467600"/>
              <a:gd name="connsiteY55" fmla="*/ 5467980 h 6858000"/>
              <a:gd name="connsiteX56" fmla="*/ 1679056 w 7467600"/>
              <a:gd name="connsiteY56" fmla="*/ 5516907 h 6858000"/>
              <a:gd name="connsiteX57" fmla="*/ 2128648 w 7467600"/>
              <a:gd name="connsiteY57" fmla="*/ 5474249 h 6858000"/>
              <a:gd name="connsiteX58" fmla="*/ 1825619 w 7467600"/>
              <a:gd name="connsiteY58" fmla="*/ 5478447 h 6858000"/>
              <a:gd name="connsiteX59" fmla="*/ 1737798 w 7467600"/>
              <a:gd name="connsiteY59" fmla="*/ 5483353 h 6858000"/>
              <a:gd name="connsiteX60" fmla="*/ 1132195 w 7467600"/>
              <a:gd name="connsiteY60" fmla="*/ 5467980 h 6858000"/>
              <a:gd name="connsiteX61" fmla="*/ 1456157 w 7467600"/>
              <a:gd name="connsiteY61" fmla="*/ 5371404 h 6858000"/>
              <a:gd name="connsiteX62" fmla="*/ 1244432 w 7467600"/>
              <a:gd name="connsiteY62" fmla="*/ 5385601 h 6858000"/>
              <a:gd name="connsiteX63" fmla="*/ 973990 w 7467600"/>
              <a:gd name="connsiteY63" fmla="*/ 5424940 h 6858000"/>
              <a:gd name="connsiteX64" fmla="*/ 1103809 w 7467600"/>
              <a:gd name="connsiteY64" fmla="*/ 5433720 h 6858000"/>
              <a:gd name="connsiteX65" fmla="*/ 1123454 w 7467600"/>
              <a:gd name="connsiteY65" fmla="*/ 5435727 h 6858000"/>
              <a:gd name="connsiteX66" fmla="*/ 1737017 w 7467600"/>
              <a:gd name="connsiteY66" fmla="*/ 5452183 h 6858000"/>
              <a:gd name="connsiteX67" fmla="*/ 1824397 w 7467600"/>
              <a:gd name="connsiteY67" fmla="*/ 5447757 h 6858000"/>
              <a:gd name="connsiteX68" fmla="*/ 2070059 w 7467600"/>
              <a:gd name="connsiteY68" fmla="*/ 5441660 h 6858000"/>
              <a:gd name="connsiteX69" fmla="*/ 1456157 w 7467600"/>
              <a:gd name="connsiteY69" fmla="*/ 5371404 h 6858000"/>
              <a:gd name="connsiteX70" fmla="*/ 4988186 w 7467600"/>
              <a:gd name="connsiteY70" fmla="*/ 5216467 h 6858000"/>
              <a:gd name="connsiteX71" fmla="*/ 4777334 w 7467600"/>
              <a:gd name="connsiteY71" fmla="*/ 5406072 h 6858000"/>
              <a:gd name="connsiteX72" fmla="*/ 4718341 w 7467600"/>
              <a:gd name="connsiteY72" fmla="*/ 5468043 h 6858000"/>
              <a:gd name="connsiteX73" fmla="*/ 4604655 w 7467600"/>
              <a:gd name="connsiteY73" fmla="*/ 5583434 h 6858000"/>
              <a:gd name="connsiteX74" fmla="*/ 4565074 w 7467600"/>
              <a:gd name="connsiteY74" fmla="*/ 5618550 h 6858000"/>
              <a:gd name="connsiteX75" fmla="*/ 4988186 w 7467600"/>
              <a:gd name="connsiteY75" fmla="*/ 5216467 h 6858000"/>
              <a:gd name="connsiteX76" fmla="*/ 4978032 w 7467600"/>
              <a:gd name="connsiteY76" fmla="*/ 5183809 h 6858000"/>
              <a:gd name="connsiteX77" fmla="*/ 4463413 w 7467600"/>
              <a:gd name="connsiteY77" fmla="*/ 5615162 h 6858000"/>
              <a:gd name="connsiteX78" fmla="*/ 4358134 w 7467600"/>
              <a:gd name="connsiteY78" fmla="*/ 5742791 h 6858000"/>
              <a:gd name="connsiteX79" fmla="*/ 4376219 w 7467600"/>
              <a:gd name="connsiteY79" fmla="*/ 5729027 h 6858000"/>
              <a:gd name="connsiteX80" fmla="*/ 4582340 w 7467600"/>
              <a:gd name="connsiteY80" fmla="*/ 5561037 h 6858000"/>
              <a:gd name="connsiteX81" fmla="*/ 4694684 w 7467600"/>
              <a:gd name="connsiteY81" fmla="*/ 5447098 h 6858000"/>
              <a:gd name="connsiteX82" fmla="*/ 4754123 w 7467600"/>
              <a:gd name="connsiteY82" fmla="*/ 5384643 h 6858000"/>
              <a:gd name="connsiteX83" fmla="*/ 4978032 w 7467600"/>
              <a:gd name="connsiteY83" fmla="*/ 5183809 h 6858000"/>
              <a:gd name="connsiteX84" fmla="*/ 1903353 w 7467600"/>
              <a:gd name="connsiteY84" fmla="*/ 5044827 h 6858000"/>
              <a:gd name="connsiteX85" fmla="*/ 1936931 w 7467600"/>
              <a:gd name="connsiteY85" fmla="*/ 5093954 h 6858000"/>
              <a:gd name="connsiteX86" fmla="*/ 2195868 w 7467600"/>
              <a:gd name="connsiteY86" fmla="*/ 5396574 h 6858000"/>
              <a:gd name="connsiteX87" fmla="*/ 2088852 w 7467600"/>
              <a:gd name="connsiteY87" fmla="*/ 5166123 h 6858000"/>
              <a:gd name="connsiteX88" fmla="*/ 1958241 w 7467600"/>
              <a:gd name="connsiteY88" fmla="*/ 5067955 h 6858000"/>
              <a:gd name="connsiteX89" fmla="*/ 1903353 w 7467600"/>
              <a:gd name="connsiteY89" fmla="*/ 5044827 h 6858000"/>
              <a:gd name="connsiteX90" fmla="*/ 1979378 w 7467600"/>
              <a:gd name="connsiteY90" fmla="*/ 4769504 h 6858000"/>
              <a:gd name="connsiteX91" fmla="*/ 2882120 w 7467600"/>
              <a:gd name="connsiteY91" fmla="*/ 5064547 h 6858000"/>
              <a:gd name="connsiteX92" fmla="*/ 2793103 w 7467600"/>
              <a:gd name="connsiteY92" fmla="*/ 5039699 h 6858000"/>
              <a:gd name="connsiteX93" fmla="*/ 2770041 w 7467600"/>
              <a:gd name="connsiteY93" fmla="*/ 5033634 h 6858000"/>
              <a:gd name="connsiteX94" fmla="*/ 1979378 w 7467600"/>
              <a:gd name="connsiteY94" fmla="*/ 4769504 h 6858000"/>
              <a:gd name="connsiteX95" fmla="*/ 1927410 w 7467600"/>
              <a:gd name="connsiteY95" fmla="*/ 4716164 h 6858000"/>
              <a:gd name="connsiteX96" fmla="*/ 1959587 w 7467600"/>
              <a:gd name="connsiteY96" fmla="*/ 4728849 h 6858000"/>
              <a:gd name="connsiteX97" fmla="*/ 2777707 w 7467600"/>
              <a:gd name="connsiteY97" fmla="*/ 5003991 h 6858000"/>
              <a:gd name="connsiteX98" fmla="*/ 2800768 w 7467600"/>
              <a:gd name="connsiteY98" fmla="*/ 5010056 h 6858000"/>
              <a:gd name="connsiteX99" fmla="*/ 2879408 w 7467600"/>
              <a:gd name="connsiteY99" fmla="*/ 5031590 h 6858000"/>
              <a:gd name="connsiteX100" fmla="*/ 2862295 w 7467600"/>
              <a:gd name="connsiteY100" fmla="*/ 5022958 h 6858000"/>
              <a:gd name="connsiteX101" fmla="*/ 2813343 w 7467600"/>
              <a:gd name="connsiteY101" fmla="*/ 4998369 h 6858000"/>
              <a:gd name="connsiteX102" fmla="*/ 2646245 w 7467600"/>
              <a:gd name="connsiteY102" fmla="*/ 4930999 h 6858000"/>
              <a:gd name="connsiteX103" fmla="*/ 1999243 w 7467600"/>
              <a:gd name="connsiteY103" fmla="*/ 4730524 h 6858000"/>
              <a:gd name="connsiteX104" fmla="*/ 1979527 w 7467600"/>
              <a:gd name="connsiteY104" fmla="*/ 4726651 h 6858000"/>
              <a:gd name="connsiteX105" fmla="*/ 1927410 w 7467600"/>
              <a:gd name="connsiteY105" fmla="*/ 4716164 h 6858000"/>
              <a:gd name="connsiteX106" fmla="*/ 1997014 w 7467600"/>
              <a:gd name="connsiteY106" fmla="*/ 4698007 h 6858000"/>
              <a:gd name="connsiteX107" fmla="*/ 2005458 w 7467600"/>
              <a:gd name="connsiteY107" fmla="*/ 4699540 h 6858000"/>
              <a:gd name="connsiteX108" fmla="*/ 2657186 w 7467600"/>
              <a:gd name="connsiteY108" fmla="*/ 4901687 h 6858000"/>
              <a:gd name="connsiteX109" fmla="*/ 2826662 w 7467600"/>
              <a:gd name="connsiteY109" fmla="*/ 4970362 h 6858000"/>
              <a:gd name="connsiteX110" fmla="*/ 2876100 w 7467600"/>
              <a:gd name="connsiteY110" fmla="*/ 4995397 h 6858000"/>
              <a:gd name="connsiteX111" fmla="*/ 3042600 w 7467600"/>
              <a:gd name="connsiteY111" fmla="*/ 5059532 h 6858000"/>
              <a:gd name="connsiteX112" fmla="*/ 1997014 w 7467600"/>
              <a:gd name="connsiteY112" fmla="*/ 4698007 h 6858000"/>
              <a:gd name="connsiteX113" fmla="*/ 2305292 w 7467600"/>
              <a:gd name="connsiteY113" fmla="*/ 4219492 h 6858000"/>
              <a:gd name="connsiteX114" fmla="*/ 3360922 w 7467600"/>
              <a:gd name="connsiteY114" fmla="*/ 4529373 h 6858000"/>
              <a:gd name="connsiteX115" fmla="*/ 3492420 w 7467600"/>
              <a:gd name="connsiteY115" fmla="*/ 4510145 h 6858000"/>
              <a:gd name="connsiteX116" fmla="*/ 3364086 w 7467600"/>
              <a:gd name="connsiteY116" fmla="*/ 4480340 h 6858000"/>
              <a:gd name="connsiteX117" fmla="*/ 3225818 w 7467600"/>
              <a:gd name="connsiteY117" fmla="*/ 4411822 h 6858000"/>
              <a:gd name="connsiteX118" fmla="*/ 3129696 w 7467600"/>
              <a:gd name="connsiteY118" fmla="*/ 4360704 h 6858000"/>
              <a:gd name="connsiteX119" fmla="*/ 2814545 w 7467600"/>
              <a:gd name="connsiteY119" fmla="*/ 4282955 h 6858000"/>
              <a:gd name="connsiteX120" fmla="*/ 2305292 w 7467600"/>
              <a:gd name="connsiteY120" fmla="*/ 4219492 h 6858000"/>
              <a:gd name="connsiteX121" fmla="*/ 2626982 w 7467600"/>
              <a:gd name="connsiteY121" fmla="*/ 4206450 h 6858000"/>
              <a:gd name="connsiteX122" fmla="*/ 2490617 w 7467600"/>
              <a:gd name="connsiteY122" fmla="*/ 4206951 h 6858000"/>
              <a:gd name="connsiteX123" fmla="*/ 2819869 w 7467600"/>
              <a:gd name="connsiteY123" fmla="*/ 4252936 h 6858000"/>
              <a:gd name="connsiteX124" fmla="*/ 3143018 w 7467600"/>
              <a:gd name="connsiteY124" fmla="*/ 4332698 h 6858000"/>
              <a:gd name="connsiteX125" fmla="*/ 3241520 w 7467600"/>
              <a:gd name="connsiteY125" fmla="*/ 4385112 h 6858000"/>
              <a:gd name="connsiteX126" fmla="*/ 3374575 w 7467600"/>
              <a:gd name="connsiteY126" fmla="*/ 4451517 h 6858000"/>
              <a:gd name="connsiteX127" fmla="*/ 3505221 w 7467600"/>
              <a:gd name="connsiteY127" fmla="*/ 4480757 h 6858000"/>
              <a:gd name="connsiteX128" fmla="*/ 2626982 w 7467600"/>
              <a:gd name="connsiteY128" fmla="*/ 4206450 h 6858000"/>
              <a:gd name="connsiteX129" fmla="*/ 1310106 w 7467600"/>
              <a:gd name="connsiteY129" fmla="*/ 3943217 h 6858000"/>
              <a:gd name="connsiteX130" fmla="*/ 854994 w 7467600"/>
              <a:gd name="connsiteY130" fmla="*/ 4399136 h 6858000"/>
              <a:gd name="connsiteX131" fmla="*/ 742462 w 7467600"/>
              <a:gd name="connsiteY131" fmla="*/ 4594648 h 6858000"/>
              <a:gd name="connsiteX132" fmla="*/ 820602 w 7467600"/>
              <a:gd name="connsiteY132" fmla="*/ 4485915 h 6858000"/>
              <a:gd name="connsiteX133" fmla="*/ 878295 w 7467600"/>
              <a:gd name="connsiteY133" fmla="*/ 4403594 h 6858000"/>
              <a:gd name="connsiteX134" fmla="*/ 1240607 w 7467600"/>
              <a:gd name="connsiteY134" fmla="*/ 4010401 h 6858000"/>
              <a:gd name="connsiteX135" fmla="*/ 1310106 w 7467600"/>
              <a:gd name="connsiteY135" fmla="*/ 3943217 h 6858000"/>
              <a:gd name="connsiteX136" fmla="*/ 1423113 w 7467600"/>
              <a:gd name="connsiteY136" fmla="*/ 3874565 h 6858000"/>
              <a:gd name="connsiteX137" fmla="*/ 1260565 w 7467600"/>
              <a:gd name="connsiteY137" fmla="*/ 4031982 h 6858000"/>
              <a:gd name="connsiteX138" fmla="*/ 901900 w 7467600"/>
              <a:gd name="connsiteY138" fmla="*/ 4421236 h 6858000"/>
              <a:gd name="connsiteX139" fmla="*/ 845044 w 7467600"/>
              <a:gd name="connsiteY139" fmla="*/ 4502436 h 6858000"/>
              <a:gd name="connsiteX140" fmla="*/ 685926 w 7467600"/>
              <a:gd name="connsiteY140" fmla="*/ 4703069 h 6858000"/>
              <a:gd name="connsiteX141" fmla="*/ 684248 w 7467600"/>
              <a:gd name="connsiteY141" fmla="*/ 4706721 h 6858000"/>
              <a:gd name="connsiteX142" fmla="*/ 1423113 w 7467600"/>
              <a:gd name="connsiteY142" fmla="*/ 3874565 h 6858000"/>
              <a:gd name="connsiteX143" fmla="*/ 3316479 w 7467600"/>
              <a:gd name="connsiteY143" fmla="*/ 3872136 h 6858000"/>
              <a:gd name="connsiteX144" fmla="*/ 3546806 w 7467600"/>
              <a:gd name="connsiteY144" fmla="*/ 4356139 h 6858000"/>
              <a:gd name="connsiteX145" fmla="*/ 3364433 w 7467600"/>
              <a:gd name="connsiteY145" fmla="*/ 3953121 h 6858000"/>
              <a:gd name="connsiteX146" fmla="*/ 3316479 w 7467600"/>
              <a:gd name="connsiteY146" fmla="*/ 3872136 h 6858000"/>
              <a:gd name="connsiteX147" fmla="*/ 3291335 w 7467600"/>
              <a:gd name="connsiteY147" fmla="*/ 3767420 h 6858000"/>
              <a:gd name="connsiteX148" fmla="*/ 3390805 w 7467600"/>
              <a:gd name="connsiteY148" fmla="*/ 3937163 h 6858000"/>
              <a:gd name="connsiteX149" fmla="*/ 3579062 w 7467600"/>
              <a:gd name="connsiteY149" fmla="*/ 4359040 h 6858000"/>
              <a:gd name="connsiteX150" fmla="*/ 3467355 w 7467600"/>
              <a:gd name="connsiteY150" fmla="*/ 3988130 h 6858000"/>
              <a:gd name="connsiteX151" fmla="*/ 3310753 w 7467600"/>
              <a:gd name="connsiteY151" fmla="*/ 3787140 h 6858000"/>
              <a:gd name="connsiteX152" fmla="*/ 3291335 w 7467600"/>
              <a:gd name="connsiteY152" fmla="*/ 3767420 h 6858000"/>
              <a:gd name="connsiteX153" fmla="*/ 1635889 w 7467600"/>
              <a:gd name="connsiteY153" fmla="*/ 3709494 h 6858000"/>
              <a:gd name="connsiteX154" fmla="*/ 1634800 w 7467600"/>
              <a:gd name="connsiteY154" fmla="*/ 3731111 h 6858000"/>
              <a:gd name="connsiteX155" fmla="*/ 1635889 w 7467600"/>
              <a:gd name="connsiteY155" fmla="*/ 3709494 h 6858000"/>
              <a:gd name="connsiteX156" fmla="*/ 1510397 w 7467600"/>
              <a:gd name="connsiteY156" fmla="*/ 3684705 h 6858000"/>
              <a:gd name="connsiteX157" fmla="*/ 1146550 w 7467600"/>
              <a:gd name="connsiteY157" fmla="*/ 3802012 h 6858000"/>
              <a:gd name="connsiteX158" fmla="*/ 698834 w 7467600"/>
              <a:gd name="connsiteY158" fmla="*/ 3952272 h 6858000"/>
              <a:gd name="connsiteX159" fmla="*/ 34256 w 7467600"/>
              <a:gd name="connsiteY159" fmla="*/ 4347603 h 6858000"/>
              <a:gd name="connsiteX160" fmla="*/ 527241 w 7467600"/>
              <a:gd name="connsiteY160" fmla="*/ 4065078 h 6858000"/>
              <a:gd name="connsiteX161" fmla="*/ 1510397 w 7467600"/>
              <a:gd name="connsiteY161" fmla="*/ 3684705 h 6858000"/>
              <a:gd name="connsiteX162" fmla="*/ 1313114 w 7467600"/>
              <a:gd name="connsiteY162" fmla="*/ 3655216 h 6858000"/>
              <a:gd name="connsiteX163" fmla="*/ 1109304 w 7467600"/>
              <a:gd name="connsiteY163" fmla="*/ 3669030 h 6858000"/>
              <a:gd name="connsiteX164" fmla="*/ 8129 w 7467600"/>
              <a:gd name="connsiteY164" fmla="*/ 4330519 h 6858000"/>
              <a:gd name="connsiteX165" fmla="*/ 687572 w 7467600"/>
              <a:gd name="connsiteY165" fmla="*/ 3925629 h 6858000"/>
              <a:gd name="connsiteX166" fmla="*/ 1138365 w 7467600"/>
              <a:gd name="connsiteY166" fmla="*/ 3774515 h 6858000"/>
              <a:gd name="connsiteX167" fmla="*/ 1505579 w 7467600"/>
              <a:gd name="connsiteY167" fmla="*/ 3655526 h 6858000"/>
              <a:gd name="connsiteX168" fmla="*/ 1313114 w 7467600"/>
              <a:gd name="connsiteY168" fmla="*/ 3655216 h 6858000"/>
              <a:gd name="connsiteX169" fmla="*/ 3655073 w 7467600"/>
              <a:gd name="connsiteY169" fmla="*/ 3650884 h 6858000"/>
              <a:gd name="connsiteX170" fmla="*/ 3989938 w 7467600"/>
              <a:gd name="connsiteY170" fmla="*/ 3991685 h 6858000"/>
              <a:gd name="connsiteX171" fmla="*/ 4393907 w 7467600"/>
              <a:gd name="connsiteY171" fmla="*/ 4261258 h 6858000"/>
              <a:gd name="connsiteX172" fmla="*/ 4648051 w 7467600"/>
              <a:gd name="connsiteY172" fmla="*/ 4374051 h 6858000"/>
              <a:gd name="connsiteX173" fmla="*/ 4383389 w 7467600"/>
              <a:gd name="connsiteY173" fmla="*/ 4184369 h 6858000"/>
              <a:gd name="connsiteX174" fmla="*/ 4165508 w 7467600"/>
              <a:gd name="connsiteY174" fmla="*/ 4035196 h 6858000"/>
              <a:gd name="connsiteX175" fmla="*/ 4068162 w 7467600"/>
              <a:gd name="connsiteY175" fmla="*/ 3953394 h 6858000"/>
              <a:gd name="connsiteX176" fmla="*/ 3981416 w 7467600"/>
              <a:gd name="connsiteY176" fmla="*/ 3880482 h 6858000"/>
              <a:gd name="connsiteX177" fmla="*/ 3800147 w 7467600"/>
              <a:gd name="connsiteY177" fmla="*/ 3749872 h 6858000"/>
              <a:gd name="connsiteX178" fmla="*/ 3655073 w 7467600"/>
              <a:gd name="connsiteY178" fmla="*/ 3650884 h 6858000"/>
              <a:gd name="connsiteX179" fmla="*/ 3670252 w 7467600"/>
              <a:gd name="connsiteY179" fmla="*/ 3622798 h 6858000"/>
              <a:gd name="connsiteX180" fmla="*/ 3817258 w 7467600"/>
              <a:gd name="connsiteY180" fmla="*/ 3723577 h 6858000"/>
              <a:gd name="connsiteX181" fmla="*/ 4000461 w 7467600"/>
              <a:gd name="connsiteY181" fmla="*/ 3855966 h 6858000"/>
              <a:gd name="connsiteX182" fmla="*/ 4088180 w 7467600"/>
              <a:gd name="connsiteY182" fmla="*/ 3929774 h 6858000"/>
              <a:gd name="connsiteX183" fmla="*/ 4184555 w 7467600"/>
              <a:gd name="connsiteY183" fmla="*/ 4010683 h 6858000"/>
              <a:gd name="connsiteX184" fmla="*/ 4399563 w 7467600"/>
              <a:gd name="connsiteY184" fmla="*/ 4158106 h 6858000"/>
              <a:gd name="connsiteX185" fmla="*/ 4684469 w 7467600"/>
              <a:gd name="connsiteY185" fmla="*/ 4364680 h 6858000"/>
              <a:gd name="connsiteX186" fmla="*/ 4690271 w 7467600"/>
              <a:gd name="connsiteY186" fmla="*/ 4370034 h 6858000"/>
              <a:gd name="connsiteX187" fmla="*/ 4136093 w 7467600"/>
              <a:gd name="connsiteY187" fmla="*/ 3858466 h 6858000"/>
              <a:gd name="connsiteX188" fmla="*/ 3670252 w 7467600"/>
              <a:gd name="connsiteY188" fmla="*/ 3622798 h 6858000"/>
              <a:gd name="connsiteX189" fmla="*/ 4440129 w 7467600"/>
              <a:gd name="connsiteY189" fmla="*/ 3448571 h 6858000"/>
              <a:gd name="connsiteX190" fmla="*/ 4856525 w 7467600"/>
              <a:gd name="connsiteY190" fmla="*/ 3915351 h 6858000"/>
              <a:gd name="connsiteX191" fmla="*/ 5059055 w 7467600"/>
              <a:gd name="connsiteY191" fmla="*/ 4108918 h 6858000"/>
              <a:gd name="connsiteX192" fmla="*/ 5290070 w 7467600"/>
              <a:gd name="connsiteY192" fmla="*/ 4263619 h 6858000"/>
              <a:gd name="connsiteX193" fmla="*/ 4834991 w 7467600"/>
              <a:gd name="connsiteY193" fmla="*/ 3830985 h 6858000"/>
              <a:gd name="connsiteX194" fmla="*/ 4440129 w 7467600"/>
              <a:gd name="connsiteY194" fmla="*/ 3448571 h 6858000"/>
              <a:gd name="connsiteX195" fmla="*/ 4441737 w 7467600"/>
              <a:gd name="connsiteY195" fmla="*/ 3399734 h 6858000"/>
              <a:gd name="connsiteX196" fmla="*/ 4431236 w 7467600"/>
              <a:gd name="connsiteY196" fmla="*/ 3400954 h 6858000"/>
              <a:gd name="connsiteX197" fmla="*/ 4557150 w 7467600"/>
              <a:gd name="connsiteY197" fmla="*/ 3510023 h 6858000"/>
              <a:gd name="connsiteX198" fmla="*/ 4856936 w 7467600"/>
              <a:gd name="connsiteY198" fmla="*/ 3809146 h 6858000"/>
              <a:gd name="connsiteX199" fmla="*/ 5111996 w 7467600"/>
              <a:gd name="connsiteY199" fmla="*/ 4065759 h 6858000"/>
              <a:gd name="connsiteX200" fmla="*/ 5388878 w 7467600"/>
              <a:gd name="connsiteY200" fmla="*/ 4300185 h 6858000"/>
              <a:gd name="connsiteX201" fmla="*/ 5425556 w 7467600"/>
              <a:gd name="connsiteY201" fmla="*/ 4308967 h 6858000"/>
              <a:gd name="connsiteX202" fmla="*/ 4943646 w 7467600"/>
              <a:gd name="connsiteY202" fmla="*/ 3822916 h 6858000"/>
              <a:gd name="connsiteX203" fmla="*/ 4594837 w 7467600"/>
              <a:gd name="connsiteY203" fmla="*/ 3532274 h 6858000"/>
              <a:gd name="connsiteX204" fmla="*/ 4441737 w 7467600"/>
              <a:gd name="connsiteY204" fmla="*/ 3399734 h 6858000"/>
              <a:gd name="connsiteX205" fmla="*/ 5425834 w 7467600"/>
              <a:gd name="connsiteY205" fmla="*/ 3162785 h 6858000"/>
              <a:gd name="connsiteX206" fmla="*/ 5401644 w 7467600"/>
              <a:gd name="connsiteY206" fmla="*/ 3617847 h 6858000"/>
              <a:gd name="connsiteX207" fmla="*/ 5467256 w 7467600"/>
              <a:gd name="connsiteY207" fmla="*/ 4175494 h 6858000"/>
              <a:gd name="connsiteX208" fmla="*/ 5448069 w 7467600"/>
              <a:gd name="connsiteY208" fmla="*/ 3567554 h 6858000"/>
              <a:gd name="connsiteX209" fmla="*/ 5425834 w 7467600"/>
              <a:gd name="connsiteY209" fmla="*/ 3162785 h 6858000"/>
              <a:gd name="connsiteX210" fmla="*/ 1318687 w 7467600"/>
              <a:gd name="connsiteY210" fmla="*/ 3113840 h 6858000"/>
              <a:gd name="connsiteX211" fmla="*/ 1066793 w 7467600"/>
              <a:gd name="connsiteY211" fmla="*/ 3212171 h 6858000"/>
              <a:gd name="connsiteX212" fmla="*/ 993319 w 7467600"/>
              <a:gd name="connsiteY212" fmla="*/ 3247648 h 6858000"/>
              <a:gd name="connsiteX213" fmla="*/ 853081 w 7467600"/>
              <a:gd name="connsiteY213" fmla="*/ 3312410 h 6858000"/>
              <a:gd name="connsiteX214" fmla="*/ 805957 w 7467600"/>
              <a:gd name="connsiteY214" fmla="*/ 3330443 h 6858000"/>
              <a:gd name="connsiteX215" fmla="*/ 1318687 w 7467600"/>
              <a:gd name="connsiteY215" fmla="*/ 3113840 h 6858000"/>
              <a:gd name="connsiteX216" fmla="*/ 5453702 w 7467600"/>
              <a:gd name="connsiteY216" fmla="*/ 3090882 h 6858000"/>
              <a:gd name="connsiteX217" fmla="*/ 5480135 w 7467600"/>
              <a:gd name="connsiteY217" fmla="*/ 3565802 h 6858000"/>
              <a:gd name="connsiteX218" fmla="*/ 5499023 w 7467600"/>
              <a:gd name="connsiteY218" fmla="*/ 4166310 h 6858000"/>
              <a:gd name="connsiteX219" fmla="*/ 5547022 w 7467600"/>
              <a:gd name="connsiteY219" fmla="*/ 3607838 h 6858000"/>
              <a:gd name="connsiteX220" fmla="*/ 5515964 w 7467600"/>
              <a:gd name="connsiteY220" fmla="*/ 3378541 h 6858000"/>
              <a:gd name="connsiteX221" fmla="*/ 5453702 w 7467600"/>
              <a:gd name="connsiteY221" fmla="*/ 3090882 h 6858000"/>
              <a:gd name="connsiteX222" fmla="*/ 1238695 w 7467600"/>
              <a:gd name="connsiteY222" fmla="*/ 3076820 h 6858000"/>
              <a:gd name="connsiteX223" fmla="*/ 716371 w 7467600"/>
              <a:gd name="connsiteY223" fmla="*/ 3293249 h 6858000"/>
              <a:gd name="connsiteX224" fmla="*/ 579522 w 7467600"/>
              <a:gd name="connsiteY224" fmla="*/ 3371759 h 6858000"/>
              <a:gd name="connsiteX225" fmla="*/ 600288 w 7467600"/>
              <a:gd name="connsiteY225" fmla="*/ 3365555 h 6858000"/>
              <a:gd name="connsiteX226" fmla="*/ 840692 w 7467600"/>
              <a:gd name="connsiteY226" fmla="*/ 3284921 h 6858000"/>
              <a:gd name="connsiteX227" fmla="*/ 979248 w 7467600"/>
              <a:gd name="connsiteY227" fmla="*/ 3221003 h 6858000"/>
              <a:gd name="connsiteX228" fmla="*/ 1053282 w 7467600"/>
              <a:gd name="connsiteY228" fmla="*/ 3185247 h 6858000"/>
              <a:gd name="connsiteX229" fmla="*/ 1320603 w 7467600"/>
              <a:gd name="connsiteY229" fmla="*/ 3081281 h 6858000"/>
              <a:gd name="connsiteX230" fmla="*/ 1238695 w 7467600"/>
              <a:gd name="connsiteY230" fmla="*/ 3076820 h 6858000"/>
              <a:gd name="connsiteX231" fmla="*/ 5425627 w 7467600"/>
              <a:gd name="connsiteY231" fmla="*/ 2954192 h 6858000"/>
              <a:gd name="connsiteX232" fmla="*/ 5470770 w 7467600"/>
              <a:gd name="connsiteY232" fmla="*/ 3005435 h 6858000"/>
              <a:gd name="connsiteX233" fmla="*/ 5519779 w 7467600"/>
              <a:gd name="connsiteY233" fmla="*/ 4359223 h 6858000"/>
              <a:gd name="connsiteX234" fmla="*/ 5520293 w 7467600"/>
              <a:gd name="connsiteY234" fmla="*/ 4360602 h 6858000"/>
              <a:gd name="connsiteX235" fmla="*/ 5767221 w 7467600"/>
              <a:gd name="connsiteY235" fmla="*/ 4665564 h 6858000"/>
              <a:gd name="connsiteX236" fmla="*/ 6937169 w 7467600"/>
              <a:gd name="connsiteY236" fmla="*/ 4815941 h 6858000"/>
              <a:gd name="connsiteX237" fmla="*/ 6953922 w 7467600"/>
              <a:gd name="connsiteY237" fmla="*/ 4890068 h 6858000"/>
              <a:gd name="connsiteX238" fmla="*/ 6071359 w 7467600"/>
              <a:gd name="connsiteY238" fmla="*/ 4770770 h 6858000"/>
              <a:gd name="connsiteX239" fmla="*/ 6038839 w 7467600"/>
              <a:gd name="connsiteY239" fmla="*/ 4764474 h 6858000"/>
              <a:gd name="connsiteX240" fmla="*/ 6038706 w 7467600"/>
              <a:gd name="connsiteY240" fmla="*/ 4763847 h 6858000"/>
              <a:gd name="connsiteX241" fmla="*/ 6037784 w 7467600"/>
              <a:gd name="connsiteY241" fmla="*/ 4764270 h 6858000"/>
              <a:gd name="connsiteX242" fmla="*/ 6038839 w 7467600"/>
              <a:gd name="connsiteY242" fmla="*/ 4764474 h 6858000"/>
              <a:gd name="connsiteX243" fmla="*/ 6040338 w 7467600"/>
              <a:gd name="connsiteY243" fmla="*/ 4771418 h 6858000"/>
              <a:gd name="connsiteX244" fmla="*/ 6024488 w 7467600"/>
              <a:gd name="connsiteY244" fmla="*/ 4809903 h 6858000"/>
              <a:gd name="connsiteX245" fmla="*/ 5599771 w 7467600"/>
              <a:gd name="connsiteY245" fmla="*/ 5509652 h 6858000"/>
              <a:gd name="connsiteX246" fmla="*/ 5548843 w 7467600"/>
              <a:gd name="connsiteY246" fmla="*/ 5563845 h 6858000"/>
              <a:gd name="connsiteX247" fmla="*/ 5940952 w 7467600"/>
              <a:gd name="connsiteY247" fmla="*/ 6250028 h 6858000"/>
              <a:gd name="connsiteX248" fmla="*/ 6043441 w 7467600"/>
              <a:gd name="connsiteY248" fmla="*/ 6665847 h 6858000"/>
              <a:gd name="connsiteX249" fmla="*/ 6093432 w 7467600"/>
              <a:gd name="connsiteY249" fmla="*/ 6858000 h 6858000"/>
              <a:gd name="connsiteX250" fmla="*/ 6034344 w 7467600"/>
              <a:gd name="connsiteY250" fmla="*/ 6858000 h 6858000"/>
              <a:gd name="connsiteX251" fmla="*/ 6026679 w 7467600"/>
              <a:gd name="connsiteY251" fmla="*/ 6836959 h 6858000"/>
              <a:gd name="connsiteX252" fmla="*/ 5800441 w 7467600"/>
              <a:gd name="connsiteY252" fmla="*/ 6335286 h 6858000"/>
              <a:gd name="connsiteX253" fmla="*/ 5526562 w 7467600"/>
              <a:gd name="connsiteY253" fmla="*/ 5705388 h 6858000"/>
              <a:gd name="connsiteX254" fmla="*/ 5519640 w 7467600"/>
              <a:gd name="connsiteY254" fmla="*/ 5683774 h 6858000"/>
              <a:gd name="connsiteX255" fmla="*/ 5844559 w 7467600"/>
              <a:gd name="connsiteY255" fmla="*/ 6553349 h 6858000"/>
              <a:gd name="connsiteX256" fmla="*/ 5975994 w 7467600"/>
              <a:gd name="connsiteY256" fmla="*/ 6858000 h 6858000"/>
              <a:gd name="connsiteX257" fmla="*/ 5898547 w 7467600"/>
              <a:gd name="connsiteY257" fmla="*/ 6858000 h 6858000"/>
              <a:gd name="connsiteX258" fmla="*/ 5682041 w 7467600"/>
              <a:gd name="connsiteY258" fmla="*/ 6355860 h 6858000"/>
              <a:gd name="connsiteX259" fmla="*/ 5461758 w 7467600"/>
              <a:gd name="connsiteY259" fmla="*/ 5820220 h 6858000"/>
              <a:gd name="connsiteX260" fmla="*/ 5237282 w 7467600"/>
              <a:gd name="connsiteY260" fmla="*/ 6579086 h 6858000"/>
              <a:gd name="connsiteX261" fmla="*/ 5115009 w 7467600"/>
              <a:gd name="connsiteY261" fmla="*/ 6858000 h 6858000"/>
              <a:gd name="connsiteX262" fmla="*/ 5028074 w 7467600"/>
              <a:gd name="connsiteY262" fmla="*/ 6858000 h 6858000"/>
              <a:gd name="connsiteX263" fmla="*/ 5079508 w 7467600"/>
              <a:gd name="connsiteY263" fmla="*/ 6749074 h 6858000"/>
              <a:gd name="connsiteX264" fmla="*/ 5371846 w 7467600"/>
              <a:gd name="connsiteY264" fmla="*/ 5924413 h 6858000"/>
              <a:gd name="connsiteX265" fmla="*/ 5270512 w 7467600"/>
              <a:gd name="connsiteY265" fmla="*/ 6138975 h 6858000"/>
              <a:gd name="connsiteX266" fmla="*/ 5062409 w 7467600"/>
              <a:gd name="connsiteY266" fmla="*/ 6653544 h 6858000"/>
              <a:gd name="connsiteX267" fmla="*/ 5036628 w 7467600"/>
              <a:gd name="connsiteY267" fmla="*/ 6754247 h 6858000"/>
              <a:gd name="connsiteX268" fmla="*/ 5009112 w 7467600"/>
              <a:gd name="connsiteY268" fmla="*/ 6858000 h 6858000"/>
              <a:gd name="connsiteX269" fmla="*/ 4976679 w 7467600"/>
              <a:gd name="connsiteY269" fmla="*/ 6858000 h 6858000"/>
              <a:gd name="connsiteX270" fmla="*/ 5006537 w 7467600"/>
              <a:gd name="connsiteY270" fmla="*/ 6747068 h 6858000"/>
              <a:gd name="connsiteX271" fmla="*/ 5032723 w 7467600"/>
              <a:gd name="connsiteY271" fmla="*/ 6644957 h 6858000"/>
              <a:gd name="connsiteX272" fmla="*/ 5242949 w 7467600"/>
              <a:gd name="connsiteY272" fmla="*/ 6125175 h 6858000"/>
              <a:gd name="connsiteX273" fmla="*/ 5286321 w 7467600"/>
              <a:gd name="connsiteY273" fmla="*/ 6033555 h 6858000"/>
              <a:gd name="connsiteX274" fmla="*/ 5008210 w 7467600"/>
              <a:gd name="connsiteY274" fmla="*/ 6649194 h 6858000"/>
              <a:gd name="connsiteX275" fmla="*/ 4986321 w 7467600"/>
              <a:gd name="connsiteY275" fmla="*/ 6765687 h 6858000"/>
              <a:gd name="connsiteX276" fmla="*/ 4973474 w 7467600"/>
              <a:gd name="connsiteY276" fmla="*/ 6858000 h 6858000"/>
              <a:gd name="connsiteX277" fmla="*/ 4907178 w 7467600"/>
              <a:gd name="connsiteY277" fmla="*/ 6858000 h 6858000"/>
              <a:gd name="connsiteX278" fmla="*/ 4910810 w 7467600"/>
              <a:gd name="connsiteY278" fmla="*/ 6829660 h 6858000"/>
              <a:gd name="connsiteX279" fmla="*/ 4987461 w 7467600"/>
              <a:gd name="connsiteY279" fmla="*/ 6432994 h 6858000"/>
              <a:gd name="connsiteX280" fmla="*/ 5179262 w 7467600"/>
              <a:gd name="connsiteY280" fmla="*/ 6035044 h 6858000"/>
              <a:gd name="connsiteX281" fmla="*/ 4689678 w 7467600"/>
              <a:gd name="connsiteY281" fmla="*/ 6440241 h 6858000"/>
              <a:gd name="connsiteX282" fmla="*/ 4477543 w 7467600"/>
              <a:gd name="connsiteY282" fmla="*/ 6674836 h 6858000"/>
              <a:gd name="connsiteX283" fmla="*/ 4329957 w 7467600"/>
              <a:gd name="connsiteY283" fmla="*/ 6858000 h 6858000"/>
              <a:gd name="connsiteX284" fmla="*/ 4218595 w 7467600"/>
              <a:gd name="connsiteY284" fmla="*/ 6858000 h 6858000"/>
              <a:gd name="connsiteX285" fmla="*/ 4368888 w 7467600"/>
              <a:gd name="connsiteY285" fmla="*/ 6668412 h 6858000"/>
              <a:gd name="connsiteX286" fmla="*/ 4563091 w 7467600"/>
              <a:gd name="connsiteY286" fmla="*/ 6442508 h 6858000"/>
              <a:gd name="connsiteX287" fmla="*/ 5387324 w 7467600"/>
              <a:gd name="connsiteY287" fmla="*/ 5705830 h 6858000"/>
              <a:gd name="connsiteX288" fmla="*/ 5073620 w 7467600"/>
              <a:gd name="connsiteY288" fmla="*/ 5955437 h 6858000"/>
              <a:gd name="connsiteX289" fmla="*/ 4689789 w 7467600"/>
              <a:gd name="connsiteY289" fmla="*/ 6268382 h 6858000"/>
              <a:gd name="connsiteX290" fmla="*/ 4418722 w 7467600"/>
              <a:gd name="connsiteY290" fmla="*/ 6570886 h 6858000"/>
              <a:gd name="connsiteX291" fmla="*/ 4214944 w 7467600"/>
              <a:gd name="connsiteY291" fmla="*/ 6858000 h 6858000"/>
              <a:gd name="connsiteX292" fmla="*/ 4177898 w 7467600"/>
              <a:gd name="connsiteY292" fmla="*/ 6858000 h 6858000"/>
              <a:gd name="connsiteX293" fmla="*/ 4391597 w 7467600"/>
              <a:gd name="connsiteY293" fmla="*/ 6556370 h 6858000"/>
              <a:gd name="connsiteX294" fmla="*/ 4668889 w 7467600"/>
              <a:gd name="connsiteY294" fmla="*/ 6246399 h 6858000"/>
              <a:gd name="connsiteX295" fmla="*/ 5055427 w 7467600"/>
              <a:gd name="connsiteY295" fmla="*/ 5931476 h 6858000"/>
              <a:gd name="connsiteX296" fmla="*/ 5371814 w 7467600"/>
              <a:gd name="connsiteY296" fmla="*/ 5678975 h 6858000"/>
              <a:gd name="connsiteX297" fmla="*/ 4987918 w 7467600"/>
              <a:gd name="connsiteY297" fmla="*/ 5838701 h 6858000"/>
              <a:gd name="connsiteX298" fmla="*/ 4317146 w 7467600"/>
              <a:gd name="connsiteY298" fmla="*/ 6587716 h 6858000"/>
              <a:gd name="connsiteX299" fmla="*/ 4171627 w 7467600"/>
              <a:gd name="connsiteY299" fmla="*/ 6858000 h 6858000"/>
              <a:gd name="connsiteX300" fmla="*/ 4081585 w 7467600"/>
              <a:gd name="connsiteY300" fmla="*/ 6858000 h 6858000"/>
              <a:gd name="connsiteX301" fmla="*/ 4238603 w 7467600"/>
              <a:gd name="connsiteY301" fmla="*/ 6559341 h 6858000"/>
              <a:gd name="connsiteX302" fmla="*/ 4778333 w 7467600"/>
              <a:gd name="connsiteY302" fmla="*/ 5873626 h 6858000"/>
              <a:gd name="connsiteX303" fmla="*/ 5414185 w 7467600"/>
              <a:gd name="connsiteY303" fmla="*/ 5573882 h 6858000"/>
              <a:gd name="connsiteX304" fmla="*/ 5959648 w 7467600"/>
              <a:gd name="connsiteY304" fmla="*/ 4760797 h 6858000"/>
              <a:gd name="connsiteX305" fmla="*/ 5355019 w 7467600"/>
              <a:gd name="connsiteY305" fmla="*/ 4734672 h 6858000"/>
              <a:gd name="connsiteX306" fmla="*/ 5083565 w 7467600"/>
              <a:gd name="connsiteY306" fmla="*/ 5179121 h 6858000"/>
              <a:gd name="connsiteX307" fmla="*/ 4713577 w 7467600"/>
              <a:gd name="connsiteY307" fmla="*/ 5616803 h 6858000"/>
              <a:gd name="connsiteX308" fmla="*/ 3989559 w 7467600"/>
              <a:gd name="connsiteY308" fmla="*/ 6145945 h 6858000"/>
              <a:gd name="connsiteX309" fmla="*/ 3939824 w 7467600"/>
              <a:gd name="connsiteY309" fmla="*/ 6066900 h 6858000"/>
              <a:gd name="connsiteX310" fmla="*/ 4584537 w 7467600"/>
              <a:gd name="connsiteY310" fmla="*/ 5324826 h 6858000"/>
              <a:gd name="connsiteX311" fmla="*/ 5037105 w 7467600"/>
              <a:gd name="connsiteY311" fmla="*/ 5088765 h 6858000"/>
              <a:gd name="connsiteX312" fmla="*/ 5039930 w 7467600"/>
              <a:gd name="connsiteY312" fmla="*/ 5089585 h 6858000"/>
              <a:gd name="connsiteX313" fmla="*/ 5263764 w 7467600"/>
              <a:gd name="connsiteY313" fmla="*/ 4735525 h 6858000"/>
              <a:gd name="connsiteX314" fmla="*/ 4086300 w 7467600"/>
              <a:gd name="connsiteY314" fmla="*/ 4884599 h 6858000"/>
              <a:gd name="connsiteX315" fmla="*/ 4085485 w 7467600"/>
              <a:gd name="connsiteY315" fmla="*/ 4899070 h 6858000"/>
              <a:gd name="connsiteX316" fmla="*/ 3871915 w 7467600"/>
              <a:gd name="connsiteY316" fmla="*/ 5253645 h 6858000"/>
              <a:gd name="connsiteX317" fmla="*/ 3799374 w 7467600"/>
              <a:gd name="connsiteY317" fmla="*/ 5466127 h 6858000"/>
              <a:gd name="connsiteX318" fmla="*/ 3498850 w 7467600"/>
              <a:gd name="connsiteY318" fmla="*/ 6661888 h 6858000"/>
              <a:gd name="connsiteX319" fmla="*/ 3399216 w 7467600"/>
              <a:gd name="connsiteY319" fmla="*/ 6858000 h 6858000"/>
              <a:gd name="connsiteX320" fmla="*/ 3303688 w 7467600"/>
              <a:gd name="connsiteY320" fmla="*/ 6858000 h 6858000"/>
              <a:gd name="connsiteX321" fmla="*/ 3391774 w 7467600"/>
              <a:gd name="connsiteY321" fmla="*/ 6697181 h 6858000"/>
              <a:gd name="connsiteX322" fmla="*/ 3735540 w 7467600"/>
              <a:gd name="connsiteY322" fmla="*/ 5546923 h 6858000"/>
              <a:gd name="connsiteX323" fmla="*/ 3729438 w 7467600"/>
              <a:gd name="connsiteY323" fmla="*/ 5569058 h 6858000"/>
              <a:gd name="connsiteX324" fmla="*/ 3707782 w 7467600"/>
              <a:gd name="connsiteY324" fmla="*/ 5644908 h 6858000"/>
              <a:gd name="connsiteX325" fmla="*/ 3583827 w 7467600"/>
              <a:gd name="connsiteY325" fmla="*/ 6039215 h 6858000"/>
              <a:gd name="connsiteX326" fmla="*/ 3547861 w 7467600"/>
              <a:gd name="connsiteY326" fmla="*/ 6129609 h 6858000"/>
              <a:gd name="connsiteX327" fmla="*/ 3490905 w 7467600"/>
              <a:gd name="connsiteY327" fmla="*/ 6277660 h 6858000"/>
              <a:gd name="connsiteX328" fmla="*/ 3455859 w 7467600"/>
              <a:gd name="connsiteY328" fmla="*/ 6391301 h 6858000"/>
              <a:gd name="connsiteX329" fmla="*/ 3429112 w 7467600"/>
              <a:gd name="connsiteY329" fmla="*/ 6479469 h 6858000"/>
              <a:gd name="connsiteX330" fmla="*/ 3304862 w 7467600"/>
              <a:gd name="connsiteY330" fmla="*/ 6796476 h 6858000"/>
              <a:gd name="connsiteX331" fmla="*/ 3276071 w 7467600"/>
              <a:gd name="connsiteY331" fmla="*/ 6858000 h 6858000"/>
              <a:gd name="connsiteX332" fmla="*/ 3240805 w 7467600"/>
              <a:gd name="connsiteY332" fmla="*/ 6858000 h 6858000"/>
              <a:gd name="connsiteX333" fmla="*/ 3275917 w 7467600"/>
              <a:gd name="connsiteY333" fmla="*/ 6783192 h 6858000"/>
              <a:gd name="connsiteX334" fmla="*/ 3399358 w 7467600"/>
              <a:gd name="connsiteY334" fmla="*/ 6469011 h 6858000"/>
              <a:gd name="connsiteX335" fmla="*/ 3425650 w 7467600"/>
              <a:gd name="connsiteY335" fmla="*/ 6381333 h 6858000"/>
              <a:gd name="connsiteX336" fmla="*/ 3460661 w 7467600"/>
              <a:gd name="connsiteY336" fmla="*/ 6266763 h 6858000"/>
              <a:gd name="connsiteX337" fmla="*/ 3518021 w 7467600"/>
              <a:gd name="connsiteY337" fmla="*/ 6117298 h 6858000"/>
              <a:gd name="connsiteX338" fmla="*/ 3554035 w 7467600"/>
              <a:gd name="connsiteY338" fmla="*/ 6027832 h 6858000"/>
              <a:gd name="connsiteX339" fmla="*/ 3677174 w 7467600"/>
              <a:gd name="connsiteY339" fmla="*/ 5636351 h 6858000"/>
              <a:gd name="connsiteX340" fmla="*/ 3698819 w 7467600"/>
              <a:gd name="connsiteY340" fmla="*/ 5560503 h 6858000"/>
              <a:gd name="connsiteX341" fmla="*/ 3702094 w 7467600"/>
              <a:gd name="connsiteY341" fmla="*/ 5549194 h 6858000"/>
              <a:gd name="connsiteX342" fmla="*/ 3398355 w 7467600"/>
              <a:gd name="connsiteY342" fmla="*/ 6094603 h 6858000"/>
              <a:gd name="connsiteX343" fmla="*/ 3193941 w 7467600"/>
              <a:gd name="connsiteY343" fmla="*/ 6798775 h 6858000"/>
              <a:gd name="connsiteX344" fmla="*/ 3184140 w 7467600"/>
              <a:gd name="connsiteY344" fmla="*/ 6858000 h 6858000"/>
              <a:gd name="connsiteX345" fmla="*/ 3099978 w 7467600"/>
              <a:gd name="connsiteY345" fmla="*/ 6858000 h 6858000"/>
              <a:gd name="connsiteX346" fmla="*/ 3101556 w 7467600"/>
              <a:gd name="connsiteY346" fmla="*/ 6843337 h 6858000"/>
              <a:gd name="connsiteX347" fmla="*/ 3370162 w 7467600"/>
              <a:gd name="connsiteY347" fmla="*/ 5785550 h 6858000"/>
              <a:gd name="connsiteX348" fmla="*/ 3746477 w 7467600"/>
              <a:gd name="connsiteY348" fmla="*/ 5377889 h 6858000"/>
              <a:gd name="connsiteX349" fmla="*/ 3863399 w 7467600"/>
              <a:gd name="connsiteY349" fmla="*/ 5087257 h 6858000"/>
              <a:gd name="connsiteX350" fmla="*/ 3968712 w 7467600"/>
              <a:gd name="connsiteY350" fmla="*/ 4913989 h 6858000"/>
              <a:gd name="connsiteX351" fmla="*/ 2792390 w 7467600"/>
              <a:gd name="connsiteY351" fmla="*/ 5382974 h 6858000"/>
              <a:gd name="connsiteX352" fmla="*/ 2714982 w 7467600"/>
              <a:gd name="connsiteY352" fmla="*/ 5427051 h 6858000"/>
              <a:gd name="connsiteX353" fmla="*/ 2813361 w 7467600"/>
              <a:gd name="connsiteY353" fmla="*/ 6023912 h 6858000"/>
              <a:gd name="connsiteX354" fmla="*/ 2688430 w 7467600"/>
              <a:gd name="connsiteY354" fmla="*/ 6801564 h 6858000"/>
              <a:gd name="connsiteX355" fmla="*/ 2629626 w 7467600"/>
              <a:gd name="connsiteY355" fmla="*/ 6763394 h 6858000"/>
              <a:gd name="connsiteX356" fmla="*/ 2565328 w 7467600"/>
              <a:gd name="connsiteY356" fmla="*/ 5516399 h 6858000"/>
              <a:gd name="connsiteX357" fmla="*/ 1922999 w 7467600"/>
              <a:gd name="connsiteY357" fmla="*/ 5980343 h 6858000"/>
              <a:gd name="connsiteX358" fmla="*/ 1950261 w 7467600"/>
              <a:gd name="connsiteY358" fmla="*/ 6405858 h 6858000"/>
              <a:gd name="connsiteX359" fmla="*/ 2365554 w 7467600"/>
              <a:gd name="connsiteY359" fmla="*/ 6759107 h 6858000"/>
              <a:gd name="connsiteX360" fmla="*/ 2424142 w 7467600"/>
              <a:gd name="connsiteY360" fmla="*/ 6858000 h 6858000"/>
              <a:gd name="connsiteX361" fmla="*/ 2395994 w 7467600"/>
              <a:gd name="connsiteY361" fmla="*/ 6858000 h 6858000"/>
              <a:gd name="connsiteX362" fmla="*/ 2392863 w 7467600"/>
              <a:gd name="connsiteY362" fmla="*/ 6852964 h 6858000"/>
              <a:gd name="connsiteX363" fmla="*/ 2017589 w 7467600"/>
              <a:gd name="connsiteY363" fmla="*/ 6493982 h 6858000"/>
              <a:gd name="connsiteX364" fmla="*/ 2147336 w 7467600"/>
              <a:gd name="connsiteY364" fmla="*/ 6594052 h 6858000"/>
              <a:gd name="connsiteX365" fmla="*/ 2207047 w 7467600"/>
              <a:gd name="connsiteY365" fmla="*/ 6654540 h 6858000"/>
              <a:gd name="connsiteX366" fmla="*/ 2299106 w 7467600"/>
              <a:gd name="connsiteY366" fmla="*/ 6778931 h 6858000"/>
              <a:gd name="connsiteX367" fmla="*/ 2314430 w 7467600"/>
              <a:gd name="connsiteY367" fmla="*/ 6801144 h 6858000"/>
              <a:gd name="connsiteX368" fmla="*/ 2352406 w 7467600"/>
              <a:gd name="connsiteY368" fmla="*/ 6858000 h 6858000"/>
              <a:gd name="connsiteX369" fmla="*/ 2314492 w 7467600"/>
              <a:gd name="connsiteY369" fmla="*/ 6858000 h 6858000"/>
              <a:gd name="connsiteX370" fmla="*/ 2288095 w 7467600"/>
              <a:gd name="connsiteY370" fmla="*/ 6818030 h 6858000"/>
              <a:gd name="connsiteX371" fmla="*/ 2272768 w 7467600"/>
              <a:gd name="connsiteY371" fmla="*/ 6795822 h 6858000"/>
              <a:gd name="connsiteX372" fmla="*/ 2182715 w 7467600"/>
              <a:gd name="connsiteY372" fmla="*/ 6675071 h 6858000"/>
              <a:gd name="connsiteX373" fmla="*/ 2032061 w 7467600"/>
              <a:gd name="connsiteY373" fmla="*/ 6541380 h 6858000"/>
              <a:gd name="connsiteX374" fmla="*/ 2257220 w 7467600"/>
              <a:gd name="connsiteY374" fmla="*/ 6826257 h 6858000"/>
              <a:gd name="connsiteX375" fmla="*/ 2281324 w 7467600"/>
              <a:gd name="connsiteY375" fmla="*/ 6858000 h 6858000"/>
              <a:gd name="connsiteX376" fmla="*/ 2242860 w 7467600"/>
              <a:gd name="connsiteY376" fmla="*/ 6858000 h 6858000"/>
              <a:gd name="connsiteX377" fmla="*/ 2232818 w 7467600"/>
              <a:gd name="connsiteY377" fmla="*/ 6844926 h 6858000"/>
              <a:gd name="connsiteX378" fmla="*/ 1990172 w 7467600"/>
              <a:gd name="connsiteY378" fmla="*/ 6542121 h 6858000"/>
              <a:gd name="connsiteX379" fmla="*/ 2124090 w 7467600"/>
              <a:gd name="connsiteY379" fmla="*/ 6761017 h 6858000"/>
              <a:gd name="connsiteX380" fmla="*/ 2200380 w 7467600"/>
              <a:gd name="connsiteY380" fmla="*/ 6858000 h 6858000"/>
              <a:gd name="connsiteX381" fmla="*/ 2147507 w 7467600"/>
              <a:gd name="connsiteY381" fmla="*/ 6858000 h 6858000"/>
              <a:gd name="connsiteX382" fmla="*/ 2070668 w 7467600"/>
              <a:gd name="connsiteY382" fmla="*/ 6761520 h 6858000"/>
              <a:gd name="connsiteX383" fmla="*/ 1975142 w 7467600"/>
              <a:gd name="connsiteY383" fmla="*/ 6585570 h 6858000"/>
              <a:gd name="connsiteX384" fmla="*/ 2050035 w 7467600"/>
              <a:gd name="connsiteY384" fmla="*/ 6813345 h 6858000"/>
              <a:gd name="connsiteX385" fmla="*/ 2063025 w 7467600"/>
              <a:gd name="connsiteY385" fmla="*/ 6858000 h 6858000"/>
              <a:gd name="connsiteX386" fmla="*/ 2021675 w 7467600"/>
              <a:gd name="connsiteY386" fmla="*/ 6858000 h 6858000"/>
              <a:gd name="connsiteX387" fmla="*/ 2019308 w 7467600"/>
              <a:gd name="connsiteY387" fmla="*/ 6847118 h 6858000"/>
              <a:gd name="connsiteX388" fmla="*/ 1938835 w 7467600"/>
              <a:gd name="connsiteY388" fmla="*/ 6551160 h 6858000"/>
              <a:gd name="connsiteX389" fmla="*/ 1953230 w 7467600"/>
              <a:gd name="connsiteY389" fmla="*/ 6759699 h 6858000"/>
              <a:gd name="connsiteX390" fmla="*/ 1956763 w 7467600"/>
              <a:gd name="connsiteY390" fmla="*/ 6778191 h 6858000"/>
              <a:gd name="connsiteX391" fmla="*/ 1967925 w 7467600"/>
              <a:gd name="connsiteY391" fmla="*/ 6858000 h 6858000"/>
              <a:gd name="connsiteX392" fmla="*/ 1936622 w 7467600"/>
              <a:gd name="connsiteY392" fmla="*/ 6858000 h 6858000"/>
              <a:gd name="connsiteX393" fmla="*/ 1926261 w 7467600"/>
              <a:gd name="connsiteY393" fmla="*/ 6784064 h 6858000"/>
              <a:gd name="connsiteX394" fmla="*/ 1922724 w 7467600"/>
              <a:gd name="connsiteY394" fmla="*/ 6765577 h 6858000"/>
              <a:gd name="connsiteX395" fmla="*/ 1904650 w 7467600"/>
              <a:gd name="connsiteY395" fmla="*/ 6639616 h 6858000"/>
              <a:gd name="connsiteX396" fmla="*/ 1885273 w 7467600"/>
              <a:gd name="connsiteY396" fmla="*/ 6858000 h 6858000"/>
              <a:gd name="connsiteX397" fmla="*/ 1854363 w 7467600"/>
              <a:gd name="connsiteY397" fmla="*/ 6858000 h 6858000"/>
              <a:gd name="connsiteX398" fmla="*/ 1880391 w 7467600"/>
              <a:gd name="connsiteY398" fmla="*/ 6603796 h 6858000"/>
              <a:gd name="connsiteX399" fmla="*/ 1818273 w 7467600"/>
              <a:gd name="connsiteY399" fmla="*/ 6715729 h 6858000"/>
              <a:gd name="connsiteX400" fmla="*/ 1794691 w 7467600"/>
              <a:gd name="connsiteY400" fmla="*/ 6843239 h 6858000"/>
              <a:gd name="connsiteX401" fmla="*/ 1794914 w 7467600"/>
              <a:gd name="connsiteY401" fmla="*/ 6858000 h 6858000"/>
              <a:gd name="connsiteX402" fmla="*/ 1746128 w 7467600"/>
              <a:gd name="connsiteY402" fmla="*/ 6858000 h 6858000"/>
              <a:gd name="connsiteX403" fmla="*/ 1753934 w 7467600"/>
              <a:gd name="connsiteY403" fmla="*/ 6724796 h 6858000"/>
              <a:gd name="connsiteX404" fmla="*/ 1792053 w 7467600"/>
              <a:gd name="connsiteY404" fmla="*/ 6572396 h 6858000"/>
              <a:gd name="connsiteX405" fmla="*/ 1862248 w 7467600"/>
              <a:gd name="connsiteY405" fmla="*/ 6266397 h 6858000"/>
              <a:gd name="connsiteX406" fmla="*/ 1862250 w 7467600"/>
              <a:gd name="connsiteY406" fmla="*/ 6033531 h 6858000"/>
              <a:gd name="connsiteX407" fmla="*/ 1211999 w 7467600"/>
              <a:gd name="connsiteY407" fmla="*/ 6683610 h 6858000"/>
              <a:gd name="connsiteX408" fmla="*/ 1213266 w 7467600"/>
              <a:gd name="connsiteY408" fmla="*/ 6691947 h 6858000"/>
              <a:gd name="connsiteX409" fmla="*/ 1203370 w 7467600"/>
              <a:gd name="connsiteY409" fmla="*/ 6850676 h 6858000"/>
              <a:gd name="connsiteX410" fmla="*/ 1203671 w 7467600"/>
              <a:gd name="connsiteY410" fmla="*/ 6858000 h 6858000"/>
              <a:gd name="connsiteX411" fmla="*/ 1143180 w 7467600"/>
              <a:gd name="connsiteY411" fmla="*/ 6858000 h 6858000"/>
              <a:gd name="connsiteX412" fmla="*/ 1142176 w 7467600"/>
              <a:gd name="connsiteY412" fmla="*/ 6766045 h 6858000"/>
              <a:gd name="connsiteX413" fmla="*/ 1067484 w 7467600"/>
              <a:gd name="connsiteY413" fmla="*/ 6858000 h 6858000"/>
              <a:gd name="connsiteX414" fmla="*/ 953928 w 7467600"/>
              <a:gd name="connsiteY414" fmla="*/ 6858000 h 6858000"/>
              <a:gd name="connsiteX415" fmla="*/ 959715 w 7467600"/>
              <a:gd name="connsiteY415" fmla="*/ 6850185 h 6858000"/>
              <a:gd name="connsiteX416" fmla="*/ 1483788 w 7467600"/>
              <a:gd name="connsiteY416" fmla="*/ 6259174 h 6858000"/>
              <a:gd name="connsiteX417" fmla="*/ 1100671 w 7467600"/>
              <a:gd name="connsiteY417" fmla="*/ 6252137 h 6858000"/>
              <a:gd name="connsiteX418" fmla="*/ 1090144 w 7467600"/>
              <a:gd name="connsiteY418" fmla="*/ 6256748 h 6858000"/>
              <a:gd name="connsiteX419" fmla="*/ 1095872 w 7467600"/>
              <a:gd name="connsiteY419" fmla="*/ 6271892 h 6858000"/>
              <a:gd name="connsiteX420" fmla="*/ 262785 w 7467600"/>
              <a:gd name="connsiteY420" fmla="*/ 6845450 h 6858000"/>
              <a:gd name="connsiteX421" fmla="*/ 209968 w 7467600"/>
              <a:gd name="connsiteY421" fmla="*/ 6770713 h 6858000"/>
              <a:gd name="connsiteX422" fmla="*/ 873460 w 7467600"/>
              <a:gd name="connsiteY422" fmla="*/ 6253768 h 6858000"/>
              <a:gd name="connsiteX423" fmla="*/ 192686 w 7467600"/>
              <a:gd name="connsiteY423" fmla="*/ 5849257 h 6858000"/>
              <a:gd name="connsiteX424" fmla="*/ 4696 w 7467600"/>
              <a:gd name="connsiteY424" fmla="*/ 5697668 h 6858000"/>
              <a:gd name="connsiteX425" fmla="*/ 0 w 7467600"/>
              <a:gd name="connsiteY425" fmla="*/ 5689984 h 6858000"/>
              <a:gd name="connsiteX426" fmla="*/ 0 w 7467600"/>
              <a:gd name="connsiteY426" fmla="*/ 5513472 h 6858000"/>
              <a:gd name="connsiteX427" fmla="*/ 174101 w 7467600"/>
              <a:gd name="connsiteY427" fmla="*/ 5620277 h 6858000"/>
              <a:gd name="connsiteX428" fmla="*/ 891800 w 7467600"/>
              <a:gd name="connsiteY428" fmla="*/ 6036935 h 6858000"/>
              <a:gd name="connsiteX429" fmla="*/ 1072219 w 7467600"/>
              <a:gd name="connsiteY429" fmla="*/ 6169443 h 6858000"/>
              <a:gd name="connsiteX430" fmla="*/ 1074117 w 7467600"/>
              <a:gd name="connsiteY430" fmla="*/ 6170301 h 6858000"/>
              <a:gd name="connsiteX431" fmla="*/ 1083114 w 7467600"/>
              <a:gd name="connsiteY431" fmla="*/ 6174131 h 6858000"/>
              <a:gd name="connsiteX432" fmla="*/ 1543010 w 7467600"/>
              <a:gd name="connsiteY432" fmla="*/ 6191140 h 6858000"/>
              <a:gd name="connsiteX433" fmla="*/ 1551080 w 7467600"/>
              <a:gd name="connsiteY433" fmla="*/ 6195006 h 6858000"/>
              <a:gd name="connsiteX434" fmla="*/ 2345443 w 7467600"/>
              <a:gd name="connsiteY434" fmla="*/ 5549882 h 6858000"/>
              <a:gd name="connsiteX435" fmla="*/ 1721499 w 7467600"/>
              <a:gd name="connsiteY435" fmla="*/ 5599969 h 6858000"/>
              <a:gd name="connsiteX436" fmla="*/ 767716 w 7467600"/>
              <a:gd name="connsiteY436" fmla="*/ 5472768 h 6858000"/>
              <a:gd name="connsiteX437" fmla="*/ 722147 w 7467600"/>
              <a:gd name="connsiteY437" fmla="*/ 5393091 h 6858000"/>
              <a:gd name="connsiteX438" fmla="*/ 1485552 w 7467600"/>
              <a:gd name="connsiteY438" fmla="*/ 5313202 h 6858000"/>
              <a:gd name="connsiteX439" fmla="*/ 2143004 w 7467600"/>
              <a:gd name="connsiteY439" fmla="*/ 5402420 h 6858000"/>
              <a:gd name="connsiteX440" fmla="*/ 1933391 w 7467600"/>
              <a:gd name="connsiteY440" fmla="*/ 5156971 h 6858000"/>
              <a:gd name="connsiteX441" fmla="*/ 1827118 w 7467600"/>
              <a:gd name="connsiteY441" fmla="*/ 4968410 h 6858000"/>
              <a:gd name="connsiteX442" fmla="*/ 1837349 w 7467600"/>
              <a:gd name="connsiteY442" fmla="*/ 4956357 h 6858000"/>
              <a:gd name="connsiteX443" fmla="*/ 2162835 w 7467600"/>
              <a:gd name="connsiteY443" fmla="*/ 5187853 h 6858000"/>
              <a:gd name="connsiteX444" fmla="*/ 2257167 w 7467600"/>
              <a:gd name="connsiteY444" fmla="*/ 5462123 h 6858000"/>
              <a:gd name="connsiteX445" fmla="*/ 2261598 w 7467600"/>
              <a:gd name="connsiteY445" fmla="*/ 5467998 h 6858000"/>
              <a:gd name="connsiteX446" fmla="*/ 2437177 w 7467600"/>
              <a:gd name="connsiteY446" fmla="*/ 5479608 h 6858000"/>
              <a:gd name="connsiteX447" fmla="*/ 2445247 w 7467600"/>
              <a:gd name="connsiteY447" fmla="*/ 5483476 h 6858000"/>
              <a:gd name="connsiteX448" fmla="*/ 2743626 w 7467600"/>
              <a:gd name="connsiteY448" fmla="*/ 5304819 h 6858000"/>
              <a:gd name="connsiteX449" fmla="*/ 3048102 w 7467600"/>
              <a:gd name="connsiteY449" fmla="*/ 5150595 h 6858000"/>
              <a:gd name="connsiteX450" fmla="*/ 1799414 w 7467600"/>
              <a:gd name="connsiteY450" fmla="*/ 4694732 h 6858000"/>
              <a:gd name="connsiteX451" fmla="*/ 1771735 w 7467600"/>
              <a:gd name="connsiteY451" fmla="*/ 4619929 h 6858000"/>
              <a:gd name="connsiteX452" fmla="*/ 3104273 w 7467600"/>
              <a:gd name="connsiteY452" fmla="*/ 5076159 h 6858000"/>
              <a:gd name="connsiteX453" fmla="*/ 3113245 w 7467600"/>
              <a:gd name="connsiteY453" fmla="*/ 5090705 h 6858000"/>
              <a:gd name="connsiteX454" fmla="*/ 3126294 w 7467600"/>
              <a:gd name="connsiteY454" fmla="*/ 5114400 h 6858000"/>
              <a:gd name="connsiteX455" fmla="*/ 3937433 w 7467600"/>
              <a:gd name="connsiteY455" fmla="*/ 4830473 h 6858000"/>
              <a:gd name="connsiteX456" fmla="*/ 3590475 w 7467600"/>
              <a:gd name="connsiteY456" fmla="*/ 4597974 h 6858000"/>
              <a:gd name="connsiteX457" fmla="*/ 3100264 w 7467600"/>
              <a:gd name="connsiteY457" fmla="*/ 4579845 h 6858000"/>
              <a:gd name="connsiteX458" fmla="*/ 2183576 w 7467600"/>
              <a:gd name="connsiteY458" fmla="*/ 4227150 h 6858000"/>
              <a:gd name="connsiteX459" fmla="*/ 2151029 w 7467600"/>
              <a:gd name="connsiteY459" fmla="*/ 4146947 h 6858000"/>
              <a:gd name="connsiteX460" fmla="*/ 3563434 w 7467600"/>
              <a:gd name="connsiteY460" fmla="*/ 4469115 h 6858000"/>
              <a:gd name="connsiteX461" fmla="*/ 3177952 w 7467600"/>
              <a:gd name="connsiteY461" fmla="*/ 3657386 h 6858000"/>
              <a:gd name="connsiteX462" fmla="*/ 3189263 w 7467600"/>
              <a:gd name="connsiteY462" fmla="*/ 3625726 h 6858000"/>
              <a:gd name="connsiteX463" fmla="*/ 3560912 w 7467600"/>
              <a:gd name="connsiteY463" fmla="*/ 4079863 h 6858000"/>
              <a:gd name="connsiteX464" fmla="*/ 3626636 w 7467600"/>
              <a:gd name="connsiteY464" fmla="*/ 4512230 h 6858000"/>
              <a:gd name="connsiteX465" fmla="*/ 3653088 w 7467600"/>
              <a:gd name="connsiteY465" fmla="*/ 4521417 h 6858000"/>
              <a:gd name="connsiteX466" fmla="*/ 3988128 w 7467600"/>
              <a:gd name="connsiteY466" fmla="*/ 4817267 h 6858000"/>
              <a:gd name="connsiteX467" fmla="*/ 4830582 w 7467600"/>
              <a:gd name="connsiteY467" fmla="*/ 4676000 h 6858000"/>
              <a:gd name="connsiteX468" fmla="*/ 4830100 w 7467600"/>
              <a:gd name="connsiteY468" fmla="*/ 4675554 h 6858000"/>
              <a:gd name="connsiteX469" fmla="*/ 4036318 w 7467600"/>
              <a:gd name="connsiteY469" fmla="*/ 4147013 h 6858000"/>
              <a:gd name="connsiteX470" fmla="*/ 3432098 w 7467600"/>
              <a:gd name="connsiteY470" fmla="*/ 3537312 h 6858000"/>
              <a:gd name="connsiteX471" fmla="*/ 3446761 w 7467600"/>
              <a:gd name="connsiteY471" fmla="*/ 3461278 h 6858000"/>
              <a:gd name="connsiteX472" fmla="*/ 4419733 w 7467600"/>
              <a:gd name="connsiteY472" fmla="*/ 3963555 h 6858000"/>
              <a:gd name="connsiteX473" fmla="*/ 4781371 w 7467600"/>
              <a:gd name="connsiteY473" fmla="*/ 4458604 h 6858000"/>
              <a:gd name="connsiteX474" fmla="*/ 4780440 w 7467600"/>
              <a:gd name="connsiteY474" fmla="*/ 4470290 h 6858000"/>
              <a:gd name="connsiteX475" fmla="*/ 4898954 w 7467600"/>
              <a:gd name="connsiteY475" fmla="*/ 4662092 h 6858000"/>
              <a:gd name="connsiteX476" fmla="*/ 4900699 w 7467600"/>
              <a:gd name="connsiteY476" fmla="*/ 4670867 h 6858000"/>
              <a:gd name="connsiteX477" fmla="*/ 5714511 w 7467600"/>
              <a:gd name="connsiteY477" fmla="*/ 4663483 h 6858000"/>
              <a:gd name="connsiteX478" fmla="*/ 5464793 w 7467600"/>
              <a:gd name="connsiteY478" fmla="*/ 4393556 h 6858000"/>
              <a:gd name="connsiteX479" fmla="*/ 5461897 w 7467600"/>
              <a:gd name="connsiteY479" fmla="*/ 4390879 h 6858000"/>
              <a:gd name="connsiteX480" fmla="*/ 4294126 w 7467600"/>
              <a:gd name="connsiteY480" fmla="*/ 3303048 h 6858000"/>
              <a:gd name="connsiteX481" fmla="*/ 4305321 w 7467600"/>
              <a:gd name="connsiteY481" fmla="*/ 3256953 h 6858000"/>
              <a:gd name="connsiteX482" fmla="*/ 4949299 w 7467600"/>
              <a:gd name="connsiteY482" fmla="*/ 3766336 h 6858000"/>
              <a:gd name="connsiteX483" fmla="*/ 5291452 w 7467600"/>
              <a:gd name="connsiteY483" fmla="*/ 4076801 h 6858000"/>
              <a:gd name="connsiteX484" fmla="*/ 5434998 w 7467600"/>
              <a:gd name="connsiteY484" fmla="*/ 4254100 h 6858000"/>
              <a:gd name="connsiteX485" fmla="*/ 5351015 w 7467600"/>
              <a:gd name="connsiteY485" fmla="*/ 3760989 h 6858000"/>
              <a:gd name="connsiteX486" fmla="*/ 5413780 w 7467600"/>
              <a:gd name="connsiteY486" fmla="*/ 2966265 h 6858000"/>
              <a:gd name="connsiteX487" fmla="*/ 5425627 w 7467600"/>
              <a:gd name="connsiteY487" fmla="*/ 2954192 h 6858000"/>
              <a:gd name="connsiteX488" fmla="*/ 6604735 w 7467600"/>
              <a:gd name="connsiteY488" fmla="*/ 2041381 h 6858000"/>
              <a:gd name="connsiteX489" fmla="*/ 7204487 w 7467600"/>
              <a:gd name="connsiteY489" fmla="*/ 2742112 h 6858000"/>
              <a:gd name="connsiteX490" fmla="*/ 7131592 w 7467600"/>
              <a:gd name="connsiteY490" fmla="*/ 2672096 h 6858000"/>
              <a:gd name="connsiteX491" fmla="*/ 6996344 w 7467600"/>
              <a:gd name="connsiteY491" fmla="*/ 2518310 h 6858000"/>
              <a:gd name="connsiteX492" fmla="*/ 6735495 w 7467600"/>
              <a:gd name="connsiteY492" fmla="*/ 2196890 h 6858000"/>
              <a:gd name="connsiteX493" fmla="*/ 6721901 w 7467600"/>
              <a:gd name="connsiteY493" fmla="*/ 2179274 h 6858000"/>
              <a:gd name="connsiteX494" fmla="*/ 6604735 w 7467600"/>
              <a:gd name="connsiteY494" fmla="*/ 2041381 h 6858000"/>
              <a:gd name="connsiteX495" fmla="*/ 6591670 w 7467600"/>
              <a:gd name="connsiteY495" fmla="*/ 1988277 h 6858000"/>
              <a:gd name="connsiteX496" fmla="*/ 6747349 w 7467600"/>
              <a:gd name="connsiteY496" fmla="*/ 2160069 h 6858000"/>
              <a:gd name="connsiteX497" fmla="*/ 6760943 w 7467600"/>
              <a:gd name="connsiteY497" fmla="*/ 2177686 h 6858000"/>
              <a:gd name="connsiteX498" fmla="*/ 7021065 w 7467600"/>
              <a:gd name="connsiteY498" fmla="*/ 2498102 h 6858000"/>
              <a:gd name="connsiteX499" fmla="*/ 7155223 w 7467600"/>
              <a:gd name="connsiteY499" fmla="*/ 2650386 h 6858000"/>
              <a:gd name="connsiteX500" fmla="*/ 7203167 w 7467600"/>
              <a:gd name="connsiteY500" fmla="*/ 2697288 h 6858000"/>
              <a:gd name="connsiteX501" fmla="*/ 6937703 w 7467600"/>
              <a:gd name="connsiteY501" fmla="*/ 2321981 h 6858000"/>
              <a:gd name="connsiteX502" fmla="*/ 6591670 w 7467600"/>
              <a:gd name="connsiteY502" fmla="*/ 1988277 h 6858000"/>
              <a:gd name="connsiteX503" fmla="*/ 5798671 w 7467600"/>
              <a:gd name="connsiteY503" fmla="*/ 1981601 h 6858000"/>
              <a:gd name="connsiteX504" fmla="*/ 5754709 w 7467600"/>
              <a:gd name="connsiteY504" fmla="*/ 2071454 h 6858000"/>
              <a:gd name="connsiteX505" fmla="*/ 5763044 w 7467600"/>
              <a:gd name="connsiteY505" fmla="*/ 2842206 h 6858000"/>
              <a:gd name="connsiteX506" fmla="*/ 5764974 w 7467600"/>
              <a:gd name="connsiteY506" fmla="*/ 2799609 h 6858000"/>
              <a:gd name="connsiteX507" fmla="*/ 5767665 w 7467600"/>
              <a:gd name="connsiteY507" fmla="*/ 2666409 h 6858000"/>
              <a:gd name="connsiteX508" fmla="*/ 5763055 w 7467600"/>
              <a:gd name="connsiteY508" fmla="*/ 2579705 h 6858000"/>
              <a:gd name="connsiteX509" fmla="*/ 5758079 w 7467600"/>
              <a:gd name="connsiteY509" fmla="*/ 2492508 h 6858000"/>
              <a:gd name="connsiteX510" fmla="*/ 5779325 w 7467600"/>
              <a:gd name="connsiteY510" fmla="*/ 2197069 h 6858000"/>
              <a:gd name="connsiteX511" fmla="*/ 5798671 w 7467600"/>
              <a:gd name="connsiteY511" fmla="*/ 1981601 h 6858000"/>
              <a:gd name="connsiteX512" fmla="*/ 5829202 w 7467600"/>
              <a:gd name="connsiteY512" fmla="*/ 1971679 h 6858000"/>
              <a:gd name="connsiteX513" fmla="*/ 5809558 w 7467600"/>
              <a:gd name="connsiteY513" fmla="*/ 2198043 h 6858000"/>
              <a:gd name="connsiteX514" fmla="*/ 5788653 w 7467600"/>
              <a:gd name="connsiteY514" fmla="*/ 2489430 h 6858000"/>
              <a:gd name="connsiteX515" fmla="*/ 5793439 w 7467600"/>
              <a:gd name="connsiteY515" fmla="*/ 2575235 h 6858000"/>
              <a:gd name="connsiteX516" fmla="*/ 5796837 w 7467600"/>
              <a:gd name="connsiteY516" fmla="*/ 2637633 h 6858000"/>
              <a:gd name="connsiteX517" fmla="*/ 5818614 w 7467600"/>
              <a:gd name="connsiteY517" fmla="*/ 2473055 h 6858000"/>
              <a:gd name="connsiteX518" fmla="*/ 5829202 w 7467600"/>
              <a:gd name="connsiteY518" fmla="*/ 1971679 h 6858000"/>
              <a:gd name="connsiteX519" fmla="*/ 5911389 w 7467600"/>
              <a:gd name="connsiteY519" fmla="*/ 1898371 h 6858000"/>
              <a:gd name="connsiteX520" fmla="*/ 6237627 w 7467600"/>
              <a:gd name="connsiteY520" fmla="*/ 2231921 h 6858000"/>
              <a:gd name="connsiteX521" fmla="*/ 5911389 w 7467600"/>
              <a:gd name="connsiteY521" fmla="*/ 1898371 h 6858000"/>
              <a:gd name="connsiteX522" fmla="*/ 6944437 w 7467600"/>
              <a:gd name="connsiteY522" fmla="*/ 1575402 h 6858000"/>
              <a:gd name="connsiteX523" fmla="*/ 6304730 w 7467600"/>
              <a:gd name="connsiteY523" fmla="*/ 1766654 h 6858000"/>
              <a:gd name="connsiteX524" fmla="*/ 6944437 w 7467600"/>
              <a:gd name="connsiteY524" fmla="*/ 1575402 h 6858000"/>
              <a:gd name="connsiteX525" fmla="*/ 7019523 w 7467600"/>
              <a:gd name="connsiteY525" fmla="*/ 1519450 h 6858000"/>
              <a:gd name="connsiteX526" fmla="*/ 6298091 w 7467600"/>
              <a:gd name="connsiteY526" fmla="*/ 1737122 h 6858000"/>
              <a:gd name="connsiteX527" fmla="*/ 7019523 w 7467600"/>
              <a:gd name="connsiteY527" fmla="*/ 1519450 h 6858000"/>
              <a:gd name="connsiteX528" fmla="*/ 2399523 w 7467600"/>
              <a:gd name="connsiteY528" fmla="*/ 1428234 h 6858000"/>
              <a:gd name="connsiteX529" fmla="*/ 2224982 w 7467600"/>
              <a:gd name="connsiteY529" fmla="*/ 1826201 h 6858000"/>
              <a:gd name="connsiteX530" fmla="*/ 2096099 w 7467600"/>
              <a:gd name="connsiteY530" fmla="*/ 2345900 h 6858000"/>
              <a:gd name="connsiteX531" fmla="*/ 2283317 w 7467600"/>
              <a:gd name="connsiteY531" fmla="*/ 1796925 h 6858000"/>
              <a:gd name="connsiteX532" fmla="*/ 2399523 w 7467600"/>
              <a:gd name="connsiteY532" fmla="*/ 1428234 h 6858000"/>
              <a:gd name="connsiteX533" fmla="*/ 2448558 w 7467600"/>
              <a:gd name="connsiteY533" fmla="*/ 1373435 h 6858000"/>
              <a:gd name="connsiteX534" fmla="*/ 2312521 w 7467600"/>
              <a:gd name="connsiteY534" fmla="*/ 1806140 h 6858000"/>
              <a:gd name="connsiteX535" fmla="*/ 2127533 w 7467600"/>
              <a:gd name="connsiteY535" fmla="*/ 2348380 h 6858000"/>
              <a:gd name="connsiteX536" fmla="*/ 2358080 w 7467600"/>
              <a:gd name="connsiteY536" fmla="*/ 1866134 h 6858000"/>
              <a:gd name="connsiteX537" fmla="*/ 2407436 w 7467600"/>
              <a:gd name="connsiteY537" fmla="*/ 1651070 h 6858000"/>
              <a:gd name="connsiteX538" fmla="*/ 2448558 w 7467600"/>
              <a:gd name="connsiteY538" fmla="*/ 1373435 h 6858000"/>
              <a:gd name="connsiteX539" fmla="*/ 278707 w 7467600"/>
              <a:gd name="connsiteY539" fmla="*/ 1352270 h 6858000"/>
              <a:gd name="connsiteX540" fmla="*/ 321570 w 7467600"/>
              <a:gd name="connsiteY540" fmla="*/ 1861610 h 6858000"/>
              <a:gd name="connsiteX541" fmla="*/ 294281 w 7467600"/>
              <a:gd name="connsiteY541" fmla="*/ 1440658 h 6858000"/>
              <a:gd name="connsiteX542" fmla="*/ 278707 w 7467600"/>
              <a:gd name="connsiteY542" fmla="*/ 1352270 h 6858000"/>
              <a:gd name="connsiteX543" fmla="*/ 1423821 w 7467600"/>
              <a:gd name="connsiteY543" fmla="*/ 1351958 h 6858000"/>
              <a:gd name="connsiteX544" fmla="*/ 1638521 w 7467600"/>
              <a:gd name="connsiteY544" fmla="*/ 1908470 h 6858000"/>
              <a:gd name="connsiteX545" fmla="*/ 1754199 w 7467600"/>
              <a:gd name="connsiteY545" fmla="*/ 2149284 h 6858000"/>
              <a:gd name="connsiteX546" fmla="*/ 1908359 w 7467600"/>
              <a:gd name="connsiteY546" fmla="*/ 2364988 h 6858000"/>
              <a:gd name="connsiteX547" fmla="*/ 1647661 w 7467600"/>
              <a:gd name="connsiteY547" fmla="*/ 1825945 h 6858000"/>
              <a:gd name="connsiteX548" fmla="*/ 1423821 w 7467600"/>
              <a:gd name="connsiteY548" fmla="*/ 1351958 h 6858000"/>
              <a:gd name="connsiteX549" fmla="*/ 1431890 w 7467600"/>
              <a:gd name="connsiteY549" fmla="*/ 1306475 h 6858000"/>
              <a:gd name="connsiteX550" fmla="*/ 1507597 w 7467600"/>
              <a:gd name="connsiteY550" fmla="*/ 1446132 h 6858000"/>
              <a:gd name="connsiteX551" fmla="*/ 1674586 w 7467600"/>
              <a:gd name="connsiteY551" fmla="*/ 1813832 h 6858000"/>
              <a:gd name="connsiteX552" fmla="*/ 1815950 w 7467600"/>
              <a:gd name="connsiteY552" fmla="*/ 2128564 h 6858000"/>
              <a:gd name="connsiteX553" fmla="*/ 1984242 w 7467600"/>
              <a:gd name="connsiteY553" fmla="*/ 2430829 h 6858000"/>
              <a:gd name="connsiteX554" fmla="*/ 2014023 w 7467600"/>
              <a:gd name="connsiteY554" fmla="*/ 2450995 h 6858000"/>
              <a:gd name="connsiteX555" fmla="*/ 1747337 w 7467600"/>
              <a:gd name="connsiteY555" fmla="*/ 1855264 h 6858000"/>
              <a:gd name="connsiteX556" fmla="*/ 1533749 w 7467600"/>
              <a:gd name="connsiteY556" fmla="*/ 1478656 h 6858000"/>
              <a:gd name="connsiteX557" fmla="*/ 1431890 w 7467600"/>
              <a:gd name="connsiteY557" fmla="*/ 1306475 h 6858000"/>
              <a:gd name="connsiteX558" fmla="*/ 5052692 w 7467600"/>
              <a:gd name="connsiteY558" fmla="*/ 1292994 h 6858000"/>
              <a:gd name="connsiteX559" fmla="*/ 5200661 w 7467600"/>
              <a:gd name="connsiteY559" fmla="*/ 1635186 h 6858000"/>
              <a:gd name="connsiteX560" fmla="*/ 5297138 w 7467600"/>
              <a:gd name="connsiteY560" fmla="*/ 1906351 h 6858000"/>
              <a:gd name="connsiteX561" fmla="*/ 5052692 w 7467600"/>
              <a:gd name="connsiteY561" fmla="*/ 1292994 h 6858000"/>
              <a:gd name="connsiteX562" fmla="*/ 5009948 w 7467600"/>
              <a:gd name="connsiteY562" fmla="*/ 1273619 h 6858000"/>
              <a:gd name="connsiteX563" fmla="*/ 5121777 w 7467600"/>
              <a:gd name="connsiteY563" fmla="*/ 1654213 h 6858000"/>
              <a:gd name="connsiteX564" fmla="*/ 5293545 w 7467600"/>
              <a:gd name="connsiteY564" fmla="*/ 2072247 h 6858000"/>
              <a:gd name="connsiteX565" fmla="*/ 5294042 w 7467600"/>
              <a:gd name="connsiteY565" fmla="*/ 2065019 h 6858000"/>
              <a:gd name="connsiteX566" fmla="*/ 5171936 w 7467600"/>
              <a:gd name="connsiteY566" fmla="*/ 1647613 h 6858000"/>
              <a:gd name="connsiteX567" fmla="*/ 5009948 w 7467600"/>
              <a:gd name="connsiteY567" fmla="*/ 1273619 h 6858000"/>
              <a:gd name="connsiteX568" fmla="*/ 655236 w 7467600"/>
              <a:gd name="connsiteY568" fmla="*/ 1268632 h 6858000"/>
              <a:gd name="connsiteX569" fmla="*/ 839521 w 7467600"/>
              <a:gd name="connsiteY569" fmla="*/ 1685315 h 6858000"/>
              <a:gd name="connsiteX570" fmla="*/ 1109416 w 7467600"/>
              <a:gd name="connsiteY570" fmla="*/ 2061663 h 6858000"/>
              <a:gd name="connsiteX571" fmla="*/ 1298300 w 7467600"/>
              <a:gd name="connsiteY571" fmla="*/ 2247742 h 6858000"/>
              <a:gd name="connsiteX572" fmla="*/ 1125871 w 7467600"/>
              <a:gd name="connsiteY572" fmla="*/ 1989513 h 6858000"/>
              <a:gd name="connsiteX573" fmla="*/ 981574 w 7467600"/>
              <a:gd name="connsiteY573" fmla="*/ 1783157 h 6858000"/>
              <a:gd name="connsiteX574" fmla="*/ 922198 w 7467600"/>
              <a:gd name="connsiteY574" fmla="*/ 1677437 h 6858000"/>
              <a:gd name="connsiteX575" fmla="*/ 869293 w 7467600"/>
              <a:gd name="connsiteY575" fmla="*/ 1583214 h 6858000"/>
              <a:gd name="connsiteX576" fmla="*/ 751431 w 7467600"/>
              <a:gd name="connsiteY576" fmla="*/ 1405731 h 6858000"/>
              <a:gd name="connsiteX577" fmla="*/ 655236 w 7467600"/>
              <a:gd name="connsiteY577" fmla="*/ 1268632 h 6858000"/>
              <a:gd name="connsiteX578" fmla="*/ 6516292 w 7467600"/>
              <a:gd name="connsiteY578" fmla="*/ 1263064 h 6858000"/>
              <a:gd name="connsiteX579" fmla="*/ 5736320 w 7467600"/>
              <a:gd name="connsiteY579" fmla="*/ 1501803 h 6858000"/>
              <a:gd name="connsiteX580" fmla="*/ 6516292 w 7467600"/>
              <a:gd name="connsiteY580" fmla="*/ 1263064 h 6858000"/>
              <a:gd name="connsiteX581" fmla="*/ 291466 w 7467600"/>
              <a:gd name="connsiteY581" fmla="*/ 1250369 h 6858000"/>
              <a:gd name="connsiteX582" fmla="*/ 323180 w 7467600"/>
              <a:gd name="connsiteY582" fmla="*/ 1435283 h 6858000"/>
              <a:gd name="connsiteX583" fmla="*/ 349381 w 7467600"/>
              <a:gd name="connsiteY583" fmla="*/ 1875041 h 6858000"/>
              <a:gd name="connsiteX584" fmla="*/ 374363 w 7467600"/>
              <a:gd name="connsiteY584" fmla="*/ 1506494 h 6858000"/>
              <a:gd name="connsiteX585" fmla="*/ 302168 w 7467600"/>
              <a:gd name="connsiteY585" fmla="*/ 1274495 h 6858000"/>
              <a:gd name="connsiteX586" fmla="*/ 291466 w 7467600"/>
              <a:gd name="connsiteY586" fmla="*/ 1250369 h 6858000"/>
              <a:gd name="connsiteX587" fmla="*/ 678222 w 7467600"/>
              <a:gd name="connsiteY587" fmla="*/ 1248670 h 6858000"/>
              <a:gd name="connsiteX588" fmla="*/ 775536 w 7467600"/>
              <a:gd name="connsiteY588" fmla="*/ 1388015 h 6858000"/>
              <a:gd name="connsiteX589" fmla="*/ 894529 w 7467600"/>
              <a:gd name="connsiteY589" fmla="*/ 1567739 h 6858000"/>
              <a:gd name="connsiteX590" fmla="*/ 948000 w 7467600"/>
              <a:gd name="connsiteY590" fmla="*/ 1663088 h 6858000"/>
              <a:gd name="connsiteX591" fmla="*/ 1006812 w 7467600"/>
              <a:gd name="connsiteY591" fmla="*/ 1767683 h 6858000"/>
              <a:gd name="connsiteX592" fmla="*/ 1149133 w 7467600"/>
              <a:gd name="connsiteY592" fmla="*/ 1971513 h 6858000"/>
              <a:gd name="connsiteX593" fmla="*/ 1333952 w 7467600"/>
              <a:gd name="connsiteY593" fmla="*/ 2251620 h 6858000"/>
              <a:gd name="connsiteX594" fmla="*/ 1337329 w 7467600"/>
              <a:gd name="connsiteY594" fmla="*/ 2258350 h 6858000"/>
              <a:gd name="connsiteX595" fmla="*/ 1014726 w 7467600"/>
              <a:gd name="connsiteY595" fmla="*/ 1615556 h 6858000"/>
              <a:gd name="connsiteX596" fmla="*/ 678222 w 7467600"/>
              <a:gd name="connsiteY596" fmla="*/ 1248670 h 6858000"/>
              <a:gd name="connsiteX597" fmla="*/ 6691602 w 7467600"/>
              <a:gd name="connsiteY597" fmla="*/ 1140573 h 6858000"/>
              <a:gd name="connsiteX598" fmla="*/ 6571100 w 7467600"/>
              <a:gd name="connsiteY598" fmla="*/ 1183662 h 6858000"/>
              <a:gd name="connsiteX599" fmla="*/ 6241687 w 7467600"/>
              <a:gd name="connsiteY599" fmla="*/ 1257600 h 6858000"/>
              <a:gd name="connsiteX600" fmla="*/ 5693009 w 7467600"/>
              <a:gd name="connsiteY600" fmla="*/ 1478256 h 6858000"/>
              <a:gd name="connsiteX601" fmla="*/ 6548420 w 7467600"/>
              <a:gd name="connsiteY601" fmla="*/ 1214599 h 6858000"/>
              <a:gd name="connsiteX602" fmla="*/ 6605473 w 7467600"/>
              <a:gd name="connsiteY602" fmla="*/ 1184686 h 6858000"/>
              <a:gd name="connsiteX603" fmla="*/ 6691602 w 7467600"/>
              <a:gd name="connsiteY603" fmla="*/ 1140573 h 6858000"/>
              <a:gd name="connsiteX604" fmla="*/ 4002475 w 7467600"/>
              <a:gd name="connsiteY604" fmla="*/ 1037802 h 6858000"/>
              <a:gd name="connsiteX605" fmla="*/ 4000324 w 7467600"/>
              <a:gd name="connsiteY605" fmla="*/ 1039362 h 6858000"/>
              <a:gd name="connsiteX606" fmla="*/ 4002862 w 7467600"/>
              <a:gd name="connsiteY606" fmla="*/ 1042866 h 6858000"/>
              <a:gd name="connsiteX607" fmla="*/ 4002475 w 7467600"/>
              <a:gd name="connsiteY607" fmla="*/ 1037802 h 6858000"/>
              <a:gd name="connsiteX608" fmla="*/ 506322 w 7467600"/>
              <a:gd name="connsiteY608" fmla="*/ 1020997 h 6858000"/>
              <a:gd name="connsiteX609" fmla="*/ 533068 w 7467600"/>
              <a:gd name="connsiteY609" fmla="*/ 1029409 h 6858000"/>
              <a:gd name="connsiteX610" fmla="*/ 1232525 w 7467600"/>
              <a:gd name="connsiteY610" fmla="*/ 1804675 h 6858000"/>
              <a:gd name="connsiteX611" fmla="*/ 1388858 w 7467600"/>
              <a:gd name="connsiteY611" fmla="*/ 2368011 h 6858000"/>
              <a:gd name="connsiteX612" fmla="*/ 1384098 w 7467600"/>
              <a:gd name="connsiteY612" fmla="*/ 2378125 h 6858000"/>
              <a:gd name="connsiteX613" fmla="*/ 1425393 w 7467600"/>
              <a:gd name="connsiteY613" fmla="*/ 2589124 h 6858000"/>
              <a:gd name="connsiteX614" fmla="*/ 1424001 w 7467600"/>
              <a:gd name="connsiteY614" fmla="*/ 2597541 h 6858000"/>
              <a:gd name="connsiteX615" fmla="*/ 2152729 w 7467600"/>
              <a:gd name="connsiteY615" fmla="*/ 2864487 h 6858000"/>
              <a:gd name="connsiteX616" fmla="*/ 2020609 w 7467600"/>
              <a:gd name="connsiteY616" fmla="*/ 2539671 h 6858000"/>
              <a:gd name="connsiteX617" fmla="*/ 2018920 w 7467600"/>
              <a:gd name="connsiteY617" fmla="*/ 2536309 h 6858000"/>
              <a:gd name="connsiteX618" fmla="*/ 1342441 w 7467600"/>
              <a:gd name="connsiteY618" fmla="*/ 1173017 h 6858000"/>
              <a:gd name="connsiteX619" fmla="*/ 1367925 w 7467600"/>
              <a:gd name="connsiteY619" fmla="*/ 1135648 h 6858000"/>
              <a:gd name="connsiteX620" fmla="*/ 1771401 w 7467600"/>
              <a:gd name="connsiteY620" fmla="*/ 1806673 h 6858000"/>
              <a:gd name="connsiteX621" fmla="*/ 1972385 w 7467600"/>
              <a:gd name="connsiteY621" fmla="*/ 2198735 h 6858000"/>
              <a:gd name="connsiteX622" fmla="*/ 2040892 w 7467600"/>
              <a:gd name="connsiteY622" fmla="*/ 2405205 h 6858000"/>
              <a:gd name="connsiteX623" fmla="*/ 2131689 w 7467600"/>
              <a:gd name="connsiteY623" fmla="*/ 1936926 h 6858000"/>
              <a:gd name="connsiteX624" fmla="*/ 2454820 w 7467600"/>
              <a:gd name="connsiteY624" fmla="*/ 1248808 h 6858000"/>
              <a:gd name="connsiteX625" fmla="*/ 2492512 w 7467600"/>
              <a:gd name="connsiteY625" fmla="*/ 1302920 h 6858000"/>
              <a:gd name="connsiteX626" fmla="*/ 2081216 w 7467600"/>
              <a:gd name="connsiteY626" fmla="*/ 2527513 h 6858000"/>
              <a:gd name="connsiteX627" fmla="*/ 2081211 w 7467600"/>
              <a:gd name="connsiteY627" fmla="*/ 2528916 h 6858000"/>
              <a:gd name="connsiteX628" fmla="*/ 2199067 w 7467600"/>
              <a:gd name="connsiteY628" fmla="*/ 2884061 h 6858000"/>
              <a:gd name="connsiteX629" fmla="*/ 3192586 w 7467600"/>
              <a:gd name="connsiteY629" fmla="*/ 3411496 h 6858000"/>
              <a:gd name="connsiteX630" fmla="*/ 3182620 w 7467600"/>
              <a:gd name="connsiteY630" fmla="*/ 3483279 h 6858000"/>
              <a:gd name="connsiteX631" fmla="*/ 2435119 w 7467600"/>
              <a:gd name="connsiteY631" fmla="*/ 3080173 h 6858000"/>
              <a:gd name="connsiteX632" fmla="*/ 2410152 w 7467600"/>
              <a:gd name="connsiteY632" fmla="*/ 3063751 h 6858000"/>
              <a:gd name="connsiteX633" fmla="*/ 2408099 w 7467600"/>
              <a:gd name="connsiteY633" fmla="*/ 3064403 h 6858000"/>
              <a:gd name="connsiteX634" fmla="*/ 2407218 w 7467600"/>
              <a:gd name="connsiteY634" fmla="*/ 3070324 h 6858000"/>
              <a:gd name="connsiteX635" fmla="*/ 2380138 w 7467600"/>
              <a:gd name="connsiteY635" fmla="*/ 3099341 h 6858000"/>
              <a:gd name="connsiteX636" fmla="*/ 1765923 w 7467600"/>
              <a:gd name="connsiteY636" fmla="*/ 3581043 h 6858000"/>
              <a:gd name="connsiteX637" fmla="*/ 1702258 w 7467600"/>
              <a:gd name="connsiteY637" fmla="*/ 3612286 h 6858000"/>
              <a:gd name="connsiteX638" fmla="*/ 1538370 w 7467600"/>
              <a:gd name="connsiteY638" fmla="*/ 3811804 h 6858000"/>
              <a:gd name="connsiteX639" fmla="*/ 542867 w 7467600"/>
              <a:gd name="connsiteY639" fmla="*/ 4944092 h 6858000"/>
              <a:gd name="connsiteX640" fmla="*/ 515800 w 7467600"/>
              <a:gd name="connsiteY640" fmla="*/ 4862180 h 6858000"/>
              <a:gd name="connsiteX641" fmla="*/ 909145 w 7467600"/>
              <a:gd name="connsiteY641" fmla="*/ 4199225 h 6858000"/>
              <a:gd name="connsiteX642" fmla="*/ 1214067 w 7467600"/>
              <a:gd name="connsiteY642" fmla="*/ 3908561 h 6858000"/>
              <a:gd name="connsiteX643" fmla="*/ 640967 w 7467600"/>
              <a:gd name="connsiteY643" fmla="*/ 4105601 h 6858000"/>
              <a:gd name="connsiteX644" fmla="*/ 112563 w 7467600"/>
              <a:gd name="connsiteY644" fmla="*/ 4396952 h 6858000"/>
              <a:gd name="connsiteX645" fmla="*/ 0 w 7467600"/>
              <a:gd name="connsiteY645" fmla="*/ 4466006 h 6858000"/>
              <a:gd name="connsiteX646" fmla="*/ 0 w 7467600"/>
              <a:gd name="connsiteY646" fmla="*/ 4233763 h 6858000"/>
              <a:gd name="connsiteX647" fmla="*/ 36881 w 7467600"/>
              <a:gd name="connsiteY647" fmla="*/ 4200118 h 6858000"/>
              <a:gd name="connsiteX648" fmla="*/ 910534 w 7467600"/>
              <a:gd name="connsiteY648" fmla="*/ 3629753 h 6858000"/>
              <a:gd name="connsiteX649" fmla="*/ 1578717 w 7467600"/>
              <a:gd name="connsiteY649" fmla="*/ 3575982 h 6858000"/>
              <a:gd name="connsiteX650" fmla="*/ 2338780 w 7467600"/>
              <a:gd name="connsiteY650" fmla="*/ 3033725 h 6858000"/>
              <a:gd name="connsiteX651" fmla="*/ 1807991 w 7467600"/>
              <a:gd name="connsiteY651" fmla="*/ 2807184 h 6858000"/>
              <a:gd name="connsiteX652" fmla="*/ 1416358 w 7467600"/>
              <a:gd name="connsiteY652" fmla="*/ 3112571 h 6858000"/>
              <a:gd name="connsiteX653" fmla="*/ 939066 w 7467600"/>
              <a:gd name="connsiteY653" fmla="*/ 3378798 h 6858000"/>
              <a:gd name="connsiteX654" fmla="*/ 115099 w 7467600"/>
              <a:gd name="connsiteY654" fmla="*/ 3607650 h 6858000"/>
              <a:gd name="connsiteX655" fmla="*/ 97284 w 7467600"/>
              <a:gd name="connsiteY655" fmla="*/ 3520393 h 6858000"/>
              <a:gd name="connsiteX656" fmla="*/ 922050 w 7467600"/>
              <a:gd name="connsiteY656" fmla="*/ 3074867 h 6858000"/>
              <a:gd name="connsiteX657" fmla="*/ 1405265 w 7467600"/>
              <a:gd name="connsiteY657" fmla="*/ 3016319 h 6858000"/>
              <a:gd name="connsiteX658" fmla="*/ 1407512 w 7467600"/>
              <a:gd name="connsiteY658" fmla="*/ 3018001 h 6858000"/>
              <a:gd name="connsiteX659" fmla="*/ 1726266 w 7467600"/>
              <a:gd name="connsiteY659" fmla="*/ 2777274 h 6858000"/>
              <a:gd name="connsiteX660" fmla="*/ 625390 w 7467600"/>
              <a:gd name="connsiteY660" fmla="*/ 2514541 h 6858000"/>
              <a:gd name="connsiteX661" fmla="*/ 619799 w 7467600"/>
              <a:gd name="connsiteY661" fmla="*/ 2527180 h 6858000"/>
              <a:gd name="connsiteX662" fmla="*/ 310030 w 7467600"/>
              <a:gd name="connsiteY662" fmla="*/ 2771818 h 6858000"/>
              <a:gd name="connsiteX663" fmla="*/ 173877 w 7467600"/>
              <a:gd name="connsiteY663" fmla="*/ 2937056 h 6858000"/>
              <a:gd name="connsiteX664" fmla="*/ 77889 w 7467600"/>
              <a:gd name="connsiteY664" fmla="*/ 3138440 h 6858000"/>
              <a:gd name="connsiteX665" fmla="*/ 0 w 7467600"/>
              <a:gd name="connsiteY665" fmla="*/ 3271395 h 6858000"/>
              <a:gd name="connsiteX666" fmla="*/ 0 w 7467600"/>
              <a:gd name="connsiteY666" fmla="*/ 3153002 h 6858000"/>
              <a:gd name="connsiteX667" fmla="*/ 2386 w 7467600"/>
              <a:gd name="connsiteY667" fmla="*/ 3149203 h 6858000"/>
              <a:gd name="connsiteX668" fmla="*/ 89753 w 7467600"/>
              <a:gd name="connsiteY668" fmla="*/ 2987702 h 6858000"/>
              <a:gd name="connsiteX669" fmla="*/ 76869 w 7467600"/>
              <a:gd name="connsiteY669" fmla="*/ 3005404 h 6858000"/>
              <a:gd name="connsiteX670" fmla="*/ 32049 w 7467600"/>
              <a:gd name="connsiteY670" fmla="*/ 3065814 h 6858000"/>
              <a:gd name="connsiteX671" fmla="*/ 0 w 7467600"/>
              <a:gd name="connsiteY671" fmla="*/ 3108744 h 6858000"/>
              <a:gd name="connsiteX672" fmla="*/ 0 w 7467600"/>
              <a:gd name="connsiteY672" fmla="*/ 3058059 h 6858000"/>
              <a:gd name="connsiteX673" fmla="*/ 7610 w 7467600"/>
              <a:gd name="connsiteY673" fmla="*/ 3047889 h 6858000"/>
              <a:gd name="connsiteX674" fmla="*/ 52419 w 7467600"/>
              <a:gd name="connsiteY674" fmla="*/ 2987479 h 6858000"/>
              <a:gd name="connsiteX675" fmla="*/ 59142 w 7467600"/>
              <a:gd name="connsiteY675" fmla="*/ 2978488 h 6858000"/>
              <a:gd name="connsiteX676" fmla="*/ 0 w 7467600"/>
              <a:gd name="connsiteY676" fmla="*/ 3015334 h 6858000"/>
              <a:gd name="connsiteX677" fmla="*/ 0 w 7467600"/>
              <a:gd name="connsiteY677" fmla="*/ 2914286 h 6858000"/>
              <a:gd name="connsiteX678" fmla="*/ 36383 w 7467600"/>
              <a:gd name="connsiteY678" fmla="*/ 2901128 h 6858000"/>
              <a:gd name="connsiteX679" fmla="*/ 156329 w 7467600"/>
              <a:gd name="connsiteY679" fmla="*/ 2840533 h 6858000"/>
              <a:gd name="connsiteX680" fmla="*/ 358355 w 7467600"/>
              <a:gd name="connsiteY680" fmla="*/ 2620471 h 6858000"/>
              <a:gd name="connsiteX681" fmla="*/ 510577 w 7467600"/>
              <a:gd name="connsiteY681" fmla="*/ 2501244 h 6858000"/>
              <a:gd name="connsiteX682" fmla="*/ 211967 w 7467600"/>
              <a:gd name="connsiteY682" fmla="*/ 2479171 h 6858000"/>
              <a:gd name="connsiteX683" fmla="*/ 0 w 7467600"/>
              <a:gd name="connsiteY683" fmla="*/ 2476398 h 6858000"/>
              <a:gd name="connsiteX684" fmla="*/ 0 w 7467600"/>
              <a:gd name="connsiteY684" fmla="*/ 2389189 h 6858000"/>
              <a:gd name="connsiteX685" fmla="*/ 103062 w 7467600"/>
              <a:gd name="connsiteY685" fmla="*/ 2389518 h 6858000"/>
              <a:gd name="connsiteX686" fmla="*/ 510734 w 7467600"/>
              <a:gd name="connsiteY686" fmla="*/ 2416201 h 6858000"/>
              <a:gd name="connsiteX687" fmla="*/ 279257 w 7467600"/>
              <a:gd name="connsiteY687" fmla="*/ 2092102 h 6858000"/>
              <a:gd name="connsiteX688" fmla="*/ 65265 w 7467600"/>
              <a:gd name="connsiteY688" fmla="*/ 2006049 h 6858000"/>
              <a:gd name="connsiteX689" fmla="*/ 0 w 7467600"/>
              <a:gd name="connsiteY689" fmla="*/ 1982532 h 6858000"/>
              <a:gd name="connsiteX690" fmla="*/ 0 w 7467600"/>
              <a:gd name="connsiteY690" fmla="*/ 1912789 h 6858000"/>
              <a:gd name="connsiteX691" fmla="*/ 97460 w 7467600"/>
              <a:gd name="connsiteY691" fmla="*/ 1953725 h 6858000"/>
              <a:gd name="connsiteX692" fmla="*/ 221272 w 7467600"/>
              <a:gd name="connsiteY692" fmla="*/ 1980766 h 6858000"/>
              <a:gd name="connsiteX693" fmla="*/ 116765 w 7467600"/>
              <a:gd name="connsiteY693" fmla="*/ 1911033 h 6858000"/>
              <a:gd name="connsiteX694" fmla="*/ 16405 w 7467600"/>
              <a:gd name="connsiteY694" fmla="*/ 1803412 h 6858000"/>
              <a:gd name="connsiteX695" fmla="*/ 0 w 7467600"/>
              <a:gd name="connsiteY695" fmla="*/ 1784777 h 6858000"/>
              <a:gd name="connsiteX696" fmla="*/ 0 w 7467600"/>
              <a:gd name="connsiteY696" fmla="*/ 1740082 h 6858000"/>
              <a:gd name="connsiteX697" fmla="*/ 39394 w 7467600"/>
              <a:gd name="connsiteY697" fmla="*/ 1784856 h 6858000"/>
              <a:gd name="connsiteX698" fmla="*/ 135813 w 7467600"/>
              <a:gd name="connsiteY698" fmla="*/ 1888838 h 6858000"/>
              <a:gd name="connsiteX699" fmla="*/ 242575 w 7467600"/>
              <a:gd name="connsiteY699" fmla="*/ 1958841 h 6858000"/>
              <a:gd name="connsiteX700" fmla="*/ 82197 w 7467600"/>
              <a:gd name="connsiteY700" fmla="*/ 1754826 h 6858000"/>
              <a:gd name="connsiteX701" fmla="*/ 0 w 7467600"/>
              <a:gd name="connsiteY701" fmla="*/ 1679650 h 6858000"/>
              <a:gd name="connsiteX702" fmla="*/ 0 w 7467600"/>
              <a:gd name="connsiteY702" fmla="*/ 1602463 h 6858000"/>
              <a:gd name="connsiteX703" fmla="*/ 84689 w 7467600"/>
              <a:gd name="connsiteY703" fmla="*/ 1677442 h 6858000"/>
              <a:gd name="connsiteX704" fmla="*/ 298437 w 7467600"/>
              <a:gd name="connsiteY704" fmla="*/ 1968019 h 6858000"/>
              <a:gd name="connsiteX705" fmla="*/ 227269 w 7467600"/>
              <a:gd name="connsiteY705" fmla="*/ 1114064 h 6858000"/>
              <a:gd name="connsiteX706" fmla="*/ 248003 w 7467600"/>
              <a:gd name="connsiteY706" fmla="*/ 1089613 h 6858000"/>
              <a:gd name="connsiteX707" fmla="*/ 427020 w 7467600"/>
              <a:gd name="connsiteY707" fmla="*/ 1619803 h 6858000"/>
              <a:gd name="connsiteX708" fmla="*/ 340345 w 7467600"/>
              <a:gd name="connsiteY708" fmla="*/ 2027739 h 6858000"/>
              <a:gd name="connsiteX709" fmla="*/ 360865 w 7467600"/>
              <a:gd name="connsiteY709" fmla="*/ 2044827 h 6858000"/>
              <a:gd name="connsiteX710" fmla="*/ 560414 w 7467600"/>
              <a:gd name="connsiteY710" fmla="*/ 2421457 h 6858000"/>
              <a:gd name="connsiteX711" fmla="*/ 1359703 w 7467600"/>
              <a:gd name="connsiteY711" fmla="*/ 2578554 h 6858000"/>
              <a:gd name="connsiteX712" fmla="*/ 1359422 w 7467600"/>
              <a:gd name="connsiteY712" fmla="*/ 2577994 h 6858000"/>
              <a:gd name="connsiteX713" fmla="*/ 828701 w 7467600"/>
              <a:gd name="connsiteY713" fmla="*/ 1839520 h 6858000"/>
              <a:gd name="connsiteX714" fmla="*/ 494427 w 7467600"/>
              <a:gd name="connsiteY714" fmla="*/ 1092333 h 6858000"/>
              <a:gd name="connsiteX715" fmla="*/ 506322 w 7467600"/>
              <a:gd name="connsiteY715" fmla="*/ 1020997 h 6858000"/>
              <a:gd name="connsiteX716" fmla="*/ 4570198 w 7467600"/>
              <a:gd name="connsiteY716" fmla="*/ 978081 h 6858000"/>
              <a:gd name="connsiteX717" fmla="*/ 4523691 w 7467600"/>
              <a:gd name="connsiteY717" fmla="*/ 1127776 h 6858000"/>
              <a:gd name="connsiteX718" fmla="*/ 4509875 w 7467600"/>
              <a:gd name="connsiteY718" fmla="*/ 1167552 h 6858000"/>
              <a:gd name="connsiteX719" fmla="*/ 4478168 w 7467600"/>
              <a:gd name="connsiteY719" fmla="*/ 1260735 h 6858000"/>
              <a:gd name="connsiteX720" fmla="*/ 4409309 w 7467600"/>
              <a:gd name="connsiteY720" fmla="*/ 1666996 h 6858000"/>
              <a:gd name="connsiteX721" fmla="*/ 4370031 w 7467600"/>
              <a:gd name="connsiteY721" fmla="*/ 1955666 h 6858000"/>
              <a:gd name="connsiteX722" fmla="*/ 4570198 w 7467600"/>
              <a:gd name="connsiteY722" fmla="*/ 978081 h 6858000"/>
              <a:gd name="connsiteX723" fmla="*/ 4557898 w 7467600"/>
              <a:gd name="connsiteY723" fmla="*/ 900011 h 6858000"/>
              <a:gd name="connsiteX724" fmla="*/ 4344840 w 7467600"/>
              <a:gd name="connsiteY724" fmla="*/ 1922038 h 6858000"/>
              <a:gd name="connsiteX725" fmla="*/ 4378710 w 7467600"/>
              <a:gd name="connsiteY725" fmla="*/ 1665516 h 6858000"/>
              <a:gd name="connsiteX726" fmla="*/ 4448798 w 7467600"/>
              <a:gd name="connsiteY726" fmla="*/ 1253024 h 6858000"/>
              <a:gd name="connsiteX727" fmla="*/ 4480315 w 7467600"/>
              <a:gd name="connsiteY727" fmla="*/ 1158454 h 6858000"/>
              <a:gd name="connsiteX728" fmla="*/ 4494133 w 7467600"/>
              <a:gd name="connsiteY728" fmla="*/ 1118676 h 6858000"/>
              <a:gd name="connsiteX729" fmla="*/ 4557898 w 7467600"/>
              <a:gd name="connsiteY729" fmla="*/ 900011 h 6858000"/>
              <a:gd name="connsiteX730" fmla="*/ 5870151 w 7467600"/>
              <a:gd name="connsiteY730" fmla="*/ 898890 h 6858000"/>
              <a:gd name="connsiteX731" fmla="*/ 5861335 w 7467600"/>
              <a:gd name="connsiteY731" fmla="*/ 899177 h 6858000"/>
              <a:gd name="connsiteX732" fmla="*/ 5843702 w 7467600"/>
              <a:gd name="connsiteY732" fmla="*/ 899748 h 6858000"/>
              <a:gd name="connsiteX733" fmla="*/ 5651107 w 7467600"/>
              <a:gd name="connsiteY733" fmla="*/ 920306 h 6858000"/>
              <a:gd name="connsiteX734" fmla="*/ 5459407 w 7467600"/>
              <a:gd name="connsiteY734" fmla="*/ 940975 h 6858000"/>
              <a:gd name="connsiteX735" fmla="*/ 5374846 w 7467600"/>
              <a:gd name="connsiteY735" fmla="*/ 941988 h 6858000"/>
              <a:gd name="connsiteX736" fmla="*/ 5256105 w 7467600"/>
              <a:gd name="connsiteY736" fmla="*/ 945632 h 6858000"/>
              <a:gd name="connsiteX737" fmla="*/ 5107071 w 7467600"/>
              <a:gd name="connsiteY737" fmla="*/ 969720 h 6858000"/>
              <a:gd name="connsiteX738" fmla="*/ 4998681 w 7467600"/>
              <a:gd name="connsiteY738" fmla="*/ 988771 h 6858000"/>
              <a:gd name="connsiteX739" fmla="*/ 5870151 w 7467600"/>
              <a:gd name="connsiteY739" fmla="*/ 898890 h 6858000"/>
              <a:gd name="connsiteX740" fmla="*/ 5504425 w 7467600"/>
              <a:gd name="connsiteY740" fmla="*/ 848067 h 6858000"/>
              <a:gd name="connsiteX741" fmla="*/ 4968849 w 7467600"/>
              <a:gd name="connsiteY741" fmla="*/ 962318 h 6858000"/>
              <a:gd name="connsiteX742" fmla="*/ 5104039 w 7467600"/>
              <a:gd name="connsiteY742" fmla="*/ 940634 h 6858000"/>
              <a:gd name="connsiteX743" fmla="*/ 5256311 w 7467600"/>
              <a:gd name="connsiteY743" fmla="*/ 916490 h 6858000"/>
              <a:gd name="connsiteX744" fmla="*/ 5377381 w 7467600"/>
              <a:gd name="connsiteY744" fmla="*/ 912671 h 6858000"/>
              <a:gd name="connsiteX745" fmla="*/ 5460148 w 7467600"/>
              <a:gd name="connsiteY745" fmla="*/ 911442 h 6858000"/>
              <a:gd name="connsiteX746" fmla="*/ 5648971 w 7467600"/>
              <a:gd name="connsiteY746" fmla="*/ 891331 h 6858000"/>
              <a:gd name="connsiteX747" fmla="*/ 5844807 w 7467600"/>
              <a:gd name="connsiteY747" fmla="*/ 870718 h 6858000"/>
              <a:gd name="connsiteX748" fmla="*/ 5862975 w 7467600"/>
              <a:gd name="connsiteY748" fmla="*/ 869756 h 6858000"/>
              <a:gd name="connsiteX749" fmla="*/ 5920887 w 7467600"/>
              <a:gd name="connsiteY749" fmla="*/ 865929 h 6858000"/>
              <a:gd name="connsiteX750" fmla="*/ 5504425 w 7467600"/>
              <a:gd name="connsiteY750" fmla="*/ 848067 h 6858000"/>
              <a:gd name="connsiteX751" fmla="*/ 3607114 w 7467600"/>
              <a:gd name="connsiteY751" fmla="*/ 467441 h 6858000"/>
              <a:gd name="connsiteX752" fmla="*/ 3296242 w 7467600"/>
              <a:gd name="connsiteY752" fmla="*/ 807991 h 6858000"/>
              <a:gd name="connsiteX753" fmla="*/ 3174674 w 7467600"/>
              <a:gd name="connsiteY753" fmla="*/ 919759 h 6858000"/>
              <a:gd name="connsiteX754" fmla="*/ 3042978 w 7467600"/>
              <a:gd name="connsiteY754" fmla="*/ 1054894 h 6858000"/>
              <a:gd name="connsiteX755" fmla="*/ 2968914 w 7467600"/>
              <a:gd name="connsiteY755" fmla="*/ 1133756 h 6858000"/>
              <a:gd name="connsiteX756" fmla="*/ 3103823 w 7467600"/>
              <a:gd name="connsiteY756" fmla="*/ 1026814 h 6858000"/>
              <a:gd name="connsiteX757" fmla="*/ 3607114 w 7467600"/>
              <a:gd name="connsiteY757" fmla="*/ 467441 h 6858000"/>
              <a:gd name="connsiteX758" fmla="*/ 3744487 w 7467600"/>
              <a:gd name="connsiteY758" fmla="*/ 383136 h 6858000"/>
              <a:gd name="connsiteX759" fmla="*/ 3970213 w 7467600"/>
              <a:gd name="connsiteY759" fmla="*/ 995559 h 6858000"/>
              <a:gd name="connsiteX760" fmla="*/ 3744487 w 7467600"/>
              <a:gd name="connsiteY760" fmla="*/ 383136 h 6858000"/>
              <a:gd name="connsiteX761" fmla="*/ 3624562 w 7467600"/>
              <a:gd name="connsiteY761" fmla="*/ 367041 h 6858000"/>
              <a:gd name="connsiteX762" fmla="*/ 3489712 w 7467600"/>
              <a:gd name="connsiteY762" fmla="*/ 485386 h 6858000"/>
              <a:gd name="connsiteX763" fmla="*/ 3182994 w 7467600"/>
              <a:gd name="connsiteY763" fmla="*/ 828265 h 6858000"/>
              <a:gd name="connsiteX764" fmla="*/ 2892114 w 7467600"/>
              <a:gd name="connsiteY764" fmla="*/ 1172635 h 6858000"/>
              <a:gd name="connsiteX765" fmla="*/ 3021459 w 7467600"/>
              <a:gd name="connsiteY765" fmla="*/ 1035385 h 6858000"/>
              <a:gd name="connsiteX766" fmla="*/ 3153873 w 7467600"/>
              <a:gd name="connsiteY766" fmla="*/ 898971 h 6858000"/>
              <a:gd name="connsiteX767" fmla="*/ 3276511 w 7467600"/>
              <a:gd name="connsiteY767" fmla="*/ 786423 h 6858000"/>
              <a:gd name="connsiteX768" fmla="*/ 3584154 w 7467600"/>
              <a:gd name="connsiteY768" fmla="*/ 448218 h 6858000"/>
              <a:gd name="connsiteX769" fmla="*/ 3624562 w 7467600"/>
              <a:gd name="connsiteY769" fmla="*/ 367041 h 6858000"/>
              <a:gd name="connsiteX770" fmla="*/ 3766672 w 7467600"/>
              <a:gd name="connsiteY770" fmla="*/ 359429 h 6858000"/>
              <a:gd name="connsiteX771" fmla="*/ 3996338 w 7467600"/>
              <a:gd name="connsiteY771" fmla="*/ 968237 h 6858000"/>
              <a:gd name="connsiteX772" fmla="*/ 3766672 w 7467600"/>
              <a:gd name="connsiteY772" fmla="*/ 359429 h 6858000"/>
              <a:gd name="connsiteX773" fmla="*/ 5805386 w 7467600"/>
              <a:gd name="connsiteY773" fmla="*/ 239240 h 6858000"/>
              <a:gd name="connsiteX774" fmla="*/ 5736947 w 7467600"/>
              <a:gd name="connsiteY774" fmla="*/ 261367 h 6858000"/>
              <a:gd name="connsiteX775" fmla="*/ 5427012 w 7467600"/>
              <a:gd name="connsiteY775" fmla="*/ 311272 h 6858000"/>
              <a:gd name="connsiteX776" fmla="*/ 5147818 w 7467600"/>
              <a:gd name="connsiteY776" fmla="*/ 322112 h 6858000"/>
              <a:gd name="connsiteX777" fmla="*/ 5060854 w 7467600"/>
              <a:gd name="connsiteY777" fmla="*/ 311882 h 6858000"/>
              <a:gd name="connsiteX778" fmla="*/ 4945989 w 7467600"/>
              <a:gd name="connsiteY778" fmla="*/ 300516 h 6858000"/>
              <a:gd name="connsiteX779" fmla="*/ 5410479 w 7467600"/>
              <a:gd name="connsiteY779" fmla="*/ 348434 h 6858000"/>
              <a:gd name="connsiteX780" fmla="*/ 5805386 w 7467600"/>
              <a:gd name="connsiteY780" fmla="*/ 239240 h 6858000"/>
              <a:gd name="connsiteX781" fmla="*/ 5905192 w 7467600"/>
              <a:gd name="connsiteY781" fmla="*/ 163079 h 6858000"/>
              <a:gd name="connsiteX782" fmla="*/ 5865655 w 7467600"/>
              <a:gd name="connsiteY782" fmla="*/ 171901 h 6858000"/>
              <a:gd name="connsiteX783" fmla="*/ 5259740 w 7467600"/>
              <a:gd name="connsiteY783" fmla="*/ 257013 h 6858000"/>
              <a:gd name="connsiteX784" fmla="*/ 5208466 w 7467600"/>
              <a:gd name="connsiteY784" fmla="*/ 257550 h 6858000"/>
              <a:gd name="connsiteX785" fmla="*/ 4980204 w 7467600"/>
              <a:gd name="connsiteY785" fmla="*/ 271903 h 6858000"/>
              <a:gd name="connsiteX786" fmla="*/ 5068068 w 7467600"/>
              <a:gd name="connsiteY786" fmla="*/ 282244 h 6858000"/>
              <a:gd name="connsiteX787" fmla="*/ 5153231 w 7467600"/>
              <a:gd name="connsiteY787" fmla="*/ 292240 h 6858000"/>
              <a:gd name="connsiteX788" fmla="*/ 5426491 w 7467600"/>
              <a:gd name="connsiteY788" fmla="*/ 281128 h 6858000"/>
              <a:gd name="connsiteX789" fmla="*/ 5731212 w 7467600"/>
              <a:gd name="connsiteY789" fmla="*/ 231951 h 6858000"/>
              <a:gd name="connsiteX790" fmla="*/ 5905192 w 7467600"/>
              <a:gd name="connsiteY790" fmla="*/ 163079 h 6858000"/>
              <a:gd name="connsiteX791" fmla="*/ 5944437 w 7467600"/>
              <a:gd name="connsiteY791" fmla="*/ 113829 h 6858000"/>
              <a:gd name="connsiteX792" fmla="*/ 5825032 w 7467600"/>
              <a:gd name="connsiteY792" fmla="*/ 146405 h 6858000"/>
              <a:gd name="connsiteX793" fmla="*/ 4955599 w 7467600"/>
              <a:gd name="connsiteY793" fmla="*/ 247008 h 6858000"/>
              <a:gd name="connsiteX794" fmla="*/ 5210104 w 7467600"/>
              <a:gd name="connsiteY794" fmla="*/ 228123 h 6858000"/>
              <a:gd name="connsiteX795" fmla="*/ 5261015 w 7467600"/>
              <a:gd name="connsiteY795" fmla="*/ 227087 h 6858000"/>
              <a:gd name="connsiteX796" fmla="*/ 5861181 w 7467600"/>
              <a:gd name="connsiteY796" fmla="*/ 143093 h 6858000"/>
              <a:gd name="connsiteX797" fmla="*/ 5961252 w 7467600"/>
              <a:gd name="connsiteY797" fmla="*/ 114820 h 6858000"/>
              <a:gd name="connsiteX798" fmla="*/ 5944437 w 7467600"/>
              <a:gd name="connsiteY798" fmla="*/ 113829 h 6858000"/>
              <a:gd name="connsiteX799" fmla="*/ 3882765 w 7467600"/>
              <a:gd name="connsiteY799" fmla="*/ 0 h 6858000"/>
              <a:gd name="connsiteX800" fmla="*/ 3995099 w 7467600"/>
              <a:gd name="connsiteY800" fmla="*/ 0 h 6858000"/>
              <a:gd name="connsiteX801" fmla="*/ 4163818 w 7467600"/>
              <a:gd name="connsiteY801" fmla="*/ 234104 h 6858000"/>
              <a:gd name="connsiteX802" fmla="*/ 4172099 w 7467600"/>
              <a:gd name="connsiteY802" fmla="*/ 234207 h 6858000"/>
              <a:gd name="connsiteX803" fmla="*/ 4784282 w 7467600"/>
              <a:gd name="connsiteY803" fmla="*/ 276561 h 6858000"/>
              <a:gd name="connsiteX804" fmla="*/ 4801687 w 7467600"/>
              <a:gd name="connsiteY804" fmla="*/ 267764 h 6858000"/>
              <a:gd name="connsiteX805" fmla="*/ 6082788 w 7467600"/>
              <a:gd name="connsiteY805" fmla="*/ 64119 h 6858000"/>
              <a:gd name="connsiteX806" fmla="*/ 6099442 w 7467600"/>
              <a:gd name="connsiteY806" fmla="*/ 82568 h 6858000"/>
              <a:gd name="connsiteX807" fmla="*/ 4804137 w 7467600"/>
              <a:gd name="connsiteY807" fmla="*/ 320931 h 6858000"/>
              <a:gd name="connsiteX808" fmla="*/ 4227047 w 7467600"/>
              <a:gd name="connsiteY808" fmla="*/ 313415 h 6858000"/>
              <a:gd name="connsiteX809" fmla="*/ 4346041 w 7467600"/>
              <a:gd name="connsiteY809" fmla="*/ 456086 h 6858000"/>
              <a:gd name="connsiteX810" fmla="*/ 4870967 w 7467600"/>
              <a:gd name="connsiteY810" fmla="*/ 963061 h 6858000"/>
              <a:gd name="connsiteX811" fmla="*/ 4889647 w 7467600"/>
              <a:gd name="connsiteY811" fmla="*/ 957147 h 6858000"/>
              <a:gd name="connsiteX812" fmla="*/ 5422504 w 7467600"/>
              <a:gd name="connsiteY812" fmla="*/ 805191 h 6858000"/>
              <a:gd name="connsiteX813" fmla="*/ 6087656 w 7467600"/>
              <a:gd name="connsiteY813" fmla="*/ 826703 h 6858000"/>
              <a:gd name="connsiteX814" fmla="*/ 6058717 w 7467600"/>
              <a:gd name="connsiteY814" fmla="*/ 865992 h 6858000"/>
              <a:gd name="connsiteX815" fmla="*/ 4974153 w 7467600"/>
              <a:gd name="connsiteY815" fmla="*/ 1045456 h 6858000"/>
              <a:gd name="connsiteX816" fmla="*/ 5627835 w 7467600"/>
              <a:gd name="connsiteY816" fmla="*/ 1472077 h 6858000"/>
              <a:gd name="connsiteX817" fmla="*/ 5629817 w 7467600"/>
              <a:gd name="connsiteY817" fmla="*/ 1471412 h 6858000"/>
              <a:gd name="connsiteX818" fmla="*/ 5634124 w 7467600"/>
              <a:gd name="connsiteY818" fmla="*/ 1470572 h 6858000"/>
              <a:gd name="connsiteX819" fmla="*/ 5755832 w 7467600"/>
              <a:gd name="connsiteY819" fmla="*/ 1383886 h 6858000"/>
              <a:gd name="connsiteX820" fmla="*/ 6014186 w 7467600"/>
              <a:gd name="connsiteY820" fmla="*/ 1279799 h 6858000"/>
              <a:gd name="connsiteX821" fmla="*/ 6901619 w 7467600"/>
              <a:gd name="connsiteY821" fmla="*/ 1047874 h 6858000"/>
              <a:gd name="connsiteX822" fmla="*/ 6931566 w 7467600"/>
              <a:gd name="connsiteY822" fmla="*/ 1062034 h 6858000"/>
              <a:gd name="connsiteX823" fmla="*/ 5790982 w 7467600"/>
              <a:gd name="connsiteY823" fmla="*/ 1561380 h 6858000"/>
              <a:gd name="connsiteX824" fmla="*/ 6188971 w 7467600"/>
              <a:gd name="connsiteY824" fmla="*/ 1755168 h 6858000"/>
              <a:gd name="connsiteX825" fmla="*/ 6202446 w 7467600"/>
              <a:gd name="connsiteY825" fmla="*/ 1752268 h 6858000"/>
              <a:gd name="connsiteX826" fmla="*/ 7179560 w 7467600"/>
              <a:gd name="connsiteY826" fmla="*/ 1467551 h 6858000"/>
              <a:gd name="connsiteX827" fmla="*/ 7158730 w 7467600"/>
              <a:gd name="connsiteY827" fmla="*/ 1507835 h 6858000"/>
              <a:gd name="connsiteX828" fmla="*/ 6326959 w 7467600"/>
              <a:gd name="connsiteY828" fmla="*/ 1817686 h 6858000"/>
              <a:gd name="connsiteX829" fmla="*/ 6537433 w 7467600"/>
              <a:gd name="connsiteY829" fmla="*/ 1907790 h 6858000"/>
              <a:gd name="connsiteX830" fmla="*/ 6550221 w 7467600"/>
              <a:gd name="connsiteY830" fmla="*/ 1910729 h 6858000"/>
              <a:gd name="connsiteX831" fmla="*/ 6964438 w 7467600"/>
              <a:gd name="connsiteY831" fmla="*/ 2209505 h 6858000"/>
              <a:gd name="connsiteX832" fmla="*/ 7367862 w 7467600"/>
              <a:gd name="connsiteY832" fmla="*/ 2806833 h 6858000"/>
              <a:gd name="connsiteX833" fmla="*/ 7364329 w 7467600"/>
              <a:gd name="connsiteY833" fmla="*/ 2826907 h 6858000"/>
              <a:gd name="connsiteX834" fmla="*/ 7290545 w 7467600"/>
              <a:gd name="connsiteY834" fmla="*/ 2850663 h 6858000"/>
              <a:gd name="connsiteX835" fmla="*/ 6472036 w 7467600"/>
              <a:gd name="connsiteY835" fmla="*/ 1959003 h 6858000"/>
              <a:gd name="connsiteX836" fmla="*/ 5792897 w 7467600"/>
              <a:gd name="connsiteY836" fmla="*/ 1647747 h 6858000"/>
              <a:gd name="connsiteX837" fmla="*/ 5842751 w 7467600"/>
              <a:gd name="connsiteY837" fmla="*/ 1816112 h 6858000"/>
              <a:gd name="connsiteX838" fmla="*/ 5847424 w 7467600"/>
              <a:gd name="connsiteY838" fmla="*/ 1815776 h 6858000"/>
              <a:gd name="connsiteX839" fmla="*/ 6399821 w 7467600"/>
              <a:gd name="connsiteY839" fmla="*/ 2344799 h 6858000"/>
              <a:gd name="connsiteX840" fmla="*/ 6323232 w 7467600"/>
              <a:gd name="connsiteY840" fmla="*/ 2389634 h 6858000"/>
              <a:gd name="connsiteX841" fmla="*/ 5942958 w 7467600"/>
              <a:gd name="connsiteY841" fmla="*/ 2077708 h 6858000"/>
              <a:gd name="connsiteX842" fmla="*/ 5921559 w 7467600"/>
              <a:gd name="connsiteY842" fmla="*/ 2378596 h 6858000"/>
              <a:gd name="connsiteX843" fmla="*/ 5817651 w 7467600"/>
              <a:gd name="connsiteY843" fmla="*/ 3023919 h 6858000"/>
              <a:gd name="connsiteX844" fmla="*/ 5729634 w 7467600"/>
              <a:gd name="connsiteY844" fmla="*/ 3051849 h 6858000"/>
              <a:gd name="connsiteX845" fmla="*/ 5611018 w 7467600"/>
              <a:gd name="connsiteY845" fmla="*/ 2316769 h 6858000"/>
              <a:gd name="connsiteX846" fmla="*/ 5687608 w 7467600"/>
              <a:gd name="connsiteY846" fmla="*/ 2039972 h 6858000"/>
              <a:gd name="connsiteX847" fmla="*/ 5657554 w 7467600"/>
              <a:gd name="connsiteY847" fmla="*/ 1576445 h 6858000"/>
              <a:gd name="connsiteX848" fmla="*/ 5150475 w 7467600"/>
              <a:gd name="connsiteY848" fmla="*/ 1274012 h 6858000"/>
              <a:gd name="connsiteX849" fmla="*/ 5349142 w 7467600"/>
              <a:gd name="connsiteY849" fmla="*/ 2204405 h 6858000"/>
              <a:gd name="connsiteX850" fmla="*/ 5262214 w 7467600"/>
              <a:gd name="connsiteY850" fmla="*/ 2233836 h 6858000"/>
              <a:gd name="connsiteX851" fmla="*/ 4981539 w 7467600"/>
              <a:gd name="connsiteY851" fmla="*/ 1542201 h 6858000"/>
              <a:gd name="connsiteX852" fmla="*/ 4958461 w 7467600"/>
              <a:gd name="connsiteY852" fmla="*/ 1136957 h 6858000"/>
              <a:gd name="connsiteX853" fmla="*/ 4655015 w 7467600"/>
              <a:gd name="connsiteY853" fmla="*/ 891426 h 6858000"/>
              <a:gd name="connsiteX854" fmla="*/ 4348002 w 7467600"/>
              <a:gd name="connsiteY854" fmla="*/ 2205895 h 6858000"/>
              <a:gd name="connsiteX855" fmla="*/ 4262250 w 7467600"/>
              <a:gd name="connsiteY855" fmla="*/ 2219972 h 6858000"/>
              <a:gd name="connsiteX856" fmla="*/ 4550611 w 7467600"/>
              <a:gd name="connsiteY856" fmla="*/ 817540 h 6858000"/>
              <a:gd name="connsiteX857" fmla="*/ 4564418 w 7467600"/>
              <a:gd name="connsiteY857" fmla="*/ 808293 h 6858000"/>
              <a:gd name="connsiteX858" fmla="*/ 4266388 w 7467600"/>
              <a:gd name="connsiteY858" fmla="*/ 500083 h 6858000"/>
              <a:gd name="connsiteX859" fmla="*/ 4032842 w 7467600"/>
              <a:gd name="connsiteY859" fmla="*/ 211809 h 6858000"/>
              <a:gd name="connsiteX860" fmla="*/ 3882765 w 7467600"/>
              <a:gd name="connsiteY860" fmla="*/ 0 h 6858000"/>
              <a:gd name="connsiteX861" fmla="*/ 3721337 w 7467600"/>
              <a:gd name="connsiteY861" fmla="*/ 0 h 6858000"/>
              <a:gd name="connsiteX862" fmla="*/ 3797544 w 7467600"/>
              <a:gd name="connsiteY862" fmla="*/ 0 h 6858000"/>
              <a:gd name="connsiteX863" fmla="*/ 3775734 w 7467600"/>
              <a:gd name="connsiteY863" fmla="*/ 95131 h 6858000"/>
              <a:gd name="connsiteX864" fmla="*/ 3724807 w 7467600"/>
              <a:gd name="connsiteY864" fmla="*/ 272257 h 6858000"/>
              <a:gd name="connsiteX865" fmla="*/ 3726844 w 7467600"/>
              <a:gd name="connsiteY865" fmla="*/ 282988 h 6858000"/>
              <a:gd name="connsiteX866" fmla="*/ 3742664 w 7467600"/>
              <a:gd name="connsiteY866" fmla="*/ 279918 h 6858000"/>
              <a:gd name="connsiteX867" fmla="*/ 4103910 w 7467600"/>
              <a:gd name="connsiteY867" fmla="*/ 1161917 h 6858000"/>
              <a:gd name="connsiteX868" fmla="*/ 4020269 w 7467600"/>
              <a:gd name="connsiteY868" fmla="*/ 1200406 h 6858000"/>
              <a:gd name="connsiteX869" fmla="*/ 3674882 w 7467600"/>
              <a:gd name="connsiteY869" fmla="*/ 488524 h 6858000"/>
              <a:gd name="connsiteX870" fmla="*/ 3132682 w 7467600"/>
              <a:gd name="connsiteY870" fmla="*/ 1072284 h 6858000"/>
              <a:gd name="connsiteX871" fmla="*/ 2716346 w 7467600"/>
              <a:gd name="connsiteY871" fmla="*/ 1276376 h 6858000"/>
              <a:gd name="connsiteX872" fmla="*/ 2716772 w 7467600"/>
              <a:gd name="connsiteY872" fmla="*/ 1255462 h 6858000"/>
              <a:gd name="connsiteX873" fmla="*/ 3471096 w 7467600"/>
              <a:gd name="connsiteY873" fmla="*/ 437072 h 6858000"/>
              <a:gd name="connsiteX874" fmla="*/ 3639057 w 7467600"/>
              <a:gd name="connsiteY874" fmla="*/ 286334 h 6858000"/>
              <a:gd name="connsiteX875" fmla="*/ 3640309 w 7467600"/>
              <a:gd name="connsiteY875" fmla="*/ 284664 h 6858000"/>
              <a:gd name="connsiteX876" fmla="*/ 3646022 w 7467600"/>
              <a:gd name="connsiteY876" fmla="*/ 276711 h 6858000"/>
              <a:gd name="connsiteX877" fmla="*/ 3707943 w 7467600"/>
              <a:gd name="connsiteY877" fmla="*/ 65958 h 6858000"/>
              <a:gd name="connsiteX878" fmla="*/ 3721337 w 7467600"/>
              <a:gd name="connsiteY878" fmla="*/ 0 h 6858000"/>
              <a:gd name="connsiteX879" fmla="*/ 2867960 w 7467600"/>
              <a:gd name="connsiteY879" fmla="*/ 0 h 6858000"/>
              <a:gd name="connsiteX880" fmla="*/ 2926351 w 7467600"/>
              <a:gd name="connsiteY880" fmla="*/ 0 h 6858000"/>
              <a:gd name="connsiteX881" fmla="*/ 2902823 w 7467600"/>
              <a:gd name="connsiteY881" fmla="*/ 262929 h 6858000"/>
              <a:gd name="connsiteX882" fmla="*/ 2940663 w 7467600"/>
              <a:gd name="connsiteY882" fmla="*/ 140884 h 6858000"/>
              <a:gd name="connsiteX883" fmla="*/ 2947039 w 7467600"/>
              <a:gd name="connsiteY883" fmla="*/ 122524 h 6858000"/>
              <a:gd name="connsiteX884" fmla="*/ 2984316 w 7467600"/>
              <a:gd name="connsiteY884" fmla="*/ 0 h 6858000"/>
              <a:gd name="connsiteX885" fmla="*/ 3016114 w 7467600"/>
              <a:gd name="connsiteY885" fmla="*/ 0 h 6858000"/>
              <a:gd name="connsiteX886" fmla="*/ 2979949 w 7467600"/>
              <a:gd name="connsiteY886" fmla="*/ 119274 h 6858000"/>
              <a:gd name="connsiteX887" fmla="*/ 3023879 w 7467600"/>
              <a:gd name="connsiteY887" fmla="*/ 0 h 6858000"/>
              <a:gd name="connsiteX888" fmla="*/ 3105400 w 7467600"/>
              <a:gd name="connsiteY888" fmla="*/ 0 h 6858000"/>
              <a:gd name="connsiteX889" fmla="*/ 3094669 w 7467600"/>
              <a:gd name="connsiteY889" fmla="*/ 30308 h 6858000"/>
              <a:gd name="connsiteX890" fmla="*/ 2901945 w 7467600"/>
              <a:gd name="connsiteY890" fmla="*/ 466538 h 6858000"/>
              <a:gd name="connsiteX891" fmla="*/ 2815209 w 7467600"/>
              <a:gd name="connsiteY891" fmla="*/ 497361 h 6858000"/>
              <a:gd name="connsiteX892" fmla="*/ 2844845 w 7467600"/>
              <a:gd name="connsiteY892" fmla="*/ 127638 h 6858000"/>
              <a:gd name="connsiteX893" fmla="*/ 2867960 w 7467600"/>
              <a:gd name="connsiteY893" fmla="*/ 0 h 6858000"/>
              <a:gd name="connsiteX894" fmla="*/ 1057230 w 7467600"/>
              <a:gd name="connsiteY894" fmla="*/ 0 h 6858000"/>
              <a:gd name="connsiteX895" fmla="*/ 1111003 w 7467600"/>
              <a:gd name="connsiteY895" fmla="*/ 0 h 6858000"/>
              <a:gd name="connsiteX896" fmla="*/ 1125553 w 7467600"/>
              <a:gd name="connsiteY896" fmla="*/ 52588 h 6858000"/>
              <a:gd name="connsiteX897" fmla="*/ 1304276 w 7467600"/>
              <a:gd name="connsiteY897" fmla="*/ 476275 h 6858000"/>
              <a:gd name="connsiteX898" fmla="*/ 1492066 w 7467600"/>
              <a:gd name="connsiteY898" fmla="*/ 886333 h 6858000"/>
              <a:gd name="connsiteX899" fmla="*/ 1423698 w 7467600"/>
              <a:gd name="connsiteY899" fmla="*/ 710817 h 6858000"/>
              <a:gd name="connsiteX900" fmla="*/ 1357609 w 7467600"/>
              <a:gd name="connsiteY900" fmla="*/ 532892 h 6858000"/>
              <a:gd name="connsiteX901" fmla="*/ 1309550 w 7467600"/>
              <a:gd name="connsiteY901" fmla="*/ 374031 h 6858000"/>
              <a:gd name="connsiteX902" fmla="*/ 1193673 w 7467600"/>
              <a:gd name="connsiteY902" fmla="*/ 49533 h 6858000"/>
              <a:gd name="connsiteX903" fmla="*/ 1164391 w 7467600"/>
              <a:gd name="connsiteY903" fmla="*/ 0 h 6858000"/>
              <a:gd name="connsiteX904" fmla="*/ 1200666 w 7467600"/>
              <a:gd name="connsiteY904" fmla="*/ 0 h 6858000"/>
              <a:gd name="connsiteX905" fmla="*/ 1223408 w 7467600"/>
              <a:gd name="connsiteY905" fmla="*/ 38996 h 6858000"/>
              <a:gd name="connsiteX906" fmla="*/ 1339635 w 7467600"/>
              <a:gd name="connsiteY906" fmla="*/ 365517 h 6858000"/>
              <a:gd name="connsiteX907" fmla="*/ 1387469 w 7467600"/>
              <a:gd name="connsiteY907" fmla="*/ 523079 h 6858000"/>
              <a:gd name="connsiteX908" fmla="*/ 1452685 w 7467600"/>
              <a:gd name="connsiteY908" fmla="*/ 699806 h 6858000"/>
              <a:gd name="connsiteX909" fmla="*/ 1492092 w 7467600"/>
              <a:gd name="connsiteY909" fmla="*/ 800424 h 6858000"/>
              <a:gd name="connsiteX910" fmla="*/ 1455302 w 7467600"/>
              <a:gd name="connsiteY910" fmla="*/ 632913 h 6858000"/>
              <a:gd name="connsiteX911" fmla="*/ 1222336 w 7467600"/>
              <a:gd name="connsiteY911" fmla="*/ 9480 h 6858000"/>
              <a:gd name="connsiteX912" fmla="*/ 1214634 w 7467600"/>
              <a:gd name="connsiteY912" fmla="*/ 0 h 6858000"/>
              <a:gd name="connsiteX913" fmla="*/ 1289827 w 7467600"/>
              <a:gd name="connsiteY913" fmla="*/ 0 h 6858000"/>
              <a:gd name="connsiteX914" fmla="*/ 1321076 w 7467600"/>
              <a:gd name="connsiteY914" fmla="*/ 59722 h 6858000"/>
              <a:gd name="connsiteX915" fmla="*/ 1512579 w 7467600"/>
              <a:gd name="connsiteY915" fmla="*/ 626441 h 6858000"/>
              <a:gd name="connsiteX916" fmla="*/ 1506076 w 7467600"/>
              <a:gd name="connsiteY916" fmla="*/ 1089289 h 6858000"/>
              <a:gd name="connsiteX917" fmla="*/ 1486346 w 7467600"/>
              <a:gd name="connsiteY917" fmla="*/ 1079919 h 6858000"/>
              <a:gd name="connsiteX918" fmla="*/ 1070511 w 7467600"/>
              <a:gd name="connsiteY918" fmla="*/ 48609 h 6858000"/>
              <a:gd name="connsiteX919" fmla="*/ 1057230 w 7467600"/>
              <a:gd name="connsiteY919" fmla="*/ 0 h 6858000"/>
              <a:gd name="connsiteX920" fmla="*/ 43151 w 7467600"/>
              <a:gd name="connsiteY920" fmla="*/ 0 h 6858000"/>
              <a:gd name="connsiteX921" fmla="*/ 95283 w 7467600"/>
              <a:gd name="connsiteY921" fmla="*/ 0 h 6858000"/>
              <a:gd name="connsiteX922" fmla="*/ 300708 w 7467600"/>
              <a:gd name="connsiteY922" fmla="*/ 154571 h 6858000"/>
              <a:gd name="connsiteX923" fmla="*/ 530414 w 7467600"/>
              <a:gd name="connsiteY923" fmla="*/ 354673 h 6858000"/>
              <a:gd name="connsiteX924" fmla="*/ 333785 w 7467600"/>
              <a:gd name="connsiteY924" fmla="*/ 161564 h 6858000"/>
              <a:gd name="connsiteX925" fmla="*/ 147005 w 7467600"/>
              <a:gd name="connsiteY925" fmla="*/ 0 h 6858000"/>
              <a:gd name="connsiteX926" fmla="*/ 272509 w 7467600"/>
              <a:gd name="connsiteY926" fmla="*/ 0 h 6858000"/>
              <a:gd name="connsiteX927" fmla="*/ 326276 w 7467600"/>
              <a:gd name="connsiteY927" fmla="*/ 45847 h 6858000"/>
              <a:gd name="connsiteX928" fmla="*/ 823759 w 7467600"/>
              <a:gd name="connsiteY928" fmla="*/ 574145 h 6858000"/>
              <a:gd name="connsiteX929" fmla="*/ 811254 w 7467600"/>
              <a:gd name="connsiteY929" fmla="*/ 665546 h 6858000"/>
              <a:gd name="connsiteX930" fmla="*/ 154042 w 7467600"/>
              <a:gd name="connsiteY930" fmla="*/ 261522 h 6858000"/>
              <a:gd name="connsiteX931" fmla="*/ 13550 w 7467600"/>
              <a:gd name="connsiteY931" fmla="*/ 158423 h 6858000"/>
              <a:gd name="connsiteX932" fmla="*/ 0 w 7467600"/>
              <a:gd name="connsiteY932" fmla="*/ 146618 h 6858000"/>
              <a:gd name="connsiteX933" fmla="*/ 0 w 7467600"/>
              <a:gd name="connsiteY933" fmla="*/ 59161 h 6858000"/>
              <a:gd name="connsiteX934" fmla="*/ 45427 w 7467600"/>
              <a:gd name="connsiteY934" fmla="*/ 101078 h 6858000"/>
              <a:gd name="connsiteX935" fmla="*/ 630103 w 7467600"/>
              <a:gd name="connsiteY935" fmla="*/ 485885 h 6858000"/>
              <a:gd name="connsiteX936" fmla="*/ 532040 w 7467600"/>
              <a:gd name="connsiteY936" fmla="*/ 399359 h 6858000"/>
              <a:gd name="connsiteX937" fmla="*/ 517618 w 7467600"/>
              <a:gd name="connsiteY937" fmla="*/ 385726 h 6858000"/>
              <a:gd name="connsiteX938" fmla="*/ 285074 w 7467600"/>
              <a:gd name="connsiteY938" fmla="*/ 182755 h 6858000"/>
              <a:gd name="connsiteX939" fmla="*/ 43151 w 7467600"/>
              <a:gd name="connsiteY939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467600 w 7467600"/>
              <a:gd name="connsiteY4" fmla="*/ 6628217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1019354 w 7467600"/>
              <a:gd name="connsiteY7" fmla="*/ 6315006 h 6858000"/>
              <a:gd name="connsiteX8" fmla="*/ 441046 w 7467600"/>
              <a:gd name="connsiteY8" fmla="*/ 6691153 h 6858000"/>
              <a:gd name="connsiteX9" fmla="*/ 1019354 w 7467600"/>
              <a:gd name="connsiteY9" fmla="*/ 6315006 h 6858000"/>
              <a:gd name="connsiteX10" fmla="*/ 991680 w 7467600"/>
              <a:gd name="connsiteY10" fmla="*/ 6298413 h 6858000"/>
              <a:gd name="connsiteX11" fmla="*/ 409060 w 7467600"/>
              <a:gd name="connsiteY11" fmla="*/ 6671470 h 6858000"/>
              <a:gd name="connsiteX12" fmla="*/ 991680 w 7467600"/>
              <a:gd name="connsiteY12" fmla="*/ 6298413 h 6858000"/>
              <a:gd name="connsiteX13" fmla="*/ 103333 w 7467600"/>
              <a:gd name="connsiteY13" fmla="*/ 5699602 h 6858000"/>
              <a:gd name="connsiteX14" fmla="*/ 233938 w 7467600"/>
              <a:gd name="connsiteY14" fmla="*/ 5809416 h 6858000"/>
              <a:gd name="connsiteX15" fmla="*/ 883580 w 7467600"/>
              <a:gd name="connsiteY15" fmla="*/ 6180710 h 6858000"/>
              <a:gd name="connsiteX16" fmla="*/ 487337 w 7467600"/>
              <a:gd name="connsiteY16" fmla="*/ 5950182 h 6858000"/>
              <a:gd name="connsiteX17" fmla="*/ 354051 w 7467600"/>
              <a:gd name="connsiteY17" fmla="*/ 5854912 h 6858000"/>
              <a:gd name="connsiteX18" fmla="*/ 195436 w 7467600"/>
              <a:gd name="connsiteY18" fmla="*/ 5755068 h 6858000"/>
              <a:gd name="connsiteX19" fmla="*/ 103333 w 7467600"/>
              <a:gd name="connsiteY19" fmla="*/ 5699602 h 6858000"/>
              <a:gd name="connsiteX20" fmla="*/ 5539432 w 7467600"/>
              <a:gd name="connsiteY20" fmla="*/ 5642928 h 6858000"/>
              <a:gd name="connsiteX21" fmla="*/ 5555462 w 7467600"/>
              <a:gd name="connsiteY21" fmla="*/ 5694454 h 6858000"/>
              <a:gd name="connsiteX22" fmla="*/ 5828270 w 7467600"/>
              <a:gd name="connsiteY22" fmla="*/ 6320663 h 6858000"/>
              <a:gd name="connsiteX23" fmla="*/ 5947416 w 7467600"/>
              <a:gd name="connsiteY23" fmla="*/ 6574846 h 6858000"/>
              <a:gd name="connsiteX24" fmla="*/ 5539432 w 7467600"/>
              <a:gd name="connsiteY24" fmla="*/ 5642928 h 6858000"/>
              <a:gd name="connsiteX25" fmla="*/ 51253 w 7467600"/>
              <a:gd name="connsiteY25" fmla="*/ 5631825 h 6858000"/>
              <a:gd name="connsiteX26" fmla="*/ 211622 w 7467600"/>
              <a:gd name="connsiteY26" fmla="*/ 5728803 h 6858000"/>
              <a:gd name="connsiteX27" fmla="*/ 371652 w 7467600"/>
              <a:gd name="connsiteY27" fmla="*/ 5829062 h 6858000"/>
              <a:gd name="connsiteX28" fmla="*/ 505903 w 7467600"/>
              <a:gd name="connsiteY28" fmla="*/ 5925221 h 6858000"/>
              <a:gd name="connsiteX29" fmla="*/ 899240 w 7467600"/>
              <a:gd name="connsiteY29" fmla="*/ 6153068 h 6858000"/>
              <a:gd name="connsiteX30" fmla="*/ 988114 w 7467600"/>
              <a:gd name="connsiteY30" fmla="*/ 6174204 h 6858000"/>
              <a:gd name="connsiteX31" fmla="*/ 845971 w 7467600"/>
              <a:gd name="connsiteY31" fmla="*/ 6067177 h 6858000"/>
              <a:gd name="connsiteX32" fmla="*/ 448057 w 7467600"/>
              <a:gd name="connsiteY32" fmla="*/ 5841376 h 6858000"/>
              <a:gd name="connsiteX33" fmla="*/ 51253 w 7467600"/>
              <a:gd name="connsiteY33" fmla="*/ 5631825 h 6858000"/>
              <a:gd name="connsiteX34" fmla="*/ 2606687 w 7467600"/>
              <a:gd name="connsiteY34" fmla="*/ 5630718 h 6858000"/>
              <a:gd name="connsiteX35" fmla="*/ 2645658 w 7467600"/>
              <a:gd name="connsiteY35" fmla="*/ 6640259 h 6858000"/>
              <a:gd name="connsiteX36" fmla="*/ 2606687 w 7467600"/>
              <a:gd name="connsiteY36" fmla="*/ 5630718 h 6858000"/>
              <a:gd name="connsiteX37" fmla="*/ 3642057 w 7467600"/>
              <a:gd name="connsiteY37" fmla="*/ 5573487 h 6858000"/>
              <a:gd name="connsiteX38" fmla="*/ 3632981 w 7467600"/>
              <a:gd name="connsiteY38" fmla="*/ 5579437 h 6858000"/>
              <a:gd name="connsiteX39" fmla="*/ 3382436 w 7467600"/>
              <a:gd name="connsiteY39" fmla="*/ 5952726 h 6858000"/>
              <a:gd name="connsiteX40" fmla="*/ 3191929 w 7467600"/>
              <a:gd name="connsiteY40" fmla="*/ 6662669 h 6858000"/>
              <a:gd name="connsiteX41" fmla="*/ 3369898 w 7467600"/>
              <a:gd name="connsiteY41" fmla="*/ 6081771 h 6858000"/>
              <a:gd name="connsiteX42" fmla="*/ 3642057 w 7467600"/>
              <a:gd name="connsiteY42" fmla="*/ 5573487 h 6858000"/>
              <a:gd name="connsiteX43" fmla="*/ 2650666 w 7467600"/>
              <a:gd name="connsiteY43" fmla="*/ 5530686 h 6858000"/>
              <a:gd name="connsiteX44" fmla="*/ 2650249 w 7467600"/>
              <a:gd name="connsiteY44" fmla="*/ 5532101 h 6858000"/>
              <a:gd name="connsiteX45" fmla="*/ 2663808 w 7467600"/>
              <a:gd name="connsiteY45" fmla="*/ 6535215 h 6858000"/>
              <a:gd name="connsiteX46" fmla="*/ 2665418 w 7467600"/>
              <a:gd name="connsiteY46" fmla="*/ 6132756 h 6858000"/>
              <a:gd name="connsiteX47" fmla="*/ 2650666 w 7467600"/>
              <a:gd name="connsiteY47" fmla="*/ 5530686 h 6858000"/>
              <a:gd name="connsiteX48" fmla="*/ 2680277 w 7467600"/>
              <a:gd name="connsiteY48" fmla="*/ 5479204 h 6858000"/>
              <a:gd name="connsiteX49" fmla="*/ 2678972 w 7467600"/>
              <a:gd name="connsiteY49" fmla="*/ 5481582 h 6858000"/>
              <a:gd name="connsiteX50" fmla="*/ 2696666 w 7467600"/>
              <a:gd name="connsiteY50" fmla="*/ 6133836 h 6858000"/>
              <a:gd name="connsiteX51" fmla="*/ 2695769 w 7467600"/>
              <a:gd name="connsiteY51" fmla="*/ 6390955 h 6858000"/>
              <a:gd name="connsiteX52" fmla="*/ 2739893 w 7467600"/>
              <a:gd name="connsiteY52" fmla="*/ 6108357 h 6858000"/>
              <a:gd name="connsiteX53" fmla="*/ 2680277 w 7467600"/>
              <a:gd name="connsiteY53" fmla="*/ 5479204 h 6858000"/>
              <a:gd name="connsiteX54" fmla="*/ 1132195 w 7467600"/>
              <a:gd name="connsiteY54" fmla="*/ 5467980 h 6858000"/>
              <a:gd name="connsiteX55" fmla="*/ 1679056 w 7467600"/>
              <a:gd name="connsiteY55" fmla="*/ 5516907 h 6858000"/>
              <a:gd name="connsiteX56" fmla="*/ 2128648 w 7467600"/>
              <a:gd name="connsiteY56" fmla="*/ 5474249 h 6858000"/>
              <a:gd name="connsiteX57" fmla="*/ 1825619 w 7467600"/>
              <a:gd name="connsiteY57" fmla="*/ 5478447 h 6858000"/>
              <a:gd name="connsiteX58" fmla="*/ 1737798 w 7467600"/>
              <a:gd name="connsiteY58" fmla="*/ 5483353 h 6858000"/>
              <a:gd name="connsiteX59" fmla="*/ 1132195 w 7467600"/>
              <a:gd name="connsiteY59" fmla="*/ 5467980 h 6858000"/>
              <a:gd name="connsiteX60" fmla="*/ 1456157 w 7467600"/>
              <a:gd name="connsiteY60" fmla="*/ 5371404 h 6858000"/>
              <a:gd name="connsiteX61" fmla="*/ 1244432 w 7467600"/>
              <a:gd name="connsiteY61" fmla="*/ 5385601 h 6858000"/>
              <a:gd name="connsiteX62" fmla="*/ 973990 w 7467600"/>
              <a:gd name="connsiteY62" fmla="*/ 5424940 h 6858000"/>
              <a:gd name="connsiteX63" fmla="*/ 1103809 w 7467600"/>
              <a:gd name="connsiteY63" fmla="*/ 5433720 h 6858000"/>
              <a:gd name="connsiteX64" fmla="*/ 1123454 w 7467600"/>
              <a:gd name="connsiteY64" fmla="*/ 5435727 h 6858000"/>
              <a:gd name="connsiteX65" fmla="*/ 1737017 w 7467600"/>
              <a:gd name="connsiteY65" fmla="*/ 5452183 h 6858000"/>
              <a:gd name="connsiteX66" fmla="*/ 1824397 w 7467600"/>
              <a:gd name="connsiteY66" fmla="*/ 5447757 h 6858000"/>
              <a:gd name="connsiteX67" fmla="*/ 2070059 w 7467600"/>
              <a:gd name="connsiteY67" fmla="*/ 5441660 h 6858000"/>
              <a:gd name="connsiteX68" fmla="*/ 1456157 w 7467600"/>
              <a:gd name="connsiteY68" fmla="*/ 5371404 h 6858000"/>
              <a:gd name="connsiteX69" fmla="*/ 4988186 w 7467600"/>
              <a:gd name="connsiteY69" fmla="*/ 5216467 h 6858000"/>
              <a:gd name="connsiteX70" fmla="*/ 4777334 w 7467600"/>
              <a:gd name="connsiteY70" fmla="*/ 5406072 h 6858000"/>
              <a:gd name="connsiteX71" fmla="*/ 4718341 w 7467600"/>
              <a:gd name="connsiteY71" fmla="*/ 5468043 h 6858000"/>
              <a:gd name="connsiteX72" fmla="*/ 4604655 w 7467600"/>
              <a:gd name="connsiteY72" fmla="*/ 5583434 h 6858000"/>
              <a:gd name="connsiteX73" fmla="*/ 4565074 w 7467600"/>
              <a:gd name="connsiteY73" fmla="*/ 5618550 h 6858000"/>
              <a:gd name="connsiteX74" fmla="*/ 4988186 w 7467600"/>
              <a:gd name="connsiteY74" fmla="*/ 5216467 h 6858000"/>
              <a:gd name="connsiteX75" fmla="*/ 4978032 w 7467600"/>
              <a:gd name="connsiteY75" fmla="*/ 5183809 h 6858000"/>
              <a:gd name="connsiteX76" fmla="*/ 4463413 w 7467600"/>
              <a:gd name="connsiteY76" fmla="*/ 5615162 h 6858000"/>
              <a:gd name="connsiteX77" fmla="*/ 4358134 w 7467600"/>
              <a:gd name="connsiteY77" fmla="*/ 5742791 h 6858000"/>
              <a:gd name="connsiteX78" fmla="*/ 4376219 w 7467600"/>
              <a:gd name="connsiteY78" fmla="*/ 5729027 h 6858000"/>
              <a:gd name="connsiteX79" fmla="*/ 4582340 w 7467600"/>
              <a:gd name="connsiteY79" fmla="*/ 5561037 h 6858000"/>
              <a:gd name="connsiteX80" fmla="*/ 4694684 w 7467600"/>
              <a:gd name="connsiteY80" fmla="*/ 5447098 h 6858000"/>
              <a:gd name="connsiteX81" fmla="*/ 4754123 w 7467600"/>
              <a:gd name="connsiteY81" fmla="*/ 5384643 h 6858000"/>
              <a:gd name="connsiteX82" fmla="*/ 4978032 w 7467600"/>
              <a:gd name="connsiteY82" fmla="*/ 5183809 h 6858000"/>
              <a:gd name="connsiteX83" fmla="*/ 1903353 w 7467600"/>
              <a:gd name="connsiteY83" fmla="*/ 5044827 h 6858000"/>
              <a:gd name="connsiteX84" fmla="*/ 1936931 w 7467600"/>
              <a:gd name="connsiteY84" fmla="*/ 5093954 h 6858000"/>
              <a:gd name="connsiteX85" fmla="*/ 2195868 w 7467600"/>
              <a:gd name="connsiteY85" fmla="*/ 5396574 h 6858000"/>
              <a:gd name="connsiteX86" fmla="*/ 2088852 w 7467600"/>
              <a:gd name="connsiteY86" fmla="*/ 5166123 h 6858000"/>
              <a:gd name="connsiteX87" fmla="*/ 1958241 w 7467600"/>
              <a:gd name="connsiteY87" fmla="*/ 5067955 h 6858000"/>
              <a:gd name="connsiteX88" fmla="*/ 1903353 w 7467600"/>
              <a:gd name="connsiteY88" fmla="*/ 5044827 h 6858000"/>
              <a:gd name="connsiteX89" fmla="*/ 1979378 w 7467600"/>
              <a:gd name="connsiteY89" fmla="*/ 4769504 h 6858000"/>
              <a:gd name="connsiteX90" fmla="*/ 2882120 w 7467600"/>
              <a:gd name="connsiteY90" fmla="*/ 5064547 h 6858000"/>
              <a:gd name="connsiteX91" fmla="*/ 2793103 w 7467600"/>
              <a:gd name="connsiteY91" fmla="*/ 5039699 h 6858000"/>
              <a:gd name="connsiteX92" fmla="*/ 2770041 w 7467600"/>
              <a:gd name="connsiteY92" fmla="*/ 5033634 h 6858000"/>
              <a:gd name="connsiteX93" fmla="*/ 1979378 w 7467600"/>
              <a:gd name="connsiteY93" fmla="*/ 4769504 h 6858000"/>
              <a:gd name="connsiteX94" fmla="*/ 1927410 w 7467600"/>
              <a:gd name="connsiteY94" fmla="*/ 4716164 h 6858000"/>
              <a:gd name="connsiteX95" fmla="*/ 1959587 w 7467600"/>
              <a:gd name="connsiteY95" fmla="*/ 4728849 h 6858000"/>
              <a:gd name="connsiteX96" fmla="*/ 2777707 w 7467600"/>
              <a:gd name="connsiteY96" fmla="*/ 5003991 h 6858000"/>
              <a:gd name="connsiteX97" fmla="*/ 2800768 w 7467600"/>
              <a:gd name="connsiteY97" fmla="*/ 5010056 h 6858000"/>
              <a:gd name="connsiteX98" fmla="*/ 2879408 w 7467600"/>
              <a:gd name="connsiteY98" fmla="*/ 5031590 h 6858000"/>
              <a:gd name="connsiteX99" fmla="*/ 2862295 w 7467600"/>
              <a:gd name="connsiteY99" fmla="*/ 5022958 h 6858000"/>
              <a:gd name="connsiteX100" fmla="*/ 2813343 w 7467600"/>
              <a:gd name="connsiteY100" fmla="*/ 4998369 h 6858000"/>
              <a:gd name="connsiteX101" fmla="*/ 2646245 w 7467600"/>
              <a:gd name="connsiteY101" fmla="*/ 4930999 h 6858000"/>
              <a:gd name="connsiteX102" fmla="*/ 1999243 w 7467600"/>
              <a:gd name="connsiteY102" fmla="*/ 4730524 h 6858000"/>
              <a:gd name="connsiteX103" fmla="*/ 1979527 w 7467600"/>
              <a:gd name="connsiteY103" fmla="*/ 4726651 h 6858000"/>
              <a:gd name="connsiteX104" fmla="*/ 1927410 w 7467600"/>
              <a:gd name="connsiteY104" fmla="*/ 4716164 h 6858000"/>
              <a:gd name="connsiteX105" fmla="*/ 1997014 w 7467600"/>
              <a:gd name="connsiteY105" fmla="*/ 4698007 h 6858000"/>
              <a:gd name="connsiteX106" fmla="*/ 2005458 w 7467600"/>
              <a:gd name="connsiteY106" fmla="*/ 4699540 h 6858000"/>
              <a:gd name="connsiteX107" fmla="*/ 2657186 w 7467600"/>
              <a:gd name="connsiteY107" fmla="*/ 4901687 h 6858000"/>
              <a:gd name="connsiteX108" fmla="*/ 2826662 w 7467600"/>
              <a:gd name="connsiteY108" fmla="*/ 4970362 h 6858000"/>
              <a:gd name="connsiteX109" fmla="*/ 2876100 w 7467600"/>
              <a:gd name="connsiteY109" fmla="*/ 4995397 h 6858000"/>
              <a:gd name="connsiteX110" fmla="*/ 3042600 w 7467600"/>
              <a:gd name="connsiteY110" fmla="*/ 5059532 h 6858000"/>
              <a:gd name="connsiteX111" fmla="*/ 1997014 w 7467600"/>
              <a:gd name="connsiteY111" fmla="*/ 4698007 h 6858000"/>
              <a:gd name="connsiteX112" fmla="*/ 2305292 w 7467600"/>
              <a:gd name="connsiteY112" fmla="*/ 4219492 h 6858000"/>
              <a:gd name="connsiteX113" fmla="*/ 3360922 w 7467600"/>
              <a:gd name="connsiteY113" fmla="*/ 4529373 h 6858000"/>
              <a:gd name="connsiteX114" fmla="*/ 3492420 w 7467600"/>
              <a:gd name="connsiteY114" fmla="*/ 4510145 h 6858000"/>
              <a:gd name="connsiteX115" fmla="*/ 3364086 w 7467600"/>
              <a:gd name="connsiteY115" fmla="*/ 4480340 h 6858000"/>
              <a:gd name="connsiteX116" fmla="*/ 3225818 w 7467600"/>
              <a:gd name="connsiteY116" fmla="*/ 4411822 h 6858000"/>
              <a:gd name="connsiteX117" fmla="*/ 3129696 w 7467600"/>
              <a:gd name="connsiteY117" fmla="*/ 4360704 h 6858000"/>
              <a:gd name="connsiteX118" fmla="*/ 2814545 w 7467600"/>
              <a:gd name="connsiteY118" fmla="*/ 4282955 h 6858000"/>
              <a:gd name="connsiteX119" fmla="*/ 2305292 w 7467600"/>
              <a:gd name="connsiteY119" fmla="*/ 4219492 h 6858000"/>
              <a:gd name="connsiteX120" fmla="*/ 2626982 w 7467600"/>
              <a:gd name="connsiteY120" fmla="*/ 4206450 h 6858000"/>
              <a:gd name="connsiteX121" fmla="*/ 2490617 w 7467600"/>
              <a:gd name="connsiteY121" fmla="*/ 4206951 h 6858000"/>
              <a:gd name="connsiteX122" fmla="*/ 2819869 w 7467600"/>
              <a:gd name="connsiteY122" fmla="*/ 4252936 h 6858000"/>
              <a:gd name="connsiteX123" fmla="*/ 3143018 w 7467600"/>
              <a:gd name="connsiteY123" fmla="*/ 4332698 h 6858000"/>
              <a:gd name="connsiteX124" fmla="*/ 3241520 w 7467600"/>
              <a:gd name="connsiteY124" fmla="*/ 4385112 h 6858000"/>
              <a:gd name="connsiteX125" fmla="*/ 3374575 w 7467600"/>
              <a:gd name="connsiteY125" fmla="*/ 4451517 h 6858000"/>
              <a:gd name="connsiteX126" fmla="*/ 3505221 w 7467600"/>
              <a:gd name="connsiteY126" fmla="*/ 4480757 h 6858000"/>
              <a:gd name="connsiteX127" fmla="*/ 2626982 w 7467600"/>
              <a:gd name="connsiteY127" fmla="*/ 4206450 h 6858000"/>
              <a:gd name="connsiteX128" fmla="*/ 1310106 w 7467600"/>
              <a:gd name="connsiteY128" fmla="*/ 3943217 h 6858000"/>
              <a:gd name="connsiteX129" fmla="*/ 854994 w 7467600"/>
              <a:gd name="connsiteY129" fmla="*/ 4399136 h 6858000"/>
              <a:gd name="connsiteX130" fmla="*/ 742462 w 7467600"/>
              <a:gd name="connsiteY130" fmla="*/ 4594648 h 6858000"/>
              <a:gd name="connsiteX131" fmla="*/ 820602 w 7467600"/>
              <a:gd name="connsiteY131" fmla="*/ 4485915 h 6858000"/>
              <a:gd name="connsiteX132" fmla="*/ 878295 w 7467600"/>
              <a:gd name="connsiteY132" fmla="*/ 4403594 h 6858000"/>
              <a:gd name="connsiteX133" fmla="*/ 1240607 w 7467600"/>
              <a:gd name="connsiteY133" fmla="*/ 4010401 h 6858000"/>
              <a:gd name="connsiteX134" fmla="*/ 1310106 w 7467600"/>
              <a:gd name="connsiteY134" fmla="*/ 3943217 h 6858000"/>
              <a:gd name="connsiteX135" fmla="*/ 1423113 w 7467600"/>
              <a:gd name="connsiteY135" fmla="*/ 3874565 h 6858000"/>
              <a:gd name="connsiteX136" fmla="*/ 1260565 w 7467600"/>
              <a:gd name="connsiteY136" fmla="*/ 4031982 h 6858000"/>
              <a:gd name="connsiteX137" fmla="*/ 901900 w 7467600"/>
              <a:gd name="connsiteY137" fmla="*/ 4421236 h 6858000"/>
              <a:gd name="connsiteX138" fmla="*/ 845044 w 7467600"/>
              <a:gd name="connsiteY138" fmla="*/ 4502436 h 6858000"/>
              <a:gd name="connsiteX139" fmla="*/ 685926 w 7467600"/>
              <a:gd name="connsiteY139" fmla="*/ 4703069 h 6858000"/>
              <a:gd name="connsiteX140" fmla="*/ 684248 w 7467600"/>
              <a:gd name="connsiteY140" fmla="*/ 4706721 h 6858000"/>
              <a:gd name="connsiteX141" fmla="*/ 1423113 w 7467600"/>
              <a:gd name="connsiteY141" fmla="*/ 3874565 h 6858000"/>
              <a:gd name="connsiteX142" fmla="*/ 3316479 w 7467600"/>
              <a:gd name="connsiteY142" fmla="*/ 3872136 h 6858000"/>
              <a:gd name="connsiteX143" fmla="*/ 3546806 w 7467600"/>
              <a:gd name="connsiteY143" fmla="*/ 4356139 h 6858000"/>
              <a:gd name="connsiteX144" fmla="*/ 3364433 w 7467600"/>
              <a:gd name="connsiteY144" fmla="*/ 3953121 h 6858000"/>
              <a:gd name="connsiteX145" fmla="*/ 3316479 w 7467600"/>
              <a:gd name="connsiteY145" fmla="*/ 3872136 h 6858000"/>
              <a:gd name="connsiteX146" fmla="*/ 3291335 w 7467600"/>
              <a:gd name="connsiteY146" fmla="*/ 3767420 h 6858000"/>
              <a:gd name="connsiteX147" fmla="*/ 3390805 w 7467600"/>
              <a:gd name="connsiteY147" fmla="*/ 3937163 h 6858000"/>
              <a:gd name="connsiteX148" fmla="*/ 3579062 w 7467600"/>
              <a:gd name="connsiteY148" fmla="*/ 4359040 h 6858000"/>
              <a:gd name="connsiteX149" fmla="*/ 3467355 w 7467600"/>
              <a:gd name="connsiteY149" fmla="*/ 3988130 h 6858000"/>
              <a:gd name="connsiteX150" fmla="*/ 3310753 w 7467600"/>
              <a:gd name="connsiteY150" fmla="*/ 3787140 h 6858000"/>
              <a:gd name="connsiteX151" fmla="*/ 3291335 w 7467600"/>
              <a:gd name="connsiteY151" fmla="*/ 3767420 h 6858000"/>
              <a:gd name="connsiteX152" fmla="*/ 1635889 w 7467600"/>
              <a:gd name="connsiteY152" fmla="*/ 3709494 h 6858000"/>
              <a:gd name="connsiteX153" fmla="*/ 1634800 w 7467600"/>
              <a:gd name="connsiteY153" fmla="*/ 3731111 h 6858000"/>
              <a:gd name="connsiteX154" fmla="*/ 1635889 w 7467600"/>
              <a:gd name="connsiteY154" fmla="*/ 3709494 h 6858000"/>
              <a:gd name="connsiteX155" fmla="*/ 1510397 w 7467600"/>
              <a:gd name="connsiteY155" fmla="*/ 3684705 h 6858000"/>
              <a:gd name="connsiteX156" fmla="*/ 1146550 w 7467600"/>
              <a:gd name="connsiteY156" fmla="*/ 3802012 h 6858000"/>
              <a:gd name="connsiteX157" fmla="*/ 698834 w 7467600"/>
              <a:gd name="connsiteY157" fmla="*/ 3952272 h 6858000"/>
              <a:gd name="connsiteX158" fmla="*/ 34256 w 7467600"/>
              <a:gd name="connsiteY158" fmla="*/ 4347603 h 6858000"/>
              <a:gd name="connsiteX159" fmla="*/ 527241 w 7467600"/>
              <a:gd name="connsiteY159" fmla="*/ 4065078 h 6858000"/>
              <a:gd name="connsiteX160" fmla="*/ 1510397 w 7467600"/>
              <a:gd name="connsiteY160" fmla="*/ 3684705 h 6858000"/>
              <a:gd name="connsiteX161" fmla="*/ 1313114 w 7467600"/>
              <a:gd name="connsiteY161" fmla="*/ 3655216 h 6858000"/>
              <a:gd name="connsiteX162" fmla="*/ 1109304 w 7467600"/>
              <a:gd name="connsiteY162" fmla="*/ 3669030 h 6858000"/>
              <a:gd name="connsiteX163" fmla="*/ 8129 w 7467600"/>
              <a:gd name="connsiteY163" fmla="*/ 4330519 h 6858000"/>
              <a:gd name="connsiteX164" fmla="*/ 687572 w 7467600"/>
              <a:gd name="connsiteY164" fmla="*/ 3925629 h 6858000"/>
              <a:gd name="connsiteX165" fmla="*/ 1138365 w 7467600"/>
              <a:gd name="connsiteY165" fmla="*/ 3774515 h 6858000"/>
              <a:gd name="connsiteX166" fmla="*/ 1505579 w 7467600"/>
              <a:gd name="connsiteY166" fmla="*/ 3655526 h 6858000"/>
              <a:gd name="connsiteX167" fmla="*/ 1313114 w 7467600"/>
              <a:gd name="connsiteY167" fmla="*/ 3655216 h 6858000"/>
              <a:gd name="connsiteX168" fmla="*/ 3655073 w 7467600"/>
              <a:gd name="connsiteY168" fmla="*/ 3650884 h 6858000"/>
              <a:gd name="connsiteX169" fmla="*/ 3989938 w 7467600"/>
              <a:gd name="connsiteY169" fmla="*/ 3991685 h 6858000"/>
              <a:gd name="connsiteX170" fmla="*/ 4393907 w 7467600"/>
              <a:gd name="connsiteY170" fmla="*/ 4261258 h 6858000"/>
              <a:gd name="connsiteX171" fmla="*/ 4648051 w 7467600"/>
              <a:gd name="connsiteY171" fmla="*/ 4374051 h 6858000"/>
              <a:gd name="connsiteX172" fmla="*/ 4383389 w 7467600"/>
              <a:gd name="connsiteY172" fmla="*/ 4184369 h 6858000"/>
              <a:gd name="connsiteX173" fmla="*/ 4165508 w 7467600"/>
              <a:gd name="connsiteY173" fmla="*/ 4035196 h 6858000"/>
              <a:gd name="connsiteX174" fmla="*/ 4068162 w 7467600"/>
              <a:gd name="connsiteY174" fmla="*/ 3953394 h 6858000"/>
              <a:gd name="connsiteX175" fmla="*/ 3981416 w 7467600"/>
              <a:gd name="connsiteY175" fmla="*/ 3880482 h 6858000"/>
              <a:gd name="connsiteX176" fmla="*/ 3800147 w 7467600"/>
              <a:gd name="connsiteY176" fmla="*/ 3749872 h 6858000"/>
              <a:gd name="connsiteX177" fmla="*/ 3655073 w 7467600"/>
              <a:gd name="connsiteY177" fmla="*/ 3650884 h 6858000"/>
              <a:gd name="connsiteX178" fmla="*/ 3670252 w 7467600"/>
              <a:gd name="connsiteY178" fmla="*/ 3622798 h 6858000"/>
              <a:gd name="connsiteX179" fmla="*/ 3817258 w 7467600"/>
              <a:gd name="connsiteY179" fmla="*/ 3723577 h 6858000"/>
              <a:gd name="connsiteX180" fmla="*/ 4000461 w 7467600"/>
              <a:gd name="connsiteY180" fmla="*/ 3855966 h 6858000"/>
              <a:gd name="connsiteX181" fmla="*/ 4088180 w 7467600"/>
              <a:gd name="connsiteY181" fmla="*/ 3929774 h 6858000"/>
              <a:gd name="connsiteX182" fmla="*/ 4184555 w 7467600"/>
              <a:gd name="connsiteY182" fmla="*/ 4010683 h 6858000"/>
              <a:gd name="connsiteX183" fmla="*/ 4399563 w 7467600"/>
              <a:gd name="connsiteY183" fmla="*/ 4158106 h 6858000"/>
              <a:gd name="connsiteX184" fmla="*/ 4684469 w 7467600"/>
              <a:gd name="connsiteY184" fmla="*/ 4364680 h 6858000"/>
              <a:gd name="connsiteX185" fmla="*/ 4690271 w 7467600"/>
              <a:gd name="connsiteY185" fmla="*/ 4370034 h 6858000"/>
              <a:gd name="connsiteX186" fmla="*/ 4136093 w 7467600"/>
              <a:gd name="connsiteY186" fmla="*/ 3858466 h 6858000"/>
              <a:gd name="connsiteX187" fmla="*/ 3670252 w 7467600"/>
              <a:gd name="connsiteY187" fmla="*/ 3622798 h 6858000"/>
              <a:gd name="connsiteX188" fmla="*/ 4440129 w 7467600"/>
              <a:gd name="connsiteY188" fmla="*/ 3448571 h 6858000"/>
              <a:gd name="connsiteX189" fmla="*/ 4856525 w 7467600"/>
              <a:gd name="connsiteY189" fmla="*/ 3915351 h 6858000"/>
              <a:gd name="connsiteX190" fmla="*/ 5059055 w 7467600"/>
              <a:gd name="connsiteY190" fmla="*/ 4108918 h 6858000"/>
              <a:gd name="connsiteX191" fmla="*/ 5290070 w 7467600"/>
              <a:gd name="connsiteY191" fmla="*/ 4263619 h 6858000"/>
              <a:gd name="connsiteX192" fmla="*/ 4834991 w 7467600"/>
              <a:gd name="connsiteY192" fmla="*/ 3830985 h 6858000"/>
              <a:gd name="connsiteX193" fmla="*/ 4440129 w 7467600"/>
              <a:gd name="connsiteY193" fmla="*/ 3448571 h 6858000"/>
              <a:gd name="connsiteX194" fmla="*/ 4441737 w 7467600"/>
              <a:gd name="connsiteY194" fmla="*/ 3399734 h 6858000"/>
              <a:gd name="connsiteX195" fmla="*/ 4431236 w 7467600"/>
              <a:gd name="connsiteY195" fmla="*/ 3400954 h 6858000"/>
              <a:gd name="connsiteX196" fmla="*/ 4557150 w 7467600"/>
              <a:gd name="connsiteY196" fmla="*/ 3510023 h 6858000"/>
              <a:gd name="connsiteX197" fmla="*/ 4856936 w 7467600"/>
              <a:gd name="connsiteY197" fmla="*/ 3809146 h 6858000"/>
              <a:gd name="connsiteX198" fmla="*/ 5111996 w 7467600"/>
              <a:gd name="connsiteY198" fmla="*/ 4065759 h 6858000"/>
              <a:gd name="connsiteX199" fmla="*/ 5388878 w 7467600"/>
              <a:gd name="connsiteY199" fmla="*/ 4300185 h 6858000"/>
              <a:gd name="connsiteX200" fmla="*/ 5425556 w 7467600"/>
              <a:gd name="connsiteY200" fmla="*/ 4308967 h 6858000"/>
              <a:gd name="connsiteX201" fmla="*/ 4943646 w 7467600"/>
              <a:gd name="connsiteY201" fmla="*/ 3822916 h 6858000"/>
              <a:gd name="connsiteX202" fmla="*/ 4594837 w 7467600"/>
              <a:gd name="connsiteY202" fmla="*/ 3532274 h 6858000"/>
              <a:gd name="connsiteX203" fmla="*/ 4441737 w 7467600"/>
              <a:gd name="connsiteY203" fmla="*/ 3399734 h 6858000"/>
              <a:gd name="connsiteX204" fmla="*/ 5425834 w 7467600"/>
              <a:gd name="connsiteY204" fmla="*/ 3162785 h 6858000"/>
              <a:gd name="connsiteX205" fmla="*/ 5401644 w 7467600"/>
              <a:gd name="connsiteY205" fmla="*/ 3617847 h 6858000"/>
              <a:gd name="connsiteX206" fmla="*/ 5467256 w 7467600"/>
              <a:gd name="connsiteY206" fmla="*/ 4175494 h 6858000"/>
              <a:gd name="connsiteX207" fmla="*/ 5448069 w 7467600"/>
              <a:gd name="connsiteY207" fmla="*/ 3567554 h 6858000"/>
              <a:gd name="connsiteX208" fmla="*/ 5425834 w 7467600"/>
              <a:gd name="connsiteY208" fmla="*/ 3162785 h 6858000"/>
              <a:gd name="connsiteX209" fmla="*/ 1318687 w 7467600"/>
              <a:gd name="connsiteY209" fmla="*/ 3113840 h 6858000"/>
              <a:gd name="connsiteX210" fmla="*/ 1066793 w 7467600"/>
              <a:gd name="connsiteY210" fmla="*/ 3212171 h 6858000"/>
              <a:gd name="connsiteX211" fmla="*/ 993319 w 7467600"/>
              <a:gd name="connsiteY211" fmla="*/ 3247648 h 6858000"/>
              <a:gd name="connsiteX212" fmla="*/ 853081 w 7467600"/>
              <a:gd name="connsiteY212" fmla="*/ 3312410 h 6858000"/>
              <a:gd name="connsiteX213" fmla="*/ 805957 w 7467600"/>
              <a:gd name="connsiteY213" fmla="*/ 3330443 h 6858000"/>
              <a:gd name="connsiteX214" fmla="*/ 1318687 w 7467600"/>
              <a:gd name="connsiteY214" fmla="*/ 3113840 h 6858000"/>
              <a:gd name="connsiteX215" fmla="*/ 5453702 w 7467600"/>
              <a:gd name="connsiteY215" fmla="*/ 3090882 h 6858000"/>
              <a:gd name="connsiteX216" fmla="*/ 5480135 w 7467600"/>
              <a:gd name="connsiteY216" fmla="*/ 3565802 h 6858000"/>
              <a:gd name="connsiteX217" fmla="*/ 5499023 w 7467600"/>
              <a:gd name="connsiteY217" fmla="*/ 4166310 h 6858000"/>
              <a:gd name="connsiteX218" fmla="*/ 5547022 w 7467600"/>
              <a:gd name="connsiteY218" fmla="*/ 3607838 h 6858000"/>
              <a:gd name="connsiteX219" fmla="*/ 5515964 w 7467600"/>
              <a:gd name="connsiteY219" fmla="*/ 3378541 h 6858000"/>
              <a:gd name="connsiteX220" fmla="*/ 5453702 w 7467600"/>
              <a:gd name="connsiteY220" fmla="*/ 3090882 h 6858000"/>
              <a:gd name="connsiteX221" fmla="*/ 1238695 w 7467600"/>
              <a:gd name="connsiteY221" fmla="*/ 3076820 h 6858000"/>
              <a:gd name="connsiteX222" fmla="*/ 716371 w 7467600"/>
              <a:gd name="connsiteY222" fmla="*/ 3293249 h 6858000"/>
              <a:gd name="connsiteX223" fmla="*/ 579522 w 7467600"/>
              <a:gd name="connsiteY223" fmla="*/ 3371759 h 6858000"/>
              <a:gd name="connsiteX224" fmla="*/ 600288 w 7467600"/>
              <a:gd name="connsiteY224" fmla="*/ 3365555 h 6858000"/>
              <a:gd name="connsiteX225" fmla="*/ 840692 w 7467600"/>
              <a:gd name="connsiteY225" fmla="*/ 3284921 h 6858000"/>
              <a:gd name="connsiteX226" fmla="*/ 979248 w 7467600"/>
              <a:gd name="connsiteY226" fmla="*/ 3221003 h 6858000"/>
              <a:gd name="connsiteX227" fmla="*/ 1053282 w 7467600"/>
              <a:gd name="connsiteY227" fmla="*/ 3185247 h 6858000"/>
              <a:gd name="connsiteX228" fmla="*/ 1320603 w 7467600"/>
              <a:gd name="connsiteY228" fmla="*/ 3081281 h 6858000"/>
              <a:gd name="connsiteX229" fmla="*/ 1238695 w 7467600"/>
              <a:gd name="connsiteY229" fmla="*/ 3076820 h 6858000"/>
              <a:gd name="connsiteX230" fmla="*/ 5425627 w 7467600"/>
              <a:gd name="connsiteY230" fmla="*/ 2954192 h 6858000"/>
              <a:gd name="connsiteX231" fmla="*/ 5470770 w 7467600"/>
              <a:gd name="connsiteY231" fmla="*/ 3005435 h 6858000"/>
              <a:gd name="connsiteX232" fmla="*/ 5519779 w 7467600"/>
              <a:gd name="connsiteY232" fmla="*/ 4359223 h 6858000"/>
              <a:gd name="connsiteX233" fmla="*/ 5520293 w 7467600"/>
              <a:gd name="connsiteY233" fmla="*/ 4360602 h 6858000"/>
              <a:gd name="connsiteX234" fmla="*/ 5767221 w 7467600"/>
              <a:gd name="connsiteY234" fmla="*/ 4665564 h 6858000"/>
              <a:gd name="connsiteX235" fmla="*/ 6937169 w 7467600"/>
              <a:gd name="connsiteY235" fmla="*/ 4815941 h 6858000"/>
              <a:gd name="connsiteX236" fmla="*/ 6953922 w 7467600"/>
              <a:gd name="connsiteY236" fmla="*/ 4890068 h 6858000"/>
              <a:gd name="connsiteX237" fmla="*/ 6071359 w 7467600"/>
              <a:gd name="connsiteY237" fmla="*/ 4770770 h 6858000"/>
              <a:gd name="connsiteX238" fmla="*/ 6038839 w 7467600"/>
              <a:gd name="connsiteY238" fmla="*/ 4764474 h 6858000"/>
              <a:gd name="connsiteX239" fmla="*/ 6038706 w 7467600"/>
              <a:gd name="connsiteY239" fmla="*/ 4763847 h 6858000"/>
              <a:gd name="connsiteX240" fmla="*/ 6037784 w 7467600"/>
              <a:gd name="connsiteY240" fmla="*/ 4764270 h 6858000"/>
              <a:gd name="connsiteX241" fmla="*/ 6038839 w 7467600"/>
              <a:gd name="connsiteY241" fmla="*/ 4764474 h 6858000"/>
              <a:gd name="connsiteX242" fmla="*/ 6040338 w 7467600"/>
              <a:gd name="connsiteY242" fmla="*/ 4771418 h 6858000"/>
              <a:gd name="connsiteX243" fmla="*/ 6024488 w 7467600"/>
              <a:gd name="connsiteY243" fmla="*/ 4809903 h 6858000"/>
              <a:gd name="connsiteX244" fmla="*/ 5599771 w 7467600"/>
              <a:gd name="connsiteY244" fmla="*/ 5509652 h 6858000"/>
              <a:gd name="connsiteX245" fmla="*/ 5548843 w 7467600"/>
              <a:gd name="connsiteY245" fmla="*/ 5563845 h 6858000"/>
              <a:gd name="connsiteX246" fmla="*/ 5940952 w 7467600"/>
              <a:gd name="connsiteY246" fmla="*/ 6250028 h 6858000"/>
              <a:gd name="connsiteX247" fmla="*/ 6043441 w 7467600"/>
              <a:gd name="connsiteY247" fmla="*/ 6665847 h 6858000"/>
              <a:gd name="connsiteX248" fmla="*/ 6093432 w 7467600"/>
              <a:gd name="connsiteY248" fmla="*/ 6858000 h 6858000"/>
              <a:gd name="connsiteX249" fmla="*/ 6034344 w 7467600"/>
              <a:gd name="connsiteY249" fmla="*/ 6858000 h 6858000"/>
              <a:gd name="connsiteX250" fmla="*/ 6026679 w 7467600"/>
              <a:gd name="connsiteY250" fmla="*/ 6836959 h 6858000"/>
              <a:gd name="connsiteX251" fmla="*/ 5800441 w 7467600"/>
              <a:gd name="connsiteY251" fmla="*/ 6335286 h 6858000"/>
              <a:gd name="connsiteX252" fmla="*/ 5526562 w 7467600"/>
              <a:gd name="connsiteY252" fmla="*/ 5705388 h 6858000"/>
              <a:gd name="connsiteX253" fmla="*/ 5519640 w 7467600"/>
              <a:gd name="connsiteY253" fmla="*/ 5683774 h 6858000"/>
              <a:gd name="connsiteX254" fmla="*/ 5844559 w 7467600"/>
              <a:gd name="connsiteY254" fmla="*/ 6553349 h 6858000"/>
              <a:gd name="connsiteX255" fmla="*/ 5975994 w 7467600"/>
              <a:gd name="connsiteY255" fmla="*/ 6858000 h 6858000"/>
              <a:gd name="connsiteX256" fmla="*/ 5898547 w 7467600"/>
              <a:gd name="connsiteY256" fmla="*/ 6858000 h 6858000"/>
              <a:gd name="connsiteX257" fmla="*/ 5682041 w 7467600"/>
              <a:gd name="connsiteY257" fmla="*/ 6355860 h 6858000"/>
              <a:gd name="connsiteX258" fmla="*/ 5461758 w 7467600"/>
              <a:gd name="connsiteY258" fmla="*/ 5820220 h 6858000"/>
              <a:gd name="connsiteX259" fmla="*/ 5237282 w 7467600"/>
              <a:gd name="connsiteY259" fmla="*/ 6579086 h 6858000"/>
              <a:gd name="connsiteX260" fmla="*/ 5115009 w 7467600"/>
              <a:gd name="connsiteY260" fmla="*/ 6858000 h 6858000"/>
              <a:gd name="connsiteX261" fmla="*/ 5028074 w 7467600"/>
              <a:gd name="connsiteY261" fmla="*/ 6858000 h 6858000"/>
              <a:gd name="connsiteX262" fmla="*/ 5079508 w 7467600"/>
              <a:gd name="connsiteY262" fmla="*/ 6749074 h 6858000"/>
              <a:gd name="connsiteX263" fmla="*/ 5371846 w 7467600"/>
              <a:gd name="connsiteY263" fmla="*/ 5924413 h 6858000"/>
              <a:gd name="connsiteX264" fmla="*/ 5270512 w 7467600"/>
              <a:gd name="connsiteY264" fmla="*/ 6138975 h 6858000"/>
              <a:gd name="connsiteX265" fmla="*/ 5062409 w 7467600"/>
              <a:gd name="connsiteY265" fmla="*/ 6653544 h 6858000"/>
              <a:gd name="connsiteX266" fmla="*/ 5036628 w 7467600"/>
              <a:gd name="connsiteY266" fmla="*/ 6754247 h 6858000"/>
              <a:gd name="connsiteX267" fmla="*/ 5009112 w 7467600"/>
              <a:gd name="connsiteY267" fmla="*/ 6858000 h 6858000"/>
              <a:gd name="connsiteX268" fmla="*/ 4976679 w 7467600"/>
              <a:gd name="connsiteY268" fmla="*/ 6858000 h 6858000"/>
              <a:gd name="connsiteX269" fmla="*/ 5006537 w 7467600"/>
              <a:gd name="connsiteY269" fmla="*/ 6747068 h 6858000"/>
              <a:gd name="connsiteX270" fmla="*/ 5032723 w 7467600"/>
              <a:gd name="connsiteY270" fmla="*/ 6644957 h 6858000"/>
              <a:gd name="connsiteX271" fmla="*/ 5242949 w 7467600"/>
              <a:gd name="connsiteY271" fmla="*/ 6125175 h 6858000"/>
              <a:gd name="connsiteX272" fmla="*/ 5286321 w 7467600"/>
              <a:gd name="connsiteY272" fmla="*/ 6033555 h 6858000"/>
              <a:gd name="connsiteX273" fmla="*/ 5008210 w 7467600"/>
              <a:gd name="connsiteY273" fmla="*/ 6649194 h 6858000"/>
              <a:gd name="connsiteX274" fmla="*/ 4986321 w 7467600"/>
              <a:gd name="connsiteY274" fmla="*/ 6765687 h 6858000"/>
              <a:gd name="connsiteX275" fmla="*/ 4973474 w 7467600"/>
              <a:gd name="connsiteY275" fmla="*/ 6858000 h 6858000"/>
              <a:gd name="connsiteX276" fmla="*/ 4907178 w 7467600"/>
              <a:gd name="connsiteY276" fmla="*/ 6858000 h 6858000"/>
              <a:gd name="connsiteX277" fmla="*/ 4910810 w 7467600"/>
              <a:gd name="connsiteY277" fmla="*/ 6829660 h 6858000"/>
              <a:gd name="connsiteX278" fmla="*/ 4987461 w 7467600"/>
              <a:gd name="connsiteY278" fmla="*/ 6432994 h 6858000"/>
              <a:gd name="connsiteX279" fmla="*/ 5179262 w 7467600"/>
              <a:gd name="connsiteY279" fmla="*/ 6035044 h 6858000"/>
              <a:gd name="connsiteX280" fmla="*/ 4689678 w 7467600"/>
              <a:gd name="connsiteY280" fmla="*/ 6440241 h 6858000"/>
              <a:gd name="connsiteX281" fmla="*/ 4477543 w 7467600"/>
              <a:gd name="connsiteY281" fmla="*/ 6674836 h 6858000"/>
              <a:gd name="connsiteX282" fmla="*/ 4329957 w 7467600"/>
              <a:gd name="connsiteY282" fmla="*/ 6858000 h 6858000"/>
              <a:gd name="connsiteX283" fmla="*/ 4218595 w 7467600"/>
              <a:gd name="connsiteY283" fmla="*/ 6858000 h 6858000"/>
              <a:gd name="connsiteX284" fmla="*/ 4368888 w 7467600"/>
              <a:gd name="connsiteY284" fmla="*/ 6668412 h 6858000"/>
              <a:gd name="connsiteX285" fmla="*/ 4563091 w 7467600"/>
              <a:gd name="connsiteY285" fmla="*/ 6442508 h 6858000"/>
              <a:gd name="connsiteX286" fmla="*/ 5387324 w 7467600"/>
              <a:gd name="connsiteY286" fmla="*/ 5705830 h 6858000"/>
              <a:gd name="connsiteX287" fmla="*/ 5073620 w 7467600"/>
              <a:gd name="connsiteY287" fmla="*/ 5955437 h 6858000"/>
              <a:gd name="connsiteX288" fmla="*/ 4689789 w 7467600"/>
              <a:gd name="connsiteY288" fmla="*/ 6268382 h 6858000"/>
              <a:gd name="connsiteX289" fmla="*/ 4418722 w 7467600"/>
              <a:gd name="connsiteY289" fmla="*/ 6570886 h 6858000"/>
              <a:gd name="connsiteX290" fmla="*/ 4214944 w 7467600"/>
              <a:gd name="connsiteY290" fmla="*/ 6858000 h 6858000"/>
              <a:gd name="connsiteX291" fmla="*/ 4177898 w 7467600"/>
              <a:gd name="connsiteY291" fmla="*/ 6858000 h 6858000"/>
              <a:gd name="connsiteX292" fmla="*/ 4391597 w 7467600"/>
              <a:gd name="connsiteY292" fmla="*/ 6556370 h 6858000"/>
              <a:gd name="connsiteX293" fmla="*/ 4668889 w 7467600"/>
              <a:gd name="connsiteY293" fmla="*/ 6246399 h 6858000"/>
              <a:gd name="connsiteX294" fmla="*/ 5055427 w 7467600"/>
              <a:gd name="connsiteY294" fmla="*/ 5931476 h 6858000"/>
              <a:gd name="connsiteX295" fmla="*/ 5371814 w 7467600"/>
              <a:gd name="connsiteY295" fmla="*/ 5678975 h 6858000"/>
              <a:gd name="connsiteX296" fmla="*/ 4987918 w 7467600"/>
              <a:gd name="connsiteY296" fmla="*/ 5838701 h 6858000"/>
              <a:gd name="connsiteX297" fmla="*/ 4317146 w 7467600"/>
              <a:gd name="connsiteY297" fmla="*/ 6587716 h 6858000"/>
              <a:gd name="connsiteX298" fmla="*/ 4171627 w 7467600"/>
              <a:gd name="connsiteY298" fmla="*/ 6858000 h 6858000"/>
              <a:gd name="connsiteX299" fmla="*/ 4081585 w 7467600"/>
              <a:gd name="connsiteY299" fmla="*/ 6858000 h 6858000"/>
              <a:gd name="connsiteX300" fmla="*/ 4238603 w 7467600"/>
              <a:gd name="connsiteY300" fmla="*/ 6559341 h 6858000"/>
              <a:gd name="connsiteX301" fmla="*/ 4778333 w 7467600"/>
              <a:gd name="connsiteY301" fmla="*/ 5873626 h 6858000"/>
              <a:gd name="connsiteX302" fmla="*/ 5414185 w 7467600"/>
              <a:gd name="connsiteY302" fmla="*/ 5573882 h 6858000"/>
              <a:gd name="connsiteX303" fmla="*/ 5959648 w 7467600"/>
              <a:gd name="connsiteY303" fmla="*/ 4760797 h 6858000"/>
              <a:gd name="connsiteX304" fmla="*/ 5355019 w 7467600"/>
              <a:gd name="connsiteY304" fmla="*/ 4734672 h 6858000"/>
              <a:gd name="connsiteX305" fmla="*/ 5083565 w 7467600"/>
              <a:gd name="connsiteY305" fmla="*/ 5179121 h 6858000"/>
              <a:gd name="connsiteX306" fmla="*/ 4713577 w 7467600"/>
              <a:gd name="connsiteY306" fmla="*/ 5616803 h 6858000"/>
              <a:gd name="connsiteX307" fmla="*/ 3989559 w 7467600"/>
              <a:gd name="connsiteY307" fmla="*/ 6145945 h 6858000"/>
              <a:gd name="connsiteX308" fmla="*/ 3939824 w 7467600"/>
              <a:gd name="connsiteY308" fmla="*/ 6066900 h 6858000"/>
              <a:gd name="connsiteX309" fmla="*/ 4584537 w 7467600"/>
              <a:gd name="connsiteY309" fmla="*/ 5324826 h 6858000"/>
              <a:gd name="connsiteX310" fmla="*/ 5037105 w 7467600"/>
              <a:gd name="connsiteY310" fmla="*/ 5088765 h 6858000"/>
              <a:gd name="connsiteX311" fmla="*/ 5039930 w 7467600"/>
              <a:gd name="connsiteY311" fmla="*/ 5089585 h 6858000"/>
              <a:gd name="connsiteX312" fmla="*/ 5263764 w 7467600"/>
              <a:gd name="connsiteY312" fmla="*/ 4735525 h 6858000"/>
              <a:gd name="connsiteX313" fmla="*/ 4086300 w 7467600"/>
              <a:gd name="connsiteY313" fmla="*/ 4884599 h 6858000"/>
              <a:gd name="connsiteX314" fmla="*/ 4085485 w 7467600"/>
              <a:gd name="connsiteY314" fmla="*/ 4899070 h 6858000"/>
              <a:gd name="connsiteX315" fmla="*/ 3871915 w 7467600"/>
              <a:gd name="connsiteY315" fmla="*/ 5253645 h 6858000"/>
              <a:gd name="connsiteX316" fmla="*/ 3799374 w 7467600"/>
              <a:gd name="connsiteY316" fmla="*/ 5466127 h 6858000"/>
              <a:gd name="connsiteX317" fmla="*/ 3498850 w 7467600"/>
              <a:gd name="connsiteY317" fmla="*/ 6661888 h 6858000"/>
              <a:gd name="connsiteX318" fmla="*/ 3399216 w 7467600"/>
              <a:gd name="connsiteY318" fmla="*/ 6858000 h 6858000"/>
              <a:gd name="connsiteX319" fmla="*/ 3303688 w 7467600"/>
              <a:gd name="connsiteY319" fmla="*/ 6858000 h 6858000"/>
              <a:gd name="connsiteX320" fmla="*/ 3391774 w 7467600"/>
              <a:gd name="connsiteY320" fmla="*/ 6697181 h 6858000"/>
              <a:gd name="connsiteX321" fmla="*/ 3735540 w 7467600"/>
              <a:gd name="connsiteY321" fmla="*/ 5546923 h 6858000"/>
              <a:gd name="connsiteX322" fmla="*/ 3729438 w 7467600"/>
              <a:gd name="connsiteY322" fmla="*/ 5569058 h 6858000"/>
              <a:gd name="connsiteX323" fmla="*/ 3707782 w 7467600"/>
              <a:gd name="connsiteY323" fmla="*/ 5644908 h 6858000"/>
              <a:gd name="connsiteX324" fmla="*/ 3583827 w 7467600"/>
              <a:gd name="connsiteY324" fmla="*/ 6039215 h 6858000"/>
              <a:gd name="connsiteX325" fmla="*/ 3547861 w 7467600"/>
              <a:gd name="connsiteY325" fmla="*/ 6129609 h 6858000"/>
              <a:gd name="connsiteX326" fmla="*/ 3490905 w 7467600"/>
              <a:gd name="connsiteY326" fmla="*/ 6277660 h 6858000"/>
              <a:gd name="connsiteX327" fmla="*/ 3455859 w 7467600"/>
              <a:gd name="connsiteY327" fmla="*/ 6391301 h 6858000"/>
              <a:gd name="connsiteX328" fmla="*/ 3429112 w 7467600"/>
              <a:gd name="connsiteY328" fmla="*/ 6479469 h 6858000"/>
              <a:gd name="connsiteX329" fmla="*/ 3304862 w 7467600"/>
              <a:gd name="connsiteY329" fmla="*/ 6796476 h 6858000"/>
              <a:gd name="connsiteX330" fmla="*/ 3276071 w 7467600"/>
              <a:gd name="connsiteY330" fmla="*/ 6858000 h 6858000"/>
              <a:gd name="connsiteX331" fmla="*/ 3240805 w 7467600"/>
              <a:gd name="connsiteY331" fmla="*/ 6858000 h 6858000"/>
              <a:gd name="connsiteX332" fmla="*/ 3275917 w 7467600"/>
              <a:gd name="connsiteY332" fmla="*/ 6783192 h 6858000"/>
              <a:gd name="connsiteX333" fmla="*/ 3399358 w 7467600"/>
              <a:gd name="connsiteY333" fmla="*/ 6469011 h 6858000"/>
              <a:gd name="connsiteX334" fmla="*/ 3425650 w 7467600"/>
              <a:gd name="connsiteY334" fmla="*/ 6381333 h 6858000"/>
              <a:gd name="connsiteX335" fmla="*/ 3460661 w 7467600"/>
              <a:gd name="connsiteY335" fmla="*/ 6266763 h 6858000"/>
              <a:gd name="connsiteX336" fmla="*/ 3518021 w 7467600"/>
              <a:gd name="connsiteY336" fmla="*/ 6117298 h 6858000"/>
              <a:gd name="connsiteX337" fmla="*/ 3554035 w 7467600"/>
              <a:gd name="connsiteY337" fmla="*/ 6027832 h 6858000"/>
              <a:gd name="connsiteX338" fmla="*/ 3677174 w 7467600"/>
              <a:gd name="connsiteY338" fmla="*/ 5636351 h 6858000"/>
              <a:gd name="connsiteX339" fmla="*/ 3698819 w 7467600"/>
              <a:gd name="connsiteY339" fmla="*/ 5560503 h 6858000"/>
              <a:gd name="connsiteX340" fmla="*/ 3702094 w 7467600"/>
              <a:gd name="connsiteY340" fmla="*/ 5549194 h 6858000"/>
              <a:gd name="connsiteX341" fmla="*/ 3398355 w 7467600"/>
              <a:gd name="connsiteY341" fmla="*/ 6094603 h 6858000"/>
              <a:gd name="connsiteX342" fmla="*/ 3193941 w 7467600"/>
              <a:gd name="connsiteY342" fmla="*/ 6798775 h 6858000"/>
              <a:gd name="connsiteX343" fmla="*/ 3184140 w 7467600"/>
              <a:gd name="connsiteY343" fmla="*/ 6858000 h 6858000"/>
              <a:gd name="connsiteX344" fmla="*/ 3099978 w 7467600"/>
              <a:gd name="connsiteY344" fmla="*/ 6858000 h 6858000"/>
              <a:gd name="connsiteX345" fmla="*/ 3101556 w 7467600"/>
              <a:gd name="connsiteY345" fmla="*/ 6843337 h 6858000"/>
              <a:gd name="connsiteX346" fmla="*/ 3370162 w 7467600"/>
              <a:gd name="connsiteY346" fmla="*/ 5785550 h 6858000"/>
              <a:gd name="connsiteX347" fmla="*/ 3746477 w 7467600"/>
              <a:gd name="connsiteY347" fmla="*/ 5377889 h 6858000"/>
              <a:gd name="connsiteX348" fmla="*/ 3863399 w 7467600"/>
              <a:gd name="connsiteY348" fmla="*/ 5087257 h 6858000"/>
              <a:gd name="connsiteX349" fmla="*/ 3968712 w 7467600"/>
              <a:gd name="connsiteY349" fmla="*/ 4913989 h 6858000"/>
              <a:gd name="connsiteX350" fmla="*/ 2792390 w 7467600"/>
              <a:gd name="connsiteY350" fmla="*/ 5382974 h 6858000"/>
              <a:gd name="connsiteX351" fmla="*/ 2714982 w 7467600"/>
              <a:gd name="connsiteY351" fmla="*/ 5427051 h 6858000"/>
              <a:gd name="connsiteX352" fmla="*/ 2813361 w 7467600"/>
              <a:gd name="connsiteY352" fmla="*/ 6023912 h 6858000"/>
              <a:gd name="connsiteX353" fmla="*/ 2688430 w 7467600"/>
              <a:gd name="connsiteY353" fmla="*/ 6801564 h 6858000"/>
              <a:gd name="connsiteX354" fmla="*/ 2629626 w 7467600"/>
              <a:gd name="connsiteY354" fmla="*/ 6763394 h 6858000"/>
              <a:gd name="connsiteX355" fmla="*/ 2565328 w 7467600"/>
              <a:gd name="connsiteY355" fmla="*/ 5516399 h 6858000"/>
              <a:gd name="connsiteX356" fmla="*/ 1922999 w 7467600"/>
              <a:gd name="connsiteY356" fmla="*/ 5980343 h 6858000"/>
              <a:gd name="connsiteX357" fmla="*/ 1950261 w 7467600"/>
              <a:gd name="connsiteY357" fmla="*/ 6405858 h 6858000"/>
              <a:gd name="connsiteX358" fmla="*/ 2365554 w 7467600"/>
              <a:gd name="connsiteY358" fmla="*/ 6759107 h 6858000"/>
              <a:gd name="connsiteX359" fmla="*/ 2424142 w 7467600"/>
              <a:gd name="connsiteY359" fmla="*/ 6858000 h 6858000"/>
              <a:gd name="connsiteX360" fmla="*/ 2395994 w 7467600"/>
              <a:gd name="connsiteY360" fmla="*/ 6858000 h 6858000"/>
              <a:gd name="connsiteX361" fmla="*/ 2392863 w 7467600"/>
              <a:gd name="connsiteY361" fmla="*/ 6852964 h 6858000"/>
              <a:gd name="connsiteX362" fmla="*/ 2017589 w 7467600"/>
              <a:gd name="connsiteY362" fmla="*/ 6493982 h 6858000"/>
              <a:gd name="connsiteX363" fmla="*/ 2147336 w 7467600"/>
              <a:gd name="connsiteY363" fmla="*/ 6594052 h 6858000"/>
              <a:gd name="connsiteX364" fmla="*/ 2207047 w 7467600"/>
              <a:gd name="connsiteY364" fmla="*/ 6654540 h 6858000"/>
              <a:gd name="connsiteX365" fmla="*/ 2299106 w 7467600"/>
              <a:gd name="connsiteY365" fmla="*/ 6778931 h 6858000"/>
              <a:gd name="connsiteX366" fmla="*/ 2314430 w 7467600"/>
              <a:gd name="connsiteY366" fmla="*/ 6801144 h 6858000"/>
              <a:gd name="connsiteX367" fmla="*/ 2352406 w 7467600"/>
              <a:gd name="connsiteY367" fmla="*/ 6858000 h 6858000"/>
              <a:gd name="connsiteX368" fmla="*/ 2314492 w 7467600"/>
              <a:gd name="connsiteY368" fmla="*/ 6858000 h 6858000"/>
              <a:gd name="connsiteX369" fmla="*/ 2288095 w 7467600"/>
              <a:gd name="connsiteY369" fmla="*/ 6818030 h 6858000"/>
              <a:gd name="connsiteX370" fmla="*/ 2272768 w 7467600"/>
              <a:gd name="connsiteY370" fmla="*/ 6795822 h 6858000"/>
              <a:gd name="connsiteX371" fmla="*/ 2182715 w 7467600"/>
              <a:gd name="connsiteY371" fmla="*/ 6675071 h 6858000"/>
              <a:gd name="connsiteX372" fmla="*/ 2032061 w 7467600"/>
              <a:gd name="connsiteY372" fmla="*/ 6541380 h 6858000"/>
              <a:gd name="connsiteX373" fmla="*/ 2257220 w 7467600"/>
              <a:gd name="connsiteY373" fmla="*/ 6826257 h 6858000"/>
              <a:gd name="connsiteX374" fmla="*/ 2281324 w 7467600"/>
              <a:gd name="connsiteY374" fmla="*/ 6858000 h 6858000"/>
              <a:gd name="connsiteX375" fmla="*/ 2242860 w 7467600"/>
              <a:gd name="connsiteY375" fmla="*/ 6858000 h 6858000"/>
              <a:gd name="connsiteX376" fmla="*/ 2232818 w 7467600"/>
              <a:gd name="connsiteY376" fmla="*/ 6844926 h 6858000"/>
              <a:gd name="connsiteX377" fmla="*/ 1990172 w 7467600"/>
              <a:gd name="connsiteY377" fmla="*/ 6542121 h 6858000"/>
              <a:gd name="connsiteX378" fmla="*/ 2124090 w 7467600"/>
              <a:gd name="connsiteY378" fmla="*/ 6761017 h 6858000"/>
              <a:gd name="connsiteX379" fmla="*/ 2200380 w 7467600"/>
              <a:gd name="connsiteY379" fmla="*/ 6858000 h 6858000"/>
              <a:gd name="connsiteX380" fmla="*/ 2147507 w 7467600"/>
              <a:gd name="connsiteY380" fmla="*/ 6858000 h 6858000"/>
              <a:gd name="connsiteX381" fmla="*/ 2070668 w 7467600"/>
              <a:gd name="connsiteY381" fmla="*/ 6761520 h 6858000"/>
              <a:gd name="connsiteX382" fmla="*/ 1975142 w 7467600"/>
              <a:gd name="connsiteY382" fmla="*/ 6585570 h 6858000"/>
              <a:gd name="connsiteX383" fmla="*/ 2050035 w 7467600"/>
              <a:gd name="connsiteY383" fmla="*/ 6813345 h 6858000"/>
              <a:gd name="connsiteX384" fmla="*/ 2063025 w 7467600"/>
              <a:gd name="connsiteY384" fmla="*/ 6858000 h 6858000"/>
              <a:gd name="connsiteX385" fmla="*/ 2021675 w 7467600"/>
              <a:gd name="connsiteY385" fmla="*/ 6858000 h 6858000"/>
              <a:gd name="connsiteX386" fmla="*/ 2019308 w 7467600"/>
              <a:gd name="connsiteY386" fmla="*/ 6847118 h 6858000"/>
              <a:gd name="connsiteX387" fmla="*/ 1938835 w 7467600"/>
              <a:gd name="connsiteY387" fmla="*/ 6551160 h 6858000"/>
              <a:gd name="connsiteX388" fmla="*/ 1953230 w 7467600"/>
              <a:gd name="connsiteY388" fmla="*/ 6759699 h 6858000"/>
              <a:gd name="connsiteX389" fmla="*/ 1956763 w 7467600"/>
              <a:gd name="connsiteY389" fmla="*/ 6778191 h 6858000"/>
              <a:gd name="connsiteX390" fmla="*/ 1967925 w 7467600"/>
              <a:gd name="connsiteY390" fmla="*/ 6858000 h 6858000"/>
              <a:gd name="connsiteX391" fmla="*/ 1936622 w 7467600"/>
              <a:gd name="connsiteY391" fmla="*/ 6858000 h 6858000"/>
              <a:gd name="connsiteX392" fmla="*/ 1926261 w 7467600"/>
              <a:gd name="connsiteY392" fmla="*/ 6784064 h 6858000"/>
              <a:gd name="connsiteX393" fmla="*/ 1922724 w 7467600"/>
              <a:gd name="connsiteY393" fmla="*/ 6765577 h 6858000"/>
              <a:gd name="connsiteX394" fmla="*/ 1904650 w 7467600"/>
              <a:gd name="connsiteY394" fmla="*/ 6639616 h 6858000"/>
              <a:gd name="connsiteX395" fmla="*/ 1885273 w 7467600"/>
              <a:gd name="connsiteY395" fmla="*/ 6858000 h 6858000"/>
              <a:gd name="connsiteX396" fmla="*/ 1854363 w 7467600"/>
              <a:gd name="connsiteY396" fmla="*/ 6858000 h 6858000"/>
              <a:gd name="connsiteX397" fmla="*/ 1880391 w 7467600"/>
              <a:gd name="connsiteY397" fmla="*/ 6603796 h 6858000"/>
              <a:gd name="connsiteX398" fmla="*/ 1818273 w 7467600"/>
              <a:gd name="connsiteY398" fmla="*/ 6715729 h 6858000"/>
              <a:gd name="connsiteX399" fmla="*/ 1794691 w 7467600"/>
              <a:gd name="connsiteY399" fmla="*/ 6843239 h 6858000"/>
              <a:gd name="connsiteX400" fmla="*/ 1794914 w 7467600"/>
              <a:gd name="connsiteY400" fmla="*/ 6858000 h 6858000"/>
              <a:gd name="connsiteX401" fmla="*/ 1746128 w 7467600"/>
              <a:gd name="connsiteY401" fmla="*/ 6858000 h 6858000"/>
              <a:gd name="connsiteX402" fmla="*/ 1753934 w 7467600"/>
              <a:gd name="connsiteY402" fmla="*/ 6724796 h 6858000"/>
              <a:gd name="connsiteX403" fmla="*/ 1792053 w 7467600"/>
              <a:gd name="connsiteY403" fmla="*/ 6572396 h 6858000"/>
              <a:gd name="connsiteX404" fmla="*/ 1862248 w 7467600"/>
              <a:gd name="connsiteY404" fmla="*/ 6266397 h 6858000"/>
              <a:gd name="connsiteX405" fmla="*/ 1862250 w 7467600"/>
              <a:gd name="connsiteY405" fmla="*/ 6033531 h 6858000"/>
              <a:gd name="connsiteX406" fmla="*/ 1211999 w 7467600"/>
              <a:gd name="connsiteY406" fmla="*/ 6683610 h 6858000"/>
              <a:gd name="connsiteX407" fmla="*/ 1213266 w 7467600"/>
              <a:gd name="connsiteY407" fmla="*/ 6691947 h 6858000"/>
              <a:gd name="connsiteX408" fmla="*/ 1203370 w 7467600"/>
              <a:gd name="connsiteY408" fmla="*/ 6850676 h 6858000"/>
              <a:gd name="connsiteX409" fmla="*/ 1203671 w 7467600"/>
              <a:gd name="connsiteY409" fmla="*/ 6858000 h 6858000"/>
              <a:gd name="connsiteX410" fmla="*/ 1143180 w 7467600"/>
              <a:gd name="connsiteY410" fmla="*/ 6858000 h 6858000"/>
              <a:gd name="connsiteX411" fmla="*/ 1142176 w 7467600"/>
              <a:gd name="connsiteY411" fmla="*/ 6766045 h 6858000"/>
              <a:gd name="connsiteX412" fmla="*/ 1067484 w 7467600"/>
              <a:gd name="connsiteY412" fmla="*/ 6858000 h 6858000"/>
              <a:gd name="connsiteX413" fmla="*/ 953928 w 7467600"/>
              <a:gd name="connsiteY413" fmla="*/ 6858000 h 6858000"/>
              <a:gd name="connsiteX414" fmla="*/ 959715 w 7467600"/>
              <a:gd name="connsiteY414" fmla="*/ 6850185 h 6858000"/>
              <a:gd name="connsiteX415" fmla="*/ 1483788 w 7467600"/>
              <a:gd name="connsiteY415" fmla="*/ 6259174 h 6858000"/>
              <a:gd name="connsiteX416" fmla="*/ 1100671 w 7467600"/>
              <a:gd name="connsiteY416" fmla="*/ 6252137 h 6858000"/>
              <a:gd name="connsiteX417" fmla="*/ 1090144 w 7467600"/>
              <a:gd name="connsiteY417" fmla="*/ 6256748 h 6858000"/>
              <a:gd name="connsiteX418" fmla="*/ 1095872 w 7467600"/>
              <a:gd name="connsiteY418" fmla="*/ 6271892 h 6858000"/>
              <a:gd name="connsiteX419" fmla="*/ 262785 w 7467600"/>
              <a:gd name="connsiteY419" fmla="*/ 6845450 h 6858000"/>
              <a:gd name="connsiteX420" fmla="*/ 209968 w 7467600"/>
              <a:gd name="connsiteY420" fmla="*/ 6770713 h 6858000"/>
              <a:gd name="connsiteX421" fmla="*/ 873460 w 7467600"/>
              <a:gd name="connsiteY421" fmla="*/ 6253768 h 6858000"/>
              <a:gd name="connsiteX422" fmla="*/ 192686 w 7467600"/>
              <a:gd name="connsiteY422" fmla="*/ 5849257 h 6858000"/>
              <a:gd name="connsiteX423" fmla="*/ 4696 w 7467600"/>
              <a:gd name="connsiteY423" fmla="*/ 5697668 h 6858000"/>
              <a:gd name="connsiteX424" fmla="*/ 0 w 7467600"/>
              <a:gd name="connsiteY424" fmla="*/ 5689984 h 6858000"/>
              <a:gd name="connsiteX425" fmla="*/ 0 w 7467600"/>
              <a:gd name="connsiteY425" fmla="*/ 5513472 h 6858000"/>
              <a:gd name="connsiteX426" fmla="*/ 174101 w 7467600"/>
              <a:gd name="connsiteY426" fmla="*/ 5620277 h 6858000"/>
              <a:gd name="connsiteX427" fmla="*/ 891800 w 7467600"/>
              <a:gd name="connsiteY427" fmla="*/ 6036935 h 6858000"/>
              <a:gd name="connsiteX428" fmla="*/ 1072219 w 7467600"/>
              <a:gd name="connsiteY428" fmla="*/ 6169443 h 6858000"/>
              <a:gd name="connsiteX429" fmla="*/ 1074117 w 7467600"/>
              <a:gd name="connsiteY429" fmla="*/ 6170301 h 6858000"/>
              <a:gd name="connsiteX430" fmla="*/ 1083114 w 7467600"/>
              <a:gd name="connsiteY430" fmla="*/ 6174131 h 6858000"/>
              <a:gd name="connsiteX431" fmla="*/ 1543010 w 7467600"/>
              <a:gd name="connsiteY431" fmla="*/ 6191140 h 6858000"/>
              <a:gd name="connsiteX432" fmla="*/ 1551080 w 7467600"/>
              <a:gd name="connsiteY432" fmla="*/ 6195006 h 6858000"/>
              <a:gd name="connsiteX433" fmla="*/ 2345443 w 7467600"/>
              <a:gd name="connsiteY433" fmla="*/ 5549882 h 6858000"/>
              <a:gd name="connsiteX434" fmla="*/ 1721499 w 7467600"/>
              <a:gd name="connsiteY434" fmla="*/ 5599969 h 6858000"/>
              <a:gd name="connsiteX435" fmla="*/ 767716 w 7467600"/>
              <a:gd name="connsiteY435" fmla="*/ 5472768 h 6858000"/>
              <a:gd name="connsiteX436" fmla="*/ 722147 w 7467600"/>
              <a:gd name="connsiteY436" fmla="*/ 5393091 h 6858000"/>
              <a:gd name="connsiteX437" fmla="*/ 1485552 w 7467600"/>
              <a:gd name="connsiteY437" fmla="*/ 5313202 h 6858000"/>
              <a:gd name="connsiteX438" fmla="*/ 2143004 w 7467600"/>
              <a:gd name="connsiteY438" fmla="*/ 5402420 h 6858000"/>
              <a:gd name="connsiteX439" fmla="*/ 1933391 w 7467600"/>
              <a:gd name="connsiteY439" fmla="*/ 5156971 h 6858000"/>
              <a:gd name="connsiteX440" fmla="*/ 1827118 w 7467600"/>
              <a:gd name="connsiteY440" fmla="*/ 4968410 h 6858000"/>
              <a:gd name="connsiteX441" fmla="*/ 1837349 w 7467600"/>
              <a:gd name="connsiteY441" fmla="*/ 4956357 h 6858000"/>
              <a:gd name="connsiteX442" fmla="*/ 2162835 w 7467600"/>
              <a:gd name="connsiteY442" fmla="*/ 5187853 h 6858000"/>
              <a:gd name="connsiteX443" fmla="*/ 2257167 w 7467600"/>
              <a:gd name="connsiteY443" fmla="*/ 5462123 h 6858000"/>
              <a:gd name="connsiteX444" fmla="*/ 2261598 w 7467600"/>
              <a:gd name="connsiteY444" fmla="*/ 5467998 h 6858000"/>
              <a:gd name="connsiteX445" fmla="*/ 2437177 w 7467600"/>
              <a:gd name="connsiteY445" fmla="*/ 5479608 h 6858000"/>
              <a:gd name="connsiteX446" fmla="*/ 2445247 w 7467600"/>
              <a:gd name="connsiteY446" fmla="*/ 5483476 h 6858000"/>
              <a:gd name="connsiteX447" fmla="*/ 2743626 w 7467600"/>
              <a:gd name="connsiteY447" fmla="*/ 5304819 h 6858000"/>
              <a:gd name="connsiteX448" fmla="*/ 3048102 w 7467600"/>
              <a:gd name="connsiteY448" fmla="*/ 5150595 h 6858000"/>
              <a:gd name="connsiteX449" fmla="*/ 1799414 w 7467600"/>
              <a:gd name="connsiteY449" fmla="*/ 4694732 h 6858000"/>
              <a:gd name="connsiteX450" fmla="*/ 1771735 w 7467600"/>
              <a:gd name="connsiteY450" fmla="*/ 4619929 h 6858000"/>
              <a:gd name="connsiteX451" fmla="*/ 3104273 w 7467600"/>
              <a:gd name="connsiteY451" fmla="*/ 5076159 h 6858000"/>
              <a:gd name="connsiteX452" fmla="*/ 3113245 w 7467600"/>
              <a:gd name="connsiteY452" fmla="*/ 5090705 h 6858000"/>
              <a:gd name="connsiteX453" fmla="*/ 3126294 w 7467600"/>
              <a:gd name="connsiteY453" fmla="*/ 5114400 h 6858000"/>
              <a:gd name="connsiteX454" fmla="*/ 3937433 w 7467600"/>
              <a:gd name="connsiteY454" fmla="*/ 4830473 h 6858000"/>
              <a:gd name="connsiteX455" fmla="*/ 3590475 w 7467600"/>
              <a:gd name="connsiteY455" fmla="*/ 4597974 h 6858000"/>
              <a:gd name="connsiteX456" fmla="*/ 3100264 w 7467600"/>
              <a:gd name="connsiteY456" fmla="*/ 4579845 h 6858000"/>
              <a:gd name="connsiteX457" fmla="*/ 2183576 w 7467600"/>
              <a:gd name="connsiteY457" fmla="*/ 4227150 h 6858000"/>
              <a:gd name="connsiteX458" fmla="*/ 2151029 w 7467600"/>
              <a:gd name="connsiteY458" fmla="*/ 4146947 h 6858000"/>
              <a:gd name="connsiteX459" fmla="*/ 3563434 w 7467600"/>
              <a:gd name="connsiteY459" fmla="*/ 4469115 h 6858000"/>
              <a:gd name="connsiteX460" fmla="*/ 3177952 w 7467600"/>
              <a:gd name="connsiteY460" fmla="*/ 3657386 h 6858000"/>
              <a:gd name="connsiteX461" fmla="*/ 3189263 w 7467600"/>
              <a:gd name="connsiteY461" fmla="*/ 3625726 h 6858000"/>
              <a:gd name="connsiteX462" fmla="*/ 3560912 w 7467600"/>
              <a:gd name="connsiteY462" fmla="*/ 4079863 h 6858000"/>
              <a:gd name="connsiteX463" fmla="*/ 3626636 w 7467600"/>
              <a:gd name="connsiteY463" fmla="*/ 4512230 h 6858000"/>
              <a:gd name="connsiteX464" fmla="*/ 3653088 w 7467600"/>
              <a:gd name="connsiteY464" fmla="*/ 4521417 h 6858000"/>
              <a:gd name="connsiteX465" fmla="*/ 3988128 w 7467600"/>
              <a:gd name="connsiteY465" fmla="*/ 4817267 h 6858000"/>
              <a:gd name="connsiteX466" fmla="*/ 4830582 w 7467600"/>
              <a:gd name="connsiteY466" fmla="*/ 4676000 h 6858000"/>
              <a:gd name="connsiteX467" fmla="*/ 4830100 w 7467600"/>
              <a:gd name="connsiteY467" fmla="*/ 4675554 h 6858000"/>
              <a:gd name="connsiteX468" fmla="*/ 4036318 w 7467600"/>
              <a:gd name="connsiteY468" fmla="*/ 4147013 h 6858000"/>
              <a:gd name="connsiteX469" fmla="*/ 3432098 w 7467600"/>
              <a:gd name="connsiteY469" fmla="*/ 3537312 h 6858000"/>
              <a:gd name="connsiteX470" fmla="*/ 3446761 w 7467600"/>
              <a:gd name="connsiteY470" fmla="*/ 3461278 h 6858000"/>
              <a:gd name="connsiteX471" fmla="*/ 4419733 w 7467600"/>
              <a:gd name="connsiteY471" fmla="*/ 3963555 h 6858000"/>
              <a:gd name="connsiteX472" fmla="*/ 4781371 w 7467600"/>
              <a:gd name="connsiteY472" fmla="*/ 4458604 h 6858000"/>
              <a:gd name="connsiteX473" fmla="*/ 4780440 w 7467600"/>
              <a:gd name="connsiteY473" fmla="*/ 4470290 h 6858000"/>
              <a:gd name="connsiteX474" fmla="*/ 4898954 w 7467600"/>
              <a:gd name="connsiteY474" fmla="*/ 4662092 h 6858000"/>
              <a:gd name="connsiteX475" fmla="*/ 4900699 w 7467600"/>
              <a:gd name="connsiteY475" fmla="*/ 4670867 h 6858000"/>
              <a:gd name="connsiteX476" fmla="*/ 5714511 w 7467600"/>
              <a:gd name="connsiteY476" fmla="*/ 4663483 h 6858000"/>
              <a:gd name="connsiteX477" fmla="*/ 5464793 w 7467600"/>
              <a:gd name="connsiteY477" fmla="*/ 4393556 h 6858000"/>
              <a:gd name="connsiteX478" fmla="*/ 5461897 w 7467600"/>
              <a:gd name="connsiteY478" fmla="*/ 4390879 h 6858000"/>
              <a:gd name="connsiteX479" fmla="*/ 4294126 w 7467600"/>
              <a:gd name="connsiteY479" fmla="*/ 3303048 h 6858000"/>
              <a:gd name="connsiteX480" fmla="*/ 4305321 w 7467600"/>
              <a:gd name="connsiteY480" fmla="*/ 3256953 h 6858000"/>
              <a:gd name="connsiteX481" fmla="*/ 4949299 w 7467600"/>
              <a:gd name="connsiteY481" fmla="*/ 3766336 h 6858000"/>
              <a:gd name="connsiteX482" fmla="*/ 5291452 w 7467600"/>
              <a:gd name="connsiteY482" fmla="*/ 4076801 h 6858000"/>
              <a:gd name="connsiteX483" fmla="*/ 5434998 w 7467600"/>
              <a:gd name="connsiteY483" fmla="*/ 4254100 h 6858000"/>
              <a:gd name="connsiteX484" fmla="*/ 5351015 w 7467600"/>
              <a:gd name="connsiteY484" fmla="*/ 3760989 h 6858000"/>
              <a:gd name="connsiteX485" fmla="*/ 5413780 w 7467600"/>
              <a:gd name="connsiteY485" fmla="*/ 2966265 h 6858000"/>
              <a:gd name="connsiteX486" fmla="*/ 5425627 w 7467600"/>
              <a:gd name="connsiteY486" fmla="*/ 2954192 h 6858000"/>
              <a:gd name="connsiteX487" fmla="*/ 6604735 w 7467600"/>
              <a:gd name="connsiteY487" fmla="*/ 2041381 h 6858000"/>
              <a:gd name="connsiteX488" fmla="*/ 7204487 w 7467600"/>
              <a:gd name="connsiteY488" fmla="*/ 2742112 h 6858000"/>
              <a:gd name="connsiteX489" fmla="*/ 7131592 w 7467600"/>
              <a:gd name="connsiteY489" fmla="*/ 2672096 h 6858000"/>
              <a:gd name="connsiteX490" fmla="*/ 6996344 w 7467600"/>
              <a:gd name="connsiteY490" fmla="*/ 2518310 h 6858000"/>
              <a:gd name="connsiteX491" fmla="*/ 6735495 w 7467600"/>
              <a:gd name="connsiteY491" fmla="*/ 2196890 h 6858000"/>
              <a:gd name="connsiteX492" fmla="*/ 6721901 w 7467600"/>
              <a:gd name="connsiteY492" fmla="*/ 2179274 h 6858000"/>
              <a:gd name="connsiteX493" fmla="*/ 6604735 w 7467600"/>
              <a:gd name="connsiteY493" fmla="*/ 2041381 h 6858000"/>
              <a:gd name="connsiteX494" fmla="*/ 6591670 w 7467600"/>
              <a:gd name="connsiteY494" fmla="*/ 1988277 h 6858000"/>
              <a:gd name="connsiteX495" fmla="*/ 6747349 w 7467600"/>
              <a:gd name="connsiteY495" fmla="*/ 2160069 h 6858000"/>
              <a:gd name="connsiteX496" fmla="*/ 6760943 w 7467600"/>
              <a:gd name="connsiteY496" fmla="*/ 2177686 h 6858000"/>
              <a:gd name="connsiteX497" fmla="*/ 7021065 w 7467600"/>
              <a:gd name="connsiteY497" fmla="*/ 2498102 h 6858000"/>
              <a:gd name="connsiteX498" fmla="*/ 7155223 w 7467600"/>
              <a:gd name="connsiteY498" fmla="*/ 2650386 h 6858000"/>
              <a:gd name="connsiteX499" fmla="*/ 7203167 w 7467600"/>
              <a:gd name="connsiteY499" fmla="*/ 2697288 h 6858000"/>
              <a:gd name="connsiteX500" fmla="*/ 6937703 w 7467600"/>
              <a:gd name="connsiteY500" fmla="*/ 2321981 h 6858000"/>
              <a:gd name="connsiteX501" fmla="*/ 6591670 w 7467600"/>
              <a:gd name="connsiteY501" fmla="*/ 1988277 h 6858000"/>
              <a:gd name="connsiteX502" fmla="*/ 5798671 w 7467600"/>
              <a:gd name="connsiteY502" fmla="*/ 1981601 h 6858000"/>
              <a:gd name="connsiteX503" fmla="*/ 5754709 w 7467600"/>
              <a:gd name="connsiteY503" fmla="*/ 2071454 h 6858000"/>
              <a:gd name="connsiteX504" fmla="*/ 5763044 w 7467600"/>
              <a:gd name="connsiteY504" fmla="*/ 2842206 h 6858000"/>
              <a:gd name="connsiteX505" fmla="*/ 5764974 w 7467600"/>
              <a:gd name="connsiteY505" fmla="*/ 2799609 h 6858000"/>
              <a:gd name="connsiteX506" fmla="*/ 5767665 w 7467600"/>
              <a:gd name="connsiteY506" fmla="*/ 2666409 h 6858000"/>
              <a:gd name="connsiteX507" fmla="*/ 5763055 w 7467600"/>
              <a:gd name="connsiteY507" fmla="*/ 2579705 h 6858000"/>
              <a:gd name="connsiteX508" fmla="*/ 5758079 w 7467600"/>
              <a:gd name="connsiteY508" fmla="*/ 2492508 h 6858000"/>
              <a:gd name="connsiteX509" fmla="*/ 5779325 w 7467600"/>
              <a:gd name="connsiteY509" fmla="*/ 2197069 h 6858000"/>
              <a:gd name="connsiteX510" fmla="*/ 5798671 w 7467600"/>
              <a:gd name="connsiteY510" fmla="*/ 1981601 h 6858000"/>
              <a:gd name="connsiteX511" fmla="*/ 5829202 w 7467600"/>
              <a:gd name="connsiteY511" fmla="*/ 1971679 h 6858000"/>
              <a:gd name="connsiteX512" fmla="*/ 5809558 w 7467600"/>
              <a:gd name="connsiteY512" fmla="*/ 2198043 h 6858000"/>
              <a:gd name="connsiteX513" fmla="*/ 5788653 w 7467600"/>
              <a:gd name="connsiteY513" fmla="*/ 2489430 h 6858000"/>
              <a:gd name="connsiteX514" fmla="*/ 5793439 w 7467600"/>
              <a:gd name="connsiteY514" fmla="*/ 2575235 h 6858000"/>
              <a:gd name="connsiteX515" fmla="*/ 5796837 w 7467600"/>
              <a:gd name="connsiteY515" fmla="*/ 2637633 h 6858000"/>
              <a:gd name="connsiteX516" fmla="*/ 5818614 w 7467600"/>
              <a:gd name="connsiteY516" fmla="*/ 2473055 h 6858000"/>
              <a:gd name="connsiteX517" fmla="*/ 5829202 w 7467600"/>
              <a:gd name="connsiteY517" fmla="*/ 1971679 h 6858000"/>
              <a:gd name="connsiteX518" fmla="*/ 5911389 w 7467600"/>
              <a:gd name="connsiteY518" fmla="*/ 1898371 h 6858000"/>
              <a:gd name="connsiteX519" fmla="*/ 6237627 w 7467600"/>
              <a:gd name="connsiteY519" fmla="*/ 2231921 h 6858000"/>
              <a:gd name="connsiteX520" fmla="*/ 5911389 w 7467600"/>
              <a:gd name="connsiteY520" fmla="*/ 1898371 h 6858000"/>
              <a:gd name="connsiteX521" fmla="*/ 6944437 w 7467600"/>
              <a:gd name="connsiteY521" fmla="*/ 1575402 h 6858000"/>
              <a:gd name="connsiteX522" fmla="*/ 6304730 w 7467600"/>
              <a:gd name="connsiteY522" fmla="*/ 1766654 h 6858000"/>
              <a:gd name="connsiteX523" fmla="*/ 6944437 w 7467600"/>
              <a:gd name="connsiteY523" fmla="*/ 1575402 h 6858000"/>
              <a:gd name="connsiteX524" fmla="*/ 7019523 w 7467600"/>
              <a:gd name="connsiteY524" fmla="*/ 1519450 h 6858000"/>
              <a:gd name="connsiteX525" fmla="*/ 6298091 w 7467600"/>
              <a:gd name="connsiteY525" fmla="*/ 1737122 h 6858000"/>
              <a:gd name="connsiteX526" fmla="*/ 7019523 w 7467600"/>
              <a:gd name="connsiteY526" fmla="*/ 1519450 h 6858000"/>
              <a:gd name="connsiteX527" fmla="*/ 2399523 w 7467600"/>
              <a:gd name="connsiteY527" fmla="*/ 1428234 h 6858000"/>
              <a:gd name="connsiteX528" fmla="*/ 2224982 w 7467600"/>
              <a:gd name="connsiteY528" fmla="*/ 1826201 h 6858000"/>
              <a:gd name="connsiteX529" fmla="*/ 2096099 w 7467600"/>
              <a:gd name="connsiteY529" fmla="*/ 2345900 h 6858000"/>
              <a:gd name="connsiteX530" fmla="*/ 2283317 w 7467600"/>
              <a:gd name="connsiteY530" fmla="*/ 1796925 h 6858000"/>
              <a:gd name="connsiteX531" fmla="*/ 2399523 w 7467600"/>
              <a:gd name="connsiteY531" fmla="*/ 1428234 h 6858000"/>
              <a:gd name="connsiteX532" fmla="*/ 2448558 w 7467600"/>
              <a:gd name="connsiteY532" fmla="*/ 1373435 h 6858000"/>
              <a:gd name="connsiteX533" fmla="*/ 2312521 w 7467600"/>
              <a:gd name="connsiteY533" fmla="*/ 1806140 h 6858000"/>
              <a:gd name="connsiteX534" fmla="*/ 2127533 w 7467600"/>
              <a:gd name="connsiteY534" fmla="*/ 2348380 h 6858000"/>
              <a:gd name="connsiteX535" fmla="*/ 2358080 w 7467600"/>
              <a:gd name="connsiteY535" fmla="*/ 1866134 h 6858000"/>
              <a:gd name="connsiteX536" fmla="*/ 2407436 w 7467600"/>
              <a:gd name="connsiteY536" fmla="*/ 1651070 h 6858000"/>
              <a:gd name="connsiteX537" fmla="*/ 2448558 w 7467600"/>
              <a:gd name="connsiteY537" fmla="*/ 1373435 h 6858000"/>
              <a:gd name="connsiteX538" fmla="*/ 278707 w 7467600"/>
              <a:gd name="connsiteY538" fmla="*/ 1352270 h 6858000"/>
              <a:gd name="connsiteX539" fmla="*/ 321570 w 7467600"/>
              <a:gd name="connsiteY539" fmla="*/ 1861610 h 6858000"/>
              <a:gd name="connsiteX540" fmla="*/ 294281 w 7467600"/>
              <a:gd name="connsiteY540" fmla="*/ 1440658 h 6858000"/>
              <a:gd name="connsiteX541" fmla="*/ 278707 w 7467600"/>
              <a:gd name="connsiteY541" fmla="*/ 1352270 h 6858000"/>
              <a:gd name="connsiteX542" fmla="*/ 1423821 w 7467600"/>
              <a:gd name="connsiteY542" fmla="*/ 1351958 h 6858000"/>
              <a:gd name="connsiteX543" fmla="*/ 1638521 w 7467600"/>
              <a:gd name="connsiteY543" fmla="*/ 1908470 h 6858000"/>
              <a:gd name="connsiteX544" fmla="*/ 1754199 w 7467600"/>
              <a:gd name="connsiteY544" fmla="*/ 2149284 h 6858000"/>
              <a:gd name="connsiteX545" fmla="*/ 1908359 w 7467600"/>
              <a:gd name="connsiteY545" fmla="*/ 2364988 h 6858000"/>
              <a:gd name="connsiteX546" fmla="*/ 1647661 w 7467600"/>
              <a:gd name="connsiteY546" fmla="*/ 1825945 h 6858000"/>
              <a:gd name="connsiteX547" fmla="*/ 1423821 w 7467600"/>
              <a:gd name="connsiteY547" fmla="*/ 1351958 h 6858000"/>
              <a:gd name="connsiteX548" fmla="*/ 1431890 w 7467600"/>
              <a:gd name="connsiteY548" fmla="*/ 1306475 h 6858000"/>
              <a:gd name="connsiteX549" fmla="*/ 1507597 w 7467600"/>
              <a:gd name="connsiteY549" fmla="*/ 1446132 h 6858000"/>
              <a:gd name="connsiteX550" fmla="*/ 1674586 w 7467600"/>
              <a:gd name="connsiteY550" fmla="*/ 1813832 h 6858000"/>
              <a:gd name="connsiteX551" fmla="*/ 1815950 w 7467600"/>
              <a:gd name="connsiteY551" fmla="*/ 2128564 h 6858000"/>
              <a:gd name="connsiteX552" fmla="*/ 1984242 w 7467600"/>
              <a:gd name="connsiteY552" fmla="*/ 2430829 h 6858000"/>
              <a:gd name="connsiteX553" fmla="*/ 2014023 w 7467600"/>
              <a:gd name="connsiteY553" fmla="*/ 2450995 h 6858000"/>
              <a:gd name="connsiteX554" fmla="*/ 1747337 w 7467600"/>
              <a:gd name="connsiteY554" fmla="*/ 1855264 h 6858000"/>
              <a:gd name="connsiteX555" fmla="*/ 1533749 w 7467600"/>
              <a:gd name="connsiteY555" fmla="*/ 1478656 h 6858000"/>
              <a:gd name="connsiteX556" fmla="*/ 1431890 w 7467600"/>
              <a:gd name="connsiteY556" fmla="*/ 1306475 h 6858000"/>
              <a:gd name="connsiteX557" fmla="*/ 5052692 w 7467600"/>
              <a:gd name="connsiteY557" fmla="*/ 1292994 h 6858000"/>
              <a:gd name="connsiteX558" fmla="*/ 5200661 w 7467600"/>
              <a:gd name="connsiteY558" fmla="*/ 1635186 h 6858000"/>
              <a:gd name="connsiteX559" fmla="*/ 5297138 w 7467600"/>
              <a:gd name="connsiteY559" fmla="*/ 1906351 h 6858000"/>
              <a:gd name="connsiteX560" fmla="*/ 5052692 w 7467600"/>
              <a:gd name="connsiteY560" fmla="*/ 1292994 h 6858000"/>
              <a:gd name="connsiteX561" fmla="*/ 5009948 w 7467600"/>
              <a:gd name="connsiteY561" fmla="*/ 1273619 h 6858000"/>
              <a:gd name="connsiteX562" fmla="*/ 5121777 w 7467600"/>
              <a:gd name="connsiteY562" fmla="*/ 1654213 h 6858000"/>
              <a:gd name="connsiteX563" fmla="*/ 5293545 w 7467600"/>
              <a:gd name="connsiteY563" fmla="*/ 2072247 h 6858000"/>
              <a:gd name="connsiteX564" fmla="*/ 5294042 w 7467600"/>
              <a:gd name="connsiteY564" fmla="*/ 2065019 h 6858000"/>
              <a:gd name="connsiteX565" fmla="*/ 5171936 w 7467600"/>
              <a:gd name="connsiteY565" fmla="*/ 1647613 h 6858000"/>
              <a:gd name="connsiteX566" fmla="*/ 5009948 w 7467600"/>
              <a:gd name="connsiteY566" fmla="*/ 1273619 h 6858000"/>
              <a:gd name="connsiteX567" fmla="*/ 655236 w 7467600"/>
              <a:gd name="connsiteY567" fmla="*/ 1268632 h 6858000"/>
              <a:gd name="connsiteX568" fmla="*/ 839521 w 7467600"/>
              <a:gd name="connsiteY568" fmla="*/ 1685315 h 6858000"/>
              <a:gd name="connsiteX569" fmla="*/ 1109416 w 7467600"/>
              <a:gd name="connsiteY569" fmla="*/ 2061663 h 6858000"/>
              <a:gd name="connsiteX570" fmla="*/ 1298300 w 7467600"/>
              <a:gd name="connsiteY570" fmla="*/ 2247742 h 6858000"/>
              <a:gd name="connsiteX571" fmla="*/ 1125871 w 7467600"/>
              <a:gd name="connsiteY571" fmla="*/ 1989513 h 6858000"/>
              <a:gd name="connsiteX572" fmla="*/ 981574 w 7467600"/>
              <a:gd name="connsiteY572" fmla="*/ 1783157 h 6858000"/>
              <a:gd name="connsiteX573" fmla="*/ 922198 w 7467600"/>
              <a:gd name="connsiteY573" fmla="*/ 1677437 h 6858000"/>
              <a:gd name="connsiteX574" fmla="*/ 869293 w 7467600"/>
              <a:gd name="connsiteY574" fmla="*/ 1583214 h 6858000"/>
              <a:gd name="connsiteX575" fmla="*/ 751431 w 7467600"/>
              <a:gd name="connsiteY575" fmla="*/ 1405731 h 6858000"/>
              <a:gd name="connsiteX576" fmla="*/ 655236 w 7467600"/>
              <a:gd name="connsiteY576" fmla="*/ 1268632 h 6858000"/>
              <a:gd name="connsiteX577" fmla="*/ 6516292 w 7467600"/>
              <a:gd name="connsiteY577" fmla="*/ 1263064 h 6858000"/>
              <a:gd name="connsiteX578" fmla="*/ 5736320 w 7467600"/>
              <a:gd name="connsiteY578" fmla="*/ 1501803 h 6858000"/>
              <a:gd name="connsiteX579" fmla="*/ 6516292 w 7467600"/>
              <a:gd name="connsiteY579" fmla="*/ 1263064 h 6858000"/>
              <a:gd name="connsiteX580" fmla="*/ 291466 w 7467600"/>
              <a:gd name="connsiteY580" fmla="*/ 1250369 h 6858000"/>
              <a:gd name="connsiteX581" fmla="*/ 323180 w 7467600"/>
              <a:gd name="connsiteY581" fmla="*/ 1435283 h 6858000"/>
              <a:gd name="connsiteX582" fmla="*/ 349381 w 7467600"/>
              <a:gd name="connsiteY582" fmla="*/ 1875041 h 6858000"/>
              <a:gd name="connsiteX583" fmla="*/ 374363 w 7467600"/>
              <a:gd name="connsiteY583" fmla="*/ 1506494 h 6858000"/>
              <a:gd name="connsiteX584" fmla="*/ 302168 w 7467600"/>
              <a:gd name="connsiteY584" fmla="*/ 1274495 h 6858000"/>
              <a:gd name="connsiteX585" fmla="*/ 291466 w 7467600"/>
              <a:gd name="connsiteY585" fmla="*/ 1250369 h 6858000"/>
              <a:gd name="connsiteX586" fmla="*/ 678222 w 7467600"/>
              <a:gd name="connsiteY586" fmla="*/ 1248670 h 6858000"/>
              <a:gd name="connsiteX587" fmla="*/ 775536 w 7467600"/>
              <a:gd name="connsiteY587" fmla="*/ 1388015 h 6858000"/>
              <a:gd name="connsiteX588" fmla="*/ 894529 w 7467600"/>
              <a:gd name="connsiteY588" fmla="*/ 1567739 h 6858000"/>
              <a:gd name="connsiteX589" fmla="*/ 948000 w 7467600"/>
              <a:gd name="connsiteY589" fmla="*/ 1663088 h 6858000"/>
              <a:gd name="connsiteX590" fmla="*/ 1006812 w 7467600"/>
              <a:gd name="connsiteY590" fmla="*/ 1767683 h 6858000"/>
              <a:gd name="connsiteX591" fmla="*/ 1149133 w 7467600"/>
              <a:gd name="connsiteY591" fmla="*/ 1971513 h 6858000"/>
              <a:gd name="connsiteX592" fmla="*/ 1333952 w 7467600"/>
              <a:gd name="connsiteY592" fmla="*/ 2251620 h 6858000"/>
              <a:gd name="connsiteX593" fmla="*/ 1337329 w 7467600"/>
              <a:gd name="connsiteY593" fmla="*/ 2258350 h 6858000"/>
              <a:gd name="connsiteX594" fmla="*/ 1014726 w 7467600"/>
              <a:gd name="connsiteY594" fmla="*/ 1615556 h 6858000"/>
              <a:gd name="connsiteX595" fmla="*/ 678222 w 7467600"/>
              <a:gd name="connsiteY595" fmla="*/ 1248670 h 6858000"/>
              <a:gd name="connsiteX596" fmla="*/ 6691602 w 7467600"/>
              <a:gd name="connsiteY596" fmla="*/ 1140573 h 6858000"/>
              <a:gd name="connsiteX597" fmla="*/ 6571100 w 7467600"/>
              <a:gd name="connsiteY597" fmla="*/ 1183662 h 6858000"/>
              <a:gd name="connsiteX598" fmla="*/ 6241687 w 7467600"/>
              <a:gd name="connsiteY598" fmla="*/ 1257600 h 6858000"/>
              <a:gd name="connsiteX599" fmla="*/ 5693009 w 7467600"/>
              <a:gd name="connsiteY599" fmla="*/ 1478256 h 6858000"/>
              <a:gd name="connsiteX600" fmla="*/ 6548420 w 7467600"/>
              <a:gd name="connsiteY600" fmla="*/ 1214599 h 6858000"/>
              <a:gd name="connsiteX601" fmla="*/ 6605473 w 7467600"/>
              <a:gd name="connsiteY601" fmla="*/ 1184686 h 6858000"/>
              <a:gd name="connsiteX602" fmla="*/ 6691602 w 7467600"/>
              <a:gd name="connsiteY602" fmla="*/ 1140573 h 6858000"/>
              <a:gd name="connsiteX603" fmla="*/ 4002475 w 7467600"/>
              <a:gd name="connsiteY603" fmla="*/ 1037802 h 6858000"/>
              <a:gd name="connsiteX604" fmla="*/ 4000324 w 7467600"/>
              <a:gd name="connsiteY604" fmla="*/ 1039362 h 6858000"/>
              <a:gd name="connsiteX605" fmla="*/ 4002862 w 7467600"/>
              <a:gd name="connsiteY605" fmla="*/ 1042866 h 6858000"/>
              <a:gd name="connsiteX606" fmla="*/ 4002475 w 7467600"/>
              <a:gd name="connsiteY606" fmla="*/ 1037802 h 6858000"/>
              <a:gd name="connsiteX607" fmla="*/ 506322 w 7467600"/>
              <a:gd name="connsiteY607" fmla="*/ 1020997 h 6858000"/>
              <a:gd name="connsiteX608" fmla="*/ 533068 w 7467600"/>
              <a:gd name="connsiteY608" fmla="*/ 1029409 h 6858000"/>
              <a:gd name="connsiteX609" fmla="*/ 1232525 w 7467600"/>
              <a:gd name="connsiteY609" fmla="*/ 1804675 h 6858000"/>
              <a:gd name="connsiteX610" fmla="*/ 1388858 w 7467600"/>
              <a:gd name="connsiteY610" fmla="*/ 2368011 h 6858000"/>
              <a:gd name="connsiteX611" fmla="*/ 1384098 w 7467600"/>
              <a:gd name="connsiteY611" fmla="*/ 2378125 h 6858000"/>
              <a:gd name="connsiteX612" fmla="*/ 1425393 w 7467600"/>
              <a:gd name="connsiteY612" fmla="*/ 2589124 h 6858000"/>
              <a:gd name="connsiteX613" fmla="*/ 1424001 w 7467600"/>
              <a:gd name="connsiteY613" fmla="*/ 2597541 h 6858000"/>
              <a:gd name="connsiteX614" fmla="*/ 2152729 w 7467600"/>
              <a:gd name="connsiteY614" fmla="*/ 2864487 h 6858000"/>
              <a:gd name="connsiteX615" fmla="*/ 2020609 w 7467600"/>
              <a:gd name="connsiteY615" fmla="*/ 2539671 h 6858000"/>
              <a:gd name="connsiteX616" fmla="*/ 2018920 w 7467600"/>
              <a:gd name="connsiteY616" fmla="*/ 2536309 h 6858000"/>
              <a:gd name="connsiteX617" fmla="*/ 1342441 w 7467600"/>
              <a:gd name="connsiteY617" fmla="*/ 1173017 h 6858000"/>
              <a:gd name="connsiteX618" fmla="*/ 1367925 w 7467600"/>
              <a:gd name="connsiteY618" fmla="*/ 1135648 h 6858000"/>
              <a:gd name="connsiteX619" fmla="*/ 1771401 w 7467600"/>
              <a:gd name="connsiteY619" fmla="*/ 1806673 h 6858000"/>
              <a:gd name="connsiteX620" fmla="*/ 1972385 w 7467600"/>
              <a:gd name="connsiteY620" fmla="*/ 2198735 h 6858000"/>
              <a:gd name="connsiteX621" fmla="*/ 2040892 w 7467600"/>
              <a:gd name="connsiteY621" fmla="*/ 2405205 h 6858000"/>
              <a:gd name="connsiteX622" fmla="*/ 2131689 w 7467600"/>
              <a:gd name="connsiteY622" fmla="*/ 1936926 h 6858000"/>
              <a:gd name="connsiteX623" fmla="*/ 2454820 w 7467600"/>
              <a:gd name="connsiteY623" fmla="*/ 1248808 h 6858000"/>
              <a:gd name="connsiteX624" fmla="*/ 2492512 w 7467600"/>
              <a:gd name="connsiteY624" fmla="*/ 1302920 h 6858000"/>
              <a:gd name="connsiteX625" fmla="*/ 2081216 w 7467600"/>
              <a:gd name="connsiteY625" fmla="*/ 2527513 h 6858000"/>
              <a:gd name="connsiteX626" fmla="*/ 2081211 w 7467600"/>
              <a:gd name="connsiteY626" fmla="*/ 2528916 h 6858000"/>
              <a:gd name="connsiteX627" fmla="*/ 2199067 w 7467600"/>
              <a:gd name="connsiteY627" fmla="*/ 2884061 h 6858000"/>
              <a:gd name="connsiteX628" fmla="*/ 3192586 w 7467600"/>
              <a:gd name="connsiteY628" fmla="*/ 3411496 h 6858000"/>
              <a:gd name="connsiteX629" fmla="*/ 3182620 w 7467600"/>
              <a:gd name="connsiteY629" fmla="*/ 3483279 h 6858000"/>
              <a:gd name="connsiteX630" fmla="*/ 2435119 w 7467600"/>
              <a:gd name="connsiteY630" fmla="*/ 3080173 h 6858000"/>
              <a:gd name="connsiteX631" fmla="*/ 2410152 w 7467600"/>
              <a:gd name="connsiteY631" fmla="*/ 3063751 h 6858000"/>
              <a:gd name="connsiteX632" fmla="*/ 2408099 w 7467600"/>
              <a:gd name="connsiteY632" fmla="*/ 3064403 h 6858000"/>
              <a:gd name="connsiteX633" fmla="*/ 2407218 w 7467600"/>
              <a:gd name="connsiteY633" fmla="*/ 3070324 h 6858000"/>
              <a:gd name="connsiteX634" fmla="*/ 2380138 w 7467600"/>
              <a:gd name="connsiteY634" fmla="*/ 3099341 h 6858000"/>
              <a:gd name="connsiteX635" fmla="*/ 1765923 w 7467600"/>
              <a:gd name="connsiteY635" fmla="*/ 3581043 h 6858000"/>
              <a:gd name="connsiteX636" fmla="*/ 1702258 w 7467600"/>
              <a:gd name="connsiteY636" fmla="*/ 3612286 h 6858000"/>
              <a:gd name="connsiteX637" fmla="*/ 1538370 w 7467600"/>
              <a:gd name="connsiteY637" fmla="*/ 3811804 h 6858000"/>
              <a:gd name="connsiteX638" fmla="*/ 542867 w 7467600"/>
              <a:gd name="connsiteY638" fmla="*/ 4944092 h 6858000"/>
              <a:gd name="connsiteX639" fmla="*/ 515800 w 7467600"/>
              <a:gd name="connsiteY639" fmla="*/ 4862180 h 6858000"/>
              <a:gd name="connsiteX640" fmla="*/ 909145 w 7467600"/>
              <a:gd name="connsiteY640" fmla="*/ 4199225 h 6858000"/>
              <a:gd name="connsiteX641" fmla="*/ 1214067 w 7467600"/>
              <a:gd name="connsiteY641" fmla="*/ 3908561 h 6858000"/>
              <a:gd name="connsiteX642" fmla="*/ 640967 w 7467600"/>
              <a:gd name="connsiteY642" fmla="*/ 4105601 h 6858000"/>
              <a:gd name="connsiteX643" fmla="*/ 112563 w 7467600"/>
              <a:gd name="connsiteY643" fmla="*/ 4396952 h 6858000"/>
              <a:gd name="connsiteX644" fmla="*/ 0 w 7467600"/>
              <a:gd name="connsiteY644" fmla="*/ 4466006 h 6858000"/>
              <a:gd name="connsiteX645" fmla="*/ 0 w 7467600"/>
              <a:gd name="connsiteY645" fmla="*/ 4233763 h 6858000"/>
              <a:gd name="connsiteX646" fmla="*/ 36881 w 7467600"/>
              <a:gd name="connsiteY646" fmla="*/ 4200118 h 6858000"/>
              <a:gd name="connsiteX647" fmla="*/ 910534 w 7467600"/>
              <a:gd name="connsiteY647" fmla="*/ 3629753 h 6858000"/>
              <a:gd name="connsiteX648" fmla="*/ 1578717 w 7467600"/>
              <a:gd name="connsiteY648" fmla="*/ 3575982 h 6858000"/>
              <a:gd name="connsiteX649" fmla="*/ 2338780 w 7467600"/>
              <a:gd name="connsiteY649" fmla="*/ 3033725 h 6858000"/>
              <a:gd name="connsiteX650" fmla="*/ 1807991 w 7467600"/>
              <a:gd name="connsiteY650" fmla="*/ 2807184 h 6858000"/>
              <a:gd name="connsiteX651" fmla="*/ 1416358 w 7467600"/>
              <a:gd name="connsiteY651" fmla="*/ 3112571 h 6858000"/>
              <a:gd name="connsiteX652" fmla="*/ 939066 w 7467600"/>
              <a:gd name="connsiteY652" fmla="*/ 3378798 h 6858000"/>
              <a:gd name="connsiteX653" fmla="*/ 115099 w 7467600"/>
              <a:gd name="connsiteY653" fmla="*/ 3607650 h 6858000"/>
              <a:gd name="connsiteX654" fmla="*/ 97284 w 7467600"/>
              <a:gd name="connsiteY654" fmla="*/ 3520393 h 6858000"/>
              <a:gd name="connsiteX655" fmla="*/ 922050 w 7467600"/>
              <a:gd name="connsiteY655" fmla="*/ 3074867 h 6858000"/>
              <a:gd name="connsiteX656" fmla="*/ 1405265 w 7467600"/>
              <a:gd name="connsiteY656" fmla="*/ 3016319 h 6858000"/>
              <a:gd name="connsiteX657" fmla="*/ 1407512 w 7467600"/>
              <a:gd name="connsiteY657" fmla="*/ 3018001 h 6858000"/>
              <a:gd name="connsiteX658" fmla="*/ 1726266 w 7467600"/>
              <a:gd name="connsiteY658" fmla="*/ 2777274 h 6858000"/>
              <a:gd name="connsiteX659" fmla="*/ 625390 w 7467600"/>
              <a:gd name="connsiteY659" fmla="*/ 2514541 h 6858000"/>
              <a:gd name="connsiteX660" fmla="*/ 619799 w 7467600"/>
              <a:gd name="connsiteY660" fmla="*/ 2527180 h 6858000"/>
              <a:gd name="connsiteX661" fmla="*/ 310030 w 7467600"/>
              <a:gd name="connsiteY661" fmla="*/ 2771818 h 6858000"/>
              <a:gd name="connsiteX662" fmla="*/ 173877 w 7467600"/>
              <a:gd name="connsiteY662" fmla="*/ 2937056 h 6858000"/>
              <a:gd name="connsiteX663" fmla="*/ 77889 w 7467600"/>
              <a:gd name="connsiteY663" fmla="*/ 3138440 h 6858000"/>
              <a:gd name="connsiteX664" fmla="*/ 0 w 7467600"/>
              <a:gd name="connsiteY664" fmla="*/ 3271395 h 6858000"/>
              <a:gd name="connsiteX665" fmla="*/ 0 w 7467600"/>
              <a:gd name="connsiteY665" fmla="*/ 3153002 h 6858000"/>
              <a:gd name="connsiteX666" fmla="*/ 2386 w 7467600"/>
              <a:gd name="connsiteY666" fmla="*/ 3149203 h 6858000"/>
              <a:gd name="connsiteX667" fmla="*/ 89753 w 7467600"/>
              <a:gd name="connsiteY667" fmla="*/ 2987702 h 6858000"/>
              <a:gd name="connsiteX668" fmla="*/ 76869 w 7467600"/>
              <a:gd name="connsiteY668" fmla="*/ 3005404 h 6858000"/>
              <a:gd name="connsiteX669" fmla="*/ 32049 w 7467600"/>
              <a:gd name="connsiteY669" fmla="*/ 3065814 h 6858000"/>
              <a:gd name="connsiteX670" fmla="*/ 0 w 7467600"/>
              <a:gd name="connsiteY670" fmla="*/ 3108744 h 6858000"/>
              <a:gd name="connsiteX671" fmla="*/ 0 w 7467600"/>
              <a:gd name="connsiteY671" fmla="*/ 3058059 h 6858000"/>
              <a:gd name="connsiteX672" fmla="*/ 7610 w 7467600"/>
              <a:gd name="connsiteY672" fmla="*/ 3047889 h 6858000"/>
              <a:gd name="connsiteX673" fmla="*/ 52419 w 7467600"/>
              <a:gd name="connsiteY673" fmla="*/ 2987479 h 6858000"/>
              <a:gd name="connsiteX674" fmla="*/ 59142 w 7467600"/>
              <a:gd name="connsiteY674" fmla="*/ 2978488 h 6858000"/>
              <a:gd name="connsiteX675" fmla="*/ 0 w 7467600"/>
              <a:gd name="connsiteY675" fmla="*/ 3015334 h 6858000"/>
              <a:gd name="connsiteX676" fmla="*/ 0 w 7467600"/>
              <a:gd name="connsiteY676" fmla="*/ 2914286 h 6858000"/>
              <a:gd name="connsiteX677" fmla="*/ 36383 w 7467600"/>
              <a:gd name="connsiteY677" fmla="*/ 2901128 h 6858000"/>
              <a:gd name="connsiteX678" fmla="*/ 156329 w 7467600"/>
              <a:gd name="connsiteY678" fmla="*/ 2840533 h 6858000"/>
              <a:gd name="connsiteX679" fmla="*/ 358355 w 7467600"/>
              <a:gd name="connsiteY679" fmla="*/ 2620471 h 6858000"/>
              <a:gd name="connsiteX680" fmla="*/ 510577 w 7467600"/>
              <a:gd name="connsiteY680" fmla="*/ 2501244 h 6858000"/>
              <a:gd name="connsiteX681" fmla="*/ 211967 w 7467600"/>
              <a:gd name="connsiteY681" fmla="*/ 2479171 h 6858000"/>
              <a:gd name="connsiteX682" fmla="*/ 0 w 7467600"/>
              <a:gd name="connsiteY682" fmla="*/ 2476398 h 6858000"/>
              <a:gd name="connsiteX683" fmla="*/ 0 w 7467600"/>
              <a:gd name="connsiteY683" fmla="*/ 2389189 h 6858000"/>
              <a:gd name="connsiteX684" fmla="*/ 103062 w 7467600"/>
              <a:gd name="connsiteY684" fmla="*/ 2389518 h 6858000"/>
              <a:gd name="connsiteX685" fmla="*/ 510734 w 7467600"/>
              <a:gd name="connsiteY685" fmla="*/ 2416201 h 6858000"/>
              <a:gd name="connsiteX686" fmla="*/ 279257 w 7467600"/>
              <a:gd name="connsiteY686" fmla="*/ 2092102 h 6858000"/>
              <a:gd name="connsiteX687" fmla="*/ 65265 w 7467600"/>
              <a:gd name="connsiteY687" fmla="*/ 2006049 h 6858000"/>
              <a:gd name="connsiteX688" fmla="*/ 0 w 7467600"/>
              <a:gd name="connsiteY688" fmla="*/ 1982532 h 6858000"/>
              <a:gd name="connsiteX689" fmla="*/ 0 w 7467600"/>
              <a:gd name="connsiteY689" fmla="*/ 1912789 h 6858000"/>
              <a:gd name="connsiteX690" fmla="*/ 97460 w 7467600"/>
              <a:gd name="connsiteY690" fmla="*/ 1953725 h 6858000"/>
              <a:gd name="connsiteX691" fmla="*/ 221272 w 7467600"/>
              <a:gd name="connsiteY691" fmla="*/ 1980766 h 6858000"/>
              <a:gd name="connsiteX692" fmla="*/ 116765 w 7467600"/>
              <a:gd name="connsiteY692" fmla="*/ 1911033 h 6858000"/>
              <a:gd name="connsiteX693" fmla="*/ 16405 w 7467600"/>
              <a:gd name="connsiteY693" fmla="*/ 1803412 h 6858000"/>
              <a:gd name="connsiteX694" fmla="*/ 0 w 7467600"/>
              <a:gd name="connsiteY694" fmla="*/ 1784777 h 6858000"/>
              <a:gd name="connsiteX695" fmla="*/ 0 w 7467600"/>
              <a:gd name="connsiteY695" fmla="*/ 1740082 h 6858000"/>
              <a:gd name="connsiteX696" fmla="*/ 39394 w 7467600"/>
              <a:gd name="connsiteY696" fmla="*/ 1784856 h 6858000"/>
              <a:gd name="connsiteX697" fmla="*/ 135813 w 7467600"/>
              <a:gd name="connsiteY697" fmla="*/ 1888838 h 6858000"/>
              <a:gd name="connsiteX698" fmla="*/ 242575 w 7467600"/>
              <a:gd name="connsiteY698" fmla="*/ 1958841 h 6858000"/>
              <a:gd name="connsiteX699" fmla="*/ 82197 w 7467600"/>
              <a:gd name="connsiteY699" fmla="*/ 1754826 h 6858000"/>
              <a:gd name="connsiteX700" fmla="*/ 0 w 7467600"/>
              <a:gd name="connsiteY700" fmla="*/ 1679650 h 6858000"/>
              <a:gd name="connsiteX701" fmla="*/ 0 w 7467600"/>
              <a:gd name="connsiteY701" fmla="*/ 1602463 h 6858000"/>
              <a:gd name="connsiteX702" fmla="*/ 84689 w 7467600"/>
              <a:gd name="connsiteY702" fmla="*/ 1677442 h 6858000"/>
              <a:gd name="connsiteX703" fmla="*/ 298437 w 7467600"/>
              <a:gd name="connsiteY703" fmla="*/ 1968019 h 6858000"/>
              <a:gd name="connsiteX704" fmla="*/ 227269 w 7467600"/>
              <a:gd name="connsiteY704" fmla="*/ 1114064 h 6858000"/>
              <a:gd name="connsiteX705" fmla="*/ 248003 w 7467600"/>
              <a:gd name="connsiteY705" fmla="*/ 1089613 h 6858000"/>
              <a:gd name="connsiteX706" fmla="*/ 427020 w 7467600"/>
              <a:gd name="connsiteY706" fmla="*/ 1619803 h 6858000"/>
              <a:gd name="connsiteX707" fmla="*/ 340345 w 7467600"/>
              <a:gd name="connsiteY707" fmla="*/ 2027739 h 6858000"/>
              <a:gd name="connsiteX708" fmla="*/ 360865 w 7467600"/>
              <a:gd name="connsiteY708" fmla="*/ 2044827 h 6858000"/>
              <a:gd name="connsiteX709" fmla="*/ 560414 w 7467600"/>
              <a:gd name="connsiteY709" fmla="*/ 2421457 h 6858000"/>
              <a:gd name="connsiteX710" fmla="*/ 1359703 w 7467600"/>
              <a:gd name="connsiteY710" fmla="*/ 2578554 h 6858000"/>
              <a:gd name="connsiteX711" fmla="*/ 1359422 w 7467600"/>
              <a:gd name="connsiteY711" fmla="*/ 2577994 h 6858000"/>
              <a:gd name="connsiteX712" fmla="*/ 828701 w 7467600"/>
              <a:gd name="connsiteY712" fmla="*/ 1839520 h 6858000"/>
              <a:gd name="connsiteX713" fmla="*/ 494427 w 7467600"/>
              <a:gd name="connsiteY713" fmla="*/ 1092333 h 6858000"/>
              <a:gd name="connsiteX714" fmla="*/ 506322 w 7467600"/>
              <a:gd name="connsiteY714" fmla="*/ 1020997 h 6858000"/>
              <a:gd name="connsiteX715" fmla="*/ 4570198 w 7467600"/>
              <a:gd name="connsiteY715" fmla="*/ 978081 h 6858000"/>
              <a:gd name="connsiteX716" fmla="*/ 4523691 w 7467600"/>
              <a:gd name="connsiteY716" fmla="*/ 1127776 h 6858000"/>
              <a:gd name="connsiteX717" fmla="*/ 4509875 w 7467600"/>
              <a:gd name="connsiteY717" fmla="*/ 1167552 h 6858000"/>
              <a:gd name="connsiteX718" fmla="*/ 4478168 w 7467600"/>
              <a:gd name="connsiteY718" fmla="*/ 1260735 h 6858000"/>
              <a:gd name="connsiteX719" fmla="*/ 4409309 w 7467600"/>
              <a:gd name="connsiteY719" fmla="*/ 1666996 h 6858000"/>
              <a:gd name="connsiteX720" fmla="*/ 4370031 w 7467600"/>
              <a:gd name="connsiteY720" fmla="*/ 1955666 h 6858000"/>
              <a:gd name="connsiteX721" fmla="*/ 4570198 w 7467600"/>
              <a:gd name="connsiteY721" fmla="*/ 978081 h 6858000"/>
              <a:gd name="connsiteX722" fmla="*/ 4557898 w 7467600"/>
              <a:gd name="connsiteY722" fmla="*/ 900011 h 6858000"/>
              <a:gd name="connsiteX723" fmla="*/ 4344840 w 7467600"/>
              <a:gd name="connsiteY723" fmla="*/ 1922038 h 6858000"/>
              <a:gd name="connsiteX724" fmla="*/ 4378710 w 7467600"/>
              <a:gd name="connsiteY724" fmla="*/ 1665516 h 6858000"/>
              <a:gd name="connsiteX725" fmla="*/ 4448798 w 7467600"/>
              <a:gd name="connsiteY725" fmla="*/ 1253024 h 6858000"/>
              <a:gd name="connsiteX726" fmla="*/ 4480315 w 7467600"/>
              <a:gd name="connsiteY726" fmla="*/ 1158454 h 6858000"/>
              <a:gd name="connsiteX727" fmla="*/ 4494133 w 7467600"/>
              <a:gd name="connsiteY727" fmla="*/ 1118676 h 6858000"/>
              <a:gd name="connsiteX728" fmla="*/ 4557898 w 7467600"/>
              <a:gd name="connsiteY728" fmla="*/ 900011 h 6858000"/>
              <a:gd name="connsiteX729" fmla="*/ 5870151 w 7467600"/>
              <a:gd name="connsiteY729" fmla="*/ 898890 h 6858000"/>
              <a:gd name="connsiteX730" fmla="*/ 5861335 w 7467600"/>
              <a:gd name="connsiteY730" fmla="*/ 899177 h 6858000"/>
              <a:gd name="connsiteX731" fmla="*/ 5843702 w 7467600"/>
              <a:gd name="connsiteY731" fmla="*/ 899748 h 6858000"/>
              <a:gd name="connsiteX732" fmla="*/ 5651107 w 7467600"/>
              <a:gd name="connsiteY732" fmla="*/ 920306 h 6858000"/>
              <a:gd name="connsiteX733" fmla="*/ 5459407 w 7467600"/>
              <a:gd name="connsiteY733" fmla="*/ 940975 h 6858000"/>
              <a:gd name="connsiteX734" fmla="*/ 5374846 w 7467600"/>
              <a:gd name="connsiteY734" fmla="*/ 941988 h 6858000"/>
              <a:gd name="connsiteX735" fmla="*/ 5256105 w 7467600"/>
              <a:gd name="connsiteY735" fmla="*/ 945632 h 6858000"/>
              <a:gd name="connsiteX736" fmla="*/ 5107071 w 7467600"/>
              <a:gd name="connsiteY736" fmla="*/ 969720 h 6858000"/>
              <a:gd name="connsiteX737" fmla="*/ 4998681 w 7467600"/>
              <a:gd name="connsiteY737" fmla="*/ 988771 h 6858000"/>
              <a:gd name="connsiteX738" fmla="*/ 5870151 w 7467600"/>
              <a:gd name="connsiteY738" fmla="*/ 898890 h 6858000"/>
              <a:gd name="connsiteX739" fmla="*/ 5504425 w 7467600"/>
              <a:gd name="connsiteY739" fmla="*/ 848067 h 6858000"/>
              <a:gd name="connsiteX740" fmla="*/ 4968849 w 7467600"/>
              <a:gd name="connsiteY740" fmla="*/ 962318 h 6858000"/>
              <a:gd name="connsiteX741" fmla="*/ 5104039 w 7467600"/>
              <a:gd name="connsiteY741" fmla="*/ 940634 h 6858000"/>
              <a:gd name="connsiteX742" fmla="*/ 5256311 w 7467600"/>
              <a:gd name="connsiteY742" fmla="*/ 916490 h 6858000"/>
              <a:gd name="connsiteX743" fmla="*/ 5377381 w 7467600"/>
              <a:gd name="connsiteY743" fmla="*/ 912671 h 6858000"/>
              <a:gd name="connsiteX744" fmla="*/ 5460148 w 7467600"/>
              <a:gd name="connsiteY744" fmla="*/ 911442 h 6858000"/>
              <a:gd name="connsiteX745" fmla="*/ 5648971 w 7467600"/>
              <a:gd name="connsiteY745" fmla="*/ 891331 h 6858000"/>
              <a:gd name="connsiteX746" fmla="*/ 5844807 w 7467600"/>
              <a:gd name="connsiteY746" fmla="*/ 870718 h 6858000"/>
              <a:gd name="connsiteX747" fmla="*/ 5862975 w 7467600"/>
              <a:gd name="connsiteY747" fmla="*/ 869756 h 6858000"/>
              <a:gd name="connsiteX748" fmla="*/ 5920887 w 7467600"/>
              <a:gd name="connsiteY748" fmla="*/ 865929 h 6858000"/>
              <a:gd name="connsiteX749" fmla="*/ 5504425 w 7467600"/>
              <a:gd name="connsiteY749" fmla="*/ 848067 h 6858000"/>
              <a:gd name="connsiteX750" fmla="*/ 3607114 w 7467600"/>
              <a:gd name="connsiteY750" fmla="*/ 467441 h 6858000"/>
              <a:gd name="connsiteX751" fmla="*/ 3296242 w 7467600"/>
              <a:gd name="connsiteY751" fmla="*/ 807991 h 6858000"/>
              <a:gd name="connsiteX752" fmla="*/ 3174674 w 7467600"/>
              <a:gd name="connsiteY752" fmla="*/ 919759 h 6858000"/>
              <a:gd name="connsiteX753" fmla="*/ 3042978 w 7467600"/>
              <a:gd name="connsiteY753" fmla="*/ 1054894 h 6858000"/>
              <a:gd name="connsiteX754" fmla="*/ 2968914 w 7467600"/>
              <a:gd name="connsiteY754" fmla="*/ 1133756 h 6858000"/>
              <a:gd name="connsiteX755" fmla="*/ 3103823 w 7467600"/>
              <a:gd name="connsiteY755" fmla="*/ 1026814 h 6858000"/>
              <a:gd name="connsiteX756" fmla="*/ 3607114 w 7467600"/>
              <a:gd name="connsiteY756" fmla="*/ 467441 h 6858000"/>
              <a:gd name="connsiteX757" fmla="*/ 3744487 w 7467600"/>
              <a:gd name="connsiteY757" fmla="*/ 383136 h 6858000"/>
              <a:gd name="connsiteX758" fmla="*/ 3970213 w 7467600"/>
              <a:gd name="connsiteY758" fmla="*/ 995559 h 6858000"/>
              <a:gd name="connsiteX759" fmla="*/ 3744487 w 7467600"/>
              <a:gd name="connsiteY759" fmla="*/ 383136 h 6858000"/>
              <a:gd name="connsiteX760" fmla="*/ 3624562 w 7467600"/>
              <a:gd name="connsiteY760" fmla="*/ 367041 h 6858000"/>
              <a:gd name="connsiteX761" fmla="*/ 3489712 w 7467600"/>
              <a:gd name="connsiteY761" fmla="*/ 485386 h 6858000"/>
              <a:gd name="connsiteX762" fmla="*/ 3182994 w 7467600"/>
              <a:gd name="connsiteY762" fmla="*/ 828265 h 6858000"/>
              <a:gd name="connsiteX763" fmla="*/ 2892114 w 7467600"/>
              <a:gd name="connsiteY763" fmla="*/ 1172635 h 6858000"/>
              <a:gd name="connsiteX764" fmla="*/ 3021459 w 7467600"/>
              <a:gd name="connsiteY764" fmla="*/ 1035385 h 6858000"/>
              <a:gd name="connsiteX765" fmla="*/ 3153873 w 7467600"/>
              <a:gd name="connsiteY765" fmla="*/ 898971 h 6858000"/>
              <a:gd name="connsiteX766" fmla="*/ 3276511 w 7467600"/>
              <a:gd name="connsiteY766" fmla="*/ 786423 h 6858000"/>
              <a:gd name="connsiteX767" fmla="*/ 3584154 w 7467600"/>
              <a:gd name="connsiteY767" fmla="*/ 448218 h 6858000"/>
              <a:gd name="connsiteX768" fmla="*/ 3624562 w 7467600"/>
              <a:gd name="connsiteY768" fmla="*/ 367041 h 6858000"/>
              <a:gd name="connsiteX769" fmla="*/ 3766672 w 7467600"/>
              <a:gd name="connsiteY769" fmla="*/ 359429 h 6858000"/>
              <a:gd name="connsiteX770" fmla="*/ 3996338 w 7467600"/>
              <a:gd name="connsiteY770" fmla="*/ 968237 h 6858000"/>
              <a:gd name="connsiteX771" fmla="*/ 3766672 w 7467600"/>
              <a:gd name="connsiteY771" fmla="*/ 359429 h 6858000"/>
              <a:gd name="connsiteX772" fmla="*/ 5805386 w 7467600"/>
              <a:gd name="connsiteY772" fmla="*/ 239240 h 6858000"/>
              <a:gd name="connsiteX773" fmla="*/ 5736947 w 7467600"/>
              <a:gd name="connsiteY773" fmla="*/ 261367 h 6858000"/>
              <a:gd name="connsiteX774" fmla="*/ 5427012 w 7467600"/>
              <a:gd name="connsiteY774" fmla="*/ 311272 h 6858000"/>
              <a:gd name="connsiteX775" fmla="*/ 5147818 w 7467600"/>
              <a:gd name="connsiteY775" fmla="*/ 322112 h 6858000"/>
              <a:gd name="connsiteX776" fmla="*/ 5060854 w 7467600"/>
              <a:gd name="connsiteY776" fmla="*/ 311882 h 6858000"/>
              <a:gd name="connsiteX777" fmla="*/ 4945989 w 7467600"/>
              <a:gd name="connsiteY777" fmla="*/ 300516 h 6858000"/>
              <a:gd name="connsiteX778" fmla="*/ 5410479 w 7467600"/>
              <a:gd name="connsiteY778" fmla="*/ 348434 h 6858000"/>
              <a:gd name="connsiteX779" fmla="*/ 5805386 w 7467600"/>
              <a:gd name="connsiteY779" fmla="*/ 239240 h 6858000"/>
              <a:gd name="connsiteX780" fmla="*/ 5905192 w 7467600"/>
              <a:gd name="connsiteY780" fmla="*/ 163079 h 6858000"/>
              <a:gd name="connsiteX781" fmla="*/ 5865655 w 7467600"/>
              <a:gd name="connsiteY781" fmla="*/ 171901 h 6858000"/>
              <a:gd name="connsiteX782" fmla="*/ 5259740 w 7467600"/>
              <a:gd name="connsiteY782" fmla="*/ 257013 h 6858000"/>
              <a:gd name="connsiteX783" fmla="*/ 5208466 w 7467600"/>
              <a:gd name="connsiteY783" fmla="*/ 257550 h 6858000"/>
              <a:gd name="connsiteX784" fmla="*/ 4980204 w 7467600"/>
              <a:gd name="connsiteY784" fmla="*/ 271903 h 6858000"/>
              <a:gd name="connsiteX785" fmla="*/ 5068068 w 7467600"/>
              <a:gd name="connsiteY785" fmla="*/ 282244 h 6858000"/>
              <a:gd name="connsiteX786" fmla="*/ 5153231 w 7467600"/>
              <a:gd name="connsiteY786" fmla="*/ 292240 h 6858000"/>
              <a:gd name="connsiteX787" fmla="*/ 5426491 w 7467600"/>
              <a:gd name="connsiteY787" fmla="*/ 281128 h 6858000"/>
              <a:gd name="connsiteX788" fmla="*/ 5731212 w 7467600"/>
              <a:gd name="connsiteY788" fmla="*/ 231951 h 6858000"/>
              <a:gd name="connsiteX789" fmla="*/ 5905192 w 7467600"/>
              <a:gd name="connsiteY789" fmla="*/ 163079 h 6858000"/>
              <a:gd name="connsiteX790" fmla="*/ 5944437 w 7467600"/>
              <a:gd name="connsiteY790" fmla="*/ 113829 h 6858000"/>
              <a:gd name="connsiteX791" fmla="*/ 5825032 w 7467600"/>
              <a:gd name="connsiteY791" fmla="*/ 146405 h 6858000"/>
              <a:gd name="connsiteX792" fmla="*/ 4955599 w 7467600"/>
              <a:gd name="connsiteY792" fmla="*/ 247008 h 6858000"/>
              <a:gd name="connsiteX793" fmla="*/ 5210104 w 7467600"/>
              <a:gd name="connsiteY793" fmla="*/ 228123 h 6858000"/>
              <a:gd name="connsiteX794" fmla="*/ 5261015 w 7467600"/>
              <a:gd name="connsiteY794" fmla="*/ 227087 h 6858000"/>
              <a:gd name="connsiteX795" fmla="*/ 5861181 w 7467600"/>
              <a:gd name="connsiteY795" fmla="*/ 143093 h 6858000"/>
              <a:gd name="connsiteX796" fmla="*/ 5961252 w 7467600"/>
              <a:gd name="connsiteY796" fmla="*/ 114820 h 6858000"/>
              <a:gd name="connsiteX797" fmla="*/ 5944437 w 7467600"/>
              <a:gd name="connsiteY797" fmla="*/ 113829 h 6858000"/>
              <a:gd name="connsiteX798" fmla="*/ 3882765 w 7467600"/>
              <a:gd name="connsiteY798" fmla="*/ 0 h 6858000"/>
              <a:gd name="connsiteX799" fmla="*/ 3995099 w 7467600"/>
              <a:gd name="connsiteY799" fmla="*/ 0 h 6858000"/>
              <a:gd name="connsiteX800" fmla="*/ 4163818 w 7467600"/>
              <a:gd name="connsiteY800" fmla="*/ 234104 h 6858000"/>
              <a:gd name="connsiteX801" fmla="*/ 4172099 w 7467600"/>
              <a:gd name="connsiteY801" fmla="*/ 234207 h 6858000"/>
              <a:gd name="connsiteX802" fmla="*/ 4784282 w 7467600"/>
              <a:gd name="connsiteY802" fmla="*/ 276561 h 6858000"/>
              <a:gd name="connsiteX803" fmla="*/ 4801687 w 7467600"/>
              <a:gd name="connsiteY803" fmla="*/ 267764 h 6858000"/>
              <a:gd name="connsiteX804" fmla="*/ 6082788 w 7467600"/>
              <a:gd name="connsiteY804" fmla="*/ 64119 h 6858000"/>
              <a:gd name="connsiteX805" fmla="*/ 6099442 w 7467600"/>
              <a:gd name="connsiteY805" fmla="*/ 82568 h 6858000"/>
              <a:gd name="connsiteX806" fmla="*/ 4804137 w 7467600"/>
              <a:gd name="connsiteY806" fmla="*/ 320931 h 6858000"/>
              <a:gd name="connsiteX807" fmla="*/ 4227047 w 7467600"/>
              <a:gd name="connsiteY807" fmla="*/ 313415 h 6858000"/>
              <a:gd name="connsiteX808" fmla="*/ 4346041 w 7467600"/>
              <a:gd name="connsiteY808" fmla="*/ 456086 h 6858000"/>
              <a:gd name="connsiteX809" fmla="*/ 4870967 w 7467600"/>
              <a:gd name="connsiteY809" fmla="*/ 963061 h 6858000"/>
              <a:gd name="connsiteX810" fmla="*/ 4889647 w 7467600"/>
              <a:gd name="connsiteY810" fmla="*/ 957147 h 6858000"/>
              <a:gd name="connsiteX811" fmla="*/ 5422504 w 7467600"/>
              <a:gd name="connsiteY811" fmla="*/ 805191 h 6858000"/>
              <a:gd name="connsiteX812" fmla="*/ 6087656 w 7467600"/>
              <a:gd name="connsiteY812" fmla="*/ 826703 h 6858000"/>
              <a:gd name="connsiteX813" fmla="*/ 6058717 w 7467600"/>
              <a:gd name="connsiteY813" fmla="*/ 865992 h 6858000"/>
              <a:gd name="connsiteX814" fmla="*/ 4974153 w 7467600"/>
              <a:gd name="connsiteY814" fmla="*/ 1045456 h 6858000"/>
              <a:gd name="connsiteX815" fmla="*/ 5627835 w 7467600"/>
              <a:gd name="connsiteY815" fmla="*/ 1472077 h 6858000"/>
              <a:gd name="connsiteX816" fmla="*/ 5629817 w 7467600"/>
              <a:gd name="connsiteY816" fmla="*/ 1471412 h 6858000"/>
              <a:gd name="connsiteX817" fmla="*/ 5634124 w 7467600"/>
              <a:gd name="connsiteY817" fmla="*/ 1470572 h 6858000"/>
              <a:gd name="connsiteX818" fmla="*/ 5755832 w 7467600"/>
              <a:gd name="connsiteY818" fmla="*/ 1383886 h 6858000"/>
              <a:gd name="connsiteX819" fmla="*/ 6014186 w 7467600"/>
              <a:gd name="connsiteY819" fmla="*/ 1279799 h 6858000"/>
              <a:gd name="connsiteX820" fmla="*/ 6901619 w 7467600"/>
              <a:gd name="connsiteY820" fmla="*/ 1047874 h 6858000"/>
              <a:gd name="connsiteX821" fmla="*/ 6931566 w 7467600"/>
              <a:gd name="connsiteY821" fmla="*/ 1062034 h 6858000"/>
              <a:gd name="connsiteX822" fmla="*/ 5790982 w 7467600"/>
              <a:gd name="connsiteY822" fmla="*/ 1561380 h 6858000"/>
              <a:gd name="connsiteX823" fmla="*/ 6188971 w 7467600"/>
              <a:gd name="connsiteY823" fmla="*/ 1755168 h 6858000"/>
              <a:gd name="connsiteX824" fmla="*/ 6202446 w 7467600"/>
              <a:gd name="connsiteY824" fmla="*/ 1752268 h 6858000"/>
              <a:gd name="connsiteX825" fmla="*/ 7179560 w 7467600"/>
              <a:gd name="connsiteY825" fmla="*/ 1467551 h 6858000"/>
              <a:gd name="connsiteX826" fmla="*/ 7158730 w 7467600"/>
              <a:gd name="connsiteY826" fmla="*/ 1507835 h 6858000"/>
              <a:gd name="connsiteX827" fmla="*/ 6326959 w 7467600"/>
              <a:gd name="connsiteY827" fmla="*/ 1817686 h 6858000"/>
              <a:gd name="connsiteX828" fmla="*/ 6537433 w 7467600"/>
              <a:gd name="connsiteY828" fmla="*/ 1907790 h 6858000"/>
              <a:gd name="connsiteX829" fmla="*/ 6550221 w 7467600"/>
              <a:gd name="connsiteY829" fmla="*/ 1910729 h 6858000"/>
              <a:gd name="connsiteX830" fmla="*/ 6964438 w 7467600"/>
              <a:gd name="connsiteY830" fmla="*/ 2209505 h 6858000"/>
              <a:gd name="connsiteX831" fmla="*/ 7367862 w 7467600"/>
              <a:gd name="connsiteY831" fmla="*/ 2806833 h 6858000"/>
              <a:gd name="connsiteX832" fmla="*/ 7364329 w 7467600"/>
              <a:gd name="connsiteY832" fmla="*/ 2826907 h 6858000"/>
              <a:gd name="connsiteX833" fmla="*/ 7290545 w 7467600"/>
              <a:gd name="connsiteY833" fmla="*/ 2850663 h 6858000"/>
              <a:gd name="connsiteX834" fmla="*/ 6472036 w 7467600"/>
              <a:gd name="connsiteY834" fmla="*/ 1959003 h 6858000"/>
              <a:gd name="connsiteX835" fmla="*/ 5792897 w 7467600"/>
              <a:gd name="connsiteY835" fmla="*/ 1647747 h 6858000"/>
              <a:gd name="connsiteX836" fmla="*/ 5842751 w 7467600"/>
              <a:gd name="connsiteY836" fmla="*/ 1816112 h 6858000"/>
              <a:gd name="connsiteX837" fmla="*/ 5847424 w 7467600"/>
              <a:gd name="connsiteY837" fmla="*/ 1815776 h 6858000"/>
              <a:gd name="connsiteX838" fmla="*/ 6399821 w 7467600"/>
              <a:gd name="connsiteY838" fmla="*/ 2344799 h 6858000"/>
              <a:gd name="connsiteX839" fmla="*/ 6323232 w 7467600"/>
              <a:gd name="connsiteY839" fmla="*/ 2389634 h 6858000"/>
              <a:gd name="connsiteX840" fmla="*/ 5942958 w 7467600"/>
              <a:gd name="connsiteY840" fmla="*/ 2077708 h 6858000"/>
              <a:gd name="connsiteX841" fmla="*/ 5921559 w 7467600"/>
              <a:gd name="connsiteY841" fmla="*/ 2378596 h 6858000"/>
              <a:gd name="connsiteX842" fmla="*/ 5817651 w 7467600"/>
              <a:gd name="connsiteY842" fmla="*/ 3023919 h 6858000"/>
              <a:gd name="connsiteX843" fmla="*/ 5729634 w 7467600"/>
              <a:gd name="connsiteY843" fmla="*/ 3051849 h 6858000"/>
              <a:gd name="connsiteX844" fmla="*/ 5611018 w 7467600"/>
              <a:gd name="connsiteY844" fmla="*/ 2316769 h 6858000"/>
              <a:gd name="connsiteX845" fmla="*/ 5687608 w 7467600"/>
              <a:gd name="connsiteY845" fmla="*/ 2039972 h 6858000"/>
              <a:gd name="connsiteX846" fmla="*/ 5657554 w 7467600"/>
              <a:gd name="connsiteY846" fmla="*/ 1576445 h 6858000"/>
              <a:gd name="connsiteX847" fmla="*/ 5150475 w 7467600"/>
              <a:gd name="connsiteY847" fmla="*/ 1274012 h 6858000"/>
              <a:gd name="connsiteX848" fmla="*/ 5349142 w 7467600"/>
              <a:gd name="connsiteY848" fmla="*/ 2204405 h 6858000"/>
              <a:gd name="connsiteX849" fmla="*/ 5262214 w 7467600"/>
              <a:gd name="connsiteY849" fmla="*/ 2233836 h 6858000"/>
              <a:gd name="connsiteX850" fmla="*/ 4981539 w 7467600"/>
              <a:gd name="connsiteY850" fmla="*/ 1542201 h 6858000"/>
              <a:gd name="connsiteX851" fmla="*/ 4958461 w 7467600"/>
              <a:gd name="connsiteY851" fmla="*/ 1136957 h 6858000"/>
              <a:gd name="connsiteX852" fmla="*/ 4655015 w 7467600"/>
              <a:gd name="connsiteY852" fmla="*/ 891426 h 6858000"/>
              <a:gd name="connsiteX853" fmla="*/ 4348002 w 7467600"/>
              <a:gd name="connsiteY853" fmla="*/ 2205895 h 6858000"/>
              <a:gd name="connsiteX854" fmla="*/ 4262250 w 7467600"/>
              <a:gd name="connsiteY854" fmla="*/ 2219972 h 6858000"/>
              <a:gd name="connsiteX855" fmla="*/ 4550611 w 7467600"/>
              <a:gd name="connsiteY855" fmla="*/ 817540 h 6858000"/>
              <a:gd name="connsiteX856" fmla="*/ 4564418 w 7467600"/>
              <a:gd name="connsiteY856" fmla="*/ 808293 h 6858000"/>
              <a:gd name="connsiteX857" fmla="*/ 4266388 w 7467600"/>
              <a:gd name="connsiteY857" fmla="*/ 500083 h 6858000"/>
              <a:gd name="connsiteX858" fmla="*/ 4032842 w 7467600"/>
              <a:gd name="connsiteY858" fmla="*/ 211809 h 6858000"/>
              <a:gd name="connsiteX859" fmla="*/ 3882765 w 7467600"/>
              <a:gd name="connsiteY859" fmla="*/ 0 h 6858000"/>
              <a:gd name="connsiteX860" fmla="*/ 3721337 w 7467600"/>
              <a:gd name="connsiteY860" fmla="*/ 0 h 6858000"/>
              <a:gd name="connsiteX861" fmla="*/ 3797544 w 7467600"/>
              <a:gd name="connsiteY861" fmla="*/ 0 h 6858000"/>
              <a:gd name="connsiteX862" fmla="*/ 3775734 w 7467600"/>
              <a:gd name="connsiteY862" fmla="*/ 95131 h 6858000"/>
              <a:gd name="connsiteX863" fmla="*/ 3724807 w 7467600"/>
              <a:gd name="connsiteY863" fmla="*/ 272257 h 6858000"/>
              <a:gd name="connsiteX864" fmla="*/ 3726844 w 7467600"/>
              <a:gd name="connsiteY864" fmla="*/ 282988 h 6858000"/>
              <a:gd name="connsiteX865" fmla="*/ 3742664 w 7467600"/>
              <a:gd name="connsiteY865" fmla="*/ 279918 h 6858000"/>
              <a:gd name="connsiteX866" fmla="*/ 4103910 w 7467600"/>
              <a:gd name="connsiteY866" fmla="*/ 1161917 h 6858000"/>
              <a:gd name="connsiteX867" fmla="*/ 4020269 w 7467600"/>
              <a:gd name="connsiteY867" fmla="*/ 1200406 h 6858000"/>
              <a:gd name="connsiteX868" fmla="*/ 3674882 w 7467600"/>
              <a:gd name="connsiteY868" fmla="*/ 488524 h 6858000"/>
              <a:gd name="connsiteX869" fmla="*/ 3132682 w 7467600"/>
              <a:gd name="connsiteY869" fmla="*/ 1072284 h 6858000"/>
              <a:gd name="connsiteX870" fmla="*/ 2716346 w 7467600"/>
              <a:gd name="connsiteY870" fmla="*/ 1276376 h 6858000"/>
              <a:gd name="connsiteX871" fmla="*/ 2716772 w 7467600"/>
              <a:gd name="connsiteY871" fmla="*/ 1255462 h 6858000"/>
              <a:gd name="connsiteX872" fmla="*/ 3471096 w 7467600"/>
              <a:gd name="connsiteY872" fmla="*/ 437072 h 6858000"/>
              <a:gd name="connsiteX873" fmla="*/ 3639057 w 7467600"/>
              <a:gd name="connsiteY873" fmla="*/ 286334 h 6858000"/>
              <a:gd name="connsiteX874" fmla="*/ 3640309 w 7467600"/>
              <a:gd name="connsiteY874" fmla="*/ 284664 h 6858000"/>
              <a:gd name="connsiteX875" fmla="*/ 3646022 w 7467600"/>
              <a:gd name="connsiteY875" fmla="*/ 276711 h 6858000"/>
              <a:gd name="connsiteX876" fmla="*/ 3707943 w 7467600"/>
              <a:gd name="connsiteY876" fmla="*/ 65958 h 6858000"/>
              <a:gd name="connsiteX877" fmla="*/ 3721337 w 7467600"/>
              <a:gd name="connsiteY877" fmla="*/ 0 h 6858000"/>
              <a:gd name="connsiteX878" fmla="*/ 2867960 w 7467600"/>
              <a:gd name="connsiteY878" fmla="*/ 0 h 6858000"/>
              <a:gd name="connsiteX879" fmla="*/ 2926351 w 7467600"/>
              <a:gd name="connsiteY879" fmla="*/ 0 h 6858000"/>
              <a:gd name="connsiteX880" fmla="*/ 2902823 w 7467600"/>
              <a:gd name="connsiteY880" fmla="*/ 262929 h 6858000"/>
              <a:gd name="connsiteX881" fmla="*/ 2940663 w 7467600"/>
              <a:gd name="connsiteY881" fmla="*/ 140884 h 6858000"/>
              <a:gd name="connsiteX882" fmla="*/ 2947039 w 7467600"/>
              <a:gd name="connsiteY882" fmla="*/ 122524 h 6858000"/>
              <a:gd name="connsiteX883" fmla="*/ 2984316 w 7467600"/>
              <a:gd name="connsiteY883" fmla="*/ 0 h 6858000"/>
              <a:gd name="connsiteX884" fmla="*/ 3016114 w 7467600"/>
              <a:gd name="connsiteY884" fmla="*/ 0 h 6858000"/>
              <a:gd name="connsiteX885" fmla="*/ 2979949 w 7467600"/>
              <a:gd name="connsiteY885" fmla="*/ 119274 h 6858000"/>
              <a:gd name="connsiteX886" fmla="*/ 3023879 w 7467600"/>
              <a:gd name="connsiteY886" fmla="*/ 0 h 6858000"/>
              <a:gd name="connsiteX887" fmla="*/ 3105400 w 7467600"/>
              <a:gd name="connsiteY887" fmla="*/ 0 h 6858000"/>
              <a:gd name="connsiteX888" fmla="*/ 3094669 w 7467600"/>
              <a:gd name="connsiteY888" fmla="*/ 30308 h 6858000"/>
              <a:gd name="connsiteX889" fmla="*/ 2901945 w 7467600"/>
              <a:gd name="connsiteY889" fmla="*/ 466538 h 6858000"/>
              <a:gd name="connsiteX890" fmla="*/ 2815209 w 7467600"/>
              <a:gd name="connsiteY890" fmla="*/ 497361 h 6858000"/>
              <a:gd name="connsiteX891" fmla="*/ 2844845 w 7467600"/>
              <a:gd name="connsiteY891" fmla="*/ 127638 h 6858000"/>
              <a:gd name="connsiteX892" fmla="*/ 2867960 w 7467600"/>
              <a:gd name="connsiteY892" fmla="*/ 0 h 6858000"/>
              <a:gd name="connsiteX893" fmla="*/ 1057230 w 7467600"/>
              <a:gd name="connsiteY893" fmla="*/ 0 h 6858000"/>
              <a:gd name="connsiteX894" fmla="*/ 1111003 w 7467600"/>
              <a:gd name="connsiteY894" fmla="*/ 0 h 6858000"/>
              <a:gd name="connsiteX895" fmla="*/ 1125553 w 7467600"/>
              <a:gd name="connsiteY895" fmla="*/ 52588 h 6858000"/>
              <a:gd name="connsiteX896" fmla="*/ 1304276 w 7467600"/>
              <a:gd name="connsiteY896" fmla="*/ 476275 h 6858000"/>
              <a:gd name="connsiteX897" fmla="*/ 1492066 w 7467600"/>
              <a:gd name="connsiteY897" fmla="*/ 886333 h 6858000"/>
              <a:gd name="connsiteX898" fmla="*/ 1423698 w 7467600"/>
              <a:gd name="connsiteY898" fmla="*/ 710817 h 6858000"/>
              <a:gd name="connsiteX899" fmla="*/ 1357609 w 7467600"/>
              <a:gd name="connsiteY899" fmla="*/ 532892 h 6858000"/>
              <a:gd name="connsiteX900" fmla="*/ 1309550 w 7467600"/>
              <a:gd name="connsiteY900" fmla="*/ 374031 h 6858000"/>
              <a:gd name="connsiteX901" fmla="*/ 1193673 w 7467600"/>
              <a:gd name="connsiteY901" fmla="*/ 49533 h 6858000"/>
              <a:gd name="connsiteX902" fmla="*/ 1164391 w 7467600"/>
              <a:gd name="connsiteY902" fmla="*/ 0 h 6858000"/>
              <a:gd name="connsiteX903" fmla="*/ 1200666 w 7467600"/>
              <a:gd name="connsiteY903" fmla="*/ 0 h 6858000"/>
              <a:gd name="connsiteX904" fmla="*/ 1223408 w 7467600"/>
              <a:gd name="connsiteY904" fmla="*/ 38996 h 6858000"/>
              <a:gd name="connsiteX905" fmla="*/ 1339635 w 7467600"/>
              <a:gd name="connsiteY905" fmla="*/ 365517 h 6858000"/>
              <a:gd name="connsiteX906" fmla="*/ 1387469 w 7467600"/>
              <a:gd name="connsiteY906" fmla="*/ 523079 h 6858000"/>
              <a:gd name="connsiteX907" fmla="*/ 1452685 w 7467600"/>
              <a:gd name="connsiteY907" fmla="*/ 699806 h 6858000"/>
              <a:gd name="connsiteX908" fmla="*/ 1492092 w 7467600"/>
              <a:gd name="connsiteY908" fmla="*/ 800424 h 6858000"/>
              <a:gd name="connsiteX909" fmla="*/ 1455302 w 7467600"/>
              <a:gd name="connsiteY909" fmla="*/ 632913 h 6858000"/>
              <a:gd name="connsiteX910" fmla="*/ 1222336 w 7467600"/>
              <a:gd name="connsiteY910" fmla="*/ 9480 h 6858000"/>
              <a:gd name="connsiteX911" fmla="*/ 1214634 w 7467600"/>
              <a:gd name="connsiteY911" fmla="*/ 0 h 6858000"/>
              <a:gd name="connsiteX912" fmla="*/ 1289827 w 7467600"/>
              <a:gd name="connsiteY912" fmla="*/ 0 h 6858000"/>
              <a:gd name="connsiteX913" fmla="*/ 1321076 w 7467600"/>
              <a:gd name="connsiteY913" fmla="*/ 59722 h 6858000"/>
              <a:gd name="connsiteX914" fmla="*/ 1512579 w 7467600"/>
              <a:gd name="connsiteY914" fmla="*/ 626441 h 6858000"/>
              <a:gd name="connsiteX915" fmla="*/ 1506076 w 7467600"/>
              <a:gd name="connsiteY915" fmla="*/ 1089289 h 6858000"/>
              <a:gd name="connsiteX916" fmla="*/ 1486346 w 7467600"/>
              <a:gd name="connsiteY916" fmla="*/ 1079919 h 6858000"/>
              <a:gd name="connsiteX917" fmla="*/ 1070511 w 7467600"/>
              <a:gd name="connsiteY917" fmla="*/ 48609 h 6858000"/>
              <a:gd name="connsiteX918" fmla="*/ 1057230 w 7467600"/>
              <a:gd name="connsiteY918" fmla="*/ 0 h 6858000"/>
              <a:gd name="connsiteX919" fmla="*/ 43151 w 7467600"/>
              <a:gd name="connsiteY919" fmla="*/ 0 h 6858000"/>
              <a:gd name="connsiteX920" fmla="*/ 95283 w 7467600"/>
              <a:gd name="connsiteY920" fmla="*/ 0 h 6858000"/>
              <a:gd name="connsiteX921" fmla="*/ 300708 w 7467600"/>
              <a:gd name="connsiteY921" fmla="*/ 154571 h 6858000"/>
              <a:gd name="connsiteX922" fmla="*/ 530414 w 7467600"/>
              <a:gd name="connsiteY922" fmla="*/ 354673 h 6858000"/>
              <a:gd name="connsiteX923" fmla="*/ 333785 w 7467600"/>
              <a:gd name="connsiteY923" fmla="*/ 161564 h 6858000"/>
              <a:gd name="connsiteX924" fmla="*/ 147005 w 7467600"/>
              <a:gd name="connsiteY924" fmla="*/ 0 h 6858000"/>
              <a:gd name="connsiteX925" fmla="*/ 272509 w 7467600"/>
              <a:gd name="connsiteY925" fmla="*/ 0 h 6858000"/>
              <a:gd name="connsiteX926" fmla="*/ 326276 w 7467600"/>
              <a:gd name="connsiteY926" fmla="*/ 45847 h 6858000"/>
              <a:gd name="connsiteX927" fmla="*/ 823759 w 7467600"/>
              <a:gd name="connsiteY927" fmla="*/ 574145 h 6858000"/>
              <a:gd name="connsiteX928" fmla="*/ 811254 w 7467600"/>
              <a:gd name="connsiteY928" fmla="*/ 665546 h 6858000"/>
              <a:gd name="connsiteX929" fmla="*/ 154042 w 7467600"/>
              <a:gd name="connsiteY929" fmla="*/ 261522 h 6858000"/>
              <a:gd name="connsiteX930" fmla="*/ 13550 w 7467600"/>
              <a:gd name="connsiteY930" fmla="*/ 158423 h 6858000"/>
              <a:gd name="connsiteX931" fmla="*/ 0 w 7467600"/>
              <a:gd name="connsiteY931" fmla="*/ 146618 h 6858000"/>
              <a:gd name="connsiteX932" fmla="*/ 0 w 7467600"/>
              <a:gd name="connsiteY932" fmla="*/ 59161 h 6858000"/>
              <a:gd name="connsiteX933" fmla="*/ 45427 w 7467600"/>
              <a:gd name="connsiteY933" fmla="*/ 101078 h 6858000"/>
              <a:gd name="connsiteX934" fmla="*/ 630103 w 7467600"/>
              <a:gd name="connsiteY934" fmla="*/ 485885 h 6858000"/>
              <a:gd name="connsiteX935" fmla="*/ 532040 w 7467600"/>
              <a:gd name="connsiteY935" fmla="*/ 399359 h 6858000"/>
              <a:gd name="connsiteX936" fmla="*/ 517618 w 7467600"/>
              <a:gd name="connsiteY936" fmla="*/ 385726 h 6858000"/>
              <a:gd name="connsiteX937" fmla="*/ 285074 w 7467600"/>
              <a:gd name="connsiteY937" fmla="*/ 182755 h 6858000"/>
              <a:gd name="connsiteX938" fmla="*/ 43151 w 7467600"/>
              <a:gd name="connsiteY938" fmla="*/ 0 h 6858000"/>
              <a:gd name="connsiteX0" fmla="*/ 369702 w 7369701"/>
              <a:gd name="connsiteY0" fmla="*/ 6712169 h 6858000"/>
              <a:gd name="connsiteX1" fmla="*/ 366575 w 7369701"/>
              <a:gd name="connsiteY1" fmla="*/ 6715556 h 6858000"/>
              <a:gd name="connsiteX2" fmla="*/ 371637 w 7369701"/>
              <a:gd name="connsiteY2" fmla="*/ 6713954 h 6858000"/>
              <a:gd name="connsiteX3" fmla="*/ 369702 w 7369701"/>
              <a:gd name="connsiteY3" fmla="*/ 6712169 h 6858000"/>
              <a:gd name="connsiteX4" fmla="*/ 1019354 w 7369701"/>
              <a:gd name="connsiteY4" fmla="*/ 6315006 h 6858000"/>
              <a:gd name="connsiteX5" fmla="*/ 441046 w 7369701"/>
              <a:gd name="connsiteY5" fmla="*/ 6691153 h 6858000"/>
              <a:gd name="connsiteX6" fmla="*/ 1019354 w 7369701"/>
              <a:gd name="connsiteY6" fmla="*/ 6315006 h 6858000"/>
              <a:gd name="connsiteX7" fmla="*/ 991680 w 7369701"/>
              <a:gd name="connsiteY7" fmla="*/ 6298413 h 6858000"/>
              <a:gd name="connsiteX8" fmla="*/ 409060 w 7369701"/>
              <a:gd name="connsiteY8" fmla="*/ 6671470 h 6858000"/>
              <a:gd name="connsiteX9" fmla="*/ 991680 w 7369701"/>
              <a:gd name="connsiteY9" fmla="*/ 6298413 h 6858000"/>
              <a:gd name="connsiteX10" fmla="*/ 103333 w 7369701"/>
              <a:gd name="connsiteY10" fmla="*/ 5699602 h 6858000"/>
              <a:gd name="connsiteX11" fmla="*/ 233938 w 7369701"/>
              <a:gd name="connsiteY11" fmla="*/ 5809416 h 6858000"/>
              <a:gd name="connsiteX12" fmla="*/ 883580 w 7369701"/>
              <a:gd name="connsiteY12" fmla="*/ 6180710 h 6858000"/>
              <a:gd name="connsiteX13" fmla="*/ 487337 w 7369701"/>
              <a:gd name="connsiteY13" fmla="*/ 5950182 h 6858000"/>
              <a:gd name="connsiteX14" fmla="*/ 354051 w 7369701"/>
              <a:gd name="connsiteY14" fmla="*/ 5854912 h 6858000"/>
              <a:gd name="connsiteX15" fmla="*/ 195436 w 7369701"/>
              <a:gd name="connsiteY15" fmla="*/ 5755068 h 6858000"/>
              <a:gd name="connsiteX16" fmla="*/ 103333 w 7369701"/>
              <a:gd name="connsiteY16" fmla="*/ 5699602 h 6858000"/>
              <a:gd name="connsiteX17" fmla="*/ 5539432 w 7369701"/>
              <a:gd name="connsiteY17" fmla="*/ 5642928 h 6858000"/>
              <a:gd name="connsiteX18" fmla="*/ 5555462 w 7369701"/>
              <a:gd name="connsiteY18" fmla="*/ 5694454 h 6858000"/>
              <a:gd name="connsiteX19" fmla="*/ 5828270 w 7369701"/>
              <a:gd name="connsiteY19" fmla="*/ 6320663 h 6858000"/>
              <a:gd name="connsiteX20" fmla="*/ 5947416 w 7369701"/>
              <a:gd name="connsiteY20" fmla="*/ 6574846 h 6858000"/>
              <a:gd name="connsiteX21" fmla="*/ 5539432 w 7369701"/>
              <a:gd name="connsiteY21" fmla="*/ 5642928 h 6858000"/>
              <a:gd name="connsiteX22" fmla="*/ 51253 w 7369701"/>
              <a:gd name="connsiteY22" fmla="*/ 5631825 h 6858000"/>
              <a:gd name="connsiteX23" fmla="*/ 211622 w 7369701"/>
              <a:gd name="connsiteY23" fmla="*/ 5728803 h 6858000"/>
              <a:gd name="connsiteX24" fmla="*/ 371652 w 7369701"/>
              <a:gd name="connsiteY24" fmla="*/ 5829062 h 6858000"/>
              <a:gd name="connsiteX25" fmla="*/ 505903 w 7369701"/>
              <a:gd name="connsiteY25" fmla="*/ 5925221 h 6858000"/>
              <a:gd name="connsiteX26" fmla="*/ 899240 w 7369701"/>
              <a:gd name="connsiteY26" fmla="*/ 6153068 h 6858000"/>
              <a:gd name="connsiteX27" fmla="*/ 988114 w 7369701"/>
              <a:gd name="connsiteY27" fmla="*/ 6174204 h 6858000"/>
              <a:gd name="connsiteX28" fmla="*/ 845971 w 7369701"/>
              <a:gd name="connsiteY28" fmla="*/ 6067177 h 6858000"/>
              <a:gd name="connsiteX29" fmla="*/ 448057 w 7369701"/>
              <a:gd name="connsiteY29" fmla="*/ 5841376 h 6858000"/>
              <a:gd name="connsiteX30" fmla="*/ 51253 w 7369701"/>
              <a:gd name="connsiteY30" fmla="*/ 5631825 h 6858000"/>
              <a:gd name="connsiteX31" fmla="*/ 2606687 w 7369701"/>
              <a:gd name="connsiteY31" fmla="*/ 5630718 h 6858000"/>
              <a:gd name="connsiteX32" fmla="*/ 2645658 w 7369701"/>
              <a:gd name="connsiteY32" fmla="*/ 6640259 h 6858000"/>
              <a:gd name="connsiteX33" fmla="*/ 2606687 w 7369701"/>
              <a:gd name="connsiteY33" fmla="*/ 5630718 h 6858000"/>
              <a:gd name="connsiteX34" fmla="*/ 3642057 w 7369701"/>
              <a:gd name="connsiteY34" fmla="*/ 5573487 h 6858000"/>
              <a:gd name="connsiteX35" fmla="*/ 3632981 w 7369701"/>
              <a:gd name="connsiteY35" fmla="*/ 5579437 h 6858000"/>
              <a:gd name="connsiteX36" fmla="*/ 3382436 w 7369701"/>
              <a:gd name="connsiteY36" fmla="*/ 5952726 h 6858000"/>
              <a:gd name="connsiteX37" fmla="*/ 3191929 w 7369701"/>
              <a:gd name="connsiteY37" fmla="*/ 6662669 h 6858000"/>
              <a:gd name="connsiteX38" fmla="*/ 3369898 w 7369701"/>
              <a:gd name="connsiteY38" fmla="*/ 6081771 h 6858000"/>
              <a:gd name="connsiteX39" fmla="*/ 3642057 w 7369701"/>
              <a:gd name="connsiteY39" fmla="*/ 5573487 h 6858000"/>
              <a:gd name="connsiteX40" fmla="*/ 2650666 w 7369701"/>
              <a:gd name="connsiteY40" fmla="*/ 5530686 h 6858000"/>
              <a:gd name="connsiteX41" fmla="*/ 2650249 w 7369701"/>
              <a:gd name="connsiteY41" fmla="*/ 5532101 h 6858000"/>
              <a:gd name="connsiteX42" fmla="*/ 2663808 w 7369701"/>
              <a:gd name="connsiteY42" fmla="*/ 6535215 h 6858000"/>
              <a:gd name="connsiteX43" fmla="*/ 2665418 w 7369701"/>
              <a:gd name="connsiteY43" fmla="*/ 6132756 h 6858000"/>
              <a:gd name="connsiteX44" fmla="*/ 2650666 w 7369701"/>
              <a:gd name="connsiteY44" fmla="*/ 5530686 h 6858000"/>
              <a:gd name="connsiteX45" fmla="*/ 2680277 w 7369701"/>
              <a:gd name="connsiteY45" fmla="*/ 5479204 h 6858000"/>
              <a:gd name="connsiteX46" fmla="*/ 2678972 w 7369701"/>
              <a:gd name="connsiteY46" fmla="*/ 5481582 h 6858000"/>
              <a:gd name="connsiteX47" fmla="*/ 2696666 w 7369701"/>
              <a:gd name="connsiteY47" fmla="*/ 6133836 h 6858000"/>
              <a:gd name="connsiteX48" fmla="*/ 2695769 w 7369701"/>
              <a:gd name="connsiteY48" fmla="*/ 6390955 h 6858000"/>
              <a:gd name="connsiteX49" fmla="*/ 2739893 w 7369701"/>
              <a:gd name="connsiteY49" fmla="*/ 6108357 h 6858000"/>
              <a:gd name="connsiteX50" fmla="*/ 2680277 w 7369701"/>
              <a:gd name="connsiteY50" fmla="*/ 5479204 h 6858000"/>
              <a:gd name="connsiteX51" fmla="*/ 1132195 w 7369701"/>
              <a:gd name="connsiteY51" fmla="*/ 5467980 h 6858000"/>
              <a:gd name="connsiteX52" fmla="*/ 1679056 w 7369701"/>
              <a:gd name="connsiteY52" fmla="*/ 5516907 h 6858000"/>
              <a:gd name="connsiteX53" fmla="*/ 2128648 w 7369701"/>
              <a:gd name="connsiteY53" fmla="*/ 5474249 h 6858000"/>
              <a:gd name="connsiteX54" fmla="*/ 1825619 w 7369701"/>
              <a:gd name="connsiteY54" fmla="*/ 5478447 h 6858000"/>
              <a:gd name="connsiteX55" fmla="*/ 1737798 w 7369701"/>
              <a:gd name="connsiteY55" fmla="*/ 5483353 h 6858000"/>
              <a:gd name="connsiteX56" fmla="*/ 1132195 w 7369701"/>
              <a:gd name="connsiteY56" fmla="*/ 5467980 h 6858000"/>
              <a:gd name="connsiteX57" fmla="*/ 1456157 w 7369701"/>
              <a:gd name="connsiteY57" fmla="*/ 5371404 h 6858000"/>
              <a:gd name="connsiteX58" fmla="*/ 1244432 w 7369701"/>
              <a:gd name="connsiteY58" fmla="*/ 5385601 h 6858000"/>
              <a:gd name="connsiteX59" fmla="*/ 973990 w 7369701"/>
              <a:gd name="connsiteY59" fmla="*/ 5424940 h 6858000"/>
              <a:gd name="connsiteX60" fmla="*/ 1103809 w 7369701"/>
              <a:gd name="connsiteY60" fmla="*/ 5433720 h 6858000"/>
              <a:gd name="connsiteX61" fmla="*/ 1123454 w 7369701"/>
              <a:gd name="connsiteY61" fmla="*/ 5435727 h 6858000"/>
              <a:gd name="connsiteX62" fmla="*/ 1737017 w 7369701"/>
              <a:gd name="connsiteY62" fmla="*/ 5452183 h 6858000"/>
              <a:gd name="connsiteX63" fmla="*/ 1824397 w 7369701"/>
              <a:gd name="connsiteY63" fmla="*/ 5447757 h 6858000"/>
              <a:gd name="connsiteX64" fmla="*/ 2070059 w 7369701"/>
              <a:gd name="connsiteY64" fmla="*/ 5441660 h 6858000"/>
              <a:gd name="connsiteX65" fmla="*/ 1456157 w 7369701"/>
              <a:gd name="connsiteY65" fmla="*/ 5371404 h 6858000"/>
              <a:gd name="connsiteX66" fmla="*/ 4988186 w 7369701"/>
              <a:gd name="connsiteY66" fmla="*/ 5216467 h 6858000"/>
              <a:gd name="connsiteX67" fmla="*/ 4777334 w 7369701"/>
              <a:gd name="connsiteY67" fmla="*/ 5406072 h 6858000"/>
              <a:gd name="connsiteX68" fmla="*/ 4718341 w 7369701"/>
              <a:gd name="connsiteY68" fmla="*/ 5468043 h 6858000"/>
              <a:gd name="connsiteX69" fmla="*/ 4604655 w 7369701"/>
              <a:gd name="connsiteY69" fmla="*/ 5583434 h 6858000"/>
              <a:gd name="connsiteX70" fmla="*/ 4565074 w 7369701"/>
              <a:gd name="connsiteY70" fmla="*/ 5618550 h 6858000"/>
              <a:gd name="connsiteX71" fmla="*/ 4988186 w 7369701"/>
              <a:gd name="connsiteY71" fmla="*/ 5216467 h 6858000"/>
              <a:gd name="connsiteX72" fmla="*/ 4978032 w 7369701"/>
              <a:gd name="connsiteY72" fmla="*/ 5183809 h 6858000"/>
              <a:gd name="connsiteX73" fmla="*/ 4463413 w 7369701"/>
              <a:gd name="connsiteY73" fmla="*/ 5615162 h 6858000"/>
              <a:gd name="connsiteX74" fmla="*/ 4358134 w 7369701"/>
              <a:gd name="connsiteY74" fmla="*/ 5742791 h 6858000"/>
              <a:gd name="connsiteX75" fmla="*/ 4376219 w 7369701"/>
              <a:gd name="connsiteY75" fmla="*/ 5729027 h 6858000"/>
              <a:gd name="connsiteX76" fmla="*/ 4582340 w 7369701"/>
              <a:gd name="connsiteY76" fmla="*/ 5561037 h 6858000"/>
              <a:gd name="connsiteX77" fmla="*/ 4694684 w 7369701"/>
              <a:gd name="connsiteY77" fmla="*/ 5447098 h 6858000"/>
              <a:gd name="connsiteX78" fmla="*/ 4754123 w 7369701"/>
              <a:gd name="connsiteY78" fmla="*/ 5384643 h 6858000"/>
              <a:gd name="connsiteX79" fmla="*/ 4978032 w 7369701"/>
              <a:gd name="connsiteY79" fmla="*/ 5183809 h 6858000"/>
              <a:gd name="connsiteX80" fmla="*/ 1903353 w 7369701"/>
              <a:gd name="connsiteY80" fmla="*/ 5044827 h 6858000"/>
              <a:gd name="connsiteX81" fmla="*/ 1936931 w 7369701"/>
              <a:gd name="connsiteY81" fmla="*/ 5093954 h 6858000"/>
              <a:gd name="connsiteX82" fmla="*/ 2195868 w 7369701"/>
              <a:gd name="connsiteY82" fmla="*/ 5396574 h 6858000"/>
              <a:gd name="connsiteX83" fmla="*/ 2088852 w 7369701"/>
              <a:gd name="connsiteY83" fmla="*/ 5166123 h 6858000"/>
              <a:gd name="connsiteX84" fmla="*/ 1958241 w 7369701"/>
              <a:gd name="connsiteY84" fmla="*/ 5067955 h 6858000"/>
              <a:gd name="connsiteX85" fmla="*/ 1903353 w 7369701"/>
              <a:gd name="connsiteY85" fmla="*/ 5044827 h 6858000"/>
              <a:gd name="connsiteX86" fmla="*/ 1979378 w 7369701"/>
              <a:gd name="connsiteY86" fmla="*/ 4769504 h 6858000"/>
              <a:gd name="connsiteX87" fmla="*/ 2882120 w 7369701"/>
              <a:gd name="connsiteY87" fmla="*/ 5064547 h 6858000"/>
              <a:gd name="connsiteX88" fmla="*/ 2793103 w 7369701"/>
              <a:gd name="connsiteY88" fmla="*/ 5039699 h 6858000"/>
              <a:gd name="connsiteX89" fmla="*/ 2770041 w 7369701"/>
              <a:gd name="connsiteY89" fmla="*/ 5033634 h 6858000"/>
              <a:gd name="connsiteX90" fmla="*/ 1979378 w 7369701"/>
              <a:gd name="connsiteY90" fmla="*/ 4769504 h 6858000"/>
              <a:gd name="connsiteX91" fmla="*/ 1927410 w 7369701"/>
              <a:gd name="connsiteY91" fmla="*/ 4716164 h 6858000"/>
              <a:gd name="connsiteX92" fmla="*/ 1959587 w 7369701"/>
              <a:gd name="connsiteY92" fmla="*/ 4728849 h 6858000"/>
              <a:gd name="connsiteX93" fmla="*/ 2777707 w 7369701"/>
              <a:gd name="connsiteY93" fmla="*/ 5003991 h 6858000"/>
              <a:gd name="connsiteX94" fmla="*/ 2800768 w 7369701"/>
              <a:gd name="connsiteY94" fmla="*/ 5010056 h 6858000"/>
              <a:gd name="connsiteX95" fmla="*/ 2879408 w 7369701"/>
              <a:gd name="connsiteY95" fmla="*/ 5031590 h 6858000"/>
              <a:gd name="connsiteX96" fmla="*/ 2862295 w 7369701"/>
              <a:gd name="connsiteY96" fmla="*/ 5022958 h 6858000"/>
              <a:gd name="connsiteX97" fmla="*/ 2813343 w 7369701"/>
              <a:gd name="connsiteY97" fmla="*/ 4998369 h 6858000"/>
              <a:gd name="connsiteX98" fmla="*/ 2646245 w 7369701"/>
              <a:gd name="connsiteY98" fmla="*/ 4930999 h 6858000"/>
              <a:gd name="connsiteX99" fmla="*/ 1999243 w 7369701"/>
              <a:gd name="connsiteY99" fmla="*/ 4730524 h 6858000"/>
              <a:gd name="connsiteX100" fmla="*/ 1979527 w 7369701"/>
              <a:gd name="connsiteY100" fmla="*/ 4726651 h 6858000"/>
              <a:gd name="connsiteX101" fmla="*/ 1927410 w 7369701"/>
              <a:gd name="connsiteY101" fmla="*/ 4716164 h 6858000"/>
              <a:gd name="connsiteX102" fmla="*/ 1997014 w 7369701"/>
              <a:gd name="connsiteY102" fmla="*/ 4698007 h 6858000"/>
              <a:gd name="connsiteX103" fmla="*/ 2005458 w 7369701"/>
              <a:gd name="connsiteY103" fmla="*/ 4699540 h 6858000"/>
              <a:gd name="connsiteX104" fmla="*/ 2657186 w 7369701"/>
              <a:gd name="connsiteY104" fmla="*/ 4901687 h 6858000"/>
              <a:gd name="connsiteX105" fmla="*/ 2826662 w 7369701"/>
              <a:gd name="connsiteY105" fmla="*/ 4970362 h 6858000"/>
              <a:gd name="connsiteX106" fmla="*/ 2876100 w 7369701"/>
              <a:gd name="connsiteY106" fmla="*/ 4995397 h 6858000"/>
              <a:gd name="connsiteX107" fmla="*/ 3042600 w 7369701"/>
              <a:gd name="connsiteY107" fmla="*/ 5059532 h 6858000"/>
              <a:gd name="connsiteX108" fmla="*/ 1997014 w 7369701"/>
              <a:gd name="connsiteY108" fmla="*/ 4698007 h 6858000"/>
              <a:gd name="connsiteX109" fmla="*/ 2305292 w 7369701"/>
              <a:gd name="connsiteY109" fmla="*/ 4219492 h 6858000"/>
              <a:gd name="connsiteX110" fmla="*/ 3360922 w 7369701"/>
              <a:gd name="connsiteY110" fmla="*/ 4529373 h 6858000"/>
              <a:gd name="connsiteX111" fmla="*/ 3492420 w 7369701"/>
              <a:gd name="connsiteY111" fmla="*/ 4510145 h 6858000"/>
              <a:gd name="connsiteX112" fmla="*/ 3364086 w 7369701"/>
              <a:gd name="connsiteY112" fmla="*/ 4480340 h 6858000"/>
              <a:gd name="connsiteX113" fmla="*/ 3225818 w 7369701"/>
              <a:gd name="connsiteY113" fmla="*/ 4411822 h 6858000"/>
              <a:gd name="connsiteX114" fmla="*/ 3129696 w 7369701"/>
              <a:gd name="connsiteY114" fmla="*/ 4360704 h 6858000"/>
              <a:gd name="connsiteX115" fmla="*/ 2814545 w 7369701"/>
              <a:gd name="connsiteY115" fmla="*/ 4282955 h 6858000"/>
              <a:gd name="connsiteX116" fmla="*/ 2305292 w 7369701"/>
              <a:gd name="connsiteY116" fmla="*/ 4219492 h 6858000"/>
              <a:gd name="connsiteX117" fmla="*/ 2626982 w 7369701"/>
              <a:gd name="connsiteY117" fmla="*/ 4206450 h 6858000"/>
              <a:gd name="connsiteX118" fmla="*/ 2490617 w 7369701"/>
              <a:gd name="connsiteY118" fmla="*/ 4206951 h 6858000"/>
              <a:gd name="connsiteX119" fmla="*/ 2819869 w 7369701"/>
              <a:gd name="connsiteY119" fmla="*/ 4252936 h 6858000"/>
              <a:gd name="connsiteX120" fmla="*/ 3143018 w 7369701"/>
              <a:gd name="connsiteY120" fmla="*/ 4332698 h 6858000"/>
              <a:gd name="connsiteX121" fmla="*/ 3241520 w 7369701"/>
              <a:gd name="connsiteY121" fmla="*/ 4385112 h 6858000"/>
              <a:gd name="connsiteX122" fmla="*/ 3374575 w 7369701"/>
              <a:gd name="connsiteY122" fmla="*/ 4451517 h 6858000"/>
              <a:gd name="connsiteX123" fmla="*/ 3505221 w 7369701"/>
              <a:gd name="connsiteY123" fmla="*/ 4480757 h 6858000"/>
              <a:gd name="connsiteX124" fmla="*/ 2626982 w 7369701"/>
              <a:gd name="connsiteY124" fmla="*/ 4206450 h 6858000"/>
              <a:gd name="connsiteX125" fmla="*/ 1310106 w 7369701"/>
              <a:gd name="connsiteY125" fmla="*/ 3943217 h 6858000"/>
              <a:gd name="connsiteX126" fmla="*/ 854994 w 7369701"/>
              <a:gd name="connsiteY126" fmla="*/ 4399136 h 6858000"/>
              <a:gd name="connsiteX127" fmla="*/ 742462 w 7369701"/>
              <a:gd name="connsiteY127" fmla="*/ 4594648 h 6858000"/>
              <a:gd name="connsiteX128" fmla="*/ 820602 w 7369701"/>
              <a:gd name="connsiteY128" fmla="*/ 4485915 h 6858000"/>
              <a:gd name="connsiteX129" fmla="*/ 878295 w 7369701"/>
              <a:gd name="connsiteY129" fmla="*/ 4403594 h 6858000"/>
              <a:gd name="connsiteX130" fmla="*/ 1240607 w 7369701"/>
              <a:gd name="connsiteY130" fmla="*/ 4010401 h 6858000"/>
              <a:gd name="connsiteX131" fmla="*/ 1310106 w 7369701"/>
              <a:gd name="connsiteY131" fmla="*/ 3943217 h 6858000"/>
              <a:gd name="connsiteX132" fmla="*/ 1423113 w 7369701"/>
              <a:gd name="connsiteY132" fmla="*/ 3874565 h 6858000"/>
              <a:gd name="connsiteX133" fmla="*/ 1260565 w 7369701"/>
              <a:gd name="connsiteY133" fmla="*/ 4031982 h 6858000"/>
              <a:gd name="connsiteX134" fmla="*/ 901900 w 7369701"/>
              <a:gd name="connsiteY134" fmla="*/ 4421236 h 6858000"/>
              <a:gd name="connsiteX135" fmla="*/ 845044 w 7369701"/>
              <a:gd name="connsiteY135" fmla="*/ 4502436 h 6858000"/>
              <a:gd name="connsiteX136" fmla="*/ 685926 w 7369701"/>
              <a:gd name="connsiteY136" fmla="*/ 4703069 h 6858000"/>
              <a:gd name="connsiteX137" fmla="*/ 684248 w 7369701"/>
              <a:gd name="connsiteY137" fmla="*/ 4706721 h 6858000"/>
              <a:gd name="connsiteX138" fmla="*/ 1423113 w 7369701"/>
              <a:gd name="connsiteY138" fmla="*/ 3874565 h 6858000"/>
              <a:gd name="connsiteX139" fmla="*/ 3316479 w 7369701"/>
              <a:gd name="connsiteY139" fmla="*/ 3872136 h 6858000"/>
              <a:gd name="connsiteX140" fmla="*/ 3546806 w 7369701"/>
              <a:gd name="connsiteY140" fmla="*/ 4356139 h 6858000"/>
              <a:gd name="connsiteX141" fmla="*/ 3364433 w 7369701"/>
              <a:gd name="connsiteY141" fmla="*/ 3953121 h 6858000"/>
              <a:gd name="connsiteX142" fmla="*/ 3316479 w 7369701"/>
              <a:gd name="connsiteY142" fmla="*/ 3872136 h 6858000"/>
              <a:gd name="connsiteX143" fmla="*/ 3291335 w 7369701"/>
              <a:gd name="connsiteY143" fmla="*/ 3767420 h 6858000"/>
              <a:gd name="connsiteX144" fmla="*/ 3390805 w 7369701"/>
              <a:gd name="connsiteY144" fmla="*/ 3937163 h 6858000"/>
              <a:gd name="connsiteX145" fmla="*/ 3579062 w 7369701"/>
              <a:gd name="connsiteY145" fmla="*/ 4359040 h 6858000"/>
              <a:gd name="connsiteX146" fmla="*/ 3467355 w 7369701"/>
              <a:gd name="connsiteY146" fmla="*/ 3988130 h 6858000"/>
              <a:gd name="connsiteX147" fmla="*/ 3310753 w 7369701"/>
              <a:gd name="connsiteY147" fmla="*/ 3787140 h 6858000"/>
              <a:gd name="connsiteX148" fmla="*/ 3291335 w 7369701"/>
              <a:gd name="connsiteY148" fmla="*/ 3767420 h 6858000"/>
              <a:gd name="connsiteX149" fmla="*/ 1635889 w 7369701"/>
              <a:gd name="connsiteY149" fmla="*/ 3709494 h 6858000"/>
              <a:gd name="connsiteX150" fmla="*/ 1634800 w 7369701"/>
              <a:gd name="connsiteY150" fmla="*/ 3731111 h 6858000"/>
              <a:gd name="connsiteX151" fmla="*/ 1635889 w 7369701"/>
              <a:gd name="connsiteY151" fmla="*/ 3709494 h 6858000"/>
              <a:gd name="connsiteX152" fmla="*/ 1510397 w 7369701"/>
              <a:gd name="connsiteY152" fmla="*/ 3684705 h 6858000"/>
              <a:gd name="connsiteX153" fmla="*/ 1146550 w 7369701"/>
              <a:gd name="connsiteY153" fmla="*/ 3802012 h 6858000"/>
              <a:gd name="connsiteX154" fmla="*/ 698834 w 7369701"/>
              <a:gd name="connsiteY154" fmla="*/ 3952272 h 6858000"/>
              <a:gd name="connsiteX155" fmla="*/ 34256 w 7369701"/>
              <a:gd name="connsiteY155" fmla="*/ 4347603 h 6858000"/>
              <a:gd name="connsiteX156" fmla="*/ 527241 w 7369701"/>
              <a:gd name="connsiteY156" fmla="*/ 4065078 h 6858000"/>
              <a:gd name="connsiteX157" fmla="*/ 1510397 w 7369701"/>
              <a:gd name="connsiteY157" fmla="*/ 3684705 h 6858000"/>
              <a:gd name="connsiteX158" fmla="*/ 1313114 w 7369701"/>
              <a:gd name="connsiteY158" fmla="*/ 3655216 h 6858000"/>
              <a:gd name="connsiteX159" fmla="*/ 1109304 w 7369701"/>
              <a:gd name="connsiteY159" fmla="*/ 3669030 h 6858000"/>
              <a:gd name="connsiteX160" fmla="*/ 8129 w 7369701"/>
              <a:gd name="connsiteY160" fmla="*/ 4330519 h 6858000"/>
              <a:gd name="connsiteX161" fmla="*/ 687572 w 7369701"/>
              <a:gd name="connsiteY161" fmla="*/ 3925629 h 6858000"/>
              <a:gd name="connsiteX162" fmla="*/ 1138365 w 7369701"/>
              <a:gd name="connsiteY162" fmla="*/ 3774515 h 6858000"/>
              <a:gd name="connsiteX163" fmla="*/ 1505579 w 7369701"/>
              <a:gd name="connsiteY163" fmla="*/ 3655526 h 6858000"/>
              <a:gd name="connsiteX164" fmla="*/ 1313114 w 7369701"/>
              <a:gd name="connsiteY164" fmla="*/ 3655216 h 6858000"/>
              <a:gd name="connsiteX165" fmla="*/ 3655073 w 7369701"/>
              <a:gd name="connsiteY165" fmla="*/ 3650884 h 6858000"/>
              <a:gd name="connsiteX166" fmla="*/ 3989938 w 7369701"/>
              <a:gd name="connsiteY166" fmla="*/ 3991685 h 6858000"/>
              <a:gd name="connsiteX167" fmla="*/ 4393907 w 7369701"/>
              <a:gd name="connsiteY167" fmla="*/ 4261258 h 6858000"/>
              <a:gd name="connsiteX168" fmla="*/ 4648051 w 7369701"/>
              <a:gd name="connsiteY168" fmla="*/ 4374051 h 6858000"/>
              <a:gd name="connsiteX169" fmla="*/ 4383389 w 7369701"/>
              <a:gd name="connsiteY169" fmla="*/ 4184369 h 6858000"/>
              <a:gd name="connsiteX170" fmla="*/ 4165508 w 7369701"/>
              <a:gd name="connsiteY170" fmla="*/ 4035196 h 6858000"/>
              <a:gd name="connsiteX171" fmla="*/ 4068162 w 7369701"/>
              <a:gd name="connsiteY171" fmla="*/ 3953394 h 6858000"/>
              <a:gd name="connsiteX172" fmla="*/ 3981416 w 7369701"/>
              <a:gd name="connsiteY172" fmla="*/ 3880482 h 6858000"/>
              <a:gd name="connsiteX173" fmla="*/ 3800147 w 7369701"/>
              <a:gd name="connsiteY173" fmla="*/ 3749872 h 6858000"/>
              <a:gd name="connsiteX174" fmla="*/ 3655073 w 7369701"/>
              <a:gd name="connsiteY174" fmla="*/ 3650884 h 6858000"/>
              <a:gd name="connsiteX175" fmla="*/ 3670252 w 7369701"/>
              <a:gd name="connsiteY175" fmla="*/ 3622798 h 6858000"/>
              <a:gd name="connsiteX176" fmla="*/ 3817258 w 7369701"/>
              <a:gd name="connsiteY176" fmla="*/ 3723577 h 6858000"/>
              <a:gd name="connsiteX177" fmla="*/ 4000461 w 7369701"/>
              <a:gd name="connsiteY177" fmla="*/ 3855966 h 6858000"/>
              <a:gd name="connsiteX178" fmla="*/ 4088180 w 7369701"/>
              <a:gd name="connsiteY178" fmla="*/ 3929774 h 6858000"/>
              <a:gd name="connsiteX179" fmla="*/ 4184555 w 7369701"/>
              <a:gd name="connsiteY179" fmla="*/ 4010683 h 6858000"/>
              <a:gd name="connsiteX180" fmla="*/ 4399563 w 7369701"/>
              <a:gd name="connsiteY180" fmla="*/ 4158106 h 6858000"/>
              <a:gd name="connsiteX181" fmla="*/ 4684469 w 7369701"/>
              <a:gd name="connsiteY181" fmla="*/ 4364680 h 6858000"/>
              <a:gd name="connsiteX182" fmla="*/ 4690271 w 7369701"/>
              <a:gd name="connsiteY182" fmla="*/ 4370034 h 6858000"/>
              <a:gd name="connsiteX183" fmla="*/ 4136093 w 7369701"/>
              <a:gd name="connsiteY183" fmla="*/ 3858466 h 6858000"/>
              <a:gd name="connsiteX184" fmla="*/ 3670252 w 7369701"/>
              <a:gd name="connsiteY184" fmla="*/ 3622798 h 6858000"/>
              <a:gd name="connsiteX185" fmla="*/ 4440129 w 7369701"/>
              <a:gd name="connsiteY185" fmla="*/ 3448571 h 6858000"/>
              <a:gd name="connsiteX186" fmla="*/ 4856525 w 7369701"/>
              <a:gd name="connsiteY186" fmla="*/ 3915351 h 6858000"/>
              <a:gd name="connsiteX187" fmla="*/ 5059055 w 7369701"/>
              <a:gd name="connsiteY187" fmla="*/ 4108918 h 6858000"/>
              <a:gd name="connsiteX188" fmla="*/ 5290070 w 7369701"/>
              <a:gd name="connsiteY188" fmla="*/ 4263619 h 6858000"/>
              <a:gd name="connsiteX189" fmla="*/ 4834991 w 7369701"/>
              <a:gd name="connsiteY189" fmla="*/ 3830985 h 6858000"/>
              <a:gd name="connsiteX190" fmla="*/ 4440129 w 7369701"/>
              <a:gd name="connsiteY190" fmla="*/ 3448571 h 6858000"/>
              <a:gd name="connsiteX191" fmla="*/ 4441737 w 7369701"/>
              <a:gd name="connsiteY191" fmla="*/ 3399734 h 6858000"/>
              <a:gd name="connsiteX192" fmla="*/ 4431236 w 7369701"/>
              <a:gd name="connsiteY192" fmla="*/ 3400954 h 6858000"/>
              <a:gd name="connsiteX193" fmla="*/ 4557150 w 7369701"/>
              <a:gd name="connsiteY193" fmla="*/ 3510023 h 6858000"/>
              <a:gd name="connsiteX194" fmla="*/ 4856936 w 7369701"/>
              <a:gd name="connsiteY194" fmla="*/ 3809146 h 6858000"/>
              <a:gd name="connsiteX195" fmla="*/ 5111996 w 7369701"/>
              <a:gd name="connsiteY195" fmla="*/ 4065759 h 6858000"/>
              <a:gd name="connsiteX196" fmla="*/ 5388878 w 7369701"/>
              <a:gd name="connsiteY196" fmla="*/ 4300185 h 6858000"/>
              <a:gd name="connsiteX197" fmla="*/ 5425556 w 7369701"/>
              <a:gd name="connsiteY197" fmla="*/ 4308967 h 6858000"/>
              <a:gd name="connsiteX198" fmla="*/ 4943646 w 7369701"/>
              <a:gd name="connsiteY198" fmla="*/ 3822916 h 6858000"/>
              <a:gd name="connsiteX199" fmla="*/ 4594837 w 7369701"/>
              <a:gd name="connsiteY199" fmla="*/ 3532274 h 6858000"/>
              <a:gd name="connsiteX200" fmla="*/ 4441737 w 7369701"/>
              <a:gd name="connsiteY200" fmla="*/ 3399734 h 6858000"/>
              <a:gd name="connsiteX201" fmla="*/ 5425834 w 7369701"/>
              <a:gd name="connsiteY201" fmla="*/ 3162785 h 6858000"/>
              <a:gd name="connsiteX202" fmla="*/ 5401644 w 7369701"/>
              <a:gd name="connsiteY202" fmla="*/ 3617847 h 6858000"/>
              <a:gd name="connsiteX203" fmla="*/ 5467256 w 7369701"/>
              <a:gd name="connsiteY203" fmla="*/ 4175494 h 6858000"/>
              <a:gd name="connsiteX204" fmla="*/ 5448069 w 7369701"/>
              <a:gd name="connsiteY204" fmla="*/ 3567554 h 6858000"/>
              <a:gd name="connsiteX205" fmla="*/ 5425834 w 7369701"/>
              <a:gd name="connsiteY205" fmla="*/ 3162785 h 6858000"/>
              <a:gd name="connsiteX206" fmla="*/ 1318687 w 7369701"/>
              <a:gd name="connsiteY206" fmla="*/ 3113840 h 6858000"/>
              <a:gd name="connsiteX207" fmla="*/ 1066793 w 7369701"/>
              <a:gd name="connsiteY207" fmla="*/ 3212171 h 6858000"/>
              <a:gd name="connsiteX208" fmla="*/ 993319 w 7369701"/>
              <a:gd name="connsiteY208" fmla="*/ 3247648 h 6858000"/>
              <a:gd name="connsiteX209" fmla="*/ 853081 w 7369701"/>
              <a:gd name="connsiteY209" fmla="*/ 3312410 h 6858000"/>
              <a:gd name="connsiteX210" fmla="*/ 805957 w 7369701"/>
              <a:gd name="connsiteY210" fmla="*/ 3330443 h 6858000"/>
              <a:gd name="connsiteX211" fmla="*/ 1318687 w 7369701"/>
              <a:gd name="connsiteY211" fmla="*/ 3113840 h 6858000"/>
              <a:gd name="connsiteX212" fmla="*/ 5453702 w 7369701"/>
              <a:gd name="connsiteY212" fmla="*/ 3090882 h 6858000"/>
              <a:gd name="connsiteX213" fmla="*/ 5480135 w 7369701"/>
              <a:gd name="connsiteY213" fmla="*/ 3565802 h 6858000"/>
              <a:gd name="connsiteX214" fmla="*/ 5499023 w 7369701"/>
              <a:gd name="connsiteY214" fmla="*/ 4166310 h 6858000"/>
              <a:gd name="connsiteX215" fmla="*/ 5547022 w 7369701"/>
              <a:gd name="connsiteY215" fmla="*/ 3607838 h 6858000"/>
              <a:gd name="connsiteX216" fmla="*/ 5515964 w 7369701"/>
              <a:gd name="connsiteY216" fmla="*/ 3378541 h 6858000"/>
              <a:gd name="connsiteX217" fmla="*/ 5453702 w 7369701"/>
              <a:gd name="connsiteY217" fmla="*/ 3090882 h 6858000"/>
              <a:gd name="connsiteX218" fmla="*/ 1238695 w 7369701"/>
              <a:gd name="connsiteY218" fmla="*/ 3076820 h 6858000"/>
              <a:gd name="connsiteX219" fmla="*/ 716371 w 7369701"/>
              <a:gd name="connsiteY219" fmla="*/ 3293249 h 6858000"/>
              <a:gd name="connsiteX220" fmla="*/ 579522 w 7369701"/>
              <a:gd name="connsiteY220" fmla="*/ 3371759 h 6858000"/>
              <a:gd name="connsiteX221" fmla="*/ 600288 w 7369701"/>
              <a:gd name="connsiteY221" fmla="*/ 3365555 h 6858000"/>
              <a:gd name="connsiteX222" fmla="*/ 840692 w 7369701"/>
              <a:gd name="connsiteY222" fmla="*/ 3284921 h 6858000"/>
              <a:gd name="connsiteX223" fmla="*/ 979248 w 7369701"/>
              <a:gd name="connsiteY223" fmla="*/ 3221003 h 6858000"/>
              <a:gd name="connsiteX224" fmla="*/ 1053282 w 7369701"/>
              <a:gd name="connsiteY224" fmla="*/ 3185247 h 6858000"/>
              <a:gd name="connsiteX225" fmla="*/ 1320603 w 7369701"/>
              <a:gd name="connsiteY225" fmla="*/ 3081281 h 6858000"/>
              <a:gd name="connsiteX226" fmla="*/ 1238695 w 7369701"/>
              <a:gd name="connsiteY226" fmla="*/ 3076820 h 6858000"/>
              <a:gd name="connsiteX227" fmla="*/ 5425627 w 7369701"/>
              <a:gd name="connsiteY227" fmla="*/ 2954192 h 6858000"/>
              <a:gd name="connsiteX228" fmla="*/ 5470770 w 7369701"/>
              <a:gd name="connsiteY228" fmla="*/ 3005435 h 6858000"/>
              <a:gd name="connsiteX229" fmla="*/ 5519779 w 7369701"/>
              <a:gd name="connsiteY229" fmla="*/ 4359223 h 6858000"/>
              <a:gd name="connsiteX230" fmla="*/ 5520293 w 7369701"/>
              <a:gd name="connsiteY230" fmla="*/ 4360602 h 6858000"/>
              <a:gd name="connsiteX231" fmla="*/ 5767221 w 7369701"/>
              <a:gd name="connsiteY231" fmla="*/ 4665564 h 6858000"/>
              <a:gd name="connsiteX232" fmla="*/ 6937169 w 7369701"/>
              <a:gd name="connsiteY232" fmla="*/ 4815941 h 6858000"/>
              <a:gd name="connsiteX233" fmla="*/ 6953922 w 7369701"/>
              <a:gd name="connsiteY233" fmla="*/ 4890068 h 6858000"/>
              <a:gd name="connsiteX234" fmla="*/ 6071359 w 7369701"/>
              <a:gd name="connsiteY234" fmla="*/ 4770770 h 6858000"/>
              <a:gd name="connsiteX235" fmla="*/ 6038839 w 7369701"/>
              <a:gd name="connsiteY235" fmla="*/ 4764474 h 6858000"/>
              <a:gd name="connsiteX236" fmla="*/ 6038706 w 7369701"/>
              <a:gd name="connsiteY236" fmla="*/ 4763847 h 6858000"/>
              <a:gd name="connsiteX237" fmla="*/ 6037784 w 7369701"/>
              <a:gd name="connsiteY237" fmla="*/ 4764270 h 6858000"/>
              <a:gd name="connsiteX238" fmla="*/ 6038839 w 7369701"/>
              <a:gd name="connsiteY238" fmla="*/ 4764474 h 6858000"/>
              <a:gd name="connsiteX239" fmla="*/ 6040338 w 7369701"/>
              <a:gd name="connsiteY239" fmla="*/ 4771418 h 6858000"/>
              <a:gd name="connsiteX240" fmla="*/ 6024488 w 7369701"/>
              <a:gd name="connsiteY240" fmla="*/ 4809903 h 6858000"/>
              <a:gd name="connsiteX241" fmla="*/ 5599771 w 7369701"/>
              <a:gd name="connsiteY241" fmla="*/ 5509652 h 6858000"/>
              <a:gd name="connsiteX242" fmla="*/ 5548843 w 7369701"/>
              <a:gd name="connsiteY242" fmla="*/ 5563845 h 6858000"/>
              <a:gd name="connsiteX243" fmla="*/ 5940952 w 7369701"/>
              <a:gd name="connsiteY243" fmla="*/ 6250028 h 6858000"/>
              <a:gd name="connsiteX244" fmla="*/ 6043441 w 7369701"/>
              <a:gd name="connsiteY244" fmla="*/ 6665847 h 6858000"/>
              <a:gd name="connsiteX245" fmla="*/ 6093432 w 7369701"/>
              <a:gd name="connsiteY245" fmla="*/ 6858000 h 6858000"/>
              <a:gd name="connsiteX246" fmla="*/ 6034344 w 7369701"/>
              <a:gd name="connsiteY246" fmla="*/ 6858000 h 6858000"/>
              <a:gd name="connsiteX247" fmla="*/ 6026679 w 7369701"/>
              <a:gd name="connsiteY247" fmla="*/ 6836959 h 6858000"/>
              <a:gd name="connsiteX248" fmla="*/ 5800441 w 7369701"/>
              <a:gd name="connsiteY248" fmla="*/ 6335286 h 6858000"/>
              <a:gd name="connsiteX249" fmla="*/ 5526562 w 7369701"/>
              <a:gd name="connsiteY249" fmla="*/ 5705388 h 6858000"/>
              <a:gd name="connsiteX250" fmla="*/ 5519640 w 7369701"/>
              <a:gd name="connsiteY250" fmla="*/ 5683774 h 6858000"/>
              <a:gd name="connsiteX251" fmla="*/ 5844559 w 7369701"/>
              <a:gd name="connsiteY251" fmla="*/ 6553349 h 6858000"/>
              <a:gd name="connsiteX252" fmla="*/ 5975994 w 7369701"/>
              <a:gd name="connsiteY252" fmla="*/ 6858000 h 6858000"/>
              <a:gd name="connsiteX253" fmla="*/ 5898547 w 7369701"/>
              <a:gd name="connsiteY253" fmla="*/ 6858000 h 6858000"/>
              <a:gd name="connsiteX254" fmla="*/ 5682041 w 7369701"/>
              <a:gd name="connsiteY254" fmla="*/ 6355860 h 6858000"/>
              <a:gd name="connsiteX255" fmla="*/ 5461758 w 7369701"/>
              <a:gd name="connsiteY255" fmla="*/ 5820220 h 6858000"/>
              <a:gd name="connsiteX256" fmla="*/ 5237282 w 7369701"/>
              <a:gd name="connsiteY256" fmla="*/ 6579086 h 6858000"/>
              <a:gd name="connsiteX257" fmla="*/ 5115009 w 7369701"/>
              <a:gd name="connsiteY257" fmla="*/ 6858000 h 6858000"/>
              <a:gd name="connsiteX258" fmla="*/ 5028074 w 7369701"/>
              <a:gd name="connsiteY258" fmla="*/ 6858000 h 6858000"/>
              <a:gd name="connsiteX259" fmla="*/ 5079508 w 7369701"/>
              <a:gd name="connsiteY259" fmla="*/ 6749074 h 6858000"/>
              <a:gd name="connsiteX260" fmla="*/ 5371846 w 7369701"/>
              <a:gd name="connsiteY260" fmla="*/ 5924413 h 6858000"/>
              <a:gd name="connsiteX261" fmla="*/ 5270512 w 7369701"/>
              <a:gd name="connsiteY261" fmla="*/ 6138975 h 6858000"/>
              <a:gd name="connsiteX262" fmla="*/ 5062409 w 7369701"/>
              <a:gd name="connsiteY262" fmla="*/ 6653544 h 6858000"/>
              <a:gd name="connsiteX263" fmla="*/ 5036628 w 7369701"/>
              <a:gd name="connsiteY263" fmla="*/ 6754247 h 6858000"/>
              <a:gd name="connsiteX264" fmla="*/ 5009112 w 7369701"/>
              <a:gd name="connsiteY264" fmla="*/ 6858000 h 6858000"/>
              <a:gd name="connsiteX265" fmla="*/ 4976679 w 7369701"/>
              <a:gd name="connsiteY265" fmla="*/ 6858000 h 6858000"/>
              <a:gd name="connsiteX266" fmla="*/ 5006537 w 7369701"/>
              <a:gd name="connsiteY266" fmla="*/ 6747068 h 6858000"/>
              <a:gd name="connsiteX267" fmla="*/ 5032723 w 7369701"/>
              <a:gd name="connsiteY267" fmla="*/ 6644957 h 6858000"/>
              <a:gd name="connsiteX268" fmla="*/ 5242949 w 7369701"/>
              <a:gd name="connsiteY268" fmla="*/ 6125175 h 6858000"/>
              <a:gd name="connsiteX269" fmla="*/ 5286321 w 7369701"/>
              <a:gd name="connsiteY269" fmla="*/ 6033555 h 6858000"/>
              <a:gd name="connsiteX270" fmla="*/ 5008210 w 7369701"/>
              <a:gd name="connsiteY270" fmla="*/ 6649194 h 6858000"/>
              <a:gd name="connsiteX271" fmla="*/ 4986321 w 7369701"/>
              <a:gd name="connsiteY271" fmla="*/ 6765687 h 6858000"/>
              <a:gd name="connsiteX272" fmla="*/ 4973474 w 7369701"/>
              <a:gd name="connsiteY272" fmla="*/ 6858000 h 6858000"/>
              <a:gd name="connsiteX273" fmla="*/ 4907178 w 7369701"/>
              <a:gd name="connsiteY273" fmla="*/ 6858000 h 6858000"/>
              <a:gd name="connsiteX274" fmla="*/ 4910810 w 7369701"/>
              <a:gd name="connsiteY274" fmla="*/ 6829660 h 6858000"/>
              <a:gd name="connsiteX275" fmla="*/ 4987461 w 7369701"/>
              <a:gd name="connsiteY275" fmla="*/ 6432994 h 6858000"/>
              <a:gd name="connsiteX276" fmla="*/ 5179262 w 7369701"/>
              <a:gd name="connsiteY276" fmla="*/ 6035044 h 6858000"/>
              <a:gd name="connsiteX277" fmla="*/ 4689678 w 7369701"/>
              <a:gd name="connsiteY277" fmla="*/ 6440241 h 6858000"/>
              <a:gd name="connsiteX278" fmla="*/ 4477543 w 7369701"/>
              <a:gd name="connsiteY278" fmla="*/ 6674836 h 6858000"/>
              <a:gd name="connsiteX279" fmla="*/ 4329957 w 7369701"/>
              <a:gd name="connsiteY279" fmla="*/ 6858000 h 6858000"/>
              <a:gd name="connsiteX280" fmla="*/ 4218595 w 7369701"/>
              <a:gd name="connsiteY280" fmla="*/ 6858000 h 6858000"/>
              <a:gd name="connsiteX281" fmla="*/ 4368888 w 7369701"/>
              <a:gd name="connsiteY281" fmla="*/ 6668412 h 6858000"/>
              <a:gd name="connsiteX282" fmla="*/ 4563091 w 7369701"/>
              <a:gd name="connsiteY282" fmla="*/ 6442508 h 6858000"/>
              <a:gd name="connsiteX283" fmla="*/ 5387324 w 7369701"/>
              <a:gd name="connsiteY283" fmla="*/ 5705830 h 6858000"/>
              <a:gd name="connsiteX284" fmla="*/ 5073620 w 7369701"/>
              <a:gd name="connsiteY284" fmla="*/ 5955437 h 6858000"/>
              <a:gd name="connsiteX285" fmla="*/ 4689789 w 7369701"/>
              <a:gd name="connsiteY285" fmla="*/ 6268382 h 6858000"/>
              <a:gd name="connsiteX286" fmla="*/ 4418722 w 7369701"/>
              <a:gd name="connsiteY286" fmla="*/ 6570886 h 6858000"/>
              <a:gd name="connsiteX287" fmla="*/ 4214944 w 7369701"/>
              <a:gd name="connsiteY287" fmla="*/ 6858000 h 6858000"/>
              <a:gd name="connsiteX288" fmla="*/ 4177898 w 7369701"/>
              <a:gd name="connsiteY288" fmla="*/ 6858000 h 6858000"/>
              <a:gd name="connsiteX289" fmla="*/ 4391597 w 7369701"/>
              <a:gd name="connsiteY289" fmla="*/ 6556370 h 6858000"/>
              <a:gd name="connsiteX290" fmla="*/ 4668889 w 7369701"/>
              <a:gd name="connsiteY290" fmla="*/ 6246399 h 6858000"/>
              <a:gd name="connsiteX291" fmla="*/ 5055427 w 7369701"/>
              <a:gd name="connsiteY291" fmla="*/ 5931476 h 6858000"/>
              <a:gd name="connsiteX292" fmla="*/ 5371814 w 7369701"/>
              <a:gd name="connsiteY292" fmla="*/ 5678975 h 6858000"/>
              <a:gd name="connsiteX293" fmla="*/ 4987918 w 7369701"/>
              <a:gd name="connsiteY293" fmla="*/ 5838701 h 6858000"/>
              <a:gd name="connsiteX294" fmla="*/ 4317146 w 7369701"/>
              <a:gd name="connsiteY294" fmla="*/ 6587716 h 6858000"/>
              <a:gd name="connsiteX295" fmla="*/ 4171627 w 7369701"/>
              <a:gd name="connsiteY295" fmla="*/ 6858000 h 6858000"/>
              <a:gd name="connsiteX296" fmla="*/ 4081585 w 7369701"/>
              <a:gd name="connsiteY296" fmla="*/ 6858000 h 6858000"/>
              <a:gd name="connsiteX297" fmla="*/ 4238603 w 7369701"/>
              <a:gd name="connsiteY297" fmla="*/ 6559341 h 6858000"/>
              <a:gd name="connsiteX298" fmla="*/ 4778333 w 7369701"/>
              <a:gd name="connsiteY298" fmla="*/ 5873626 h 6858000"/>
              <a:gd name="connsiteX299" fmla="*/ 5414185 w 7369701"/>
              <a:gd name="connsiteY299" fmla="*/ 5573882 h 6858000"/>
              <a:gd name="connsiteX300" fmla="*/ 5959648 w 7369701"/>
              <a:gd name="connsiteY300" fmla="*/ 4760797 h 6858000"/>
              <a:gd name="connsiteX301" fmla="*/ 5355019 w 7369701"/>
              <a:gd name="connsiteY301" fmla="*/ 4734672 h 6858000"/>
              <a:gd name="connsiteX302" fmla="*/ 5083565 w 7369701"/>
              <a:gd name="connsiteY302" fmla="*/ 5179121 h 6858000"/>
              <a:gd name="connsiteX303" fmla="*/ 4713577 w 7369701"/>
              <a:gd name="connsiteY303" fmla="*/ 5616803 h 6858000"/>
              <a:gd name="connsiteX304" fmla="*/ 3989559 w 7369701"/>
              <a:gd name="connsiteY304" fmla="*/ 6145945 h 6858000"/>
              <a:gd name="connsiteX305" fmla="*/ 3939824 w 7369701"/>
              <a:gd name="connsiteY305" fmla="*/ 6066900 h 6858000"/>
              <a:gd name="connsiteX306" fmla="*/ 4584537 w 7369701"/>
              <a:gd name="connsiteY306" fmla="*/ 5324826 h 6858000"/>
              <a:gd name="connsiteX307" fmla="*/ 5037105 w 7369701"/>
              <a:gd name="connsiteY307" fmla="*/ 5088765 h 6858000"/>
              <a:gd name="connsiteX308" fmla="*/ 5039930 w 7369701"/>
              <a:gd name="connsiteY308" fmla="*/ 5089585 h 6858000"/>
              <a:gd name="connsiteX309" fmla="*/ 5263764 w 7369701"/>
              <a:gd name="connsiteY309" fmla="*/ 4735525 h 6858000"/>
              <a:gd name="connsiteX310" fmla="*/ 4086300 w 7369701"/>
              <a:gd name="connsiteY310" fmla="*/ 4884599 h 6858000"/>
              <a:gd name="connsiteX311" fmla="*/ 4085485 w 7369701"/>
              <a:gd name="connsiteY311" fmla="*/ 4899070 h 6858000"/>
              <a:gd name="connsiteX312" fmla="*/ 3871915 w 7369701"/>
              <a:gd name="connsiteY312" fmla="*/ 5253645 h 6858000"/>
              <a:gd name="connsiteX313" fmla="*/ 3799374 w 7369701"/>
              <a:gd name="connsiteY313" fmla="*/ 5466127 h 6858000"/>
              <a:gd name="connsiteX314" fmla="*/ 3498850 w 7369701"/>
              <a:gd name="connsiteY314" fmla="*/ 6661888 h 6858000"/>
              <a:gd name="connsiteX315" fmla="*/ 3399216 w 7369701"/>
              <a:gd name="connsiteY315" fmla="*/ 6858000 h 6858000"/>
              <a:gd name="connsiteX316" fmla="*/ 3303688 w 7369701"/>
              <a:gd name="connsiteY316" fmla="*/ 6858000 h 6858000"/>
              <a:gd name="connsiteX317" fmla="*/ 3391774 w 7369701"/>
              <a:gd name="connsiteY317" fmla="*/ 6697181 h 6858000"/>
              <a:gd name="connsiteX318" fmla="*/ 3735540 w 7369701"/>
              <a:gd name="connsiteY318" fmla="*/ 5546923 h 6858000"/>
              <a:gd name="connsiteX319" fmla="*/ 3729438 w 7369701"/>
              <a:gd name="connsiteY319" fmla="*/ 5569058 h 6858000"/>
              <a:gd name="connsiteX320" fmla="*/ 3707782 w 7369701"/>
              <a:gd name="connsiteY320" fmla="*/ 5644908 h 6858000"/>
              <a:gd name="connsiteX321" fmla="*/ 3583827 w 7369701"/>
              <a:gd name="connsiteY321" fmla="*/ 6039215 h 6858000"/>
              <a:gd name="connsiteX322" fmla="*/ 3547861 w 7369701"/>
              <a:gd name="connsiteY322" fmla="*/ 6129609 h 6858000"/>
              <a:gd name="connsiteX323" fmla="*/ 3490905 w 7369701"/>
              <a:gd name="connsiteY323" fmla="*/ 6277660 h 6858000"/>
              <a:gd name="connsiteX324" fmla="*/ 3455859 w 7369701"/>
              <a:gd name="connsiteY324" fmla="*/ 6391301 h 6858000"/>
              <a:gd name="connsiteX325" fmla="*/ 3429112 w 7369701"/>
              <a:gd name="connsiteY325" fmla="*/ 6479469 h 6858000"/>
              <a:gd name="connsiteX326" fmla="*/ 3304862 w 7369701"/>
              <a:gd name="connsiteY326" fmla="*/ 6796476 h 6858000"/>
              <a:gd name="connsiteX327" fmla="*/ 3276071 w 7369701"/>
              <a:gd name="connsiteY327" fmla="*/ 6858000 h 6858000"/>
              <a:gd name="connsiteX328" fmla="*/ 3240805 w 7369701"/>
              <a:gd name="connsiteY328" fmla="*/ 6858000 h 6858000"/>
              <a:gd name="connsiteX329" fmla="*/ 3275917 w 7369701"/>
              <a:gd name="connsiteY329" fmla="*/ 6783192 h 6858000"/>
              <a:gd name="connsiteX330" fmla="*/ 3399358 w 7369701"/>
              <a:gd name="connsiteY330" fmla="*/ 6469011 h 6858000"/>
              <a:gd name="connsiteX331" fmla="*/ 3425650 w 7369701"/>
              <a:gd name="connsiteY331" fmla="*/ 6381333 h 6858000"/>
              <a:gd name="connsiteX332" fmla="*/ 3460661 w 7369701"/>
              <a:gd name="connsiteY332" fmla="*/ 6266763 h 6858000"/>
              <a:gd name="connsiteX333" fmla="*/ 3518021 w 7369701"/>
              <a:gd name="connsiteY333" fmla="*/ 6117298 h 6858000"/>
              <a:gd name="connsiteX334" fmla="*/ 3554035 w 7369701"/>
              <a:gd name="connsiteY334" fmla="*/ 6027832 h 6858000"/>
              <a:gd name="connsiteX335" fmla="*/ 3677174 w 7369701"/>
              <a:gd name="connsiteY335" fmla="*/ 5636351 h 6858000"/>
              <a:gd name="connsiteX336" fmla="*/ 3698819 w 7369701"/>
              <a:gd name="connsiteY336" fmla="*/ 5560503 h 6858000"/>
              <a:gd name="connsiteX337" fmla="*/ 3702094 w 7369701"/>
              <a:gd name="connsiteY337" fmla="*/ 5549194 h 6858000"/>
              <a:gd name="connsiteX338" fmla="*/ 3398355 w 7369701"/>
              <a:gd name="connsiteY338" fmla="*/ 6094603 h 6858000"/>
              <a:gd name="connsiteX339" fmla="*/ 3193941 w 7369701"/>
              <a:gd name="connsiteY339" fmla="*/ 6798775 h 6858000"/>
              <a:gd name="connsiteX340" fmla="*/ 3184140 w 7369701"/>
              <a:gd name="connsiteY340" fmla="*/ 6858000 h 6858000"/>
              <a:gd name="connsiteX341" fmla="*/ 3099978 w 7369701"/>
              <a:gd name="connsiteY341" fmla="*/ 6858000 h 6858000"/>
              <a:gd name="connsiteX342" fmla="*/ 3101556 w 7369701"/>
              <a:gd name="connsiteY342" fmla="*/ 6843337 h 6858000"/>
              <a:gd name="connsiteX343" fmla="*/ 3370162 w 7369701"/>
              <a:gd name="connsiteY343" fmla="*/ 5785550 h 6858000"/>
              <a:gd name="connsiteX344" fmla="*/ 3746477 w 7369701"/>
              <a:gd name="connsiteY344" fmla="*/ 5377889 h 6858000"/>
              <a:gd name="connsiteX345" fmla="*/ 3863399 w 7369701"/>
              <a:gd name="connsiteY345" fmla="*/ 5087257 h 6858000"/>
              <a:gd name="connsiteX346" fmla="*/ 3968712 w 7369701"/>
              <a:gd name="connsiteY346" fmla="*/ 4913989 h 6858000"/>
              <a:gd name="connsiteX347" fmla="*/ 2792390 w 7369701"/>
              <a:gd name="connsiteY347" fmla="*/ 5382974 h 6858000"/>
              <a:gd name="connsiteX348" fmla="*/ 2714982 w 7369701"/>
              <a:gd name="connsiteY348" fmla="*/ 5427051 h 6858000"/>
              <a:gd name="connsiteX349" fmla="*/ 2813361 w 7369701"/>
              <a:gd name="connsiteY349" fmla="*/ 6023912 h 6858000"/>
              <a:gd name="connsiteX350" fmla="*/ 2688430 w 7369701"/>
              <a:gd name="connsiteY350" fmla="*/ 6801564 h 6858000"/>
              <a:gd name="connsiteX351" fmla="*/ 2629626 w 7369701"/>
              <a:gd name="connsiteY351" fmla="*/ 6763394 h 6858000"/>
              <a:gd name="connsiteX352" fmla="*/ 2565328 w 7369701"/>
              <a:gd name="connsiteY352" fmla="*/ 5516399 h 6858000"/>
              <a:gd name="connsiteX353" fmla="*/ 1922999 w 7369701"/>
              <a:gd name="connsiteY353" fmla="*/ 5980343 h 6858000"/>
              <a:gd name="connsiteX354" fmla="*/ 1950261 w 7369701"/>
              <a:gd name="connsiteY354" fmla="*/ 6405858 h 6858000"/>
              <a:gd name="connsiteX355" fmla="*/ 2365554 w 7369701"/>
              <a:gd name="connsiteY355" fmla="*/ 6759107 h 6858000"/>
              <a:gd name="connsiteX356" fmla="*/ 2424142 w 7369701"/>
              <a:gd name="connsiteY356" fmla="*/ 6858000 h 6858000"/>
              <a:gd name="connsiteX357" fmla="*/ 2395994 w 7369701"/>
              <a:gd name="connsiteY357" fmla="*/ 6858000 h 6858000"/>
              <a:gd name="connsiteX358" fmla="*/ 2392863 w 7369701"/>
              <a:gd name="connsiteY358" fmla="*/ 6852964 h 6858000"/>
              <a:gd name="connsiteX359" fmla="*/ 2017589 w 7369701"/>
              <a:gd name="connsiteY359" fmla="*/ 6493982 h 6858000"/>
              <a:gd name="connsiteX360" fmla="*/ 2147336 w 7369701"/>
              <a:gd name="connsiteY360" fmla="*/ 6594052 h 6858000"/>
              <a:gd name="connsiteX361" fmla="*/ 2207047 w 7369701"/>
              <a:gd name="connsiteY361" fmla="*/ 6654540 h 6858000"/>
              <a:gd name="connsiteX362" fmla="*/ 2299106 w 7369701"/>
              <a:gd name="connsiteY362" fmla="*/ 6778931 h 6858000"/>
              <a:gd name="connsiteX363" fmla="*/ 2314430 w 7369701"/>
              <a:gd name="connsiteY363" fmla="*/ 6801144 h 6858000"/>
              <a:gd name="connsiteX364" fmla="*/ 2352406 w 7369701"/>
              <a:gd name="connsiteY364" fmla="*/ 6858000 h 6858000"/>
              <a:gd name="connsiteX365" fmla="*/ 2314492 w 7369701"/>
              <a:gd name="connsiteY365" fmla="*/ 6858000 h 6858000"/>
              <a:gd name="connsiteX366" fmla="*/ 2288095 w 7369701"/>
              <a:gd name="connsiteY366" fmla="*/ 6818030 h 6858000"/>
              <a:gd name="connsiteX367" fmla="*/ 2272768 w 7369701"/>
              <a:gd name="connsiteY367" fmla="*/ 6795822 h 6858000"/>
              <a:gd name="connsiteX368" fmla="*/ 2182715 w 7369701"/>
              <a:gd name="connsiteY368" fmla="*/ 6675071 h 6858000"/>
              <a:gd name="connsiteX369" fmla="*/ 2032061 w 7369701"/>
              <a:gd name="connsiteY369" fmla="*/ 6541380 h 6858000"/>
              <a:gd name="connsiteX370" fmla="*/ 2257220 w 7369701"/>
              <a:gd name="connsiteY370" fmla="*/ 6826257 h 6858000"/>
              <a:gd name="connsiteX371" fmla="*/ 2281324 w 7369701"/>
              <a:gd name="connsiteY371" fmla="*/ 6858000 h 6858000"/>
              <a:gd name="connsiteX372" fmla="*/ 2242860 w 7369701"/>
              <a:gd name="connsiteY372" fmla="*/ 6858000 h 6858000"/>
              <a:gd name="connsiteX373" fmla="*/ 2232818 w 7369701"/>
              <a:gd name="connsiteY373" fmla="*/ 6844926 h 6858000"/>
              <a:gd name="connsiteX374" fmla="*/ 1990172 w 7369701"/>
              <a:gd name="connsiteY374" fmla="*/ 6542121 h 6858000"/>
              <a:gd name="connsiteX375" fmla="*/ 2124090 w 7369701"/>
              <a:gd name="connsiteY375" fmla="*/ 6761017 h 6858000"/>
              <a:gd name="connsiteX376" fmla="*/ 2200380 w 7369701"/>
              <a:gd name="connsiteY376" fmla="*/ 6858000 h 6858000"/>
              <a:gd name="connsiteX377" fmla="*/ 2147507 w 7369701"/>
              <a:gd name="connsiteY377" fmla="*/ 6858000 h 6858000"/>
              <a:gd name="connsiteX378" fmla="*/ 2070668 w 7369701"/>
              <a:gd name="connsiteY378" fmla="*/ 6761520 h 6858000"/>
              <a:gd name="connsiteX379" fmla="*/ 1975142 w 7369701"/>
              <a:gd name="connsiteY379" fmla="*/ 6585570 h 6858000"/>
              <a:gd name="connsiteX380" fmla="*/ 2050035 w 7369701"/>
              <a:gd name="connsiteY380" fmla="*/ 6813345 h 6858000"/>
              <a:gd name="connsiteX381" fmla="*/ 2063025 w 7369701"/>
              <a:gd name="connsiteY381" fmla="*/ 6858000 h 6858000"/>
              <a:gd name="connsiteX382" fmla="*/ 2021675 w 7369701"/>
              <a:gd name="connsiteY382" fmla="*/ 6858000 h 6858000"/>
              <a:gd name="connsiteX383" fmla="*/ 2019308 w 7369701"/>
              <a:gd name="connsiteY383" fmla="*/ 6847118 h 6858000"/>
              <a:gd name="connsiteX384" fmla="*/ 1938835 w 7369701"/>
              <a:gd name="connsiteY384" fmla="*/ 6551160 h 6858000"/>
              <a:gd name="connsiteX385" fmla="*/ 1953230 w 7369701"/>
              <a:gd name="connsiteY385" fmla="*/ 6759699 h 6858000"/>
              <a:gd name="connsiteX386" fmla="*/ 1956763 w 7369701"/>
              <a:gd name="connsiteY386" fmla="*/ 6778191 h 6858000"/>
              <a:gd name="connsiteX387" fmla="*/ 1967925 w 7369701"/>
              <a:gd name="connsiteY387" fmla="*/ 6858000 h 6858000"/>
              <a:gd name="connsiteX388" fmla="*/ 1936622 w 7369701"/>
              <a:gd name="connsiteY388" fmla="*/ 6858000 h 6858000"/>
              <a:gd name="connsiteX389" fmla="*/ 1926261 w 7369701"/>
              <a:gd name="connsiteY389" fmla="*/ 6784064 h 6858000"/>
              <a:gd name="connsiteX390" fmla="*/ 1922724 w 7369701"/>
              <a:gd name="connsiteY390" fmla="*/ 6765577 h 6858000"/>
              <a:gd name="connsiteX391" fmla="*/ 1904650 w 7369701"/>
              <a:gd name="connsiteY391" fmla="*/ 6639616 h 6858000"/>
              <a:gd name="connsiteX392" fmla="*/ 1885273 w 7369701"/>
              <a:gd name="connsiteY392" fmla="*/ 6858000 h 6858000"/>
              <a:gd name="connsiteX393" fmla="*/ 1854363 w 7369701"/>
              <a:gd name="connsiteY393" fmla="*/ 6858000 h 6858000"/>
              <a:gd name="connsiteX394" fmla="*/ 1880391 w 7369701"/>
              <a:gd name="connsiteY394" fmla="*/ 6603796 h 6858000"/>
              <a:gd name="connsiteX395" fmla="*/ 1818273 w 7369701"/>
              <a:gd name="connsiteY395" fmla="*/ 6715729 h 6858000"/>
              <a:gd name="connsiteX396" fmla="*/ 1794691 w 7369701"/>
              <a:gd name="connsiteY396" fmla="*/ 6843239 h 6858000"/>
              <a:gd name="connsiteX397" fmla="*/ 1794914 w 7369701"/>
              <a:gd name="connsiteY397" fmla="*/ 6858000 h 6858000"/>
              <a:gd name="connsiteX398" fmla="*/ 1746128 w 7369701"/>
              <a:gd name="connsiteY398" fmla="*/ 6858000 h 6858000"/>
              <a:gd name="connsiteX399" fmla="*/ 1753934 w 7369701"/>
              <a:gd name="connsiteY399" fmla="*/ 6724796 h 6858000"/>
              <a:gd name="connsiteX400" fmla="*/ 1792053 w 7369701"/>
              <a:gd name="connsiteY400" fmla="*/ 6572396 h 6858000"/>
              <a:gd name="connsiteX401" fmla="*/ 1862248 w 7369701"/>
              <a:gd name="connsiteY401" fmla="*/ 6266397 h 6858000"/>
              <a:gd name="connsiteX402" fmla="*/ 1862250 w 7369701"/>
              <a:gd name="connsiteY402" fmla="*/ 6033531 h 6858000"/>
              <a:gd name="connsiteX403" fmla="*/ 1211999 w 7369701"/>
              <a:gd name="connsiteY403" fmla="*/ 6683610 h 6858000"/>
              <a:gd name="connsiteX404" fmla="*/ 1213266 w 7369701"/>
              <a:gd name="connsiteY404" fmla="*/ 6691947 h 6858000"/>
              <a:gd name="connsiteX405" fmla="*/ 1203370 w 7369701"/>
              <a:gd name="connsiteY405" fmla="*/ 6850676 h 6858000"/>
              <a:gd name="connsiteX406" fmla="*/ 1203671 w 7369701"/>
              <a:gd name="connsiteY406" fmla="*/ 6858000 h 6858000"/>
              <a:gd name="connsiteX407" fmla="*/ 1143180 w 7369701"/>
              <a:gd name="connsiteY407" fmla="*/ 6858000 h 6858000"/>
              <a:gd name="connsiteX408" fmla="*/ 1142176 w 7369701"/>
              <a:gd name="connsiteY408" fmla="*/ 6766045 h 6858000"/>
              <a:gd name="connsiteX409" fmla="*/ 1067484 w 7369701"/>
              <a:gd name="connsiteY409" fmla="*/ 6858000 h 6858000"/>
              <a:gd name="connsiteX410" fmla="*/ 953928 w 7369701"/>
              <a:gd name="connsiteY410" fmla="*/ 6858000 h 6858000"/>
              <a:gd name="connsiteX411" fmla="*/ 959715 w 7369701"/>
              <a:gd name="connsiteY411" fmla="*/ 6850185 h 6858000"/>
              <a:gd name="connsiteX412" fmla="*/ 1483788 w 7369701"/>
              <a:gd name="connsiteY412" fmla="*/ 6259174 h 6858000"/>
              <a:gd name="connsiteX413" fmla="*/ 1100671 w 7369701"/>
              <a:gd name="connsiteY413" fmla="*/ 6252137 h 6858000"/>
              <a:gd name="connsiteX414" fmla="*/ 1090144 w 7369701"/>
              <a:gd name="connsiteY414" fmla="*/ 6256748 h 6858000"/>
              <a:gd name="connsiteX415" fmla="*/ 1095872 w 7369701"/>
              <a:gd name="connsiteY415" fmla="*/ 6271892 h 6858000"/>
              <a:gd name="connsiteX416" fmla="*/ 262785 w 7369701"/>
              <a:gd name="connsiteY416" fmla="*/ 6845450 h 6858000"/>
              <a:gd name="connsiteX417" fmla="*/ 209968 w 7369701"/>
              <a:gd name="connsiteY417" fmla="*/ 6770713 h 6858000"/>
              <a:gd name="connsiteX418" fmla="*/ 873460 w 7369701"/>
              <a:gd name="connsiteY418" fmla="*/ 6253768 h 6858000"/>
              <a:gd name="connsiteX419" fmla="*/ 192686 w 7369701"/>
              <a:gd name="connsiteY419" fmla="*/ 5849257 h 6858000"/>
              <a:gd name="connsiteX420" fmla="*/ 4696 w 7369701"/>
              <a:gd name="connsiteY420" fmla="*/ 5697668 h 6858000"/>
              <a:gd name="connsiteX421" fmla="*/ 0 w 7369701"/>
              <a:gd name="connsiteY421" fmla="*/ 5689984 h 6858000"/>
              <a:gd name="connsiteX422" fmla="*/ 0 w 7369701"/>
              <a:gd name="connsiteY422" fmla="*/ 5513472 h 6858000"/>
              <a:gd name="connsiteX423" fmla="*/ 174101 w 7369701"/>
              <a:gd name="connsiteY423" fmla="*/ 5620277 h 6858000"/>
              <a:gd name="connsiteX424" fmla="*/ 891800 w 7369701"/>
              <a:gd name="connsiteY424" fmla="*/ 6036935 h 6858000"/>
              <a:gd name="connsiteX425" fmla="*/ 1072219 w 7369701"/>
              <a:gd name="connsiteY425" fmla="*/ 6169443 h 6858000"/>
              <a:gd name="connsiteX426" fmla="*/ 1074117 w 7369701"/>
              <a:gd name="connsiteY426" fmla="*/ 6170301 h 6858000"/>
              <a:gd name="connsiteX427" fmla="*/ 1083114 w 7369701"/>
              <a:gd name="connsiteY427" fmla="*/ 6174131 h 6858000"/>
              <a:gd name="connsiteX428" fmla="*/ 1543010 w 7369701"/>
              <a:gd name="connsiteY428" fmla="*/ 6191140 h 6858000"/>
              <a:gd name="connsiteX429" fmla="*/ 1551080 w 7369701"/>
              <a:gd name="connsiteY429" fmla="*/ 6195006 h 6858000"/>
              <a:gd name="connsiteX430" fmla="*/ 2345443 w 7369701"/>
              <a:gd name="connsiteY430" fmla="*/ 5549882 h 6858000"/>
              <a:gd name="connsiteX431" fmla="*/ 1721499 w 7369701"/>
              <a:gd name="connsiteY431" fmla="*/ 5599969 h 6858000"/>
              <a:gd name="connsiteX432" fmla="*/ 767716 w 7369701"/>
              <a:gd name="connsiteY432" fmla="*/ 5472768 h 6858000"/>
              <a:gd name="connsiteX433" fmla="*/ 722147 w 7369701"/>
              <a:gd name="connsiteY433" fmla="*/ 5393091 h 6858000"/>
              <a:gd name="connsiteX434" fmla="*/ 1485552 w 7369701"/>
              <a:gd name="connsiteY434" fmla="*/ 5313202 h 6858000"/>
              <a:gd name="connsiteX435" fmla="*/ 2143004 w 7369701"/>
              <a:gd name="connsiteY435" fmla="*/ 5402420 h 6858000"/>
              <a:gd name="connsiteX436" fmla="*/ 1933391 w 7369701"/>
              <a:gd name="connsiteY436" fmla="*/ 5156971 h 6858000"/>
              <a:gd name="connsiteX437" fmla="*/ 1827118 w 7369701"/>
              <a:gd name="connsiteY437" fmla="*/ 4968410 h 6858000"/>
              <a:gd name="connsiteX438" fmla="*/ 1837349 w 7369701"/>
              <a:gd name="connsiteY438" fmla="*/ 4956357 h 6858000"/>
              <a:gd name="connsiteX439" fmla="*/ 2162835 w 7369701"/>
              <a:gd name="connsiteY439" fmla="*/ 5187853 h 6858000"/>
              <a:gd name="connsiteX440" fmla="*/ 2257167 w 7369701"/>
              <a:gd name="connsiteY440" fmla="*/ 5462123 h 6858000"/>
              <a:gd name="connsiteX441" fmla="*/ 2261598 w 7369701"/>
              <a:gd name="connsiteY441" fmla="*/ 5467998 h 6858000"/>
              <a:gd name="connsiteX442" fmla="*/ 2437177 w 7369701"/>
              <a:gd name="connsiteY442" fmla="*/ 5479608 h 6858000"/>
              <a:gd name="connsiteX443" fmla="*/ 2445247 w 7369701"/>
              <a:gd name="connsiteY443" fmla="*/ 5483476 h 6858000"/>
              <a:gd name="connsiteX444" fmla="*/ 2743626 w 7369701"/>
              <a:gd name="connsiteY444" fmla="*/ 5304819 h 6858000"/>
              <a:gd name="connsiteX445" fmla="*/ 3048102 w 7369701"/>
              <a:gd name="connsiteY445" fmla="*/ 5150595 h 6858000"/>
              <a:gd name="connsiteX446" fmla="*/ 1799414 w 7369701"/>
              <a:gd name="connsiteY446" fmla="*/ 4694732 h 6858000"/>
              <a:gd name="connsiteX447" fmla="*/ 1771735 w 7369701"/>
              <a:gd name="connsiteY447" fmla="*/ 4619929 h 6858000"/>
              <a:gd name="connsiteX448" fmla="*/ 3104273 w 7369701"/>
              <a:gd name="connsiteY448" fmla="*/ 5076159 h 6858000"/>
              <a:gd name="connsiteX449" fmla="*/ 3113245 w 7369701"/>
              <a:gd name="connsiteY449" fmla="*/ 5090705 h 6858000"/>
              <a:gd name="connsiteX450" fmla="*/ 3126294 w 7369701"/>
              <a:gd name="connsiteY450" fmla="*/ 5114400 h 6858000"/>
              <a:gd name="connsiteX451" fmla="*/ 3937433 w 7369701"/>
              <a:gd name="connsiteY451" fmla="*/ 4830473 h 6858000"/>
              <a:gd name="connsiteX452" fmla="*/ 3590475 w 7369701"/>
              <a:gd name="connsiteY452" fmla="*/ 4597974 h 6858000"/>
              <a:gd name="connsiteX453" fmla="*/ 3100264 w 7369701"/>
              <a:gd name="connsiteY453" fmla="*/ 4579845 h 6858000"/>
              <a:gd name="connsiteX454" fmla="*/ 2183576 w 7369701"/>
              <a:gd name="connsiteY454" fmla="*/ 4227150 h 6858000"/>
              <a:gd name="connsiteX455" fmla="*/ 2151029 w 7369701"/>
              <a:gd name="connsiteY455" fmla="*/ 4146947 h 6858000"/>
              <a:gd name="connsiteX456" fmla="*/ 3563434 w 7369701"/>
              <a:gd name="connsiteY456" fmla="*/ 4469115 h 6858000"/>
              <a:gd name="connsiteX457" fmla="*/ 3177952 w 7369701"/>
              <a:gd name="connsiteY457" fmla="*/ 3657386 h 6858000"/>
              <a:gd name="connsiteX458" fmla="*/ 3189263 w 7369701"/>
              <a:gd name="connsiteY458" fmla="*/ 3625726 h 6858000"/>
              <a:gd name="connsiteX459" fmla="*/ 3560912 w 7369701"/>
              <a:gd name="connsiteY459" fmla="*/ 4079863 h 6858000"/>
              <a:gd name="connsiteX460" fmla="*/ 3626636 w 7369701"/>
              <a:gd name="connsiteY460" fmla="*/ 4512230 h 6858000"/>
              <a:gd name="connsiteX461" fmla="*/ 3653088 w 7369701"/>
              <a:gd name="connsiteY461" fmla="*/ 4521417 h 6858000"/>
              <a:gd name="connsiteX462" fmla="*/ 3988128 w 7369701"/>
              <a:gd name="connsiteY462" fmla="*/ 4817267 h 6858000"/>
              <a:gd name="connsiteX463" fmla="*/ 4830582 w 7369701"/>
              <a:gd name="connsiteY463" fmla="*/ 4676000 h 6858000"/>
              <a:gd name="connsiteX464" fmla="*/ 4830100 w 7369701"/>
              <a:gd name="connsiteY464" fmla="*/ 4675554 h 6858000"/>
              <a:gd name="connsiteX465" fmla="*/ 4036318 w 7369701"/>
              <a:gd name="connsiteY465" fmla="*/ 4147013 h 6858000"/>
              <a:gd name="connsiteX466" fmla="*/ 3432098 w 7369701"/>
              <a:gd name="connsiteY466" fmla="*/ 3537312 h 6858000"/>
              <a:gd name="connsiteX467" fmla="*/ 3446761 w 7369701"/>
              <a:gd name="connsiteY467" fmla="*/ 3461278 h 6858000"/>
              <a:gd name="connsiteX468" fmla="*/ 4419733 w 7369701"/>
              <a:gd name="connsiteY468" fmla="*/ 3963555 h 6858000"/>
              <a:gd name="connsiteX469" fmla="*/ 4781371 w 7369701"/>
              <a:gd name="connsiteY469" fmla="*/ 4458604 h 6858000"/>
              <a:gd name="connsiteX470" fmla="*/ 4780440 w 7369701"/>
              <a:gd name="connsiteY470" fmla="*/ 4470290 h 6858000"/>
              <a:gd name="connsiteX471" fmla="*/ 4898954 w 7369701"/>
              <a:gd name="connsiteY471" fmla="*/ 4662092 h 6858000"/>
              <a:gd name="connsiteX472" fmla="*/ 4900699 w 7369701"/>
              <a:gd name="connsiteY472" fmla="*/ 4670867 h 6858000"/>
              <a:gd name="connsiteX473" fmla="*/ 5714511 w 7369701"/>
              <a:gd name="connsiteY473" fmla="*/ 4663483 h 6858000"/>
              <a:gd name="connsiteX474" fmla="*/ 5464793 w 7369701"/>
              <a:gd name="connsiteY474" fmla="*/ 4393556 h 6858000"/>
              <a:gd name="connsiteX475" fmla="*/ 5461897 w 7369701"/>
              <a:gd name="connsiteY475" fmla="*/ 4390879 h 6858000"/>
              <a:gd name="connsiteX476" fmla="*/ 4294126 w 7369701"/>
              <a:gd name="connsiteY476" fmla="*/ 3303048 h 6858000"/>
              <a:gd name="connsiteX477" fmla="*/ 4305321 w 7369701"/>
              <a:gd name="connsiteY477" fmla="*/ 3256953 h 6858000"/>
              <a:gd name="connsiteX478" fmla="*/ 4949299 w 7369701"/>
              <a:gd name="connsiteY478" fmla="*/ 3766336 h 6858000"/>
              <a:gd name="connsiteX479" fmla="*/ 5291452 w 7369701"/>
              <a:gd name="connsiteY479" fmla="*/ 4076801 h 6858000"/>
              <a:gd name="connsiteX480" fmla="*/ 5434998 w 7369701"/>
              <a:gd name="connsiteY480" fmla="*/ 4254100 h 6858000"/>
              <a:gd name="connsiteX481" fmla="*/ 5351015 w 7369701"/>
              <a:gd name="connsiteY481" fmla="*/ 3760989 h 6858000"/>
              <a:gd name="connsiteX482" fmla="*/ 5413780 w 7369701"/>
              <a:gd name="connsiteY482" fmla="*/ 2966265 h 6858000"/>
              <a:gd name="connsiteX483" fmla="*/ 5425627 w 7369701"/>
              <a:gd name="connsiteY483" fmla="*/ 2954192 h 6858000"/>
              <a:gd name="connsiteX484" fmla="*/ 6604735 w 7369701"/>
              <a:gd name="connsiteY484" fmla="*/ 2041381 h 6858000"/>
              <a:gd name="connsiteX485" fmla="*/ 7204487 w 7369701"/>
              <a:gd name="connsiteY485" fmla="*/ 2742112 h 6858000"/>
              <a:gd name="connsiteX486" fmla="*/ 7131592 w 7369701"/>
              <a:gd name="connsiteY486" fmla="*/ 2672096 h 6858000"/>
              <a:gd name="connsiteX487" fmla="*/ 6996344 w 7369701"/>
              <a:gd name="connsiteY487" fmla="*/ 2518310 h 6858000"/>
              <a:gd name="connsiteX488" fmla="*/ 6735495 w 7369701"/>
              <a:gd name="connsiteY488" fmla="*/ 2196890 h 6858000"/>
              <a:gd name="connsiteX489" fmla="*/ 6721901 w 7369701"/>
              <a:gd name="connsiteY489" fmla="*/ 2179274 h 6858000"/>
              <a:gd name="connsiteX490" fmla="*/ 6604735 w 7369701"/>
              <a:gd name="connsiteY490" fmla="*/ 2041381 h 6858000"/>
              <a:gd name="connsiteX491" fmla="*/ 6591670 w 7369701"/>
              <a:gd name="connsiteY491" fmla="*/ 1988277 h 6858000"/>
              <a:gd name="connsiteX492" fmla="*/ 6747349 w 7369701"/>
              <a:gd name="connsiteY492" fmla="*/ 2160069 h 6858000"/>
              <a:gd name="connsiteX493" fmla="*/ 6760943 w 7369701"/>
              <a:gd name="connsiteY493" fmla="*/ 2177686 h 6858000"/>
              <a:gd name="connsiteX494" fmla="*/ 7021065 w 7369701"/>
              <a:gd name="connsiteY494" fmla="*/ 2498102 h 6858000"/>
              <a:gd name="connsiteX495" fmla="*/ 7155223 w 7369701"/>
              <a:gd name="connsiteY495" fmla="*/ 2650386 h 6858000"/>
              <a:gd name="connsiteX496" fmla="*/ 7203167 w 7369701"/>
              <a:gd name="connsiteY496" fmla="*/ 2697288 h 6858000"/>
              <a:gd name="connsiteX497" fmla="*/ 6937703 w 7369701"/>
              <a:gd name="connsiteY497" fmla="*/ 2321981 h 6858000"/>
              <a:gd name="connsiteX498" fmla="*/ 6591670 w 7369701"/>
              <a:gd name="connsiteY498" fmla="*/ 1988277 h 6858000"/>
              <a:gd name="connsiteX499" fmla="*/ 5798671 w 7369701"/>
              <a:gd name="connsiteY499" fmla="*/ 1981601 h 6858000"/>
              <a:gd name="connsiteX500" fmla="*/ 5754709 w 7369701"/>
              <a:gd name="connsiteY500" fmla="*/ 2071454 h 6858000"/>
              <a:gd name="connsiteX501" fmla="*/ 5763044 w 7369701"/>
              <a:gd name="connsiteY501" fmla="*/ 2842206 h 6858000"/>
              <a:gd name="connsiteX502" fmla="*/ 5764974 w 7369701"/>
              <a:gd name="connsiteY502" fmla="*/ 2799609 h 6858000"/>
              <a:gd name="connsiteX503" fmla="*/ 5767665 w 7369701"/>
              <a:gd name="connsiteY503" fmla="*/ 2666409 h 6858000"/>
              <a:gd name="connsiteX504" fmla="*/ 5763055 w 7369701"/>
              <a:gd name="connsiteY504" fmla="*/ 2579705 h 6858000"/>
              <a:gd name="connsiteX505" fmla="*/ 5758079 w 7369701"/>
              <a:gd name="connsiteY505" fmla="*/ 2492508 h 6858000"/>
              <a:gd name="connsiteX506" fmla="*/ 5779325 w 7369701"/>
              <a:gd name="connsiteY506" fmla="*/ 2197069 h 6858000"/>
              <a:gd name="connsiteX507" fmla="*/ 5798671 w 7369701"/>
              <a:gd name="connsiteY507" fmla="*/ 1981601 h 6858000"/>
              <a:gd name="connsiteX508" fmla="*/ 5829202 w 7369701"/>
              <a:gd name="connsiteY508" fmla="*/ 1971679 h 6858000"/>
              <a:gd name="connsiteX509" fmla="*/ 5809558 w 7369701"/>
              <a:gd name="connsiteY509" fmla="*/ 2198043 h 6858000"/>
              <a:gd name="connsiteX510" fmla="*/ 5788653 w 7369701"/>
              <a:gd name="connsiteY510" fmla="*/ 2489430 h 6858000"/>
              <a:gd name="connsiteX511" fmla="*/ 5793439 w 7369701"/>
              <a:gd name="connsiteY511" fmla="*/ 2575235 h 6858000"/>
              <a:gd name="connsiteX512" fmla="*/ 5796837 w 7369701"/>
              <a:gd name="connsiteY512" fmla="*/ 2637633 h 6858000"/>
              <a:gd name="connsiteX513" fmla="*/ 5818614 w 7369701"/>
              <a:gd name="connsiteY513" fmla="*/ 2473055 h 6858000"/>
              <a:gd name="connsiteX514" fmla="*/ 5829202 w 7369701"/>
              <a:gd name="connsiteY514" fmla="*/ 1971679 h 6858000"/>
              <a:gd name="connsiteX515" fmla="*/ 5911389 w 7369701"/>
              <a:gd name="connsiteY515" fmla="*/ 1898371 h 6858000"/>
              <a:gd name="connsiteX516" fmla="*/ 6237627 w 7369701"/>
              <a:gd name="connsiteY516" fmla="*/ 2231921 h 6858000"/>
              <a:gd name="connsiteX517" fmla="*/ 5911389 w 7369701"/>
              <a:gd name="connsiteY517" fmla="*/ 1898371 h 6858000"/>
              <a:gd name="connsiteX518" fmla="*/ 6944437 w 7369701"/>
              <a:gd name="connsiteY518" fmla="*/ 1575402 h 6858000"/>
              <a:gd name="connsiteX519" fmla="*/ 6304730 w 7369701"/>
              <a:gd name="connsiteY519" fmla="*/ 1766654 h 6858000"/>
              <a:gd name="connsiteX520" fmla="*/ 6944437 w 7369701"/>
              <a:gd name="connsiteY520" fmla="*/ 1575402 h 6858000"/>
              <a:gd name="connsiteX521" fmla="*/ 7019523 w 7369701"/>
              <a:gd name="connsiteY521" fmla="*/ 1519450 h 6858000"/>
              <a:gd name="connsiteX522" fmla="*/ 6298091 w 7369701"/>
              <a:gd name="connsiteY522" fmla="*/ 1737122 h 6858000"/>
              <a:gd name="connsiteX523" fmla="*/ 7019523 w 7369701"/>
              <a:gd name="connsiteY523" fmla="*/ 1519450 h 6858000"/>
              <a:gd name="connsiteX524" fmla="*/ 2399523 w 7369701"/>
              <a:gd name="connsiteY524" fmla="*/ 1428234 h 6858000"/>
              <a:gd name="connsiteX525" fmla="*/ 2224982 w 7369701"/>
              <a:gd name="connsiteY525" fmla="*/ 1826201 h 6858000"/>
              <a:gd name="connsiteX526" fmla="*/ 2096099 w 7369701"/>
              <a:gd name="connsiteY526" fmla="*/ 2345900 h 6858000"/>
              <a:gd name="connsiteX527" fmla="*/ 2283317 w 7369701"/>
              <a:gd name="connsiteY527" fmla="*/ 1796925 h 6858000"/>
              <a:gd name="connsiteX528" fmla="*/ 2399523 w 7369701"/>
              <a:gd name="connsiteY528" fmla="*/ 1428234 h 6858000"/>
              <a:gd name="connsiteX529" fmla="*/ 2448558 w 7369701"/>
              <a:gd name="connsiteY529" fmla="*/ 1373435 h 6858000"/>
              <a:gd name="connsiteX530" fmla="*/ 2312521 w 7369701"/>
              <a:gd name="connsiteY530" fmla="*/ 1806140 h 6858000"/>
              <a:gd name="connsiteX531" fmla="*/ 2127533 w 7369701"/>
              <a:gd name="connsiteY531" fmla="*/ 2348380 h 6858000"/>
              <a:gd name="connsiteX532" fmla="*/ 2358080 w 7369701"/>
              <a:gd name="connsiteY532" fmla="*/ 1866134 h 6858000"/>
              <a:gd name="connsiteX533" fmla="*/ 2407436 w 7369701"/>
              <a:gd name="connsiteY533" fmla="*/ 1651070 h 6858000"/>
              <a:gd name="connsiteX534" fmla="*/ 2448558 w 7369701"/>
              <a:gd name="connsiteY534" fmla="*/ 1373435 h 6858000"/>
              <a:gd name="connsiteX535" fmla="*/ 278707 w 7369701"/>
              <a:gd name="connsiteY535" fmla="*/ 1352270 h 6858000"/>
              <a:gd name="connsiteX536" fmla="*/ 321570 w 7369701"/>
              <a:gd name="connsiteY536" fmla="*/ 1861610 h 6858000"/>
              <a:gd name="connsiteX537" fmla="*/ 294281 w 7369701"/>
              <a:gd name="connsiteY537" fmla="*/ 1440658 h 6858000"/>
              <a:gd name="connsiteX538" fmla="*/ 278707 w 7369701"/>
              <a:gd name="connsiteY538" fmla="*/ 1352270 h 6858000"/>
              <a:gd name="connsiteX539" fmla="*/ 1423821 w 7369701"/>
              <a:gd name="connsiteY539" fmla="*/ 1351958 h 6858000"/>
              <a:gd name="connsiteX540" fmla="*/ 1638521 w 7369701"/>
              <a:gd name="connsiteY540" fmla="*/ 1908470 h 6858000"/>
              <a:gd name="connsiteX541" fmla="*/ 1754199 w 7369701"/>
              <a:gd name="connsiteY541" fmla="*/ 2149284 h 6858000"/>
              <a:gd name="connsiteX542" fmla="*/ 1908359 w 7369701"/>
              <a:gd name="connsiteY542" fmla="*/ 2364988 h 6858000"/>
              <a:gd name="connsiteX543" fmla="*/ 1647661 w 7369701"/>
              <a:gd name="connsiteY543" fmla="*/ 1825945 h 6858000"/>
              <a:gd name="connsiteX544" fmla="*/ 1423821 w 7369701"/>
              <a:gd name="connsiteY544" fmla="*/ 1351958 h 6858000"/>
              <a:gd name="connsiteX545" fmla="*/ 1431890 w 7369701"/>
              <a:gd name="connsiteY545" fmla="*/ 1306475 h 6858000"/>
              <a:gd name="connsiteX546" fmla="*/ 1507597 w 7369701"/>
              <a:gd name="connsiteY546" fmla="*/ 1446132 h 6858000"/>
              <a:gd name="connsiteX547" fmla="*/ 1674586 w 7369701"/>
              <a:gd name="connsiteY547" fmla="*/ 1813832 h 6858000"/>
              <a:gd name="connsiteX548" fmla="*/ 1815950 w 7369701"/>
              <a:gd name="connsiteY548" fmla="*/ 2128564 h 6858000"/>
              <a:gd name="connsiteX549" fmla="*/ 1984242 w 7369701"/>
              <a:gd name="connsiteY549" fmla="*/ 2430829 h 6858000"/>
              <a:gd name="connsiteX550" fmla="*/ 2014023 w 7369701"/>
              <a:gd name="connsiteY550" fmla="*/ 2450995 h 6858000"/>
              <a:gd name="connsiteX551" fmla="*/ 1747337 w 7369701"/>
              <a:gd name="connsiteY551" fmla="*/ 1855264 h 6858000"/>
              <a:gd name="connsiteX552" fmla="*/ 1533749 w 7369701"/>
              <a:gd name="connsiteY552" fmla="*/ 1478656 h 6858000"/>
              <a:gd name="connsiteX553" fmla="*/ 1431890 w 7369701"/>
              <a:gd name="connsiteY553" fmla="*/ 1306475 h 6858000"/>
              <a:gd name="connsiteX554" fmla="*/ 5052692 w 7369701"/>
              <a:gd name="connsiteY554" fmla="*/ 1292994 h 6858000"/>
              <a:gd name="connsiteX555" fmla="*/ 5200661 w 7369701"/>
              <a:gd name="connsiteY555" fmla="*/ 1635186 h 6858000"/>
              <a:gd name="connsiteX556" fmla="*/ 5297138 w 7369701"/>
              <a:gd name="connsiteY556" fmla="*/ 1906351 h 6858000"/>
              <a:gd name="connsiteX557" fmla="*/ 5052692 w 7369701"/>
              <a:gd name="connsiteY557" fmla="*/ 1292994 h 6858000"/>
              <a:gd name="connsiteX558" fmla="*/ 5009948 w 7369701"/>
              <a:gd name="connsiteY558" fmla="*/ 1273619 h 6858000"/>
              <a:gd name="connsiteX559" fmla="*/ 5121777 w 7369701"/>
              <a:gd name="connsiteY559" fmla="*/ 1654213 h 6858000"/>
              <a:gd name="connsiteX560" fmla="*/ 5293545 w 7369701"/>
              <a:gd name="connsiteY560" fmla="*/ 2072247 h 6858000"/>
              <a:gd name="connsiteX561" fmla="*/ 5294042 w 7369701"/>
              <a:gd name="connsiteY561" fmla="*/ 2065019 h 6858000"/>
              <a:gd name="connsiteX562" fmla="*/ 5171936 w 7369701"/>
              <a:gd name="connsiteY562" fmla="*/ 1647613 h 6858000"/>
              <a:gd name="connsiteX563" fmla="*/ 5009948 w 7369701"/>
              <a:gd name="connsiteY563" fmla="*/ 1273619 h 6858000"/>
              <a:gd name="connsiteX564" fmla="*/ 655236 w 7369701"/>
              <a:gd name="connsiteY564" fmla="*/ 1268632 h 6858000"/>
              <a:gd name="connsiteX565" fmla="*/ 839521 w 7369701"/>
              <a:gd name="connsiteY565" fmla="*/ 1685315 h 6858000"/>
              <a:gd name="connsiteX566" fmla="*/ 1109416 w 7369701"/>
              <a:gd name="connsiteY566" fmla="*/ 2061663 h 6858000"/>
              <a:gd name="connsiteX567" fmla="*/ 1298300 w 7369701"/>
              <a:gd name="connsiteY567" fmla="*/ 2247742 h 6858000"/>
              <a:gd name="connsiteX568" fmla="*/ 1125871 w 7369701"/>
              <a:gd name="connsiteY568" fmla="*/ 1989513 h 6858000"/>
              <a:gd name="connsiteX569" fmla="*/ 981574 w 7369701"/>
              <a:gd name="connsiteY569" fmla="*/ 1783157 h 6858000"/>
              <a:gd name="connsiteX570" fmla="*/ 922198 w 7369701"/>
              <a:gd name="connsiteY570" fmla="*/ 1677437 h 6858000"/>
              <a:gd name="connsiteX571" fmla="*/ 869293 w 7369701"/>
              <a:gd name="connsiteY571" fmla="*/ 1583214 h 6858000"/>
              <a:gd name="connsiteX572" fmla="*/ 751431 w 7369701"/>
              <a:gd name="connsiteY572" fmla="*/ 1405731 h 6858000"/>
              <a:gd name="connsiteX573" fmla="*/ 655236 w 7369701"/>
              <a:gd name="connsiteY573" fmla="*/ 1268632 h 6858000"/>
              <a:gd name="connsiteX574" fmla="*/ 6516292 w 7369701"/>
              <a:gd name="connsiteY574" fmla="*/ 1263064 h 6858000"/>
              <a:gd name="connsiteX575" fmla="*/ 5736320 w 7369701"/>
              <a:gd name="connsiteY575" fmla="*/ 1501803 h 6858000"/>
              <a:gd name="connsiteX576" fmla="*/ 6516292 w 7369701"/>
              <a:gd name="connsiteY576" fmla="*/ 1263064 h 6858000"/>
              <a:gd name="connsiteX577" fmla="*/ 291466 w 7369701"/>
              <a:gd name="connsiteY577" fmla="*/ 1250369 h 6858000"/>
              <a:gd name="connsiteX578" fmla="*/ 323180 w 7369701"/>
              <a:gd name="connsiteY578" fmla="*/ 1435283 h 6858000"/>
              <a:gd name="connsiteX579" fmla="*/ 349381 w 7369701"/>
              <a:gd name="connsiteY579" fmla="*/ 1875041 h 6858000"/>
              <a:gd name="connsiteX580" fmla="*/ 374363 w 7369701"/>
              <a:gd name="connsiteY580" fmla="*/ 1506494 h 6858000"/>
              <a:gd name="connsiteX581" fmla="*/ 302168 w 7369701"/>
              <a:gd name="connsiteY581" fmla="*/ 1274495 h 6858000"/>
              <a:gd name="connsiteX582" fmla="*/ 291466 w 7369701"/>
              <a:gd name="connsiteY582" fmla="*/ 1250369 h 6858000"/>
              <a:gd name="connsiteX583" fmla="*/ 678222 w 7369701"/>
              <a:gd name="connsiteY583" fmla="*/ 1248670 h 6858000"/>
              <a:gd name="connsiteX584" fmla="*/ 775536 w 7369701"/>
              <a:gd name="connsiteY584" fmla="*/ 1388015 h 6858000"/>
              <a:gd name="connsiteX585" fmla="*/ 894529 w 7369701"/>
              <a:gd name="connsiteY585" fmla="*/ 1567739 h 6858000"/>
              <a:gd name="connsiteX586" fmla="*/ 948000 w 7369701"/>
              <a:gd name="connsiteY586" fmla="*/ 1663088 h 6858000"/>
              <a:gd name="connsiteX587" fmla="*/ 1006812 w 7369701"/>
              <a:gd name="connsiteY587" fmla="*/ 1767683 h 6858000"/>
              <a:gd name="connsiteX588" fmla="*/ 1149133 w 7369701"/>
              <a:gd name="connsiteY588" fmla="*/ 1971513 h 6858000"/>
              <a:gd name="connsiteX589" fmla="*/ 1333952 w 7369701"/>
              <a:gd name="connsiteY589" fmla="*/ 2251620 h 6858000"/>
              <a:gd name="connsiteX590" fmla="*/ 1337329 w 7369701"/>
              <a:gd name="connsiteY590" fmla="*/ 2258350 h 6858000"/>
              <a:gd name="connsiteX591" fmla="*/ 1014726 w 7369701"/>
              <a:gd name="connsiteY591" fmla="*/ 1615556 h 6858000"/>
              <a:gd name="connsiteX592" fmla="*/ 678222 w 7369701"/>
              <a:gd name="connsiteY592" fmla="*/ 1248670 h 6858000"/>
              <a:gd name="connsiteX593" fmla="*/ 6691602 w 7369701"/>
              <a:gd name="connsiteY593" fmla="*/ 1140573 h 6858000"/>
              <a:gd name="connsiteX594" fmla="*/ 6571100 w 7369701"/>
              <a:gd name="connsiteY594" fmla="*/ 1183662 h 6858000"/>
              <a:gd name="connsiteX595" fmla="*/ 6241687 w 7369701"/>
              <a:gd name="connsiteY595" fmla="*/ 1257600 h 6858000"/>
              <a:gd name="connsiteX596" fmla="*/ 5693009 w 7369701"/>
              <a:gd name="connsiteY596" fmla="*/ 1478256 h 6858000"/>
              <a:gd name="connsiteX597" fmla="*/ 6548420 w 7369701"/>
              <a:gd name="connsiteY597" fmla="*/ 1214599 h 6858000"/>
              <a:gd name="connsiteX598" fmla="*/ 6605473 w 7369701"/>
              <a:gd name="connsiteY598" fmla="*/ 1184686 h 6858000"/>
              <a:gd name="connsiteX599" fmla="*/ 6691602 w 7369701"/>
              <a:gd name="connsiteY599" fmla="*/ 1140573 h 6858000"/>
              <a:gd name="connsiteX600" fmla="*/ 4002475 w 7369701"/>
              <a:gd name="connsiteY600" fmla="*/ 1037802 h 6858000"/>
              <a:gd name="connsiteX601" fmla="*/ 4000324 w 7369701"/>
              <a:gd name="connsiteY601" fmla="*/ 1039362 h 6858000"/>
              <a:gd name="connsiteX602" fmla="*/ 4002862 w 7369701"/>
              <a:gd name="connsiteY602" fmla="*/ 1042866 h 6858000"/>
              <a:gd name="connsiteX603" fmla="*/ 4002475 w 7369701"/>
              <a:gd name="connsiteY603" fmla="*/ 1037802 h 6858000"/>
              <a:gd name="connsiteX604" fmla="*/ 506322 w 7369701"/>
              <a:gd name="connsiteY604" fmla="*/ 1020997 h 6858000"/>
              <a:gd name="connsiteX605" fmla="*/ 533068 w 7369701"/>
              <a:gd name="connsiteY605" fmla="*/ 1029409 h 6858000"/>
              <a:gd name="connsiteX606" fmla="*/ 1232525 w 7369701"/>
              <a:gd name="connsiteY606" fmla="*/ 1804675 h 6858000"/>
              <a:gd name="connsiteX607" fmla="*/ 1388858 w 7369701"/>
              <a:gd name="connsiteY607" fmla="*/ 2368011 h 6858000"/>
              <a:gd name="connsiteX608" fmla="*/ 1384098 w 7369701"/>
              <a:gd name="connsiteY608" fmla="*/ 2378125 h 6858000"/>
              <a:gd name="connsiteX609" fmla="*/ 1425393 w 7369701"/>
              <a:gd name="connsiteY609" fmla="*/ 2589124 h 6858000"/>
              <a:gd name="connsiteX610" fmla="*/ 1424001 w 7369701"/>
              <a:gd name="connsiteY610" fmla="*/ 2597541 h 6858000"/>
              <a:gd name="connsiteX611" fmla="*/ 2152729 w 7369701"/>
              <a:gd name="connsiteY611" fmla="*/ 2864487 h 6858000"/>
              <a:gd name="connsiteX612" fmla="*/ 2020609 w 7369701"/>
              <a:gd name="connsiteY612" fmla="*/ 2539671 h 6858000"/>
              <a:gd name="connsiteX613" fmla="*/ 2018920 w 7369701"/>
              <a:gd name="connsiteY613" fmla="*/ 2536309 h 6858000"/>
              <a:gd name="connsiteX614" fmla="*/ 1342441 w 7369701"/>
              <a:gd name="connsiteY614" fmla="*/ 1173017 h 6858000"/>
              <a:gd name="connsiteX615" fmla="*/ 1367925 w 7369701"/>
              <a:gd name="connsiteY615" fmla="*/ 1135648 h 6858000"/>
              <a:gd name="connsiteX616" fmla="*/ 1771401 w 7369701"/>
              <a:gd name="connsiteY616" fmla="*/ 1806673 h 6858000"/>
              <a:gd name="connsiteX617" fmla="*/ 1972385 w 7369701"/>
              <a:gd name="connsiteY617" fmla="*/ 2198735 h 6858000"/>
              <a:gd name="connsiteX618" fmla="*/ 2040892 w 7369701"/>
              <a:gd name="connsiteY618" fmla="*/ 2405205 h 6858000"/>
              <a:gd name="connsiteX619" fmla="*/ 2131689 w 7369701"/>
              <a:gd name="connsiteY619" fmla="*/ 1936926 h 6858000"/>
              <a:gd name="connsiteX620" fmla="*/ 2454820 w 7369701"/>
              <a:gd name="connsiteY620" fmla="*/ 1248808 h 6858000"/>
              <a:gd name="connsiteX621" fmla="*/ 2492512 w 7369701"/>
              <a:gd name="connsiteY621" fmla="*/ 1302920 h 6858000"/>
              <a:gd name="connsiteX622" fmla="*/ 2081216 w 7369701"/>
              <a:gd name="connsiteY622" fmla="*/ 2527513 h 6858000"/>
              <a:gd name="connsiteX623" fmla="*/ 2081211 w 7369701"/>
              <a:gd name="connsiteY623" fmla="*/ 2528916 h 6858000"/>
              <a:gd name="connsiteX624" fmla="*/ 2199067 w 7369701"/>
              <a:gd name="connsiteY624" fmla="*/ 2884061 h 6858000"/>
              <a:gd name="connsiteX625" fmla="*/ 3192586 w 7369701"/>
              <a:gd name="connsiteY625" fmla="*/ 3411496 h 6858000"/>
              <a:gd name="connsiteX626" fmla="*/ 3182620 w 7369701"/>
              <a:gd name="connsiteY626" fmla="*/ 3483279 h 6858000"/>
              <a:gd name="connsiteX627" fmla="*/ 2435119 w 7369701"/>
              <a:gd name="connsiteY627" fmla="*/ 3080173 h 6858000"/>
              <a:gd name="connsiteX628" fmla="*/ 2410152 w 7369701"/>
              <a:gd name="connsiteY628" fmla="*/ 3063751 h 6858000"/>
              <a:gd name="connsiteX629" fmla="*/ 2408099 w 7369701"/>
              <a:gd name="connsiteY629" fmla="*/ 3064403 h 6858000"/>
              <a:gd name="connsiteX630" fmla="*/ 2407218 w 7369701"/>
              <a:gd name="connsiteY630" fmla="*/ 3070324 h 6858000"/>
              <a:gd name="connsiteX631" fmla="*/ 2380138 w 7369701"/>
              <a:gd name="connsiteY631" fmla="*/ 3099341 h 6858000"/>
              <a:gd name="connsiteX632" fmla="*/ 1765923 w 7369701"/>
              <a:gd name="connsiteY632" fmla="*/ 3581043 h 6858000"/>
              <a:gd name="connsiteX633" fmla="*/ 1702258 w 7369701"/>
              <a:gd name="connsiteY633" fmla="*/ 3612286 h 6858000"/>
              <a:gd name="connsiteX634" fmla="*/ 1538370 w 7369701"/>
              <a:gd name="connsiteY634" fmla="*/ 3811804 h 6858000"/>
              <a:gd name="connsiteX635" fmla="*/ 542867 w 7369701"/>
              <a:gd name="connsiteY635" fmla="*/ 4944092 h 6858000"/>
              <a:gd name="connsiteX636" fmla="*/ 515800 w 7369701"/>
              <a:gd name="connsiteY636" fmla="*/ 4862180 h 6858000"/>
              <a:gd name="connsiteX637" fmla="*/ 909145 w 7369701"/>
              <a:gd name="connsiteY637" fmla="*/ 4199225 h 6858000"/>
              <a:gd name="connsiteX638" fmla="*/ 1214067 w 7369701"/>
              <a:gd name="connsiteY638" fmla="*/ 3908561 h 6858000"/>
              <a:gd name="connsiteX639" fmla="*/ 640967 w 7369701"/>
              <a:gd name="connsiteY639" fmla="*/ 4105601 h 6858000"/>
              <a:gd name="connsiteX640" fmla="*/ 112563 w 7369701"/>
              <a:gd name="connsiteY640" fmla="*/ 4396952 h 6858000"/>
              <a:gd name="connsiteX641" fmla="*/ 0 w 7369701"/>
              <a:gd name="connsiteY641" fmla="*/ 4466006 h 6858000"/>
              <a:gd name="connsiteX642" fmla="*/ 0 w 7369701"/>
              <a:gd name="connsiteY642" fmla="*/ 4233763 h 6858000"/>
              <a:gd name="connsiteX643" fmla="*/ 36881 w 7369701"/>
              <a:gd name="connsiteY643" fmla="*/ 4200118 h 6858000"/>
              <a:gd name="connsiteX644" fmla="*/ 910534 w 7369701"/>
              <a:gd name="connsiteY644" fmla="*/ 3629753 h 6858000"/>
              <a:gd name="connsiteX645" fmla="*/ 1578717 w 7369701"/>
              <a:gd name="connsiteY645" fmla="*/ 3575982 h 6858000"/>
              <a:gd name="connsiteX646" fmla="*/ 2338780 w 7369701"/>
              <a:gd name="connsiteY646" fmla="*/ 3033725 h 6858000"/>
              <a:gd name="connsiteX647" fmla="*/ 1807991 w 7369701"/>
              <a:gd name="connsiteY647" fmla="*/ 2807184 h 6858000"/>
              <a:gd name="connsiteX648" fmla="*/ 1416358 w 7369701"/>
              <a:gd name="connsiteY648" fmla="*/ 3112571 h 6858000"/>
              <a:gd name="connsiteX649" fmla="*/ 939066 w 7369701"/>
              <a:gd name="connsiteY649" fmla="*/ 3378798 h 6858000"/>
              <a:gd name="connsiteX650" fmla="*/ 115099 w 7369701"/>
              <a:gd name="connsiteY650" fmla="*/ 3607650 h 6858000"/>
              <a:gd name="connsiteX651" fmla="*/ 97284 w 7369701"/>
              <a:gd name="connsiteY651" fmla="*/ 3520393 h 6858000"/>
              <a:gd name="connsiteX652" fmla="*/ 922050 w 7369701"/>
              <a:gd name="connsiteY652" fmla="*/ 3074867 h 6858000"/>
              <a:gd name="connsiteX653" fmla="*/ 1405265 w 7369701"/>
              <a:gd name="connsiteY653" fmla="*/ 3016319 h 6858000"/>
              <a:gd name="connsiteX654" fmla="*/ 1407512 w 7369701"/>
              <a:gd name="connsiteY654" fmla="*/ 3018001 h 6858000"/>
              <a:gd name="connsiteX655" fmla="*/ 1726266 w 7369701"/>
              <a:gd name="connsiteY655" fmla="*/ 2777274 h 6858000"/>
              <a:gd name="connsiteX656" fmla="*/ 625390 w 7369701"/>
              <a:gd name="connsiteY656" fmla="*/ 2514541 h 6858000"/>
              <a:gd name="connsiteX657" fmla="*/ 619799 w 7369701"/>
              <a:gd name="connsiteY657" fmla="*/ 2527180 h 6858000"/>
              <a:gd name="connsiteX658" fmla="*/ 310030 w 7369701"/>
              <a:gd name="connsiteY658" fmla="*/ 2771818 h 6858000"/>
              <a:gd name="connsiteX659" fmla="*/ 173877 w 7369701"/>
              <a:gd name="connsiteY659" fmla="*/ 2937056 h 6858000"/>
              <a:gd name="connsiteX660" fmla="*/ 77889 w 7369701"/>
              <a:gd name="connsiteY660" fmla="*/ 3138440 h 6858000"/>
              <a:gd name="connsiteX661" fmla="*/ 0 w 7369701"/>
              <a:gd name="connsiteY661" fmla="*/ 3271395 h 6858000"/>
              <a:gd name="connsiteX662" fmla="*/ 0 w 7369701"/>
              <a:gd name="connsiteY662" fmla="*/ 3153002 h 6858000"/>
              <a:gd name="connsiteX663" fmla="*/ 2386 w 7369701"/>
              <a:gd name="connsiteY663" fmla="*/ 3149203 h 6858000"/>
              <a:gd name="connsiteX664" fmla="*/ 89753 w 7369701"/>
              <a:gd name="connsiteY664" fmla="*/ 2987702 h 6858000"/>
              <a:gd name="connsiteX665" fmla="*/ 76869 w 7369701"/>
              <a:gd name="connsiteY665" fmla="*/ 3005404 h 6858000"/>
              <a:gd name="connsiteX666" fmla="*/ 32049 w 7369701"/>
              <a:gd name="connsiteY666" fmla="*/ 3065814 h 6858000"/>
              <a:gd name="connsiteX667" fmla="*/ 0 w 7369701"/>
              <a:gd name="connsiteY667" fmla="*/ 3108744 h 6858000"/>
              <a:gd name="connsiteX668" fmla="*/ 0 w 7369701"/>
              <a:gd name="connsiteY668" fmla="*/ 3058059 h 6858000"/>
              <a:gd name="connsiteX669" fmla="*/ 7610 w 7369701"/>
              <a:gd name="connsiteY669" fmla="*/ 3047889 h 6858000"/>
              <a:gd name="connsiteX670" fmla="*/ 52419 w 7369701"/>
              <a:gd name="connsiteY670" fmla="*/ 2987479 h 6858000"/>
              <a:gd name="connsiteX671" fmla="*/ 59142 w 7369701"/>
              <a:gd name="connsiteY671" fmla="*/ 2978488 h 6858000"/>
              <a:gd name="connsiteX672" fmla="*/ 0 w 7369701"/>
              <a:gd name="connsiteY672" fmla="*/ 3015334 h 6858000"/>
              <a:gd name="connsiteX673" fmla="*/ 0 w 7369701"/>
              <a:gd name="connsiteY673" fmla="*/ 2914286 h 6858000"/>
              <a:gd name="connsiteX674" fmla="*/ 36383 w 7369701"/>
              <a:gd name="connsiteY674" fmla="*/ 2901128 h 6858000"/>
              <a:gd name="connsiteX675" fmla="*/ 156329 w 7369701"/>
              <a:gd name="connsiteY675" fmla="*/ 2840533 h 6858000"/>
              <a:gd name="connsiteX676" fmla="*/ 358355 w 7369701"/>
              <a:gd name="connsiteY676" fmla="*/ 2620471 h 6858000"/>
              <a:gd name="connsiteX677" fmla="*/ 510577 w 7369701"/>
              <a:gd name="connsiteY677" fmla="*/ 2501244 h 6858000"/>
              <a:gd name="connsiteX678" fmla="*/ 211967 w 7369701"/>
              <a:gd name="connsiteY678" fmla="*/ 2479171 h 6858000"/>
              <a:gd name="connsiteX679" fmla="*/ 0 w 7369701"/>
              <a:gd name="connsiteY679" fmla="*/ 2476398 h 6858000"/>
              <a:gd name="connsiteX680" fmla="*/ 0 w 7369701"/>
              <a:gd name="connsiteY680" fmla="*/ 2389189 h 6858000"/>
              <a:gd name="connsiteX681" fmla="*/ 103062 w 7369701"/>
              <a:gd name="connsiteY681" fmla="*/ 2389518 h 6858000"/>
              <a:gd name="connsiteX682" fmla="*/ 510734 w 7369701"/>
              <a:gd name="connsiteY682" fmla="*/ 2416201 h 6858000"/>
              <a:gd name="connsiteX683" fmla="*/ 279257 w 7369701"/>
              <a:gd name="connsiteY683" fmla="*/ 2092102 h 6858000"/>
              <a:gd name="connsiteX684" fmla="*/ 65265 w 7369701"/>
              <a:gd name="connsiteY684" fmla="*/ 2006049 h 6858000"/>
              <a:gd name="connsiteX685" fmla="*/ 0 w 7369701"/>
              <a:gd name="connsiteY685" fmla="*/ 1982532 h 6858000"/>
              <a:gd name="connsiteX686" fmla="*/ 0 w 7369701"/>
              <a:gd name="connsiteY686" fmla="*/ 1912789 h 6858000"/>
              <a:gd name="connsiteX687" fmla="*/ 97460 w 7369701"/>
              <a:gd name="connsiteY687" fmla="*/ 1953725 h 6858000"/>
              <a:gd name="connsiteX688" fmla="*/ 221272 w 7369701"/>
              <a:gd name="connsiteY688" fmla="*/ 1980766 h 6858000"/>
              <a:gd name="connsiteX689" fmla="*/ 116765 w 7369701"/>
              <a:gd name="connsiteY689" fmla="*/ 1911033 h 6858000"/>
              <a:gd name="connsiteX690" fmla="*/ 16405 w 7369701"/>
              <a:gd name="connsiteY690" fmla="*/ 1803412 h 6858000"/>
              <a:gd name="connsiteX691" fmla="*/ 0 w 7369701"/>
              <a:gd name="connsiteY691" fmla="*/ 1784777 h 6858000"/>
              <a:gd name="connsiteX692" fmla="*/ 0 w 7369701"/>
              <a:gd name="connsiteY692" fmla="*/ 1740082 h 6858000"/>
              <a:gd name="connsiteX693" fmla="*/ 39394 w 7369701"/>
              <a:gd name="connsiteY693" fmla="*/ 1784856 h 6858000"/>
              <a:gd name="connsiteX694" fmla="*/ 135813 w 7369701"/>
              <a:gd name="connsiteY694" fmla="*/ 1888838 h 6858000"/>
              <a:gd name="connsiteX695" fmla="*/ 242575 w 7369701"/>
              <a:gd name="connsiteY695" fmla="*/ 1958841 h 6858000"/>
              <a:gd name="connsiteX696" fmla="*/ 82197 w 7369701"/>
              <a:gd name="connsiteY696" fmla="*/ 1754826 h 6858000"/>
              <a:gd name="connsiteX697" fmla="*/ 0 w 7369701"/>
              <a:gd name="connsiteY697" fmla="*/ 1679650 h 6858000"/>
              <a:gd name="connsiteX698" fmla="*/ 0 w 7369701"/>
              <a:gd name="connsiteY698" fmla="*/ 1602463 h 6858000"/>
              <a:gd name="connsiteX699" fmla="*/ 84689 w 7369701"/>
              <a:gd name="connsiteY699" fmla="*/ 1677442 h 6858000"/>
              <a:gd name="connsiteX700" fmla="*/ 298437 w 7369701"/>
              <a:gd name="connsiteY700" fmla="*/ 1968019 h 6858000"/>
              <a:gd name="connsiteX701" fmla="*/ 227269 w 7369701"/>
              <a:gd name="connsiteY701" fmla="*/ 1114064 h 6858000"/>
              <a:gd name="connsiteX702" fmla="*/ 248003 w 7369701"/>
              <a:gd name="connsiteY702" fmla="*/ 1089613 h 6858000"/>
              <a:gd name="connsiteX703" fmla="*/ 427020 w 7369701"/>
              <a:gd name="connsiteY703" fmla="*/ 1619803 h 6858000"/>
              <a:gd name="connsiteX704" fmla="*/ 340345 w 7369701"/>
              <a:gd name="connsiteY704" fmla="*/ 2027739 h 6858000"/>
              <a:gd name="connsiteX705" fmla="*/ 360865 w 7369701"/>
              <a:gd name="connsiteY705" fmla="*/ 2044827 h 6858000"/>
              <a:gd name="connsiteX706" fmla="*/ 560414 w 7369701"/>
              <a:gd name="connsiteY706" fmla="*/ 2421457 h 6858000"/>
              <a:gd name="connsiteX707" fmla="*/ 1359703 w 7369701"/>
              <a:gd name="connsiteY707" fmla="*/ 2578554 h 6858000"/>
              <a:gd name="connsiteX708" fmla="*/ 1359422 w 7369701"/>
              <a:gd name="connsiteY708" fmla="*/ 2577994 h 6858000"/>
              <a:gd name="connsiteX709" fmla="*/ 828701 w 7369701"/>
              <a:gd name="connsiteY709" fmla="*/ 1839520 h 6858000"/>
              <a:gd name="connsiteX710" fmla="*/ 494427 w 7369701"/>
              <a:gd name="connsiteY710" fmla="*/ 1092333 h 6858000"/>
              <a:gd name="connsiteX711" fmla="*/ 506322 w 7369701"/>
              <a:gd name="connsiteY711" fmla="*/ 1020997 h 6858000"/>
              <a:gd name="connsiteX712" fmla="*/ 4570198 w 7369701"/>
              <a:gd name="connsiteY712" fmla="*/ 978081 h 6858000"/>
              <a:gd name="connsiteX713" fmla="*/ 4523691 w 7369701"/>
              <a:gd name="connsiteY713" fmla="*/ 1127776 h 6858000"/>
              <a:gd name="connsiteX714" fmla="*/ 4509875 w 7369701"/>
              <a:gd name="connsiteY714" fmla="*/ 1167552 h 6858000"/>
              <a:gd name="connsiteX715" fmla="*/ 4478168 w 7369701"/>
              <a:gd name="connsiteY715" fmla="*/ 1260735 h 6858000"/>
              <a:gd name="connsiteX716" fmla="*/ 4409309 w 7369701"/>
              <a:gd name="connsiteY716" fmla="*/ 1666996 h 6858000"/>
              <a:gd name="connsiteX717" fmla="*/ 4370031 w 7369701"/>
              <a:gd name="connsiteY717" fmla="*/ 1955666 h 6858000"/>
              <a:gd name="connsiteX718" fmla="*/ 4570198 w 7369701"/>
              <a:gd name="connsiteY718" fmla="*/ 978081 h 6858000"/>
              <a:gd name="connsiteX719" fmla="*/ 4557898 w 7369701"/>
              <a:gd name="connsiteY719" fmla="*/ 900011 h 6858000"/>
              <a:gd name="connsiteX720" fmla="*/ 4344840 w 7369701"/>
              <a:gd name="connsiteY720" fmla="*/ 1922038 h 6858000"/>
              <a:gd name="connsiteX721" fmla="*/ 4378710 w 7369701"/>
              <a:gd name="connsiteY721" fmla="*/ 1665516 h 6858000"/>
              <a:gd name="connsiteX722" fmla="*/ 4448798 w 7369701"/>
              <a:gd name="connsiteY722" fmla="*/ 1253024 h 6858000"/>
              <a:gd name="connsiteX723" fmla="*/ 4480315 w 7369701"/>
              <a:gd name="connsiteY723" fmla="*/ 1158454 h 6858000"/>
              <a:gd name="connsiteX724" fmla="*/ 4494133 w 7369701"/>
              <a:gd name="connsiteY724" fmla="*/ 1118676 h 6858000"/>
              <a:gd name="connsiteX725" fmla="*/ 4557898 w 7369701"/>
              <a:gd name="connsiteY725" fmla="*/ 900011 h 6858000"/>
              <a:gd name="connsiteX726" fmla="*/ 5870151 w 7369701"/>
              <a:gd name="connsiteY726" fmla="*/ 898890 h 6858000"/>
              <a:gd name="connsiteX727" fmla="*/ 5861335 w 7369701"/>
              <a:gd name="connsiteY727" fmla="*/ 899177 h 6858000"/>
              <a:gd name="connsiteX728" fmla="*/ 5843702 w 7369701"/>
              <a:gd name="connsiteY728" fmla="*/ 899748 h 6858000"/>
              <a:gd name="connsiteX729" fmla="*/ 5651107 w 7369701"/>
              <a:gd name="connsiteY729" fmla="*/ 920306 h 6858000"/>
              <a:gd name="connsiteX730" fmla="*/ 5459407 w 7369701"/>
              <a:gd name="connsiteY730" fmla="*/ 940975 h 6858000"/>
              <a:gd name="connsiteX731" fmla="*/ 5374846 w 7369701"/>
              <a:gd name="connsiteY731" fmla="*/ 941988 h 6858000"/>
              <a:gd name="connsiteX732" fmla="*/ 5256105 w 7369701"/>
              <a:gd name="connsiteY732" fmla="*/ 945632 h 6858000"/>
              <a:gd name="connsiteX733" fmla="*/ 5107071 w 7369701"/>
              <a:gd name="connsiteY733" fmla="*/ 969720 h 6858000"/>
              <a:gd name="connsiteX734" fmla="*/ 4998681 w 7369701"/>
              <a:gd name="connsiteY734" fmla="*/ 988771 h 6858000"/>
              <a:gd name="connsiteX735" fmla="*/ 5870151 w 7369701"/>
              <a:gd name="connsiteY735" fmla="*/ 898890 h 6858000"/>
              <a:gd name="connsiteX736" fmla="*/ 5504425 w 7369701"/>
              <a:gd name="connsiteY736" fmla="*/ 848067 h 6858000"/>
              <a:gd name="connsiteX737" fmla="*/ 4968849 w 7369701"/>
              <a:gd name="connsiteY737" fmla="*/ 962318 h 6858000"/>
              <a:gd name="connsiteX738" fmla="*/ 5104039 w 7369701"/>
              <a:gd name="connsiteY738" fmla="*/ 940634 h 6858000"/>
              <a:gd name="connsiteX739" fmla="*/ 5256311 w 7369701"/>
              <a:gd name="connsiteY739" fmla="*/ 916490 h 6858000"/>
              <a:gd name="connsiteX740" fmla="*/ 5377381 w 7369701"/>
              <a:gd name="connsiteY740" fmla="*/ 912671 h 6858000"/>
              <a:gd name="connsiteX741" fmla="*/ 5460148 w 7369701"/>
              <a:gd name="connsiteY741" fmla="*/ 911442 h 6858000"/>
              <a:gd name="connsiteX742" fmla="*/ 5648971 w 7369701"/>
              <a:gd name="connsiteY742" fmla="*/ 891331 h 6858000"/>
              <a:gd name="connsiteX743" fmla="*/ 5844807 w 7369701"/>
              <a:gd name="connsiteY743" fmla="*/ 870718 h 6858000"/>
              <a:gd name="connsiteX744" fmla="*/ 5862975 w 7369701"/>
              <a:gd name="connsiteY744" fmla="*/ 869756 h 6858000"/>
              <a:gd name="connsiteX745" fmla="*/ 5920887 w 7369701"/>
              <a:gd name="connsiteY745" fmla="*/ 865929 h 6858000"/>
              <a:gd name="connsiteX746" fmla="*/ 5504425 w 7369701"/>
              <a:gd name="connsiteY746" fmla="*/ 848067 h 6858000"/>
              <a:gd name="connsiteX747" fmla="*/ 3607114 w 7369701"/>
              <a:gd name="connsiteY747" fmla="*/ 467441 h 6858000"/>
              <a:gd name="connsiteX748" fmla="*/ 3296242 w 7369701"/>
              <a:gd name="connsiteY748" fmla="*/ 807991 h 6858000"/>
              <a:gd name="connsiteX749" fmla="*/ 3174674 w 7369701"/>
              <a:gd name="connsiteY749" fmla="*/ 919759 h 6858000"/>
              <a:gd name="connsiteX750" fmla="*/ 3042978 w 7369701"/>
              <a:gd name="connsiteY750" fmla="*/ 1054894 h 6858000"/>
              <a:gd name="connsiteX751" fmla="*/ 2968914 w 7369701"/>
              <a:gd name="connsiteY751" fmla="*/ 1133756 h 6858000"/>
              <a:gd name="connsiteX752" fmla="*/ 3103823 w 7369701"/>
              <a:gd name="connsiteY752" fmla="*/ 1026814 h 6858000"/>
              <a:gd name="connsiteX753" fmla="*/ 3607114 w 7369701"/>
              <a:gd name="connsiteY753" fmla="*/ 467441 h 6858000"/>
              <a:gd name="connsiteX754" fmla="*/ 3744487 w 7369701"/>
              <a:gd name="connsiteY754" fmla="*/ 383136 h 6858000"/>
              <a:gd name="connsiteX755" fmla="*/ 3970213 w 7369701"/>
              <a:gd name="connsiteY755" fmla="*/ 995559 h 6858000"/>
              <a:gd name="connsiteX756" fmla="*/ 3744487 w 7369701"/>
              <a:gd name="connsiteY756" fmla="*/ 383136 h 6858000"/>
              <a:gd name="connsiteX757" fmla="*/ 3624562 w 7369701"/>
              <a:gd name="connsiteY757" fmla="*/ 367041 h 6858000"/>
              <a:gd name="connsiteX758" fmla="*/ 3489712 w 7369701"/>
              <a:gd name="connsiteY758" fmla="*/ 485386 h 6858000"/>
              <a:gd name="connsiteX759" fmla="*/ 3182994 w 7369701"/>
              <a:gd name="connsiteY759" fmla="*/ 828265 h 6858000"/>
              <a:gd name="connsiteX760" fmla="*/ 2892114 w 7369701"/>
              <a:gd name="connsiteY760" fmla="*/ 1172635 h 6858000"/>
              <a:gd name="connsiteX761" fmla="*/ 3021459 w 7369701"/>
              <a:gd name="connsiteY761" fmla="*/ 1035385 h 6858000"/>
              <a:gd name="connsiteX762" fmla="*/ 3153873 w 7369701"/>
              <a:gd name="connsiteY762" fmla="*/ 898971 h 6858000"/>
              <a:gd name="connsiteX763" fmla="*/ 3276511 w 7369701"/>
              <a:gd name="connsiteY763" fmla="*/ 786423 h 6858000"/>
              <a:gd name="connsiteX764" fmla="*/ 3584154 w 7369701"/>
              <a:gd name="connsiteY764" fmla="*/ 448218 h 6858000"/>
              <a:gd name="connsiteX765" fmla="*/ 3624562 w 7369701"/>
              <a:gd name="connsiteY765" fmla="*/ 367041 h 6858000"/>
              <a:gd name="connsiteX766" fmla="*/ 3766672 w 7369701"/>
              <a:gd name="connsiteY766" fmla="*/ 359429 h 6858000"/>
              <a:gd name="connsiteX767" fmla="*/ 3996338 w 7369701"/>
              <a:gd name="connsiteY767" fmla="*/ 968237 h 6858000"/>
              <a:gd name="connsiteX768" fmla="*/ 3766672 w 7369701"/>
              <a:gd name="connsiteY768" fmla="*/ 359429 h 6858000"/>
              <a:gd name="connsiteX769" fmla="*/ 5805386 w 7369701"/>
              <a:gd name="connsiteY769" fmla="*/ 239240 h 6858000"/>
              <a:gd name="connsiteX770" fmla="*/ 5736947 w 7369701"/>
              <a:gd name="connsiteY770" fmla="*/ 261367 h 6858000"/>
              <a:gd name="connsiteX771" fmla="*/ 5427012 w 7369701"/>
              <a:gd name="connsiteY771" fmla="*/ 311272 h 6858000"/>
              <a:gd name="connsiteX772" fmla="*/ 5147818 w 7369701"/>
              <a:gd name="connsiteY772" fmla="*/ 322112 h 6858000"/>
              <a:gd name="connsiteX773" fmla="*/ 5060854 w 7369701"/>
              <a:gd name="connsiteY773" fmla="*/ 311882 h 6858000"/>
              <a:gd name="connsiteX774" fmla="*/ 4945989 w 7369701"/>
              <a:gd name="connsiteY774" fmla="*/ 300516 h 6858000"/>
              <a:gd name="connsiteX775" fmla="*/ 5410479 w 7369701"/>
              <a:gd name="connsiteY775" fmla="*/ 348434 h 6858000"/>
              <a:gd name="connsiteX776" fmla="*/ 5805386 w 7369701"/>
              <a:gd name="connsiteY776" fmla="*/ 239240 h 6858000"/>
              <a:gd name="connsiteX777" fmla="*/ 5905192 w 7369701"/>
              <a:gd name="connsiteY777" fmla="*/ 163079 h 6858000"/>
              <a:gd name="connsiteX778" fmla="*/ 5865655 w 7369701"/>
              <a:gd name="connsiteY778" fmla="*/ 171901 h 6858000"/>
              <a:gd name="connsiteX779" fmla="*/ 5259740 w 7369701"/>
              <a:gd name="connsiteY779" fmla="*/ 257013 h 6858000"/>
              <a:gd name="connsiteX780" fmla="*/ 5208466 w 7369701"/>
              <a:gd name="connsiteY780" fmla="*/ 257550 h 6858000"/>
              <a:gd name="connsiteX781" fmla="*/ 4980204 w 7369701"/>
              <a:gd name="connsiteY781" fmla="*/ 271903 h 6858000"/>
              <a:gd name="connsiteX782" fmla="*/ 5068068 w 7369701"/>
              <a:gd name="connsiteY782" fmla="*/ 282244 h 6858000"/>
              <a:gd name="connsiteX783" fmla="*/ 5153231 w 7369701"/>
              <a:gd name="connsiteY783" fmla="*/ 292240 h 6858000"/>
              <a:gd name="connsiteX784" fmla="*/ 5426491 w 7369701"/>
              <a:gd name="connsiteY784" fmla="*/ 281128 h 6858000"/>
              <a:gd name="connsiteX785" fmla="*/ 5731212 w 7369701"/>
              <a:gd name="connsiteY785" fmla="*/ 231951 h 6858000"/>
              <a:gd name="connsiteX786" fmla="*/ 5905192 w 7369701"/>
              <a:gd name="connsiteY786" fmla="*/ 163079 h 6858000"/>
              <a:gd name="connsiteX787" fmla="*/ 5944437 w 7369701"/>
              <a:gd name="connsiteY787" fmla="*/ 113829 h 6858000"/>
              <a:gd name="connsiteX788" fmla="*/ 5825032 w 7369701"/>
              <a:gd name="connsiteY788" fmla="*/ 146405 h 6858000"/>
              <a:gd name="connsiteX789" fmla="*/ 4955599 w 7369701"/>
              <a:gd name="connsiteY789" fmla="*/ 247008 h 6858000"/>
              <a:gd name="connsiteX790" fmla="*/ 5210104 w 7369701"/>
              <a:gd name="connsiteY790" fmla="*/ 228123 h 6858000"/>
              <a:gd name="connsiteX791" fmla="*/ 5261015 w 7369701"/>
              <a:gd name="connsiteY791" fmla="*/ 227087 h 6858000"/>
              <a:gd name="connsiteX792" fmla="*/ 5861181 w 7369701"/>
              <a:gd name="connsiteY792" fmla="*/ 143093 h 6858000"/>
              <a:gd name="connsiteX793" fmla="*/ 5961252 w 7369701"/>
              <a:gd name="connsiteY793" fmla="*/ 114820 h 6858000"/>
              <a:gd name="connsiteX794" fmla="*/ 5944437 w 7369701"/>
              <a:gd name="connsiteY794" fmla="*/ 113829 h 6858000"/>
              <a:gd name="connsiteX795" fmla="*/ 3882765 w 7369701"/>
              <a:gd name="connsiteY795" fmla="*/ 0 h 6858000"/>
              <a:gd name="connsiteX796" fmla="*/ 3995099 w 7369701"/>
              <a:gd name="connsiteY796" fmla="*/ 0 h 6858000"/>
              <a:gd name="connsiteX797" fmla="*/ 4163818 w 7369701"/>
              <a:gd name="connsiteY797" fmla="*/ 234104 h 6858000"/>
              <a:gd name="connsiteX798" fmla="*/ 4172099 w 7369701"/>
              <a:gd name="connsiteY798" fmla="*/ 234207 h 6858000"/>
              <a:gd name="connsiteX799" fmla="*/ 4784282 w 7369701"/>
              <a:gd name="connsiteY799" fmla="*/ 276561 h 6858000"/>
              <a:gd name="connsiteX800" fmla="*/ 4801687 w 7369701"/>
              <a:gd name="connsiteY800" fmla="*/ 267764 h 6858000"/>
              <a:gd name="connsiteX801" fmla="*/ 6082788 w 7369701"/>
              <a:gd name="connsiteY801" fmla="*/ 64119 h 6858000"/>
              <a:gd name="connsiteX802" fmla="*/ 6099442 w 7369701"/>
              <a:gd name="connsiteY802" fmla="*/ 82568 h 6858000"/>
              <a:gd name="connsiteX803" fmla="*/ 4804137 w 7369701"/>
              <a:gd name="connsiteY803" fmla="*/ 320931 h 6858000"/>
              <a:gd name="connsiteX804" fmla="*/ 4227047 w 7369701"/>
              <a:gd name="connsiteY804" fmla="*/ 313415 h 6858000"/>
              <a:gd name="connsiteX805" fmla="*/ 4346041 w 7369701"/>
              <a:gd name="connsiteY805" fmla="*/ 456086 h 6858000"/>
              <a:gd name="connsiteX806" fmla="*/ 4870967 w 7369701"/>
              <a:gd name="connsiteY806" fmla="*/ 963061 h 6858000"/>
              <a:gd name="connsiteX807" fmla="*/ 4889647 w 7369701"/>
              <a:gd name="connsiteY807" fmla="*/ 957147 h 6858000"/>
              <a:gd name="connsiteX808" fmla="*/ 5422504 w 7369701"/>
              <a:gd name="connsiteY808" fmla="*/ 805191 h 6858000"/>
              <a:gd name="connsiteX809" fmla="*/ 6087656 w 7369701"/>
              <a:gd name="connsiteY809" fmla="*/ 826703 h 6858000"/>
              <a:gd name="connsiteX810" fmla="*/ 6058717 w 7369701"/>
              <a:gd name="connsiteY810" fmla="*/ 865992 h 6858000"/>
              <a:gd name="connsiteX811" fmla="*/ 4974153 w 7369701"/>
              <a:gd name="connsiteY811" fmla="*/ 1045456 h 6858000"/>
              <a:gd name="connsiteX812" fmla="*/ 5627835 w 7369701"/>
              <a:gd name="connsiteY812" fmla="*/ 1472077 h 6858000"/>
              <a:gd name="connsiteX813" fmla="*/ 5629817 w 7369701"/>
              <a:gd name="connsiteY813" fmla="*/ 1471412 h 6858000"/>
              <a:gd name="connsiteX814" fmla="*/ 5634124 w 7369701"/>
              <a:gd name="connsiteY814" fmla="*/ 1470572 h 6858000"/>
              <a:gd name="connsiteX815" fmla="*/ 5755832 w 7369701"/>
              <a:gd name="connsiteY815" fmla="*/ 1383886 h 6858000"/>
              <a:gd name="connsiteX816" fmla="*/ 6014186 w 7369701"/>
              <a:gd name="connsiteY816" fmla="*/ 1279799 h 6858000"/>
              <a:gd name="connsiteX817" fmla="*/ 6901619 w 7369701"/>
              <a:gd name="connsiteY817" fmla="*/ 1047874 h 6858000"/>
              <a:gd name="connsiteX818" fmla="*/ 6931566 w 7369701"/>
              <a:gd name="connsiteY818" fmla="*/ 1062034 h 6858000"/>
              <a:gd name="connsiteX819" fmla="*/ 5790982 w 7369701"/>
              <a:gd name="connsiteY819" fmla="*/ 1561380 h 6858000"/>
              <a:gd name="connsiteX820" fmla="*/ 6188971 w 7369701"/>
              <a:gd name="connsiteY820" fmla="*/ 1755168 h 6858000"/>
              <a:gd name="connsiteX821" fmla="*/ 6202446 w 7369701"/>
              <a:gd name="connsiteY821" fmla="*/ 1752268 h 6858000"/>
              <a:gd name="connsiteX822" fmla="*/ 7179560 w 7369701"/>
              <a:gd name="connsiteY822" fmla="*/ 1467551 h 6858000"/>
              <a:gd name="connsiteX823" fmla="*/ 7158730 w 7369701"/>
              <a:gd name="connsiteY823" fmla="*/ 1507835 h 6858000"/>
              <a:gd name="connsiteX824" fmla="*/ 6326959 w 7369701"/>
              <a:gd name="connsiteY824" fmla="*/ 1817686 h 6858000"/>
              <a:gd name="connsiteX825" fmla="*/ 6537433 w 7369701"/>
              <a:gd name="connsiteY825" fmla="*/ 1907790 h 6858000"/>
              <a:gd name="connsiteX826" fmla="*/ 6550221 w 7369701"/>
              <a:gd name="connsiteY826" fmla="*/ 1910729 h 6858000"/>
              <a:gd name="connsiteX827" fmla="*/ 6964438 w 7369701"/>
              <a:gd name="connsiteY827" fmla="*/ 2209505 h 6858000"/>
              <a:gd name="connsiteX828" fmla="*/ 7367862 w 7369701"/>
              <a:gd name="connsiteY828" fmla="*/ 2806833 h 6858000"/>
              <a:gd name="connsiteX829" fmla="*/ 7364329 w 7369701"/>
              <a:gd name="connsiteY829" fmla="*/ 2826907 h 6858000"/>
              <a:gd name="connsiteX830" fmla="*/ 7290545 w 7369701"/>
              <a:gd name="connsiteY830" fmla="*/ 2850663 h 6858000"/>
              <a:gd name="connsiteX831" fmla="*/ 6472036 w 7369701"/>
              <a:gd name="connsiteY831" fmla="*/ 1959003 h 6858000"/>
              <a:gd name="connsiteX832" fmla="*/ 5792897 w 7369701"/>
              <a:gd name="connsiteY832" fmla="*/ 1647747 h 6858000"/>
              <a:gd name="connsiteX833" fmla="*/ 5842751 w 7369701"/>
              <a:gd name="connsiteY833" fmla="*/ 1816112 h 6858000"/>
              <a:gd name="connsiteX834" fmla="*/ 5847424 w 7369701"/>
              <a:gd name="connsiteY834" fmla="*/ 1815776 h 6858000"/>
              <a:gd name="connsiteX835" fmla="*/ 6399821 w 7369701"/>
              <a:gd name="connsiteY835" fmla="*/ 2344799 h 6858000"/>
              <a:gd name="connsiteX836" fmla="*/ 6323232 w 7369701"/>
              <a:gd name="connsiteY836" fmla="*/ 2389634 h 6858000"/>
              <a:gd name="connsiteX837" fmla="*/ 5942958 w 7369701"/>
              <a:gd name="connsiteY837" fmla="*/ 2077708 h 6858000"/>
              <a:gd name="connsiteX838" fmla="*/ 5921559 w 7369701"/>
              <a:gd name="connsiteY838" fmla="*/ 2378596 h 6858000"/>
              <a:gd name="connsiteX839" fmla="*/ 5817651 w 7369701"/>
              <a:gd name="connsiteY839" fmla="*/ 3023919 h 6858000"/>
              <a:gd name="connsiteX840" fmla="*/ 5729634 w 7369701"/>
              <a:gd name="connsiteY840" fmla="*/ 3051849 h 6858000"/>
              <a:gd name="connsiteX841" fmla="*/ 5611018 w 7369701"/>
              <a:gd name="connsiteY841" fmla="*/ 2316769 h 6858000"/>
              <a:gd name="connsiteX842" fmla="*/ 5687608 w 7369701"/>
              <a:gd name="connsiteY842" fmla="*/ 2039972 h 6858000"/>
              <a:gd name="connsiteX843" fmla="*/ 5657554 w 7369701"/>
              <a:gd name="connsiteY843" fmla="*/ 1576445 h 6858000"/>
              <a:gd name="connsiteX844" fmla="*/ 5150475 w 7369701"/>
              <a:gd name="connsiteY844" fmla="*/ 1274012 h 6858000"/>
              <a:gd name="connsiteX845" fmla="*/ 5349142 w 7369701"/>
              <a:gd name="connsiteY845" fmla="*/ 2204405 h 6858000"/>
              <a:gd name="connsiteX846" fmla="*/ 5262214 w 7369701"/>
              <a:gd name="connsiteY846" fmla="*/ 2233836 h 6858000"/>
              <a:gd name="connsiteX847" fmla="*/ 4981539 w 7369701"/>
              <a:gd name="connsiteY847" fmla="*/ 1542201 h 6858000"/>
              <a:gd name="connsiteX848" fmla="*/ 4958461 w 7369701"/>
              <a:gd name="connsiteY848" fmla="*/ 1136957 h 6858000"/>
              <a:gd name="connsiteX849" fmla="*/ 4655015 w 7369701"/>
              <a:gd name="connsiteY849" fmla="*/ 891426 h 6858000"/>
              <a:gd name="connsiteX850" fmla="*/ 4348002 w 7369701"/>
              <a:gd name="connsiteY850" fmla="*/ 2205895 h 6858000"/>
              <a:gd name="connsiteX851" fmla="*/ 4262250 w 7369701"/>
              <a:gd name="connsiteY851" fmla="*/ 2219972 h 6858000"/>
              <a:gd name="connsiteX852" fmla="*/ 4550611 w 7369701"/>
              <a:gd name="connsiteY852" fmla="*/ 817540 h 6858000"/>
              <a:gd name="connsiteX853" fmla="*/ 4564418 w 7369701"/>
              <a:gd name="connsiteY853" fmla="*/ 808293 h 6858000"/>
              <a:gd name="connsiteX854" fmla="*/ 4266388 w 7369701"/>
              <a:gd name="connsiteY854" fmla="*/ 500083 h 6858000"/>
              <a:gd name="connsiteX855" fmla="*/ 4032842 w 7369701"/>
              <a:gd name="connsiteY855" fmla="*/ 211809 h 6858000"/>
              <a:gd name="connsiteX856" fmla="*/ 3882765 w 7369701"/>
              <a:gd name="connsiteY856" fmla="*/ 0 h 6858000"/>
              <a:gd name="connsiteX857" fmla="*/ 3721337 w 7369701"/>
              <a:gd name="connsiteY857" fmla="*/ 0 h 6858000"/>
              <a:gd name="connsiteX858" fmla="*/ 3797544 w 7369701"/>
              <a:gd name="connsiteY858" fmla="*/ 0 h 6858000"/>
              <a:gd name="connsiteX859" fmla="*/ 3775734 w 7369701"/>
              <a:gd name="connsiteY859" fmla="*/ 95131 h 6858000"/>
              <a:gd name="connsiteX860" fmla="*/ 3724807 w 7369701"/>
              <a:gd name="connsiteY860" fmla="*/ 272257 h 6858000"/>
              <a:gd name="connsiteX861" fmla="*/ 3726844 w 7369701"/>
              <a:gd name="connsiteY861" fmla="*/ 282988 h 6858000"/>
              <a:gd name="connsiteX862" fmla="*/ 3742664 w 7369701"/>
              <a:gd name="connsiteY862" fmla="*/ 279918 h 6858000"/>
              <a:gd name="connsiteX863" fmla="*/ 4103910 w 7369701"/>
              <a:gd name="connsiteY863" fmla="*/ 1161917 h 6858000"/>
              <a:gd name="connsiteX864" fmla="*/ 4020269 w 7369701"/>
              <a:gd name="connsiteY864" fmla="*/ 1200406 h 6858000"/>
              <a:gd name="connsiteX865" fmla="*/ 3674882 w 7369701"/>
              <a:gd name="connsiteY865" fmla="*/ 488524 h 6858000"/>
              <a:gd name="connsiteX866" fmla="*/ 3132682 w 7369701"/>
              <a:gd name="connsiteY866" fmla="*/ 1072284 h 6858000"/>
              <a:gd name="connsiteX867" fmla="*/ 2716346 w 7369701"/>
              <a:gd name="connsiteY867" fmla="*/ 1276376 h 6858000"/>
              <a:gd name="connsiteX868" fmla="*/ 2716772 w 7369701"/>
              <a:gd name="connsiteY868" fmla="*/ 1255462 h 6858000"/>
              <a:gd name="connsiteX869" fmla="*/ 3471096 w 7369701"/>
              <a:gd name="connsiteY869" fmla="*/ 437072 h 6858000"/>
              <a:gd name="connsiteX870" fmla="*/ 3639057 w 7369701"/>
              <a:gd name="connsiteY870" fmla="*/ 286334 h 6858000"/>
              <a:gd name="connsiteX871" fmla="*/ 3640309 w 7369701"/>
              <a:gd name="connsiteY871" fmla="*/ 284664 h 6858000"/>
              <a:gd name="connsiteX872" fmla="*/ 3646022 w 7369701"/>
              <a:gd name="connsiteY872" fmla="*/ 276711 h 6858000"/>
              <a:gd name="connsiteX873" fmla="*/ 3707943 w 7369701"/>
              <a:gd name="connsiteY873" fmla="*/ 65958 h 6858000"/>
              <a:gd name="connsiteX874" fmla="*/ 3721337 w 7369701"/>
              <a:gd name="connsiteY874" fmla="*/ 0 h 6858000"/>
              <a:gd name="connsiteX875" fmla="*/ 2867960 w 7369701"/>
              <a:gd name="connsiteY875" fmla="*/ 0 h 6858000"/>
              <a:gd name="connsiteX876" fmla="*/ 2926351 w 7369701"/>
              <a:gd name="connsiteY876" fmla="*/ 0 h 6858000"/>
              <a:gd name="connsiteX877" fmla="*/ 2902823 w 7369701"/>
              <a:gd name="connsiteY877" fmla="*/ 262929 h 6858000"/>
              <a:gd name="connsiteX878" fmla="*/ 2940663 w 7369701"/>
              <a:gd name="connsiteY878" fmla="*/ 140884 h 6858000"/>
              <a:gd name="connsiteX879" fmla="*/ 2947039 w 7369701"/>
              <a:gd name="connsiteY879" fmla="*/ 122524 h 6858000"/>
              <a:gd name="connsiteX880" fmla="*/ 2984316 w 7369701"/>
              <a:gd name="connsiteY880" fmla="*/ 0 h 6858000"/>
              <a:gd name="connsiteX881" fmla="*/ 3016114 w 7369701"/>
              <a:gd name="connsiteY881" fmla="*/ 0 h 6858000"/>
              <a:gd name="connsiteX882" fmla="*/ 2979949 w 7369701"/>
              <a:gd name="connsiteY882" fmla="*/ 119274 h 6858000"/>
              <a:gd name="connsiteX883" fmla="*/ 3023879 w 7369701"/>
              <a:gd name="connsiteY883" fmla="*/ 0 h 6858000"/>
              <a:gd name="connsiteX884" fmla="*/ 3105400 w 7369701"/>
              <a:gd name="connsiteY884" fmla="*/ 0 h 6858000"/>
              <a:gd name="connsiteX885" fmla="*/ 3094669 w 7369701"/>
              <a:gd name="connsiteY885" fmla="*/ 30308 h 6858000"/>
              <a:gd name="connsiteX886" fmla="*/ 2901945 w 7369701"/>
              <a:gd name="connsiteY886" fmla="*/ 466538 h 6858000"/>
              <a:gd name="connsiteX887" fmla="*/ 2815209 w 7369701"/>
              <a:gd name="connsiteY887" fmla="*/ 497361 h 6858000"/>
              <a:gd name="connsiteX888" fmla="*/ 2844845 w 7369701"/>
              <a:gd name="connsiteY888" fmla="*/ 127638 h 6858000"/>
              <a:gd name="connsiteX889" fmla="*/ 2867960 w 7369701"/>
              <a:gd name="connsiteY889" fmla="*/ 0 h 6858000"/>
              <a:gd name="connsiteX890" fmla="*/ 1057230 w 7369701"/>
              <a:gd name="connsiteY890" fmla="*/ 0 h 6858000"/>
              <a:gd name="connsiteX891" fmla="*/ 1111003 w 7369701"/>
              <a:gd name="connsiteY891" fmla="*/ 0 h 6858000"/>
              <a:gd name="connsiteX892" fmla="*/ 1125553 w 7369701"/>
              <a:gd name="connsiteY892" fmla="*/ 52588 h 6858000"/>
              <a:gd name="connsiteX893" fmla="*/ 1304276 w 7369701"/>
              <a:gd name="connsiteY893" fmla="*/ 476275 h 6858000"/>
              <a:gd name="connsiteX894" fmla="*/ 1492066 w 7369701"/>
              <a:gd name="connsiteY894" fmla="*/ 886333 h 6858000"/>
              <a:gd name="connsiteX895" fmla="*/ 1423698 w 7369701"/>
              <a:gd name="connsiteY895" fmla="*/ 710817 h 6858000"/>
              <a:gd name="connsiteX896" fmla="*/ 1357609 w 7369701"/>
              <a:gd name="connsiteY896" fmla="*/ 532892 h 6858000"/>
              <a:gd name="connsiteX897" fmla="*/ 1309550 w 7369701"/>
              <a:gd name="connsiteY897" fmla="*/ 374031 h 6858000"/>
              <a:gd name="connsiteX898" fmla="*/ 1193673 w 7369701"/>
              <a:gd name="connsiteY898" fmla="*/ 49533 h 6858000"/>
              <a:gd name="connsiteX899" fmla="*/ 1164391 w 7369701"/>
              <a:gd name="connsiteY899" fmla="*/ 0 h 6858000"/>
              <a:gd name="connsiteX900" fmla="*/ 1200666 w 7369701"/>
              <a:gd name="connsiteY900" fmla="*/ 0 h 6858000"/>
              <a:gd name="connsiteX901" fmla="*/ 1223408 w 7369701"/>
              <a:gd name="connsiteY901" fmla="*/ 38996 h 6858000"/>
              <a:gd name="connsiteX902" fmla="*/ 1339635 w 7369701"/>
              <a:gd name="connsiteY902" fmla="*/ 365517 h 6858000"/>
              <a:gd name="connsiteX903" fmla="*/ 1387469 w 7369701"/>
              <a:gd name="connsiteY903" fmla="*/ 523079 h 6858000"/>
              <a:gd name="connsiteX904" fmla="*/ 1452685 w 7369701"/>
              <a:gd name="connsiteY904" fmla="*/ 699806 h 6858000"/>
              <a:gd name="connsiteX905" fmla="*/ 1492092 w 7369701"/>
              <a:gd name="connsiteY905" fmla="*/ 800424 h 6858000"/>
              <a:gd name="connsiteX906" fmla="*/ 1455302 w 7369701"/>
              <a:gd name="connsiteY906" fmla="*/ 632913 h 6858000"/>
              <a:gd name="connsiteX907" fmla="*/ 1222336 w 7369701"/>
              <a:gd name="connsiteY907" fmla="*/ 9480 h 6858000"/>
              <a:gd name="connsiteX908" fmla="*/ 1214634 w 7369701"/>
              <a:gd name="connsiteY908" fmla="*/ 0 h 6858000"/>
              <a:gd name="connsiteX909" fmla="*/ 1289827 w 7369701"/>
              <a:gd name="connsiteY909" fmla="*/ 0 h 6858000"/>
              <a:gd name="connsiteX910" fmla="*/ 1321076 w 7369701"/>
              <a:gd name="connsiteY910" fmla="*/ 59722 h 6858000"/>
              <a:gd name="connsiteX911" fmla="*/ 1512579 w 7369701"/>
              <a:gd name="connsiteY911" fmla="*/ 626441 h 6858000"/>
              <a:gd name="connsiteX912" fmla="*/ 1506076 w 7369701"/>
              <a:gd name="connsiteY912" fmla="*/ 1089289 h 6858000"/>
              <a:gd name="connsiteX913" fmla="*/ 1486346 w 7369701"/>
              <a:gd name="connsiteY913" fmla="*/ 1079919 h 6858000"/>
              <a:gd name="connsiteX914" fmla="*/ 1070511 w 7369701"/>
              <a:gd name="connsiteY914" fmla="*/ 48609 h 6858000"/>
              <a:gd name="connsiteX915" fmla="*/ 1057230 w 7369701"/>
              <a:gd name="connsiteY915" fmla="*/ 0 h 6858000"/>
              <a:gd name="connsiteX916" fmla="*/ 43151 w 7369701"/>
              <a:gd name="connsiteY916" fmla="*/ 0 h 6858000"/>
              <a:gd name="connsiteX917" fmla="*/ 95283 w 7369701"/>
              <a:gd name="connsiteY917" fmla="*/ 0 h 6858000"/>
              <a:gd name="connsiteX918" fmla="*/ 300708 w 7369701"/>
              <a:gd name="connsiteY918" fmla="*/ 154571 h 6858000"/>
              <a:gd name="connsiteX919" fmla="*/ 530414 w 7369701"/>
              <a:gd name="connsiteY919" fmla="*/ 354673 h 6858000"/>
              <a:gd name="connsiteX920" fmla="*/ 333785 w 7369701"/>
              <a:gd name="connsiteY920" fmla="*/ 161564 h 6858000"/>
              <a:gd name="connsiteX921" fmla="*/ 147005 w 7369701"/>
              <a:gd name="connsiteY921" fmla="*/ 0 h 6858000"/>
              <a:gd name="connsiteX922" fmla="*/ 272509 w 7369701"/>
              <a:gd name="connsiteY922" fmla="*/ 0 h 6858000"/>
              <a:gd name="connsiteX923" fmla="*/ 326276 w 7369701"/>
              <a:gd name="connsiteY923" fmla="*/ 45847 h 6858000"/>
              <a:gd name="connsiteX924" fmla="*/ 823759 w 7369701"/>
              <a:gd name="connsiteY924" fmla="*/ 574145 h 6858000"/>
              <a:gd name="connsiteX925" fmla="*/ 811254 w 7369701"/>
              <a:gd name="connsiteY925" fmla="*/ 665546 h 6858000"/>
              <a:gd name="connsiteX926" fmla="*/ 154042 w 7369701"/>
              <a:gd name="connsiteY926" fmla="*/ 261522 h 6858000"/>
              <a:gd name="connsiteX927" fmla="*/ 13550 w 7369701"/>
              <a:gd name="connsiteY927" fmla="*/ 158423 h 6858000"/>
              <a:gd name="connsiteX928" fmla="*/ 0 w 7369701"/>
              <a:gd name="connsiteY928" fmla="*/ 146618 h 6858000"/>
              <a:gd name="connsiteX929" fmla="*/ 0 w 7369701"/>
              <a:gd name="connsiteY929" fmla="*/ 59161 h 6858000"/>
              <a:gd name="connsiteX930" fmla="*/ 45427 w 7369701"/>
              <a:gd name="connsiteY930" fmla="*/ 101078 h 6858000"/>
              <a:gd name="connsiteX931" fmla="*/ 630103 w 7369701"/>
              <a:gd name="connsiteY931" fmla="*/ 485885 h 6858000"/>
              <a:gd name="connsiteX932" fmla="*/ 532040 w 7369701"/>
              <a:gd name="connsiteY932" fmla="*/ 399359 h 6858000"/>
              <a:gd name="connsiteX933" fmla="*/ 517618 w 7369701"/>
              <a:gd name="connsiteY933" fmla="*/ 385726 h 6858000"/>
              <a:gd name="connsiteX934" fmla="*/ 285074 w 7369701"/>
              <a:gd name="connsiteY934" fmla="*/ 182755 h 6858000"/>
              <a:gd name="connsiteX935" fmla="*/ 43151 w 7369701"/>
              <a:gd name="connsiteY935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</a:cxnLst>
            <a:rect l="l" t="t" r="r" b="b"/>
            <a:pathLst>
              <a:path w="7369701" h="6858000">
                <a:moveTo>
                  <a:pt x="369702" y="6712169"/>
                </a:moveTo>
                <a:lnTo>
                  <a:pt x="366575" y="6715556"/>
                </a:lnTo>
                <a:cubicBezTo>
                  <a:pt x="367954" y="6715031"/>
                  <a:pt x="369326" y="6714512"/>
                  <a:pt x="371637" y="6713954"/>
                </a:cubicBezTo>
                <a:lnTo>
                  <a:pt x="369702" y="6712169"/>
                </a:lnTo>
                <a:close/>
                <a:moveTo>
                  <a:pt x="1019354" y="6315006"/>
                </a:moveTo>
                <a:cubicBezTo>
                  <a:pt x="847231" y="6483030"/>
                  <a:pt x="636234" y="6599053"/>
                  <a:pt x="441046" y="6691153"/>
                </a:cubicBezTo>
                <a:cubicBezTo>
                  <a:pt x="668934" y="6613112"/>
                  <a:pt x="947819" y="6494377"/>
                  <a:pt x="1019354" y="6315006"/>
                </a:cubicBezTo>
                <a:close/>
                <a:moveTo>
                  <a:pt x="991680" y="6298413"/>
                </a:moveTo>
                <a:cubicBezTo>
                  <a:pt x="775775" y="6396465"/>
                  <a:pt x="575302" y="6507871"/>
                  <a:pt x="409060" y="6671470"/>
                </a:cubicBezTo>
                <a:cubicBezTo>
                  <a:pt x="603834" y="6580783"/>
                  <a:pt x="817655" y="6465584"/>
                  <a:pt x="991680" y="6298413"/>
                </a:cubicBezTo>
                <a:close/>
                <a:moveTo>
                  <a:pt x="103333" y="5699602"/>
                </a:moveTo>
                <a:cubicBezTo>
                  <a:pt x="133282" y="5726353"/>
                  <a:pt x="175725" y="5762843"/>
                  <a:pt x="233938" y="5809416"/>
                </a:cubicBezTo>
                <a:cubicBezTo>
                  <a:pt x="390802" y="5935412"/>
                  <a:pt x="652575" y="6145703"/>
                  <a:pt x="883580" y="6180710"/>
                </a:cubicBezTo>
                <a:cubicBezTo>
                  <a:pt x="736829" y="6133021"/>
                  <a:pt x="610173" y="6040280"/>
                  <a:pt x="487337" y="5950182"/>
                </a:cubicBezTo>
                <a:cubicBezTo>
                  <a:pt x="443670" y="5917932"/>
                  <a:pt x="398584" y="5885270"/>
                  <a:pt x="354051" y="5854912"/>
                </a:cubicBezTo>
                <a:cubicBezTo>
                  <a:pt x="302352" y="5819720"/>
                  <a:pt x="247963" y="5787429"/>
                  <a:pt x="195436" y="5755068"/>
                </a:cubicBezTo>
                <a:lnTo>
                  <a:pt x="103333" y="5699602"/>
                </a:lnTo>
                <a:close/>
                <a:moveTo>
                  <a:pt x="5539432" y="5642928"/>
                </a:moveTo>
                <a:cubicBezTo>
                  <a:pt x="5544304" y="5659969"/>
                  <a:pt x="5549664" y="5677449"/>
                  <a:pt x="5555462" y="5694454"/>
                </a:cubicBezTo>
                <a:cubicBezTo>
                  <a:pt x="5631122" y="5909386"/>
                  <a:pt x="5731219" y="6118228"/>
                  <a:pt x="5828270" y="6320663"/>
                </a:cubicBezTo>
                <a:cubicBezTo>
                  <a:pt x="5868407" y="6404290"/>
                  <a:pt x="5908582" y="6488842"/>
                  <a:pt x="5947416" y="6574846"/>
                </a:cubicBezTo>
                <a:cubicBezTo>
                  <a:pt x="5894674" y="6327329"/>
                  <a:pt x="5793018" y="5718484"/>
                  <a:pt x="5539432" y="5642928"/>
                </a:cubicBezTo>
                <a:close/>
                <a:moveTo>
                  <a:pt x="51253" y="5631825"/>
                </a:moveTo>
                <a:lnTo>
                  <a:pt x="211622" y="5728803"/>
                </a:lnTo>
                <a:cubicBezTo>
                  <a:pt x="264592" y="5760684"/>
                  <a:pt x="319013" y="5793908"/>
                  <a:pt x="371652" y="5829062"/>
                </a:cubicBezTo>
                <a:cubicBezTo>
                  <a:pt x="417589" y="5859824"/>
                  <a:pt x="462230" y="5892964"/>
                  <a:pt x="505903" y="5925221"/>
                </a:cubicBezTo>
                <a:cubicBezTo>
                  <a:pt x="628246" y="6014875"/>
                  <a:pt x="754907" y="6107611"/>
                  <a:pt x="899240" y="6153068"/>
                </a:cubicBezTo>
                <a:cubicBezTo>
                  <a:pt x="928476" y="6162153"/>
                  <a:pt x="958088" y="6168887"/>
                  <a:pt x="988114" y="6174204"/>
                </a:cubicBezTo>
                <a:cubicBezTo>
                  <a:pt x="943280" y="6136411"/>
                  <a:pt x="896194" y="6100100"/>
                  <a:pt x="845971" y="6067177"/>
                </a:cubicBezTo>
                <a:cubicBezTo>
                  <a:pt x="720131" y="5983257"/>
                  <a:pt x="580034" y="5915740"/>
                  <a:pt x="448057" y="5841376"/>
                </a:cubicBezTo>
                <a:cubicBezTo>
                  <a:pt x="341781" y="5780886"/>
                  <a:pt x="90319" y="5630263"/>
                  <a:pt x="51253" y="5631825"/>
                </a:cubicBezTo>
                <a:close/>
                <a:moveTo>
                  <a:pt x="2606687" y="5630718"/>
                </a:moveTo>
                <a:cubicBezTo>
                  <a:pt x="2484040" y="5952782"/>
                  <a:pt x="2550772" y="6305470"/>
                  <a:pt x="2645658" y="6640259"/>
                </a:cubicBezTo>
                <a:cubicBezTo>
                  <a:pt x="2605413" y="6320984"/>
                  <a:pt x="2566733" y="5970903"/>
                  <a:pt x="2606687" y="5630718"/>
                </a:cubicBezTo>
                <a:close/>
                <a:moveTo>
                  <a:pt x="3642057" y="5573487"/>
                </a:moveTo>
                <a:cubicBezTo>
                  <a:pt x="3639338" y="5575453"/>
                  <a:pt x="3635693" y="5577466"/>
                  <a:pt x="3632981" y="5579437"/>
                </a:cubicBezTo>
                <a:cubicBezTo>
                  <a:pt x="3509182" y="5674738"/>
                  <a:pt x="3441993" y="5811556"/>
                  <a:pt x="3382436" y="5952726"/>
                </a:cubicBezTo>
                <a:cubicBezTo>
                  <a:pt x="3286719" y="6179641"/>
                  <a:pt x="3231101" y="6419386"/>
                  <a:pt x="3191929" y="6662669"/>
                </a:cubicBezTo>
                <a:cubicBezTo>
                  <a:pt x="3237125" y="6465250"/>
                  <a:pt x="3296425" y="6271000"/>
                  <a:pt x="3369898" y="6081771"/>
                </a:cubicBezTo>
                <a:cubicBezTo>
                  <a:pt x="3454377" y="5865084"/>
                  <a:pt x="3540614" y="5703753"/>
                  <a:pt x="3642057" y="5573487"/>
                </a:cubicBezTo>
                <a:close/>
                <a:moveTo>
                  <a:pt x="2650666" y="5530686"/>
                </a:moveTo>
                <a:cubicBezTo>
                  <a:pt x="2650695" y="5531619"/>
                  <a:pt x="2650695" y="5531619"/>
                  <a:pt x="2650249" y="5532101"/>
                </a:cubicBezTo>
                <a:cubicBezTo>
                  <a:pt x="2594633" y="5864991"/>
                  <a:pt x="2624834" y="6212617"/>
                  <a:pt x="2663808" y="6535215"/>
                </a:cubicBezTo>
                <a:cubicBezTo>
                  <a:pt x="2664345" y="6401062"/>
                  <a:pt x="2664881" y="6266909"/>
                  <a:pt x="2665418" y="6132756"/>
                </a:cubicBezTo>
                <a:cubicBezTo>
                  <a:pt x="2666315" y="5945493"/>
                  <a:pt x="2661038" y="5743579"/>
                  <a:pt x="2650666" y="5530686"/>
                </a:cubicBezTo>
                <a:close/>
                <a:moveTo>
                  <a:pt x="2680277" y="5479204"/>
                </a:moveTo>
                <a:cubicBezTo>
                  <a:pt x="2679826" y="5479692"/>
                  <a:pt x="2679381" y="5480173"/>
                  <a:pt x="2678972" y="5481582"/>
                </a:cubicBezTo>
                <a:cubicBezTo>
                  <a:pt x="2691463" y="5712555"/>
                  <a:pt x="2697451" y="5932139"/>
                  <a:pt x="2696666" y="6133836"/>
                </a:cubicBezTo>
                <a:lnTo>
                  <a:pt x="2695769" y="6390955"/>
                </a:lnTo>
                <a:cubicBezTo>
                  <a:pt x="2712509" y="6297144"/>
                  <a:pt x="2727840" y="6202916"/>
                  <a:pt x="2739893" y="6108357"/>
                </a:cubicBezTo>
                <a:cubicBezTo>
                  <a:pt x="2767348" y="5886500"/>
                  <a:pt x="2737035" y="5687445"/>
                  <a:pt x="2680277" y="5479204"/>
                </a:cubicBezTo>
                <a:close/>
                <a:moveTo>
                  <a:pt x="1132195" y="5467980"/>
                </a:moveTo>
                <a:cubicBezTo>
                  <a:pt x="1313054" y="5495211"/>
                  <a:pt x="1494925" y="5512628"/>
                  <a:pt x="1679056" y="5516907"/>
                </a:cubicBezTo>
                <a:cubicBezTo>
                  <a:pt x="1838007" y="5520331"/>
                  <a:pt x="1983050" y="5490313"/>
                  <a:pt x="2128648" y="5474249"/>
                </a:cubicBezTo>
                <a:cubicBezTo>
                  <a:pt x="2028248" y="5467548"/>
                  <a:pt x="1925543" y="5473055"/>
                  <a:pt x="1825619" y="5478447"/>
                </a:cubicBezTo>
                <a:lnTo>
                  <a:pt x="1737798" y="5483353"/>
                </a:lnTo>
                <a:cubicBezTo>
                  <a:pt x="1536509" y="5492800"/>
                  <a:pt x="1332771" y="5487439"/>
                  <a:pt x="1132195" y="5467980"/>
                </a:cubicBezTo>
                <a:close/>
                <a:moveTo>
                  <a:pt x="1456157" y="5371404"/>
                </a:moveTo>
                <a:cubicBezTo>
                  <a:pt x="1385125" y="5373535"/>
                  <a:pt x="1314200" y="5378444"/>
                  <a:pt x="1244432" y="5385601"/>
                </a:cubicBezTo>
                <a:cubicBezTo>
                  <a:pt x="1151404" y="5395142"/>
                  <a:pt x="1060429" y="5408677"/>
                  <a:pt x="973990" y="5424940"/>
                </a:cubicBezTo>
                <a:cubicBezTo>
                  <a:pt x="1017323" y="5425535"/>
                  <a:pt x="1061253" y="5429367"/>
                  <a:pt x="1103809" y="5433720"/>
                </a:cubicBezTo>
                <a:lnTo>
                  <a:pt x="1123454" y="5435727"/>
                </a:lnTo>
                <a:cubicBezTo>
                  <a:pt x="1326373" y="5455563"/>
                  <a:pt x="1533386" y="5461253"/>
                  <a:pt x="1737017" y="5452183"/>
                </a:cubicBezTo>
                <a:lnTo>
                  <a:pt x="1824397" y="5447757"/>
                </a:lnTo>
                <a:cubicBezTo>
                  <a:pt x="1905266" y="5443590"/>
                  <a:pt x="1987993" y="5439352"/>
                  <a:pt x="2070059" y="5441660"/>
                </a:cubicBezTo>
                <a:cubicBezTo>
                  <a:pt x="1883310" y="5383634"/>
                  <a:pt x="1669251" y="5365013"/>
                  <a:pt x="1456157" y="5371404"/>
                </a:cubicBezTo>
                <a:close/>
                <a:moveTo>
                  <a:pt x="4988186" y="5216467"/>
                </a:moveTo>
                <a:cubicBezTo>
                  <a:pt x="4914642" y="5275764"/>
                  <a:pt x="4843105" y="5338703"/>
                  <a:pt x="4777334" y="5406072"/>
                </a:cubicBezTo>
                <a:cubicBezTo>
                  <a:pt x="4757662" y="5426414"/>
                  <a:pt x="4737537" y="5447249"/>
                  <a:pt x="4718341" y="5468043"/>
                </a:cubicBezTo>
                <a:cubicBezTo>
                  <a:pt x="4681696" y="5506771"/>
                  <a:pt x="4644162" y="5546455"/>
                  <a:pt x="4604655" y="5583434"/>
                </a:cubicBezTo>
                <a:cubicBezTo>
                  <a:pt x="4591636" y="5595592"/>
                  <a:pt x="4578581" y="5606832"/>
                  <a:pt x="4565074" y="5618550"/>
                </a:cubicBezTo>
                <a:cubicBezTo>
                  <a:pt x="4712605" y="5511121"/>
                  <a:pt x="4908425" y="5376611"/>
                  <a:pt x="4988186" y="5216467"/>
                </a:cubicBezTo>
                <a:close/>
                <a:moveTo>
                  <a:pt x="4978032" y="5183809"/>
                </a:moveTo>
                <a:cubicBezTo>
                  <a:pt x="4748175" y="5235846"/>
                  <a:pt x="4611576" y="5430393"/>
                  <a:pt x="4463413" y="5615162"/>
                </a:cubicBezTo>
                <a:cubicBezTo>
                  <a:pt x="4428815" y="5658459"/>
                  <a:pt x="4393697" y="5700384"/>
                  <a:pt x="4358134" y="5742791"/>
                </a:cubicBezTo>
                <a:lnTo>
                  <a:pt x="4376219" y="5729027"/>
                </a:lnTo>
                <a:cubicBezTo>
                  <a:pt x="4445817" y="5675939"/>
                  <a:pt x="4517680" y="5621374"/>
                  <a:pt x="4582340" y="5561037"/>
                </a:cubicBezTo>
                <a:cubicBezTo>
                  <a:pt x="4621394" y="5524545"/>
                  <a:pt x="4658482" y="5485345"/>
                  <a:pt x="4694684" y="5447098"/>
                </a:cubicBezTo>
                <a:cubicBezTo>
                  <a:pt x="4714806" y="5426264"/>
                  <a:pt x="4733997" y="5405475"/>
                  <a:pt x="4754123" y="5384643"/>
                </a:cubicBezTo>
                <a:cubicBezTo>
                  <a:pt x="4823909" y="5312925"/>
                  <a:pt x="4899949" y="5246074"/>
                  <a:pt x="4978032" y="5183809"/>
                </a:cubicBezTo>
                <a:close/>
                <a:moveTo>
                  <a:pt x="1903353" y="5044827"/>
                </a:moveTo>
                <a:cubicBezTo>
                  <a:pt x="1900901" y="5049058"/>
                  <a:pt x="1913196" y="5065331"/>
                  <a:pt x="1936931" y="5093954"/>
                </a:cubicBezTo>
                <a:cubicBezTo>
                  <a:pt x="2021149" y="5196773"/>
                  <a:pt x="2108079" y="5297623"/>
                  <a:pt x="2195868" y="5396574"/>
                </a:cubicBezTo>
                <a:cubicBezTo>
                  <a:pt x="2196092" y="5309013"/>
                  <a:pt x="2155695" y="5230515"/>
                  <a:pt x="2088852" y="5166123"/>
                </a:cubicBezTo>
                <a:cubicBezTo>
                  <a:pt x="2054441" y="5132572"/>
                  <a:pt x="2001584" y="5091839"/>
                  <a:pt x="1958241" y="5067955"/>
                </a:cubicBezTo>
                <a:cubicBezTo>
                  <a:pt x="1922998" y="5048408"/>
                  <a:pt x="1905803" y="5040595"/>
                  <a:pt x="1903353" y="5044827"/>
                </a:cubicBezTo>
                <a:close/>
                <a:moveTo>
                  <a:pt x="1979378" y="4769504"/>
                </a:moveTo>
                <a:cubicBezTo>
                  <a:pt x="2251008" y="4946802"/>
                  <a:pt x="2557265" y="5046794"/>
                  <a:pt x="2882120" y="5064547"/>
                </a:cubicBezTo>
                <a:cubicBezTo>
                  <a:pt x="2852884" y="5055476"/>
                  <a:pt x="2822307" y="5047842"/>
                  <a:pt x="2793103" y="5039699"/>
                </a:cubicBezTo>
                <a:lnTo>
                  <a:pt x="2770041" y="5033634"/>
                </a:lnTo>
                <a:cubicBezTo>
                  <a:pt x="2500352" y="4962917"/>
                  <a:pt x="2236095" y="4864963"/>
                  <a:pt x="1979378" y="4769504"/>
                </a:cubicBezTo>
                <a:close/>
                <a:moveTo>
                  <a:pt x="1927410" y="4716164"/>
                </a:moveTo>
                <a:cubicBezTo>
                  <a:pt x="1938311" y="4720848"/>
                  <a:pt x="1949172" y="4724604"/>
                  <a:pt x="1959587" y="4728849"/>
                </a:cubicBezTo>
                <a:cubicBezTo>
                  <a:pt x="2224818" y="4827692"/>
                  <a:pt x="2499050" y="4930367"/>
                  <a:pt x="2777707" y="5003991"/>
                </a:cubicBezTo>
                <a:lnTo>
                  <a:pt x="2800768" y="5010056"/>
                </a:lnTo>
                <a:lnTo>
                  <a:pt x="2879408" y="5031590"/>
                </a:lnTo>
                <a:cubicBezTo>
                  <a:pt x="2873718" y="5029024"/>
                  <a:pt x="2868475" y="5025973"/>
                  <a:pt x="2862295" y="5022958"/>
                </a:cubicBezTo>
                <a:cubicBezTo>
                  <a:pt x="2846112" y="5014292"/>
                  <a:pt x="2829972" y="5006555"/>
                  <a:pt x="2813343" y="4998369"/>
                </a:cubicBezTo>
                <a:cubicBezTo>
                  <a:pt x="2759214" y="4972589"/>
                  <a:pt x="2702010" y="4951123"/>
                  <a:pt x="2646245" y="4930999"/>
                </a:cubicBezTo>
                <a:cubicBezTo>
                  <a:pt x="2437298" y="4853662"/>
                  <a:pt x="2221285" y="4774272"/>
                  <a:pt x="1999243" y="4730524"/>
                </a:cubicBezTo>
                <a:lnTo>
                  <a:pt x="1979527" y="4726651"/>
                </a:lnTo>
                <a:lnTo>
                  <a:pt x="1927410" y="4716164"/>
                </a:lnTo>
                <a:close/>
                <a:moveTo>
                  <a:pt x="1997014" y="4698007"/>
                </a:moveTo>
                <a:lnTo>
                  <a:pt x="2005458" y="4699540"/>
                </a:lnTo>
                <a:cubicBezTo>
                  <a:pt x="2229844" y="4743659"/>
                  <a:pt x="2447268" y="4823456"/>
                  <a:pt x="2657186" y="4901687"/>
                </a:cubicBezTo>
                <a:cubicBezTo>
                  <a:pt x="2713431" y="4922259"/>
                  <a:pt x="2771565" y="4943688"/>
                  <a:pt x="2826662" y="4970362"/>
                </a:cubicBezTo>
                <a:cubicBezTo>
                  <a:pt x="2843286" y="4978544"/>
                  <a:pt x="2859914" y="4986729"/>
                  <a:pt x="2876100" y="4995397"/>
                </a:cubicBezTo>
                <a:cubicBezTo>
                  <a:pt x="2929811" y="5022592"/>
                  <a:pt x="2984941" y="5050189"/>
                  <a:pt x="3042600" y="5059532"/>
                </a:cubicBezTo>
                <a:cubicBezTo>
                  <a:pt x="2779645" y="4772909"/>
                  <a:pt x="2376891" y="4705645"/>
                  <a:pt x="1997014" y="4698007"/>
                </a:cubicBezTo>
                <a:close/>
                <a:moveTo>
                  <a:pt x="2305292" y="4219492"/>
                </a:moveTo>
                <a:cubicBezTo>
                  <a:pt x="2631112" y="4377847"/>
                  <a:pt x="3011879" y="4535878"/>
                  <a:pt x="3360922" y="4529373"/>
                </a:cubicBezTo>
                <a:cubicBezTo>
                  <a:pt x="3408391" y="4528405"/>
                  <a:pt x="3451278" y="4517839"/>
                  <a:pt x="3492420" y="4510145"/>
                </a:cubicBezTo>
                <a:cubicBezTo>
                  <a:pt x="3448862" y="4503966"/>
                  <a:pt x="3405674" y="4495449"/>
                  <a:pt x="3364086" y="4480340"/>
                </a:cubicBezTo>
                <a:cubicBezTo>
                  <a:pt x="3314946" y="4462747"/>
                  <a:pt x="3269673" y="4437082"/>
                  <a:pt x="3225818" y="4411822"/>
                </a:cubicBezTo>
                <a:cubicBezTo>
                  <a:pt x="3194830" y="4393966"/>
                  <a:pt x="3162431" y="4375699"/>
                  <a:pt x="3129696" y="4360704"/>
                </a:cubicBezTo>
                <a:cubicBezTo>
                  <a:pt x="3030558" y="4315774"/>
                  <a:pt x="2920899" y="4298731"/>
                  <a:pt x="2814545" y="4282955"/>
                </a:cubicBezTo>
                <a:cubicBezTo>
                  <a:pt x="2648192" y="4257474"/>
                  <a:pt x="2475773" y="4231762"/>
                  <a:pt x="2305292" y="4219492"/>
                </a:cubicBezTo>
                <a:close/>
                <a:moveTo>
                  <a:pt x="2626982" y="4206450"/>
                </a:moveTo>
                <a:cubicBezTo>
                  <a:pt x="2581807" y="4205467"/>
                  <a:pt x="2536327" y="4205706"/>
                  <a:pt x="2490617" y="4206951"/>
                </a:cubicBezTo>
                <a:cubicBezTo>
                  <a:pt x="2601507" y="4219748"/>
                  <a:pt x="2711611" y="4236309"/>
                  <a:pt x="2819869" y="4252936"/>
                </a:cubicBezTo>
                <a:cubicBezTo>
                  <a:pt x="2928115" y="4269564"/>
                  <a:pt x="3040565" y="4286495"/>
                  <a:pt x="3143018" y="4332698"/>
                </a:cubicBezTo>
                <a:cubicBezTo>
                  <a:pt x="3177162" y="4348099"/>
                  <a:pt x="3210046" y="4366808"/>
                  <a:pt x="3241520" y="4385112"/>
                </a:cubicBezTo>
                <a:cubicBezTo>
                  <a:pt x="3284409" y="4409477"/>
                  <a:pt x="3328265" y="4434739"/>
                  <a:pt x="3374575" y="4451517"/>
                </a:cubicBezTo>
                <a:cubicBezTo>
                  <a:pt x="3416609" y="4466134"/>
                  <a:pt x="3460730" y="4474620"/>
                  <a:pt x="3505221" y="4480757"/>
                </a:cubicBezTo>
                <a:cubicBezTo>
                  <a:pt x="3244537" y="4280088"/>
                  <a:pt x="2943211" y="4213332"/>
                  <a:pt x="2626982" y="4206450"/>
                </a:cubicBezTo>
                <a:close/>
                <a:moveTo>
                  <a:pt x="1310106" y="3943217"/>
                </a:moveTo>
                <a:cubicBezTo>
                  <a:pt x="1129544" y="4063332"/>
                  <a:pt x="976804" y="4212308"/>
                  <a:pt x="854994" y="4399136"/>
                </a:cubicBezTo>
                <a:cubicBezTo>
                  <a:pt x="813550" y="4462067"/>
                  <a:pt x="777442" y="4528637"/>
                  <a:pt x="742462" y="4594648"/>
                </a:cubicBezTo>
                <a:cubicBezTo>
                  <a:pt x="769633" y="4559245"/>
                  <a:pt x="795392" y="4522436"/>
                  <a:pt x="820602" y="4485915"/>
                </a:cubicBezTo>
                <a:cubicBezTo>
                  <a:pt x="839644" y="4458097"/>
                  <a:pt x="858127" y="4430568"/>
                  <a:pt x="878295" y="4403594"/>
                </a:cubicBezTo>
                <a:cubicBezTo>
                  <a:pt x="984168" y="4259170"/>
                  <a:pt x="1114491" y="4132679"/>
                  <a:pt x="1240607" y="4010401"/>
                </a:cubicBezTo>
                <a:lnTo>
                  <a:pt x="1310106" y="3943217"/>
                </a:lnTo>
                <a:close/>
                <a:moveTo>
                  <a:pt x="1423113" y="3874565"/>
                </a:moveTo>
                <a:lnTo>
                  <a:pt x="1260565" y="4031982"/>
                </a:lnTo>
                <a:cubicBezTo>
                  <a:pt x="1135292" y="4153135"/>
                  <a:pt x="1006090" y="4279065"/>
                  <a:pt x="901900" y="4421236"/>
                </a:cubicBezTo>
                <a:cubicBezTo>
                  <a:pt x="882292" y="4447928"/>
                  <a:pt x="863806" y="4475465"/>
                  <a:pt x="845044" y="4502436"/>
                </a:cubicBezTo>
                <a:cubicBezTo>
                  <a:pt x="797719" y="4571828"/>
                  <a:pt x="747866" y="4643196"/>
                  <a:pt x="685926" y="4703069"/>
                </a:cubicBezTo>
                <a:cubicBezTo>
                  <a:pt x="685087" y="4704192"/>
                  <a:pt x="684806" y="4705038"/>
                  <a:pt x="684248" y="4706721"/>
                </a:cubicBezTo>
                <a:cubicBezTo>
                  <a:pt x="955830" y="4450343"/>
                  <a:pt x="1215323" y="4185291"/>
                  <a:pt x="1423113" y="3874565"/>
                </a:cubicBezTo>
                <a:close/>
                <a:moveTo>
                  <a:pt x="3316479" y="3872136"/>
                </a:moveTo>
                <a:lnTo>
                  <a:pt x="3546806" y="4356139"/>
                </a:lnTo>
                <a:cubicBezTo>
                  <a:pt x="3510992" y="4217388"/>
                  <a:pt x="3440535" y="4086075"/>
                  <a:pt x="3364433" y="3953121"/>
                </a:cubicBezTo>
                <a:lnTo>
                  <a:pt x="3316479" y="3872136"/>
                </a:lnTo>
                <a:close/>
                <a:moveTo>
                  <a:pt x="3291335" y="3767420"/>
                </a:moveTo>
                <a:cubicBezTo>
                  <a:pt x="3324815" y="3824296"/>
                  <a:pt x="3358740" y="3880691"/>
                  <a:pt x="3390805" y="3937163"/>
                </a:cubicBezTo>
                <a:cubicBezTo>
                  <a:pt x="3469925" y="4075583"/>
                  <a:pt x="3543427" y="4213298"/>
                  <a:pt x="3579062" y="4359040"/>
                </a:cubicBezTo>
                <a:cubicBezTo>
                  <a:pt x="3585500" y="4228842"/>
                  <a:pt x="3547302" y="4112076"/>
                  <a:pt x="3467355" y="3988130"/>
                </a:cubicBezTo>
                <a:cubicBezTo>
                  <a:pt x="3420192" y="3915029"/>
                  <a:pt x="3371016" y="3849934"/>
                  <a:pt x="3310753" y="3787140"/>
                </a:cubicBezTo>
                <a:cubicBezTo>
                  <a:pt x="3303466" y="3779509"/>
                  <a:pt x="3297626" y="3773227"/>
                  <a:pt x="3291335" y="3767420"/>
                </a:cubicBezTo>
                <a:close/>
                <a:moveTo>
                  <a:pt x="1635889" y="3709494"/>
                </a:moveTo>
                <a:lnTo>
                  <a:pt x="1634800" y="3731111"/>
                </a:lnTo>
                <a:cubicBezTo>
                  <a:pt x="1634800" y="3731111"/>
                  <a:pt x="1635342" y="3716795"/>
                  <a:pt x="1635889" y="3709494"/>
                </a:cubicBezTo>
                <a:close/>
                <a:moveTo>
                  <a:pt x="1510397" y="3684705"/>
                </a:moveTo>
                <a:cubicBezTo>
                  <a:pt x="1390337" y="3729510"/>
                  <a:pt x="1267181" y="3766747"/>
                  <a:pt x="1146550" y="3802012"/>
                </a:cubicBezTo>
                <a:cubicBezTo>
                  <a:pt x="997862" y="3845736"/>
                  <a:pt x="843568" y="3890871"/>
                  <a:pt x="698834" y="3952272"/>
                </a:cubicBezTo>
                <a:cubicBezTo>
                  <a:pt x="460140" y="4053106"/>
                  <a:pt x="242842" y="4196577"/>
                  <a:pt x="34256" y="4347603"/>
                </a:cubicBezTo>
                <a:cubicBezTo>
                  <a:pt x="196048" y="4248849"/>
                  <a:pt x="358125" y="4150653"/>
                  <a:pt x="527241" y="4065078"/>
                </a:cubicBezTo>
                <a:cubicBezTo>
                  <a:pt x="838255" y="3908281"/>
                  <a:pt x="1212318" y="3863093"/>
                  <a:pt x="1510397" y="3684705"/>
                </a:cubicBezTo>
                <a:close/>
                <a:moveTo>
                  <a:pt x="1313114" y="3655216"/>
                </a:moveTo>
                <a:cubicBezTo>
                  <a:pt x="1247578" y="3654578"/>
                  <a:pt x="1180153" y="3656293"/>
                  <a:pt x="1109304" y="3669030"/>
                </a:cubicBezTo>
                <a:cubicBezTo>
                  <a:pt x="689821" y="3744031"/>
                  <a:pt x="334655" y="4032530"/>
                  <a:pt x="8129" y="4330519"/>
                </a:cubicBezTo>
                <a:cubicBezTo>
                  <a:pt x="220923" y="4176682"/>
                  <a:pt x="442983" y="4028720"/>
                  <a:pt x="687572" y="3925629"/>
                </a:cubicBezTo>
                <a:cubicBezTo>
                  <a:pt x="833705" y="3864223"/>
                  <a:pt x="989118" y="3818520"/>
                  <a:pt x="1138365" y="3774515"/>
                </a:cubicBezTo>
                <a:cubicBezTo>
                  <a:pt x="1260121" y="3738686"/>
                  <a:pt x="1384681" y="3701451"/>
                  <a:pt x="1505579" y="3655526"/>
                </a:cubicBezTo>
                <a:cubicBezTo>
                  <a:pt x="1442294" y="3658846"/>
                  <a:pt x="1378650" y="3655854"/>
                  <a:pt x="1313114" y="3655216"/>
                </a:cubicBezTo>
                <a:close/>
                <a:moveTo>
                  <a:pt x="3655073" y="3650884"/>
                </a:moveTo>
                <a:cubicBezTo>
                  <a:pt x="3768399" y="3765347"/>
                  <a:pt x="3873410" y="3884450"/>
                  <a:pt x="3989938" y="3991685"/>
                </a:cubicBezTo>
                <a:cubicBezTo>
                  <a:pt x="4106468" y="4098916"/>
                  <a:pt x="4234512" y="4194281"/>
                  <a:pt x="4393907" y="4261258"/>
                </a:cubicBezTo>
                <a:cubicBezTo>
                  <a:pt x="4484865" y="4299540"/>
                  <a:pt x="4571866" y="4332385"/>
                  <a:pt x="4648051" y="4374051"/>
                </a:cubicBezTo>
                <a:cubicBezTo>
                  <a:pt x="4566919" y="4301848"/>
                  <a:pt x="4474187" y="4242216"/>
                  <a:pt x="4383389" y="4184369"/>
                </a:cubicBezTo>
                <a:cubicBezTo>
                  <a:pt x="4310251" y="4137460"/>
                  <a:pt x="4234739" y="4089250"/>
                  <a:pt x="4165508" y="4035196"/>
                </a:cubicBezTo>
                <a:cubicBezTo>
                  <a:pt x="4131846" y="4008598"/>
                  <a:pt x="4099524" y="3980549"/>
                  <a:pt x="4068162" y="3953394"/>
                </a:cubicBezTo>
                <a:cubicBezTo>
                  <a:pt x="4039704" y="3928919"/>
                  <a:pt x="4010763" y="3903992"/>
                  <a:pt x="3981416" y="3880482"/>
                </a:cubicBezTo>
                <a:cubicBezTo>
                  <a:pt x="3923199" y="3833909"/>
                  <a:pt x="3860482" y="3791236"/>
                  <a:pt x="3800147" y="3749872"/>
                </a:cubicBezTo>
                <a:lnTo>
                  <a:pt x="3655073" y="3650884"/>
                </a:lnTo>
                <a:close/>
                <a:moveTo>
                  <a:pt x="3670252" y="3622798"/>
                </a:moveTo>
                <a:lnTo>
                  <a:pt x="3817258" y="3723577"/>
                </a:lnTo>
                <a:cubicBezTo>
                  <a:pt x="3878082" y="3765387"/>
                  <a:pt x="3941278" y="3808498"/>
                  <a:pt x="4000461" y="3855966"/>
                </a:cubicBezTo>
                <a:cubicBezTo>
                  <a:pt x="4030299" y="3879926"/>
                  <a:pt x="4059233" y="3904849"/>
                  <a:pt x="4088180" y="3929774"/>
                </a:cubicBezTo>
                <a:cubicBezTo>
                  <a:pt x="4119532" y="3956928"/>
                  <a:pt x="4151864" y="3984979"/>
                  <a:pt x="4184555" y="4010683"/>
                </a:cubicBezTo>
                <a:cubicBezTo>
                  <a:pt x="4252374" y="4064322"/>
                  <a:pt x="4327401" y="4112085"/>
                  <a:pt x="4399563" y="4158106"/>
                </a:cubicBezTo>
                <a:cubicBezTo>
                  <a:pt x="4497546" y="4220788"/>
                  <a:pt x="4597907" y="4284772"/>
                  <a:pt x="4684469" y="4364680"/>
                </a:cubicBezTo>
                <a:lnTo>
                  <a:pt x="4690271" y="4370034"/>
                </a:lnTo>
                <a:cubicBezTo>
                  <a:pt x="4617960" y="4134006"/>
                  <a:pt x="4326618" y="3976128"/>
                  <a:pt x="4136093" y="3858466"/>
                </a:cubicBezTo>
                <a:cubicBezTo>
                  <a:pt x="3985171" y="3764831"/>
                  <a:pt x="3831168" y="3687155"/>
                  <a:pt x="3670252" y="3622798"/>
                </a:cubicBezTo>
                <a:close/>
                <a:moveTo>
                  <a:pt x="4440129" y="3448571"/>
                </a:moveTo>
                <a:cubicBezTo>
                  <a:pt x="4500684" y="3600308"/>
                  <a:pt x="4765312" y="3823987"/>
                  <a:pt x="4856525" y="3915351"/>
                </a:cubicBezTo>
                <a:cubicBezTo>
                  <a:pt x="4921046" y="3979838"/>
                  <a:pt x="4987678" y="4047617"/>
                  <a:pt x="5059055" y="4108918"/>
                </a:cubicBezTo>
                <a:cubicBezTo>
                  <a:pt x="5130436" y="4170218"/>
                  <a:pt x="5206561" y="4225043"/>
                  <a:pt x="5290070" y="4263619"/>
                </a:cubicBezTo>
                <a:cubicBezTo>
                  <a:pt x="5126032" y="4132785"/>
                  <a:pt x="4978794" y="3979858"/>
                  <a:pt x="4834991" y="3830985"/>
                </a:cubicBezTo>
                <a:cubicBezTo>
                  <a:pt x="4709629" y="3700933"/>
                  <a:pt x="4579958" y="3567796"/>
                  <a:pt x="4440129" y="3448571"/>
                </a:cubicBezTo>
                <a:close/>
                <a:moveTo>
                  <a:pt x="4441737" y="3399734"/>
                </a:moveTo>
                <a:cubicBezTo>
                  <a:pt x="4437014" y="3398227"/>
                  <a:pt x="4433408" y="3398482"/>
                  <a:pt x="4431236" y="3400954"/>
                </a:cubicBezTo>
                <a:cubicBezTo>
                  <a:pt x="4474088" y="3436036"/>
                  <a:pt x="4516531" y="3472527"/>
                  <a:pt x="4557150" y="3510023"/>
                </a:cubicBezTo>
                <a:cubicBezTo>
                  <a:pt x="4661606" y="3606446"/>
                  <a:pt x="4760255" y="3709152"/>
                  <a:pt x="4856936" y="3809146"/>
                </a:cubicBezTo>
                <a:cubicBezTo>
                  <a:pt x="4939779" y="3895025"/>
                  <a:pt x="5024071" y="3982240"/>
                  <a:pt x="5111996" y="4065759"/>
                </a:cubicBezTo>
                <a:cubicBezTo>
                  <a:pt x="5199925" y="4149276"/>
                  <a:pt x="5291490" y="4229096"/>
                  <a:pt x="5388878" y="4300185"/>
                </a:cubicBezTo>
                <a:cubicBezTo>
                  <a:pt x="5401114" y="4303421"/>
                  <a:pt x="5413353" y="4306662"/>
                  <a:pt x="5425556" y="4308967"/>
                </a:cubicBezTo>
                <a:cubicBezTo>
                  <a:pt x="5290970" y="4122931"/>
                  <a:pt x="5119226" y="3974244"/>
                  <a:pt x="4943646" y="3822916"/>
                </a:cubicBezTo>
                <a:cubicBezTo>
                  <a:pt x="4828850" y="3724110"/>
                  <a:pt x="4714058" y="3625311"/>
                  <a:pt x="4594837" y="3532274"/>
                </a:cubicBezTo>
                <a:cubicBezTo>
                  <a:pt x="4562450" y="3507077"/>
                  <a:pt x="4474786" y="3410282"/>
                  <a:pt x="4441737" y="3399734"/>
                </a:cubicBezTo>
                <a:close/>
                <a:moveTo>
                  <a:pt x="5425834" y="3162785"/>
                </a:moveTo>
                <a:cubicBezTo>
                  <a:pt x="5393133" y="3300089"/>
                  <a:pt x="5401723" y="3491623"/>
                  <a:pt x="5401644" y="3617847"/>
                </a:cubicBezTo>
                <a:cubicBezTo>
                  <a:pt x="5401790" y="3807859"/>
                  <a:pt x="5425483" y="3992734"/>
                  <a:pt x="5467256" y="4175494"/>
                </a:cubicBezTo>
                <a:cubicBezTo>
                  <a:pt x="5469824" y="3971868"/>
                  <a:pt x="5459296" y="3766904"/>
                  <a:pt x="5448069" y="3567554"/>
                </a:cubicBezTo>
                <a:lnTo>
                  <a:pt x="5425834" y="3162785"/>
                </a:lnTo>
                <a:close/>
                <a:moveTo>
                  <a:pt x="1318687" y="3113840"/>
                </a:moveTo>
                <a:cubicBezTo>
                  <a:pt x="1233126" y="3142037"/>
                  <a:pt x="1148133" y="3174161"/>
                  <a:pt x="1066793" y="3212171"/>
                </a:cubicBezTo>
                <a:lnTo>
                  <a:pt x="993319" y="3247648"/>
                </a:lnTo>
                <a:cubicBezTo>
                  <a:pt x="947600" y="3269890"/>
                  <a:pt x="900765" y="3292688"/>
                  <a:pt x="853081" y="3312410"/>
                </a:cubicBezTo>
                <a:cubicBezTo>
                  <a:pt x="837376" y="3318884"/>
                  <a:pt x="821948" y="3324526"/>
                  <a:pt x="805957" y="3330443"/>
                </a:cubicBezTo>
                <a:cubicBezTo>
                  <a:pt x="973723" y="3284161"/>
                  <a:pt x="1193682" y="3229943"/>
                  <a:pt x="1318687" y="3113840"/>
                </a:cubicBezTo>
                <a:close/>
                <a:moveTo>
                  <a:pt x="5453702" y="3090882"/>
                </a:moveTo>
                <a:lnTo>
                  <a:pt x="5480135" y="3565802"/>
                </a:lnTo>
                <a:cubicBezTo>
                  <a:pt x="5490809" y="3762845"/>
                  <a:pt x="5501220" y="3965024"/>
                  <a:pt x="5499023" y="4166310"/>
                </a:cubicBezTo>
                <a:cubicBezTo>
                  <a:pt x="5546233" y="3984186"/>
                  <a:pt x="5562118" y="3799116"/>
                  <a:pt x="5547022" y="3607838"/>
                </a:cubicBezTo>
                <a:cubicBezTo>
                  <a:pt x="5541143" y="3530760"/>
                  <a:pt x="5529684" y="3453908"/>
                  <a:pt x="5515964" y="3378541"/>
                </a:cubicBezTo>
                <a:cubicBezTo>
                  <a:pt x="5505773" y="3321668"/>
                  <a:pt x="5475310" y="3095607"/>
                  <a:pt x="5453702" y="3090882"/>
                </a:cubicBezTo>
                <a:close/>
                <a:moveTo>
                  <a:pt x="1238695" y="3076820"/>
                </a:moveTo>
                <a:cubicBezTo>
                  <a:pt x="1051055" y="3082190"/>
                  <a:pt x="886407" y="3192548"/>
                  <a:pt x="716371" y="3293249"/>
                </a:cubicBezTo>
                <a:cubicBezTo>
                  <a:pt x="670943" y="3320259"/>
                  <a:pt x="625512" y="3345868"/>
                  <a:pt x="579522" y="3371759"/>
                </a:cubicBezTo>
                <a:lnTo>
                  <a:pt x="600288" y="3365555"/>
                </a:lnTo>
                <a:cubicBezTo>
                  <a:pt x="680240" y="3341573"/>
                  <a:pt x="762713" y="3317034"/>
                  <a:pt x="840692" y="3284921"/>
                </a:cubicBezTo>
                <a:cubicBezTo>
                  <a:pt x="887813" y="3265484"/>
                  <a:pt x="934087" y="3242968"/>
                  <a:pt x="979248" y="3221003"/>
                </a:cubicBezTo>
                <a:lnTo>
                  <a:pt x="1053282" y="3185247"/>
                </a:lnTo>
                <a:cubicBezTo>
                  <a:pt x="1139666" y="3144704"/>
                  <a:pt x="1229994" y="3110602"/>
                  <a:pt x="1320603" y="3081281"/>
                </a:cubicBezTo>
                <a:cubicBezTo>
                  <a:pt x="1292776" y="3077429"/>
                  <a:pt x="1265502" y="3076054"/>
                  <a:pt x="1238695" y="3076820"/>
                </a:cubicBezTo>
                <a:close/>
                <a:moveTo>
                  <a:pt x="5425627" y="2954192"/>
                </a:moveTo>
                <a:cubicBezTo>
                  <a:pt x="5441934" y="2956815"/>
                  <a:pt x="5467954" y="2996115"/>
                  <a:pt x="5470770" y="3005435"/>
                </a:cubicBezTo>
                <a:cubicBezTo>
                  <a:pt x="5608772" y="3451680"/>
                  <a:pt x="5674122" y="3909676"/>
                  <a:pt x="5519779" y="4359223"/>
                </a:cubicBezTo>
                <a:cubicBezTo>
                  <a:pt x="5520262" y="4359669"/>
                  <a:pt x="5520293" y="4360602"/>
                  <a:pt x="5520293" y="4360602"/>
                </a:cubicBezTo>
                <a:cubicBezTo>
                  <a:pt x="5627244" y="4437825"/>
                  <a:pt x="5699666" y="4548575"/>
                  <a:pt x="5767221" y="4665564"/>
                </a:cubicBezTo>
                <a:cubicBezTo>
                  <a:pt x="6275281" y="4699277"/>
                  <a:pt x="6739386" y="4778523"/>
                  <a:pt x="6937169" y="4815941"/>
                </a:cubicBezTo>
                <a:cubicBezTo>
                  <a:pt x="7134952" y="4853359"/>
                  <a:pt x="7020263" y="4903218"/>
                  <a:pt x="6953922" y="4890068"/>
                </a:cubicBezTo>
                <a:cubicBezTo>
                  <a:pt x="6799988" y="4859556"/>
                  <a:pt x="6485790" y="4815676"/>
                  <a:pt x="6071359" y="4770770"/>
                </a:cubicBezTo>
                <a:lnTo>
                  <a:pt x="6038839" y="4764474"/>
                </a:lnTo>
                <a:cubicBezTo>
                  <a:pt x="6038795" y="4764265"/>
                  <a:pt x="6038750" y="4764056"/>
                  <a:pt x="6038706" y="4763847"/>
                </a:cubicBezTo>
                <a:lnTo>
                  <a:pt x="6037784" y="4764270"/>
                </a:lnTo>
                <a:lnTo>
                  <a:pt x="6038839" y="4764474"/>
                </a:lnTo>
                <a:lnTo>
                  <a:pt x="6040338" y="4771418"/>
                </a:lnTo>
                <a:cubicBezTo>
                  <a:pt x="6039088" y="4781803"/>
                  <a:pt x="6034314" y="4794510"/>
                  <a:pt x="6024488" y="4809903"/>
                </a:cubicBezTo>
                <a:cubicBezTo>
                  <a:pt x="5910095" y="5058984"/>
                  <a:pt x="5773348" y="5296385"/>
                  <a:pt x="5599771" y="5509652"/>
                </a:cubicBezTo>
                <a:cubicBezTo>
                  <a:pt x="5583815" y="5529842"/>
                  <a:pt x="5566811" y="5547293"/>
                  <a:pt x="5548843" y="5563845"/>
                </a:cubicBezTo>
                <a:cubicBezTo>
                  <a:pt x="5773782" y="5645205"/>
                  <a:pt x="5890323" y="6067151"/>
                  <a:pt x="5940952" y="6250028"/>
                </a:cubicBezTo>
                <a:cubicBezTo>
                  <a:pt x="5979301" y="6387982"/>
                  <a:pt x="6009900" y="6527294"/>
                  <a:pt x="6043441" y="6665847"/>
                </a:cubicBezTo>
                <a:lnTo>
                  <a:pt x="6093432" y="6858000"/>
                </a:lnTo>
                <a:lnTo>
                  <a:pt x="6034344" y="6858000"/>
                </a:lnTo>
                <a:lnTo>
                  <a:pt x="6026679" y="6836959"/>
                </a:lnTo>
                <a:cubicBezTo>
                  <a:pt x="5958957" y="6665497"/>
                  <a:pt x="5878558" y="6498078"/>
                  <a:pt x="5800441" y="6335286"/>
                </a:cubicBezTo>
                <a:cubicBezTo>
                  <a:pt x="5703359" y="6131918"/>
                  <a:pt x="5602295" y="5922187"/>
                  <a:pt x="5526562" y="5705388"/>
                </a:cubicBezTo>
                <a:cubicBezTo>
                  <a:pt x="5523956" y="5698505"/>
                  <a:pt x="5521803" y="5691139"/>
                  <a:pt x="5519640" y="5683774"/>
                </a:cubicBezTo>
                <a:cubicBezTo>
                  <a:pt x="5523207" y="5970988"/>
                  <a:pt x="5738292" y="6306566"/>
                  <a:pt x="5844559" y="6553349"/>
                </a:cubicBezTo>
                <a:lnTo>
                  <a:pt x="5975994" y="6858000"/>
                </a:lnTo>
                <a:lnTo>
                  <a:pt x="5898547" y="6858000"/>
                </a:lnTo>
                <a:lnTo>
                  <a:pt x="5682041" y="6355860"/>
                </a:lnTo>
                <a:cubicBezTo>
                  <a:pt x="5609136" y="6186449"/>
                  <a:pt x="5505535" y="6006625"/>
                  <a:pt x="5461758" y="5820220"/>
                </a:cubicBezTo>
                <a:cubicBezTo>
                  <a:pt x="5415457" y="6083349"/>
                  <a:pt x="5335494" y="6334433"/>
                  <a:pt x="5237282" y="6579086"/>
                </a:cubicBezTo>
                <a:lnTo>
                  <a:pt x="5115009" y="6858000"/>
                </a:lnTo>
                <a:lnTo>
                  <a:pt x="5028074" y="6858000"/>
                </a:lnTo>
                <a:lnTo>
                  <a:pt x="5079508" y="6749074"/>
                </a:lnTo>
                <a:cubicBezTo>
                  <a:pt x="5200211" y="6482556"/>
                  <a:pt x="5305048" y="6210716"/>
                  <a:pt x="5371846" y="5924413"/>
                </a:cubicBezTo>
                <a:lnTo>
                  <a:pt x="5270512" y="6138975"/>
                </a:lnTo>
                <a:cubicBezTo>
                  <a:pt x="5192357" y="6304175"/>
                  <a:pt x="5112108" y="6475512"/>
                  <a:pt x="5062409" y="6653544"/>
                </a:cubicBezTo>
                <a:cubicBezTo>
                  <a:pt x="5053035" y="6686987"/>
                  <a:pt x="5045072" y="6720843"/>
                  <a:pt x="5036628" y="6754247"/>
                </a:cubicBezTo>
                <a:lnTo>
                  <a:pt x="5009112" y="6858000"/>
                </a:lnTo>
                <a:lnTo>
                  <a:pt x="4976679" y="6858000"/>
                </a:lnTo>
                <a:lnTo>
                  <a:pt x="5006537" y="6747068"/>
                </a:lnTo>
                <a:cubicBezTo>
                  <a:pt x="5014940" y="6712729"/>
                  <a:pt x="5022903" y="6678883"/>
                  <a:pt x="5032723" y="6644957"/>
                </a:cubicBezTo>
                <a:cubicBezTo>
                  <a:pt x="5083245" y="6464091"/>
                  <a:pt x="5164383" y="6291790"/>
                  <a:pt x="5242949" y="6125175"/>
                </a:cubicBezTo>
                <a:lnTo>
                  <a:pt x="5286321" y="6033555"/>
                </a:lnTo>
                <a:cubicBezTo>
                  <a:pt x="5153522" y="6218172"/>
                  <a:pt x="5058694" y="6420826"/>
                  <a:pt x="5008210" y="6649194"/>
                </a:cubicBezTo>
                <a:cubicBezTo>
                  <a:pt x="4999505" y="6687732"/>
                  <a:pt x="4992445" y="6726670"/>
                  <a:pt x="4986321" y="6765687"/>
                </a:cubicBezTo>
                <a:lnTo>
                  <a:pt x="4973474" y="6858000"/>
                </a:lnTo>
                <a:lnTo>
                  <a:pt x="4907178" y="6858000"/>
                </a:lnTo>
                <a:lnTo>
                  <a:pt x="4910810" y="6829660"/>
                </a:lnTo>
                <a:cubicBezTo>
                  <a:pt x="4927183" y="6695980"/>
                  <a:pt x="4945608" y="6562743"/>
                  <a:pt x="4987461" y="6432994"/>
                </a:cubicBezTo>
                <a:cubicBezTo>
                  <a:pt x="5033887" y="6289556"/>
                  <a:pt x="5098947" y="6157948"/>
                  <a:pt x="5179262" y="6035044"/>
                </a:cubicBezTo>
                <a:cubicBezTo>
                  <a:pt x="5016033" y="6169178"/>
                  <a:pt x="4838252" y="6288995"/>
                  <a:pt x="4689678" y="6440241"/>
                </a:cubicBezTo>
                <a:cubicBezTo>
                  <a:pt x="4615724" y="6515503"/>
                  <a:pt x="4545518" y="6594166"/>
                  <a:pt x="4477543" y="6674836"/>
                </a:cubicBezTo>
                <a:lnTo>
                  <a:pt x="4329957" y="6858000"/>
                </a:lnTo>
                <a:lnTo>
                  <a:pt x="4218595" y="6858000"/>
                </a:lnTo>
                <a:lnTo>
                  <a:pt x="4368888" y="6668412"/>
                </a:lnTo>
                <a:cubicBezTo>
                  <a:pt x="4431654" y="6591444"/>
                  <a:pt x="4495926" y="6515754"/>
                  <a:pt x="4563091" y="6442508"/>
                </a:cubicBezTo>
                <a:cubicBezTo>
                  <a:pt x="4810353" y="6173676"/>
                  <a:pt x="5160740" y="5991069"/>
                  <a:pt x="5387324" y="5705830"/>
                </a:cubicBezTo>
                <a:cubicBezTo>
                  <a:pt x="5286064" y="5794177"/>
                  <a:pt x="5178968" y="5876241"/>
                  <a:pt x="5073620" y="5955437"/>
                </a:cubicBezTo>
                <a:cubicBezTo>
                  <a:pt x="4943865" y="6053305"/>
                  <a:pt x="4809130" y="6154627"/>
                  <a:pt x="4689789" y="6268382"/>
                </a:cubicBezTo>
                <a:cubicBezTo>
                  <a:pt x="4591303" y="6361972"/>
                  <a:pt x="4502007" y="6464046"/>
                  <a:pt x="4418722" y="6570886"/>
                </a:cubicBezTo>
                <a:lnTo>
                  <a:pt x="4214944" y="6858000"/>
                </a:lnTo>
                <a:lnTo>
                  <a:pt x="4177898" y="6858000"/>
                </a:lnTo>
                <a:lnTo>
                  <a:pt x="4391597" y="6556370"/>
                </a:lnTo>
                <a:cubicBezTo>
                  <a:pt x="4476641" y="6446900"/>
                  <a:pt x="4567929" y="6342186"/>
                  <a:pt x="4668889" y="6246399"/>
                </a:cubicBezTo>
                <a:cubicBezTo>
                  <a:pt x="4789603" y="6132122"/>
                  <a:pt x="4925227" y="6029827"/>
                  <a:pt x="5055427" y="5931476"/>
                </a:cubicBezTo>
                <a:cubicBezTo>
                  <a:pt x="5161670" y="5851314"/>
                  <a:pt x="5270142" y="5768732"/>
                  <a:pt x="5371814" y="5678975"/>
                </a:cubicBezTo>
                <a:cubicBezTo>
                  <a:pt x="5250056" y="5732278"/>
                  <a:pt x="5117554" y="5761328"/>
                  <a:pt x="4987918" y="5838701"/>
                </a:cubicBezTo>
                <a:cubicBezTo>
                  <a:pt x="4699961" y="6010191"/>
                  <a:pt x="4491898" y="6286162"/>
                  <a:pt x="4317146" y="6587716"/>
                </a:cubicBezTo>
                <a:lnTo>
                  <a:pt x="4171627" y="6858000"/>
                </a:lnTo>
                <a:lnTo>
                  <a:pt x="4081585" y="6858000"/>
                </a:lnTo>
                <a:lnTo>
                  <a:pt x="4238603" y="6559341"/>
                </a:lnTo>
                <a:cubicBezTo>
                  <a:pt x="4385995" y="6299856"/>
                  <a:pt x="4555804" y="6056475"/>
                  <a:pt x="4778333" y="5873626"/>
                </a:cubicBezTo>
                <a:cubicBezTo>
                  <a:pt x="4974935" y="5712072"/>
                  <a:pt x="5214460" y="5703893"/>
                  <a:pt x="5414185" y="5573882"/>
                </a:cubicBezTo>
                <a:cubicBezTo>
                  <a:pt x="5665168" y="5409695"/>
                  <a:pt x="5834734" y="5037780"/>
                  <a:pt x="5959648" y="4760797"/>
                </a:cubicBezTo>
                <a:cubicBezTo>
                  <a:pt x="5758178" y="4742307"/>
                  <a:pt x="5556149" y="4733150"/>
                  <a:pt x="5355019" y="4734672"/>
                </a:cubicBezTo>
                <a:cubicBezTo>
                  <a:pt x="5292258" y="4900655"/>
                  <a:pt x="5203125" y="5047664"/>
                  <a:pt x="5083565" y="5179121"/>
                </a:cubicBezTo>
                <a:cubicBezTo>
                  <a:pt x="5049677" y="5379813"/>
                  <a:pt x="4862890" y="5495797"/>
                  <a:pt x="4713577" y="5616803"/>
                </a:cubicBezTo>
                <a:cubicBezTo>
                  <a:pt x="4481263" y="5805403"/>
                  <a:pt x="4239092" y="5980417"/>
                  <a:pt x="3989559" y="6145945"/>
                </a:cubicBezTo>
                <a:cubicBezTo>
                  <a:pt x="3958721" y="6166743"/>
                  <a:pt x="3915645" y="6091150"/>
                  <a:pt x="3939824" y="6066900"/>
                </a:cubicBezTo>
                <a:cubicBezTo>
                  <a:pt x="4170724" y="5831323"/>
                  <a:pt x="4361787" y="5566131"/>
                  <a:pt x="4584537" y="5324826"/>
                </a:cubicBezTo>
                <a:cubicBezTo>
                  <a:pt x="4710868" y="5187971"/>
                  <a:pt x="4848359" y="5097244"/>
                  <a:pt x="5037105" y="5088765"/>
                </a:cubicBezTo>
                <a:cubicBezTo>
                  <a:pt x="5038033" y="5088728"/>
                  <a:pt x="5039001" y="5089622"/>
                  <a:pt x="5039930" y="5089585"/>
                </a:cubicBezTo>
                <a:cubicBezTo>
                  <a:pt x="5133008" y="4982937"/>
                  <a:pt x="5207480" y="4865387"/>
                  <a:pt x="5263764" y="4735525"/>
                </a:cubicBezTo>
                <a:cubicBezTo>
                  <a:pt x="4867298" y="4743930"/>
                  <a:pt x="4472427" y="4792315"/>
                  <a:pt x="4086300" y="4884599"/>
                </a:cubicBezTo>
                <a:cubicBezTo>
                  <a:pt x="4087456" y="4890142"/>
                  <a:pt x="4087673" y="4895720"/>
                  <a:pt x="4085485" y="4899070"/>
                </a:cubicBezTo>
                <a:cubicBezTo>
                  <a:pt x="4003302" y="5010406"/>
                  <a:pt x="3928312" y="5126573"/>
                  <a:pt x="3871915" y="5253645"/>
                </a:cubicBezTo>
                <a:cubicBezTo>
                  <a:pt x="3845467" y="5314321"/>
                  <a:pt x="3832705" y="5402857"/>
                  <a:pt x="3799374" y="5466127"/>
                </a:cubicBezTo>
                <a:cubicBezTo>
                  <a:pt x="3785138" y="5845399"/>
                  <a:pt x="3675506" y="6277604"/>
                  <a:pt x="3498850" y="6661888"/>
                </a:cubicBezTo>
                <a:lnTo>
                  <a:pt x="3399216" y="6858000"/>
                </a:lnTo>
                <a:lnTo>
                  <a:pt x="3303688" y="6858000"/>
                </a:lnTo>
                <a:lnTo>
                  <a:pt x="3391774" y="6697181"/>
                </a:lnTo>
                <a:cubicBezTo>
                  <a:pt x="3573729" y="6337659"/>
                  <a:pt x="3697480" y="5922895"/>
                  <a:pt x="3735540" y="5546923"/>
                </a:cubicBezTo>
                <a:cubicBezTo>
                  <a:pt x="3733489" y="5553993"/>
                  <a:pt x="3731483" y="5561993"/>
                  <a:pt x="3729438" y="5569058"/>
                </a:cubicBezTo>
                <a:cubicBezTo>
                  <a:pt x="3722922" y="5592607"/>
                  <a:pt x="3715485" y="5616189"/>
                  <a:pt x="3707782" y="5644908"/>
                </a:cubicBezTo>
                <a:cubicBezTo>
                  <a:pt x="3671550" y="5775366"/>
                  <a:pt x="3633159" y="5910098"/>
                  <a:pt x="3583827" y="6039215"/>
                </a:cubicBezTo>
                <a:cubicBezTo>
                  <a:pt x="3571998" y="6069498"/>
                  <a:pt x="3559686" y="6099330"/>
                  <a:pt x="3547861" y="6129609"/>
                </a:cubicBezTo>
                <a:cubicBezTo>
                  <a:pt x="3528366" y="6177894"/>
                  <a:pt x="3507534" y="6227631"/>
                  <a:pt x="3490905" y="6277660"/>
                </a:cubicBezTo>
                <a:cubicBezTo>
                  <a:pt x="3477958" y="6314973"/>
                  <a:pt x="3466463" y="6353624"/>
                  <a:pt x="3455859" y="6391301"/>
                </a:cubicBezTo>
                <a:cubicBezTo>
                  <a:pt x="3447266" y="6420993"/>
                  <a:pt x="3438672" y="6450673"/>
                  <a:pt x="3429112" y="6479469"/>
                </a:cubicBezTo>
                <a:cubicBezTo>
                  <a:pt x="3394330" y="6587977"/>
                  <a:pt x="3348719" y="6693654"/>
                  <a:pt x="3304862" y="6796476"/>
                </a:cubicBezTo>
                <a:lnTo>
                  <a:pt x="3276071" y="6858000"/>
                </a:lnTo>
                <a:lnTo>
                  <a:pt x="3240805" y="6858000"/>
                </a:lnTo>
                <a:lnTo>
                  <a:pt x="3275917" y="6783192"/>
                </a:lnTo>
                <a:cubicBezTo>
                  <a:pt x="3319817" y="6681303"/>
                  <a:pt x="3364982" y="6576108"/>
                  <a:pt x="3399358" y="6469011"/>
                </a:cubicBezTo>
                <a:cubicBezTo>
                  <a:pt x="3408430" y="6439778"/>
                  <a:pt x="3417061" y="6411021"/>
                  <a:pt x="3425650" y="6381333"/>
                </a:cubicBezTo>
                <a:cubicBezTo>
                  <a:pt x="3436256" y="6343653"/>
                  <a:pt x="3448199" y="6304520"/>
                  <a:pt x="3460661" y="6266763"/>
                </a:cubicBezTo>
                <a:cubicBezTo>
                  <a:pt x="3477731" y="6216246"/>
                  <a:pt x="3498530" y="6165579"/>
                  <a:pt x="3518021" y="6117298"/>
                </a:cubicBezTo>
                <a:cubicBezTo>
                  <a:pt x="3530339" y="6087462"/>
                  <a:pt x="3542206" y="6058115"/>
                  <a:pt x="3554035" y="6027832"/>
                </a:cubicBezTo>
                <a:cubicBezTo>
                  <a:pt x="3602956" y="5900128"/>
                  <a:pt x="3640454" y="5766362"/>
                  <a:pt x="3677174" y="5636351"/>
                </a:cubicBezTo>
                <a:cubicBezTo>
                  <a:pt x="3685353" y="5608086"/>
                  <a:pt x="3692308" y="5584047"/>
                  <a:pt x="3698819" y="5560503"/>
                </a:cubicBezTo>
                <a:cubicBezTo>
                  <a:pt x="3699603" y="5556742"/>
                  <a:pt x="3701314" y="5552952"/>
                  <a:pt x="3702094" y="5549194"/>
                </a:cubicBezTo>
                <a:cubicBezTo>
                  <a:pt x="3586407" y="5684227"/>
                  <a:pt x="3491727" y="5855671"/>
                  <a:pt x="3398355" y="6094603"/>
                </a:cubicBezTo>
                <a:cubicBezTo>
                  <a:pt x="3309322" y="6322763"/>
                  <a:pt x="3241029" y="6558474"/>
                  <a:pt x="3193941" y="6798775"/>
                </a:cubicBezTo>
                <a:lnTo>
                  <a:pt x="3184140" y="6858000"/>
                </a:lnTo>
                <a:lnTo>
                  <a:pt x="3099978" y="6858000"/>
                </a:lnTo>
                <a:lnTo>
                  <a:pt x="3101556" y="6843337"/>
                </a:lnTo>
                <a:cubicBezTo>
                  <a:pt x="3144932" y="6479621"/>
                  <a:pt x="3209988" y="6112612"/>
                  <a:pt x="3370162" y="5785550"/>
                </a:cubicBezTo>
                <a:cubicBezTo>
                  <a:pt x="3467073" y="5588398"/>
                  <a:pt x="3627623" y="5538666"/>
                  <a:pt x="3746477" y="5377889"/>
                </a:cubicBezTo>
                <a:cubicBezTo>
                  <a:pt x="3800786" y="5303532"/>
                  <a:pt x="3818424" y="5173820"/>
                  <a:pt x="3863399" y="5087257"/>
                </a:cubicBezTo>
                <a:cubicBezTo>
                  <a:pt x="3894981" y="5026843"/>
                  <a:pt x="3930436" y="4970007"/>
                  <a:pt x="3968712" y="4913989"/>
                </a:cubicBezTo>
                <a:cubicBezTo>
                  <a:pt x="3564505" y="5020029"/>
                  <a:pt x="3170154" y="5174588"/>
                  <a:pt x="2792390" y="5382974"/>
                </a:cubicBezTo>
                <a:lnTo>
                  <a:pt x="2714982" y="5427051"/>
                </a:lnTo>
                <a:cubicBezTo>
                  <a:pt x="2773600" y="5623577"/>
                  <a:pt x="2823261" y="5817201"/>
                  <a:pt x="2813361" y="6023912"/>
                </a:cubicBezTo>
                <a:cubicBezTo>
                  <a:pt x="2800935" y="6283826"/>
                  <a:pt x="2738768" y="6546188"/>
                  <a:pt x="2688430" y="6801564"/>
                </a:cubicBezTo>
                <a:cubicBezTo>
                  <a:pt x="2680286" y="6842403"/>
                  <a:pt x="2633415" y="6776749"/>
                  <a:pt x="2629626" y="6763394"/>
                </a:cubicBezTo>
                <a:cubicBezTo>
                  <a:pt x="2507208" y="6357509"/>
                  <a:pt x="2389664" y="5910450"/>
                  <a:pt x="2565328" y="5516399"/>
                </a:cubicBezTo>
                <a:cubicBezTo>
                  <a:pt x="2340344" y="5655334"/>
                  <a:pt x="2126262" y="5810607"/>
                  <a:pt x="1922999" y="5980343"/>
                </a:cubicBezTo>
                <a:cubicBezTo>
                  <a:pt x="1913735" y="6121357"/>
                  <a:pt x="1951823" y="6270268"/>
                  <a:pt x="1950261" y="6405858"/>
                </a:cubicBezTo>
                <a:cubicBezTo>
                  <a:pt x="2095468" y="6403315"/>
                  <a:pt x="2243415" y="6568324"/>
                  <a:pt x="2365554" y="6759107"/>
                </a:cubicBezTo>
                <a:lnTo>
                  <a:pt x="2424142" y="6858000"/>
                </a:lnTo>
                <a:lnTo>
                  <a:pt x="2395994" y="6858000"/>
                </a:lnTo>
                <a:lnTo>
                  <a:pt x="2392863" y="6852964"/>
                </a:lnTo>
                <a:cubicBezTo>
                  <a:pt x="2286592" y="6697030"/>
                  <a:pt x="2128210" y="6530604"/>
                  <a:pt x="2017589" y="6493982"/>
                </a:cubicBezTo>
                <a:cubicBezTo>
                  <a:pt x="2065428" y="6525607"/>
                  <a:pt x="2108651" y="6558340"/>
                  <a:pt x="2147336" y="6594052"/>
                </a:cubicBezTo>
                <a:cubicBezTo>
                  <a:pt x="2168131" y="6613249"/>
                  <a:pt x="2188032" y="6633414"/>
                  <a:pt x="2207047" y="6654540"/>
                </a:cubicBezTo>
                <a:cubicBezTo>
                  <a:pt x="2240670" y="6691852"/>
                  <a:pt x="2268864" y="6733110"/>
                  <a:pt x="2299106" y="6778931"/>
                </a:cubicBezTo>
                <a:lnTo>
                  <a:pt x="2314430" y="6801144"/>
                </a:lnTo>
                <a:lnTo>
                  <a:pt x="2352406" y="6858000"/>
                </a:lnTo>
                <a:lnTo>
                  <a:pt x="2314492" y="6858000"/>
                </a:lnTo>
                <a:lnTo>
                  <a:pt x="2288095" y="6818030"/>
                </a:lnTo>
                <a:lnTo>
                  <a:pt x="2272768" y="6795822"/>
                </a:lnTo>
                <a:cubicBezTo>
                  <a:pt x="2242565" y="6750921"/>
                  <a:pt x="2214890" y="6711042"/>
                  <a:pt x="2182715" y="6675071"/>
                </a:cubicBezTo>
                <a:cubicBezTo>
                  <a:pt x="2139301" y="6626043"/>
                  <a:pt x="2090046" y="6582375"/>
                  <a:pt x="2032061" y="6541380"/>
                </a:cubicBezTo>
                <a:cubicBezTo>
                  <a:pt x="2113005" y="6632219"/>
                  <a:pt x="2185837" y="6729905"/>
                  <a:pt x="2257220" y="6826257"/>
                </a:cubicBezTo>
                <a:lnTo>
                  <a:pt x="2281324" y="6858000"/>
                </a:lnTo>
                <a:lnTo>
                  <a:pt x="2242860" y="6858000"/>
                </a:lnTo>
                <a:lnTo>
                  <a:pt x="2232818" y="6844926"/>
                </a:lnTo>
                <a:cubicBezTo>
                  <a:pt x="2156524" y="6742256"/>
                  <a:pt x="2077809" y="6637351"/>
                  <a:pt x="1990172" y="6542121"/>
                </a:cubicBezTo>
                <a:cubicBezTo>
                  <a:pt x="2025229" y="6615236"/>
                  <a:pt x="2072239" y="6690202"/>
                  <a:pt x="2124090" y="6761017"/>
                </a:cubicBezTo>
                <a:lnTo>
                  <a:pt x="2200380" y="6858000"/>
                </a:lnTo>
                <a:lnTo>
                  <a:pt x="2147507" y="6858000"/>
                </a:lnTo>
                <a:lnTo>
                  <a:pt x="2070668" y="6761520"/>
                </a:lnTo>
                <a:cubicBezTo>
                  <a:pt x="2050397" y="6732060"/>
                  <a:pt x="1955949" y="6524860"/>
                  <a:pt x="1975142" y="6585570"/>
                </a:cubicBezTo>
                <a:cubicBezTo>
                  <a:pt x="1998651" y="6661010"/>
                  <a:pt x="2025657" y="6736543"/>
                  <a:pt x="2050035" y="6813345"/>
                </a:cubicBezTo>
                <a:lnTo>
                  <a:pt x="2063025" y="6858000"/>
                </a:lnTo>
                <a:lnTo>
                  <a:pt x="2021675" y="6858000"/>
                </a:lnTo>
                <a:lnTo>
                  <a:pt x="2019308" y="6847118"/>
                </a:lnTo>
                <a:cubicBezTo>
                  <a:pt x="1994223" y="6748278"/>
                  <a:pt x="1963999" y="6650518"/>
                  <a:pt x="1938835" y="6551160"/>
                </a:cubicBezTo>
                <a:cubicBezTo>
                  <a:pt x="1929908" y="6619047"/>
                  <a:pt x="1941143" y="6690322"/>
                  <a:pt x="1953230" y="6759699"/>
                </a:cubicBezTo>
                <a:lnTo>
                  <a:pt x="1956763" y="6778191"/>
                </a:lnTo>
                <a:lnTo>
                  <a:pt x="1967925" y="6858000"/>
                </a:lnTo>
                <a:lnTo>
                  <a:pt x="1936622" y="6858000"/>
                </a:lnTo>
                <a:lnTo>
                  <a:pt x="1926261" y="6784064"/>
                </a:lnTo>
                <a:lnTo>
                  <a:pt x="1922724" y="6765577"/>
                </a:lnTo>
                <a:cubicBezTo>
                  <a:pt x="1915473" y="6723948"/>
                  <a:pt x="1907737" y="6681875"/>
                  <a:pt x="1904650" y="6639616"/>
                </a:cubicBezTo>
                <a:lnTo>
                  <a:pt x="1885273" y="6858000"/>
                </a:lnTo>
                <a:lnTo>
                  <a:pt x="1854363" y="6858000"/>
                </a:lnTo>
                <a:lnTo>
                  <a:pt x="1880391" y="6603796"/>
                </a:lnTo>
                <a:cubicBezTo>
                  <a:pt x="1857032" y="6636864"/>
                  <a:pt x="1833268" y="6671346"/>
                  <a:pt x="1818273" y="6715729"/>
                </a:cubicBezTo>
                <a:cubicBezTo>
                  <a:pt x="1804852" y="6755735"/>
                  <a:pt x="1797634" y="6798725"/>
                  <a:pt x="1794691" y="6843239"/>
                </a:cubicBezTo>
                <a:cubicBezTo>
                  <a:pt x="1794765" y="6848159"/>
                  <a:pt x="1794840" y="6853080"/>
                  <a:pt x="1794914" y="6858000"/>
                </a:cubicBezTo>
                <a:lnTo>
                  <a:pt x="1746128" y="6858000"/>
                </a:lnTo>
                <a:lnTo>
                  <a:pt x="1753934" y="6724796"/>
                </a:lnTo>
                <a:cubicBezTo>
                  <a:pt x="1761216" y="6674140"/>
                  <a:pt x="1773366" y="6623443"/>
                  <a:pt x="1792053" y="6572396"/>
                </a:cubicBezTo>
                <a:cubicBezTo>
                  <a:pt x="1831929" y="6463223"/>
                  <a:pt x="1865036" y="6394363"/>
                  <a:pt x="1862248" y="6266397"/>
                </a:cubicBezTo>
                <a:cubicBezTo>
                  <a:pt x="1860953" y="6187277"/>
                  <a:pt x="1859762" y="6110946"/>
                  <a:pt x="1862250" y="6033531"/>
                </a:cubicBezTo>
                <a:cubicBezTo>
                  <a:pt x="1629459" y="6233327"/>
                  <a:pt x="1412286" y="6451119"/>
                  <a:pt x="1211999" y="6683610"/>
                </a:cubicBezTo>
                <a:cubicBezTo>
                  <a:pt x="1212594" y="6686848"/>
                  <a:pt x="1213637" y="6689601"/>
                  <a:pt x="1213266" y="6691947"/>
                </a:cubicBezTo>
                <a:cubicBezTo>
                  <a:pt x="1207239" y="6745048"/>
                  <a:pt x="1203941" y="6797982"/>
                  <a:pt x="1203370" y="6850676"/>
                </a:cubicBezTo>
                <a:cubicBezTo>
                  <a:pt x="1203470" y="6853117"/>
                  <a:pt x="1203571" y="6855559"/>
                  <a:pt x="1203671" y="6858000"/>
                </a:cubicBezTo>
                <a:lnTo>
                  <a:pt x="1143180" y="6858000"/>
                </a:lnTo>
                <a:cubicBezTo>
                  <a:pt x="1142845" y="6827348"/>
                  <a:pt x="1142511" y="6796697"/>
                  <a:pt x="1142176" y="6766045"/>
                </a:cubicBezTo>
                <a:lnTo>
                  <a:pt x="1067484" y="6858000"/>
                </a:lnTo>
                <a:lnTo>
                  <a:pt x="953928" y="6858000"/>
                </a:lnTo>
                <a:lnTo>
                  <a:pt x="959715" y="6850185"/>
                </a:lnTo>
                <a:cubicBezTo>
                  <a:pt x="1122351" y="6642955"/>
                  <a:pt x="1297493" y="6445464"/>
                  <a:pt x="1483788" y="6259174"/>
                </a:cubicBezTo>
                <a:cubicBezTo>
                  <a:pt x="1354519" y="6252700"/>
                  <a:pt x="1219786" y="6272526"/>
                  <a:pt x="1100671" y="6252137"/>
                </a:cubicBezTo>
                <a:cubicBezTo>
                  <a:pt x="1097473" y="6253667"/>
                  <a:pt x="1093344" y="6255226"/>
                  <a:pt x="1090144" y="6256748"/>
                </a:cubicBezTo>
                <a:cubicBezTo>
                  <a:pt x="1093160" y="6262221"/>
                  <a:pt x="1095726" y="6268172"/>
                  <a:pt x="1095872" y="6271892"/>
                </a:cubicBezTo>
                <a:cubicBezTo>
                  <a:pt x="1117034" y="6614754"/>
                  <a:pt x="501310" y="6765589"/>
                  <a:pt x="262785" y="6845450"/>
                </a:cubicBezTo>
                <a:cubicBezTo>
                  <a:pt x="240730" y="6852851"/>
                  <a:pt x="197167" y="6788461"/>
                  <a:pt x="209968" y="6770713"/>
                </a:cubicBezTo>
                <a:cubicBezTo>
                  <a:pt x="383281" y="6527661"/>
                  <a:pt x="615742" y="6377713"/>
                  <a:pt x="873460" y="6253768"/>
                </a:cubicBezTo>
                <a:cubicBezTo>
                  <a:pt x="626943" y="6191900"/>
                  <a:pt x="365733" y="5960633"/>
                  <a:pt x="192686" y="5849257"/>
                </a:cubicBezTo>
                <a:cubicBezTo>
                  <a:pt x="116185" y="5799690"/>
                  <a:pt x="52073" y="5754165"/>
                  <a:pt x="4696" y="5697668"/>
                </a:cubicBezTo>
                <a:lnTo>
                  <a:pt x="0" y="5689984"/>
                </a:lnTo>
                <a:lnTo>
                  <a:pt x="0" y="5513472"/>
                </a:lnTo>
                <a:lnTo>
                  <a:pt x="174101" y="5620277"/>
                </a:lnTo>
                <a:cubicBezTo>
                  <a:pt x="413334" y="5759164"/>
                  <a:pt x="660435" y="5885160"/>
                  <a:pt x="891800" y="6036935"/>
                </a:cubicBezTo>
                <a:cubicBezTo>
                  <a:pt x="944884" y="6071606"/>
                  <a:pt x="1012106" y="6145300"/>
                  <a:pt x="1072219" y="6169443"/>
                </a:cubicBezTo>
                <a:cubicBezTo>
                  <a:pt x="1072700" y="6169886"/>
                  <a:pt x="1073629" y="6169850"/>
                  <a:pt x="1074117" y="6170301"/>
                </a:cubicBezTo>
                <a:cubicBezTo>
                  <a:pt x="1077423" y="6171567"/>
                  <a:pt x="1080285" y="6173315"/>
                  <a:pt x="1083114" y="6174131"/>
                </a:cubicBezTo>
                <a:cubicBezTo>
                  <a:pt x="1205686" y="6211148"/>
                  <a:pt x="1403553" y="6162717"/>
                  <a:pt x="1543010" y="6191140"/>
                </a:cubicBezTo>
                <a:cubicBezTo>
                  <a:pt x="1545352" y="6191516"/>
                  <a:pt x="1548218" y="6193258"/>
                  <a:pt x="1551080" y="6195006"/>
                </a:cubicBezTo>
                <a:cubicBezTo>
                  <a:pt x="1796784" y="5956970"/>
                  <a:pt x="2061981" y="5740521"/>
                  <a:pt x="2345443" y="5549882"/>
                </a:cubicBezTo>
                <a:cubicBezTo>
                  <a:pt x="2141371" y="5547786"/>
                  <a:pt x="1930334" y="5604666"/>
                  <a:pt x="1721499" y="5599969"/>
                </a:cubicBezTo>
                <a:cubicBezTo>
                  <a:pt x="1398951" y="5593309"/>
                  <a:pt x="1081337" y="5547329"/>
                  <a:pt x="767716" y="5472768"/>
                </a:cubicBezTo>
                <a:cubicBezTo>
                  <a:pt x="753133" y="5469162"/>
                  <a:pt x="700946" y="5398599"/>
                  <a:pt x="722147" y="5393091"/>
                </a:cubicBezTo>
                <a:cubicBezTo>
                  <a:pt x="968781" y="5329673"/>
                  <a:pt x="1232259" y="5326588"/>
                  <a:pt x="1485552" y="5313202"/>
                </a:cubicBezTo>
                <a:cubicBezTo>
                  <a:pt x="1722589" y="5300930"/>
                  <a:pt x="1934026" y="5312502"/>
                  <a:pt x="2143004" y="5402420"/>
                </a:cubicBezTo>
                <a:cubicBezTo>
                  <a:pt x="2072259" y="5321879"/>
                  <a:pt x="2001915" y="5239927"/>
                  <a:pt x="1933391" y="5156971"/>
                </a:cubicBezTo>
                <a:cubicBezTo>
                  <a:pt x="1884964" y="5098829"/>
                  <a:pt x="1830279" y="5047453"/>
                  <a:pt x="1827118" y="4968410"/>
                </a:cubicBezTo>
                <a:cubicBezTo>
                  <a:pt x="1826899" y="4962830"/>
                  <a:pt x="1831287" y="4956131"/>
                  <a:pt x="1837349" y="4956357"/>
                </a:cubicBezTo>
                <a:cubicBezTo>
                  <a:pt x="1954786" y="4958180"/>
                  <a:pt x="2095955" y="5099243"/>
                  <a:pt x="2162835" y="5187853"/>
                </a:cubicBezTo>
                <a:cubicBezTo>
                  <a:pt x="2223806" y="5268314"/>
                  <a:pt x="2261117" y="5362764"/>
                  <a:pt x="2257167" y="5462123"/>
                </a:cubicBezTo>
                <a:cubicBezTo>
                  <a:pt x="2258619" y="5463463"/>
                  <a:pt x="2260110" y="5465731"/>
                  <a:pt x="2261598" y="5467998"/>
                </a:cubicBezTo>
                <a:cubicBezTo>
                  <a:pt x="2319293" y="5466627"/>
                  <a:pt x="2377620" y="5469418"/>
                  <a:pt x="2437177" y="5479608"/>
                </a:cubicBezTo>
                <a:cubicBezTo>
                  <a:pt x="2440002" y="5480429"/>
                  <a:pt x="2442387" y="5481726"/>
                  <a:pt x="2445247" y="5483476"/>
                </a:cubicBezTo>
                <a:cubicBezTo>
                  <a:pt x="2542410" y="5420910"/>
                  <a:pt x="2642483" y="5361023"/>
                  <a:pt x="2743626" y="5304819"/>
                </a:cubicBezTo>
                <a:cubicBezTo>
                  <a:pt x="2843877" y="5249576"/>
                  <a:pt x="2945694" y="5198471"/>
                  <a:pt x="3048102" y="5150595"/>
                </a:cubicBezTo>
                <a:cubicBezTo>
                  <a:pt x="2585795" y="5154639"/>
                  <a:pt x="2153807" y="4996795"/>
                  <a:pt x="1799414" y="4694732"/>
                </a:cubicBezTo>
                <a:cubicBezTo>
                  <a:pt x="1791709" y="4688523"/>
                  <a:pt x="1742423" y="4620635"/>
                  <a:pt x="1771735" y="4619929"/>
                </a:cubicBezTo>
                <a:cubicBezTo>
                  <a:pt x="2256142" y="4609405"/>
                  <a:pt x="2784409" y="4670721"/>
                  <a:pt x="3104273" y="5076159"/>
                </a:cubicBezTo>
                <a:cubicBezTo>
                  <a:pt x="3108183" y="5080663"/>
                  <a:pt x="3110711" y="5085686"/>
                  <a:pt x="3113245" y="5090705"/>
                </a:cubicBezTo>
                <a:cubicBezTo>
                  <a:pt x="3118189" y="5097958"/>
                  <a:pt x="3122727" y="5106622"/>
                  <a:pt x="3126294" y="5114400"/>
                </a:cubicBezTo>
                <a:cubicBezTo>
                  <a:pt x="3390302" y="4996262"/>
                  <a:pt x="3661785" y="4902036"/>
                  <a:pt x="3937433" y="4830473"/>
                </a:cubicBezTo>
                <a:cubicBezTo>
                  <a:pt x="3836176" y="4732523"/>
                  <a:pt x="3721785" y="4620668"/>
                  <a:pt x="3590475" y="4597974"/>
                </a:cubicBezTo>
                <a:cubicBezTo>
                  <a:pt x="3435249" y="4571111"/>
                  <a:pt x="3264279" y="4616605"/>
                  <a:pt x="3100264" y="4579845"/>
                </a:cubicBezTo>
                <a:cubicBezTo>
                  <a:pt x="2787310" y="4510393"/>
                  <a:pt x="2468738" y="4370372"/>
                  <a:pt x="2183576" y="4227150"/>
                </a:cubicBezTo>
                <a:cubicBezTo>
                  <a:pt x="2170260" y="4220226"/>
                  <a:pt x="2115765" y="4150220"/>
                  <a:pt x="2151029" y="4146947"/>
                </a:cubicBezTo>
                <a:cubicBezTo>
                  <a:pt x="2677991" y="4094203"/>
                  <a:pt x="3159089" y="4117356"/>
                  <a:pt x="3563434" y="4469115"/>
                </a:cubicBezTo>
                <a:lnTo>
                  <a:pt x="3177952" y="3657386"/>
                </a:lnTo>
                <a:cubicBezTo>
                  <a:pt x="3171337" y="3643210"/>
                  <a:pt x="3161442" y="3605414"/>
                  <a:pt x="3189263" y="3625726"/>
                </a:cubicBezTo>
                <a:cubicBezTo>
                  <a:pt x="3348177" y="3744655"/>
                  <a:pt x="3463235" y="3908187"/>
                  <a:pt x="3560912" y="4079863"/>
                </a:cubicBezTo>
                <a:cubicBezTo>
                  <a:pt x="3646545" y="4229668"/>
                  <a:pt x="3658964" y="4353983"/>
                  <a:pt x="3626636" y="4512230"/>
                </a:cubicBezTo>
                <a:cubicBezTo>
                  <a:pt x="3635603" y="4515129"/>
                  <a:pt x="3644081" y="4517586"/>
                  <a:pt x="3653088" y="4521417"/>
                </a:cubicBezTo>
                <a:cubicBezTo>
                  <a:pt x="3765052" y="4572828"/>
                  <a:pt x="3892199" y="4724230"/>
                  <a:pt x="3988128" y="4817267"/>
                </a:cubicBezTo>
                <a:cubicBezTo>
                  <a:pt x="4265269" y="4747971"/>
                  <a:pt x="4547054" y="4701774"/>
                  <a:pt x="4830582" y="4676000"/>
                </a:cubicBezTo>
                <a:lnTo>
                  <a:pt x="4830100" y="4675554"/>
                </a:lnTo>
                <a:cubicBezTo>
                  <a:pt x="4727027" y="4369030"/>
                  <a:pt x="4271973" y="4333199"/>
                  <a:pt x="4036318" y="4147013"/>
                </a:cubicBezTo>
                <a:cubicBezTo>
                  <a:pt x="3810777" y="3969273"/>
                  <a:pt x="3654591" y="3720297"/>
                  <a:pt x="3432098" y="3537312"/>
                </a:cubicBezTo>
                <a:cubicBezTo>
                  <a:pt x="3405134" y="3515099"/>
                  <a:pt x="3391592" y="3444385"/>
                  <a:pt x="3446761" y="3461278"/>
                </a:cubicBezTo>
                <a:cubicBezTo>
                  <a:pt x="3801752" y="3568638"/>
                  <a:pt x="4119982" y="3746863"/>
                  <a:pt x="4419733" y="3963555"/>
                </a:cubicBezTo>
                <a:cubicBezTo>
                  <a:pt x="4597168" y="4091520"/>
                  <a:pt x="4760991" y="4228417"/>
                  <a:pt x="4781371" y="4458604"/>
                </a:cubicBezTo>
                <a:cubicBezTo>
                  <a:pt x="4781562" y="4463257"/>
                  <a:pt x="4780772" y="4467014"/>
                  <a:pt x="4780440" y="4470290"/>
                </a:cubicBezTo>
                <a:cubicBezTo>
                  <a:pt x="4830364" y="4519056"/>
                  <a:pt x="4870983" y="4579844"/>
                  <a:pt x="4898954" y="4662092"/>
                </a:cubicBezTo>
                <a:cubicBezTo>
                  <a:pt x="4900480" y="4665288"/>
                  <a:pt x="4900107" y="4667630"/>
                  <a:pt x="4900699" y="4670867"/>
                </a:cubicBezTo>
                <a:cubicBezTo>
                  <a:pt x="5170915" y="4649815"/>
                  <a:pt x="5442360" y="4647817"/>
                  <a:pt x="5714511" y="4663483"/>
                </a:cubicBezTo>
                <a:cubicBezTo>
                  <a:pt x="5651495" y="4555157"/>
                  <a:pt x="5582088" y="4449879"/>
                  <a:pt x="5464793" y="4393556"/>
                </a:cubicBezTo>
                <a:cubicBezTo>
                  <a:pt x="5463384" y="4393148"/>
                  <a:pt x="5462860" y="4391770"/>
                  <a:pt x="5461897" y="4390879"/>
                </a:cubicBezTo>
                <a:cubicBezTo>
                  <a:pt x="4970387" y="4293633"/>
                  <a:pt x="4556299" y="3674930"/>
                  <a:pt x="4294126" y="3303048"/>
                </a:cubicBezTo>
                <a:cubicBezTo>
                  <a:pt x="4284225" y="3288537"/>
                  <a:pt x="4271318" y="3233630"/>
                  <a:pt x="4305321" y="3256953"/>
                </a:cubicBezTo>
                <a:cubicBezTo>
                  <a:pt x="4530520" y="3414680"/>
                  <a:pt x="4740956" y="3587440"/>
                  <a:pt x="4949299" y="3766336"/>
                </a:cubicBezTo>
                <a:cubicBezTo>
                  <a:pt x="5065543" y="3866477"/>
                  <a:pt x="5184542" y="3965579"/>
                  <a:pt x="5291452" y="4076801"/>
                </a:cubicBezTo>
                <a:cubicBezTo>
                  <a:pt x="5309900" y="4095629"/>
                  <a:pt x="5393714" y="4211504"/>
                  <a:pt x="5434998" y="4254100"/>
                </a:cubicBezTo>
                <a:cubicBezTo>
                  <a:pt x="5369347" y="4172892"/>
                  <a:pt x="5356822" y="3836202"/>
                  <a:pt x="5351015" y="3760989"/>
                </a:cubicBezTo>
                <a:cubicBezTo>
                  <a:pt x="5330486" y="3492147"/>
                  <a:pt x="5355823" y="3228927"/>
                  <a:pt x="5413780" y="2966265"/>
                </a:cubicBezTo>
                <a:cubicBezTo>
                  <a:pt x="5415835" y="2956520"/>
                  <a:pt x="5420191" y="2953318"/>
                  <a:pt x="5425627" y="2954192"/>
                </a:cubicBezTo>
                <a:close/>
                <a:moveTo>
                  <a:pt x="6604735" y="2041381"/>
                </a:moveTo>
                <a:cubicBezTo>
                  <a:pt x="6726311" y="2327927"/>
                  <a:pt x="6916754" y="2606522"/>
                  <a:pt x="7204487" y="2742112"/>
                </a:cubicBezTo>
                <a:cubicBezTo>
                  <a:pt x="7179895" y="2719491"/>
                  <a:pt x="7154936" y="2696378"/>
                  <a:pt x="7131592" y="2672096"/>
                </a:cubicBezTo>
                <a:cubicBezTo>
                  <a:pt x="7084181" y="2622518"/>
                  <a:pt x="7039271" y="2569608"/>
                  <a:pt x="6996344" y="2518310"/>
                </a:cubicBezTo>
                <a:cubicBezTo>
                  <a:pt x="6908871" y="2414600"/>
                  <a:pt x="6818501" y="2306884"/>
                  <a:pt x="6735495" y="2196890"/>
                </a:cubicBezTo>
                <a:lnTo>
                  <a:pt x="6721901" y="2179274"/>
                </a:lnTo>
                <a:cubicBezTo>
                  <a:pt x="6685654" y="2131523"/>
                  <a:pt x="6648317" y="2082278"/>
                  <a:pt x="6604735" y="2041381"/>
                </a:cubicBezTo>
                <a:close/>
                <a:moveTo>
                  <a:pt x="6591670" y="1988277"/>
                </a:moveTo>
                <a:cubicBezTo>
                  <a:pt x="6653650" y="2036451"/>
                  <a:pt x="6701310" y="2098809"/>
                  <a:pt x="6747349" y="2160069"/>
                </a:cubicBezTo>
                <a:lnTo>
                  <a:pt x="6760943" y="2177686"/>
                </a:lnTo>
                <a:cubicBezTo>
                  <a:pt x="6844486" y="2287290"/>
                  <a:pt x="6934499" y="2394502"/>
                  <a:pt x="7021065" y="2498102"/>
                </a:cubicBezTo>
                <a:cubicBezTo>
                  <a:pt x="7063629" y="2548900"/>
                  <a:pt x="7108178" y="2601313"/>
                  <a:pt x="7155223" y="2650386"/>
                </a:cubicBezTo>
                <a:cubicBezTo>
                  <a:pt x="7170968" y="2666443"/>
                  <a:pt x="7186885" y="2681619"/>
                  <a:pt x="7203167" y="2697288"/>
                </a:cubicBezTo>
                <a:cubicBezTo>
                  <a:pt x="7124362" y="2565928"/>
                  <a:pt x="7030837" y="2441422"/>
                  <a:pt x="6937703" y="2321981"/>
                </a:cubicBezTo>
                <a:cubicBezTo>
                  <a:pt x="6842752" y="2200032"/>
                  <a:pt x="6742965" y="2048781"/>
                  <a:pt x="6591670" y="1988277"/>
                </a:cubicBezTo>
                <a:close/>
                <a:moveTo>
                  <a:pt x="5798671" y="1981601"/>
                </a:moveTo>
                <a:cubicBezTo>
                  <a:pt x="5784234" y="2008086"/>
                  <a:pt x="5768551" y="2036236"/>
                  <a:pt x="5754709" y="2071454"/>
                </a:cubicBezTo>
                <a:cubicBezTo>
                  <a:pt x="5651219" y="2330361"/>
                  <a:pt x="5694208" y="2592217"/>
                  <a:pt x="5763044" y="2842206"/>
                </a:cubicBezTo>
                <a:cubicBezTo>
                  <a:pt x="5763687" y="2828007"/>
                  <a:pt x="5764331" y="2813808"/>
                  <a:pt x="5764974" y="2799609"/>
                </a:cubicBezTo>
                <a:cubicBezTo>
                  <a:pt x="5766710" y="2755616"/>
                  <a:pt x="5768626" y="2710738"/>
                  <a:pt x="5767665" y="2666409"/>
                </a:cubicBezTo>
                <a:cubicBezTo>
                  <a:pt x="5766964" y="2637156"/>
                  <a:pt x="5764828" y="2608182"/>
                  <a:pt x="5763055" y="2579705"/>
                </a:cubicBezTo>
                <a:cubicBezTo>
                  <a:pt x="5760913" y="2550734"/>
                  <a:pt x="5758780" y="2521760"/>
                  <a:pt x="5758079" y="2492508"/>
                </a:cubicBezTo>
                <a:cubicBezTo>
                  <a:pt x="5755745" y="2394242"/>
                  <a:pt x="5767619" y="2294070"/>
                  <a:pt x="5779325" y="2197069"/>
                </a:cubicBezTo>
                <a:cubicBezTo>
                  <a:pt x="5787753" y="2126095"/>
                  <a:pt x="5796001" y="2053736"/>
                  <a:pt x="5798671" y="1981601"/>
                </a:cubicBezTo>
                <a:close/>
                <a:moveTo>
                  <a:pt x="5829202" y="1971679"/>
                </a:moveTo>
                <a:cubicBezTo>
                  <a:pt x="5826736" y="2047481"/>
                  <a:pt x="5818154" y="2123904"/>
                  <a:pt x="5809558" y="2198043"/>
                </a:cubicBezTo>
                <a:cubicBezTo>
                  <a:pt x="5798026" y="2294159"/>
                  <a:pt x="5785973" y="2392938"/>
                  <a:pt x="5788653" y="2489430"/>
                </a:cubicBezTo>
                <a:cubicBezTo>
                  <a:pt x="5789524" y="2517790"/>
                  <a:pt x="5791665" y="2546759"/>
                  <a:pt x="5793439" y="2575235"/>
                </a:cubicBezTo>
                <a:cubicBezTo>
                  <a:pt x="5794815" y="2596366"/>
                  <a:pt x="5795822" y="2617001"/>
                  <a:pt x="5796837" y="2637633"/>
                </a:cubicBezTo>
                <a:cubicBezTo>
                  <a:pt x="5803017" y="2582794"/>
                  <a:pt x="5810098" y="2528066"/>
                  <a:pt x="5818614" y="2473055"/>
                </a:cubicBezTo>
                <a:cubicBezTo>
                  <a:pt x="5845917" y="2299125"/>
                  <a:pt x="5877599" y="2135758"/>
                  <a:pt x="5829202" y="1971679"/>
                </a:cubicBezTo>
                <a:close/>
                <a:moveTo>
                  <a:pt x="5911389" y="1898371"/>
                </a:moveTo>
                <a:cubicBezTo>
                  <a:pt x="6006914" y="2026768"/>
                  <a:pt x="6112955" y="2136857"/>
                  <a:pt x="6237627" y="2231921"/>
                </a:cubicBezTo>
                <a:cubicBezTo>
                  <a:pt x="6161282" y="2090381"/>
                  <a:pt x="6060308" y="1952200"/>
                  <a:pt x="5911389" y="1898371"/>
                </a:cubicBezTo>
                <a:close/>
                <a:moveTo>
                  <a:pt x="6944437" y="1575402"/>
                </a:moveTo>
                <a:cubicBezTo>
                  <a:pt x="6732842" y="1643305"/>
                  <a:pt x="6518352" y="1707201"/>
                  <a:pt x="6304730" y="1766654"/>
                </a:cubicBezTo>
                <a:cubicBezTo>
                  <a:pt x="6527947" y="1784949"/>
                  <a:pt x="6737901" y="1680839"/>
                  <a:pt x="6944437" y="1575402"/>
                </a:cubicBezTo>
                <a:close/>
                <a:moveTo>
                  <a:pt x="7019523" y="1519450"/>
                </a:moveTo>
                <a:cubicBezTo>
                  <a:pt x="6766096" y="1537552"/>
                  <a:pt x="6524653" y="1609537"/>
                  <a:pt x="6298091" y="1737122"/>
                </a:cubicBezTo>
                <a:cubicBezTo>
                  <a:pt x="6539381" y="1670594"/>
                  <a:pt x="6780997" y="1597715"/>
                  <a:pt x="7019523" y="1519450"/>
                </a:cubicBezTo>
                <a:close/>
                <a:moveTo>
                  <a:pt x="2399523" y="1428234"/>
                </a:moveTo>
                <a:cubicBezTo>
                  <a:pt x="2324192" y="1539775"/>
                  <a:pt x="2267478" y="1713586"/>
                  <a:pt x="2224982" y="1826201"/>
                </a:cubicBezTo>
                <a:cubicBezTo>
                  <a:pt x="2161246" y="1995817"/>
                  <a:pt x="2120250" y="2168765"/>
                  <a:pt x="2096099" y="2345900"/>
                </a:cubicBezTo>
                <a:cubicBezTo>
                  <a:pt x="2166834" y="2165047"/>
                  <a:pt x="2226331" y="1978598"/>
                  <a:pt x="2283317" y="1796925"/>
                </a:cubicBezTo>
                <a:lnTo>
                  <a:pt x="2399523" y="1428234"/>
                </a:lnTo>
                <a:close/>
                <a:moveTo>
                  <a:pt x="2448558" y="1373435"/>
                </a:moveTo>
                <a:lnTo>
                  <a:pt x="2312521" y="1806140"/>
                </a:lnTo>
                <a:cubicBezTo>
                  <a:pt x="2255817" y="1985569"/>
                  <a:pt x="2197150" y="2169492"/>
                  <a:pt x="2127533" y="2348380"/>
                </a:cubicBezTo>
                <a:cubicBezTo>
                  <a:pt x="2230881" y="2201722"/>
                  <a:pt x="2307261" y="2041905"/>
                  <a:pt x="2358080" y="1866134"/>
                </a:cubicBezTo>
                <a:cubicBezTo>
                  <a:pt x="2378743" y="1795373"/>
                  <a:pt x="2394349" y="1722940"/>
                  <a:pt x="2407436" y="1651070"/>
                </a:cubicBezTo>
                <a:cubicBezTo>
                  <a:pt x="2417458" y="1596892"/>
                  <a:pt x="2466254" y="1384915"/>
                  <a:pt x="2448558" y="1373435"/>
                </a:cubicBezTo>
                <a:close/>
                <a:moveTo>
                  <a:pt x="278707" y="1352270"/>
                </a:moveTo>
                <a:lnTo>
                  <a:pt x="321570" y="1861610"/>
                </a:lnTo>
                <a:cubicBezTo>
                  <a:pt x="336248" y="1725752"/>
                  <a:pt x="317508" y="1584885"/>
                  <a:pt x="294281" y="1440658"/>
                </a:cubicBezTo>
                <a:lnTo>
                  <a:pt x="278707" y="1352270"/>
                </a:lnTo>
                <a:close/>
                <a:moveTo>
                  <a:pt x="1423821" y="1351958"/>
                </a:moveTo>
                <a:cubicBezTo>
                  <a:pt x="1426859" y="1507722"/>
                  <a:pt x="1587831" y="1796280"/>
                  <a:pt x="1638521" y="1908470"/>
                </a:cubicBezTo>
                <a:cubicBezTo>
                  <a:pt x="1674424" y="1987707"/>
                  <a:pt x="1711105" y="2070587"/>
                  <a:pt x="1754199" y="2149284"/>
                </a:cubicBezTo>
                <a:cubicBezTo>
                  <a:pt x="1797295" y="2227981"/>
                  <a:pt x="1846801" y="2302493"/>
                  <a:pt x="1908359" y="2364988"/>
                </a:cubicBezTo>
                <a:cubicBezTo>
                  <a:pt x="1805946" y="2193096"/>
                  <a:pt x="1725953" y="2007134"/>
                  <a:pt x="1647661" y="1825945"/>
                </a:cubicBezTo>
                <a:cubicBezTo>
                  <a:pt x="1579500" y="1667751"/>
                  <a:pt x="1508533" y="1505355"/>
                  <a:pt x="1423821" y="1351958"/>
                </a:cubicBezTo>
                <a:close/>
                <a:moveTo>
                  <a:pt x="1431890" y="1306475"/>
                </a:moveTo>
                <a:cubicBezTo>
                  <a:pt x="1458339" y="1352187"/>
                  <a:pt x="1483952" y="1399016"/>
                  <a:pt x="1507597" y="1446132"/>
                </a:cubicBezTo>
                <a:cubicBezTo>
                  <a:pt x="1568403" y="1567288"/>
                  <a:pt x="1621917" y="1692101"/>
                  <a:pt x="1674586" y="1813832"/>
                </a:cubicBezTo>
                <a:cubicBezTo>
                  <a:pt x="1719648" y="1918315"/>
                  <a:pt x="1765554" y="2024477"/>
                  <a:pt x="1815950" y="2128564"/>
                </a:cubicBezTo>
                <a:cubicBezTo>
                  <a:pt x="1866346" y="2232648"/>
                  <a:pt x="1921228" y="2334658"/>
                  <a:pt x="1984242" y="2430829"/>
                </a:cubicBezTo>
                <a:cubicBezTo>
                  <a:pt x="1994073" y="2437830"/>
                  <a:pt x="2003908" y="2444836"/>
                  <a:pt x="2014023" y="2450995"/>
                </a:cubicBezTo>
                <a:cubicBezTo>
                  <a:pt x="1956448" y="2239741"/>
                  <a:pt x="1853160" y="2049325"/>
                  <a:pt x="1747337" y="1855264"/>
                </a:cubicBezTo>
                <a:cubicBezTo>
                  <a:pt x="1678102" y="1728504"/>
                  <a:pt x="1608870" y="1601753"/>
                  <a:pt x="1533749" y="1478656"/>
                </a:cubicBezTo>
                <a:cubicBezTo>
                  <a:pt x="1510398" y="1440515"/>
                  <a:pt x="1454048" y="1294657"/>
                  <a:pt x="1431890" y="1306475"/>
                </a:cubicBezTo>
                <a:close/>
                <a:moveTo>
                  <a:pt x="5052692" y="1292994"/>
                </a:moveTo>
                <a:cubicBezTo>
                  <a:pt x="5103155" y="1406739"/>
                  <a:pt x="5153078" y="1520878"/>
                  <a:pt x="5200661" y="1635186"/>
                </a:cubicBezTo>
                <a:cubicBezTo>
                  <a:pt x="5238218" y="1725483"/>
                  <a:pt x="5273610" y="1815047"/>
                  <a:pt x="5297138" y="1906351"/>
                </a:cubicBezTo>
                <a:cubicBezTo>
                  <a:pt x="5281533" y="1683399"/>
                  <a:pt x="5177210" y="1491946"/>
                  <a:pt x="5052692" y="1292994"/>
                </a:cubicBezTo>
                <a:close/>
                <a:moveTo>
                  <a:pt x="5009948" y="1273619"/>
                </a:moveTo>
                <a:cubicBezTo>
                  <a:pt x="5013363" y="1406203"/>
                  <a:pt x="5078144" y="1538571"/>
                  <a:pt x="5121777" y="1654213"/>
                </a:cubicBezTo>
                <a:cubicBezTo>
                  <a:pt x="5175625" y="1795269"/>
                  <a:pt x="5233597" y="1934093"/>
                  <a:pt x="5293545" y="2072247"/>
                </a:cubicBezTo>
                <a:cubicBezTo>
                  <a:pt x="5293533" y="2069971"/>
                  <a:pt x="5294060" y="2067298"/>
                  <a:pt x="5294042" y="2065019"/>
                </a:cubicBezTo>
                <a:cubicBezTo>
                  <a:pt x="5282123" y="1924099"/>
                  <a:pt x="5230273" y="1786942"/>
                  <a:pt x="5171936" y="1647613"/>
                </a:cubicBezTo>
                <a:cubicBezTo>
                  <a:pt x="5119977" y="1522743"/>
                  <a:pt x="5065315" y="1397539"/>
                  <a:pt x="5009948" y="1273619"/>
                </a:cubicBezTo>
                <a:close/>
                <a:moveTo>
                  <a:pt x="655236" y="1268632"/>
                </a:moveTo>
                <a:cubicBezTo>
                  <a:pt x="717895" y="1408869"/>
                  <a:pt x="771574" y="1550454"/>
                  <a:pt x="839521" y="1685315"/>
                </a:cubicBezTo>
                <a:cubicBezTo>
                  <a:pt x="907470" y="1820177"/>
                  <a:pt x="989683" y="1948318"/>
                  <a:pt x="1109416" y="2061663"/>
                </a:cubicBezTo>
                <a:cubicBezTo>
                  <a:pt x="1177718" y="2126399"/>
                  <a:pt x="1244319" y="2184954"/>
                  <a:pt x="1298300" y="2247742"/>
                </a:cubicBezTo>
                <a:cubicBezTo>
                  <a:pt x="1250168" y="2156040"/>
                  <a:pt x="1187457" y="2071655"/>
                  <a:pt x="1125871" y="1989513"/>
                </a:cubicBezTo>
                <a:cubicBezTo>
                  <a:pt x="1076370" y="1923070"/>
                  <a:pt x="1025189" y="1854667"/>
                  <a:pt x="981574" y="1783157"/>
                </a:cubicBezTo>
                <a:cubicBezTo>
                  <a:pt x="960475" y="1748106"/>
                  <a:pt x="941058" y="1712211"/>
                  <a:pt x="922198" y="1677437"/>
                </a:cubicBezTo>
                <a:cubicBezTo>
                  <a:pt x="905028" y="1646031"/>
                  <a:pt x="887579" y="1614059"/>
                  <a:pt x="869293" y="1583214"/>
                </a:cubicBezTo>
                <a:cubicBezTo>
                  <a:pt x="832994" y="1522086"/>
                  <a:pt x="791368" y="1462924"/>
                  <a:pt x="751431" y="1405731"/>
                </a:cubicBezTo>
                <a:lnTo>
                  <a:pt x="655236" y="1268632"/>
                </a:lnTo>
                <a:close/>
                <a:moveTo>
                  <a:pt x="6516292" y="1263064"/>
                </a:moveTo>
                <a:cubicBezTo>
                  <a:pt x="6288018" y="1373581"/>
                  <a:pt x="6031500" y="1451909"/>
                  <a:pt x="5736320" y="1501803"/>
                </a:cubicBezTo>
                <a:cubicBezTo>
                  <a:pt x="6001708" y="1565837"/>
                  <a:pt x="6267694" y="1408906"/>
                  <a:pt x="6516292" y="1263064"/>
                </a:cubicBezTo>
                <a:close/>
                <a:moveTo>
                  <a:pt x="291466" y="1250369"/>
                </a:moveTo>
                <a:cubicBezTo>
                  <a:pt x="302228" y="1312380"/>
                  <a:pt x="313548" y="1374109"/>
                  <a:pt x="323180" y="1435283"/>
                </a:cubicBezTo>
                <a:cubicBezTo>
                  <a:pt x="347262" y="1585402"/>
                  <a:pt x="366566" y="1733005"/>
                  <a:pt x="349381" y="1875041"/>
                </a:cubicBezTo>
                <a:cubicBezTo>
                  <a:pt x="398887" y="1761016"/>
                  <a:pt x="404047" y="1643975"/>
                  <a:pt x="374363" y="1506494"/>
                </a:cubicBezTo>
                <a:cubicBezTo>
                  <a:pt x="356845" y="1425406"/>
                  <a:pt x="334841" y="1350786"/>
                  <a:pt x="302168" y="1274495"/>
                </a:cubicBezTo>
                <a:cubicBezTo>
                  <a:pt x="298229" y="1265236"/>
                  <a:pt x="295129" y="1257666"/>
                  <a:pt x="291466" y="1250369"/>
                </a:cubicBezTo>
                <a:close/>
                <a:moveTo>
                  <a:pt x="678222" y="1248670"/>
                </a:moveTo>
                <a:lnTo>
                  <a:pt x="775536" y="1388015"/>
                </a:lnTo>
                <a:cubicBezTo>
                  <a:pt x="815764" y="1445771"/>
                  <a:pt x="857669" y="1505484"/>
                  <a:pt x="894529" y="1567739"/>
                </a:cubicBezTo>
                <a:cubicBezTo>
                  <a:pt x="913103" y="1599148"/>
                  <a:pt x="930546" y="1631115"/>
                  <a:pt x="948000" y="1663088"/>
                </a:cubicBezTo>
                <a:cubicBezTo>
                  <a:pt x="966853" y="1697859"/>
                  <a:pt x="986277" y="1733757"/>
                  <a:pt x="1006812" y="1767683"/>
                </a:cubicBezTo>
                <a:cubicBezTo>
                  <a:pt x="1049303" y="1838347"/>
                  <a:pt x="1100205" y="1906189"/>
                  <a:pt x="1149133" y="1971513"/>
                </a:cubicBezTo>
                <a:cubicBezTo>
                  <a:pt x="1215506" y="2060384"/>
                  <a:pt x="1283561" y="2151216"/>
                  <a:pt x="1333952" y="2251620"/>
                </a:cubicBezTo>
                <a:lnTo>
                  <a:pt x="1337329" y="2258350"/>
                </a:lnTo>
                <a:cubicBezTo>
                  <a:pt x="1352131" y="2023413"/>
                  <a:pt x="1145204" y="1784597"/>
                  <a:pt x="1014726" y="1615556"/>
                </a:cubicBezTo>
                <a:cubicBezTo>
                  <a:pt x="911517" y="1481269"/>
                  <a:pt x="800192" y="1360189"/>
                  <a:pt x="678222" y="1248670"/>
                </a:cubicBezTo>
                <a:close/>
                <a:moveTo>
                  <a:pt x="6691602" y="1140573"/>
                </a:moveTo>
                <a:cubicBezTo>
                  <a:pt x="6646175" y="1158238"/>
                  <a:pt x="6598950" y="1175684"/>
                  <a:pt x="6571100" y="1183662"/>
                </a:cubicBezTo>
                <a:cubicBezTo>
                  <a:pt x="6462406" y="1213607"/>
                  <a:pt x="6352215" y="1234713"/>
                  <a:pt x="6241687" y="1257600"/>
                </a:cubicBezTo>
                <a:cubicBezTo>
                  <a:pt x="6040746" y="1299467"/>
                  <a:pt x="5893317" y="1420819"/>
                  <a:pt x="5693009" y="1478256"/>
                </a:cubicBezTo>
                <a:cubicBezTo>
                  <a:pt x="6021285" y="1426507"/>
                  <a:pt x="6301876" y="1340642"/>
                  <a:pt x="6548420" y="1214599"/>
                </a:cubicBezTo>
                <a:lnTo>
                  <a:pt x="6605473" y="1184686"/>
                </a:lnTo>
                <a:cubicBezTo>
                  <a:pt x="6633823" y="1169483"/>
                  <a:pt x="6662531" y="1154778"/>
                  <a:pt x="6691602" y="1140573"/>
                </a:cubicBezTo>
                <a:close/>
                <a:moveTo>
                  <a:pt x="4002475" y="1037802"/>
                </a:moveTo>
                <a:lnTo>
                  <a:pt x="4000324" y="1039362"/>
                </a:lnTo>
                <a:lnTo>
                  <a:pt x="4002862" y="1042866"/>
                </a:lnTo>
                <a:cubicBezTo>
                  <a:pt x="4002672" y="1041472"/>
                  <a:pt x="4002487" y="1040086"/>
                  <a:pt x="4002475" y="1037802"/>
                </a:cubicBezTo>
                <a:close/>
                <a:moveTo>
                  <a:pt x="506322" y="1020997"/>
                </a:moveTo>
                <a:cubicBezTo>
                  <a:pt x="513282" y="1018930"/>
                  <a:pt x="522180" y="1021005"/>
                  <a:pt x="533068" y="1029409"/>
                </a:cubicBezTo>
                <a:cubicBezTo>
                  <a:pt x="813777" y="1244537"/>
                  <a:pt x="1037861" y="1510547"/>
                  <a:pt x="1232525" y="1804675"/>
                </a:cubicBezTo>
                <a:cubicBezTo>
                  <a:pt x="1347857" y="1978510"/>
                  <a:pt x="1448039" y="2155739"/>
                  <a:pt x="1388858" y="2368011"/>
                </a:cubicBezTo>
                <a:cubicBezTo>
                  <a:pt x="1387462" y="2372226"/>
                  <a:pt x="1385496" y="2375314"/>
                  <a:pt x="1384098" y="2378125"/>
                </a:cubicBezTo>
                <a:cubicBezTo>
                  <a:pt x="1412260" y="2438425"/>
                  <a:pt x="1428077" y="2506324"/>
                  <a:pt x="1425393" y="2589124"/>
                </a:cubicBezTo>
                <a:cubicBezTo>
                  <a:pt x="1425681" y="2592488"/>
                  <a:pt x="1424559" y="2594453"/>
                  <a:pt x="1424001" y="2597541"/>
                </a:cubicBezTo>
                <a:cubicBezTo>
                  <a:pt x="1672217" y="2669579"/>
                  <a:pt x="1915127" y="2759032"/>
                  <a:pt x="2152729" y="2864487"/>
                </a:cubicBezTo>
                <a:cubicBezTo>
                  <a:pt x="2132903" y="2746636"/>
                  <a:pt x="2106350" y="2629357"/>
                  <a:pt x="2020609" y="2539671"/>
                </a:cubicBezTo>
                <a:cubicBezTo>
                  <a:pt x="2019486" y="2538832"/>
                  <a:pt x="2019482" y="2537426"/>
                  <a:pt x="2018920" y="2536309"/>
                </a:cubicBezTo>
                <a:cubicBezTo>
                  <a:pt x="1612986" y="2284320"/>
                  <a:pt x="1451410" y="1593008"/>
                  <a:pt x="1342441" y="1173017"/>
                </a:cubicBezTo>
                <a:cubicBezTo>
                  <a:pt x="1338482" y="1156742"/>
                  <a:pt x="1345418" y="1103405"/>
                  <a:pt x="1367925" y="1135648"/>
                </a:cubicBezTo>
                <a:cubicBezTo>
                  <a:pt x="1515878" y="1352095"/>
                  <a:pt x="1645605" y="1576999"/>
                  <a:pt x="1771401" y="1806673"/>
                </a:cubicBezTo>
                <a:cubicBezTo>
                  <a:pt x="1841477" y="1935111"/>
                  <a:pt x="1914363" y="2063547"/>
                  <a:pt x="1972385" y="2198735"/>
                </a:cubicBezTo>
                <a:cubicBezTo>
                  <a:pt x="1982518" y="2221738"/>
                  <a:pt x="2018367" y="2353316"/>
                  <a:pt x="2040892" y="2405205"/>
                </a:cubicBezTo>
                <a:cubicBezTo>
                  <a:pt x="2009600" y="2310668"/>
                  <a:pt x="2111587" y="2005996"/>
                  <a:pt x="2131689" y="1936926"/>
                </a:cubicBezTo>
                <a:cubicBezTo>
                  <a:pt x="2203731" y="1690111"/>
                  <a:pt x="2314813" y="1463729"/>
                  <a:pt x="2454820" y="1248808"/>
                </a:cubicBezTo>
                <a:cubicBezTo>
                  <a:pt x="2475264" y="1216788"/>
                  <a:pt x="2493340" y="1290570"/>
                  <a:pt x="2492512" y="1302920"/>
                </a:cubicBezTo>
                <a:cubicBezTo>
                  <a:pt x="2465675" y="1747535"/>
                  <a:pt x="2370053" y="2178216"/>
                  <a:pt x="2081216" y="2527513"/>
                </a:cubicBezTo>
                <a:cubicBezTo>
                  <a:pt x="2081497" y="2528073"/>
                  <a:pt x="2081211" y="2528916"/>
                  <a:pt x="2081211" y="2528916"/>
                </a:cubicBezTo>
                <a:cubicBezTo>
                  <a:pt x="2150699" y="2633778"/>
                  <a:pt x="2178105" y="2756954"/>
                  <a:pt x="2199067" y="2884061"/>
                </a:cubicBezTo>
                <a:cubicBezTo>
                  <a:pt x="2641128" y="3084915"/>
                  <a:pt x="3028660" y="3311628"/>
                  <a:pt x="3192586" y="3411496"/>
                </a:cubicBezTo>
                <a:cubicBezTo>
                  <a:pt x="3356510" y="3511368"/>
                  <a:pt x="3237401" y="3517312"/>
                  <a:pt x="3182620" y="3483279"/>
                </a:cubicBezTo>
                <a:cubicBezTo>
                  <a:pt x="3055506" y="3404310"/>
                  <a:pt x="2789863" y="3259545"/>
                  <a:pt x="2435119" y="3080173"/>
                </a:cubicBezTo>
                <a:lnTo>
                  <a:pt x="2410152" y="3063751"/>
                </a:lnTo>
                <a:lnTo>
                  <a:pt x="2408099" y="3064403"/>
                </a:lnTo>
                <a:lnTo>
                  <a:pt x="2407218" y="3070324"/>
                </a:lnTo>
                <a:cubicBezTo>
                  <a:pt x="2402612" y="3079171"/>
                  <a:pt x="2394080" y="3088906"/>
                  <a:pt x="2380138" y="3099341"/>
                </a:cubicBezTo>
                <a:cubicBezTo>
                  <a:pt x="2194333" y="3283170"/>
                  <a:pt x="1992503" y="3449064"/>
                  <a:pt x="1765923" y="3581043"/>
                </a:cubicBezTo>
                <a:cubicBezTo>
                  <a:pt x="1744896" y="3593696"/>
                  <a:pt x="1723857" y="3603555"/>
                  <a:pt x="1702258" y="3612286"/>
                </a:cubicBezTo>
                <a:cubicBezTo>
                  <a:pt x="1664333" y="3650747"/>
                  <a:pt x="1731601" y="3589836"/>
                  <a:pt x="1538370" y="3811804"/>
                </a:cubicBezTo>
                <a:cubicBezTo>
                  <a:pt x="1278852" y="4250311"/>
                  <a:pt x="915356" y="4600566"/>
                  <a:pt x="542867" y="4944092"/>
                </a:cubicBezTo>
                <a:cubicBezTo>
                  <a:pt x="521291" y="4964055"/>
                  <a:pt x="503482" y="4879596"/>
                  <a:pt x="515800" y="4862180"/>
                </a:cubicBezTo>
                <a:cubicBezTo>
                  <a:pt x="664236" y="4650055"/>
                  <a:pt x="747224" y="4402666"/>
                  <a:pt x="909145" y="4199225"/>
                </a:cubicBezTo>
                <a:cubicBezTo>
                  <a:pt x="998789" y="4086824"/>
                  <a:pt x="1101084" y="3991246"/>
                  <a:pt x="1214067" y="3908561"/>
                </a:cubicBezTo>
                <a:cubicBezTo>
                  <a:pt x="1023317" y="3973399"/>
                  <a:pt x="824392" y="4020568"/>
                  <a:pt x="640967" y="4105601"/>
                </a:cubicBezTo>
                <a:cubicBezTo>
                  <a:pt x="458381" y="4190213"/>
                  <a:pt x="284593" y="4292005"/>
                  <a:pt x="112563" y="4396952"/>
                </a:cubicBezTo>
                <a:lnTo>
                  <a:pt x="0" y="4466006"/>
                </a:lnTo>
                <a:lnTo>
                  <a:pt x="0" y="4233763"/>
                </a:lnTo>
                <a:lnTo>
                  <a:pt x="36881" y="4200118"/>
                </a:lnTo>
                <a:cubicBezTo>
                  <a:pt x="302143" y="3962792"/>
                  <a:pt x="585478" y="3740226"/>
                  <a:pt x="910534" y="3629753"/>
                </a:cubicBezTo>
                <a:cubicBezTo>
                  <a:pt x="1140280" y="3551663"/>
                  <a:pt x="1356783" y="3624873"/>
                  <a:pt x="1578717" y="3575982"/>
                </a:cubicBezTo>
                <a:cubicBezTo>
                  <a:pt x="1857881" y="3513822"/>
                  <a:pt x="2134207" y="3238918"/>
                  <a:pt x="2338780" y="3033725"/>
                </a:cubicBezTo>
                <a:cubicBezTo>
                  <a:pt x="2165203" y="2949506"/>
                  <a:pt x="1987990" y="2873430"/>
                  <a:pt x="1807991" y="2807184"/>
                </a:cubicBezTo>
                <a:cubicBezTo>
                  <a:pt x="1696192" y="2934214"/>
                  <a:pt x="1567238" y="3035444"/>
                  <a:pt x="1416358" y="3112571"/>
                </a:cubicBezTo>
                <a:cubicBezTo>
                  <a:pt x="1318658" y="3280278"/>
                  <a:pt x="1112986" y="3321000"/>
                  <a:pt x="939066" y="3378798"/>
                </a:cubicBezTo>
                <a:cubicBezTo>
                  <a:pt x="668357" y="3469020"/>
                  <a:pt x="393418" y="3543804"/>
                  <a:pt x="115099" y="3607650"/>
                </a:cubicBezTo>
                <a:cubicBezTo>
                  <a:pt x="80589" y="3615844"/>
                  <a:pt x="67554" y="3533906"/>
                  <a:pt x="97284" y="3520393"/>
                </a:cubicBezTo>
                <a:cubicBezTo>
                  <a:pt x="382521" y="3387774"/>
                  <a:pt x="642160" y="3215335"/>
                  <a:pt x="922050" y="3074867"/>
                </a:cubicBezTo>
                <a:cubicBezTo>
                  <a:pt x="1080787" y="2995199"/>
                  <a:pt x="1233979" y="2960447"/>
                  <a:pt x="1405265" y="3016319"/>
                </a:cubicBezTo>
                <a:cubicBezTo>
                  <a:pt x="1406106" y="3016600"/>
                  <a:pt x="1406671" y="3017724"/>
                  <a:pt x="1407512" y="3018001"/>
                </a:cubicBezTo>
                <a:cubicBezTo>
                  <a:pt x="1526420" y="2954115"/>
                  <a:pt x="1632390" y="2874245"/>
                  <a:pt x="1726266" y="2777274"/>
                </a:cubicBezTo>
                <a:cubicBezTo>
                  <a:pt x="1369635" y="2651515"/>
                  <a:pt x="1000990" y="2561972"/>
                  <a:pt x="625390" y="2514541"/>
                </a:cubicBezTo>
                <a:cubicBezTo>
                  <a:pt x="624559" y="2519877"/>
                  <a:pt x="622878" y="2524928"/>
                  <a:pt x="619799" y="2527180"/>
                </a:cubicBezTo>
                <a:cubicBezTo>
                  <a:pt x="509037" y="2598914"/>
                  <a:pt x="403069" y="2677377"/>
                  <a:pt x="310030" y="2771818"/>
                </a:cubicBezTo>
                <a:cubicBezTo>
                  <a:pt x="266034" y="2817076"/>
                  <a:pt x="224887" y="2891795"/>
                  <a:pt x="173877" y="2937056"/>
                </a:cubicBezTo>
                <a:cubicBezTo>
                  <a:pt x="145840" y="3003792"/>
                  <a:pt x="113686" y="3071134"/>
                  <a:pt x="77889" y="3138440"/>
                </a:cubicBezTo>
                <a:lnTo>
                  <a:pt x="0" y="3271395"/>
                </a:lnTo>
                <a:lnTo>
                  <a:pt x="0" y="3153002"/>
                </a:lnTo>
                <a:lnTo>
                  <a:pt x="2386" y="3149203"/>
                </a:lnTo>
                <a:cubicBezTo>
                  <a:pt x="33821" y="3095439"/>
                  <a:pt x="63030" y="3041490"/>
                  <a:pt x="89753" y="2987702"/>
                </a:cubicBezTo>
                <a:cubicBezTo>
                  <a:pt x="85546" y="2993322"/>
                  <a:pt x="81066" y="2999788"/>
                  <a:pt x="76869" y="3005404"/>
                </a:cubicBezTo>
                <a:cubicBezTo>
                  <a:pt x="63139" y="3024231"/>
                  <a:pt x="48575" y="3042776"/>
                  <a:pt x="32049" y="3065814"/>
                </a:cubicBezTo>
                <a:lnTo>
                  <a:pt x="0" y="3108744"/>
                </a:lnTo>
                <a:lnTo>
                  <a:pt x="0" y="3058059"/>
                </a:lnTo>
                <a:lnTo>
                  <a:pt x="7610" y="3047889"/>
                </a:lnTo>
                <a:cubicBezTo>
                  <a:pt x="24410" y="3025415"/>
                  <a:pt x="38695" y="3006301"/>
                  <a:pt x="52419" y="2987479"/>
                </a:cubicBezTo>
                <a:cubicBezTo>
                  <a:pt x="54382" y="2984385"/>
                  <a:pt x="57184" y="2981579"/>
                  <a:pt x="59142" y="2978488"/>
                </a:cubicBezTo>
                <a:lnTo>
                  <a:pt x="0" y="3015334"/>
                </a:lnTo>
                <a:lnTo>
                  <a:pt x="0" y="2914286"/>
                </a:lnTo>
                <a:lnTo>
                  <a:pt x="36383" y="2901128"/>
                </a:lnTo>
                <a:cubicBezTo>
                  <a:pt x="76283" y="2885228"/>
                  <a:pt x="116303" y="2866415"/>
                  <a:pt x="156329" y="2840533"/>
                </a:cubicBezTo>
                <a:cubicBezTo>
                  <a:pt x="229785" y="2792431"/>
                  <a:pt x="289125" y="2682604"/>
                  <a:pt x="358355" y="2620471"/>
                </a:cubicBezTo>
                <a:cubicBezTo>
                  <a:pt x="406846" y="2577174"/>
                  <a:pt x="457591" y="2538372"/>
                  <a:pt x="510577" y="2501244"/>
                </a:cubicBezTo>
                <a:cubicBezTo>
                  <a:pt x="411488" y="2490937"/>
                  <a:pt x="311929" y="2483543"/>
                  <a:pt x="211967" y="2479171"/>
                </a:cubicBezTo>
                <a:lnTo>
                  <a:pt x="0" y="2476398"/>
                </a:lnTo>
                <a:lnTo>
                  <a:pt x="0" y="2389189"/>
                </a:lnTo>
                <a:lnTo>
                  <a:pt x="103062" y="2389518"/>
                </a:lnTo>
                <a:cubicBezTo>
                  <a:pt x="239716" y="2392822"/>
                  <a:pt x="375712" y="2401808"/>
                  <a:pt x="510734" y="2416201"/>
                </a:cubicBezTo>
                <a:cubicBezTo>
                  <a:pt x="453295" y="2294758"/>
                  <a:pt x="388809" y="2156489"/>
                  <a:pt x="279257" y="2092102"/>
                </a:cubicBezTo>
                <a:cubicBezTo>
                  <a:pt x="214509" y="2054029"/>
                  <a:pt x="140169" y="2030776"/>
                  <a:pt x="65265" y="2006049"/>
                </a:cubicBezTo>
                <a:lnTo>
                  <a:pt x="0" y="1982532"/>
                </a:lnTo>
                <a:lnTo>
                  <a:pt x="0" y="1912789"/>
                </a:lnTo>
                <a:lnTo>
                  <a:pt x="97460" y="1953725"/>
                </a:lnTo>
                <a:cubicBezTo>
                  <a:pt x="140146" y="1968817"/>
                  <a:pt x="181972" y="1973804"/>
                  <a:pt x="221272" y="1980766"/>
                </a:cubicBezTo>
                <a:cubicBezTo>
                  <a:pt x="184478" y="1960612"/>
                  <a:pt x="148800" y="1938494"/>
                  <a:pt x="116765" y="1911033"/>
                </a:cubicBezTo>
                <a:cubicBezTo>
                  <a:pt x="78825" y="1878815"/>
                  <a:pt x="47051" y="1840696"/>
                  <a:pt x="16405" y="1803412"/>
                </a:cubicBezTo>
                <a:lnTo>
                  <a:pt x="0" y="1784777"/>
                </a:lnTo>
                <a:lnTo>
                  <a:pt x="0" y="1740082"/>
                </a:lnTo>
                <a:lnTo>
                  <a:pt x="39394" y="1784856"/>
                </a:lnTo>
                <a:cubicBezTo>
                  <a:pt x="69479" y="1821014"/>
                  <a:pt x="100126" y="1858299"/>
                  <a:pt x="135813" y="1888838"/>
                </a:cubicBezTo>
                <a:cubicBezTo>
                  <a:pt x="168411" y="1916009"/>
                  <a:pt x="204933" y="1938411"/>
                  <a:pt x="242575" y="1958841"/>
                </a:cubicBezTo>
                <a:cubicBezTo>
                  <a:pt x="195379" y="1882642"/>
                  <a:pt x="141547" y="1815083"/>
                  <a:pt x="82197" y="1754826"/>
                </a:cubicBezTo>
                <a:lnTo>
                  <a:pt x="0" y="1679650"/>
                </a:lnTo>
                <a:lnTo>
                  <a:pt x="0" y="1602463"/>
                </a:lnTo>
                <a:lnTo>
                  <a:pt x="84689" y="1677442"/>
                </a:lnTo>
                <a:cubicBezTo>
                  <a:pt x="165950" y="1759826"/>
                  <a:pt x="237786" y="1855565"/>
                  <a:pt x="298437" y="1968019"/>
                </a:cubicBezTo>
                <a:lnTo>
                  <a:pt x="227269" y="1114064"/>
                </a:lnTo>
                <a:cubicBezTo>
                  <a:pt x="226129" y="1099191"/>
                  <a:pt x="230003" y="1062136"/>
                  <a:pt x="248003" y="1089613"/>
                </a:cubicBezTo>
                <a:cubicBezTo>
                  <a:pt x="349844" y="1249160"/>
                  <a:pt x="397556" y="1433768"/>
                  <a:pt x="427020" y="1619803"/>
                </a:cubicBezTo>
                <a:cubicBezTo>
                  <a:pt x="453086" y="1782272"/>
                  <a:pt x="422387" y="1897385"/>
                  <a:pt x="340345" y="2027739"/>
                </a:cubicBezTo>
                <a:cubicBezTo>
                  <a:pt x="347373" y="2033339"/>
                  <a:pt x="354114" y="2038383"/>
                  <a:pt x="360865" y="2044827"/>
                </a:cubicBezTo>
                <a:cubicBezTo>
                  <a:pt x="443500" y="2128340"/>
                  <a:pt x="506078" y="2306190"/>
                  <a:pt x="560414" y="2421457"/>
                </a:cubicBezTo>
                <a:cubicBezTo>
                  <a:pt x="831022" y="2452769"/>
                  <a:pt x="1098019" y="2506255"/>
                  <a:pt x="1359703" y="2578554"/>
                </a:cubicBezTo>
                <a:lnTo>
                  <a:pt x="1359422" y="2577994"/>
                </a:lnTo>
                <a:cubicBezTo>
                  <a:pt x="1370467" y="2269807"/>
                  <a:pt x="976420" y="2084880"/>
                  <a:pt x="828701" y="1839520"/>
                </a:cubicBezTo>
                <a:cubicBezTo>
                  <a:pt x="687172" y="1605098"/>
                  <a:pt x="631475" y="1330413"/>
                  <a:pt x="494427" y="1092333"/>
                </a:cubicBezTo>
                <a:cubicBezTo>
                  <a:pt x="481980" y="1070671"/>
                  <a:pt x="485440" y="1027197"/>
                  <a:pt x="506322" y="1020997"/>
                </a:cubicBezTo>
                <a:close/>
                <a:moveTo>
                  <a:pt x="4570198" y="978081"/>
                </a:moveTo>
                <a:cubicBezTo>
                  <a:pt x="4555714" y="1028259"/>
                  <a:pt x="4540870" y="1077934"/>
                  <a:pt x="4523691" y="1127776"/>
                </a:cubicBezTo>
                <a:lnTo>
                  <a:pt x="4509875" y="1167552"/>
                </a:lnTo>
                <a:cubicBezTo>
                  <a:pt x="4498703" y="1198545"/>
                  <a:pt x="4488074" y="1229138"/>
                  <a:pt x="4478168" y="1260735"/>
                </a:cubicBezTo>
                <a:cubicBezTo>
                  <a:pt x="4437866" y="1392962"/>
                  <a:pt x="4423333" y="1532451"/>
                  <a:pt x="4409309" y="1666996"/>
                </a:cubicBezTo>
                <a:cubicBezTo>
                  <a:pt x="4399387" y="1761934"/>
                  <a:pt x="4389478" y="1859162"/>
                  <a:pt x="4370031" y="1955666"/>
                </a:cubicBezTo>
                <a:cubicBezTo>
                  <a:pt x="4495511" y="1636562"/>
                  <a:pt x="4590903" y="1311031"/>
                  <a:pt x="4570198" y="978081"/>
                </a:cubicBezTo>
                <a:close/>
                <a:moveTo>
                  <a:pt x="4557898" y="900011"/>
                </a:moveTo>
                <a:cubicBezTo>
                  <a:pt x="4330292" y="1199280"/>
                  <a:pt x="4335713" y="1567725"/>
                  <a:pt x="4344840" y="1922038"/>
                </a:cubicBezTo>
                <a:cubicBezTo>
                  <a:pt x="4360210" y="1836882"/>
                  <a:pt x="4369815" y="1750562"/>
                  <a:pt x="4378710" y="1665516"/>
                </a:cubicBezTo>
                <a:cubicBezTo>
                  <a:pt x="4393083" y="1529197"/>
                  <a:pt x="4407432" y="1388309"/>
                  <a:pt x="4448798" y="1253024"/>
                </a:cubicBezTo>
                <a:cubicBezTo>
                  <a:pt x="4458700" y="1221425"/>
                  <a:pt x="4469507" y="1189944"/>
                  <a:pt x="4480315" y="1158454"/>
                </a:cubicBezTo>
                <a:lnTo>
                  <a:pt x="4494133" y="1118676"/>
                </a:lnTo>
                <a:cubicBezTo>
                  <a:pt x="4518925" y="1046526"/>
                  <a:pt x="4539765" y="973431"/>
                  <a:pt x="4557898" y="900011"/>
                </a:cubicBezTo>
                <a:close/>
                <a:moveTo>
                  <a:pt x="5870151" y="898890"/>
                </a:moveTo>
                <a:cubicBezTo>
                  <a:pt x="5866911" y="898948"/>
                  <a:pt x="5864574" y="899121"/>
                  <a:pt x="5861335" y="899177"/>
                </a:cubicBezTo>
                <a:lnTo>
                  <a:pt x="5843702" y="899748"/>
                </a:lnTo>
                <a:cubicBezTo>
                  <a:pt x="5780018" y="902412"/>
                  <a:pt x="5714210" y="911192"/>
                  <a:pt x="5651107" y="920306"/>
                </a:cubicBezTo>
                <a:cubicBezTo>
                  <a:pt x="5588537" y="929031"/>
                  <a:pt x="5523624" y="937920"/>
                  <a:pt x="5459407" y="940975"/>
                </a:cubicBezTo>
                <a:cubicBezTo>
                  <a:pt x="5431523" y="942110"/>
                  <a:pt x="5402918" y="942237"/>
                  <a:pt x="5374846" y="941988"/>
                </a:cubicBezTo>
                <a:cubicBezTo>
                  <a:pt x="5336157" y="941792"/>
                  <a:pt x="5295497" y="942268"/>
                  <a:pt x="5256105" y="945632"/>
                </a:cubicBezTo>
                <a:cubicBezTo>
                  <a:pt x="5206829" y="950064"/>
                  <a:pt x="5155964" y="960232"/>
                  <a:pt x="5107071" y="969720"/>
                </a:cubicBezTo>
                <a:cubicBezTo>
                  <a:pt x="5071129" y="976700"/>
                  <a:pt x="5035177" y="983681"/>
                  <a:pt x="4998681" y="988771"/>
                </a:cubicBezTo>
                <a:cubicBezTo>
                  <a:pt x="5256175" y="1057755"/>
                  <a:pt x="5597864" y="989418"/>
                  <a:pt x="5870151" y="898890"/>
                </a:cubicBezTo>
                <a:close/>
                <a:moveTo>
                  <a:pt x="5504425" y="848067"/>
                </a:moveTo>
                <a:cubicBezTo>
                  <a:pt x="5313518" y="848319"/>
                  <a:pt x="5144450" y="894555"/>
                  <a:pt x="4968849" y="962318"/>
                </a:cubicBezTo>
                <a:cubicBezTo>
                  <a:pt x="5013986" y="957830"/>
                  <a:pt x="5059460" y="949291"/>
                  <a:pt x="5104039" y="940634"/>
                </a:cubicBezTo>
                <a:cubicBezTo>
                  <a:pt x="5153465" y="930752"/>
                  <a:pt x="5205230" y="920703"/>
                  <a:pt x="5256311" y="916490"/>
                </a:cubicBezTo>
                <a:cubicBezTo>
                  <a:pt x="5297138" y="912849"/>
                  <a:pt x="5338158" y="912871"/>
                  <a:pt x="5377381" y="912671"/>
                </a:cubicBezTo>
                <a:lnTo>
                  <a:pt x="5460148" y="911442"/>
                </a:lnTo>
                <a:cubicBezTo>
                  <a:pt x="5522934" y="908669"/>
                  <a:pt x="5586937" y="899666"/>
                  <a:pt x="5648971" y="891331"/>
                </a:cubicBezTo>
                <a:cubicBezTo>
                  <a:pt x="5712974" y="882328"/>
                  <a:pt x="5779324" y="873155"/>
                  <a:pt x="5844807" y="870718"/>
                </a:cubicBezTo>
                <a:lnTo>
                  <a:pt x="5862975" y="869756"/>
                </a:lnTo>
                <a:cubicBezTo>
                  <a:pt x="5882405" y="869405"/>
                  <a:pt x="5902011" y="868171"/>
                  <a:pt x="5920887" y="865929"/>
                </a:cubicBezTo>
                <a:cubicBezTo>
                  <a:pt x="5782825" y="855356"/>
                  <a:pt x="5643867" y="846954"/>
                  <a:pt x="5504425" y="848067"/>
                </a:cubicBezTo>
                <a:close/>
                <a:moveTo>
                  <a:pt x="3607114" y="467441"/>
                </a:moveTo>
                <a:cubicBezTo>
                  <a:pt x="3528124" y="599478"/>
                  <a:pt x="3410482" y="705343"/>
                  <a:pt x="3296242" y="807991"/>
                </a:cubicBezTo>
                <a:cubicBezTo>
                  <a:pt x="3255418" y="844446"/>
                  <a:pt x="3213877" y="882186"/>
                  <a:pt x="3174674" y="919759"/>
                </a:cubicBezTo>
                <a:cubicBezTo>
                  <a:pt x="3129209" y="963390"/>
                  <a:pt x="3085915" y="1010032"/>
                  <a:pt x="3042978" y="1054894"/>
                </a:cubicBezTo>
                <a:lnTo>
                  <a:pt x="2968914" y="1133756"/>
                </a:lnTo>
                <a:cubicBezTo>
                  <a:pt x="3001355" y="1109480"/>
                  <a:pt x="3045966" y="1074853"/>
                  <a:pt x="3103823" y="1026814"/>
                </a:cubicBezTo>
                <a:cubicBezTo>
                  <a:pt x="3260201" y="897449"/>
                  <a:pt x="3521192" y="681569"/>
                  <a:pt x="3607114" y="467441"/>
                </a:cubicBezTo>
                <a:close/>
                <a:moveTo>
                  <a:pt x="3744487" y="383136"/>
                </a:moveTo>
                <a:cubicBezTo>
                  <a:pt x="3789590" y="603780"/>
                  <a:pt x="3850997" y="811848"/>
                  <a:pt x="3970213" y="995559"/>
                </a:cubicBezTo>
                <a:cubicBezTo>
                  <a:pt x="3927384" y="796159"/>
                  <a:pt x="3865366" y="574806"/>
                  <a:pt x="3744487" y="383136"/>
                </a:cubicBezTo>
                <a:close/>
                <a:moveTo>
                  <a:pt x="3624562" y="367041"/>
                </a:moveTo>
                <a:cubicBezTo>
                  <a:pt x="3578160" y="403736"/>
                  <a:pt x="3532667" y="442805"/>
                  <a:pt x="3489712" y="485386"/>
                </a:cubicBezTo>
                <a:cubicBezTo>
                  <a:pt x="3380716" y="591858"/>
                  <a:pt x="3284219" y="714458"/>
                  <a:pt x="3182994" y="828265"/>
                </a:cubicBezTo>
                <a:cubicBezTo>
                  <a:pt x="3100902" y="919812"/>
                  <a:pt x="2899469" y="1135252"/>
                  <a:pt x="2892114" y="1172635"/>
                </a:cubicBezTo>
                <a:lnTo>
                  <a:pt x="3021459" y="1035385"/>
                </a:lnTo>
                <a:cubicBezTo>
                  <a:pt x="3064036" y="990026"/>
                  <a:pt x="3108229" y="943501"/>
                  <a:pt x="3153873" y="898971"/>
                </a:cubicBezTo>
                <a:cubicBezTo>
                  <a:pt x="3193783" y="860125"/>
                  <a:pt x="3235680" y="822883"/>
                  <a:pt x="3276511" y="786423"/>
                </a:cubicBezTo>
                <a:cubicBezTo>
                  <a:pt x="3390214" y="684175"/>
                  <a:pt x="3507852" y="578306"/>
                  <a:pt x="3584154" y="448218"/>
                </a:cubicBezTo>
                <a:cubicBezTo>
                  <a:pt x="3599491" y="421848"/>
                  <a:pt x="3612660" y="394752"/>
                  <a:pt x="3624562" y="367041"/>
                </a:cubicBezTo>
                <a:close/>
                <a:moveTo>
                  <a:pt x="3766672" y="359429"/>
                </a:moveTo>
                <a:cubicBezTo>
                  <a:pt x="3888797" y="549425"/>
                  <a:pt x="3952247" y="768223"/>
                  <a:pt x="3996338" y="968237"/>
                </a:cubicBezTo>
                <a:cubicBezTo>
                  <a:pt x="3973140" y="739339"/>
                  <a:pt x="3922473" y="455576"/>
                  <a:pt x="3766672" y="359429"/>
                </a:cubicBezTo>
                <a:close/>
                <a:moveTo>
                  <a:pt x="5805386" y="239240"/>
                </a:moveTo>
                <a:cubicBezTo>
                  <a:pt x="5783116" y="246988"/>
                  <a:pt x="5760847" y="254734"/>
                  <a:pt x="5736947" y="261367"/>
                </a:cubicBezTo>
                <a:cubicBezTo>
                  <a:pt x="5638133" y="287976"/>
                  <a:pt x="5538513" y="299897"/>
                  <a:pt x="5427012" y="311272"/>
                </a:cubicBezTo>
                <a:cubicBezTo>
                  <a:pt x="5345554" y="319953"/>
                  <a:pt x="5243942" y="330268"/>
                  <a:pt x="5147818" y="322112"/>
                </a:cubicBezTo>
                <a:cubicBezTo>
                  <a:pt x="5118835" y="319462"/>
                  <a:pt x="5090027" y="315925"/>
                  <a:pt x="5060854" y="311882"/>
                </a:cubicBezTo>
                <a:cubicBezTo>
                  <a:pt x="5021780" y="306636"/>
                  <a:pt x="4983964" y="301993"/>
                  <a:pt x="4945989" y="300516"/>
                </a:cubicBezTo>
                <a:cubicBezTo>
                  <a:pt x="5093776" y="343728"/>
                  <a:pt x="5255799" y="359063"/>
                  <a:pt x="5410479" y="348434"/>
                </a:cubicBezTo>
                <a:cubicBezTo>
                  <a:pt x="5535307" y="339607"/>
                  <a:pt x="5683741" y="304513"/>
                  <a:pt x="5805386" y="239240"/>
                </a:cubicBezTo>
                <a:close/>
                <a:moveTo>
                  <a:pt x="5905192" y="163079"/>
                </a:moveTo>
                <a:cubicBezTo>
                  <a:pt x="5892074" y="166484"/>
                  <a:pt x="5879136" y="168997"/>
                  <a:pt x="5865655" y="171901"/>
                </a:cubicBezTo>
                <a:cubicBezTo>
                  <a:pt x="5671371" y="212758"/>
                  <a:pt x="5464843" y="252569"/>
                  <a:pt x="5259740" y="257013"/>
                </a:cubicBezTo>
                <a:lnTo>
                  <a:pt x="5208466" y="257550"/>
                </a:lnTo>
                <a:cubicBezTo>
                  <a:pt x="5132177" y="258666"/>
                  <a:pt x="5054091" y="259560"/>
                  <a:pt x="4980204" y="271903"/>
                </a:cubicBezTo>
                <a:cubicBezTo>
                  <a:pt x="5009725" y="274165"/>
                  <a:pt x="5038894" y="278201"/>
                  <a:pt x="5068068" y="282244"/>
                </a:cubicBezTo>
                <a:cubicBezTo>
                  <a:pt x="5096338" y="286164"/>
                  <a:pt x="5124608" y="290090"/>
                  <a:pt x="5153231" y="292240"/>
                </a:cubicBezTo>
                <a:cubicBezTo>
                  <a:pt x="5246661" y="300067"/>
                  <a:pt x="5346469" y="289533"/>
                  <a:pt x="5426491" y="281128"/>
                </a:cubicBezTo>
                <a:cubicBezTo>
                  <a:pt x="5536189" y="269536"/>
                  <a:pt x="5634727" y="258390"/>
                  <a:pt x="5731212" y="231951"/>
                </a:cubicBezTo>
                <a:cubicBezTo>
                  <a:pt x="5794995" y="214721"/>
                  <a:pt x="5853525" y="191373"/>
                  <a:pt x="5905192" y="163079"/>
                </a:cubicBezTo>
                <a:close/>
                <a:moveTo>
                  <a:pt x="5944437" y="113829"/>
                </a:moveTo>
                <a:cubicBezTo>
                  <a:pt x="5917256" y="119186"/>
                  <a:pt x="5863594" y="140199"/>
                  <a:pt x="5825032" y="146405"/>
                </a:cubicBezTo>
                <a:cubicBezTo>
                  <a:pt x="5539893" y="189777"/>
                  <a:pt x="5237140" y="170377"/>
                  <a:pt x="4955599" y="247008"/>
                </a:cubicBezTo>
                <a:cubicBezTo>
                  <a:pt x="5038637" y="230314"/>
                  <a:pt x="5125543" y="229138"/>
                  <a:pt x="5210104" y="228123"/>
                </a:cubicBezTo>
                <a:lnTo>
                  <a:pt x="5261015" y="227087"/>
                </a:lnTo>
                <a:cubicBezTo>
                  <a:pt x="5463242" y="223204"/>
                  <a:pt x="5667966" y="183171"/>
                  <a:pt x="5861181" y="143093"/>
                </a:cubicBezTo>
                <a:cubicBezTo>
                  <a:pt x="5895331" y="135893"/>
                  <a:pt x="5928215" y="128080"/>
                  <a:pt x="5961252" y="114820"/>
                </a:cubicBezTo>
                <a:cubicBezTo>
                  <a:pt x="5959615" y="111998"/>
                  <a:pt x="5953497" y="112044"/>
                  <a:pt x="5944437" y="113829"/>
                </a:cubicBezTo>
                <a:close/>
                <a:moveTo>
                  <a:pt x="3882765" y="0"/>
                </a:moveTo>
                <a:lnTo>
                  <a:pt x="3995099" y="0"/>
                </a:lnTo>
                <a:lnTo>
                  <a:pt x="4163818" y="234104"/>
                </a:lnTo>
                <a:cubicBezTo>
                  <a:pt x="4167056" y="234046"/>
                  <a:pt x="4169933" y="233486"/>
                  <a:pt x="4172099" y="234207"/>
                </a:cubicBezTo>
                <a:cubicBezTo>
                  <a:pt x="4370329" y="290447"/>
                  <a:pt x="4575890" y="304753"/>
                  <a:pt x="4784282" y="276561"/>
                </a:cubicBezTo>
                <a:cubicBezTo>
                  <a:pt x="4788943" y="273941"/>
                  <a:pt x="4794689" y="270546"/>
                  <a:pt x="4801687" y="267764"/>
                </a:cubicBezTo>
                <a:cubicBezTo>
                  <a:pt x="5207052" y="98325"/>
                  <a:pt x="5661672" y="149587"/>
                  <a:pt x="6082788" y="64119"/>
                </a:cubicBezTo>
                <a:cubicBezTo>
                  <a:pt x="6097705" y="60940"/>
                  <a:pt x="6122565" y="65809"/>
                  <a:pt x="6099442" y="82568"/>
                </a:cubicBezTo>
                <a:cubicBezTo>
                  <a:pt x="5702970" y="366122"/>
                  <a:pt x="5250177" y="483706"/>
                  <a:pt x="4804137" y="320931"/>
                </a:cubicBezTo>
                <a:cubicBezTo>
                  <a:pt x="4608728" y="353445"/>
                  <a:pt x="4415104" y="351091"/>
                  <a:pt x="4227047" y="313415"/>
                </a:cubicBezTo>
                <a:cubicBezTo>
                  <a:pt x="4265992" y="361495"/>
                  <a:pt x="4305481" y="409180"/>
                  <a:pt x="4346041" y="456086"/>
                </a:cubicBezTo>
                <a:cubicBezTo>
                  <a:pt x="4508645" y="644218"/>
                  <a:pt x="4684629" y="811207"/>
                  <a:pt x="4870967" y="963061"/>
                </a:cubicBezTo>
                <a:cubicBezTo>
                  <a:pt x="4877428" y="960662"/>
                  <a:pt x="4883360" y="958653"/>
                  <a:pt x="4889647" y="957147"/>
                </a:cubicBezTo>
                <a:cubicBezTo>
                  <a:pt x="5063790" y="885104"/>
                  <a:pt x="5235998" y="820573"/>
                  <a:pt x="5422504" y="805191"/>
                </a:cubicBezTo>
                <a:cubicBezTo>
                  <a:pt x="5643719" y="786779"/>
                  <a:pt x="5869113" y="808075"/>
                  <a:pt x="6087656" y="826703"/>
                </a:cubicBezTo>
                <a:cubicBezTo>
                  <a:pt x="6118977" y="829180"/>
                  <a:pt x="6064821" y="863092"/>
                  <a:pt x="6058717" y="865992"/>
                </a:cubicBezTo>
                <a:cubicBezTo>
                  <a:pt x="5757093" y="988464"/>
                  <a:pt x="5312094" y="1115658"/>
                  <a:pt x="4974153" y="1045456"/>
                </a:cubicBezTo>
                <a:cubicBezTo>
                  <a:pt x="5180499" y="1203411"/>
                  <a:pt x="5398986" y="1344171"/>
                  <a:pt x="5627835" y="1472077"/>
                </a:cubicBezTo>
                <a:cubicBezTo>
                  <a:pt x="5628372" y="1471688"/>
                  <a:pt x="5629279" y="1471800"/>
                  <a:pt x="5629817" y="1471412"/>
                </a:cubicBezTo>
                <a:cubicBezTo>
                  <a:pt x="5631249" y="1471132"/>
                  <a:pt x="5633225" y="1470462"/>
                  <a:pt x="5634124" y="1470572"/>
                </a:cubicBezTo>
                <a:cubicBezTo>
                  <a:pt x="5647257" y="1469448"/>
                  <a:pt x="5751167" y="1386498"/>
                  <a:pt x="5755832" y="1383886"/>
                </a:cubicBezTo>
                <a:cubicBezTo>
                  <a:pt x="5837996" y="1338827"/>
                  <a:pt x="5925989" y="1306339"/>
                  <a:pt x="6014186" y="1279799"/>
                </a:cubicBezTo>
                <a:cubicBezTo>
                  <a:pt x="6310230" y="1190367"/>
                  <a:pt x="6608567" y="1157268"/>
                  <a:pt x="6901619" y="1047874"/>
                </a:cubicBezTo>
                <a:cubicBezTo>
                  <a:pt x="6921553" y="1040293"/>
                  <a:pt x="6976591" y="1037028"/>
                  <a:pt x="6931566" y="1062034"/>
                </a:cubicBezTo>
                <a:cubicBezTo>
                  <a:pt x="6610108" y="1243134"/>
                  <a:pt x="6183662" y="1573592"/>
                  <a:pt x="5790982" y="1561380"/>
                </a:cubicBezTo>
                <a:cubicBezTo>
                  <a:pt x="5920545" y="1629240"/>
                  <a:pt x="6053507" y="1693876"/>
                  <a:pt x="6188971" y="1755168"/>
                </a:cubicBezTo>
                <a:cubicBezTo>
                  <a:pt x="6193458" y="1753446"/>
                  <a:pt x="6198307" y="1752214"/>
                  <a:pt x="6202446" y="1752268"/>
                </a:cubicBezTo>
                <a:cubicBezTo>
                  <a:pt x="6504288" y="1570118"/>
                  <a:pt x="6833930" y="1471594"/>
                  <a:pt x="7179560" y="1467551"/>
                </a:cubicBezTo>
                <a:cubicBezTo>
                  <a:pt x="7221126" y="1467186"/>
                  <a:pt x="7172003" y="1501258"/>
                  <a:pt x="7158730" y="1507835"/>
                </a:cubicBezTo>
                <a:cubicBezTo>
                  <a:pt x="6888412" y="1630502"/>
                  <a:pt x="6618589" y="1809287"/>
                  <a:pt x="6326959" y="1817686"/>
                </a:cubicBezTo>
                <a:lnTo>
                  <a:pt x="6537433" y="1907790"/>
                </a:lnTo>
                <a:cubicBezTo>
                  <a:pt x="6542473" y="1907949"/>
                  <a:pt x="6546435" y="1908891"/>
                  <a:pt x="6550221" y="1910729"/>
                </a:cubicBezTo>
                <a:cubicBezTo>
                  <a:pt x="6742694" y="1932993"/>
                  <a:pt x="6849771" y="2068278"/>
                  <a:pt x="6964438" y="2209505"/>
                </a:cubicBezTo>
                <a:cubicBezTo>
                  <a:pt x="7113162" y="2393201"/>
                  <a:pt x="7266286" y="2592015"/>
                  <a:pt x="7367862" y="2806833"/>
                </a:cubicBezTo>
                <a:cubicBezTo>
                  <a:pt x="7371456" y="2814338"/>
                  <a:pt x="7369522" y="2821080"/>
                  <a:pt x="7364329" y="2826907"/>
                </a:cubicBezTo>
                <a:cubicBezTo>
                  <a:pt x="7348741" y="2844389"/>
                  <a:pt x="7303788" y="2853651"/>
                  <a:pt x="7290545" y="2850663"/>
                </a:cubicBezTo>
                <a:cubicBezTo>
                  <a:pt x="6859896" y="2738539"/>
                  <a:pt x="6609607" y="2342306"/>
                  <a:pt x="6472036" y="1959003"/>
                </a:cubicBezTo>
                <a:cubicBezTo>
                  <a:pt x="6239391" y="1862081"/>
                  <a:pt x="6011946" y="1759868"/>
                  <a:pt x="5792897" y="1647747"/>
                </a:cubicBezTo>
                <a:cubicBezTo>
                  <a:pt x="5817125" y="1702679"/>
                  <a:pt x="5838127" y="1759942"/>
                  <a:pt x="5842751" y="1816112"/>
                </a:cubicBezTo>
                <a:cubicBezTo>
                  <a:pt x="5844184" y="1815832"/>
                  <a:pt x="5846161" y="1815162"/>
                  <a:pt x="5847424" y="1815776"/>
                </a:cubicBezTo>
                <a:cubicBezTo>
                  <a:pt x="6140442" y="1830791"/>
                  <a:pt x="6291873" y="2115536"/>
                  <a:pt x="6399821" y="2344799"/>
                </a:cubicBezTo>
                <a:cubicBezTo>
                  <a:pt x="6413837" y="2374329"/>
                  <a:pt x="6342916" y="2402075"/>
                  <a:pt x="6323232" y="2389634"/>
                </a:cubicBezTo>
                <a:cubicBezTo>
                  <a:pt x="6177906" y="2301146"/>
                  <a:pt x="6052833" y="2198747"/>
                  <a:pt x="5942958" y="2077708"/>
                </a:cubicBezTo>
                <a:cubicBezTo>
                  <a:pt x="5949243" y="2174636"/>
                  <a:pt x="5937179" y="2273417"/>
                  <a:pt x="5921559" y="2378596"/>
                </a:cubicBezTo>
                <a:cubicBezTo>
                  <a:pt x="5888539" y="2593290"/>
                  <a:pt x="5878937" y="2813146"/>
                  <a:pt x="5817651" y="3023919"/>
                </a:cubicBezTo>
                <a:cubicBezTo>
                  <a:pt x="5810408" y="3049005"/>
                  <a:pt x="5741174" y="3089270"/>
                  <a:pt x="5729634" y="3051849"/>
                </a:cubicBezTo>
                <a:cubicBezTo>
                  <a:pt x="5657096" y="2815984"/>
                  <a:pt x="5581632" y="2571559"/>
                  <a:pt x="5611018" y="2316769"/>
                </a:cubicBezTo>
                <a:cubicBezTo>
                  <a:pt x="5622715" y="2217484"/>
                  <a:pt x="5656813" y="2135538"/>
                  <a:pt x="5687608" y="2039972"/>
                </a:cubicBezTo>
                <a:cubicBezTo>
                  <a:pt x="5744741" y="1859679"/>
                  <a:pt x="5733310" y="1742061"/>
                  <a:pt x="5657554" y="1576445"/>
                </a:cubicBezTo>
                <a:cubicBezTo>
                  <a:pt x="5483232" y="1483028"/>
                  <a:pt x="5313009" y="1382833"/>
                  <a:pt x="5150475" y="1274012"/>
                </a:cubicBezTo>
                <a:cubicBezTo>
                  <a:pt x="5326569" y="1559959"/>
                  <a:pt x="5457991" y="1838600"/>
                  <a:pt x="5349142" y="2204405"/>
                </a:cubicBezTo>
                <a:cubicBezTo>
                  <a:pt x="5342604" y="2225928"/>
                  <a:pt x="5273881" y="2261245"/>
                  <a:pt x="5262214" y="2233836"/>
                </a:cubicBezTo>
                <a:cubicBezTo>
                  <a:pt x="5160759" y="2006724"/>
                  <a:pt x="5064863" y="1777114"/>
                  <a:pt x="4981539" y="1542201"/>
                </a:cubicBezTo>
                <a:cubicBezTo>
                  <a:pt x="4932755" y="1405876"/>
                  <a:pt x="4893729" y="1278486"/>
                  <a:pt x="4958461" y="1136957"/>
                </a:cubicBezTo>
                <a:cubicBezTo>
                  <a:pt x="4854219" y="1059900"/>
                  <a:pt x="4753195" y="978221"/>
                  <a:pt x="4655015" y="891426"/>
                </a:cubicBezTo>
                <a:cubicBezTo>
                  <a:pt x="4700834" y="1342763"/>
                  <a:pt x="4530476" y="1779853"/>
                  <a:pt x="4348002" y="2205895"/>
                </a:cubicBezTo>
                <a:cubicBezTo>
                  <a:pt x="4337873" y="2229260"/>
                  <a:pt x="4261560" y="2258626"/>
                  <a:pt x="4262250" y="2219972"/>
                </a:cubicBezTo>
                <a:cubicBezTo>
                  <a:pt x="4268663" y="1744520"/>
                  <a:pt x="4175629" y="1214471"/>
                  <a:pt x="4550611" y="817540"/>
                </a:cubicBezTo>
                <a:cubicBezTo>
                  <a:pt x="4554014" y="814312"/>
                  <a:pt x="4558850" y="810804"/>
                  <a:pt x="4564418" y="808293"/>
                </a:cubicBezTo>
                <a:cubicBezTo>
                  <a:pt x="4461330" y="711325"/>
                  <a:pt x="4361455" y="609738"/>
                  <a:pt x="4266388" y="500083"/>
                </a:cubicBezTo>
                <a:cubicBezTo>
                  <a:pt x="4185451" y="406519"/>
                  <a:pt x="4107556" y="310364"/>
                  <a:pt x="4032842" y="211809"/>
                </a:cubicBezTo>
                <a:lnTo>
                  <a:pt x="3882765" y="0"/>
                </a:lnTo>
                <a:close/>
                <a:moveTo>
                  <a:pt x="3721337" y="0"/>
                </a:moveTo>
                <a:lnTo>
                  <a:pt x="3797544" y="0"/>
                </a:lnTo>
                <a:lnTo>
                  <a:pt x="3775734" y="95131"/>
                </a:lnTo>
                <a:cubicBezTo>
                  <a:pt x="3762598" y="156923"/>
                  <a:pt x="3748081" y="217234"/>
                  <a:pt x="3724807" y="272257"/>
                </a:cubicBezTo>
                <a:cubicBezTo>
                  <a:pt x="3725550" y="275539"/>
                  <a:pt x="3726109" y="279707"/>
                  <a:pt x="3726844" y="282988"/>
                </a:cubicBezTo>
                <a:cubicBezTo>
                  <a:pt x="3732776" y="280979"/>
                  <a:pt x="3739065" y="279475"/>
                  <a:pt x="3742664" y="279918"/>
                </a:cubicBezTo>
                <a:cubicBezTo>
                  <a:pt x="4076263" y="313585"/>
                  <a:pt x="4081377" y="922622"/>
                  <a:pt x="4103910" y="1161917"/>
                </a:cubicBezTo>
                <a:cubicBezTo>
                  <a:pt x="4106010" y="1184045"/>
                  <a:pt x="4034389" y="1215360"/>
                  <a:pt x="4020269" y="1200406"/>
                </a:cubicBezTo>
                <a:cubicBezTo>
                  <a:pt x="3826459" y="997506"/>
                  <a:pt x="3735339" y="752983"/>
                  <a:pt x="3674882" y="488524"/>
                </a:cubicBezTo>
                <a:cubicBezTo>
                  <a:pt x="3559684" y="713184"/>
                  <a:pt x="3278706" y="925237"/>
                  <a:pt x="3132682" y="1072284"/>
                </a:cubicBezTo>
                <a:cubicBezTo>
                  <a:pt x="3002939" y="1202191"/>
                  <a:pt x="2899935" y="1287527"/>
                  <a:pt x="2716346" y="1276376"/>
                </a:cubicBezTo>
                <a:cubicBezTo>
                  <a:pt x="2700863" y="1275390"/>
                  <a:pt x="2710506" y="1261536"/>
                  <a:pt x="2716772" y="1255462"/>
                </a:cubicBezTo>
                <a:cubicBezTo>
                  <a:pt x="2980750" y="993927"/>
                  <a:pt x="3207119" y="698608"/>
                  <a:pt x="3471096" y="437072"/>
                </a:cubicBezTo>
                <a:cubicBezTo>
                  <a:pt x="3516376" y="392044"/>
                  <a:pt x="3602281" y="339698"/>
                  <a:pt x="3639057" y="286334"/>
                </a:cubicBezTo>
                <a:cubicBezTo>
                  <a:pt x="3639591" y="285947"/>
                  <a:pt x="3639767" y="285058"/>
                  <a:pt x="3640309" y="284664"/>
                </a:cubicBezTo>
                <a:cubicBezTo>
                  <a:pt x="3642272" y="281720"/>
                  <a:pt x="3644597" y="279273"/>
                  <a:pt x="3646022" y="276711"/>
                </a:cubicBezTo>
                <a:cubicBezTo>
                  <a:pt x="3677659" y="221350"/>
                  <a:pt x="3693078" y="144742"/>
                  <a:pt x="3707943" y="65958"/>
                </a:cubicBezTo>
                <a:lnTo>
                  <a:pt x="3721337" y="0"/>
                </a:lnTo>
                <a:close/>
                <a:moveTo>
                  <a:pt x="2867960" y="0"/>
                </a:moveTo>
                <a:lnTo>
                  <a:pt x="2926351" y="0"/>
                </a:lnTo>
                <a:lnTo>
                  <a:pt x="2902823" y="262929"/>
                </a:lnTo>
                <a:cubicBezTo>
                  <a:pt x="2913215" y="221824"/>
                  <a:pt x="2926844" y="180662"/>
                  <a:pt x="2940663" y="140884"/>
                </a:cubicBezTo>
                <a:lnTo>
                  <a:pt x="2947039" y="122524"/>
                </a:lnTo>
                <a:lnTo>
                  <a:pt x="2984316" y="0"/>
                </a:lnTo>
                <a:lnTo>
                  <a:pt x="3016114" y="0"/>
                </a:lnTo>
                <a:lnTo>
                  <a:pt x="2979949" y="119274"/>
                </a:lnTo>
                <a:lnTo>
                  <a:pt x="3023879" y="0"/>
                </a:lnTo>
                <a:lnTo>
                  <a:pt x="3105400" y="0"/>
                </a:lnTo>
                <a:lnTo>
                  <a:pt x="3094669" y="30308"/>
                </a:lnTo>
                <a:cubicBezTo>
                  <a:pt x="3037894" y="178003"/>
                  <a:pt x="2973232" y="323305"/>
                  <a:pt x="2901945" y="466538"/>
                </a:cubicBezTo>
                <a:cubicBezTo>
                  <a:pt x="2895180" y="479835"/>
                  <a:pt x="2815686" y="518381"/>
                  <a:pt x="2815209" y="497361"/>
                </a:cubicBezTo>
                <a:cubicBezTo>
                  <a:pt x="2812746" y="375148"/>
                  <a:pt x="2825702" y="251298"/>
                  <a:pt x="2844845" y="127638"/>
                </a:cubicBezTo>
                <a:lnTo>
                  <a:pt x="2867960" y="0"/>
                </a:lnTo>
                <a:close/>
                <a:moveTo>
                  <a:pt x="1057230" y="0"/>
                </a:moveTo>
                <a:lnTo>
                  <a:pt x="1111003" y="0"/>
                </a:lnTo>
                <a:lnTo>
                  <a:pt x="1125553" y="52588"/>
                </a:lnTo>
                <a:cubicBezTo>
                  <a:pt x="1174409" y="196547"/>
                  <a:pt x="1244674" y="336170"/>
                  <a:pt x="1304276" y="476275"/>
                </a:cubicBezTo>
                <a:cubicBezTo>
                  <a:pt x="1351896" y="589579"/>
                  <a:pt x="1459984" y="863646"/>
                  <a:pt x="1492066" y="886333"/>
                </a:cubicBezTo>
                <a:lnTo>
                  <a:pt x="1423698" y="710817"/>
                </a:lnTo>
                <a:cubicBezTo>
                  <a:pt x="1401022" y="652964"/>
                  <a:pt x="1378015" y="593152"/>
                  <a:pt x="1357609" y="532892"/>
                </a:cubicBezTo>
                <a:cubicBezTo>
                  <a:pt x="1339853" y="480241"/>
                  <a:pt x="1324587" y="426487"/>
                  <a:pt x="1309550" y="374031"/>
                </a:cubicBezTo>
                <a:cubicBezTo>
                  <a:pt x="1277632" y="264242"/>
                  <a:pt x="1244842" y="151584"/>
                  <a:pt x="1193673" y="49533"/>
                </a:cubicBezTo>
                <a:lnTo>
                  <a:pt x="1164391" y="0"/>
                </a:lnTo>
                <a:lnTo>
                  <a:pt x="1200666" y="0"/>
                </a:lnTo>
                <a:lnTo>
                  <a:pt x="1223408" y="38996"/>
                </a:lnTo>
                <a:cubicBezTo>
                  <a:pt x="1274817" y="142454"/>
                  <a:pt x="1307626" y="255236"/>
                  <a:pt x="1339635" y="365517"/>
                </a:cubicBezTo>
                <a:cubicBezTo>
                  <a:pt x="1354670" y="417965"/>
                  <a:pt x="1370587" y="471608"/>
                  <a:pt x="1387469" y="523079"/>
                </a:cubicBezTo>
                <a:cubicBezTo>
                  <a:pt x="1407105" y="582792"/>
                  <a:pt x="1430659" y="641842"/>
                  <a:pt x="1452685" y="699806"/>
                </a:cubicBezTo>
                <a:lnTo>
                  <a:pt x="1492092" y="800424"/>
                </a:lnTo>
                <a:cubicBezTo>
                  <a:pt x="1484618" y="760762"/>
                  <a:pt x="1473155" y="705686"/>
                  <a:pt x="1455302" y="632913"/>
                </a:cubicBezTo>
                <a:cubicBezTo>
                  <a:pt x="1413478" y="460985"/>
                  <a:pt x="1347194" y="188426"/>
                  <a:pt x="1222336" y="9480"/>
                </a:cubicBezTo>
                <a:lnTo>
                  <a:pt x="1214634" y="0"/>
                </a:lnTo>
                <a:lnTo>
                  <a:pt x="1289827" y="0"/>
                </a:lnTo>
                <a:lnTo>
                  <a:pt x="1321076" y="59722"/>
                </a:lnTo>
                <a:cubicBezTo>
                  <a:pt x="1409905" y="250193"/>
                  <a:pt x="1460341" y="480374"/>
                  <a:pt x="1512579" y="626441"/>
                </a:cubicBezTo>
                <a:cubicBezTo>
                  <a:pt x="1573756" y="799163"/>
                  <a:pt x="1605359" y="928641"/>
                  <a:pt x="1506076" y="1089289"/>
                </a:cubicBezTo>
                <a:cubicBezTo>
                  <a:pt x="1497659" y="1102817"/>
                  <a:pt x="1489109" y="1088176"/>
                  <a:pt x="1486346" y="1079919"/>
                </a:cubicBezTo>
                <a:cubicBezTo>
                  <a:pt x="1364522" y="729689"/>
                  <a:pt x="1192335" y="398839"/>
                  <a:pt x="1070511" y="48609"/>
                </a:cubicBezTo>
                <a:lnTo>
                  <a:pt x="1057230" y="0"/>
                </a:lnTo>
                <a:close/>
                <a:moveTo>
                  <a:pt x="43151" y="0"/>
                </a:moveTo>
                <a:lnTo>
                  <a:pt x="95283" y="0"/>
                </a:lnTo>
                <a:lnTo>
                  <a:pt x="300708" y="154571"/>
                </a:lnTo>
                <a:cubicBezTo>
                  <a:pt x="379729" y="218614"/>
                  <a:pt x="456466" y="285481"/>
                  <a:pt x="530414" y="354673"/>
                </a:cubicBezTo>
                <a:cubicBezTo>
                  <a:pt x="466701" y="288424"/>
                  <a:pt x="401285" y="223977"/>
                  <a:pt x="333785" y="161564"/>
                </a:cubicBezTo>
                <a:lnTo>
                  <a:pt x="147005" y="0"/>
                </a:lnTo>
                <a:lnTo>
                  <a:pt x="272509" y="0"/>
                </a:lnTo>
                <a:lnTo>
                  <a:pt x="326276" y="45847"/>
                </a:lnTo>
                <a:cubicBezTo>
                  <a:pt x="505803" y="208268"/>
                  <a:pt x="670600" y="385490"/>
                  <a:pt x="823759" y="574145"/>
                </a:cubicBezTo>
                <a:cubicBezTo>
                  <a:pt x="833168" y="585952"/>
                  <a:pt x="831522" y="674146"/>
                  <a:pt x="811254" y="665546"/>
                </a:cubicBezTo>
                <a:cubicBezTo>
                  <a:pt x="575890" y="564984"/>
                  <a:pt x="364063" y="406029"/>
                  <a:pt x="154042" y="261522"/>
                </a:cubicBezTo>
                <a:cubicBezTo>
                  <a:pt x="104946" y="227663"/>
                  <a:pt x="58037" y="193597"/>
                  <a:pt x="13550" y="158423"/>
                </a:cubicBezTo>
                <a:lnTo>
                  <a:pt x="0" y="146618"/>
                </a:lnTo>
                <a:lnTo>
                  <a:pt x="0" y="59161"/>
                </a:lnTo>
                <a:lnTo>
                  <a:pt x="45427" y="101078"/>
                </a:lnTo>
                <a:cubicBezTo>
                  <a:pt x="223783" y="254949"/>
                  <a:pt x="433006" y="385896"/>
                  <a:pt x="630103" y="485885"/>
                </a:cubicBezTo>
                <a:cubicBezTo>
                  <a:pt x="595938" y="458865"/>
                  <a:pt x="563284" y="428899"/>
                  <a:pt x="532040" y="399359"/>
                </a:cubicBezTo>
                <a:lnTo>
                  <a:pt x="517618" y="385726"/>
                </a:lnTo>
                <a:cubicBezTo>
                  <a:pt x="442853" y="315667"/>
                  <a:pt x="365106" y="247799"/>
                  <a:pt x="285074" y="182755"/>
                </a:cubicBezTo>
                <a:lnTo>
                  <a:pt x="43151" y="0"/>
                </a:ln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ED888B23-07FA-482A-96DF-47E31AF1A6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7200" y="990600"/>
            <a:ext cx="11277600" cy="48768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>
            <a:outerShdw blurRad="317500" algn="ctr" rotWithShape="0">
              <a:schemeClr val="tx1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0E22475-A136-DB33-7F34-04F37836BE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1" y="1676400"/>
            <a:ext cx="3581399" cy="1216153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4. Data Control language</a:t>
            </a:r>
            <a:endParaRPr lang="en-US" sz="4000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A1434F85-841B-4B23-80FF-94F06CB91A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0023" y="3089148"/>
            <a:ext cx="3581399" cy="1752599"/>
          </a:xfrm>
          <a:prstGeom prst="rect">
            <a:avLst/>
          </a:prstGeom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Ctr="0" compatLnSpc="1">
            <a:prstTxWarp prst="textNoShape">
              <a:avLst/>
            </a:prstTxWarp>
            <a:normAutofit/>
          </a:bodyPr>
          <a:lstStyle/>
          <a:p>
            <a:pPr marL="0" marR="0" lvl="0" indent="-2286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>
                    <a:alpha val="55000"/>
                  </a:schemeClr>
                </a:solidFill>
                <a:effectLst/>
              </a:rPr>
              <a:t>DCL commands manage user access to the database by granting or revoking permissions. Database administrators use </a:t>
            </a:r>
            <a:r>
              <a:rPr kumimoji="0" lang="en-US" altLang="en-US" sz="1700" b="0" i="0" u="sng" strike="noStrike" cap="none" normalizeH="0" baseline="0" dirty="0">
                <a:ln>
                  <a:noFill/>
                </a:ln>
                <a:solidFill>
                  <a:schemeClr val="tx1">
                    <a:alpha val="55000"/>
                  </a:schemeClr>
                </a:solidFill>
                <a:effectLst/>
                <a:hlinkClick r:id="rId2"/>
              </a:rPr>
              <a:t>DCL 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>
                    <a:alpha val="55000"/>
                  </a:schemeClr>
                </a:solidFill>
                <a:effectLst/>
              </a:rPr>
              <a:t>to enforce security and control access to database objects.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CA6CE91C-E8F1-A7FB-AE01-6B2CC1B13B0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91144235"/>
              </p:ext>
            </p:extLst>
          </p:nvPr>
        </p:nvGraphicFramePr>
        <p:xfrm>
          <a:off x="5410202" y="2242430"/>
          <a:ext cx="5638799" cy="2373141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2124973">
                  <a:extLst>
                    <a:ext uri="{9D8B030D-6E8A-4147-A177-3AD203B41FA5}">
                      <a16:colId xmlns:a16="http://schemas.microsoft.com/office/drawing/2014/main" val="1135155847"/>
                    </a:ext>
                  </a:extLst>
                </a:gridCol>
                <a:gridCol w="3513826">
                  <a:extLst>
                    <a:ext uri="{9D8B030D-6E8A-4147-A177-3AD203B41FA5}">
                      <a16:colId xmlns:a16="http://schemas.microsoft.com/office/drawing/2014/main" val="144997997"/>
                    </a:ext>
                  </a:extLst>
                </a:gridCol>
              </a:tblGrid>
              <a:tr h="740885">
                <a:tc>
                  <a:txBody>
                    <a:bodyPr/>
                    <a:lstStyle/>
                    <a:p>
                      <a:pPr algn="just" rtl="0" fontAlgn="base">
                        <a:spcAft>
                          <a:spcPts val="750"/>
                        </a:spcAft>
                        <a:buNone/>
                      </a:pPr>
                      <a:r>
                        <a:rPr lang="en-GB" sz="2200" b="0" cap="all" spc="150">
                          <a:solidFill>
                            <a:schemeClr val="lt1"/>
                          </a:solidFill>
                          <a:effectLst/>
                        </a:rPr>
                        <a:t>Command</a:t>
                      </a:r>
                    </a:p>
                  </a:txBody>
                  <a:tcPr marL="186850" marR="186850" marT="186850" marB="18685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solidFill>
                      <a:srgbClr val="505356"/>
                    </a:solidFill>
                  </a:tcPr>
                </a:tc>
                <a:tc>
                  <a:txBody>
                    <a:bodyPr/>
                    <a:lstStyle/>
                    <a:p>
                      <a:pPr algn="just" rtl="0" fontAlgn="base">
                        <a:spcAft>
                          <a:spcPts val="750"/>
                        </a:spcAft>
                        <a:buNone/>
                      </a:pPr>
                      <a:r>
                        <a:rPr lang="en-GB" sz="2200" b="0" cap="all" spc="150">
                          <a:solidFill>
                            <a:schemeClr val="lt1"/>
                          </a:solidFill>
                          <a:effectLst/>
                        </a:rPr>
                        <a:t>Description</a:t>
                      </a:r>
                    </a:p>
                  </a:txBody>
                  <a:tcPr marL="186850" marR="186850" marT="186850" marB="18685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solidFill>
                      <a:srgbClr val="50535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1698501"/>
                  </a:ext>
                </a:extLst>
              </a:tr>
              <a:tr h="680691">
                <a:tc>
                  <a:txBody>
                    <a:bodyPr/>
                    <a:lstStyle/>
                    <a:p>
                      <a:pPr algn="just" rtl="0" fontAlgn="base">
                        <a:spcAft>
                          <a:spcPts val="750"/>
                        </a:spcAft>
                        <a:buNone/>
                      </a:pPr>
                      <a:r>
                        <a:rPr lang="en-GB" sz="1800" b="1" cap="none" spc="0">
                          <a:solidFill>
                            <a:schemeClr val="tx1"/>
                          </a:solidFill>
                          <a:effectLst/>
                        </a:rPr>
                        <a:t>GRANT</a:t>
                      </a:r>
                    </a:p>
                  </a:txBody>
                  <a:tcPr marL="186850" marR="186850" marT="186850" marB="18685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rtl="0" fontAlgn="base">
                        <a:spcAft>
                          <a:spcPts val="750"/>
                        </a:spcAft>
                        <a:buNone/>
                      </a:pPr>
                      <a:r>
                        <a:rPr lang="en-GB" sz="1800" b="0" cap="none" spc="0">
                          <a:solidFill>
                            <a:schemeClr val="tx1"/>
                          </a:solidFill>
                          <a:effectLst/>
                        </a:rPr>
                        <a:t>Gives a privilege to the user.</a:t>
                      </a:r>
                    </a:p>
                  </a:txBody>
                  <a:tcPr marL="186850" marR="186850" marT="186850" marB="18685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29800835"/>
                  </a:ext>
                </a:extLst>
              </a:tr>
              <a:tr h="951565">
                <a:tc>
                  <a:txBody>
                    <a:bodyPr/>
                    <a:lstStyle/>
                    <a:p>
                      <a:pPr algn="just" rtl="0" fontAlgn="base">
                        <a:spcAft>
                          <a:spcPts val="750"/>
                        </a:spcAft>
                        <a:buNone/>
                      </a:pPr>
                      <a:r>
                        <a:rPr lang="en-GB" sz="1800" b="1" cap="none" spc="0">
                          <a:solidFill>
                            <a:schemeClr val="tx1"/>
                          </a:solidFill>
                          <a:effectLst/>
                        </a:rPr>
                        <a:t>REVOKE</a:t>
                      </a:r>
                    </a:p>
                  </a:txBody>
                  <a:tcPr marL="186850" marR="186850" marT="186850" marB="18685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000000">
                        <a:alpha val="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just" rtl="0" fontAlgn="base">
                        <a:spcAft>
                          <a:spcPts val="750"/>
                        </a:spcAft>
                        <a:buNone/>
                      </a:pPr>
                      <a:r>
                        <a:rPr lang="en-GB" sz="1800" b="0" cap="none" spc="0">
                          <a:solidFill>
                            <a:schemeClr val="tx1"/>
                          </a:solidFill>
                          <a:effectLst/>
                        </a:rPr>
                        <a:t>Takes back privileges granted by the user.</a:t>
                      </a:r>
                    </a:p>
                  </a:txBody>
                  <a:tcPr marL="186850" marR="186850" marT="186850" marB="18685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000000">
                        <a:alpha val="7843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753025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4219501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5C8908E2-EE49-44D2-9428-A28D2312A8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514E1141-65DC-4F54-8399-7221AE6F83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6096000" cy="6858000"/>
            <a:chOff x="7467600" y="0"/>
            <a:chExt cx="4724400" cy="6858000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DD75B897-7127-4AAC-A078-70739204B5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467600" y="0"/>
              <a:ext cx="4724400" cy="6858000"/>
            </a:xfrm>
            <a:prstGeom prst="rect">
              <a:avLst/>
            </a:prstGeom>
            <a:solidFill>
              <a:schemeClr val="accent5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BDCFF188-DB07-46AA-A2B3-71E936EABE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467600" y="0"/>
              <a:ext cx="4724400" cy="6858000"/>
            </a:xfrm>
            <a:prstGeom prst="rect">
              <a:avLst/>
            </a:prstGeom>
            <a:solidFill>
              <a:schemeClr val="accent6">
                <a:lumMod val="20000"/>
                <a:lumOff val="80000"/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215A9370-15D3-4C30-8BA1-2059A74C99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7369701" cy="6858000"/>
          </a:xfrm>
          <a:custGeom>
            <a:avLst/>
            <a:gdLst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7090188 w 7467600"/>
              <a:gd name="connsiteY3" fmla="*/ 6584365 h 6858000"/>
              <a:gd name="connsiteX4" fmla="*/ 7440138 w 7467600"/>
              <a:gd name="connsiteY4" fmla="*/ 6622648 h 6858000"/>
              <a:gd name="connsiteX5" fmla="*/ 7467600 w 7467600"/>
              <a:gd name="connsiteY5" fmla="*/ 6628217 h 6858000"/>
              <a:gd name="connsiteX6" fmla="*/ 7467600 w 7467600"/>
              <a:gd name="connsiteY6" fmla="*/ 6668575 h 6858000"/>
              <a:gd name="connsiteX7" fmla="*/ 7392322 w 7467600"/>
              <a:gd name="connsiteY7" fmla="*/ 6658238 h 6858000"/>
              <a:gd name="connsiteX8" fmla="*/ 7467600 w 7467600"/>
              <a:gd name="connsiteY8" fmla="*/ 6683873 h 6858000"/>
              <a:gd name="connsiteX9" fmla="*/ 7467600 w 7467600"/>
              <a:gd name="connsiteY9" fmla="*/ 6714215 h 6858000"/>
              <a:gd name="connsiteX10" fmla="*/ 7447383 w 7467600"/>
              <a:gd name="connsiteY10" fmla="*/ 6707202 h 6858000"/>
              <a:gd name="connsiteX11" fmla="*/ 7289862 w 7467600"/>
              <a:gd name="connsiteY11" fmla="*/ 6659827 h 6858000"/>
              <a:gd name="connsiteX12" fmla="*/ 7434024 w 7467600"/>
              <a:gd name="connsiteY12" fmla="*/ 6722130 h 6858000"/>
              <a:gd name="connsiteX13" fmla="*/ 7467600 w 7467600"/>
              <a:gd name="connsiteY13" fmla="*/ 6736157 h 6858000"/>
              <a:gd name="connsiteX14" fmla="*/ 7467600 w 7467600"/>
              <a:gd name="connsiteY14" fmla="*/ 6767913 h 6858000"/>
              <a:gd name="connsiteX15" fmla="*/ 7271814 w 7467600"/>
              <a:gd name="connsiteY15" fmla="*/ 6684601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7090188 w 7467600"/>
              <a:gd name="connsiteY21" fmla="*/ 6584365 h 6858000"/>
              <a:gd name="connsiteX22" fmla="*/ 1019354 w 7467600"/>
              <a:gd name="connsiteY22" fmla="*/ 6315006 h 6858000"/>
              <a:gd name="connsiteX23" fmla="*/ 441046 w 7467600"/>
              <a:gd name="connsiteY23" fmla="*/ 6691153 h 6858000"/>
              <a:gd name="connsiteX24" fmla="*/ 1019354 w 7467600"/>
              <a:gd name="connsiteY24" fmla="*/ 6315006 h 6858000"/>
              <a:gd name="connsiteX25" fmla="*/ 991680 w 7467600"/>
              <a:gd name="connsiteY25" fmla="*/ 6298413 h 6858000"/>
              <a:gd name="connsiteX26" fmla="*/ 409060 w 7467600"/>
              <a:gd name="connsiteY26" fmla="*/ 6671470 h 6858000"/>
              <a:gd name="connsiteX27" fmla="*/ 991680 w 7467600"/>
              <a:gd name="connsiteY27" fmla="*/ 6298413 h 6858000"/>
              <a:gd name="connsiteX28" fmla="*/ 103333 w 7467600"/>
              <a:gd name="connsiteY28" fmla="*/ 5699602 h 6858000"/>
              <a:gd name="connsiteX29" fmla="*/ 233938 w 7467600"/>
              <a:gd name="connsiteY29" fmla="*/ 5809416 h 6858000"/>
              <a:gd name="connsiteX30" fmla="*/ 883580 w 7467600"/>
              <a:gd name="connsiteY30" fmla="*/ 6180710 h 6858000"/>
              <a:gd name="connsiteX31" fmla="*/ 487337 w 7467600"/>
              <a:gd name="connsiteY31" fmla="*/ 5950182 h 6858000"/>
              <a:gd name="connsiteX32" fmla="*/ 354051 w 7467600"/>
              <a:gd name="connsiteY32" fmla="*/ 5854912 h 6858000"/>
              <a:gd name="connsiteX33" fmla="*/ 195436 w 7467600"/>
              <a:gd name="connsiteY33" fmla="*/ 5755068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6861797 w 7467600"/>
              <a:gd name="connsiteY74" fmla="*/ 5419899 h 6858000"/>
              <a:gd name="connsiteX75" fmla="*/ 6879594 w 7467600"/>
              <a:gd name="connsiteY75" fmla="*/ 5424547 h 6858000"/>
              <a:gd name="connsiteX76" fmla="*/ 7379510 w 7467600"/>
              <a:gd name="connsiteY76" fmla="*/ 5755454 h 6858000"/>
              <a:gd name="connsiteX77" fmla="*/ 7467600 w 7467600"/>
              <a:gd name="connsiteY77" fmla="*/ 5845526 h 6858000"/>
              <a:gd name="connsiteX78" fmla="*/ 7467600 w 7467600"/>
              <a:gd name="connsiteY78" fmla="*/ 5925131 h 6858000"/>
              <a:gd name="connsiteX79" fmla="*/ 7271900 w 7467600"/>
              <a:gd name="connsiteY79" fmla="*/ 5734551 h 6858000"/>
              <a:gd name="connsiteX80" fmla="*/ 7015907 w 7467600"/>
              <a:gd name="connsiteY80" fmla="*/ 5541548 h 6858000"/>
              <a:gd name="connsiteX81" fmla="*/ 7259646 w 7467600"/>
              <a:gd name="connsiteY81" fmla="*/ 5765985 h 6858000"/>
              <a:gd name="connsiteX82" fmla="*/ 7467600 w 7467600"/>
              <a:gd name="connsiteY82" fmla="*/ 5971257 h 6858000"/>
              <a:gd name="connsiteX83" fmla="*/ 7467600 w 7467600"/>
              <a:gd name="connsiteY83" fmla="*/ 6012219 h 6858000"/>
              <a:gd name="connsiteX84" fmla="*/ 7240170 w 7467600"/>
              <a:gd name="connsiteY84" fmla="*/ 5787985 h 6858000"/>
              <a:gd name="connsiteX85" fmla="*/ 6946849 w 7467600"/>
              <a:gd name="connsiteY85" fmla="*/ 5523271 h 6858000"/>
              <a:gd name="connsiteX86" fmla="*/ 6946972 w 7467600"/>
              <a:gd name="connsiteY86" fmla="*/ 5526491 h 6858000"/>
              <a:gd name="connsiteX87" fmla="*/ 7105827 w 7467600"/>
              <a:gd name="connsiteY87" fmla="*/ 5718700 h 6858000"/>
              <a:gd name="connsiteX88" fmla="*/ 7126431 w 7467600"/>
              <a:gd name="connsiteY88" fmla="*/ 5737872 h 6858000"/>
              <a:gd name="connsiteX89" fmla="*/ 7356878 w 7467600"/>
              <a:gd name="connsiteY89" fmla="*/ 5981332 h 6858000"/>
              <a:gd name="connsiteX90" fmla="*/ 7467600 w 7467600"/>
              <a:gd name="connsiteY90" fmla="*/ 6117703 h 6858000"/>
              <a:gd name="connsiteX91" fmla="*/ 7467600 w 7467600"/>
              <a:gd name="connsiteY91" fmla="*/ 6163634 h 6858000"/>
              <a:gd name="connsiteX92" fmla="*/ 7403637 w 7467600"/>
              <a:gd name="connsiteY92" fmla="*/ 6083957 h 6858000"/>
              <a:gd name="connsiteX93" fmla="*/ 7254615 w 7467600"/>
              <a:gd name="connsiteY93" fmla="*/ 5911918 h 6858000"/>
              <a:gd name="connsiteX94" fmla="*/ 7312589 w 7467600"/>
              <a:gd name="connsiteY94" fmla="*/ 5982309 h 6858000"/>
              <a:gd name="connsiteX95" fmla="*/ 7448321 w 7467600"/>
              <a:gd name="connsiteY95" fmla="*/ 6190991 h 6858000"/>
              <a:gd name="connsiteX96" fmla="*/ 7467600 w 7467600"/>
              <a:gd name="connsiteY96" fmla="*/ 6221686 h 6858000"/>
              <a:gd name="connsiteX97" fmla="*/ 7467600 w 7467600"/>
              <a:gd name="connsiteY97" fmla="*/ 6334256 h 6858000"/>
              <a:gd name="connsiteX98" fmla="*/ 7454976 w 7467600"/>
              <a:gd name="connsiteY98" fmla="*/ 6318297 h 6858000"/>
              <a:gd name="connsiteX99" fmla="*/ 7042773 w 7467600"/>
              <a:gd name="connsiteY99" fmla="*/ 5734011 h 6858000"/>
              <a:gd name="connsiteX100" fmla="*/ 6844835 w 7467600"/>
              <a:gd name="connsiteY100" fmla="*/ 5424988 h 6858000"/>
              <a:gd name="connsiteX101" fmla="*/ 6861797 w 7467600"/>
              <a:gd name="connsiteY101" fmla="*/ 5419899 h 6858000"/>
              <a:gd name="connsiteX102" fmla="*/ 1456157 w 7467600"/>
              <a:gd name="connsiteY102" fmla="*/ 5371404 h 6858000"/>
              <a:gd name="connsiteX103" fmla="*/ 1244432 w 7467600"/>
              <a:gd name="connsiteY103" fmla="*/ 5385601 h 6858000"/>
              <a:gd name="connsiteX104" fmla="*/ 973990 w 7467600"/>
              <a:gd name="connsiteY104" fmla="*/ 5424940 h 6858000"/>
              <a:gd name="connsiteX105" fmla="*/ 1103809 w 7467600"/>
              <a:gd name="connsiteY105" fmla="*/ 5433720 h 6858000"/>
              <a:gd name="connsiteX106" fmla="*/ 1123454 w 7467600"/>
              <a:gd name="connsiteY106" fmla="*/ 5435727 h 6858000"/>
              <a:gd name="connsiteX107" fmla="*/ 1737017 w 7467600"/>
              <a:gd name="connsiteY107" fmla="*/ 5452183 h 6858000"/>
              <a:gd name="connsiteX108" fmla="*/ 1824397 w 7467600"/>
              <a:gd name="connsiteY108" fmla="*/ 5447757 h 6858000"/>
              <a:gd name="connsiteX109" fmla="*/ 2070059 w 7467600"/>
              <a:gd name="connsiteY109" fmla="*/ 5441660 h 6858000"/>
              <a:gd name="connsiteX110" fmla="*/ 1456157 w 7467600"/>
              <a:gd name="connsiteY110" fmla="*/ 5371404 h 6858000"/>
              <a:gd name="connsiteX111" fmla="*/ 4988186 w 7467600"/>
              <a:gd name="connsiteY111" fmla="*/ 5216467 h 6858000"/>
              <a:gd name="connsiteX112" fmla="*/ 4777334 w 7467600"/>
              <a:gd name="connsiteY112" fmla="*/ 5406072 h 6858000"/>
              <a:gd name="connsiteX113" fmla="*/ 4718341 w 7467600"/>
              <a:gd name="connsiteY113" fmla="*/ 5468043 h 6858000"/>
              <a:gd name="connsiteX114" fmla="*/ 4604655 w 7467600"/>
              <a:gd name="connsiteY114" fmla="*/ 5583434 h 6858000"/>
              <a:gd name="connsiteX115" fmla="*/ 4565074 w 7467600"/>
              <a:gd name="connsiteY115" fmla="*/ 5618550 h 6858000"/>
              <a:gd name="connsiteX116" fmla="*/ 4988186 w 7467600"/>
              <a:gd name="connsiteY116" fmla="*/ 5216467 h 6858000"/>
              <a:gd name="connsiteX117" fmla="*/ 4978032 w 7467600"/>
              <a:gd name="connsiteY117" fmla="*/ 5183809 h 6858000"/>
              <a:gd name="connsiteX118" fmla="*/ 4463413 w 7467600"/>
              <a:gd name="connsiteY118" fmla="*/ 5615162 h 6858000"/>
              <a:gd name="connsiteX119" fmla="*/ 4358134 w 7467600"/>
              <a:gd name="connsiteY119" fmla="*/ 5742791 h 6858000"/>
              <a:gd name="connsiteX120" fmla="*/ 4376219 w 7467600"/>
              <a:gd name="connsiteY120" fmla="*/ 5729027 h 6858000"/>
              <a:gd name="connsiteX121" fmla="*/ 4582340 w 7467600"/>
              <a:gd name="connsiteY121" fmla="*/ 5561037 h 6858000"/>
              <a:gd name="connsiteX122" fmla="*/ 4694684 w 7467600"/>
              <a:gd name="connsiteY122" fmla="*/ 5447098 h 6858000"/>
              <a:gd name="connsiteX123" fmla="*/ 4754123 w 7467600"/>
              <a:gd name="connsiteY123" fmla="*/ 5384643 h 6858000"/>
              <a:gd name="connsiteX124" fmla="*/ 4978032 w 7467600"/>
              <a:gd name="connsiteY124" fmla="*/ 5183809 h 6858000"/>
              <a:gd name="connsiteX125" fmla="*/ 7133363 w 7467600"/>
              <a:gd name="connsiteY125" fmla="*/ 5050246 h 6858000"/>
              <a:gd name="connsiteX126" fmla="*/ 7450656 w 7467600"/>
              <a:gd name="connsiteY126" fmla="*/ 5134750 h 6858000"/>
              <a:gd name="connsiteX127" fmla="*/ 7467600 w 7467600"/>
              <a:gd name="connsiteY127" fmla="*/ 5142496 h 6858000"/>
              <a:gd name="connsiteX128" fmla="*/ 7467600 w 7467600"/>
              <a:gd name="connsiteY128" fmla="*/ 5158623 h 6858000"/>
              <a:gd name="connsiteX129" fmla="*/ 7427076 w 7467600"/>
              <a:gd name="connsiteY129" fmla="*/ 5142684 h 6858000"/>
              <a:gd name="connsiteX130" fmla="*/ 7467600 w 7467600"/>
              <a:gd name="connsiteY130" fmla="*/ 5164774 h 6858000"/>
              <a:gd name="connsiteX131" fmla="*/ 7467600 w 7467600"/>
              <a:gd name="connsiteY131" fmla="*/ 5199146 h 6858000"/>
              <a:gd name="connsiteX132" fmla="*/ 7391022 w 7467600"/>
              <a:gd name="connsiteY132" fmla="*/ 5158141 h 6858000"/>
              <a:gd name="connsiteX133" fmla="*/ 7312201 w 7467600"/>
              <a:gd name="connsiteY133" fmla="*/ 5128278 h 6858000"/>
              <a:gd name="connsiteX134" fmla="*/ 7343603 w 7467600"/>
              <a:gd name="connsiteY134" fmla="*/ 5149746 h 6858000"/>
              <a:gd name="connsiteX135" fmla="*/ 7467600 w 7467600"/>
              <a:gd name="connsiteY135" fmla="*/ 5241225 h 6858000"/>
              <a:gd name="connsiteX136" fmla="*/ 7467600 w 7467600"/>
              <a:gd name="connsiteY136" fmla="*/ 5277736 h 6858000"/>
              <a:gd name="connsiteX137" fmla="*/ 7327465 w 7467600"/>
              <a:gd name="connsiteY137" fmla="*/ 5174181 h 6858000"/>
              <a:gd name="connsiteX138" fmla="*/ 7244057 w 7467600"/>
              <a:gd name="connsiteY138" fmla="*/ 5124233 h 6858000"/>
              <a:gd name="connsiteX139" fmla="*/ 7353035 w 7467600"/>
              <a:gd name="connsiteY139" fmla="*/ 5197318 h 6858000"/>
              <a:gd name="connsiteX140" fmla="*/ 7467600 w 7467600"/>
              <a:gd name="connsiteY140" fmla="*/ 5297634 h 6858000"/>
              <a:gd name="connsiteX141" fmla="*/ 7467600 w 7467600"/>
              <a:gd name="connsiteY141" fmla="*/ 5361850 h 6858000"/>
              <a:gd name="connsiteX142" fmla="*/ 7368569 w 7467600"/>
              <a:gd name="connsiteY142" fmla="*/ 5270182 h 6858000"/>
              <a:gd name="connsiteX143" fmla="*/ 7131946 w 7467600"/>
              <a:gd name="connsiteY143" fmla="*/ 5075653 h 6858000"/>
              <a:gd name="connsiteX144" fmla="*/ 7133363 w 7467600"/>
              <a:gd name="connsiteY144" fmla="*/ 5050246 h 6858000"/>
              <a:gd name="connsiteX145" fmla="*/ 1903353 w 7467600"/>
              <a:gd name="connsiteY145" fmla="*/ 5044827 h 6858000"/>
              <a:gd name="connsiteX146" fmla="*/ 1936931 w 7467600"/>
              <a:gd name="connsiteY146" fmla="*/ 5093954 h 6858000"/>
              <a:gd name="connsiteX147" fmla="*/ 2195868 w 7467600"/>
              <a:gd name="connsiteY147" fmla="*/ 5396574 h 6858000"/>
              <a:gd name="connsiteX148" fmla="*/ 2088852 w 7467600"/>
              <a:gd name="connsiteY148" fmla="*/ 5166123 h 6858000"/>
              <a:gd name="connsiteX149" fmla="*/ 1958241 w 7467600"/>
              <a:gd name="connsiteY149" fmla="*/ 5067955 h 6858000"/>
              <a:gd name="connsiteX150" fmla="*/ 1903353 w 7467600"/>
              <a:gd name="connsiteY150" fmla="*/ 5044827 h 6858000"/>
              <a:gd name="connsiteX151" fmla="*/ 1979378 w 7467600"/>
              <a:gd name="connsiteY151" fmla="*/ 4769504 h 6858000"/>
              <a:gd name="connsiteX152" fmla="*/ 2882120 w 7467600"/>
              <a:gd name="connsiteY152" fmla="*/ 5064547 h 6858000"/>
              <a:gd name="connsiteX153" fmla="*/ 2793103 w 7467600"/>
              <a:gd name="connsiteY153" fmla="*/ 5039699 h 6858000"/>
              <a:gd name="connsiteX154" fmla="*/ 2770041 w 7467600"/>
              <a:gd name="connsiteY154" fmla="*/ 5033634 h 6858000"/>
              <a:gd name="connsiteX155" fmla="*/ 1979378 w 7467600"/>
              <a:gd name="connsiteY155" fmla="*/ 4769504 h 6858000"/>
              <a:gd name="connsiteX156" fmla="*/ 1927410 w 7467600"/>
              <a:gd name="connsiteY156" fmla="*/ 4716164 h 6858000"/>
              <a:gd name="connsiteX157" fmla="*/ 1959587 w 7467600"/>
              <a:gd name="connsiteY157" fmla="*/ 4728849 h 6858000"/>
              <a:gd name="connsiteX158" fmla="*/ 2777707 w 7467600"/>
              <a:gd name="connsiteY158" fmla="*/ 5003991 h 6858000"/>
              <a:gd name="connsiteX159" fmla="*/ 2800768 w 7467600"/>
              <a:gd name="connsiteY159" fmla="*/ 5010056 h 6858000"/>
              <a:gd name="connsiteX160" fmla="*/ 2879408 w 7467600"/>
              <a:gd name="connsiteY160" fmla="*/ 5031590 h 6858000"/>
              <a:gd name="connsiteX161" fmla="*/ 2862295 w 7467600"/>
              <a:gd name="connsiteY161" fmla="*/ 5022958 h 6858000"/>
              <a:gd name="connsiteX162" fmla="*/ 2813343 w 7467600"/>
              <a:gd name="connsiteY162" fmla="*/ 4998369 h 6858000"/>
              <a:gd name="connsiteX163" fmla="*/ 2646245 w 7467600"/>
              <a:gd name="connsiteY163" fmla="*/ 4930999 h 6858000"/>
              <a:gd name="connsiteX164" fmla="*/ 1999243 w 7467600"/>
              <a:gd name="connsiteY164" fmla="*/ 4730524 h 6858000"/>
              <a:gd name="connsiteX165" fmla="*/ 1979527 w 7467600"/>
              <a:gd name="connsiteY165" fmla="*/ 4726651 h 6858000"/>
              <a:gd name="connsiteX166" fmla="*/ 1997014 w 7467600"/>
              <a:gd name="connsiteY166" fmla="*/ 4698007 h 6858000"/>
              <a:gd name="connsiteX167" fmla="*/ 2005458 w 7467600"/>
              <a:gd name="connsiteY167" fmla="*/ 4699540 h 6858000"/>
              <a:gd name="connsiteX168" fmla="*/ 2657186 w 7467600"/>
              <a:gd name="connsiteY168" fmla="*/ 4901687 h 6858000"/>
              <a:gd name="connsiteX169" fmla="*/ 2826662 w 7467600"/>
              <a:gd name="connsiteY169" fmla="*/ 4970362 h 6858000"/>
              <a:gd name="connsiteX170" fmla="*/ 2876100 w 7467600"/>
              <a:gd name="connsiteY170" fmla="*/ 4995397 h 6858000"/>
              <a:gd name="connsiteX171" fmla="*/ 3042600 w 7467600"/>
              <a:gd name="connsiteY171" fmla="*/ 5059532 h 6858000"/>
              <a:gd name="connsiteX172" fmla="*/ 1997014 w 7467600"/>
              <a:gd name="connsiteY172" fmla="*/ 4698007 h 6858000"/>
              <a:gd name="connsiteX173" fmla="*/ 2305292 w 7467600"/>
              <a:gd name="connsiteY173" fmla="*/ 4219492 h 6858000"/>
              <a:gd name="connsiteX174" fmla="*/ 3360922 w 7467600"/>
              <a:gd name="connsiteY174" fmla="*/ 4529373 h 6858000"/>
              <a:gd name="connsiteX175" fmla="*/ 3492420 w 7467600"/>
              <a:gd name="connsiteY175" fmla="*/ 4510145 h 6858000"/>
              <a:gd name="connsiteX176" fmla="*/ 3364086 w 7467600"/>
              <a:gd name="connsiteY176" fmla="*/ 4480340 h 6858000"/>
              <a:gd name="connsiteX177" fmla="*/ 3225818 w 7467600"/>
              <a:gd name="connsiteY177" fmla="*/ 4411822 h 6858000"/>
              <a:gd name="connsiteX178" fmla="*/ 3129696 w 7467600"/>
              <a:gd name="connsiteY178" fmla="*/ 4360704 h 6858000"/>
              <a:gd name="connsiteX179" fmla="*/ 2814545 w 7467600"/>
              <a:gd name="connsiteY179" fmla="*/ 4282955 h 6858000"/>
              <a:gd name="connsiteX180" fmla="*/ 2305292 w 7467600"/>
              <a:gd name="connsiteY180" fmla="*/ 4219492 h 6858000"/>
              <a:gd name="connsiteX181" fmla="*/ 2626982 w 7467600"/>
              <a:gd name="connsiteY181" fmla="*/ 4206450 h 6858000"/>
              <a:gd name="connsiteX182" fmla="*/ 2490617 w 7467600"/>
              <a:gd name="connsiteY182" fmla="*/ 4206951 h 6858000"/>
              <a:gd name="connsiteX183" fmla="*/ 2819869 w 7467600"/>
              <a:gd name="connsiteY183" fmla="*/ 4252936 h 6858000"/>
              <a:gd name="connsiteX184" fmla="*/ 3143018 w 7467600"/>
              <a:gd name="connsiteY184" fmla="*/ 4332698 h 6858000"/>
              <a:gd name="connsiteX185" fmla="*/ 3241520 w 7467600"/>
              <a:gd name="connsiteY185" fmla="*/ 4385112 h 6858000"/>
              <a:gd name="connsiteX186" fmla="*/ 3374575 w 7467600"/>
              <a:gd name="connsiteY186" fmla="*/ 4451517 h 6858000"/>
              <a:gd name="connsiteX187" fmla="*/ 3505221 w 7467600"/>
              <a:gd name="connsiteY187" fmla="*/ 4480757 h 6858000"/>
              <a:gd name="connsiteX188" fmla="*/ 2626982 w 7467600"/>
              <a:gd name="connsiteY188" fmla="*/ 4206450 h 6858000"/>
              <a:gd name="connsiteX189" fmla="*/ 1310106 w 7467600"/>
              <a:gd name="connsiteY189" fmla="*/ 3943217 h 6858000"/>
              <a:gd name="connsiteX190" fmla="*/ 854994 w 7467600"/>
              <a:gd name="connsiteY190" fmla="*/ 4399136 h 6858000"/>
              <a:gd name="connsiteX191" fmla="*/ 742462 w 7467600"/>
              <a:gd name="connsiteY191" fmla="*/ 4594648 h 6858000"/>
              <a:gd name="connsiteX192" fmla="*/ 820602 w 7467600"/>
              <a:gd name="connsiteY192" fmla="*/ 4485915 h 6858000"/>
              <a:gd name="connsiteX193" fmla="*/ 878295 w 7467600"/>
              <a:gd name="connsiteY193" fmla="*/ 4403594 h 6858000"/>
              <a:gd name="connsiteX194" fmla="*/ 1240607 w 7467600"/>
              <a:gd name="connsiteY194" fmla="*/ 4010401 h 6858000"/>
              <a:gd name="connsiteX195" fmla="*/ 1423113 w 7467600"/>
              <a:gd name="connsiteY195" fmla="*/ 3874565 h 6858000"/>
              <a:gd name="connsiteX196" fmla="*/ 1260565 w 7467600"/>
              <a:gd name="connsiteY196" fmla="*/ 4031982 h 6858000"/>
              <a:gd name="connsiteX197" fmla="*/ 901900 w 7467600"/>
              <a:gd name="connsiteY197" fmla="*/ 4421236 h 6858000"/>
              <a:gd name="connsiteX198" fmla="*/ 845044 w 7467600"/>
              <a:gd name="connsiteY198" fmla="*/ 4502436 h 6858000"/>
              <a:gd name="connsiteX199" fmla="*/ 685926 w 7467600"/>
              <a:gd name="connsiteY199" fmla="*/ 4703069 h 6858000"/>
              <a:gd name="connsiteX200" fmla="*/ 684248 w 7467600"/>
              <a:gd name="connsiteY200" fmla="*/ 4706721 h 6858000"/>
              <a:gd name="connsiteX201" fmla="*/ 1423113 w 7467600"/>
              <a:gd name="connsiteY201" fmla="*/ 3874565 h 6858000"/>
              <a:gd name="connsiteX202" fmla="*/ 3316479 w 7467600"/>
              <a:gd name="connsiteY202" fmla="*/ 3872136 h 6858000"/>
              <a:gd name="connsiteX203" fmla="*/ 3546806 w 7467600"/>
              <a:gd name="connsiteY203" fmla="*/ 4356139 h 6858000"/>
              <a:gd name="connsiteX204" fmla="*/ 3364433 w 7467600"/>
              <a:gd name="connsiteY204" fmla="*/ 3953121 h 6858000"/>
              <a:gd name="connsiteX205" fmla="*/ 3291335 w 7467600"/>
              <a:gd name="connsiteY205" fmla="*/ 3767420 h 6858000"/>
              <a:gd name="connsiteX206" fmla="*/ 3390805 w 7467600"/>
              <a:gd name="connsiteY206" fmla="*/ 3937163 h 6858000"/>
              <a:gd name="connsiteX207" fmla="*/ 3579062 w 7467600"/>
              <a:gd name="connsiteY207" fmla="*/ 4359040 h 6858000"/>
              <a:gd name="connsiteX208" fmla="*/ 3467355 w 7467600"/>
              <a:gd name="connsiteY208" fmla="*/ 3988130 h 6858000"/>
              <a:gd name="connsiteX209" fmla="*/ 3310753 w 7467600"/>
              <a:gd name="connsiteY209" fmla="*/ 3787140 h 6858000"/>
              <a:gd name="connsiteX210" fmla="*/ 3291335 w 7467600"/>
              <a:gd name="connsiteY210" fmla="*/ 3767420 h 6858000"/>
              <a:gd name="connsiteX211" fmla="*/ 1635889 w 7467600"/>
              <a:gd name="connsiteY211" fmla="*/ 3709494 h 6858000"/>
              <a:gd name="connsiteX212" fmla="*/ 1634800 w 7467600"/>
              <a:gd name="connsiteY212" fmla="*/ 3731111 h 6858000"/>
              <a:gd name="connsiteX213" fmla="*/ 1635889 w 7467600"/>
              <a:gd name="connsiteY213" fmla="*/ 3709494 h 6858000"/>
              <a:gd name="connsiteX214" fmla="*/ 1510397 w 7467600"/>
              <a:gd name="connsiteY214" fmla="*/ 3684705 h 6858000"/>
              <a:gd name="connsiteX215" fmla="*/ 1146550 w 7467600"/>
              <a:gd name="connsiteY215" fmla="*/ 3802012 h 6858000"/>
              <a:gd name="connsiteX216" fmla="*/ 698834 w 7467600"/>
              <a:gd name="connsiteY216" fmla="*/ 3952272 h 6858000"/>
              <a:gd name="connsiteX217" fmla="*/ 34256 w 7467600"/>
              <a:gd name="connsiteY217" fmla="*/ 4347603 h 6858000"/>
              <a:gd name="connsiteX218" fmla="*/ 527241 w 7467600"/>
              <a:gd name="connsiteY218" fmla="*/ 4065078 h 6858000"/>
              <a:gd name="connsiteX219" fmla="*/ 1510397 w 7467600"/>
              <a:gd name="connsiteY219" fmla="*/ 3684705 h 6858000"/>
              <a:gd name="connsiteX220" fmla="*/ 1313114 w 7467600"/>
              <a:gd name="connsiteY220" fmla="*/ 3655216 h 6858000"/>
              <a:gd name="connsiteX221" fmla="*/ 1109304 w 7467600"/>
              <a:gd name="connsiteY221" fmla="*/ 3669030 h 6858000"/>
              <a:gd name="connsiteX222" fmla="*/ 8129 w 7467600"/>
              <a:gd name="connsiteY222" fmla="*/ 4330519 h 6858000"/>
              <a:gd name="connsiteX223" fmla="*/ 687572 w 7467600"/>
              <a:gd name="connsiteY223" fmla="*/ 3925629 h 6858000"/>
              <a:gd name="connsiteX224" fmla="*/ 1138365 w 7467600"/>
              <a:gd name="connsiteY224" fmla="*/ 3774515 h 6858000"/>
              <a:gd name="connsiteX225" fmla="*/ 1505579 w 7467600"/>
              <a:gd name="connsiteY225" fmla="*/ 3655526 h 6858000"/>
              <a:gd name="connsiteX226" fmla="*/ 1313114 w 7467600"/>
              <a:gd name="connsiteY226" fmla="*/ 3655216 h 6858000"/>
              <a:gd name="connsiteX227" fmla="*/ 3655073 w 7467600"/>
              <a:gd name="connsiteY227" fmla="*/ 3650884 h 6858000"/>
              <a:gd name="connsiteX228" fmla="*/ 3989938 w 7467600"/>
              <a:gd name="connsiteY228" fmla="*/ 3991685 h 6858000"/>
              <a:gd name="connsiteX229" fmla="*/ 4393907 w 7467600"/>
              <a:gd name="connsiteY229" fmla="*/ 4261258 h 6858000"/>
              <a:gd name="connsiteX230" fmla="*/ 4648051 w 7467600"/>
              <a:gd name="connsiteY230" fmla="*/ 4374051 h 6858000"/>
              <a:gd name="connsiteX231" fmla="*/ 4383389 w 7467600"/>
              <a:gd name="connsiteY231" fmla="*/ 4184369 h 6858000"/>
              <a:gd name="connsiteX232" fmla="*/ 4165508 w 7467600"/>
              <a:gd name="connsiteY232" fmla="*/ 4035196 h 6858000"/>
              <a:gd name="connsiteX233" fmla="*/ 4068162 w 7467600"/>
              <a:gd name="connsiteY233" fmla="*/ 3953394 h 6858000"/>
              <a:gd name="connsiteX234" fmla="*/ 3981416 w 7467600"/>
              <a:gd name="connsiteY234" fmla="*/ 3880482 h 6858000"/>
              <a:gd name="connsiteX235" fmla="*/ 3800147 w 7467600"/>
              <a:gd name="connsiteY235" fmla="*/ 3749872 h 6858000"/>
              <a:gd name="connsiteX236" fmla="*/ 3670252 w 7467600"/>
              <a:gd name="connsiteY236" fmla="*/ 3622798 h 6858000"/>
              <a:gd name="connsiteX237" fmla="*/ 3817258 w 7467600"/>
              <a:gd name="connsiteY237" fmla="*/ 3723577 h 6858000"/>
              <a:gd name="connsiteX238" fmla="*/ 4000461 w 7467600"/>
              <a:gd name="connsiteY238" fmla="*/ 3855966 h 6858000"/>
              <a:gd name="connsiteX239" fmla="*/ 4088180 w 7467600"/>
              <a:gd name="connsiteY239" fmla="*/ 3929774 h 6858000"/>
              <a:gd name="connsiteX240" fmla="*/ 4184555 w 7467600"/>
              <a:gd name="connsiteY240" fmla="*/ 4010683 h 6858000"/>
              <a:gd name="connsiteX241" fmla="*/ 4399563 w 7467600"/>
              <a:gd name="connsiteY241" fmla="*/ 4158106 h 6858000"/>
              <a:gd name="connsiteX242" fmla="*/ 4684469 w 7467600"/>
              <a:gd name="connsiteY242" fmla="*/ 4364680 h 6858000"/>
              <a:gd name="connsiteX243" fmla="*/ 4690271 w 7467600"/>
              <a:gd name="connsiteY243" fmla="*/ 4370034 h 6858000"/>
              <a:gd name="connsiteX244" fmla="*/ 4136093 w 7467600"/>
              <a:gd name="connsiteY244" fmla="*/ 3858466 h 6858000"/>
              <a:gd name="connsiteX245" fmla="*/ 3670252 w 7467600"/>
              <a:gd name="connsiteY245" fmla="*/ 3622798 h 6858000"/>
              <a:gd name="connsiteX246" fmla="*/ 4440129 w 7467600"/>
              <a:gd name="connsiteY246" fmla="*/ 3448571 h 6858000"/>
              <a:gd name="connsiteX247" fmla="*/ 4856525 w 7467600"/>
              <a:gd name="connsiteY247" fmla="*/ 3915351 h 6858000"/>
              <a:gd name="connsiteX248" fmla="*/ 5059055 w 7467600"/>
              <a:gd name="connsiteY248" fmla="*/ 4108918 h 6858000"/>
              <a:gd name="connsiteX249" fmla="*/ 5290070 w 7467600"/>
              <a:gd name="connsiteY249" fmla="*/ 4263619 h 6858000"/>
              <a:gd name="connsiteX250" fmla="*/ 4834991 w 7467600"/>
              <a:gd name="connsiteY250" fmla="*/ 3830985 h 6858000"/>
              <a:gd name="connsiteX251" fmla="*/ 4440129 w 7467600"/>
              <a:gd name="connsiteY251" fmla="*/ 3448571 h 6858000"/>
              <a:gd name="connsiteX252" fmla="*/ 4441737 w 7467600"/>
              <a:gd name="connsiteY252" fmla="*/ 3399734 h 6858000"/>
              <a:gd name="connsiteX253" fmla="*/ 4431236 w 7467600"/>
              <a:gd name="connsiteY253" fmla="*/ 3400954 h 6858000"/>
              <a:gd name="connsiteX254" fmla="*/ 4557150 w 7467600"/>
              <a:gd name="connsiteY254" fmla="*/ 3510023 h 6858000"/>
              <a:gd name="connsiteX255" fmla="*/ 4856936 w 7467600"/>
              <a:gd name="connsiteY255" fmla="*/ 3809146 h 6858000"/>
              <a:gd name="connsiteX256" fmla="*/ 5111996 w 7467600"/>
              <a:gd name="connsiteY256" fmla="*/ 4065759 h 6858000"/>
              <a:gd name="connsiteX257" fmla="*/ 5388878 w 7467600"/>
              <a:gd name="connsiteY257" fmla="*/ 4300185 h 6858000"/>
              <a:gd name="connsiteX258" fmla="*/ 5425556 w 7467600"/>
              <a:gd name="connsiteY258" fmla="*/ 4308967 h 6858000"/>
              <a:gd name="connsiteX259" fmla="*/ 4943646 w 7467600"/>
              <a:gd name="connsiteY259" fmla="*/ 3822916 h 6858000"/>
              <a:gd name="connsiteX260" fmla="*/ 4594837 w 7467600"/>
              <a:gd name="connsiteY260" fmla="*/ 3532274 h 6858000"/>
              <a:gd name="connsiteX261" fmla="*/ 4441737 w 7467600"/>
              <a:gd name="connsiteY261" fmla="*/ 3399734 h 6858000"/>
              <a:gd name="connsiteX262" fmla="*/ 5425834 w 7467600"/>
              <a:gd name="connsiteY262" fmla="*/ 3162785 h 6858000"/>
              <a:gd name="connsiteX263" fmla="*/ 5401644 w 7467600"/>
              <a:gd name="connsiteY263" fmla="*/ 3617847 h 6858000"/>
              <a:gd name="connsiteX264" fmla="*/ 5467256 w 7467600"/>
              <a:gd name="connsiteY264" fmla="*/ 4175494 h 6858000"/>
              <a:gd name="connsiteX265" fmla="*/ 5448069 w 7467600"/>
              <a:gd name="connsiteY265" fmla="*/ 3567554 h 6858000"/>
              <a:gd name="connsiteX266" fmla="*/ 1318687 w 7467600"/>
              <a:gd name="connsiteY266" fmla="*/ 3113840 h 6858000"/>
              <a:gd name="connsiteX267" fmla="*/ 1066793 w 7467600"/>
              <a:gd name="connsiteY267" fmla="*/ 3212171 h 6858000"/>
              <a:gd name="connsiteX268" fmla="*/ 993319 w 7467600"/>
              <a:gd name="connsiteY268" fmla="*/ 3247648 h 6858000"/>
              <a:gd name="connsiteX269" fmla="*/ 853081 w 7467600"/>
              <a:gd name="connsiteY269" fmla="*/ 3312410 h 6858000"/>
              <a:gd name="connsiteX270" fmla="*/ 805957 w 7467600"/>
              <a:gd name="connsiteY270" fmla="*/ 3330443 h 6858000"/>
              <a:gd name="connsiteX271" fmla="*/ 1318687 w 7467600"/>
              <a:gd name="connsiteY271" fmla="*/ 3113840 h 6858000"/>
              <a:gd name="connsiteX272" fmla="*/ 5453702 w 7467600"/>
              <a:gd name="connsiteY272" fmla="*/ 3090882 h 6858000"/>
              <a:gd name="connsiteX273" fmla="*/ 5480135 w 7467600"/>
              <a:gd name="connsiteY273" fmla="*/ 3565802 h 6858000"/>
              <a:gd name="connsiteX274" fmla="*/ 5499023 w 7467600"/>
              <a:gd name="connsiteY274" fmla="*/ 4166310 h 6858000"/>
              <a:gd name="connsiteX275" fmla="*/ 5547022 w 7467600"/>
              <a:gd name="connsiteY275" fmla="*/ 3607838 h 6858000"/>
              <a:gd name="connsiteX276" fmla="*/ 5515964 w 7467600"/>
              <a:gd name="connsiteY276" fmla="*/ 3378541 h 6858000"/>
              <a:gd name="connsiteX277" fmla="*/ 5453702 w 7467600"/>
              <a:gd name="connsiteY277" fmla="*/ 3090882 h 6858000"/>
              <a:gd name="connsiteX278" fmla="*/ 1238695 w 7467600"/>
              <a:gd name="connsiteY278" fmla="*/ 3076820 h 6858000"/>
              <a:gd name="connsiteX279" fmla="*/ 716371 w 7467600"/>
              <a:gd name="connsiteY279" fmla="*/ 3293249 h 6858000"/>
              <a:gd name="connsiteX280" fmla="*/ 579522 w 7467600"/>
              <a:gd name="connsiteY280" fmla="*/ 3371759 h 6858000"/>
              <a:gd name="connsiteX281" fmla="*/ 600288 w 7467600"/>
              <a:gd name="connsiteY281" fmla="*/ 3365555 h 6858000"/>
              <a:gd name="connsiteX282" fmla="*/ 840692 w 7467600"/>
              <a:gd name="connsiteY282" fmla="*/ 3284921 h 6858000"/>
              <a:gd name="connsiteX283" fmla="*/ 979248 w 7467600"/>
              <a:gd name="connsiteY283" fmla="*/ 3221003 h 6858000"/>
              <a:gd name="connsiteX284" fmla="*/ 1053282 w 7467600"/>
              <a:gd name="connsiteY284" fmla="*/ 3185247 h 6858000"/>
              <a:gd name="connsiteX285" fmla="*/ 1320603 w 7467600"/>
              <a:gd name="connsiteY285" fmla="*/ 3081281 h 6858000"/>
              <a:gd name="connsiteX286" fmla="*/ 1238695 w 7467600"/>
              <a:gd name="connsiteY286" fmla="*/ 3076820 h 6858000"/>
              <a:gd name="connsiteX287" fmla="*/ 5425627 w 7467600"/>
              <a:gd name="connsiteY287" fmla="*/ 2954192 h 6858000"/>
              <a:gd name="connsiteX288" fmla="*/ 5470770 w 7467600"/>
              <a:gd name="connsiteY288" fmla="*/ 3005435 h 6858000"/>
              <a:gd name="connsiteX289" fmla="*/ 5519779 w 7467600"/>
              <a:gd name="connsiteY289" fmla="*/ 4359223 h 6858000"/>
              <a:gd name="connsiteX290" fmla="*/ 5520293 w 7467600"/>
              <a:gd name="connsiteY290" fmla="*/ 4360602 h 6858000"/>
              <a:gd name="connsiteX291" fmla="*/ 5767221 w 7467600"/>
              <a:gd name="connsiteY291" fmla="*/ 4665564 h 6858000"/>
              <a:gd name="connsiteX292" fmla="*/ 6937169 w 7467600"/>
              <a:gd name="connsiteY292" fmla="*/ 4815941 h 6858000"/>
              <a:gd name="connsiteX293" fmla="*/ 6953922 w 7467600"/>
              <a:gd name="connsiteY293" fmla="*/ 4890068 h 6858000"/>
              <a:gd name="connsiteX294" fmla="*/ 6071359 w 7467600"/>
              <a:gd name="connsiteY294" fmla="*/ 4770770 h 6858000"/>
              <a:gd name="connsiteX295" fmla="*/ 6038839 w 7467600"/>
              <a:gd name="connsiteY295" fmla="*/ 4764474 h 6858000"/>
              <a:gd name="connsiteX296" fmla="*/ 6038706 w 7467600"/>
              <a:gd name="connsiteY296" fmla="*/ 4763847 h 6858000"/>
              <a:gd name="connsiteX297" fmla="*/ 6037784 w 7467600"/>
              <a:gd name="connsiteY297" fmla="*/ 4764270 h 6858000"/>
              <a:gd name="connsiteX298" fmla="*/ 6038839 w 7467600"/>
              <a:gd name="connsiteY298" fmla="*/ 4764474 h 6858000"/>
              <a:gd name="connsiteX299" fmla="*/ 6040338 w 7467600"/>
              <a:gd name="connsiteY299" fmla="*/ 4771418 h 6858000"/>
              <a:gd name="connsiteX300" fmla="*/ 6024488 w 7467600"/>
              <a:gd name="connsiteY300" fmla="*/ 4809903 h 6858000"/>
              <a:gd name="connsiteX301" fmla="*/ 5599771 w 7467600"/>
              <a:gd name="connsiteY301" fmla="*/ 5509652 h 6858000"/>
              <a:gd name="connsiteX302" fmla="*/ 5548843 w 7467600"/>
              <a:gd name="connsiteY302" fmla="*/ 5563845 h 6858000"/>
              <a:gd name="connsiteX303" fmla="*/ 5940952 w 7467600"/>
              <a:gd name="connsiteY303" fmla="*/ 6250028 h 6858000"/>
              <a:gd name="connsiteX304" fmla="*/ 6043441 w 7467600"/>
              <a:gd name="connsiteY304" fmla="*/ 6665847 h 6858000"/>
              <a:gd name="connsiteX305" fmla="*/ 6093432 w 7467600"/>
              <a:gd name="connsiteY305" fmla="*/ 6858000 h 6858000"/>
              <a:gd name="connsiteX306" fmla="*/ 6034344 w 7467600"/>
              <a:gd name="connsiteY306" fmla="*/ 6858000 h 6858000"/>
              <a:gd name="connsiteX307" fmla="*/ 6026679 w 7467600"/>
              <a:gd name="connsiteY307" fmla="*/ 6836959 h 6858000"/>
              <a:gd name="connsiteX308" fmla="*/ 5800441 w 7467600"/>
              <a:gd name="connsiteY308" fmla="*/ 6335286 h 6858000"/>
              <a:gd name="connsiteX309" fmla="*/ 5526562 w 7467600"/>
              <a:gd name="connsiteY309" fmla="*/ 5705388 h 6858000"/>
              <a:gd name="connsiteX310" fmla="*/ 5519640 w 7467600"/>
              <a:gd name="connsiteY310" fmla="*/ 5683774 h 6858000"/>
              <a:gd name="connsiteX311" fmla="*/ 5844559 w 7467600"/>
              <a:gd name="connsiteY311" fmla="*/ 6553349 h 6858000"/>
              <a:gd name="connsiteX312" fmla="*/ 5975994 w 7467600"/>
              <a:gd name="connsiteY312" fmla="*/ 6858000 h 6858000"/>
              <a:gd name="connsiteX313" fmla="*/ 5898547 w 7467600"/>
              <a:gd name="connsiteY313" fmla="*/ 6858000 h 6858000"/>
              <a:gd name="connsiteX314" fmla="*/ 5682041 w 7467600"/>
              <a:gd name="connsiteY314" fmla="*/ 6355860 h 6858000"/>
              <a:gd name="connsiteX315" fmla="*/ 5461758 w 7467600"/>
              <a:gd name="connsiteY315" fmla="*/ 5820220 h 6858000"/>
              <a:gd name="connsiteX316" fmla="*/ 5237282 w 7467600"/>
              <a:gd name="connsiteY316" fmla="*/ 6579086 h 6858000"/>
              <a:gd name="connsiteX317" fmla="*/ 5115009 w 7467600"/>
              <a:gd name="connsiteY317" fmla="*/ 6858000 h 6858000"/>
              <a:gd name="connsiteX318" fmla="*/ 5028074 w 7467600"/>
              <a:gd name="connsiteY318" fmla="*/ 6858000 h 6858000"/>
              <a:gd name="connsiteX319" fmla="*/ 5079508 w 7467600"/>
              <a:gd name="connsiteY319" fmla="*/ 6749074 h 6858000"/>
              <a:gd name="connsiteX320" fmla="*/ 5371846 w 7467600"/>
              <a:gd name="connsiteY320" fmla="*/ 5924413 h 6858000"/>
              <a:gd name="connsiteX321" fmla="*/ 5270512 w 7467600"/>
              <a:gd name="connsiteY321" fmla="*/ 6138975 h 6858000"/>
              <a:gd name="connsiteX322" fmla="*/ 5062409 w 7467600"/>
              <a:gd name="connsiteY322" fmla="*/ 6653544 h 6858000"/>
              <a:gd name="connsiteX323" fmla="*/ 5036628 w 7467600"/>
              <a:gd name="connsiteY323" fmla="*/ 6754247 h 6858000"/>
              <a:gd name="connsiteX324" fmla="*/ 5009112 w 7467600"/>
              <a:gd name="connsiteY324" fmla="*/ 6858000 h 6858000"/>
              <a:gd name="connsiteX325" fmla="*/ 4976679 w 7467600"/>
              <a:gd name="connsiteY325" fmla="*/ 6858000 h 6858000"/>
              <a:gd name="connsiteX326" fmla="*/ 5006537 w 7467600"/>
              <a:gd name="connsiteY326" fmla="*/ 6747068 h 6858000"/>
              <a:gd name="connsiteX327" fmla="*/ 5032723 w 7467600"/>
              <a:gd name="connsiteY327" fmla="*/ 6644957 h 6858000"/>
              <a:gd name="connsiteX328" fmla="*/ 5242949 w 7467600"/>
              <a:gd name="connsiteY328" fmla="*/ 6125175 h 6858000"/>
              <a:gd name="connsiteX329" fmla="*/ 5286321 w 7467600"/>
              <a:gd name="connsiteY329" fmla="*/ 6033555 h 6858000"/>
              <a:gd name="connsiteX330" fmla="*/ 5008210 w 7467600"/>
              <a:gd name="connsiteY330" fmla="*/ 6649194 h 6858000"/>
              <a:gd name="connsiteX331" fmla="*/ 4986321 w 7467600"/>
              <a:gd name="connsiteY331" fmla="*/ 6765687 h 6858000"/>
              <a:gd name="connsiteX332" fmla="*/ 4973474 w 7467600"/>
              <a:gd name="connsiteY332" fmla="*/ 6858000 h 6858000"/>
              <a:gd name="connsiteX333" fmla="*/ 4907178 w 7467600"/>
              <a:gd name="connsiteY333" fmla="*/ 6858000 h 6858000"/>
              <a:gd name="connsiteX334" fmla="*/ 4910810 w 7467600"/>
              <a:gd name="connsiteY334" fmla="*/ 6829660 h 6858000"/>
              <a:gd name="connsiteX335" fmla="*/ 4987461 w 7467600"/>
              <a:gd name="connsiteY335" fmla="*/ 6432994 h 6858000"/>
              <a:gd name="connsiteX336" fmla="*/ 5179262 w 7467600"/>
              <a:gd name="connsiteY336" fmla="*/ 6035044 h 6858000"/>
              <a:gd name="connsiteX337" fmla="*/ 4689678 w 7467600"/>
              <a:gd name="connsiteY337" fmla="*/ 6440241 h 6858000"/>
              <a:gd name="connsiteX338" fmla="*/ 4477543 w 7467600"/>
              <a:gd name="connsiteY338" fmla="*/ 6674836 h 6858000"/>
              <a:gd name="connsiteX339" fmla="*/ 4329957 w 7467600"/>
              <a:gd name="connsiteY339" fmla="*/ 6858000 h 6858000"/>
              <a:gd name="connsiteX340" fmla="*/ 4218595 w 7467600"/>
              <a:gd name="connsiteY340" fmla="*/ 6858000 h 6858000"/>
              <a:gd name="connsiteX341" fmla="*/ 4368888 w 7467600"/>
              <a:gd name="connsiteY341" fmla="*/ 6668412 h 6858000"/>
              <a:gd name="connsiteX342" fmla="*/ 4563091 w 7467600"/>
              <a:gd name="connsiteY342" fmla="*/ 6442508 h 6858000"/>
              <a:gd name="connsiteX343" fmla="*/ 5387324 w 7467600"/>
              <a:gd name="connsiteY343" fmla="*/ 5705830 h 6858000"/>
              <a:gd name="connsiteX344" fmla="*/ 5073620 w 7467600"/>
              <a:gd name="connsiteY344" fmla="*/ 5955437 h 6858000"/>
              <a:gd name="connsiteX345" fmla="*/ 4689789 w 7467600"/>
              <a:gd name="connsiteY345" fmla="*/ 6268382 h 6858000"/>
              <a:gd name="connsiteX346" fmla="*/ 4418722 w 7467600"/>
              <a:gd name="connsiteY346" fmla="*/ 6570886 h 6858000"/>
              <a:gd name="connsiteX347" fmla="*/ 4214944 w 7467600"/>
              <a:gd name="connsiteY347" fmla="*/ 6858000 h 6858000"/>
              <a:gd name="connsiteX348" fmla="*/ 4177898 w 7467600"/>
              <a:gd name="connsiteY348" fmla="*/ 6858000 h 6858000"/>
              <a:gd name="connsiteX349" fmla="*/ 4391597 w 7467600"/>
              <a:gd name="connsiteY349" fmla="*/ 6556370 h 6858000"/>
              <a:gd name="connsiteX350" fmla="*/ 4668889 w 7467600"/>
              <a:gd name="connsiteY350" fmla="*/ 6246399 h 6858000"/>
              <a:gd name="connsiteX351" fmla="*/ 5055427 w 7467600"/>
              <a:gd name="connsiteY351" fmla="*/ 5931476 h 6858000"/>
              <a:gd name="connsiteX352" fmla="*/ 5371814 w 7467600"/>
              <a:gd name="connsiteY352" fmla="*/ 5678975 h 6858000"/>
              <a:gd name="connsiteX353" fmla="*/ 4987918 w 7467600"/>
              <a:gd name="connsiteY353" fmla="*/ 5838701 h 6858000"/>
              <a:gd name="connsiteX354" fmla="*/ 4317146 w 7467600"/>
              <a:gd name="connsiteY354" fmla="*/ 6587716 h 6858000"/>
              <a:gd name="connsiteX355" fmla="*/ 4171627 w 7467600"/>
              <a:gd name="connsiteY355" fmla="*/ 6858000 h 6858000"/>
              <a:gd name="connsiteX356" fmla="*/ 4081585 w 7467600"/>
              <a:gd name="connsiteY356" fmla="*/ 6858000 h 6858000"/>
              <a:gd name="connsiteX357" fmla="*/ 4238603 w 7467600"/>
              <a:gd name="connsiteY357" fmla="*/ 6559341 h 6858000"/>
              <a:gd name="connsiteX358" fmla="*/ 4778333 w 7467600"/>
              <a:gd name="connsiteY358" fmla="*/ 5873626 h 6858000"/>
              <a:gd name="connsiteX359" fmla="*/ 5414185 w 7467600"/>
              <a:gd name="connsiteY359" fmla="*/ 5573882 h 6858000"/>
              <a:gd name="connsiteX360" fmla="*/ 5959648 w 7467600"/>
              <a:gd name="connsiteY360" fmla="*/ 4760797 h 6858000"/>
              <a:gd name="connsiteX361" fmla="*/ 5355019 w 7467600"/>
              <a:gd name="connsiteY361" fmla="*/ 4734672 h 6858000"/>
              <a:gd name="connsiteX362" fmla="*/ 5083565 w 7467600"/>
              <a:gd name="connsiteY362" fmla="*/ 5179121 h 6858000"/>
              <a:gd name="connsiteX363" fmla="*/ 4713577 w 7467600"/>
              <a:gd name="connsiteY363" fmla="*/ 5616803 h 6858000"/>
              <a:gd name="connsiteX364" fmla="*/ 3989559 w 7467600"/>
              <a:gd name="connsiteY364" fmla="*/ 6145945 h 6858000"/>
              <a:gd name="connsiteX365" fmla="*/ 3939824 w 7467600"/>
              <a:gd name="connsiteY365" fmla="*/ 6066900 h 6858000"/>
              <a:gd name="connsiteX366" fmla="*/ 4584537 w 7467600"/>
              <a:gd name="connsiteY366" fmla="*/ 5324826 h 6858000"/>
              <a:gd name="connsiteX367" fmla="*/ 5037105 w 7467600"/>
              <a:gd name="connsiteY367" fmla="*/ 5088765 h 6858000"/>
              <a:gd name="connsiteX368" fmla="*/ 5039930 w 7467600"/>
              <a:gd name="connsiteY368" fmla="*/ 5089585 h 6858000"/>
              <a:gd name="connsiteX369" fmla="*/ 5263764 w 7467600"/>
              <a:gd name="connsiteY369" fmla="*/ 4735525 h 6858000"/>
              <a:gd name="connsiteX370" fmla="*/ 4086300 w 7467600"/>
              <a:gd name="connsiteY370" fmla="*/ 4884599 h 6858000"/>
              <a:gd name="connsiteX371" fmla="*/ 4085485 w 7467600"/>
              <a:gd name="connsiteY371" fmla="*/ 4899070 h 6858000"/>
              <a:gd name="connsiteX372" fmla="*/ 3871915 w 7467600"/>
              <a:gd name="connsiteY372" fmla="*/ 5253645 h 6858000"/>
              <a:gd name="connsiteX373" fmla="*/ 3799374 w 7467600"/>
              <a:gd name="connsiteY373" fmla="*/ 5466127 h 6858000"/>
              <a:gd name="connsiteX374" fmla="*/ 3498850 w 7467600"/>
              <a:gd name="connsiteY374" fmla="*/ 6661888 h 6858000"/>
              <a:gd name="connsiteX375" fmla="*/ 3399216 w 7467600"/>
              <a:gd name="connsiteY375" fmla="*/ 6858000 h 6858000"/>
              <a:gd name="connsiteX376" fmla="*/ 3303688 w 7467600"/>
              <a:gd name="connsiteY376" fmla="*/ 6858000 h 6858000"/>
              <a:gd name="connsiteX377" fmla="*/ 3391774 w 7467600"/>
              <a:gd name="connsiteY377" fmla="*/ 6697181 h 6858000"/>
              <a:gd name="connsiteX378" fmla="*/ 3735540 w 7467600"/>
              <a:gd name="connsiteY378" fmla="*/ 5546923 h 6858000"/>
              <a:gd name="connsiteX379" fmla="*/ 3729438 w 7467600"/>
              <a:gd name="connsiteY379" fmla="*/ 5569058 h 6858000"/>
              <a:gd name="connsiteX380" fmla="*/ 3707782 w 7467600"/>
              <a:gd name="connsiteY380" fmla="*/ 5644908 h 6858000"/>
              <a:gd name="connsiteX381" fmla="*/ 3583827 w 7467600"/>
              <a:gd name="connsiteY381" fmla="*/ 6039215 h 6858000"/>
              <a:gd name="connsiteX382" fmla="*/ 3547861 w 7467600"/>
              <a:gd name="connsiteY382" fmla="*/ 6129609 h 6858000"/>
              <a:gd name="connsiteX383" fmla="*/ 3490905 w 7467600"/>
              <a:gd name="connsiteY383" fmla="*/ 6277660 h 6858000"/>
              <a:gd name="connsiteX384" fmla="*/ 3455859 w 7467600"/>
              <a:gd name="connsiteY384" fmla="*/ 6391301 h 6858000"/>
              <a:gd name="connsiteX385" fmla="*/ 3429112 w 7467600"/>
              <a:gd name="connsiteY385" fmla="*/ 6479469 h 6858000"/>
              <a:gd name="connsiteX386" fmla="*/ 3304862 w 7467600"/>
              <a:gd name="connsiteY386" fmla="*/ 6796476 h 6858000"/>
              <a:gd name="connsiteX387" fmla="*/ 3276071 w 7467600"/>
              <a:gd name="connsiteY387" fmla="*/ 6858000 h 6858000"/>
              <a:gd name="connsiteX388" fmla="*/ 3240805 w 7467600"/>
              <a:gd name="connsiteY388" fmla="*/ 6858000 h 6858000"/>
              <a:gd name="connsiteX389" fmla="*/ 3275917 w 7467600"/>
              <a:gd name="connsiteY389" fmla="*/ 6783192 h 6858000"/>
              <a:gd name="connsiteX390" fmla="*/ 3399358 w 7467600"/>
              <a:gd name="connsiteY390" fmla="*/ 6469011 h 6858000"/>
              <a:gd name="connsiteX391" fmla="*/ 3425650 w 7467600"/>
              <a:gd name="connsiteY391" fmla="*/ 6381333 h 6858000"/>
              <a:gd name="connsiteX392" fmla="*/ 3460661 w 7467600"/>
              <a:gd name="connsiteY392" fmla="*/ 6266763 h 6858000"/>
              <a:gd name="connsiteX393" fmla="*/ 3518021 w 7467600"/>
              <a:gd name="connsiteY393" fmla="*/ 6117298 h 6858000"/>
              <a:gd name="connsiteX394" fmla="*/ 3554035 w 7467600"/>
              <a:gd name="connsiteY394" fmla="*/ 6027832 h 6858000"/>
              <a:gd name="connsiteX395" fmla="*/ 3677174 w 7467600"/>
              <a:gd name="connsiteY395" fmla="*/ 5636351 h 6858000"/>
              <a:gd name="connsiteX396" fmla="*/ 3698819 w 7467600"/>
              <a:gd name="connsiteY396" fmla="*/ 5560503 h 6858000"/>
              <a:gd name="connsiteX397" fmla="*/ 3702094 w 7467600"/>
              <a:gd name="connsiteY397" fmla="*/ 5549194 h 6858000"/>
              <a:gd name="connsiteX398" fmla="*/ 3398355 w 7467600"/>
              <a:gd name="connsiteY398" fmla="*/ 6094603 h 6858000"/>
              <a:gd name="connsiteX399" fmla="*/ 3193941 w 7467600"/>
              <a:gd name="connsiteY399" fmla="*/ 6798775 h 6858000"/>
              <a:gd name="connsiteX400" fmla="*/ 3184140 w 7467600"/>
              <a:gd name="connsiteY400" fmla="*/ 6858000 h 6858000"/>
              <a:gd name="connsiteX401" fmla="*/ 3099978 w 7467600"/>
              <a:gd name="connsiteY401" fmla="*/ 6858000 h 6858000"/>
              <a:gd name="connsiteX402" fmla="*/ 3101556 w 7467600"/>
              <a:gd name="connsiteY402" fmla="*/ 6843337 h 6858000"/>
              <a:gd name="connsiteX403" fmla="*/ 3370162 w 7467600"/>
              <a:gd name="connsiteY403" fmla="*/ 5785550 h 6858000"/>
              <a:gd name="connsiteX404" fmla="*/ 3746477 w 7467600"/>
              <a:gd name="connsiteY404" fmla="*/ 5377889 h 6858000"/>
              <a:gd name="connsiteX405" fmla="*/ 3863399 w 7467600"/>
              <a:gd name="connsiteY405" fmla="*/ 5087257 h 6858000"/>
              <a:gd name="connsiteX406" fmla="*/ 3968712 w 7467600"/>
              <a:gd name="connsiteY406" fmla="*/ 4913989 h 6858000"/>
              <a:gd name="connsiteX407" fmla="*/ 2792390 w 7467600"/>
              <a:gd name="connsiteY407" fmla="*/ 5382974 h 6858000"/>
              <a:gd name="connsiteX408" fmla="*/ 2714982 w 7467600"/>
              <a:gd name="connsiteY408" fmla="*/ 5427051 h 6858000"/>
              <a:gd name="connsiteX409" fmla="*/ 2813361 w 7467600"/>
              <a:gd name="connsiteY409" fmla="*/ 6023912 h 6858000"/>
              <a:gd name="connsiteX410" fmla="*/ 2688430 w 7467600"/>
              <a:gd name="connsiteY410" fmla="*/ 6801564 h 6858000"/>
              <a:gd name="connsiteX411" fmla="*/ 2629626 w 7467600"/>
              <a:gd name="connsiteY411" fmla="*/ 6763394 h 6858000"/>
              <a:gd name="connsiteX412" fmla="*/ 2565328 w 7467600"/>
              <a:gd name="connsiteY412" fmla="*/ 5516399 h 6858000"/>
              <a:gd name="connsiteX413" fmla="*/ 1922999 w 7467600"/>
              <a:gd name="connsiteY413" fmla="*/ 5980343 h 6858000"/>
              <a:gd name="connsiteX414" fmla="*/ 1950261 w 7467600"/>
              <a:gd name="connsiteY414" fmla="*/ 6405858 h 6858000"/>
              <a:gd name="connsiteX415" fmla="*/ 2365554 w 7467600"/>
              <a:gd name="connsiteY415" fmla="*/ 6759107 h 6858000"/>
              <a:gd name="connsiteX416" fmla="*/ 2424142 w 7467600"/>
              <a:gd name="connsiteY416" fmla="*/ 6858000 h 6858000"/>
              <a:gd name="connsiteX417" fmla="*/ 2395994 w 7467600"/>
              <a:gd name="connsiteY417" fmla="*/ 6858000 h 6858000"/>
              <a:gd name="connsiteX418" fmla="*/ 2392863 w 7467600"/>
              <a:gd name="connsiteY418" fmla="*/ 6852964 h 6858000"/>
              <a:gd name="connsiteX419" fmla="*/ 2017589 w 7467600"/>
              <a:gd name="connsiteY419" fmla="*/ 6493982 h 6858000"/>
              <a:gd name="connsiteX420" fmla="*/ 2147336 w 7467600"/>
              <a:gd name="connsiteY420" fmla="*/ 6594052 h 6858000"/>
              <a:gd name="connsiteX421" fmla="*/ 2207047 w 7467600"/>
              <a:gd name="connsiteY421" fmla="*/ 6654540 h 6858000"/>
              <a:gd name="connsiteX422" fmla="*/ 2299106 w 7467600"/>
              <a:gd name="connsiteY422" fmla="*/ 6778931 h 6858000"/>
              <a:gd name="connsiteX423" fmla="*/ 2314430 w 7467600"/>
              <a:gd name="connsiteY423" fmla="*/ 6801144 h 6858000"/>
              <a:gd name="connsiteX424" fmla="*/ 2352406 w 7467600"/>
              <a:gd name="connsiteY424" fmla="*/ 6858000 h 6858000"/>
              <a:gd name="connsiteX425" fmla="*/ 2314492 w 7467600"/>
              <a:gd name="connsiteY425" fmla="*/ 6858000 h 6858000"/>
              <a:gd name="connsiteX426" fmla="*/ 2288095 w 7467600"/>
              <a:gd name="connsiteY426" fmla="*/ 6818030 h 6858000"/>
              <a:gd name="connsiteX427" fmla="*/ 2272768 w 7467600"/>
              <a:gd name="connsiteY427" fmla="*/ 6795822 h 6858000"/>
              <a:gd name="connsiteX428" fmla="*/ 2182715 w 7467600"/>
              <a:gd name="connsiteY428" fmla="*/ 6675071 h 6858000"/>
              <a:gd name="connsiteX429" fmla="*/ 2032061 w 7467600"/>
              <a:gd name="connsiteY429" fmla="*/ 6541380 h 6858000"/>
              <a:gd name="connsiteX430" fmla="*/ 2257220 w 7467600"/>
              <a:gd name="connsiteY430" fmla="*/ 6826257 h 6858000"/>
              <a:gd name="connsiteX431" fmla="*/ 2281324 w 7467600"/>
              <a:gd name="connsiteY431" fmla="*/ 6858000 h 6858000"/>
              <a:gd name="connsiteX432" fmla="*/ 2242860 w 7467600"/>
              <a:gd name="connsiteY432" fmla="*/ 6858000 h 6858000"/>
              <a:gd name="connsiteX433" fmla="*/ 2232818 w 7467600"/>
              <a:gd name="connsiteY433" fmla="*/ 6844926 h 6858000"/>
              <a:gd name="connsiteX434" fmla="*/ 1990172 w 7467600"/>
              <a:gd name="connsiteY434" fmla="*/ 6542121 h 6858000"/>
              <a:gd name="connsiteX435" fmla="*/ 2124090 w 7467600"/>
              <a:gd name="connsiteY435" fmla="*/ 6761017 h 6858000"/>
              <a:gd name="connsiteX436" fmla="*/ 2200380 w 7467600"/>
              <a:gd name="connsiteY436" fmla="*/ 6858000 h 6858000"/>
              <a:gd name="connsiteX437" fmla="*/ 2147507 w 7467600"/>
              <a:gd name="connsiteY437" fmla="*/ 6858000 h 6858000"/>
              <a:gd name="connsiteX438" fmla="*/ 2070668 w 7467600"/>
              <a:gd name="connsiteY438" fmla="*/ 6761520 h 6858000"/>
              <a:gd name="connsiteX439" fmla="*/ 1975142 w 7467600"/>
              <a:gd name="connsiteY439" fmla="*/ 6585570 h 6858000"/>
              <a:gd name="connsiteX440" fmla="*/ 2050035 w 7467600"/>
              <a:gd name="connsiteY440" fmla="*/ 6813345 h 6858000"/>
              <a:gd name="connsiteX441" fmla="*/ 2063025 w 7467600"/>
              <a:gd name="connsiteY441" fmla="*/ 6858000 h 6858000"/>
              <a:gd name="connsiteX442" fmla="*/ 2021675 w 7467600"/>
              <a:gd name="connsiteY442" fmla="*/ 6858000 h 6858000"/>
              <a:gd name="connsiteX443" fmla="*/ 2019308 w 7467600"/>
              <a:gd name="connsiteY443" fmla="*/ 6847118 h 6858000"/>
              <a:gd name="connsiteX444" fmla="*/ 1938835 w 7467600"/>
              <a:gd name="connsiteY444" fmla="*/ 6551160 h 6858000"/>
              <a:gd name="connsiteX445" fmla="*/ 1953230 w 7467600"/>
              <a:gd name="connsiteY445" fmla="*/ 6759699 h 6858000"/>
              <a:gd name="connsiteX446" fmla="*/ 1956763 w 7467600"/>
              <a:gd name="connsiteY446" fmla="*/ 6778191 h 6858000"/>
              <a:gd name="connsiteX447" fmla="*/ 1967925 w 7467600"/>
              <a:gd name="connsiteY447" fmla="*/ 6858000 h 6858000"/>
              <a:gd name="connsiteX448" fmla="*/ 1936622 w 7467600"/>
              <a:gd name="connsiteY448" fmla="*/ 6858000 h 6858000"/>
              <a:gd name="connsiteX449" fmla="*/ 1926261 w 7467600"/>
              <a:gd name="connsiteY449" fmla="*/ 6784064 h 6858000"/>
              <a:gd name="connsiteX450" fmla="*/ 1922724 w 7467600"/>
              <a:gd name="connsiteY450" fmla="*/ 6765577 h 6858000"/>
              <a:gd name="connsiteX451" fmla="*/ 1904650 w 7467600"/>
              <a:gd name="connsiteY451" fmla="*/ 6639616 h 6858000"/>
              <a:gd name="connsiteX452" fmla="*/ 1885273 w 7467600"/>
              <a:gd name="connsiteY452" fmla="*/ 6858000 h 6858000"/>
              <a:gd name="connsiteX453" fmla="*/ 1854363 w 7467600"/>
              <a:gd name="connsiteY453" fmla="*/ 6858000 h 6858000"/>
              <a:gd name="connsiteX454" fmla="*/ 1880391 w 7467600"/>
              <a:gd name="connsiteY454" fmla="*/ 6603796 h 6858000"/>
              <a:gd name="connsiteX455" fmla="*/ 1818273 w 7467600"/>
              <a:gd name="connsiteY455" fmla="*/ 6715729 h 6858000"/>
              <a:gd name="connsiteX456" fmla="*/ 1794691 w 7467600"/>
              <a:gd name="connsiteY456" fmla="*/ 6843239 h 6858000"/>
              <a:gd name="connsiteX457" fmla="*/ 1794914 w 7467600"/>
              <a:gd name="connsiteY457" fmla="*/ 6858000 h 6858000"/>
              <a:gd name="connsiteX458" fmla="*/ 1746128 w 7467600"/>
              <a:gd name="connsiteY458" fmla="*/ 6858000 h 6858000"/>
              <a:gd name="connsiteX459" fmla="*/ 1753934 w 7467600"/>
              <a:gd name="connsiteY459" fmla="*/ 6724796 h 6858000"/>
              <a:gd name="connsiteX460" fmla="*/ 1792053 w 7467600"/>
              <a:gd name="connsiteY460" fmla="*/ 6572396 h 6858000"/>
              <a:gd name="connsiteX461" fmla="*/ 1862248 w 7467600"/>
              <a:gd name="connsiteY461" fmla="*/ 6266397 h 6858000"/>
              <a:gd name="connsiteX462" fmla="*/ 1862250 w 7467600"/>
              <a:gd name="connsiteY462" fmla="*/ 6033531 h 6858000"/>
              <a:gd name="connsiteX463" fmla="*/ 1211999 w 7467600"/>
              <a:gd name="connsiteY463" fmla="*/ 6683610 h 6858000"/>
              <a:gd name="connsiteX464" fmla="*/ 1213266 w 7467600"/>
              <a:gd name="connsiteY464" fmla="*/ 6691947 h 6858000"/>
              <a:gd name="connsiteX465" fmla="*/ 1203370 w 7467600"/>
              <a:gd name="connsiteY465" fmla="*/ 6850676 h 6858000"/>
              <a:gd name="connsiteX466" fmla="*/ 1203671 w 7467600"/>
              <a:gd name="connsiteY466" fmla="*/ 6858000 h 6858000"/>
              <a:gd name="connsiteX467" fmla="*/ 1143180 w 7467600"/>
              <a:gd name="connsiteY467" fmla="*/ 6858000 h 6858000"/>
              <a:gd name="connsiteX468" fmla="*/ 1142176 w 7467600"/>
              <a:gd name="connsiteY468" fmla="*/ 6766045 h 6858000"/>
              <a:gd name="connsiteX469" fmla="*/ 1067484 w 7467600"/>
              <a:gd name="connsiteY469" fmla="*/ 6858000 h 6858000"/>
              <a:gd name="connsiteX470" fmla="*/ 953928 w 7467600"/>
              <a:gd name="connsiteY470" fmla="*/ 6858000 h 6858000"/>
              <a:gd name="connsiteX471" fmla="*/ 959715 w 7467600"/>
              <a:gd name="connsiteY471" fmla="*/ 6850185 h 6858000"/>
              <a:gd name="connsiteX472" fmla="*/ 1483788 w 7467600"/>
              <a:gd name="connsiteY472" fmla="*/ 6259174 h 6858000"/>
              <a:gd name="connsiteX473" fmla="*/ 1100671 w 7467600"/>
              <a:gd name="connsiteY473" fmla="*/ 6252137 h 6858000"/>
              <a:gd name="connsiteX474" fmla="*/ 1090144 w 7467600"/>
              <a:gd name="connsiteY474" fmla="*/ 6256748 h 6858000"/>
              <a:gd name="connsiteX475" fmla="*/ 1095872 w 7467600"/>
              <a:gd name="connsiteY475" fmla="*/ 6271892 h 6858000"/>
              <a:gd name="connsiteX476" fmla="*/ 262785 w 7467600"/>
              <a:gd name="connsiteY476" fmla="*/ 6845450 h 6858000"/>
              <a:gd name="connsiteX477" fmla="*/ 209968 w 7467600"/>
              <a:gd name="connsiteY477" fmla="*/ 6770713 h 6858000"/>
              <a:gd name="connsiteX478" fmla="*/ 873460 w 7467600"/>
              <a:gd name="connsiteY478" fmla="*/ 6253768 h 6858000"/>
              <a:gd name="connsiteX479" fmla="*/ 192686 w 7467600"/>
              <a:gd name="connsiteY479" fmla="*/ 5849257 h 6858000"/>
              <a:gd name="connsiteX480" fmla="*/ 4696 w 7467600"/>
              <a:gd name="connsiteY480" fmla="*/ 5697668 h 6858000"/>
              <a:gd name="connsiteX481" fmla="*/ 0 w 7467600"/>
              <a:gd name="connsiteY481" fmla="*/ 5689984 h 6858000"/>
              <a:gd name="connsiteX482" fmla="*/ 0 w 7467600"/>
              <a:gd name="connsiteY482" fmla="*/ 5513472 h 6858000"/>
              <a:gd name="connsiteX483" fmla="*/ 174101 w 7467600"/>
              <a:gd name="connsiteY483" fmla="*/ 5620277 h 6858000"/>
              <a:gd name="connsiteX484" fmla="*/ 891800 w 7467600"/>
              <a:gd name="connsiteY484" fmla="*/ 6036935 h 6858000"/>
              <a:gd name="connsiteX485" fmla="*/ 1072219 w 7467600"/>
              <a:gd name="connsiteY485" fmla="*/ 6169443 h 6858000"/>
              <a:gd name="connsiteX486" fmla="*/ 1074117 w 7467600"/>
              <a:gd name="connsiteY486" fmla="*/ 6170301 h 6858000"/>
              <a:gd name="connsiteX487" fmla="*/ 1083114 w 7467600"/>
              <a:gd name="connsiteY487" fmla="*/ 6174131 h 6858000"/>
              <a:gd name="connsiteX488" fmla="*/ 1543010 w 7467600"/>
              <a:gd name="connsiteY488" fmla="*/ 6191140 h 6858000"/>
              <a:gd name="connsiteX489" fmla="*/ 1551080 w 7467600"/>
              <a:gd name="connsiteY489" fmla="*/ 6195006 h 6858000"/>
              <a:gd name="connsiteX490" fmla="*/ 2345443 w 7467600"/>
              <a:gd name="connsiteY490" fmla="*/ 5549882 h 6858000"/>
              <a:gd name="connsiteX491" fmla="*/ 1721499 w 7467600"/>
              <a:gd name="connsiteY491" fmla="*/ 5599969 h 6858000"/>
              <a:gd name="connsiteX492" fmla="*/ 767716 w 7467600"/>
              <a:gd name="connsiteY492" fmla="*/ 5472768 h 6858000"/>
              <a:gd name="connsiteX493" fmla="*/ 722147 w 7467600"/>
              <a:gd name="connsiteY493" fmla="*/ 5393091 h 6858000"/>
              <a:gd name="connsiteX494" fmla="*/ 1485552 w 7467600"/>
              <a:gd name="connsiteY494" fmla="*/ 5313202 h 6858000"/>
              <a:gd name="connsiteX495" fmla="*/ 2143004 w 7467600"/>
              <a:gd name="connsiteY495" fmla="*/ 5402420 h 6858000"/>
              <a:gd name="connsiteX496" fmla="*/ 1933391 w 7467600"/>
              <a:gd name="connsiteY496" fmla="*/ 5156971 h 6858000"/>
              <a:gd name="connsiteX497" fmla="*/ 1827118 w 7467600"/>
              <a:gd name="connsiteY497" fmla="*/ 4968410 h 6858000"/>
              <a:gd name="connsiteX498" fmla="*/ 1837349 w 7467600"/>
              <a:gd name="connsiteY498" fmla="*/ 4956357 h 6858000"/>
              <a:gd name="connsiteX499" fmla="*/ 2162835 w 7467600"/>
              <a:gd name="connsiteY499" fmla="*/ 5187853 h 6858000"/>
              <a:gd name="connsiteX500" fmla="*/ 2257167 w 7467600"/>
              <a:gd name="connsiteY500" fmla="*/ 5462123 h 6858000"/>
              <a:gd name="connsiteX501" fmla="*/ 2261598 w 7467600"/>
              <a:gd name="connsiteY501" fmla="*/ 5467998 h 6858000"/>
              <a:gd name="connsiteX502" fmla="*/ 2437177 w 7467600"/>
              <a:gd name="connsiteY502" fmla="*/ 5479608 h 6858000"/>
              <a:gd name="connsiteX503" fmla="*/ 2445247 w 7467600"/>
              <a:gd name="connsiteY503" fmla="*/ 5483476 h 6858000"/>
              <a:gd name="connsiteX504" fmla="*/ 2743626 w 7467600"/>
              <a:gd name="connsiteY504" fmla="*/ 5304819 h 6858000"/>
              <a:gd name="connsiteX505" fmla="*/ 3048102 w 7467600"/>
              <a:gd name="connsiteY505" fmla="*/ 5150595 h 6858000"/>
              <a:gd name="connsiteX506" fmla="*/ 1799414 w 7467600"/>
              <a:gd name="connsiteY506" fmla="*/ 4694732 h 6858000"/>
              <a:gd name="connsiteX507" fmla="*/ 1771735 w 7467600"/>
              <a:gd name="connsiteY507" fmla="*/ 4619929 h 6858000"/>
              <a:gd name="connsiteX508" fmla="*/ 3104273 w 7467600"/>
              <a:gd name="connsiteY508" fmla="*/ 5076159 h 6858000"/>
              <a:gd name="connsiteX509" fmla="*/ 3113245 w 7467600"/>
              <a:gd name="connsiteY509" fmla="*/ 5090705 h 6858000"/>
              <a:gd name="connsiteX510" fmla="*/ 3126294 w 7467600"/>
              <a:gd name="connsiteY510" fmla="*/ 5114400 h 6858000"/>
              <a:gd name="connsiteX511" fmla="*/ 3937433 w 7467600"/>
              <a:gd name="connsiteY511" fmla="*/ 4830473 h 6858000"/>
              <a:gd name="connsiteX512" fmla="*/ 3590475 w 7467600"/>
              <a:gd name="connsiteY512" fmla="*/ 4597974 h 6858000"/>
              <a:gd name="connsiteX513" fmla="*/ 3100264 w 7467600"/>
              <a:gd name="connsiteY513" fmla="*/ 4579845 h 6858000"/>
              <a:gd name="connsiteX514" fmla="*/ 2183576 w 7467600"/>
              <a:gd name="connsiteY514" fmla="*/ 4227150 h 6858000"/>
              <a:gd name="connsiteX515" fmla="*/ 2151029 w 7467600"/>
              <a:gd name="connsiteY515" fmla="*/ 4146947 h 6858000"/>
              <a:gd name="connsiteX516" fmla="*/ 3563434 w 7467600"/>
              <a:gd name="connsiteY516" fmla="*/ 4469115 h 6858000"/>
              <a:gd name="connsiteX517" fmla="*/ 3177952 w 7467600"/>
              <a:gd name="connsiteY517" fmla="*/ 3657386 h 6858000"/>
              <a:gd name="connsiteX518" fmla="*/ 3189263 w 7467600"/>
              <a:gd name="connsiteY518" fmla="*/ 3625726 h 6858000"/>
              <a:gd name="connsiteX519" fmla="*/ 3560912 w 7467600"/>
              <a:gd name="connsiteY519" fmla="*/ 4079863 h 6858000"/>
              <a:gd name="connsiteX520" fmla="*/ 3626636 w 7467600"/>
              <a:gd name="connsiteY520" fmla="*/ 4512230 h 6858000"/>
              <a:gd name="connsiteX521" fmla="*/ 3653088 w 7467600"/>
              <a:gd name="connsiteY521" fmla="*/ 4521417 h 6858000"/>
              <a:gd name="connsiteX522" fmla="*/ 3988128 w 7467600"/>
              <a:gd name="connsiteY522" fmla="*/ 4817267 h 6858000"/>
              <a:gd name="connsiteX523" fmla="*/ 4830582 w 7467600"/>
              <a:gd name="connsiteY523" fmla="*/ 4676000 h 6858000"/>
              <a:gd name="connsiteX524" fmla="*/ 4830100 w 7467600"/>
              <a:gd name="connsiteY524" fmla="*/ 4675554 h 6858000"/>
              <a:gd name="connsiteX525" fmla="*/ 4036318 w 7467600"/>
              <a:gd name="connsiteY525" fmla="*/ 4147013 h 6858000"/>
              <a:gd name="connsiteX526" fmla="*/ 3432098 w 7467600"/>
              <a:gd name="connsiteY526" fmla="*/ 3537312 h 6858000"/>
              <a:gd name="connsiteX527" fmla="*/ 3446761 w 7467600"/>
              <a:gd name="connsiteY527" fmla="*/ 3461278 h 6858000"/>
              <a:gd name="connsiteX528" fmla="*/ 4419733 w 7467600"/>
              <a:gd name="connsiteY528" fmla="*/ 3963555 h 6858000"/>
              <a:gd name="connsiteX529" fmla="*/ 4781371 w 7467600"/>
              <a:gd name="connsiteY529" fmla="*/ 4458604 h 6858000"/>
              <a:gd name="connsiteX530" fmla="*/ 4780440 w 7467600"/>
              <a:gd name="connsiteY530" fmla="*/ 4470290 h 6858000"/>
              <a:gd name="connsiteX531" fmla="*/ 4898954 w 7467600"/>
              <a:gd name="connsiteY531" fmla="*/ 4662092 h 6858000"/>
              <a:gd name="connsiteX532" fmla="*/ 4900699 w 7467600"/>
              <a:gd name="connsiteY532" fmla="*/ 4670867 h 6858000"/>
              <a:gd name="connsiteX533" fmla="*/ 5714511 w 7467600"/>
              <a:gd name="connsiteY533" fmla="*/ 4663483 h 6858000"/>
              <a:gd name="connsiteX534" fmla="*/ 5464793 w 7467600"/>
              <a:gd name="connsiteY534" fmla="*/ 4393556 h 6858000"/>
              <a:gd name="connsiteX535" fmla="*/ 5461897 w 7467600"/>
              <a:gd name="connsiteY535" fmla="*/ 4390879 h 6858000"/>
              <a:gd name="connsiteX536" fmla="*/ 4294126 w 7467600"/>
              <a:gd name="connsiteY536" fmla="*/ 3303048 h 6858000"/>
              <a:gd name="connsiteX537" fmla="*/ 4305321 w 7467600"/>
              <a:gd name="connsiteY537" fmla="*/ 3256953 h 6858000"/>
              <a:gd name="connsiteX538" fmla="*/ 4949299 w 7467600"/>
              <a:gd name="connsiteY538" fmla="*/ 3766336 h 6858000"/>
              <a:gd name="connsiteX539" fmla="*/ 5291452 w 7467600"/>
              <a:gd name="connsiteY539" fmla="*/ 4076801 h 6858000"/>
              <a:gd name="connsiteX540" fmla="*/ 5434998 w 7467600"/>
              <a:gd name="connsiteY540" fmla="*/ 4254100 h 6858000"/>
              <a:gd name="connsiteX541" fmla="*/ 5351015 w 7467600"/>
              <a:gd name="connsiteY541" fmla="*/ 3760989 h 6858000"/>
              <a:gd name="connsiteX542" fmla="*/ 5413780 w 7467600"/>
              <a:gd name="connsiteY542" fmla="*/ 2966265 h 6858000"/>
              <a:gd name="connsiteX543" fmla="*/ 5425627 w 7467600"/>
              <a:gd name="connsiteY543" fmla="*/ 2954192 h 6858000"/>
              <a:gd name="connsiteX544" fmla="*/ 6604735 w 7467600"/>
              <a:gd name="connsiteY544" fmla="*/ 2041381 h 6858000"/>
              <a:gd name="connsiteX545" fmla="*/ 7204487 w 7467600"/>
              <a:gd name="connsiteY545" fmla="*/ 2742112 h 6858000"/>
              <a:gd name="connsiteX546" fmla="*/ 7131592 w 7467600"/>
              <a:gd name="connsiteY546" fmla="*/ 2672096 h 6858000"/>
              <a:gd name="connsiteX547" fmla="*/ 6996344 w 7467600"/>
              <a:gd name="connsiteY547" fmla="*/ 2518310 h 6858000"/>
              <a:gd name="connsiteX548" fmla="*/ 6735495 w 7467600"/>
              <a:gd name="connsiteY548" fmla="*/ 2196890 h 6858000"/>
              <a:gd name="connsiteX549" fmla="*/ 6721901 w 7467600"/>
              <a:gd name="connsiteY549" fmla="*/ 2179274 h 6858000"/>
              <a:gd name="connsiteX550" fmla="*/ 6604735 w 7467600"/>
              <a:gd name="connsiteY550" fmla="*/ 2041381 h 6858000"/>
              <a:gd name="connsiteX551" fmla="*/ 6591670 w 7467600"/>
              <a:gd name="connsiteY551" fmla="*/ 1988277 h 6858000"/>
              <a:gd name="connsiteX552" fmla="*/ 6747349 w 7467600"/>
              <a:gd name="connsiteY552" fmla="*/ 2160069 h 6858000"/>
              <a:gd name="connsiteX553" fmla="*/ 6760943 w 7467600"/>
              <a:gd name="connsiteY553" fmla="*/ 2177686 h 6858000"/>
              <a:gd name="connsiteX554" fmla="*/ 7021065 w 7467600"/>
              <a:gd name="connsiteY554" fmla="*/ 2498102 h 6858000"/>
              <a:gd name="connsiteX555" fmla="*/ 7155223 w 7467600"/>
              <a:gd name="connsiteY555" fmla="*/ 2650386 h 6858000"/>
              <a:gd name="connsiteX556" fmla="*/ 7203167 w 7467600"/>
              <a:gd name="connsiteY556" fmla="*/ 2697288 h 6858000"/>
              <a:gd name="connsiteX557" fmla="*/ 6937703 w 7467600"/>
              <a:gd name="connsiteY557" fmla="*/ 2321981 h 6858000"/>
              <a:gd name="connsiteX558" fmla="*/ 6591670 w 7467600"/>
              <a:gd name="connsiteY558" fmla="*/ 1988277 h 6858000"/>
              <a:gd name="connsiteX559" fmla="*/ 5798671 w 7467600"/>
              <a:gd name="connsiteY559" fmla="*/ 1981601 h 6858000"/>
              <a:gd name="connsiteX560" fmla="*/ 5754709 w 7467600"/>
              <a:gd name="connsiteY560" fmla="*/ 2071454 h 6858000"/>
              <a:gd name="connsiteX561" fmla="*/ 5763044 w 7467600"/>
              <a:gd name="connsiteY561" fmla="*/ 2842206 h 6858000"/>
              <a:gd name="connsiteX562" fmla="*/ 5764974 w 7467600"/>
              <a:gd name="connsiteY562" fmla="*/ 2799609 h 6858000"/>
              <a:gd name="connsiteX563" fmla="*/ 5767665 w 7467600"/>
              <a:gd name="connsiteY563" fmla="*/ 2666409 h 6858000"/>
              <a:gd name="connsiteX564" fmla="*/ 5763055 w 7467600"/>
              <a:gd name="connsiteY564" fmla="*/ 2579705 h 6858000"/>
              <a:gd name="connsiteX565" fmla="*/ 5758079 w 7467600"/>
              <a:gd name="connsiteY565" fmla="*/ 2492508 h 6858000"/>
              <a:gd name="connsiteX566" fmla="*/ 5779325 w 7467600"/>
              <a:gd name="connsiteY566" fmla="*/ 2197069 h 6858000"/>
              <a:gd name="connsiteX567" fmla="*/ 5798671 w 7467600"/>
              <a:gd name="connsiteY567" fmla="*/ 1981601 h 6858000"/>
              <a:gd name="connsiteX568" fmla="*/ 5829202 w 7467600"/>
              <a:gd name="connsiteY568" fmla="*/ 1971679 h 6858000"/>
              <a:gd name="connsiteX569" fmla="*/ 5809558 w 7467600"/>
              <a:gd name="connsiteY569" fmla="*/ 2198043 h 6858000"/>
              <a:gd name="connsiteX570" fmla="*/ 5788653 w 7467600"/>
              <a:gd name="connsiteY570" fmla="*/ 2489430 h 6858000"/>
              <a:gd name="connsiteX571" fmla="*/ 5793439 w 7467600"/>
              <a:gd name="connsiteY571" fmla="*/ 2575235 h 6858000"/>
              <a:gd name="connsiteX572" fmla="*/ 5796837 w 7467600"/>
              <a:gd name="connsiteY572" fmla="*/ 2637633 h 6858000"/>
              <a:gd name="connsiteX573" fmla="*/ 5818614 w 7467600"/>
              <a:gd name="connsiteY573" fmla="*/ 2473055 h 6858000"/>
              <a:gd name="connsiteX574" fmla="*/ 5829202 w 7467600"/>
              <a:gd name="connsiteY574" fmla="*/ 1971679 h 6858000"/>
              <a:gd name="connsiteX575" fmla="*/ 5911389 w 7467600"/>
              <a:gd name="connsiteY575" fmla="*/ 1898371 h 6858000"/>
              <a:gd name="connsiteX576" fmla="*/ 6237627 w 7467600"/>
              <a:gd name="connsiteY576" fmla="*/ 2231921 h 6858000"/>
              <a:gd name="connsiteX577" fmla="*/ 5911389 w 7467600"/>
              <a:gd name="connsiteY577" fmla="*/ 1898371 h 6858000"/>
              <a:gd name="connsiteX578" fmla="*/ 6944437 w 7467600"/>
              <a:gd name="connsiteY578" fmla="*/ 1575402 h 6858000"/>
              <a:gd name="connsiteX579" fmla="*/ 6304730 w 7467600"/>
              <a:gd name="connsiteY579" fmla="*/ 1766654 h 6858000"/>
              <a:gd name="connsiteX580" fmla="*/ 6944437 w 7467600"/>
              <a:gd name="connsiteY580" fmla="*/ 1575402 h 6858000"/>
              <a:gd name="connsiteX581" fmla="*/ 7019523 w 7467600"/>
              <a:gd name="connsiteY581" fmla="*/ 1519450 h 6858000"/>
              <a:gd name="connsiteX582" fmla="*/ 6298091 w 7467600"/>
              <a:gd name="connsiteY582" fmla="*/ 1737122 h 6858000"/>
              <a:gd name="connsiteX583" fmla="*/ 7019523 w 7467600"/>
              <a:gd name="connsiteY583" fmla="*/ 1519450 h 6858000"/>
              <a:gd name="connsiteX584" fmla="*/ 2399523 w 7467600"/>
              <a:gd name="connsiteY584" fmla="*/ 1428234 h 6858000"/>
              <a:gd name="connsiteX585" fmla="*/ 2224982 w 7467600"/>
              <a:gd name="connsiteY585" fmla="*/ 1826201 h 6858000"/>
              <a:gd name="connsiteX586" fmla="*/ 2096099 w 7467600"/>
              <a:gd name="connsiteY586" fmla="*/ 2345900 h 6858000"/>
              <a:gd name="connsiteX587" fmla="*/ 2283317 w 7467600"/>
              <a:gd name="connsiteY587" fmla="*/ 1796925 h 6858000"/>
              <a:gd name="connsiteX588" fmla="*/ 2448558 w 7467600"/>
              <a:gd name="connsiteY588" fmla="*/ 1373435 h 6858000"/>
              <a:gd name="connsiteX589" fmla="*/ 2312521 w 7467600"/>
              <a:gd name="connsiteY589" fmla="*/ 1806140 h 6858000"/>
              <a:gd name="connsiteX590" fmla="*/ 2127533 w 7467600"/>
              <a:gd name="connsiteY590" fmla="*/ 2348380 h 6858000"/>
              <a:gd name="connsiteX591" fmla="*/ 2358080 w 7467600"/>
              <a:gd name="connsiteY591" fmla="*/ 1866134 h 6858000"/>
              <a:gd name="connsiteX592" fmla="*/ 2407436 w 7467600"/>
              <a:gd name="connsiteY592" fmla="*/ 1651070 h 6858000"/>
              <a:gd name="connsiteX593" fmla="*/ 2448558 w 7467600"/>
              <a:gd name="connsiteY593" fmla="*/ 1373435 h 6858000"/>
              <a:gd name="connsiteX594" fmla="*/ 278707 w 7467600"/>
              <a:gd name="connsiteY594" fmla="*/ 1352270 h 6858000"/>
              <a:gd name="connsiteX595" fmla="*/ 321570 w 7467600"/>
              <a:gd name="connsiteY595" fmla="*/ 1861610 h 6858000"/>
              <a:gd name="connsiteX596" fmla="*/ 294281 w 7467600"/>
              <a:gd name="connsiteY596" fmla="*/ 1440658 h 6858000"/>
              <a:gd name="connsiteX597" fmla="*/ 1423821 w 7467600"/>
              <a:gd name="connsiteY597" fmla="*/ 1351958 h 6858000"/>
              <a:gd name="connsiteX598" fmla="*/ 1638521 w 7467600"/>
              <a:gd name="connsiteY598" fmla="*/ 1908470 h 6858000"/>
              <a:gd name="connsiteX599" fmla="*/ 1754199 w 7467600"/>
              <a:gd name="connsiteY599" fmla="*/ 2149284 h 6858000"/>
              <a:gd name="connsiteX600" fmla="*/ 1908359 w 7467600"/>
              <a:gd name="connsiteY600" fmla="*/ 2364988 h 6858000"/>
              <a:gd name="connsiteX601" fmla="*/ 1647661 w 7467600"/>
              <a:gd name="connsiteY601" fmla="*/ 1825945 h 6858000"/>
              <a:gd name="connsiteX602" fmla="*/ 1423821 w 7467600"/>
              <a:gd name="connsiteY602" fmla="*/ 1351958 h 6858000"/>
              <a:gd name="connsiteX603" fmla="*/ 1431890 w 7467600"/>
              <a:gd name="connsiteY603" fmla="*/ 1306475 h 6858000"/>
              <a:gd name="connsiteX604" fmla="*/ 1507597 w 7467600"/>
              <a:gd name="connsiteY604" fmla="*/ 1446132 h 6858000"/>
              <a:gd name="connsiteX605" fmla="*/ 1674586 w 7467600"/>
              <a:gd name="connsiteY605" fmla="*/ 1813832 h 6858000"/>
              <a:gd name="connsiteX606" fmla="*/ 1815950 w 7467600"/>
              <a:gd name="connsiteY606" fmla="*/ 2128564 h 6858000"/>
              <a:gd name="connsiteX607" fmla="*/ 1984242 w 7467600"/>
              <a:gd name="connsiteY607" fmla="*/ 2430829 h 6858000"/>
              <a:gd name="connsiteX608" fmla="*/ 2014023 w 7467600"/>
              <a:gd name="connsiteY608" fmla="*/ 2450995 h 6858000"/>
              <a:gd name="connsiteX609" fmla="*/ 1747337 w 7467600"/>
              <a:gd name="connsiteY609" fmla="*/ 1855264 h 6858000"/>
              <a:gd name="connsiteX610" fmla="*/ 1533749 w 7467600"/>
              <a:gd name="connsiteY610" fmla="*/ 1478656 h 6858000"/>
              <a:gd name="connsiteX611" fmla="*/ 1431890 w 7467600"/>
              <a:gd name="connsiteY611" fmla="*/ 1306475 h 6858000"/>
              <a:gd name="connsiteX612" fmla="*/ 5052692 w 7467600"/>
              <a:gd name="connsiteY612" fmla="*/ 1292994 h 6858000"/>
              <a:gd name="connsiteX613" fmla="*/ 5200661 w 7467600"/>
              <a:gd name="connsiteY613" fmla="*/ 1635186 h 6858000"/>
              <a:gd name="connsiteX614" fmla="*/ 5297138 w 7467600"/>
              <a:gd name="connsiteY614" fmla="*/ 1906351 h 6858000"/>
              <a:gd name="connsiteX615" fmla="*/ 5052692 w 7467600"/>
              <a:gd name="connsiteY615" fmla="*/ 1292994 h 6858000"/>
              <a:gd name="connsiteX616" fmla="*/ 5009948 w 7467600"/>
              <a:gd name="connsiteY616" fmla="*/ 1273619 h 6858000"/>
              <a:gd name="connsiteX617" fmla="*/ 5121777 w 7467600"/>
              <a:gd name="connsiteY617" fmla="*/ 1654213 h 6858000"/>
              <a:gd name="connsiteX618" fmla="*/ 5293545 w 7467600"/>
              <a:gd name="connsiteY618" fmla="*/ 2072247 h 6858000"/>
              <a:gd name="connsiteX619" fmla="*/ 5294042 w 7467600"/>
              <a:gd name="connsiteY619" fmla="*/ 2065019 h 6858000"/>
              <a:gd name="connsiteX620" fmla="*/ 5171936 w 7467600"/>
              <a:gd name="connsiteY620" fmla="*/ 1647613 h 6858000"/>
              <a:gd name="connsiteX621" fmla="*/ 5009948 w 7467600"/>
              <a:gd name="connsiteY621" fmla="*/ 1273619 h 6858000"/>
              <a:gd name="connsiteX622" fmla="*/ 655236 w 7467600"/>
              <a:gd name="connsiteY622" fmla="*/ 1268632 h 6858000"/>
              <a:gd name="connsiteX623" fmla="*/ 839521 w 7467600"/>
              <a:gd name="connsiteY623" fmla="*/ 1685315 h 6858000"/>
              <a:gd name="connsiteX624" fmla="*/ 1109416 w 7467600"/>
              <a:gd name="connsiteY624" fmla="*/ 2061663 h 6858000"/>
              <a:gd name="connsiteX625" fmla="*/ 1298300 w 7467600"/>
              <a:gd name="connsiteY625" fmla="*/ 2247742 h 6858000"/>
              <a:gd name="connsiteX626" fmla="*/ 1125871 w 7467600"/>
              <a:gd name="connsiteY626" fmla="*/ 1989513 h 6858000"/>
              <a:gd name="connsiteX627" fmla="*/ 981574 w 7467600"/>
              <a:gd name="connsiteY627" fmla="*/ 1783157 h 6858000"/>
              <a:gd name="connsiteX628" fmla="*/ 922198 w 7467600"/>
              <a:gd name="connsiteY628" fmla="*/ 1677437 h 6858000"/>
              <a:gd name="connsiteX629" fmla="*/ 869293 w 7467600"/>
              <a:gd name="connsiteY629" fmla="*/ 1583214 h 6858000"/>
              <a:gd name="connsiteX630" fmla="*/ 751431 w 7467600"/>
              <a:gd name="connsiteY630" fmla="*/ 1405731 h 6858000"/>
              <a:gd name="connsiteX631" fmla="*/ 6516292 w 7467600"/>
              <a:gd name="connsiteY631" fmla="*/ 1263064 h 6858000"/>
              <a:gd name="connsiteX632" fmla="*/ 5736320 w 7467600"/>
              <a:gd name="connsiteY632" fmla="*/ 1501803 h 6858000"/>
              <a:gd name="connsiteX633" fmla="*/ 6516292 w 7467600"/>
              <a:gd name="connsiteY633" fmla="*/ 1263064 h 6858000"/>
              <a:gd name="connsiteX634" fmla="*/ 291466 w 7467600"/>
              <a:gd name="connsiteY634" fmla="*/ 1250369 h 6858000"/>
              <a:gd name="connsiteX635" fmla="*/ 323180 w 7467600"/>
              <a:gd name="connsiteY635" fmla="*/ 1435283 h 6858000"/>
              <a:gd name="connsiteX636" fmla="*/ 349381 w 7467600"/>
              <a:gd name="connsiteY636" fmla="*/ 1875041 h 6858000"/>
              <a:gd name="connsiteX637" fmla="*/ 374363 w 7467600"/>
              <a:gd name="connsiteY637" fmla="*/ 1506494 h 6858000"/>
              <a:gd name="connsiteX638" fmla="*/ 302168 w 7467600"/>
              <a:gd name="connsiteY638" fmla="*/ 1274495 h 6858000"/>
              <a:gd name="connsiteX639" fmla="*/ 291466 w 7467600"/>
              <a:gd name="connsiteY639" fmla="*/ 1250369 h 6858000"/>
              <a:gd name="connsiteX640" fmla="*/ 678222 w 7467600"/>
              <a:gd name="connsiteY640" fmla="*/ 1248670 h 6858000"/>
              <a:gd name="connsiteX641" fmla="*/ 775536 w 7467600"/>
              <a:gd name="connsiteY641" fmla="*/ 1388015 h 6858000"/>
              <a:gd name="connsiteX642" fmla="*/ 894529 w 7467600"/>
              <a:gd name="connsiteY642" fmla="*/ 1567739 h 6858000"/>
              <a:gd name="connsiteX643" fmla="*/ 948000 w 7467600"/>
              <a:gd name="connsiteY643" fmla="*/ 1663088 h 6858000"/>
              <a:gd name="connsiteX644" fmla="*/ 1006812 w 7467600"/>
              <a:gd name="connsiteY644" fmla="*/ 1767683 h 6858000"/>
              <a:gd name="connsiteX645" fmla="*/ 1149133 w 7467600"/>
              <a:gd name="connsiteY645" fmla="*/ 1971513 h 6858000"/>
              <a:gd name="connsiteX646" fmla="*/ 1333952 w 7467600"/>
              <a:gd name="connsiteY646" fmla="*/ 2251620 h 6858000"/>
              <a:gd name="connsiteX647" fmla="*/ 1337329 w 7467600"/>
              <a:gd name="connsiteY647" fmla="*/ 2258350 h 6858000"/>
              <a:gd name="connsiteX648" fmla="*/ 1014726 w 7467600"/>
              <a:gd name="connsiteY648" fmla="*/ 1615556 h 6858000"/>
              <a:gd name="connsiteX649" fmla="*/ 678222 w 7467600"/>
              <a:gd name="connsiteY649" fmla="*/ 1248670 h 6858000"/>
              <a:gd name="connsiteX650" fmla="*/ 6691602 w 7467600"/>
              <a:gd name="connsiteY650" fmla="*/ 1140573 h 6858000"/>
              <a:gd name="connsiteX651" fmla="*/ 6571100 w 7467600"/>
              <a:gd name="connsiteY651" fmla="*/ 1183662 h 6858000"/>
              <a:gd name="connsiteX652" fmla="*/ 6241687 w 7467600"/>
              <a:gd name="connsiteY652" fmla="*/ 1257600 h 6858000"/>
              <a:gd name="connsiteX653" fmla="*/ 5693009 w 7467600"/>
              <a:gd name="connsiteY653" fmla="*/ 1478256 h 6858000"/>
              <a:gd name="connsiteX654" fmla="*/ 6548420 w 7467600"/>
              <a:gd name="connsiteY654" fmla="*/ 1214599 h 6858000"/>
              <a:gd name="connsiteX655" fmla="*/ 6605473 w 7467600"/>
              <a:gd name="connsiteY655" fmla="*/ 1184686 h 6858000"/>
              <a:gd name="connsiteX656" fmla="*/ 6691602 w 7467600"/>
              <a:gd name="connsiteY656" fmla="*/ 1140573 h 6858000"/>
              <a:gd name="connsiteX657" fmla="*/ 4002475 w 7467600"/>
              <a:gd name="connsiteY657" fmla="*/ 1037802 h 6858000"/>
              <a:gd name="connsiteX658" fmla="*/ 4000324 w 7467600"/>
              <a:gd name="connsiteY658" fmla="*/ 1039362 h 6858000"/>
              <a:gd name="connsiteX659" fmla="*/ 4002862 w 7467600"/>
              <a:gd name="connsiteY659" fmla="*/ 1042866 h 6858000"/>
              <a:gd name="connsiteX660" fmla="*/ 4002475 w 7467600"/>
              <a:gd name="connsiteY660" fmla="*/ 1037802 h 6858000"/>
              <a:gd name="connsiteX661" fmla="*/ 506322 w 7467600"/>
              <a:gd name="connsiteY661" fmla="*/ 1020997 h 6858000"/>
              <a:gd name="connsiteX662" fmla="*/ 533068 w 7467600"/>
              <a:gd name="connsiteY662" fmla="*/ 1029409 h 6858000"/>
              <a:gd name="connsiteX663" fmla="*/ 1232525 w 7467600"/>
              <a:gd name="connsiteY663" fmla="*/ 1804675 h 6858000"/>
              <a:gd name="connsiteX664" fmla="*/ 1388858 w 7467600"/>
              <a:gd name="connsiteY664" fmla="*/ 2368011 h 6858000"/>
              <a:gd name="connsiteX665" fmla="*/ 1384098 w 7467600"/>
              <a:gd name="connsiteY665" fmla="*/ 2378125 h 6858000"/>
              <a:gd name="connsiteX666" fmla="*/ 1425393 w 7467600"/>
              <a:gd name="connsiteY666" fmla="*/ 2589124 h 6858000"/>
              <a:gd name="connsiteX667" fmla="*/ 1424001 w 7467600"/>
              <a:gd name="connsiteY667" fmla="*/ 2597541 h 6858000"/>
              <a:gd name="connsiteX668" fmla="*/ 2152729 w 7467600"/>
              <a:gd name="connsiteY668" fmla="*/ 2864487 h 6858000"/>
              <a:gd name="connsiteX669" fmla="*/ 2020609 w 7467600"/>
              <a:gd name="connsiteY669" fmla="*/ 2539671 h 6858000"/>
              <a:gd name="connsiteX670" fmla="*/ 2018920 w 7467600"/>
              <a:gd name="connsiteY670" fmla="*/ 2536309 h 6858000"/>
              <a:gd name="connsiteX671" fmla="*/ 1342441 w 7467600"/>
              <a:gd name="connsiteY671" fmla="*/ 1173017 h 6858000"/>
              <a:gd name="connsiteX672" fmla="*/ 1367925 w 7467600"/>
              <a:gd name="connsiteY672" fmla="*/ 1135648 h 6858000"/>
              <a:gd name="connsiteX673" fmla="*/ 1771401 w 7467600"/>
              <a:gd name="connsiteY673" fmla="*/ 1806673 h 6858000"/>
              <a:gd name="connsiteX674" fmla="*/ 1972385 w 7467600"/>
              <a:gd name="connsiteY674" fmla="*/ 2198735 h 6858000"/>
              <a:gd name="connsiteX675" fmla="*/ 2040892 w 7467600"/>
              <a:gd name="connsiteY675" fmla="*/ 2405205 h 6858000"/>
              <a:gd name="connsiteX676" fmla="*/ 2131689 w 7467600"/>
              <a:gd name="connsiteY676" fmla="*/ 1936926 h 6858000"/>
              <a:gd name="connsiteX677" fmla="*/ 2454820 w 7467600"/>
              <a:gd name="connsiteY677" fmla="*/ 1248808 h 6858000"/>
              <a:gd name="connsiteX678" fmla="*/ 2492512 w 7467600"/>
              <a:gd name="connsiteY678" fmla="*/ 1302920 h 6858000"/>
              <a:gd name="connsiteX679" fmla="*/ 2081216 w 7467600"/>
              <a:gd name="connsiteY679" fmla="*/ 2527513 h 6858000"/>
              <a:gd name="connsiteX680" fmla="*/ 2081211 w 7467600"/>
              <a:gd name="connsiteY680" fmla="*/ 2528916 h 6858000"/>
              <a:gd name="connsiteX681" fmla="*/ 2199067 w 7467600"/>
              <a:gd name="connsiteY681" fmla="*/ 2884061 h 6858000"/>
              <a:gd name="connsiteX682" fmla="*/ 3192586 w 7467600"/>
              <a:gd name="connsiteY682" fmla="*/ 3411496 h 6858000"/>
              <a:gd name="connsiteX683" fmla="*/ 3182620 w 7467600"/>
              <a:gd name="connsiteY683" fmla="*/ 3483279 h 6858000"/>
              <a:gd name="connsiteX684" fmla="*/ 2435119 w 7467600"/>
              <a:gd name="connsiteY684" fmla="*/ 3080173 h 6858000"/>
              <a:gd name="connsiteX685" fmla="*/ 2410152 w 7467600"/>
              <a:gd name="connsiteY685" fmla="*/ 3063751 h 6858000"/>
              <a:gd name="connsiteX686" fmla="*/ 2408099 w 7467600"/>
              <a:gd name="connsiteY686" fmla="*/ 3064403 h 6858000"/>
              <a:gd name="connsiteX687" fmla="*/ 2407218 w 7467600"/>
              <a:gd name="connsiteY687" fmla="*/ 3070324 h 6858000"/>
              <a:gd name="connsiteX688" fmla="*/ 2380138 w 7467600"/>
              <a:gd name="connsiteY688" fmla="*/ 3099341 h 6858000"/>
              <a:gd name="connsiteX689" fmla="*/ 1765923 w 7467600"/>
              <a:gd name="connsiteY689" fmla="*/ 3581043 h 6858000"/>
              <a:gd name="connsiteX690" fmla="*/ 1702258 w 7467600"/>
              <a:gd name="connsiteY690" fmla="*/ 3612286 h 6858000"/>
              <a:gd name="connsiteX691" fmla="*/ 1538370 w 7467600"/>
              <a:gd name="connsiteY691" fmla="*/ 3811804 h 6858000"/>
              <a:gd name="connsiteX692" fmla="*/ 542867 w 7467600"/>
              <a:gd name="connsiteY692" fmla="*/ 4944092 h 6858000"/>
              <a:gd name="connsiteX693" fmla="*/ 515800 w 7467600"/>
              <a:gd name="connsiteY693" fmla="*/ 4862180 h 6858000"/>
              <a:gd name="connsiteX694" fmla="*/ 909145 w 7467600"/>
              <a:gd name="connsiteY694" fmla="*/ 4199225 h 6858000"/>
              <a:gd name="connsiteX695" fmla="*/ 1214067 w 7467600"/>
              <a:gd name="connsiteY695" fmla="*/ 3908561 h 6858000"/>
              <a:gd name="connsiteX696" fmla="*/ 640967 w 7467600"/>
              <a:gd name="connsiteY696" fmla="*/ 4105601 h 6858000"/>
              <a:gd name="connsiteX697" fmla="*/ 112563 w 7467600"/>
              <a:gd name="connsiteY697" fmla="*/ 4396952 h 6858000"/>
              <a:gd name="connsiteX698" fmla="*/ 0 w 7467600"/>
              <a:gd name="connsiteY698" fmla="*/ 4466006 h 6858000"/>
              <a:gd name="connsiteX699" fmla="*/ 0 w 7467600"/>
              <a:gd name="connsiteY699" fmla="*/ 4233763 h 6858000"/>
              <a:gd name="connsiteX700" fmla="*/ 36881 w 7467600"/>
              <a:gd name="connsiteY700" fmla="*/ 4200118 h 6858000"/>
              <a:gd name="connsiteX701" fmla="*/ 910534 w 7467600"/>
              <a:gd name="connsiteY701" fmla="*/ 3629753 h 6858000"/>
              <a:gd name="connsiteX702" fmla="*/ 1578717 w 7467600"/>
              <a:gd name="connsiteY702" fmla="*/ 3575982 h 6858000"/>
              <a:gd name="connsiteX703" fmla="*/ 2338780 w 7467600"/>
              <a:gd name="connsiteY703" fmla="*/ 3033725 h 6858000"/>
              <a:gd name="connsiteX704" fmla="*/ 1807991 w 7467600"/>
              <a:gd name="connsiteY704" fmla="*/ 2807184 h 6858000"/>
              <a:gd name="connsiteX705" fmla="*/ 1416358 w 7467600"/>
              <a:gd name="connsiteY705" fmla="*/ 3112571 h 6858000"/>
              <a:gd name="connsiteX706" fmla="*/ 939066 w 7467600"/>
              <a:gd name="connsiteY706" fmla="*/ 3378798 h 6858000"/>
              <a:gd name="connsiteX707" fmla="*/ 115099 w 7467600"/>
              <a:gd name="connsiteY707" fmla="*/ 3607650 h 6858000"/>
              <a:gd name="connsiteX708" fmla="*/ 97284 w 7467600"/>
              <a:gd name="connsiteY708" fmla="*/ 3520393 h 6858000"/>
              <a:gd name="connsiteX709" fmla="*/ 922050 w 7467600"/>
              <a:gd name="connsiteY709" fmla="*/ 3074867 h 6858000"/>
              <a:gd name="connsiteX710" fmla="*/ 1405265 w 7467600"/>
              <a:gd name="connsiteY710" fmla="*/ 3016319 h 6858000"/>
              <a:gd name="connsiteX711" fmla="*/ 1407512 w 7467600"/>
              <a:gd name="connsiteY711" fmla="*/ 3018001 h 6858000"/>
              <a:gd name="connsiteX712" fmla="*/ 1726266 w 7467600"/>
              <a:gd name="connsiteY712" fmla="*/ 2777274 h 6858000"/>
              <a:gd name="connsiteX713" fmla="*/ 625390 w 7467600"/>
              <a:gd name="connsiteY713" fmla="*/ 2514541 h 6858000"/>
              <a:gd name="connsiteX714" fmla="*/ 619799 w 7467600"/>
              <a:gd name="connsiteY714" fmla="*/ 2527180 h 6858000"/>
              <a:gd name="connsiteX715" fmla="*/ 310030 w 7467600"/>
              <a:gd name="connsiteY715" fmla="*/ 2771818 h 6858000"/>
              <a:gd name="connsiteX716" fmla="*/ 173877 w 7467600"/>
              <a:gd name="connsiteY716" fmla="*/ 2937056 h 6858000"/>
              <a:gd name="connsiteX717" fmla="*/ 77889 w 7467600"/>
              <a:gd name="connsiteY717" fmla="*/ 3138440 h 6858000"/>
              <a:gd name="connsiteX718" fmla="*/ 0 w 7467600"/>
              <a:gd name="connsiteY718" fmla="*/ 3271395 h 6858000"/>
              <a:gd name="connsiteX719" fmla="*/ 0 w 7467600"/>
              <a:gd name="connsiteY719" fmla="*/ 3153002 h 6858000"/>
              <a:gd name="connsiteX720" fmla="*/ 2386 w 7467600"/>
              <a:gd name="connsiteY720" fmla="*/ 3149203 h 6858000"/>
              <a:gd name="connsiteX721" fmla="*/ 89753 w 7467600"/>
              <a:gd name="connsiteY721" fmla="*/ 2987702 h 6858000"/>
              <a:gd name="connsiteX722" fmla="*/ 76869 w 7467600"/>
              <a:gd name="connsiteY722" fmla="*/ 3005404 h 6858000"/>
              <a:gd name="connsiteX723" fmla="*/ 32049 w 7467600"/>
              <a:gd name="connsiteY723" fmla="*/ 3065814 h 6858000"/>
              <a:gd name="connsiteX724" fmla="*/ 0 w 7467600"/>
              <a:gd name="connsiteY724" fmla="*/ 3108744 h 6858000"/>
              <a:gd name="connsiteX725" fmla="*/ 0 w 7467600"/>
              <a:gd name="connsiteY725" fmla="*/ 3058059 h 6858000"/>
              <a:gd name="connsiteX726" fmla="*/ 7610 w 7467600"/>
              <a:gd name="connsiteY726" fmla="*/ 3047889 h 6858000"/>
              <a:gd name="connsiteX727" fmla="*/ 52419 w 7467600"/>
              <a:gd name="connsiteY727" fmla="*/ 2987479 h 6858000"/>
              <a:gd name="connsiteX728" fmla="*/ 59142 w 7467600"/>
              <a:gd name="connsiteY728" fmla="*/ 2978488 h 6858000"/>
              <a:gd name="connsiteX729" fmla="*/ 0 w 7467600"/>
              <a:gd name="connsiteY729" fmla="*/ 3015334 h 6858000"/>
              <a:gd name="connsiteX730" fmla="*/ 0 w 7467600"/>
              <a:gd name="connsiteY730" fmla="*/ 2914286 h 6858000"/>
              <a:gd name="connsiteX731" fmla="*/ 36383 w 7467600"/>
              <a:gd name="connsiteY731" fmla="*/ 2901128 h 6858000"/>
              <a:gd name="connsiteX732" fmla="*/ 156329 w 7467600"/>
              <a:gd name="connsiteY732" fmla="*/ 2840533 h 6858000"/>
              <a:gd name="connsiteX733" fmla="*/ 358355 w 7467600"/>
              <a:gd name="connsiteY733" fmla="*/ 2620471 h 6858000"/>
              <a:gd name="connsiteX734" fmla="*/ 510577 w 7467600"/>
              <a:gd name="connsiteY734" fmla="*/ 2501244 h 6858000"/>
              <a:gd name="connsiteX735" fmla="*/ 211967 w 7467600"/>
              <a:gd name="connsiteY735" fmla="*/ 2479171 h 6858000"/>
              <a:gd name="connsiteX736" fmla="*/ 0 w 7467600"/>
              <a:gd name="connsiteY736" fmla="*/ 2476398 h 6858000"/>
              <a:gd name="connsiteX737" fmla="*/ 0 w 7467600"/>
              <a:gd name="connsiteY737" fmla="*/ 2389189 h 6858000"/>
              <a:gd name="connsiteX738" fmla="*/ 103062 w 7467600"/>
              <a:gd name="connsiteY738" fmla="*/ 2389518 h 6858000"/>
              <a:gd name="connsiteX739" fmla="*/ 510734 w 7467600"/>
              <a:gd name="connsiteY739" fmla="*/ 2416201 h 6858000"/>
              <a:gd name="connsiteX740" fmla="*/ 279257 w 7467600"/>
              <a:gd name="connsiteY740" fmla="*/ 2092102 h 6858000"/>
              <a:gd name="connsiteX741" fmla="*/ 65265 w 7467600"/>
              <a:gd name="connsiteY741" fmla="*/ 2006049 h 6858000"/>
              <a:gd name="connsiteX742" fmla="*/ 0 w 7467600"/>
              <a:gd name="connsiteY742" fmla="*/ 1982532 h 6858000"/>
              <a:gd name="connsiteX743" fmla="*/ 0 w 7467600"/>
              <a:gd name="connsiteY743" fmla="*/ 1912789 h 6858000"/>
              <a:gd name="connsiteX744" fmla="*/ 97460 w 7467600"/>
              <a:gd name="connsiteY744" fmla="*/ 1953725 h 6858000"/>
              <a:gd name="connsiteX745" fmla="*/ 221272 w 7467600"/>
              <a:gd name="connsiteY745" fmla="*/ 1980766 h 6858000"/>
              <a:gd name="connsiteX746" fmla="*/ 116765 w 7467600"/>
              <a:gd name="connsiteY746" fmla="*/ 1911033 h 6858000"/>
              <a:gd name="connsiteX747" fmla="*/ 16405 w 7467600"/>
              <a:gd name="connsiteY747" fmla="*/ 1803412 h 6858000"/>
              <a:gd name="connsiteX748" fmla="*/ 0 w 7467600"/>
              <a:gd name="connsiteY748" fmla="*/ 1784777 h 6858000"/>
              <a:gd name="connsiteX749" fmla="*/ 0 w 7467600"/>
              <a:gd name="connsiteY749" fmla="*/ 1740082 h 6858000"/>
              <a:gd name="connsiteX750" fmla="*/ 39394 w 7467600"/>
              <a:gd name="connsiteY750" fmla="*/ 1784856 h 6858000"/>
              <a:gd name="connsiteX751" fmla="*/ 135813 w 7467600"/>
              <a:gd name="connsiteY751" fmla="*/ 1888838 h 6858000"/>
              <a:gd name="connsiteX752" fmla="*/ 242575 w 7467600"/>
              <a:gd name="connsiteY752" fmla="*/ 1958841 h 6858000"/>
              <a:gd name="connsiteX753" fmla="*/ 82197 w 7467600"/>
              <a:gd name="connsiteY753" fmla="*/ 1754826 h 6858000"/>
              <a:gd name="connsiteX754" fmla="*/ 0 w 7467600"/>
              <a:gd name="connsiteY754" fmla="*/ 1679650 h 6858000"/>
              <a:gd name="connsiteX755" fmla="*/ 0 w 7467600"/>
              <a:gd name="connsiteY755" fmla="*/ 1602463 h 6858000"/>
              <a:gd name="connsiteX756" fmla="*/ 84689 w 7467600"/>
              <a:gd name="connsiteY756" fmla="*/ 1677442 h 6858000"/>
              <a:gd name="connsiteX757" fmla="*/ 298437 w 7467600"/>
              <a:gd name="connsiteY757" fmla="*/ 1968019 h 6858000"/>
              <a:gd name="connsiteX758" fmla="*/ 227269 w 7467600"/>
              <a:gd name="connsiteY758" fmla="*/ 1114064 h 6858000"/>
              <a:gd name="connsiteX759" fmla="*/ 248003 w 7467600"/>
              <a:gd name="connsiteY759" fmla="*/ 1089613 h 6858000"/>
              <a:gd name="connsiteX760" fmla="*/ 427020 w 7467600"/>
              <a:gd name="connsiteY760" fmla="*/ 1619803 h 6858000"/>
              <a:gd name="connsiteX761" fmla="*/ 340345 w 7467600"/>
              <a:gd name="connsiteY761" fmla="*/ 2027739 h 6858000"/>
              <a:gd name="connsiteX762" fmla="*/ 360865 w 7467600"/>
              <a:gd name="connsiteY762" fmla="*/ 2044827 h 6858000"/>
              <a:gd name="connsiteX763" fmla="*/ 560414 w 7467600"/>
              <a:gd name="connsiteY763" fmla="*/ 2421457 h 6858000"/>
              <a:gd name="connsiteX764" fmla="*/ 1359703 w 7467600"/>
              <a:gd name="connsiteY764" fmla="*/ 2578554 h 6858000"/>
              <a:gd name="connsiteX765" fmla="*/ 1359422 w 7467600"/>
              <a:gd name="connsiteY765" fmla="*/ 2577994 h 6858000"/>
              <a:gd name="connsiteX766" fmla="*/ 828701 w 7467600"/>
              <a:gd name="connsiteY766" fmla="*/ 1839520 h 6858000"/>
              <a:gd name="connsiteX767" fmla="*/ 494427 w 7467600"/>
              <a:gd name="connsiteY767" fmla="*/ 1092333 h 6858000"/>
              <a:gd name="connsiteX768" fmla="*/ 506322 w 7467600"/>
              <a:gd name="connsiteY768" fmla="*/ 1020997 h 6858000"/>
              <a:gd name="connsiteX769" fmla="*/ 4570198 w 7467600"/>
              <a:gd name="connsiteY769" fmla="*/ 978081 h 6858000"/>
              <a:gd name="connsiteX770" fmla="*/ 4523691 w 7467600"/>
              <a:gd name="connsiteY770" fmla="*/ 1127776 h 6858000"/>
              <a:gd name="connsiteX771" fmla="*/ 4509875 w 7467600"/>
              <a:gd name="connsiteY771" fmla="*/ 1167552 h 6858000"/>
              <a:gd name="connsiteX772" fmla="*/ 4478168 w 7467600"/>
              <a:gd name="connsiteY772" fmla="*/ 1260735 h 6858000"/>
              <a:gd name="connsiteX773" fmla="*/ 4409309 w 7467600"/>
              <a:gd name="connsiteY773" fmla="*/ 1666996 h 6858000"/>
              <a:gd name="connsiteX774" fmla="*/ 4370031 w 7467600"/>
              <a:gd name="connsiteY774" fmla="*/ 1955666 h 6858000"/>
              <a:gd name="connsiteX775" fmla="*/ 4570198 w 7467600"/>
              <a:gd name="connsiteY775" fmla="*/ 978081 h 6858000"/>
              <a:gd name="connsiteX776" fmla="*/ 4557898 w 7467600"/>
              <a:gd name="connsiteY776" fmla="*/ 900011 h 6858000"/>
              <a:gd name="connsiteX777" fmla="*/ 4344840 w 7467600"/>
              <a:gd name="connsiteY777" fmla="*/ 1922038 h 6858000"/>
              <a:gd name="connsiteX778" fmla="*/ 4378710 w 7467600"/>
              <a:gd name="connsiteY778" fmla="*/ 1665516 h 6858000"/>
              <a:gd name="connsiteX779" fmla="*/ 4448798 w 7467600"/>
              <a:gd name="connsiteY779" fmla="*/ 1253024 h 6858000"/>
              <a:gd name="connsiteX780" fmla="*/ 4480315 w 7467600"/>
              <a:gd name="connsiteY780" fmla="*/ 1158454 h 6858000"/>
              <a:gd name="connsiteX781" fmla="*/ 4494133 w 7467600"/>
              <a:gd name="connsiteY781" fmla="*/ 1118676 h 6858000"/>
              <a:gd name="connsiteX782" fmla="*/ 4557898 w 7467600"/>
              <a:gd name="connsiteY782" fmla="*/ 900011 h 6858000"/>
              <a:gd name="connsiteX783" fmla="*/ 5870151 w 7467600"/>
              <a:gd name="connsiteY783" fmla="*/ 898890 h 6858000"/>
              <a:gd name="connsiteX784" fmla="*/ 5861335 w 7467600"/>
              <a:gd name="connsiteY784" fmla="*/ 899177 h 6858000"/>
              <a:gd name="connsiteX785" fmla="*/ 5843702 w 7467600"/>
              <a:gd name="connsiteY785" fmla="*/ 899748 h 6858000"/>
              <a:gd name="connsiteX786" fmla="*/ 5651107 w 7467600"/>
              <a:gd name="connsiteY786" fmla="*/ 920306 h 6858000"/>
              <a:gd name="connsiteX787" fmla="*/ 5459407 w 7467600"/>
              <a:gd name="connsiteY787" fmla="*/ 940975 h 6858000"/>
              <a:gd name="connsiteX788" fmla="*/ 5374846 w 7467600"/>
              <a:gd name="connsiteY788" fmla="*/ 941988 h 6858000"/>
              <a:gd name="connsiteX789" fmla="*/ 5256105 w 7467600"/>
              <a:gd name="connsiteY789" fmla="*/ 945632 h 6858000"/>
              <a:gd name="connsiteX790" fmla="*/ 5107071 w 7467600"/>
              <a:gd name="connsiteY790" fmla="*/ 969720 h 6858000"/>
              <a:gd name="connsiteX791" fmla="*/ 4998681 w 7467600"/>
              <a:gd name="connsiteY791" fmla="*/ 988771 h 6858000"/>
              <a:gd name="connsiteX792" fmla="*/ 5870151 w 7467600"/>
              <a:gd name="connsiteY792" fmla="*/ 898890 h 6858000"/>
              <a:gd name="connsiteX793" fmla="*/ 5504425 w 7467600"/>
              <a:gd name="connsiteY793" fmla="*/ 848067 h 6858000"/>
              <a:gd name="connsiteX794" fmla="*/ 4968849 w 7467600"/>
              <a:gd name="connsiteY794" fmla="*/ 962318 h 6858000"/>
              <a:gd name="connsiteX795" fmla="*/ 5104039 w 7467600"/>
              <a:gd name="connsiteY795" fmla="*/ 940634 h 6858000"/>
              <a:gd name="connsiteX796" fmla="*/ 5256311 w 7467600"/>
              <a:gd name="connsiteY796" fmla="*/ 916490 h 6858000"/>
              <a:gd name="connsiteX797" fmla="*/ 5377381 w 7467600"/>
              <a:gd name="connsiteY797" fmla="*/ 912671 h 6858000"/>
              <a:gd name="connsiteX798" fmla="*/ 5460148 w 7467600"/>
              <a:gd name="connsiteY798" fmla="*/ 911442 h 6858000"/>
              <a:gd name="connsiteX799" fmla="*/ 5648971 w 7467600"/>
              <a:gd name="connsiteY799" fmla="*/ 891331 h 6858000"/>
              <a:gd name="connsiteX800" fmla="*/ 5844807 w 7467600"/>
              <a:gd name="connsiteY800" fmla="*/ 870718 h 6858000"/>
              <a:gd name="connsiteX801" fmla="*/ 5862975 w 7467600"/>
              <a:gd name="connsiteY801" fmla="*/ 869756 h 6858000"/>
              <a:gd name="connsiteX802" fmla="*/ 5920887 w 7467600"/>
              <a:gd name="connsiteY802" fmla="*/ 865929 h 6858000"/>
              <a:gd name="connsiteX803" fmla="*/ 5504425 w 7467600"/>
              <a:gd name="connsiteY803" fmla="*/ 848067 h 6858000"/>
              <a:gd name="connsiteX804" fmla="*/ 3607114 w 7467600"/>
              <a:gd name="connsiteY804" fmla="*/ 467441 h 6858000"/>
              <a:gd name="connsiteX805" fmla="*/ 3296242 w 7467600"/>
              <a:gd name="connsiteY805" fmla="*/ 807991 h 6858000"/>
              <a:gd name="connsiteX806" fmla="*/ 3174674 w 7467600"/>
              <a:gd name="connsiteY806" fmla="*/ 919759 h 6858000"/>
              <a:gd name="connsiteX807" fmla="*/ 3042978 w 7467600"/>
              <a:gd name="connsiteY807" fmla="*/ 1054894 h 6858000"/>
              <a:gd name="connsiteX808" fmla="*/ 2968914 w 7467600"/>
              <a:gd name="connsiteY808" fmla="*/ 1133756 h 6858000"/>
              <a:gd name="connsiteX809" fmla="*/ 3103823 w 7467600"/>
              <a:gd name="connsiteY809" fmla="*/ 1026814 h 6858000"/>
              <a:gd name="connsiteX810" fmla="*/ 3607114 w 7467600"/>
              <a:gd name="connsiteY810" fmla="*/ 467441 h 6858000"/>
              <a:gd name="connsiteX811" fmla="*/ 3744487 w 7467600"/>
              <a:gd name="connsiteY811" fmla="*/ 383136 h 6858000"/>
              <a:gd name="connsiteX812" fmla="*/ 3970213 w 7467600"/>
              <a:gd name="connsiteY812" fmla="*/ 995559 h 6858000"/>
              <a:gd name="connsiteX813" fmla="*/ 3744487 w 7467600"/>
              <a:gd name="connsiteY813" fmla="*/ 383136 h 6858000"/>
              <a:gd name="connsiteX814" fmla="*/ 3624562 w 7467600"/>
              <a:gd name="connsiteY814" fmla="*/ 367041 h 6858000"/>
              <a:gd name="connsiteX815" fmla="*/ 3489712 w 7467600"/>
              <a:gd name="connsiteY815" fmla="*/ 485386 h 6858000"/>
              <a:gd name="connsiteX816" fmla="*/ 3182994 w 7467600"/>
              <a:gd name="connsiteY816" fmla="*/ 828265 h 6858000"/>
              <a:gd name="connsiteX817" fmla="*/ 2892114 w 7467600"/>
              <a:gd name="connsiteY817" fmla="*/ 1172635 h 6858000"/>
              <a:gd name="connsiteX818" fmla="*/ 3021459 w 7467600"/>
              <a:gd name="connsiteY818" fmla="*/ 1035385 h 6858000"/>
              <a:gd name="connsiteX819" fmla="*/ 3153873 w 7467600"/>
              <a:gd name="connsiteY819" fmla="*/ 898971 h 6858000"/>
              <a:gd name="connsiteX820" fmla="*/ 3276511 w 7467600"/>
              <a:gd name="connsiteY820" fmla="*/ 786423 h 6858000"/>
              <a:gd name="connsiteX821" fmla="*/ 3584154 w 7467600"/>
              <a:gd name="connsiteY821" fmla="*/ 448218 h 6858000"/>
              <a:gd name="connsiteX822" fmla="*/ 3624562 w 7467600"/>
              <a:gd name="connsiteY822" fmla="*/ 367041 h 6858000"/>
              <a:gd name="connsiteX823" fmla="*/ 3766672 w 7467600"/>
              <a:gd name="connsiteY823" fmla="*/ 359429 h 6858000"/>
              <a:gd name="connsiteX824" fmla="*/ 3996338 w 7467600"/>
              <a:gd name="connsiteY824" fmla="*/ 968237 h 6858000"/>
              <a:gd name="connsiteX825" fmla="*/ 3766672 w 7467600"/>
              <a:gd name="connsiteY825" fmla="*/ 359429 h 6858000"/>
              <a:gd name="connsiteX826" fmla="*/ 5805386 w 7467600"/>
              <a:gd name="connsiteY826" fmla="*/ 239240 h 6858000"/>
              <a:gd name="connsiteX827" fmla="*/ 5736947 w 7467600"/>
              <a:gd name="connsiteY827" fmla="*/ 261367 h 6858000"/>
              <a:gd name="connsiteX828" fmla="*/ 5427012 w 7467600"/>
              <a:gd name="connsiteY828" fmla="*/ 311272 h 6858000"/>
              <a:gd name="connsiteX829" fmla="*/ 5147818 w 7467600"/>
              <a:gd name="connsiteY829" fmla="*/ 322112 h 6858000"/>
              <a:gd name="connsiteX830" fmla="*/ 5060854 w 7467600"/>
              <a:gd name="connsiteY830" fmla="*/ 311882 h 6858000"/>
              <a:gd name="connsiteX831" fmla="*/ 4945989 w 7467600"/>
              <a:gd name="connsiteY831" fmla="*/ 300516 h 6858000"/>
              <a:gd name="connsiteX832" fmla="*/ 5410479 w 7467600"/>
              <a:gd name="connsiteY832" fmla="*/ 348434 h 6858000"/>
              <a:gd name="connsiteX833" fmla="*/ 5805386 w 7467600"/>
              <a:gd name="connsiteY833" fmla="*/ 239240 h 6858000"/>
              <a:gd name="connsiteX834" fmla="*/ 7467600 w 7467600"/>
              <a:gd name="connsiteY834" fmla="*/ 163142 h 6858000"/>
              <a:gd name="connsiteX835" fmla="*/ 7467600 w 7467600"/>
              <a:gd name="connsiteY835" fmla="*/ 789215 h 6858000"/>
              <a:gd name="connsiteX836" fmla="*/ 7451412 w 7467600"/>
              <a:gd name="connsiteY836" fmla="*/ 799572 h 6858000"/>
              <a:gd name="connsiteX837" fmla="*/ 7419999 w 7467600"/>
              <a:gd name="connsiteY837" fmla="*/ 774360 h 6858000"/>
              <a:gd name="connsiteX838" fmla="*/ 7429067 w 7467600"/>
              <a:gd name="connsiteY838" fmla="*/ 402737 h 6858000"/>
              <a:gd name="connsiteX839" fmla="*/ 5905192 w 7467600"/>
              <a:gd name="connsiteY839" fmla="*/ 163079 h 6858000"/>
              <a:gd name="connsiteX840" fmla="*/ 5865655 w 7467600"/>
              <a:gd name="connsiteY840" fmla="*/ 171901 h 6858000"/>
              <a:gd name="connsiteX841" fmla="*/ 5259740 w 7467600"/>
              <a:gd name="connsiteY841" fmla="*/ 257013 h 6858000"/>
              <a:gd name="connsiteX842" fmla="*/ 5208466 w 7467600"/>
              <a:gd name="connsiteY842" fmla="*/ 257550 h 6858000"/>
              <a:gd name="connsiteX843" fmla="*/ 4980204 w 7467600"/>
              <a:gd name="connsiteY843" fmla="*/ 271903 h 6858000"/>
              <a:gd name="connsiteX844" fmla="*/ 5068068 w 7467600"/>
              <a:gd name="connsiteY844" fmla="*/ 282244 h 6858000"/>
              <a:gd name="connsiteX845" fmla="*/ 5153231 w 7467600"/>
              <a:gd name="connsiteY845" fmla="*/ 292240 h 6858000"/>
              <a:gd name="connsiteX846" fmla="*/ 5426491 w 7467600"/>
              <a:gd name="connsiteY846" fmla="*/ 281128 h 6858000"/>
              <a:gd name="connsiteX847" fmla="*/ 5731212 w 7467600"/>
              <a:gd name="connsiteY847" fmla="*/ 231951 h 6858000"/>
              <a:gd name="connsiteX848" fmla="*/ 5905192 w 7467600"/>
              <a:gd name="connsiteY848" fmla="*/ 163079 h 6858000"/>
              <a:gd name="connsiteX849" fmla="*/ 5944437 w 7467600"/>
              <a:gd name="connsiteY849" fmla="*/ 113829 h 6858000"/>
              <a:gd name="connsiteX850" fmla="*/ 5825032 w 7467600"/>
              <a:gd name="connsiteY850" fmla="*/ 146405 h 6858000"/>
              <a:gd name="connsiteX851" fmla="*/ 4955599 w 7467600"/>
              <a:gd name="connsiteY851" fmla="*/ 247008 h 6858000"/>
              <a:gd name="connsiteX852" fmla="*/ 5210104 w 7467600"/>
              <a:gd name="connsiteY852" fmla="*/ 228123 h 6858000"/>
              <a:gd name="connsiteX853" fmla="*/ 5261015 w 7467600"/>
              <a:gd name="connsiteY853" fmla="*/ 227087 h 6858000"/>
              <a:gd name="connsiteX854" fmla="*/ 5861181 w 7467600"/>
              <a:gd name="connsiteY854" fmla="*/ 143093 h 6858000"/>
              <a:gd name="connsiteX855" fmla="*/ 5961252 w 7467600"/>
              <a:gd name="connsiteY855" fmla="*/ 114820 h 6858000"/>
              <a:gd name="connsiteX856" fmla="*/ 5944437 w 7467600"/>
              <a:gd name="connsiteY856" fmla="*/ 113829 h 6858000"/>
              <a:gd name="connsiteX857" fmla="*/ 3882765 w 7467600"/>
              <a:gd name="connsiteY857" fmla="*/ 0 h 6858000"/>
              <a:gd name="connsiteX858" fmla="*/ 3995099 w 7467600"/>
              <a:gd name="connsiteY858" fmla="*/ 0 h 6858000"/>
              <a:gd name="connsiteX859" fmla="*/ 4163818 w 7467600"/>
              <a:gd name="connsiteY859" fmla="*/ 234104 h 6858000"/>
              <a:gd name="connsiteX860" fmla="*/ 4172099 w 7467600"/>
              <a:gd name="connsiteY860" fmla="*/ 234207 h 6858000"/>
              <a:gd name="connsiteX861" fmla="*/ 4784282 w 7467600"/>
              <a:gd name="connsiteY861" fmla="*/ 276561 h 6858000"/>
              <a:gd name="connsiteX862" fmla="*/ 4801687 w 7467600"/>
              <a:gd name="connsiteY862" fmla="*/ 267764 h 6858000"/>
              <a:gd name="connsiteX863" fmla="*/ 6082788 w 7467600"/>
              <a:gd name="connsiteY863" fmla="*/ 64119 h 6858000"/>
              <a:gd name="connsiteX864" fmla="*/ 6099442 w 7467600"/>
              <a:gd name="connsiteY864" fmla="*/ 82568 h 6858000"/>
              <a:gd name="connsiteX865" fmla="*/ 4804137 w 7467600"/>
              <a:gd name="connsiteY865" fmla="*/ 320931 h 6858000"/>
              <a:gd name="connsiteX866" fmla="*/ 4227047 w 7467600"/>
              <a:gd name="connsiteY866" fmla="*/ 313415 h 6858000"/>
              <a:gd name="connsiteX867" fmla="*/ 4346041 w 7467600"/>
              <a:gd name="connsiteY867" fmla="*/ 456086 h 6858000"/>
              <a:gd name="connsiteX868" fmla="*/ 4870967 w 7467600"/>
              <a:gd name="connsiteY868" fmla="*/ 963061 h 6858000"/>
              <a:gd name="connsiteX869" fmla="*/ 4889647 w 7467600"/>
              <a:gd name="connsiteY869" fmla="*/ 957147 h 6858000"/>
              <a:gd name="connsiteX870" fmla="*/ 5422504 w 7467600"/>
              <a:gd name="connsiteY870" fmla="*/ 805191 h 6858000"/>
              <a:gd name="connsiteX871" fmla="*/ 6087656 w 7467600"/>
              <a:gd name="connsiteY871" fmla="*/ 826703 h 6858000"/>
              <a:gd name="connsiteX872" fmla="*/ 6058717 w 7467600"/>
              <a:gd name="connsiteY872" fmla="*/ 865992 h 6858000"/>
              <a:gd name="connsiteX873" fmla="*/ 4974153 w 7467600"/>
              <a:gd name="connsiteY873" fmla="*/ 1045456 h 6858000"/>
              <a:gd name="connsiteX874" fmla="*/ 5627835 w 7467600"/>
              <a:gd name="connsiteY874" fmla="*/ 1472077 h 6858000"/>
              <a:gd name="connsiteX875" fmla="*/ 5629817 w 7467600"/>
              <a:gd name="connsiteY875" fmla="*/ 1471412 h 6858000"/>
              <a:gd name="connsiteX876" fmla="*/ 5634124 w 7467600"/>
              <a:gd name="connsiteY876" fmla="*/ 1470572 h 6858000"/>
              <a:gd name="connsiteX877" fmla="*/ 5755832 w 7467600"/>
              <a:gd name="connsiteY877" fmla="*/ 1383886 h 6858000"/>
              <a:gd name="connsiteX878" fmla="*/ 6014186 w 7467600"/>
              <a:gd name="connsiteY878" fmla="*/ 1279799 h 6858000"/>
              <a:gd name="connsiteX879" fmla="*/ 6901619 w 7467600"/>
              <a:gd name="connsiteY879" fmla="*/ 1047874 h 6858000"/>
              <a:gd name="connsiteX880" fmla="*/ 6931566 w 7467600"/>
              <a:gd name="connsiteY880" fmla="*/ 1062034 h 6858000"/>
              <a:gd name="connsiteX881" fmla="*/ 5790982 w 7467600"/>
              <a:gd name="connsiteY881" fmla="*/ 1561380 h 6858000"/>
              <a:gd name="connsiteX882" fmla="*/ 6188971 w 7467600"/>
              <a:gd name="connsiteY882" fmla="*/ 1755168 h 6858000"/>
              <a:gd name="connsiteX883" fmla="*/ 6202446 w 7467600"/>
              <a:gd name="connsiteY883" fmla="*/ 1752268 h 6858000"/>
              <a:gd name="connsiteX884" fmla="*/ 7179560 w 7467600"/>
              <a:gd name="connsiteY884" fmla="*/ 1467551 h 6858000"/>
              <a:gd name="connsiteX885" fmla="*/ 7158730 w 7467600"/>
              <a:gd name="connsiteY885" fmla="*/ 1507835 h 6858000"/>
              <a:gd name="connsiteX886" fmla="*/ 6326959 w 7467600"/>
              <a:gd name="connsiteY886" fmla="*/ 1817686 h 6858000"/>
              <a:gd name="connsiteX887" fmla="*/ 6537433 w 7467600"/>
              <a:gd name="connsiteY887" fmla="*/ 1907790 h 6858000"/>
              <a:gd name="connsiteX888" fmla="*/ 6550221 w 7467600"/>
              <a:gd name="connsiteY888" fmla="*/ 1910729 h 6858000"/>
              <a:gd name="connsiteX889" fmla="*/ 6964438 w 7467600"/>
              <a:gd name="connsiteY889" fmla="*/ 2209505 h 6858000"/>
              <a:gd name="connsiteX890" fmla="*/ 7367862 w 7467600"/>
              <a:gd name="connsiteY890" fmla="*/ 2806833 h 6858000"/>
              <a:gd name="connsiteX891" fmla="*/ 7364329 w 7467600"/>
              <a:gd name="connsiteY891" fmla="*/ 2826907 h 6858000"/>
              <a:gd name="connsiteX892" fmla="*/ 7290545 w 7467600"/>
              <a:gd name="connsiteY892" fmla="*/ 2850663 h 6858000"/>
              <a:gd name="connsiteX893" fmla="*/ 6472036 w 7467600"/>
              <a:gd name="connsiteY893" fmla="*/ 1959003 h 6858000"/>
              <a:gd name="connsiteX894" fmla="*/ 5792897 w 7467600"/>
              <a:gd name="connsiteY894" fmla="*/ 1647747 h 6858000"/>
              <a:gd name="connsiteX895" fmla="*/ 5842751 w 7467600"/>
              <a:gd name="connsiteY895" fmla="*/ 1816112 h 6858000"/>
              <a:gd name="connsiteX896" fmla="*/ 5847424 w 7467600"/>
              <a:gd name="connsiteY896" fmla="*/ 1815776 h 6858000"/>
              <a:gd name="connsiteX897" fmla="*/ 6399821 w 7467600"/>
              <a:gd name="connsiteY897" fmla="*/ 2344799 h 6858000"/>
              <a:gd name="connsiteX898" fmla="*/ 6323232 w 7467600"/>
              <a:gd name="connsiteY898" fmla="*/ 2389634 h 6858000"/>
              <a:gd name="connsiteX899" fmla="*/ 5942958 w 7467600"/>
              <a:gd name="connsiteY899" fmla="*/ 2077708 h 6858000"/>
              <a:gd name="connsiteX900" fmla="*/ 5921559 w 7467600"/>
              <a:gd name="connsiteY900" fmla="*/ 2378596 h 6858000"/>
              <a:gd name="connsiteX901" fmla="*/ 5817651 w 7467600"/>
              <a:gd name="connsiteY901" fmla="*/ 3023919 h 6858000"/>
              <a:gd name="connsiteX902" fmla="*/ 5729634 w 7467600"/>
              <a:gd name="connsiteY902" fmla="*/ 3051849 h 6858000"/>
              <a:gd name="connsiteX903" fmla="*/ 5611018 w 7467600"/>
              <a:gd name="connsiteY903" fmla="*/ 2316769 h 6858000"/>
              <a:gd name="connsiteX904" fmla="*/ 5687608 w 7467600"/>
              <a:gd name="connsiteY904" fmla="*/ 2039972 h 6858000"/>
              <a:gd name="connsiteX905" fmla="*/ 5657554 w 7467600"/>
              <a:gd name="connsiteY905" fmla="*/ 1576445 h 6858000"/>
              <a:gd name="connsiteX906" fmla="*/ 5150475 w 7467600"/>
              <a:gd name="connsiteY906" fmla="*/ 1274012 h 6858000"/>
              <a:gd name="connsiteX907" fmla="*/ 5349142 w 7467600"/>
              <a:gd name="connsiteY907" fmla="*/ 2204405 h 6858000"/>
              <a:gd name="connsiteX908" fmla="*/ 5262214 w 7467600"/>
              <a:gd name="connsiteY908" fmla="*/ 2233836 h 6858000"/>
              <a:gd name="connsiteX909" fmla="*/ 4981539 w 7467600"/>
              <a:gd name="connsiteY909" fmla="*/ 1542201 h 6858000"/>
              <a:gd name="connsiteX910" fmla="*/ 4958461 w 7467600"/>
              <a:gd name="connsiteY910" fmla="*/ 1136957 h 6858000"/>
              <a:gd name="connsiteX911" fmla="*/ 4655015 w 7467600"/>
              <a:gd name="connsiteY911" fmla="*/ 891426 h 6858000"/>
              <a:gd name="connsiteX912" fmla="*/ 4348002 w 7467600"/>
              <a:gd name="connsiteY912" fmla="*/ 2205895 h 6858000"/>
              <a:gd name="connsiteX913" fmla="*/ 4262250 w 7467600"/>
              <a:gd name="connsiteY913" fmla="*/ 2219972 h 6858000"/>
              <a:gd name="connsiteX914" fmla="*/ 4550611 w 7467600"/>
              <a:gd name="connsiteY914" fmla="*/ 817540 h 6858000"/>
              <a:gd name="connsiteX915" fmla="*/ 4564418 w 7467600"/>
              <a:gd name="connsiteY915" fmla="*/ 808293 h 6858000"/>
              <a:gd name="connsiteX916" fmla="*/ 4266388 w 7467600"/>
              <a:gd name="connsiteY916" fmla="*/ 500083 h 6858000"/>
              <a:gd name="connsiteX917" fmla="*/ 4032842 w 7467600"/>
              <a:gd name="connsiteY917" fmla="*/ 211809 h 6858000"/>
              <a:gd name="connsiteX918" fmla="*/ 3721337 w 7467600"/>
              <a:gd name="connsiteY918" fmla="*/ 0 h 6858000"/>
              <a:gd name="connsiteX919" fmla="*/ 3797544 w 7467600"/>
              <a:gd name="connsiteY919" fmla="*/ 0 h 6858000"/>
              <a:gd name="connsiteX920" fmla="*/ 3775734 w 7467600"/>
              <a:gd name="connsiteY920" fmla="*/ 95131 h 6858000"/>
              <a:gd name="connsiteX921" fmla="*/ 3724807 w 7467600"/>
              <a:gd name="connsiteY921" fmla="*/ 272257 h 6858000"/>
              <a:gd name="connsiteX922" fmla="*/ 3726844 w 7467600"/>
              <a:gd name="connsiteY922" fmla="*/ 282988 h 6858000"/>
              <a:gd name="connsiteX923" fmla="*/ 3742664 w 7467600"/>
              <a:gd name="connsiteY923" fmla="*/ 279918 h 6858000"/>
              <a:gd name="connsiteX924" fmla="*/ 4103910 w 7467600"/>
              <a:gd name="connsiteY924" fmla="*/ 1161917 h 6858000"/>
              <a:gd name="connsiteX925" fmla="*/ 4020269 w 7467600"/>
              <a:gd name="connsiteY925" fmla="*/ 1200406 h 6858000"/>
              <a:gd name="connsiteX926" fmla="*/ 3674882 w 7467600"/>
              <a:gd name="connsiteY926" fmla="*/ 488524 h 6858000"/>
              <a:gd name="connsiteX927" fmla="*/ 3132682 w 7467600"/>
              <a:gd name="connsiteY927" fmla="*/ 1072284 h 6858000"/>
              <a:gd name="connsiteX928" fmla="*/ 2716346 w 7467600"/>
              <a:gd name="connsiteY928" fmla="*/ 1276376 h 6858000"/>
              <a:gd name="connsiteX929" fmla="*/ 2716772 w 7467600"/>
              <a:gd name="connsiteY929" fmla="*/ 1255462 h 6858000"/>
              <a:gd name="connsiteX930" fmla="*/ 3471096 w 7467600"/>
              <a:gd name="connsiteY930" fmla="*/ 437072 h 6858000"/>
              <a:gd name="connsiteX931" fmla="*/ 3639057 w 7467600"/>
              <a:gd name="connsiteY931" fmla="*/ 286334 h 6858000"/>
              <a:gd name="connsiteX932" fmla="*/ 3640309 w 7467600"/>
              <a:gd name="connsiteY932" fmla="*/ 284664 h 6858000"/>
              <a:gd name="connsiteX933" fmla="*/ 3646022 w 7467600"/>
              <a:gd name="connsiteY933" fmla="*/ 276711 h 6858000"/>
              <a:gd name="connsiteX934" fmla="*/ 3707943 w 7467600"/>
              <a:gd name="connsiteY934" fmla="*/ 65958 h 6858000"/>
              <a:gd name="connsiteX935" fmla="*/ 2867960 w 7467600"/>
              <a:gd name="connsiteY935" fmla="*/ 0 h 6858000"/>
              <a:gd name="connsiteX936" fmla="*/ 2926351 w 7467600"/>
              <a:gd name="connsiteY936" fmla="*/ 0 h 6858000"/>
              <a:gd name="connsiteX937" fmla="*/ 2902823 w 7467600"/>
              <a:gd name="connsiteY937" fmla="*/ 262929 h 6858000"/>
              <a:gd name="connsiteX938" fmla="*/ 2940663 w 7467600"/>
              <a:gd name="connsiteY938" fmla="*/ 140884 h 6858000"/>
              <a:gd name="connsiteX939" fmla="*/ 2947039 w 7467600"/>
              <a:gd name="connsiteY939" fmla="*/ 122524 h 6858000"/>
              <a:gd name="connsiteX940" fmla="*/ 2984316 w 7467600"/>
              <a:gd name="connsiteY940" fmla="*/ 0 h 6858000"/>
              <a:gd name="connsiteX941" fmla="*/ 3016114 w 7467600"/>
              <a:gd name="connsiteY941" fmla="*/ 0 h 6858000"/>
              <a:gd name="connsiteX942" fmla="*/ 2979949 w 7467600"/>
              <a:gd name="connsiteY942" fmla="*/ 119274 h 6858000"/>
              <a:gd name="connsiteX943" fmla="*/ 3023879 w 7467600"/>
              <a:gd name="connsiteY943" fmla="*/ 0 h 6858000"/>
              <a:gd name="connsiteX944" fmla="*/ 3105400 w 7467600"/>
              <a:gd name="connsiteY944" fmla="*/ 0 h 6858000"/>
              <a:gd name="connsiteX945" fmla="*/ 3094669 w 7467600"/>
              <a:gd name="connsiteY945" fmla="*/ 30308 h 6858000"/>
              <a:gd name="connsiteX946" fmla="*/ 2901945 w 7467600"/>
              <a:gd name="connsiteY946" fmla="*/ 466538 h 6858000"/>
              <a:gd name="connsiteX947" fmla="*/ 2815209 w 7467600"/>
              <a:gd name="connsiteY947" fmla="*/ 497361 h 6858000"/>
              <a:gd name="connsiteX948" fmla="*/ 2844845 w 7467600"/>
              <a:gd name="connsiteY948" fmla="*/ 127638 h 6858000"/>
              <a:gd name="connsiteX949" fmla="*/ 1057230 w 7467600"/>
              <a:gd name="connsiteY949" fmla="*/ 0 h 6858000"/>
              <a:gd name="connsiteX950" fmla="*/ 1111003 w 7467600"/>
              <a:gd name="connsiteY950" fmla="*/ 0 h 6858000"/>
              <a:gd name="connsiteX951" fmla="*/ 1125553 w 7467600"/>
              <a:gd name="connsiteY951" fmla="*/ 52588 h 6858000"/>
              <a:gd name="connsiteX952" fmla="*/ 1304276 w 7467600"/>
              <a:gd name="connsiteY952" fmla="*/ 476275 h 6858000"/>
              <a:gd name="connsiteX953" fmla="*/ 1492066 w 7467600"/>
              <a:gd name="connsiteY953" fmla="*/ 886333 h 6858000"/>
              <a:gd name="connsiteX954" fmla="*/ 1423698 w 7467600"/>
              <a:gd name="connsiteY954" fmla="*/ 710817 h 6858000"/>
              <a:gd name="connsiteX955" fmla="*/ 1357609 w 7467600"/>
              <a:gd name="connsiteY955" fmla="*/ 532892 h 6858000"/>
              <a:gd name="connsiteX956" fmla="*/ 1309550 w 7467600"/>
              <a:gd name="connsiteY956" fmla="*/ 374031 h 6858000"/>
              <a:gd name="connsiteX957" fmla="*/ 1193673 w 7467600"/>
              <a:gd name="connsiteY957" fmla="*/ 49533 h 6858000"/>
              <a:gd name="connsiteX958" fmla="*/ 1164391 w 7467600"/>
              <a:gd name="connsiteY958" fmla="*/ 0 h 6858000"/>
              <a:gd name="connsiteX959" fmla="*/ 1200666 w 7467600"/>
              <a:gd name="connsiteY959" fmla="*/ 0 h 6858000"/>
              <a:gd name="connsiteX960" fmla="*/ 1223408 w 7467600"/>
              <a:gd name="connsiteY960" fmla="*/ 38996 h 6858000"/>
              <a:gd name="connsiteX961" fmla="*/ 1339635 w 7467600"/>
              <a:gd name="connsiteY961" fmla="*/ 365517 h 6858000"/>
              <a:gd name="connsiteX962" fmla="*/ 1387469 w 7467600"/>
              <a:gd name="connsiteY962" fmla="*/ 523079 h 6858000"/>
              <a:gd name="connsiteX963" fmla="*/ 1452685 w 7467600"/>
              <a:gd name="connsiteY963" fmla="*/ 699806 h 6858000"/>
              <a:gd name="connsiteX964" fmla="*/ 1492092 w 7467600"/>
              <a:gd name="connsiteY964" fmla="*/ 800424 h 6858000"/>
              <a:gd name="connsiteX965" fmla="*/ 1455302 w 7467600"/>
              <a:gd name="connsiteY965" fmla="*/ 632913 h 6858000"/>
              <a:gd name="connsiteX966" fmla="*/ 1222336 w 7467600"/>
              <a:gd name="connsiteY966" fmla="*/ 9480 h 6858000"/>
              <a:gd name="connsiteX967" fmla="*/ 1214634 w 7467600"/>
              <a:gd name="connsiteY967" fmla="*/ 0 h 6858000"/>
              <a:gd name="connsiteX968" fmla="*/ 1289827 w 7467600"/>
              <a:gd name="connsiteY968" fmla="*/ 0 h 6858000"/>
              <a:gd name="connsiteX969" fmla="*/ 1321076 w 7467600"/>
              <a:gd name="connsiteY969" fmla="*/ 59722 h 6858000"/>
              <a:gd name="connsiteX970" fmla="*/ 1512579 w 7467600"/>
              <a:gd name="connsiteY970" fmla="*/ 626441 h 6858000"/>
              <a:gd name="connsiteX971" fmla="*/ 1506076 w 7467600"/>
              <a:gd name="connsiteY971" fmla="*/ 1089289 h 6858000"/>
              <a:gd name="connsiteX972" fmla="*/ 1486346 w 7467600"/>
              <a:gd name="connsiteY972" fmla="*/ 1079919 h 6858000"/>
              <a:gd name="connsiteX973" fmla="*/ 1070511 w 7467600"/>
              <a:gd name="connsiteY973" fmla="*/ 48609 h 6858000"/>
              <a:gd name="connsiteX974" fmla="*/ 43151 w 7467600"/>
              <a:gd name="connsiteY974" fmla="*/ 0 h 6858000"/>
              <a:gd name="connsiteX975" fmla="*/ 95283 w 7467600"/>
              <a:gd name="connsiteY975" fmla="*/ 0 h 6858000"/>
              <a:gd name="connsiteX976" fmla="*/ 300708 w 7467600"/>
              <a:gd name="connsiteY976" fmla="*/ 154571 h 6858000"/>
              <a:gd name="connsiteX977" fmla="*/ 530414 w 7467600"/>
              <a:gd name="connsiteY977" fmla="*/ 354673 h 6858000"/>
              <a:gd name="connsiteX978" fmla="*/ 333785 w 7467600"/>
              <a:gd name="connsiteY978" fmla="*/ 161564 h 6858000"/>
              <a:gd name="connsiteX979" fmla="*/ 147005 w 7467600"/>
              <a:gd name="connsiteY979" fmla="*/ 0 h 6858000"/>
              <a:gd name="connsiteX980" fmla="*/ 272509 w 7467600"/>
              <a:gd name="connsiteY980" fmla="*/ 0 h 6858000"/>
              <a:gd name="connsiteX981" fmla="*/ 326276 w 7467600"/>
              <a:gd name="connsiteY981" fmla="*/ 45847 h 6858000"/>
              <a:gd name="connsiteX982" fmla="*/ 823759 w 7467600"/>
              <a:gd name="connsiteY982" fmla="*/ 574145 h 6858000"/>
              <a:gd name="connsiteX983" fmla="*/ 811254 w 7467600"/>
              <a:gd name="connsiteY983" fmla="*/ 665546 h 6858000"/>
              <a:gd name="connsiteX984" fmla="*/ 154042 w 7467600"/>
              <a:gd name="connsiteY984" fmla="*/ 261522 h 6858000"/>
              <a:gd name="connsiteX985" fmla="*/ 13550 w 7467600"/>
              <a:gd name="connsiteY985" fmla="*/ 158423 h 6858000"/>
              <a:gd name="connsiteX986" fmla="*/ 0 w 7467600"/>
              <a:gd name="connsiteY986" fmla="*/ 146618 h 6858000"/>
              <a:gd name="connsiteX987" fmla="*/ 0 w 7467600"/>
              <a:gd name="connsiteY987" fmla="*/ 59161 h 6858000"/>
              <a:gd name="connsiteX988" fmla="*/ 45427 w 7467600"/>
              <a:gd name="connsiteY988" fmla="*/ 101078 h 6858000"/>
              <a:gd name="connsiteX989" fmla="*/ 630103 w 7467600"/>
              <a:gd name="connsiteY989" fmla="*/ 485885 h 6858000"/>
              <a:gd name="connsiteX990" fmla="*/ 532040 w 7467600"/>
              <a:gd name="connsiteY990" fmla="*/ 399359 h 6858000"/>
              <a:gd name="connsiteX991" fmla="*/ 517618 w 7467600"/>
              <a:gd name="connsiteY991" fmla="*/ 385726 h 6858000"/>
              <a:gd name="connsiteX992" fmla="*/ 285074 w 7467600"/>
              <a:gd name="connsiteY992" fmla="*/ 182755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133363 w 7467600"/>
              <a:gd name="connsiteY127" fmla="*/ 5050246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7467600 w 7467600"/>
              <a:gd name="connsiteY137" fmla="*/ 5241225 h 6858000"/>
              <a:gd name="connsiteX138" fmla="*/ 7467600 w 7467600"/>
              <a:gd name="connsiteY138" fmla="*/ 5277736 h 6858000"/>
              <a:gd name="connsiteX139" fmla="*/ 7327465 w 7467600"/>
              <a:gd name="connsiteY139" fmla="*/ 5174181 h 6858000"/>
              <a:gd name="connsiteX140" fmla="*/ 7244057 w 7467600"/>
              <a:gd name="connsiteY140" fmla="*/ 5124233 h 6858000"/>
              <a:gd name="connsiteX141" fmla="*/ 7353035 w 7467600"/>
              <a:gd name="connsiteY141" fmla="*/ 5197318 h 6858000"/>
              <a:gd name="connsiteX142" fmla="*/ 7467600 w 7467600"/>
              <a:gd name="connsiteY142" fmla="*/ 5297634 h 6858000"/>
              <a:gd name="connsiteX143" fmla="*/ 7467600 w 7467600"/>
              <a:gd name="connsiteY143" fmla="*/ 5361850 h 6858000"/>
              <a:gd name="connsiteX144" fmla="*/ 7368569 w 7467600"/>
              <a:gd name="connsiteY144" fmla="*/ 5270182 h 6858000"/>
              <a:gd name="connsiteX145" fmla="*/ 7131946 w 7467600"/>
              <a:gd name="connsiteY145" fmla="*/ 5075653 h 6858000"/>
              <a:gd name="connsiteX146" fmla="*/ 7133363 w 7467600"/>
              <a:gd name="connsiteY146" fmla="*/ 5050246 h 6858000"/>
              <a:gd name="connsiteX147" fmla="*/ 1903353 w 7467600"/>
              <a:gd name="connsiteY147" fmla="*/ 5044827 h 6858000"/>
              <a:gd name="connsiteX148" fmla="*/ 1936931 w 7467600"/>
              <a:gd name="connsiteY148" fmla="*/ 5093954 h 6858000"/>
              <a:gd name="connsiteX149" fmla="*/ 2195868 w 7467600"/>
              <a:gd name="connsiteY149" fmla="*/ 5396574 h 6858000"/>
              <a:gd name="connsiteX150" fmla="*/ 2088852 w 7467600"/>
              <a:gd name="connsiteY150" fmla="*/ 5166123 h 6858000"/>
              <a:gd name="connsiteX151" fmla="*/ 1958241 w 7467600"/>
              <a:gd name="connsiteY151" fmla="*/ 5067955 h 6858000"/>
              <a:gd name="connsiteX152" fmla="*/ 1903353 w 7467600"/>
              <a:gd name="connsiteY152" fmla="*/ 5044827 h 6858000"/>
              <a:gd name="connsiteX153" fmla="*/ 1979378 w 7467600"/>
              <a:gd name="connsiteY153" fmla="*/ 4769504 h 6858000"/>
              <a:gd name="connsiteX154" fmla="*/ 2882120 w 7467600"/>
              <a:gd name="connsiteY154" fmla="*/ 5064547 h 6858000"/>
              <a:gd name="connsiteX155" fmla="*/ 2793103 w 7467600"/>
              <a:gd name="connsiteY155" fmla="*/ 5039699 h 6858000"/>
              <a:gd name="connsiteX156" fmla="*/ 2770041 w 7467600"/>
              <a:gd name="connsiteY156" fmla="*/ 5033634 h 6858000"/>
              <a:gd name="connsiteX157" fmla="*/ 1979378 w 7467600"/>
              <a:gd name="connsiteY157" fmla="*/ 4769504 h 6858000"/>
              <a:gd name="connsiteX158" fmla="*/ 1927410 w 7467600"/>
              <a:gd name="connsiteY158" fmla="*/ 4716164 h 6858000"/>
              <a:gd name="connsiteX159" fmla="*/ 1959587 w 7467600"/>
              <a:gd name="connsiteY159" fmla="*/ 4728849 h 6858000"/>
              <a:gd name="connsiteX160" fmla="*/ 2777707 w 7467600"/>
              <a:gd name="connsiteY160" fmla="*/ 5003991 h 6858000"/>
              <a:gd name="connsiteX161" fmla="*/ 2800768 w 7467600"/>
              <a:gd name="connsiteY161" fmla="*/ 5010056 h 6858000"/>
              <a:gd name="connsiteX162" fmla="*/ 2879408 w 7467600"/>
              <a:gd name="connsiteY162" fmla="*/ 5031590 h 6858000"/>
              <a:gd name="connsiteX163" fmla="*/ 2862295 w 7467600"/>
              <a:gd name="connsiteY163" fmla="*/ 5022958 h 6858000"/>
              <a:gd name="connsiteX164" fmla="*/ 2813343 w 7467600"/>
              <a:gd name="connsiteY164" fmla="*/ 4998369 h 6858000"/>
              <a:gd name="connsiteX165" fmla="*/ 2646245 w 7467600"/>
              <a:gd name="connsiteY165" fmla="*/ 4930999 h 6858000"/>
              <a:gd name="connsiteX166" fmla="*/ 1999243 w 7467600"/>
              <a:gd name="connsiteY166" fmla="*/ 4730524 h 6858000"/>
              <a:gd name="connsiteX167" fmla="*/ 1979527 w 7467600"/>
              <a:gd name="connsiteY167" fmla="*/ 4726651 h 6858000"/>
              <a:gd name="connsiteX168" fmla="*/ 1927410 w 7467600"/>
              <a:gd name="connsiteY168" fmla="*/ 4716164 h 6858000"/>
              <a:gd name="connsiteX169" fmla="*/ 1997014 w 7467600"/>
              <a:gd name="connsiteY169" fmla="*/ 4698007 h 6858000"/>
              <a:gd name="connsiteX170" fmla="*/ 2005458 w 7467600"/>
              <a:gd name="connsiteY170" fmla="*/ 4699540 h 6858000"/>
              <a:gd name="connsiteX171" fmla="*/ 2657186 w 7467600"/>
              <a:gd name="connsiteY171" fmla="*/ 4901687 h 6858000"/>
              <a:gd name="connsiteX172" fmla="*/ 2826662 w 7467600"/>
              <a:gd name="connsiteY172" fmla="*/ 4970362 h 6858000"/>
              <a:gd name="connsiteX173" fmla="*/ 2876100 w 7467600"/>
              <a:gd name="connsiteY173" fmla="*/ 4995397 h 6858000"/>
              <a:gd name="connsiteX174" fmla="*/ 3042600 w 7467600"/>
              <a:gd name="connsiteY174" fmla="*/ 5059532 h 6858000"/>
              <a:gd name="connsiteX175" fmla="*/ 1997014 w 7467600"/>
              <a:gd name="connsiteY175" fmla="*/ 4698007 h 6858000"/>
              <a:gd name="connsiteX176" fmla="*/ 2305292 w 7467600"/>
              <a:gd name="connsiteY176" fmla="*/ 4219492 h 6858000"/>
              <a:gd name="connsiteX177" fmla="*/ 3360922 w 7467600"/>
              <a:gd name="connsiteY177" fmla="*/ 4529373 h 6858000"/>
              <a:gd name="connsiteX178" fmla="*/ 3492420 w 7467600"/>
              <a:gd name="connsiteY178" fmla="*/ 4510145 h 6858000"/>
              <a:gd name="connsiteX179" fmla="*/ 3364086 w 7467600"/>
              <a:gd name="connsiteY179" fmla="*/ 4480340 h 6858000"/>
              <a:gd name="connsiteX180" fmla="*/ 3225818 w 7467600"/>
              <a:gd name="connsiteY180" fmla="*/ 4411822 h 6858000"/>
              <a:gd name="connsiteX181" fmla="*/ 3129696 w 7467600"/>
              <a:gd name="connsiteY181" fmla="*/ 4360704 h 6858000"/>
              <a:gd name="connsiteX182" fmla="*/ 2814545 w 7467600"/>
              <a:gd name="connsiteY182" fmla="*/ 4282955 h 6858000"/>
              <a:gd name="connsiteX183" fmla="*/ 2305292 w 7467600"/>
              <a:gd name="connsiteY183" fmla="*/ 4219492 h 6858000"/>
              <a:gd name="connsiteX184" fmla="*/ 2626982 w 7467600"/>
              <a:gd name="connsiteY184" fmla="*/ 4206450 h 6858000"/>
              <a:gd name="connsiteX185" fmla="*/ 2490617 w 7467600"/>
              <a:gd name="connsiteY185" fmla="*/ 4206951 h 6858000"/>
              <a:gd name="connsiteX186" fmla="*/ 2819869 w 7467600"/>
              <a:gd name="connsiteY186" fmla="*/ 4252936 h 6858000"/>
              <a:gd name="connsiteX187" fmla="*/ 3143018 w 7467600"/>
              <a:gd name="connsiteY187" fmla="*/ 4332698 h 6858000"/>
              <a:gd name="connsiteX188" fmla="*/ 3241520 w 7467600"/>
              <a:gd name="connsiteY188" fmla="*/ 4385112 h 6858000"/>
              <a:gd name="connsiteX189" fmla="*/ 3374575 w 7467600"/>
              <a:gd name="connsiteY189" fmla="*/ 4451517 h 6858000"/>
              <a:gd name="connsiteX190" fmla="*/ 3505221 w 7467600"/>
              <a:gd name="connsiteY190" fmla="*/ 4480757 h 6858000"/>
              <a:gd name="connsiteX191" fmla="*/ 2626982 w 7467600"/>
              <a:gd name="connsiteY191" fmla="*/ 4206450 h 6858000"/>
              <a:gd name="connsiteX192" fmla="*/ 1310106 w 7467600"/>
              <a:gd name="connsiteY192" fmla="*/ 3943217 h 6858000"/>
              <a:gd name="connsiteX193" fmla="*/ 854994 w 7467600"/>
              <a:gd name="connsiteY193" fmla="*/ 4399136 h 6858000"/>
              <a:gd name="connsiteX194" fmla="*/ 742462 w 7467600"/>
              <a:gd name="connsiteY194" fmla="*/ 4594648 h 6858000"/>
              <a:gd name="connsiteX195" fmla="*/ 820602 w 7467600"/>
              <a:gd name="connsiteY195" fmla="*/ 4485915 h 6858000"/>
              <a:gd name="connsiteX196" fmla="*/ 878295 w 7467600"/>
              <a:gd name="connsiteY196" fmla="*/ 4403594 h 6858000"/>
              <a:gd name="connsiteX197" fmla="*/ 1240607 w 7467600"/>
              <a:gd name="connsiteY197" fmla="*/ 4010401 h 6858000"/>
              <a:gd name="connsiteX198" fmla="*/ 1310106 w 7467600"/>
              <a:gd name="connsiteY198" fmla="*/ 3943217 h 6858000"/>
              <a:gd name="connsiteX199" fmla="*/ 1423113 w 7467600"/>
              <a:gd name="connsiteY199" fmla="*/ 3874565 h 6858000"/>
              <a:gd name="connsiteX200" fmla="*/ 1260565 w 7467600"/>
              <a:gd name="connsiteY200" fmla="*/ 4031982 h 6858000"/>
              <a:gd name="connsiteX201" fmla="*/ 901900 w 7467600"/>
              <a:gd name="connsiteY201" fmla="*/ 4421236 h 6858000"/>
              <a:gd name="connsiteX202" fmla="*/ 845044 w 7467600"/>
              <a:gd name="connsiteY202" fmla="*/ 4502436 h 6858000"/>
              <a:gd name="connsiteX203" fmla="*/ 685926 w 7467600"/>
              <a:gd name="connsiteY203" fmla="*/ 4703069 h 6858000"/>
              <a:gd name="connsiteX204" fmla="*/ 684248 w 7467600"/>
              <a:gd name="connsiteY204" fmla="*/ 4706721 h 6858000"/>
              <a:gd name="connsiteX205" fmla="*/ 1423113 w 7467600"/>
              <a:gd name="connsiteY205" fmla="*/ 3874565 h 6858000"/>
              <a:gd name="connsiteX206" fmla="*/ 3316479 w 7467600"/>
              <a:gd name="connsiteY206" fmla="*/ 3872136 h 6858000"/>
              <a:gd name="connsiteX207" fmla="*/ 3546806 w 7467600"/>
              <a:gd name="connsiteY207" fmla="*/ 4356139 h 6858000"/>
              <a:gd name="connsiteX208" fmla="*/ 3364433 w 7467600"/>
              <a:gd name="connsiteY208" fmla="*/ 3953121 h 6858000"/>
              <a:gd name="connsiteX209" fmla="*/ 3316479 w 7467600"/>
              <a:gd name="connsiteY209" fmla="*/ 3872136 h 6858000"/>
              <a:gd name="connsiteX210" fmla="*/ 3291335 w 7467600"/>
              <a:gd name="connsiteY210" fmla="*/ 3767420 h 6858000"/>
              <a:gd name="connsiteX211" fmla="*/ 3390805 w 7467600"/>
              <a:gd name="connsiteY211" fmla="*/ 3937163 h 6858000"/>
              <a:gd name="connsiteX212" fmla="*/ 3579062 w 7467600"/>
              <a:gd name="connsiteY212" fmla="*/ 4359040 h 6858000"/>
              <a:gd name="connsiteX213" fmla="*/ 3467355 w 7467600"/>
              <a:gd name="connsiteY213" fmla="*/ 3988130 h 6858000"/>
              <a:gd name="connsiteX214" fmla="*/ 3310753 w 7467600"/>
              <a:gd name="connsiteY214" fmla="*/ 3787140 h 6858000"/>
              <a:gd name="connsiteX215" fmla="*/ 3291335 w 7467600"/>
              <a:gd name="connsiteY215" fmla="*/ 3767420 h 6858000"/>
              <a:gd name="connsiteX216" fmla="*/ 1635889 w 7467600"/>
              <a:gd name="connsiteY216" fmla="*/ 3709494 h 6858000"/>
              <a:gd name="connsiteX217" fmla="*/ 1634800 w 7467600"/>
              <a:gd name="connsiteY217" fmla="*/ 3731111 h 6858000"/>
              <a:gd name="connsiteX218" fmla="*/ 1635889 w 7467600"/>
              <a:gd name="connsiteY218" fmla="*/ 3709494 h 6858000"/>
              <a:gd name="connsiteX219" fmla="*/ 1510397 w 7467600"/>
              <a:gd name="connsiteY219" fmla="*/ 3684705 h 6858000"/>
              <a:gd name="connsiteX220" fmla="*/ 1146550 w 7467600"/>
              <a:gd name="connsiteY220" fmla="*/ 3802012 h 6858000"/>
              <a:gd name="connsiteX221" fmla="*/ 698834 w 7467600"/>
              <a:gd name="connsiteY221" fmla="*/ 3952272 h 6858000"/>
              <a:gd name="connsiteX222" fmla="*/ 34256 w 7467600"/>
              <a:gd name="connsiteY222" fmla="*/ 4347603 h 6858000"/>
              <a:gd name="connsiteX223" fmla="*/ 527241 w 7467600"/>
              <a:gd name="connsiteY223" fmla="*/ 4065078 h 6858000"/>
              <a:gd name="connsiteX224" fmla="*/ 1510397 w 7467600"/>
              <a:gd name="connsiteY224" fmla="*/ 3684705 h 6858000"/>
              <a:gd name="connsiteX225" fmla="*/ 1313114 w 7467600"/>
              <a:gd name="connsiteY225" fmla="*/ 3655216 h 6858000"/>
              <a:gd name="connsiteX226" fmla="*/ 1109304 w 7467600"/>
              <a:gd name="connsiteY226" fmla="*/ 3669030 h 6858000"/>
              <a:gd name="connsiteX227" fmla="*/ 8129 w 7467600"/>
              <a:gd name="connsiteY227" fmla="*/ 4330519 h 6858000"/>
              <a:gd name="connsiteX228" fmla="*/ 687572 w 7467600"/>
              <a:gd name="connsiteY228" fmla="*/ 3925629 h 6858000"/>
              <a:gd name="connsiteX229" fmla="*/ 1138365 w 7467600"/>
              <a:gd name="connsiteY229" fmla="*/ 3774515 h 6858000"/>
              <a:gd name="connsiteX230" fmla="*/ 1505579 w 7467600"/>
              <a:gd name="connsiteY230" fmla="*/ 3655526 h 6858000"/>
              <a:gd name="connsiteX231" fmla="*/ 1313114 w 7467600"/>
              <a:gd name="connsiteY231" fmla="*/ 3655216 h 6858000"/>
              <a:gd name="connsiteX232" fmla="*/ 3655073 w 7467600"/>
              <a:gd name="connsiteY232" fmla="*/ 3650884 h 6858000"/>
              <a:gd name="connsiteX233" fmla="*/ 3989938 w 7467600"/>
              <a:gd name="connsiteY233" fmla="*/ 3991685 h 6858000"/>
              <a:gd name="connsiteX234" fmla="*/ 4393907 w 7467600"/>
              <a:gd name="connsiteY234" fmla="*/ 4261258 h 6858000"/>
              <a:gd name="connsiteX235" fmla="*/ 4648051 w 7467600"/>
              <a:gd name="connsiteY235" fmla="*/ 4374051 h 6858000"/>
              <a:gd name="connsiteX236" fmla="*/ 4383389 w 7467600"/>
              <a:gd name="connsiteY236" fmla="*/ 4184369 h 6858000"/>
              <a:gd name="connsiteX237" fmla="*/ 4165508 w 7467600"/>
              <a:gd name="connsiteY237" fmla="*/ 4035196 h 6858000"/>
              <a:gd name="connsiteX238" fmla="*/ 4068162 w 7467600"/>
              <a:gd name="connsiteY238" fmla="*/ 3953394 h 6858000"/>
              <a:gd name="connsiteX239" fmla="*/ 3981416 w 7467600"/>
              <a:gd name="connsiteY239" fmla="*/ 3880482 h 6858000"/>
              <a:gd name="connsiteX240" fmla="*/ 3800147 w 7467600"/>
              <a:gd name="connsiteY240" fmla="*/ 3749872 h 6858000"/>
              <a:gd name="connsiteX241" fmla="*/ 3655073 w 7467600"/>
              <a:gd name="connsiteY241" fmla="*/ 3650884 h 6858000"/>
              <a:gd name="connsiteX242" fmla="*/ 3670252 w 7467600"/>
              <a:gd name="connsiteY242" fmla="*/ 3622798 h 6858000"/>
              <a:gd name="connsiteX243" fmla="*/ 3817258 w 7467600"/>
              <a:gd name="connsiteY243" fmla="*/ 3723577 h 6858000"/>
              <a:gd name="connsiteX244" fmla="*/ 4000461 w 7467600"/>
              <a:gd name="connsiteY244" fmla="*/ 3855966 h 6858000"/>
              <a:gd name="connsiteX245" fmla="*/ 4088180 w 7467600"/>
              <a:gd name="connsiteY245" fmla="*/ 3929774 h 6858000"/>
              <a:gd name="connsiteX246" fmla="*/ 4184555 w 7467600"/>
              <a:gd name="connsiteY246" fmla="*/ 4010683 h 6858000"/>
              <a:gd name="connsiteX247" fmla="*/ 4399563 w 7467600"/>
              <a:gd name="connsiteY247" fmla="*/ 4158106 h 6858000"/>
              <a:gd name="connsiteX248" fmla="*/ 4684469 w 7467600"/>
              <a:gd name="connsiteY248" fmla="*/ 4364680 h 6858000"/>
              <a:gd name="connsiteX249" fmla="*/ 4690271 w 7467600"/>
              <a:gd name="connsiteY249" fmla="*/ 4370034 h 6858000"/>
              <a:gd name="connsiteX250" fmla="*/ 4136093 w 7467600"/>
              <a:gd name="connsiteY250" fmla="*/ 3858466 h 6858000"/>
              <a:gd name="connsiteX251" fmla="*/ 3670252 w 7467600"/>
              <a:gd name="connsiteY251" fmla="*/ 3622798 h 6858000"/>
              <a:gd name="connsiteX252" fmla="*/ 4440129 w 7467600"/>
              <a:gd name="connsiteY252" fmla="*/ 3448571 h 6858000"/>
              <a:gd name="connsiteX253" fmla="*/ 4856525 w 7467600"/>
              <a:gd name="connsiteY253" fmla="*/ 3915351 h 6858000"/>
              <a:gd name="connsiteX254" fmla="*/ 5059055 w 7467600"/>
              <a:gd name="connsiteY254" fmla="*/ 4108918 h 6858000"/>
              <a:gd name="connsiteX255" fmla="*/ 5290070 w 7467600"/>
              <a:gd name="connsiteY255" fmla="*/ 4263619 h 6858000"/>
              <a:gd name="connsiteX256" fmla="*/ 4834991 w 7467600"/>
              <a:gd name="connsiteY256" fmla="*/ 3830985 h 6858000"/>
              <a:gd name="connsiteX257" fmla="*/ 4440129 w 7467600"/>
              <a:gd name="connsiteY257" fmla="*/ 3448571 h 6858000"/>
              <a:gd name="connsiteX258" fmla="*/ 4441737 w 7467600"/>
              <a:gd name="connsiteY258" fmla="*/ 3399734 h 6858000"/>
              <a:gd name="connsiteX259" fmla="*/ 4431236 w 7467600"/>
              <a:gd name="connsiteY259" fmla="*/ 3400954 h 6858000"/>
              <a:gd name="connsiteX260" fmla="*/ 4557150 w 7467600"/>
              <a:gd name="connsiteY260" fmla="*/ 3510023 h 6858000"/>
              <a:gd name="connsiteX261" fmla="*/ 4856936 w 7467600"/>
              <a:gd name="connsiteY261" fmla="*/ 3809146 h 6858000"/>
              <a:gd name="connsiteX262" fmla="*/ 5111996 w 7467600"/>
              <a:gd name="connsiteY262" fmla="*/ 4065759 h 6858000"/>
              <a:gd name="connsiteX263" fmla="*/ 5388878 w 7467600"/>
              <a:gd name="connsiteY263" fmla="*/ 4300185 h 6858000"/>
              <a:gd name="connsiteX264" fmla="*/ 5425556 w 7467600"/>
              <a:gd name="connsiteY264" fmla="*/ 4308967 h 6858000"/>
              <a:gd name="connsiteX265" fmla="*/ 4943646 w 7467600"/>
              <a:gd name="connsiteY265" fmla="*/ 3822916 h 6858000"/>
              <a:gd name="connsiteX266" fmla="*/ 4594837 w 7467600"/>
              <a:gd name="connsiteY266" fmla="*/ 3532274 h 6858000"/>
              <a:gd name="connsiteX267" fmla="*/ 4441737 w 7467600"/>
              <a:gd name="connsiteY267" fmla="*/ 3399734 h 6858000"/>
              <a:gd name="connsiteX268" fmla="*/ 5425834 w 7467600"/>
              <a:gd name="connsiteY268" fmla="*/ 3162785 h 6858000"/>
              <a:gd name="connsiteX269" fmla="*/ 5401644 w 7467600"/>
              <a:gd name="connsiteY269" fmla="*/ 3617847 h 6858000"/>
              <a:gd name="connsiteX270" fmla="*/ 5467256 w 7467600"/>
              <a:gd name="connsiteY270" fmla="*/ 4175494 h 6858000"/>
              <a:gd name="connsiteX271" fmla="*/ 5448069 w 7467600"/>
              <a:gd name="connsiteY271" fmla="*/ 3567554 h 6858000"/>
              <a:gd name="connsiteX272" fmla="*/ 5425834 w 7467600"/>
              <a:gd name="connsiteY272" fmla="*/ 3162785 h 6858000"/>
              <a:gd name="connsiteX273" fmla="*/ 1318687 w 7467600"/>
              <a:gd name="connsiteY273" fmla="*/ 3113840 h 6858000"/>
              <a:gd name="connsiteX274" fmla="*/ 1066793 w 7467600"/>
              <a:gd name="connsiteY274" fmla="*/ 3212171 h 6858000"/>
              <a:gd name="connsiteX275" fmla="*/ 993319 w 7467600"/>
              <a:gd name="connsiteY275" fmla="*/ 3247648 h 6858000"/>
              <a:gd name="connsiteX276" fmla="*/ 853081 w 7467600"/>
              <a:gd name="connsiteY276" fmla="*/ 3312410 h 6858000"/>
              <a:gd name="connsiteX277" fmla="*/ 805957 w 7467600"/>
              <a:gd name="connsiteY277" fmla="*/ 3330443 h 6858000"/>
              <a:gd name="connsiteX278" fmla="*/ 1318687 w 7467600"/>
              <a:gd name="connsiteY278" fmla="*/ 3113840 h 6858000"/>
              <a:gd name="connsiteX279" fmla="*/ 5453702 w 7467600"/>
              <a:gd name="connsiteY279" fmla="*/ 3090882 h 6858000"/>
              <a:gd name="connsiteX280" fmla="*/ 5480135 w 7467600"/>
              <a:gd name="connsiteY280" fmla="*/ 3565802 h 6858000"/>
              <a:gd name="connsiteX281" fmla="*/ 5499023 w 7467600"/>
              <a:gd name="connsiteY281" fmla="*/ 4166310 h 6858000"/>
              <a:gd name="connsiteX282" fmla="*/ 5547022 w 7467600"/>
              <a:gd name="connsiteY282" fmla="*/ 3607838 h 6858000"/>
              <a:gd name="connsiteX283" fmla="*/ 5515964 w 7467600"/>
              <a:gd name="connsiteY283" fmla="*/ 3378541 h 6858000"/>
              <a:gd name="connsiteX284" fmla="*/ 5453702 w 7467600"/>
              <a:gd name="connsiteY284" fmla="*/ 3090882 h 6858000"/>
              <a:gd name="connsiteX285" fmla="*/ 1238695 w 7467600"/>
              <a:gd name="connsiteY285" fmla="*/ 3076820 h 6858000"/>
              <a:gd name="connsiteX286" fmla="*/ 716371 w 7467600"/>
              <a:gd name="connsiteY286" fmla="*/ 3293249 h 6858000"/>
              <a:gd name="connsiteX287" fmla="*/ 579522 w 7467600"/>
              <a:gd name="connsiteY287" fmla="*/ 3371759 h 6858000"/>
              <a:gd name="connsiteX288" fmla="*/ 600288 w 7467600"/>
              <a:gd name="connsiteY288" fmla="*/ 3365555 h 6858000"/>
              <a:gd name="connsiteX289" fmla="*/ 840692 w 7467600"/>
              <a:gd name="connsiteY289" fmla="*/ 3284921 h 6858000"/>
              <a:gd name="connsiteX290" fmla="*/ 979248 w 7467600"/>
              <a:gd name="connsiteY290" fmla="*/ 3221003 h 6858000"/>
              <a:gd name="connsiteX291" fmla="*/ 1053282 w 7467600"/>
              <a:gd name="connsiteY291" fmla="*/ 3185247 h 6858000"/>
              <a:gd name="connsiteX292" fmla="*/ 1320603 w 7467600"/>
              <a:gd name="connsiteY292" fmla="*/ 3081281 h 6858000"/>
              <a:gd name="connsiteX293" fmla="*/ 1238695 w 7467600"/>
              <a:gd name="connsiteY293" fmla="*/ 3076820 h 6858000"/>
              <a:gd name="connsiteX294" fmla="*/ 5425627 w 7467600"/>
              <a:gd name="connsiteY294" fmla="*/ 2954192 h 6858000"/>
              <a:gd name="connsiteX295" fmla="*/ 5470770 w 7467600"/>
              <a:gd name="connsiteY295" fmla="*/ 3005435 h 6858000"/>
              <a:gd name="connsiteX296" fmla="*/ 5519779 w 7467600"/>
              <a:gd name="connsiteY296" fmla="*/ 4359223 h 6858000"/>
              <a:gd name="connsiteX297" fmla="*/ 5520293 w 7467600"/>
              <a:gd name="connsiteY297" fmla="*/ 4360602 h 6858000"/>
              <a:gd name="connsiteX298" fmla="*/ 5767221 w 7467600"/>
              <a:gd name="connsiteY298" fmla="*/ 4665564 h 6858000"/>
              <a:gd name="connsiteX299" fmla="*/ 6937169 w 7467600"/>
              <a:gd name="connsiteY299" fmla="*/ 4815941 h 6858000"/>
              <a:gd name="connsiteX300" fmla="*/ 6953922 w 7467600"/>
              <a:gd name="connsiteY300" fmla="*/ 4890068 h 6858000"/>
              <a:gd name="connsiteX301" fmla="*/ 6071359 w 7467600"/>
              <a:gd name="connsiteY301" fmla="*/ 4770770 h 6858000"/>
              <a:gd name="connsiteX302" fmla="*/ 6038839 w 7467600"/>
              <a:gd name="connsiteY302" fmla="*/ 4764474 h 6858000"/>
              <a:gd name="connsiteX303" fmla="*/ 6038706 w 7467600"/>
              <a:gd name="connsiteY303" fmla="*/ 4763847 h 6858000"/>
              <a:gd name="connsiteX304" fmla="*/ 6037784 w 7467600"/>
              <a:gd name="connsiteY304" fmla="*/ 4764270 h 6858000"/>
              <a:gd name="connsiteX305" fmla="*/ 6038839 w 7467600"/>
              <a:gd name="connsiteY305" fmla="*/ 4764474 h 6858000"/>
              <a:gd name="connsiteX306" fmla="*/ 6040338 w 7467600"/>
              <a:gd name="connsiteY306" fmla="*/ 4771418 h 6858000"/>
              <a:gd name="connsiteX307" fmla="*/ 6024488 w 7467600"/>
              <a:gd name="connsiteY307" fmla="*/ 4809903 h 6858000"/>
              <a:gd name="connsiteX308" fmla="*/ 5599771 w 7467600"/>
              <a:gd name="connsiteY308" fmla="*/ 5509652 h 6858000"/>
              <a:gd name="connsiteX309" fmla="*/ 5548843 w 7467600"/>
              <a:gd name="connsiteY309" fmla="*/ 5563845 h 6858000"/>
              <a:gd name="connsiteX310" fmla="*/ 5940952 w 7467600"/>
              <a:gd name="connsiteY310" fmla="*/ 6250028 h 6858000"/>
              <a:gd name="connsiteX311" fmla="*/ 6043441 w 7467600"/>
              <a:gd name="connsiteY311" fmla="*/ 6665847 h 6858000"/>
              <a:gd name="connsiteX312" fmla="*/ 6093432 w 7467600"/>
              <a:gd name="connsiteY312" fmla="*/ 6858000 h 6858000"/>
              <a:gd name="connsiteX313" fmla="*/ 6034344 w 7467600"/>
              <a:gd name="connsiteY313" fmla="*/ 6858000 h 6858000"/>
              <a:gd name="connsiteX314" fmla="*/ 6026679 w 7467600"/>
              <a:gd name="connsiteY314" fmla="*/ 6836959 h 6858000"/>
              <a:gd name="connsiteX315" fmla="*/ 5800441 w 7467600"/>
              <a:gd name="connsiteY315" fmla="*/ 6335286 h 6858000"/>
              <a:gd name="connsiteX316" fmla="*/ 5526562 w 7467600"/>
              <a:gd name="connsiteY316" fmla="*/ 5705388 h 6858000"/>
              <a:gd name="connsiteX317" fmla="*/ 5519640 w 7467600"/>
              <a:gd name="connsiteY317" fmla="*/ 5683774 h 6858000"/>
              <a:gd name="connsiteX318" fmla="*/ 5844559 w 7467600"/>
              <a:gd name="connsiteY318" fmla="*/ 6553349 h 6858000"/>
              <a:gd name="connsiteX319" fmla="*/ 5975994 w 7467600"/>
              <a:gd name="connsiteY319" fmla="*/ 6858000 h 6858000"/>
              <a:gd name="connsiteX320" fmla="*/ 5898547 w 7467600"/>
              <a:gd name="connsiteY320" fmla="*/ 6858000 h 6858000"/>
              <a:gd name="connsiteX321" fmla="*/ 5682041 w 7467600"/>
              <a:gd name="connsiteY321" fmla="*/ 6355860 h 6858000"/>
              <a:gd name="connsiteX322" fmla="*/ 5461758 w 7467600"/>
              <a:gd name="connsiteY322" fmla="*/ 5820220 h 6858000"/>
              <a:gd name="connsiteX323" fmla="*/ 5237282 w 7467600"/>
              <a:gd name="connsiteY323" fmla="*/ 6579086 h 6858000"/>
              <a:gd name="connsiteX324" fmla="*/ 5115009 w 7467600"/>
              <a:gd name="connsiteY324" fmla="*/ 6858000 h 6858000"/>
              <a:gd name="connsiteX325" fmla="*/ 5028074 w 7467600"/>
              <a:gd name="connsiteY325" fmla="*/ 6858000 h 6858000"/>
              <a:gd name="connsiteX326" fmla="*/ 5079508 w 7467600"/>
              <a:gd name="connsiteY326" fmla="*/ 6749074 h 6858000"/>
              <a:gd name="connsiteX327" fmla="*/ 5371846 w 7467600"/>
              <a:gd name="connsiteY327" fmla="*/ 5924413 h 6858000"/>
              <a:gd name="connsiteX328" fmla="*/ 5270512 w 7467600"/>
              <a:gd name="connsiteY328" fmla="*/ 6138975 h 6858000"/>
              <a:gd name="connsiteX329" fmla="*/ 5062409 w 7467600"/>
              <a:gd name="connsiteY329" fmla="*/ 6653544 h 6858000"/>
              <a:gd name="connsiteX330" fmla="*/ 5036628 w 7467600"/>
              <a:gd name="connsiteY330" fmla="*/ 6754247 h 6858000"/>
              <a:gd name="connsiteX331" fmla="*/ 5009112 w 7467600"/>
              <a:gd name="connsiteY331" fmla="*/ 6858000 h 6858000"/>
              <a:gd name="connsiteX332" fmla="*/ 4976679 w 7467600"/>
              <a:gd name="connsiteY332" fmla="*/ 6858000 h 6858000"/>
              <a:gd name="connsiteX333" fmla="*/ 5006537 w 7467600"/>
              <a:gd name="connsiteY333" fmla="*/ 6747068 h 6858000"/>
              <a:gd name="connsiteX334" fmla="*/ 5032723 w 7467600"/>
              <a:gd name="connsiteY334" fmla="*/ 6644957 h 6858000"/>
              <a:gd name="connsiteX335" fmla="*/ 5242949 w 7467600"/>
              <a:gd name="connsiteY335" fmla="*/ 6125175 h 6858000"/>
              <a:gd name="connsiteX336" fmla="*/ 5286321 w 7467600"/>
              <a:gd name="connsiteY336" fmla="*/ 6033555 h 6858000"/>
              <a:gd name="connsiteX337" fmla="*/ 5008210 w 7467600"/>
              <a:gd name="connsiteY337" fmla="*/ 6649194 h 6858000"/>
              <a:gd name="connsiteX338" fmla="*/ 4986321 w 7467600"/>
              <a:gd name="connsiteY338" fmla="*/ 6765687 h 6858000"/>
              <a:gd name="connsiteX339" fmla="*/ 4973474 w 7467600"/>
              <a:gd name="connsiteY339" fmla="*/ 6858000 h 6858000"/>
              <a:gd name="connsiteX340" fmla="*/ 4907178 w 7467600"/>
              <a:gd name="connsiteY340" fmla="*/ 6858000 h 6858000"/>
              <a:gd name="connsiteX341" fmla="*/ 4910810 w 7467600"/>
              <a:gd name="connsiteY341" fmla="*/ 6829660 h 6858000"/>
              <a:gd name="connsiteX342" fmla="*/ 4987461 w 7467600"/>
              <a:gd name="connsiteY342" fmla="*/ 6432994 h 6858000"/>
              <a:gd name="connsiteX343" fmla="*/ 5179262 w 7467600"/>
              <a:gd name="connsiteY343" fmla="*/ 6035044 h 6858000"/>
              <a:gd name="connsiteX344" fmla="*/ 4689678 w 7467600"/>
              <a:gd name="connsiteY344" fmla="*/ 6440241 h 6858000"/>
              <a:gd name="connsiteX345" fmla="*/ 4477543 w 7467600"/>
              <a:gd name="connsiteY345" fmla="*/ 6674836 h 6858000"/>
              <a:gd name="connsiteX346" fmla="*/ 4329957 w 7467600"/>
              <a:gd name="connsiteY346" fmla="*/ 6858000 h 6858000"/>
              <a:gd name="connsiteX347" fmla="*/ 4218595 w 7467600"/>
              <a:gd name="connsiteY347" fmla="*/ 6858000 h 6858000"/>
              <a:gd name="connsiteX348" fmla="*/ 4368888 w 7467600"/>
              <a:gd name="connsiteY348" fmla="*/ 6668412 h 6858000"/>
              <a:gd name="connsiteX349" fmla="*/ 4563091 w 7467600"/>
              <a:gd name="connsiteY349" fmla="*/ 6442508 h 6858000"/>
              <a:gd name="connsiteX350" fmla="*/ 5387324 w 7467600"/>
              <a:gd name="connsiteY350" fmla="*/ 5705830 h 6858000"/>
              <a:gd name="connsiteX351" fmla="*/ 5073620 w 7467600"/>
              <a:gd name="connsiteY351" fmla="*/ 5955437 h 6858000"/>
              <a:gd name="connsiteX352" fmla="*/ 4689789 w 7467600"/>
              <a:gd name="connsiteY352" fmla="*/ 6268382 h 6858000"/>
              <a:gd name="connsiteX353" fmla="*/ 4418722 w 7467600"/>
              <a:gd name="connsiteY353" fmla="*/ 6570886 h 6858000"/>
              <a:gd name="connsiteX354" fmla="*/ 4214944 w 7467600"/>
              <a:gd name="connsiteY354" fmla="*/ 6858000 h 6858000"/>
              <a:gd name="connsiteX355" fmla="*/ 4177898 w 7467600"/>
              <a:gd name="connsiteY355" fmla="*/ 6858000 h 6858000"/>
              <a:gd name="connsiteX356" fmla="*/ 4391597 w 7467600"/>
              <a:gd name="connsiteY356" fmla="*/ 6556370 h 6858000"/>
              <a:gd name="connsiteX357" fmla="*/ 4668889 w 7467600"/>
              <a:gd name="connsiteY357" fmla="*/ 6246399 h 6858000"/>
              <a:gd name="connsiteX358" fmla="*/ 5055427 w 7467600"/>
              <a:gd name="connsiteY358" fmla="*/ 5931476 h 6858000"/>
              <a:gd name="connsiteX359" fmla="*/ 5371814 w 7467600"/>
              <a:gd name="connsiteY359" fmla="*/ 5678975 h 6858000"/>
              <a:gd name="connsiteX360" fmla="*/ 4987918 w 7467600"/>
              <a:gd name="connsiteY360" fmla="*/ 5838701 h 6858000"/>
              <a:gd name="connsiteX361" fmla="*/ 4317146 w 7467600"/>
              <a:gd name="connsiteY361" fmla="*/ 6587716 h 6858000"/>
              <a:gd name="connsiteX362" fmla="*/ 4171627 w 7467600"/>
              <a:gd name="connsiteY362" fmla="*/ 6858000 h 6858000"/>
              <a:gd name="connsiteX363" fmla="*/ 4081585 w 7467600"/>
              <a:gd name="connsiteY363" fmla="*/ 6858000 h 6858000"/>
              <a:gd name="connsiteX364" fmla="*/ 4238603 w 7467600"/>
              <a:gd name="connsiteY364" fmla="*/ 6559341 h 6858000"/>
              <a:gd name="connsiteX365" fmla="*/ 4778333 w 7467600"/>
              <a:gd name="connsiteY365" fmla="*/ 5873626 h 6858000"/>
              <a:gd name="connsiteX366" fmla="*/ 5414185 w 7467600"/>
              <a:gd name="connsiteY366" fmla="*/ 5573882 h 6858000"/>
              <a:gd name="connsiteX367" fmla="*/ 5959648 w 7467600"/>
              <a:gd name="connsiteY367" fmla="*/ 4760797 h 6858000"/>
              <a:gd name="connsiteX368" fmla="*/ 5355019 w 7467600"/>
              <a:gd name="connsiteY368" fmla="*/ 4734672 h 6858000"/>
              <a:gd name="connsiteX369" fmla="*/ 5083565 w 7467600"/>
              <a:gd name="connsiteY369" fmla="*/ 5179121 h 6858000"/>
              <a:gd name="connsiteX370" fmla="*/ 4713577 w 7467600"/>
              <a:gd name="connsiteY370" fmla="*/ 5616803 h 6858000"/>
              <a:gd name="connsiteX371" fmla="*/ 3989559 w 7467600"/>
              <a:gd name="connsiteY371" fmla="*/ 6145945 h 6858000"/>
              <a:gd name="connsiteX372" fmla="*/ 3939824 w 7467600"/>
              <a:gd name="connsiteY372" fmla="*/ 6066900 h 6858000"/>
              <a:gd name="connsiteX373" fmla="*/ 4584537 w 7467600"/>
              <a:gd name="connsiteY373" fmla="*/ 5324826 h 6858000"/>
              <a:gd name="connsiteX374" fmla="*/ 5037105 w 7467600"/>
              <a:gd name="connsiteY374" fmla="*/ 5088765 h 6858000"/>
              <a:gd name="connsiteX375" fmla="*/ 5039930 w 7467600"/>
              <a:gd name="connsiteY375" fmla="*/ 5089585 h 6858000"/>
              <a:gd name="connsiteX376" fmla="*/ 5263764 w 7467600"/>
              <a:gd name="connsiteY376" fmla="*/ 4735525 h 6858000"/>
              <a:gd name="connsiteX377" fmla="*/ 4086300 w 7467600"/>
              <a:gd name="connsiteY377" fmla="*/ 4884599 h 6858000"/>
              <a:gd name="connsiteX378" fmla="*/ 4085485 w 7467600"/>
              <a:gd name="connsiteY378" fmla="*/ 4899070 h 6858000"/>
              <a:gd name="connsiteX379" fmla="*/ 3871915 w 7467600"/>
              <a:gd name="connsiteY379" fmla="*/ 5253645 h 6858000"/>
              <a:gd name="connsiteX380" fmla="*/ 3799374 w 7467600"/>
              <a:gd name="connsiteY380" fmla="*/ 5466127 h 6858000"/>
              <a:gd name="connsiteX381" fmla="*/ 3498850 w 7467600"/>
              <a:gd name="connsiteY381" fmla="*/ 6661888 h 6858000"/>
              <a:gd name="connsiteX382" fmla="*/ 3399216 w 7467600"/>
              <a:gd name="connsiteY382" fmla="*/ 6858000 h 6858000"/>
              <a:gd name="connsiteX383" fmla="*/ 3303688 w 7467600"/>
              <a:gd name="connsiteY383" fmla="*/ 6858000 h 6858000"/>
              <a:gd name="connsiteX384" fmla="*/ 3391774 w 7467600"/>
              <a:gd name="connsiteY384" fmla="*/ 6697181 h 6858000"/>
              <a:gd name="connsiteX385" fmla="*/ 3735540 w 7467600"/>
              <a:gd name="connsiteY385" fmla="*/ 5546923 h 6858000"/>
              <a:gd name="connsiteX386" fmla="*/ 3729438 w 7467600"/>
              <a:gd name="connsiteY386" fmla="*/ 5569058 h 6858000"/>
              <a:gd name="connsiteX387" fmla="*/ 3707782 w 7467600"/>
              <a:gd name="connsiteY387" fmla="*/ 5644908 h 6858000"/>
              <a:gd name="connsiteX388" fmla="*/ 3583827 w 7467600"/>
              <a:gd name="connsiteY388" fmla="*/ 6039215 h 6858000"/>
              <a:gd name="connsiteX389" fmla="*/ 3547861 w 7467600"/>
              <a:gd name="connsiteY389" fmla="*/ 6129609 h 6858000"/>
              <a:gd name="connsiteX390" fmla="*/ 3490905 w 7467600"/>
              <a:gd name="connsiteY390" fmla="*/ 6277660 h 6858000"/>
              <a:gd name="connsiteX391" fmla="*/ 3455859 w 7467600"/>
              <a:gd name="connsiteY391" fmla="*/ 6391301 h 6858000"/>
              <a:gd name="connsiteX392" fmla="*/ 3429112 w 7467600"/>
              <a:gd name="connsiteY392" fmla="*/ 6479469 h 6858000"/>
              <a:gd name="connsiteX393" fmla="*/ 3304862 w 7467600"/>
              <a:gd name="connsiteY393" fmla="*/ 6796476 h 6858000"/>
              <a:gd name="connsiteX394" fmla="*/ 3276071 w 7467600"/>
              <a:gd name="connsiteY394" fmla="*/ 6858000 h 6858000"/>
              <a:gd name="connsiteX395" fmla="*/ 3240805 w 7467600"/>
              <a:gd name="connsiteY395" fmla="*/ 6858000 h 6858000"/>
              <a:gd name="connsiteX396" fmla="*/ 3275917 w 7467600"/>
              <a:gd name="connsiteY396" fmla="*/ 6783192 h 6858000"/>
              <a:gd name="connsiteX397" fmla="*/ 3399358 w 7467600"/>
              <a:gd name="connsiteY397" fmla="*/ 6469011 h 6858000"/>
              <a:gd name="connsiteX398" fmla="*/ 3425650 w 7467600"/>
              <a:gd name="connsiteY398" fmla="*/ 6381333 h 6858000"/>
              <a:gd name="connsiteX399" fmla="*/ 3460661 w 7467600"/>
              <a:gd name="connsiteY399" fmla="*/ 6266763 h 6858000"/>
              <a:gd name="connsiteX400" fmla="*/ 3518021 w 7467600"/>
              <a:gd name="connsiteY400" fmla="*/ 6117298 h 6858000"/>
              <a:gd name="connsiteX401" fmla="*/ 3554035 w 7467600"/>
              <a:gd name="connsiteY401" fmla="*/ 6027832 h 6858000"/>
              <a:gd name="connsiteX402" fmla="*/ 3677174 w 7467600"/>
              <a:gd name="connsiteY402" fmla="*/ 5636351 h 6858000"/>
              <a:gd name="connsiteX403" fmla="*/ 3698819 w 7467600"/>
              <a:gd name="connsiteY403" fmla="*/ 5560503 h 6858000"/>
              <a:gd name="connsiteX404" fmla="*/ 3702094 w 7467600"/>
              <a:gd name="connsiteY404" fmla="*/ 5549194 h 6858000"/>
              <a:gd name="connsiteX405" fmla="*/ 3398355 w 7467600"/>
              <a:gd name="connsiteY405" fmla="*/ 6094603 h 6858000"/>
              <a:gd name="connsiteX406" fmla="*/ 3193941 w 7467600"/>
              <a:gd name="connsiteY406" fmla="*/ 6798775 h 6858000"/>
              <a:gd name="connsiteX407" fmla="*/ 3184140 w 7467600"/>
              <a:gd name="connsiteY407" fmla="*/ 6858000 h 6858000"/>
              <a:gd name="connsiteX408" fmla="*/ 3099978 w 7467600"/>
              <a:gd name="connsiteY408" fmla="*/ 6858000 h 6858000"/>
              <a:gd name="connsiteX409" fmla="*/ 3101556 w 7467600"/>
              <a:gd name="connsiteY409" fmla="*/ 6843337 h 6858000"/>
              <a:gd name="connsiteX410" fmla="*/ 3370162 w 7467600"/>
              <a:gd name="connsiteY410" fmla="*/ 5785550 h 6858000"/>
              <a:gd name="connsiteX411" fmla="*/ 3746477 w 7467600"/>
              <a:gd name="connsiteY411" fmla="*/ 5377889 h 6858000"/>
              <a:gd name="connsiteX412" fmla="*/ 3863399 w 7467600"/>
              <a:gd name="connsiteY412" fmla="*/ 5087257 h 6858000"/>
              <a:gd name="connsiteX413" fmla="*/ 3968712 w 7467600"/>
              <a:gd name="connsiteY413" fmla="*/ 4913989 h 6858000"/>
              <a:gd name="connsiteX414" fmla="*/ 2792390 w 7467600"/>
              <a:gd name="connsiteY414" fmla="*/ 5382974 h 6858000"/>
              <a:gd name="connsiteX415" fmla="*/ 2714982 w 7467600"/>
              <a:gd name="connsiteY415" fmla="*/ 5427051 h 6858000"/>
              <a:gd name="connsiteX416" fmla="*/ 2813361 w 7467600"/>
              <a:gd name="connsiteY416" fmla="*/ 6023912 h 6858000"/>
              <a:gd name="connsiteX417" fmla="*/ 2688430 w 7467600"/>
              <a:gd name="connsiteY417" fmla="*/ 6801564 h 6858000"/>
              <a:gd name="connsiteX418" fmla="*/ 2629626 w 7467600"/>
              <a:gd name="connsiteY418" fmla="*/ 6763394 h 6858000"/>
              <a:gd name="connsiteX419" fmla="*/ 2565328 w 7467600"/>
              <a:gd name="connsiteY419" fmla="*/ 5516399 h 6858000"/>
              <a:gd name="connsiteX420" fmla="*/ 1922999 w 7467600"/>
              <a:gd name="connsiteY420" fmla="*/ 5980343 h 6858000"/>
              <a:gd name="connsiteX421" fmla="*/ 1950261 w 7467600"/>
              <a:gd name="connsiteY421" fmla="*/ 6405858 h 6858000"/>
              <a:gd name="connsiteX422" fmla="*/ 2365554 w 7467600"/>
              <a:gd name="connsiteY422" fmla="*/ 6759107 h 6858000"/>
              <a:gd name="connsiteX423" fmla="*/ 2424142 w 7467600"/>
              <a:gd name="connsiteY423" fmla="*/ 6858000 h 6858000"/>
              <a:gd name="connsiteX424" fmla="*/ 2395994 w 7467600"/>
              <a:gd name="connsiteY424" fmla="*/ 6858000 h 6858000"/>
              <a:gd name="connsiteX425" fmla="*/ 2392863 w 7467600"/>
              <a:gd name="connsiteY425" fmla="*/ 6852964 h 6858000"/>
              <a:gd name="connsiteX426" fmla="*/ 2017589 w 7467600"/>
              <a:gd name="connsiteY426" fmla="*/ 6493982 h 6858000"/>
              <a:gd name="connsiteX427" fmla="*/ 2147336 w 7467600"/>
              <a:gd name="connsiteY427" fmla="*/ 6594052 h 6858000"/>
              <a:gd name="connsiteX428" fmla="*/ 2207047 w 7467600"/>
              <a:gd name="connsiteY428" fmla="*/ 6654540 h 6858000"/>
              <a:gd name="connsiteX429" fmla="*/ 2299106 w 7467600"/>
              <a:gd name="connsiteY429" fmla="*/ 6778931 h 6858000"/>
              <a:gd name="connsiteX430" fmla="*/ 2314430 w 7467600"/>
              <a:gd name="connsiteY430" fmla="*/ 6801144 h 6858000"/>
              <a:gd name="connsiteX431" fmla="*/ 2352406 w 7467600"/>
              <a:gd name="connsiteY431" fmla="*/ 6858000 h 6858000"/>
              <a:gd name="connsiteX432" fmla="*/ 2314492 w 7467600"/>
              <a:gd name="connsiteY432" fmla="*/ 6858000 h 6858000"/>
              <a:gd name="connsiteX433" fmla="*/ 2288095 w 7467600"/>
              <a:gd name="connsiteY433" fmla="*/ 6818030 h 6858000"/>
              <a:gd name="connsiteX434" fmla="*/ 2272768 w 7467600"/>
              <a:gd name="connsiteY434" fmla="*/ 6795822 h 6858000"/>
              <a:gd name="connsiteX435" fmla="*/ 2182715 w 7467600"/>
              <a:gd name="connsiteY435" fmla="*/ 6675071 h 6858000"/>
              <a:gd name="connsiteX436" fmla="*/ 2032061 w 7467600"/>
              <a:gd name="connsiteY436" fmla="*/ 6541380 h 6858000"/>
              <a:gd name="connsiteX437" fmla="*/ 2257220 w 7467600"/>
              <a:gd name="connsiteY437" fmla="*/ 6826257 h 6858000"/>
              <a:gd name="connsiteX438" fmla="*/ 2281324 w 7467600"/>
              <a:gd name="connsiteY438" fmla="*/ 6858000 h 6858000"/>
              <a:gd name="connsiteX439" fmla="*/ 2242860 w 7467600"/>
              <a:gd name="connsiteY439" fmla="*/ 6858000 h 6858000"/>
              <a:gd name="connsiteX440" fmla="*/ 2232818 w 7467600"/>
              <a:gd name="connsiteY440" fmla="*/ 6844926 h 6858000"/>
              <a:gd name="connsiteX441" fmla="*/ 1990172 w 7467600"/>
              <a:gd name="connsiteY441" fmla="*/ 6542121 h 6858000"/>
              <a:gd name="connsiteX442" fmla="*/ 2124090 w 7467600"/>
              <a:gd name="connsiteY442" fmla="*/ 6761017 h 6858000"/>
              <a:gd name="connsiteX443" fmla="*/ 2200380 w 7467600"/>
              <a:gd name="connsiteY443" fmla="*/ 6858000 h 6858000"/>
              <a:gd name="connsiteX444" fmla="*/ 2147507 w 7467600"/>
              <a:gd name="connsiteY444" fmla="*/ 6858000 h 6858000"/>
              <a:gd name="connsiteX445" fmla="*/ 2070668 w 7467600"/>
              <a:gd name="connsiteY445" fmla="*/ 6761520 h 6858000"/>
              <a:gd name="connsiteX446" fmla="*/ 1975142 w 7467600"/>
              <a:gd name="connsiteY446" fmla="*/ 6585570 h 6858000"/>
              <a:gd name="connsiteX447" fmla="*/ 2050035 w 7467600"/>
              <a:gd name="connsiteY447" fmla="*/ 6813345 h 6858000"/>
              <a:gd name="connsiteX448" fmla="*/ 2063025 w 7467600"/>
              <a:gd name="connsiteY448" fmla="*/ 6858000 h 6858000"/>
              <a:gd name="connsiteX449" fmla="*/ 2021675 w 7467600"/>
              <a:gd name="connsiteY449" fmla="*/ 6858000 h 6858000"/>
              <a:gd name="connsiteX450" fmla="*/ 2019308 w 7467600"/>
              <a:gd name="connsiteY450" fmla="*/ 6847118 h 6858000"/>
              <a:gd name="connsiteX451" fmla="*/ 1938835 w 7467600"/>
              <a:gd name="connsiteY451" fmla="*/ 6551160 h 6858000"/>
              <a:gd name="connsiteX452" fmla="*/ 1953230 w 7467600"/>
              <a:gd name="connsiteY452" fmla="*/ 6759699 h 6858000"/>
              <a:gd name="connsiteX453" fmla="*/ 1956763 w 7467600"/>
              <a:gd name="connsiteY453" fmla="*/ 6778191 h 6858000"/>
              <a:gd name="connsiteX454" fmla="*/ 1967925 w 7467600"/>
              <a:gd name="connsiteY454" fmla="*/ 6858000 h 6858000"/>
              <a:gd name="connsiteX455" fmla="*/ 1936622 w 7467600"/>
              <a:gd name="connsiteY455" fmla="*/ 6858000 h 6858000"/>
              <a:gd name="connsiteX456" fmla="*/ 1926261 w 7467600"/>
              <a:gd name="connsiteY456" fmla="*/ 6784064 h 6858000"/>
              <a:gd name="connsiteX457" fmla="*/ 1922724 w 7467600"/>
              <a:gd name="connsiteY457" fmla="*/ 6765577 h 6858000"/>
              <a:gd name="connsiteX458" fmla="*/ 1904650 w 7467600"/>
              <a:gd name="connsiteY458" fmla="*/ 6639616 h 6858000"/>
              <a:gd name="connsiteX459" fmla="*/ 1885273 w 7467600"/>
              <a:gd name="connsiteY459" fmla="*/ 6858000 h 6858000"/>
              <a:gd name="connsiteX460" fmla="*/ 1854363 w 7467600"/>
              <a:gd name="connsiteY460" fmla="*/ 6858000 h 6858000"/>
              <a:gd name="connsiteX461" fmla="*/ 1880391 w 7467600"/>
              <a:gd name="connsiteY461" fmla="*/ 6603796 h 6858000"/>
              <a:gd name="connsiteX462" fmla="*/ 1818273 w 7467600"/>
              <a:gd name="connsiteY462" fmla="*/ 6715729 h 6858000"/>
              <a:gd name="connsiteX463" fmla="*/ 1794691 w 7467600"/>
              <a:gd name="connsiteY463" fmla="*/ 6843239 h 6858000"/>
              <a:gd name="connsiteX464" fmla="*/ 1794914 w 7467600"/>
              <a:gd name="connsiteY464" fmla="*/ 6858000 h 6858000"/>
              <a:gd name="connsiteX465" fmla="*/ 1746128 w 7467600"/>
              <a:gd name="connsiteY465" fmla="*/ 6858000 h 6858000"/>
              <a:gd name="connsiteX466" fmla="*/ 1753934 w 7467600"/>
              <a:gd name="connsiteY466" fmla="*/ 6724796 h 6858000"/>
              <a:gd name="connsiteX467" fmla="*/ 1792053 w 7467600"/>
              <a:gd name="connsiteY467" fmla="*/ 6572396 h 6858000"/>
              <a:gd name="connsiteX468" fmla="*/ 1862248 w 7467600"/>
              <a:gd name="connsiteY468" fmla="*/ 6266397 h 6858000"/>
              <a:gd name="connsiteX469" fmla="*/ 1862250 w 7467600"/>
              <a:gd name="connsiteY469" fmla="*/ 6033531 h 6858000"/>
              <a:gd name="connsiteX470" fmla="*/ 1211999 w 7467600"/>
              <a:gd name="connsiteY470" fmla="*/ 6683610 h 6858000"/>
              <a:gd name="connsiteX471" fmla="*/ 1213266 w 7467600"/>
              <a:gd name="connsiteY471" fmla="*/ 6691947 h 6858000"/>
              <a:gd name="connsiteX472" fmla="*/ 1203370 w 7467600"/>
              <a:gd name="connsiteY472" fmla="*/ 6850676 h 6858000"/>
              <a:gd name="connsiteX473" fmla="*/ 1203671 w 7467600"/>
              <a:gd name="connsiteY473" fmla="*/ 6858000 h 6858000"/>
              <a:gd name="connsiteX474" fmla="*/ 1143180 w 7467600"/>
              <a:gd name="connsiteY474" fmla="*/ 6858000 h 6858000"/>
              <a:gd name="connsiteX475" fmla="*/ 1142176 w 7467600"/>
              <a:gd name="connsiteY475" fmla="*/ 6766045 h 6858000"/>
              <a:gd name="connsiteX476" fmla="*/ 1067484 w 7467600"/>
              <a:gd name="connsiteY476" fmla="*/ 6858000 h 6858000"/>
              <a:gd name="connsiteX477" fmla="*/ 953928 w 7467600"/>
              <a:gd name="connsiteY477" fmla="*/ 6858000 h 6858000"/>
              <a:gd name="connsiteX478" fmla="*/ 959715 w 7467600"/>
              <a:gd name="connsiteY478" fmla="*/ 6850185 h 6858000"/>
              <a:gd name="connsiteX479" fmla="*/ 1483788 w 7467600"/>
              <a:gd name="connsiteY479" fmla="*/ 6259174 h 6858000"/>
              <a:gd name="connsiteX480" fmla="*/ 1100671 w 7467600"/>
              <a:gd name="connsiteY480" fmla="*/ 6252137 h 6858000"/>
              <a:gd name="connsiteX481" fmla="*/ 1090144 w 7467600"/>
              <a:gd name="connsiteY481" fmla="*/ 6256748 h 6858000"/>
              <a:gd name="connsiteX482" fmla="*/ 1095872 w 7467600"/>
              <a:gd name="connsiteY482" fmla="*/ 6271892 h 6858000"/>
              <a:gd name="connsiteX483" fmla="*/ 262785 w 7467600"/>
              <a:gd name="connsiteY483" fmla="*/ 6845450 h 6858000"/>
              <a:gd name="connsiteX484" fmla="*/ 209968 w 7467600"/>
              <a:gd name="connsiteY484" fmla="*/ 6770713 h 6858000"/>
              <a:gd name="connsiteX485" fmla="*/ 873460 w 7467600"/>
              <a:gd name="connsiteY485" fmla="*/ 6253768 h 6858000"/>
              <a:gd name="connsiteX486" fmla="*/ 192686 w 7467600"/>
              <a:gd name="connsiteY486" fmla="*/ 5849257 h 6858000"/>
              <a:gd name="connsiteX487" fmla="*/ 4696 w 7467600"/>
              <a:gd name="connsiteY487" fmla="*/ 5697668 h 6858000"/>
              <a:gd name="connsiteX488" fmla="*/ 0 w 7467600"/>
              <a:gd name="connsiteY488" fmla="*/ 5689984 h 6858000"/>
              <a:gd name="connsiteX489" fmla="*/ 0 w 7467600"/>
              <a:gd name="connsiteY489" fmla="*/ 5513472 h 6858000"/>
              <a:gd name="connsiteX490" fmla="*/ 174101 w 7467600"/>
              <a:gd name="connsiteY490" fmla="*/ 5620277 h 6858000"/>
              <a:gd name="connsiteX491" fmla="*/ 891800 w 7467600"/>
              <a:gd name="connsiteY491" fmla="*/ 6036935 h 6858000"/>
              <a:gd name="connsiteX492" fmla="*/ 1072219 w 7467600"/>
              <a:gd name="connsiteY492" fmla="*/ 6169443 h 6858000"/>
              <a:gd name="connsiteX493" fmla="*/ 1074117 w 7467600"/>
              <a:gd name="connsiteY493" fmla="*/ 6170301 h 6858000"/>
              <a:gd name="connsiteX494" fmla="*/ 1083114 w 7467600"/>
              <a:gd name="connsiteY494" fmla="*/ 6174131 h 6858000"/>
              <a:gd name="connsiteX495" fmla="*/ 1543010 w 7467600"/>
              <a:gd name="connsiteY495" fmla="*/ 6191140 h 6858000"/>
              <a:gd name="connsiteX496" fmla="*/ 1551080 w 7467600"/>
              <a:gd name="connsiteY496" fmla="*/ 6195006 h 6858000"/>
              <a:gd name="connsiteX497" fmla="*/ 2345443 w 7467600"/>
              <a:gd name="connsiteY497" fmla="*/ 5549882 h 6858000"/>
              <a:gd name="connsiteX498" fmla="*/ 1721499 w 7467600"/>
              <a:gd name="connsiteY498" fmla="*/ 5599969 h 6858000"/>
              <a:gd name="connsiteX499" fmla="*/ 767716 w 7467600"/>
              <a:gd name="connsiteY499" fmla="*/ 5472768 h 6858000"/>
              <a:gd name="connsiteX500" fmla="*/ 722147 w 7467600"/>
              <a:gd name="connsiteY500" fmla="*/ 5393091 h 6858000"/>
              <a:gd name="connsiteX501" fmla="*/ 1485552 w 7467600"/>
              <a:gd name="connsiteY501" fmla="*/ 5313202 h 6858000"/>
              <a:gd name="connsiteX502" fmla="*/ 2143004 w 7467600"/>
              <a:gd name="connsiteY502" fmla="*/ 5402420 h 6858000"/>
              <a:gd name="connsiteX503" fmla="*/ 1933391 w 7467600"/>
              <a:gd name="connsiteY503" fmla="*/ 5156971 h 6858000"/>
              <a:gd name="connsiteX504" fmla="*/ 1827118 w 7467600"/>
              <a:gd name="connsiteY504" fmla="*/ 4968410 h 6858000"/>
              <a:gd name="connsiteX505" fmla="*/ 1837349 w 7467600"/>
              <a:gd name="connsiteY505" fmla="*/ 4956357 h 6858000"/>
              <a:gd name="connsiteX506" fmla="*/ 2162835 w 7467600"/>
              <a:gd name="connsiteY506" fmla="*/ 5187853 h 6858000"/>
              <a:gd name="connsiteX507" fmla="*/ 2257167 w 7467600"/>
              <a:gd name="connsiteY507" fmla="*/ 5462123 h 6858000"/>
              <a:gd name="connsiteX508" fmla="*/ 2261598 w 7467600"/>
              <a:gd name="connsiteY508" fmla="*/ 5467998 h 6858000"/>
              <a:gd name="connsiteX509" fmla="*/ 2437177 w 7467600"/>
              <a:gd name="connsiteY509" fmla="*/ 5479608 h 6858000"/>
              <a:gd name="connsiteX510" fmla="*/ 2445247 w 7467600"/>
              <a:gd name="connsiteY510" fmla="*/ 5483476 h 6858000"/>
              <a:gd name="connsiteX511" fmla="*/ 2743626 w 7467600"/>
              <a:gd name="connsiteY511" fmla="*/ 5304819 h 6858000"/>
              <a:gd name="connsiteX512" fmla="*/ 3048102 w 7467600"/>
              <a:gd name="connsiteY512" fmla="*/ 5150595 h 6858000"/>
              <a:gd name="connsiteX513" fmla="*/ 1799414 w 7467600"/>
              <a:gd name="connsiteY513" fmla="*/ 4694732 h 6858000"/>
              <a:gd name="connsiteX514" fmla="*/ 1771735 w 7467600"/>
              <a:gd name="connsiteY514" fmla="*/ 4619929 h 6858000"/>
              <a:gd name="connsiteX515" fmla="*/ 3104273 w 7467600"/>
              <a:gd name="connsiteY515" fmla="*/ 5076159 h 6858000"/>
              <a:gd name="connsiteX516" fmla="*/ 3113245 w 7467600"/>
              <a:gd name="connsiteY516" fmla="*/ 5090705 h 6858000"/>
              <a:gd name="connsiteX517" fmla="*/ 3126294 w 7467600"/>
              <a:gd name="connsiteY517" fmla="*/ 5114400 h 6858000"/>
              <a:gd name="connsiteX518" fmla="*/ 3937433 w 7467600"/>
              <a:gd name="connsiteY518" fmla="*/ 4830473 h 6858000"/>
              <a:gd name="connsiteX519" fmla="*/ 3590475 w 7467600"/>
              <a:gd name="connsiteY519" fmla="*/ 4597974 h 6858000"/>
              <a:gd name="connsiteX520" fmla="*/ 3100264 w 7467600"/>
              <a:gd name="connsiteY520" fmla="*/ 4579845 h 6858000"/>
              <a:gd name="connsiteX521" fmla="*/ 2183576 w 7467600"/>
              <a:gd name="connsiteY521" fmla="*/ 4227150 h 6858000"/>
              <a:gd name="connsiteX522" fmla="*/ 2151029 w 7467600"/>
              <a:gd name="connsiteY522" fmla="*/ 4146947 h 6858000"/>
              <a:gd name="connsiteX523" fmla="*/ 3563434 w 7467600"/>
              <a:gd name="connsiteY523" fmla="*/ 4469115 h 6858000"/>
              <a:gd name="connsiteX524" fmla="*/ 3177952 w 7467600"/>
              <a:gd name="connsiteY524" fmla="*/ 3657386 h 6858000"/>
              <a:gd name="connsiteX525" fmla="*/ 3189263 w 7467600"/>
              <a:gd name="connsiteY525" fmla="*/ 3625726 h 6858000"/>
              <a:gd name="connsiteX526" fmla="*/ 3560912 w 7467600"/>
              <a:gd name="connsiteY526" fmla="*/ 4079863 h 6858000"/>
              <a:gd name="connsiteX527" fmla="*/ 3626636 w 7467600"/>
              <a:gd name="connsiteY527" fmla="*/ 4512230 h 6858000"/>
              <a:gd name="connsiteX528" fmla="*/ 3653088 w 7467600"/>
              <a:gd name="connsiteY528" fmla="*/ 4521417 h 6858000"/>
              <a:gd name="connsiteX529" fmla="*/ 3988128 w 7467600"/>
              <a:gd name="connsiteY529" fmla="*/ 4817267 h 6858000"/>
              <a:gd name="connsiteX530" fmla="*/ 4830582 w 7467600"/>
              <a:gd name="connsiteY530" fmla="*/ 4676000 h 6858000"/>
              <a:gd name="connsiteX531" fmla="*/ 4830100 w 7467600"/>
              <a:gd name="connsiteY531" fmla="*/ 4675554 h 6858000"/>
              <a:gd name="connsiteX532" fmla="*/ 4036318 w 7467600"/>
              <a:gd name="connsiteY532" fmla="*/ 4147013 h 6858000"/>
              <a:gd name="connsiteX533" fmla="*/ 3432098 w 7467600"/>
              <a:gd name="connsiteY533" fmla="*/ 3537312 h 6858000"/>
              <a:gd name="connsiteX534" fmla="*/ 3446761 w 7467600"/>
              <a:gd name="connsiteY534" fmla="*/ 3461278 h 6858000"/>
              <a:gd name="connsiteX535" fmla="*/ 4419733 w 7467600"/>
              <a:gd name="connsiteY535" fmla="*/ 3963555 h 6858000"/>
              <a:gd name="connsiteX536" fmla="*/ 4781371 w 7467600"/>
              <a:gd name="connsiteY536" fmla="*/ 4458604 h 6858000"/>
              <a:gd name="connsiteX537" fmla="*/ 4780440 w 7467600"/>
              <a:gd name="connsiteY537" fmla="*/ 4470290 h 6858000"/>
              <a:gd name="connsiteX538" fmla="*/ 4898954 w 7467600"/>
              <a:gd name="connsiteY538" fmla="*/ 4662092 h 6858000"/>
              <a:gd name="connsiteX539" fmla="*/ 4900699 w 7467600"/>
              <a:gd name="connsiteY539" fmla="*/ 4670867 h 6858000"/>
              <a:gd name="connsiteX540" fmla="*/ 5714511 w 7467600"/>
              <a:gd name="connsiteY540" fmla="*/ 4663483 h 6858000"/>
              <a:gd name="connsiteX541" fmla="*/ 5464793 w 7467600"/>
              <a:gd name="connsiteY541" fmla="*/ 4393556 h 6858000"/>
              <a:gd name="connsiteX542" fmla="*/ 5461897 w 7467600"/>
              <a:gd name="connsiteY542" fmla="*/ 4390879 h 6858000"/>
              <a:gd name="connsiteX543" fmla="*/ 4294126 w 7467600"/>
              <a:gd name="connsiteY543" fmla="*/ 3303048 h 6858000"/>
              <a:gd name="connsiteX544" fmla="*/ 4305321 w 7467600"/>
              <a:gd name="connsiteY544" fmla="*/ 3256953 h 6858000"/>
              <a:gd name="connsiteX545" fmla="*/ 4949299 w 7467600"/>
              <a:gd name="connsiteY545" fmla="*/ 3766336 h 6858000"/>
              <a:gd name="connsiteX546" fmla="*/ 5291452 w 7467600"/>
              <a:gd name="connsiteY546" fmla="*/ 4076801 h 6858000"/>
              <a:gd name="connsiteX547" fmla="*/ 5434998 w 7467600"/>
              <a:gd name="connsiteY547" fmla="*/ 4254100 h 6858000"/>
              <a:gd name="connsiteX548" fmla="*/ 5351015 w 7467600"/>
              <a:gd name="connsiteY548" fmla="*/ 3760989 h 6858000"/>
              <a:gd name="connsiteX549" fmla="*/ 5413780 w 7467600"/>
              <a:gd name="connsiteY549" fmla="*/ 2966265 h 6858000"/>
              <a:gd name="connsiteX550" fmla="*/ 5425627 w 7467600"/>
              <a:gd name="connsiteY550" fmla="*/ 2954192 h 6858000"/>
              <a:gd name="connsiteX551" fmla="*/ 6604735 w 7467600"/>
              <a:gd name="connsiteY551" fmla="*/ 2041381 h 6858000"/>
              <a:gd name="connsiteX552" fmla="*/ 7204487 w 7467600"/>
              <a:gd name="connsiteY552" fmla="*/ 2742112 h 6858000"/>
              <a:gd name="connsiteX553" fmla="*/ 7131592 w 7467600"/>
              <a:gd name="connsiteY553" fmla="*/ 2672096 h 6858000"/>
              <a:gd name="connsiteX554" fmla="*/ 6996344 w 7467600"/>
              <a:gd name="connsiteY554" fmla="*/ 2518310 h 6858000"/>
              <a:gd name="connsiteX555" fmla="*/ 6735495 w 7467600"/>
              <a:gd name="connsiteY555" fmla="*/ 2196890 h 6858000"/>
              <a:gd name="connsiteX556" fmla="*/ 6721901 w 7467600"/>
              <a:gd name="connsiteY556" fmla="*/ 2179274 h 6858000"/>
              <a:gd name="connsiteX557" fmla="*/ 6604735 w 7467600"/>
              <a:gd name="connsiteY557" fmla="*/ 2041381 h 6858000"/>
              <a:gd name="connsiteX558" fmla="*/ 6591670 w 7467600"/>
              <a:gd name="connsiteY558" fmla="*/ 1988277 h 6858000"/>
              <a:gd name="connsiteX559" fmla="*/ 6747349 w 7467600"/>
              <a:gd name="connsiteY559" fmla="*/ 2160069 h 6858000"/>
              <a:gd name="connsiteX560" fmla="*/ 6760943 w 7467600"/>
              <a:gd name="connsiteY560" fmla="*/ 2177686 h 6858000"/>
              <a:gd name="connsiteX561" fmla="*/ 7021065 w 7467600"/>
              <a:gd name="connsiteY561" fmla="*/ 2498102 h 6858000"/>
              <a:gd name="connsiteX562" fmla="*/ 7155223 w 7467600"/>
              <a:gd name="connsiteY562" fmla="*/ 2650386 h 6858000"/>
              <a:gd name="connsiteX563" fmla="*/ 7203167 w 7467600"/>
              <a:gd name="connsiteY563" fmla="*/ 2697288 h 6858000"/>
              <a:gd name="connsiteX564" fmla="*/ 6937703 w 7467600"/>
              <a:gd name="connsiteY564" fmla="*/ 2321981 h 6858000"/>
              <a:gd name="connsiteX565" fmla="*/ 6591670 w 7467600"/>
              <a:gd name="connsiteY565" fmla="*/ 1988277 h 6858000"/>
              <a:gd name="connsiteX566" fmla="*/ 5798671 w 7467600"/>
              <a:gd name="connsiteY566" fmla="*/ 1981601 h 6858000"/>
              <a:gd name="connsiteX567" fmla="*/ 5754709 w 7467600"/>
              <a:gd name="connsiteY567" fmla="*/ 2071454 h 6858000"/>
              <a:gd name="connsiteX568" fmla="*/ 5763044 w 7467600"/>
              <a:gd name="connsiteY568" fmla="*/ 2842206 h 6858000"/>
              <a:gd name="connsiteX569" fmla="*/ 5764974 w 7467600"/>
              <a:gd name="connsiteY569" fmla="*/ 2799609 h 6858000"/>
              <a:gd name="connsiteX570" fmla="*/ 5767665 w 7467600"/>
              <a:gd name="connsiteY570" fmla="*/ 2666409 h 6858000"/>
              <a:gd name="connsiteX571" fmla="*/ 5763055 w 7467600"/>
              <a:gd name="connsiteY571" fmla="*/ 2579705 h 6858000"/>
              <a:gd name="connsiteX572" fmla="*/ 5758079 w 7467600"/>
              <a:gd name="connsiteY572" fmla="*/ 2492508 h 6858000"/>
              <a:gd name="connsiteX573" fmla="*/ 5779325 w 7467600"/>
              <a:gd name="connsiteY573" fmla="*/ 2197069 h 6858000"/>
              <a:gd name="connsiteX574" fmla="*/ 5798671 w 7467600"/>
              <a:gd name="connsiteY574" fmla="*/ 1981601 h 6858000"/>
              <a:gd name="connsiteX575" fmla="*/ 5829202 w 7467600"/>
              <a:gd name="connsiteY575" fmla="*/ 1971679 h 6858000"/>
              <a:gd name="connsiteX576" fmla="*/ 5809558 w 7467600"/>
              <a:gd name="connsiteY576" fmla="*/ 2198043 h 6858000"/>
              <a:gd name="connsiteX577" fmla="*/ 5788653 w 7467600"/>
              <a:gd name="connsiteY577" fmla="*/ 2489430 h 6858000"/>
              <a:gd name="connsiteX578" fmla="*/ 5793439 w 7467600"/>
              <a:gd name="connsiteY578" fmla="*/ 2575235 h 6858000"/>
              <a:gd name="connsiteX579" fmla="*/ 5796837 w 7467600"/>
              <a:gd name="connsiteY579" fmla="*/ 2637633 h 6858000"/>
              <a:gd name="connsiteX580" fmla="*/ 5818614 w 7467600"/>
              <a:gd name="connsiteY580" fmla="*/ 2473055 h 6858000"/>
              <a:gd name="connsiteX581" fmla="*/ 5829202 w 7467600"/>
              <a:gd name="connsiteY581" fmla="*/ 1971679 h 6858000"/>
              <a:gd name="connsiteX582" fmla="*/ 5911389 w 7467600"/>
              <a:gd name="connsiteY582" fmla="*/ 1898371 h 6858000"/>
              <a:gd name="connsiteX583" fmla="*/ 6237627 w 7467600"/>
              <a:gd name="connsiteY583" fmla="*/ 2231921 h 6858000"/>
              <a:gd name="connsiteX584" fmla="*/ 5911389 w 7467600"/>
              <a:gd name="connsiteY584" fmla="*/ 1898371 h 6858000"/>
              <a:gd name="connsiteX585" fmla="*/ 6944437 w 7467600"/>
              <a:gd name="connsiteY585" fmla="*/ 1575402 h 6858000"/>
              <a:gd name="connsiteX586" fmla="*/ 6304730 w 7467600"/>
              <a:gd name="connsiteY586" fmla="*/ 1766654 h 6858000"/>
              <a:gd name="connsiteX587" fmla="*/ 6944437 w 7467600"/>
              <a:gd name="connsiteY587" fmla="*/ 1575402 h 6858000"/>
              <a:gd name="connsiteX588" fmla="*/ 7019523 w 7467600"/>
              <a:gd name="connsiteY588" fmla="*/ 1519450 h 6858000"/>
              <a:gd name="connsiteX589" fmla="*/ 6298091 w 7467600"/>
              <a:gd name="connsiteY589" fmla="*/ 1737122 h 6858000"/>
              <a:gd name="connsiteX590" fmla="*/ 7019523 w 7467600"/>
              <a:gd name="connsiteY590" fmla="*/ 1519450 h 6858000"/>
              <a:gd name="connsiteX591" fmla="*/ 2399523 w 7467600"/>
              <a:gd name="connsiteY591" fmla="*/ 1428234 h 6858000"/>
              <a:gd name="connsiteX592" fmla="*/ 2224982 w 7467600"/>
              <a:gd name="connsiteY592" fmla="*/ 1826201 h 6858000"/>
              <a:gd name="connsiteX593" fmla="*/ 2096099 w 7467600"/>
              <a:gd name="connsiteY593" fmla="*/ 2345900 h 6858000"/>
              <a:gd name="connsiteX594" fmla="*/ 2283317 w 7467600"/>
              <a:gd name="connsiteY594" fmla="*/ 1796925 h 6858000"/>
              <a:gd name="connsiteX595" fmla="*/ 2399523 w 7467600"/>
              <a:gd name="connsiteY595" fmla="*/ 1428234 h 6858000"/>
              <a:gd name="connsiteX596" fmla="*/ 2448558 w 7467600"/>
              <a:gd name="connsiteY596" fmla="*/ 1373435 h 6858000"/>
              <a:gd name="connsiteX597" fmla="*/ 2312521 w 7467600"/>
              <a:gd name="connsiteY597" fmla="*/ 1806140 h 6858000"/>
              <a:gd name="connsiteX598" fmla="*/ 2127533 w 7467600"/>
              <a:gd name="connsiteY598" fmla="*/ 2348380 h 6858000"/>
              <a:gd name="connsiteX599" fmla="*/ 2358080 w 7467600"/>
              <a:gd name="connsiteY599" fmla="*/ 1866134 h 6858000"/>
              <a:gd name="connsiteX600" fmla="*/ 2407436 w 7467600"/>
              <a:gd name="connsiteY600" fmla="*/ 1651070 h 6858000"/>
              <a:gd name="connsiteX601" fmla="*/ 2448558 w 7467600"/>
              <a:gd name="connsiteY601" fmla="*/ 1373435 h 6858000"/>
              <a:gd name="connsiteX602" fmla="*/ 278707 w 7467600"/>
              <a:gd name="connsiteY602" fmla="*/ 1352270 h 6858000"/>
              <a:gd name="connsiteX603" fmla="*/ 321570 w 7467600"/>
              <a:gd name="connsiteY603" fmla="*/ 1861610 h 6858000"/>
              <a:gd name="connsiteX604" fmla="*/ 294281 w 7467600"/>
              <a:gd name="connsiteY604" fmla="*/ 1440658 h 6858000"/>
              <a:gd name="connsiteX605" fmla="*/ 278707 w 7467600"/>
              <a:gd name="connsiteY605" fmla="*/ 1352270 h 6858000"/>
              <a:gd name="connsiteX606" fmla="*/ 1423821 w 7467600"/>
              <a:gd name="connsiteY606" fmla="*/ 1351958 h 6858000"/>
              <a:gd name="connsiteX607" fmla="*/ 1638521 w 7467600"/>
              <a:gd name="connsiteY607" fmla="*/ 1908470 h 6858000"/>
              <a:gd name="connsiteX608" fmla="*/ 1754199 w 7467600"/>
              <a:gd name="connsiteY608" fmla="*/ 2149284 h 6858000"/>
              <a:gd name="connsiteX609" fmla="*/ 1908359 w 7467600"/>
              <a:gd name="connsiteY609" fmla="*/ 2364988 h 6858000"/>
              <a:gd name="connsiteX610" fmla="*/ 1647661 w 7467600"/>
              <a:gd name="connsiteY610" fmla="*/ 1825945 h 6858000"/>
              <a:gd name="connsiteX611" fmla="*/ 1423821 w 7467600"/>
              <a:gd name="connsiteY611" fmla="*/ 1351958 h 6858000"/>
              <a:gd name="connsiteX612" fmla="*/ 1431890 w 7467600"/>
              <a:gd name="connsiteY612" fmla="*/ 1306475 h 6858000"/>
              <a:gd name="connsiteX613" fmla="*/ 1507597 w 7467600"/>
              <a:gd name="connsiteY613" fmla="*/ 1446132 h 6858000"/>
              <a:gd name="connsiteX614" fmla="*/ 1674586 w 7467600"/>
              <a:gd name="connsiteY614" fmla="*/ 1813832 h 6858000"/>
              <a:gd name="connsiteX615" fmla="*/ 1815950 w 7467600"/>
              <a:gd name="connsiteY615" fmla="*/ 2128564 h 6858000"/>
              <a:gd name="connsiteX616" fmla="*/ 1984242 w 7467600"/>
              <a:gd name="connsiteY616" fmla="*/ 2430829 h 6858000"/>
              <a:gd name="connsiteX617" fmla="*/ 2014023 w 7467600"/>
              <a:gd name="connsiteY617" fmla="*/ 2450995 h 6858000"/>
              <a:gd name="connsiteX618" fmla="*/ 1747337 w 7467600"/>
              <a:gd name="connsiteY618" fmla="*/ 1855264 h 6858000"/>
              <a:gd name="connsiteX619" fmla="*/ 1533749 w 7467600"/>
              <a:gd name="connsiteY619" fmla="*/ 1478656 h 6858000"/>
              <a:gd name="connsiteX620" fmla="*/ 1431890 w 7467600"/>
              <a:gd name="connsiteY620" fmla="*/ 1306475 h 6858000"/>
              <a:gd name="connsiteX621" fmla="*/ 5052692 w 7467600"/>
              <a:gd name="connsiteY621" fmla="*/ 1292994 h 6858000"/>
              <a:gd name="connsiteX622" fmla="*/ 5200661 w 7467600"/>
              <a:gd name="connsiteY622" fmla="*/ 1635186 h 6858000"/>
              <a:gd name="connsiteX623" fmla="*/ 5297138 w 7467600"/>
              <a:gd name="connsiteY623" fmla="*/ 1906351 h 6858000"/>
              <a:gd name="connsiteX624" fmla="*/ 5052692 w 7467600"/>
              <a:gd name="connsiteY624" fmla="*/ 1292994 h 6858000"/>
              <a:gd name="connsiteX625" fmla="*/ 5009948 w 7467600"/>
              <a:gd name="connsiteY625" fmla="*/ 1273619 h 6858000"/>
              <a:gd name="connsiteX626" fmla="*/ 5121777 w 7467600"/>
              <a:gd name="connsiteY626" fmla="*/ 1654213 h 6858000"/>
              <a:gd name="connsiteX627" fmla="*/ 5293545 w 7467600"/>
              <a:gd name="connsiteY627" fmla="*/ 2072247 h 6858000"/>
              <a:gd name="connsiteX628" fmla="*/ 5294042 w 7467600"/>
              <a:gd name="connsiteY628" fmla="*/ 2065019 h 6858000"/>
              <a:gd name="connsiteX629" fmla="*/ 5171936 w 7467600"/>
              <a:gd name="connsiteY629" fmla="*/ 1647613 h 6858000"/>
              <a:gd name="connsiteX630" fmla="*/ 5009948 w 7467600"/>
              <a:gd name="connsiteY630" fmla="*/ 1273619 h 6858000"/>
              <a:gd name="connsiteX631" fmla="*/ 655236 w 7467600"/>
              <a:gd name="connsiteY631" fmla="*/ 1268632 h 6858000"/>
              <a:gd name="connsiteX632" fmla="*/ 839521 w 7467600"/>
              <a:gd name="connsiteY632" fmla="*/ 1685315 h 6858000"/>
              <a:gd name="connsiteX633" fmla="*/ 1109416 w 7467600"/>
              <a:gd name="connsiteY633" fmla="*/ 2061663 h 6858000"/>
              <a:gd name="connsiteX634" fmla="*/ 1298300 w 7467600"/>
              <a:gd name="connsiteY634" fmla="*/ 2247742 h 6858000"/>
              <a:gd name="connsiteX635" fmla="*/ 1125871 w 7467600"/>
              <a:gd name="connsiteY635" fmla="*/ 1989513 h 6858000"/>
              <a:gd name="connsiteX636" fmla="*/ 981574 w 7467600"/>
              <a:gd name="connsiteY636" fmla="*/ 1783157 h 6858000"/>
              <a:gd name="connsiteX637" fmla="*/ 922198 w 7467600"/>
              <a:gd name="connsiteY637" fmla="*/ 1677437 h 6858000"/>
              <a:gd name="connsiteX638" fmla="*/ 869293 w 7467600"/>
              <a:gd name="connsiteY638" fmla="*/ 1583214 h 6858000"/>
              <a:gd name="connsiteX639" fmla="*/ 751431 w 7467600"/>
              <a:gd name="connsiteY639" fmla="*/ 1405731 h 6858000"/>
              <a:gd name="connsiteX640" fmla="*/ 655236 w 7467600"/>
              <a:gd name="connsiteY640" fmla="*/ 1268632 h 6858000"/>
              <a:gd name="connsiteX641" fmla="*/ 6516292 w 7467600"/>
              <a:gd name="connsiteY641" fmla="*/ 1263064 h 6858000"/>
              <a:gd name="connsiteX642" fmla="*/ 5736320 w 7467600"/>
              <a:gd name="connsiteY642" fmla="*/ 1501803 h 6858000"/>
              <a:gd name="connsiteX643" fmla="*/ 6516292 w 7467600"/>
              <a:gd name="connsiteY643" fmla="*/ 1263064 h 6858000"/>
              <a:gd name="connsiteX644" fmla="*/ 291466 w 7467600"/>
              <a:gd name="connsiteY644" fmla="*/ 1250369 h 6858000"/>
              <a:gd name="connsiteX645" fmla="*/ 323180 w 7467600"/>
              <a:gd name="connsiteY645" fmla="*/ 1435283 h 6858000"/>
              <a:gd name="connsiteX646" fmla="*/ 349381 w 7467600"/>
              <a:gd name="connsiteY646" fmla="*/ 1875041 h 6858000"/>
              <a:gd name="connsiteX647" fmla="*/ 374363 w 7467600"/>
              <a:gd name="connsiteY647" fmla="*/ 1506494 h 6858000"/>
              <a:gd name="connsiteX648" fmla="*/ 302168 w 7467600"/>
              <a:gd name="connsiteY648" fmla="*/ 1274495 h 6858000"/>
              <a:gd name="connsiteX649" fmla="*/ 291466 w 7467600"/>
              <a:gd name="connsiteY649" fmla="*/ 1250369 h 6858000"/>
              <a:gd name="connsiteX650" fmla="*/ 678222 w 7467600"/>
              <a:gd name="connsiteY650" fmla="*/ 1248670 h 6858000"/>
              <a:gd name="connsiteX651" fmla="*/ 775536 w 7467600"/>
              <a:gd name="connsiteY651" fmla="*/ 1388015 h 6858000"/>
              <a:gd name="connsiteX652" fmla="*/ 894529 w 7467600"/>
              <a:gd name="connsiteY652" fmla="*/ 1567739 h 6858000"/>
              <a:gd name="connsiteX653" fmla="*/ 948000 w 7467600"/>
              <a:gd name="connsiteY653" fmla="*/ 1663088 h 6858000"/>
              <a:gd name="connsiteX654" fmla="*/ 1006812 w 7467600"/>
              <a:gd name="connsiteY654" fmla="*/ 1767683 h 6858000"/>
              <a:gd name="connsiteX655" fmla="*/ 1149133 w 7467600"/>
              <a:gd name="connsiteY655" fmla="*/ 1971513 h 6858000"/>
              <a:gd name="connsiteX656" fmla="*/ 1333952 w 7467600"/>
              <a:gd name="connsiteY656" fmla="*/ 2251620 h 6858000"/>
              <a:gd name="connsiteX657" fmla="*/ 1337329 w 7467600"/>
              <a:gd name="connsiteY657" fmla="*/ 2258350 h 6858000"/>
              <a:gd name="connsiteX658" fmla="*/ 1014726 w 7467600"/>
              <a:gd name="connsiteY658" fmla="*/ 1615556 h 6858000"/>
              <a:gd name="connsiteX659" fmla="*/ 678222 w 7467600"/>
              <a:gd name="connsiteY659" fmla="*/ 1248670 h 6858000"/>
              <a:gd name="connsiteX660" fmla="*/ 6691602 w 7467600"/>
              <a:gd name="connsiteY660" fmla="*/ 1140573 h 6858000"/>
              <a:gd name="connsiteX661" fmla="*/ 6571100 w 7467600"/>
              <a:gd name="connsiteY661" fmla="*/ 1183662 h 6858000"/>
              <a:gd name="connsiteX662" fmla="*/ 6241687 w 7467600"/>
              <a:gd name="connsiteY662" fmla="*/ 1257600 h 6858000"/>
              <a:gd name="connsiteX663" fmla="*/ 5693009 w 7467600"/>
              <a:gd name="connsiteY663" fmla="*/ 1478256 h 6858000"/>
              <a:gd name="connsiteX664" fmla="*/ 6548420 w 7467600"/>
              <a:gd name="connsiteY664" fmla="*/ 1214599 h 6858000"/>
              <a:gd name="connsiteX665" fmla="*/ 6605473 w 7467600"/>
              <a:gd name="connsiteY665" fmla="*/ 1184686 h 6858000"/>
              <a:gd name="connsiteX666" fmla="*/ 6691602 w 7467600"/>
              <a:gd name="connsiteY666" fmla="*/ 1140573 h 6858000"/>
              <a:gd name="connsiteX667" fmla="*/ 4002475 w 7467600"/>
              <a:gd name="connsiteY667" fmla="*/ 1037802 h 6858000"/>
              <a:gd name="connsiteX668" fmla="*/ 4000324 w 7467600"/>
              <a:gd name="connsiteY668" fmla="*/ 1039362 h 6858000"/>
              <a:gd name="connsiteX669" fmla="*/ 4002862 w 7467600"/>
              <a:gd name="connsiteY669" fmla="*/ 1042866 h 6858000"/>
              <a:gd name="connsiteX670" fmla="*/ 4002475 w 7467600"/>
              <a:gd name="connsiteY670" fmla="*/ 1037802 h 6858000"/>
              <a:gd name="connsiteX671" fmla="*/ 506322 w 7467600"/>
              <a:gd name="connsiteY671" fmla="*/ 1020997 h 6858000"/>
              <a:gd name="connsiteX672" fmla="*/ 533068 w 7467600"/>
              <a:gd name="connsiteY672" fmla="*/ 1029409 h 6858000"/>
              <a:gd name="connsiteX673" fmla="*/ 1232525 w 7467600"/>
              <a:gd name="connsiteY673" fmla="*/ 1804675 h 6858000"/>
              <a:gd name="connsiteX674" fmla="*/ 1388858 w 7467600"/>
              <a:gd name="connsiteY674" fmla="*/ 2368011 h 6858000"/>
              <a:gd name="connsiteX675" fmla="*/ 1384098 w 7467600"/>
              <a:gd name="connsiteY675" fmla="*/ 2378125 h 6858000"/>
              <a:gd name="connsiteX676" fmla="*/ 1425393 w 7467600"/>
              <a:gd name="connsiteY676" fmla="*/ 2589124 h 6858000"/>
              <a:gd name="connsiteX677" fmla="*/ 1424001 w 7467600"/>
              <a:gd name="connsiteY677" fmla="*/ 2597541 h 6858000"/>
              <a:gd name="connsiteX678" fmla="*/ 2152729 w 7467600"/>
              <a:gd name="connsiteY678" fmla="*/ 2864487 h 6858000"/>
              <a:gd name="connsiteX679" fmla="*/ 2020609 w 7467600"/>
              <a:gd name="connsiteY679" fmla="*/ 2539671 h 6858000"/>
              <a:gd name="connsiteX680" fmla="*/ 2018920 w 7467600"/>
              <a:gd name="connsiteY680" fmla="*/ 2536309 h 6858000"/>
              <a:gd name="connsiteX681" fmla="*/ 1342441 w 7467600"/>
              <a:gd name="connsiteY681" fmla="*/ 1173017 h 6858000"/>
              <a:gd name="connsiteX682" fmla="*/ 1367925 w 7467600"/>
              <a:gd name="connsiteY682" fmla="*/ 1135648 h 6858000"/>
              <a:gd name="connsiteX683" fmla="*/ 1771401 w 7467600"/>
              <a:gd name="connsiteY683" fmla="*/ 1806673 h 6858000"/>
              <a:gd name="connsiteX684" fmla="*/ 1972385 w 7467600"/>
              <a:gd name="connsiteY684" fmla="*/ 2198735 h 6858000"/>
              <a:gd name="connsiteX685" fmla="*/ 2040892 w 7467600"/>
              <a:gd name="connsiteY685" fmla="*/ 2405205 h 6858000"/>
              <a:gd name="connsiteX686" fmla="*/ 2131689 w 7467600"/>
              <a:gd name="connsiteY686" fmla="*/ 1936926 h 6858000"/>
              <a:gd name="connsiteX687" fmla="*/ 2454820 w 7467600"/>
              <a:gd name="connsiteY687" fmla="*/ 1248808 h 6858000"/>
              <a:gd name="connsiteX688" fmla="*/ 2492512 w 7467600"/>
              <a:gd name="connsiteY688" fmla="*/ 1302920 h 6858000"/>
              <a:gd name="connsiteX689" fmla="*/ 2081216 w 7467600"/>
              <a:gd name="connsiteY689" fmla="*/ 2527513 h 6858000"/>
              <a:gd name="connsiteX690" fmla="*/ 2081211 w 7467600"/>
              <a:gd name="connsiteY690" fmla="*/ 2528916 h 6858000"/>
              <a:gd name="connsiteX691" fmla="*/ 2199067 w 7467600"/>
              <a:gd name="connsiteY691" fmla="*/ 2884061 h 6858000"/>
              <a:gd name="connsiteX692" fmla="*/ 3192586 w 7467600"/>
              <a:gd name="connsiteY692" fmla="*/ 3411496 h 6858000"/>
              <a:gd name="connsiteX693" fmla="*/ 3182620 w 7467600"/>
              <a:gd name="connsiteY693" fmla="*/ 3483279 h 6858000"/>
              <a:gd name="connsiteX694" fmla="*/ 2435119 w 7467600"/>
              <a:gd name="connsiteY694" fmla="*/ 3080173 h 6858000"/>
              <a:gd name="connsiteX695" fmla="*/ 2410152 w 7467600"/>
              <a:gd name="connsiteY695" fmla="*/ 3063751 h 6858000"/>
              <a:gd name="connsiteX696" fmla="*/ 2408099 w 7467600"/>
              <a:gd name="connsiteY696" fmla="*/ 3064403 h 6858000"/>
              <a:gd name="connsiteX697" fmla="*/ 2407218 w 7467600"/>
              <a:gd name="connsiteY697" fmla="*/ 3070324 h 6858000"/>
              <a:gd name="connsiteX698" fmla="*/ 2380138 w 7467600"/>
              <a:gd name="connsiteY698" fmla="*/ 3099341 h 6858000"/>
              <a:gd name="connsiteX699" fmla="*/ 1765923 w 7467600"/>
              <a:gd name="connsiteY699" fmla="*/ 3581043 h 6858000"/>
              <a:gd name="connsiteX700" fmla="*/ 1702258 w 7467600"/>
              <a:gd name="connsiteY700" fmla="*/ 3612286 h 6858000"/>
              <a:gd name="connsiteX701" fmla="*/ 1538370 w 7467600"/>
              <a:gd name="connsiteY701" fmla="*/ 3811804 h 6858000"/>
              <a:gd name="connsiteX702" fmla="*/ 542867 w 7467600"/>
              <a:gd name="connsiteY702" fmla="*/ 4944092 h 6858000"/>
              <a:gd name="connsiteX703" fmla="*/ 515800 w 7467600"/>
              <a:gd name="connsiteY703" fmla="*/ 4862180 h 6858000"/>
              <a:gd name="connsiteX704" fmla="*/ 909145 w 7467600"/>
              <a:gd name="connsiteY704" fmla="*/ 4199225 h 6858000"/>
              <a:gd name="connsiteX705" fmla="*/ 1214067 w 7467600"/>
              <a:gd name="connsiteY705" fmla="*/ 3908561 h 6858000"/>
              <a:gd name="connsiteX706" fmla="*/ 640967 w 7467600"/>
              <a:gd name="connsiteY706" fmla="*/ 4105601 h 6858000"/>
              <a:gd name="connsiteX707" fmla="*/ 112563 w 7467600"/>
              <a:gd name="connsiteY707" fmla="*/ 4396952 h 6858000"/>
              <a:gd name="connsiteX708" fmla="*/ 0 w 7467600"/>
              <a:gd name="connsiteY708" fmla="*/ 4466006 h 6858000"/>
              <a:gd name="connsiteX709" fmla="*/ 0 w 7467600"/>
              <a:gd name="connsiteY709" fmla="*/ 4233763 h 6858000"/>
              <a:gd name="connsiteX710" fmla="*/ 36881 w 7467600"/>
              <a:gd name="connsiteY710" fmla="*/ 4200118 h 6858000"/>
              <a:gd name="connsiteX711" fmla="*/ 910534 w 7467600"/>
              <a:gd name="connsiteY711" fmla="*/ 3629753 h 6858000"/>
              <a:gd name="connsiteX712" fmla="*/ 1578717 w 7467600"/>
              <a:gd name="connsiteY712" fmla="*/ 3575982 h 6858000"/>
              <a:gd name="connsiteX713" fmla="*/ 2338780 w 7467600"/>
              <a:gd name="connsiteY713" fmla="*/ 3033725 h 6858000"/>
              <a:gd name="connsiteX714" fmla="*/ 1807991 w 7467600"/>
              <a:gd name="connsiteY714" fmla="*/ 2807184 h 6858000"/>
              <a:gd name="connsiteX715" fmla="*/ 1416358 w 7467600"/>
              <a:gd name="connsiteY715" fmla="*/ 3112571 h 6858000"/>
              <a:gd name="connsiteX716" fmla="*/ 939066 w 7467600"/>
              <a:gd name="connsiteY716" fmla="*/ 3378798 h 6858000"/>
              <a:gd name="connsiteX717" fmla="*/ 115099 w 7467600"/>
              <a:gd name="connsiteY717" fmla="*/ 3607650 h 6858000"/>
              <a:gd name="connsiteX718" fmla="*/ 97284 w 7467600"/>
              <a:gd name="connsiteY718" fmla="*/ 3520393 h 6858000"/>
              <a:gd name="connsiteX719" fmla="*/ 922050 w 7467600"/>
              <a:gd name="connsiteY719" fmla="*/ 3074867 h 6858000"/>
              <a:gd name="connsiteX720" fmla="*/ 1405265 w 7467600"/>
              <a:gd name="connsiteY720" fmla="*/ 3016319 h 6858000"/>
              <a:gd name="connsiteX721" fmla="*/ 1407512 w 7467600"/>
              <a:gd name="connsiteY721" fmla="*/ 3018001 h 6858000"/>
              <a:gd name="connsiteX722" fmla="*/ 1726266 w 7467600"/>
              <a:gd name="connsiteY722" fmla="*/ 2777274 h 6858000"/>
              <a:gd name="connsiteX723" fmla="*/ 625390 w 7467600"/>
              <a:gd name="connsiteY723" fmla="*/ 2514541 h 6858000"/>
              <a:gd name="connsiteX724" fmla="*/ 619799 w 7467600"/>
              <a:gd name="connsiteY724" fmla="*/ 2527180 h 6858000"/>
              <a:gd name="connsiteX725" fmla="*/ 310030 w 7467600"/>
              <a:gd name="connsiteY725" fmla="*/ 2771818 h 6858000"/>
              <a:gd name="connsiteX726" fmla="*/ 173877 w 7467600"/>
              <a:gd name="connsiteY726" fmla="*/ 2937056 h 6858000"/>
              <a:gd name="connsiteX727" fmla="*/ 77889 w 7467600"/>
              <a:gd name="connsiteY727" fmla="*/ 3138440 h 6858000"/>
              <a:gd name="connsiteX728" fmla="*/ 0 w 7467600"/>
              <a:gd name="connsiteY728" fmla="*/ 3271395 h 6858000"/>
              <a:gd name="connsiteX729" fmla="*/ 0 w 7467600"/>
              <a:gd name="connsiteY729" fmla="*/ 3153002 h 6858000"/>
              <a:gd name="connsiteX730" fmla="*/ 2386 w 7467600"/>
              <a:gd name="connsiteY730" fmla="*/ 3149203 h 6858000"/>
              <a:gd name="connsiteX731" fmla="*/ 89753 w 7467600"/>
              <a:gd name="connsiteY731" fmla="*/ 2987702 h 6858000"/>
              <a:gd name="connsiteX732" fmla="*/ 76869 w 7467600"/>
              <a:gd name="connsiteY732" fmla="*/ 3005404 h 6858000"/>
              <a:gd name="connsiteX733" fmla="*/ 32049 w 7467600"/>
              <a:gd name="connsiteY733" fmla="*/ 3065814 h 6858000"/>
              <a:gd name="connsiteX734" fmla="*/ 0 w 7467600"/>
              <a:gd name="connsiteY734" fmla="*/ 3108744 h 6858000"/>
              <a:gd name="connsiteX735" fmla="*/ 0 w 7467600"/>
              <a:gd name="connsiteY735" fmla="*/ 3058059 h 6858000"/>
              <a:gd name="connsiteX736" fmla="*/ 7610 w 7467600"/>
              <a:gd name="connsiteY736" fmla="*/ 3047889 h 6858000"/>
              <a:gd name="connsiteX737" fmla="*/ 52419 w 7467600"/>
              <a:gd name="connsiteY737" fmla="*/ 2987479 h 6858000"/>
              <a:gd name="connsiteX738" fmla="*/ 59142 w 7467600"/>
              <a:gd name="connsiteY738" fmla="*/ 2978488 h 6858000"/>
              <a:gd name="connsiteX739" fmla="*/ 0 w 7467600"/>
              <a:gd name="connsiteY739" fmla="*/ 3015334 h 6858000"/>
              <a:gd name="connsiteX740" fmla="*/ 0 w 7467600"/>
              <a:gd name="connsiteY740" fmla="*/ 2914286 h 6858000"/>
              <a:gd name="connsiteX741" fmla="*/ 36383 w 7467600"/>
              <a:gd name="connsiteY741" fmla="*/ 2901128 h 6858000"/>
              <a:gd name="connsiteX742" fmla="*/ 156329 w 7467600"/>
              <a:gd name="connsiteY742" fmla="*/ 2840533 h 6858000"/>
              <a:gd name="connsiteX743" fmla="*/ 358355 w 7467600"/>
              <a:gd name="connsiteY743" fmla="*/ 2620471 h 6858000"/>
              <a:gd name="connsiteX744" fmla="*/ 510577 w 7467600"/>
              <a:gd name="connsiteY744" fmla="*/ 2501244 h 6858000"/>
              <a:gd name="connsiteX745" fmla="*/ 211967 w 7467600"/>
              <a:gd name="connsiteY745" fmla="*/ 2479171 h 6858000"/>
              <a:gd name="connsiteX746" fmla="*/ 0 w 7467600"/>
              <a:gd name="connsiteY746" fmla="*/ 2476398 h 6858000"/>
              <a:gd name="connsiteX747" fmla="*/ 0 w 7467600"/>
              <a:gd name="connsiteY747" fmla="*/ 2389189 h 6858000"/>
              <a:gd name="connsiteX748" fmla="*/ 103062 w 7467600"/>
              <a:gd name="connsiteY748" fmla="*/ 2389518 h 6858000"/>
              <a:gd name="connsiteX749" fmla="*/ 510734 w 7467600"/>
              <a:gd name="connsiteY749" fmla="*/ 2416201 h 6858000"/>
              <a:gd name="connsiteX750" fmla="*/ 279257 w 7467600"/>
              <a:gd name="connsiteY750" fmla="*/ 2092102 h 6858000"/>
              <a:gd name="connsiteX751" fmla="*/ 65265 w 7467600"/>
              <a:gd name="connsiteY751" fmla="*/ 2006049 h 6858000"/>
              <a:gd name="connsiteX752" fmla="*/ 0 w 7467600"/>
              <a:gd name="connsiteY752" fmla="*/ 1982532 h 6858000"/>
              <a:gd name="connsiteX753" fmla="*/ 0 w 7467600"/>
              <a:gd name="connsiteY753" fmla="*/ 1912789 h 6858000"/>
              <a:gd name="connsiteX754" fmla="*/ 97460 w 7467600"/>
              <a:gd name="connsiteY754" fmla="*/ 1953725 h 6858000"/>
              <a:gd name="connsiteX755" fmla="*/ 221272 w 7467600"/>
              <a:gd name="connsiteY755" fmla="*/ 1980766 h 6858000"/>
              <a:gd name="connsiteX756" fmla="*/ 116765 w 7467600"/>
              <a:gd name="connsiteY756" fmla="*/ 1911033 h 6858000"/>
              <a:gd name="connsiteX757" fmla="*/ 16405 w 7467600"/>
              <a:gd name="connsiteY757" fmla="*/ 1803412 h 6858000"/>
              <a:gd name="connsiteX758" fmla="*/ 0 w 7467600"/>
              <a:gd name="connsiteY758" fmla="*/ 1784777 h 6858000"/>
              <a:gd name="connsiteX759" fmla="*/ 0 w 7467600"/>
              <a:gd name="connsiteY759" fmla="*/ 1740082 h 6858000"/>
              <a:gd name="connsiteX760" fmla="*/ 39394 w 7467600"/>
              <a:gd name="connsiteY760" fmla="*/ 1784856 h 6858000"/>
              <a:gd name="connsiteX761" fmla="*/ 135813 w 7467600"/>
              <a:gd name="connsiteY761" fmla="*/ 1888838 h 6858000"/>
              <a:gd name="connsiteX762" fmla="*/ 242575 w 7467600"/>
              <a:gd name="connsiteY762" fmla="*/ 1958841 h 6858000"/>
              <a:gd name="connsiteX763" fmla="*/ 82197 w 7467600"/>
              <a:gd name="connsiteY763" fmla="*/ 1754826 h 6858000"/>
              <a:gd name="connsiteX764" fmla="*/ 0 w 7467600"/>
              <a:gd name="connsiteY764" fmla="*/ 1679650 h 6858000"/>
              <a:gd name="connsiteX765" fmla="*/ 0 w 7467600"/>
              <a:gd name="connsiteY765" fmla="*/ 1602463 h 6858000"/>
              <a:gd name="connsiteX766" fmla="*/ 84689 w 7467600"/>
              <a:gd name="connsiteY766" fmla="*/ 1677442 h 6858000"/>
              <a:gd name="connsiteX767" fmla="*/ 298437 w 7467600"/>
              <a:gd name="connsiteY767" fmla="*/ 1968019 h 6858000"/>
              <a:gd name="connsiteX768" fmla="*/ 227269 w 7467600"/>
              <a:gd name="connsiteY768" fmla="*/ 1114064 h 6858000"/>
              <a:gd name="connsiteX769" fmla="*/ 248003 w 7467600"/>
              <a:gd name="connsiteY769" fmla="*/ 1089613 h 6858000"/>
              <a:gd name="connsiteX770" fmla="*/ 427020 w 7467600"/>
              <a:gd name="connsiteY770" fmla="*/ 1619803 h 6858000"/>
              <a:gd name="connsiteX771" fmla="*/ 340345 w 7467600"/>
              <a:gd name="connsiteY771" fmla="*/ 2027739 h 6858000"/>
              <a:gd name="connsiteX772" fmla="*/ 360865 w 7467600"/>
              <a:gd name="connsiteY772" fmla="*/ 2044827 h 6858000"/>
              <a:gd name="connsiteX773" fmla="*/ 560414 w 7467600"/>
              <a:gd name="connsiteY773" fmla="*/ 2421457 h 6858000"/>
              <a:gd name="connsiteX774" fmla="*/ 1359703 w 7467600"/>
              <a:gd name="connsiteY774" fmla="*/ 2578554 h 6858000"/>
              <a:gd name="connsiteX775" fmla="*/ 1359422 w 7467600"/>
              <a:gd name="connsiteY775" fmla="*/ 2577994 h 6858000"/>
              <a:gd name="connsiteX776" fmla="*/ 828701 w 7467600"/>
              <a:gd name="connsiteY776" fmla="*/ 1839520 h 6858000"/>
              <a:gd name="connsiteX777" fmla="*/ 494427 w 7467600"/>
              <a:gd name="connsiteY777" fmla="*/ 1092333 h 6858000"/>
              <a:gd name="connsiteX778" fmla="*/ 506322 w 7467600"/>
              <a:gd name="connsiteY778" fmla="*/ 1020997 h 6858000"/>
              <a:gd name="connsiteX779" fmla="*/ 4570198 w 7467600"/>
              <a:gd name="connsiteY779" fmla="*/ 978081 h 6858000"/>
              <a:gd name="connsiteX780" fmla="*/ 4523691 w 7467600"/>
              <a:gd name="connsiteY780" fmla="*/ 1127776 h 6858000"/>
              <a:gd name="connsiteX781" fmla="*/ 4509875 w 7467600"/>
              <a:gd name="connsiteY781" fmla="*/ 1167552 h 6858000"/>
              <a:gd name="connsiteX782" fmla="*/ 4478168 w 7467600"/>
              <a:gd name="connsiteY782" fmla="*/ 1260735 h 6858000"/>
              <a:gd name="connsiteX783" fmla="*/ 4409309 w 7467600"/>
              <a:gd name="connsiteY783" fmla="*/ 1666996 h 6858000"/>
              <a:gd name="connsiteX784" fmla="*/ 4370031 w 7467600"/>
              <a:gd name="connsiteY784" fmla="*/ 1955666 h 6858000"/>
              <a:gd name="connsiteX785" fmla="*/ 4570198 w 7467600"/>
              <a:gd name="connsiteY785" fmla="*/ 978081 h 6858000"/>
              <a:gd name="connsiteX786" fmla="*/ 4557898 w 7467600"/>
              <a:gd name="connsiteY786" fmla="*/ 900011 h 6858000"/>
              <a:gd name="connsiteX787" fmla="*/ 4344840 w 7467600"/>
              <a:gd name="connsiteY787" fmla="*/ 1922038 h 6858000"/>
              <a:gd name="connsiteX788" fmla="*/ 4378710 w 7467600"/>
              <a:gd name="connsiteY788" fmla="*/ 1665516 h 6858000"/>
              <a:gd name="connsiteX789" fmla="*/ 4448798 w 7467600"/>
              <a:gd name="connsiteY789" fmla="*/ 1253024 h 6858000"/>
              <a:gd name="connsiteX790" fmla="*/ 4480315 w 7467600"/>
              <a:gd name="connsiteY790" fmla="*/ 1158454 h 6858000"/>
              <a:gd name="connsiteX791" fmla="*/ 4494133 w 7467600"/>
              <a:gd name="connsiteY791" fmla="*/ 1118676 h 6858000"/>
              <a:gd name="connsiteX792" fmla="*/ 4557898 w 7467600"/>
              <a:gd name="connsiteY792" fmla="*/ 900011 h 6858000"/>
              <a:gd name="connsiteX793" fmla="*/ 5870151 w 7467600"/>
              <a:gd name="connsiteY793" fmla="*/ 898890 h 6858000"/>
              <a:gd name="connsiteX794" fmla="*/ 5861335 w 7467600"/>
              <a:gd name="connsiteY794" fmla="*/ 899177 h 6858000"/>
              <a:gd name="connsiteX795" fmla="*/ 5843702 w 7467600"/>
              <a:gd name="connsiteY795" fmla="*/ 899748 h 6858000"/>
              <a:gd name="connsiteX796" fmla="*/ 5651107 w 7467600"/>
              <a:gd name="connsiteY796" fmla="*/ 920306 h 6858000"/>
              <a:gd name="connsiteX797" fmla="*/ 5459407 w 7467600"/>
              <a:gd name="connsiteY797" fmla="*/ 940975 h 6858000"/>
              <a:gd name="connsiteX798" fmla="*/ 5374846 w 7467600"/>
              <a:gd name="connsiteY798" fmla="*/ 941988 h 6858000"/>
              <a:gd name="connsiteX799" fmla="*/ 5256105 w 7467600"/>
              <a:gd name="connsiteY799" fmla="*/ 945632 h 6858000"/>
              <a:gd name="connsiteX800" fmla="*/ 5107071 w 7467600"/>
              <a:gd name="connsiteY800" fmla="*/ 969720 h 6858000"/>
              <a:gd name="connsiteX801" fmla="*/ 4998681 w 7467600"/>
              <a:gd name="connsiteY801" fmla="*/ 988771 h 6858000"/>
              <a:gd name="connsiteX802" fmla="*/ 5870151 w 7467600"/>
              <a:gd name="connsiteY802" fmla="*/ 898890 h 6858000"/>
              <a:gd name="connsiteX803" fmla="*/ 5504425 w 7467600"/>
              <a:gd name="connsiteY803" fmla="*/ 848067 h 6858000"/>
              <a:gd name="connsiteX804" fmla="*/ 4968849 w 7467600"/>
              <a:gd name="connsiteY804" fmla="*/ 962318 h 6858000"/>
              <a:gd name="connsiteX805" fmla="*/ 5104039 w 7467600"/>
              <a:gd name="connsiteY805" fmla="*/ 940634 h 6858000"/>
              <a:gd name="connsiteX806" fmla="*/ 5256311 w 7467600"/>
              <a:gd name="connsiteY806" fmla="*/ 916490 h 6858000"/>
              <a:gd name="connsiteX807" fmla="*/ 5377381 w 7467600"/>
              <a:gd name="connsiteY807" fmla="*/ 912671 h 6858000"/>
              <a:gd name="connsiteX808" fmla="*/ 5460148 w 7467600"/>
              <a:gd name="connsiteY808" fmla="*/ 911442 h 6858000"/>
              <a:gd name="connsiteX809" fmla="*/ 5648971 w 7467600"/>
              <a:gd name="connsiteY809" fmla="*/ 891331 h 6858000"/>
              <a:gd name="connsiteX810" fmla="*/ 5844807 w 7467600"/>
              <a:gd name="connsiteY810" fmla="*/ 870718 h 6858000"/>
              <a:gd name="connsiteX811" fmla="*/ 5862975 w 7467600"/>
              <a:gd name="connsiteY811" fmla="*/ 869756 h 6858000"/>
              <a:gd name="connsiteX812" fmla="*/ 5920887 w 7467600"/>
              <a:gd name="connsiteY812" fmla="*/ 865929 h 6858000"/>
              <a:gd name="connsiteX813" fmla="*/ 5504425 w 7467600"/>
              <a:gd name="connsiteY813" fmla="*/ 848067 h 6858000"/>
              <a:gd name="connsiteX814" fmla="*/ 3607114 w 7467600"/>
              <a:gd name="connsiteY814" fmla="*/ 467441 h 6858000"/>
              <a:gd name="connsiteX815" fmla="*/ 3296242 w 7467600"/>
              <a:gd name="connsiteY815" fmla="*/ 807991 h 6858000"/>
              <a:gd name="connsiteX816" fmla="*/ 3174674 w 7467600"/>
              <a:gd name="connsiteY816" fmla="*/ 919759 h 6858000"/>
              <a:gd name="connsiteX817" fmla="*/ 3042978 w 7467600"/>
              <a:gd name="connsiteY817" fmla="*/ 1054894 h 6858000"/>
              <a:gd name="connsiteX818" fmla="*/ 2968914 w 7467600"/>
              <a:gd name="connsiteY818" fmla="*/ 1133756 h 6858000"/>
              <a:gd name="connsiteX819" fmla="*/ 3103823 w 7467600"/>
              <a:gd name="connsiteY819" fmla="*/ 1026814 h 6858000"/>
              <a:gd name="connsiteX820" fmla="*/ 3607114 w 7467600"/>
              <a:gd name="connsiteY820" fmla="*/ 467441 h 6858000"/>
              <a:gd name="connsiteX821" fmla="*/ 3744487 w 7467600"/>
              <a:gd name="connsiteY821" fmla="*/ 383136 h 6858000"/>
              <a:gd name="connsiteX822" fmla="*/ 3970213 w 7467600"/>
              <a:gd name="connsiteY822" fmla="*/ 995559 h 6858000"/>
              <a:gd name="connsiteX823" fmla="*/ 3744487 w 7467600"/>
              <a:gd name="connsiteY823" fmla="*/ 383136 h 6858000"/>
              <a:gd name="connsiteX824" fmla="*/ 3624562 w 7467600"/>
              <a:gd name="connsiteY824" fmla="*/ 367041 h 6858000"/>
              <a:gd name="connsiteX825" fmla="*/ 3489712 w 7467600"/>
              <a:gd name="connsiteY825" fmla="*/ 485386 h 6858000"/>
              <a:gd name="connsiteX826" fmla="*/ 3182994 w 7467600"/>
              <a:gd name="connsiteY826" fmla="*/ 828265 h 6858000"/>
              <a:gd name="connsiteX827" fmla="*/ 2892114 w 7467600"/>
              <a:gd name="connsiteY827" fmla="*/ 1172635 h 6858000"/>
              <a:gd name="connsiteX828" fmla="*/ 3021459 w 7467600"/>
              <a:gd name="connsiteY828" fmla="*/ 1035385 h 6858000"/>
              <a:gd name="connsiteX829" fmla="*/ 3153873 w 7467600"/>
              <a:gd name="connsiteY829" fmla="*/ 898971 h 6858000"/>
              <a:gd name="connsiteX830" fmla="*/ 3276511 w 7467600"/>
              <a:gd name="connsiteY830" fmla="*/ 786423 h 6858000"/>
              <a:gd name="connsiteX831" fmla="*/ 3584154 w 7467600"/>
              <a:gd name="connsiteY831" fmla="*/ 448218 h 6858000"/>
              <a:gd name="connsiteX832" fmla="*/ 3624562 w 7467600"/>
              <a:gd name="connsiteY832" fmla="*/ 367041 h 6858000"/>
              <a:gd name="connsiteX833" fmla="*/ 3766672 w 7467600"/>
              <a:gd name="connsiteY833" fmla="*/ 359429 h 6858000"/>
              <a:gd name="connsiteX834" fmla="*/ 3996338 w 7467600"/>
              <a:gd name="connsiteY834" fmla="*/ 968237 h 6858000"/>
              <a:gd name="connsiteX835" fmla="*/ 3766672 w 7467600"/>
              <a:gd name="connsiteY835" fmla="*/ 359429 h 6858000"/>
              <a:gd name="connsiteX836" fmla="*/ 5805386 w 7467600"/>
              <a:gd name="connsiteY836" fmla="*/ 239240 h 6858000"/>
              <a:gd name="connsiteX837" fmla="*/ 5736947 w 7467600"/>
              <a:gd name="connsiteY837" fmla="*/ 261367 h 6858000"/>
              <a:gd name="connsiteX838" fmla="*/ 5427012 w 7467600"/>
              <a:gd name="connsiteY838" fmla="*/ 311272 h 6858000"/>
              <a:gd name="connsiteX839" fmla="*/ 5147818 w 7467600"/>
              <a:gd name="connsiteY839" fmla="*/ 322112 h 6858000"/>
              <a:gd name="connsiteX840" fmla="*/ 5060854 w 7467600"/>
              <a:gd name="connsiteY840" fmla="*/ 311882 h 6858000"/>
              <a:gd name="connsiteX841" fmla="*/ 4945989 w 7467600"/>
              <a:gd name="connsiteY841" fmla="*/ 300516 h 6858000"/>
              <a:gd name="connsiteX842" fmla="*/ 5410479 w 7467600"/>
              <a:gd name="connsiteY842" fmla="*/ 348434 h 6858000"/>
              <a:gd name="connsiteX843" fmla="*/ 5805386 w 7467600"/>
              <a:gd name="connsiteY843" fmla="*/ 239240 h 6858000"/>
              <a:gd name="connsiteX844" fmla="*/ 7429067 w 7467600"/>
              <a:gd name="connsiteY844" fmla="*/ 402737 h 6858000"/>
              <a:gd name="connsiteX845" fmla="*/ 7467600 w 7467600"/>
              <a:gd name="connsiteY845" fmla="*/ 789215 h 6858000"/>
              <a:gd name="connsiteX846" fmla="*/ 7451412 w 7467600"/>
              <a:gd name="connsiteY846" fmla="*/ 799572 h 6858000"/>
              <a:gd name="connsiteX847" fmla="*/ 7419999 w 7467600"/>
              <a:gd name="connsiteY847" fmla="*/ 774360 h 6858000"/>
              <a:gd name="connsiteX848" fmla="*/ 7429067 w 7467600"/>
              <a:gd name="connsiteY848" fmla="*/ 402737 h 6858000"/>
              <a:gd name="connsiteX849" fmla="*/ 5905192 w 7467600"/>
              <a:gd name="connsiteY849" fmla="*/ 163079 h 6858000"/>
              <a:gd name="connsiteX850" fmla="*/ 5865655 w 7467600"/>
              <a:gd name="connsiteY850" fmla="*/ 171901 h 6858000"/>
              <a:gd name="connsiteX851" fmla="*/ 5259740 w 7467600"/>
              <a:gd name="connsiteY851" fmla="*/ 257013 h 6858000"/>
              <a:gd name="connsiteX852" fmla="*/ 5208466 w 7467600"/>
              <a:gd name="connsiteY852" fmla="*/ 257550 h 6858000"/>
              <a:gd name="connsiteX853" fmla="*/ 4980204 w 7467600"/>
              <a:gd name="connsiteY853" fmla="*/ 271903 h 6858000"/>
              <a:gd name="connsiteX854" fmla="*/ 5068068 w 7467600"/>
              <a:gd name="connsiteY854" fmla="*/ 282244 h 6858000"/>
              <a:gd name="connsiteX855" fmla="*/ 5153231 w 7467600"/>
              <a:gd name="connsiteY855" fmla="*/ 292240 h 6858000"/>
              <a:gd name="connsiteX856" fmla="*/ 5426491 w 7467600"/>
              <a:gd name="connsiteY856" fmla="*/ 281128 h 6858000"/>
              <a:gd name="connsiteX857" fmla="*/ 5731212 w 7467600"/>
              <a:gd name="connsiteY857" fmla="*/ 231951 h 6858000"/>
              <a:gd name="connsiteX858" fmla="*/ 5905192 w 7467600"/>
              <a:gd name="connsiteY858" fmla="*/ 163079 h 6858000"/>
              <a:gd name="connsiteX859" fmla="*/ 5944437 w 7467600"/>
              <a:gd name="connsiteY859" fmla="*/ 113829 h 6858000"/>
              <a:gd name="connsiteX860" fmla="*/ 5825032 w 7467600"/>
              <a:gd name="connsiteY860" fmla="*/ 146405 h 6858000"/>
              <a:gd name="connsiteX861" fmla="*/ 4955599 w 7467600"/>
              <a:gd name="connsiteY861" fmla="*/ 247008 h 6858000"/>
              <a:gd name="connsiteX862" fmla="*/ 5210104 w 7467600"/>
              <a:gd name="connsiteY862" fmla="*/ 228123 h 6858000"/>
              <a:gd name="connsiteX863" fmla="*/ 5261015 w 7467600"/>
              <a:gd name="connsiteY863" fmla="*/ 227087 h 6858000"/>
              <a:gd name="connsiteX864" fmla="*/ 5861181 w 7467600"/>
              <a:gd name="connsiteY864" fmla="*/ 143093 h 6858000"/>
              <a:gd name="connsiteX865" fmla="*/ 5961252 w 7467600"/>
              <a:gd name="connsiteY865" fmla="*/ 114820 h 6858000"/>
              <a:gd name="connsiteX866" fmla="*/ 5944437 w 7467600"/>
              <a:gd name="connsiteY866" fmla="*/ 113829 h 6858000"/>
              <a:gd name="connsiteX867" fmla="*/ 3882765 w 7467600"/>
              <a:gd name="connsiteY867" fmla="*/ 0 h 6858000"/>
              <a:gd name="connsiteX868" fmla="*/ 3995099 w 7467600"/>
              <a:gd name="connsiteY868" fmla="*/ 0 h 6858000"/>
              <a:gd name="connsiteX869" fmla="*/ 4163818 w 7467600"/>
              <a:gd name="connsiteY869" fmla="*/ 234104 h 6858000"/>
              <a:gd name="connsiteX870" fmla="*/ 4172099 w 7467600"/>
              <a:gd name="connsiteY870" fmla="*/ 234207 h 6858000"/>
              <a:gd name="connsiteX871" fmla="*/ 4784282 w 7467600"/>
              <a:gd name="connsiteY871" fmla="*/ 276561 h 6858000"/>
              <a:gd name="connsiteX872" fmla="*/ 4801687 w 7467600"/>
              <a:gd name="connsiteY872" fmla="*/ 267764 h 6858000"/>
              <a:gd name="connsiteX873" fmla="*/ 6082788 w 7467600"/>
              <a:gd name="connsiteY873" fmla="*/ 64119 h 6858000"/>
              <a:gd name="connsiteX874" fmla="*/ 6099442 w 7467600"/>
              <a:gd name="connsiteY874" fmla="*/ 82568 h 6858000"/>
              <a:gd name="connsiteX875" fmla="*/ 4804137 w 7467600"/>
              <a:gd name="connsiteY875" fmla="*/ 320931 h 6858000"/>
              <a:gd name="connsiteX876" fmla="*/ 4227047 w 7467600"/>
              <a:gd name="connsiteY876" fmla="*/ 313415 h 6858000"/>
              <a:gd name="connsiteX877" fmla="*/ 4346041 w 7467600"/>
              <a:gd name="connsiteY877" fmla="*/ 456086 h 6858000"/>
              <a:gd name="connsiteX878" fmla="*/ 4870967 w 7467600"/>
              <a:gd name="connsiteY878" fmla="*/ 963061 h 6858000"/>
              <a:gd name="connsiteX879" fmla="*/ 4889647 w 7467600"/>
              <a:gd name="connsiteY879" fmla="*/ 957147 h 6858000"/>
              <a:gd name="connsiteX880" fmla="*/ 5422504 w 7467600"/>
              <a:gd name="connsiteY880" fmla="*/ 805191 h 6858000"/>
              <a:gd name="connsiteX881" fmla="*/ 6087656 w 7467600"/>
              <a:gd name="connsiteY881" fmla="*/ 826703 h 6858000"/>
              <a:gd name="connsiteX882" fmla="*/ 6058717 w 7467600"/>
              <a:gd name="connsiteY882" fmla="*/ 865992 h 6858000"/>
              <a:gd name="connsiteX883" fmla="*/ 4974153 w 7467600"/>
              <a:gd name="connsiteY883" fmla="*/ 1045456 h 6858000"/>
              <a:gd name="connsiteX884" fmla="*/ 5627835 w 7467600"/>
              <a:gd name="connsiteY884" fmla="*/ 1472077 h 6858000"/>
              <a:gd name="connsiteX885" fmla="*/ 5629817 w 7467600"/>
              <a:gd name="connsiteY885" fmla="*/ 1471412 h 6858000"/>
              <a:gd name="connsiteX886" fmla="*/ 5634124 w 7467600"/>
              <a:gd name="connsiteY886" fmla="*/ 1470572 h 6858000"/>
              <a:gd name="connsiteX887" fmla="*/ 5755832 w 7467600"/>
              <a:gd name="connsiteY887" fmla="*/ 1383886 h 6858000"/>
              <a:gd name="connsiteX888" fmla="*/ 6014186 w 7467600"/>
              <a:gd name="connsiteY888" fmla="*/ 1279799 h 6858000"/>
              <a:gd name="connsiteX889" fmla="*/ 6901619 w 7467600"/>
              <a:gd name="connsiteY889" fmla="*/ 1047874 h 6858000"/>
              <a:gd name="connsiteX890" fmla="*/ 6931566 w 7467600"/>
              <a:gd name="connsiteY890" fmla="*/ 1062034 h 6858000"/>
              <a:gd name="connsiteX891" fmla="*/ 5790982 w 7467600"/>
              <a:gd name="connsiteY891" fmla="*/ 1561380 h 6858000"/>
              <a:gd name="connsiteX892" fmla="*/ 6188971 w 7467600"/>
              <a:gd name="connsiteY892" fmla="*/ 1755168 h 6858000"/>
              <a:gd name="connsiteX893" fmla="*/ 6202446 w 7467600"/>
              <a:gd name="connsiteY893" fmla="*/ 1752268 h 6858000"/>
              <a:gd name="connsiteX894" fmla="*/ 7179560 w 7467600"/>
              <a:gd name="connsiteY894" fmla="*/ 1467551 h 6858000"/>
              <a:gd name="connsiteX895" fmla="*/ 7158730 w 7467600"/>
              <a:gd name="connsiteY895" fmla="*/ 1507835 h 6858000"/>
              <a:gd name="connsiteX896" fmla="*/ 6326959 w 7467600"/>
              <a:gd name="connsiteY896" fmla="*/ 1817686 h 6858000"/>
              <a:gd name="connsiteX897" fmla="*/ 6537433 w 7467600"/>
              <a:gd name="connsiteY897" fmla="*/ 1907790 h 6858000"/>
              <a:gd name="connsiteX898" fmla="*/ 6550221 w 7467600"/>
              <a:gd name="connsiteY898" fmla="*/ 1910729 h 6858000"/>
              <a:gd name="connsiteX899" fmla="*/ 6964438 w 7467600"/>
              <a:gd name="connsiteY899" fmla="*/ 2209505 h 6858000"/>
              <a:gd name="connsiteX900" fmla="*/ 7367862 w 7467600"/>
              <a:gd name="connsiteY900" fmla="*/ 2806833 h 6858000"/>
              <a:gd name="connsiteX901" fmla="*/ 7364329 w 7467600"/>
              <a:gd name="connsiteY901" fmla="*/ 2826907 h 6858000"/>
              <a:gd name="connsiteX902" fmla="*/ 7290545 w 7467600"/>
              <a:gd name="connsiteY902" fmla="*/ 2850663 h 6858000"/>
              <a:gd name="connsiteX903" fmla="*/ 6472036 w 7467600"/>
              <a:gd name="connsiteY903" fmla="*/ 1959003 h 6858000"/>
              <a:gd name="connsiteX904" fmla="*/ 5792897 w 7467600"/>
              <a:gd name="connsiteY904" fmla="*/ 1647747 h 6858000"/>
              <a:gd name="connsiteX905" fmla="*/ 5842751 w 7467600"/>
              <a:gd name="connsiteY905" fmla="*/ 1816112 h 6858000"/>
              <a:gd name="connsiteX906" fmla="*/ 5847424 w 7467600"/>
              <a:gd name="connsiteY906" fmla="*/ 1815776 h 6858000"/>
              <a:gd name="connsiteX907" fmla="*/ 6399821 w 7467600"/>
              <a:gd name="connsiteY907" fmla="*/ 2344799 h 6858000"/>
              <a:gd name="connsiteX908" fmla="*/ 6323232 w 7467600"/>
              <a:gd name="connsiteY908" fmla="*/ 2389634 h 6858000"/>
              <a:gd name="connsiteX909" fmla="*/ 5942958 w 7467600"/>
              <a:gd name="connsiteY909" fmla="*/ 2077708 h 6858000"/>
              <a:gd name="connsiteX910" fmla="*/ 5921559 w 7467600"/>
              <a:gd name="connsiteY910" fmla="*/ 2378596 h 6858000"/>
              <a:gd name="connsiteX911" fmla="*/ 5817651 w 7467600"/>
              <a:gd name="connsiteY911" fmla="*/ 3023919 h 6858000"/>
              <a:gd name="connsiteX912" fmla="*/ 5729634 w 7467600"/>
              <a:gd name="connsiteY912" fmla="*/ 3051849 h 6858000"/>
              <a:gd name="connsiteX913" fmla="*/ 5611018 w 7467600"/>
              <a:gd name="connsiteY913" fmla="*/ 2316769 h 6858000"/>
              <a:gd name="connsiteX914" fmla="*/ 5687608 w 7467600"/>
              <a:gd name="connsiteY914" fmla="*/ 2039972 h 6858000"/>
              <a:gd name="connsiteX915" fmla="*/ 5657554 w 7467600"/>
              <a:gd name="connsiteY915" fmla="*/ 1576445 h 6858000"/>
              <a:gd name="connsiteX916" fmla="*/ 5150475 w 7467600"/>
              <a:gd name="connsiteY916" fmla="*/ 1274012 h 6858000"/>
              <a:gd name="connsiteX917" fmla="*/ 5349142 w 7467600"/>
              <a:gd name="connsiteY917" fmla="*/ 2204405 h 6858000"/>
              <a:gd name="connsiteX918" fmla="*/ 5262214 w 7467600"/>
              <a:gd name="connsiteY918" fmla="*/ 2233836 h 6858000"/>
              <a:gd name="connsiteX919" fmla="*/ 4981539 w 7467600"/>
              <a:gd name="connsiteY919" fmla="*/ 1542201 h 6858000"/>
              <a:gd name="connsiteX920" fmla="*/ 4958461 w 7467600"/>
              <a:gd name="connsiteY920" fmla="*/ 1136957 h 6858000"/>
              <a:gd name="connsiteX921" fmla="*/ 4655015 w 7467600"/>
              <a:gd name="connsiteY921" fmla="*/ 891426 h 6858000"/>
              <a:gd name="connsiteX922" fmla="*/ 4348002 w 7467600"/>
              <a:gd name="connsiteY922" fmla="*/ 2205895 h 6858000"/>
              <a:gd name="connsiteX923" fmla="*/ 4262250 w 7467600"/>
              <a:gd name="connsiteY923" fmla="*/ 2219972 h 6858000"/>
              <a:gd name="connsiteX924" fmla="*/ 4550611 w 7467600"/>
              <a:gd name="connsiteY924" fmla="*/ 817540 h 6858000"/>
              <a:gd name="connsiteX925" fmla="*/ 4564418 w 7467600"/>
              <a:gd name="connsiteY925" fmla="*/ 808293 h 6858000"/>
              <a:gd name="connsiteX926" fmla="*/ 4266388 w 7467600"/>
              <a:gd name="connsiteY926" fmla="*/ 500083 h 6858000"/>
              <a:gd name="connsiteX927" fmla="*/ 4032842 w 7467600"/>
              <a:gd name="connsiteY927" fmla="*/ 211809 h 6858000"/>
              <a:gd name="connsiteX928" fmla="*/ 3882765 w 7467600"/>
              <a:gd name="connsiteY928" fmla="*/ 0 h 6858000"/>
              <a:gd name="connsiteX929" fmla="*/ 3721337 w 7467600"/>
              <a:gd name="connsiteY929" fmla="*/ 0 h 6858000"/>
              <a:gd name="connsiteX930" fmla="*/ 3797544 w 7467600"/>
              <a:gd name="connsiteY930" fmla="*/ 0 h 6858000"/>
              <a:gd name="connsiteX931" fmla="*/ 3775734 w 7467600"/>
              <a:gd name="connsiteY931" fmla="*/ 95131 h 6858000"/>
              <a:gd name="connsiteX932" fmla="*/ 3724807 w 7467600"/>
              <a:gd name="connsiteY932" fmla="*/ 272257 h 6858000"/>
              <a:gd name="connsiteX933" fmla="*/ 3726844 w 7467600"/>
              <a:gd name="connsiteY933" fmla="*/ 282988 h 6858000"/>
              <a:gd name="connsiteX934" fmla="*/ 3742664 w 7467600"/>
              <a:gd name="connsiteY934" fmla="*/ 279918 h 6858000"/>
              <a:gd name="connsiteX935" fmla="*/ 4103910 w 7467600"/>
              <a:gd name="connsiteY935" fmla="*/ 1161917 h 6858000"/>
              <a:gd name="connsiteX936" fmla="*/ 4020269 w 7467600"/>
              <a:gd name="connsiteY936" fmla="*/ 1200406 h 6858000"/>
              <a:gd name="connsiteX937" fmla="*/ 3674882 w 7467600"/>
              <a:gd name="connsiteY937" fmla="*/ 488524 h 6858000"/>
              <a:gd name="connsiteX938" fmla="*/ 3132682 w 7467600"/>
              <a:gd name="connsiteY938" fmla="*/ 1072284 h 6858000"/>
              <a:gd name="connsiteX939" fmla="*/ 2716346 w 7467600"/>
              <a:gd name="connsiteY939" fmla="*/ 1276376 h 6858000"/>
              <a:gd name="connsiteX940" fmla="*/ 2716772 w 7467600"/>
              <a:gd name="connsiteY940" fmla="*/ 1255462 h 6858000"/>
              <a:gd name="connsiteX941" fmla="*/ 3471096 w 7467600"/>
              <a:gd name="connsiteY941" fmla="*/ 437072 h 6858000"/>
              <a:gd name="connsiteX942" fmla="*/ 3639057 w 7467600"/>
              <a:gd name="connsiteY942" fmla="*/ 286334 h 6858000"/>
              <a:gd name="connsiteX943" fmla="*/ 3640309 w 7467600"/>
              <a:gd name="connsiteY943" fmla="*/ 284664 h 6858000"/>
              <a:gd name="connsiteX944" fmla="*/ 3646022 w 7467600"/>
              <a:gd name="connsiteY944" fmla="*/ 276711 h 6858000"/>
              <a:gd name="connsiteX945" fmla="*/ 3707943 w 7467600"/>
              <a:gd name="connsiteY945" fmla="*/ 65958 h 6858000"/>
              <a:gd name="connsiteX946" fmla="*/ 3721337 w 7467600"/>
              <a:gd name="connsiteY946" fmla="*/ 0 h 6858000"/>
              <a:gd name="connsiteX947" fmla="*/ 2867960 w 7467600"/>
              <a:gd name="connsiteY947" fmla="*/ 0 h 6858000"/>
              <a:gd name="connsiteX948" fmla="*/ 2926351 w 7467600"/>
              <a:gd name="connsiteY948" fmla="*/ 0 h 6858000"/>
              <a:gd name="connsiteX949" fmla="*/ 2902823 w 7467600"/>
              <a:gd name="connsiteY949" fmla="*/ 262929 h 6858000"/>
              <a:gd name="connsiteX950" fmla="*/ 2940663 w 7467600"/>
              <a:gd name="connsiteY950" fmla="*/ 140884 h 6858000"/>
              <a:gd name="connsiteX951" fmla="*/ 2947039 w 7467600"/>
              <a:gd name="connsiteY951" fmla="*/ 122524 h 6858000"/>
              <a:gd name="connsiteX952" fmla="*/ 2984316 w 7467600"/>
              <a:gd name="connsiteY952" fmla="*/ 0 h 6858000"/>
              <a:gd name="connsiteX953" fmla="*/ 3016114 w 7467600"/>
              <a:gd name="connsiteY953" fmla="*/ 0 h 6858000"/>
              <a:gd name="connsiteX954" fmla="*/ 2979949 w 7467600"/>
              <a:gd name="connsiteY954" fmla="*/ 119274 h 6858000"/>
              <a:gd name="connsiteX955" fmla="*/ 3023879 w 7467600"/>
              <a:gd name="connsiteY955" fmla="*/ 0 h 6858000"/>
              <a:gd name="connsiteX956" fmla="*/ 3105400 w 7467600"/>
              <a:gd name="connsiteY956" fmla="*/ 0 h 6858000"/>
              <a:gd name="connsiteX957" fmla="*/ 3094669 w 7467600"/>
              <a:gd name="connsiteY957" fmla="*/ 30308 h 6858000"/>
              <a:gd name="connsiteX958" fmla="*/ 2901945 w 7467600"/>
              <a:gd name="connsiteY958" fmla="*/ 466538 h 6858000"/>
              <a:gd name="connsiteX959" fmla="*/ 2815209 w 7467600"/>
              <a:gd name="connsiteY959" fmla="*/ 497361 h 6858000"/>
              <a:gd name="connsiteX960" fmla="*/ 2844845 w 7467600"/>
              <a:gd name="connsiteY960" fmla="*/ 127638 h 6858000"/>
              <a:gd name="connsiteX961" fmla="*/ 2867960 w 7467600"/>
              <a:gd name="connsiteY961" fmla="*/ 0 h 6858000"/>
              <a:gd name="connsiteX962" fmla="*/ 1057230 w 7467600"/>
              <a:gd name="connsiteY962" fmla="*/ 0 h 6858000"/>
              <a:gd name="connsiteX963" fmla="*/ 1111003 w 7467600"/>
              <a:gd name="connsiteY963" fmla="*/ 0 h 6858000"/>
              <a:gd name="connsiteX964" fmla="*/ 1125553 w 7467600"/>
              <a:gd name="connsiteY964" fmla="*/ 52588 h 6858000"/>
              <a:gd name="connsiteX965" fmla="*/ 1304276 w 7467600"/>
              <a:gd name="connsiteY965" fmla="*/ 476275 h 6858000"/>
              <a:gd name="connsiteX966" fmla="*/ 1492066 w 7467600"/>
              <a:gd name="connsiteY966" fmla="*/ 886333 h 6858000"/>
              <a:gd name="connsiteX967" fmla="*/ 1423698 w 7467600"/>
              <a:gd name="connsiteY967" fmla="*/ 710817 h 6858000"/>
              <a:gd name="connsiteX968" fmla="*/ 1357609 w 7467600"/>
              <a:gd name="connsiteY968" fmla="*/ 532892 h 6858000"/>
              <a:gd name="connsiteX969" fmla="*/ 1309550 w 7467600"/>
              <a:gd name="connsiteY969" fmla="*/ 374031 h 6858000"/>
              <a:gd name="connsiteX970" fmla="*/ 1193673 w 7467600"/>
              <a:gd name="connsiteY970" fmla="*/ 49533 h 6858000"/>
              <a:gd name="connsiteX971" fmla="*/ 1164391 w 7467600"/>
              <a:gd name="connsiteY971" fmla="*/ 0 h 6858000"/>
              <a:gd name="connsiteX972" fmla="*/ 1200666 w 7467600"/>
              <a:gd name="connsiteY972" fmla="*/ 0 h 6858000"/>
              <a:gd name="connsiteX973" fmla="*/ 1223408 w 7467600"/>
              <a:gd name="connsiteY973" fmla="*/ 38996 h 6858000"/>
              <a:gd name="connsiteX974" fmla="*/ 1339635 w 7467600"/>
              <a:gd name="connsiteY974" fmla="*/ 365517 h 6858000"/>
              <a:gd name="connsiteX975" fmla="*/ 1387469 w 7467600"/>
              <a:gd name="connsiteY975" fmla="*/ 523079 h 6858000"/>
              <a:gd name="connsiteX976" fmla="*/ 1452685 w 7467600"/>
              <a:gd name="connsiteY976" fmla="*/ 699806 h 6858000"/>
              <a:gd name="connsiteX977" fmla="*/ 1492092 w 7467600"/>
              <a:gd name="connsiteY977" fmla="*/ 800424 h 6858000"/>
              <a:gd name="connsiteX978" fmla="*/ 1455302 w 7467600"/>
              <a:gd name="connsiteY978" fmla="*/ 632913 h 6858000"/>
              <a:gd name="connsiteX979" fmla="*/ 1222336 w 7467600"/>
              <a:gd name="connsiteY979" fmla="*/ 9480 h 6858000"/>
              <a:gd name="connsiteX980" fmla="*/ 1214634 w 7467600"/>
              <a:gd name="connsiteY980" fmla="*/ 0 h 6858000"/>
              <a:gd name="connsiteX981" fmla="*/ 1289827 w 7467600"/>
              <a:gd name="connsiteY981" fmla="*/ 0 h 6858000"/>
              <a:gd name="connsiteX982" fmla="*/ 1321076 w 7467600"/>
              <a:gd name="connsiteY982" fmla="*/ 59722 h 6858000"/>
              <a:gd name="connsiteX983" fmla="*/ 1512579 w 7467600"/>
              <a:gd name="connsiteY983" fmla="*/ 626441 h 6858000"/>
              <a:gd name="connsiteX984" fmla="*/ 1506076 w 7467600"/>
              <a:gd name="connsiteY984" fmla="*/ 1089289 h 6858000"/>
              <a:gd name="connsiteX985" fmla="*/ 1486346 w 7467600"/>
              <a:gd name="connsiteY985" fmla="*/ 1079919 h 6858000"/>
              <a:gd name="connsiteX986" fmla="*/ 1070511 w 7467600"/>
              <a:gd name="connsiteY986" fmla="*/ 48609 h 6858000"/>
              <a:gd name="connsiteX987" fmla="*/ 1057230 w 7467600"/>
              <a:gd name="connsiteY987" fmla="*/ 0 h 6858000"/>
              <a:gd name="connsiteX988" fmla="*/ 43151 w 7467600"/>
              <a:gd name="connsiteY988" fmla="*/ 0 h 6858000"/>
              <a:gd name="connsiteX989" fmla="*/ 95283 w 7467600"/>
              <a:gd name="connsiteY989" fmla="*/ 0 h 6858000"/>
              <a:gd name="connsiteX990" fmla="*/ 300708 w 7467600"/>
              <a:gd name="connsiteY990" fmla="*/ 154571 h 6858000"/>
              <a:gd name="connsiteX991" fmla="*/ 530414 w 7467600"/>
              <a:gd name="connsiteY991" fmla="*/ 354673 h 6858000"/>
              <a:gd name="connsiteX992" fmla="*/ 333785 w 7467600"/>
              <a:gd name="connsiteY992" fmla="*/ 161564 h 6858000"/>
              <a:gd name="connsiteX993" fmla="*/ 147005 w 7467600"/>
              <a:gd name="connsiteY993" fmla="*/ 0 h 6858000"/>
              <a:gd name="connsiteX994" fmla="*/ 272509 w 7467600"/>
              <a:gd name="connsiteY994" fmla="*/ 0 h 6858000"/>
              <a:gd name="connsiteX995" fmla="*/ 326276 w 7467600"/>
              <a:gd name="connsiteY995" fmla="*/ 45847 h 6858000"/>
              <a:gd name="connsiteX996" fmla="*/ 823759 w 7467600"/>
              <a:gd name="connsiteY996" fmla="*/ 574145 h 6858000"/>
              <a:gd name="connsiteX997" fmla="*/ 811254 w 7467600"/>
              <a:gd name="connsiteY997" fmla="*/ 665546 h 6858000"/>
              <a:gd name="connsiteX998" fmla="*/ 154042 w 7467600"/>
              <a:gd name="connsiteY998" fmla="*/ 261522 h 6858000"/>
              <a:gd name="connsiteX999" fmla="*/ 13550 w 7467600"/>
              <a:gd name="connsiteY999" fmla="*/ 158423 h 6858000"/>
              <a:gd name="connsiteX1000" fmla="*/ 0 w 7467600"/>
              <a:gd name="connsiteY1000" fmla="*/ 146618 h 6858000"/>
              <a:gd name="connsiteX1001" fmla="*/ 0 w 7467600"/>
              <a:gd name="connsiteY1001" fmla="*/ 59161 h 6858000"/>
              <a:gd name="connsiteX1002" fmla="*/ 45427 w 7467600"/>
              <a:gd name="connsiteY1002" fmla="*/ 101078 h 6858000"/>
              <a:gd name="connsiteX1003" fmla="*/ 630103 w 7467600"/>
              <a:gd name="connsiteY1003" fmla="*/ 485885 h 6858000"/>
              <a:gd name="connsiteX1004" fmla="*/ 532040 w 7467600"/>
              <a:gd name="connsiteY1004" fmla="*/ 399359 h 6858000"/>
              <a:gd name="connsiteX1005" fmla="*/ 517618 w 7467600"/>
              <a:gd name="connsiteY1005" fmla="*/ 385726 h 6858000"/>
              <a:gd name="connsiteX1006" fmla="*/ 285074 w 7467600"/>
              <a:gd name="connsiteY1006" fmla="*/ 182755 h 6858000"/>
              <a:gd name="connsiteX1007" fmla="*/ 43151 w 7467600"/>
              <a:gd name="connsiteY1007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133363 w 7467600"/>
              <a:gd name="connsiteY127" fmla="*/ 5050246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7467600 w 7467600"/>
              <a:gd name="connsiteY137" fmla="*/ 5241225 h 6858000"/>
              <a:gd name="connsiteX138" fmla="*/ 7467600 w 7467600"/>
              <a:gd name="connsiteY138" fmla="*/ 5277736 h 6858000"/>
              <a:gd name="connsiteX139" fmla="*/ 7327465 w 7467600"/>
              <a:gd name="connsiteY139" fmla="*/ 5174181 h 6858000"/>
              <a:gd name="connsiteX140" fmla="*/ 7244057 w 7467600"/>
              <a:gd name="connsiteY140" fmla="*/ 5124233 h 6858000"/>
              <a:gd name="connsiteX141" fmla="*/ 7353035 w 7467600"/>
              <a:gd name="connsiteY141" fmla="*/ 5197318 h 6858000"/>
              <a:gd name="connsiteX142" fmla="*/ 7467600 w 7467600"/>
              <a:gd name="connsiteY142" fmla="*/ 5297634 h 6858000"/>
              <a:gd name="connsiteX143" fmla="*/ 7467600 w 7467600"/>
              <a:gd name="connsiteY143" fmla="*/ 5361850 h 6858000"/>
              <a:gd name="connsiteX144" fmla="*/ 7368569 w 7467600"/>
              <a:gd name="connsiteY144" fmla="*/ 5270182 h 6858000"/>
              <a:gd name="connsiteX145" fmla="*/ 7131946 w 7467600"/>
              <a:gd name="connsiteY145" fmla="*/ 5075653 h 6858000"/>
              <a:gd name="connsiteX146" fmla="*/ 7133363 w 7467600"/>
              <a:gd name="connsiteY146" fmla="*/ 5050246 h 6858000"/>
              <a:gd name="connsiteX147" fmla="*/ 1903353 w 7467600"/>
              <a:gd name="connsiteY147" fmla="*/ 5044827 h 6858000"/>
              <a:gd name="connsiteX148" fmla="*/ 1936931 w 7467600"/>
              <a:gd name="connsiteY148" fmla="*/ 5093954 h 6858000"/>
              <a:gd name="connsiteX149" fmla="*/ 2195868 w 7467600"/>
              <a:gd name="connsiteY149" fmla="*/ 5396574 h 6858000"/>
              <a:gd name="connsiteX150" fmla="*/ 2088852 w 7467600"/>
              <a:gd name="connsiteY150" fmla="*/ 5166123 h 6858000"/>
              <a:gd name="connsiteX151" fmla="*/ 1958241 w 7467600"/>
              <a:gd name="connsiteY151" fmla="*/ 5067955 h 6858000"/>
              <a:gd name="connsiteX152" fmla="*/ 1903353 w 7467600"/>
              <a:gd name="connsiteY152" fmla="*/ 5044827 h 6858000"/>
              <a:gd name="connsiteX153" fmla="*/ 1979378 w 7467600"/>
              <a:gd name="connsiteY153" fmla="*/ 4769504 h 6858000"/>
              <a:gd name="connsiteX154" fmla="*/ 2882120 w 7467600"/>
              <a:gd name="connsiteY154" fmla="*/ 5064547 h 6858000"/>
              <a:gd name="connsiteX155" fmla="*/ 2793103 w 7467600"/>
              <a:gd name="connsiteY155" fmla="*/ 5039699 h 6858000"/>
              <a:gd name="connsiteX156" fmla="*/ 2770041 w 7467600"/>
              <a:gd name="connsiteY156" fmla="*/ 5033634 h 6858000"/>
              <a:gd name="connsiteX157" fmla="*/ 1979378 w 7467600"/>
              <a:gd name="connsiteY157" fmla="*/ 4769504 h 6858000"/>
              <a:gd name="connsiteX158" fmla="*/ 1927410 w 7467600"/>
              <a:gd name="connsiteY158" fmla="*/ 4716164 h 6858000"/>
              <a:gd name="connsiteX159" fmla="*/ 1959587 w 7467600"/>
              <a:gd name="connsiteY159" fmla="*/ 4728849 h 6858000"/>
              <a:gd name="connsiteX160" fmla="*/ 2777707 w 7467600"/>
              <a:gd name="connsiteY160" fmla="*/ 5003991 h 6858000"/>
              <a:gd name="connsiteX161" fmla="*/ 2800768 w 7467600"/>
              <a:gd name="connsiteY161" fmla="*/ 5010056 h 6858000"/>
              <a:gd name="connsiteX162" fmla="*/ 2879408 w 7467600"/>
              <a:gd name="connsiteY162" fmla="*/ 5031590 h 6858000"/>
              <a:gd name="connsiteX163" fmla="*/ 2862295 w 7467600"/>
              <a:gd name="connsiteY163" fmla="*/ 5022958 h 6858000"/>
              <a:gd name="connsiteX164" fmla="*/ 2813343 w 7467600"/>
              <a:gd name="connsiteY164" fmla="*/ 4998369 h 6858000"/>
              <a:gd name="connsiteX165" fmla="*/ 2646245 w 7467600"/>
              <a:gd name="connsiteY165" fmla="*/ 4930999 h 6858000"/>
              <a:gd name="connsiteX166" fmla="*/ 1999243 w 7467600"/>
              <a:gd name="connsiteY166" fmla="*/ 4730524 h 6858000"/>
              <a:gd name="connsiteX167" fmla="*/ 1979527 w 7467600"/>
              <a:gd name="connsiteY167" fmla="*/ 4726651 h 6858000"/>
              <a:gd name="connsiteX168" fmla="*/ 1927410 w 7467600"/>
              <a:gd name="connsiteY168" fmla="*/ 4716164 h 6858000"/>
              <a:gd name="connsiteX169" fmla="*/ 1997014 w 7467600"/>
              <a:gd name="connsiteY169" fmla="*/ 4698007 h 6858000"/>
              <a:gd name="connsiteX170" fmla="*/ 2005458 w 7467600"/>
              <a:gd name="connsiteY170" fmla="*/ 4699540 h 6858000"/>
              <a:gd name="connsiteX171" fmla="*/ 2657186 w 7467600"/>
              <a:gd name="connsiteY171" fmla="*/ 4901687 h 6858000"/>
              <a:gd name="connsiteX172" fmla="*/ 2826662 w 7467600"/>
              <a:gd name="connsiteY172" fmla="*/ 4970362 h 6858000"/>
              <a:gd name="connsiteX173" fmla="*/ 2876100 w 7467600"/>
              <a:gd name="connsiteY173" fmla="*/ 4995397 h 6858000"/>
              <a:gd name="connsiteX174" fmla="*/ 3042600 w 7467600"/>
              <a:gd name="connsiteY174" fmla="*/ 5059532 h 6858000"/>
              <a:gd name="connsiteX175" fmla="*/ 1997014 w 7467600"/>
              <a:gd name="connsiteY175" fmla="*/ 4698007 h 6858000"/>
              <a:gd name="connsiteX176" fmla="*/ 2305292 w 7467600"/>
              <a:gd name="connsiteY176" fmla="*/ 4219492 h 6858000"/>
              <a:gd name="connsiteX177" fmla="*/ 3360922 w 7467600"/>
              <a:gd name="connsiteY177" fmla="*/ 4529373 h 6858000"/>
              <a:gd name="connsiteX178" fmla="*/ 3492420 w 7467600"/>
              <a:gd name="connsiteY178" fmla="*/ 4510145 h 6858000"/>
              <a:gd name="connsiteX179" fmla="*/ 3364086 w 7467600"/>
              <a:gd name="connsiteY179" fmla="*/ 4480340 h 6858000"/>
              <a:gd name="connsiteX180" fmla="*/ 3225818 w 7467600"/>
              <a:gd name="connsiteY180" fmla="*/ 4411822 h 6858000"/>
              <a:gd name="connsiteX181" fmla="*/ 3129696 w 7467600"/>
              <a:gd name="connsiteY181" fmla="*/ 4360704 h 6858000"/>
              <a:gd name="connsiteX182" fmla="*/ 2814545 w 7467600"/>
              <a:gd name="connsiteY182" fmla="*/ 4282955 h 6858000"/>
              <a:gd name="connsiteX183" fmla="*/ 2305292 w 7467600"/>
              <a:gd name="connsiteY183" fmla="*/ 4219492 h 6858000"/>
              <a:gd name="connsiteX184" fmla="*/ 2626982 w 7467600"/>
              <a:gd name="connsiteY184" fmla="*/ 4206450 h 6858000"/>
              <a:gd name="connsiteX185" fmla="*/ 2490617 w 7467600"/>
              <a:gd name="connsiteY185" fmla="*/ 4206951 h 6858000"/>
              <a:gd name="connsiteX186" fmla="*/ 2819869 w 7467600"/>
              <a:gd name="connsiteY186" fmla="*/ 4252936 h 6858000"/>
              <a:gd name="connsiteX187" fmla="*/ 3143018 w 7467600"/>
              <a:gd name="connsiteY187" fmla="*/ 4332698 h 6858000"/>
              <a:gd name="connsiteX188" fmla="*/ 3241520 w 7467600"/>
              <a:gd name="connsiteY188" fmla="*/ 4385112 h 6858000"/>
              <a:gd name="connsiteX189" fmla="*/ 3374575 w 7467600"/>
              <a:gd name="connsiteY189" fmla="*/ 4451517 h 6858000"/>
              <a:gd name="connsiteX190" fmla="*/ 3505221 w 7467600"/>
              <a:gd name="connsiteY190" fmla="*/ 4480757 h 6858000"/>
              <a:gd name="connsiteX191" fmla="*/ 2626982 w 7467600"/>
              <a:gd name="connsiteY191" fmla="*/ 4206450 h 6858000"/>
              <a:gd name="connsiteX192" fmla="*/ 1310106 w 7467600"/>
              <a:gd name="connsiteY192" fmla="*/ 3943217 h 6858000"/>
              <a:gd name="connsiteX193" fmla="*/ 854994 w 7467600"/>
              <a:gd name="connsiteY193" fmla="*/ 4399136 h 6858000"/>
              <a:gd name="connsiteX194" fmla="*/ 742462 w 7467600"/>
              <a:gd name="connsiteY194" fmla="*/ 4594648 h 6858000"/>
              <a:gd name="connsiteX195" fmla="*/ 820602 w 7467600"/>
              <a:gd name="connsiteY195" fmla="*/ 4485915 h 6858000"/>
              <a:gd name="connsiteX196" fmla="*/ 878295 w 7467600"/>
              <a:gd name="connsiteY196" fmla="*/ 4403594 h 6858000"/>
              <a:gd name="connsiteX197" fmla="*/ 1240607 w 7467600"/>
              <a:gd name="connsiteY197" fmla="*/ 4010401 h 6858000"/>
              <a:gd name="connsiteX198" fmla="*/ 1310106 w 7467600"/>
              <a:gd name="connsiteY198" fmla="*/ 3943217 h 6858000"/>
              <a:gd name="connsiteX199" fmla="*/ 1423113 w 7467600"/>
              <a:gd name="connsiteY199" fmla="*/ 3874565 h 6858000"/>
              <a:gd name="connsiteX200" fmla="*/ 1260565 w 7467600"/>
              <a:gd name="connsiteY200" fmla="*/ 4031982 h 6858000"/>
              <a:gd name="connsiteX201" fmla="*/ 901900 w 7467600"/>
              <a:gd name="connsiteY201" fmla="*/ 4421236 h 6858000"/>
              <a:gd name="connsiteX202" fmla="*/ 845044 w 7467600"/>
              <a:gd name="connsiteY202" fmla="*/ 4502436 h 6858000"/>
              <a:gd name="connsiteX203" fmla="*/ 685926 w 7467600"/>
              <a:gd name="connsiteY203" fmla="*/ 4703069 h 6858000"/>
              <a:gd name="connsiteX204" fmla="*/ 684248 w 7467600"/>
              <a:gd name="connsiteY204" fmla="*/ 4706721 h 6858000"/>
              <a:gd name="connsiteX205" fmla="*/ 1423113 w 7467600"/>
              <a:gd name="connsiteY205" fmla="*/ 3874565 h 6858000"/>
              <a:gd name="connsiteX206" fmla="*/ 3316479 w 7467600"/>
              <a:gd name="connsiteY206" fmla="*/ 3872136 h 6858000"/>
              <a:gd name="connsiteX207" fmla="*/ 3546806 w 7467600"/>
              <a:gd name="connsiteY207" fmla="*/ 4356139 h 6858000"/>
              <a:gd name="connsiteX208" fmla="*/ 3364433 w 7467600"/>
              <a:gd name="connsiteY208" fmla="*/ 3953121 h 6858000"/>
              <a:gd name="connsiteX209" fmla="*/ 3316479 w 7467600"/>
              <a:gd name="connsiteY209" fmla="*/ 3872136 h 6858000"/>
              <a:gd name="connsiteX210" fmla="*/ 3291335 w 7467600"/>
              <a:gd name="connsiteY210" fmla="*/ 3767420 h 6858000"/>
              <a:gd name="connsiteX211" fmla="*/ 3390805 w 7467600"/>
              <a:gd name="connsiteY211" fmla="*/ 3937163 h 6858000"/>
              <a:gd name="connsiteX212" fmla="*/ 3579062 w 7467600"/>
              <a:gd name="connsiteY212" fmla="*/ 4359040 h 6858000"/>
              <a:gd name="connsiteX213" fmla="*/ 3467355 w 7467600"/>
              <a:gd name="connsiteY213" fmla="*/ 3988130 h 6858000"/>
              <a:gd name="connsiteX214" fmla="*/ 3310753 w 7467600"/>
              <a:gd name="connsiteY214" fmla="*/ 3787140 h 6858000"/>
              <a:gd name="connsiteX215" fmla="*/ 3291335 w 7467600"/>
              <a:gd name="connsiteY215" fmla="*/ 3767420 h 6858000"/>
              <a:gd name="connsiteX216" fmla="*/ 1635889 w 7467600"/>
              <a:gd name="connsiteY216" fmla="*/ 3709494 h 6858000"/>
              <a:gd name="connsiteX217" fmla="*/ 1634800 w 7467600"/>
              <a:gd name="connsiteY217" fmla="*/ 3731111 h 6858000"/>
              <a:gd name="connsiteX218" fmla="*/ 1635889 w 7467600"/>
              <a:gd name="connsiteY218" fmla="*/ 3709494 h 6858000"/>
              <a:gd name="connsiteX219" fmla="*/ 1510397 w 7467600"/>
              <a:gd name="connsiteY219" fmla="*/ 3684705 h 6858000"/>
              <a:gd name="connsiteX220" fmla="*/ 1146550 w 7467600"/>
              <a:gd name="connsiteY220" fmla="*/ 3802012 h 6858000"/>
              <a:gd name="connsiteX221" fmla="*/ 698834 w 7467600"/>
              <a:gd name="connsiteY221" fmla="*/ 3952272 h 6858000"/>
              <a:gd name="connsiteX222" fmla="*/ 34256 w 7467600"/>
              <a:gd name="connsiteY222" fmla="*/ 4347603 h 6858000"/>
              <a:gd name="connsiteX223" fmla="*/ 527241 w 7467600"/>
              <a:gd name="connsiteY223" fmla="*/ 4065078 h 6858000"/>
              <a:gd name="connsiteX224" fmla="*/ 1510397 w 7467600"/>
              <a:gd name="connsiteY224" fmla="*/ 3684705 h 6858000"/>
              <a:gd name="connsiteX225" fmla="*/ 1313114 w 7467600"/>
              <a:gd name="connsiteY225" fmla="*/ 3655216 h 6858000"/>
              <a:gd name="connsiteX226" fmla="*/ 1109304 w 7467600"/>
              <a:gd name="connsiteY226" fmla="*/ 3669030 h 6858000"/>
              <a:gd name="connsiteX227" fmla="*/ 8129 w 7467600"/>
              <a:gd name="connsiteY227" fmla="*/ 4330519 h 6858000"/>
              <a:gd name="connsiteX228" fmla="*/ 687572 w 7467600"/>
              <a:gd name="connsiteY228" fmla="*/ 3925629 h 6858000"/>
              <a:gd name="connsiteX229" fmla="*/ 1138365 w 7467600"/>
              <a:gd name="connsiteY229" fmla="*/ 3774515 h 6858000"/>
              <a:gd name="connsiteX230" fmla="*/ 1505579 w 7467600"/>
              <a:gd name="connsiteY230" fmla="*/ 3655526 h 6858000"/>
              <a:gd name="connsiteX231" fmla="*/ 1313114 w 7467600"/>
              <a:gd name="connsiteY231" fmla="*/ 3655216 h 6858000"/>
              <a:gd name="connsiteX232" fmla="*/ 3655073 w 7467600"/>
              <a:gd name="connsiteY232" fmla="*/ 3650884 h 6858000"/>
              <a:gd name="connsiteX233" fmla="*/ 3989938 w 7467600"/>
              <a:gd name="connsiteY233" fmla="*/ 3991685 h 6858000"/>
              <a:gd name="connsiteX234" fmla="*/ 4393907 w 7467600"/>
              <a:gd name="connsiteY234" fmla="*/ 4261258 h 6858000"/>
              <a:gd name="connsiteX235" fmla="*/ 4648051 w 7467600"/>
              <a:gd name="connsiteY235" fmla="*/ 4374051 h 6858000"/>
              <a:gd name="connsiteX236" fmla="*/ 4383389 w 7467600"/>
              <a:gd name="connsiteY236" fmla="*/ 4184369 h 6858000"/>
              <a:gd name="connsiteX237" fmla="*/ 4165508 w 7467600"/>
              <a:gd name="connsiteY237" fmla="*/ 4035196 h 6858000"/>
              <a:gd name="connsiteX238" fmla="*/ 4068162 w 7467600"/>
              <a:gd name="connsiteY238" fmla="*/ 3953394 h 6858000"/>
              <a:gd name="connsiteX239" fmla="*/ 3981416 w 7467600"/>
              <a:gd name="connsiteY239" fmla="*/ 3880482 h 6858000"/>
              <a:gd name="connsiteX240" fmla="*/ 3800147 w 7467600"/>
              <a:gd name="connsiteY240" fmla="*/ 3749872 h 6858000"/>
              <a:gd name="connsiteX241" fmla="*/ 3655073 w 7467600"/>
              <a:gd name="connsiteY241" fmla="*/ 3650884 h 6858000"/>
              <a:gd name="connsiteX242" fmla="*/ 3670252 w 7467600"/>
              <a:gd name="connsiteY242" fmla="*/ 3622798 h 6858000"/>
              <a:gd name="connsiteX243" fmla="*/ 3817258 w 7467600"/>
              <a:gd name="connsiteY243" fmla="*/ 3723577 h 6858000"/>
              <a:gd name="connsiteX244" fmla="*/ 4000461 w 7467600"/>
              <a:gd name="connsiteY244" fmla="*/ 3855966 h 6858000"/>
              <a:gd name="connsiteX245" fmla="*/ 4088180 w 7467600"/>
              <a:gd name="connsiteY245" fmla="*/ 3929774 h 6858000"/>
              <a:gd name="connsiteX246" fmla="*/ 4184555 w 7467600"/>
              <a:gd name="connsiteY246" fmla="*/ 4010683 h 6858000"/>
              <a:gd name="connsiteX247" fmla="*/ 4399563 w 7467600"/>
              <a:gd name="connsiteY247" fmla="*/ 4158106 h 6858000"/>
              <a:gd name="connsiteX248" fmla="*/ 4684469 w 7467600"/>
              <a:gd name="connsiteY248" fmla="*/ 4364680 h 6858000"/>
              <a:gd name="connsiteX249" fmla="*/ 4690271 w 7467600"/>
              <a:gd name="connsiteY249" fmla="*/ 4370034 h 6858000"/>
              <a:gd name="connsiteX250" fmla="*/ 4136093 w 7467600"/>
              <a:gd name="connsiteY250" fmla="*/ 3858466 h 6858000"/>
              <a:gd name="connsiteX251" fmla="*/ 3670252 w 7467600"/>
              <a:gd name="connsiteY251" fmla="*/ 3622798 h 6858000"/>
              <a:gd name="connsiteX252" fmla="*/ 4440129 w 7467600"/>
              <a:gd name="connsiteY252" fmla="*/ 3448571 h 6858000"/>
              <a:gd name="connsiteX253" fmla="*/ 4856525 w 7467600"/>
              <a:gd name="connsiteY253" fmla="*/ 3915351 h 6858000"/>
              <a:gd name="connsiteX254" fmla="*/ 5059055 w 7467600"/>
              <a:gd name="connsiteY254" fmla="*/ 4108918 h 6858000"/>
              <a:gd name="connsiteX255" fmla="*/ 5290070 w 7467600"/>
              <a:gd name="connsiteY255" fmla="*/ 4263619 h 6858000"/>
              <a:gd name="connsiteX256" fmla="*/ 4834991 w 7467600"/>
              <a:gd name="connsiteY256" fmla="*/ 3830985 h 6858000"/>
              <a:gd name="connsiteX257" fmla="*/ 4440129 w 7467600"/>
              <a:gd name="connsiteY257" fmla="*/ 3448571 h 6858000"/>
              <a:gd name="connsiteX258" fmla="*/ 4441737 w 7467600"/>
              <a:gd name="connsiteY258" fmla="*/ 3399734 h 6858000"/>
              <a:gd name="connsiteX259" fmla="*/ 4431236 w 7467600"/>
              <a:gd name="connsiteY259" fmla="*/ 3400954 h 6858000"/>
              <a:gd name="connsiteX260" fmla="*/ 4557150 w 7467600"/>
              <a:gd name="connsiteY260" fmla="*/ 3510023 h 6858000"/>
              <a:gd name="connsiteX261" fmla="*/ 4856936 w 7467600"/>
              <a:gd name="connsiteY261" fmla="*/ 3809146 h 6858000"/>
              <a:gd name="connsiteX262" fmla="*/ 5111996 w 7467600"/>
              <a:gd name="connsiteY262" fmla="*/ 4065759 h 6858000"/>
              <a:gd name="connsiteX263" fmla="*/ 5388878 w 7467600"/>
              <a:gd name="connsiteY263" fmla="*/ 4300185 h 6858000"/>
              <a:gd name="connsiteX264" fmla="*/ 5425556 w 7467600"/>
              <a:gd name="connsiteY264" fmla="*/ 4308967 h 6858000"/>
              <a:gd name="connsiteX265" fmla="*/ 4943646 w 7467600"/>
              <a:gd name="connsiteY265" fmla="*/ 3822916 h 6858000"/>
              <a:gd name="connsiteX266" fmla="*/ 4594837 w 7467600"/>
              <a:gd name="connsiteY266" fmla="*/ 3532274 h 6858000"/>
              <a:gd name="connsiteX267" fmla="*/ 4441737 w 7467600"/>
              <a:gd name="connsiteY267" fmla="*/ 3399734 h 6858000"/>
              <a:gd name="connsiteX268" fmla="*/ 5425834 w 7467600"/>
              <a:gd name="connsiteY268" fmla="*/ 3162785 h 6858000"/>
              <a:gd name="connsiteX269" fmla="*/ 5401644 w 7467600"/>
              <a:gd name="connsiteY269" fmla="*/ 3617847 h 6858000"/>
              <a:gd name="connsiteX270" fmla="*/ 5467256 w 7467600"/>
              <a:gd name="connsiteY270" fmla="*/ 4175494 h 6858000"/>
              <a:gd name="connsiteX271" fmla="*/ 5448069 w 7467600"/>
              <a:gd name="connsiteY271" fmla="*/ 3567554 h 6858000"/>
              <a:gd name="connsiteX272" fmla="*/ 5425834 w 7467600"/>
              <a:gd name="connsiteY272" fmla="*/ 3162785 h 6858000"/>
              <a:gd name="connsiteX273" fmla="*/ 1318687 w 7467600"/>
              <a:gd name="connsiteY273" fmla="*/ 3113840 h 6858000"/>
              <a:gd name="connsiteX274" fmla="*/ 1066793 w 7467600"/>
              <a:gd name="connsiteY274" fmla="*/ 3212171 h 6858000"/>
              <a:gd name="connsiteX275" fmla="*/ 993319 w 7467600"/>
              <a:gd name="connsiteY275" fmla="*/ 3247648 h 6858000"/>
              <a:gd name="connsiteX276" fmla="*/ 853081 w 7467600"/>
              <a:gd name="connsiteY276" fmla="*/ 3312410 h 6858000"/>
              <a:gd name="connsiteX277" fmla="*/ 805957 w 7467600"/>
              <a:gd name="connsiteY277" fmla="*/ 3330443 h 6858000"/>
              <a:gd name="connsiteX278" fmla="*/ 1318687 w 7467600"/>
              <a:gd name="connsiteY278" fmla="*/ 3113840 h 6858000"/>
              <a:gd name="connsiteX279" fmla="*/ 5453702 w 7467600"/>
              <a:gd name="connsiteY279" fmla="*/ 3090882 h 6858000"/>
              <a:gd name="connsiteX280" fmla="*/ 5480135 w 7467600"/>
              <a:gd name="connsiteY280" fmla="*/ 3565802 h 6858000"/>
              <a:gd name="connsiteX281" fmla="*/ 5499023 w 7467600"/>
              <a:gd name="connsiteY281" fmla="*/ 4166310 h 6858000"/>
              <a:gd name="connsiteX282" fmla="*/ 5547022 w 7467600"/>
              <a:gd name="connsiteY282" fmla="*/ 3607838 h 6858000"/>
              <a:gd name="connsiteX283" fmla="*/ 5515964 w 7467600"/>
              <a:gd name="connsiteY283" fmla="*/ 3378541 h 6858000"/>
              <a:gd name="connsiteX284" fmla="*/ 5453702 w 7467600"/>
              <a:gd name="connsiteY284" fmla="*/ 3090882 h 6858000"/>
              <a:gd name="connsiteX285" fmla="*/ 1238695 w 7467600"/>
              <a:gd name="connsiteY285" fmla="*/ 3076820 h 6858000"/>
              <a:gd name="connsiteX286" fmla="*/ 716371 w 7467600"/>
              <a:gd name="connsiteY286" fmla="*/ 3293249 h 6858000"/>
              <a:gd name="connsiteX287" fmla="*/ 579522 w 7467600"/>
              <a:gd name="connsiteY287" fmla="*/ 3371759 h 6858000"/>
              <a:gd name="connsiteX288" fmla="*/ 600288 w 7467600"/>
              <a:gd name="connsiteY288" fmla="*/ 3365555 h 6858000"/>
              <a:gd name="connsiteX289" fmla="*/ 840692 w 7467600"/>
              <a:gd name="connsiteY289" fmla="*/ 3284921 h 6858000"/>
              <a:gd name="connsiteX290" fmla="*/ 979248 w 7467600"/>
              <a:gd name="connsiteY290" fmla="*/ 3221003 h 6858000"/>
              <a:gd name="connsiteX291" fmla="*/ 1053282 w 7467600"/>
              <a:gd name="connsiteY291" fmla="*/ 3185247 h 6858000"/>
              <a:gd name="connsiteX292" fmla="*/ 1320603 w 7467600"/>
              <a:gd name="connsiteY292" fmla="*/ 3081281 h 6858000"/>
              <a:gd name="connsiteX293" fmla="*/ 1238695 w 7467600"/>
              <a:gd name="connsiteY293" fmla="*/ 3076820 h 6858000"/>
              <a:gd name="connsiteX294" fmla="*/ 5425627 w 7467600"/>
              <a:gd name="connsiteY294" fmla="*/ 2954192 h 6858000"/>
              <a:gd name="connsiteX295" fmla="*/ 5470770 w 7467600"/>
              <a:gd name="connsiteY295" fmla="*/ 3005435 h 6858000"/>
              <a:gd name="connsiteX296" fmla="*/ 5519779 w 7467600"/>
              <a:gd name="connsiteY296" fmla="*/ 4359223 h 6858000"/>
              <a:gd name="connsiteX297" fmla="*/ 5520293 w 7467600"/>
              <a:gd name="connsiteY297" fmla="*/ 4360602 h 6858000"/>
              <a:gd name="connsiteX298" fmla="*/ 5767221 w 7467600"/>
              <a:gd name="connsiteY298" fmla="*/ 4665564 h 6858000"/>
              <a:gd name="connsiteX299" fmla="*/ 6937169 w 7467600"/>
              <a:gd name="connsiteY299" fmla="*/ 4815941 h 6858000"/>
              <a:gd name="connsiteX300" fmla="*/ 6953922 w 7467600"/>
              <a:gd name="connsiteY300" fmla="*/ 4890068 h 6858000"/>
              <a:gd name="connsiteX301" fmla="*/ 6071359 w 7467600"/>
              <a:gd name="connsiteY301" fmla="*/ 4770770 h 6858000"/>
              <a:gd name="connsiteX302" fmla="*/ 6038839 w 7467600"/>
              <a:gd name="connsiteY302" fmla="*/ 4764474 h 6858000"/>
              <a:gd name="connsiteX303" fmla="*/ 6038706 w 7467600"/>
              <a:gd name="connsiteY303" fmla="*/ 4763847 h 6858000"/>
              <a:gd name="connsiteX304" fmla="*/ 6037784 w 7467600"/>
              <a:gd name="connsiteY304" fmla="*/ 4764270 h 6858000"/>
              <a:gd name="connsiteX305" fmla="*/ 6038839 w 7467600"/>
              <a:gd name="connsiteY305" fmla="*/ 4764474 h 6858000"/>
              <a:gd name="connsiteX306" fmla="*/ 6040338 w 7467600"/>
              <a:gd name="connsiteY306" fmla="*/ 4771418 h 6858000"/>
              <a:gd name="connsiteX307" fmla="*/ 6024488 w 7467600"/>
              <a:gd name="connsiteY307" fmla="*/ 4809903 h 6858000"/>
              <a:gd name="connsiteX308" fmla="*/ 5599771 w 7467600"/>
              <a:gd name="connsiteY308" fmla="*/ 5509652 h 6858000"/>
              <a:gd name="connsiteX309" fmla="*/ 5548843 w 7467600"/>
              <a:gd name="connsiteY309" fmla="*/ 5563845 h 6858000"/>
              <a:gd name="connsiteX310" fmla="*/ 5940952 w 7467600"/>
              <a:gd name="connsiteY310" fmla="*/ 6250028 h 6858000"/>
              <a:gd name="connsiteX311" fmla="*/ 6043441 w 7467600"/>
              <a:gd name="connsiteY311" fmla="*/ 6665847 h 6858000"/>
              <a:gd name="connsiteX312" fmla="*/ 6093432 w 7467600"/>
              <a:gd name="connsiteY312" fmla="*/ 6858000 h 6858000"/>
              <a:gd name="connsiteX313" fmla="*/ 6034344 w 7467600"/>
              <a:gd name="connsiteY313" fmla="*/ 6858000 h 6858000"/>
              <a:gd name="connsiteX314" fmla="*/ 6026679 w 7467600"/>
              <a:gd name="connsiteY314" fmla="*/ 6836959 h 6858000"/>
              <a:gd name="connsiteX315" fmla="*/ 5800441 w 7467600"/>
              <a:gd name="connsiteY315" fmla="*/ 6335286 h 6858000"/>
              <a:gd name="connsiteX316" fmla="*/ 5526562 w 7467600"/>
              <a:gd name="connsiteY316" fmla="*/ 5705388 h 6858000"/>
              <a:gd name="connsiteX317" fmla="*/ 5519640 w 7467600"/>
              <a:gd name="connsiteY317" fmla="*/ 5683774 h 6858000"/>
              <a:gd name="connsiteX318" fmla="*/ 5844559 w 7467600"/>
              <a:gd name="connsiteY318" fmla="*/ 6553349 h 6858000"/>
              <a:gd name="connsiteX319" fmla="*/ 5975994 w 7467600"/>
              <a:gd name="connsiteY319" fmla="*/ 6858000 h 6858000"/>
              <a:gd name="connsiteX320" fmla="*/ 5898547 w 7467600"/>
              <a:gd name="connsiteY320" fmla="*/ 6858000 h 6858000"/>
              <a:gd name="connsiteX321" fmla="*/ 5682041 w 7467600"/>
              <a:gd name="connsiteY321" fmla="*/ 6355860 h 6858000"/>
              <a:gd name="connsiteX322" fmla="*/ 5461758 w 7467600"/>
              <a:gd name="connsiteY322" fmla="*/ 5820220 h 6858000"/>
              <a:gd name="connsiteX323" fmla="*/ 5237282 w 7467600"/>
              <a:gd name="connsiteY323" fmla="*/ 6579086 h 6858000"/>
              <a:gd name="connsiteX324" fmla="*/ 5115009 w 7467600"/>
              <a:gd name="connsiteY324" fmla="*/ 6858000 h 6858000"/>
              <a:gd name="connsiteX325" fmla="*/ 5028074 w 7467600"/>
              <a:gd name="connsiteY325" fmla="*/ 6858000 h 6858000"/>
              <a:gd name="connsiteX326" fmla="*/ 5079508 w 7467600"/>
              <a:gd name="connsiteY326" fmla="*/ 6749074 h 6858000"/>
              <a:gd name="connsiteX327" fmla="*/ 5371846 w 7467600"/>
              <a:gd name="connsiteY327" fmla="*/ 5924413 h 6858000"/>
              <a:gd name="connsiteX328" fmla="*/ 5270512 w 7467600"/>
              <a:gd name="connsiteY328" fmla="*/ 6138975 h 6858000"/>
              <a:gd name="connsiteX329" fmla="*/ 5062409 w 7467600"/>
              <a:gd name="connsiteY329" fmla="*/ 6653544 h 6858000"/>
              <a:gd name="connsiteX330" fmla="*/ 5036628 w 7467600"/>
              <a:gd name="connsiteY330" fmla="*/ 6754247 h 6858000"/>
              <a:gd name="connsiteX331" fmla="*/ 5009112 w 7467600"/>
              <a:gd name="connsiteY331" fmla="*/ 6858000 h 6858000"/>
              <a:gd name="connsiteX332" fmla="*/ 4976679 w 7467600"/>
              <a:gd name="connsiteY332" fmla="*/ 6858000 h 6858000"/>
              <a:gd name="connsiteX333" fmla="*/ 5006537 w 7467600"/>
              <a:gd name="connsiteY333" fmla="*/ 6747068 h 6858000"/>
              <a:gd name="connsiteX334" fmla="*/ 5032723 w 7467600"/>
              <a:gd name="connsiteY334" fmla="*/ 6644957 h 6858000"/>
              <a:gd name="connsiteX335" fmla="*/ 5242949 w 7467600"/>
              <a:gd name="connsiteY335" fmla="*/ 6125175 h 6858000"/>
              <a:gd name="connsiteX336" fmla="*/ 5286321 w 7467600"/>
              <a:gd name="connsiteY336" fmla="*/ 6033555 h 6858000"/>
              <a:gd name="connsiteX337" fmla="*/ 5008210 w 7467600"/>
              <a:gd name="connsiteY337" fmla="*/ 6649194 h 6858000"/>
              <a:gd name="connsiteX338" fmla="*/ 4986321 w 7467600"/>
              <a:gd name="connsiteY338" fmla="*/ 6765687 h 6858000"/>
              <a:gd name="connsiteX339" fmla="*/ 4973474 w 7467600"/>
              <a:gd name="connsiteY339" fmla="*/ 6858000 h 6858000"/>
              <a:gd name="connsiteX340" fmla="*/ 4907178 w 7467600"/>
              <a:gd name="connsiteY340" fmla="*/ 6858000 h 6858000"/>
              <a:gd name="connsiteX341" fmla="*/ 4910810 w 7467600"/>
              <a:gd name="connsiteY341" fmla="*/ 6829660 h 6858000"/>
              <a:gd name="connsiteX342" fmla="*/ 4987461 w 7467600"/>
              <a:gd name="connsiteY342" fmla="*/ 6432994 h 6858000"/>
              <a:gd name="connsiteX343" fmla="*/ 5179262 w 7467600"/>
              <a:gd name="connsiteY343" fmla="*/ 6035044 h 6858000"/>
              <a:gd name="connsiteX344" fmla="*/ 4689678 w 7467600"/>
              <a:gd name="connsiteY344" fmla="*/ 6440241 h 6858000"/>
              <a:gd name="connsiteX345" fmla="*/ 4477543 w 7467600"/>
              <a:gd name="connsiteY345" fmla="*/ 6674836 h 6858000"/>
              <a:gd name="connsiteX346" fmla="*/ 4329957 w 7467600"/>
              <a:gd name="connsiteY346" fmla="*/ 6858000 h 6858000"/>
              <a:gd name="connsiteX347" fmla="*/ 4218595 w 7467600"/>
              <a:gd name="connsiteY347" fmla="*/ 6858000 h 6858000"/>
              <a:gd name="connsiteX348" fmla="*/ 4368888 w 7467600"/>
              <a:gd name="connsiteY348" fmla="*/ 6668412 h 6858000"/>
              <a:gd name="connsiteX349" fmla="*/ 4563091 w 7467600"/>
              <a:gd name="connsiteY349" fmla="*/ 6442508 h 6858000"/>
              <a:gd name="connsiteX350" fmla="*/ 5387324 w 7467600"/>
              <a:gd name="connsiteY350" fmla="*/ 5705830 h 6858000"/>
              <a:gd name="connsiteX351" fmla="*/ 5073620 w 7467600"/>
              <a:gd name="connsiteY351" fmla="*/ 5955437 h 6858000"/>
              <a:gd name="connsiteX352" fmla="*/ 4689789 w 7467600"/>
              <a:gd name="connsiteY352" fmla="*/ 6268382 h 6858000"/>
              <a:gd name="connsiteX353" fmla="*/ 4418722 w 7467600"/>
              <a:gd name="connsiteY353" fmla="*/ 6570886 h 6858000"/>
              <a:gd name="connsiteX354" fmla="*/ 4214944 w 7467600"/>
              <a:gd name="connsiteY354" fmla="*/ 6858000 h 6858000"/>
              <a:gd name="connsiteX355" fmla="*/ 4177898 w 7467600"/>
              <a:gd name="connsiteY355" fmla="*/ 6858000 h 6858000"/>
              <a:gd name="connsiteX356" fmla="*/ 4391597 w 7467600"/>
              <a:gd name="connsiteY356" fmla="*/ 6556370 h 6858000"/>
              <a:gd name="connsiteX357" fmla="*/ 4668889 w 7467600"/>
              <a:gd name="connsiteY357" fmla="*/ 6246399 h 6858000"/>
              <a:gd name="connsiteX358" fmla="*/ 5055427 w 7467600"/>
              <a:gd name="connsiteY358" fmla="*/ 5931476 h 6858000"/>
              <a:gd name="connsiteX359" fmla="*/ 5371814 w 7467600"/>
              <a:gd name="connsiteY359" fmla="*/ 5678975 h 6858000"/>
              <a:gd name="connsiteX360" fmla="*/ 4987918 w 7467600"/>
              <a:gd name="connsiteY360" fmla="*/ 5838701 h 6858000"/>
              <a:gd name="connsiteX361" fmla="*/ 4317146 w 7467600"/>
              <a:gd name="connsiteY361" fmla="*/ 6587716 h 6858000"/>
              <a:gd name="connsiteX362" fmla="*/ 4171627 w 7467600"/>
              <a:gd name="connsiteY362" fmla="*/ 6858000 h 6858000"/>
              <a:gd name="connsiteX363" fmla="*/ 4081585 w 7467600"/>
              <a:gd name="connsiteY363" fmla="*/ 6858000 h 6858000"/>
              <a:gd name="connsiteX364" fmla="*/ 4238603 w 7467600"/>
              <a:gd name="connsiteY364" fmla="*/ 6559341 h 6858000"/>
              <a:gd name="connsiteX365" fmla="*/ 4778333 w 7467600"/>
              <a:gd name="connsiteY365" fmla="*/ 5873626 h 6858000"/>
              <a:gd name="connsiteX366" fmla="*/ 5414185 w 7467600"/>
              <a:gd name="connsiteY366" fmla="*/ 5573882 h 6858000"/>
              <a:gd name="connsiteX367" fmla="*/ 5959648 w 7467600"/>
              <a:gd name="connsiteY367" fmla="*/ 4760797 h 6858000"/>
              <a:gd name="connsiteX368" fmla="*/ 5355019 w 7467600"/>
              <a:gd name="connsiteY368" fmla="*/ 4734672 h 6858000"/>
              <a:gd name="connsiteX369" fmla="*/ 5083565 w 7467600"/>
              <a:gd name="connsiteY369" fmla="*/ 5179121 h 6858000"/>
              <a:gd name="connsiteX370" fmla="*/ 4713577 w 7467600"/>
              <a:gd name="connsiteY370" fmla="*/ 5616803 h 6858000"/>
              <a:gd name="connsiteX371" fmla="*/ 3989559 w 7467600"/>
              <a:gd name="connsiteY371" fmla="*/ 6145945 h 6858000"/>
              <a:gd name="connsiteX372" fmla="*/ 3939824 w 7467600"/>
              <a:gd name="connsiteY372" fmla="*/ 6066900 h 6858000"/>
              <a:gd name="connsiteX373" fmla="*/ 4584537 w 7467600"/>
              <a:gd name="connsiteY373" fmla="*/ 5324826 h 6858000"/>
              <a:gd name="connsiteX374" fmla="*/ 5037105 w 7467600"/>
              <a:gd name="connsiteY374" fmla="*/ 5088765 h 6858000"/>
              <a:gd name="connsiteX375" fmla="*/ 5039930 w 7467600"/>
              <a:gd name="connsiteY375" fmla="*/ 5089585 h 6858000"/>
              <a:gd name="connsiteX376" fmla="*/ 5263764 w 7467600"/>
              <a:gd name="connsiteY376" fmla="*/ 4735525 h 6858000"/>
              <a:gd name="connsiteX377" fmla="*/ 4086300 w 7467600"/>
              <a:gd name="connsiteY377" fmla="*/ 4884599 h 6858000"/>
              <a:gd name="connsiteX378" fmla="*/ 4085485 w 7467600"/>
              <a:gd name="connsiteY378" fmla="*/ 4899070 h 6858000"/>
              <a:gd name="connsiteX379" fmla="*/ 3871915 w 7467600"/>
              <a:gd name="connsiteY379" fmla="*/ 5253645 h 6858000"/>
              <a:gd name="connsiteX380" fmla="*/ 3799374 w 7467600"/>
              <a:gd name="connsiteY380" fmla="*/ 5466127 h 6858000"/>
              <a:gd name="connsiteX381" fmla="*/ 3498850 w 7467600"/>
              <a:gd name="connsiteY381" fmla="*/ 6661888 h 6858000"/>
              <a:gd name="connsiteX382" fmla="*/ 3399216 w 7467600"/>
              <a:gd name="connsiteY382" fmla="*/ 6858000 h 6858000"/>
              <a:gd name="connsiteX383" fmla="*/ 3303688 w 7467600"/>
              <a:gd name="connsiteY383" fmla="*/ 6858000 h 6858000"/>
              <a:gd name="connsiteX384" fmla="*/ 3391774 w 7467600"/>
              <a:gd name="connsiteY384" fmla="*/ 6697181 h 6858000"/>
              <a:gd name="connsiteX385" fmla="*/ 3735540 w 7467600"/>
              <a:gd name="connsiteY385" fmla="*/ 5546923 h 6858000"/>
              <a:gd name="connsiteX386" fmla="*/ 3729438 w 7467600"/>
              <a:gd name="connsiteY386" fmla="*/ 5569058 h 6858000"/>
              <a:gd name="connsiteX387" fmla="*/ 3707782 w 7467600"/>
              <a:gd name="connsiteY387" fmla="*/ 5644908 h 6858000"/>
              <a:gd name="connsiteX388" fmla="*/ 3583827 w 7467600"/>
              <a:gd name="connsiteY388" fmla="*/ 6039215 h 6858000"/>
              <a:gd name="connsiteX389" fmla="*/ 3547861 w 7467600"/>
              <a:gd name="connsiteY389" fmla="*/ 6129609 h 6858000"/>
              <a:gd name="connsiteX390" fmla="*/ 3490905 w 7467600"/>
              <a:gd name="connsiteY390" fmla="*/ 6277660 h 6858000"/>
              <a:gd name="connsiteX391" fmla="*/ 3455859 w 7467600"/>
              <a:gd name="connsiteY391" fmla="*/ 6391301 h 6858000"/>
              <a:gd name="connsiteX392" fmla="*/ 3429112 w 7467600"/>
              <a:gd name="connsiteY392" fmla="*/ 6479469 h 6858000"/>
              <a:gd name="connsiteX393" fmla="*/ 3304862 w 7467600"/>
              <a:gd name="connsiteY393" fmla="*/ 6796476 h 6858000"/>
              <a:gd name="connsiteX394" fmla="*/ 3276071 w 7467600"/>
              <a:gd name="connsiteY394" fmla="*/ 6858000 h 6858000"/>
              <a:gd name="connsiteX395" fmla="*/ 3240805 w 7467600"/>
              <a:gd name="connsiteY395" fmla="*/ 6858000 h 6858000"/>
              <a:gd name="connsiteX396" fmla="*/ 3275917 w 7467600"/>
              <a:gd name="connsiteY396" fmla="*/ 6783192 h 6858000"/>
              <a:gd name="connsiteX397" fmla="*/ 3399358 w 7467600"/>
              <a:gd name="connsiteY397" fmla="*/ 6469011 h 6858000"/>
              <a:gd name="connsiteX398" fmla="*/ 3425650 w 7467600"/>
              <a:gd name="connsiteY398" fmla="*/ 6381333 h 6858000"/>
              <a:gd name="connsiteX399" fmla="*/ 3460661 w 7467600"/>
              <a:gd name="connsiteY399" fmla="*/ 6266763 h 6858000"/>
              <a:gd name="connsiteX400" fmla="*/ 3518021 w 7467600"/>
              <a:gd name="connsiteY400" fmla="*/ 6117298 h 6858000"/>
              <a:gd name="connsiteX401" fmla="*/ 3554035 w 7467600"/>
              <a:gd name="connsiteY401" fmla="*/ 6027832 h 6858000"/>
              <a:gd name="connsiteX402" fmla="*/ 3677174 w 7467600"/>
              <a:gd name="connsiteY402" fmla="*/ 5636351 h 6858000"/>
              <a:gd name="connsiteX403" fmla="*/ 3698819 w 7467600"/>
              <a:gd name="connsiteY403" fmla="*/ 5560503 h 6858000"/>
              <a:gd name="connsiteX404" fmla="*/ 3702094 w 7467600"/>
              <a:gd name="connsiteY404" fmla="*/ 5549194 h 6858000"/>
              <a:gd name="connsiteX405" fmla="*/ 3398355 w 7467600"/>
              <a:gd name="connsiteY405" fmla="*/ 6094603 h 6858000"/>
              <a:gd name="connsiteX406" fmla="*/ 3193941 w 7467600"/>
              <a:gd name="connsiteY406" fmla="*/ 6798775 h 6858000"/>
              <a:gd name="connsiteX407" fmla="*/ 3184140 w 7467600"/>
              <a:gd name="connsiteY407" fmla="*/ 6858000 h 6858000"/>
              <a:gd name="connsiteX408" fmla="*/ 3099978 w 7467600"/>
              <a:gd name="connsiteY408" fmla="*/ 6858000 h 6858000"/>
              <a:gd name="connsiteX409" fmla="*/ 3101556 w 7467600"/>
              <a:gd name="connsiteY409" fmla="*/ 6843337 h 6858000"/>
              <a:gd name="connsiteX410" fmla="*/ 3370162 w 7467600"/>
              <a:gd name="connsiteY410" fmla="*/ 5785550 h 6858000"/>
              <a:gd name="connsiteX411" fmla="*/ 3746477 w 7467600"/>
              <a:gd name="connsiteY411" fmla="*/ 5377889 h 6858000"/>
              <a:gd name="connsiteX412" fmla="*/ 3863399 w 7467600"/>
              <a:gd name="connsiteY412" fmla="*/ 5087257 h 6858000"/>
              <a:gd name="connsiteX413" fmla="*/ 3968712 w 7467600"/>
              <a:gd name="connsiteY413" fmla="*/ 4913989 h 6858000"/>
              <a:gd name="connsiteX414" fmla="*/ 2792390 w 7467600"/>
              <a:gd name="connsiteY414" fmla="*/ 5382974 h 6858000"/>
              <a:gd name="connsiteX415" fmla="*/ 2714982 w 7467600"/>
              <a:gd name="connsiteY415" fmla="*/ 5427051 h 6858000"/>
              <a:gd name="connsiteX416" fmla="*/ 2813361 w 7467600"/>
              <a:gd name="connsiteY416" fmla="*/ 6023912 h 6858000"/>
              <a:gd name="connsiteX417" fmla="*/ 2688430 w 7467600"/>
              <a:gd name="connsiteY417" fmla="*/ 6801564 h 6858000"/>
              <a:gd name="connsiteX418" fmla="*/ 2629626 w 7467600"/>
              <a:gd name="connsiteY418" fmla="*/ 6763394 h 6858000"/>
              <a:gd name="connsiteX419" fmla="*/ 2565328 w 7467600"/>
              <a:gd name="connsiteY419" fmla="*/ 5516399 h 6858000"/>
              <a:gd name="connsiteX420" fmla="*/ 1922999 w 7467600"/>
              <a:gd name="connsiteY420" fmla="*/ 5980343 h 6858000"/>
              <a:gd name="connsiteX421" fmla="*/ 1950261 w 7467600"/>
              <a:gd name="connsiteY421" fmla="*/ 6405858 h 6858000"/>
              <a:gd name="connsiteX422" fmla="*/ 2365554 w 7467600"/>
              <a:gd name="connsiteY422" fmla="*/ 6759107 h 6858000"/>
              <a:gd name="connsiteX423" fmla="*/ 2424142 w 7467600"/>
              <a:gd name="connsiteY423" fmla="*/ 6858000 h 6858000"/>
              <a:gd name="connsiteX424" fmla="*/ 2395994 w 7467600"/>
              <a:gd name="connsiteY424" fmla="*/ 6858000 h 6858000"/>
              <a:gd name="connsiteX425" fmla="*/ 2392863 w 7467600"/>
              <a:gd name="connsiteY425" fmla="*/ 6852964 h 6858000"/>
              <a:gd name="connsiteX426" fmla="*/ 2017589 w 7467600"/>
              <a:gd name="connsiteY426" fmla="*/ 6493982 h 6858000"/>
              <a:gd name="connsiteX427" fmla="*/ 2147336 w 7467600"/>
              <a:gd name="connsiteY427" fmla="*/ 6594052 h 6858000"/>
              <a:gd name="connsiteX428" fmla="*/ 2207047 w 7467600"/>
              <a:gd name="connsiteY428" fmla="*/ 6654540 h 6858000"/>
              <a:gd name="connsiteX429" fmla="*/ 2299106 w 7467600"/>
              <a:gd name="connsiteY429" fmla="*/ 6778931 h 6858000"/>
              <a:gd name="connsiteX430" fmla="*/ 2314430 w 7467600"/>
              <a:gd name="connsiteY430" fmla="*/ 6801144 h 6858000"/>
              <a:gd name="connsiteX431" fmla="*/ 2352406 w 7467600"/>
              <a:gd name="connsiteY431" fmla="*/ 6858000 h 6858000"/>
              <a:gd name="connsiteX432" fmla="*/ 2314492 w 7467600"/>
              <a:gd name="connsiteY432" fmla="*/ 6858000 h 6858000"/>
              <a:gd name="connsiteX433" fmla="*/ 2288095 w 7467600"/>
              <a:gd name="connsiteY433" fmla="*/ 6818030 h 6858000"/>
              <a:gd name="connsiteX434" fmla="*/ 2272768 w 7467600"/>
              <a:gd name="connsiteY434" fmla="*/ 6795822 h 6858000"/>
              <a:gd name="connsiteX435" fmla="*/ 2182715 w 7467600"/>
              <a:gd name="connsiteY435" fmla="*/ 6675071 h 6858000"/>
              <a:gd name="connsiteX436" fmla="*/ 2032061 w 7467600"/>
              <a:gd name="connsiteY436" fmla="*/ 6541380 h 6858000"/>
              <a:gd name="connsiteX437" fmla="*/ 2257220 w 7467600"/>
              <a:gd name="connsiteY437" fmla="*/ 6826257 h 6858000"/>
              <a:gd name="connsiteX438" fmla="*/ 2281324 w 7467600"/>
              <a:gd name="connsiteY438" fmla="*/ 6858000 h 6858000"/>
              <a:gd name="connsiteX439" fmla="*/ 2242860 w 7467600"/>
              <a:gd name="connsiteY439" fmla="*/ 6858000 h 6858000"/>
              <a:gd name="connsiteX440" fmla="*/ 2232818 w 7467600"/>
              <a:gd name="connsiteY440" fmla="*/ 6844926 h 6858000"/>
              <a:gd name="connsiteX441" fmla="*/ 1990172 w 7467600"/>
              <a:gd name="connsiteY441" fmla="*/ 6542121 h 6858000"/>
              <a:gd name="connsiteX442" fmla="*/ 2124090 w 7467600"/>
              <a:gd name="connsiteY442" fmla="*/ 6761017 h 6858000"/>
              <a:gd name="connsiteX443" fmla="*/ 2200380 w 7467600"/>
              <a:gd name="connsiteY443" fmla="*/ 6858000 h 6858000"/>
              <a:gd name="connsiteX444" fmla="*/ 2147507 w 7467600"/>
              <a:gd name="connsiteY444" fmla="*/ 6858000 h 6858000"/>
              <a:gd name="connsiteX445" fmla="*/ 2070668 w 7467600"/>
              <a:gd name="connsiteY445" fmla="*/ 6761520 h 6858000"/>
              <a:gd name="connsiteX446" fmla="*/ 1975142 w 7467600"/>
              <a:gd name="connsiteY446" fmla="*/ 6585570 h 6858000"/>
              <a:gd name="connsiteX447" fmla="*/ 2050035 w 7467600"/>
              <a:gd name="connsiteY447" fmla="*/ 6813345 h 6858000"/>
              <a:gd name="connsiteX448" fmla="*/ 2063025 w 7467600"/>
              <a:gd name="connsiteY448" fmla="*/ 6858000 h 6858000"/>
              <a:gd name="connsiteX449" fmla="*/ 2021675 w 7467600"/>
              <a:gd name="connsiteY449" fmla="*/ 6858000 h 6858000"/>
              <a:gd name="connsiteX450" fmla="*/ 2019308 w 7467600"/>
              <a:gd name="connsiteY450" fmla="*/ 6847118 h 6858000"/>
              <a:gd name="connsiteX451" fmla="*/ 1938835 w 7467600"/>
              <a:gd name="connsiteY451" fmla="*/ 6551160 h 6858000"/>
              <a:gd name="connsiteX452" fmla="*/ 1953230 w 7467600"/>
              <a:gd name="connsiteY452" fmla="*/ 6759699 h 6858000"/>
              <a:gd name="connsiteX453" fmla="*/ 1956763 w 7467600"/>
              <a:gd name="connsiteY453" fmla="*/ 6778191 h 6858000"/>
              <a:gd name="connsiteX454" fmla="*/ 1967925 w 7467600"/>
              <a:gd name="connsiteY454" fmla="*/ 6858000 h 6858000"/>
              <a:gd name="connsiteX455" fmla="*/ 1936622 w 7467600"/>
              <a:gd name="connsiteY455" fmla="*/ 6858000 h 6858000"/>
              <a:gd name="connsiteX456" fmla="*/ 1926261 w 7467600"/>
              <a:gd name="connsiteY456" fmla="*/ 6784064 h 6858000"/>
              <a:gd name="connsiteX457" fmla="*/ 1922724 w 7467600"/>
              <a:gd name="connsiteY457" fmla="*/ 6765577 h 6858000"/>
              <a:gd name="connsiteX458" fmla="*/ 1904650 w 7467600"/>
              <a:gd name="connsiteY458" fmla="*/ 6639616 h 6858000"/>
              <a:gd name="connsiteX459" fmla="*/ 1885273 w 7467600"/>
              <a:gd name="connsiteY459" fmla="*/ 6858000 h 6858000"/>
              <a:gd name="connsiteX460" fmla="*/ 1854363 w 7467600"/>
              <a:gd name="connsiteY460" fmla="*/ 6858000 h 6858000"/>
              <a:gd name="connsiteX461" fmla="*/ 1880391 w 7467600"/>
              <a:gd name="connsiteY461" fmla="*/ 6603796 h 6858000"/>
              <a:gd name="connsiteX462" fmla="*/ 1818273 w 7467600"/>
              <a:gd name="connsiteY462" fmla="*/ 6715729 h 6858000"/>
              <a:gd name="connsiteX463" fmla="*/ 1794691 w 7467600"/>
              <a:gd name="connsiteY463" fmla="*/ 6843239 h 6858000"/>
              <a:gd name="connsiteX464" fmla="*/ 1794914 w 7467600"/>
              <a:gd name="connsiteY464" fmla="*/ 6858000 h 6858000"/>
              <a:gd name="connsiteX465" fmla="*/ 1746128 w 7467600"/>
              <a:gd name="connsiteY465" fmla="*/ 6858000 h 6858000"/>
              <a:gd name="connsiteX466" fmla="*/ 1753934 w 7467600"/>
              <a:gd name="connsiteY466" fmla="*/ 6724796 h 6858000"/>
              <a:gd name="connsiteX467" fmla="*/ 1792053 w 7467600"/>
              <a:gd name="connsiteY467" fmla="*/ 6572396 h 6858000"/>
              <a:gd name="connsiteX468" fmla="*/ 1862248 w 7467600"/>
              <a:gd name="connsiteY468" fmla="*/ 6266397 h 6858000"/>
              <a:gd name="connsiteX469" fmla="*/ 1862250 w 7467600"/>
              <a:gd name="connsiteY469" fmla="*/ 6033531 h 6858000"/>
              <a:gd name="connsiteX470" fmla="*/ 1211999 w 7467600"/>
              <a:gd name="connsiteY470" fmla="*/ 6683610 h 6858000"/>
              <a:gd name="connsiteX471" fmla="*/ 1213266 w 7467600"/>
              <a:gd name="connsiteY471" fmla="*/ 6691947 h 6858000"/>
              <a:gd name="connsiteX472" fmla="*/ 1203370 w 7467600"/>
              <a:gd name="connsiteY472" fmla="*/ 6850676 h 6858000"/>
              <a:gd name="connsiteX473" fmla="*/ 1203671 w 7467600"/>
              <a:gd name="connsiteY473" fmla="*/ 6858000 h 6858000"/>
              <a:gd name="connsiteX474" fmla="*/ 1143180 w 7467600"/>
              <a:gd name="connsiteY474" fmla="*/ 6858000 h 6858000"/>
              <a:gd name="connsiteX475" fmla="*/ 1142176 w 7467600"/>
              <a:gd name="connsiteY475" fmla="*/ 6766045 h 6858000"/>
              <a:gd name="connsiteX476" fmla="*/ 1067484 w 7467600"/>
              <a:gd name="connsiteY476" fmla="*/ 6858000 h 6858000"/>
              <a:gd name="connsiteX477" fmla="*/ 953928 w 7467600"/>
              <a:gd name="connsiteY477" fmla="*/ 6858000 h 6858000"/>
              <a:gd name="connsiteX478" fmla="*/ 959715 w 7467600"/>
              <a:gd name="connsiteY478" fmla="*/ 6850185 h 6858000"/>
              <a:gd name="connsiteX479" fmla="*/ 1483788 w 7467600"/>
              <a:gd name="connsiteY479" fmla="*/ 6259174 h 6858000"/>
              <a:gd name="connsiteX480" fmla="*/ 1100671 w 7467600"/>
              <a:gd name="connsiteY480" fmla="*/ 6252137 h 6858000"/>
              <a:gd name="connsiteX481" fmla="*/ 1090144 w 7467600"/>
              <a:gd name="connsiteY481" fmla="*/ 6256748 h 6858000"/>
              <a:gd name="connsiteX482" fmla="*/ 1095872 w 7467600"/>
              <a:gd name="connsiteY482" fmla="*/ 6271892 h 6858000"/>
              <a:gd name="connsiteX483" fmla="*/ 262785 w 7467600"/>
              <a:gd name="connsiteY483" fmla="*/ 6845450 h 6858000"/>
              <a:gd name="connsiteX484" fmla="*/ 209968 w 7467600"/>
              <a:gd name="connsiteY484" fmla="*/ 6770713 h 6858000"/>
              <a:gd name="connsiteX485" fmla="*/ 873460 w 7467600"/>
              <a:gd name="connsiteY485" fmla="*/ 6253768 h 6858000"/>
              <a:gd name="connsiteX486" fmla="*/ 192686 w 7467600"/>
              <a:gd name="connsiteY486" fmla="*/ 5849257 h 6858000"/>
              <a:gd name="connsiteX487" fmla="*/ 4696 w 7467600"/>
              <a:gd name="connsiteY487" fmla="*/ 5697668 h 6858000"/>
              <a:gd name="connsiteX488" fmla="*/ 0 w 7467600"/>
              <a:gd name="connsiteY488" fmla="*/ 5689984 h 6858000"/>
              <a:gd name="connsiteX489" fmla="*/ 0 w 7467600"/>
              <a:gd name="connsiteY489" fmla="*/ 5513472 h 6858000"/>
              <a:gd name="connsiteX490" fmla="*/ 174101 w 7467600"/>
              <a:gd name="connsiteY490" fmla="*/ 5620277 h 6858000"/>
              <a:gd name="connsiteX491" fmla="*/ 891800 w 7467600"/>
              <a:gd name="connsiteY491" fmla="*/ 6036935 h 6858000"/>
              <a:gd name="connsiteX492" fmla="*/ 1072219 w 7467600"/>
              <a:gd name="connsiteY492" fmla="*/ 6169443 h 6858000"/>
              <a:gd name="connsiteX493" fmla="*/ 1074117 w 7467600"/>
              <a:gd name="connsiteY493" fmla="*/ 6170301 h 6858000"/>
              <a:gd name="connsiteX494" fmla="*/ 1083114 w 7467600"/>
              <a:gd name="connsiteY494" fmla="*/ 6174131 h 6858000"/>
              <a:gd name="connsiteX495" fmla="*/ 1543010 w 7467600"/>
              <a:gd name="connsiteY495" fmla="*/ 6191140 h 6858000"/>
              <a:gd name="connsiteX496" fmla="*/ 1551080 w 7467600"/>
              <a:gd name="connsiteY496" fmla="*/ 6195006 h 6858000"/>
              <a:gd name="connsiteX497" fmla="*/ 2345443 w 7467600"/>
              <a:gd name="connsiteY497" fmla="*/ 5549882 h 6858000"/>
              <a:gd name="connsiteX498" fmla="*/ 1721499 w 7467600"/>
              <a:gd name="connsiteY498" fmla="*/ 5599969 h 6858000"/>
              <a:gd name="connsiteX499" fmla="*/ 767716 w 7467600"/>
              <a:gd name="connsiteY499" fmla="*/ 5472768 h 6858000"/>
              <a:gd name="connsiteX500" fmla="*/ 722147 w 7467600"/>
              <a:gd name="connsiteY500" fmla="*/ 5393091 h 6858000"/>
              <a:gd name="connsiteX501" fmla="*/ 1485552 w 7467600"/>
              <a:gd name="connsiteY501" fmla="*/ 5313202 h 6858000"/>
              <a:gd name="connsiteX502" fmla="*/ 2143004 w 7467600"/>
              <a:gd name="connsiteY502" fmla="*/ 5402420 h 6858000"/>
              <a:gd name="connsiteX503" fmla="*/ 1933391 w 7467600"/>
              <a:gd name="connsiteY503" fmla="*/ 5156971 h 6858000"/>
              <a:gd name="connsiteX504" fmla="*/ 1827118 w 7467600"/>
              <a:gd name="connsiteY504" fmla="*/ 4968410 h 6858000"/>
              <a:gd name="connsiteX505" fmla="*/ 1837349 w 7467600"/>
              <a:gd name="connsiteY505" fmla="*/ 4956357 h 6858000"/>
              <a:gd name="connsiteX506" fmla="*/ 2162835 w 7467600"/>
              <a:gd name="connsiteY506" fmla="*/ 5187853 h 6858000"/>
              <a:gd name="connsiteX507" fmla="*/ 2257167 w 7467600"/>
              <a:gd name="connsiteY507" fmla="*/ 5462123 h 6858000"/>
              <a:gd name="connsiteX508" fmla="*/ 2261598 w 7467600"/>
              <a:gd name="connsiteY508" fmla="*/ 5467998 h 6858000"/>
              <a:gd name="connsiteX509" fmla="*/ 2437177 w 7467600"/>
              <a:gd name="connsiteY509" fmla="*/ 5479608 h 6858000"/>
              <a:gd name="connsiteX510" fmla="*/ 2445247 w 7467600"/>
              <a:gd name="connsiteY510" fmla="*/ 5483476 h 6858000"/>
              <a:gd name="connsiteX511" fmla="*/ 2743626 w 7467600"/>
              <a:gd name="connsiteY511" fmla="*/ 5304819 h 6858000"/>
              <a:gd name="connsiteX512" fmla="*/ 3048102 w 7467600"/>
              <a:gd name="connsiteY512" fmla="*/ 5150595 h 6858000"/>
              <a:gd name="connsiteX513" fmla="*/ 1799414 w 7467600"/>
              <a:gd name="connsiteY513" fmla="*/ 4694732 h 6858000"/>
              <a:gd name="connsiteX514" fmla="*/ 1771735 w 7467600"/>
              <a:gd name="connsiteY514" fmla="*/ 4619929 h 6858000"/>
              <a:gd name="connsiteX515" fmla="*/ 3104273 w 7467600"/>
              <a:gd name="connsiteY515" fmla="*/ 5076159 h 6858000"/>
              <a:gd name="connsiteX516" fmla="*/ 3113245 w 7467600"/>
              <a:gd name="connsiteY516" fmla="*/ 5090705 h 6858000"/>
              <a:gd name="connsiteX517" fmla="*/ 3126294 w 7467600"/>
              <a:gd name="connsiteY517" fmla="*/ 5114400 h 6858000"/>
              <a:gd name="connsiteX518" fmla="*/ 3937433 w 7467600"/>
              <a:gd name="connsiteY518" fmla="*/ 4830473 h 6858000"/>
              <a:gd name="connsiteX519" fmla="*/ 3590475 w 7467600"/>
              <a:gd name="connsiteY519" fmla="*/ 4597974 h 6858000"/>
              <a:gd name="connsiteX520" fmla="*/ 3100264 w 7467600"/>
              <a:gd name="connsiteY520" fmla="*/ 4579845 h 6858000"/>
              <a:gd name="connsiteX521" fmla="*/ 2183576 w 7467600"/>
              <a:gd name="connsiteY521" fmla="*/ 4227150 h 6858000"/>
              <a:gd name="connsiteX522" fmla="*/ 2151029 w 7467600"/>
              <a:gd name="connsiteY522" fmla="*/ 4146947 h 6858000"/>
              <a:gd name="connsiteX523" fmla="*/ 3563434 w 7467600"/>
              <a:gd name="connsiteY523" fmla="*/ 4469115 h 6858000"/>
              <a:gd name="connsiteX524" fmla="*/ 3177952 w 7467600"/>
              <a:gd name="connsiteY524" fmla="*/ 3657386 h 6858000"/>
              <a:gd name="connsiteX525" fmla="*/ 3189263 w 7467600"/>
              <a:gd name="connsiteY525" fmla="*/ 3625726 h 6858000"/>
              <a:gd name="connsiteX526" fmla="*/ 3560912 w 7467600"/>
              <a:gd name="connsiteY526" fmla="*/ 4079863 h 6858000"/>
              <a:gd name="connsiteX527" fmla="*/ 3626636 w 7467600"/>
              <a:gd name="connsiteY527" fmla="*/ 4512230 h 6858000"/>
              <a:gd name="connsiteX528" fmla="*/ 3653088 w 7467600"/>
              <a:gd name="connsiteY528" fmla="*/ 4521417 h 6858000"/>
              <a:gd name="connsiteX529" fmla="*/ 3988128 w 7467600"/>
              <a:gd name="connsiteY529" fmla="*/ 4817267 h 6858000"/>
              <a:gd name="connsiteX530" fmla="*/ 4830582 w 7467600"/>
              <a:gd name="connsiteY530" fmla="*/ 4676000 h 6858000"/>
              <a:gd name="connsiteX531" fmla="*/ 4830100 w 7467600"/>
              <a:gd name="connsiteY531" fmla="*/ 4675554 h 6858000"/>
              <a:gd name="connsiteX532" fmla="*/ 4036318 w 7467600"/>
              <a:gd name="connsiteY532" fmla="*/ 4147013 h 6858000"/>
              <a:gd name="connsiteX533" fmla="*/ 3432098 w 7467600"/>
              <a:gd name="connsiteY533" fmla="*/ 3537312 h 6858000"/>
              <a:gd name="connsiteX534" fmla="*/ 3446761 w 7467600"/>
              <a:gd name="connsiteY534" fmla="*/ 3461278 h 6858000"/>
              <a:gd name="connsiteX535" fmla="*/ 4419733 w 7467600"/>
              <a:gd name="connsiteY535" fmla="*/ 3963555 h 6858000"/>
              <a:gd name="connsiteX536" fmla="*/ 4781371 w 7467600"/>
              <a:gd name="connsiteY536" fmla="*/ 4458604 h 6858000"/>
              <a:gd name="connsiteX537" fmla="*/ 4780440 w 7467600"/>
              <a:gd name="connsiteY537" fmla="*/ 4470290 h 6858000"/>
              <a:gd name="connsiteX538" fmla="*/ 4898954 w 7467600"/>
              <a:gd name="connsiteY538" fmla="*/ 4662092 h 6858000"/>
              <a:gd name="connsiteX539" fmla="*/ 4900699 w 7467600"/>
              <a:gd name="connsiteY539" fmla="*/ 4670867 h 6858000"/>
              <a:gd name="connsiteX540" fmla="*/ 5714511 w 7467600"/>
              <a:gd name="connsiteY540" fmla="*/ 4663483 h 6858000"/>
              <a:gd name="connsiteX541" fmla="*/ 5464793 w 7467600"/>
              <a:gd name="connsiteY541" fmla="*/ 4393556 h 6858000"/>
              <a:gd name="connsiteX542" fmla="*/ 5461897 w 7467600"/>
              <a:gd name="connsiteY542" fmla="*/ 4390879 h 6858000"/>
              <a:gd name="connsiteX543" fmla="*/ 4294126 w 7467600"/>
              <a:gd name="connsiteY543" fmla="*/ 3303048 h 6858000"/>
              <a:gd name="connsiteX544" fmla="*/ 4305321 w 7467600"/>
              <a:gd name="connsiteY544" fmla="*/ 3256953 h 6858000"/>
              <a:gd name="connsiteX545" fmla="*/ 4949299 w 7467600"/>
              <a:gd name="connsiteY545" fmla="*/ 3766336 h 6858000"/>
              <a:gd name="connsiteX546" fmla="*/ 5291452 w 7467600"/>
              <a:gd name="connsiteY546" fmla="*/ 4076801 h 6858000"/>
              <a:gd name="connsiteX547" fmla="*/ 5434998 w 7467600"/>
              <a:gd name="connsiteY547" fmla="*/ 4254100 h 6858000"/>
              <a:gd name="connsiteX548" fmla="*/ 5351015 w 7467600"/>
              <a:gd name="connsiteY548" fmla="*/ 3760989 h 6858000"/>
              <a:gd name="connsiteX549" fmla="*/ 5413780 w 7467600"/>
              <a:gd name="connsiteY549" fmla="*/ 2966265 h 6858000"/>
              <a:gd name="connsiteX550" fmla="*/ 5425627 w 7467600"/>
              <a:gd name="connsiteY550" fmla="*/ 2954192 h 6858000"/>
              <a:gd name="connsiteX551" fmla="*/ 6604735 w 7467600"/>
              <a:gd name="connsiteY551" fmla="*/ 2041381 h 6858000"/>
              <a:gd name="connsiteX552" fmla="*/ 7204487 w 7467600"/>
              <a:gd name="connsiteY552" fmla="*/ 2742112 h 6858000"/>
              <a:gd name="connsiteX553" fmla="*/ 7131592 w 7467600"/>
              <a:gd name="connsiteY553" fmla="*/ 2672096 h 6858000"/>
              <a:gd name="connsiteX554" fmla="*/ 6996344 w 7467600"/>
              <a:gd name="connsiteY554" fmla="*/ 2518310 h 6858000"/>
              <a:gd name="connsiteX555" fmla="*/ 6735495 w 7467600"/>
              <a:gd name="connsiteY555" fmla="*/ 2196890 h 6858000"/>
              <a:gd name="connsiteX556" fmla="*/ 6721901 w 7467600"/>
              <a:gd name="connsiteY556" fmla="*/ 2179274 h 6858000"/>
              <a:gd name="connsiteX557" fmla="*/ 6604735 w 7467600"/>
              <a:gd name="connsiteY557" fmla="*/ 2041381 h 6858000"/>
              <a:gd name="connsiteX558" fmla="*/ 6591670 w 7467600"/>
              <a:gd name="connsiteY558" fmla="*/ 1988277 h 6858000"/>
              <a:gd name="connsiteX559" fmla="*/ 6747349 w 7467600"/>
              <a:gd name="connsiteY559" fmla="*/ 2160069 h 6858000"/>
              <a:gd name="connsiteX560" fmla="*/ 6760943 w 7467600"/>
              <a:gd name="connsiteY560" fmla="*/ 2177686 h 6858000"/>
              <a:gd name="connsiteX561" fmla="*/ 7021065 w 7467600"/>
              <a:gd name="connsiteY561" fmla="*/ 2498102 h 6858000"/>
              <a:gd name="connsiteX562" fmla="*/ 7155223 w 7467600"/>
              <a:gd name="connsiteY562" fmla="*/ 2650386 h 6858000"/>
              <a:gd name="connsiteX563" fmla="*/ 7203167 w 7467600"/>
              <a:gd name="connsiteY563" fmla="*/ 2697288 h 6858000"/>
              <a:gd name="connsiteX564" fmla="*/ 6937703 w 7467600"/>
              <a:gd name="connsiteY564" fmla="*/ 2321981 h 6858000"/>
              <a:gd name="connsiteX565" fmla="*/ 6591670 w 7467600"/>
              <a:gd name="connsiteY565" fmla="*/ 1988277 h 6858000"/>
              <a:gd name="connsiteX566" fmla="*/ 5798671 w 7467600"/>
              <a:gd name="connsiteY566" fmla="*/ 1981601 h 6858000"/>
              <a:gd name="connsiteX567" fmla="*/ 5754709 w 7467600"/>
              <a:gd name="connsiteY567" fmla="*/ 2071454 h 6858000"/>
              <a:gd name="connsiteX568" fmla="*/ 5763044 w 7467600"/>
              <a:gd name="connsiteY568" fmla="*/ 2842206 h 6858000"/>
              <a:gd name="connsiteX569" fmla="*/ 5764974 w 7467600"/>
              <a:gd name="connsiteY569" fmla="*/ 2799609 h 6858000"/>
              <a:gd name="connsiteX570" fmla="*/ 5767665 w 7467600"/>
              <a:gd name="connsiteY570" fmla="*/ 2666409 h 6858000"/>
              <a:gd name="connsiteX571" fmla="*/ 5763055 w 7467600"/>
              <a:gd name="connsiteY571" fmla="*/ 2579705 h 6858000"/>
              <a:gd name="connsiteX572" fmla="*/ 5758079 w 7467600"/>
              <a:gd name="connsiteY572" fmla="*/ 2492508 h 6858000"/>
              <a:gd name="connsiteX573" fmla="*/ 5779325 w 7467600"/>
              <a:gd name="connsiteY573" fmla="*/ 2197069 h 6858000"/>
              <a:gd name="connsiteX574" fmla="*/ 5798671 w 7467600"/>
              <a:gd name="connsiteY574" fmla="*/ 1981601 h 6858000"/>
              <a:gd name="connsiteX575" fmla="*/ 5829202 w 7467600"/>
              <a:gd name="connsiteY575" fmla="*/ 1971679 h 6858000"/>
              <a:gd name="connsiteX576" fmla="*/ 5809558 w 7467600"/>
              <a:gd name="connsiteY576" fmla="*/ 2198043 h 6858000"/>
              <a:gd name="connsiteX577" fmla="*/ 5788653 w 7467600"/>
              <a:gd name="connsiteY577" fmla="*/ 2489430 h 6858000"/>
              <a:gd name="connsiteX578" fmla="*/ 5793439 w 7467600"/>
              <a:gd name="connsiteY578" fmla="*/ 2575235 h 6858000"/>
              <a:gd name="connsiteX579" fmla="*/ 5796837 w 7467600"/>
              <a:gd name="connsiteY579" fmla="*/ 2637633 h 6858000"/>
              <a:gd name="connsiteX580" fmla="*/ 5818614 w 7467600"/>
              <a:gd name="connsiteY580" fmla="*/ 2473055 h 6858000"/>
              <a:gd name="connsiteX581" fmla="*/ 5829202 w 7467600"/>
              <a:gd name="connsiteY581" fmla="*/ 1971679 h 6858000"/>
              <a:gd name="connsiteX582" fmla="*/ 5911389 w 7467600"/>
              <a:gd name="connsiteY582" fmla="*/ 1898371 h 6858000"/>
              <a:gd name="connsiteX583" fmla="*/ 6237627 w 7467600"/>
              <a:gd name="connsiteY583" fmla="*/ 2231921 h 6858000"/>
              <a:gd name="connsiteX584" fmla="*/ 5911389 w 7467600"/>
              <a:gd name="connsiteY584" fmla="*/ 1898371 h 6858000"/>
              <a:gd name="connsiteX585" fmla="*/ 6944437 w 7467600"/>
              <a:gd name="connsiteY585" fmla="*/ 1575402 h 6858000"/>
              <a:gd name="connsiteX586" fmla="*/ 6304730 w 7467600"/>
              <a:gd name="connsiteY586" fmla="*/ 1766654 h 6858000"/>
              <a:gd name="connsiteX587" fmla="*/ 6944437 w 7467600"/>
              <a:gd name="connsiteY587" fmla="*/ 1575402 h 6858000"/>
              <a:gd name="connsiteX588" fmla="*/ 7019523 w 7467600"/>
              <a:gd name="connsiteY588" fmla="*/ 1519450 h 6858000"/>
              <a:gd name="connsiteX589" fmla="*/ 6298091 w 7467600"/>
              <a:gd name="connsiteY589" fmla="*/ 1737122 h 6858000"/>
              <a:gd name="connsiteX590" fmla="*/ 7019523 w 7467600"/>
              <a:gd name="connsiteY590" fmla="*/ 1519450 h 6858000"/>
              <a:gd name="connsiteX591" fmla="*/ 2399523 w 7467600"/>
              <a:gd name="connsiteY591" fmla="*/ 1428234 h 6858000"/>
              <a:gd name="connsiteX592" fmla="*/ 2224982 w 7467600"/>
              <a:gd name="connsiteY592" fmla="*/ 1826201 h 6858000"/>
              <a:gd name="connsiteX593" fmla="*/ 2096099 w 7467600"/>
              <a:gd name="connsiteY593" fmla="*/ 2345900 h 6858000"/>
              <a:gd name="connsiteX594" fmla="*/ 2283317 w 7467600"/>
              <a:gd name="connsiteY594" fmla="*/ 1796925 h 6858000"/>
              <a:gd name="connsiteX595" fmla="*/ 2399523 w 7467600"/>
              <a:gd name="connsiteY595" fmla="*/ 1428234 h 6858000"/>
              <a:gd name="connsiteX596" fmla="*/ 2448558 w 7467600"/>
              <a:gd name="connsiteY596" fmla="*/ 1373435 h 6858000"/>
              <a:gd name="connsiteX597" fmla="*/ 2312521 w 7467600"/>
              <a:gd name="connsiteY597" fmla="*/ 1806140 h 6858000"/>
              <a:gd name="connsiteX598" fmla="*/ 2127533 w 7467600"/>
              <a:gd name="connsiteY598" fmla="*/ 2348380 h 6858000"/>
              <a:gd name="connsiteX599" fmla="*/ 2358080 w 7467600"/>
              <a:gd name="connsiteY599" fmla="*/ 1866134 h 6858000"/>
              <a:gd name="connsiteX600" fmla="*/ 2407436 w 7467600"/>
              <a:gd name="connsiteY600" fmla="*/ 1651070 h 6858000"/>
              <a:gd name="connsiteX601" fmla="*/ 2448558 w 7467600"/>
              <a:gd name="connsiteY601" fmla="*/ 1373435 h 6858000"/>
              <a:gd name="connsiteX602" fmla="*/ 278707 w 7467600"/>
              <a:gd name="connsiteY602" fmla="*/ 1352270 h 6858000"/>
              <a:gd name="connsiteX603" fmla="*/ 321570 w 7467600"/>
              <a:gd name="connsiteY603" fmla="*/ 1861610 h 6858000"/>
              <a:gd name="connsiteX604" fmla="*/ 294281 w 7467600"/>
              <a:gd name="connsiteY604" fmla="*/ 1440658 h 6858000"/>
              <a:gd name="connsiteX605" fmla="*/ 278707 w 7467600"/>
              <a:gd name="connsiteY605" fmla="*/ 1352270 h 6858000"/>
              <a:gd name="connsiteX606" fmla="*/ 1423821 w 7467600"/>
              <a:gd name="connsiteY606" fmla="*/ 1351958 h 6858000"/>
              <a:gd name="connsiteX607" fmla="*/ 1638521 w 7467600"/>
              <a:gd name="connsiteY607" fmla="*/ 1908470 h 6858000"/>
              <a:gd name="connsiteX608" fmla="*/ 1754199 w 7467600"/>
              <a:gd name="connsiteY608" fmla="*/ 2149284 h 6858000"/>
              <a:gd name="connsiteX609" fmla="*/ 1908359 w 7467600"/>
              <a:gd name="connsiteY609" fmla="*/ 2364988 h 6858000"/>
              <a:gd name="connsiteX610" fmla="*/ 1647661 w 7467600"/>
              <a:gd name="connsiteY610" fmla="*/ 1825945 h 6858000"/>
              <a:gd name="connsiteX611" fmla="*/ 1423821 w 7467600"/>
              <a:gd name="connsiteY611" fmla="*/ 1351958 h 6858000"/>
              <a:gd name="connsiteX612" fmla="*/ 1431890 w 7467600"/>
              <a:gd name="connsiteY612" fmla="*/ 1306475 h 6858000"/>
              <a:gd name="connsiteX613" fmla="*/ 1507597 w 7467600"/>
              <a:gd name="connsiteY613" fmla="*/ 1446132 h 6858000"/>
              <a:gd name="connsiteX614" fmla="*/ 1674586 w 7467600"/>
              <a:gd name="connsiteY614" fmla="*/ 1813832 h 6858000"/>
              <a:gd name="connsiteX615" fmla="*/ 1815950 w 7467600"/>
              <a:gd name="connsiteY615" fmla="*/ 2128564 h 6858000"/>
              <a:gd name="connsiteX616" fmla="*/ 1984242 w 7467600"/>
              <a:gd name="connsiteY616" fmla="*/ 2430829 h 6858000"/>
              <a:gd name="connsiteX617" fmla="*/ 2014023 w 7467600"/>
              <a:gd name="connsiteY617" fmla="*/ 2450995 h 6858000"/>
              <a:gd name="connsiteX618" fmla="*/ 1747337 w 7467600"/>
              <a:gd name="connsiteY618" fmla="*/ 1855264 h 6858000"/>
              <a:gd name="connsiteX619" fmla="*/ 1533749 w 7467600"/>
              <a:gd name="connsiteY619" fmla="*/ 1478656 h 6858000"/>
              <a:gd name="connsiteX620" fmla="*/ 1431890 w 7467600"/>
              <a:gd name="connsiteY620" fmla="*/ 1306475 h 6858000"/>
              <a:gd name="connsiteX621" fmla="*/ 5052692 w 7467600"/>
              <a:gd name="connsiteY621" fmla="*/ 1292994 h 6858000"/>
              <a:gd name="connsiteX622" fmla="*/ 5200661 w 7467600"/>
              <a:gd name="connsiteY622" fmla="*/ 1635186 h 6858000"/>
              <a:gd name="connsiteX623" fmla="*/ 5297138 w 7467600"/>
              <a:gd name="connsiteY623" fmla="*/ 1906351 h 6858000"/>
              <a:gd name="connsiteX624" fmla="*/ 5052692 w 7467600"/>
              <a:gd name="connsiteY624" fmla="*/ 1292994 h 6858000"/>
              <a:gd name="connsiteX625" fmla="*/ 5009948 w 7467600"/>
              <a:gd name="connsiteY625" fmla="*/ 1273619 h 6858000"/>
              <a:gd name="connsiteX626" fmla="*/ 5121777 w 7467600"/>
              <a:gd name="connsiteY626" fmla="*/ 1654213 h 6858000"/>
              <a:gd name="connsiteX627" fmla="*/ 5293545 w 7467600"/>
              <a:gd name="connsiteY627" fmla="*/ 2072247 h 6858000"/>
              <a:gd name="connsiteX628" fmla="*/ 5294042 w 7467600"/>
              <a:gd name="connsiteY628" fmla="*/ 2065019 h 6858000"/>
              <a:gd name="connsiteX629" fmla="*/ 5171936 w 7467600"/>
              <a:gd name="connsiteY629" fmla="*/ 1647613 h 6858000"/>
              <a:gd name="connsiteX630" fmla="*/ 5009948 w 7467600"/>
              <a:gd name="connsiteY630" fmla="*/ 1273619 h 6858000"/>
              <a:gd name="connsiteX631" fmla="*/ 655236 w 7467600"/>
              <a:gd name="connsiteY631" fmla="*/ 1268632 h 6858000"/>
              <a:gd name="connsiteX632" fmla="*/ 839521 w 7467600"/>
              <a:gd name="connsiteY632" fmla="*/ 1685315 h 6858000"/>
              <a:gd name="connsiteX633" fmla="*/ 1109416 w 7467600"/>
              <a:gd name="connsiteY633" fmla="*/ 2061663 h 6858000"/>
              <a:gd name="connsiteX634" fmla="*/ 1298300 w 7467600"/>
              <a:gd name="connsiteY634" fmla="*/ 2247742 h 6858000"/>
              <a:gd name="connsiteX635" fmla="*/ 1125871 w 7467600"/>
              <a:gd name="connsiteY635" fmla="*/ 1989513 h 6858000"/>
              <a:gd name="connsiteX636" fmla="*/ 981574 w 7467600"/>
              <a:gd name="connsiteY636" fmla="*/ 1783157 h 6858000"/>
              <a:gd name="connsiteX637" fmla="*/ 922198 w 7467600"/>
              <a:gd name="connsiteY637" fmla="*/ 1677437 h 6858000"/>
              <a:gd name="connsiteX638" fmla="*/ 869293 w 7467600"/>
              <a:gd name="connsiteY638" fmla="*/ 1583214 h 6858000"/>
              <a:gd name="connsiteX639" fmla="*/ 751431 w 7467600"/>
              <a:gd name="connsiteY639" fmla="*/ 1405731 h 6858000"/>
              <a:gd name="connsiteX640" fmla="*/ 655236 w 7467600"/>
              <a:gd name="connsiteY640" fmla="*/ 1268632 h 6858000"/>
              <a:gd name="connsiteX641" fmla="*/ 6516292 w 7467600"/>
              <a:gd name="connsiteY641" fmla="*/ 1263064 h 6858000"/>
              <a:gd name="connsiteX642" fmla="*/ 5736320 w 7467600"/>
              <a:gd name="connsiteY642" fmla="*/ 1501803 h 6858000"/>
              <a:gd name="connsiteX643" fmla="*/ 6516292 w 7467600"/>
              <a:gd name="connsiteY643" fmla="*/ 1263064 h 6858000"/>
              <a:gd name="connsiteX644" fmla="*/ 291466 w 7467600"/>
              <a:gd name="connsiteY644" fmla="*/ 1250369 h 6858000"/>
              <a:gd name="connsiteX645" fmla="*/ 323180 w 7467600"/>
              <a:gd name="connsiteY645" fmla="*/ 1435283 h 6858000"/>
              <a:gd name="connsiteX646" fmla="*/ 349381 w 7467600"/>
              <a:gd name="connsiteY646" fmla="*/ 1875041 h 6858000"/>
              <a:gd name="connsiteX647" fmla="*/ 374363 w 7467600"/>
              <a:gd name="connsiteY647" fmla="*/ 1506494 h 6858000"/>
              <a:gd name="connsiteX648" fmla="*/ 302168 w 7467600"/>
              <a:gd name="connsiteY648" fmla="*/ 1274495 h 6858000"/>
              <a:gd name="connsiteX649" fmla="*/ 291466 w 7467600"/>
              <a:gd name="connsiteY649" fmla="*/ 1250369 h 6858000"/>
              <a:gd name="connsiteX650" fmla="*/ 678222 w 7467600"/>
              <a:gd name="connsiteY650" fmla="*/ 1248670 h 6858000"/>
              <a:gd name="connsiteX651" fmla="*/ 775536 w 7467600"/>
              <a:gd name="connsiteY651" fmla="*/ 1388015 h 6858000"/>
              <a:gd name="connsiteX652" fmla="*/ 894529 w 7467600"/>
              <a:gd name="connsiteY652" fmla="*/ 1567739 h 6858000"/>
              <a:gd name="connsiteX653" fmla="*/ 948000 w 7467600"/>
              <a:gd name="connsiteY653" fmla="*/ 1663088 h 6858000"/>
              <a:gd name="connsiteX654" fmla="*/ 1006812 w 7467600"/>
              <a:gd name="connsiteY654" fmla="*/ 1767683 h 6858000"/>
              <a:gd name="connsiteX655" fmla="*/ 1149133 w 7467600"/>
              <a:gd name="connsiteY655" fmla="*/ 1971513 h 6858000"/>
              <a:gd name="connsiteX656" fmla="*/ 1333952 w 7467600"/>
              <a:gd name="connsiteY656" fmla="*/ 2251620 h 6858000"/>
              <a:gd name="connsiteX657" fmla="*/ 1337329 w 7467600"/>
              <a:gd name="connsiteY657" fmla="*/ 2258350 h 6858000"/>
              <a:gd name="connsiteX658" fmla="*/ 1014726 w 7467600"/>
              <a:gd name="connsiteY658" fmla="*/ 1615556 h 6858000"/>
              <a:gd name="connsiteX659" fmla="*/ 678222 w 7467600"/>
              <a:gd name="connsiteY659" fmla="*/ 1248670 h 6858000"/>
              <a:gd name="connsiteX660" fmla="*/ 6691602 w 7467600"/>
              <a:gd name="connsiteY660" fmla="*/ 1140573 h 6858000"/>
              <a:gd name="connsiteX661" fmla="*/ 6571100 w 7467600"/>
              <a:gd name="connsiteY661" fmla="*/ 1183662 h 6858000"/>
              <a:gd name="connsiteX662" fmla="*/ 6241687 w 7467600"/>
              <a:gd name="connsiteY662" fmla="*/ 1257600 h 6858000"/>
              <a:gd name="connsiteX663" fmla="*/ 5693009 w 7467600"/>
              <a:gd name="connsiteY663" fmla="*/ 1478256 h 6858000"/>
              <a:gd name="connsiteX664" fmla="*/ 6548420 w 7467600"/>
              <a:gd name="connsiteY664" fmla="*/ 1214599 h 6858000"/>
              <a:gd name="connsiteX665" fmla="*/ 6605473 w 7467600"/>
              <a:gd name="connsiteY665" fmla="*/ 1184686 h 6858000"/>
              <a:gd name="connsiteX666" fmla="*/ 6691602 w 7467600"/>
              <a:gd name="connsiteY666" fmla="*/ 1140573 h 6858000"/>
              <a:gd name="connsiteX667" fmla="*/ 4002475 w 7467600"/>
              <a:gd name="connsiteY667" fmla="*/ 1037802 h 6858000"/>
              <a:gd name="connsiteX668" fmla="*/ 4000324 w 7467600"/>
              <a:gd name="connsiteY668" fmla="*/ 1039362 h 6858000"/>
              <a:gd name="connsiteX669" fmla="*/ 4002862 w 7467600"/>
              <a:gd name="connsiteY669" fmla="*/ 1042866 h 6858000"/>
              <a:gd name="connsiteX670" fmla="*/ 4002475 w 7467600"/>
              <a:gd name="connsiteY670" fmla="*/ 1037802 h 6858000"/>
              <a:gd name="connsiteX671" fmla="*/ 506322 w 7467600"/>
              <a:gd name="connsiteY671" fmla="*/ 1020997 h 6858000"/>
              <a:gd name="connsiteX672" fmla="*/ 533068 w 7467600"/>
              <a:gd name="connsiteY672" fmla="*/ 1029409 h 6858000"/>
              <a:gd name="connsiteX673" fmla="*/ 1232525 w 7467600"/>
              <a:gd name="connsiteY673" fmla="*/ 1804675 h 6858000"/>
              <a:gd name="connsiteX674" fmla="*/ 1388858 w 7467600"/>
              <a:gd name="connsiteY674" fmla="*/ 2368011 h 6858000"/>
              <a:gd name="connsiteX675" fmla="*/ 1384098 w 7467600"/>
              <a:gd name="connsiteY675" fmla="*/ 2378125 h 6858000"/>
              <a:gd name="connsiteX676" fmla="*/ 1425393 w 7467600"/>
              <a:gd name="connsiteY676" fmla="*/ 2589124 h 6858000"/>
              <a:gd name="connsiteX677" fmla="*/ 1424001 w 7467600"/>
              <a:gd name="connsiteY677" fmla="*/ 2597541 h 6858000"/>
              <a:gd name="connsiteX678" fmla="*/ 2152729 w 7467600"/>
              <a:gd name="connsiteY678" fmla="*/ 2864487 h 6858000"/>
              <a:gd name="connsiteX679" fmla="*/ 2020609 w 7467600"/>
              <a:gd name="connsiteY679" fmla="*/ 2539671 h 6858000"/>
              <a:gd name="connsiteX680" fmla="*/ 2018920 w 7467600"/>
              <a:gd name="connsiteY680" fmla="*/ 2536309 h 6858000"/>
              <a:gd name="connsiteX681" fmla="*/ 1342441 w 7467600"/>
              <a:gd name="connsiteY681" fmla="*/ 1173017 h 6858000"/>
              <a:gd name="connsiteX682" fmla="*/ 1367925 w 7467600"/>
              <a:gd name="connsiteY682" fmla="*/ 1135648 h 6858000"/>
              <a:gd name="connsiteX683" fmla="*/ 1771401 w 7467600"/>
              <a:gd name="connsiteY683" fmla="*/ 1806673 h 6858000"/>
              <a:gd name="connsiteX684" fmla="*/ 1972385 w 7467600"/>
              <a:gd name="connsiteY684" fmla="*/ 2198735 h 6858000"/>
              <a:gd name="connsiteX685" fmla="*/ 2040892 w 7467600"/>
              <a:gd name="connsiteY685" fmla="*/ 2405205 h 6858000"/>
              <a:gd name="connsiteX686" fmla="*/ 2131689 w 7467600"/>
              <a:gd name="connsiteY686" fmla="*/ 1936926 h 6858000"/>
              <a:gd name="connsiteX687" fmla="*/ 2454820 w 7467600"/>
              <a:gd name="connsiteY687" fmla="*/ 1248808 h 6858000"/>
              <a:gd name="connsiteX688" fmla="*/ 2492512 w 7467600"/>
              <a:gd name="connsiteY688" fmla="*/ 1302920 h 6858000"/>
              <a:gd name="connsiteX689" fmla="*/ 2081216 w 7467600"/>
              <a:gd name="connsiteY689" fmla="*/ 2527513 h 6858000"/>
              <a:gd name="connsiteX690" fmla="*/ 2081211 w 7467600"/>
              <a:gd name="connsiteY690" fmla="*/ 2528916 h 6858000"/>
              <a:gd name="connsiteX691" fmla="*/ 2199067 w 7467600"/>
              <a:gd name="connsiteY691" fmla="*/ 2884061 h 6858000"/>
              <a:gd name="connsiteX692" fmla="*/ 3192586 w 7467600"/>
              <a:gd name="connsiteY692" fmla="*/ 3411496 h 6858000"/>
              <a:gd name="connsiteX693" fmla="*/ 3182620 w 7467600"/>
              <a:gd name="connsiteY693" fmla="*/ 3483279 h 6858000"/>
              <a:gd name="connsiteX694" fmla="*/ 2435119 w 7467600"/>
              <a:gd name="connsiteY694" fmla="*/ 3080173 h 6858000"/>
              <a:gd name="connsiteX695" fmla="*/ 2410152 w 7467600"/>
              <a:gd name="connsiteY695" fmla="*/ 3063751 h 6858000"/>
              <a:gd name="connsiteX696" fmla="*/ 2408099 w 7467600"/>
              <a:gd name="connsiteY696" fmla="*/ 3064403 h 6858000"/>
              <a:gd name="connsiteX697" fmla="*/ 2407218 w 7467600"/>
              <a:gd name="connsiteY697" fmla="*/ 3070324 h 6858000"/>
              <a:gd name="connsiteX698" fmla="*/ 2380138 w 7467600"/>
              <a:gd name="connsiteY698" fmla="*/ 3099341 h 6858000"/>
              <a:gd name="connsiteX699" fmla="*/ 1765923 w 7467600"/>
              <a:gd name="connsiteY699" fmla="*/ 3581043 h 6858000"/>
              <a:gd name="connsiteX700" fmla="*/ 1702258 w 7467600"/>
              <a:gd name="connsiteY700" fmla="*/ 3612286 h 6858000"/>
              <a:gd name="connsiteX701" fmla="*/ 1538370 w 7467600"/>
              <a:gd name="connsiteY701" fmla="*/ 3811804 h 6858000"/>
              <a:gd name="connsiteX702" fmla="*/ 542867 w 7467600"/>
              <a:gd name="connsiteY702" fmla="*/ 4944092 h 6858000"/>
              <a:gd name="connsiteX703" fmla="*/ 515800 w 7467600"/>
              <a:gd name="connsiteY703" fmla="*/ 4862180 h 6858000"/>
              <a:gd name="connsiteX704" fmla="*/ 909145 w 7467600"/>
              <a:gd name="connsiteY704" fmla="*/ 4199225 h 6858000"/>
              <a:gd name="connsiteX705" fmla="*/ 1214067 w 7467600"/>
              <a:gd name="connsiteY705" fmla="*/ 3908561 h 6858000"/>
              <a:gd name="connsiteX706" fmla="*/ 640967 w 7467600"/>
              <a:gd name="connsiteY706" fmla="*/ 4105601 h 6858000"/>
              <a:gd name="connsiteX707" fmla="*/ 112563 w 7467600"/>
              <a:gd name="connsiteY707" fmla="*/ 4396952 h 6858000"/>
              <a:gd name="connsiteX708" fmla="*/ 0 w 7467600"/>
              <a:gd name="connsiteY708" fmla="*/ 4466006 h 6858000"/>
              <a:gd name="connsiteX709" fmla="*/ 0 w 7467600"/>
              <a:gd name="connsiteY709" fmla="*/ 4233763 h 6858000"/>
              <a:gd name="connsiteX710" fmla="*/ 36881 w 7467600"/>
              <a:gd name="connsiteY710" fmla="*/ 4200118 h 6858000"/>
              <a:gd name="connsiteX711" fmla="*/ 910534 w 7467600"/>
              <a:gd name="connsiteY711" fmla="*/ 3629753 h 6858000"/>
              <a:gd name="connsiteX712" fmla="*/ 1578717 w 7467600"/>
              <a:gd name="connsiteY712" fmla="*/ 3575982 h 6858000"/>
              <a:gd name="connsiteX713" fmla="*/ 2338780 w 7467600"/>
              <a:gd name="connsiteY713" fmla="*/ 3033725 h 6858000"/>
              <a:gd name="connsiteX714" fmla="*/ 1807991 w 7467600"/>
              <a:gd name="connsiteY714" fmla="*/ 2807184 h 6858000"/>
              <a:gd name="connsiteX715" fmla="*/ 1416358 w 7467600"/>
              <a:gd name="connsiteY715" fmla="*/ 3112571 h 6858000"/>
              <a:gd name="connsiteX716" fmla="*/ 939066 w 7467600"/>
              <a:gd name="connsiteY716" fmla="*/ 3378798 h 6858000"/>
              <a:gd name="connsiteX717" fmla="*/ 115099 w 7467600"/>
              <a:gd name="connsiteY717" fmla="*/ 3607650 h 6858000"/>
              <a:gd name="connsiteX718" fmla="*/ 97284 w 7467600"/>
              <a:gd name="connsiteY718" fmla="*/ 3520393 h 6858000"/>
              <a:gd name="connsiteX719" fmla="*/ 922050 w 7467600"/>
              <a:gd name="connsiteY719" fmla="*/ 3074867 h 6858000"/>
              <a:gd name="connsiteX720" fmla="*/ 1405265 w 7467600"/>
              <a:gd name="connsiteY720" fmla="*/ 3016319 h 6858000"/>
              <a:gd name="connsiteX721" fmla="*/ 1407512 w 7467600"/>
              <a:gd name="connsiteY721" fmla="*/ 3018001 h 6858000"/>
              <a:gd name="connsiteX722" fmla="*/ 1726266 w 7467600"/>
              <a:gd name="connsiteY722" fmla="*/ 2777274 h 6858000"/>
              <a:gd name="connsiteX723" fmla="*/ 625390 w 7467600"/>
              <a:gd name="connsiteY723" fmla="*/ 2514541 h 6858000"/>
              <a:gd name="connsiteX724" fmla="*/ 619799 w 7467600"/>
              <a:gd name="connsiteY724" fmla="*/ 2527180 h 6858000"/>
              <a:gd name="connsiteX725" fmla="*/ 310030 w 7467600"/>
              <a:gd name="connsiteY725" fmla="*/ 2771818 h 6858000"/>
              <a:gd name="connsiteX726" fmla="*/ 173877 w 7467600"/>
              <a:gd name="connsiteY726" fmla="*/ 2937056 h 6858000"/>
              <a:gd name="connsiteX727" fmla="*/ 77889 w 7467600"/>
              <a:gd name="connsiteY727" fmla="*/ 3138440 h 6858000"/>
              <a:gd name="connsiteX728" fmla="*/ 0 w 7467600"/>
              <a:gd name="connsiteY728" fmla="*/ 3271395 h 6858000"/>
              <a:gd name="connsiteX729" fmla="*/ 0 w 7467600"/>
              <a:gd name="connsiteY729" fmla="*/ 3153002 h 6858000"/>
              <a:gd name="connsiteX730" fmla="*/ 2386 w 7467600"/>
              <a:gd name="connsiteY730" fmla="*/ 3149203 h 6858000"/>
              <a:gd name="connsiteX731" fmla="*/ 89753 w 7467600"/>
              <a:gd name="connsiteY731" fmla="*/ 2987702 h 6858000"/>
              <a:gd name="connsiteX732" fmla="*/ 76869 w 7467600"/>
              <a:gd name="connsiteY732" fmla="*/ 3005404 h 6858000"/>
              <a:gd name="connsiteX733" fmla="*/ 32049 w 7467600"/>
              <a:gd name="connsiteY733" fmla="*/ 3065814 h 6858000"/>
              <a:gd name="connsiteX734" fmla="*/ 0 w 7467600"/>
              <a:gd name="connsiteY734" fmla="*/ 3108744 h 6858000"/>
              <a:gd name="connsiteX735" fmla="*/ 0 w 7467600"/>
              <a:gd name="connsiteY735" fmla="*/ 3058059 h 6858000"/>
              <a:gd name="connsiteX736" fmla="*/ 7610 w 7467600"/>
              <a:gd name="connsiteY736" fmla="*/ 3047889 h 6858000"/>
              <a:gd name="connsiteX737" fmla="*/ 52419 w 7467600"/>
              <a:gd name="connsiteY737" fmla="*/ 2987479 h 6858000"/>
              <a:gd name="connsiteX738" fmla="*/ 59142 w 7467600"/>
              <a:gd name="connsiteY738" fmla="*/ 2978488 h 6858000"/>
              <a:gd name="connsiteX739" fmla="*/ 0 w 7467600"/>
              <a:gd name="connsiteY739" fmla="*/ 3015334 h 6858000"/>
              <a:gd name="connsiteX740" fmla="*/ 0 w 7467600"/>
              <a:gd name="connsiteY740" fmla="*/ 2914286 h 6858000"/>
              <a:gd name="connsiteX741" fmla="*/ 36383 w 7467600"/>
              <a:gd name="connsiteY741" fmla="*/ 2901128 h 6858000"/>
              <a:gd name="connsiteX742" fmla="*/ 156329 w 7467600"/>
              <a:gd name="connsiteY742" fmla="*/ 2840533 h 6858000"/>
              <a:gd name="connsiteX743" fmla="*/ 358355 w 7467600"/>
              <a:gd name="connsiteY743" fmla="*/ 2620471 h 6858000"/>
              <a:gd name="connsiteX744" fmla="*/ 510577 w 7467600"/>
              <a:gd name="connsiteY744" fmla="*/ 2501244 h 6858000"/>
              <a:gd name="connsiteX745" fmla="*/ 211967 w 7467600"/>
              <a:gd name="connsiteY745" fmla="*/ 2479171 h 6858000"/>
              <a:gd name="connsiteX746" fmla="*/ 0 w 7467600"/>
              <a:gd name="connsiteY746" fmla="*/ 2476398 h 6858000"/>
              <a:gd name="connsiteX747" fmla="*/ 0 w 7467600"/>
              <a:gd name="connsiteY747" fmla="*/ 2389189 h 6858000"/>
              <a:gd name="connsiteX748" fmla="*/ 103062 w 7467600"/>
              <a:gd name="connsiteY748" fmla="*/ 2389518 h 6858000"/>
              <a:gd name="connsiteX749" fmla="*/ 510734 w 7467600"/>
              <a:gd name="connsiteY749" fmla="*/ 2416201 h 6858000"/>
              <a:gd name="connsiteX750" fmla="*/ 279257 w 7467600"/>
              <a:gd name="connsiteY750" fmla="*/ 2092102 h 6858000"/>
              <a:gd name="connsiteX751" fmla="*/ 65265 w 7467600"/>
              <a:gd name="connsiteY751" fmla="*/ 2006049 h 6858000"/>
              <a:gd name="connsiteX752" fmla="*/ 0 w 7467600"/>
              <a:gd name="connsiteY752" fmla="*/ 1982532 h 6858000"/>
              <a:gd name="connsiteX753" fmla="*/ 0 w 7467600"/>
              <a:gd name="connsiteY753" fmla="*/ 1912789 h 6858000"/>
              <a:gd name="connsiteX754" fmla="*/ 97460 w 7467600"/>
              <a:gd name="connsiteY754" fmla="*/ 1953725 h 6858000"/>
              <a:gd name="connsiteX755" fmla="*/ 221272 w 7467600"/>
              <a:gd name="connsiteY755" fmla="*/ 1980766 h 6858000"/>
              <a:gd name="connsiteX756" fmla="*/ 116765 w 7467600"/>
              <a:gd name="connsiteY756" fmla="*/ 1911033 h 6858000"/>
              <a:gd name="connsiteX757" fmla="*/ 16405 w 7467600"/>
              <a:gd name="connsiteY757" fmla="*/ 1803412 h 6858000"/>
              <a:gd name="connsiteX758" fmla="*/ 0 w 7467600"/>
              <a:gd name="connsiteY758" fmla="*/ 1784777 h 6858000"/>
              <a:gd name="connsiteX759" fmla="*/ 0 w 7467600"/>
              <a:gd name="connsiteY759" fmla="*/ 1740082 h 6858000"/>
              <a:gd name="connsiteX760" fmla="*/ 39394 w 7467600"/>
              <a:gd name="connsiteY760" fmla="*/ 1784856 h 6858000"/>
              <a:gd name="connsiteX761" fmla="*/ 135813 w 7467600"/>
              <a:gd name="connsiteY761" fmla="*/ 1888838 h 6858000"/>
              <a:gd name="connsiteX762" fmla="*/ 242575 w 7467600"/>
              <a:gd name="connsiteY762" fmla="*/ 1958841 h 6858000"/>
              <a:gd name="connsiteX763" fmla="*/ 82197 w 7467600"/>
              <a:gd name="connsiteY763" fmla="*/ 1754826 h 6858000"/>
              <a:gd name="connsiteX764" fmla="*/ 0 w 7467600"/>
              <a:gd name="connsiteY764" fmla="*/ 1679650 h 6858000"/>
              <a:gd name="connsiteX765" fmla="*/ 0 w 7467600"/>
              <a:gd name="connsiteY765" fmla="*/ 1602463 h 6858000"/>
              <a:gd name="connsiteX766" fmla="*/ 84689 w 7467600"/>
              <a:gd name="connsiteY766" fmla="*/ 1677442 h 6858000"/>
              <a:gd name="connsiteX767" fmla="*/ 298437 w 7467600"/>
              <a:gd name="connsiteY767" fmla="*/ 1968019 h 6858000"/>
              <a:gd name="connsiteX768" fmla="*/ 227269 w 7467600"/>
              <a:gd name="connsiteY768" fmla="*/ 1114064 h 6858000"/>
              <a:gd name="connsiteX769" fmla="*/ 248003 w 7467600"/>
              <a:gd name="connsiteY769" fmla="*/ 1089613 h 6858000"/>
              <a:gd name="connsiteX770" fmla="*/ 427020 w 7467600"/>
              <a:gd name="connsiteY770" fmla="*/ 1619803 h 6858000"/>
              <a:gd name="connsiteX771" fmla="*/ 340345 w 7467600"/>
              <a:gd name="connsiteY771" fmla="*/ 2027739 h 6858000"/>
              <a:gd name="connsiteX772" fmla="*/ 360865 w 7467600"/>
              <a:gd name="connsiteY772" fmla="*/ 2044827 h 6858000"/>
              <a:gd name="connsiteX773" fmla="*/ 560414 w 7467600"/>
              <a:gd name="connsiteY773" fmla="*/ 2421457 h 6858000"/>
              <a:gd name="connsiteX774" fmla="*/ 1359703 w 7467600"/>
              <a:gd name="connsiteY774" fmla="*/ 2578554 h 6858000"/>
              <a:gd name="connsiteX775" fmla="*/ 1359422 w 7467600"/>
              <a:gd name="connsiteY775" fmla="*/ 2577994 h 6858000"/>
              <a:gd name="connsiteX776" fmla="*/ 828701 w 7467600"/>
              <a:gd name="connsiteY776" fmla="*/ 1839520 h 6858000"/>
              <a:gd name="connsiteX777" fmla="*/ 494427 w 7467600"/>
              <a:gd name="connsiteY777" fmla="*/ 1092333 h 6858000"/>
              <a:gd name="connsiteX778" fmla="*/ 506322 w 7467600"/>
              <a:gd name="connsiteY778" fmla="*/ 1020997 h 6858000"/>
              <a:gd name="connsiteX779" fmla="*/ 4570198 w 7467600"/>
              <a:gd name="connsiteY779" fmla="*/ 978081 h 6858000"/>
              <a:gd name="connsiteX780" fmla="*/ 4523691 w 7467600"/>
              <a:gd name="connsiteY780" fmla="*/ 1127776 h 6858000"/>
              <a:gd name="connsiteX781" fmla="*/ 4509875 w 7467600"/>
              <a:gd name="connsiteY781" fmla="*/ 1167552 h 6858000"/>
              <a:gd name="connsiteX782" fmla="*/ 4478168 w 7467600"/>
              <a:gd name="connsiteY782" fmla="*/ 1260735 h 6858000"/>
              <a:gd name="connsiteX783" fmla="*/ 4409309 w 7467600"/>
              <a:gd name="connsiteY783" fmla="*/ 1666996 h 6858000"/>
              <a:gd name="connsiteX784" fmla="*/ 4370031 w 7467600"/>
              <a:gd name="connsiteY784" fmla="*/ 1955666 h 6858000"/>
              <a:gd name="connsiteX785" fmla="*/ 4570198 w 7467600"/>
              <a:gd name="connsiteY785" fmla="*/ 978081 h 6858000"/>
              <a:gd name="connsiteX786" fmla="*/ 4557898 w 7467600"/>
              <a:gd name="connsiteY786" fmla="*/ 900011 h 6858000"/>
              <a:gd name="connsiteX787" fmla="*/ 4344840 w 7467600"/>
              <a:gd name="connsiteY787" fmla="*/ 1922038 h 6858000"/>
              <a:gd name="connsiteX788" fmla="*/ 4378710 w 7467600"/>
              <a:gd name="connsiteY788" fmla="*/ 1665516 h 6858000"/>
              <a:gd name="connsiteX789" fmla="*/ 4448798 w 7467600"/>
              <a:gd name="connsiteY789" fmla="*/ 1253024 h 6858000"/>
              <a:gd name="connsiteX790" fmla="*/ 4480315 w 7467600"/>
              <a:gd name="connsiteY790" fmla="*/ 1158454 h 6858000"/>
              <a:gd name="connsiteX791" fmla="*/ 4494133 w 7467600"/>
              <a:gd name="connsiteY791" fmla="*/ 1118676 h 6858000"/>
              <a:gd name="connsiteX792" fmla="*/ 4557898 w 7467600"/>
              <a:gd name="connsiteY792" fmla="*/ 900011 h 6858000"/>
              <a:gd name="connsiteX793" fmla="*/ 5870151 w 7467600"/>
              <a:gd name="connsiteY793" fmla="*/ 898890 h 6858000"/>
              <a:gd name="connsiteX794" fmla="*/ 5861335 w 7467600"/>
              <a:gd name="connsiteY794" fmla="*/ 899177 h 6858000"/>
              <a:gd name="connsiteX795" fmla="*/ 5843702 w 7467600"/>
              <a:gd name="connsiteY795" fmla="*/ 899748 h 6858000"/>
              <a:gd name="connsiteX796" fmla="*/ 5651107 w 7467600"/>
              <a:gd name="connsiteY796" fmla="*/ 920306 h 6858000"/>
              <a:gd name="connsiteX797" fmla="*/ 5459407 w 7467600"/>
              <a:gd name="connsiteY797" fmla="*/ 940975 h 6858000"/>
              <a:gd name="connsiteX798" fmla="*/ 5374846 w 7467600"/>
              <a:gd name="connsiteY798" fmla="*/ 941988 h 6858000"/>
              <a:gd name="connsiteX799" fmla="*/ 5256105 w 7467600"/>
              <a:gd name="connsiteY799" fmla="*/ 945632 h 6858000"/>
              <a:gd name="connsiteX800" fmla="*/ 5107071 w 7467600"/>
              <a:gd name="connsiteY800" fmla="*/ 969720 h 6858000"/>
              <a:gd name="connsiteX801" fmla="*/ 4998681 w 7467600"/>
              <a:gd name="connsiteY801" fmla="*/ 988771 h 6858000"/>
              <a:gd name="connsiteX802" fmla="*/ 5870151 w 7467600"/>
              <a:gd name="connsiteY802" fmla="*/ 898890 h 6858000"/>
              <a:gd name="connsiteX803" fmla="*/ 5504425 w 7467600"/>
              <a:gd name="connsiteY803" fmla="*/ 848067 h 6858000"/>
              <a:gd name="connsiteX804" fmla="*/ 4968849 w 7467600"/>
              <a:gd name="connsiteY804" fmla="*/ 962318 h 6858000"/>
              <a:gd name="connsiteX805" fmla="*/ 5104039 w 7467600"/>
              <a:gd name="connsiteY805" fmla="*/ 940634 h 6858000"/>
              <a:gd name="connsiteX806" fmla="*/ 5256311 w 7467600"/>
              <a:gd name="connsiteY806" fmla="*/ 916490 h 6858000"/>
              <a:gd name="connsiteX807" fmla="*/ 5377381 w 7467600"/>
              <a:gd name="connsiteY807" fmla="*/ 912671 h 6858000"/>
              <a:gd name="connsiteX808" fmla="*/ 5460148 w 7467600"/>
              <a:gd name="connsiteY808" fmla="*/ 911442 h 6858000"/>
              <a:gd name="connsiteX809" fmla="*/ 5648971 w 7467600"/>
              <a:gd name="connsiteY809" fmla="*/ 891331 h 6858000"/>
              <a:gd name="connsiteX810" fmla="*/ 5844807 w 7467600"/>
              <a:gd name="connsiteY810" fmla="*/ 870718 h 6858000"/>
              <a:gd name="connsiteX811" fmla="*/ 5862975 w 7467600"/>
              <a:gd name="connsiteY811" fmla="*/ 869756 h 6858000"/>
              <a:gd name="connsiteX812" fmla="*/ 5920887 w 7467600"/>
              <a:gd name="connsiteY812" fmla="*/ 865929 h 6858000"/>
              <a:gd name="connsiteX813" fmla="*/ 5504425 w 7467600"/>
              <a:gd name="connsiteY813" fmla="*/ 848067 h 6858000"/>
              <a:gd name="connsiteX814" fmla="*/ 3607114 w 7467600"/>
              <a:gd name="connsiteY814" fmla="*/ 467441 h 6858000"/>
              <a:gd name="connsiteX815" fmla="*/ 3296242 w 7467600"/>
              <a:gd name="connsiteY815" fmla="*/ 807991 h 6858000"/>
              <a:gd name="connsiteX816" fmla="*/ 3174674 w 7467600"/>
              <a:gd name="connsiteY816" fmla="*/ 919759 h 6858000"/>
              <a:gd name="connsiteX817" fmla="*/ 3042978 w 7467600"/>
              <a:gd name="connsiteY817" fmla="*/ 1054894 h 6858000"/>
              <a:gd name="connsiteX818" fmla="*/ 2968914 w 7467600"/>
              <a:gd name="connsiteY818" fmla="*/ 1133756 h 6858000"/>
              <a:gd name="connsiteX819" fmla="*/ 3103823 w 7467600"/>
              <a:gd name="connsiteY819" fmla="*/ 1026814 h 6858000"/>
              <a:gd name="connsiteX820" fmla="*/ 3607114 w 7467600"/>
              <a:gd name="connsiteY820" fmla="*/ 467441 h 6858000"/>
              <a:gd name="connsiteX821" fmla="*/ 3744487 w 7467600"/>
              <a:gd name="connsiteY821" fmla="*/ 383136 h 6858000"/>
              <a:gd name="connsiteX822" fmla="*/ 3970213 w 7467600"/>
              <a:gd name="connsiteY822" fmla="*/ 995559 h 6858000"/>
              <a:gd name="connsiteX823" fmla="*/ 3744487 w 7467600"/>
              <a:gd name="connsiteY823" fmla="*/ 383136 h 6858000"/>
              <a:gd name="connsiteX824" fmla="*/ 3624562 w 7467600"/>
              <a:gd name="connsiteY824" fmla="*/ 367041 h 6858000"/>
              <a:gd name="connsiteX825" fmla="*/ 3489712 w 7467600"/>
              <a:gd name="connsiteY825" fmla="*/ 485386 h 6858000"/>
              <a:gd name="connsiteX826" fmla="*/ 3182994 w 7467600"/>
              <a:gd name="connsiteY826" fmla="*/ 828265 h 6858000"/>
              <a:gd name="connsiteX827" fmla="*/ 2892114 w 7467600"/>
              <a:gd name="connsiteY827" fmla="*/ 1172635 h 6858000"/>
              <a:gd name="connsiteX828" fmla="*/ 3021459 w 7467600"/>
              <a:gd name="connsiteY828" fmla="*/ 1035385 h 6858000"/>
              <a:gd name="connsiteX829" fmla="*/ 3153873 w 7467600"/>
              <a:gd name="connsiteY829" fmla="*/ 898971 h 6858000"/>
              <a:gd name="connsiteX830" fmla="*/ 3276511 w 7467600"/>
              <a:gd name="connsiteY830" fmla="*/ 786423 h 6858000"/>
              <a:gd name="connsiteX831" fmla="*/ 3584154 w 7467600"/>
              <a:gd name="connsiteY831" fmla="*/ 448218 h 6858000"/>
              <a:gd name="connsiteX832" fmla="*/ 3624562 w 7467600"/>
              <a:gd name="connsiteY832" fmla="*/ 367041 h 6858000"/>
              <a:gd name="connsiteX833" fmla="*/ 3766672 w 7467600"/>
              <a:gd name="connsiteY833" fmla="*/ 359429 h 6858000"/>
              <a:gd name="connsiteX834" fmla="*/ 3996338 w 7467600"/>
              <a:gd name="connsiteY834" fmla="*/ 968237 h 6858000"/>
              <a:gd name="connsiteX835" fmla="*/ 3766672 w 7467600"/>
              <a:gd name="connsiteY835" fmla="*/ 359429 h 6858000"/>
              <a:gd name="connsiteX836" fmla="*/ 5805386 w 7467600"/>
              <a:gd name="connsiteY836" fmla="*/ 239240 h 6858000"/>
              <a:gd name="connsiteX837" fmla="*/ 5736947 w 7467600"/>
              <a:gd name="connsiteY837" fmla="*/ 261367 h 6858000"/>
              <a:gd name="connsiteX838" fmla="*/ 5427012 w 7467600"/>
              <a:gd name="connsiteY838" fmla="*/ 311272 h 6858000"/>
              <a:gd name="connsiteX839" fmla="*/ 5147818 w 7467600"/>
              <a:gd name="connsiteY839" fmla="*/ 322112 h 6858000"/>
              <a:gd name="connsiteX840" fmla="*/ 5060854 w 7467600"/>
              <a:gd name="connsiteY840" fmla="*/ 311882 h 6858000"/>
              <a:gd name="connsiteX841" fmla="*/ 4945989 w 7467600"/>
              <a:gd name="connsiteY841" fmla="*/ 300516 h 6858000"/>
              <a:gd name="connsiteX842" fmla="*/ 5410479 w 7467600"/>
              <a:gd name="connsiteY842" fmla="*/ 348434 h 6858000"/>
              <a:gd name="connsiteX843" fmla="*/ 5805386 w 7467600"/>
              <a:gd name="connsiteY843" fmla="*/ 239240 h 6858000"/>
              <a:gd name="connsiteX844" fmla="*/ 7419999 w 7467600"/>
              <a:gd name="connsiteY844" fmla="*/ 774360 h 6858000"/>
              <a:gd name="connsiteX845" fmla="*/ 7467600 w 7467600"/>
              <a:gd name="connsiteY845" fmla="*/ 789215 h 6858000"/>
              <a:gd name="connsiteX846" fmla="*/ 7451412 w 7467600"/>
              <a:gd name="connsiteY846" fmla="*/ 799572 h 6858000"/>
              <a:gd name="connsiteX847" fmla="*/ 7419999 w 7467600"/>
              <a:gd name="connsiteY847" fmla="*/ 774360 h 6858000"/>
              <a:gd name="connsiteX848" fmla="*/ 5905192 w 7467600"/>
              <a:gd name="connsiteY848" fmla="*/ 163079 h 6858000"/>
              <a:gd name="connsiteX849" fmla="*/ 5865655 w 7467600"/>
              <a:gd name="connsiteY849" fmla="*/ 171901 h 6858000"/>
              <a:gd name="connsiteX850" fmla="*/ 5259740 w 7467600"/>
              <a:gd name="connsiteY850" fmla="*/ 257013 h 6858000"/>
              <a:gd name="connsiteX851" fmla="*/ 5208466 w 7467600"/>
              <a:gd name="connsiteY851" fmla="*/ 257550 h 6858000"/>
              <a:gd name="connsiteX852" fmla="*/ 4980204 w 7467600"/>
              <a:gd name="connsiteY852" fmla="*/ 271903 h 6858000"/>
              <a:gd name="connsiteX853" fmla="*/ 5068068 w 7467600"/>
              <a:gd name="connsiteY853" fmla="*/ 282244 h 6858000"/>
              <a:gd name="connsiteX854" fmla="*/ 5153231 w 7467600"/>
              <a:gd name="connsiteY854" fmla="*/ 292240 h 6858000"/>
              <a:gd name="connsiteX855" fmla="*/ 5426491 w 7467600"/>
              <a:gd name="connsiteY855" fmla="*/ 281128 h 6858000"/>
              <a:gd name="connsiteX856" fmla="*/ 5731212 w 7467600"/>
              <a:gd name="connsiteY856" fmla="*/ 231951 h 6858000"/>
              <a:gd name="connsiteX857" fmla="*/ 5905192 w 7467600"/>
              <a:gd name="connsiteY857" fmla="*/ 163079 h 6858000"/>
              <a:gd name="connsiteX858" fmla="*/ 5944437 w 7467600"/>
              <a:gd name="connsiteY858" fmla="*/ 113829 h 6858000"/>
              <a:gd name="connsiteX859" fmla="*/ 5825032 w 7467600"/>
              <a:gd name="connsiteY859" fmla="*/ 146405 h 6858000"/>
              <a:gd name="connsiteX860" fmla="*/ 4955599 w 7467600"/>
              <a:gd name="connsiteY860" fmla="*/ 247008 h 6858000"/>
              <a:gd name="connsiteX861" fmla="*/ 5210104 w 7467600"/>
              <a:gd name="connsiteY861" fmla="*/ 228123 h 6858000"/>
              <a:gd name="connsiteX862" fmla="*/ 5261015 w 7467600"/>
              <a:gd name="connsiteY862" fmla="*/ 227087 h 6858000"/>
              <a:gd name="connsiteX863" fmla="*/ 5861181 w 7467600"/>
              <a:gd name="connsiteY863" fmla="*/ 143093 h 6858000"/>
              <a:gd name="connsiteX864" fmla="*/ 5961252 w 7467600"/>
              <a:gd name="connsiteY864" fmla="*/ 114820 h 6858000"/>
              <a:gd name="connsiteX865" fmla="*/ 5944437 w 7467600"/>
              <a:gd name="connsiteY865" fmla="*/ 113829 h 6858000"/>
              <a:gd name="connsiteX866" fmla="*/ 3882765 w 7467600"/>
              <a:gd name="connsiteY866" fmla="*/ 0 h 6858000"/>
              <a:gd name="connsiteX867" fmla="*/ 3995099 w 7467600"/>
              <a:gd name="connsiteY867" fmla="*/ 0 h 6858000"/>
              <a:gd name="connsiteX868" fmla="*/ 4163818 w 7467600"/>
              <a:gd name="connsiteY868" fmla="*/ 234104 h 6858000"/>
              <a:gd name="connsiteX869" fmla="*/ 4172099 w 7467600"/>
              <a:gd name="connsiteY869" fmla="*/ 234207 h 6858000"/>
              <a:gd name="connsiteX870" fmla="*/ 4784282 w 7467600"/>
              <a:gd name="connsiteY870" fmla="*/ 276561 h 6858000"/>
              <a:gd name="connsiteX871" fmla="*/ 4801687 w 7467600"/>
              <a:gd name="connsiteY871" fmla="*/ 267764 h 6858000"/>
              <a:gd name="connsiteX872" fmla="*/ 6082788 w 7467600"/>
              <a:gd name="connsiteY872" fmla="*/ 64119 h 6858000"/>
              <a:gd name="connsiteX873" fmla="*/ 6099442 w 7467600"/>
              <a:gd name="connsiteY873" fmla="*/ 82568 h 6858000"/>
              <a:gd name="connsiteX874" fmla="*/ 4804137 w 7467600"/>
              <a:gd name="connsiteY874" fmla="*/ 320931 h 6858000"/>
              <a:gd name="connsiteX875" fmla="*/ 4227047 w 7467600"/>
              <a:gd name="connsiteY875" fmla="*/ 313415 h 6858000"/>
              <a:gd name="connsiteX876" fmla="*/ 4346041 w 7467600"/>
              <a:gd name="connsiteY876" fmla="*/ 456086 h 6858000"/>
              <a:gd name="connsiteX877" fmla="*/ 4870967 w 7467600"/>
              <a:gd name="connsiteY877" fmla="*/ 963061 h 6858000"/>
              <a:gd name="connsiteX878" fmla="*/ 4889647 w 7467600"/>
              <a:gd name="connsiteY878" fmla="*/ 957147 h 6858000"/>
              <a:gd name="connsiteX879" fmla="*/ 5422504 w 7467600"/>
              <a:gd name="connsiteY879" fmla="*/ 805191 h 6858000"/>
              <a:gd name="connsiteX880" fmla="*/ 6087656 w 7467600"/>
              <a:gd name="connsiteY880" fmla="*/ 826703 h 6858000"/>
              <a:gd name="connsiteX881" fmla="*/ 6058717 w 7467600"/>
              <a:gd name="connsiteY881" fmla="*/ 865992 h 6858000"/>
              <a:gd name="connsiteX882" fmla="*/ 4974153 w 7467600"/>
              <a:gd name="connsiteY882" fmla="*/ 1045456 h 6858000"/>
              <a:gd name="connsiteX883" fmla="*/ 5627835 w 7467600"/>
              <a:gd name="connsiteY883" fmla="*/ 1472077 h 6858000"/>
              <a:gd name="connsiteX884" fmla="*/ 5629817 w 7467600"/>
              <a:gd name="connsiteY884" fmla="*/ 1471412 h 6858000"/>
              <a:gd name="connsiteX885" fmla="*/ 5634124 w 7467600"/>
              <a:gd name="connsiteY885" fmla="*/ 1470572 h 6858000"/>
              <a:gd name="connsiteX886" fmla="*/ 5755832 w 7467600"/>
              <a:gd name="connsiteY886" fmla="*/ 1383886 h 6858000"/>
              <a:gd name="connsiteX887" fmla="*/ 6014186 w 7467600"/>
              <a:gd name="connsiteY887" fmla="*/ 1279799 h 6858000"/>
              <a:gd name="connsiteX888" fmla="*/ 6901619 w 7467600"/>
              <a:gd name="connsiteY888" fmla="*/ 1047874 h 6858000"/>
              <a:gd name="connsiteX889" fmla="*/ 6931566 w 7467600"/>
              <a:gd name="connsiteY889" fmla="*/ 1062034 h 6858000"/>
              <a:gd name="connsiteX890" fmla="*/ 5790982 w 7467600"/>
              <a:gd name="connsiteY890" fmla="*/ 1561380 h 6858000"/>
              <a:gd name="connsiteX891" fmla="*/ 6188971 w 7467600"/>
              <a:gd name="connsiteY891" fmla="*/ 1755168 h 6858000"/>
              <a:gd name="connsiteX892" fmla="*/ 6202446 w 7467600"/>
              <a:gd name="connsiteY892" fmla="*/ 1752268 h 6858000"/>
              <a:gd name="connsiteX893" fmla="*/ 7179560 w 7467600"/>
              <a:gd name="connsiteY893" fmla="*/ 1467551 h 6858000"/>
              <a:gd name="connsiteX894" fmla="*/ 7158730 w 7467600"/>
              <a:gd name="connsiteY894" fmla="*/ 1507835 h 6858000"/>
              <a:gd name="connsiteX895" fmla="*/ 6326959 w 7467600"/>
              <a:gd name="connsiteY895" fmla="*/ 1817686 h 6858000"/>
              <a:gd name="connsiteX896" fmla="*/ 6537433 w 7467600"/>
              <a:gd name="connsiteY896" fmla="*/ 1907790 h 6858000"/>
              <a:gd name="connsiteX897" fmla="*/ 6550221 w 7467600"/>
              <a:gd name="connsiteY897" fmla="*/ 1910729 h 6858000"/>
              <a:gd name="connsiteX898" fmla="*/ 6964438 w 7467600"/>
              <a:gd name="connsiteY898" fmla="*/ 2209505 h 6858000"/>
              <a:gd name="connsiteX899" fmla="*/ 7367862 w 7467600"/>
              <a:gd name="connsiteY899" fmla="*/ 2806833 h 6858000"/>
              <a:gd name="connsiteX900" fmla="*/ 7364329 w 7467600"/>
              <a:gd name="connsiteY900" fmla="*/ 2826907 h 6858000"/>
              <a:gd name="connsiteX901" fmla="*/ 7290545 w 7467600"/>
              <a:gd name="connsiteY901" fmla="*/ 2850663 h 6858000"/>
              <a:gd name="connsiteX902" fmla="*/ 6472036 w 7467600"/>
              <a:gd name="connsiteY902" fmla="*/ 1959003 h 6858000"/>
              <a:gd name="connsiteX903" fmla="*/ 5792897 w 7467600"/>
              <a:gd name="connsiteY903" fmla="*/ 1647747 h 6858000"/>
              <a:gd name="connsiteX904" fmla="*/ 5842751 w 7467600"/>
              <a:gd name="connsiteY904" fmla="*/ 1816112 h 6858000"/>
              <a:gd name="connsiteX905" fmla="*/ 5847424 w 7467600"/>
              <a:gd name="connsiteY905" fmla="*/ 1815776 h 6858000"/>
              <a:gd name="connsiteX906" fmla="*/ 6399821 w 7467600"/>
              <a:gd name="connsiteY906" fmla="*/ 2344799 h 6858000"/>
              <a:gd name="connsiteX907" fmla="*/ 6323232 w 7467600"/>
              <a:gd name="connsiteY907" fmla="*/ 2389634 h 6858000"/>
              <a:gd name="connsiteX908" fmla="*/ 5942958 w 7467600"/>
              <a:gd name="connsiteY908" fmla="*/ 2077708 h 6858000"/>
              <a:gd name="connsiteX909" fmla="*/ 5921559 w 7467600"/>
              <a:gd name="connsiteY909" fmla="*/ 2378596 h 6858000"/>
              <a:gd name="connsiteX910" fmla="*/ 5817651 w 7467600"/>
              <a:gd name="connsiteY910" fmla="*/ 3023919 h 6858000"/>
              <a:gd name="connsiteX911" fmla="*/ 5729634 w 7467600"/>
              <a:gd name="connsiteY911" fmla="*/ 3051849 h 6858000"/>
              <a:gd name="connsiteX912" fmla="*/ 5611018 w 7467600"/>
              <a:gd name="connsiteY912" fmla="*/ 2316769 h 6858000"/>
              <a:gd name="connsiteX913" fmla="*/ 5687608 w 7467600"/>
              <a:gd name="connsiteY913" fmla="*/ 2039972 h 6858000"/>
              <a:gd name="connsiteX914" fmla="*/ 5657554 w 7467600"/>
              <a:gd name="connsiteY914" fmla="*/ 1576445 h 6858000"/>
              <a:gd name="connsiteX915" fmla="*/ 5150475 w 7467600"/>
              <a:gd name="connsiteY915" fmla="*/ 1274012 h 6858000"/>
              <a:gd name="connsiteX916" fmla="*/ 5349142 w 7467600"/>
              <a:gd name="connsiteY916" fmla="*/ 2204405 h 6858000"/>
              <a:gd name="connsiteX917" fmla="*/ 5262214 w 7467600"/>
              <a:gd name="connsiteY917" fmla="*/ 2233836 h 6858000"/>
              <a:gd name="connsiteX918" fmla="*/ 4981539 w 7467600"/>
              <a:gd name="connsiteY918" fmla="*/ 1542201 h 6858000"/>
              <a:gd name="connsiteX919" fmla="*/ 4958461 w 7467600"/>
              <a:gd name="connsiteY919" fmla="*/ 1136957 h 6858000"/>
              <a:gd name="connsiteX920" fmla="*/ 4655015 w 7467600"/>
              <a:gd name="connsiteY920" fmla="*/ 891426 h 6858000"/>
              <a:gd name="connsiteX921" fmla="*/ 4348002 w 7467600"/>
              <a:gd name="connsiteY921" fmla="*/ 2205895 h 6858000"/>
              <a:gd name="connsiteX922" fmla="*/ 4262250 w 7467600"/>
              <a:gd name="connsiteY922" fmla="*/ 2219972 h 6858000"/>
              <a:gd name="connsiteX923" fmla="*/ 4550611 w 7467600"/>
              <a:gd name="connsiteY923" fmla="*/ 817540 h 6858000"/>
              <a:gd name="connsiteX924" fmla="*/ 4564418 w 7467600"/>
              <a:gd name="connsiteY924" fmla="*/ 808293 h 6858000"/>
              <a:gd name="connsiteX925" fmla="*/ 4266388 w 7467600"/>
              <a:gd name="connsiteY925" fmla="*/ 500083 h 6858000"/>
              <a:gd name="connsiteX926" fmla="*/ 4032842 w 7467600"/>
              <a:gd name="connsiteY926" fmla="*/ 211809 h 6858000"/>
              <a:gd name="connsiteX927" fmla="*/ 3882765 w 7467600"/>
              <a:gd name="connsiteY927" fmla="*/ 0 h 6858000"/>
              <a:gd name="connsiteX928" fmla="*/ 3721337 w 7467600"/>
              <a:gd name="connsiteY928" fmla="*/ 0 h 6858000"/>
              <a:gd name="connsiteX929" fmla="*/ 3797544 w 7467600"/>
              <a:gd name="connsiteY929" fmla="*/ 0 h 6858000"/>
              <a:gd name="connsiteX930" fmla="*/ 3775734 w 7467600"/>
              <a:gd name="connsiteY930" fmla="*/ 95131 h 6858000"/>
              <a:gd name="connsiteX931" fmla="*/ 3724807 w 7467600"/>
              <a:gd name="connsiteY931" fmla="*/ 272257 h 6858000"/>
              <a:gd name="connsiteX932" fmla="*/ 3726844 w 7467600"/>
              <a:gd name="connsiteY932" fmla="*/ 282988 h 6858000"/>
              <a:gd name="connsiteX933" fmla="*/ 3742664 w 7467600"/>
              <a:gd name="connsiteY933" fmla="*/ 279918 h 6858000"/>
              <a:gd name="connsiteX934" fmla="*/ 4103910 w 7467600"/>
              <a:gd name="connsiteY934" fmla="*/ 1161917 h 6858000"/>
              <a:gd name="connsiteX935" fmla="*/ 4020269 w 7467600"/>
              <a:gd name="connsiteY935" fmla="*/ 1200406 h 6858000"/>
              <a:gd name="connsiteX936" fmla="*/ 3674882 w 7467600"/>
              <a:gd name="connsiteY936" fmla="*/ 488524 h 6858000"/>
              <a:gd name="connsiteX937" fmla="*/ 3132682 w 7467600"/>
              <a:gd name="connsiteY937" fmla="*/ 1072284 h 6858000"/>
              <a:gd name="connsiteX938" fmla="*/ 2716346 w 7467600"/>
              <a:gd name="connsiteY938" fmla="*/ 1276376 h 6858000"/>
              <a:gd name="connsiteX939" fmla="*/ 2716772 w 7467600"/>
              <a:gd name="connsiteY939" fmla="*/ 1255462 h 6858000"/>
              <a:gd name="connsiteX940" fmla="*/ 3471096 w 7467600"/>
              <a:gd name="connsiteY940" fmla="*/ 437072 h 6858000"/>
              <a:gd name="connsiteX941" fmla="*/ 3639057 w 7467600"/>
              <a:gd name="connsiteY941" fmla="*/ 286334 h 6858000"/>
              <a:gd name="connsiteX942" fmla="*/ 3640309 w 7467600"/>
              <a:gd name="connsiteY942" fmla="*/ 284664 h 6858000"/>
              <a:gd name="connsiteX943" fmla="*/ 3646022 w 7467600"/>
              <a:gd name="connsiteY943" fmla="*/ 276711 h 6858000"/>
              <a:gd name="connsiteX944" fmla="*/ 3707943 w 7467600"/>
              <a:gd name="connsiteY944" fmla="*/ 65958 h 6858000"/>
              <a:gd name="connsiteX945" fmla="*/ 3721337 w 7467600"/>
              <a:gd name="connsiteY945" fmla="*/ 0 h 6858000"/>
              <a:gd name="connsiteX946" fmla="*/ 2867960 w 7467600"/>
              <a:gd name="connsiteY946" fmla="*/ 0 h 6858000"/>
              <a:gd name="connsiteX947" fmla="*/ 2926351 w 7467600"/>
              <a:gd name="connsiteY947" fmla="*/ 0 h 6858000"/>
              <a:gd name="connsiteX948" fmla="*/ 2902823 w 7467600"/>
              <a:gd name="connsiteY948" fmla="*/ 262929 h 6858000"/>
              <a:gd name="connsiteX949" fmla="*/ 2940663 w 7467600"/>
              <a:gd name="connsiteY949" fmla="*/ 140884 h 6858000"/>
              <a:gd name="connsiteX950" fmla="*/ 2947039 w 7467600"/>
              <a:gd name="connsiteY950" fmla="*/ 122524 h 6858000"/>
              <a:gd name="connsiteX951" fmla="*/ 2984316 w 7467600"/>
              <a:gd name="connsiteY951" fmla="*/ 0 h 6858000"/>
              <a:gd name="connsiteX952" fmla="*/ 3016114 w 7467600"/>
              <a:gd name="connsiteY952" fmla="*/ 0 h 6858000"/>
              <a:gd name="connsiteX953" fmla="*/ 2979949 w 7467600"/>
              <a:gd name="connsiteY953" fmla="*/ 119274 h 6858000"/>
              <a:gd name="connsiteX954" fmla="*/ 3023879 w 7467600"/>
              <a:gd name="connsiteY954" fmla="*/ 0 h 6858000"/>
              <a:gd name="connsiteX955" fmla="*/ 3105400 w 7467600"/>
              <a:gd name="connsiteY955" fmla="*/ 0 h 6858000"/>
              <a:gd name="connsiteX956" fmla="*/ 3094669 w 7467600"/>
              <a:gd name="connsiteY956" fmla="*/ 30308 h 6858000"/>
              <a:gd name="connsiteX957" fmla="*/ 2901945 w 7467600"/>
              <a:gd name="connsiteY957" fmla="*/ 466538 h 6858000"/>
              <a:gd name="connsiteX958" fmla="*/ 2815209 w 7467600"/>
              <a:gd name="connsiteY958" fmla="*/ 497361 h 6858000"/>
              <a:gd name="connsiteX959" fmla="*/ 2844845 w 7467600"/>
              <a:gd name="connsiteY959" fmla="*/ 127638 h 6858000"/>
              <a:gd name="connsiteX960" fmla="*/ 2867960 w 7467600"/>
              <a:gd name="connsiteY960" fmla="*/ 0 h 6858000"/>
              <a:gd name="connsiteX961" fmla="*/ 1057230 w 7467600"/>
              <a:gd name="connsiteY961" fmla="*/ 0 h 6858000"/>
              <a:gd name="connsiteX962" fmla="*/ 1111003 w 7467600"/>
              <a:gd name="connsiteY962" fmla="*/ 0 h 6858000"/>
              <a:gd name="connsiteX963" fmla="*/ 1125553 w 7467600"/>
              <a:gd name="connsiteY963" fmla="*/ 52588 h 6858000"/>
              <a:gd name="connsiteX964" fmla="*/ 1304276 w 7467600"/>
              <a:gd name="connsiteY964" fmla="*/ 476275 h 6858000"/>
              <a:gd name="connsiteX965" fmla="*/ 1492066 w 7467600"/>
              <a:gd name="connsiteY965" fmla="*/ 886333 h 6858000"/>
              <a:gd name="connsiteX966" fmla="*/ 1423698 w 7467600"/>
              <a:gd name="connsiteY966" fmla="*/ 710817 h 6858000"/>
              <a:gd name="connsiteX967" fmla="*/ 1357609 w 7467600"/>
              <a:gd name="connsiteY967" fmla="*/ 532892 h 6858000"/>
              <a:gd name="connsiteX968" fmla="*/ 1309550 w 7467600"/>
              <a:gd name="connsiteY968" fmla="*/ 374031 h 6858000"/>
              <a:gd name="connsiteX969" fmla="*/ 1193673 w 7467600"/>
              <a:gd name="connsiteY969" fmla="*/ 49533 h 6858000"/>
              <a:gd name="connsiteX970" fmla="*/ 1164391 w 7467600"/>
              <a:gd name="connsiteY970" fmla="*/ 0 h 6858000"/>
              <a:gd name="connsiteX971" fmla="*/ 1200666 w 7467600"/>
              <a:gd name="connsiteY971" fmla="*/ 0 h 6858000"/>
              <a:gd name="connsiteX972" fmla="*/ 1223408 w 7467600"/>
              <a:gd name="connsiteY972" fmla="*/ 38996 h 6858000"/>
              <a:gd name="connsiteX973" fmla="*/ 1339635 w 7467600"/>
              <a:gd name="connsiteY973" fmla="*/ 365517 h 6858000"/>
              <a:gd name="connsiteX974" fmla="*/ 1387469 w 7467600"/>
              <a:gd name="connsiteY974" fmla="*/ 523079 h 6858000"/>
              <a:gd name="connsiteX975" fmla="*/ 1452685 w 7467600"/>
              <a:gd name="connsiteY975" fmla="*/ 699806 h 6858000"/>
              <a:gd name="connsiteX976" fmla="*/ 1492092 w 7467600"/>
              <a:gd name="connsiteY976" fmla="*/ 800424 h 6858000"/>
              <a:gd name="connsiteX977" fmla="*/ 1455302 w 7467600"/>
              <a:gd name="connsiteY977" fmla="*/ 632913 h 6858000"/>
              <a:gd name="connsiteX978" fmla="*/ 1222336 w 7467600"/>
              <a:gd name="connsiteY978" fmla="*/ 9480 h 6858000"/>
              <a:gd name="connsiteX979" fmla="*/ 1214634 w 7467600"/>
              <a:gd name="connsiteY979" fmla="*/ 0 h 6858000"/>
              <a:gd name="connsiteX980" fmla="*/ 1289827 w 7467600"/>
              <a:gd name="connsiteY980" fmla="*/ 0 h 6858000"/>
              <a:gd name="connsiteX981" fmla="*/ 1321076 w 7467600"/>
              <a:gd name="connsiteY981" fmla="*/ 59722 h 6858000"/>
              <a:gd name="connsiteX982" fmla="*/ 1512579 w 7467600"/>
              <a:gd name="connsiteY982" fmla="*/ 626441 h 6858000"/>
              <a:gd name="connsiteX983" fmla="*/ 1506076 w 7467600"/>
              <a:gd name="connsiteY983" fmla="*/ 1089289 h 6858000"/>
              <a:gd name="connsiteX984" fmla="*/ 1486346 w 7467600"/>
              <a:gd name="connsiteY984" fmla="*/ 1079919 h 6858000"/>
              <a:gd name="connsiteX985" fmla="*/ 1070511 w 7467600"/>
              <a:gd name="connsiteY985" fmla="*/ 48609 h 6858000"/>
              <a:gd name="connsiteX986" fmla="*/ 1057230 w 7467600"/>
              <a:gd name="connsiteY986" fmla="*/ 0 h 6858000"/>
              <a:gd name="connsiteX987" fmla="*/ 43151 w 7467600"/>
              <a:gd name="connsiteY987" fmla="*/ 0 h 6858000"/>
              <a:gd name="connsiteX988" fmla="*/ 95283 w 7467600"/>
              <a:gd name="connsiteY988" fmla="*/ 0 h 6858000"/>
              <a:gd name="connsiteX989" fmla="*/ 300708 w 7467600"/>
              <a:gd name="connsiteY989" fmla="*/ 154571 h 6858000"/>
              <a:gd name="connsiteX990" fmla="*/ 530414 w 7467600"/>
              <a:gd name="connsiteY990" fmla="*/ 354673 h 6858000"/>
              <a:gd name="connsiteX991" fmla="*/ 333785 w 7467600"/>
              <a:gd name="connsiteY991" fmla="*/ 161564 h 6858000"/>
              <a:gd name="connsiteX992" fmla="*/ 147005 w 7467600"/>
              <a:gd name="connsiteY992" fmla="*/ 0 h 6858000"/>
              <a:gd name="connsiteX993" fmla="*/ 272509 w 7467600"/>
              <a:gd name="connsiteY993" fmla="*/ 0 h 6858000"/>
              <a:gd name="connsiteX994" fmla="*/ 326276 w 7467600"/>
              <a:gd name="connsiteY994" fmla="*/ 45847 h 6858000"/>
              <a:gd name="connsiteX995" fmla="*/ 823759 w 7467600"/>
              <a:gd name="connsiteY995" fmla="*/ 574145 h 6858000"/>
              <a:gd name="connsiteX996" fmla="*/ 811254 w 7467600"/>
              <a:gd name="connsiteY996" fmla="*/ 665546 h 6858000"/>
              <a:gd name="connsiteX997" fmla="*/ 154042 w 7467600"/>
              <a:gd name="connsiteY997" fmla="*/ 261522 h 6858000"/>
              <a:gd name="connsiteX998" fmla="*/ 13550 w 7467600"/>
              <a:gd name="connsiteY998" fmla="*/ 158423 h 6858000"/>
              <a:gd name="connsiteX999" fmla="*/ 0 w 7467600"/>
              <a:gd name="connsiteY999" fmla="*/ 146618 h 6858000"/>
              <a:gd name="connsiteX1000" fmla="*/ 0 w 7467600"/>
              <a:gd name="connsiteY1000" fmla="*/ 59161 h 6858000"/>
              <a:gd name="connsiteX1001" fmla="*/ 45427 w 7467600"/>
              <a:gd name="connsiteY1001" fmla="*/ 101078 h 6858000"/>
              <a:gd name="connsiteX1002" fmla="*/ 630103 w 7467600"/>
              <a:gd name="connsiteY1002" fmla="*/ 485885 h 6858000"/>
              <a:gd name="connsiteX1003" fmla="*/ 532040 w 7467600"/>
              <a:gd name="connsiteY1003" fmla="*/ 399359 h 6858000"/>
              <a:gd name="connsiteX1004" fmla="*/ 517618 w 7467600"/>
              <a:gd name="connsiteY1004" fmla="*/ 385726 h 6858000"/>
              <a:gd name="connsiteX1005" fmla="*/ 285074 w 7467600"/>
              <a:gd name="connsiteY1005" fmla="*/ 182755 h 6858000"/>
              <a:gd name="connsiteX1006" fmla="*/ 43151 w 7467600"/>
              <a:gd name="connsiteY1006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133363 w 7467600"/>
              <a:gd name="connsiteY127" fmla="*/ 5050246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7467600 w 7467600"/>
              <a:gd name="connsiteY137" fmla="*/ 5241225 h 6858000"/>
              <a:gd name="connsiteX138" fmla="*/ 7467600 w 7467600"/>
              <a:gd name="connsiteY138" fmla="*/ 5277736 h 6858000"/>
              <a:gd name="connsiteX139" fmla="*/ 7327465 w 7467600"/>
              <a:gd name="connsiteY139" fmla="*/ 5174181 h 6858000"/>
              <a:gd name="connsiteX140" fmla="*/ 7244057 w 7467600"/>
              <a:gd name="connsiteY140" fmla="*/ 5124233 h 6858000"/>
              <a:gd name="connsiteX141" fmla="*/ 7353035 w 7467600"/>
              <a:gd name="connsiteY141" fmla="*/ 5197318 h 6858000"/>
              <a:gd name="connsiteX142" fmla="*/ 7467600 w 7467600"/>
              <a:gd name="connsiteY142" fmla="*/ 5297634 h 6858000"/>
              <a:gd name="connsiteX143" fmla="*/ 7467600 w 7467600"/>
              <a:gd name="connsiteY143" fmla="*/ 5361850 h 6858000"/>
              <a:gd name="connsiteX144" fmla="*/ 7368569 w 7467600"/>
              <a:gd name="connsiteY144" fmla="*/ 5270182 h 6858000"/>
              <a:gd name="connsiteX145" fmla="*/ 7131946 w 7467600"/>
              <a:gd name="connsiteY145" fmla="*/ 5075653 h 6858000"/>
              <a:gd name="connsiteX146" fmla="*/ 7133363 w 7467600"/>
              <a:gd name="connsiteY146" fmla="*/ 5050246 h 6858000"/>
              <a:gd name="connsiteX147" fmla="*/ 1903353 w 7467600"/>
              <a:gd name="connsiteY147" fmla="*/ 5044827 h 6858000"/>
              <a:gd name="connsiteX148" fmla="*/ 1936931 w 7467600"/>
              <a:gd name="connsiteY148" fmla="*/ 5093954 h 6858000"/>
              <a:gd name="connsiteX149" fmla="*/ 2195868 w 7467600"/>
              <a:gd name="connsiteY149" fmla="*/ 5396574 h 6858000"/>
              <a:gd name="connsiteX150" fmla="*/ 2088852 w 7467600"/>
              <a:gd name="connsiteY150" fmla="*/ 5166123 h 6858000"/>
              <a:gd name="connsiteX151" fmla="*/ 1958241 w 7467600"/>
              <a:gd name="connsiteY151" fmla="*/ 5067955 h 6858000"/>
              <a:gd name="connsiteX152" fmla="*/ 1903353 w 7467600"/>
              <a:gd name="connsiteY152" fmla="*/ 5044827 h 6858000"/>
              <a:gd name="connsiteX153" fmla="*/ 1979378 w 7467600"/>
              <a:gd name="connsiteY153" fmla="*/ 4769504 h 6858000"/>
              <a:gd name="connsiteX154" fmla="*/ 2882120 w 7467600"/>
              <a:gd name="connsiteY154" fmla="*/ 5064547 h 6858000"/>
              <a:gd name="connsiteX155" fmla="*/ 2793103 w 7467600"/>
              <a:gd name="connsiteY155" fmla="*/ 5039699 h 6858000"/>
              <a:gd name="connsiteX156" fmla="*/ 2770041 w 7467600"/>
              <a:gd name="connsiteY156" fmla="*/ 5033634 h 6858000"/>
              <a:gd name="connsiteX157" fmla="*/ 1979378 w 7467600"/>
              <a:gd name="connsiteY157" fmla="*/ 4769504 h 6858000"/>
              <a:gd name="connsiteX158" fmla="*/ 1927410 w 7467600"/>
              <a:gd name="connsiteY158" fmla="*/ 4716164 h 6858000"/>
              <a:gd name="connsiteX159" fmla="*/ 1959587 w 7467600"/>
              <a:gd name="connsiteY159" fmla="*/ 4728849 h 6858000"/>
              <a:gd name="connsiteX160" fmla="*/ 2777707 w 7467600"/>
              <a:gd name="connsiteY160" fmla="*/ 5003991 h 6858000"/>
              <a:gd name="connsiteX161" fmla="*/ 2800768 w 7467600"/>
              <a:gd name="connsiteY161" fmla="*/ 5010056 h 6858000"/>
              <a:gd name="connsiteX162" fmla="*/ 2879408 w 7467600"/>
              <a:gd name="connsiteY162" fmla="*/ 5031590 h 6858000"/>
              <a:gd name="connsiteX163" fmla="*/ 2862295 w 7467600"/>
              <a:gd name="connsiteY163" fmla="*/ 5022958 h 6858000"/>
              <a:gd name="connsiteX164" fmla="*/ 2813343 w 7467600"/>
              <a:gd name="connsiteY164" fmla="*/ 4998369 h 6858000"/>
              <a:gd name="connsiteX165" fmla="*/ 2646245 w 7467600"/>
              <a:gd name="connsiteY165" fmla="*/ 4930999 h 6858000"/>
              <a:gd name="connsiteX166" fmla="*/ 1999243 w 7467600"/>
              <a:gd name="connsiteY166" fmla="*/ 4730524 h 6858000"/>
              <a:gd name="connsiteX167" fmla="*/ 1979527 w 7467600"/>
              <a:gd name="connsiteY167" fmla="*/ 4726651 h 6858000"/>
              <a:gd name="connsiteX168" fmla="*/ 1927410 w 7467600"/>
              <a:gd name="connsiteY168" fmla="*/ 4716164 h 6858000"/>
              <a:gd name="connsiteX169" fmla="*/ 1997014 w 7467600"/>
              <a:gd name="connsiteY169" fmla="*/ 4698007 h 6858000"/>
              <a:gd name="connsiteX170" fmla="*/ 2005458 w 7467600"/>
              <a:gd name="connsiteY170" fmla="*/ 4699540 h 6858000"/>
              <a:gd name="connsiteX171" fmla="*/ 2657186 w 7467600"/>
              <a:gd name="connsiteY171" fmla="*/ 4901687 h 6858000"/>
              <a:gd name="connsiteX172" fmla="*/ 2826662 w 7467600"/>
              <a:gd name="connsiteY172" fmla="*/ 4970362 h 6858000"/>
              <a:gd name="connsiteX173" fmla="*/ 2876100 w 7467600"/>
              <a:gd name="connsiteY173" fmla="*/ 4995397 h 6858000"/>
              <a:gd name="connsiteX174" fmla="*/ 3042600 w 7467600"/>
              <a:gd name="connsiteY174" fmla="*/ 5059532 h 6858000"/>
              <a:gd name="connsiteX175" fmla="*/ 1997014 w 7467600"/>
              <a:gd name="connsiteY175" fmla="*/ 4698007 h 6858000"/>
              <a:gd name="connsiteX176" fmla="*/ 2305292 w 7467600"/>
              <a:gd name="connsiteY176" fmla="*/ 4219492 h 6858000"/>
              <a:gd name="connsiteX177" fmla="*/ 3360922 w 7467600"/>
              <a:gd name="connsiteY177" fmla="*/ 4529373 h 6858000"/>
              <a:gd name="connsiteX178" fmla="*/ 3492420 w 7467600"/>
              <a:gd name="connsiteY178" fmla="*/ 4510145 h 6858000"/>
              <a:gd name="connsiteX179" fmla="*/ 3364086 w 7467600"/>
              <a:gd name="connsiteY179" fmla="*/ 4480340 h 6858000"/>
              <a:gd name="connsiteX180" fmla="*/ 3225818 w 7467600"/>
              <a:gd name="connsiteY180" fmla="*/ 4411822 h 6858000"/>
              <a:gd name="connsiteX181" fmla="*/ 3129696 w 7467600"/>
              <a:gd name="connsiteY181" fmla="*/ 4360704 h 6858000"/>
              <a:gd name="connsiteX182" fmla="*/ 2814545 w 7467600"/>
              <a:gd name="connsiteY182" fmla="*/ 4282955 h 6858000"/>
              <a:gd name="connsiteX183" fmla="*/ 2305292 w 7467600"/>
              <a:gd name="connsiteY183" fmla="*/ 4219492 h 6858000"/>
              <a:gd name="connsiteX184" fmla="*/ 2626982 w 7467600"/>
              <a:gd name="connsiteY184" fmla="*/ 4206450 h 6858000"/>
              <a:gd name="connsiteX185" fmla="*/ 2490617 w 7467600"/>
              <a:gd name="connsiteY185" fmla="*/ 4206951 h 6858000"/>
              <a:gd name="connsiteX186" fmla="*/ 2819869 w 7467600"/>
              <a:gd name="connsiteY186" fmla="*/ 4252936 h 6858000"/>
              <a:gd name="connsiteX187" fmla="*/ 3143018 w 7467600"/>
              <a:gd name="connsiteY187" fmla="*/ 4332698 h 6858000"/>
              <a:gd name="connsiteX188" fmla="*/ 3241520 w 7467600"/>
              <a:gd name="connsiteY188" fmla="*/ 4385112 h 6858000"/>
              <a:gd name="connsiteX189" fmla="*/ 3374575 w 7467600"/>
              <a:gd name="connsiteY189" fmla="*/ 4451517 h 6858000"/>
              <a:gd name="connsiteX190" fmla="*/ 3505221 w 7467600"/>
              <a:gd name="connsiteY190" fmla="*/ 4480757 h 6858000"/>
              <a:gd name="connsiteX191" fmla="*/ 2626982 w 7467600"/>
              <a:gd name="connsiteY191" fmla="*/ 4206450 h 6858000"/>
              <a:gd name="connsiteX192" fmla="*/ 1310106 w 7467600"/>
              <a:gd name="connsiteY192" fmla="*/ 3943217 h 6858000"/>
              <a:gd name="connsiteX193" fmla="*/ 854994 w 7467600"/>
              <a:gd name="connsiteY193" fmla="*/ 4399136 h 6858000"/>
              <a:gd name="connsiteX194" fmla="*/ 742462 w 7467600"/>
              <a:gd name="connsiteY194" fmla="*/ 4594648 h 6858000"/>
              <a:gd name="connsiteX195" fmla="*/ 820602 w 7467600"/>
              <a:gd name="connsiteY195" fmla="*/ 4485915 h 6858000"/>
              <a:gd name="connsiteX196" fmla="*/ 878295 w 7467600"/>
              <a:gd name="connsiteY196" fmla="*/ 4403594 h 6858000"/>
              <a:gd name="connsiteX197" fmla="*/ 1240607 w 7467600"/>
              <a:gd name="connsiteY197" fmla="*/ 4010401 h 6858000"/>
              <a:gd name="connsiteX198" fmla="*/ 1310106 w 7467600"/>
              <a:gd name="connsiteY198" fmla="*/ 3943217 h 6858000"/>
              <a:gd name="connsiteX199" fmla="*/ 1423113 w 7467600"/>
              <a:gd name="connsiteY199" fmla="*/ 3874565 h 6858000"/>
              <a:gd name="connsiteX200" fmla="*/ 1260565 w 7467600"/>
              <a:gd name="connsiteY200" fmla="*/ 4031982 h 6858000"/>
              <a:gd name="connsiteX201" fmla="*/ 901900 w 7467600"/>
              <a:gd name="connsiteY201" fmla="*/ 4421236 h 6858000"/>
              <a:gd name="connsiteX202" fmla="*/ 845044 w 7467600"/>
              <a:gd name="connsiteY202" fmla="*/ 4502436 h 6858000"/>
              <a:gd name="connsiteX203" fmla="*/ 685926 w 7467600"/>
              <a:gd name="connsiteY203" fmla="*/ 4703069 h 6858000"/>
              <a:gd name="connsiteX204" fmla="*/ 684248 w 7467600"/>
              <a:gd name="connsiteY204" fmla="*/ 4706721 h 6858000"/>
              <a:gd name="connsiteX205" fmla="*/ 1423113 w 7467600"/>
              <a:gd name="connsiteY205" fmla="*/ 3874565 h 6858000"/>
              <a:gd name="connsiteX206" fmla="*/ 3316479 w 7467600"/>
              <a:gd name="connsiteY206" fmla="*/ 3872136 h 6858000"/>
              <a:gd name="connsiteX207" fmla="*/ 3546806 w 7467600"/>
              <a:gd name="connsiteY207" fmla="*/ 4356139 h 6858000"/>
              <a:gd name="connsiteX208" fmla="*/ 3364433 w 7467600"/>
              <a:gd name="connsiteY208" fmla="*/ 3953121 h 6858000"/>
              <a:gd name="connsiteX209" fmla="*/ 3316479 w 7467600"/>
              <a:gd name="connsiteY209" fmla="*/ 3872136 h 6858000"/>
              <a:gd name="connsiteX210" fmla="*/ 3291335 w 7467600"/>
              <a:gd name="connsiteY210" fmla="*/ 3767420 h 6858000"/>
              <a:gd name="connsiteX211" fmla="*/ 3390805 w 7467600"/>
              <a:gd name="connsiteY211" fmla="*/ 3937163 h 6858000"/>
              <a:gd name="connsiteX212" fmla="*/ 3579062 w 7467600"/>
              <a:gd name="connsiteY212" fmla="*/ 4359040 h 6858000"/>
              <a:gd name="connsiteX213" fmla="*/ 3467355 w 7467600"/>
              <a:gd name="connsiteY213" fmla="*/ 3988130 h 6858000"/>
              <a:gd name="connsiteX214" fmla="*/ 3310753 w 7467600"/>
              <a:gd name="connsiteY214" fmla="*/ 3787140 h 6858000"/>
              <a:gd name="connsiteX215" fmla="*/ 3291335 w 7467600"/>
              <a:gd name="connsiteY215" fmla="*/ 3767420 h 6858000"/>
              <a:gd name="connsiteX216" fmla="*/ 1635889 w 7467600"/>
              <a:gd name="connsiteY216" fmla="*/ 3709494 h 6858000"/>
              <a:gd name="connsiteX217" fmla="*/ 1634800 w 7467600"/>
              <a:gd name="connsiteY217" fmla="*/ 3731111 h 6858000"/>
              <a:gd name="connsiteX218" fmla="*/ 1635889 w 7467600"/>
              <a:gd name="connsiteY218" fmla="*/ 3709494 h 6858000"/>
              <a:gd name="connsiteX219" fmla="*/ 1510397 w 7467600"/>
              <a:gd name="connsiteY219" fmla="*/ 3684705 h 6858000"/>
              <a:gd name="connsiteX220" fmla="*/ 1146550 w 7467600"/>
              <a:gd name="connsiteY220" fmla="*/ 3802012 h 6858000"/>
              <a:gd name="connsiteX221" fmla="*/ 698834 w 7467600"/>
              <a:gd name="connsiteY221" fmla="*/ 3952272 h 6858000"/>
              <a:gd name="connsiteX222" fmla="*/ 34256 w 7467600"/>
              <a:gd name="connsiteY222" fmla="*/ 4347603 h 6858000"/>
              <a:gd name="connsiteX223" fmla="*/ 527241 w 7467600"/>
              <a:gd name="connsiteY223" fmla="*/ 4065078 h 6858000"/>
              <a:gd name="connsiteX224" fmla="*/ 1510397 w 7467600"/>
              <a:gd name="connsiteY224" fmla="*/ 3684705 h 6858000"/>
              <a:gd name="connsiteX225" fmla="*/ 1313114 w 7467600"/>
              <a:gd name="connsiteY225" fmla="*/ 3655216 h 6858000"/>
              <a:gd name="connsiteX226" fmla="*/ 1109304 w 7467600"/>
              <a:gd name="connsiteY226" fmla="*/ 3669030 h 6858000"/>
              <a:gd name="connsiteX227" fmla="*/ 8129 w 7467600"/>
              <a:gd name="connsiteY227" fmla="*/ 4330519 h 6858000"/>
              <a:gd name="connsiteX228" fmla="*/ 687572 w 7467600"/>
              <a:gd name="connsiteY228" fmla="*/ 3925629 h 6858000"/>
              <a:gd name="connsiteX229" fmla="*/ 1138365 w 7467600"/>
              <a:gd name="connsiteY229" fmla="*/ 3774515 h 6858000"/>
              <a:gd name="connsiteX230" fmla="*/ 1505579 w 7467600"/>
              <a:gd name="connsiteY230" fmla="*/ 3655526 h 6858000"/>
              <a:gd name="connsiteX231" fmla="*/ 1313114 w 7467600"/>
              <a:gd name="connsiteY231" fmla="*/ 3655216 h 6858000"/>
              <a:gd name="connsiteX232" fmla="*/ 3655073 w 7467600"/>
              <a:gd name="connsiteY232" fmla="*/ 3650884 h 6858000"/>
              <a:gd name="connsiteX233" fmla="*/ 3989938 w 7467600"/>
              <a:gd name="connsiteY233" fmla="*/ 3991685 h 6858000"/>
              <a:gd name="connsiteX234" fmla="*/ 4393907 w 7467600"/>
              <a:gd name="connsiteY234" fmla="*/ 4261258 h 6858000"/>
              <a:gd name="connsiteX235" fmla="*/ 4648051 w 7467600"/>
              <a:gd name="connsiteY235" fmla="*/ 4374051 h 6858000"/>
              <a:gd name="connsiteX236" fmla="*/ 4383389 w 7467600"/>
              <a:gd name="connsiteY236" fmla="*/ 4184369 h 6858000"/>
              <a:gd name="connsiteX237" fmla="*/ 4165508 w 7467600"/>
              <a:gd name="connsiteY237" fmla="*/ 4035196 h 6858000"/>
              <a:gd name="connsiteX238" fmla="*/ 4068162 w 7467600"/>
              <a:gd name="connsiteY238" fmla="*/ 3953394 h 6858000"/>
              <a:gd name="connsiteX239" fmla="*/ 3981416 w 7467600"/>
              <a:gd name="connsiteY239" fmla="*/ 3880482 h 6858000"/>
              <a:gd name="connsiteX240" fmla="*/ 3800147 w 7467600"/>
              <a:gd name="connsiteY240" fmla="*/ 3749872 h 6858000"/>
              <a:gd name="connsiteX241" fmla="*/ 3655073 w 7467600"/>
              <a:gd name="connsiteY241" fmla="*/ 3650884 h 6858000"/>
              <a:gd name="connsiteX242" fmla="*/ 3670252 w 7467600"/>
              <a:gd name="connsiteY242" fmla="*/ 3622798 h 6858000"/>
              <a:gd name="connsiteX243" fmla="*/ 3817258 w 7467600"/>
              <a:gd name="connsiteY243" fmla="*/ 3723577 h 6858000"/>
              <a:gd name="connsiteX244" fmla="*/ 4000461 w 7467600"/>
              <a:gd name="connsiteY244" fmla="*/ 3855966 h 6858000"/>
              <a:gd name="connsiteX245" fmla="*/ 4088180 w 7467600"/>
              <a:gd name="connsiteY245" fmla="*/ 3929774 h 6858000"/>
              <a:gd name="connsiteX246" fmla="*/ 4184555 w 7467600"/>
              <a:gd name="connsiteY246" fmla="*/ 4010683 h 6858000"/>
              <a:gd name="connsiteX247" fmla="*/ 4399563 w 7467600"/>
              <a:gd name="connsiteY247" fmla="*/ 4158106 h 6858000"/>
              <a:gd name="connsiteX248" fmla="*/ 4684469 w 7467600"/>
              <a:gd name="connsiteY248" fmla="*/ 4364680 h 6858000"/>
              <a:gd name="connsiteX249" fmla="*/ 4690271 w 7467600"/>
              <a:gd name="connsiteY249" fmla="*/ 4370034 h 6858000"/>
              <a:gd name="connsiteX250" fmla="*/ 4136093 w 7467600"/>
              <a:gd name="connsiteY250" fmla="*/ 3858466 h 6858000"/>
              <a:gd name="connsiteX251" fmla="*/ 3670252 w 7467600"/>
              <a:gd name="connsiteY251" fmla="*/ 3622798 h 6858000"/>
              <a:gd name="connsiteX252" fmla="*/ 4440129 w 7467600"/>
              <a:gd name="connsiteY252" fmla="*/ 3448571 h 6858000"/>
              <a:gd name="connsiteX253" fmla="*/ 4856525 w 7467600"/>
              <a:gd name="connsiteY253" fmla="*/ 3915351 h 6858000"/>
              <a:gd name="connsiteX254" fmla="*/ 5059055 w 7467600"/>
              <a:gd name="connsiteY254" fmla="*/ 4108918 h 6858000"/>
              <a:gd name="connsiteX255" fmla="*/ 5290070 w 7467600"/>
              <a:gd name="connsiteY255" fmla="*/ 4263619 h 6858000"/>
              <a:gd name="connsiteX256" fmla="*/ 4834991 w 7467600"/>
              <a:gd name="connsiteY256" fmla="*/ 3830985 h 6858000"/>
              <a:gd name="connsiteX257" fmla="*/ 4440129 w 7467600"/>
              <a:gd name="connsiteY257" fmla="*/ 3448571 h 6858000"/>
              <a:gd name="connsiteX258" fmla="*/ 4441737 w 7467600"/>
              <a:gd name="connsiteY258" fmla="*/ 3399734 h 6858000"/>
              <a:gd name="connsiteX259" fmla="*/ 4431236 w 7467600"/>
              <a:gd name="connsiteY259" fmla="*/ 3400954 h 6858000"/>
              <a:gd name="connsiteX260" fmla="*/ 4557150 w 7467600"/>
              <a:gd name="connsiteY260" fmla="*/ 3510023 h 6858000"/>
              <a:gd name="connsiteX261" fmla="*/ 4856936 w 7467600"/>
              <a:gd name="connsiteY261" fmla="*/ 3809146 h 6858000"/>
              <a:gd name="connsiteX262" fmla="*/ 5111996 w 7467600"/>
              <a:gd name="connsiteY262" fmla="*/ 4065759 h 6858000"/>
              <a:gd name="connsiteX263" fmla="*/ 5388878 w 7467600"/>
              <a:gd name="connsiteY263" fmla="*/ 4300185 h 6858000"/>
              <a:gd name="connsiteX264" fmla="*/ 5425556 w 7467600"/>
              <a:gd name="connsiteY264" fmla="*/ 4308967 h 6858000"/>
              <a:gd name="connsiteX265" fmla="*/ 4943646 w 7467600"/>
              <a:gd name="connsiteY265" fmla="*/ 3822916 h 6858000"/>
              <a:gd name="connsiteX266" fmla="*/ 4594837 w 7467600"/>
              <a:gd name="connsiteY266" fmla="*/ 3532274 h 6858000"/>
              <a:gd name="connsiteX267" fmla="*/ 4441737 w 7467600"/>
              <a:gd name="connsiteY267" fmla="*/ 3399734 h 6858000"/>
              <a:gd name="connsiteX268" fmla="*/ 5425834 w 7467600"/>
              <a:gd name="connsiteY268" fmla="*/ 3162785 h 6858000"/>
              <a:gd name="connsiteX269" fmla="*/ 5401644 w 7467600"/>
              <a:gd name="connsiteY269" fmla="*/ 3617847 h 6858000"/>
              <a:gd name="connsiteX270" fmla="*/ 5467256 w 7467600"/>
              <a:gd name="connsiteY270" fmla="*/ 4175494 h 6858000"/>
              <a:gd name="connsiteX271" fmla="*/ 5448069 w 7467600"/>
              <a:gd name="connsiteY271" fmla="*/ 3567554 h 6858000"/>
              <a:gd name="connsiteX272" fmla="*/ 5425834 w 7467600"/>
              <a:gd name="connsiteY272" fmla="*/ 3162785 h 6858000"/>
              <a:gd name="connsiteX273" fmla="*/ 1318687 w 7467600"/>
              <a:gd name="connsiteY273" fmla="*/ 3113840 h 6858000"/>
              <a:gd name="connsiteX274" fmla="*/ 1066793 w 7467600"/>
              <a:gd name="connsiteY274" fmla="*/ 3212171 h 6858000"/>
              <a:gd name="connsiteX275" fmla="*/ 993319 w 7467600"/>
              <a:gd name="connsiteY275" fmla="*/ 3247648 h 6858000"/>
              <a:gd name="connsiteX276" fmla="*/ 853081 w 7467600"/>
              <a:gd name="connsiteY276" fmla="*/ 3312410 h 6858000"/>
              <a:gd name="connsiteX277" fmla="*/ 805957 w 7467600"/>
              <a:gd name="connsiteY277" fmla="*/ 3330443 h 6858000"/>
              <a:gd name="connsiteX278" fmla="*/ 1318687 w 7467600"/>
              <a:gd name="connsiteY278" fmla="*/ 3113840 h 6858000"/>
              <a:gd name="connsiteX279" fmla="*/ 5453702 w 7467600"/>
              <a:gd name="connsiteY279" fmla="*/ 3090882 h 6858000"/>
              <a:gd name="connsiteX280" fmla="*/ 5480135 w 7467600"/>
              <a:gd name="connsiteY280" fmla="*/ 3565802 h 6858000"/>
              <a:gd name="connsiteX281" fmla="*/ 5499023 w 7467600"/>
              <a:gd name="connsiteY281" fmla="*/ 4166310 h 6858000"/>
              <a:gd name="connsiteX282" fmla="*/ 5547022 w 7467600"/>
              <a:gd name="connsiteY282" fmla="*/ 3607838 h 6858000"/>
              <a:gd name="connsiteX283" fmla="*/ 5515964 w 7467600"/>
              <a:gd name="connsiteY283" fmla="*/ 3378541 h 6858000"/>
              <a:gd name="connsiteX284" fmla="*/ 5453702 w 7467600"/>
              <a:gd name="connsiteY284" fmla="*/ 3090882 h 6858000"/>
              <a:gd name="connsiteX285" fmla="*/ 1238695 w 7467600"/>
              <a:gd name="connsiteY285" fmla="*/ 3076820 h 6858000"/>
              <a:gd name="connsiteX286" fmla="*/ 716371 w 7467600"/>
              <a:gd name="connsiteY286" fmla="*/ 3293249 h 6858000"/>
              <a:gd name="connsiteX287" fmla="*/ 579522 w 7467600"/>
              <a:gd name="connsiteY287" fmla="*/ 3371759 h 6858000"/>
              <a:gd name="connsiteX288" fmla="*/ 600288 w 7467600"/>
              <a:gd name="connsiteY288" fmla="*/ 3365555 h 6858000"/>
              <a:gd name="connsiteX289" fmla="*/ 840692 w 7467600"/>
              <a:gd name="connsiteY289" fmla="*/ 3284921 h 6858000"/>
              <a:gd name="connsiteX290" fmla="*/ 979248 w 7467600"/>
              <a:gd name="connsiteY290" fmla="*/ 3221003 h 6858000"/>
              <a:gd name="connsiteX291" fmla="*/ 1053282 w 7467600"/>
              <a:gd name="connsiteY291" fmla="*/ 3185247 h 6858000"/>
              <a:gd name="connsiteX292" fmla="*/ 1320603 w 7467600"/>
              <a:gd name="connsiteY292" fmla="*/ 3081281 h 6858000"/>
              <a:gd name="connsiteX293" fmla="*/ 1238695 w 7467600"/>
              <a:gd name="connsiteY293" fmla="*/ 3076820 h 6858000"/>
              <a:gd name="connsiteX294" fmla="*/ 5425627 w 7467600"/>
              <a:gd name="connsiteY294" fmla="*/ 2954192 h 6858000"/>
              <a:gd name="connsiteX295" fmla="*/ 5470770 w 7467600"/>
              <a:gd name="connsiteY295" fmla="*/ 3005435 h 6858000"/>
              <a:gd name="connsiteX296" fmla="*/ 5519779 w 7467600"/>
              <a:gd name="connsiteY296" fmla="*/ 4359223 h 6858000"/>
              <a:gd name="connsiteX297" fmla="*/ 5520293 w 7467600"/>
              <a:gd name="connsiteY297" fmla="*/ 4360602 h 6858000"/>
              <a:gd name="connsiteX298" fmla="*/ 5767221 w 7467600"/>
              <a:gd name="connsiteY298" fmla="*/ 4665564 h 6858000"/>
              <a:gd name="connsiteX299" fmla="*/ 6937169 w 7467600"/>
              <a:gd name="connsiteY299" fmla="*/ 4815941 h 6858000"/>
              <a:gd name="connsiteX300" fmla="*/ 6953922 w 7467600"/>
              <a:gd name="connsiteY300" fmla="*/ 4890068 h 6858000"/>
              <a:gd name="connsiteX301" fmla="*/ 6071359 w 7467600"/>
              <a:gd name="connsiteY301" fmla="*/ 4770770 h 6858000"/>
              <a:gd name="connsiteX302" fmla="*/ 6038839 w 7467600"/>
              <a:gd name="connsiteY302" fmla="*/ 4764474 h 6858000"/>
              <a:gd name="connsiteX303" fmla="*/ 6038706 w 7467600"/>
              <a:gd name="connsiteY303" fmla="*/ 4763847 h 6858000"/>
              <a:gd name="connsiteX304" fmla="*/ 6037784 w 7467600"/>
              <a:gd name="connsiteY304" fmla="*/ 4764270 h 6858000"/>
              <a:gd name="connsiteX305" fmla="*/ 6038839 w 7467600"/>
              <a:gd name="connsiteY305" fmla="*/ 4764474 h 6858000"/>
              <a:gd name="connsiteX306" fmla="*/ 6040338 w 7467600"/>
              <a:gd name="connsiteY306" fmla="*/ 4771418 h 6858000"/>
              <a:gd name="connsiteX307" fmla="*/ 6024488 w 7467600"/>
              <a:gd name="connsiteY307" fmla="*/ 4809903 h 6858000"/>
              <a:gd name="connsiteX308" fmla="*/ 5599771 w 7467600"/>
              <a:gd name="connsiteY308" fmla="*/ 5509652 h 6858000"/>
              <a:gd name="connsiteX309" fmla="*/ 5548843 w 7467600"/>
              <a:gd name="connsiteY309" fmla="*/ 5563845 h 6858000"/>
              <a:gd name="connsiteX310" fmla="*/ 5940952 w 7467600"/>
              <a:gd name="connsiteY310" fmla="*/ 6250028 h 6858000"/>
              <a:gd name="connsiteX311" fmla="*/ 6043441 w 7467600"/>
              <a:gd name="connsiteY311" fmla="*/ 6665847 h 6858000"/>
              <a:gd name="connsiteX312" fmla="*/ 6093432 w 7467600"/>
              <a:gd name="connsiteY312" fmla="*/ 6858000 h 6858000"/>
              <a:gd name="connsiteX313" fmla="*/ 6034344 w 7467600"/>
              <a:gd name="connsiteY313" fmla="*/ 6858000 h 6858000"/>
              <a:gd name="connsiteX314" fmla="*/ 6026679 w 7467600"/>
              <a:gd name="connsiteY314" fmla="*/ 6836959 h 6858000"/>
              <a:gd name="connsiteX315" fmla="*/ 5800441 w 7467600"/>
              <a:gd name="connsiteY315" fmla="*/ 6335286 h 6858000"/>
              <a:gd name="connsiteX316" fmla="*/ 5526562 w 7467600"/>
              <a:gd name="connsiteY316" fmla="*/ 5705388 h 6858000"/>
              <a:gd name="connsiteX317" fmla="*/ 5519640 w 7467600"/>
              <a:gd name="connsiteY317" fmla="*/ 5683774 h 6858000"/>
              <a:gd name="connsiteX318" fmla="*/ 5844559 w 7467600"/>
              <a:gd name="connsiteY318" fmla="*/ 6553349 h 6858000"/>
              <a:gd name="connsiteX319" fmla="*/ 5975994 w 7467600"/>
              <a:gd name="connsiteY319" fmla="*/ 6858000 h 6858000"/>
              <a:gd name="connsiteX320" fmla="*/ 5898547 w 7467600"/>
              <a:gd name="connsiteY320" fmla="*/ 6858000 h 6858000"/>
              <a:gd name="connsiteX321" fmla="*/ 5682041 w 7467600"/>
              <a:gd name="connsiteY321" fmla="*/ 6355860 h 6858000"/>
              <a:gd name="connsiteX322" fmla="*/ 5461758 w 7467600"/>
              <a:gd name="connsiteY322" fmla="*/ 5820220 h 6858000"/>
              <a:gd name="connsiteX323" fmla="*/ 5237282 w 7467600"/>
              <a:gd name="connsiteY323" fmla="*/ 6579086 h 6858000"/>
              <a:gd name="connsiteX324" fmla="*/ 5115009 w 7467600"/>
              <a:gd name="connsiteY324" fmla="*/ 6858000 h 6858000"/>
              <a:gd name="connsiteX325" fmla="*/ 5028074 w 7467600"/>
              <a:gd name="connsiteY325" fmla="*/ 6858000 h 6858000"/>
              <a:gd name="connsiteX326" fmla="*/ 5079508 w 7467600"/>
              <a:gd name="connsiteY326" fmla="*/ 6749074 h 6858000"/>
              <a:gd name="connsiteX327" fmla="*/ 5371846 w 7467600"/>
              <a:gd name="connsiteY327" fmla="*/ 5924413 h 6858000"/>
              <a:gd name="connsiteX328" fmla="*/ 5270512 w 7467600"/>
              <a:gd name="connsiteY328" fmla="*/ 6138975 h 6858000"/>
              <a:gd name="connsiteX329" fmla="*/ 5062409 w 7467600"/>
              <a:gd name="connsiteY329" fmla="*/ 6653544 h 6858000"/>
              <a:gd name="connsiteX330" fmla="*/ 5036628 w 7467600"/>
              <a:gd name="connsiteY330" fmla="*/ 6754247 h 6858000"/>
              <a:gd name="connsiteX331" fmla="*/ 5009112 w 7467600"/>
              <a:gd name="connsiteY331" fmla="*/ 6858000 h 6858000"/>
              <a:gd name="connsiteX332" fmla="*/ 4976679 w 7467600"/>
              <a:gd name="connsiteY332" fmla="*/ 6858000 h 6858000"/>
              <a:gd name="connsiteX333" fmla="*/ 5006537 w 7467600"/>
              <a:gd name="connsiteY333" fmla="*/ 6747068 h 6858000"/>
              <a:gd name="connsiteX334" fmla="*/ 5032723 w 7467600"/>
              <a:gd name="connsiteY334" fmla="*/ 6644957 h 6858000"/>
              <a:gd name="connsiteX335" fmla="*/ 5242949 w 7467600"/>
              <a:gd name="connsiteY335" fmla="*/ 6125175 h 6858000"/>
              <a:gd name="connsiteX336" fmla="*/ 5286321 w 7467600"/>
              <a:gd name="connsiteY336" fmla="*/ 6033555 h 6858000"/>
              <a:gd name="connsiteX337" fmla="*/ 5008210 w 7467600"/>
              <a:gd name="connsiteY337" fmla="*/ 6649194 h 6858000"/>
              <a:gd name="connsiteX338" fmla="*/ 4986321 w 7467600"/>
              <a:gd name="connsiteY338" fmla="*/ 6765687 h 6858000"/>
              <a:gd name="connsiteX339" fmla="*/ 4973474 w 7467600"/>
              <a:gd name="connsiteY339" fmla="*/ 6858000 h 6858000"/>
              <a:gd name="connsiteX340" fmla="*/ 4907178 w 7467600"/>
              <a:gd name="connsiteY340" fmla="*/ 6858000 h 6858000"/>
              <a:gd name="connsiteX341" fmla="*/ 4910810 w 7467600"/>
              <a:gd name="connsiteY341" fmla="*/ 6829660 h 6858000"/>
              <a:gd name="connsiteX342" fmla="*/ 4987461 w 7467600"/>
              <a:gd name="connsiteY342" fmla="*/ 6432994 h 6858000"/>
              <a:gd name="connsiteX343" fmla="*/ 5179262 w 7467600"/>
              <a:gd name="connsiteY343" fmla="*/ 6035044 h 6858000"/>
              <a:gd name="connsiteX344" fmla="*/ 4689678 w 7467600"/>
              <a:gd name="connsiteY344" fmla="*/ 6440241 h 6858000"/>
              <a:gd name="connsiteX345" fmla="*/ 4477543 w 7467600"/>
              <a:gd name="connsiteY345" fmla="*/ 6674836 h 6858000"/>
              <a:gd name="connsiteX346" fmla="*/ 4329957 w 7467600"/>
              <a:gd name="connsiteY346" fmla="*/ 6858000 h 6858000"/>
              <a:gd name="connsiteX347" fmla="*/ 4218595 w 7467600"/>
              <a:gd name="connsiteY347" fmla="*/ 6858000 h 6858000"/>
              <a:gd name="connsiteX348" fmla="*/ 4368888 w 7467600"/>
              <a:gd name="connsiteY348" fmla="*/ 6668412 h 6858000"/>
              <a:gd name="connsiteX349" fmla="*/ 4563091 w 7467600"/>
              <a:gd name="connsiteY349" fmla="*/ 6442508 h 6858000"/>
              <a:gd name="connsiteX350" fmla="*/ 5387324 w 7467600"/>
              <a:gd name="connsiteY350" fmla="*/ 5705830 h 6858000"/>
              <a:gd name="connsiteX351" fmla="*/ 5073620 w 7467600"/>
              <a:gd name="connsiteY351" fmla="*/ 5955437 h 6858000"/>
              <a:gd name="connsiteX352" fmla="*/ 4689789 w 7467600"/>
              <a:gd name="connsiteY352" fmla="*/ 6268382 h 6858000"/>
              <a:gd name="connsiteX353" fmla="*/ 4418722 w 7467600"/>
              <a:gd name="connsiteY353" fmla="*/ 6570886 h 6858000"/>
              <a:gd name="connsiteX354" fmla="*/ 4214944 w 7467600"/>
              <a:gd name="connsiteY354" fmla="*/ 6858000 h 6858000"/>
              <a:gd name="connsiteX355" fmla="*/ 4177898 w 7467600"/>
              <a:gd name="connsiteY355" fmla="*/ 6858000 h 6858000"/>
              <a:gd name="connsiteX356" fmla="*/ 4391597 w 7467600"/>
              <a:gd name="connsiteY356" fmla="*/ 6556370 h 6858000"/>
              <a:gd name="connsiteX357" fmla="*/ 4668889 w 7467600"/>
              <a:gd name="connsiteY357" fmla="*/ 6246399 h 6858000"/>
              <a:gd name="connsiteX358" fmla="*/ 5055427 w 7467600"/>
              <a:gd name="connsiteY358" fmla="*/ 5931476 h 6858000"/>
              <a:gd name="connsiteX359" fmla="*/ 5371814 w 7467600"/>
              <a:gd name="connsiteY359" fmla="*/ 5678975 h 6858000"/>
              <a:gd name="connsiteX360" fmla="*/ 4987918 w 7467600"/>
              <a:gd name="connsiteY360" fmla="*/ 5838701 h 6858000"/>
              <a:gd name="connsiteX361" fmla="*/ 4317146 w 7467600"/>
              <a:gd name="connsiteY361" fmla="*/ 6587716 h 6858000"/>
              <a:gd name="connsiteX362" fmla="*/ 4171627 w 7467600"/>
              <a:gd name="connsiteY362" fmla="*/ 6858000 h 6858000"/>
              <a:gd name="connsiteX363" fmla="*/ 4081585 w 7467600"/>
              <a:gd name="connsiteY363" fmla="*/ 6858000 h 6858000"/>
              <a:gd name="connsiteX364" fmla="*/ 4238603 w 7467600"/>
              <a:gd name="connsiteY364" fmla="*/ 6559341 h 6858000"/>
              <a:gd name="connsiteX365" fmla="*/ 4778333 w 7467600"/>
              <a:gd name="connsiteY365" fmla="*/ 5873626 h 6858000"/>
              <a:gd name="connsiteX366" fmla="*/ 5414185 w 7467600"/>
              <a:gd name="connsiteY366" fmla="*/ 5573882 h 6858000"/>
              <a:gd name="connsiteX367" fmla="*/ 5959648 w 7467600"/>
              <a:gd name="connsiteY367" fmla="*/ 4760797 h 6858000"/>
              <a:gd name="connsiteX368" fmla="*/ 5355019 w 7467600"/>
              <a:gd name="connsiteY368" fmla="*/ 4734672 h 6858000"/>
              <a:gd name="connsiteX369" fmla="*/ 5083565 w 7467600"/>
              <a:gd name="connsiteY369" fmla="*/ 5179121 h 6858000"/>
              <a:gd name="connsiteX370" fmla="*/ 4713577 w 7467600"/>
              <a:gd name="connsiteY370" fmla="*/ 5616803 h 6858000"/>
              <a:gd name="connsiteX371" fmla="*/ 3989559 w 7467600"/>
              <a:gd name="connsiteY371" fmla="*/ 6145945 h 6858000"/>
              <a:gd name="connsiteX372" fmla="*/ 3939824 w 7467600"/>
              <a:gd name="connsiteY372" fmla="*/ 6066900 h 6858000"/>
              <a:gd name="connsiteX373" fmla="*/ 4584537 w 7467600"/>
              <a:gd name="connsiteY373" fmla="*/ 5324826 h 6858000"/>
              <a:gd name="connsiteX374" fmla="*/ 5037105 w 7467600"/>
              <a:gd name="connsiteY374" fmla="*/ 5088765 h 6858000"/>
              <a:gd name="connsiteX375" fmla="*/ 5039930 w 7467600"/>
              <a:gd name="connsiteY375" fmla="*/ 5089585 h 6858000"/>
              <a:gd name="connsiteX376" fmla="*/ 5263764 w 7467600"/>
              <a:gd name="connsiteY376" fmla="*/ 4735525 h 6858000"/>
              <a:gd name="connsiteX377" fmla="*/ 4086300 w 7467600"/>
              <a:gd name="connsiteY377" fmla="*/ 4884599 h 6858000"/>
              <a:gd name="connsiteX378" fmla="*/ 4085485 w 7467600"/>
              <a:gd name="connsiteY378" fmla="*/ 4899070 h 6858000"/>
              <a:gd name="connsiteX379" fmla="*/ 3871915 w 7467600"/>
              <a:gd name="connsiteY379" fmla="*/ 5253645 h 6858000"/>
              <a:gd name="connsiteX380" fmla="*/ 3799374 w 7467600"/>
              <a:gd name="connsiteY380" fmla="*/ 5466127 h 6858000"/>
              <a:gd name="connsiteX381" fmla="*/ 3498850 w 7467600"/>
              <a:gd name="connsiteY381" fmla="*/ 6661888 h 6858000"/>
              <a:gd name="connsiteX382" fmla="*/ 3399216 w 7467600"/>
              <a:gd name="connsiteY382" fmla="*/ 6858000 h 6858000"/>
              <a:gd name="connsiteX383" fmla="*/ 3303688 w 7467600"/>
              <a:gd name="connsiteY383" fmla="*/ 6858000 h 6858000"/>
              <a:gd name="connsiteX384" fmla="*/ 3391774 w 7467600"/>
              <a:gd name="connsiteY384" fmla="*/ 6697181 h 6858000"/>
              <a:gd name="connsiteX385" fmla="*/ 3735540 w 7467600"/>
              <a:gd name="connsiteY385" fmla="*/ 5546923 h 6858000"/>
              <a:gd name="connsiteX386" fmla="*/ 3729438 w 7467600"/>
              <a:gd name="connsiteY386" fmla="*/ 5569058 h 6858000"/>
              <a:gd name="connsiteX387" fmla="*/ 3707782 w 7467600"/>
              <a:gd name="connsiteY387" fmla="*/ 5644908 h 6858000"/>
              <a:gd name="connsiteX388" fmla="*/ 3583827 w 7467600"/>
              <a:gd name="connsiteY388" fmla="*/ 6039215 h 6858000"/>
              <a:gd name="connsiteX389" fmla="*/ 3547861 w 7467600"/>
              <a:gd name="connsiteY389" fmla="*/ 6129609 h 6858000"/>
              <a:gd name="connsiteX390" fmla="*/ 3490905 w 7467600"/>
              <a:gd name="connsiteY390" fmla="*/ 6277660 h 6858000"/>
              <a:gd name="connsiteX391" fmla="*/ 3455859 w 7467600"/>
              <a:gd name="connsiteY391" fmla="*/ 6391301 h 6858000"/>
              <a:gd name="connsiteX392" fmla="*/ 3429112 w 7467600"/>
              <a:gd name="connsiteY392" fmla="*/ 6479469 h 6858000"/>
              <a:gd name="connsiteX393" fmla="*/ 3304862 w 7467600"/>
              <a:gd name="connsiteY393" fmla="*/ 6796476 h 6858000"/>
              <a:gd name="connsiteX394" fmla="*/ 3276071 w 7467600"/>
              <a:gd name="connsiteY394" fmla="*/ 6858000 h 6858000"/>
              <a:gd name="connsiteX395" fmla="*/ 3240805 w 7467600"/>
              <a:gd name="connsiteY395" fmla="*/ 6858000 h 6858000"/>
              <a:gd name="connsiteX396" fmla="*/ 3275917 w 7467600"/>
              <a:gd name="connsiteY396" fmla="*/ 6783192 h 6858000"/>
              <a:gd name="connsiteX397" fmla="*/ 3399358 w 7467600"/>
              <a:gd name="connsiteY397" fmla="*/ 6469011 h 6858000"/>
              <a:gd name="connsiteX398" fmla="*/ 3425650 w 7467600"/>
              <a:gd name="connsiteY398" fmla="*/ 6381333 h 6858000"/>
              <a:gd name="connsiteX399" fmla="*/ 3460661 w 7467600"/>
              <a:gd name="connsiteY399" fmla="*/ 6266763 h 6858000"/>
              <a:gd name="connsiteX400" fmla="*/ 3518021 w 7467600"/>
              <a:gd name="connsiteY400" fmla="*/ 6117298 h 6858000"/>
              <a:gd name="connsiteX401" fmla="*/ 3554035 w 7467600"/>
              <a:gd name="connsiteY401" fmla="*/ 6027832 h 6858000"/>
              <a:gd name="connsiteX402" fmla="*/ 3677174 w 7467600"/>
              <a:gd name="connsiteY402" fmla="*/ 5636351 h 6858000"/>
              <a:gd name="connsiteX403" fmla="*/ 3698819 w 7467600"/>
              <a:gd name="connsiteY403" fmla="*/ 5560503 h 6858000"/>
              <a:gd name="connsiteX404" fmla="*/ 3702094 w 7467600"/>
              <a:gd name="connsiteY404" fmla="*/ 5549194 h 6858000"/>
              <a:gd name="connsiteX405" fmla="*/ 3398355 w 7467600"/>
              <a:gd name="connsiteY405" fmla="*/ 6094603 h 6858000"/>
              <a:gd name="connsiteX406" fmla="*/ 3193941 w 7467600"/>
              <a:gd name="connsiteY406" fmla="*/ 6798775 h 6858000"/>
              <a:gd name="connsiteX407" fmla="*/ 3184140 w 7467600"/>
              <a:gd name="connsiteY407" fmla="*/ 6858000 h 6858000"/>
              <a:gd name="connsiteX408" fmla="*/ 3099978 w 7467600"/>
              <a:gd name="connsiteY408" fmla="*/ 6858000 h 6858000"/>
              <a:gd name="connsiteX409" fmla="*/ 3101556 w 7467600"/>
              <a:gd name="connsiteY409" fmla="*/ 6843337 h 6858000"/>
              <a:gd name="connsiteX410" fmla="*/ 3370162 w 7467600"/>
              <a:gd name="connsiteY410" fmla="*/ 5785550 h 6858000"/>
              <a:gd name="connsiteX411" fmla="*/ 3746477 w 7467600"/>
              <a:gd name="connsiteY411" fmla="*/ 5377889 h 6858000"/>
              <a:gd name="connsiteX412" fmla="*/ 3863399 w 7467600"/>
              <a:gd name="connsiteY412" fmla="*/ 5087257 h 6858000"/>
              <a:gd name="connsiteX413" fmla="*/ 3968712 w 7467600"/>
              <a:gd name="connsiteY413" fmla="*/ 4913989 h 6858000"/>
              <a:gd name="connsiteX414" fmla="*/ 2792390 w 7467600"/>
              <a:gd name="connsiteY414" fmla="*/ 5382974 h 6858000"/>
              <a:gd name="connsiteX415" fmla="*/ 2714982 w 7467600"/>
              <a:gd name="connsiteY415" fmla="*/ 5427051 h 6858000"/>
              <a:gd name="connsiteX416" fmla="*/ 2813361 w 7467600"/>
              <a:gd name="connsiteY416" fmla="*/ 6023912 h 6858000"/>
              <a:gd name="connsiteX417" fmla="*/ 2688430 w 7467600"/>
              <a:gd name="connsiteY417" fmla="*/ 6801564 h 6858000"/>
              <a:gd name="connsiteX418" fmla="*/ 2629626 w 7467600"/>
              <a:gd name="connsiteY418" fmla="*/ 6763394 h 6858000"/>
              <a:gd name="connsiteX419" fmla="*/ 2565328 w 7467600"/>
              <a:gd name="connsiteY419" fmla="*/ 5516399 h 6858000"/>
              <a:gd name="connsiteX420" fmla="*/ 1922999 w 7467600"/>
              <a:gd name="connsiteY420" fmla="*/ 5980343 h 6858000"/>
              <a:gd name="connsiteX421" fmla="*/ 1950261 w 7467600"/>
              <a:gd name="connsiteY421" fmla="*/ 6405858 h 6858000"/>
              <a:gd name="connsiteX422" fmla="*/ 2365554 w 7467600"/>
              <a:gd name="connsiteY422" fmla="*/ 6759107 h 6858000"/>
              <a:gd name="connsiteX423" fmla="*/ 2424142 w 7467600"/>
              <a:gd name="connsiteY423" fmla="*/ 6858000 h 6858000"/>
              <a:gd name="connsiteX424" fmla="*/ 2395994 w 7467600"/>
              <a:gd name="connsiteY424" fmla="*/ 6858000 h 6858000"/>
              <a:gd name="connsiteX425" fmla="*/ 2392863 w 7467600"/>
              <a:gd name="connsiteY425" fmla="*/ 6852964 h 6858000"/>
              <a:gd name="connsiteX426" fmla="*/ 2017589 w 7467600"/>
              <a:gd name="connsiteY426" fmla="*/ 6493982 h 6858000"/>
              <a:gd name="connsiteX427" fmla="*/ 2147336 w 7467600"/>
              <a:gd name="connsiteY427" fmla="*/ 6594052 h 6858000"/>
              <a:gd name="connsiteX428" fmla="*/ 2207047 w 7467600"/>
              <a:gd name="connsiteY428" fmla="*/ 6654540 h 6858000"/>
              <a:gd name="connsiteX429" fmla="*/ 2299106 w 7467600"/>
              <a:gd name="connsiteY429" fmla="*/ 6778931 h 6858000"/>
              <a:gd name="connsiteX430" fmla="*/ 2314430 w 7467600"/>
              <a:gd name="connsiteY430" fmla="*/ 6801144 h 6858000"/>
              <a:gd name="connsiteX431" fmla="*/ 2352406 w 7467600"/>
              <a:gd name="connsiteY431" fmla="*/ 6858000 h 6858000"/>
              <a:gd name="connsiteX432" fmla="*/ 2314492 w 7467600"/>
              <a:gd name="connsiteY432" fmla="*/ 6858000 h 6858000"/>
              <a:gd name="connsiteX433" fmla="*/ 2288095 w 7467600"/>
              <a:gd name="connsiteY433" fmla="*/ 6818030 h 6858000"/>
              <a:gd name="connsiteX434" fmla="*/ 2272768 w 7467600"/>
              <a:gd name="connsiteY434" fmla="*/ 6795822 h 6858000"/>
              <a:gd name="connsiteX435" fmla="*/ 2182715 w 7467600"/>
              <a:gd name="connsiteY435" fmla="*/ 6675071 h 6858000"/>
              <a:gd name="connsiteX436" fmla="*/ 2032061 w 7467600"/>
              <a:gd name="connsiteY436" fmla="*/ 6541380 h 6858000"/>
              <a:gd name="connsiteX437" fmla="*/ 2257220 w 7467600"/>
              <a:gd name="connsiteY437" fmla="*/ 6826257 h 6858000"/>
              <a:gd name="connsiteX438" fmla="*/ 2281324 w 7467600"/>
              <a:gd name="connsiteY438" fmla="*/ 6858000 h 6858000"/>
              <a:gd name="connsiteX439" fmla="*/ 2242860 w 7467600"/>
              <a:gd name="connsiteY439" fmla="*/ 6858000 h 6858000"/>
              <a:gd name="connsiteX440" fmla="*/ 2232818 w 7467600"/>
              <a:gd name="connsiteY440" fmla="*/ 6844926 h 6858000"/>
              <a:gd name="connsiteX441" fmla="*/ 1990172 w 7467600"/>
              <a:gd name="connsiteY441" fmla="*/ 6542121 h 6858000"/>
              <a:gd name="connsiteX442" fmla="*/ 2124090 w 7467600"/>
              <a:gd name="connsiteY442" fmla="*/ 6761017 h 6858000"/>
              <a:gd name="connsiteX443" fmla="*/ 2200380 w 7467600"/>
              <a:gd name="connsiteY443" fmla="*/ 6858000 h 6858000"/>
              <a:gd name="connsiteX444" fmla="*/ 2147507 w 7467600"/>
              <a:gd name="connsiteY444" fmla="*/ 6858000 h 6858000"/>
              <a:gd name="connsiteX445" fmla="*/ 2070668 w 7467600"/>
              <a:gd name="connsiteY445" fmla="*/ 6761520 h 6858000"/>
              <a:gd name="connsiteX446" fmla="*/ 1975142 w 7467600"/>
              <a:gd name="connsiteY446" fmla="*/ 6585570 h 6858000"/>
              <a:gd name="connsiteX447" fmla="*/ 2050035 w 7467600"/>
              <a:gd name="connsiteY447" fmla="*/ 6813345 h 6858000"/>
              <a:gd name="connsiteX448" fmla="*/ 2063025 w 7467600"/>
              <a:gd name="connsiteY448" fmla="*/ 6858000 h 6858000"/>
              <a:gd name="connsiteX449" fmla="*/ 2021675 w 7467600"/>
              <a:gd name="connsiteY449" fmla="*/ 6858000 h 6858000"/>
              <a:gd name="connsiteX450" fmla="*/ 2019308 w 7467600"/>
              <a:gd name="connsiteY450" fmla="*/ 6847118 h 6858000"/>
              <a:gd name="connsiteX451" fmla="*/ 1938835 w 7467600"/>
              <a:gd name="connsiteY451" fmla="*/ 6551160 h 6858000"/>
              <a:gd name="connsiteX452" fmla="*/ 1953230 w 7467600"/>
              <a:gd name="connsiteY452" fmla="*/ 6759699 h 6858000"/>
              <a:gd name="connsiteX453" fmla="*/ 1956763 w 7467600"/>
              <a:gd name="connsiteY453" fmla="*/ 6778191 h 6858000"/>
              <a:gd name="connsiteX454" fmla="*/ 1967925 w 7467600"/>
              <a:gd name="connsiteY454" fmla="*/ 6858000 h 6858000"/>
              <a:gd name="connsiteX455" fmla="*/ 1936622 w 7467600"/>
              <a:gd name="connsiteY455" fmla="*/ 6858000 h 6858000"/>
              <a:gd name="connsiteX456" fmla="*/ 1926261 w 7467600"/>
              <a:gd name="connsiteY456" fmla="*/ 6784064 h 6858000"/>
              <a:gd name="connsiteX457" fmla="*/ 1922724 w 7467600"/>
              <a:gd name="connsiteY457" fmla="*/ 6765577 h 6858000"/>
              <a:gd name="connsiteX458" fmla="*/ 1904650 w 7467600"/>
              <a:gd name="connsiteY458" fmla="*/ 6639616 h 6858000"/>
              <a:gd name="connsiteX459" fmla="*/ 1885273 w 7467600"/>
              <a:gd name="connsiteY459" fmla="*/ 6858000 h 6858000"/>
              <a:gd name="connsiteX460" fmla="*/ 1854363 w 7467600"/>
              <a:gd name="connsiteY460" fmla="*/ 6858000 h 6858000"/>
              <a:gd name="connsiteX461" fmla="*/ 1880391 w 7467600"/>
              <a:gd name="connsiteY461" fmla="*/ 6603796 h 6858000"/>
              <a:gd name="connsiteX462" fmla="*/ 1818273 w 7467600"/>
              <a:gd name="connsiteY462" fmla="*/ 6715729 h 6858000"/>
              <a:gd name="connsiteX463" fmla="*/ 1794691 w 7467600"/>
              <a:gd name="connsiteY463" fmla="*/ 6843239 h 6858000"/>
              <a:gd name="connsiteX464" fmla="*/ 1794914 w 7467600"/>
              <a:gd name="connsiteY464" fmla="*/ 6858000 h 6858000"/>
              <a:gd name="connsiteX465" fmla="*/ 1746128 w 7467600"/>
              <a:gd name="connsiteY465" fmla="*/ 6858000 h 6858000"/>
              <a:gd name="connsiteX466" fmla="*/ 1753934 w 7467600"/>
              <a:gd name="connsiteY466" fmla="*/ 6724796 h 6858000"/>
              <a:gd name="connsiteX467" fmla="*/ 1792053 w 7467600"/>
              <a:gd name="connsiteY467" fmla="*/ 6572396 h 6858000"/>
              <a:gd name="connsiteX468" fmla="*/ 1862248 w 7467600"/>
              <a:gd name="connsiteY468" fmla="*/ 6266397 h 6858000"/>
              <a:gd name="connsiteX469" fmla="*/ 1862250 w 7467600"/>
              <a:gd name="connsiteY469" fmla="*/ 6033531 h 6858000"/>
              <a:gd name="connsiteX470" fmla="*/ 1211999 w 7467600"/>
              <a:gd name="connsiteY470" fmla="*/ 6683610 h 6858000"/>
              <a:gd name="connsiteX471" fmla="*/ 1213266 w 7467600"/>
              <a:gd name="connsiteY471" fmla="*/ 6691947 h 6858000"/>
              <a:gd name="connsiteX472" fmla="*/ 1203370 w 7467600"/>
              <a:gd name="connsiteY472" fmla="*/ 6850676 h 6858000"/>
              <a:gd name="connsiteX473" fmla="*/ 1203671 w 7467600"/>
              <a:gd name="connsiteY473" fmla="*/ 6858000 h 6858000"/>
              <a:gd name="connsiteX474" fmla="*/ 1143180 w 7467600"/>
              <a:gd name="connsiteY474" fmla="*/ 6858000 h 6858000"/>
              <a:gd name="connsiteX475" fmla="*/ 1142176 w 7467600"/>
              <a:gd name="connsiteY475" fmla="*/ 6766045 h 6858000"/>
              <a:gd name="connsiteX476" fmla="*/ 1067484 w 7467600"/>
              <a:gd name="connsiteY476" fmla="*/ 6858000 h 6858000"/>
              <a:gd name="connsiteX477" fmla="*/ 953928 w 7467600"/>
              <a:gd name="connsiteY477" fmla="*/ 6858000 h 6858000"/>
              <a:gd name="connsiteX478" fmla="*/ 959715 w 7467600"/>
              <a:gd name="connsiteY478" fmla="*/ 6850185 h 6858000"/>
              <a:gd name="connsiteX479" fmla="*/ 1483788 w 7467600"/>
              <a:gd name="connsiteY479" fmla="*/ 6259174 h 6858000"/>
              <a:gd name="connsiteX480" fmla="*/ 1100671 w 7467600"/>
              <a:gd name="connsiteY480" fmla="*/ 6252137 h 6858000"/>
              <a:gd name="connsiteX481" fmla="*/ 1090144 w 7467600"/>
              <a:gd name="connsiteY481" fmla="*/ 6256748 h 6858000"/>
              <a:gd name="connsiteX482" fmla="*/ 1095872 w 7467600"/>
              <a:gd name="connsiteY482" fmla="*/ 6271892 h 6858000"/>
              <a:gd name="connsiteX483" fmla="*/ 262785 w 7467600"/>
              <a:gd name="connsiteY483" fmla="*/ 6845450 h 6858000"/>
              <a:gd name="connsiteX484" fmla="*/ 209968 w 7467600"/>
              <a:gd name="connsiteY484" fmla="*/ 6770713 h 6858000"/>
              <a:gd name="connsiteX485" fmla="*/ 873460 w 7467600"/>
              <a:gd name="connsiteY485" fmla="*/ 6253768 h 6858000"/>
              <a:gd name="connsiteX486" fmla="*/ 192686 w 7467600"/>
              <a:gd name="connsiteY486" fmla="*/ 5849257 h 6858000"/>
              <a:gd name="connsiteX487" fmla="*/ 4696 w 7467600"/>
              <a:gd name="connsiteY487" fmla="*/ 5697668 h 6858000"/>
              <a:gd name="connsiteX488" fmla="*/ 0 w 7467600"/>
              <a:gd name="connsiteY488" fmla="*/ 5689984 h 6858000"/>
              <a:gd name="connsiteX489" fmla="*/ 0 w 7467600"/>
              <a:gd name="connsiteY489" fmla="*/ 5513472 h 6858000"/>
              <a:gd name="connsiteX490" fmla="*/ 174101 w 7467600"/>
              <a:gd name="connsiteY490" fmla="*/ 5620277 h 6858000"/>
              <a:gd name="connsiteX491" fmla="*/ 891800 w 7467600"/>
              <a:gd name="connsiteY491" fmla="*/ 6036935 h 6858000"/>
              <a:gd name="connsiteX492" fmla="*/ 1072219 w 7467600"/>
              <a:gd name="connsiteY492" fmla="*/ 6169443 h 6858000"/>
              <a:gd name="connsiteX493" fmla="*/ 1074117 w 7467600"/>
              <a:gd name="connsiteY493" fmla="*/ 6170301 h 6858000"/>
              <a:gd name="connsiteX494" fmla="*/ 1083114 w 7467600"/>
              <a:gd name="connsiteY494" fmla="*/ 6174131 h 6858000"/>
              <a:gd name="connsiteX495" fmla="*/ 1543010 w 7467600"/>
              <a:gd name="connsiteY495" fmla="*/ 6191140 h 6858000"/>
              <a:gd name="connsiteX496" fmla="*/ 1551080 w 7467600"/>
              <a:gd name="connsiteY496" fmla="*/ 6195006 h 6858000"/>
              <a:gd name="connsiteX497" fmla="*/ 2345443 w 7467600"/>
              <a:gd name="connsiteY497" fmla="*/ 5549882 h 6858000"/>
              <a:gd name="connsiteX498" fmla="*/ 1721499 w 7467600"/>
              <a:gd name="connsiteY498" fmla="*/ 5599969 h 6858000"/>
              <a:gd name="connsiteX499" fmla="*/ 767716 w 7467600"/>
              <a:gd name="connsiteY499" fmla="*/ 5472768 h 6858000"/>
              <a:gd name="connsiteX500" fmla="*/ 722147 w 7467600"/>
              <a:gd name="connsiteY500" fmla="*/ 5393091 h 6858000"/>
              <a:gd name="connsiteX501" fmla="*/ 1485552 w 7467600"/>
              <a:gd name="connsiteY501" fmla="*/ 5313202 h 6858000"/>
              <a:gd name="connsiteX502" fmla="*/ 2143004 w 7467600"/>
              <a:gd name="connsiteY502" fmla="*/ 5402420 h 6858000"/>
              <a:gd name="connsiteX503" fmla="*/ 1933391 w 7467600"/>
              <a:gd name="connsiteY503" fmla="*/ 5156971 h 6858000"/>
              <a:gd name="connsiteX504" fmla="*/ 1827118 w 7467600"/>
              <a:gd name="connsiteY504" fmla="*/ 4968410 h 6858000"/>
              <a:gd name="connsiteX505" fmla="*/ 1837349 w 7467600"/>
              <a:gd name="connsiteY505" fmla="*/ 4956357 h 6858000"/>
              <a:gd name="connsiteX506" fmla="*/ 2162835 w 7467600"/>
              <a:gd name="connsiteY506" fmla="*/ 5187853 h 6858000"/>
              <a:gd name="connsiteX507" fmla="*/ 2257167 w 7467600"/>
              <a:gd name="connsiteY507" fmla="*/ 5462123 h 6858000"/>
              <a:gd name="connsiteX508" fmla="*/ 2261598 w 7467600"/>
              <a:gd name="connsiteY508" fmla="*/ 5467998 h 6858000"/>
              <a:gd name="connsiteX509" fmla="*/ 2437177 w 7467600"/>
              <a:gd name="connsiteY509" fmla="*/ 5479608 h 6858000"/>
              <a:gd name="connsiteX510" fmla="*/ 2445247 w 7467600"/>
              <a:gd name="connsiteY510" fmla="*/ 5483476 h 6858000"/>
              <a:gd name="connsiteX511" fmla="*/ 2743626 w 7467600"/>
              <a:gd name="connsiteY511" fmla="*/ 5304819 h 6858000"/>
              <a:gd name="connsiteX512" fmla="*/ 3048102 w 7467600"/>
              <a:gd name="connsiteY512" fmla="*/ 5150595 h 6858000"/>
              <a:gd name="connsiteX513" fmla="*/ 1799414 w 7467600"/>
              <a:gd name="connsiteY513" fmla="*/ 4694732 h 6858000"/>
              <a:gd name="connsiteX514" fmla="*/ 1771735 w 7467600"/>
              <a:gd name="connsiteY514" fmla="*/ 4619929 h 6858000"/>
              <a:gd name="connsiteX515" fmla="*/ 3104273 w 7467600"/>
              <a:gd name="connsiteY515" fmla="*/ 5076159 h 6858000"/>
              <a:gd name="connsiteX516" fmla="*/ 3113245 w 7467600"/>
              <a:gd name="connsiteY516" fmla="*/ 5090705 h 6858000"/>
              <a:gd name="connsiteX517" fmla="*/ 3126294 w 7467600"/>
              <a:gd name="connsiteY517" fmla="*/ 5114400 h 6858000"/>
              <a:gd name="connsiteX518" fmla="*/ 3937433 w 7467600"/>
              <a:gd name="connsiteY518" fmla="*/ 4830473 h 6858000"/>
              <a:gd name="connsiteX519" fmla="*/ 3590475 w 7467600"/>
              <a:gd name="connsiteY519" fmla="*/ 4597974 h 6858000"/>
              <a:gd name="connsiteX520" fmla="*/ 3100264 w 7467600"/>
              <a:gd name="connsiteY520" fmla="*/ 4579845 h 6858000"/>
              <a:gd name="connsiteX521" fmla="*/ 2183576 w 7467600"/>
              <a:gd name="connsiteY521" fmla="*/ 4227150 h 6858000"/>
              <a:gd name="connsiteX522" fmla="*/ 2151029 w 7467600"/>
              <a:gd name="connsiteY522" fmla="*/ 4146947 h 6858000"/>
              <a:gd name="connsiteX523" fmla="*/ 3563434 w 7467600"/>
              <a:gd name="connsiteY523" fmla="*/ 4469115 h 6858000"/>
              <a:gd name="connsiteX524" fmla="*/ 3177952 w 7467600"/>
              <a:gd name="connsiteY524" fmla="*/ 3657386 h 6858000"/>
              <a:gd name="connsiteX525" fmla="*/ 3189263 w 7467600"/>
              <a:gd name="connsiteY525" fmla="*/ 3625726 h 6858000"/>
              <a:gd name="connsiteX526" fmla="*/ 3560912 w 7467600"/>
              <a:gd name="connsiteY526" fmla="*/ 4079863 h 6858000"/>
              <a:gd name="connsiteX527" fmla="*/ 3626636 w 7467600"/>
              <a:gd name="connsiteY527" fmla="*/ 4512230 h 6858000"/>
              <a:gd name="connsiteX528" fmla="*/ 3653088 w 7467600"/>
              <a:gd name="connsiteY528" fmla="*/ 4521417 h 6858000"/>
              <a:gd name="connsiteX529" fmla="*/ 3988128 w 7467600"/>
              <a:gd name="connsiteY529" fmla="*/ 4817267 h 6858000"/>
              <a:gd name="connsiteX530" fmla="*/ 4830582 w 7467600"/>
              <a:gd name="connsiteY530" fmla="*/ 4676000 h 6858000"/>
              <a:gd name="connsiteX531" fmla="*/ 4830100 w 7467600"/>
              <a:gd name="connsiteY531" fmla="*/ 4675554 h 6858000"/>
              <a:gd name="connsiteX532" fmla="*/ 4036318 w 7467600"/>
              <a:gd name="connsiteY532" fmla="*/ 4147013 h 6858000"/>
              <a:gd name="connsiteX533" fmla="*/ 3432098 w 7467600"/>
              <a:gd name="connsiteY533" fmla="*/ 3537312 h 6858000"/>
              <a:gd name="connsiteX534" fmla="*/ 3446761 w 7467600"/>
              <a:gd name="connsiteY534" fmla="*/ 3461278 h 6858000"/>
              <a:gd name="connsiteX535" fmla="*/ 4419733 w 7467600"/>
              <a:gd name="connsiteY535" fmla="*/ 3963555 h 6858000"/>
              <a:gd name="connsiteX536" fmla="*/ 4781371 w 7467600"/>
              <a:gd name="connsiteY536" fmla="*/ 4458604 h 6858000"/>
              <a:gd name="connsiteX537" fmla="*/ 4780440 w 7467600"/>
              <a:gd name="connsiteY537" fmla="*/ 4470290 h 6858000"/>
              <a:gd name="connsiteX538" fmla="*/ 4898954 w 7467600"/>
              <a:gd name="connsiteY538" fmla="*/ 4662092 h 6858000"/>
              <a:gd name="connsiteX539" fmla="*/ 4900699 w 7467600"/>
              <a:gd name="connsiteY539" fmla="*/ 4670867 h 6858000"/>
              <a:gd name="connsiteX540" fmla="*/ 5714511 w 7467600"/>
              <a:gd name="connsiteY540" fmla="*/ 4663483 h 6858000"/>
              <a:gd name="connsiteX541" fmla="*/ 5464793 w 7467600"/>
              <a:gd name="connsiteY541" fmla="*/ 4393556 h 6858000"/>
              <a:gd name="connsiteX542" fmla="*/ 5461897 w 7467600"/>
              <a:gd name="connsiteY542" fmla="*/ 4390879 h 6858000"/>
              <a:gd name="connsiteX543" fmla="*/ 4294126 w 7467600"/>
              <a:gd name="connsiteY543" fmla="*/ 3303048 h 6858000"/>
              <a:gd name="connsiteX544" fmla="*/ 4305321 w 7467600"/>
              <a:gd name="connsiteY544" fmla="*/ 3256953 h 6858000"/>
              <a:gd name="connsiteX545" fmla="*/ 4949299 w 7467600"/>
              <a:gd name="connsiteY545" fmla="*/ 3766336 h 6858000"/>
              <a:gd name="connsiteX546" fmla="*/ 5291452 w 7467600"/>
              <a:gd name="connsiteY546" fmla="*/ 4076801 h 6858000"/>
              <a:gd name="connsiteX547" fmla="*/ 5434998 w 7467600"/>
              <a:gd name="connsiteY547" fmla="*/ 4254100 h 6858000"/>
              <a:gd name="connsiteX548" fmla="*/ 5351015 w 7467600"/>
              <a:gd name="connsiteY548" fmla="*/ 3760989 h 6858000"/>
              <a:gd name="connsiteX549" fmla="*/ 5413780 w 7467600"/>
              <a:gd name="connsiteY549" fmla="*/ 2966265 h 6858000"/>
              <a:gd name="connsiteX550" fmla="*/ 5425627 w 7467600"/>
              <a:gd name="connsiteY550" fmla="*/ 2954192 h 6858000"/>
              <a:gd name="connsiteX551" fmla="*/ 6604735 w 7467600"/>
              <a:gd name="connsiteY551" fmla="*/ 2041381 h 6858000"/>
              <a:gd name="connsiteX552" fmla="*/ 7204487 w 7467600"/>
              <a:gd name="connsiteY552" fmla="*/ 2742112 h 6858000"/>
              <a:gd name="connsiteX553" fmla="*/ 7131592 w 7467600"/>
              <a:gd name="connsiteY553" fmla="*/ 2672096 h 6858000"/>
              <a:gd name="connsiteX554" fmla="*/ 6996344 w 7467600"/>
              <a:gd name="connsiteY554" fmla="*/ 2518310 h 6858000"/>
              <a:gd name="connsiteX555" fmla="*/ 6735495 w 7467600"/>
              <a:gd name="connsiteY555" fmla="*/ 2196890 h 6858000"/>
              <a:gd name="connsiteX556" fmla="*/ 6721901 w 7467600"/>
              <a:gd name="connsiteY556" fmla="*/ 2179274 h 6858000"/>
              <a:gd name="connsiteX557" fmla="*/ 6604735 w 7467600"/>
              <a:gd name="connsiteY557" fmla="*/ 2041381 h 6858000"/>
              <a:gd name="connsiteX558" fmla="*/ 6591670 w 7467600"/>
              <a:gd name="connsiteY558" fmla="*/ 1988277 h 6858000"/>
              <a:gd name="connsiteX559" fmla="*/ 6747349 w 7467600"/>
              <a:gd name="connsiteY559" fmla="*/ 2160069 h 6858000"/>
              <a:gd name="connsiteX560" fmla="*/ 6760943 w 7467600"/>
              <a:gd name="connsiteY560" fmla="*/ 2177686 h 6858000"/>
              <a:gd name="connsiteX561" fmla="*/ 7021065 w 7467600"/>
              <a:gd name="connsiteY561" fmla="*/ 2498102 h 6858000"/>
              <a:gd name="connsiteX562" fmla="*/ 7155223 w 7467600"/>
              <a:gd name="connsiteY562" fmla="*/ 2650386 h 6858000"/>
              <a:gd name="connsiteX563" fmla="*/ 7203167 w 7467600"/>
              <a:gd name="connsiteY563" fmla="*/ 2697288 h 6858000"/>
              <a:gd name="connsiteX564" fmla="*/ 6937703 w 7467600"/>
              <a:gd name="connsiteY564" fmla="*/ 2321981 h 6858000"/>
              <a:gd name="connsiteX565" fmla="*/ 6591670 w 7467600"/>
              <a:gd name="connsiteY565" fmla="*/ 1988277 h 6858000"/>
              <a:gd name="connsiteX566" fmla="*/ 5798671 w 7467600"/>
              <a:gd name="connsiteY566" fmla="*/ 1981601 h 6858000"/>
              <a:gd name="connsiteX567" fmla="*/ 5754709 w 7467600"/>
              <a:gd name="connsiteY567" fmla="*/ 2071454 h 6858000"/>
              <a:gd name="connsiteX568" fmla="*/ 5763044 w 7467600"/>
              <a:gd name="connsiteY568" fmla="*/ 2842206 h 6858000"/>
              <a:gd name="connsiteX569" fmla="*/ 5764974 w 7467600"/>
              <a:gd name="connsiteY569" fmla="*/ 2799609 h 6858000"/>
              <a:gd name="connsiteX570" fmla="*/ 5767665 w 7467600"/>
              <a:gd name="connsiteY570" fmla="*/ 2666409 h 6858000"/>
              <a:gd name="connsiteX571" fmla="*/ 5763055 w 7467600"/>
              <a:gd name="connsiteY571" fmla="*/ 2579705 h 6858000"/>
              <a:gd name="connsiteX572" fmla="*/ 5758079 w 7467600"/>
              <a:gd name="connsiteY572" fmla="*/ 2492508 h 6858000"/>
              <a:gd name="connsiteX573" fmla="*/ 5779325 w 7467600"/>
              <a:gd name="connsiteY573" fmla="*/ 2197069 h 6858000"/>
              <a:gd name="connsiteX574" fmla="*/ 5798671 w 7467600"/>
              <a:gd name="connsiteY574" fmla="*/ 1981601 h 6858000"/>
              <a:gd name="connsiteX575" fmla="*/ 5829202 w 7467600"/>
              <a:gd name="connsiteY575" fmla="*/ 1971679 h 6858000"/>
              <a:gd name="connsiteX576" fmla="*/ 5809558 w 7467600"/>
              <a:gd name="connsiteY576" fmla="*/ 2198043 h 6858000"/>
              <a:gd name="connsiteX577" fmla="*/ 5788653 w 7467600"/>
              <a:gd name="connsiteY577" fmla="*/ 2489430 h 6858000"/>
              <a:gd name="connsiteX578" fmla="*/ 5793439 w 7467600"/>
              <a:gd name="connsiteY578" fmla="*/ 2575235 h 6858000"/>
              <a:gd name="connsiteX579" fmla="*/ 5796837 w 7467600"/>
              <a:gd name="connsiteY579" fmla="*/ 2637633 h 6858000"/>
              <a:gd name="connsiteX580" fmla="*/ 5818614 w 7467600"/>
              <a:gd name="connsiteY580" fmla="*/ 2473055 h 6858000"/>
              <a:gd name="connsiteX581" fmla="*/ 5829202 w 7467600"/>
              <a:gd name="connsiteY581" fmla="*/ 1971679 h 6858000"/>
              <a:gd name="connsiteX582" fmla="*/ 5911389 w 7467600"/>
              <a:gd name="connsiteY582" fmla="*/ 1898371 h 6858000"/>
              <a:gd name="connsiteX583" fmla="*/ 6237627 w 7467600"/>
              <a:gd name="connsiteY583" fmla="*/ 2231921 h 6858000"/>
              <a:gd name="connsiteX584" fmla="*/ 5911389 w 7467600"/>
              <a:gd name="connsiteY584" fmla="*/ 1898371 h 6858000"/>
              <a:gd name="connsiteX585" fmla="*/ 6944437 w 7467600"/>
              <a:gd name="connsiteY585" fmla="*/ 1575402 h 6858000"/>
              <a:gd name="connsiteX586" fmla="*/ 6304730 w 7467600"/>
              <a:gd name="connsiteY586" fmla="*/ 1766654 h 6858000"/>
              <a:gd name="connsiteX587" fmla="*/ 6944437 w 7467600"/>
              <a:gd name="connsiteY587" fmla="*/ 1575402 h 6858000"/>
              <a:gd name="connsiteX588" fmla="*/ 7019523 w 7467600"/>
              <a:gd name="connsiteY588" fmla="*/ 1519450 h 6858000"/>
              <a:gd name="connsiteX589" fmla="*/ 6298091 w 7467600"/>
              <a:gd name="connsiteY589" fmla="*/ 1737122 h 6858000"/>
              <a:gd name="connsiteX590" fmla="*/ 7019523 w 7467600"/>
              <a:gd name="connsiteY590" fmla="*/ 1519450 h 6858000"/>
              <a:gd name="connsiteX591" fmla="*/ 2399523 w 7467600"/>
              <a:gd name="connsiteY591" fmla="*/ 1428234 h 6858000"/>
              <a:gd name="connsiteX592" fmla="*/ 2224982 w 7467600"/>
              <a:gd name="connsiteY592" fmla="*/ 1826201 h 6858000"/>
              <a:gd name="connsiteX593" fmla="*/ 2096099 w 7467600"/>
              <a:gd name="connsiteY593" fmla="*/ 2345900 h 6858000"/>
              <a:gd name="connsiteX594" fmla="*/ 2283317 w 7467600"/>
              <a:gd name="connsiteY594" fmla="*/ 1796925 h 6858000"/>
              <a:gd name="connsiteX595" fmla="*/ 2399523 w 7467600"/>
              <a:gd name="connsiteY595" fmla="*/ 1428234 h 6858000"/>
              <a:gd name="connsiteX596" fmla="*/ 2448558 w 7467600"/>
              <a:gd name="connsiteY596" fmla="*/ 1373435 h 6858000"/>
              <a:gd name="connsiteX597" fmla="*/ 2312521 w 7467600"/>
              <a:gd name="connsiteY597" fmla="*/ 1806140 h 6858000"/>
              <a:gd name="connsiteX598" fmla="*/ 2127533 w 7467600"/>
              <a:gd name="connsiteY598" fmla="*/ 2348380 h 6858000"/>
              <a:gd name="connsiteX599" fmla="*/ 2358080 w 7467600"/>
              <a:gd name="connsiteY599" fmla="*/ 1866134 h 6858000"/>
              <a:gd name="connsiteX600" fmla="*/ 2407436 w 7467600"/>
              <a:gd name="connsiteY600" fmla="*/ 1651070 h 6858000"/>
              <a:gd name="connsiteX601" fmla="*/ 2448558 w 7467600"/>
              <a:gd name="connsiteY601" fmla="*/ 1373435 h 6858000"/>
              <a:gd name="connsiteX602" fmla="*/ 278707 w 7467600"/>
              <a:gd name="connsiteY602" fmla="*/ 1352270 h 6858000"/>
              <a:gd name="connsiteX603" fmla="*/ 321570 w 7467600"/>
              <a:gd name="connsiteY603" fmla="*/ 1861610 h 6858000"/>
              <a:gd name="connsiteX604" fmla="*/ 294281 w 7467600"/>
              <a:gd name="connsiteY604" fmla="*/ 1440658 h 6858000"/>
              <a:gd name="connsiteX605" fmla="*/ 278707 w 7467600"/>
              <a:gd name="connsiteY605" fmla="*/ 1352270 h 6858000"/>
              <a:gd name="connsiteX606" fmla="*/ 1423821 w 7467600"/>
              <a:gd name="connsiteY606" fmla="*/ 1351958 h 6858000"/>
              <a:gd name="connsiteX607" fmla="*/ 1638521 w 7467600"/>
              <a:gd name="connsiteY607" fmla="*/ 1908470 h 6858000"/>
              <a:gd name="connsiteX608" fmla="*/ 1754199 w 7467600"/>
              <a:gd name="connsiteY608" fmla="*/ 2149284 h 6858000"/>
              <a:gd name="connsiteX609" fmla="*/ 1908359 w 7467600"/>
              <a:gd name="connsiteY609" fmla="*/ 2364988 h 6858000"/>
              <a:gd name="connsiteX610" fmla="*/ 1647661 w 7467600"/>
              <a:gd name="connsiteY610" fmla="*/ 1825945 h 6858000"/>
              <a:gd name="connsiteX611" fmla="*/ 1423821 w 7467600"/>
              <a:gd name="connsiteY611" fmla="*/ 1351958 h 6858000"/>
              <a:gd name="connsiteX612" fmla="*/ 1431890 w 7467600"/>
              <a:gd name="connsiteY612" fmla="*/ 1306475 h 6858000"/>
              <a:gd name="connsiteX613" fmla="*/ 1507597 w 7467600"/>
              <a:gd name="connsiteY613" fmla="*/ 1446132 h 6858000"/>
              <a:gd name="connsiteX614" fmla="*/ 1674586 w 7467600"/>
              <a:gd name="connsiteY614" fmla="*/ 1813832 h 6858000"/>
              <a:gd name="connsiteX615" fmla="*/ 1815950 w 7467600"/>
              <a:gd name="connsiteY615" fmla="*/ 2128564 h 6858000"/>
              <a:gd name="connsiteX616" fmla="*/ 1984242 w 7467600"/>
              <a:gd name="connsiteY616" fmla="*/ 2430829 h 6858000"/>
              <a:gd name="connsiteX617" fmla="*/ 2014023 w 7467600"/>
              <a:gd name="connsiteY617" fmla="*/ 2450995 h 6858000"/>
              <a:gd name="connsiteX618" fmla="*/ 1747337 w 7467600"/>
              <a:gd name="connsiteY618" fmla="*/ 1855264 h 6858000"/>
              <a:gd name="connsiteX619" fmla="*/ 1533749 w 7467600"/>
              <a:gd name="connsiteY619" fmla="*/ 1478656 h 6858000"/>
              <a:gd name="connsiteX620" fmla="*/ 1431890 w 7467600"/>
              <a:gd name="connsiteY620" fmla="*/ 1306475 h 6858000"/>
              <a:gd name="connsiteX621" fmla="*/ 5052692 w 7467600"/>
              <a:gd name="connsiteY621" fmla="*/ 1292994 h 6858000"/>
              <a:gd name="connsiteX622" fmla="*/ 5200661 w 7467600"/>
              <a:gd name="connsiteY622" fmla="*/ 1635186 h 6858000"/>
              <a:gd name="connsiteX623" fmla="*/ 5297138 w 7467600"/>
              <a:gd name="connsiteY623" fmla="*/ 1906351 h 6858000"/>
              <a:gd name="connsiteX624" fmla="*/ 5052692 w 7467600"/>
              <a:gd name="connsiteY624" fmla="*/ 1292994 h 6858000"/>
              <a:gd name="connsiteX625" fmla="*/ 5009948 w 7467600"/>
              <a:gd name="connsiteY625" fmla="*/ 1273619 h 6858000"/>
              <a:gd name="connsiteX626" fmla="*/ 5121777 w 7467600"/>
              <a:gd name="connsiteY626" fmla="*/ 1654213 h 6858000"/>
              <a:gd name="connsiteX627" fmla="*/ 5293545 w 7467600"/>
              <a:gd name="connsiteY627" fmla="*/ 2072247 h 6858000"/>
              <a:gd name="connsiteX628" fmla="*/ 5294042 w 7467600"/>
              <a:gd name="connsiteY628" fmla="*/ 2065019 h 6858000"/>
              <a:gd name="connsiteX629" fmla="*/ 5171936 w 7467600"/>
              <a:gd name="connsiteY629" fmla="*/ 1647613 h 6858000"/>
              <a:gd name="connsiteX630" fmla="*/ 5009948 w 7467600"/>
              <a:gd name="connsiteY630" fmla="*/ 1273619 h 6858000"/>
              <a:gd name="connsiteX631" fmla="*/ 655236 w 7467600"/>
              <a:gd name="connsiteY631" fmla="*/ 1268632 h 6858000"/>
              <a:gd name="connsiteX632" fmla="*/ 839521 w 7467600"/>
              <a:gd name="connsiteY632" fmla="*/ 1685315 h 6858000"/>
              <a:gd name="connsiteX633" fmla="*/ 1109416 w 7467600"/>
              <a:gd name="connsiteY633" fmla="*/ 2061663 h 6858000"/>
              <a:gd name="connsiteX634" fmla="*/ 1298300 w 7467600"/>
              <a:gd name="connsiteY634" fmla="*/ 2247742 h 6858000"/>
              <a:gd name="connsiteX635" fmla="*/ 1125871 w 7467600"/>
              <a:gd name="connsiteY635" fmla="*/ 1989513 h 6858000"/>
              <a:gd name="connsiteX636" fmla="*/ 981574 w 7467600"/>
              <a:gd name="connsiteY636" fmla="*/ 1783157 h 6858000"/>
              <a:gd name="connsiteX637" fmla="*/ 922198 w 7467600"/>
              <a:gd name="connsiteY637" fmla="*/ 1677437 h 6858000"/>
              <a:gd name="connsiteX638" fmla="*/ 869293 w 7467600"/>
              <a:gd name="connsiteY638" fmla="*/ 1583214 h 6858000"/>
              <a:gd name="connsiteX639" fmla="*/ 751431 w 7467600"/>
              <a:gd name="connsiteY639" fmla="*/ 1405731 h 6858000"/>
              <a:gd name="connsiteX640" fmla="*/ 655236 w 7467600"/>
              <a:gd name="connsiteY640" fmla="*/ 1268632 h 6858000"/>
              <a:gd name="connsiteX641" fmla="*/ 6516292 w 7467600"/>
              <a:gd name="connsiteY641" fmla="*/ 1263064 h 6858000"/>
              <a:gd name="connsiteX642" fmla="*/ 5736320 w 7467600"/>
              <a:gd name="connsiteY642" fmla="*/ 1501803 h 6858000"/>
              <a:gd name="connsiteX643" fmla="*/ 6516292 w 7467600"/>
              <a:gd name="connsiteY643" fmla="*/ 1263064 h 6858000"/>
              <a:gd name="connsiteX644" fmla="*/ 291466 w 7467600"/>
              <a:gd name="connsiteY644" fmla="*/ 1250369 h 6858000"/>
              <a:gd name="connsiteX645" fmla="*/ 323180 w 7467600"/>
              <a:gd name="connsiteY645" fmla="*/ 1435283 h 6858000"/>
              <a:gd name="connsiteX646" fmla="*/ 349381 w 7467600"/>
              <a:gd name="connsiteY646" fmla="*/ 1875041 h 6858000"/>
              <a:gd name="connsiteX647" fmla="*/ 374363 w 7467600"/>
              <a:gd name="connsiteY647" fmla="*/ 1506494 h 6858000"/>
              <a:gd name="connsiteX648" fmla="*/ 302168 w 7467600"/>
              <a:gd name="connsiteY648" fmla="*/ 1274495 h 6858000"/>
              <a:gd name="connsiteX649" fmla="*/ 291466 w 7467600"/>
              <a:gd name="connsiteY649" fmla="*/ 1250369 h 6858000"/>
              <a:gd name="connsiteX650" fmla="*/ 678222 w 7467600"/>
              <a:gd name="connsiteY650" fmla="*/ 1248670 h 6858000"/>
              <a:gd name="connsiteX651" fmla="*/ 775536 w 7467600"/>
              <a:gd name="connsiteY651" fmla="*/ 1388015 h 6858000"/>
              <a:gd name="connsiteX652" fmla="*/ 894529 w 7467600"/>
              <a:gd name="connsiteY652" fmla="*/ 1567739 h 6858000"/>
              <a:gd name="connsiteX653" fmla="*/ 948000 w 7467600"/>
              <a:gd name="connsiteY653" fmla="*/ 1663088 h 6858000"/>
              <a:gd name="connsiteX654" fmla="*/ 1006812 w 7467600"/>
              <a:gd name="connsiteY654" fmla="*/ 1767683 h 6858000"/>
              <a:gd name="connsiteX655" fmla="*/ 1149133 w 7467600"/>
              <a:gd name="connsiteY655" fmla="*/ 1971513 h 6858000"/>
              <a:gd name="connsiteX656" fmla="*/ 1333952 w 7467600"/>
              <a:gd name="connsiteY656" fmla="*/ 2251620 h 6858000"/>
              <a:gd name="connsiteX657" fmla="*/ 1337329 w 7467600"/>
              <a:gd name="connsiteY657" fmla="*/ 2258350 h 6858000"/>
              <a:gd name="connsiteX658" fmla="*/ 1014726 w 7467600"/>
              <a:gd name="connsiteY658" fmla="*/ 1615556 h 6858000"/>
              <a:gd name="connsiteX659" fmla="*/ 678222 w 7467600"/>
              <a:gd name="connsiteY659" fmla="*/ 1248670 h 6858000"/>
              <a:gd name="connsiteX660" fmla="*/ 6691602 w 7467600"/>
              <a:gd name="connsiteY660" fmla="*/ 1140573 h 6858000"/>
              <a:gd name="connsiteX661" fmla="*/ 6571100 w 7467600"/>
              <a:gd name="connsiteY661" fmla="*/ 1183662 h 6858000"/>
              <a:gd name="connsiteX662" fmla="*/ 6241687 w 7467600"/>
              <a:gd name="connsiteY662" fmla="*/ 1257600 h 6858000"/>
              <a:gd name="connsiteX663" fmla="*/ 5693009 w 7467600"/>
              <a:gd name="connsiteY663" fmla="*/ 1478256 h 6858000"/>
              <a:gd name="connsiteX664" fmla="*/ 6548420 w 7467600"/>
              <a:gd name="connsiteY664" fmla="*/ 1214599 h 6858000"/>
              <a:gd name="connsiteX665" fmla="*/ 6605473 w 7467600"/>
              <a:gd name="connsiteY665" fmla="*/ 1184686 h 6858000"/>
              <a:gd name="connsiteX666" fmla="*/ 6691602 w 7467600"/>
              <a:gd name="connsiteY666" fmla="*/ 1140573 h 6858000"/>
              <a:gd name="connsiteX667" fmla="*/ 4002475 w 7467600"/>
              <a:gd name="connsiteY667" fmla="*/ 1037802 h 6858000"/>
              <a:gd name="connsiteX668" fmla="*/ 4000324 w 7467600"/>
              <a:gd name="connsiteY668" fmla="*/ 1039362 h 6858000"/>
              <a:gd name="connsiteX669" fmla="*/ 4002862 w 7467600"/>
              <a:gd name="connsiteY669" fmla="*/ 1042866 h 6858000"/>
              <a:gd name="connsiteX670" fmla="*/ 4002475 w 7467600"/>
              <a:gd name="connsiteY670" fmla="*/ 1037802 h 6858000"/>
              <a:gd name="connsiteX671" fmla="*/ 506322 w 7467600"/>
              <a:gd name="connsiteY671" fmla="*/ 1020997 h 6858000"/>
              <a:gd name="connsiteX672" fmla="*/ 533068 w 7467600"/>
              <a:gd name="connsiteY672" fmla="*/ 1029409 h 6858000"/>
              <a:gd name="connsiteX673" fmla="*/ 1232525 w 7467600"/>
              <a:gd name="connsiteY673" fmla="*/ 1804675 h 6858000"/>
              <a:gd name="connsiteX674" fmla="*/ 1388858 w 7467600"/>
              <a:gd name="connsiteY674" fmla="*/ 2368011 h 6858000"/>
              <a:gd name="connsiteX675" fmla="*/ 1384098 w 7467600"/>
              <a:gd name="connsiteY675" fmla="*/ 2378125 h 6858000"/>
              <a:gd name="connsiteX676" fmla="*/ 1425393 w 7467600"/>
              <a:gd name="connsiteY676" fmla="*/ 2589124 h 6858000"/>
              <a:gd name="connsiteX677" fmla="*/ 1424001 w 7467600"/>
              <a:gd name="connsiteY677" fmla="*/ 2597541 h 6858000"/>
              <a:gd name="connsiteX678" fmla="*/ 2152729 w 7467600"/>
              <a:gd name="connsiteY678" fmla="*/ 2864487 h 6858000"/>
              <a:gd name="connsiteX679" fmla="*/ 2020609 w 7467600"/>
              <a:gd name="connsiteY679" fmla="*/ 2539671 h 6858000"/>
              <a:gd name="connsiteX680" fmla="*/ 2018920 w 7467600"/>
              <a:gd name="connsiteY680" fmla="*/ 2536309 h 6858000"/>
              <a:gd name="connsiteX681" fmla="*/ 1342441 w 7467600"/>
              <a:gd name="connsiteY681" fmla="*/ 1173017 h 6858000"/>
              <a:gd name="connsiteX682" fmla="*/ 1367925 w 7467600"/>
              <a:gd name="connsiteY682" fmla="*/ 1135648 h 6858000"/>
              <a:gd name="connsiteX683" fmla="*/ 1771401 w 7467600"/>
              <a:gd name="connsiteY683" fmla="*/ 1806673 h 6858000"/>
              <a:gd name="connsiteX684" fmla="*/ 1972385 w 7467600"/>
              <a:gd name="connsiteY684" fmla="*/ 2198735 h 6858000"/>
              <a:gd name="connsiteX685" fmla="*/ 2040892 w 7467600"/>
              <a:gd name="connsiteY685" fmla="*/ 2405205 h 6858000"/>
              <a:gd name="connsiteX686" fmla="*/ 2131689 w 7467600"/>
              <a:gd name="connsiteY686" fmla="*/ 1936926 h 6858000"/>
              <a:gd name="connsiteX687" fmla="*/ 2454820 w 7467600"/>
              <a:gd name="connsiteY687" fmla="*/ 1248808 h 6858000"/>
              <a:gd name="connsiteX688" fmla="*/ 2492512 w 7467600"/>
              <a:gd name="connsiteY688" fmla="*/ 1302920 h 6858000"/>
              <a:gd name="connsiteX689" fmla="*/ 2081216 w 7467600"/>
              <a:gd name="connsiteY689" fmla="*/ 2527513 h 6858000"/>
              <a:gd name="connsiteX690" fmla="*/ 2081211 w 7467600"/>
              <a:gd name="connsiteY690" fmla="*/ 2528916 h 6858000"/>
              <a:gd name="connsiteX691" fmla="*/ 2199067 w 7467600"/>
              <a:gd name="connsiteY691" fmla="*/ 2884061 h 6858000"/>
              <a:gd name="connsiteX692" fmla="*/ 3192586 w 7467600"/>
              <a:gd name="connsiteY692" fmla="*/ 3411496 h 6858000"/>
              <a:gd name="connsiteX693" fmla="*/ 3182620 w 7467600"/>
              <a:gd name="connsiteY693" fmla="*/ 3483279 h 6858000"/>
              <a:gd name="connsiteX694" fmla="*/ 2435119 w 7467600"/>
              <a:gd name="connsiteY694" fmla="*/ 3080173 h 6858000"/>
              <a:gd name="connsiteX695" fmla="*/ 2410152 w 7467600"/>
              <a:gd name="connsiteY695" fmla="*/ 3063751 h 6858000"/>
              <a:gd name="connsiteX696" fmla="*/ 2408099 w 7467600"/>
              <a:gd name="connsiteY696" fmla="*/ 3064403 h 6858000"/>
              <a:gd name="connsiteX697" fmla="*/ 2407218 w 7467600"/>
              <a:gd name="connsiteY697" fmla="*/ 3070324 h 6858000"/>
              <a:gd name="connsiteX698" fmla="*/ 2380138 w 7467600"/>
              <a:gd name="connsiteY698" fmla="*/ 3099341 h 6858000"/>
              <a:gd name="connsiteX699" fmla="*/ 1765923 w 7467600"/>
              <a:gd name="connsiteY699" fmla="*/ 3581043 h 6858000"/>
              <a:gd name="connsiteX700" fmla="*/ 1702258 w 7467600"/>
              <a:gd name="connsiteY700" fmla="*/ 3612286 h 6858000"/>
              <a:gd name="connsiteX701" fmla="*/ 1538370 w 7467600"/>
              <a:gd name="connsiteY701" fmla="*/ 3811804 h 6858000"/>
              <a:gd name="connsiteX702" fmla="*/ 542867 w 7467600"/>
              <a:gd name="connsiteY702" fmla="*/ 4944092 h 6858000"/>
              <a:gd name="connsiteX703" fmla="*/ 515800 w 7467600"/>
              <a:gd name="connsiteY703" fmla="*/ 4862180 h 6858000"/>
              <a:gd name="connsiteX704" fmla="*/ 909145 w 7467600"/>
              <a:gd name="connsiteY704" fmla="*/ 4199225 h 6858000"/>
              <a:gd name="connsiteX705" fmla="*/ 1214067 w 7467600"/>
              <a:gd name="connsiteY705" fmla="*/ 3908561 h 6858000"/>
              <a:gd name="connsiteX706" fmla="*/ 640967 w 7467600"/>
              <a:gd name="connsiteY706" fmla="*/ 4105601 h 6858000"/>
              <a:gd name="connsiteX707" fmla="*/ 112563 w 7467600"/>
              <a:gd name="connsiteY707" fmla="*/ 4396952 h 6858000"/>
              <a:gd name="connsiteX708" fmla="*/ 0 w 7467600"/>
              <a:gd name="connsiteY708" fmla="*/ 4466006 h 6858000"/>
              <a:gd name="connsiteX709" fmla="*/ 0 w 7467600"/>
              <a:gd name="connsiteY709" fmla="*/ 4233763 h 6858000"/>
              <a:gd name="connsiteX710" fmla="*/ 36881 w 7467600"/>
              <a:gd name="connsiteY710" fmla="*/ 4200118 h 6858000"/>
              <a:gd name="connsiteX711" fmla="*/ 910534 w 7467600"/>
              <a:gd name="connsiteY711" fmla="*/ 3629753 h 6858000"/>
              <a:gd name="connsiteX712" fmla="*/ 1578717 w 7467600"/>
              <a:gd name="connsiteY712" fmla="*/ 3575982 h 6858000"/>
              <a:gd name="connsiteX713" fmla="*/ 2338780 w 7467600"/>
              <a:gd name="connsiteY713" fmla="*/ 3033725 h 6858000"/>
              <a:gd name="connsiteX714" fmla="*/ 1807991 w 7467600"/>
              <a:gd name="connsiteY714" fmla="*/ 2807184 h 6858000"/>
              <a:gd name="connsiteX715" fmla="*/ 1416358 w 7467600"/>
              <a:gd name="connsiteY715" fmla="*/ 3112571 h 6858000"/>
              <a:gd name="connsiteX716" fmla="*/ 939066 w 7467600"/>
              <a:gd name="connsiteY716" fmla="*/ 3378798 h 6858000"/>
              <a:gd name="connsiteX717" fmla="*/ 115099 w 7467600"/>
              <a:gd name="connsiteY717" fmla="*/ 3607650 h 6858000"/>
              <a:gd name="connsiteX718" fmla="*/ 97284 w 7467600"/>
              <a:gd name="connsiteY718" fmla="*/ 3520393 h 6858000"/>
              <a:gd name="connsiteX719" fmla="*/ 922050 w 7467600"/>
              <a:gd name="connsiteY719" fmla="*/ 3074867 h 6858000"/>
              <a:gd name="connsiteX720" fmla="*/ 1405265 w 7467600"/>
              <a:gd name="connsiteY720" fmla="*/ 3016319 h 6858000"/>
              <a:gd name="connsiteX721" fmla="*/ 1407512 w 7467600"/>
              <a:gd name="connsiteY721" fmla="*/ 3018001 h 6858000"/>
              <a:gd name="connsiteX722" fmla="*/ 1726266 w 7467600"/>
              <a:gd name="connsiteY722" fmla="*/ 2777274 h 6858000"/>
              <a:gd name="connsiteX723" fmla="*/ 625390 w 7467600"/>
              <a:gd name="connsiteY723" fmla="*/ 2514541 h 6858000"/>
              <a:gd name="connsiteX724" fmla="*/ 619799 w 7467600"/>
              <a:gd name="connsiteY724" fmla="*/ 2527180 h 6858000"/>
              <a:gd name="connsiteX725" fmla="*/ 310030 w 7467600"/>
              <a:gd name="connsiteY725" fmla="*/ 2771818 h 6858000"/>
              <a:gd name="connsiteX726" fmla="*/ 173877 w 7467600"/>
              <a:gd name="connsiteY726" fmla="*/ 2937056 h 6858000"/>
              <a:gd name="connsiteX727" fmla="*/ 77889 w 7467600"/>
              <a:gd name="connsiteY727" fmla="*/ 3138440 h 6858000"/>
              <a:gd name="connsiteX728" fmla="*/ 0 w 7467600"/>
              <a:gd name="connsiteY728" fmla="*/ 3271395 h 6858000"/>
              <a:gd name="connsiteX729" fmla="*/ 0 w 7467600"/>
              <a:gd name="connsiteY729" fmla="*/ 3153002 h 6858000"/>
              <a:gd name="connsiteX730" fmla="*/ 2386 w 7467600"/>
              <a:gd name="connsiteY730" fmla="*/ 3149203 h 6858000"/>
              <a:gd name="connsiteX731" fmla="*/ 89753 w 7467600"/>
              <a:gd name="connsiteY731" fmla="*/ 2987702 h 6858000"/>
              <a:gd name="connsiteX732" fmla="*/ 76869 w 7467600"/>
              <a:gd name="connsiteY732" fmla="*/ 3005404 h 6858000"/>
              <a:gd name="connsiteX733" fmla="*/ 32049 w 7467600"/>
              <a:gd name="connsiteY733" fmla="*/ 3065814 h 6858000"/>
              <a:gd name="connsiteX734" fmla="*/ 0 w 7467600"/>
              <a:gd name="connsiteY734" fmla="*/ 3108744 h 6858000"/>
              <a:gd name="connsiteX735" fmla="*/ 0 w 7467600"/>
              <a:gd name="connsiteY735" fmla="*/ 3058059 h 6858000"/>
              <a:gd name="connsiteX736" fmla="*/ 7610 w 7467600"/>
              <a:gd name="connsiteY736" fmla="*/ 3047889 h 6858000"/>
              <a:gd name="connsiteX737" fmla="*/ 52419 w 7467600"/>
              <a:gd name="connsiteY737" fmla="*/ 2987479 h 6858000"/>
              <a:gd name="connsiteX738" fmla="*/ 59142 w 7467600"/>
              <a:gd name="connsiteY738" fmla="*/ 2978488 h 6858000"/>
              <a:gd name="connsiteX739" fmla="*/ 0 w 7467600"/>
              <a:gd name="connsiteY739" fmla="*/ 3015334 h 6858000"/>
              <a:gd name="connsiteX740" fmla="*/ 0 w 7467600"/>
              <a:gd name="connsiteY740" fmla="*/ 2914286 h 6858000"/>
              <a:gd name="connsiteX741" fmla="*/ 36383 w 7467600"/>
              <a:gd name="connsiteY741" fmla="*/ 2901128 h 6858000"/>
              <a:gd name="connsiteX742" fmla="*/ 156329 w 7467600"/>
              <a:gd name="connsiteY742" fmla="*/ 2840533 h 6858000"/>
              <a:gd name="connsiteX743" fmla="*/ 358355 w 7467600"/>
              <a:gd name="connsiteY743" fmla="*/ 2620471 h 6858000"/>
              <a:gd name="connsiteX744" fmla="*/ 510577 w 7467600"/>
              <a:gd name="connsiteY744" fmla="*/ 2501244 h 6858000"/>
              <a:gd name="connsiteX745" fmla="*/ 211967 w 7467600"/>
              <a:gd name="connsiteY745" fmla="*/ 2479171 h 6858000"/>
              <a:gd name="connsiteX746" fmla="*/ 0 w 7467600"/>
              <a:gd name="connsiteY746" fmla="*/ 2476398 h 6858000"/>
              <a:gd name="connsiteX747" fmla="*/ 0 w 7467600"/>
              <a:gd name="connsiteY747" fmla="*/ 2389189 h 6858000"/>
              <a:gd name="connsiteX748" fmla="*/ 103062 w 7467600"/>
              <a:gd name="connsiteY748" fmla="*/ 2389518 h 6858000"/>
              <a:gd name="connsiteX749" fmla="*/ 510734 w 7467600"/>
              <a:gd name="connsiteY749" fmla="*/ 2416201 h 6858000"/>
              <a:gd name="connsiteX750" fmla="*/ 279257 w 7467600"/>
              <a:gd name="connsiteY750" fmla="*/ 2092102 h 6858000"/>
              <a:gd name="connsiteX751" fmla="*/ 65265 w 7467600"/>
              <a:gd name="connsiteY751" fmla="*/ 2006049 h 6858000"/>
              <a:gd name="connsiteX752" fmla="*/ 0 w 7467600"/>
              <a:gd name="connsiteY752" fmla="*/ 1982532 h 6858000"/>
              <a:gd name="connsiteX753" fmla="*/ 0 w 7467600"/>
              <a:gd name="connsiteY753" fmla="*/ 1912789 h 6858000"/>
              <a:gd name="connsiteX754" fmla="*/ 97460 w 7467600"/>
              <a:gd name="connsiteY754" fmla="*/ 1953725 h 6858000"/>
              <a:gd name="connsiteX755" fmla="*/ 221272 w 7467600"/>
              <a:gd name="connsiteY755" fmla="*/ 1980766 h 6858000"/>
              <a:gd name="connsiteX756" fmla="*/ 116765 w 7467600"/>
              <a:gd name="connsiteY756" fmla="*/ 1911033 h 6858000"/>
              <a:gd name="connsiteX757" fmla="*/ 16405 w 7467600"/>
              <a:gd name="connsiteY757" fmla="*/ 1803412 h 6858000"/>
              <a:gd name="connsiteX758" fmla="*/ 0 w 7467600"/>
              <a:gd name="connsiteY758" fmla="*/ 1784777 h 6858000"/>
              <a:gd name="connsiteX759" fmla="*/ 0 w 7467600"/>
              <a:gd name="connsiteY759" fmla="*/ 1740082 h 6858000"/>
              <a:gd name="connsiteX760" fmla="*/ 39394 w 7467600"/>
              <a:gd name="connsiteY760" fmla="*/ 1784856 h 6858000"/>
              <a:gd name="connsiteX761" fmla="*/ 135813 w 7467600"/>
              <a:gd name="connsiteY761" fmla="*/ 1888838 h 6858000"/>
              <a:gd name="connsiteX762" fmla="*/ 242575 w 7467600"/>
              <a:gd name="connsiteY762" fmla="*/ 1958841 h 6858000"/>
              <a:gd name="connsiteX763" fmla="*/ 82197 w 7467600"/>
              <a:gd name="connsiteY763" fmla="*/ 1754826 h 6858000"/>
              <a:gd name="connsiteX764" fmla="*/ 0 w 7467600"/>
              <a:gd name="connsiteY764" fmla="*/ 1679650 h 6858000"/>
              <a:gd name="connsiteX765" fmla="*/ 0 w 7467600"/>
              <a:gd name="connsiteY765" fmla="*/ 1602463 h 6858000"/>
              <a:gd name="connsiteX766" fmla="*/ 84689 w 7467600"/>
              <a:gd name="connsiteY766" fmla="*/ 1677442 h 6858000"/>
              <a:gd name="connsiteX767" fmla="*/ 298437 w 7467600"/>
              <a:gd name="connsiteY767" fmla="*/ 1968019 h 6858000"/>
              <a:gd name="connsiteX768" fmla="*/ 227269 w 7467600"/>
              <a:gd name="connsiteY768" fmla="*/ 1114064 h 6858000"/>
              <a:gd name="connsiteX769" fmla="*/ 248003 w 7467600"/>
              <a:gd name="connsiteY769" fmla="*/ 1089613 h 6858000"/>
              <a:gd name="connsiteX770" fmla="*/ 427020 w 7467600"/>
              <a:gd name="connsiteY770" fmla="*/ 1619803 h 6858000"/>
              <a:gd name="connsiteX771" fmla="*/ 340345 w 7467600"/>
              <a:gd name="connsiteY771" fmla="*/ 2027739 h 6858000"/>
              <a:gd name="connsiteX772" fmla="*/ 360865 w 7467600"/>
              <a:gd name="connsiteY772" fmla="*/ 2044827 h 6858000"/>
              <a:gd name="connsiteX773" fmla="*/ 560414 w 7467600"/>
              <a:gd name="connsiteY773" fmla="*/ 2421457 h 6858000"/>
              <a:gd name="connsiteX774" fmla="*/ 1359703 w 7467600"/>
              <a:gd name="connsiteY774" fmla="*/ 2578554 h 6858000"/>
              <a:gd name="connsiteX775" fmla="*/ 1359422 w 7467600"/>
              <a:gd name="connsiteY775" fmla="*/ 2577994 h 6858000"/>
              <a:gd name="connsiteX776" fmla="*/ 828701 w 7467600"/>
              <a:gd name="connsiteY776" fmla="*/ 1839520 h 6858000"/>
              <a:gd name="connsiteX777" fmla="*/ 494427 w 7467600"/>
              <a:gd name="connsiteY777" fmla="*/ 1092333 h 6858000"/>
              <a:gd name="connsiteX778" fmla="*/ 506322 w 7467600"/>
              <a:gd name="connsiteY778" fmla="*/ 1020997 h 6858000"/>
              <a:gd name="connsiteX779" fmla="*/ 4570198 w 7467600"/>
              <a:gd name="connsiteY779" fmla="*/ 978081 h 6858000"/>
              <a:gd name="connsiteX780" fmla="*/ 4523691 w 7467600"/>
              <a:gd name="connsiteY780" fmla="*/ 1127776 h 6858000"/>
              <a:gd name="connsiteX781" fmla="*/ 4509875 w 7467600"/>
              <a:gd name="connsiteY781" fmla="*/ 1167552 h 6858000"/>
              <a:gd name="connsiteX782" fmla="*/ 4478168 w 7467600"/>
              <a:gd name="connsiteY782" fmla="*/ 1260735 h 6858000"/>
              <a:gd name="connsiteX783" fmla="*/ 4409309 w 7467600"/>
              <a:gd name="connsiteY783" fmla="*/ 1666996 h 6858000"/>
              <a:gd name="connsiteX784" fmla="*/ 4370031 w 7467600"/>
              <a:gd name="connsiteY784" fmla="*/ 1955666 h 6858000"/>
              <a:gd name="connsiteX785" fmla="*/ 4570198 w 7467600"/>
              <a:gd name="connsiteY785" fmla="*/ 978081 h 6858000"/>
              <a:gd name="connsiteX786" fmla="*/ 4557898 w 7467600"/>
              <a:gd name="connsiteY786" fmla="*/ 900011 h 6858000"/>
              <a:gd name="connsiteX787" fmla="*/ 4344840 w 7467600"/>
              <a:gd name="connsiteY787" fmla="*/ 1922038 h 6858000"/>
              <a:gd name="connsiteX788" fmla="*/ 4378710 w 7467600"/>
              <a:gd name="connsiteY788" fmla="*/ 1665516 h 6858000"/>
              <a:gd name="connsiteX789" fmla="*/ 4448798 w 7467600"/>
              <a:gd name="connsiteY789" fmla="*/ 1253024 h 6858000"/>
              <a:gd name="connsiteX790" fmla="*/ 4480315 w 7467600"/>
              <a:gd name="connsiteY790" fmla="*/ 1158454 h 6858000"/>
              <a:gd name="connsiteX791" fmla="*/ 4494133 w 7467600"/>
              <a:gd name="connsiteY791" fmla="*/ 1118676 h 6858000"/>
              <a:gd name="connsiteX792" fmla="*/ 4557898 w 7467600"/>
              <a:gd name="connsiteY792" fmla="*/ 900011 h 6858000"/>
              <a:gd name="connsiteX793" fmla="*/ 5870151 w 7467600"/>
              <a:gd name="connsiteY793" fmla="*/ 898890 h 6858000"/>
              <a:gd name="connsiteX794" fmla="*/ 5861335 w 7467600"/>
              <a:gd name="connsiteY794" fmla="*/ 899177 h 6858000"/>
              <a:gd name="connsiteX795" fmla="*/ 5843702 w 7467600"/>
              <a:gd name="connsiteY795" fmla="*/ 899748 h 6858000"/>
              <a:gd name="connsiteX796" fmla="*/ 5651107 w 7467600"/>
              <a:gd name="connsiteY796" fmla="*/ 920306 h 6858000"/>
              <a:gd name="connsiteX797" fmla="*/ 5459407 w 7467600"/>
              <a:gd name="connsiteY797" fmla="*/ 940975 h 6858000"/>
              <a:gd name="connsiteX798" fmla="*/ 5374846 w 7467600"/>
              <a:gd name="connsiteY798" fmla="*/ 941988 h 6858000"/>
              <a:gd name="connsiteX799" fmla="*/ 5256105 w 7467600"/>
              <a:gd name="connsiteY799" fmla="*/ 945632 h 6858000"/>
              <a:gd name="connsiteX800" fmla="*/ 5107071 w 7467600"/>
              <a:gd name="connsiteY800" fmla="*/ 969720 h 6858000"/>
              <a:gd name="connsiteX801" fmla="*/ 4998681 w 7467600"/>
              <a:gd name="connsiteY801" fmla="*/ 988771 h 6858000"/>
              <a:gd name="connsiteX802" fmla="*/ 5870151 w 7467600"/>
              <a:gd name="connsiteY802" fmla="*/ 898890 h 6858000"/>
              <a:gd name="connsiteX803" fmla="*/ 5504425 w 7467600"/>
              <a:gd name="connsiteY803" fmla="*/ 848067 h 6858000"/>
              <a:gd name="connsiteX804" fmla="*/ 4968849 w 7467600"/>
              <a:gd name="connsiteY804" fmla="*/ 962318 h 6858000"/>
              <a:gd name="connsiteX805" fmla="*/ 5104039 w 7467600"/>
              <a:gd name="connsiteY805" fmla="*/ 940634 h 6858000"/>
              <a:gd name="connsiteX806" fmla="*/ 5256311 w 7467600"/>
              <a:gd name="connsiteY806" fmla="*/ 916490 h 6858000"/>
              <a:gd name="connsiteX807" fmla="*/ 5377381 w 7467600"/>
              <a:gd name="connsiteY807" fmla="*/ 912671 h 6858000"/>
              <a:gd name="connsiteX808" fmla="*/ 5460148 w 7467600"/>
              <a:gd name="connsiteY808" fmla="*/ 911442 h 6858000"/>
              <a:gd name="connsiteX809" fmla="*/ 5648971 w 7467600"/>
              <a:gd name="connsiteY809" fmla="*/ 891331 h 6858000"/>
              <a:gd name="connsiteX810" fmla="*/ 5844807 w 7467600"/>
              <a:gd name="connsiteY810" fmla="*/ 870718 h 6858000"/>
              <a:gd name="connsiteX811" fmla="*/ 5862975 w 7467600"/>
              <a:gd name="connsiteY811" fmla="*/ 869756 h 6858000"/>
              <a:gd name="connsiteX812" fmla="*/ 5920887 w 7467600"/>
              <a:gd name="connsiteY812" fmla="*/ 865929 h 6858000"/>
              <a:gd name="connsiteX813" fmla="*/ 5504425 w 7467600"/>
              <a:gd name="connsiteY813" fmla="*/ 848067 h 6858000"/>
              <a:gd name="connsiteX814" fmla="*/ 3607114 w 7467600"/>
              <a:gd name="connsiteY814" fmla="*/ 467441 h 6858000"/>
              <a:gd name="connsiteX815" fmla="*/ 3296242 w 7467600"/>
              <a:gd name="connsiteY815" fmla="*/ 807991 h 6858000"/>
              <a:gd name="connsiteX816" fmla="*/ 3174674 w 7467600"/>
              <a:gd name="connsiteY816" fmla="*/ 919759 h 6858000"/>
              <a:gd name="connsiteX817" fmla="*/ 3042978 w 7467600"/>
              <a:gd name="connsiteY817" fmla="*/ 1054894 h 6858000"/>
              <a:gd name="connsiteX818" fmla="*/ 2968914 w 7467600"/>
              <a:gd name="connsiteY818" fmla="*/ 1133756 h 6858000"/>
              <a:gd name="connsiteX819" fmla="*/ 3103823 w 7467600"/>
              <a:gd name="connsiteY819" fmla="*/ 1026814 h 6858000"/>
              <a:gd name="connsiteX820" fmla="*/ 3607114 w 7467600"/>
              <a:gd name="connsiteY820" fmla="*/ 467441 h 6858000"/>
              <a:gd name="connsiteX821" fmla="*/ 3744487 w 7467600"/>
              <a:gd name="connsiteY821" fmla="*/ 383136 h 6858000"/>
              <a:gd name="connsiteX822" fmla="*/ 3970213 w 7467600"/>
              <a:gd name="connsiteY822" fmla="*/ 995559 h 6858000"/>
              <a:gd name="connsiteX823" fmla="*/ 3744487 w 7467600"/>
              <a:gd name="connsiteY823" fmla="*/ 383136 h 6858000"/>
              <a:gd name="connsiteX824" fmla="*/ 3624562 w 7467600"/>
              <a:gd name="connsiteY824" fmla="*/ 367041 h 6858000"/>
              <a:gd name="connsiteX825" fmla="*/ 3489712 w 7467600"/>
              <a:gd name="connsiteY825" fmla="*/ 485386 h 6858000"/>
              <a:gd name="connsiteX826" fmla="*/ 3182994 w 7467600"/>
              <a:gd name="connsiteY826" fmla="*/ 828265 h 6858000"/>
              <a:gd name="connsiteX827" fmla="*/ 2892114 w 7467600"/>
              <a:gd name="connsiteY827" fmla="*/ 1172635 h 6858000"/>
              <a:gd name="connsiteX828" fmla="*/ 3021459 w 7467600"/>
              <a:gd name="connsiteY828" fmla="*/ 1035385 h 6858000"/>
              <a:gd name="connsiteX829" fmla="*/ 3153873 w 7467600"/>
              <a:gd name="connsiteY829" fmla="*/ 898971 h 6858000"/>
              <a:gd name="connsiteX830" fmla="*/ 3276511 w 7467600"/>
              <a:gd name="connsiteY830" fmla="*/ 786423 h 6858000"/>
              <a:gd name="connsiteX831" fmla="*/ 3584154 w 7467600"/>
              <a:gd name="connsiteY831" fmla="*/ 448218 h 6858000"/>
              <a:gd name="connsiteX832" fmla="*/ 3624562 w 7467600"/>
              <a:gd name="connsiteY832" fmla="*/ 367041 h 6858000"/>
              <a:gd name="connsiteX833" fmla="*/ 3766672 w 7467600"/>
              <a:gd name="connsiteY833" fmla="*/ 359429 h 6858000"/>
              <a:gd name="connsiteX834" fmla="*/ 3996338 w 7467600"/>
              <a:gd name="connsiteY834" fmla="*/ 968237 h 6858000"/>
              <a:gd name="connsiteX835" fmla="*/ 3766672 w 7467600"/>
              <a:gd name="connsiteY835" fmla="*/ 359429 h 6858000"/>
              <a:gd name="connsiteX836" fmla="*/ 5805386 w 7467600"/>
              <a:gd name="connsiteY836" fmla="*/ 239240 h 6858000"/>
              <a:gd name="connsiteX837" fmla="*/ 5736947 w 7467600"/>
              <a:gd name="connsiteY837" fmla="*/ 261367 h 6858000"/>
              <a:gd name="connsiteX838" fmla="*/ 5427012 w 7467600"/>
              <a:gd name="connsiteY838" fmla="*/ 311272 h 6858000"/>
              <a:gd name="connsiteX839" fmla="*/ 5147818 w 7467600"/>
              <a:gd name="connsiteY839" fmla="*/ 322112 h 6858000"/>
              <a:gd name="connsiteX840" fmla="*/ 5060854 w 7467600"/>
              <a:gd name="connsiteY840" fmla="*/ 311882 h 6858000"/>
              <a:gd name="connsiteX841" fmla="*/ 4945989 w 7467600"/>
              <a:gd name="connsiteY841" fmla="*/ 300516 h 6858000"/>
              <a:gd name="connsiteX842" fmla="*/ 5410479 w 7467600"/>
              <a:gd name="connsiteY842" fmla="*/ 348434 h 6858000"/>
              <a:gd name="connsiteX843" fmla="*/ 5805386 w 7467600"/>
              <a:gd name="connsiteY843" fmla="*/ 239240 h 6858000"/>
              <a:gd name="connsiteX844" fmla="*/ 7451412 w 7467600"/>
              <a:gd name="connsiteY844" fmla="*/ 799572 h 6858000"/>
              <a:gd name="connsiteX845" fmla="*/ 7467600 w 7467600"/>
              <a:gd name="connsiteY845" fmla="*/ 789215 h 6858000"/>
              <a:gd name="connsiteX846" fmla="*/ 7451412 w 7467600"/>
              <a:gd name="connsiteY846" fmla="*/ 799572 h 6858000"/>
              <a:gd name="connsiteX847" fmla="*/ 5905192 w 7467600"/>
              <a:gd name="connsiteY847" fmla="*/ 163079 h 6858000"/>
              <a:gd name="connsiteX848" fmla="*/ 5865655 w 7467600"/>
              <a:gd name="connsiteY848" fmla="*/ 171901 h 6858000"/>
              <a:gd name="connsiteX849" fmla="*/ 5259740 w 7467600"/>
              <a:gd name="connsiteY849" fmla="*/ 257013 h 6858000"/>
              <a:gd name="connsiteX850" fmla="*/ 5208466 w 7467600"/>
              <a:gd name="connsiteY850" fmla="*/ 257550 h 6858000"/>
              <a:gd name="connsiteX851" fmla="*/ 4980204 w 7467600"/>
              <a:gd name="connsiteY851" fmla="*/ 271903 h 6858000"/>
              <a:gd name="connsiteX852" fmla="*/ 5068068 w 7467600"/>
              <a:gd name="connsiteY852" fmla="*/ 282244 h 6858000"/>
              <a:gd name="connsiteX853" fmla="*/ 5153231 w 7467600"/>
              <a:gd name="connsiteY853" fmla="*/ 292240 h 6858000"/>
              <a:gd name="connsiteX854" fmla="*/ 5426491 w 7467600"/>
              <a:gd name="connsiteY854" fmla="*/ 281128 h 6858000"/>
              <a:gd name="connsiteX855" fmla="*/ 5731212 w 7467600"/>
              <a:gd name="connsiteY855" fmla="*/ 231951 h 6858000"/>
              <a:gd name="connsiteX856" fmla="*/ 5905192 w 7467600"/>
              <a:gd name="connsiteY856" fmla="*/ 163079 h 6858000"/>
              <a:gd name="connsiteX857" fmla="*/ 5944437 w 7467600"/>
              <a:gd name="connsiteY857" fmla="*/ 113829 h 6858000"/>
              <a:gd name="connsiteX858" fmla="*/ 5825032 w 7467600"/>
              <a:gd name="connsiteY858" fmla="*/ 146405 h 6858000"/>
              <a:gd name="connsiteX859" fmla="*/ 4955599 w 7467600"/>
              <a:gd name="connsiteY859" fmla="*/ 247008 h 6858000"/>
              <a:gd name="connsiteX860" fmla="*/ 5210104 w 7467600"/>
              <a:gd name="connsiteY860" fmla="*/ 228123 h 6858000"/>
              <a:gd name="connsiteX861" fmla="*/ 5261015 w 7467600"/>
              <a:gd name="connsiteY861" fmla="*/ 227087 h 6858000"/>
              <a:gd name="connsiteX862" fmla="*/ 5861181 w 7467600"/>
              <a:gd name="connsiteY862" fmla="*/ 143093 h 6858000"/>
              <a:gd name="connsiteX863" fmla="*/ 5961252 w 7467600"/>
              <a:gd name="connsiteY863" fmla="*/ 114820 h 6858000"/>
              <a:gd name="connsiteX864" fmla="*/ 5944437 w 7467600"/>
              <a:gd name="connsiteY864" fmla="*/ 113829 h 6858000"/>
              <a:gd name="connsiteX865" fmla="*/ 3882765 w 7467600"/>
              <a:gd name="connsiteY865" fmla="*/ 0 h 6858000"/>
              <a:gd name="connsiteX866" fmla="*/ 3995099 w 7467600"/>
              <a:gd name="connsiteY866" fmla="*/ 0 h 6858000"/>
              <a:gd name="connsiteX867" fmla="*/ 4163818 w 7467600"/>
              <a:gd name="connsiteY867" fmla="*/ 234104 h 6858000"/>
              <a:gd name="connsiteX868" fmla="*/ 4172099 w 7467600"/>
              <a:gd name="connsiteY868" fmla="*/ 234207 h 6858000"/>
              <a:gd name="connsiteX869" fmla="*/ 4784282 w 7467600"/>
              <a:gd name="connsiteY869" fmla="*/ 276561 h 6858000"/>
              <a:gd name="connsiteX870" fmla="*/ 4801687 w 7467600"/>
              <a:gd name="connsiteY870" fmla="*/ 267764 h 6858000"/>
              <a:gd name="connsiteX871" fmla="*/ 6082788 w 7467600"/>
              <a:gd name="connsiteY871" fmla="*/ 64119 h 6858000"/>
              <a:gd name="connsiteX872" fmla="*/ 6099442 w 7467600"/>
              <a:gd name="connsiteY872" fmla="*/ 82568 h 6858000"/>
              <a:gd name="connsiteX873" fmla="*/ 4804137 w 7467600"/>
              <a:gd name="connsiteY873" fmla="*/ 320931 h 6858000"/>
              <a:gd name="connsiteX874" fmla="*/ 4227047 w 7467600"/>
              <a:gd name="connsiteY874" fmla="*/ 313415 h 6858000"/>
              <a:gd name="connsiteX875" fmla="*/ 4346041 w 7467600"/>
              <a:gd name="connsiteY875" fmla="*/ 456086 h 6858000"/>
              <a:gd name="connsiteX876" fmla="*/ 4870967 w 7467600"/>
              <a:gd name="connsiteY876" fmla="*/ 963061 h 6858000"/>
              <a:gd name="connsiteX877" fmla="*/ 4889647 w 7467600"/>
              <a:gd name="connsiteY877" fmla="*/ 957147 h 6858000"/>
              <a:gd name="connsiteX878" fmla="*/ 5422504 w 7467600"/>
              <a:gd name="connsiteY878" fmla="*/ 805191 h 6858000"/>
              <a:gd name="connsiteX879" fmla="*/ 6087656 w 7467600"/>
              <a:gd name="connsiteY879" fmla="*/ 826703 h 6858000"/>
              <a:gd name="connsiteX880" fmla="*/ 6058717 w 7467600"/>
              <a:gd name="connsiteY880" fmla="*/ 865992 h 6858000"/>
              <a:gd name="connsiteX881" fmla="*/ 4974153 w 7467600"/>
              <a:gd name="connsiteY881" fmla="*/ 1045456 h 6858000"/>
              <a:gd name="connsiteX882" fmla="*/ 5627835 w 7467600"/>
              <a:gd name="connsiteY882" fmla="*/ 1472077 h 6858000"/>
              <a:gd name="connsiteX883" fmla="*/ 5629817 w 7467600"/>
              <a:gd name="connsiteY883" fmla="*/ 1471412 h 6858000"/>
              <a:gd name="connsiteX884" fmla="*/ 5634124 w 7467600"/>
              <a:gd name="connsiteY884" fmla="*/ 1470572 h 6858000"/>
              <a:gd name="connsiteX885" fmla="*/ 5755832 w 7467600"/>
              <a:gd name="connsiteY885" fmla="*/ 1383886 h 6858000"/>
              <a:gd name="connsiteX886" fmla="*/ 6014186 w 7467600"/>
              <a:gd name="connsiteY886" fmla="*/ 1279799 h 6858000"/>
              <a:gd name="connsiteX887" fmla="*/ 6901619 w 7467600"/>
              <a:gd name="connsiteY887" fmla="*/ 1047874 h 6858000"/>
              <a:gd name="connsiteX888" fmla="*/ 6931566 w 7467600"/>
              <a:gd name="connsiteY888" fmla="*/ 1062034 h 6858000"/>
              <a:gd name="connsiteX889" fmla="*/ 5790982 w 7467600"/>
              <a:gd name="connsiteY889" fmla="*/ 1561380 h 6858000"/>
              <a:gd name="connsiteX890" fmla="*/ 6188971 w 7467600"/>
              <a:gd name="connsiteY890" fmla="*/ 1755168 h 6858000"/>
              <a:gd name="connsiteX891" fmla="*/ 6202446 w 7467600"/>
              <a:gd name="connsiteY891" fmla="*/ 1752268 h 6858000"/>
              <a:gd name="connsiteX892" fmla="*/ 7179560 w 7467600"/>
              <a:gd name="connsiteY892" fmla="*/ 1467551 h 6858000"/>
              <a:gd name="connsiteX893" fmla="*/ 7158730 w 7467600"/>
              <a:gd name="connsiteY893" fmla="*/ 1507835 h 6858000"/>
              <a:gd name="connsiteX894" fmla="*/ 6326959 w 7467600"/>
              <a:gd name="connsiteY894" fmla="*/ 1817686 h 6858000"/>
              <a:gd name="connsiteX895" fmla="*/ 6537433 w 7467600"/>
              <a:gd name="connsiteY895" fmla="*/ 1907790 h 6858000"/>
              <a:gd name="connsiteX896" fmla="*/ 6550221 w 7467600"/>
              <a:gd name="connsiteY896" fmla="*/ 1910729 h 6858000"/>
              <a:gd name="connsiteX897" fmla="*/ 6964438 w 7467600"/>
              <a:gd name="connsiteY897" fmla="*/ 2209505 h 6858000"/>
              <a:gd name="connsiteX898" fmla="*/ 7367862 w 7467600"/>
              <a:gd name="connsiteY898" fmla="*/ 2806833 h 6858000"/>
              <a:gd name="connsiteX899" fmla="*/ 7364329 w 7467600"/>
              <a:gd name="connsiteY899" fmla="*/ 2826907 h 6858000"/>
              <a:gd name="connsiteX900" fmla="*/ 7290545 w 7467600"/>
              <a:gd name="connsiteY900" fmla="*/ 2850663 h 6858000"/>
              <a:gd name="connsiteX901" fmla="*/ 6472036 w 7467600"/>
              <a:gd name="connsiteY901" fmla="*/ 1959003 h 6858000"/>
              <a:gd name="connsiteX902" fmla="*/ 5792897 w 7467600"/>
              <a:gd name="connsiteY902" fmla="*/ 1647747 h 6858000"/>
              <a:gd name="connsiteX903" fmla="*/ 5842751 w 7467600"/>
              <a:gd name="connsiteY903" fmla="*/ 1816112 h 6858000"/>
              <a:gd name="connsiteX904" fmla="*/ 5847424 w 7467600"/>
              <a:gd name="connsiteY904" fmla="*/ 1815776 h 6858000"/>
              <a:gd name="connsiteX905" fmla="*/ 6399821 w 7467600"/>
              <a:gd name="connsiteY905" fmla="*/ 2344799 h 6858000"/>
              <a:gd name="connsiteX906" fmla="*/ 6323232 w 7467600"/>
              <a:gd name="connsiteY906" fmla="*/ 2389634 h 6858000"/>
              <a:gd name="connsiteX907" fmla="*/ 5942958 w 7467600"/>
              <a:gd name="connsiteY907" fmla="*/ 2077708 h 6858000"/>
              <a:gd name="connsiteX908" fmla="*/ 5921559 w 7467600"/>
              <a:gd name="connsiteY908" fmla="*/ 2378596 h 6858000"/>
              <a:gd name="connsiteX909" fmla="*/ 5817651 w 7467600"/>
              <a:gd name="connsiteY909" fmla="*/ 3023919 h 6858000"/>
              <a:gd name="connsiteX910" fmla="*/ 5729634 w 7467600"/>
              <a:gd name="connsiteY910" fmla="*/ 3051849 h 6858000"/>
              <a:gd name="connsiteX911" fmla="*/ 5611018 w 7467600"/>
              <a:gd name="connsiteY911" fmla="*/ 2316769 h 6858000"/>
              <a:gd name="connsiteX912" fmla="*/ 5687608 w 7467600"/>
              <a:gd name="connsiteY912" fmla="*/ 2039972 h 6858000"/>
              <a:gd name="connsiteX913" fmla="*/ 5657554 w 7467600"/>
              <a:gd name="connsiteY913" fmla="*/ 1576445 h 6858000"/>
              <a:gd name="connsiteX914" fmla="*/ 5150475 w 7467600"/>
              <a:gd name="connsiteY914" fmla="*/ 1274012 h 6858000"/>
              <a:gd name="connsiteX915" fmla="*/ 5349142 w 7467600"/>
              <a:gd name="connsiteY915" fmla="*/ 2204405 h 6858000"/>
              <a:gd name="connsiteX916" fmla="*/ 5262214 w 7467600"/>
              <a:gd name="connsiteY916" fmla="*/ 2233836 h 6858000"/>
              <a:gd name="connsiteX917" fmla="*/ 4981539 w 7467600"/>
              <a:gd name="connsiteY917" fmla="*/ 1542201 h 6858000"/>
              <a:gd name="connsiteX918" fmla="*/ 4958461 w 7467600"/>
              <a:gd name="connsiteY918" fmla="*/ 1136957 h 6858000"/>
              <a:gd name="connsiteX919" fmla="*/ 4655015 w 7467600"/>
              <a:gd name="connsiteY919" fmla="*/ 891426 h 6858000"/>
              <a:gd name="connsiteX920" fmla="*/ 4348002 w 7467600"/>
              <a:gd name="connsiteY920" fmla="*/ 2205895 h 6858000"/>
              <a:gd name="connsiteX921" fmla="*/ 4262250 w 7467600"/>
              <a:gd name="connsiteY921" fmla="*/ 2219972 h 6858000"/>
              <a:gd name="connsiteX922" fmla="*/ 4550611 w 7467600"/>
              <a:gd name="connsiteY922" fmla="*/ 817540 h 6858000"/>
              <a:gd name="connsiteX923" fmla="*/ 4564418 w 7467600"/>
              <a:gd name="connsiteY923" fmla="*/ 808293 h 6858000"/>
              <a:gd name="connsiteX924" fmla="*/ 4266388 w 7467600"/>
              <a:gd name="connsiteY924" fmla="*/ 500083 h 6858000"/>
              <a:gd name="connsiteX925" fmla="*/ 4032842 w 7467600"/>
              <a:gd name="connsiteY925" fmla="*/ 211809 h 6858000"/>
              <a:gd name="connsiteX926" fmla="*/ 3882765 w 7467600"/>
              <a:gd name="connsiteY926" fmla="*/ 0 h 6858000"/>
              <a:gd name="connsiteX927" fmla="*/ 3721337 w 7467600"/>
              <a:gd name="connsiteY927" fmla="*/ 0 h 6858000"/>
              <a:gd name="connsiteX928" fmla="*/ 3797544 w 7467600"/>
              <a:gd name="connsiteY928" fmla="*/ 0 h 6858000"/>
              <a:gd name="connsiteX929" fmla="*/ 3775734 w 7467600"/>
              <a:gd name="connsiteY929" fmla="*/ 95131 h 6858000"/>
              <a:gd name="connsiteX930" fmla="*/ 3724807 w 7467600"/>
              <a:gd name="connsiteY930" fmla="*/ 272257 h 6858000"/>
              <a:gd name="connsiteX931" fmla="*/ 3726844 w 7467600"/>
              <a:gd name="connsiteY931" fmla="*/ 282988 h 6858000"/>
              <a:gd name="connsiteX932" fmla="*/ 3742664 w 7467600"/>
              <a:gd name="connsiteY932" fmla="*/ 279918 h 6858000"/>
              <a:gd name="connsiteX933" fmla="*/ 4103910 w 7467600"/>
              <a:gd name="connsiteY933" fmla="*/ 1161917 h 6858000"/>
              <a:gd name="connsiteX934" fmla="*/ 4020269 w 7467600"/>
              <a:gd name="connsiteY934" fmla="*/ 1200406 h 6858000"/>
              <a:gd name="connsiteX935" fmla="*/ 3674882 w 7467600"/>
              <a:gd name="connsiteY935" fmla="*/ 488524 h 6858000"/>
              <a:gd name="connsiteX936" fmla="*/ 3132682 w 7467600"/>
              <a:gd name="connsiteY936" fmla="*/ 1072284 h 6858000"/>
              <a:gd name="connsiteX937" fmla="*/ 2716346 w 7467600"/>
              <a:gd name="connsiteY937" fmla="*/ 1276376 h 6858000"/>
              <a:gd name="connsiteX938" fmla="*/ 2716772 w 7467600"/>
              <a:gd name="connsiteY938" fmla="*/ 1255462 h 6858000"/>
              <a:gd name="connsiteX939" fmla="*/ 3471096 w 7467600"/>
              <a:gd name="connsiteY939" fmla="*/ 437072 h 6858000"/>
              <a:gd name="connsiteX940" fmla="*/ 3639057 w 7467600"/>
              <a:gd name="connsiteY940" fmla="*/ 286334 h 6858000"/>
              <a:gd name="connsiteX941" fmla="*/ 3640309 w 7467600"/>
              <a:gd name="connsiteY941" fmla="*/ 284664 h 6858000"/>
              <a:gd name="connsiteX942" fmla="*/ 3646022 w 7467600"/>
              <a:gd name="connsiteY942" fmla="*/ 276711 h 6858000"/>
              <a:gd name="connsiteX943" fmla="*/ 3707943 w 7467600"/>
              <a:gd name="connsiteY943" fmla="*/ 65958 h 6858000"/>
              <a:gd name="connsiteX944" fmla="*/ 3721337 w 7467600"/>
              <a:gd name="connsiteY944" fmla="*/ 0 h 6858000"/>
              <a:gd name="connsiteX945" fmla="*/ 2867960 w 7467600"/>
              <a:gd name="connsiteY945" fmla="*/ 0 h 6858000"/>
              <a:gd name="connsiteX946" fmla="*/ 2926351 w 7467600"/>
              <a:gd name="connsiteY946" fmla="*/ 0 h 6858000"/>
              <a:gd name="connsiteX947" fmla="*/ 2902823 w 7467600"/>
              <a:gd name="connsiteY947" fmla="*/ 262929 h 6858000"/>
              <a:gd name="connsiteX948" fmla="*/ 2940663 w 7467600"/>
              <a:gd name="connsiteY948" fmla="*/ 140884 h 6858000"/>
              <a:gd name="connsiteX949" fmla="*/ 2947039 w 7467600"/>
              <a:gd name="connsiteY949" fmla="*/ 122524 h 6858000"/>
              <a:gd name="connsiteX950" fmla="*/ 2984316 w 7467600"/>
              <a:gd name="connsiteY950" fmla="*/ 0 h 6858000"/>
              <a:gd name="connsiteX951" fmla="*/ 3016114 w 7467600"/>
              <a:gd name="connsiteY951" fmla="*/ 0 h 6858000"/>
              <a:gd name="connsiteX952" fmla="*/ 2979949 w 7467600"/>
              <a:gd name="connsiteY952" fmla="*/ 119274 h 6858000"/>
              <a:gd name="connsiteX953" fmla="*/ 3023879 w 7467600"/>
              <a:gd name="connsiteY953" fmla="*/ 0 h 6858000"/>
              <a:gd name="connsiteX954" fmla="*/ 3105400 w 7467600"/>
              <a:gd name="connsiteY954" fmla="*/ 0 h 6858000"/>
              <a:gd name="connsiteX955" fmla="*/ 3094669 w 7467600"/>
              <a:gd name="connsiteY955" fmla="*/ 30308 h 6858000"/>
              <a:gd name="connsiteX956" fmla="*/ 2901945 w 7467600"/>
              <a:gd name="connsiteY956" fmla="*/ 466538 h 6858000"/>
              <a:gd name="connsiteX957" fmla="*/ 2815209 w 7467600"/>
              <a:gd name="connsiteY957" fmla="*/ 497361 h 6858000"/>
              <a:gd name="connsiteX958" fmla="*/ 2844845 w 7467600"/>
              <a:gd name="connsiteY958" fmla="*/ 127638 h 6858000"/>
              <a:gd name="connsiteX959" fmla="*/ 2867960 w 7467600"/>
              <a:gd name="connsiteY959" fmla="*/ 0 h 6858000"/>
              <a:gd name="connsiteX960" fmla="*/ 1057230 w 7467600"/>
              <a:gd name="connsiteY960" fmla="*/ 0 h 6858000"/>
              <a:gd name="connsiteX961" fmla="*/ 1111003 w 7467600"/>
              <a:gd name="connsiteY961" fmla="*/ 0 h 6858000"/>
              <a:gd name="connsiteX962" fmla="*/ 1125553 w 7467600"/>
              <a:gd name="connsiteY962" fmla="*/ 52588 h 6858000"/>
              <a:gd name="connsiteX963" fmla="*/ 1304276 w 7467600"/>
              <a:gd name="connsiteY963" fmla="*/ 476275 h 6858000"/>
              <a:gd name="connsiteX964" fmla="*/ 1492066 w 7467600"/>
              <a:gd name="connsiteY964" fmla="*/ 886333 h 6858000"/>
              <a:gd name="connsiteX965" fmla="*/ 1423698 w 7467600"/>
              <a:gd name="connsiteY965" fmla="*/ 710817 h 6858000"/>
              <a:gd name="connsiteX966" fmla="*/ 1357609 w 7467600"/>
              <a:gd name="connsiteY966" fmla="*/ 532892 h 6858000"/>
              <a:gd name="connsiteX967" fmla="*/ 1309550 w 7467600"/>
              <a:gd name="connsiteY967" fmla="*/ 374031 h 6858000"/>
              <a:gd name="connsiteX968" fmla="*/ 1193673 w 7467600"/>
              <a:gd name="connsiteY968" fmla="*/ 49533 h 6858000"/>
              <a:gd name="connsiteX969" fmla="*/ 1164391 w 7467600"/>
              <a:gd name="connsiteY969" fmla="*/ 0 h 6858000"/>
              <a:gd name="connsiteX970" fmla="*/ 1200666 w 7467600"/>
              <a:gd name="connsiteY970" fmla="*/ 0 h 6858000"/>
              <a:gd name="connsiteX971" fmla="*/ 1223408 w 7467600"/>
              <a:gd name="connsiteY971" fmla="*/ 38996 h 6858000"/>
              <a:gd name="connsiteX972" fmla="*/ 1339635 w 7467600"/>
              <a:gd name="connsiteY972" fmla="*/ 365517 h 6858000"/>
              <a:gd name="connsiteX973" fmla="*/ 1387469 w 7467600"/>
              <a:gd name="connsiteY973" fmla="*/ 523079 h 6858000"/>
              <a:gd name="connsiteX974" fmla="*/ 1452685 w 7467600"/>
              <a:gd name="connsiteY974" fmla="*/ 699806 h 6858000"/>
              <a:gd name="connsiteX975" fmla="*/ 1492092 w 7467600"/>
              <a:gd name="connsiteY975" fmla="*/ 800424 h 6858000"/>
              <a:gd name="connsiteX976" fmla="*/ 1455302 w 7467600"/>
              <a:gd name="connsiteY976" fmla="*/ 632913 h 6858000"/>
              <a:gd name="connsiteX977" fmla="*/ 1222336 w 7467600"/>
              <a:gd name="connsiteY977" fmla="*/ 9480 h 6858000"/>
              <a:gd name="connsiteX978" fmla="*/ 1214634 w 7467600"/>
              <a:gd name="connsiteY978" fmla="*/ 0 h 6858000"/>
              <a:gd name="connsiteX979" fmla="*/ 1289827 w 7467600"/>
              <a:gd name="connsiteY979" fmla="*/ 0 h 6858000"/>
              <a:gd name="connsiteX980" fmla="*/ 1321076 w 7467600"/>
              <a:gd name="connsiteY980" fmla="*/ 59722 h 6858000"/>
              <a:gd name="connsiteX981" fmla="*/ 1512579 w 7467600"/>
              <a:gd name="connsiteY981" fmla="*/ 626441 h 6858000"/>
              <a:gd name="connsiteX982" fmla="*/ 1506076 w 7467600"/>
              <a:gd name="connsiteY982" fmla="*/ 1089289 h 6858000"/>
              <a:gd name="connsiteX983" fmla="*/ 1486346 w 7467600"/>
              <a:gd name="connsiteY983" fmla="*/ 1079919 h 6858000"/>
              <a:gd name="connsiteX984" fmla="*/ 1070511 w 7467600"/>
              <a:gd name="connsiteY984" fmla="*/ 48609 h 6858000"/>
              <a:gd name="connsiteX985" fmla="*/ 1057230 w 7467600"/>
              <a:gd name="connsiteY985" fmla="*/ 0 h 6858000"/>
              <a:gd name="connsiteX986" fmla="*/ 43151 w 7467600"/>
              <a:gd name="connsiteY986" fmla="*/ 0 h 6858000"/>
              <a:gd name="connsiteX987" fmla="*/ 95283 w 7467600"/>
              <a:gd name="connsiteY987" fmla="*/ 0 h 6858000"/>
              <a:gd name="connsiteX988" fmla="*/ 300708 w 7467600"/>
              <a:gd name="connsiteY988" fmla="*/ 154571 h 6858000"/>
              <a:gd name="connsiteX989" fmla="*/ 530414 w 7467600"/>
              <a:gd name="connsiteY989" fmla="*/ 354673 h 6858000"/>
              <a:gd name="connsiteX990" fmla="*/ 333785 w 7467600"/>
              <a:gd name="connsiteY990" fmla="*/ 161564 h 6858000"/>
              <a:gd name="connsiteX991" fmla="*/ 147005 w 7467600"/>
              <a:gd name="connsiteY991" fmla="*/ 0 h 6858000"/>
              <a:gd name="connsiteX992" fmla="*/ 272509 w 7467600"/>
              <a:gd name="connsiteY992" fmla="*/ 0 h 6858000"/>
              <a:gd name="connsiteX993" fmla="*/ 326276 w 7467600"/>
              <a:gd name="connsiteY993" fmla="*/ 45847 h 6858000"/>
              <a:gd name="connsiteX994" fmla="*/ 823759 w 7467600"/>
              <a:gd name="connsiteY994" fmla="*/ 574145 h 6858000"/>
              <a:gd name="connsiteX995" fmla="*/ 811254 w 7467600"/>
              <a:gd name="connsiteY995" fmla="*/ 665546 h 6858000"/>
              <a:gd name="connsiteX996" fmla="*/ 154042 w 7467600"/>
              <a:gd name="connsiteY996" fmla="*/ 261522 h 6858000"/>
              <a:gd name="connsiteX997" fmla="*/ 13550 w 7467600"/>
              <a:gd name="connsiteY997" fmla="*/ 158423 h 6858000"/>
              <a:gd name="connsiteX998" fmla="*/ 0 w 7467600"/>
              <a:gd name="connsiteY998" fmla="*/ 146618 h 6858000"/>
              <a:gd name="connsiteX999" fmla="*/ 0 w 7467600"/>
              <a:gd name="connsiteY999" fmla="*/ 59161 h 6858000"/>
              <a:gd name="connsiteX1000" fmla="*/ 45427 w 7467600"/>
              <a:gd name="connsiteY1000" fmla="*/ 101078 h 6858000"/>
              <a:gd name="connsiteX1001" fmla="*/ 630103 w 7467600"/>
              <a:gd name="connsiteY1001" fmla="*/ 485885 h 6858000"/>
              <a:gd name="connsiteX1002" fmla="*/ 532040 w 7467600"/>
              <a:gd name="connsiteY1002" fmla="*/ 399359 h 6858000"/>
              <a:gd name="connsiteX1003" fmla="*/ 517618 w 7467600"/>
              <a:gd name="connsiteY1003" fmla="*/ 385726 h 6858000"/>
              <a:gd name="connsiteX1004" fmla="*/ 285074 w 7467600"/>
              <a:gd name="connsiteY1004" fmla="*/ 182755 h 6858000"/>
              <a:gd name="connsiteX1005" fmla="*/ 43151 w 7467600"/>
              <a:gd name="connsiteY1005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133363 w 7467600"/>
              <a:gd name="connsiteY127" fmla="*/ 5050246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7467600 w 7467600"/>
              <a:gd name="connsiteY137" fmla="*/ 5241225 h 6858000"/>
              <a:gd name="connsiteX138" fmla="*/ 7467600 w 7467600"/>
              <a:gd name="connsiteY138" fmla="*/ 5277736 h 6858000"/>
              <a:gd name="connsiteX139" fmla="*/ 7327465 w 7467600"/>
              <a:gd name="connsiteY139" fmla="*/ 5174181 h 6858000"/>
              <a:gd name="connsiteX140" fmla="*/ 7244057 w 7467600"/>
              <a:gd name="connsiteY140" fmla="*/ 5124233 h 6858000"/>
              <a:gd name="connsiteX141" fmla="*/ 7353035 w 7467600"/>
              <a:gd name="connsiteY141" fmla="*/ 5197318 h 6858000"/>
              <a:gd name="connsiteX142" fmla="*/ 7467600 w 7467600"/>
              <a:gd name="connsiteY142" fmla="*/ 5297634 h 6858000"/>
              <a:gd name="connsiteX143" fmla="*/ 7467600 w 7467600"/>
              <a:gd name="connsiteY143" fmla="*/ 5361850 h 6858000"/>
              <a:gd name="connsiteX144" fmla="*/ 7368569 w 7467600"/>
              <a:gd name="connsiteY144" fmla="*/ 5270182 h 6858000"/>
              <a:gd name="connsiteX145" fmla="*/ 7131946 w 7467600"/>
              <a:gd name="connsiteY145" fmla="*/ 5075653 h 6858000"/>
              <a:gd name="connsiteX146" fmla="*/ 7133363 w 7467600"/>
              <a:gd name="connsiteY146" fmla="*/ 5050246 h 6858000"/>
              <a:gd name="connsiteX147" fmla="*/ 1903353 w 7467600"/>
              <a:gd name="connsiteY147" fmla="*/ 5044827 h 6858000"/>
              <a:gd name="connsiteX148" fmla="*/ 1936931 w 7467600"/>
              <a:gd name="connsiteY148" fmla="*/ 5093954 h 6858000"/>
              <a:gd name="connsiteX149" fmla="*/ 2195868 w 7467600"/>
              <a:gd name="connsiteY149" fmla="*/ 5396574 h 6858000"/>
              <a:gd name="connsiteX150" fmla="*/ 2088852 w 7467600"/>
              <a:gd name="connsiteY150" fmla="*/ 5166123 h 6858000"/>
              <a:gd name="connsiteX151" fmla="*/ 1958241 w 7467600"/>
              <a:gd name="connsiteY151" fmla="*/ 5067955 h 6858000"/>
              <a:gd name="connsiteX152" fmla="*/ 1903353 w 7467600"/>
              <a:gd name="connsiteY152" fmla="*/ 5044827 h 6858000"/>
              <a:gd name="connsiteX153" fmla="*/ 1979378 w 7467600"/>
              <a:gd name="connsiteY153" fmla="*/ 4769504 h 6858000"/>
              <a:gd name="connsiteX154" fmla="*/ 2882120 w 7467600"/>
              <a:gd name="connsiteY154" fmla="*/ 5064547 h 6858000"/>
              <a:gd name="connsiteX155" fmla="*/ 2793103 w 7467600"/>
              <a:gd name="connsiteY155" fmla="*/ 5039699 h 6858000"/>
              <a:gd name="connsiteX156" fmla="*/ 2770041 w 7467600"/>
              <a:gd name="connsiteY156" fmla="*/ 5033634 h 6858000"/>
              <a:gd name="connsiteX157" fmla="*/ 1979378 w 7467600"/>
              <a:gd name="connsiteY157" fmla="*/ 4769504 h 6858000"/>
              <a:gd name="connsiteX158" fmla="*/ 1927410 w 7467600"/>
              <a:gd name="connsiteY158" fmla="*/ 4716164 h 6858000"/>
              <a:gd name="connsiteX159" fmla="*/ 1959587 w 7467600"/>
              <a:gd name="connsiteY159" fmla="*/ 4728849 h 6858000"/>
              <a:gd name="connsiteX160" fmla="*/ 2777707 w 7467600"/>
              <a:gd name="connsiteY160" fmla="*/ 5003991 h 6858000"/>
              <a:gd name="connsiteX161" fmla="*/ 2800768 w 7467600"/>
              <a:gd name="connsiteY161" fmla="*/ 5010056 h 6858000"/>
              <a:gd name="connsiteX162" fmla="*/ 2879408 w 7467600"/>
              <a:gd name="connsiteY162" fmla="*/ 5031590 h 6858000"/>
              <a:gd name="connsiteX163" fmla="*/ 2862295 w 7467600"/>
              <a:gd name="connsiteY163" fmla="*/ 5022958 h 6858000"/>
              <a:gd name="connsiteX164" fmla="*/ 2813343 w 7467600"/>
              <a:gd name="connsiteY164" fmla="*/ 4998369 h 6858000"/>
              <a:gd name="connsiteX165" fmla="*/ 2646245 w 7467600"/>
              <a:gd name="connsiteY165" fmla="*/ 4930999 h 6858000"/>
              <a:gd name="connsiteX166" fmla="*/ 1999243 w 7467600"/>
              <a:gd name="connsiteY166" fmla="*/ 4730524 h 6858000"/>
              <a:gd name="connsiteX167" fmla="*/ 1979527 w 7467600"/>
              <a:gd name="connsiteY167" fmla="*/ 4726651 h 6858000"/>
              <a:gd name="connsiteX168" fmla="*/ 1927410 w 7467600"/>
              <a:gd name="connsiteY168" fmla="*/ 4716164 h 6858000"/>
              <a:gd name="connsiteX169" fmla="*/ 1997014 w 7467600"/>
              <a:gd name="connsiteY169" fmla="*/ 4698007 h 6858000"/>
              <a:gd name="connsiteX170" fmla="*/ 2005458 w 7467600"/>
              <a:gd name="connsiteY170" fmla="*/ 4699540 h 6858000"/>
              <a:gd name="connsiteX171" fmla="*/ 2657186 w 7467600"/>
              <a:gd name="connsiteY171" fmla="*/ 4901687 h 6858000"/>
              <a:gd name="connsiteX172" fmla="*/ 2826662 w 7467600"/>
              <a:gd name="connsiteY172" fmla="*/ 4970362 h 6858000"/>
              <a:gd name="connsiteX173" fmla="*/ 2876100 w 7467600"/>
              <a:gd name="connsiteY173" fmla="*/ 4995397 h 6858000"/>
              <a:gd name="connsiteX174" fmla="*/ 3042600 w 7467600"/>
              <a:gd name="connsiteY174" fmla="*/ 5059532 h 6858000"/>
              <a:gd name="connsiteX175" fmla="*/ 1997014 w 7467600"/>
              <a:gd name="connsiteY175" fmla="*/ 4698007 h 6858000"/>
              <a:gd name="connsiteX176" fmla="*/ 2305292 w 7467600"/>
              <a:gd name="connsiteY176" fmla="*/ 4219492 h 6858000"/>
              <a:gd name="connsiteX177" fmla="*/ 3360922 w 7467600"/>
              <a:gd name="connsiteY177" fmla="*/ 4529373 h 6858000"/>
              <a:gd name="connsiteX178" fmla="*/ 3492420 w 7467600"/>
              <a:gd name="connsiteY178" fmla="*/ 4510145 h 6858000"/>
              <a:gd name="connsiteX179" fmla="*/ 3364086 w 7467600"/>
              <a:gd name="connsiteY179" fmla="*/ 4480340 h 6858000"/>
              <a:gd name="connsiteX180" fmla="*/ 3225818 w 7467600"/>
              <a:gd name="connsiteY180" fmla="*/ 4411822 h 6858000"/>
              <a:gd name="connsiteX181" fmla="*/ 3129696 w 7467600"/>
              <a:gd name="connsiteY181" fmla="*/ 4360704 h 6858000"/>
              <a:gd name="connsiteX182" fmla="*/ 2814545 w 7467600"/>
              <a:gd name="connsiteY182" fmla="*/ 4282955 h 6858000"/>
              <a:gd name="connsiteX183" fmla="*/ 2305292 w 7467600"/>
              <a:gd name="connsiteY183" fmla="*/ 4219492 h 6858000"/>
              <a:gd name="connsiteX184" fmla="*/ 2626982 w 7467600"/>
              <a:gd name="connsiteY184" fmla="*/ 4206450 h 6858000"/>
              <a:gd name="connsiteX185" fmla="*/ 2490617 w 7467600"/>
              <a:gd name="connsiteY185" fmla="*/ 4206951 h 6858000"/>
              <a:gd name="connsiteX186" fmla="*/ 2819869 w 7467600"/>
              <a:gd name="connsiteY186" fmla="*/ 4252936 h 6858000"/>
              <a:gd name="connsiteX187" fmla="*/ 3143018 w 7467600"/>
              <a:gd name="connsiteY187" fmla="*/ 4332698 h 6858000"/>
              <a:gd name="connsiteX188" fmla="*/ 3241520 w 7467600"/>
              <a:gd name="connsiteY188" fmla="*/ 4385112 h 6858000"/>
              <a:gd name="connsiteX189" fmla="*/ 3374575 w 7467600"/>
              <a:gd name="connsiteY189" fmla="*/ 4451517 h 6858000"/>
              <a:gd name="connsiteX190" fmla="*/ 3505221 w 7467600"/>
              <a:gd name="connsiteY190" fmla="*/ 4480757 h 6858000"/>
              <a:gd name="connsiteX191" fmla="*/ 2626982 w 7467600"/>
              <a:gd name="connsiteY191" fmla="*/ 4206450 h 6858000"/>
              <a:gd name="connsiteX192" fmla="*/ 1310106 w 7467600"/>
              <a:gd name="connsiteY192" fmla="*/ 3943217 h 6858000"/>
              <a:gd name="connsiteX193" fmla="*/ 854994 w 7467600"/>
              <a:gd name="connsiteY193" fmla="*/ 4399136 h 6858000"/>
              <a:gd name="connsiteX194" fmla="*/ 742462 w 7467600"/>
              <a:gd name="connsiteY194" fmla="*/ 4594648 h 6858000"/>
              <a:gd name="connsiteX195" fmla="*/ 820602 w 7467600"/>
              <a:gd name="connsiteY195" fmla="*/ 4485915 h 6858000"/>
              <a:gd name="connsiteX196" fmla="*/ 878295 w 7467600"/>
              <a:gd name="connsiteY196" fmla="*/ 4403594 h 6858000"/>
              <a:gd name="connsiteX197" fmla="*/ 1240607 w 7467600"/>
              <a:gd name="connsiteY197" fmla="*/ 4010401 h 6858000"/>
              <a:gd name="connsiteX198" fmla="*/ 1310106 w 7467600"/>
              <a:gd name="connsiteY198" fmla="*/ 3943217 h 6858000"/>
              <a:gd name="connsiteX199" fmla="*/ 1423113 w 7467600"/>
              <a:gd name="connsiteY199" fmla="*/ 3874565 h 6858000"/>
              <a:gd name="connsiteX200" fmla="*/ 1260565 w 7467600"/>
              <a:gd name="connsiteY200" fmla="*/ 4031982 h 6858000"/>
              <a:gd name="connsiteX201" fmla="*/ 901900 w 7467600"/>
              <a:gd name="connsiteY201" fmla="*/ 4421236 h 6858000"/>
              <a:gd name="connsiteX202" fmla="*/ 845044 w 7467600"/>
              <a:gd name="connsiteY202" fmla="*/ 4502436 h 6858000"/>
              <a:gd name="connsiteX203" fmla="*/ 685926 w 7467600"/>
              <a:gd name="connsiteY203" fmla="*/ 4703069 h 6858000"/>
              <a:gd name="connsiteX204" fmla="*/ 684248 w 7467600"/>
              <a:gd name="connsiteY204" fmla="*/ 4706721 h 6858000"/>
              <a:gd name="connsiteX205" fmla="*/ 1423113 w 7467600"/>
              <a:gd name="connsiteY205" fmla="*/ 3874565 h 6858000"/>
              <a:gd name="connsiteX206" fmla="*/ 3316479 w 7467600"/>
              <a:gd name="connsiteY206" fmla="*/ 3872136 h 6858000"/>
              <a:gd name="connsiteX207" fmla="*/ 3546806 w 7467600"/>
              <a:gd name="connsiteY207" fmla="*/ 4356139 h 6858000"/>
              <a:gd name="connsiteX208" fmla="*/ 3364433 w 7467600"/>
              <a:gd name="connsiteY208" fmla="*/ 3953121 h 6858000"/>
              <a:gd name="connsiteX209" fmla="*/ 3316479 w 7467600"/>
              <a:gd name="connsiteY209" fmla="*/ 3872136 h 6858000"/>
              <a:gd name="connsiteX210" fmla="*/ 3291335 w 7467600"/>
              <a:gd name="connsiteY210" fmla="*/ 3767420 h 6858000"/>
              <a:gd name="connsiteX211" fmla="*/ 3390805 w 7467600"/>
              <a:gd name="connsiteY211" fmla="*/ 3937163 h 6858000"/>
              <a:gd name="connsiteX212" fmla="*/ 3579062 w 7467600"/>
              <a:gd name="connsiteY212" fmla="*/ 4359040 h 6858000"/>
              <a:gd name="connsiteX213" fmla="*/ 3467355 w 7467600"/>
              <a:gd name="connsiteY213" fmla="*/ 3988130 h 6858000"/>
              <a:gd name="connsiteX214" fmla="*/ 3310753 w 7467600"/>
              <a:gd name="connsiteY214" fmla="*/ 3787140 h 6858000"/>
              <a:gd name="connsiteX215" fmla="*/ 3291335 w 7467600"/>
              <a:gd name="connsiteY215" fmla="*/ 3767420 h 6858000"/>
              <a:gd name="connsiteX216" fmla="*/ 1635889 w 7467600"/>
              <a:gd name="connsiteY216" fmla="*/ 3709494 h 6858000"/>
              <a:gd name="connsiteX217" fmla="*/ 1634800 w 7467600"/>
              <a:gd name="connsiteY217" fmla="*/ 3731111 h 6858000"/>
              <a:gd name="connsiteX218" fmla="*/ 1635889 w 7467600"/>
              <a:gd name="connsiteY218" fmla="*/ 3709494 h 6858000"/>
              <a:gd name="connsiteX219" fmla="*/ 1510397 w 7467600"/>
              <a:gd name="connsiteY219" fmla="*/ 3684705 h 6858000"/>
              <a:gd name="connsiteX220" fmla="*/ 1146550 w 7467600"/>
              <a:gd name="connsiteY220" fmla="*/ 3802012 h 6858000"/>
              <a:gd name="connsiteX221" fmla="*/ 698834 w 7467600"/>
              <a:gd name="connsiteY221" fmla="*/ 3952272 h 6858000"/>
              <a:gd name="connsiteX222" fmla="*/ 34256 w 7467600"/>
              <a:gd name="connsiteY222" fmla="*/ 4347603 h 6858000"/>
              <a:gd name="connsiteX223" fmla="*/ 527241 w 7467600"/>
              <a:gd name="connsiteY223" fmla="*/ 4065078 h 6858000"/>
              <a:gd name="connsiteX224" fmla="*/ 1510397 w 7467600"/>
              <a:gd name="connsiteY224" fmla="*/ 3684705 h 6858000"/>
              <a:gd name="connsiteX225" fmla="*/ 1313114 w 7467600"/>
              <a:gd name="connsiteY225" fmla="*/ 3655216 h 6858000"/>
              <a:gd name="connsiteX226" fmla="*/ 1109304 w 7467600"/>
              <a:gd name="connsiteY226" fmla="*/ 3669030 h 6858000"/>
              <a:gd name="connsiteX227" fmla="*/ 8129 w 7467600"/>
              <a:gd name="connsiteY227" fmla="*/ 4330519 h 6858000"/>
              <a:gd name="connsiteX228" fmla="*/ 687572 w 7467600"/>
              <a:gd name="connsiteY228" fmla="*/ 3925629 h 6858000"/>
              <a:gd name="connsiteX229" fmla="*/ 1138365 w 7467600"/>
              <a:gd name="connsiteY229" fmla="*/ 3774515 h 6858000"/>
              <a:gd name="connsiteX230" fmla="*/ 1505579 w 7467600"/>
              <a:gd name="connsiteY230" fmla="*/ 3655526 h 6858000"/>
              <a:gd name="connsiteX231" fmla="*/ 1313114 w 7467600"/>
              <a:gd name="connsiteY231" fmla="*/ 3655216 h 6858000"/>
              <a:gd name="connsiteX232" fmla="*/ 3655073 w 7467600"/>
              <a:gd name="connsiteY232" fmla="*/ 3650884 h 6858000"/>
              <a:gd name="connsiteX233" fmla="*/ 3989938 w 7467600"/>
              <a:gd name="connsiteY233" fmla="*/ 3991685 h 6858000"/>
              <a:gd name="connsiteX234" fmla="*/ 4393907 w 7467600"/>
              <a:gd name="connsiteY234" fmla="*/ 4261258 h 6858000"/>
              <a:gd name="connsiteX235" fmla="*/ 4648051 w 7467600"/>
              <a:gd name="connsiteY235" fmla="*/ 4374051 h 6858000"/>
              <a:gd name="connsiteX236" fmla="*/ 4383389 w 7467600"/>
              <a:gd name="connsiteY236" fmla="*/ 4184369 h 6858000"/>
              <a:gd name="connsiteX237" fmla="*/ 4165508 w 7467600"/>
              <a:gd name="connsiteY237" fmla="*/ 4035196 h 6858000"/>
              <a:gd name="connsiteX238" fmla="*/ 4068162 w 7467600"/>
              <a:gd name="connsiteY238" fmla="*/ 3953394 h 6858000"/>
              <a:gd name="connsiteX239" fmla="*/ 3981416 w 7467600"/>
              <a:gd name="connsiteY239" fmla="*/ 3880482 h 6858000"/>
              <a:gd name="connsiteX240" fmla="*/ 3800147 w 7467600"/>
              <a:gd name="connsiteY240" fmla="*/ 3749872 h 6858000"/>
              <a:gd name="connsiteX241" fmla="*/ 3655073 w 7467600"/>
              <a:gd name="connsiteY241" fmla="*/ 3650884 h 6858000"/>
              <a:gd name="connsiteX242" fmla="*/ 3670252 w 7467600"/>
              <a:gd name="connsiteY242" fmla="*/ 3622798 h 6858000"/>
              <a:gd name="connsiteX243" fmla="*/ 3817258 w 7467600"/>
              <a:gd name="connsiteY243" fmla="*/ 3723577 h 6858000"/>
              <a:gd name="connsiteX244" fmla="*/ 4000461 w 7467600"/>
              <a:gd name="connsiteY244" fmla="*/ 3855966 h 6858000"/>
              <a:gd name="connsiteX245" fmla="*/ 4088180 w 7467600"/>
              <a:gd name="connsiteY245" fmla="*/ 3929774 h 6858000"/>
              <a:gd name="connsiteX246" fmla="*/ 4184555 w 7467600"/>
              <a:gd name="connsiteY246" fmla="*/ 4010683 h 6858000"/>
              <a:gd name="connsiteX247" fmla="*/ 4399563 w 7467600"/>
              <a:gd name="connsiteY247" fmla="*/ 4158106 h 6858000"/>
              <a:gd name="connsiteX248" fmla="*/ 4684469 w 7467600"/>
              <a:gd name="connsiteY248" fmla="*/ 4364680 h 6858000"/>
              <a:gd name="connsiteX249" fmla="*/ 4690271 w 7467600"/>
              <a:gd name="connsiteY249" fmla="*/ 4370034 h 6858000"/>
              <a:gd name="connsiteX250" fmla="*/ 4136093 w 7467600"/>
              <a:gd name="connsiteY250" fmla="*/ 3858466 h 6858000"/>
              <a:gd name="connsiteX251" fmla="*/ 3670252 w 7467600"/>
              <a:gd name="connsiteY251" fmla="*/ 3622798 h 6858000"/>
              <a:gd name="connsiteX252" fmla="*/ 4440129 w 7467600"/>
              <a:gd name="connsiteY252" fmla="*/ 3448571 h 6858000"/>
              <a:gd name="connsiteX253" fmla="*/ 4856525 w 7467600"/>
              <a:gd name="connsiteY253" fmla="*/ 3915351 h 6858000"/>
              <a:gd name="connsiteX254" fmla="*/ 5059055 w 7467600"/>
              <a:gd name="connsiteY254" fmla="*/ 4108918 h 6858000"/>
              <a:gd name="connsiteX255" fmla="*/ 5290070 w 7467600"/>
              <a:gd name="connsiteY255" fmla="*/ 4263619 h 6858000"/>
              <a:gd name="connsiteX256" fmla="*/ 4834991 w 7467600"/>
              <a:gd name="connsiteY256" fmla="*/ 3830985 h 6858000"/>
              <a:gd name="connsiteX257" fmla="*/ 4440129 w 7467600"/>
              <a:gd name="connsiteY257" fmla="*/ 3448571 h 6858000"/>
              <a:gd name="connsiteX258" fmla="*/ 4441737 w 7467600"/>
              <a:gd name="connsiteY258" fmla="*/ 3399734 h 6858000"/>
              <a:gd name="connsiteX259" fmla="*/ 4431236 w 7467600"/>
              <a:gd name="connsiteY259" fmla="*/ 3400954 h 6858000"/>
              <a:gd name="connsiteX260" fmla="*/ 4557150 w 7467600"/>
              <a:gd name="connsiteY260" fmla="*/ 3510023 h 6858000"/>
              <a:gd name="connsiteX261" fmla="*/ 4856936 w 7467600"/>
              <a:gd name="connsiteY261" fmla="*/ 3809146 h 6858000"/>
              <a:gd name="connsiteX262" fmla="*/ 5111996 w 7467600"/>
              <a:gd name="connsiteY262" fmla="*/ 4065759 h 6858000"/>
              <a:gd name="connsiteX263" fmla="*/ 5388878 w 7467600"/>
              <a:gd name="connsiteY263" fmla="*/ 4300185 h 6858000"/>
              <a:gd name="connsiteX264" fmla="*/ 5425556 w 7467600"/>
              <a:gd name="connsiteY264" fmla="*/ 4308967 h 6858000"/>
              <a:gd name="connsiteX265" fmla="*/ 4943646 w 7467600"/>
              <a:gd name="connsiteY265" fmla="*/ 3822916 h 6858000"/>
              <a:gd name="connsiteX266" fmla="*/ 4594837 w 7467600"/>
              <a:gd name="connsiteY266" fmla="*/ 3532274 h 6858000"/>
              <a:gd name="connsiteX267" fmla="*/ 4441737 w 7467600"/>
              <a:gd name="connsiteY267" fmla="*/ 3399734 h 6858000"/>
              <a:gd name="connsiteX268" fmla="*/ 5425834 w 7467600"/>
              <a:gd name="connsiteY268" fmla="*/ 3162785 h 6858000"/>
              <a:gd name="connsiteX269" fmla="*/ 5401644 w 7467600"/>
              <a:gd name="connsiteY269" fmla="*/ 3617847 h 6858000"/>
              <a:gd name="connsiteX270" fmla="*/ 5467256 w 7467600"/>
              <a:gd name="connsiteY270" fmla="*/ 4175494 h 6858000"/>
              <a:gd name="connsiteX271" fmla="*/ 5448069 w 7467600"/>
              <a:gd name="connsiteY271" fmla="*/ 3567554 h 6858000"/>
              <a:gd name="connsiteX272" fmla="*/ 5425834 w 7467600"/>
              <a:gd name="connsiteY272" fmla="*/ 3162785 h 6858000"/>
              <a:gd name="connsiteX273" fmla="*/ 1318687 w 7467600"/>
              <a:gd name="connsiteY273" fmla="*/ 3113840 h 6858000"/>
              <a:gd name="connsiteX274" fmla="*/ 1066793 w 7467600"/>
              <a:gd name="connsiteY274" fmla="*/ 3212171 h 6858000"/>
              <a:gd name="connsiteX275" fmla="*/ 993319 w 7467600"/>
              <a:gd name="connsiteY275" fmla="*/ 3247648 h 6858000"/>
              <a:gd name="connsiteX276" fmla="*/ 853081 w 7467600"/>
              <a:gd name="connsiteY276" fmla="*/ 3312410 h 6858000"/>
              <a:gd name="connsiteX277" fmla="*/ 805957 w 7467600"/>
              <a:gd name="connsiteY277" fmla="*/ 3330443 h 6858000"/>
              <a:gd name="connsiteX278" fmla="*/ 1318687 w 7467600"/>
              <a:gd name="connsiteY278" fmla="*/ 3113840 h 6858000"/>
              <a:gd name="connsiteX279" fmla="*/ 5453702 w 7467600"/>
              <a:gd name="connsiteY279" fmla="*/ 3090882 h 6858000"/>
              <a:gd name="connsiteX280" fmla="*/ 5480135 w 7467600"/>
              <a:gd name="connsiteY280" fmla="*/ 3565802 h 6858000"/>
              <a:gd name="connsiteX281" fmla="*/ 5499023 w 7467600"/>
              <a:gd name="connsiteY281" fmla="*/ 4166310 h 6858000"/>
              <a:gd name="connsiteX282" fmla="*/ 5547022 w 7467600"/>
              <a:gd name="connsiteY282" fmla="*/ 3607838 h 6858000"/>
              <a:gd name="connsiteX283" fmla="*/ 5515964 w 7467600"/>
              <a:gd name="connsiteY283" fmla="*/ 3378541 h 6858000"/>
              <a:gd name="connsiteX284" fmla="*/ 5453702 w 7467600"/>
              <a:gd name="connsiteY284" fmla="*/ 3090882 h 6858000"/>
              <a:gd name="connsiteX285" fmla="*/ 1238695 w 7467600"/>
              <a:gd name="connsiteY285" fmla="*/ 3076820 h 6858000"/>
              <a:gd name="connsiteX286" fmla="*/ 716371 w 7467600"/>
              <a:gd name="connsiteY286" fmla="*/ 3293249 h 6858000"/>
              <a:gd name="connsiteX287" fmla="*/ 579522 w 7467600"/>
              <a:gd name="connsiteY287" fmla="*/ 3371759 h 6858000"/>
              <a:gd name="connsiteX288" fmla="*/ 600288 w 7467600"/>
              <a:gd name="connsiteY288" fmla="*/ 3365555 h 6858000"/>
              <a:gd name="connsiteX289" fmla="*/ 840692 w 7467600"/>
              <a:gd name="connsiteY289" fmla="*/ 3284921 h 6858000"/>
              <a:gd name="connsiteX290" fmla="*/ 979248 w 7467600"/>
              <a:gd name="connsiteY290" fmla="*/ 3221003 h 6858000"/>
              <a:gd name="connsiteX291" fmla="*/ 1053282 w 7467600"/>
              <a:gd name="connsiteY291" fmla="*/ 3185247 h 6858000"/>
              <a:gd name="connsiteX292" fmla="*/ 1320603 w 7467600"/>
              <a:gd name="connsiteY292" fmla="*/ 3081281 h 6858000"/>
              <a:gd name="connsiteX293" fmla="*/ 1238695 w 7467600"/>
              <a:gd name="connsiteY293" fmla="*/ 3076820 h 6858000"/>
              <a:gd name="connsiteX294" fmla="*/ 5425627 w 7467600"/>
              <a:gd name="connsiteY294" fmla="*/ 2954192 h 6858000"/>
              <a:gd name="connsiteX295" fmla="*/ 5470770 w 7467600"/>
              <a:gd name="connsiteY295" fmla="*/ 3005435 h 6858000"/>
              <a:gd name="connsiteX296" fmla="*/ 5519779 w 7467600"/>
              <a:gd name="connsiteY296" fmla="*/ 4359223 h 6858000"/>
              <a:gd name="connsiteX297" fmla="*/ 5520293 w 7467600"/>
              <a:gd name="connsiteY297" fmla="*/ 4360602 h 6858000"/>
              <a:gd name="connsiteX298" fmla="*/ 5767221 w 7467600"/>
              <a:gd name="connsiteY298" fmla="*/ 4665564 h 6858000"/>
              <a:gd name="connsiteX299" fmla="*/ 6937169 w 7467600"/>
              <a:gd name="connsiteY299" fmla="*/ 4815941 h 6858000"/>
              <a:gd name="connsiteX300" fmla="*/ 6953922 w 7467600"/>
              <a:gd name="connsiteY300" fmla="*/ 4890068 h 6858000"/>
              <a:gd name="connsiteX301" fmla="*/ 6071359 w 7467600"/>
              <a:gd name="connsiteY301" fmla="*/ 4770770 h 6858000"/>
              <a:gd name="connsiteX302" fmla="*/ 6038839 w 7467600"/>
              <a:gd name="connsiteY302" fmla="*/ 4764474 h 6858000"/>
              <a:gd name="connsiteX303" fmla="*/ 6038706 w 7467600"/>
              <a:gd name="connsiteY303" fmla="*/ 4763847 h 6858000"/>
              <a:gd name="connsiteX304" fmla="*/ 6037784 w 7467600"/>
              <a:gd name="connsiteY304" fmla="*/ 4764270 h 6858000"/>
              <a:gd name="connsiteX305" fmla="*/ 6038839 w 7467600"/>
              <a:gd name="connsiteY305" fmla="*/ 4764474 h 6858000"/>
              <a:gd name="connsiteX306" fmla="*/ 6040338 w 7467600"/>
              <a:gd name="connsiteY306" fmla="*/ 4771418 h 6858000"/>
              <a:gd name="connsiteX307" fmla="*/ 6024488 w 7467600"/>
              <a:gd name="connsiteY307" fmla="*/ 4809903 h 6858000"/>
              <a:gd name="connsiteX308" fmla="*/ 5599771 w 7467600"/>
              <a:gd name="connsiteY308" fmla="*/ 5509652 h 6858000"/>
              <a:gd name="connsiteX309" fmla="*/ 5548843 w 7467600"/>
              <a:gd name="connsiteY309" fmla="*/ 5563845 h 6858000"/>
              <a:gd name="connsiteX310" fmla="*/ 5940952 w 7467600"/>
              <a:gd name="connsiteY310" fmla="*/ 6250028 h 6858000"/>
              <a:gd name="connsiteX311" fmla="*/ 6043441 w 7467600"/>
              <a:gd name="connsiteY311" fmla="*/ 6665847 h 6858000"/>
              <a:gd name="connsiteX312" fmla="*/ 6093432 w 7467600"/>
              <a:gd name="connsiteY312" fmla="*/ 6858000 h 6858000"/>
              <a:gd name="connsiteX313" fmla="*/ 6034344 w 7467600"/>
              <a:gd name="connsiteY313" fmla="*/ 6858000 h 6858000"/>
              <a:gd name="connsiteX314" fmla="*/ 6026679 w 7467600"/>
              <a:gd name="connsiteY314" fmla="*/ 6836959 h 6858000"/>
              <a:gd name="connsiteX315" fmla="*/ 5800441 w 7467600"/>
              <a:gd name="connsiteY315" fmla="*/ 6335286 h 6858000"/>
              <a:gd name="connsiteX316" fmla="*/ 5526562 w 7467600"/>
              <a:gd name="connsiteY316" fmla="*/ 5705388 h 6858000"/>
              <a:gd name="connsiteX317" fmla="*/ 5519640 w 7467600"/>
              <a:gd name="connsiteY317" fmla="*/ 5683774 h 6858000"/>
              <a:gd name="connsiteX318" fmla="*/ 5844559 w 7467600"/>
              <a:gd name="connsiteY318" fmla="*/ 6553349 h 6858000"/>
              <a:gd name="connsiteX319" fmla="*/ 5975994 w 7467600"/>
              <a:gd name="connsiteY319" fmla="*/ 6858000 h 6858000"/>
              <a:gd name="connsiteX320" fmla="*/ 5898547 w 7467600"/>
              <a:gd name="connsiteY320" fmla="*/ 6858000 h 6858000"/>
              <a:gd name="connsiteX321" fmla="*/ 5682041 w 7467600"/>
              <a:gd name="connsiteY321" fmla="*/ 6355860 h 6858000"/>
              <a:gd name="connsiteX322" fmla="*/ 5461758 w 7467600"/>
              <a:gd name="connsiteY322" fmla="*/ 5820220 h 6858000"/>
              <a:gd name="connsiteX323" fmla="*/ 5237282 w 7467600"/>
              <a:gd name="connsiteY323" fmla="*/ 6579086 h 6858000"/>
              <a:gd name="connsiteX324" fmla="*/ 5115009 w 7467600"/>
              <a:gd name="connsiteY324" fmla="*/ 6858000 h 6858000"/>
              <a:gd name="connsiteX325" fmla="*/ 5028074 w 7467600"/>
              <a:gd name="connsiteY325" fmla="*/ 6858000 h 6858000"/>
              <a:gd name="connsiteX326" fmla="*/ 5079508 w 7467600"/>
              <a:gd name="connsiteY326" fmla="*/ 6749074 h 6858000"/>
              <a:gd name="connsiteX327" fmla="*/ 5371846 w 7467600"/>
              <a:gd name="connsiteY327" fmla="*/ 5924413 h 6858000"/>
              <a:gd name="connsiteX328" fmla="*/ 5270512 w 7467600"/>
              <a:gd name="connsiteY328" fmla="*/ 6138975 h 6858000"/>
              <a:gd name="connsiteX329" fmla="*/ 5062409 w 7467600"/>
              <a:gd name="connsiteY329" fmla="*/ 6653544 h 6858000"/>
              <a:gd name="connsiteX330" fmla="*/ 5036628 w 7467600"/>
              <a:gd name="connsiteY330" fmla="*/ 6754247 h 6858000"/>
              <a:gd name="connsiteX331" fmla="*/ 5009112 w 7467600"/>
              <a:gd name="connsiteY331" fmla="*/ 6858000 h 6858000"/>
              <a:gd name="connsiteX332" fmla="*/ 4976679 w 7467600"/>
              <a:gd name="connsiteY332" fmla="*/ 6858000 h 6858000"/>
              <a:gd name="connsiteX333" fmla="*/ 5006537 w 7467600"/>
              <a:gd name="connsiteY333" fmla="*/ 6747068 h 6858000"/>
              <a:gd name="connsiteX334" fmla="*/ 5032723 w 7467600"/>
              <a:gd name="connsiteY334" fmla="*/ 6644957 h 6858000"/>
              <a:gd name="connsiteX335" fmla="*/ 5242949 w 7467600"/>
              <a:gd name="connsiteY335" fmla="*/ 6125175 h 6858000"/>
              <a:gd name="connsiteX336" fmla="*/ 5286321 w 7467600"/>
              <a:gd name="connsiteY336" fmla="*/ 6033555 h 6858000"/>
              <a:gd name="connsiteX337" fmla="*/ 5008210 w 7467600"/>
              <a:gd name="connsiteY337" fmla="*/ 6649194 h 6858000"/>
              <a:gd name="connsiteX338" fmla="*/ 4986321 w 7467600"/>
              <a:gd name="connsiteY338" fmla="*/ 6765687 h 6858000"/>
              <a:gd name="connsiteX339" fmla="*/ 4973474 w 7467600"/>
              <a:gd name="connsiteY339" fmla="*/ 6858000 h 6858000"/>
              <a:gd name="connsiteX340" fmla="*/ 4907178 w 7467600"/>
              <a:gd name="connsiteY340" fmla="*/ 6858000 h 6858000"/>
              <a:gd name="connsiteX341" fmla="*/ 4910810 w 7467600"/>
              <a:gd name="connsiteY341" fmla="*/ 6829660 h 6858000"/>
              <a:gd name="connsiteX342" fmla="*/ 4987461 w 7467600"/>
              <a:gd name="connsiteY342" fmla="*/ 6432994 h 6858000"/>
              <a:gd name="connsiteX343" fmla="*/ 5179262 w 7467600"/>
              <a:gd name="connsiteY343" fmla="*/ 6035044 h 6858000"/>
              <a:gd name="connsiteX344" fmla="*/ 4689678 w 7467600"/>
              <a:gd name="connsiteY344" fmla="*/ 6440241 h 6858000"/>
              <a:gd name="connsiteX345" fmla="*/ 4477543 w 7467600"/>
              <a:gd name="connsiteY345" fmla="*/ 6674836 h 6858000"/>
              <a:gd name="connsiteX346" fmla="*/ 4329957 w 7467600"/>
              <a:gd name="connsiteY346" fmla="*/ 6858000 h 6858000"/>
              <a:gd name="connsiteX347" fmla="*/ 4218595 w 7467600"/>
              <a:gd name="connsiteY347" fmla="*/ 6858000 h 6858000"/>
              <a:gd name="connsiteX348" fmla="*/ 4368888 w 7467600"/>
              <a:gd name="connsiteY348" fmla="*/ 6668412 h 6858000"/>
              <a:gd name="connsiteX349" fmla="*/ 4563091 w 7467600"/>
              <a:gd name="connsiteY349" fmla="*/ 6442508 h 6858000"/>
              <a:gd name="connsiteX350" fmla="*/ 5387324 w 7467600"/>
              <a:gd name="connsiteY350" fmla="*/ 5705830 h 6858000"/>
              <a:gd name="connsiteX351" fmla="*/ 5073620 w 7467600"/>
              <a:gd name="connsiteY351" fmla="*/ 5955437 h 6858000"/>
              <a:gd name="connsiteX352" fmla="*/ 4689789 w 7467600"/>
              <a:gd name="connsiteY352" fmla="*/ 6268382 h 6858000"/>
              <a:gd name="connsiteX353" fmla="*/ 4418722 w 7467600"/>
              <a:gd name="connsiteY353" fmla="*/ 6570886 h 6858000"/>
              <a:gd name="connsiteX354" fmla="*/ 4214944 w 7467600"/>
              <a:gd name="connsiteY354" fmla="*/ 6858000 h 6858000"/>
              <a:gd name="connsiteX355" fmla="*/ 4177898 w 7467600"/>
              <a:gd name="connsiteY355" fmla="*/ 6858000 h 6858000"/>
              <a:gd name="connsiteX356" fmla="*/ 4391597 w 7467600"/>
              <a:gd name="connsiteY356" fmla="*/ 6556370 h 6858000"/>
              <a:gd name="connsiteX357" fmla="*/ 4668889 w 7467600"/>
              <a:gd name="connsiteY357" fmla="*/ 6246399 h 6858000"/>
              <a:gd name="connsiteX358" fmla="*/ 5055427 w 7467600"/>
              <a:gd name="connsiteY358" fmla="*/ 5931476 h 6858000"/>
              <a:gd name="connsiteX359" fmla="*/ 5371814 w 7467600"/>
              <a:gd name="connsiteY359" fmla="*/ 5678975 h 6858000"/>
              <a:gd name="connsiteX360" fmla="*/ 4987918 w 7467600"/>
              <a:gd name="connsiteY360" fmla="*/ 5838701 h 6858000"/>
              <a:gd name="connsiteX361" fmla="*/ 4317146 w 7467600"/>
              <a:gd name="connsiteY361" fmla="*/ 6587716 h 6858000"/>
              <a:gd name="connsiteX362" fmla="*/ 4171627 w 7467600"/>
              <a:gd name="connsiteY362" fmla="*/ 6858000 h 6858000"/>
              <a:gd name="connsiteX363" fmla="*/ 4081585 w 7467600"/>
              <a:gd name="connsiteY363" fmla="*/ 6858000 h 6858000"/>
              <a:gd name="connsiteX364" fmla="*/ 4238603 w 7467600"/>
              <a:gd name="connsiteY364" fmla="*/ 6559341 h 6858000"/>
              <a:gd name="connsiteX365" fmla="*/ 4778333 w 7467600"/>
              <a:gd name="connsiteY365" fmla="*/ 5873626 h 6858000"/>
              <a:gd name="connsiteX366" fmla="*/ 5414185 w 7467600"/>
              <a:gd name="connsiteY366" fmla="*/ 5573882 h 6858000"/>
              <a:gd name="connsiteX367" fmla="*/ 5959648 w 7467600"/>
              <a:gd name="connsiteY367" fmla="*/ 4760797 h 6858000"/>
              <a:gd name="connsiteX368" fmla="*/ 5355019 w 7467600"/>
              <a:gd name="connsiteY368" fmla="*/ 4734672 h 6858000"/>
              <a:gd name="connsiteX369" fmla="*/ 5083565 w 7467600"/>
              <a:gd name="connsiteY369" fmla="*/ 5179121 h 6858000"/>
              <a:gd name="connsiteX370" fmla="*/ 4713577 w 7467600"/>
              <a:gd name="connsiteY370" fmla="*/ 5616803 h 6858000"/>
              <a:gd name="connsiteX371" fmla="*/ 3989559 w 7467600"/>
              <a:gd name="connsiteY371" fmla="*/ 6145945 h 6858000"/>
              <a:gd name="connsiteX372" fmla="*/ 3939824 w 7467600"/>
              <a:gd name="connsiteY372" fmla="*/ 6066900 h 6858000"/>
              <a:gd name="connsiteX373" fmla="*/ 4584537 w 7467600"/>
              <a:gd name="connsiteY373" fmla="*/ 5324826 h 6858000"/>
              <a:gd name="connsiteX374" fmla="*/ 5037105 w 7467600"/>
              <a:gd name="connsiteY374" fmla="*/ 5088765 h 6858000"/>
              <a:gd name="connsiteX375" fmla="*/ 5039930 w 7467600"/>
              <a:gd name="connsiteY375" fmla="*/ 5089585 h 6858000"/>
              <a:gd name="connsiteX376" fmla="*/ 5263764 w 7467600"/>
              <a:gd name="connsiteY376" fmla="*/ 4735525 h 6858000"/>
              <a:gd name="connsiteX377" fmla="*/ 4086300 w 7467600"/>
              <a:gd name="connsiteY377" fmla="*/ 4884599 h 6858000"/>
              <a:gd name="connsiteX378" fmla="*/ 4085485 w 7467600"/>
              <a:gd name="connsiteY378" fmla="*/ 4899070 h 6858000"/>
              <a:gd name="connsiteX379" fmla="*/ 3871915 w 7467600"/>
              <a:gd name="connsiteY379" fmla="*/ 5253645 h 6858000"/>
              <a:gd name="connsiteX380" fmla="*/ 3799374 w 7467600"/>
              <a:gd name="connsiteY380" fmla="*/ 5466127 h 6858000"/>
              <a:gd name="connsiteX381" fmla="*/ 3498850 w 7467600"/>
              <a:gd name="connsiteY381" fmla="*/ 6661888 h 6858000"/>
              <a:gd name="connsiteX382" fmla="*/ 3399216 w 7467600"/>
              <a:gd name="connsiteY382" fmla="*/ 6858000 h 6858000"/>
              <a:gd name="connsiteX383" fmla="*/ 3303688 w 7467600"/>
              <a:gd name="connsiteY383" fmla="*/ 6858000 h 6858000"/>
              <a:gd name="connsiteX384" fmla="*/ 3391774 w 7467600"/>
              <a:gd name="connsiteY384" fmla="*/ 6697181 h 6858000"/>
              <a:gd name="connsiteX385" fmla="*/ 3735540 w 7467600"/>
              <a:gd name="connsiteY385" fmla="*/ 5546923 h 6858000"/>
              <a:gd name="connsiteX386" fmla="*/ 3729438 w 7467600"/>
              <a:gd name="connsiteY386" fmla="*/ 5569058 h 6858000"/>
              <a:gd name="connsiteX387" fmla="*/ 3707782 w 7467600"/>
              <a:gd name="connsiteY387" fmla="*/ 5644908 h 6858000"/>
              <a:gd name="connsiteX388" fmla="*/ 3583827 w 7467600"/>
              <a:gd name="connsiteY388" fmla="*/ 6039215 h 6858000"/>
              <a:gd name="connsiteX389" fmla="*/ 3547861 w 7467600"/>
              <a:gd name="connsiteY389" fmla="*/ 6129609 h 6858000"/>
              <a:gd name="connsiteX390" fmla="*/ 3490905 w 7467600"/>
              <a:gd name="connsiteY390" fmla="*/ 6277660 h 6858000"/>
              <a:gd name="connsiteX391" fmla="*/ 3455859 w 7467600"/>
              <a:gd name="connsiteY391" fmla="*/ 6391301 h 6858000"/>
              <a:gd name="connsiteX392" fmla="*/ 3429112 w 7467600"/>
              <a:gd name="connsiteY392" fmla="*/ 6479469 h 6858000"/>
              <a:gd name="connsiteX393" fmla="*/ 3304862 w 7467600"/>
              <a:gd name="connsiteY393" fmla="*/ 6796476 h 6858000"/>
              <a:gd name="connsiteX394" fmla="*/ 3276071 w 7467600"/>
              <a:gd name="connsiteY394" fmla="*/ 6858000 h 6858000"/>
              <a:gd name="connsiteX395" fmla="*/ 3240805 w 7467600"/>
              <a:gd name="connsiteY395" fmla="*/ 6858000 h 6858000"/>
              <a:gd name="connsiteX396" fmla="*/ 3275917 w 7467600"/>
              <a:gd name="connsiteY396" fmla="*/ 6783192 h 6858000"/>
              <a:gd name="connsiteX397" fmla="*/ 3399358 w 7467600"/>
              <a:gd name="connsiteY397" fmla="*/ 6469011 h 6858000"/>
              <a:gd name="connsiteX398" fmla="*/ 3425650 w 7467600"/>
              <a:gd name="connsiteY398" fmla="*/ 6381333 h 6858000"/>
              <a:gd name="connsiteX399" fmla="*/ 3460661 w 7467600"/>
              <a:gd name="connsiteY399" fmla="*/ 6266763 h 6858000"/>
              <a:gd name="connsiteX400" fmla="*/ 3518021 w 7467600"/>
              <a:gd name="connsiteY400" fmla="*/ 6117298 h 6858000"/>
              <a:gd name="connsiteX401" fmla="*/ 3554035 w 7467600"/>
              <a:gd name="connsiteY401" fmla="*/ 6027832 h 6858000"/>
              <a:gd name="connsiteX402" fmla="*/ 3677174 w 7467600"/>
              <a:gd name="connsiteY402" fmla="*/ 5636351 h 6858000"/>
              <a:gd name="connsiteX403" fmla="*/ 3698819 w 7467600"/>
              <a:gd name="connsiteY403" fmla="*/ 5560503 h 6858000"/>
              <a:gd name="connsiteX404" fmla="*/ 3702094 w 7467600"/>
              <a:gd name="connsiteY404" fmla="*/ 5549194 h 6858000"/>
              <a:gd name="connsiteX405" fmla="*/ 3398355 w 7467600"/>
              <a:gd name="connsiteY405" fmla="*/ 6094603 h 6858000"/>
              <a:gd name="connsiteX406" fmla="*/ 3193941 w 7467600"/>
              <a:gd name="connsiteY406" fmla="*/ 6798775 h 6858000"/>
              <a:gd name="connsiteX407" fmla="*/ 3184140 w 7467600"/>
              <a:gd name="connsiteY407" fmla="*/ 6858000 h 6858000"/>
              <a:gd name="connsiteX408" fmla="*/ 3099978 w 7467600"/>
              <a:gd name="connsiteY408" fmla="*/ 6858000 h 6858000"/>
              <a:gd name="connsiteX409" fmla="*/ 3101556 w 7467600"/>
              <a:gd name="connsiteY409" fmla="*/ 6843337 h 6858000"/>
              <a:gd name="connsiteX410" fmla="*/ 3370162 w 7467600"/>
              <a:gd name="connsiteY410" fmla="*/ 5785550 h 6858000"/>
              <a:gd name="connsiteX411" fmla="*/ 3746477 w 7467600"/>
              <a:gd name="connsiteY411" fmla="*/ 5377889 h 6858000"/>
              <a:gd name="connsiteX412" fmla="*/ 3863399 w 7467600"/>
              <a:gd name="connsiteY412" fmla="*/ 5087257 h 6858000"/>
              <a:gd name="connsiteX413" fmla="*/ 3968712 w 7467600"/>
              <a:gd name="connsiteY413" fmla="*/ 4913989 h 6858000"/>
              <a:gd name="connsiteX414" fmla="*/ 2792390 w 7467600"/>
              <a:gd name="connsiteY414" fmla="*/ 5382974 h 6858000"/>
              <a:gd name="connsiteX415" fmla="*/ 2714982 w 7467600"/>
              <a:gd name="connsiteY415" fmla="*/ 5427051 h 6858000"/>
              <a:gd name="connsiteX416" fmla="*/ 2813361 w 7467600"/>
              <a:gd name="connsiteY416" fmla="*/ 6023912 h 6858000"/>
              <a:gd name="connsiteX417" fmla="*/ 2688430 w 7467600"/>
              <a:gd name="connsiteY417" fmla="*/ 6801564 h 6858000"/>
              <a:gd name="connsiteX418" fmla="*/ 2629626 w 7467600"/>
              <a:gd name="connsiteY418" fmla="*/ 6763394 h 6858000"/>
              <a:gd name="connsiteX419" fmla="*/ 2565328 w 7467600"/>
              <a:gd name="connsiteY419" fmla="*/ 5516399 h 6858000"/>
              <a:gd name="connsiteX420" fmla="*/ 1922999 w 7467600"/>
              <a:gd name="connsiteY420" fmla="*/ 5980343 h 6858000"/>
              <a:gd name="connsiteX421" fmla="*/ 1950261 w 7467600"/>
              <a:gd name="connsiteY421" fmla="*/ 6405858 h 6858000"/>
              <a:gd name="connsiteX422" fmla="*/ 2365554 w 7467600"/>
              <a:gd name="connsiteY422" fmla="*/ 6759107 h 6858000"/>
              <a:gd name="connsiteX423" fmla="*/ 2424142 w 7467600"/>
              <a:gd name="connsiteY423" fmla="*/ 6858000 h 6858000"/>
              <a:gd name="connsiteX424" fmla="*/ 2395994 w 7467600"/>
              <a:gd name="connsiteY424" fmla="*/ 6858000 h 6858000"/>
              <a:gd name="connsiteX425" fmla="*/ 2392863 w 7467600"/>
              <a:gd name="connsiteY425" fmla="*/ 6852964 h 6858000"/>
              <a:gd name="connsiteX426" fmla="*/ 2017589 w 7467600"/>
              <a:gd name="connsiteY426" fmla="*/ 6493982 h 6858000"/>
              <a:gd name="connsiteX427" fmla="*/ 2147336 w 7467600"/>
              <a:gd name="connsiteY427" fmla="*/ 6594052 h 6858000"/>
              <a:gd name="connsiteX428" fmla="*/ 2207047 w 7467600"/>
              <a:gd name="connsiteY428" fmla="*/ 6654540 h 6858000"/>
              <a:gd name="connsiteX429" fmla="*/ 2299106 w 7467600"/>
              <a:gd name="connsiteY429" fmla="*/ 6778931 h 6858000"/>
              <a:gd name="connsiteX430" fmla="*/ 2314430 w 7467600"/>
              <a:gd name="connsiteY430" fmla="*/ 6801144 h 6858000"/>
              <a:gd name="connsiteX431" fmla="*/ 2352406 w 7467600"/>
              <a:gd name="connsiteY431" fmla="*/ 6858000 h 6858000"/>
              <a:gd name="connsiteX432" fmla="*/ 2314492 w 7467600"/>
              <a:gd name="connsiteY432" fmla="*/ 6858000 h 6858000"/>
              <a:gd name="connsiteX433" fmla="*/ 2288095 w 7467600"/>
              <a:gd name="connsiteY433" fmla="*/ 6818030 h 6858000"/>
              <a:gd name="connsiteX434" fmla="*/ 2272768 w 7467600"/>
              <a:gd name="connsiteY434" fmla="*/ 6795822 h 6858000"/>
              <a:gd name="connsiteX435" fmla="*/ 2182715 w 7467600"/>
              <a:gd name="connsiteY435" fmla="*/ 6675071 h 6858000"/>
              <a:gd name="connsiteX436" fmla="*/ 2032061 w 7467600"/>
              <a:gd name="connsiteY436" fmla="*/ 6541380 h 6858000"/>
              <a:gd name="connsiteX437" fmla="*/ 2257220 w 7467600"/>
              <a:gd name="connsiteY437" fmla="*/ 6826257 h 6858000"/>
              <a:gd name="connsiteX438" fmla="*/ 2281324 w 7467600"/>
              <a:gd name="connsiteY438" fmla="*/ 6858000 h 6858000"/>
              <a:gd name="connsiteX439" fmla="*/ 2242860 w 7467600"/>
              <a:gd name="connsiteY439" fmla="*/ 6858000 h 6858000"/>
              <a:gd name="connsiteX440" fmla="*/ 2232818 w 7467600"/>
              <a:gd name="connsiteY440" fmla="*/ 6844926 h 6858000"/>
              <a:gd name="connsiteX441" fmla="*/ 1990172 w 7467600"/>
              <a:gd name="connsiteY441" fmla="*/ 6542121 h 6858000"/>
              <a:gd name="connsiteX442" fmla="*/ 2124090 w 7467600"/>
              <a:gd name="connsiteY442" fmla="*/ 6761017 h 6858000"/>
              <a:gd name="connsiteX443" fmla="*/ 2200380 w 7467600"/>
              <a:gd name="connsiteY443" fmla="*/ 6858000 h 6858000"/>
              <a:gd name="connsiteX444" fmla="*/ 2147507 w 7467600"/>
              <a:gd name="connsiteY444" fmla="*/ 6858000 h 6858000"/>
              <a:gd name="connsiteX445" fmla="*/ 2070668 w 7467600"/>
              <a:gd name="connsiteY445" fmla="*/ 6761520 h 6858000"/>
              <a:gd name="connsiteX446" fmla="*/ 1975142 w 7467600"/>
              <a:gd name="connsiteY446" fmla="*/ 6585570 h 6858000"/>
              <a:gd name="connsiteX447" fmla="*/ 2050035 w 7467600"/>
              <a:gd name="connsiteY447" fmla="*/ 6813345 h 6858000"/>
              <a:gd name="connsiteX448" fmla="*/ 2063025 w 7467600"/>
              <a:gd name="connsiteY448" fmla="*/ 6858000 h 6858000"/>
              <a:gd name="connsiteX449" fmla="*/ 2021675 w 7467600"/>
              <a:gd name="connsiteY449" fmla="*/ 6858000 h 6858000"/>
              <a:gd name="connsiteX450" fmla="*/ 2019308 w 7467600"/>
              <a:gd name="connsiteY450" fmla="*/ 6847118 h 6858000"/>
              <a:gd name="connsiteX451" fmla="*/ 1938835 w 7467600"/>
              <a:gd name="connsiteY451" fmla="*/ 6551160 h 6858000"/>
              <a:gd name="connsiteX452" fmla="*/ 1953230 w 7467600"/>
              <a:gd name="connsiteY452" fmla="*/ 6759699 h 6858000"/>
              <a:gd name="connsiteX453" fmla="*/ 1956763 w 7467600"/>
              <a:gd name="connsiteY453" fmla="*/ 6778191 h 6858000"/>
              <a:gd name="connsiteX454" fmla="*/ 1967925 w 7467600"/>
              <a:gd name="connsiteY454" fmla="*/ 6858000 h 6858000"/>
              <a:gd name="connsiteX455" fmla="*/ 1936622 w 7467600"/>
              <a:gd name="connsiteY455" fmla="*/ 6858000 h 6858000"/>
              <a:gd name="connsiteX456" fmla="*/ 1926261 w 7467600"/>
              <a:gd name="connsiteY456" fmla="*/ 6784064 h 6858000"/>
              <a:gd name="connsiteX457" fmla="*/ 1922724 w 7467600"/>
              <a:gd name="connsiteY457" fmla="*/ 6765577 h 6858000"/>
              <a:gd name="connsiteX458" fmla="*/ 1904650 w 7467600"/>
              <a:gd name="connsiteY458" fmla="*/ 6639616 h 6858000"/>
              <a:gd name="connsiteX459" fmla="*/ 1885273 w 7467600"/>
              <a:gd name="connsiteY459" fmla="*/ 6858000 h 6858000"/>
              <a:gd name="connsiteX460" fmla="*/ 1854363 w 7467600"/>
              <a:gd name="connsiteY460" fmla="*/ 6858000 h 6858000"/>
              <a:gd name="connsiteX461" fmla="*/ 1880391 w 7467600"/>
              <a:gd name="connsiteY461" fmla="*/ 6603796 h 6858000"/>
              <a:gd name="connsiteX462" fmla="*/ 1818273 w 7467600"/>
              <a:gd name="connsiteY462" fmla="*/ 6715729 h 6858000"/>
              <a:gd name="connsiteX463" fmla="*/ 1794691 w 7467600"/>
              <a:gd name="connsiteY463" fmla="*/ 6843239 h 6858000"/>
              <a:gd name="connsiteX464" fmla="*/ 1794914 w 7467600"/>
              <a:gd name="connsiteY464" fmla="*/ 6858000 h 6858000"/>
              <a:gd name="connsiteX465" fmla="*/ 1746128 w 7467600"/>
              <a:gd name="connsiteY465" fmla="*/ 6858000 h 6858000"/>
              <a:gd name="connsiteX466" fmla="*/ 1753934 w 7467600"/>
              <a:gd name="connsiteY466" fmla="*/ 6724796 h 6858000"/>
              <a:gd name="connsiteX467" fmla="*/ 1792053 w 7467600"/>
              <a:gd name="connsiteY467" fmla="*/ 6572396 h 6858000"/>
              <a:gd name="connsiteX468" fmla="*/ 1862248 w 7467600"/>
              <a:gd name="connsiteY468" fmla="*/ 6266397 h 6858000"/>
              <a:gd name="connsiteX469" fmla="*/ 1862250 w 7467600"/>
              <a:gd name="connsiteY469" fmla="*/ 6033531 h 6858000"/>
              <a:gd name="connsiteX470" fmla="*/ 1211999 w 7467600"/>
              <a:gd name="connsiteY470" fmla="*/ 6683610 h 6858000"/>
              <a:gd name="connsiteX471" fmla="*/ 1213266 w 7467600"/>
              <a:gd name="connsiteY471" fmla="*/ 6691947 h 6858000"/>
              <a:gd name="connsiteX472" fmla="*/ 1203370 w 7467600"/>
              <a:gd name="connsiteY472" fmla="*/ 6850676 h 6858000"/>
              <a:gd name="connsiteX473" fmla="*/ 1203671 w 7467600"/>
              <a:gd name="connsiteY473" fmla="*/ 6858000 h 6858000"/>
              <a:gd name="connsiteX474" fmla="*/ 1143180 w 7467600"/>
              <a:gd name="connsiteY474" fmla="*/ 6858000 h 6858000"/>
              <a:gd name="connsiteX475" fmla="*/ 1142176 w 7467600"/>
              <a:gd name="connsiteY475" fmla="*/ 6766045 h 6858000"/>
              <a:gd name="connsiteX476" fmla="*/ 1067484 w 7467600"/>
              <a:gd name="connsiteY476" fmla="*/ 6858000 h 6858000"/>
              <a:gd name="connsiteX477" fmla="*/ 953928 w 7467600"/>
              <a:gd name="connsiteY477" fmla="*/ 6858000 h 6858000"/>
              <a:gd name="connsiteX478" fmla="*/ 959715 w 7467600"/>
              <a:gd name="connsiteY478" fmla="*/ 6850185 h 6858000"/>
              <a:gd name="connsiteX479" fmla="*/ 1483788 w 7467600"/>
              <a:gd name="connsiteY479" fmla="*/ 6259174 h 6858000"/>
              <a:gd name="connsiteX480" fmla="*/ 1100671 w 7467600"/>
              <a:gd name="connsiteY480" fmla="*/ 6252137 h 6858000"/>
              <a:gd name="connsiteX481" fmla="*/ 1090144 w 7467600"/>
              <a:gd name="connsiteY481" fmla="*/ 6256748 h 6858000"/>
              <a:gd name="connsiteX482" fmla="*/ 1095872 w 7467600"/>
              <a:gd name="connsiteY482" fmla="*/ 6271892 h 6858000"/>
              <a:gd name="connsiteX483" fmla="*/ 262785 w 7467600"/>
              <a:gd name="connsiteY483" fmla="*/ 6845450 h 6858000"/>
              <a:gd name="connsiteX484" fmla="*/ 209968 w 7467600"/>
              <a:gd name="connsiteY484" fmla="*/ 6770713 h 6858000"/>
              <a:gd name="connsiteX485" fmla="*/ 873460 w 7467600"/>
              <a:gd name="connsiteY485" fmla="*/ 6253768 h 6858000"/>
              <a:gd name="connsiteX486" fmla="*/ 192686 w 7467600"/>
              <a:gd name="connsiteY486" fmla="*/ 5849257 h 6858000"/>
              <a:gd name="connsiteX487" fmla="*/ 4696 w 7467600"/>
              <a:gd name="connsiteY487" fmla="*/ 5697668 h 6858000"/>
              <a:gd name="connsiteX488" fmla="*/ 0 w 7467600"/>
              <a:gd name="connsiteY488" fmla="*/ 5689984 h 6858000"/>
              <a:gd name="connsiteX489" fmla="*/ 0 w 7467600"/>
              <a:gd name="connsiteY489" fmla="*/ 5513472 h 6858000"/>
              <a:gd name="connsiteX490" fmla="*/ 174101 w 7467600"/>
              <a:gd name="connsiteY490" fmla="*/ 5620277 h 6858000"/>
              <a:gd name="connsiteX491" fmla="*/ 891800 w 7467600"/>
              <a:gd name="connsiteY491" fmla="*/ 6036935 h 6858000"/>
              <a:gd name="connsiteX492" fmla="*/ 1072219 w 7467600"/>
              <a:gd name="connsiteY492" fmla="*/ 6169443 h 6858000"/>
              <a:gd name="connsiteX493" fmla="*/ 1074117 w 7467600"/>
              <a:gd name="connsiteY493" fmla="*/ 6170301 h 6858000"/>
              <a:gd name="connsiteX494" fmla="*/ 1083114 w 7467600"/>
              <a:gd name="connsiteY494" fmla="*/ 6174131 h 6858000"/>
              <a:gd name="connsiteX495" fmla="*/ 1543010 w 7467600"/>
              <a:gd name="connsiteY495" fmla="*/ 6191140 h 6858000"/>
              <a:gd name="connsiteX496" fmla="*/ 1551080 w 7467600"/>
              <a:gd name="connsiteY496" fmla="*/ 6195006 h 6858000"/>
              <a:gd name="connsiteX497" fmla="*/ 2345443 w 7467600"/>
              <a:gd name="connsiteY497" fmla="*/ 5549882 h 6858000"/>
              <a:gd name="connsiteX498" fmla="*/ 1721499 w 7467600"/>
              <a:gd name="connsiteY498" fmla="*/ 5599969 h 6858000"/>
              <a:gd name="connsiteX499" fmla="*/ 767716 w 7467600"/>
              <a:gd name="connsiteY499" fmla="*/ 5472768 h 6858000"/>
              <a:gd name="connsiteX500" fmla="*/ 722147 w 7467600"/>
              <a:gd name="connsiteY500" fmla="*/ 5393091 h 6858000"/>
              <a:gd name="connsiteX501" fmla="*/ 1485552 w 7467600"/>
              <a:gd name="connsiteY501" fmla="*/ 5313202 h 6858000"/>
              <a:gd name="connsiteX502" fmla="*/ 2143004 w 7467600"/>
              <a:gd name="connsiteY502" fmla="*/ 5402420 h 6858000"/>
              <a:gd name="connsiteX503" fmla="*/ 1933391 w 7467600"/>
              <a:gd name="connsiteY503" fmla="*/ 5156971 h 6858000"/>
              <a:gd name="connsiteX504" fmla="*/ 1827118 w 7467600"/>
              <a:gd name="connsiteY504" fmla="*/ 4968410 h 6858000"/>
              <a:gd name="connsiteX505" fmla="*/ 1837349 w 7467600"/>
              <a:gd name="connsiteY505" fmla="*/ 4956357 h 6858000"/>
              <a:gd name="connsiteX506" fmla="*/ 2162835 w 7467600"/>
              <a:gd name="connsiteY506" fmla="*/ 5187853 h 6858000"/>
              <a:gd name="connsiteX507" fmla="*/ 2257167 w 7467600"/>
              <a:gd name="connsiteY507" fmla="*/ 5462123 h 6858000"/>
              <a:gd name="connsiteX508" fmla="*/ 2261598 w 7467600"/>
              <a:gd name="connsiteY508" fmla="*/ 5467998 h 6858000"/>
              <a:gd name="connsiteX509" fmla="*/ 2437177 w 7467600"/>
              <a:gd name="connsiteY509" fmla="*/ 5479608 h 6858000"/>
              <a:gd name="connsiteX510" fmla="*/ 2445247 w 7467600"/>
              <a:gd name="connsiteY510" fmla="*/ 5483476 h 6858000"/>
              <a:gd name="connsiteX511" fmla="*/ 2743626 w 7467600"/>
              <a:gd name="connsiteY511" fmla="*/ 5304819 h 6858000"/>
              <a:gd name="connsiteX512" fmla="*/ 3048102 w 7467600"/>
              <a:gd name="connsiteY512" fmla="*/ 5150595 h 6858000"/>
              <a:gd name="connsiteX513" fmla="*/ 1799414 w 7467600"/>
              <a:gd name="connsiteY513" fmla="*/ 4694732 h 6858000"/>
              <a:gd name="connsiteX514" fmla="*/ 1771735 w 7467600"/>
              <a:gd name="connsiteY514" fmla="*/ 4619929 h 6858000"/>
              <a:gd name="connsiteX515" fmla="*/ 3104273 w 7467600"/>
              <a:gd name="connsiteY515" fmla="*/ 5076159 h 6858000"/>
              <a:gd name="connsiteX516" fmla="*/ 3113245 w 7467600"/>
              <a:gd name="connsiteY516" fmla="*/ 5090705 h 6858000"/>
              <a:gd name="connsiteX517" fmla="*/ 3126294 w 7467600"/>
              <a:gd name="connsiteY517" fmla="*/ 5114400 h 6858000"/>
              <a:gd name="connsiteX518" fmla="*/ 3937433 w 7467600"/>
              <a:gd name="connsiteY518" fmla="*/ 4830473 h 6858000"/>
              <a:gd name="connsiteX519" fmla="*/ 3590475 w 7467600"/>
              <a:gd name="connsiteY519" fmla="*/ 4597974 h 6858000"/>
              <a:gd name="connsiteX520" fmla="*/ 3100264 w 7467600"/>
              <a:gd name="connsiteY520" fmla="*/ 4579845 h 6858000"/>
              <a:gd name="connsiteX521" fmla="*/ 2183576 w 7467600"/>
              <a:gd name="connsiteY521" fmla="*/ 4227150 h 6858000"/>
              <a:gd name="connsiteX522" fmla="*/ 2151029 w 7467600"/>
              <a:gd name="connsiteY522" fmla="*/ 4146947 h 6858000"/>
              <a:gd name="connsiteX523" fmla="*/ 3563434 w 7467600"/>
              <a:gd name="connsiteY523" fmla="*/ 4469115 h 6858000"/>
              <a:gd name="connsiteX524" fmla="*/ 3177952 w 7467600"/>
              <a:gd name="connsiteY524" fmla="*/ 3657386 h 6858000"/>
              <a:gd name="connsiteX525" fmla="*/ 3189263 w 7467600"/>
              <a:gd name="connsiteY525" fmla="*/ 3625726 h 6858000"/>
              <a:gd name="connsiteX526" fmla="*/ 3560912 w 7467600"/>
              <a:gd name="connsiteY526" fmla="*/ 4079863 h 6858000"/>
              <a:gd name="connsiteX527" fmla="*/ 3626636 w 7467600"/>
              <a:gd name="connsiteY527" fmla="*/ 4512230 h 6858000"/>
              <a:gd name="connsiteX528" fmla="*/ 3653088 w 7467600"/>
              <a:gd name="connsiteY528" fmla="*/ 4521417 h 6858000"/>
              <a:gd name="connsiteX529" fmla="*/ 3988128 w 7467600"/>
              <a:gd name="connsiteY529" fmla="*/ 4817267 h 6858000"/>
              <a:gd name="connsiteX530" fmla="*/ 4830582 w 7467600"/>
              <a:gd name="connsiteY530" fmla="*/ 4676000 h 6858000"/>
              <a:gd name="connsiteX531" fmla="*/ 4830100 w 7467600"/>
              <a:gd name="connsiteY531" fmla="*/ 4675554 h 6858000"/>
              <a:gd name="connsiteX532" fmla="*/ 4036318 w 7467600"/>
              <a:gd name="connsiteY532" fmla="*/ 4147013 h 6858000"/>
              <a:gd name="connsiteX533" fmla="*/ 3432098 w 7467600"/>
              <a:gd name="connsiteY533" fmla="*/ 3537312 h 6858000"/>
              <a:gd name="connsiteX534" fmla="*/ 3446761 w 7467600"/>
              <a:gd name="connsiteY534" fmla="*/ 3461278 h 6858000"/>
              <a:gd name="connsiteX535" fmla="*/ 4419733 w 7467600"/>
              <a:gd name="connsiteY535" fmla="*/ 3963555 h 6858000"/>
              <a:gd name="connsiteX536" fmla="*/ 4781371 w 7467600"/>
              <a:gd name="connsiteY536" fmla="*/ 4458604 h 6858000"/>
              <a:gd name="connsiteX537" fmla="*/ 4780440 w 7467600"/>
              <a:gd name="connsiteY537" fmla="*/ 4470290 h 6858000"/>
              <a:gd name="connsiteX538" fmla="*/ 4898954 w 7467600"/>
              <a:gd name="connsiteY538" fmla="*/ 4662092 h 6858000"/>
              <a:gd name="connsiteX539" fmla="*/ 4900699 w 7467600"/>
              <a:gd name="connsiteY539" fmla="*/ 4670867 h 6858000"/>
              <a:gd name="connsiteX540" fmla="*/ 5714511 w 7467600"/>
              <a:gd name="connsiteY540" fmla="*/ 4663483 h 6858000"/>
              <a:gd name="connsiteX541" fmla="*/ 5464793 w 7467600"/>
              <a:gd name="connsiteY541" fmla="*/ 4393556 h 6858000"/>
              <a:gd name="connsiteX542" fmla="*/ 5461897 w 7467600"/>
              <a:gd name="connsiteY542" fmla="*/ 4390879 h 6858000"/>
              <a:gd name="connsiteX543" fmla="*/ 4294126 w 7467600"/>
              <a:gd name="connsiteY543" fmla="*/ 3303048 h 6858000"/>
              <a:gd name="connsiteX544" fmla="*/ 4305321 w 7467600"/>
              <a:gd name="connsiteY544" fmla="*/ 3256953 h 6858000"/>
              <a:gd name="connsiteX545" fmla="*/ 4949299 w 7467600"/>
              <a:gd name="connsiteY545" fmla="*/ 3766336 h 6858000"/>
              <a:gd name="connsiteX546" fmla="*/ 5291452 w 7467600"/>
              <a:gd name="connsiteY546" fmla="*/ 4076801 h 6858000"/>
              <a:gd name="connsiteX547" fmla="*/ 5434998 w 7467600"/>
              <a:gd name="connsiteY547" fmla="*/ 4254100 h 6858000"/>
              <a:gd name="connsiteX548" fmla="*/ 5351015 w 7467600"/>
              <a:gd name="connsiteY548" fmla="*/ 3760989 h 6858000"/>
              <a:gd name="connsiteX549" fmla="*/ 5413780 w 7467600"/>
              <a:gd name="connsiteY549" fmla="*/ 2966265 h 6858000"/>
              <a:gd name="connsiteX550" fmla="*/ 5425627 w 7467600"/>
              <a:gd name="connsiteY550" fmla="*/ 2954192 h 6858000"/>
              <a:gd name="connsiteX551" fmla="*/ 6604735 w 7467600"/>
              <a:gd name="connsiteY551" fmla="*/ 2041381 h 6858000"/>
              <a:gd name="connsiteX552" fmla="*/ 7204487 w 7467600"/>
              <a:gd name="connsiteY552" fmla="*/ 2742112 h 6858000"/>
              <a:gd name="connsiteX553" fmla="*/ 7131592 w 7467600"/>
              <a:gd name="connsiteY553" fmla="*/ 2672096 h 6858000"/>
              <a:gd name="connsiteX554" fmla="*/ 6996344 w 7467600"/>
              <a:gd name="connsiteY554" fmla="*/ 2518310 h 6858000"/>
              <a:gd name="connsiteX555" fmla="*/ 6735495 w 7467600"/>
              <a:gd name="connsiteY555" fmla="*/ 2196890 h 6858000"/>
              <a:gd name="connsiteX556" fmla="*/ 6721901 w 7467600"/>
              <a:gd name="connsiteY556" fmla="*/ 2179274 h 6858000"/>
              <a:gd name="connsiteX557" fmla="*/ 6604735 w 7467600"/>
              <a:gd name="connsiteY557" fmla="*/ 2041381 h 6858000"/>
              <a:gd name="connsiteX558" fmla="*/ 6591670 w 7467600"/>
              <a:gd name="connsiteY558" fmla="*/ 1988277 h 6858000"/>
              <a:gd name="connsiteX559" fmla="*/ 6747349 w 7467600"/>
              <a:gd name="connsiteY559" fmla="*/ 2160069 h 6858000"/>
              <a:gd name="connsiteX560" fmla="*/ 6760943 w 7467600"/>
              <a:gd name="connsiteY560" fmla="*/ 2177686 h 6858000"/>
              <a:gd name="connsiteX561" fmla="*/ 7021065 w 7467600"/>
              <a:gd name="connsiteY561" fmla="*/ 2498102 h 6858000"/>
              <a:gd name="connsiteX562" fmla="*/ 7155223 w 7467600"/>
              <a:gd name="connsiteY562" fmla="*/ 2650386 h 6858000"/>
              <a:gd name="connsiteX563" fmla="*/ 7203167 w 7467600"/>
              <a:gd name="connsiteY563" fmla="*/ 2697288 h 6858000"/>
              <a:gd name="connsiteX564" fmla="*/ 6937703 w 7467600"/>
              <a:gd name="connsiteY564" fmla="*/ 2321981 h 6858000"/>
              <a:gd name="connsiteX565" fmla="*/ 6591670 w 7467600"/>
              <a:gd name="connsiteY565" fmla="*/ 1988277 h 6858000"/>
              <a:gd name="connsiteX566" fmla="*/ 5798671 w 7467600"/>
              <a:gd name="connsiteY566" fmla="*/ 1981601 h 6858000"/>
              <a:gd name="connsiteX567" fmla="*/ 5754709 w 7467600"/>
              <a:gd name="connsiteY567" fmla="*/ 2071454 h 6858000"/>
              <a:gd name="connsiteX568" fmla="*/ 5763044 w 7467600"/>
              <a:gd name="connsiteY568" fmla="*/ 2842206 h 6858000"/>
              <a:gd name="connsiteX569" fmla="*/ 5764974 w 7467600"/>
              <a:gd name="connsiteY569" fmla="*/ 2799609 h 6858000"/>
              <a:gd name="connsiteX570" fmla="*/ 5767665 w 7467600"/>
              <a:gd name="connsiteY570" fmla="*/ 2666409 h 6858000"/>
              <a:gd name="connsiteX571" fmla="*/ 5763055 w 7467600"/>
              <a:gd name="connsiteY571" fmla="*/ 2579705 h 6858000"/>
              <a:gd name="connsiteX572" fmla="*/ 5758079 w 7467600"/>
              <a:gd name="connsiteY572" fmla="*/ 2492508 h 6858000"/>
              <a:gd name="connsiteX573" fmla="*/ 5779325 w 7467600"/>
              <a:gd name="connsiteY573" fmla="*/ 2197069 h 6858000"/>
              <a:gd name="connsiteX574" fmla="*/ 5798671 w 7467600"/>
              <a:gd name="connsiteY574" fmla="*/ 1981601 h 6858000"/>
              <a:gd name="connsiteX575" fmla="*/ 5829202 w 7467600"/>
              <a:gd name="connsiteY575" fmla="*/ 1971679 h 6858000"/>
              <a:gd name="connsiteX576" fmla="*/ 5809558 w 7467600"/>
              <a:gd name="connsiteY576" fmla="*/ 2198043 h 6858000"/>
              <a:gd name="connsiteX577" fmla="*/ 5788653 w 7467600"/>
              <a:gd name="connsiteY577" fmla="*/ 2489430 h 6858000"/>
              <a:gd name="connsiteX578" fmla="*/ 5793439 w 7467600"/>
              <a:gd name="connsiteY578" fmla="*/ 2575235 h 6858000"/>
              <a:gd name="connsiteX579" fmla="*/ 5796837 w 7467600"/>
              <a:gd name="connsiteY579" fmla="*/ 2637633 h 6858000"/>
              <a:gd name="connsiteX580" fmla="*/ 5818614 w 7467600"/>
              <a:gd name="connsiteY580" fmla="*/ 2473055 h 6858000"/>
              <a:gd name="connsiteX581" fmla="*/ 5829202 w 7467600"/>
              <a:gd name="connsiteY581" fmla="*/ 1971679 h 6858000"/>
              <a:gd name="connsiteX582" fmla="*/ 5911389 w 7467600"/>
              <a:gd name="connsiteY582" fmla="*/ 1898371 h 6858000"/>
              <a:gd name="connsiteX583" fmla="*/ 6237627 w 7467600"/>
              <a:gd name="connsiteY583" fmla="*/ 2231921 h 6858000"/>
              <a:gd name="connsiteX584" fmla="*/ 5911389 w 7467600"/>
              <a:gd name="connsiteY584" fmla="*/ 1898371 h 6858000"/>
              <a:gd name="connsiteX585" fmla="*/ 6944437 w 7467600"/>
              <a:gd name="connsiteY585" fmla="*/ 1575402 h 6858000"/>
              <a:gd name="connsiteX586" fmla="*/ 6304730 w 7467600"/>
              <a:gd name="connsiteY586" fmla="*/ 1766654 h 6858000"/>
              <a:gd name="connsiteX587" fmla="*/ 6944437 w 7467600"/>
              <a:gd name="connsiteY587" fmla="*/ 1575402 h 6858000"/>
              <a:gd name="connsiteX588" fmla="*/ 7019523 w 7467600"/>
              <a:gd name="connsiteY588" fmla="*/ 1519450 h 6858000"/>
              <a:gd name="connsiteX589" fmla="*/ 6298091 w 7467600"/>
              <a:gd name="connsiteY589" fmla="*/ 1737122 h 6858000"/>
              <a:gd name="connsiteX590" fmla="*/ 7019523 w 7467600"/>
              <a:gd name="connsiteY590" fmla="*/ 1519450 h 6858000"/>
              <a:gd name="connsiteX591" fmla="*/ 2399523 w 7467600"/>
              <a:gd name="connsiteY591" fmla="*/ 1428234 h 6858000"/>
              <a:gd name="connsiteX592" fmla="*/ 2224982 w 7467600"/>
              <a:gd name="connsiteY592" fmla="*/ 1826201 h 6858000"/>
              <a:gd name="connsiteX593" fmla="*/ 2096099 w 7467600"/>
              <a:gd name="connsiteY593" fmla="*/ 2345900 h 6858000"/>
              <a:gd name="connsiteX594" fmla="*/ 2283317 w 7467600"/>
              <a:gd name="connsiteY594" fmla="*/ 1796925 h 6858000"/>
              <a:gd name="connsiteX595" fmla="*/ 2399523 w 7467600"/>
              <a:gd name="connsiteY595" fmla="*/ 1428234 h 6858000"/>
              <a:gd name="connsiteX596" fmla="*/ 2448558 w 7467600"/>
              <a:gd name="connsiteY596" fmla="*/ 1373435 h 6858000"/>
              <a:gd name="connsiteX597" fmla="*/ 2312521 w 7467600"/>
              <a:gd name="connsiteY597" fmla="*/ 1806140 h 6858000"/>
              <a:gd name="connsiteX598" fmla="*/ 2127533 w 7467600"/>
              <a:gd name="connsiteY598" fmla="*/ 2348380 h 6858000"/>
              <a:gd name="connsiteX599" fmla="*/ 2358080 w 7467600"/>
              <a:gd name="connsiteY599" fmla="*/ 1866134 h 6858000"/>
              <a:gd name="connsiteX600" fmla="*/ 2407436 w 7467600"/>
              <a:gd name="connsiteY600" fmla="*/ 1651070 h 6858000"/>
              <a:gd name="connsiteX601" fmla="*/ 2448558 w 7467600"/>
              <a:gd name="connsiteY601" fmla="*/ 1373435 h 6858000"/>
              <a:gd name="connsiteX602" fmla="*/ 278707 w 7467600"/>
              <a:gd name="connsiteY602" fmla="*/ 1352270 h 6858000"/>
              <a:gd name="connsiteX603" fmla="*/ 321570 w 7467600"/>
              <a:gd name="connsiteY603" fmla="*/ 1861610 h 6858000"/>
              <a:gd name="connsiteX604" fmla="*/ 294281 w 7467600"/>
              <a:gd name="connsiteY604" fmla="*/ 1440658 h 6858000"/>
              <a:gd name="connsiteX605" fmla="*/ 278707 w 7467600"/>
              <a:gd name="connsiteY605" fmla="*/ 1352270 h 6858000"/>
              <a:gd name="connsiteX606" fmla="*/ 1423821 w 7467600"/>
              <a:gd name="connsiteY606" fmla="*/ 1351958 h 6858000"/>
              <a:gd name="connsiteX607" fmla="*/ 1638521 w 7467600"/>
              <a:gd name="connsiteY607" fmla="*/ 1908470 h 6858000"/>
              <a:gd name="connsiteX608" fmla="*/ 1754199 w 7467600"/>
              <a:gd name="connsiteY608" fmla="*/ 2149284 h 6858000"/>
              <a:gd name="connsiteX609" fmla="*/ 1908359 w 7467600"/>
              <a:gd name="connsiteY609" fmla="*/ 2364988 h 6858000"/>
              <a:gd name="connsiteX610" fmla="*/ 1647661 w 7467600"/>
              <a:gd name="connsiteY610" fmla="*/ 1825945 h 6858000"/>
              <a:gd name="connsiteX611" fmla="*/ 1423821 w 7467600"/>
              <a:gd name="connsiteY611" fmla="*/ 1351958 h 6858000"/>
              <a:gd name="connsiteX612" fmla="*/ 1431890 w 7467600"/>
              <a:gd name="connsiteY612" fmla="*/ 1306475 h 6858000"/>
              <a:gd name="connsiteX613" fmla="*/ 1507597 w 7467600"/>
              <a:gd name="connsiteY613" fmla="*/ 1446132 h 6858000"/>
              <a:gd name="connsiteX614" fmla="*/ 1674586 w 7467600"/>
              <a:gd name="connsiteY614" fmla="*/ 1813832 h 6858000"/>
              <a:gd name="connsiteX615" fmla="*/ 1815950 w 7467600"/>
              <a:gd name="connsiteY615" fmla="*/ 2128564 h 6858000"/>
              <a:gd name="connsiteX616" fmla="*/ 1984242 w 7467600"/>
              <a:gd name="connsiteY616" fmla="*/ 2430829 h 6858000"/>
              <a:gd name="connsiteX617" fmla="*/ 2014023 w 7467600"/>
              <a:gd name="connsiteY617" fmla="*/ 2450995 h 6858000"/>
              <a:gd name="connsiteX618" fmla="*/ 1747337 w 7467600"/>
              <a:gd name="connsiteY618" fmla="*/ 1855264 h 6858000"/>
              <a:gd name="connsiteX619" fmla="*/ 1533749 w 7467600"/>
              <a:gd name="connsiteY619" fmla="*/ 1478656 h 6858000"/>
              <a:gd name="connsiteX620" fmla="*/ 1431890 w 7467600"/>
              <a:gd name="connsiteY620" fmla="*/ 1306475 h 6858000"/>
              <a:gd name="connsiteX621" fmla="*/ 5052692 w 7467600"/>
              <a:gd name="connsiteY621" fmla="*/ 1292994 h 6858000"/>
              <a:gd name="connsiteX622" fmla="*/ 5200661 w 7467600"/>
              <a:gd name="connsiteY622" fmla="*/ 1635186 h 6858000"/>
              <a:gd name="connsiteX623" fmla="*/ 5297138 w 7467600"/>
              <a:gd name="connsiteY623" fmla="*/ 1906351 h 6858000"/>
              <a:gd name="connsiteX624" fmla="*/ 5052692 w 7467600"/>
              <a:gd name="connsiteY624" fmla="*/ 1292994 h 6858000"/>
              <a:gd name="connsiteX625" fmla="*/ 5009948 w 7467600"/>
              <a:gd name="connsiteY625" fmla="*/ 1273619 h 6858000"/>
              <a:gd name="connsiteX626" fmla="*/ 5121777 w 7467600"/>
              <a:gd name="connsiteY626" fmla="*/ 1654213 h 6858000"/>
              <a:gd name="connsiteX627" fmla="*/ 5293545 w 7467600"/>
              <a:gd name="connsiteY627" fmla="*/ 2072247 h 6858000"/>
              <a:gd name="connsiteX628" fmla="*/ 5294042 w 7467600"/>
              <a:gd name="connsiteY628" fmla="*/ 2065019 h 6858000"/>
              <a:gd name="connsiteX629" fmla="*/ 5171936 w 7467600"/>
              <a:gd name="connsiteY629" fmla="*/ 1647613 h 6858000"/>
              <a:gd name="connsiteX630" fmla="*/ 5009948 w 7467600"/>
              <a:gd name="connsiteY630" fmla="*/ 1273619 h 6858000"/>
              <a:gd name="connsiteX631" fmla="*/ 655236 w 7467600"/>
              <a:gd name="connsiteY631" fmla="*/ 1268632 h 6858000"/>
              <a:gd name="connsiteX632" fmla="*/ 839521 w 7467600"/>
              <a:gd name="connsiteY632" fmla="*/ 1685315 h 6858000"/>
              <a:gd name="connsiteX633" fmla="*/ 1109416 w 7467600"/>
              <a:gd name="connsiteY633" fmla="*/ 2061663 h 6858000"/>
              <a:gd name="connsiteX634" fmla="*/ 1298300 w 7467600"/>
              <a:gd name="connsiteY634" fmla="*/ 2247742 h 6858000"/>
              <a:gd name="connsiteX635" fmla="*/ 1125871 w 7467600"/>
              <a:gd name="connsiteY635" fmla="*/ 1989513 h 6858000"/>
              <a:gd name="connsiteX636" fmla="*/ 981574 w 7467600"/>
              <a:gd name="connsiteY636" fmla="*/ 1783157 h 6858000"/>
              <a:gd name="connsiteX637" fmla="*/ 922198 w 7467600"/>
              <a:gd name="connsiteY637" fmla="*/ 1677437 h 6858000"/>
              <a:gd name="connsiteX638" fmla="*/ 869293 w 7467600"/>
              <a:gd name="connsiteY638" fmla="*/ 1583214 h 6858000"/>
              <a:gd name="connsiteX639" fmla="*/ 751431 w 7467600"/>
              <a:gd name="connsiteY639" fmla="*/ 1405731 h 6858000"/>
              <a:gd name="connsiteX640" fmla="*/ 655236 w 7467600"/>
              <a:gd name="connsiteY640" fmla="*/ 1268632 h 6858000"/>
              <a:gd name="connsiteX641" fmla="*/ 6516292 w 7467600"/>
              <a:gd name="connsiteY641" fmla="*/ 1263064 h 6858000"/>
              <a:gd name="connsiteX642" fmla="*/ 5736320 w 7467600"/>
              <a:gd name="connsiteY642" fmla="*/ 1501803 h 6858000"/>
              <a:gd name="connsiteX643" fmla="*/ 6516292 w 7467600"/>
              <a:gd name="connsiteY643" fmla="*/ 1263064 h 6858000"/>
              <a:gd name="connsiteX644" fmla="*/ 291466 w 7467600"/>
              <a:gd name="connsiteY644" fmla="*/ 1250369 h 6858000"/>
              <a:gd name="connsiteX645" fmla="*/ 323180 w 7467600"/>
              <a:gd name="connsiteY645" fmla="*/ 1435283 h 6858000"/>
              <a:gd name="connsiteX646" fmla="*/ 349381 w 7467600"/>
              <a:gd name="connsiteY646" fmla="*/ 1875041 h 6858000"/>
              <a:gd name="connsiteX647" fmla="*/ 374363 w 7467600"/>
              <a:gd name="connsiteY647" fmla="*/ 1506494 h 6858000"/>
              <a:gd name="connsiteX648" fmla="*/ 302168 w 7467600"/>
              <a:gd name="connsiteY648" fmla="*/ 1274495 h 6858000"/>
              <a:gd name="connsiteX649" fmla="*/ 291466 w 7467600"/>
              <a:gd name="connsiteY649" fmla="*/ 1250369 h 6858000"/>
              <a:gd name="connsiteX650" fmla="*/ 678222 w 7467600"/>
              <a:gd name="connsiteY650" fmla="*/ 1248670 h 6858000"/>
              <a:gd name="connsiteX651" fmla="*/ 775536 w 7467600"/>
              <a:gd name="connsiteY651" fmla="*/ 1388015 h 6858000"/>
              <a:gd name="connsiteX652" fmla="*/ 894529 w 7467600"/>
              <a:gd name="connsiteY652" fmla="*/ 1567739 h 6858000"/>
              <a:gd name="connsiteX653" fmla="*/ 948000 w 7467600"/>
              <a:gd name="connsiteY653" fmla="*/ 1663088 h 6858000"/>
              <a:gd name="connsiteX654" fmla="*/ 1006812 w 7467600"/>
              <a:gd name="connsiteY654" fmla="*/ 1767683 h 6858000"/>
              <a:gd name="connsiteX655" fmla="*/ 1149133 w 7467600"/>
              <a:gd name="connsiteY655" fmla="*/ 1971513 h 6858000"/>
              <a:gd name="connsiteX656" fmla="*/ 1333952 w 7467600"/>
              <a:gd name="connsiteY656" fmla="*/ 2251620 h 6858000"/>
              <a:gd name="connsiteX657" fmla="*/ 1337329 w 7467600"/>
              <a:gd name="connsiteY657" fmla="*/ 2258350 h 6858000"/>
              <a:gd name="connsiteX658" fmla="*/ 1014726 w 7467600"/>
              <a:gd name="connsiteY658" fmla="*/ 1615556 h 6858000"/>
              <a:gd name="connsiteX659" fmla="*/ 678222 w 7467600"/>
              <a:gd name="connsiteY659" fmla="*/ 1248670 h 6858000"/>
              <a:gd name="connsiteX660" fmla="*/ 6691602 w 7467600"/>
              <a:gd name="connsiteY660" fmla="*/ 1140573 h 6858000"/>
              <a:gd name="connsiteX661" fmla="*/ 6571100 w 7467600"/>
              <a:gd name="connsiteY661" fmla="*/ 1183662 h 6858000"/>
              <a:gd name="connsiteX662" fmla="*/ 6241687 w 7467600"/>
              <a:gd name="connsiteY662" fmla="*/ 1257600 h 6858000"/>
              <a:gd name="connsiteX663" fmla="*/ 5693009 w 7467600"/>
              <a:gd name="connsiteY663" fmla="*/ 1478256 h 6858000"/>
              <a:gd name="connsiteX664" fmla="*/ 6548420 w 7467600"/>
              <a:gd name="connsiteY664" fmla="*/ 1214599 h 6858000"/>
              <a:gd name="connsiteX665" fmla="*/ 6605473 w 7467600"/>
              <a:gd name="connsiteY665" fmla="*/ 1184686 h 6858000"/>
              <a:gd name="connsiteX666" fmla="*/ 6691602 w 7467600"/>
              <a:gd name="connsiteY666" fmla="*/ 1140573 h 6858000"/>
              <a:gd name="connsiteX667" fmla="*/ 4002475 w 7467600"/>
              <a:gd name="connsiteY667" fmla="*/ 1037802 h 6858000"/>
              <a:gd name="connsiteX668" fmla="*/ 4000324 w 7467600"/>
              <a:gd name="connsiteY668" fmla="*/ 1039362 h 6858000"/>
              <a:gd name="connsiteX669" fmla="*/ 4002862 w 7467600"/>
              <a:gd name="connsiteY669" fmla="*/ 1042866 h 6858000"/>
              <a:gd name="connsiteX670" fmla="*/ 4002475 w 7467600"/>
              <a:gd name="connsiteY670" fmla="*/ 1037802 h 6858000"/>
              <a:gd name="connsiteX671" fmla="*/ 506322 w 7467600"/>
              <a:gd name="connsiteY671" fmla="*/ 1020997 h 6858000"/>
              <a:gd name="connsiteX672" fmla="*/ 533068 w 7467600"/>
              <a:gd name="connsiteY672" fmla="*/ 1029409 h 6858000"/>
              <a:gd name="connsiteX673" fmla="*/ 1232525 w 7467600"/>
              <a:gd name="connsiteY673" fmla="*/ 1804675 h 6858000"/>
              <a:gd name="connsiteX674" fmla="*/ 1388858 w 7467600"/>
              <a:gd name="connsiteY674" fmla="*/ 2368011 h 6858000"/>
              <a:gd name="connsiteX675" fmla="*/ 1384098 w 7467600"/>
              <a:gd name="connsiteY675" fmla="*/ 2378125 h 6858000"/>
              <a:gd name="connsiteX676" fmla="*/ 1425393 w 7467600"/>
              <a:gd name="connsiteY676" fmla="*/ 2589124 h 6858000"/>
              <a:gd name="connsiteX677" fmla="*/ 1424001 w 7467600"/>
              <a:gd name="connsiteY677" fmla="*/ 2597541 h 6858000"/>
              <a:gd name="connsiteX678" fmla="*/ 2152729 w 7467600"/>
              <a:gd name="connsiteY678" fmla="*/ 2864487 h 6858000"/>
              <a:gd name="connsiteX679" fmla="*/ 2020609 w 7467600"/>
              <a:gd name="connsiteY679" fmla="*/ 2539671 h 6858000"/>
              <a:gd name="connsiteX680" fmla="*/ 2018920 w 7467600"/>
              <a:gd name="connsiteY680" fmla="*/ 2536309 h 6858000"/>
              <a:gd name="connsiteX681" fmla="*/ 1342441 w 7467600"/>
              <a:gd name="connsiteY681" fmla="*/ 1173017 h 6858000"/>
              <a:gd name="connsiteX682" fmla="*/ 1367925 w 7467600"/>
              <a:gd name="connsiteY682" fmla="*/ 1135648 h 6858000"/>
              <a:gd name="connsiteX683" fmla="*/ 1771401 w 7467600"/>
              <a:gd name="connsiteY683" fmla="*/ 1806673 h 6858000"/>
              <a:gd name="connsiteX684" fmla="*/ 1972385 w 7467600"/>
              <a:gd name="connsiteY684" fmla="*/ 2198735 h 6858000"/>
              <a:gd name="connsiteX685" fmla="*/ 2040892 w 7467600"/>
              <a:gd name="connsiteY685" fmla="*/ 2405205 h 6858000"/>
              <a:gd name="connsiteX686" fmla="*/ 2131689 w 7467600"/>
              <a:gd name="connsiteY686" fmla="*/ 1936926 h 6858000"/>
              <a:gd name="connsiteX687" fmla="*/ 2454820 w 7467600"/>
              <a:gd name="connsiteY687" fmla="*/ 1248808 h 6858000"/>
              <a:gd name="connsiteX688" fmla="*/ 2492512 w 7467600"/>
              <a:gd name="connsiteY688" fmla="*/ 1302920 h 6858000"/>
              <a:gd name="connsiteX689" fmla="*/ 2081216 w 7467600"/>
              <a:gd name="connsiteY689" fmla="*/ 2527513 h 6858000"/>
              <a:gd name="connsiteX690" fmla="*/ 2081211 w 7467600"/>
              <a:gd name="connsiteY690" fmla="*/ 2528916 h 6858000"/>
              <a:gd name="connsiteX691" fmla="*/ 2199067 w 7467600"/>
              <a:gd name="connsiteY691" fmla="*/ 2884061 h 6858000"/>
              <a:gd name="connsiteX692" fmla="*/ 3192586 w 7467600"/>
              <a:gd name="connsiteY692" fmla="*/ 3411496 h 6858000"/>
              <a:gd name="connsiteX693" fmla="*/ 3182620 w 7467600"/>
              <a:gd name="connsiteY693" fmla="*/ 3483279 h 6858000"/>
              <a:gd name="connsiteX694" fmla="*/ 2435119 w 7467600"/>
              <a:gd name="connsiteY694" fmla="*/ 3080173 h 6858000"/>
              <a:gd name="connsiteX695" fmla="*/ 2410152 w 7467600"/>
              <a:gd name="connsiteY695" fmla="*/ 3063751 h 6858000"/>
              <a:gd name="connsiteX696" fmla="*/ 2408099 w 7467600"/>
              <a:gd name="connsiteY696" fmla="*/ 3064403 h 6858000"/>
              <a:gd name="connsiteX697" fmla="*/ 2407218 w 7467600"/>
              <a:gd name="connsiteY697" fmla="*/ 3070324 h 6858000"/>
              <a:gd name="connsiteX698" fmla="*/ 2380138 w 7467600"/>
              <a:gd name="connsiteY698" fmla="*/ 3099341 h 6858000"/>
              <a:gd name="connsiteX699" fmla="*/ 1765923 w 7467600"/>
              <a:gd name="connsiteY699" fmla="*/ 3581043 h 6858000"/>
              <a:gd name="connsiteX700" fmla="*/ 1702258 w 7467600"/>
              <a:gd name="connsiteY700" fmla="*/ 3612286 h 6858000"/>
              <a:gd name="connsiteX701" fmla="*/ 1538370 w 7467600"/>
              <a:gd name="connsiteY701" fmla="*/ 3811804 h 6858000"/>
              <a:gd name="connsiteX702" fmla="*/ 542867 w 7467600"/>
              <a:gd name="connsiteY702" fmla="*/ 4944092 h 6858000"/>
              <a:gd name="connsiteX703" fmla="*/ 515800 w 7467600"/>
              <a:gd name="connsiteY703" fmla="*/ 4862180 h 6858000"/>
              <a:gd name="connsiteX704" fmla="*/ 909145 w 7467600"/>
              <a:gd name="connsiteY704" fmla="*/ 4199225 h 6858000"/>
              <a:gd name="connsiteX705" fmla="*/ 1214067 w 7467600"/>
              <a:gd name="connsiteY705" fmla="*/ 3908561 h 6858000"/>
              <a:gd name="connsiteX706" fmla="*/ 640967 w 7467600"/>
              <a:gd name="connsiteY706" fmla="*/ 4105601 h 6858000"/>
              <a:gd name="connsiteX707" fmla="*/ 112563 w 7467600"/>
              <a:gd name="connsiteY707" fmla="*/ 4396952 h 6858000"/>
              <a:gd name="connsiteX708" fmla="*/ 0 w 7467600"/>
              <a:gd name="connsiteY708" fmla="*/ 4466006 h 6858000"/>
              <a:gd name="connsiteX709" fmla="*/ 0 w 7467600"/>
              <a:gd name="connsiteY709" fmla="*/ 4233763 h 6858000"/>
              <a:gd name="connsiteX710" fmla="*/ 36881 w 7467600"/>
              <a:gd name="connsiteY710" fmla="*/ 4200118 h 6858000"/>
              <a:gd name="connsiteX711" fmla="*/ 910534 w 7467600"/>
              <a:gd name="connsiteY711" fmla="*/ 3629753 h 6858000"/>
              <a:gd name="connsiteX712" fmla="*/ 1578717 w 7467600"/>
              <a:gd name="connsiteY712" fmla="*/ 3575982 h 6858000"/>
              <a:gd name="connsiteX713" fmla="*/ 2338780 w 7467600"/>
              <a:gd name="connsiteY713" fmla="*/ 3033725 h 6858000"/>
              <a:gd name="connsiteX714" fmla="*/ 1807991 w 7467600"/>
              <a:gd name="connsiteY714" fmla="*/ 2807184 h 6858000"/>
              <a:gd name="connsiteX715" fmla="*/ 1416358 w 7467600"/>
              <a:gd name="connsiteY715" fmla="*/ 3112571 h 6858000"/>
              <a:gd name="connsiteX716" fmla="*/ 939066 w 7467600"/>
              <a:gd name="connsiteY716" fmla="*/ 3378798 h 6858000"/>
              <a:gd name="connsiteX717" fmla="*/ 115099 w 7467600"/>
              <a:gd name="connsiteY717" fmla="*/ 3607650 h 6858000"/>
              <a:gd name="connsiteX718" fmla="*/ 97284 w 7467600"/>
              <a:gd name="connsiteY718" fmla="*/ 3520393 h 6858000"/>
              <a:gd name="connsiteX719" fmla="*/ 922050 w 7467600"/>
              <a:gd name="connsiteY719" fmla="*/ 3074867 h 6858000"/>
              <a:gd name="connsiteX720" fmla="*/ 1405265 w 7467600"/>
              <a:gd name="connsiteY720" fmla="*/ 3016319 h 6858000"/>
              <a:gd name="connsiteX721" fmla="*/ 1407512 w 7467600"/>
              <a:gd name="connsiteY721" fmla="*/ 3018001 h 6858000"/>
              <a:gd name="connsiteX722" fmla="*/ 1726266 w 7467600"/>
              <a:gd name="connsiteY722" fmla="*/ 2777274 h 6858000"/>
              <a:gd name="connsiteX723" fmla="*/ 625390 w 7467600"/>
              <a:gd name="connsiteY723" fmla="*/ 2514541 h 6858000"/>
              <a:gd name="connsiteX724" fmla="*/ 619799 w 7467600"/>
              <a:gd name="connsiteY724" fmla="*/ 2527180 h 6858000"/>
              <a:gd name="connsiteX725" fmla="*/ 310030 w 7467600"/>
              <a:gd name="connsiteY725" fmla="*/ 2771818 h 6858000"/>
              <a:gd name="connsiteX726" fmla="*/ 173877 w 7467600"/>
              <a:gd name="connsiteY726" fmla="*/ 2937056 h 6858000"/>
              <a:gd name="connsiteX727" fmla="*/ 77889 w 7467600"/>
              <a:gd name="connsiteY727" fmla="*/ 3138440 h 6858000"/>
              <a:gd name="connsiteX728" fmla="*/ 0 w 7467600"/>
              <a:gd name="connsiteY728" fmla="*/ 3271395 h 6858000"/>
              <a:gd name="connsiteX729" fmla="*/ 0 w 7467600"/>
              <a:gd name="connsiteY729" fmla="*/ 3153002 h 6858000"/>
              <a:gd name="connsiteX730" fmla="*/ 2386 w 7467600"/>
              <a:gd name="connsiteY730" fmla="*/ 3149203 h 6858000"/>
              <a:gd name="connsiteX731" fmla="*/ 89753 w 7467600"/>
              <a:gd name="connsiteY731" fmla="*/ 2987702 h 6858000"/>
              <a:gd name="connsiteX732" fmla="*/ 76869 w 7467600"/>
              <a:gd name="connsiteY732" fmla="*/ 3005404 h 6858000"/>
              <a:gd name="connsiteX733" fmla="*/ 32049 w 7467600"/>
              <a:gd name="connsiteY733" fmla="*/ 3065814 h 6858000"/>
              <a:gd name="connsiteX734" fmla="*/ 0 w 7467600"/>
              <a:gd name="connsiteY734" fmla="*/ 3108744 h 6858000"/>
              <a:gd name="connsiteX735" fmla="*/ 0 w 7467600"/>
              <a:gd name="connsiteY735" fmla="*/ 3058059 h 6858000"/>
              <a:gd name="connsiteX736" fmla="*/ 7610 w 7467600"/>
              <a:gd name="connsiteY736" fmla="*/ 3047889 h 6858000"/>
              <a:gd name="connsiteX737" fmla="*/ 52419 w 7467600"/>
              <a:gd name="connsiteY737" fmla="*/ 2987479 h 6858000"/>
              <a:gd name="connsiteX738" fmla="*/ 59142 w 7467600"/>
              <a:gd name="connsiteY738" fmla="*/ 2978488 h 6858000"/>
              <a:gd name="connsiteX739" fmla="*/ 0 w 7467600"/>
              <a:gd name="connsiteY739" fmla="*/ 3015334 h 6858000"/>
              <a:gd name="connsiteX740" fmla="*/ 0 w 7467600"/>
              <a:gd name="connsiteY740" fmla="*/ 2914286 h 6858000"/>
              <a:gd name="connsiteX741" fmla="*/ 36383 w 7467600"/>
              <a:gd name="connsiteY741" fmla="*/ 2901128 h 6858000"/>
              <a:gd name="connsiteX742" fmla="*/ 156329 w 7467600"/>
              <a:gd name="connsiteY742" fmla="*/ 2840533 h 6858000"/>
              <a:gd name="connsiteX743" fmla="*/ 358355 w 7467600"/>
              <a:gd name="connsiteY743" fmla="*/ 2620471 h 6858000"/>
              <a:gd name="connsiteX744" fmla="*/ 510577 w 7467600"/>
              <a:gd name="connsiteY744" fmla="*/ 2501244 h 6858000"/>
              <a:gd name="connsiteX745" fmla="*/ 211967 w 7467600"/>
              <a:gd name="connsiteY745" fmla="*/ 2479171 h 6858000"/>
              <a:gd name="connsiteX746" fmla="*/ 0 w 7467600"/>
              <a:gd name="connsiteY746" fmla="*/ 2476398 h 6858000"/>
              <a:gd name="connsiteX747" fmla="*/ 0 w 7467600"/>
              <a:gd name="connsiteY747" fmla="*/ 2389189 h 6858000"/>
              <a:gd name="connsiteX748" fmla="*/ 103062 w 7467600"/>
              <a:gd name="connsiteY748" fmla="*/ 2389518 h 6858000"/>
              <a:gd name="connsiteX749" fmla="*/ 510734 w 7467600"/>
              <a:gd name="connsiteY749" fmla="*/ 2416201 h 6858000"/>
              <a:gd name="connsiteX750" fmla="*/ 279257 w 7467600"/>
              <a:gd name="connsiteY750" fmla="*/ 2092102 h 6858000"/>
              <a:gd name="connsiteX751" fmla="*/ 65265 w 7467600"/>
              <a:gd name="connsiteY751" fmla="*/ 2006049 h 6858000"/>
              <a:gd name="connsiteX752" fmla="*/ 0 w 7467600"/>
              <a:gd name="connsiteY752" fmla="*/ 1982532 h 6858000"/>
              <a:gd name="connsiteX753" fmla="*/ 0 w 7467600"/>
              <a:gd name="connsiteY753" fmla="*/ 1912789 h 6858000"/>
              <a:gd name="connsiteX754" fmla="*/ 97460 w 7467600"/>
              <a:gd name="connsiteY754" fmla="*/ 1953725 h 6858000"/>
              <a:gd name="connsiteX755" fmla="*/ 221272 w 7467600"/>
              <a:gd name="connsiteY755" fmla="*/ 1980766 h 6858000"/>
              <a:gd name="connsiteX756" fmla="*/ 116765 w 7467600"/>
              <a:gd name="connsiteY756" fmla="*/ 1911033 h 6858000"/>
              <a:gd name="connsiteX757" fmla="*/ 16405 w 7467600"/>
              <a:gd name="connsiteY757" fmla="*/ 1803412 h 6858000"/>
              <a:gd name="connsiteX758" fmla="*/ 0 w 7467600"/>
              <a:gd name="connsiteY758" fmla="*/ 1784777 h 6858000"/>
              <a:gd name="connsiteX759" fmla="*/ 0 w 7467600"/>
              <a:gd name="connsiteY759" fmla="*/ 1740082 h 6858000"/>
              <a:gd name="connsiteX760" fmla="*/ 39394 w 7467600"/>
              <a:gd name="connsiteY760" fmla="*/ 1784856 h 6858000"/>
              <a:gd name="connsiteX761" fmla="*/ 135813 w 7467600"/>
              <a:gd name="connsiteY761" fmla="*/ 1888838 h 6858000"/>
              <a:gd name="connsiteX762" fmla="*/ 242575 w 7467600"/>
              <a:gd name="connsiteY762" fmla="*/ 1958841 h 6858000"/>
              <a:gd name="connsiteX763" fmla="*/ 82197 w 7467600"/>
              <a:gd name="connsiteY763" fmla="*/ 1754826 h 6858000"/>
              <a:gd name="connsiteX764" fmla="*/ 0 w 7467600"/>
              <a:gd name="connsiteY764" fmla="*/ 1679650 h 6858000"/>
              <a:gd name="connsiteX765" fmla="*/ 0 w 7467600"/>
              <a:gd name="connsiteY765" fmla="*/ 1602463 h 6858000"/>
              <a:gd name="connsiteX766" fmla="*/ 84689 w 7467600"/>
              <a:gd name="connsiteY766" fmla="*/ 1677442 h 6858000"/>
              <a:gd name="connsiteX767" fmla="*/ 298437 w 7467600"/>
              <a:gd name="connsiteY767" fmla="*/ 1968019 h 6858000"/>
              <a:gd name="connsiteX768" fmla="*/ 227269 w 7467600"/>
              <a:gd name="connsiteY768" fmla="*/ 1114064 h 6858000"/>
              <a:gd name="connsiteX769" fmla="*/ 248003 w 7467600"/>
              <a:gd name="connsiteY769" fmla="*/ 1089613 h 6858000"/>
              <a:gd name="connsiteX770" fmla="*/ 427020 w 7467600"/>
              <a:gd name="connsiteY770" fmla="*/ 1619803 h 6858000"/>
              <a:gd name="connsiteX771" fmla="*/ 340345 w 7467600"/>
              <a:gd name="connsiteY771" fmla="*/ 2027739 h 6858000"/>
              <a:gd name="connsiteX772" fmla="*/ 360865 w 7467600"/>
              <a:gd name="connsiteY772" fmla="*/ 2044827 h 6858000"/>
              <a:gd name="connsiteX773" fmla="*/ 560414 w 7467600"/>
              <a:gd name="connsiteY773" fmla="*/ 2421457 h 6858000"/>
              <a:gd name="connsiteX774" fmla="*/ 1359703 w 7467600"/>
              <a:gd name="connsiteY774" fmla="*/ 2578554 h 6858000"/>
              <a:gd name="connsiteX775" fmla="*/ 1359422 w 7467600"/>
              <a:gd name="connsiteY775" fmla="*/ 2577994 h 6858000"/>
              <a:gd name="connsiteX776" fmla="*/ 828701 w 7467600"/>
              <a:gd name="connsiteY776" fmla="*/ 1839520 h 6858000"/>
              <a:gd name="connsiteX777" fmla="*/ 494427 w 7467600"/>
              <a:gd name="connsiteY777" fmla="*/ 1092333 h 6858000"/>
              <a:gd name="connsiteX778" fmla="*/ 506322 w 7467600"/>
              <a:gd name="connsiteY778" fmla="*/ 1020997 h 6858000"/>
              <a:gd name="connsiteX779" fmla="*/ 4570198 w 7467600"/>
              <a:gd name="connsiteY779" fmla="*/ 978081 h 6858000"/>
              <a:gd name="connsiteX780" fmla="*/ 4523691 w 7467600"/>
              <a:gd name="connsiteY780" fmla="*/ 1127776 h 6858000"/>
              <a:gd name="connsiteX781" fmla="*/ 4509875 w 7467600"/>
              <a:gd name="connsiteY781" fmla="*/ 1167552 h 6858000"/>
              <a:gd name="connsiteX782" fmla="*/ 4478168 w 7467600"/>
              <a:gd name="connsiteY782" fmla="*/ 1260735 h 6858000"/>
              <a:gd name="connsiteX783" fmla="*/ 4409309 w 7467600"/>
              <a:gd name="connsiteY783" fmla="*/ 1666996 h 6858000"/>
              <a:gd name="connsiteX784" fmla="*/ 4370031 w 7467600"/>
              <a:gd name="connsiteY784" fmla="*/ 1955666 h 6858000"/>
              <a:gd name="connsiteX785" fmla="*/ 4570198 w 7467600"/>
              <a:gd name="connsiteY785" fmla="*/ 978081 h 6858000"/>
              <a:gd name="connsiteX786" fmla="*/ 4557898 w 7467600"/>
              <a:gd name="connsiteY786" fmla="*/ 900011 h 6858000"/>
              <a:gd name="connsiteX787" fmla="*/ 4344840 w 7467600"/>
              <a:gd name="connsiteY787" fmla="*/ 1922038 h 6858000"/>
              <a:gd name="connsiteX788" fmla="*/ 4378710 w 7467600"/>
              <a:gd name="connsiteY788" fmla="*/ 1665516 h 6858000"/>
              <a:gd name="connsiteX789" fmla="*/ 4448798 w 7467600"/>
              <a:gd name="connsiteY789" fmla="*/ 1253024 h 6858000"/>
              <a:gd name="connsiteX790" fmla="*/ 4480315 w 7467600"/>
              <a:gd name="connsiteY790" fmla="*/ 1158454 h 6858000"/>
              <a:gd name="connsiteX791" fmla="*/ 4494133 w 7467600"/>
              <a:gd name="connsiteY791" fmla="*/ 1118676 h 6858000"/>
              <a:gd name="connsiteX792" fmla="*/ 4557898 w 7467600"/>
              <a:gd name="connsiteY792" fmla="*/ 900011 h 6858000"/>
              <a:gd name="connsiteX793" fmla="*/ 5870151 w 7467600"/>
              <a:gd name="connsiteY793" fmla="*/ 898890 h 6858000"/>
              <a:gd name="connsiteX794" fmla="*/ 5861335 w 7467600"/>
              <a:gd name="connsiteY794" fmla="*/ 899177 h 6858000"/>
              <a:gd name="connsiteX795" fmla="*/ 5843702 w 7467600"/>
              <a:gd name="connsiteY795" fmla="*/ 899748 h 6858000"/>
              <a:gd name="connsiteX796" fmla="*/ 5651107 w 7467600"/>
              <a:gd name="connsiteY796" fmla="*/ 920306 h 6858000"/>
              <a:gd name="connsiteX797" fmla="*/ 5459407 w 7467600"/>
              <a:gd name="connsiteY797" fmla="*/ 940975 h 6858000"/>
              <a:gd name="connsiteX798" fmla="*/ 5374846 w 7467600"/>
              <a:gd name="connsiteY798" fmla="*/ 941988 h 6858000"/>
              <a:gd name="connsiteX799" fmla="*/ 5256105 w 7467600"/>
              <a:gd name="connsiteY799" fmla="*/ 945632 h 6858000"/>
              <a:gd name="connsiteX800" fmla="*/ 5107071 w 7467600"/>
              <a:gd name="connsiteY800" fmla="*/ 969720 h 6858000"/>
              <a:gd name="connsiteX801" fmla="*/ 4998681 w 7467600"/>
              <a:gd name="connsiteY801" fmla="*/ 988771 h 6858000"/>
              <a:gd name="connsiteX802" fmla="*/ 5870151 w 7467600"/>
              <a:gd name="connsiteY802" fmla="*/ 898890 h 6858000"/>
              <a:gd name="connsiteX803" fmla="*/ 5504425 w 7467600"/>
              <a:gd name="connsiteY803" fmla="*/ 848067 h 6858000"/>
              <a:gd name="connsiteX804" fmla="*/ 4968849 w 7467600"/>
              <a:gd name="connsiteY804" fmla="*/ 962318 h 6858000"/>
              <a:gd name="connsiteX805" fmla="*/ 5104039 w 7467600"/>
              <a:gd name="connsiteY805" fmla="*/ 940634 h 6858000"/>
              <a:gd name="connsiteX806" fmla="*/ 5256311 w 7467600"/>
              <a:gd name="connsiteY806" fmla="*/ 916490 h 6858000"/>
              <a:gd name="connsiteX807" fmla="*/ 5377381 w 7467600"/>
              <a:gd name="connsiteY807" fmla="*/ 912671 h 6858000"/>
              <a:gd name="connsiteX808" fmla="*/ 5460148 w 7467600"/>
              <a:gd name="connsiteY808" fmla="*/ 911442 h 6858000"/>
              <a:gd name="connsiteX809" fmla="*/ 5648971 w 7467600"/>
              <a:gd name="connsiteY809" fmla="*/ 891331 h 6858000"/>
              <a:gd name="connsiteX810" fmla="*/ 5844807 w 7467600"/>
              <a:gd name="connsiteY810" fmla="*/ 870718 h 6858000"/>
              <a:gd name="connsiteX811" fmla="*/ 5862975 w 7467600"/>
              <a:gd name="connsiteY811" fmla="*/ 869756 h 6858000"/>
              <a:gd name="connsiteX812" fmla="*/ 5920887 w 7467600"/>
              <a:gd name="connsiteY812" fmla="*/ 865929 h 6858000"/>
              <a:gd name="connsiteX813" fmla="*/ 5504425 w 7467600"/>
              <a:gd name="connsiteY813" fmla="*/ 848067 h 6858000"/>
              <a:gd name="connsiteX814" fmla="*/ 3607114 w 7467600"/>
              <a:gd name="connsiteY814" fmla="*/ 467441 h 6858000"/>
              <a:gd name="connsiteX815" fmla="*/ 3296242 w 7467600"/>
              <a:gd name="connsiteY815" fmla="*/ 807991 h 6858000"/>
              <a:gd name="connsiteX816" fmla="*/ 3174674 w 7467600"/>
              <a:gd name="connsiteY816" fmla="*/ 919759 h 6858000"/>
              <a:gd name="connsiteX817" fmla="*/ 3042978 w 7467600"/>
              <a:gd name="connsiteY817" fmla="*/ 1054894 h 6858000"/>
              <a:gd name="connsiteX818" fmla="*/ 2968914 w 7467600"/>
              <a:gd name="connsiteY818" fmla="*/ 1133756 h 6858000"/>
              <a:gd name="connsiteX819" fmla="*/ 3103823 w 7467600"/>
              <a:gd name="connsiteY819" fmla="*/ 1026814 h 6858000"/>
              <a:gd name="connsiteX820" fmla="*/ 3607114 w 7467600"/>
              <a:gd name="connsiteY820" fmla="*/ 467441 h 6858000"/>
              <a:gd name="connsiteX821" fmla="*/ 3744487 w 7467600"/>
              <a:gd name="connsiteY821" fmla="*/ 383136 h 6858000"/>
              <a:gd name="connsiteX822" fmla="*/ 3970213 w 7467600"/>
              <a:gd name="connsiteY822" fmla="*/ 995559 h 6858000"/>
              <a:gd name="connsiteX823" fmla="*/ 3744487 w 7467600"/>
              <a:gd name="connsiteY823" fmla="*/ 383136 h 6858000"/>
              <a:gd name="connsiteX824" fmla="*/ 3624562 w 7467600"/>
              <a:gd name="connsiteY824" fmla="*/ 367041 h 6858000"/>
              <a:gd name="connsiteX825" fmla="*/ 3489712 w 7467600"/>
              <a:gd name="connsiteY825" fmla="*/ 485386 h 6858000"/>
              <a:gd name="connsiteX826" fmla="*/ 3182994 w 7467600"/>
              <a:gd name="connsiteY826" fmla="*/ 828265 h 6858000"/>
              <a:gd name="connsiteX827" fmla="*/ 2892114 w 7467600"/>
              <a:gd name="connsiteY827" fmla="*/ 1172635 h 6858000"/>
              <a:gd name="connsiteX828" fmla="*/ 3021459 w 7467600"/>
              <a:gd name="connsiteY828" fmla="*/ 1035385 h 6858000"/>
              <a:gd name="connsiteX829" fmla="*/ 3153873 w 7467600"/>
              <a:gd name="connsiteY829" fmla="*/ 898971 h 6858000"/>
              <a:gd name="connsiteX830" fmla="*/ 3276511 w 7467600"/>
              <a:gd name="connsiteY830" fmla="*/ 786423 h 6858000"/>
              <a:gd name="connsiteX831" fmla="*/ 3584154 w 7467600"/>
              <a:gd name="connsiteY831" fmla="*/ 448218 h 6858000"/>
              <a:gd name="connsiteX832" fmla="*/ 3624562 w 7467600"/>
              <a:gd name="connsiteY832" fmla="*/ 367041 h 6858000"/>
              <a:gd name="connsiteX833" fmla="*/ 3766672 w 7467600"/>
              <a:gd name="connsiteY833" fmla="*/ 359429 h 6858000"/>
              <a:gd name="connsiteX834" fmla="*/ 3996338 w 7467600"/>
              <a:gd name="connsiteY834" fmla="*/ 968237 h 6858000"/>
              <a:gd name="connsiteX835" fmla="*/ 3766672 w 7467600"/>
              <a:gd name="connsiteY835" fmla="*/ 359429 h 6858000"/>
              <a:gd name="connsiteX836" fmla="*/ 5805386 w 7467600"/>
              <a:gd name="connsiteY836" fmla="*/ 239240 h 6858000"/>
              <a:gd name="connsiteX837" fmla="*/ 5736947 w 7467600"/>
              <a:gd name="connsiteY837" fmla="*/ 261367 h 6858000"/>
              <a:gd name="connsiteX838" fmla="*/ 5427012 w 7467600"/>
              <a:gd name="connsiteY838" fmla="*/ 311272 h 6858000"/>
              <a:gd name="connsiteX839" fmla="*/ 5147818 w 7467600"/>
              <a:gd name="connsiteY839" fmla="*/ 322112 h 6858000"/>
              <a:gd name="connsiteX840" fmla="*/ 5060854 w 7467600"/>
              <a:gd name="connsiteY840" fmla="*/ 311882 h 6858000"/>
              <a:gd name="connsiteX841" fmla="*/ 4945989 w 7467600"/>
              <a:gd name="connsiteY841" fmla="*/ 300516 h 6858000"/>
              <a:gd name="connsiteX842" fmla="*/ 5410479 w 7467600"/>
              <a:gd name="connsiteY842" fmla="*/ 348434 h 6858000"/>
              <a:gd name="connsiteX843" fmla="*/ 5805386 w 7467600"/>
              <a:gd name="connsiteY843" fmla="*/ 239240 h 6858000"/>
              <a:gd name="connsiteX844" fmla="*/ 5905192 w 7467600"/>
              <a:gd name="connsiteY844" fmla="*/ 163079 h 6858000"/>
              <a:gd name="connsiteX845" fmla="*/ 5865655 w 7467600"/>
              <a:gd name="connsiteY845" fmla="*/ 171901 h 6858000"/>
              <a:gd name="connsiteX846" fmla="*/ 5259740 w 7467600"/>
              <a:gd name="connsiteY846" fmla="*/ 257013 h 6858000"/>
              <a:gd name="connsiteX847" fmla="*/ 5208466 w 7467600"/>
              <a:gd name="connsiteY847" fmla="*/ 257550 h 6858000"/>
              <a:gd name="connsiteX848" fmla="*/ 4980204 w 7467600"/>
              <a:gd name="connsiteY848" fmla="*/ 271903 h 6858000"/>
              <a:gd name="connsiteX849" fmla="*/ 5068068 w 7467600"/>
              <a:gd name="connsiteY849" fmla="*/ 282244 h 6858000"/>
              <a:gd name="connsiteX850" fmla="*/ 5153231 w 7467600"/>
              <a:gd name="connsiteY850" fmla="*/ 292240 h 6858000"/>
              <a:gd name="connsiteX851" fmla="*/ 5426491 w 7467600"/>
              <a:gd name="connsiteY851" fmla="*/ 281128 h 6858000"/>
              <a:gd name="connsiteX852" fmla="*/ 5731212 w 7467600"/>
              <a:gd name="connsiteY852" fmla="*/ 231951 h 6858000"/>
              <a:gd name="connsiteX853" fmla="*/ 5905192 w 7467600"/>
              <a:gd name="connsiteY853" fmla="*/ 163079 h 6858000"/>
              <a:gd name="connsiteX854" fmla="*/ 5944437 w 7467600"/>
              <a:gd name="connsiteY854" fmla="*/ 113829 h 6858000"/>
              <a:gd name="connsiteX855" fmla="*/ 5825032 w 7467600"/>
              <a:gd name="connsiteY855" fmla="*/ 146405 h 6858000"/>
              <a:gd name="connsiteX856" fmla="*/ 4955599 w 7467600"/>
              <a:gd name="connsiteY856" fmla="*/ 247008 h 6858000"/>
              <a:gd name="connsiteX857" fmla="*/ 5210104 w 7467600"/>
              <a:gd name="connsiteY857" fmla="*/ 228123 h 6858000"/>
              <a:gd name="connsiteX858" fmla="*/ 5261015 w 7467600"/>
              <a:gd name="connsiteY858" fmla="*/ 227087 h 6858000"/>
              <a:gd name="connsiteX859" fmla="*/ 5861181 w 7467600"/>
              <a:gd name="connsiteY859" fmla="*/ 143093 h 6858000"/>
              <a:gd name="connsiteX860" fmla="*/ 5961252 w 7467600"/>
              <a:gd name="connsiteY860" fmla="*/ 114820 h 6858000"/>
              <a:gd name="connsiteX861" fmla="*/ 5944437 w 7467600"/>
              <a:gd name="connsiteY861" fmla="*/ 113829 h 6858000"/>
              <a:gd name="connsiteX862" fmla="*/ 3882765 w 7467600"/>
              <a:gd name="connsiteY862" fmla="*/ 0 h 6858000"/>
              <a:gd name="connsiteX863" fmla="*/ 3995099 w 7467600"/>
              <a:gd name="connsiteY863" fmla="*/ 0 h 6858000"/>
              <a:gd name="connsiteX864" fmla="*/ 4163818 w 7467600"/>
              <a:gd name="connsiteY864" fmla="*/ 234104 h 6858000"/>
              <a:gd name="connsiteX865" fmla="*/ 4172099 w 7467600"/>
              <a:gd name="connsiteY865" fmla="*/ 234207 h 6858000"/>
              <a:gd name="connsiteX866" fmla="*/ 4784282 w 7467600"/>
              <a:gd name="connsiteY866" fmla="*/ 276561 h 6858000"/>
              <a:gd name="connsiteX867" fmla="*/ 4801687 w 7467600"/>
              <a:gd name="connsiteY867" fmla="*/ 267764 h 6858000"/>
              <a:gd name="connsiteX868" fmla="*/ 6082788 w 7467600"/>
              <a:gd name="connsiteY868" fmla="*/ 64119 h 6858000"/>
              <a:gd name="connsiteX869" fmla="*/ 6099442 w 7467600"/>
              <a:gd name="connsiteY869" fmla="*/ 82568 h 6858000"/>
              <a:gd name="connsiteX870" fmla="*/ 4804137 w 7467600"/>
              <a:gd name="connsiteY870" fmla="*/ 320931 h 6858000"/>
              <a:gd name="connsiteX871" fmla="*/ 4227047 w 7467600"/>
              <a:gd name="connsiteY871" fmla="*/ 313415 h 6858000"/>
              <a:gd name="connsiteX872" fmla="*/ 4346041 w 7467600"/>
              <a:gd name="connsiteY872" fmla="*/ 456086 h 6858000"/>
              <a:gd name="connsiteX873" fmla="*/ 4870967 w 7467600"/>
              <a:gd name="connsiteY873" fmla="*/ 963061 h 6858000"/>
              <a:gd name="connsiteX874" fmla="*/ 4889647 w 7467600"/>
              <a:gd name="connsiteY874" fmla="*/ 957147 h 6858000"/>
              <a:gd name="connsiteX875" fmla="*/ 5422504 w 7467600"/>
              <a:gd name="connsiteY875" fmla="*/ 805191 h 6858000"/>
              <a:gd name="connsiteX876" fmla="*/ 6087656 w 7467600"/>
              <a:gd name="connsiteY876" fmla="*/ 826703 h 6858000"/>
              <a:gd name="connsiteX877" fmla="*/ 6058717 w 7467600"/>
              <a:gd name="connsiteY877" fmla="*/ 865992 h 6858000"/>
              <a:gd name="connsiteX878" fmla="*/ 4974153 w 7467600"/>
              <a:gd name="connsiteY878" fmla="*/ 1045456 h 6858000"/>
              <a:gd name="connsiteX879" fmla="*/ 5627835 w 7467600"/>
              <a:gd name="connsiteY879" fmla="*/ 1472077 h 6858000"/>
              <a:gd name="connsiteX880" fmla="*/ 5629817 w 7467600"/>
              <a:gd name="connsiteY880" fmla="*/ 1471412 h 6858000"/>
              <a:gd name="connsiteX881" fmla="*/ 5634124 w 7467600"/>
              <a:gd name="connsiteY881" fmla="*/ 1470572 h 6858000"/>
              <a:gd name="connsiteX882" fmla="*/ 5755832 w 7467600"/>
              <a:gd name="connsiteY882" fmla="*/ 1383886 h 6858000"/>
              <a:gd name="connsiteX883" fmla="*/ 6014186 w 7467600"/>
              <a:gd name="connsiteY883" fmla="*/ 1279799 h 6858000"/>
              <a:gd name="connsiteX884" fmla="*/ 6901619 w 7467600"/>
              <a:gd name="connsiteY884" fmla="*/ 1047874 h 6858000"/>
              <a:gd name="connsiteX885" fmla="*/ 6931566 w 7467600"/>
              <a:gd name="connsiteY885" fmla="*/ 1062034 h 6858000"/>
              <a:gd name="connsiteX886" fmla="*/ 5790982 w 7467600"/>
              <a:gd name="connsiteY886" fmla="*/ 1561380 h 6858000"/>
              <a:gd name="connsiteX887" fmla="*/ 6188971 w 7467600"/>
              <a:gd name="connsiteY887" fmla="*/ 1755168 h 6858000"/>
              <a:gd name="connsiteX888" fmla="*/ 6202446 w 7467600"/>
              <a:gd name="connsiteY888" fmla="*/ 1752268 h 6858000"/>
              <a:gd name="connsiteX889" fmla="*/ 7179560 w 7467600"/>
              <a:gd name="connsiteY889" fmla="*/ 1467551 h 6858000"/>
              <a:gd name="connsiteX890" fmla="*/ 7158730 w 7467600"/>
              <a:gd name="connsiteY890" fmla="*/ 1507835 h 6858000"/>
              <a:gd name="connsiteX891" fmla="*/ 6326959 w 7467600"/>
              <a:gd name="connsiteY891" fmla="*/ 1817686 h 6858000"/>
              <a:gd name="connsiteX892" fmla="*/ 6537433 w 7467600"/>
              <a:gd name="connsiteY892" fmla="*/ 1907790 h 6858000"/>
              <a:gd name="connsiteX893" fmla="*/ 6550221 w 7467600"/>
              <a:gd name="connsiteY893" fmla="*/ 1910729 h 6858000"/>
              <a:gd name="connsiteX894" fmla="*/ 6964438 w 7467600"/>
              <a:gd name="connsiteY894" fmla="*/ 2209505 h 6858000"/>
              <a:gd name="connsiteX895" fmla="*/ 7367862 w 7467600"/>
              <a:gd name="connsiteY895" fmla="*/ 2806833 h 6858000"/>
              <a:gd name="connsiteX896" fmla="*/ 7364329 w 7467600"/>
              <a:gd name="connsiteY896" fmla="*/ 2826907 h 6858000"/>
              <a:gd name="connsiteX897" fmla="*/ 7290545 w 7467600"/>
              <a:gd name="connsiteY897" fmla="*/ 2850663 h 6858000"/>
              <a:gd name="connsiteX898" fmla="*/ 6472036 w 7467600"/>
              <a:gd name="connsiteY898" fmla="*/ 1959003 h 6858000"/>
              <a:gd name="connsiteX899" fmla="*/ 5792897 w 7467600"/>
              <a:gd name="connsiteY899" fmla="*/ 1647747 h 6858000"/>
              <a:gd name="connsiteX900" fmla="*/ 5842751 w 7467600"/>
              <a:gd name="connsiteY900" fmla="*/ 1816112 h 6858000"/>
              <a:gd name="connsiteX901" fmla="*/ 5847424 w 7467600"/>
              <a:gd name="connsiteY901" fmla="*/ 1815776 h 6858000"/>
              <a:gd name="connsiteX902" fmla="*/ 6399821 w 7467600"/>
              <a:gd name="connsiteY902" fmla="*/ 2344799 h 6858000"/>
              <a:gd name="connsiteX903" fmla="*/ 6323232 w 7467600"/>
              <a:gd name="connsiteY903" fmla="*/ 2389634 h 6858000"/>
              <a:gd name="connsiteX904" fmla="*/ 5942958 w 7467600"/>
              <a:gd name="connsiteY904" fmla="*/ 2077708 h 6858000"/>
              <a:gd name="connsiteX905" fmla="*/ 5921559 w 7467600"/>
              <a:gd name="connsiteY905" fmla="*/ 2378596 h 6858000"/>
              <a:gd name="connsiteX906" fmla="*/ 5817651 w 7467600"/>
              <a:gd name="connsiteY906" fmla="*/ 3023919 h 6858000"/>
              <a:gd name="connsiteX907" fmla="*/ 5729634 w 7467600"/>
              <a:gd name="connsiteY907" fmla="*/ 3051849 h 6858000"/>
              <a:gd name="connsiteX908" fmla="*/ 5611018 w 7467600"/>
              <a:gd name="connsiteY908" fmla="*/ 2316769 h 6858000"/>
              <a:gd name="connsiteX909" fmla="*/ 5687608 w 7467600"/>
              <a:gd name="connsiteY909" fmla="*/ 2039972 h 6858000"/>
              <a:gd name="connsiteX910" fmla="*/ 5657554 w 7467600"/>
              <a:gd name="connsiteY910" fmla="*/ 1576445 h 6858000"/>
              <a:gd name="connsiteX911" fmla="*/ 5150475 w 7467600"/>
              <a:gd name="connsiteY911" fmla="*/ 1274012 h 6858000"/>
              <a:gd name="connsiteX912" fmla="*/ 5349142 w 7467600"/>
              <a:gd name="connsiteY912" fmla="*/ 2204405 h 6858000"/>
              <a:gd name="connsiteX913" fmla="*/ 5262214 w 7467600"/>
              <a:gd name="connsiteY913" fmla="*/ 2233836 h 6858000"/>
              <a:gd name="connsiteX914" fmla="*/ 4981539 w 7467600"/>
              <a:gd name="connsiteY914" fmla="*/ 1542201 h 6858000"/>
              <a:gd name="connsiteX915" fmla="*/ 4958461 w 7467600"/>
              <a:gd name="connsiteY915" fmla="*/ 1136957 h 6858000"/>
              <a:gd name="connsiteX916" fmla="*/ 4655015 w 7467600"/>
              <a:gd name="connsiteY916" fmla="*/ 891426 h 6858000"/>
              <a:gd name="connsiteX917" fmla="*/ 4348002 w 7467600"/>
              <a:gd name="connsiteY917" fmla="*/ 2205895 h 6858000"/>
              <a:gd name="connsiteX918" fmla="*/ 4262250 w 7467600"/>
              <a:gd name="connsiteY918" fmla="*/ 2219972 h 6858000"/>
              <a:gd name="connsiteX919" fmla="*/ 4550611 w 7467600"/>
              <a:gd name="connsiteY919" fmla="*/ 817540 h 6858000"/>
              <a:gd name="connsiteX920" fmla="*/ 4564418 w 7467600"/>
              <a:gd name="connsiteY920" fmla="*/ 808293 h 6858000"/>
              <a:gd name="connsiteX921" fmla="*/ 4266388 w 7467600"/>
              <a:gd name="connsiteY921" fmla="*/ 500083 h 6858000"/>
              <a:gd name="connsiteX922" fmla="*/ 4032842 w 7467600"/>
              <a:gd name="connsiteY922" fmla="*/ 211809 h 6858000"/>
              <a:gd name="connsiteX923" fmla="*/ 3882765 w 7467600"/>
              <a:gd name="connsiteY923" fmla="*/ 0 h 6858000"/>
              <a:gd name="connsiteX924" fmla="*/ 3721337 w 7467600"/>
              <a:gd name="connsiteY924" fmla="*/ 0 h 6858000"/>
              <a:gd name="connsiteX925" fmla="*/ 3797544 w 7467600"/>
              <a:gd name="connsiteY925" fmla="*/ 0 h 6858000"/>
              <a:gd name="connsiteX926" fmla="*/ 3775734 w 7467600"/>
              <a:gd name="connsiteY926" fmla="*/ 95131 h 6858000"/>
              <a:gd name="connsiteX927" fmla="*/ 3724807 w 7467600"/>
              <a:gd name="connsiteY927" fmla="*/ 272257 h 6858000"/>
              <a:gd name="connsiteX928" fmla="*/ 3726844 w 7467600"/>
              <a:gd name="connsiteY928" fmla="*/ 282988 h 6858000"/>
              <a:gd name="connsiteX929" fmla="*/ 3742664 w 7467600"/>
              <a:gd name="connsiteY929" fmla="*/ 279918 h 6858000"/>
              <a:gd name="connsiteX930" fmla="*/ 4103910 w 7467600"/>
              <a:gd name="connsiteY930" fmla="*/ 1161917 h 6858000"/>
              <a:gd name="connsiteX931" fmla="*/ 4020269 w 7467600"/>
              <a:gd name="connsiteY931" fmla="*/ 1200406 h 6858000"/>
              <a:gd name="connsiteX932" fmla="*/ 3674882 w 7467600"/>
              <a:gd name="connsiteY932" fmla="*/ 488524 h 6858000"/>
              <a:gd name="connsiteX933" fmla="*/ 3132682 w 7467600"/>
              <a:gd name="connsiteY933" fmla="*/ 1072284 h 6858000"/>
              <a:gd name="connsiteX934" fmla="*/ 2716346 w 7467600"/>
              <a:gd name="connsiteY934" fmla="*/ 1276376 h 6858000"/>
              <a:gd name="connsiteX935" fmla="*/ 2716772 w 7467600"/>
              <a:gd name="connsiteY935" fmla="*/ 1255462 h 6858000"/>
              <a:gd name="connsiteX936" fmla="*/ 3471096 w 7467600"/>
              <a:gd name="connsiteY936" fmla="*/ 437072 h 6858000"/>
              <a:gd name="connsiteX937" fmla="*/ 3639057 w 7467600"/>
              <a:gd name="connsiteY937" fmla="*/ 286334 h 6858000"/>
              <a:gd name="connsiteX938" fmla="*/ 3640309 w 7467600"/>
              <a:gd name="connsiteY938" fmla="*/ 284664 h 6858000"/>
              <a:gd name="connsiteX939" fmla="*/ 3646022 w 7467600"/>
              <a:gd name="connsiteY939" fmla="*/ 276711 h 6858000"/>
              <a:gd name="connsiteX940" fmla="*/ 3707943 w 7467600"/>
              <a:gd name="connsiteY940" fmla="*/ 65958 h 6858000"/>
              <a:gd name="connsiteX941" fmla="*/ 3721337 w 7467600"/>
              <a:gd name="connsiteY941" fmla="*/ 0 h 6858000"/>
              <a:gd name="connsiteX942" fmla="*/ 2867960 w 7467600"/>
              <a:gd name="connsiteY942" fmla="*/ 0 h 6858000"/>
              <a:gd name="connsiteX943" fmla="*/ 2926351 w 7467600"/>
              <a:gd name="connsiteY943" fmla="*/ 0 h 6858000"/>
              <a:gd name="connsiteX944" fmla="*/ 2902823 w 7467600"/>
              <a:gd name="connsiteY944" fmla="*/ 262929 h 6858000"/>
              <a:gd name="connsiteX945" fmla="*/ 2940663 w 7467600"/>
              <a:gd name="connsiteY945" fmla="*/ 140884 h 6858000"/>
              <a:gd name="connsiteX946" fmla="*/ 2947039 w 7467600"/>
              <a:gd name="connsiteY946" fmla="*/ 122524 h 6858000"/>
              <a:gd name="connsiteX947" fmla="*/ 2984316 w 7467600"/>
              <a:gd name="connsiteY947" fmla="*/ 0 h 6858000"/>
              <a:gd name="connsiteX948" fmla="*/ 3016114 w 7467600"/>
              <a:gd name="connsiteY948" fmla="*/ 0 h 6858000"/>
              <a:gd name="connsiteX949" fmla="*/ 2979949 w 7467600"/>
              <a:gd name="connsiteY949" fmla="*/ 119274 h 6858000"/>
              <a:gd name="connsiteX950" fmla="*/ 3023879 w 7467600"/>
              <a:gd name="connsiteY950" fmla="*/ 0 h 6858000"/>
              <a:gd name="connsiteX951" fmla="*/ 3105400 w 7467600"/>
              <a:gd name="connsiteY951" fmla="*/ 0 h 6858000"/>
              <a:gd name="connsiteX952" fmla="*/ 3094669 w 7467600"/>
              <a:gd name="connsiteY952" fmla="*/ 30308 h 6858000"/>
              <a:gd name="connsiteX953" fmla="*/ 2901945 w 7467600"/>
              <a:gd name="connsiteY953" fmla="*/ 466538 h 6858000"/>
              <a:gd name="connsiteX954" fmla="*/ 2815209 w 7467600"/>
              <a:gd name="connsiteY954" fmla="*/ 497361 h 6858000"/>
              <a:gd name="connsiteX955" fmla="*/ 2844845 w 7467600"/>
              <a:gd name="connsiteY955" fmla="*/ 127638 h 6858000"/>
              <a:gd name="connsiteX956" fmla="*/ 2867960 w 7467600"/>
              <a:gd name="connsiteY956" fmla="*/ 0 h 6858000"/>
              <a:gd name="connsiteX957" fmla="*/ 1057230 w 7467600"/>
              <a:gd name="connsiteY957" fmla="*/ 0 h 6858000"/>
              <a:gd name="connsiteX958" fmla="*/ 1111003 w 7467600"/>
              <a:gd name="connsiteY958" fmla="*/ 0 h 6858000"/>
              <a:gd name="connsiteX959" fmla="*/ 1125553 w 7467600"/>
              <a:gd name="connsiteY959" fmla="*/ 52588 h 6858000"/>
              <a:gd name="connsiteX960" fmla="*/ 1304276 w 7467600"/>
              <a:gd name="connsiteY960" fmla="*/ 476275 h 6858000"/>
              <a:gd name="connsiteX961" fmla="*/ 1492066 w 7467600"/>
              <a:gd name="connsiteY961" fmla="*/ 886333 h 6858000"/>
              <a:gd name="connsiteX962" fmla="*/ 1423698 w 7467600"/>
              <a:gd name="connsiteY962" fmla="*/ 710817 h 6858000"/>
              <a:gd name="connsiteX963" fmla="*/ 1357609 w 7467600"/>
              <a:gd name="connsiteY963" fmla="*/ 532892 h 6858000"/>
              <a:gd name="connsiteX964" fmla="*/ 1309550 w 7467600"/>
              <a:gd name="connsiteY964" fmla="*/ 374031 h 6858000"/>
              <a:gd name="connsiteX965" fmla="*/ 1193673 w 7467600"/>
              <a:gd name="connsiteY965" fmla="*/ 49533 h 6858000"/>
              <a:gd name="connsiteX966" fmla="*/ 1164391 w 7467600"/>
              <a:gd name="connsiteY966" fmla="*/ 0 h 6858000"/>
              <a:gd name="connsiteX967" fmla="*/ 1200666 w 7467600"/>
              <a:gd name="connsiteY967" fmla="*/ 0 h 6858000"/>
              <a:gd name="connsiteX968" fmla="*/ 1223408 w 7467600"/>
              <a:gd name="connsiteY968" fmla="*/ 38996 h 6858000"/>
              <a:gd name="connsiteX969" fmla="*/ 1339635 w 7467600"/>
              <a:gd name="connsiteY969" fmla="*/ 365517 h 6858000"/>
              <a:gd name="connsiteX970" fmla="*/ 1387469 w 7467600"/>
              <a:gd name="connsiteY970" fmla="*/ 523079 h 6858000"/>
              <a:gd name="connsiteX971" fmla="*/ 1452685 w 7467600"/>
              <a:gd name="connsiteY971" fmla="*/ 699806 h 6858000"/>
              <a:gd name="connsiteX972" fmla="*/ 1492092 w 7467600"/>
              <a:gd name="connsiteY972" fmla="*/ 800424 h 6858000"/>
              <a:gd name="connsiteX973" fmla="*/ 1455302 w 7467600"/>
              <a:gd name="connsiteY973" fmla="*/ 632913 h 6858000"/>
              <a:gd name="connsiteX974" fmla="*/ 1222336 w 7467600"/>
              <a:gd name="connsiteY974" fmla="*/ 9480 h 6858000"/>
              <a:gd name="connsiteX975" fmla="*/ 1214634 w 7467600"/>
              <a:gd name="connsiteY975" fmla="*/ 0 h 6858000"/>
              <a:gd name="connsiteX976" fmla="*/ 1289827 w 7467600"/>
              <a:gd name="connsiteY976" fmla="*/ 0 h 6858000"/>
              <a:gd name="connsiteX977" fmla="*/ 1321076 w 7467600"/>
              <a:gd name="connsiteY977" fmla="*/ 59722 h 6858000"/>
              <a:gd name="connsiteX978" fmla="*/ 1512579 w 7467600"/>
              <a:gd name="connsiteY978" fmla="*/ 626441 h 6858000"/>
              <a:gd name="connsiteX979" fmla="*/ 1506076 w 7467600"/>
              <a:gd name="connsiteY979" fmla="*/ 1089289 h 6858000"/>
              <a:gd name="connsiteX980" fmla="*/ 1486346 w 7467600"/>
              <a:gd name="connsiteY980" fmla="*/ 1079919 h 6858000"/>
              <a:gd name="connsiteX981" fmla="*/ 1070511 w 7467600"/>
              <a:gd name="connsiteY981" fmla="*/ 48609 h 6858000"/>
              <a:gd name="connsiteX982" fmla="*/ 1057230 w 7467600"/>
              <a:gd name="connsiteY982" fmla="*/ 0 h 6858000"/>
              <a:gd name="connsiteX983" fmla="*/ 43151 w 7467600"/>
              <a:gd name="connsiteY983" fmla="*/ 0 h 6858000"/>
              <a:gd name="connsiteX984" fmla="*/ 95283 w 7467600"/>
              <a:gd name="connsiteY984" fmla="*/ 0 h 6858000"/>
              <a:gd name="connsiteX985" fmla="*/ 300708 w 7467600"/>
              <a:gd name="connsiteY985" fmla="*/ 154571 h 6858000"/>
              <a:gd name="connsiteX986" fmla="*/ 530414 w 7467600"/>
              <a:gd name="connsiteY986" fmla="*/ 354673 h 6858000"/>
              <a:gd name="connsiteX987" fmla="*/ 333785 w 7467600"/>
              <a:gd name="connsiteY987" fmla="*/ 161564 h 6858000"/>
              <a:gd name="connsiteX988" fmla="*/ 147005 w 7467600"/>
              <a:gd name="connsiteY988" fmla="*/ 0 h 6858000"/>
              <a:gd name="connsiteX989" fmla="*/ 272509 w 7467600"/>
              <a:gd name="connsiteY989" fmla="*/ 0 h 6858000"/>
              <a:gd name="connsiteX990" fmla="*/ 326276 w 7467600"/>
              <a:gd name="connsiteY990" fmla="*/ 45847 h 6858000"/>
              <a:gd name="connsiteX991" fmla="*/ 823759 w 7467600"/>
              <a:gd name="connsiteY991" fmla="*/ 574145 h 6858000"/>
              <a:gd name="connsiteX992" fmla="*/ 811254 w 7467600"/>
              <a:gd name="connsiteY992" fmla="*/ 665546 h 6858000"/>
              <a:gd name="connsiteX993" fmla="*/ 154042 w 7467600"/>
              <a:gd name="connsiteY993" fmla="*/ 261522 h 6858000"/>
              <a:gd name="connsiteX994" fmla="*/ 13550 w 7467600"/>
              <a:gd name="connsiteY994" fmla="*/ 158423 h 6858000"/>
              <a:gd name="connsiteX995" fmla="*/ 0 w 7467600"/>
              <a:gd name="connsiteY995" fmla="*/ 146618 h 6858000"/>
              <a:gd name="connsiteX996" fmla="*/ 0 w 7467600"/>
              <a:gd name="connsiteY996" fmla="*/ 59161 h 6858000"/>
              <a:gd name="connsiteX997" fmla="*/ 45427 w 7467600"/>
              <a:gd name="connsiteY997" fmla="*/ 101078 h 6858000"/>
              <a:gd name="connsiteX998" fmla="*/ 630103 w 7467600"/>
              <a:gd name="connsiteY998" fmla="*/ 485885 h 6858000"/>
              <a:gd name="connsiteX999" fmla="*/ 532040 w 7467600"/>
              <a:gd name="connsiteY999" fmla="*/ 399359 h 6858000"/>
              <a:gd name="connsiteX1000" fmla="*/ 517618 w 7467600"/>
              <a:gd name="connsiteY1000" fmla="*/ 385726 h 6858000"/>
              <a:gd name="connsiteX1001" fmla="*/ 285074 w 7467600"/>
              <a:gd name="connsiteY1001" fmla="*/ 182755 h 6858000"/>
              <a:gd name="connsiteX1002" fmla="*/ 43151 w 7467600"/>
              <a:gd name="connsiteY1002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131946 w 7467600"/>
              <a:gd name="connsiteY127" fmla="*/ 5075653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7467600 w 7467600"/>
              <a:gd name="connsiteY137" fmla="*/ 5241225 h 6858000"/>
              <a:gd name="connsiteX138" fmla="*/ 7467600 w 7467600"/>
              <a:gd name="connsiteY138" fmla="*/ 5277736 h 6858000"/>
              <a:gd name="connsiteX139" fmla="*/ 7327465 w 7467600"/>
              <a:gd name="connsiteY139" fmla="*/ 5174181 h 6858000"/>
              <a:gd name="connsiteX140" fmla="*/ 7244057 w 7467600"/>
              <a:gd name="connsiteY140" fmla="*/ 5124233 h 6858000"/>
              <a:gd name="connsiteX141" fmla="*/ 7353035 w 7467600"/>
              <a:gd name="connsiteY141" fmla="*/ 5197318 h 6858000"/>
              <a:gd name="connsiteX142" fmla="*/ 7467600 w 7467600"/>
              <a:gd name="connsiteY142" fmla="*/ 5297634 h 6858000"/>
              <a:gd name="connsiteX143" fmla="*/ 7467600 w 7467600"/>
              <a:gd name="connsiteY143" fmla="*/ 5361850 h 6858000"/>
              <a:gd name="connsiteX144" fmla="*/ 7368569 w 7467600"/>
              <a:gd name="connsiteY144" fmla="*/ 5270182 h 6858000"/>
              <a:gd name="connsiteX145" fmla="*/ 7131946 w 7467600"/>
              <a:gd name="connsiteY145" fmla="*/ 5075653 h 6858000"/>
              <a:gd name="connsiteX146" fmla="*/ 1903353 w 7467600"/>
              <a:gd name="connsiteY146" fmla="*/ 5044827 h 6858000"/>
              <a:gd name="connsiteX147" fmla="*/ 1936931 w 7467600"/>
              <a:gd name="connsiteY147" fmla="*/ 5093954 h 6858000"/>
              <a:gd name="connsiteX148" fmla="*/ 2195868 w 7467600"/>
              <a:gd name="connsiteY148" fmla="*/ 5396574 h 6858000"/>
              <a:gd name="connsiteX149" fmla="*/ 2088852 w 7467600"/>
              <a:gd name="connsiteY149" fmla="*/ 5166123 h 6858000"/>
              <a:gd name="connsiteX150" fmla="*/ 1958241 w 7467600"/>
              <a:gd name="connsiteY150" fmla="*/ 5067955 h 6858000"/>
              <a:gd name="connsiteX151" fmla="*/ 1903353 w 7467600"/>
              <a:gd name="connsiteY151" fmla="*/ 5044827 h 6858000"/>
              <a:gd name="connsiteX152" fmla="*/ 1979378 w 7467600"/>
              <a:gd name="connsiteY152" fmla="*/ 4769504 h 6858000"/>
              <a:gd name="connsiteX153" fmla="*/ 2882120 w 7467600"/>
              <a:gd name="connsiteY153" fmla="*/ 5064547 h 6858000"/>
              <a:gd name="connsiteX154" fmla="*/ 2793103 w 7467600"/>
              <a:gd name="connsiteY154" fmla="*/ 5039699 h 6858000"/>
              <a:gd name="connsiteX155" fmla="*/ 2770041 w 7467600"/>
              <a:gd name="connsiteY155" fmla="*/ 5033634 h 6858000"/>
              <a:gd name="connsiteX156" fmla="*/ 1979378 w 7467600"/>
              <a:gd name="connsiteY156" fmla="*/ 4769504 h 6858000"/>
              <a:gd name="connsiteX157" fmla="*/ 1927410 w 7467600"/>
              <a:gd name="connsiteY157" fmla="*/ 4716164 h 6858000"/>
              <a:gd name="connsiteX158" fmla="*/ 1959587 w 7467600"/>
              <a:gd name="connsiteY158" fmla="*/ 4728849 h 6858000"/>
              <a:gd name="connsiteX159" fmla="*/ 2777707 w 7467600"/>
              <a:gd name="connsiteY159" fmla="*/ 5003991 h 6858000"/>
              <a:gd name="connsiteX160" fmla="*/ 2800768 w 7467600"/>
              <a:gd name="connsiteY160" fmla="*/ 5010056 h 6858000"/>
              <a:gd name="connsiteX161" fmla="*/ 2879408 w 7467600"/>
              <a:gd name="connsiteY161" fmla="*/ 5031590 h 6858000"/>
              <a:gd name="connsiteX162" fmla="*/ 2862295 w 7467600"/>
              <a:gd name="connsiteY162" fmla="*/ 5022958 h 6858000"/>
              <a:gd name="connsiteX163" fmla="*/ 2813343 w 7467600"/>
              <a:gd name="connsiteY163" fmla="*/ 4998369 h 6858000"/>
              <a:gd name="connsiteX164" fmla="*/ 2646245 w 7467600"/>
              <a:gd name="connsiteY164" fmla="*/ 4930999 h 6858000"/>
              <a:gd name="connsiteX165" fmla="*/ 1999243 w 7467600"/>
              <a:gd name="connsiteY165" fmla="*/ 4730524 h 6858000"/>
              <a:gd name="connsiteX166" fmla="*/ 1979527 w 7467600"/>
              <a:gd name="connsiteY166" fmla="*/ 4726651 h 6858000"/>
              <a:gd name="connsiteX167" fmla="*/ 1927410 w 7467600"/>
              <a:gd name="connsiteY167" fmla="*/ 4716164 h 6858000"/>
              <a:gd name="connsiteX168" fmla="*/ 1997014 w 7467600"/>
              <a:gd name="connsiteY168" fmla="*/ 4698007 h 6858000"/>
              <a:gd name="connsiteX169" fmla="*/ 2005458 w 7467600"/>
              <a:gd name="connsiteY169" fmla="*/ 4699540 h 6858000"/>
              <a:gd name="connsiteX170" fmla="*/ 2657186 w 7467600"/>
              <a:gd name="connsiteY170" fmla="*/ 4901687 h 6858000"/>
              <a:gd name="connsiteX171" fmla="*/ 2826662 w 7467600"/>
              <a:gd name="connsiteY171" fmla="*/ 4970362 h 6858000"/>
              <a:gd name="connsiteX172" fmla="*/ 2876100 w 7467600"/>
              <a:gd name="connsiteY172" fmla="*/ 4995397 h 6858000"/>
              <a:gd name="connsiteX173" fmla="*/ 3042600 w 7467600"/>
              <a:gd name="connsiteY173" fmla="*/ 5059532 h 6858000"/>
              <a:gd name="connsiteX174" fmla="*/ 1997014 w 7467600"/>
              <a:gd name="connsiteY174" fmla="*/ 4698007 h 6858000"/>
              <a:gd name="connsiteX175" fmla="*/ 2305292 w 7467600"/>
              <a:gd name="connsiteY175" fmla="*/ 4219492 h 6858000"/>
              <a:gd name="connsiteX176" fmla="*/ 3360922 w 7467600"/>
              <a:gd name="connsiteY176" fmla="*/ 4529373 h 6858000"/>
              <a:gd name="connsiteX177" fmla="*/ 3492420 w 7467600"/>
              <a:gd name="connsiteY177" fmla="*/ 4510145 h 6858000"/>
              <a:gd name="connsiteX178" fmla="*/ 3364086 w 7467600"/>
              <a:gd name="connsiteY178" fmla="*/ 4480340 h 6858000"/>
              <a:gd name="connsiteX179" fmla="*/ 3225818 w 7467600"/>
              <a:gd name="connsiteY179" fmla="*/ 4411822 h 6858000"/>
              <a:gd name="connsiteX180" fmla="*/ 3129696 w 7467600"/>
              <a:gd name="connsiteY180" fmla="*/ 4360704 h 6858000"/>
              <a:gd name="connsiteX181" fmla="*/ 2814545 w 7467600"/>
              <a:gd name="connsiteY181" fmla="*/ 4282955 h 6858000"/>
              <a:gd name="connsiteX182" fmla="*/ 2305292 w 7467600"/>
              <a:gd name="connsiteY182" fmla="*/ 4219492 h 6858000"/>
              <a:gd name="connsiteX183" fmla="*/ 2626982 w 7467600"/>
              <a:gd name="connsiteY183" fmla="*/ 4206450 h 6858000"/>
              <a:gd name="connsiteX184" fmla="*/ 2490617 w 7467600"/>
              <a:gd name="connsiteY184" fmla="*/ 4206951 h 6858000"/>
              <a:gd name="connsiteX185" fmla="*/ 2819869 w 7467600"/>
              <a:gd name="connsiteY185" fmla="*/ 4252936 h 6858000"/>
              <a:gd name="connsiteX186" fmla="*/ 3143018 w 7467600"/>
              <a:gd name="connsiteY186" fmla="*/ 4332698 h 6858000"/>
              <a:gd name="connsiteX187" fmla="*/ 3241520 w 7467600"/>
              <a:gd name="connsiteY187" fmla="*/ 4385112 h 6858000"/>
              <a:gd name="connsiteX188" fmla="*/ 3374575 w 7467600"/>
              <a:gd name="connsiteY188" fmla="*/ 4451517 h 6858000"/>
              <a:gd name="connsiteX189" fmla="*/ 3505221 w 7467600"/>
              <a:gd name="connsiteY189" fmla="*/ 4480757 h 6858000"/>
              <a:gd name="connsiteX190" fmla="*/ 2626982 w 7467600"/>
              <a:gd name="connsiteY190" fmla="*/ 4206450 h 6858000"/>
              <a:gd name="connsiteX191" fmla="*/ 1310106 w 7467600"/>
              <a:gd name="connsiteY191" fmla="*/ 3943217 h 6858000"/>
              <a:gd name="connsiteX192" fmla="*/ 854994 w 7467600"/>
              <a:gd name="connsiteY192" fmla="*/ 4399136 h 6858000"/>
              <a:gd name="connsiteX193" fmla="*/ 742462 w 7467600"/>
              <a:gd name="connsiteY193" fmla="*/ 4594648 h 6858000"/>
              <a:gd name="connsiteX194" fmla="*/ 820602 w 7467600"/>
              <a:gd name="connsiteY194" fmla="*/ 4485915 h 6858000"/>
              <a:gd name="connsiteX195" fmla="*/ 878295 w 7467600"/>
              <a:gd name="connsiteY195" fmla="*/ 4403594 h 6858000"/>
              <a:gd name="connsiteX196" fmla="*/ 1240607 w 7467600"/>
              <a:gd name="connsiteY196" fmla="*/ 4010401 h 6858000"/>
              <a:gd name="connsiteX197" fmla="*/ 1310106 w 7467600"/>
              <a:gd name="connsiteY197" fmla="*/ 3943217 h 6858000"/>
              <a:gd name="connsiteX198" fmla="*/ 1423113 w 7467600"/>
              <a:gd name="connsiteY198" fmla="*/ 3874565 h 6858000"/>
              <a:gd name="connsiteX199" fmla="*/ 1260565 w 7467600"/>
              <a:gd name="connsiteY199" fmla="*/ 4031982 h 6858000"/>
              <a:gd name="connsiteX200" fmla="*/ 901900 w 7467600"/>
              <a:gd name="connsiteY200" fmla="*/ 4421236 h 6858000"/>
              <a:gd name="connsiteX201" fmla="*/ 845044 w 7467600"/>
              <a:gd name="connsiteY201" fmla="*/ 4502436 h 6858000"/>
              <a:gd name="connsiteX202" fmla="*/ 685926 w 7467600"/>
              <a:gd name="connsiteY202" fmla="*/ 4703069 h 6858000"/>
              <a:gd name="connsiteX203" fmla="*/ 684248 w 7467600"/>
              <a:gd name="connsiteY203" fmla="*/ 4706721 h 6858000"/>
              <a:gd name="connsiteX204" fmla="*/ 1423113 w 7467600"/>
              <a:gd name="connsiteY204" fmla="*/ 3874565 h 6858000"/>
              <a:gd name="connsiteX205" fmla="*/ 3316479 w 7467600"/>
              <a:gd name="connsiteY205" fmla="*/ 3872136 h 6858000"/>
              <a:gd name="connsiteX206" fmla="*/ 3546806 w 7467600"/>
              <a:gd name="connsiteY206" fmla="*/ 4356139 h 6858000"/>
              <a:gd name="connsiteX207" fmla="*/ 3364433 w 7467600"/>
              <a:gd name="connsiteY207" fmla="*/ 3953121 h 6858000"/>
              <a:gd name="connsiteX208" fmla="*/ 3316479 w 7467600"/>
              <a:gd name="connsiteY208" fmla="*/ 3872136 h 6858000"/>
              <a:gd name="connsiteX209" fmla="*/ 3291335 w 7467600"/>
              <a:gd name="connsiteY209" fmla="*/ 3767420 h 6858000"/>
              <a:gd name="connsiteX210" fmla="*/ 3390805 w 7467600"/>
              <a:gd name="connsiteY210" fmla="*/ 3937163 h 6858000"/>
              <a:gd name="connsiteX211" fmla="*/ 3579062 w 7467600"/>
              <a:gd name="connsiteY211" fmla="*/ 4359040 h 6858000"/>
              <a:gd name="connsiteX212" fmla="*/ 3467355 w 7467600"/>
              <a:gd name="connsiteY212" fmla="*/ 3988130 h 6858000"/>
              <a:gd name="connsiteX213" fmla="*/ 3310753 w 7467600"/>
              <a:gd name="connsiteY213" fmla="*/ 3787140 h 6858000"/>
              <a:gd name="connsiteX214" fmla="*/ 3291335 w 7467600"/>
              <a:gd name="connsiteY214" fmla="*/ 3767420 h 6858000"/>
              <a:gd name="connsiteX215" fmla="*/ 1635889 w 7467600"/>
              <a:gd name="connsiteY215" fmla="*/ 3709494 h 6858000"/>
              <a:gd name="connsiteX216" fmla="*/ 1634800 w 7467600"/>
              <a:gd name="connsiteY216" fmla="*/ 3731111 h 6858000"/>
              <a:gd name="connsiteX217" fmla="*/ 1635889 w 7467600"/>
              <a:gd name="connsiteY217" fmla="*/ 3709494 h 6858000"/>
              <a:gd name="connsiteX218" fmla="*/ 1510397 w 7467600"/>
              <a:gd name="connsiteY218" fmla="*/ 3684705 h 6858000"/>
              <a:gd name="connsiteX219" fmla="*/ 1146550 w 7467600"/>
              <a:gd name="connsiteY219" fmla="*/ 3802012 h 6858000"/>
              <a:gd name="connsiteX220" fmla="*/ 698834 w 7467600"/>
              <a:gd name="connsiteY220" fmla="*/ 3952272 h 6858000"/>
              <a:gd name="connsiteX221" fmla="*/ 34256 w 7467600"/>
              <a:gd name="connsiteY221" fmla="*/ 4347603 h 6858000"/>
              <a:gd name="connsiteX222" fmla="*/ 527241 w 7467600"/>
              <a:gd name="connsiteY222" fmla="*/ 4065078 h 6858000"/>
              <a:gd name="connsiteX223" fmla="*/ 1510397 w 7467600"/>
              <a:gd name="connsiteY223" fmla="*/ 3684705 h 6858000"/>
              <a:gd name="connsiteX224" fmla="*/ 1313114 w 7467600"/>
              <a:gd name="connsiteY224" fmla="*/ 3655216 h 6858000"/>
              <a:gd name="connsiteX225" fmla="*/ 1109304 w 7467600"/>
              <a:gd name="connsiteY225" fmla="*/ 3669030 h 6858000"/>
              <a:gd name="connsiteX226" fmla="*/ 8129 w 7467600"/>
              <a:gd name="connsiteY226" fmla="*/ 4330519 h 6858000"/>
              <a:gd name="connsiteX227" fmla="*/ 687572 w 7467600"/>
              <a:gd name="connsiteY227" fmla="*/ 3925629 h 6858000"/>
              <a:gd name="connsiteX228" fmla="*/ 1138365 w 7467600"/>
              <a:gd name="connsiteY228" fmla="*/ 3774515 h 6858000"/>
              <a:gd name="connsiteX229" fmla="*/ 1505579 w 7467600"/>
              <a:gd name="connsiteY229" fmla="*/ 3655526 h 6858000"/>
              <a:gd name="connsiteX230" fmla="*/ 1313114 w 7467600"/>
              <a:gd name="connsiteY230" fmla="*/ 3655216 h 6858000"/>
              <a:gd name="connsiteX231" fmla="*/ 3655073 w 7467600"/>
              <a:gd name="connsiteY231" fmla="*/ 3650884 h 6858000"/>
              <a:gd name="connsiteX232" fmla="*/ 3989938 w 7467600"/>
              <a:gd name="connsiteY232" fmla="*/ 3991685 h 6858000"/>
              <a:gd name="connsiteX233" fmla="*/ 4393907 w 7467600"/>
              <a:gd name="connsiteY233" fmla="*/ 4261258 h 6858000"/>
              <a:gd name="connsiteX234" fmla="*/ 4648051 w 7467600"/>
              <a:gd name="connsiteY234" fmla="*/ 4374051 h 6858000"/>
              <a:gd name="connsiteX235" fmla="*/ 4383389 w 7467600"/>
              <a:gd name="connsiteY235" fmla="*/ 4184369 h 6858000"/>
              <a:gd name="connsiteX236" fmla="*/ 4165508 w 7467600"/>
              <a:gd name="connsiteY236" fmla="*/ 4035196 h 6858000"/>
              <a:gd name="connsiteX237" fmla="*/ 4068162 w 7467600"/>
              <a:gd name="connsiteY237" fmla="*/ 3953394 h 6858000"/>
              <a:gd name="connsiteX238" fmla="*/ 3981416 w 7467600"/>
              <a:gd name="connsiteY238" fmla="*/ 3880482 h 6858000"/>
              <a:gd name="connsiteX239" fmla="*/ 3800147 w 7467600"/>
              <a:gd name="connsiteY239" fmla="*/ 3749872 h 6858000"/>
              <a:gd name="connsiteX240" fmla="*/ 3655073 w 7467600"/>
              <a:gd name="connsiteY240" fmla="*/ 3650884 h 6858000"/>
              <a:gd name="connsiteX241" fmla="*/ 3670252 w 7467600"/>
              <a:gd name="connsiteY241" fmla="*/ 3622798 h 6858000"/>
              <a:gd name="connsiteX242" fmla="*/ 3817258 w 7467600"/>
              <a:gd name="connsiteY242" fmla="*/ 3723577 h 6858000"/>
              <a:gd name="connsiteX243" fmla="*/ 4000461 w 7467600"/>
              <a:gd name="connsiteY243" fmla="*/ 3855966 h 6858000"/>
              <a:gd name="connsiteX244" fmla="*/ 4088180 w 7467600"/>
              <a:gd name="connsiteY244" fmla="*/ 3929774 h 6858000"/>
              <a:gd name="connsiteX245" fmla="*/ 4184555 w 7467600"/>
              <a:gd name="connsiteY245" fmla="*/ 4010683 h 6858000"/>
              <a:gd name="connsiteX246" fmla="*/ 4399563 w 7467600"/>
              <a:gd name="connsiteY246" fmla="*/ 4158106 h 6858000"/>
              <a:gd name="connsiteX247" fmla="*/ 4684469 w 7467600"/>
              <a:gd name="connsiteY247" fmla="*/ 4364680 h 6858000"/>
              <a:gd name="connsiteX248" fmla="*/ 4690271 w 7467600"/>
              <a:gd name="connsiteY248" fmla="*/ 4370034 h 6858000"/>
              <a:gd name="connsiteX249" fmla="*/ 4136093 w 7467600"/>
              <a:gd name="connsiteY249" fmla="*/ 3858466 h 6858000"/>
              <a:gd name="connsiteX250" fmla="*/ 3670252 w 7467600"/>
              <a:gd name="connsiteY250" fmla="*/ 3622798 h 6858000"/>
              <a:gd name="connsiteX251" fmla="*/ 4440129 w 7467600"/>
              <a:gd name="connsiteY251" fmla="*/ 3448571 h 6858000"/>
              <a:gd name="connsiteX252" fmla="*/ 4856525 w 7467600"/>
              <a:gd name="connsiteY252" fmla="*/ 3915351 h 6858000"/>
              <a:gd name="connsiteX253" fmla="*/ 5059055 w 7467600"/>
              <a:gd name="connsiteY253" fmla="*/ 4108918 h 6858000"/>
              <a:gd name="connsiteX254" fmla="*/ 5290070 w 7467600"/>
              <a:gd name="connsiteY254" fmla="*/ 4263619 h 6858000"/>
              <a:gd name="connsiteX255" fmla="*/ 4834991 w 7467600"/>
              <a:gd name="connsiteY255" fmla="*/ 3830985 h 6858000"/>
              <a:gd name="connsiteX256" fmla="*/ 4440129 w 7467600"/>
              <a:gd name="connsiteY256" fmla="*/ 3448571 h 6858000"/>
              <a:gd name="connsiteX257" fmla="*/ 4441737 w 7467600"/>
              <a:gd name="connsiteY257" fmla="*/ 3399734 h 6858000"/>
              <a:gd name="connsiteX258" fmla="*/ 4431236 w 7467600"/>
              <a:gd name="connsiteY258" fmla="*/ 3400954 h 6858000"/>
              <a:gd name="connsiteX259" fmla="*/ 4557150 w 7467600"/>
              <a:gd name="connsiteY259" fmla="*/ 3510023 h 6858000"/>
              <a:gd name="connsiteX260" fmla="*/ 4856936 w 7467600"/>
              <a:gd name="connsiteY260" fmla="*/ 3809146 h 6858000"/>
              <a:gd name="connsiteX261" fmla="*/ 5111996 w 7467600"/>
              <a:gd name="connsiteY261" fmla="*/ 4065759 h 6858000"/>
              <a:gd name="connsiteX262" fmla="*/ 5388878 w 7467600"/>
              <a:gd name="connsiteY262" fmla="*/ 4300185 h 6858000"/>
              <a:gd name="connsiteX263" fmla="*/ 5425556 w 7467600"/>
              <a:gd name="connsiteY263" fmla="*/ 4308967 h 6858000"/>
              <a:gd name="connsiteX264" fmla="*/ 4943646 w 7467600"/>
              <a:gd name="connsiteY264" fmla="*/ 3822916 h 6858000"/>
              <a:gd name="connsiteX265" fmla="*/ 4594837 w 7467600"/>
              <a:gd name="connsiteY265" fmla="*/ 3532274 h 6858000"/>
              <a:gd name="connsiteX266" fmla="*/ 4441737 w 7467600"/>
              <a:gd name="connsiteY266" fmla="*/ 3399734 h 6858000"/>
              <a:gd name="connsiteX267" fmla="*/ 5425834 w 7467600"/>
              <a:gd name="connsiteY267" fmla="*/ 3162785 h 6858000"/>
              <a:gd name="connsiteX268" fmla="*/ 5401644 w 7467600"/>
              <a:gd name="connsiteY268" fmla="*/ 3617847 h 6858000"/>
              <a:gd name="connsiteX269" fmla="*/ 5467256 w 7467600"/>
              <a:gd name="connsiteY269" fmla="*/ 4175494 h 6858000"/>
              <a:gd name="connsiteX270" fmla="*/ 5448069 w 7467600"/>
              <a:gd name="connsiteY270" fmla="*/ 3567554 h 6858000"/>
              <a:gd name="connsiteX271" fmla="*/ 5425834 w 7467600"/>
              <a:gd name="connsiteY271" fmla="*/ 3162785 h 6858000"/>
              <a:gd name="connsiteX272" fmla="*/ 1318687 w 7467600"/>
              <a:gd name="connsiteY272" fmla="*/ 3113840 h 6858000"/>
              <a:gd name="connsiteX273" fmla="*/ 1066793 w 7467600"/>
              <a:gd name="connsiteY273" fmla="*/ 3212171 h 6858000"/>
              <a:gd name="connsiteX274" fmla="*/ 993319 w 7467600"/>
              <a:gd name="connsiteY274" fmla="*/ 3247648 h 6858000"/>
              <a:gd name="connsiteX275" fmla="*/ 853081 w 7467600"/>
              <a:gd name="connsiteY275" fmla="*/ 3312410 h 6858000"/>
              <a:gd name="connsiteX276" fmla="*/ 805957 w 7467600"/>
              <a:gd name="connsiteY276" fmla="*/ 3330443 h 6858000"/>
              <a:gd name="connsiteX277" fmla="*/ 1318687 w 7467600"/>
              <a:gd name="connsiteY277" fmla="*/ 3113840 h 6858000"/>
              <a:gd name="connsiteX278" fmla="*/ 5453702 w 7467600"/>
              <a:gd name="connsiteY278" fmla="*/ 3090882 h 6858000"/>
              <a:gd name="connsiteX279" fmla="*/ 5480135 w 7467600"/>
              <a:gd name="connsiteY279" fmla="*/ 3565802 h 6858000"/>
              <a:gd name="connsiteX280" fmla="*/ 5499023 w 7467600"/>
              <a:gd name="connsiteY280" fmla="*/ 4166310 h 6858000"/>
              <a:gd name="connsiteX281" fmla="*/ 5547022 w 7467600"/>
              <a:gd name="connsiteY281" fmla="*/ 3607838 h 6858000"/>
              <a:gd name="connsiteX282" fmla="*/ 5515964 w 7467600"/>
              <a:gd name="connsiteY282" fmla="*/ 3378541 h 6858000"/>
              <a:gd name="connsiteX283" fmla="*/ 5453702 w 7467600"/>
              <a:gd name="connsiteY283" fmla="*/ 3090882 h 6858000"/>
              <a:gd name="connsiteX284" fmla="*/ 1238695 w 7467600"/>
              <a:gd name="connsiteY284" fmla="*/ 3076820 h 6858000"/>
              <a:gd name="connsiteX285" fmla="*/ 716371 w 7467600"/>
              <a:gd name="connsiteY285" fmla="*/ 3293249 h 6858000"/>
              <a:gd name="connsiteX286" fmla="*/ 579522 w 7467600"/>
              <a:gd name="connsiteY286" fmla="*/ 3371759 h 6858000"/>
              <a:gd name="connsiteX287" fmla="*/ 600288 w 7467600"/>
              <a:gd name="connsiteY287" fmla="*/ 3365555 h 6858000"/>
              <a:gd name="connsiteX288" fmla="*/ 840692 w 7467600"/>
              <a:gd name="connsiteY288" fmla="*/ 3284921 h 6858000"/>
              <a:gd name="connsiteX289" fmla="*/ 979248 w 7467600"/>
              <a:gd name="connsiteY289" fmla="*/ 3221003 h 6858000"/>
              <a:gd name="connsiteX290" fmla="*/ 1053282 w 7467600"/>
              <a:gd name="connsiteY290" fmla="*/ 3185247 h 6858000"/>
              <a:gd name="connsiteX291" fmla="*/ 1320603 w 7467600"/>
              <a:gd name="connsiteY291" fmla="*/ 3081281 h 6858000"/>
              <a:gd name="connsiteX292" fmla="*/ 1238695 w 7467600"/>
              <a:gd name="connsiteY292" fmla="*/ 3076820 h 6858000"/>
              <a:gd name="connsiteX293" fmla="*/ 5425627 w 7467600"/>
              <a:gd name="connsiteY293" fmla="*/ 2954192 h 6858000"/>
              <a:gd name="connsiteX294" fmla="*/ 5470770 w 7467600"/>
              <a:gd name="connsiteY294" fmla="*/ 3005435 h 6858000"/>
              <a:gd name="connsiteX295" fmla="*/ 5519779 w 7467600"/>
              <a:gd name="connsiteY295" fmla="*/ 4359223 h 6858000"/>
              <a:gd name="connsiteX296" fmla="*/ 5520293 w 7467600"/>
              <a:gd name="connsiteY296" fmla="*/ 4360602 h 6858000"/>
              <a:gd name="connsiteX297" fmla="*/ 5767221 w 7467600"/>
              <a:gd name="connsiteY297" fmla="*/ 4665564 h 6858000"/>
              <a:gd name="connsiteX298" fmla="*/ 6937169 w 7467600"/>
              <a:gd name="connsiteY298" fmla="*/ 4815941 h 6858000"/>
              <a:gd name="connsiteX299" fmla="*/ 6953922 w 7467600"/>
              <a:gd name="connsiteY299" fmla="*/ 4890068 h 6858000"/>
              <a:gd name="connsiteX300" fmla="*/ 6071359 w 7467600"/>
              <a:gd name="connsiteY300" fmla="*/ 4770770 h 6858000"/>
              <a:gd name="connsiteX301" fmla="*/ 6038839 w 7467600"/>
              <a:gd name="connsiteY301" fmla="*/ 4764474 h 6858000"/>
              <a:gd name="connsiteX302" fmla="*/ 6038706 w 7467600"/>
              <a:gd name="connsiteY302" fmla="*/ 4763847 h 6858000"/>
              <a:gd name="connsiteX303" fmla="*/ 6037784 w 7467600"/>
              <a:gd name="connsiteY303" fmla="*/ 4764270 h 6858000"/>
              <a:gd name="connsiteX304" fmla="*/ 6038839 w 7467600"/>
              <a:gd name="connsiteY304" fmla="*/ 4764474 h 6858000"/>
              <a:gd name="connsiteX305" fmla="*/ 6040338 w 7467600"/>
              <a:gd name="connsiteY305" fmla="*/ 4771418 h 6858000"/>
              <a:gd name="connsiteX306" fmla="*/ 6024488 w 7467600"/>
              <a:gd name="connsiteY306" fmla="*/ 4809903 h 6858000"/>
              <a:gd name="connsiteX307" fmla="*/ 5599771 w 7467600"/>
              <a:gd name="connsiteY307" fmla="*/ 5509652 h 6858000"/>
              <a:gd name="connsiteX308" fmla="*/ 5548843 w 7467600"/>
              <a:gd name="connsiteY308" fmla="*/ 5563845 h 6858000"/>
              <a:gd name="connsiteX309" fmla="*/ 5940952 w 7467600"/>
              <a:gd name="connsiteY309" fmla="*/ 6250028 h 6858000"/>
              <a:gd name="connsiteX310" fmla="*/ 6043441 w 7467600"/>
              <a:gd name="connsiteY310" fmla="*/ 6665847 h 6858000"/>
              <a:gd name="connsiteX311" fmla="*/ 6093432 w 7467600"/>
              <a:gd name="connsiteY311" fmla="*/ 6858000 h 6858000"/>
              <a:gd name="connsiteX312" fmla="*/ 6034344 w 7467600"/>
              <a:gd name="connsiteY312" fmla="*/ 6858000 h 6858000"/>
              <a:gd name="connsiteX313" fmla="*/ 6026679 w 7467600"/>
              <a:gd name="connsiteY313" fmla="*/ 6836959 h 6858000"/>
              <a:gd name="connsiteX314" fmla="*/ 5800441 w 7467600"/>
              <a:gd name="connsiteY314" fmla="*/ 6335286 h 6858000"/>
              <a:gd name="connsiteX315" fmla="*/ 5526562 w 7467600"/>
              <a:gd name="connsiteY315" fmla="*/ 5705388 h 6858000"/>
              <a:gd name="connsiteX316" fmla="*/ 5519640 w 7467600"/>
              <a:gd name="connsiteY316" fmla="*/ 5683774 h 6858000"/>
              <a:gd name="connsiteX317" fmla="*/ 5844559 w 7467600"/>
              <a:gd name="connsiteY317" fmla="*/ 6553349 h 6858000"/>
              <a:gd name="connsiteX318" fmla="*/ 5975994 w 7467600"/>
              <a:gd name="connsiteY318" fmla="*/ 6858000 h 6858000"/>
              <a:gd name="connsiteX319" fmla="*/ 5898547 w 7467600"/>
              <a:gd name="connsiteY319" fmla="*/ 6858000 h 6858000"/>
              <a:gd name="connsiteX320" fmla="*/ 5682041 w 7467600"/>
              <a:gd name="connsiteY320" fmla="*/ 6355860 h 6858000"/>
              <a:gd name="connsiteX321" fmla="*/ 5461758 w 7467600"/>
              <a:gd name="connsiteY321" fmla="*/ 5820220 h 6858000"/>
              <a:gd name="connsiteX322" fmla="*/ 5237282 w 7467600"/>
              <a:gd name="connsiteY322" fmla="*/ 6579086 h 6858000"/>
              <a:gd name="connsiteX323" fmla="*/ 5115009 w 7467600"/>
              <a:gd name="connsiteY323" fmla="*/ 6858000 h 6858000"/>
              <a:gd name="connsiteX324" fmla="*/ 5028074 w 7467600"/>
              <a:gd name="connsiteY324" fmla="*/ 6858000 h 6858000"/>
              <a:gd name="connsiteX325" fmla="*/ 5079508 w 7467600"/>
              <a:gd name="connsiteY325" fmla="*/ 6749074 h 6858000"/>
              <a:gd name="connsiteX326" fmla="*/ 5371846 w 7467600"/>
              <a:gd name="connsiteY326" fmla="*/ 5924413 h 6858000"/>
              <a:gd name="connsiteX327" fmla="*/ 5270512 w 7467600"/>
              <a:gd name="connsiteY327" fmla="*/ 6138975 h 6858000"/>
              <a:gd name="connsiteX328" fmla="*/ 5062409 w 7467600"/>
              <a:gd name="connsiteY328" fmla="*/ 6653544 h 6858000"/>
              <a:gd name="connsiteX329" fmla="*/ 5036628 w 7467600"/>
              <a:gd name="connsiteY329" fmla="*/ 6754247 h 6858000"/>
              <a:gd name="connsiteX330" fmla="*/ 5009112 w 7467600"/>
              <a:gd name="connsiteY330" fmla="*/ 6858000 h 6858000"/>
              <a:gd name="connsiteX331" fmla="*/ 4976679 w 7467600"/>
              <a:gd name="connsiteY331" fmla="*/ 6858000 h 6858000"/>
              <a:gd name="connsiteX332" fmla="*/ 5006537 w 7467600"/>
              <a:gd name="connsiteY332" fmla="*/ 6747068 h 6858000"/>
              <a:gd name="connsiteX333" fmla="*/ 5032723 w 7467600"/>
              <a:gd name="connsiteY333" fmla="*/ 6644957 h 6858000"/>
              <a:gd name="connsiteX334" fmla="*/ 5242949 w 7467600"/>
              <a:gd name="connsiteY334" fmla="*/ 6125175 h 6858000"/>
              <a:gd name="connsiteX335" fmla="*/ 5286321 w 7467600"/>
              <a:gd name="connsiteY335" fmla="*/ 6033555 h 6858000"/>
              <a:gd name="connsiteX336" fmla="*/ 5008210 w 7467600"/>
              <a:gd name="connsiteY336" fmla="*/ 6649194 h 6858000"/>
              <a:gd name="connsiteX337" fmla="*/ 4986321 w 7467600"/>
              <a:gd name="connsiteY337" fmla="*/ 6765687 h 6858000"/>
              <a:gd name="connsiteX338" fmla="*/ 4973474 w 7467600"/>
              <a:gd name="connsiteY338" fmla="*/ 6858000 h 6858000"/>
              <a:gd name="connsiteX339" fmla="*/ 4907178 w 7467600"/>
              <a:gd name="connsiteY339" fmla="*/ 6858000 h 6858000"/>
              <a:gd name="connsiteX340" fmla="*/ 4910810 w 7467600"/>
              <a:gd name="connsiteY340" fmla="*/ 6829660 h 6858000"/>
              <a:gd name="connsiteX341" fmla="*/ 4987461 w 7467600"/>
              <a:gd name="connsiteY341" fmla="*/ 6432994 h 6858000"/>
              <a:gd name="connsiteX342" fmla="*/ 5179262 w 7467600"/>
              <a:gd name="connsiteY342" fmla="*/ 6035044 h 6858000"/>
              <a:gd name="connsiteX343" fmla="*/ 4689678 w 7467600"/>
              <a:gd name="connsiteY343" fmla="*/ 6440241 h 6858000"/>
              <a:gd name="connsiteX344" fmla="*/ 4477543 w 7467600"/>
              <a:gd name="connsiteY344" fmla="*/ 6674836 h 6858000"/>
              <a:gd name="connsiteX345" fmla="*/ 4329957 w 7467600"/>
              <a:gd name="connsiteY345" fmla="*/ 6858000 h 6858000"/>
              <a:gd name="connsiteX346" fmla="*/ 4218595 w 7467600"/>
              <a:gd name="connsiteY346" fmla="*/ 6858000 h 6858000"/>
              <a:gd name="connsiteX347" fmla="*/ 4368888 w 7467600"/>
              <a:gd name="connsiteY347" fmla="*/ 6668412 h 6858000"/>
              <a:gd name="connsiteX348" fmla="*/ 4563091 w 7467600"/>
              <a:gd name="connsiteY348" fmla="*/ 6442508 h 6858000"/>
              <a:gd name="connsiteX349" fmla="*/ 5387324 w 7467600"/>
              <a:gd name="connsiteY349" fmla="*/ 5705830 h 6858000"/>
              <a:gd name="connsiteX350" fmla="*/ 5073620 w 7467600"/>
              <a:gd name="connsiteY350" fmla="*/ 5955437 h 6858000"/>
              <a:gd name="connsiteX351" fmla="*/ 4689789 w 7467600"/>
              <a:gd name="connsiteY351" fmla="*/ 6268382 h 6858000"/>
              <a:gd name="connsiteX352" fmla="*/ 4418722 w 7467600"/>
              <a:gd name="connsiteY352" fmla="*/ 6570886 h 6858000"/>
              <a:gd name="connsiteX353" fmla="*/ 4214944 w 7467600"/>
              <a:gd name="connsiteY353" fmla="*/ 6858000 h 6858000"/>
              <a:gd name="connsiteX354" fmla="*/ 4177898 w 7467600"/>
              <a:gd name="connsiteY354" fmla="*/ 6858000 h 6858000"/>
              <a:gd name="connsiteX355" fmla="*/ 4391597 w 7467600"/>
              <a:gd name="connsiteY355" fmla="*/ 6556370 h 6858000"/>
              <a:gd name="connsiteX356" fmla="*/ 4668889 w 7467600"/>
              <a:gd name="connsiteY356" fmla="*/ 6246399 h 6858000"/>
              <a:gd name="connsiteX357" fmla="*/ 5055427 w 7467600"/>
              <a:gd name="connsiteY357" fmla="*/ 5931476 h 6858000"/>
              <a:gd name="connsiteX358" fmla="*/ 5371814 w 7467600"/>
              <a:gd name="connsiteY358" fmla="*/ 5678975 h 6858000"/>
              <a:gd name="connsiteX359" fmla="*/ 4987918 w 7467600"/>
              <a:gd name="connsiteY359" fmla="*/ 5838701 h 6858000"/>
              <a:gd name="connsiteX360" fmla="*/ 4317146 w 7467600"/>
              <a:gd name="connsiteY360" fmla="*/ 6587716 h 6858000"/>
              <a:gd name="connsiteX361" fmla="*/ 4171627 w 7467600"/>
              <a:gd name="connsiteY361" fmla="*/ 6858000 h 6858000"/>
              <a:gd name="connsiteX362" fmla="*/ 4081585 w 7467600"/>
              <a:gd name="connsiteY362" fmla="*/ 6858000 h 6858000"/>
              <a:gd name="connsiteX363" fmla="*/ 4238603 w 7467600"/>
              <a:gd name="connsiteY363" fmla="*/ 6559341 h 6858000"/>
              <a:gd name="connsiteX364" fmla="*/ 4778333 w 7467600"/>
              <a:gd name="connsiteY364" fmla="*/ 5873626 h 6858000"/>
              <a:gd name="connsiteX365" fmla="*/ 5414185 w 7467600"/>
              <a:gd name="connsiteY365" fmla="*/ 5573882 h 6858000"/>
              <a:gd name="connsiteX366" fmla="*/ 5959648 w 7467600"/>
              <a:gd name="connsiteY366" fmla="*/ 4760797 h 6858000"/>
              <a:gd name="connsiteX367" fmla="*/ 5355019 w 7467600"/>
              <a:gd name="connsiteY367" fmla="*/ 4734672 h 6858000"/>
              <a:gd name="connsiteX368" fmla="*/ 5083565 w 7467600"/>
              <a:gd name="connsiteY368" fmla="*/ 5179121 h 6858000"/>
              <a:gd name="connsiteX369" fmla="*/ 4713577 w 7467600"/>
              <a:gd name="connsiteY369" fmla="*/ 5616803 h 6858000"/>
              <a:gd name="connsiteX370" fmla="*/ 3989559 w 7467600"/>
              <a:gd name="connsiteY370" fmla="*/ 6145945 h 6858000"/>
              <a:gd name="connsiteX371" fmla="*/ 3939824 w 7467600"/>
              <a:gd name="connsiteY371" fmla="*/ 6066900 h 6858000"/>
              <a:gd name="connsiteX372" fmla="*/ 4584537 w 7467600"/>
              <a:gd name="connsiteY372" fmla="*/ 5324826 h 6858000"/>
              <a:gd name="connsiteX373" fmla="*/ 5037105 w 7467600"/>
              <a:gd name="connsiteY373" fmla="*/ 5088765 h 6858000"/>
              <a:gd name="connsiteX374" fmla="*/ 5039930 w 7467600"/>
              <a:gd name="connsiteY374" fmla="*/ 5089585 h 6858000"/>
              <a:gd name="connsiteX375" fmla="*/ 5263764 w 7467600"/>
              <a:gd name="connsiteY375" fmla="*/ 4735525 h 6858000"/>
              <a:gd name="connsiteX376" fmla="*/ 4086300 w 7467600"/>
              <a:gd name="connsiteY376" fmla="*/ 4884599 h 6858000"/>
              <a:gd name="connsiteX377" fmla="*/ 4085485 w 7467600"/>
              <a:gd name="connsiteY377" fmla="*/ 4899070 h 6858000"/>
              <a:gd name="connsiteX378" fmla="*/ 3871915 w 7467600"/>
              <a:gd name="connsiteY378" fmla="*/ 5253645 h 6858000"/>
              <a:gd name="connsiteX379" fmla="*/ 3799374 w 7467600"/>
              <a:gd name="connsiteY379" fmla="*/ 5466127 h 6858000"/>
              <a:gd name="connsiteX380" fmla="*/ 3498850 w 7467600"/>
              <a:gd name="connsiteY380" fmla="*/ 6661888 h 6858000"/>
              <a:gd name="connsiteX381" fmla="*/ 3399216 w 7467600"/>
              <a:gd name="connsiteY381" fmla="*/ 6858000 h 6858000"/>
              <a:gd name="connsiteX382" fmla="*/ 3303688 w 7467600"/>
              <a:gd name="connsiteY382" fmla="*/ 6858000 h 6858000"/>
              <a:gd name="connsiteX383" fmla="*/ 3391774 w 7467600"/>
              <a:gd name="connsiteY383" fmla="*/ 6697181 h 6858000"/>
              <a:gd name="connsiteX384" fmla="*/ 3735540 w 7467600"/>
              <a:gd name="connsiteY384" fmla="*/ 5546923 h 6858000"/>
              <a:gd name="connsiteX385" fmla="*/ 3729438 w 7467600"/>
              <a:gd name="connsiteY385" fmla="*/ 5569058 h 6858000"/>
              <a:gd name="connsiteX386" fmla="*/ 3707782 w 7467600"/>
              <a:gd name="connsiteY386" fmla="*/ 5644908 h 6858000"/>
              <a:gd name="connsiteX387" fmla="*/ 3583827 w 7467600"/>
              <a:gd name="connsiteY387" fmla="*/ 6039215 h 6858000"/>
              <a:gd name="connsiteX388" fmla="*/ 3547861 w 7467600"/>
              <a:gd name="connsiteY388" fmla="*/ 6129609 h 6858000"/>
              <a:gd name="connsiteX389" fmla="*/ 3490905 w 7467600"/>
              <a:gd name="connsiteY389" fmla="*/ 6277660 h 6858000"/>
              <a:gd name="connsiteX390" fmla="*/ 3455859 w 7467600"/>
              <a:gd name="connsiteY390" fmla="*/ 6391301 h 6858000"/>
              <a:gd name="connsiteX391" fmla="*/ 3429112 w 7467600"/>
              <a:gd name="connsiteY391" fmla="*/ 6479469 h 6858000"/>
              <a:gd name="connsiteX392" fmla="*/ 3304862 w 7467600"/>
              <a:gd name="connsiteY392" fmla="*/ 6796476 h 6858000"/>
              <a:gd name="connsiteX393" fmla="*/ 3276071 w 7467600"/>
              <a:gd name="connsiteY393" fmla="*/ 6858000 h 6858000"/>
              <a:gd name="connsiteX394" fmla="*/ 3240805 w 7467600"/>
              <a:gd name="connsiteY394" fmla="*/ 6858000 h 6858000"/>
              <a:gd name="connsiteX395" fmla="*/ 3275917 w 7467600"/>
              <a:gd name="connsiteY395" fmla="*/ 6783192 h 6858000"/>
              <a:gd name="connsiteX396" fmla="*/ 3399358 w 7467600"/>
              <a:gd name="connsiteY396" fmla="*/ 6469011 h 6858000"/>
              <a:gd name="connsiteX397" fmla="*/ 3425650 w 7467600"/>
              <a:gd name="connsiteY397" fmla="*/ 6381333 h 6858000"/>
              <a:gd name="connsiteX398" fmla="*/ 3460661 w 7467600"/>
              <a:gd name="connsiteY398" fmla="*/ 6266763 h 6858000"/>
              <a:gd name="connsiteX399" fmla="*/ 3518021 w 7467600"/>
              <a:gd name="connsiteY399" fmla="*/ 6117298 h 6858000"/>
              <a:gd name="connsiteX400" fmla="*/ 3554035 w 7467600"/>
              <a:gd name="connsiteY400" fmla="*/ 6027832 h 6858000"/>
              <a:gd name="connsiteX401" fmla="*/ 3677174 w 7467600"/>
              <a:gd name="connsiteY401" fmla="*/ 5636351 h 6858000"/>
              <a:gd name="connsiteX402" fmla="*/ 3698819 w 7467600"/>
              <a:gd name="connsiteY402" fmla="*/ 5560503 h 6858000"/>
              <a:gd name="connsiteX403" fmla="*/ 3702094 w 7467600"/>
              <a:gd name="connsiteY403" fmla="*/ 5549194 h 6858000"/>
              <a:gd name="connsiteX404" fmla="*/ 3398355 w 7467600"/>
              <a:gd name="connsiteY404" fmla="*/ 6094603 h 6858000"/>
              <a:gd name="connsiteX405" fmla="*/ 3193941 w 7467600"/>
              <a:gd name="connsiteY405" fmla="*/ 6798775 h 6858000"/>
              <a:gd name="connsiteX406" fmla="*/ 3184140 w 7467600"/>
              <a:gd name="connsiteY406" fmla="*/ 6858000 h 6858000"/>
              <a:gd name="connsiteX407" fmla="*/ 3099978 w 7467600"/>
              <a:gd name="connsiteY407" fmla="*/ 6858000 h 6858000"/>
              <a:gd name="connsiteX408" fmla="*/ 3101556 w 7467600"/>
              <a:gd name="connsiteY408" fmla="*/ 6843337 h 6858000"/>
              <a:gd name="connsiteX409" fmla="*/ 3370162 w 7467600"/>
              <a:gd name="connsiteY409" fmla="*/ 5785550 h 6858000"/>
              <a:gd name="connsiteX410" fmla="*/ 3746477 w 7467600"/>
              <a:gd name="connsiteY410" fmla="*/ 5377889 h 6858000"/>
              <a:gd name="connsiteX411" fmla="*/ 3863399 w 7467600"/>
              <a:gd name="connsiteY411" fmla="*/ 5087257 h 6858000"/>
              <a:gd name="connsiteX412" fmla="*/ 3968712 w 7467600"/>
              <a:gd name="connsiteY412" fmla="*/ 4913989 h 6858000"/>
              <a:gd name="connsiteX413" fmla="*/ 2792390 w 7467600"/>
              <a:gd name="connsiteY413" fmla="*/ 5382974 h 6858000"/>
              <a:gd name="connsiteX414" fmla="*/ 2714982 w 7467600"/>
              <a:gd name="connsiteY414" fmla="*/ 5427051 h 6858000"/>
              <a:gd name="connsiteX415" fmla="*/ 2813361 w 7467600"/>
              <a:gd name="connsiteY415" fmla="*/ 6023912 h 6858000"/>
              <a:gd name="connsiteX416" fmla="*/ 2688430 w 7467600"/>
              <a:gd name="connsiteY416" fmla="*/ 6801564 h 6858000"/>
              <a:gd name="connsiteX417" fmla="*/ 2629626 w 7467600"/>
              <a:gd name="connsiteY417" fmla="*/ 6763394 h 6858000"/>
              <a:gd name="connsiteX418" fmla="*/ 2565328 w 7467600"/>
              <a:gd name="connsiteY418" fmla="*/ 5516399 h 6858000"/>
              <a:gd name="connsiteX419" fmla="*/ 1922999 w 7467600"/>
              <a:gd name="connsiteY419" fmla="*/ 5980343 h 6858000"/>
              <a:gd name="connsiteX420" fmla="*/ 1950261 w 7467600"/>
              <a:gd name="connsiteY420" fmla="*/ 6405858 h 6858000"/>
              <a:gd name="connsiteX421" fmla="*/ 2365554 w 7467600"/>
              <a:gd name="connsiteY421" fmla="*/ 6759107 h 6858000"/>
              <a:gd name="connsiteX422" fmla="*/ 2424142 w 7467600"/>
              <a:gd name="connsiteY422" fmla="*/ 6858000 h 6858000"/>
              <a:gd name="connsiteX423" fmla="*/ 2395994 w 7467600"/>
              <a:gd name="connsiteY423" fmla="*/ 6858000 h 6858000"/>
              <a:gd name="connsiteX424" fmla="*/ 2392863 w 7467600"/>
              <a:gd name="connsiteY424" fmla="*/ 6852964 h 6858000"/>
              <a:gd name="connsiteX425" fmla="*/ 2017589 w 7467600"/>
              <a:gd name="connsiteY425" fmla="*/ 6493982 h 6858000"/>
              <a:gd name="connsiteX426" fmla="*/ 2147336 w 7467600"/>
              <a:gd name="connsiteY426" fmla="*/ 6594052 h 6858000"/>
              <a:gd name="connsiteX427" fmla="*/ 2207047 w 7467600"/>
              <a:gd name="connsiteY427" fmla="*/ 6654540 h 6858000"/>
              <a:gd name="connsiteX428" fmla="*/ 2299106 w 7467600"/>
              <a:gd name="connsiteY428" fmla="*/ 6778931 h 6858000"/>
              <a:gd name="connsiteX429" fmla="*/ 2314430 w 7467600"/>
              <a:gd name="connsiteY429" fmla="*/ 6801144 h 6858000"/>
              <a:gd name="connsiteX430" fmla="*/ 2352406 w 7467600"/>
              <a:gd name="connsiteY430" fmla="*/ 6858000 h 6858000"/>
              <a:gd name="connsiteX431" fmla="*/ 2314492 w 7467600"/>
              <a:gd name="connsiteY431" fmla="*/ 6858000 h 6858000"/>
              <a:gd name="connsiteX432" fmla="*/ 2288095 w 7467600"/>
              <a:gd name="connsiteY432" fmla="*/ 6818030 h 6858000"/>
              <a:gd name="connsiteX433" fmla="*/ 2272768 w 7467600"/>
              <a:gd name="connsiteY433" fmla="*/ 6795822 h 6858000"/>
              <a:gd name="connsiteX434" fmla="*/ 2182715 w 7467600"/>
              <a:gd name="connsiteY434" fmla="*/ 6675071 h 6858000"/>
              <a:gd name="connsiteX435" fmla="*/ 2032061 w 7467600"/>
              <a:gd name="connsiteY435" fmla="*/ 6541380 h 6858000"/>
              <a:gd name="connsiteX436" fmla="*/ 2257220 w 7467600"/>
              <a:gd name="connsiteY436" fmla="*/ 6826257 h 6858000"/>
              <a:gd name="connsiteX437" fmla="*/ 2281324 w 7467600"/>
              <a:gd name="connsiteY437" fmla="*/ 6858000 h 6858000"/>
              <a:gd name="connsiteX438" fmla="*/ 2242860 w 7467600"/>
              <a:gd name="connsiteY438" fmla="*/ 6858000 h 6858000"/>
              <a:gd name="connsiteX439" fmla="*/ 2232818 w 7467600"/>
              <a:gd name="connsiteY439" fmla="*/ 6844926 h 6858000"/>
              <a:gd name="connsiteX440" fmla="*/ 1990172 w 7467600"/>
              <a:gd name="connsiteY440" fmla="*/ 6542121 h 6858000"/>
              <a:gd name="connsiteX441" fmla="*/ 2124090 w 7467600"/>
              <a:gd name="connsiteY441" fmla="*/ 6761017 h 6858000"/>
              <a:gd name="connsiteX442" fmla="*/ 2200380 w 7467600"/>
              <a:gd name="connsiteY442" fmla="*/ 6858000 h 6858000"/>
              <a:gd name="connsiteX443" fmla="*/ 2147507 w 7467600"/>
              <a:gd name="connsiteY443" fmla="*/ 6858000 h 6858000"/>
              <a:gd name="connsiteX444" fmla="*/ 2070668 w 7467600"/>
              <a:gd name="connsiteY444" fmla="*/ 6761520 h 6858000"/>
              <a:gd name="connsiteX445" fmla="*/ 1975142 w 7467600"/>
              <a:gd name="connsiteY445" fmla="*/ 6585570 h 6858000"/>
              <a:gd name="connsiteX446" fmla="*/ 2050035 w 7467600"/>
              <a:gd name="connsiteY446" fmla="*/ 6813345 h 6858000"/>
              <a:gd name="connsiteX447" fmla="*/ 2063025 w 7467600"/>
              <a:gd name="connsiteY447" fmla="*/ 6858000 h 6858000"/>
              <a:gd name="connsiteX448" fmla="*/ 2021675 w 7467600"/>
              <a:gd name="connsiteY448" fmla="*/ 6858000 h 6858000"/>
              <a:gd name="connsiteX449" fmla="*/ 2019308 w 7467600"/>
              <a:gd name="connsiteY449" fmla="*/ 6847118 h 6858000"/>
              <a:gd name="connsiteX450" fmla="*/ 1938835 w 7467600"/>
              <a:gd name="connsiteY450" fmla="*/ 6551160 h 6858000"/>
              <a:gd name="connsiteX451" fmla="*/ 1953230 w 7467600"/>
              <a:gd name="connsiteY451" fmla="*/ 6759699 h 6858000"/>
              <a:gd name="connsiteX452" fmla="*/ 1956763 w 7467600"/>
              <a:gd name="connsiteY452" fmla="*/ 6778191 h 6858000"/>
              <a:gd name="connsiteX453" fmla="*/ 1967925 w 7467600"/>
              <a:gd name="connsiteY453" fmla="*/ 6858000 h 6858000"/>
              <a:gd name="connsiteX454" fmla="*/ 1936622 w 7467600"/>
              <a:gd name="connsiteY454" fmla="*/ 6858000 h 6858000"/>
              <a:gd name="connsiteX455" fmla="*/ 1926261 w 7467600"/>
              <a:gd name="connsiteY455" fmla="*/ 6784064 h 6858000"/>
              <a:gd name="connsiteX456" fmla="*/ 1922724 w 7467600"/>
              <a:gd name="connsiteY456" fmla="*/ 6765577 h 6858000"/>
              <a:gd name="connsiteX457" fmla="*/ 1904650 w 7467600"/>
              <a:gd name="connsiteY457" fmla="*/ 6639616 h 6858000"/>
              <a:gd name="connsiteX458" fmla="*/ 1885273 w 7467600"/>
              <a:gd name="connsiteY458" fmla="*/ 6858000 h 6858000"/>
              <a:gd name="connsiteX459" fmla="*/ 1854363 w 7467600"/>
              <a:gd name="connsiteY459" fmla="*/ 6858000 h 6858000"/>
              <a:gd name="connsiteX460" fmla="*/ 1880391 w 7467600"/>
              <a:gd name="connsiteY460" fmla="*/ 6603796 h 6858000"/>
              <a:gd name="connsiteX461" fmla="*/ 1818273 w 7467600"/>
              <a:gd name="connsiteY461" fmla="*/ 6715729 h 6858000"/>
              <a:gd name="connsiteX462" fmla="*/ 1794691 w 7467600"/>
              <a:gd name="connsiteY462" fmla="*/ 6843239 h 6858000"/>
              <a:gd name="connsiteX463" fmla="*/ 1794914 w 7467600"/>
              <a:gd name="connsiteY463" fmla="*/ 6858000 h 6858000"/>
              <a:gd name="connsiteX464" fmla="*/ 1746128 w 7467600"/>
              <a:gd name="connsiteY464" fmla="*/ 6858000 h 6858000"/>
              <a:gd name="connsiteX465" fmla="*/ 1753934 w 7467600"/>
              <a:gd name="connsiteY465" fmla="*/ 6724796 h 6858000"/>
              <a:gd name="connsiteX466" fmla="*/ 1792053 w 7467600"/>
              <a:gd name="connsiteY466" fmla="*/ 6572396 h 6858000"/>
              <a:gd name="connsiteX467" fmla="*/ 1862248 w 7467600"/>
              <a:gd name="connsiteY467" fmla="*/ 6266397 h 6858000"/>
              <a:gd name="connsiteX468" fmla="*/ 1862250 w 7467600"/>
              <a:gd name="connsiteY468" fmla="*/ 6033531 h 6858000"/>
              <a:gd name="connsiteX469" fmla="*/ 1211999 w 7467600"/>
              <a:gd name="connsiteY469" fmla="*/ 6683610 h 6858000"/>
              <a:gd name="connsiteX470" fmla="*/ 1213266 w 7467600"/>
              <a:gd name="connsiteY470" fmla="*/ 6691947 h 6858000"/>
              <a:gd name="connsiteX471" fmla="*/ 1203370 w 7467600"/>
              <a:gd name="connsiteY471" fmla="*/ 6850676 h 6858000"/>
              <a:gd name="connsiteX472" fmla="*/ 1203671 w 7467600"/>
              <a:gd name="connsiteY472" fmla="*/ 6858000 h 6858000"/>
              <a:gd name="connsiteX473" fmla="*/ 1143180 w 7467600"/>
              <a:gd name="connsiteY473" fmla="*/ 6858000 h 6858000"/>
              <a:gd name="connsiteX474" fmla="*/ 1142176 w 7467600"/>
              <a:gd name="connsiteY474" fmla="*/ 6766045 h 6858000"/>
              <a:gd name="connsiteX475" fmla="*/ 1067484 w 7467600"/>
              <a:gd name="connsiteY475" fmla="*/ 6858000 h 6858000"/>
              <a:gd name="connsiteX476" fmla="*/ 953928 w 7467600"/>
              <a:gd name="connsiteY476" fmla="*/ 6858000 h 6858000"/>
              <a:gd name="connsiteX477" fmla="*/ 959715 w 7467600"/>
              <a:gd name="connsiteY477" fmla="*/ 6850185 h 6858000"/>
              <a:gd name="connsiteX478" fmla="*/ 1483788 w 7467600"/>
              <a:gd name="connsiteY478" fmla="*/ 6259174 h 6858000"/>
              <a:gd name="connsiteX479" fmla="*/ 1100671 w 7467600"/>
              <a:gd name="connsiteY479" fmla="*/ 6252137 h 6858000"/>
              <a:gd name="connsiteX480" fmla="*/ 1090144 w 7467600"/>
              <a:gd name="connsiteY480" fmla="*/ 6256748 h 6858000"/>
              <a:gd name="connsiteX481" fmla="*/ 1095872 w 7467600"/>
              <a:gd name="connsiteY481" fmla="*/ 6271892 h 6858000"/>
              <a:gd name="connsiteX482" fmla="*/ 262785 w 7467600"/>
              <a:gd name="connsiteY482" fmla="*/ 6845450 h 6858000"/>
              <a:gd name="connsiteX483" fmla="*/ 209968 w 7467600"/>
              <a:gd name="connsiteY483" fmla="*/ 6770713 h 6858000"/>
              <a:gd name="connsiteX484" fmla="*/ 873460 w 7467600"/>
              <a:gd name="connsiteY484" fmla="*/ 6253768 h 6858000"/>
              <a:gd name="connsiteX485" fmla="*/ 192686 w 7467600"/>
              <a:gd name="connsiteY485" fmla="*/ 5849257 h 6858000"/>
              <a:gd name="connsiteX486" fmla="*/ 4696 w 7467600"/>
              <a:gd name="connsiteY486" fmla="*/ 5697668 h 6858000"/>
              <a:gd name="connsiteX487" fmla="*/ 0 w 7467600"/>
              <a:gd name="connsiteY487" fmla="*/ 5689984 h 6858000"/>
              <a:gd name="connsiteX488" fmla="*/ 0 w 7467600"/>
              <a:gd name="connsiteY488" fmla="*/ 5513472 h 6858000"/>
              <a:gd name="connsiteX489" fmla="*/ 174101 w 7467600"/>
              <a:gd name="connsiteY489" fmla="*/ 5620277 h 6858000"/>
              <a:gd name="connsiteX490" fmla="*/ 891800 w 7467600"/>
              <a:gd name="connsiteY490" fmla="*/ 6036935 h 6858000"/>
              <a:gd name="connsiteX491" fmla="*/ 1072219 w 7467600"/>
              <a:gd name="connsiteY491" fmla="*/ 6169443 h 6858000"/>
              <a:gd name="connsiteX492" fmla="*/ 1074117 w 7467600"/>
              <a:gd name="connsiteY492" fmla="*/ 6170301 h 6858000"/>
              <a:gd name="connsiteX493" fmla="*/ 1083114 w 7467600"/>
              <a:gd name="connsiteY493" fmla="*/ 6174131 h 6858000"/>
              <a:gd name="connsiteX494" fmla="*/ 1543010 w 7467600"/>
              <a:gd name="connsiteY494" fmla="*/ 6191140 h 6858000"/>
              <a:gd name="connsiteX495" fmla="*/ 1551080 w 7467600"/>
              <a:gd name="connsiteY495" fmla="*/ 6195006 h 6858000"/>
              <a:gd name="connsiteX496" fmla="*/ 2345443 w 7467600"/>
              <a:gd name="connsiteY496" fmla="*/ 5549882 h 6858000"/>
              <a:gd name="connsiteX497" fmla="*/ 1721499 w 7467600"/>
              <a:gd name="connsiteY497" fmla="*/ 5599969 h 6858000"/>
              <a:gd name="connsiteX498" fmla="*/ 767716 w 7467600"/>
              <a:gd name="connsiteY498" fmla="*/ 5472768 h 6858000"/>
              <a:gd name="connsiteX499" fmla="*/ 722147 w 7467600"/>
              <a:gd name="connsiteY499" fmla="*/ 5393091 h 6858000"/>
              <a:gd name="connsiteX500" fmla="*/ 1485552 w 7467600"/>
              <a:gd name="connsiteY500" fmla="*/ 5313202 h 6858000"/>
              <a:gd name="connsiteX501" fmla="*/ 2143004 w 7467600"/>
              <a:gd name="connsiteY501" fmla="*/ 5402420 h 6858000"/>
              <a:gd name="connsiteX502" fmla="*/ 1933391 w 7467600"/>
              <a:gd name="connsiteY502" fmla="*/ 5156971 h 6858000"/>
              <a:gd name="connsiteX503" fmla="*/ 1827118 w 7467600"/>
              <a:gd name="connsiteY503" fmla="*/ 4968410 h 6858000"/>
              <a:gd name="connsiteX504" fmla="*/ 1837349 w 7467600"/>
              <a:gd name="connsiteY504" fmla="*/ 4956357 h 6858000"/>
              <a:gd name="connsiteX505" fmla="*/ 2162835 w 7467600"/>
              <a:gd name="connsiteY505" fmla="*/ 5187853 h 6858000"/>
              <a:gd name="connsiteX506" fmla="*/ 2257167 w 7467600"/>
              <a:gd name="connsiteY506" fmla="*/ 5462123 h 6858000"/>
              <a:gd name="connsiteX507" fmla="*/ 2261598 w 7467600"/>
              <a:gd name="connsiteY507" fmla="*/ 5467998 h 6858000"/>
              <a:gd name="connsiteX508" fmla="*/ 2437177 w 7467600"/>
              <a:gd name="connsiteY508" fmla="*/ 5479608 h 6858000"/>
              <a:gd name="connsiteX509" fmla="*/ 2445247 w 7467600"/>
              <a:gd name="connsiteY509" fmla="*/ 5483476 h 6858000"/>
              <a:gd name="connsiteX510" fmla="*/ 2743626 w 7467600"/>
              <a:gd name="connsiteY510" fmla="*/ 5304819 h 6858000"/>
              <a:gd name="connsiteX511" fmla="*/ 3048102 w 7467600"/>
              <a:gd name="connsiteY511" fmla="*/ 5150595 h 6858000"/>
              <a:gd name="connsiteX512" fmla="*/ 1799414 w 7467600"/>
              <a:gd name="connsiteY512" fmla="*/ 4694732 h 6858000"/>
              <a:gd name="connsiteX513" fmla="*/ 1771735 w 7467600"/>
              <a:gd name="connsiteY513" fmla="*/ 4619929 h 6858000"/>
              <a:gd name="connsiteX514" fmla="*/ 3104273 w 7467600"/>
              <a:gd name="connsiteY514" fmla="*/ 5076159 h 6858000"/>
              <a:gd name="connsiteX515" fmla="*/ 3113245 w 7467600"/>
              <a:gd name="connsiteY515" fmla="*/ 5090705 h 6858000"/>
              <a:gd name="connsiteX516" fmla="*/ 3126294 w 7467600"/>
              <a:gd name="connsiteY516" fmla="*/ 5114400 h 6858000"/>
              <a:gd name="connsiteX517" fmla="*/ 3937433 w 7467600"/>
              <a:gd name="connsiteY517" fmla="*/ 4830473 h 6858000"/>
              <a:gd name="connsiteX518" fmla="*/ 3590475 w 7467600"/>
              <a:gd name="connsiteY518" fmla="*/ 4597974 h 6858000"/>
              <a:gd name="connsiteX519" fmla="*/ 3100264 w 7467600"/>
              <a:gd name="connsiteY519" fmla="*/ 4579845 h 6858000"/>
              <a:gd name="connsiteX520" fmla="*/ 2183576 w 7467600"/>
              <a:gd name="connsiteY520" fmla="*/ 4227150 h 6858000"/>
              <a:gd name="connsiteX521" fmla="*/ 2151029 w 7467600"/>
              <a:gd name="connsiteY521" fmla="*/ 4146947 h 6858000"/>
              <a:gd name="connsiteX522" fmla="*/ 3563434 w 7467600"/>
              <a:gd name="connsiteY522" fmla="*/ 4469115 h 6858000"/>
              <a:gd name="connsiteX523" fmla="*/ 3177952 w 7467600"/>
              <a:gd name="connsiteY523" fmla="*/ 3657386 h 6858000"/>
              <a:gd name="connsiteX524" fmla="*/ 3189263 w 7467600"/>
              <a:gd name="connsiteY524" fmla="*/ 3625726 h 6858000"/>
              <a:gd name="connsiteX525" fmla="*/ 3560912 w 7467600"/>
              <a:gd name="connsiteY525" fmla="*/ 4079863 h 6858000"/>
              <a:gd name="connsiteX526" fmla="*/ 3626636 w 7467600"/>
              <a:gd name="connsiteY526" fmla="*/ 4512230 h 6858000"/>
              <a:gd name="connsiteX527" fmla="*/ 3653088 w 7467600"/>
              <a:gd name="connsiteY527" fmla="*/ 4521417 h 6858000"/>
              <a:gd name="connsiteX528" fmla="*/ 3988128 w 7467600"/>
              <a:gd name="connsiteY528" fmla="*/ 4817267 h 6858000"/>
              <a:gd name="connsiteX529" fmla="*/ 4830582 w 7467600"/>
              <a:gd name="connsiteY529" fmla="*/ 4676000 h 6858000"/>
              <a:gd name="connsiteX530" fmla="*/ 4830100 w 7467600"/>
              <a:gd name="connsiteY530" fmla="*/ 4675554 h 6858000"/>
              <a:gd name="connsiteX531" fmla="*/ 4036318 w 7467600"/>
              <a:gd name="connsiteY531" fmla="*/ 4147013 h 6858000"/>
              <a:gd name="connsiteX532" fmla="*/ 3432098 w 7467600"/>
              <a:gd name="connsiteY532" fmla="*/ 3537312 h 6858000"/>
              <a:gd name="connsiteX533" fmla="*/ 3446761 w 7467600"/>
              <a:gd name="connsiteY533" fmla="*/ 3461278 h 6858000"/>
              <a:gd name="connsiteX534" fmla="*/ 4419733 w 7467600"/>
              <a:gd name="connsiteY534" fmla="*/ 3963555 h 6858000"/>
              <a:gd name="connsiteX535" fmla="*/ 4781371 w 7467600"/>
              <a:gd name="connsiteY535" fmla="*/ 4458604 h 6858000"/>
              <a:gd name="connsiteX536" fmla="*/ 4780440 w 7467600"/>
              <a:gd name="connsiteY536" fmla="*/ 4470290 h 6858000"/>
              <a:gd name="connsiteX537" fmla="*/ 4898954 w 7467600"/>
              <a:gd name="connsiteY537" fmla="*/ 4662092 h 6858000"/>
              <a:gd name="connsiteX538" fmla="*/ 4900699 w 7467600"/>
              <a:gd name="connsiteY538" fmla="*/ 4670867 h 6858000"/>
              <a:gd name="connsiteX539" fmla="*/ 5714511 w 7467600"/>
              <a:gd name="connsiteY539" fmla="*/ 4663483 h 6858000"/>
              <a:gd name="connsiteX540" fmla="*/ 5464793 w 7467600"/>
              <a:gd name="connsiteY540" fmla="*/ 4393556 h 6858000"/>
              <a:gd name="connsiteX541" fmla="*/ 5461897 w 7467600"/>
              <a:gd name="connsiteY541" fmla="*/ 4390879 h 6858000"/>
              <a:gd name="connsiteX542" fmla="*/ 4294126 w 7467600"/>
              <a:gd name="connsiteY542" fmla="*/ 3303048 h 6858000"/>
              <a:gd name="connsiteX543" fmla="*/ 4305321 w 7467600"/>
              <a:gd name="connsiteY543" fmla="*/ 3256953 h 6858000"/>
              <a:gd name="connsiteX544" fmla="*/ 4949299 w 7467600"/>
              <a:gd name="connsiteY544" fmla="*/ 3766336 h 6858000"/>
              <a:gd name="connsiteX545" fmla="*/ 5291452 w 7467600"/>
              <a:gd name="connsiteY545" fmla="*/ 4076801 h 6858000"/>
              <a:gd name="connsiteX546" fmla="*/ 5434998 w 7467600"/>
              <a:gd name="connsiteY546" fmla="*/ 4254100 h 6858000"/>
              <a:gd name="connsiteX547" fmla="*/ 5351015 w 7467600"/>
              <a:gd name="connsiteY547" fmla="*/ 3760989 h 6858000"/>
              <a:gd name="connsiteX548" fmla="*/ 5413780 w 7467600"/>
              <a:gd name="connsiteY548" fmla="*/ 2966265 h 6858000"/>
              <a:gd name="connsiteX549" fmla="*/ 5425627 w 7467600"/>
              <a:gd name="connsiteY549" fmla="*/ 2954192 h 6858000"/>
              <a:gd name="connsiteX550" fmla="*/ 6604735 w 7467600"/>
              <a:gd name="connsiteY550" fmla="*/ 2041381 h 6858000"/>
              <a:gd name="connsiteX551" fmla="*/ 7204487 w 7467600"/>
              <a:gd name="connsiteY551" fmla="*/ 2742112 h 6858000"/>
              <a:gd name="connsiteX552" fmla="*/ 7131592 w 7467600"/>
              <a:gd name="connsiteY552" fmla="*/ 2672096 h 6858000"/>
              <a:gd name="connsiteX553" fmla="*/ 6996344 w 7467600"/>
              <a:gd name="connsiteY553" fmla="*/ 2518310 h 6858000"/>
              <a:gd name="connsiteX554" fmla="*/ 6735495 w 7467600"/>
              <a:gd name="connsiteY554" fmla="*/ 2196890 h 6858000"/>
              <a:gd name="connsiteX555" fmla="*/ 6721901 w 7467600"/>
              <a:gd name="connsiteY555" fmla="*/ 2179274 h 6858000"/>
              <a:gd name="connsiteX556" fmla="*/ 6604735 w 7467600"/>
              <a:gd name="connsiteY556" fmla="*/ 2041381 h 6858000"/>
              <a:gd name="connsiteX557" fmla="*/ 6591670 w 7467600"/>
              <a:gd name="connsiteY557" fmla="*/ 1988277 h 6858000"/>
              <a:gd name="connsiteX558" fmla="*/ 6747349 w 7467600"/>
              <a:gd name="connsiteY558" fmla="*/ 2160069 h 6858000"/>
              <a:gd name="connsiteX559" fmla="*/ 6760943 w 7467600"/>
              <a:gd name="connsiteY559" fmla="*/ 2177686 h 6858000"/>
              <a:gd name="connsiteX560" fmla="*/ 7021065 w 7467600"/>
              <a:gd name="connsiteY560" fmla="*/ 2498102 h 6858000"/>
              <a:gd name="connsiteX561" fmla="*/ 7155223 w 7467600"/>
              <a:gd name="connsiteY561" fmla="*/ 2650386 h 6858000"/>
              <a:gd name="connsiteX562" fmla="*/ 7203167 w 7467600"/>
              <a:gd name="connsiteY562" fmla="*/ 2697288 h 6858000"/>
              <a:gd name="connsiteX563" fmla="*/ 6937703 w 7467600"/>
              <a:gd name="connsiteY563" fmla="*/ 2321981 h 6858000"/>
              <a:gd name="connsiteX564" fmla="*/ 6591670 w 7467600"/>
              <a:gd name="connsiteY564" fmla="*/ 1988277 h 6858000"/>
              <a:gd name="connsiteX565" fmla="*/ 5798671 w 7467600"/>
              <a:gd name="connsiteY565" fmla="*/ 1981601 h 6858000"/>
              <a:gd name="connsiteX566" fmla="*/ 5754709 w 7467600"/>
              <a:gd name="connsiteY566" fmla="*/ 2071454 h 6858000"/>
              <a:gd name="connsiteX567" fmla="*/ 5763044 w 7467600"/>
              <a:gd name="connsiteY567" fmla="*/ 2842206 h 6858000"/>
              <a:gd name="connsiteX568" fmla="*/ 5764974 w 7467600"/>
              <a:gd name="connsiteY568" fmla="*/ 2799609 h 6858000"/>
              <a:gd name="connsiteX569" fmla="*/ 5767665 w 7467600"/>
              <a:gd name="connsiteY569" fmla="*/ 2666409 h 6858000"/>
              <a:gd name="connsiteX570" fmla="*/ 5763055 w 7467600"/>
              <a:gd name="connsiteY570" fmla="*/ 2579705 h 6858000"/>
              <a:gd name="connsiteX571" fmla="*/ 5758079 w 7467600"/>
              <a:gd name="connsiteY571" fmla="*/ 2492508 h 6858000"/>
              <a:gd name="connsiteX572" fmla="*/ 5779325 w 7467600"/>
              <a:gd name="connsiteY572" fmla="*/ 2197069 h 6858000"/>
              <a:gd name="connsiteX573" fmla="*/ 5798671 w 7467600"/>
              <a:gd name="connsiteY573" fmla="*/ 1981601 h 6858000"/>
              <a:gd name="connsiteX574" fmla="*/ 5829202 w 7467600"/>
              <a:gd name="connsiteY574" fmla="*/ 1971679 h 6858000"/>
              <a:gd name="connsiteX575" fmla="*/ 5809558 w 7467600"/>
              <a:gd name="connsiteY575" fmla="*/ 2198043 h 6858000"/>
              <a:gd name="connsiteX576" fmla="*/ 5788653 w 7467600"/>
              <a:gd name="connsiteY576" fmla="*/ 2489430 h 6858000"/>
              <a:gd name="connsiteX577" fmla="*/ 5793439 w 7467600"/>
              <a:gd name="connsiteY577" fmla="*/ 2575235 h 6858000"/>
              <a:gd name="connsiteX578" fmla="*/ 5796837 w 7467600"/>
              <a:gd name="connsiteY578" fmla="*/ 2637633 h 6858000"/>
              <a:gd name="connsiteX579" fmla="*/ 5818614 w 7467600"/>
              <a:gd name="connsiteY579" fmla="*/ 2473055 h 6858000"/>
              <a:gd name="connsiteX580" fmla="*/ 5829202 w 7467600"/>
              <a:gd name="connsiteY580" fmla="*/ 1971679 h 6858000"/>
              <a:gd name="connsiteX581" fmla="*/ 5911389 w 7467600"/>
              <a:gd name="connsiteY581" fmla="*/ 1898371 h 6858000"/>
              <a:gd name="connsiteX582" fmla="*/ 6237627 w 7467600"/>
              <a:gd name="connsiteY582" fmla="*/ 2231921 h 6858000"/>
              <a:gd name="connsiteX583" fmla="*/ 5911389 w 7467600"/>
              <a:gd name="connsiteY583" fmla="*/ 1898371 h 6858000"/>
              <a:gd name="connsiteX584" fmla="*/ 6944437 w 7467600"/>
              <a:gd name="connsiteY584" fmla="*/ 1575402 h 6858000"/>
              <a:gd name="connsiteX585" fmla="*/ 6304730 w 7467600"/>
              <a:gd name="connsiteY585" fmla="*/ 1766654 h 6858000"/>
              <a:gd name="connsiteX586" fmla="*/ 6944437 w 7467600"/>
              <a:gd name="connsiteY586" fmla="*/ 1575402 h 6858000"/>
              <a:gd name="connsiteX587" fmla="*/ 7019523 w 7467600"/>
              <a:gd name="connsiteY587" fmla="*/ 1519450 h 6858000"/>
              <a:gd name="connsiteX588" fmla="*/ 6298091 w 7467600"/>
              <a:gd name="connsiteY588" fmla="*/ 1737122 h 6858000"/>
              <a:gd name="connsiteX589" fmla="*/ 7019523 w 7467600"/>
              <a:gd name="connsiteY589" fmla="*/ 1519450 h 6858000"/>
              <a:gd name="connsiteX590" fmla="*/ 2399523 w 7467600"/>
              <a:gd name="connsiteY590" fmla="*/ 1428234 h 6858000"/>
              <a:gd name="connsiteX591" fmla="*/ 2224982 w 7467600"/>
              <a:gd name="connsiteY591" fmla="*/ 1826201 h 6858000"/>
              <a:gd name="connsiteX592" fmla="*/ 2096099 w 7467600"/>
              <a:gd name="connsiteY592" fmla="*/ 2345900 h 6858000"/>
              <a:gd name="connsiteX593" fmla="*/ 2283317 w 7467600"/>
              <a:gd name="connsiteY593" fmla="*/ 1796925 h 6858000"/>
              <a:gd name="connsiteX594" fmla="*/ 2399523 w 7467600"/>
              <a:gd name="connsiteY594" fmla="*/ 1428234 h 6858000"/>
              <a:gd name="connsiteX595" fmla="*/ 2448558 w 7467600"/>
              <a:gd name="connsiteY595" fmla="*/ 1373435 h 6858000"/>
              <a:gd name="connsiteX596" fmla="*/ 2312521 w 7467600"/>
              <a:gd name="connsiteY596" fmla="*/ 1806140 h 6858000"/>
              <a:gd name="connsiteX597" fmla="*/ 2127533 w 7467600"/>
              <a:gd name="connsiteY597" fmla="*/ 2348380 h 6858000"/>
              <a:gd name="connsiteX598" fmla="*/ 2358080 w 7467600"/>
              <a:gd name="connsiteY598" fmla="*/ 1866134 h 6858000"/>
              <a:gd name="connsiteX599" fmla="*/ 2407436 w 7467600"/>
              <a:gd name="connsiteY599" fmla="*/ 1651070 h 6858000"/>
              <a:gd name="connsiteX600" fmla="*/ 2448558 w 7467600"/>
              <a:gd name="connsiteY600" fmla="*/ 1373435 h 6858000"/>
              <a:gd name="connsiteX601" fmla="*/ 278707 w 7467600"/>
              <a:gd name="connsiteY601" fmla="*/ 1352270 h 6858000"/>
              <a:gd name="connsiteX602" fmla="*/ 321570 w 7467600"/>
              <a:gd name="connsiteY602" fmla="*/ 1861610 h 6858000"/>
              <a:gd name="connsiteX603" fmla="*/ 294281 w 7467600"/>
              <a:gd name="connsiteY603" fmla="*/ 1440658 h 6858000"/>
              <a:gd name="connsiteX604" fmla="*/ 278707 w 7467600"/>
              <a:gd name="connsiteY604" fmla="*/ 1352270 h 6858000"/>
              <a:gd name="connsiteX605" fmla="*/ 1423821 w 7467600"/>
              <a:gd name="connsiteY605" fmla="*/ 1351958 h 6858000"/>
              <a:gd name="connsiteX606" fmla="*/ 1638521 w 7467600"/>
              <a:gd name="connsiteY606" fmla="*/ 1908470 h 6858000"/>
              <a:gd name="connsiteX607" fmla="*/ 1754199 w 7467600"/>
              <a:gd name="connsiteY607" fmla="*/ 2149284 h 6858000"/>
              <a:gd name="connsiteX608" fmla="*/ 1908359 w 7467600"/>
              <a:gd name="connsiteY608" fmla="*/ 2364988 h 6858000"/>
              <a:gd name="connsiteX609" fmla="*/ 1647661 w 7467600"/>
              <a:gd name="connsiteY609" fmla="*/ 1825945 h 6858000"/>
              <a:gd name="connsiteX610" fmla="*/ 1423821 w 7467600"/>
              <a:gd name="connsiteY610" fmla="*/ 1351958 h 6858000"/>
              <a:gd name="connsiteX611" fmla="*/ 1431890 w 7467600"/>
              <a:gd name="connsiteY611" fmla="*/ 1306475 h 6858000"/>
              <a:gd name="connsiteX612" fmla="*/ 1507597 w 7467600"/>
              <a:gd name="connsiteY612" fmla="*/ 1446132 h 6858000"/>
              <a:gd name="connsiteX613" fmla="*/ 1674586 w 7467600"/>
              <a:gd name="connsiteY613" fmla="*/ 1813832 h 6858000"/>
              <a:gd name="connsiteX614" fmla="*/ 1815950 w 7467600"/>
              <a:gd name="connsiteY614" fmla="*/ 2128564 h 6858000"/>
              <a:gd name="connsiteX615" fmla="*/ 1984242 w 7467600"/>
              <a:gd name="connsiteY615" fmla="*/ 2430829 h 6858000"/>
              <a:gd name="connsiteX616" fmla="*/ 2014023 w 7467600"/>
              <a:gd name="connsiteY616" fmla="*/ 2450995 h 6858000"/>
              <a:gd name="connsiteX617" fmla="*/ 1747337 w 7467600"/>
              <a:gd name="connsiteY617" fmla="*/ 1855264 h 6858000"/>
              <a:gd name="connsiteX618" fmla="*/ 1533749 w 7467600"/>
              <a:gd name="connsiteY618" fmla="*/ 1478656 h 6858000"/>
              <a:gd name="connsiteX619" fmla="*/ 1431890 w 7467600"/>
              <a:gd name="connsiteY619" fmla="*/ 1306475 h 6858000"/>
              <a:gd name="connsiteX620" fmla="*/ 5052692 w 7467600"/>
              <a:gd name="connsiteY620" fmla="*/ 1292994 h 6858000"/>
              <a:gd name="connsiteX621" fmla="*/ 5200661 w 7467600"/>
              <a:gd name="connsiteY621" fmla="*/ 1635186 h 6858000"/>
              <a:gd name="connsiteX622" fmla="*/ 5297138 w 7467600"/>
              <a:gd name="connsiteY622" fmla="*/ 1906351 h 6858000"/>
              <a:gd name="connsiteX623" fmla="*/ 5052692 w 7467600"/>
              <a:gd name="connsiteY623" fmla="*/ 1292994 h 6858000"/>
              <a:gd name="connsiteX624" fmla="*/ 5009948 w 7467600"/>
              <a:gd name="connsiteY624" fmla="*/ 1273619 h 6858000"/>
              <a:gd name="connsiteX625" fmla="*/ 5121777 w 7467600"/>
              <a:gd name="connsiteY625" fmla="*/ 1654213 h 6858000"/>
              <a:gd name="connsiteX626" fmla="*/ 5293545 w 7467600"/>
              <a:gd name="connsiteY626" fmla="*/ 2072247 h 6858000"/>
              <a:gd name="connsiteX627" fmla="*/ 5294042 w 7467600"/>
              <a:gd name="connsiteY627" fmla="*/ 2065019 h 6858000"/>
              <a:gd name="connsiteX628" fmla="*/ 5171936 w 7467600"/>
              <a:gd name="connsiteY628" fmla="*/ 1647613 h 6858000"/>
              <a:gd name="connsiteX629" fmla="*/ 5009948 w 7467600"/>
              <a:gd name="connsiteY629" fmla="*/ 1273619 h 6858000"/>
              <a:gd name="connsiteX630" fmla="*/ 655236 w 7467600"/>
              <a:gd name="connsiteY630" fmla="*/ 1268632 h 6858000"/>
              <a:gd name="connsiteX631" fmla="*/ 839521 w 7467600"/>
              <a:gd name="connsiteY631" fmla="*/ 1685315 h 6858000"/>
              <a:gd name="connsiteX632" fmla="*/ 1109416 w 7467600"/>
              <a:gd name="connsiteY632" fmla="*/ 2061663 h 6858000"/>
              <a:gd name="connsiteX633" fmla="*/ 1298300 w 7467600"/>
              <a:gd name="connsiteY633" fmla="*/ 2247742 h 6858000"/>
              <a:gd name="connsiteX634" fmla="*/ 1125871 w 7467600"/>
              <a:gd name="connsiteY634" fmla="*/ 1989513 h 6858000"/>
              <a:gd name="connsiteX635" fmla="*/ 981574 w 7467600"/>
              <a:gd name="connsiteY635" fmla="*/ 1783157 h 6858000"/>
              <a:gd name="connsiteX636" fmla="*/ 922198 w 7467600"/>
              <a:gd name="connsiteY636" fmla="*/ 1677437 h 6858000"/>
              <a:gd name="connsiteX637" fmla="*/ 869293 w 7467600"/>
              <a:gd name="connsiteY637" fmla="*/ 1583214 h 6858000"/>
              <a:gd name="connsiteX638" fmla="*/ 751431 w 7467600"/>
              <a:gd name="connsiteY638" fmla="*/ 1405731 h 6858000"/>
              <a:gd name="connsiteX639" fmla="*/ 655236 w 7467600"/>
              <a:gd name="connsiteY639" fmla="*/ 1268632 h 6858000"/>
              <a:gd name="connsiteX640" fmla="*/ 6516292 w 7467600"/>
              <a:gd name="connsiteY640" fmla="*/ 1263064 h 6858000"/>
              <a:gd name="connsiteX641" fmla="*/ 5736320 w 7467600"/>
              <a:gd name="connsiteY641" fmla="*/ 1501803 h 6858000"/>
              <a:gd name="connsiteX642" fmla="*/ 6516292 w 7467600"/>
              <a:gd name="connsiteY642" fmla="*/ 1263064 h 6858000"/>
              <a:gd name="connsiteX643" fmla="*/ 291466 w 7467600"/>
              <a:gd name="connsiteY643" fmla="*/ 1250369 h 6858000"/>
              <a:gd name="connsiteX644" fmla="*/ 323180 w 7467600"/>
              <a:gd name="connsiteY644" fmla="*/ 1435283 h 6858000"/>
              <a:gd name="connsiteX645" fmla="*/ 349381 w 7467600"/>
              <a:gd name="connsiteY645" fmla="*/ 1875041 h 6858000"/>
              <a:gd name="connsiteX646" fmla="*/ 374363 w 7467600"/>
              <a:gd name="connsiteY646" fmla="*/ 1506494 h 6858000"/>
              <a:gd name="connsiteX647" fmla="*/ 302168 w 7467600"/>
              <a:gd name="connsiteY647" fmla="*/ 1274495 h 6858000"/>
              <a:gd name="connsiteX648" fmla="*/ 291466 w 7467600"/>
              <a:gd name="connsiteY648" fmla="*/ 1250369 h 6858000"/>
              <a:gd name="connsiteX649" fmla="*/ 678222 w 7467600"/>
              <a:gd name="connsiteY649" fmla="*/ 1248670 h 6858000"/>
              <a:gd name="connsiteX650" fmla="*/ 775536 w 7467600"/>
              <a:gd name="connsiteY650" fmla="*/ 1388015 h 6858000"/>
              <a:gd name="connsiteX651" fmla="*/ 894529 w 7467600"/>
              <a:gd name="connsiteY651" fmla="*/ 1567739 h 6858000"/>
              <a:gd name="connsiteX652" fmla="*/ 948000 w 7467600"/>
              <a:gd name="connsiteY652" fmla="*/ 1663088 h 6858000"/>
              <a:gd name="connsiteX653" fmla="*/ 1006812 w 7467600"/>
              <a:gd name="connsiteY653" fmla="*/ 1767683 h 6858000"/>
              <a:gd name="connsiteX654" fmla="*/ 1149133 w 7467600"/>
              <a:gd name="connsiteY654" fmla="*/ 1971513 h 6858000"/>
              <a:gd name="connsiteX655" fmla="*/ 1333952 w 7467600"/>
              <a:gd name="connsiteY655" fmla="*/ 2251620 h 6858000"/>
              <a:gd name="connsiteX656" fmla="*/ 1337329 w 7467600"/>
              <a:gd name="connsiteY656" fmla="*/ 2258350 h 6858000"/>
              <a:gd name="connsiteX657" fmla="*/ 1014726 w 7467600"/>
              <a:gd name="connsiteY657" fmla="*/ 1615556 h 6858000"/>
              <a:gd name="connsiteX658" fmla="*/ 678222 w 7467600"/>
              <a:gd name="connsiteY658" fmla="*/ 1248670 h 6858000"/>
              <a:gd name="connsiteX659" fmla="*/ 6691602 w 7467600"/>
              <a:gd name="connsiteY659" fmla="*/ 1140573 h 6858000"/>
              <a:gd name="connsiteX660" fmla="*/ 6571100 w 7467600"/>
              <a:gd name="connsiteY660" fmla="*/ 1183662 h 6858000"/>
              <a:gd name="connsiteX661" fmla="*/ 6241687 w 7467600"/>
              <a:gd name="connsiteY661" fmla="*/ 1257600 h 6858000"/>
              <a:gd name="connsiteX662" fmla="*/ 5693009 w 7467600"/>
              <a:gd name="connsiteY662" fmla="*/ 1478256 h 6858000"/>
              <a:gd name="connsiteX663" fmla="*/ 6548420 w 7467600"/>
              <a:gd name="connsiteY663" fmla="*/ 1214599 h 6858000"/>
              <a:gd name="connsiteX664" fmla="*/ 6605473 w 7467600"/>
              <a:gd name="connsiteY664" fmla="*/ 1184686 h 6858000"/>
              <a:gd name="connsiteX665" fmla="*/ 6691602 w 7467600"/>
              <a:gd name="connsiteY665" fmla="*/ 1140573 h 6858000"/>
              <a:gd name="connsiteX666" fmla="*/ 4002475 w 7467600"/>
              <a:gd name="connsiteY666" fmla="*/ 1037802 h 6858000"/>
              <a:gd name="connsiteX667" fmla="*/ 4000324 w 7467600"/>
              <a:gd name="connsiteY667" fmla="*/ 1039362 h 6858000"/>
              <a:gd name="connsiteX668" fmla="*/ 4002862 w 7467600"/>
              <a:gd name="connsiteY668" fmla="*/ 1042866 h 6858000"/>
              <a:gd name="connsiteX669" fmla="*/ 4002475 w 7467600"/>
              <a:gd name="connsiteY669" fmla="*/ 1037802 h 6858000"/>
              <a:gd name="connsiteX670" fmla="*/ 506322 w 7467600"/>
              <a:gd name="connsiteY670" fmla="*/ 1020997 h 6858000"/>
              <a:gd name="connsiteX671" fmla="*/ 533068 w 7467600"/>
              <a:gd name="connsiteY671" fmla="*/ 1029409 h 6858000"/>
              <a:gd name="connsiteX672" fmla="*/ 1232525 w 7467600"/>
              <a:gd name="connsiteY672" fmla="*/ 1804675 h 6858000"/>
              <a:gd name="connsiteX673" fmla="*/ 1388858 w 7467600"/>
              <a:gd name="connsiteY673" fmla="*/ 2368011 h 6858000"/>
              <a:gd name="connsiteX674" fmla="*/ 1384098 w 7467600"/>
              <a:gd name="connsiteY674" fmla="*/ 2378125 h 6858000"/>
              <a:gd name="connsiteX675" fmla="*/ 1425393 w 7467600"/>
              <a:gd name="connsiteY675" fmla="*/ 2589124 h 6858000"/>
              <a:gd name="connsiteX676" fmla="*/ 1424001 w 7467600"/>
              <a:gd name="connsiteY676" fmla="*/ 2597541 h 6858000"/>
              <a:gd name="connsiteX677" fmla="*/ 2152729 w 7467600"/>
              <a:gd name="connsiteY677" fmla="*/ 2864487 h 6858000"/>
              <a:gd name="connsiteX678" fmla="*/ 2020609 w 7467600"/>
              <a:gd name="connsiteY678" fmla="*/ 2539671 h 6858000"/>
              <a:gd name="connsiteX679" fmla="*/ 2018920 w 7467600"/>
              <a:gd name="connsiteY679" fmla="*/ 2536309 h 6858000"/>
              <a:gd name="connsiteX680" fmla="*/ 1342441 w 7467600"/>
              <a:gd name="connsiteY680" fmla="*/ 1173017 h 6858000"/>
              <a:gd name="connsiteX681" fmla="*/ 1367925 w 7467600"/>
              <a:gd name="connsiteY681" fmla="*/ 1135648 h 6858000"/>
              <a:gd name="connsiteX682" fmla="*/ 1771401 w 7467600"/>
              <a:gd name="connsiteY682" fmla="*/ 1806673 h 6858000"/>
              <a:gd name="connsiteX683" fmla="*/ 1972385 w 7467600"/>
              <a:gd name="connsiteY683" fmla="*/ 2198735 h 6858000"/>
              <a:gd name="connsiteX684" fmla="*/ 2040892 w 7467600"/>
              <a:gd name="connsiteY684" fmla="*/ 2405205 h 6858000"/>
              <a:gd name="connsiteX685" fmla="*/ 2131689 w 7467600"/>
              <a:gd name="connsiteY685" fmla="*/ 1936926 h 6858000"/>
              <a:gd name="connsiteX686" fmla="*/ 2454820 w 7467600"/>
              <a:gd name="connsiteY686" fmla="*/ 1248808 h 6858000"/>
              <a:gd name="connsiteX687" fmla="*/ 2492512 w 7467600"/>
              <a:gd name="connsiteY687" fmla="*/ 1302920 h 6858000"/>
              <a:gd name="connsiteX688" fmla="*/ 2081216 w 7467600"/>
              <a:gd name="connsiteY688" fmla="*/ 2527513 h 6858000"/>
              <a:gd name="connsiteX689" fmla="*/ 2081211 w 7467600"/>
              <a:gd name="connsiteY689" fmla="*/ 2528916 h 6858000"/>
              <a:gd name="connsiteX690" fmla="*/ 2199067 w 7467600"/>
              <a:gd name="connsiteY690" fmla="*/ 2884061 h 6858000"/>
              <a:gd name="connsiteX691" fmla="*/ 3192586 w 7467600"/>
              <a:gd name="connsiteY691" fmla="*/ 3411496 h 6858000"/>
              <a:gd name="connsiteX692" fmla="*/ 3182620 w 7467600"/>
              <a:gd name="connsiteY692" fmla="*/ 3483279 h 6858000"/>
              <a:gd name="connsiteX693" fmla="*/ 2435119 w 7467600"/>
              <a:gd name="connsiteY693" fmla="*/ 3080173 h 6858000"/>
              <a:gd name="connsiteX694" fmla="*/ 2410152 w 7467600"/>
              <a:gd name="connsiteY694" fmla="*/ 3063751 h 6858000"/>
              <a:gd name="connsiteX695" fmla="*/ 2408099 w 7467600"/>
              <a:gd name="connsiteY695" fmla="*/ 3064403 h 6858000"/>
              <a:gd name="connsiteX696" fmla="*/ 2407218 w 7467600"/>
              <a:gd name="connsiteY696" fmla="*/ 3070324 h 6858000"/>
              <a:gd name="connsiteX697" fmla="*/ 2380138 w 7467600"/>
              <a:gd name="connsiteY697" fmla="*/ 3099341 h 6858000"/>
              <a:gd name="connsiteX698" fmla="*/ 1765923 w 7467600"/>
              <a:gd name="connsiteY698" fmla="*/ 3581043 h 6858000"/>
              <a:gd name="connsiteX699" fmla="*/ 1702258 w 7467600"/>
              <a:gd name="connsiteY699" fmla="*/ 3612286 h 6858000"/>
              <a:gd name="connsiteX700" fmla="*/ 1538370 w 7467600"/>
              <a:gd name="connsiteY700" fmla="*/ 3811804 h 6858000"/>
              <a:gd name="connsiteX701" fmla="*/ 542867 w 7467600"/>
              <a:gd name="connsiteY701" fmla="*/ 4944092 h 6858000"/>
              <a:gd name="connsiteX702" fmla="*/ 515800 w 7467600"/>
              <a:gd name="connsiteY702" fmla="*/ 4862180 h 6858000"/>
              <a:gd name="connsiteX703" fmla="*/ 909145 w 7467600"/>
              <a:gd name="connsiteY703" fmla="*/ 4199225 h 6858000"/>
              <a:gd name="connsiteX704" fmla="*/ 1214067 w 7467600"/>
              <a:gd name="connsiteY704" fmla="*/ 3908561 h 6858000"/>
              <a:gd name="connsiteX705" fmla="*/ 640967 w 7467600"/>
              <a:gd name="connsiteY705" fmla="*/ 4105601 h 6858000"/>
              <a:gd name="connsiteX706" fmla="*/ 112563 w 7467600"/>
              <a:gd name="connsiteY706" fmla="*/ 4396952 h 6858000"/>
              <a:gd name="connsiteX707" fmla="*/ 0 w 7467600"/>
              <a:gd name="connsiteY707" fmla="*/ 4466006 h 6858000"/>
              <a:gd name="connsiteX708" fmla="*/ 0 w 7467600"/>
              <a:gd name="connsiteY708" fmla="*/ 4233763 h 6858000"/>
              <a:gd name="connsiteX709" fmla="*/ 36881 w 7467600"/>
              <a:gd name="connsiteY709" fmla="*/ 4200118 h 6858000"/>
              <a:gd name="connsiteX710" fmla="*/ 910534 w 7467600"/>
              <a:gd name="connsiteY710" fmla="*/ 3629753 h 6858000"/>
              <a:gd name="connsiteX711" fmla="*/ 1578717 w 7467600"/>
              <a:gd name="connsiteY711" fmla="*/ 3575982 h 6858000"/>
              <a:gd name="connsiteX712" fmla="*/ 2338780 w 7467600"/>
              <a:gd name="connsiteY712" fmla="*/ 3033725 h 6858000"/>
              <a:gd name="connsiteX713" fmla="*/ 1807991 w 7467600"/>
              <a:gd name="connsiteY713" fmla="*/ 2807184 h 6858000"/>
              <a:gd name="connsiteX714" fmla="*/ 1416358 w 7467600"/>
              <a:gd name="connsiteY714" fmla="*/ 3112571 h 6858000"/>
              <a:gd name="connsiteX715" fmla="*/ 939066 w 7467600"/>
              <a:gd name="connsiteY715" fmla="*/ 3378798 h 6858000"/>
              <a:gd name="connsiteX716" fmla="*/ 115099 w 7467600"/>
              <a:gd name="connsiteY716" fmla="*/ 3607650 h 6858000"/>
              <a:gd name="connsiteX717" fmla="*/ 97284 w 7467600"/>
              <a:gd name="connsiteY717" fmla="*/ 3520393 h 6858000"/>
              <a:gd name="connsiteX718" fmla="*/ 922050 w 7467600"/>
              <a:gd name="connsiteY718" fmla="*/ 3074867 h 6858000"/>
              <a:gd name="connsiteX719" fmla="*/ 1405265 w 7467600"/>
              <a:gd name="connsiteY719" fmla="*/ 3016319 h 6858000"/>
              <a:gd name="connsiteX720" fmla="*/ 1407512 w 7467600"/>
              <a:gd name="connsiteY720" fmla="*/ 3018001 h 6858000"/>
              <a:gd name="connsiteX721" fmla="*/ 1726266 w 7467600"/>
              <a:gd name="connsiteY721" fmla="*/ 2777274 h 6858000"/>
              <a:gd name="connsiteX722" fmla="*/ 625390 w 7467600"/>
              <a:gd name="connsiteY722" fmla="*/ 2514541 h 6858000"/>
              <a:gd name="connsiteX723" fmla="*/ 619799 w 7467600"/>
              <a:gd name="connsiteY723" fmla="*/ 2527180 h 6858000"/>
              <a:gd name="connsiteX724" fmla="*/ 310030 w 7467600"/>
              <a:gd name="connsiteY724" fmla="*/ 2771818 h 6858000"/>
              <a:gd name="connsiteX725" fmla="*/ 173877 w 7467600"/>
              <a:gd name="connsiteY725" fmla="*/ 2937056 h 6858000"/>
              <a:gd name="connsiteX726" fmla="*/ 77889 w 7467600"/>
              <a:gd name="connsiteY726" fmla="*/ 3138440 h 6858000"/>
              <a:gd name="connsiteX727" fmla="*/ 0 w 7467600"/>
              <a:gd name="connsiteY727" fmla="*/ 3271395 h 6858000"/>
              <a:gd name="connsiteX728" fmla="*/ 0 w 7467600"/>
              <a:gd name="connsiteY728" fmla="*/ 3153002 h 6858000"/>
              <a:gd name="connsiteX729" fmla="*/ 2386 w 7467600"/>
              <a:gd name="connsiteY729" fmla="*/ 3149203 h 6858000"/>
              <a:gd name="connsiteX730" fmla="*/ 89753 w 7467600"/>
              <a:gd name="connsiteY730" fmla="*/ 2987702 h 6858000"/>
              <a:gd name="connsiteX731" fmla="*/ 76869 w 7467600"/>
              <a:gd name="connsiteY731" fmla="*/ 3005404 h 6858000"/>
              <a:gd name="connsiteX732" fmla="*/ 32049 w 7467600"/>
              <a:gd name="connsiteY732" fmla="*/ 3065814 h 6858000"/>
              <a:gd name="connsiteX733" fmla="*/ 0 w 7467600"/>
              <a:gd name="connsiteY733" fmla="*/ 3108744 h 6858000"/>
              <a:gd name="connsiteX734" fmla="*/ 0 w 7467600"/>
              <a:gd name="connsiteY734" fmla="*/ 3058059 h 6858000"/>
              <a:gd name="connsiteX735" fmla="*/ 7610 w 7467600"/>
              <a:gd name="connsiteY735" fmla="*/ 3047889 h 6858000"/>
              <a:gd name="connsiteX736" fmla="*/ 52419 w 7467600"/>
              <a:gd name="connsiteY736" fmla="*/ 2987479 h 6858000"/>
              <a:gd name="connsiteX737" fmla="*/ 59142 w 7467600"/>
              <a:gd name="connsiteY737" fmla="*/ 2978488 h 6858000"/>
              <a:gd name="connsiteX738" fmla="*/ 0 w 7467600"/>
              <a:gd name="connsiteY738" fmla="*/ 3015334 h 6858000"/>
              <a:gd name="connsiteX739" fmla="*/ 0 w 7467600"/>
              <a:gd name="connsiteY739" fmla="*/ 2914286 h 6858000"/>
              <a:gd name="connsiteX740" fmla="*/ 36383 w 7467600"/>
              <a:gd name="connsiteY740" fmla="*/ 2901128 h 6858000"/>
              <a:gd name="connsiteX741" fmla="*/ 156329 w 7467600"/>
              <a:gd name="connsiteY741" fmla="*/ 2840533 h 6858000"/>
              <a:gd name="connsiteX742" fmla="*/ 358355 w 7467600"/>
              <a:gd name="connsiteY742" fmla="*/ 2620471 h 6858000"/>
              <a:gd name="connsiteX743" fmla="*/ 510577 w 7467600"/>
              <a:gd name="connsiteY743" fmla="*/ 2501244 h 6858000"/>
              <a:gd name="connsiteX744" fmla="*/ 211967 w 7467600"/>
              <a:gd name="connsiteY744" fmla="*/ 2479171 h 6858000"/>
              <a:gd name="connsiteX745" fmla="*/ 0 w 7467600"/>
              <a:gd name="connsiteY745" fmla="*/ 2476398 h 6858000"/>
              <a:gd name="connsiteX746" fmla="*/ 0 w 7467600"/>
              <a:gd name="connsiteY746" fmla="*/ 2389189 h 6858000"/>
              <a:gd name="connsiteX747" fmla="*/ 103062 w 7467600"/>
              <a:gd name="connsiteY747" fmla="*/ 2389518 h 6858000"/>
              <a:gd name="connsiteX748" fmla="*/ 510734 w 7467600"/>
              <a:gd name="connsiteY748" fmla="*/ 2416201 h 6858000"/>
              <a:gd name="connsiteX749" fmla="*/ 279257 w 7467600"/>
              <a:gd name="connsiteY749" fmla="*/ 2092102 h 6858000"/>
              <a:gd name="connsiteX750" fmla="*/ 65265 w 7467600"/>
              <a:gd name="connsiteY750" fmla="*/ 2006049 h 6858000"/>
              <a:gd name="connsiteX751" fmla="*/ 0 w 7467600"/>
              <a:gd name="connsiteY751" fmla="*/ 1982532 h 6858000"/>
              <a:gd name="connsiteX752" fmla="*/ 0 w 7467600"/>
              <a:gd name="connsiteY752" fmla="*/ 1912789 h 6858000"/>
              <a:gd name="connsiteX753" fmla="*/ 97460 w 7467600"/>
              <a:gd name="connsiteY753" fmla="*/ 1953725 h 6858000"/>
              <a:gd name="connsiteX754" fmla="*/ 221272 w 7467600"/>
              <a:gd name="connsiteY754" fmla="*/ 1980766 h 6858000"/>
              <a:gd name="connsiteX755" fmla="*/ 116765 w 7467600"/>
              <a:gd name="connsiteY755" fmla="*/ 1911033 h 6858000"/>
              <a:gd name="connsiteX756" fmla="*/ 16405 w 7467600"/>
              <a:gd name="connsiteY756" fmla="*/ 1803412 h 6858000"/>
              <a:gd name="connsiteX757" fmla="*/ 0 w 7467600"/>
              <a:gd name="connsiteY757" fmla="*/ 1784777 h 6858000"/>
              <a:gd name="connsiteX758" fmla="*/ 0 w 7467600"/>
              <a:gd name="connsiteY758" fmla="*/ 1740082 h 6858000"/>
              <a:gd name="connsiteX759" fmla="*/ 39394 w 7467600"/>
              <a:gd name="connsiteY759" fmla="*/ 1784856 h 6858000"/>
              <a:gd name="connsiteX760" fmla="*/ 135813 w 7467600"/>
              <a:gd name="connsiteY760" fmla="*/ 1888838 h 6858000"/>
              <a:gd name="connsiteX761" fmla="*/ 242575 w 7467600"/>
              <a:gd name="connsiteY761" fmla="*/ 1958841 h 6858000"/>
              <a:gd name="connsiteX762" fmla="*/ 82197 w 7467600"/>
              <a:gd name="connsiteY762" fmla="*/ 1754826 h 6858000"/>
              <a:gd name="connsiteX763" fmla="*/ 0 w 7467600"/>
              <a:gd name="connsiteY763" fmla="*/ 1679650 h 6858000"/>
              <a:gd name="connsiteX764" fmla="*/ 0 w 7467600"/>
              <a:gd name="connsiteY764" fmla="*/ 1602463 h 6858000"/>
              <a:gd name="connsiteX765" fmla="*/ 84689 w 7467600"/>
              <a:gd name="connsiteY765" fmla="*/ 1677442 h 6858000"/>
              <a:gd name="connsiteX766" fmla="*/ 298437 w 7467600"/>
              <a:gd name="connsiteY766" fmla="*/ 1968019 h 6858000"/>
              <a:gd name="connsiteX767" fmla="*/ 227269 w 7467600"/>
              <a:gd name="connsiteY767" fmla="*/ 1114064 h 6858000"/>
              <a:gd name="connsiteX768" fmla="*/ 248003 w 7467600"/>
              <a:gd name="connsiteY768" fmla="*/ 1089613 h 6858000"/>
              <a:gd name="connsiteX769" fmla="*/ 427020 w 7467600"/>
              <a:gd name="connsiteY769" fmla="*/ 1619803 h 6858000"/>
              <a:gd name="connsiteX770" fmla="*/ 340345 w 7467600"/>
              <a:gd name="connsiteY770" fmla="*/ 2027739 h 6858000"/>
              <a:gd name="connsiteX771" fmla="*/ 360865 w 7467600"/>
              <a:gd name="connsiteY771" fmla="*/ 2044827 h 6858000"/>
              <a:gd name="connsiteX772" fmla="*/ 560414 w 7467600"/>
              <a:gd name="connsiteY772" fmla="*/ 2421457 h 6858000"/>
              <a:gd name="connsiteX773" fmla="*/ 1359703 w 7467600"/>
              <a:gd name="connsiteY773" fmla="*/ 2578554 h 6858000"/>
              <a:gd name="connsiteX774" fmla="*/ 1359422 w 7467600"/>
              <a:gd name="connsiteY774" fmla="*/ 2577994 h 6858000"/>
              <a:gd name="connsiteX775" fmla="*/ 828701 w 7467600"/>
              <a:gd name="connsiteY775" fmla="*/ 1839520 h 6858000"/>
              <a:gd name="connsiteX776" fmla="*/ 494427 w 7467600"/>
              <a:gd name="connsiteY776" fmla="*/ 1092333 h 6858000"/>
              <a:gd name="connsiteX777" fmla="*/ 506322 w 7467600"/>
              <a:gd name="connsiteY777" fmla="*/ 1020997 h 6858000"/>
              <a:gd name="connsiteX778" fmla="*/ 4570198 w 7467600"/>
              <a:gd name="connsiteY778" fmla="*/ 978081 h 6858000"/>
              <a:gd name="connsiteX779" fmla="*/ 4523691 w 7467600"/>
              <a:gd name="connsiteY779" fmla="*/ 1127776 h 6858000"/>
              <a:gd name="connsiteX780" fmla="*/ 4509875 w 7467600"/>
              <a:gd name="connsiteY780" fmla="*/ 1167552 h 6858000"/>
              <a:gd name="connsiteX781" fmla="*/ 4478168 w 7467600"/>
              <a:gd name="connsiteY781" fmla="*/ 1260735 h 6858000"/>
              <a:gd name="connsiteX782" fmla="*/ 4409309 w 7467600"/>
              <a:gd name="connsiteY782" fmla="*/ 1666996 h 6858000"/>
              <a:gd name="connsiteX783" fmla="*/ 4370031 w 7467600"/>
              <a:gd name="connsiteY783" fmla="*/ 1955666 h 6858000"/>
              <a:gd name="connsiteX784" fmla="*/ 4570198 w 7467600"/>
              <a:gd name="connsiteY784" fmla="*/ 978081 h 6858000"/>
              <a:gd name="connsiteX785" fmla="*/ 4557898 w 7467600"/>
              <a:gd name="connsiteY785" fmla="*/ 900011 h 6858000"/>
              <a:gd name="connsiteX786" fmla="*/ 4344840 w 7467600"/>
              <a:gd name="connsiteY786" fmla="*/ 1922038 h 6858000"/>
              <a:gd name="connsiteX787" fmla="*/ 4378710 w 7467600"/>
              <a:gd name="connsiteY787" fmla="*/ 1665516 h 6858000"/>
              <a:gd name="connsiteX788" fmla="*/ 4448798 w 7467600"/>
              <a:gd name="connsiteY788" fmla="*/ 1253024 h 6858000"/>
              <a:gd name="connsiteX789" fmla="*/ 4480315 w 7467600"/>
              <a:gd name="connsiteY789" fmla="*/ 1158454 h 6858000"/>
              <a:gd name="connsiteX790" fmla="*/ 4494133 w 7467600"/>
              <a:gd name="connsiteY790" fmla="*/ 1118676 h 6858000"/>
              <a:gd name="connsiteX791" fmla="*/ 4557898 w 7467600"/>
              <a:gd name="connsiteY791" fmla="*/ 900011 h 6858000"/>
              <a:gd name="connsiteX792" fmla="*/ 5870151 w 7467600"/>
              <a:gd name="connsiteY792" fmla="*/ 898890 h 6858000"/>
              <a:gd name="connsiteX793" fmla="*/ 5861335 w 7467600"/>
              <a:gd name="connsiteY793" fmla="*/ 899177 h 6858000"/>
              <a:gd name="connsiteX794" fmla="*/ 5843702 w 7467600"/>
              <a:gd name="connsiteY794" fmla="*/ 899748 h 6858000"/>
              <a:gd name="connsiteX795" fmla="*/ 5651107 w 7467600"/>
              <a:gd name="connsiteY795" fmla="*/ 920306 h 6858000"/>
              <a:gd name="connsiteX796" fmla="*/ 5459407 w 7467600"/>
              <a:gd name="connsiteY796" fmla="*/ 940975 h 6858000"/>
              <a:gd name="connsiteX797" fmla="*/ 5374846 w 7467600"/>
              <a:gd name="connsiteY797" fmla="*/ 941988 h 6858000"/>
              <a:gd name="connsiteX798" fmla="*/ 5256105 w 7467600"/>
              <a:gd name="connsiteY798" fmla="*/ 945632 h 6858000"/>
              <a:gd name="connsiteX799" fmla="*/ 5107071 w 7467600"/>
              <a:gd name="connsiteY799" fmla="*/ 969720 h 6858000"/>
              <a:gd name="connsiteX800" fmla="*/ 4998681 w 7467600"/>
              <a:gd name="connsiteY800" fmla="*/ 988771 h 6858000"/>
              <a:gd name="connsiteX801" fmla="*/ 5870151 w 7467600"/>
              <a:gd name="connsiteY801" fmla="*/ 898890 h 6858000"/>
              <a:gd name="connsiteX802" fmla="*/ 5504425 w 7467600"/>
              <a:gd name="connsiteY802" fmla="*/ 848067 h 6858000"/>
              <a:gd name="connsiteX803" fmla="*/ 4968849 w 7467600"/>
              <a:gd name="connsiteY803" fmla="*/ 962318 h 6858000"/>
              <a:gd name="connsiteX804" fmla="*/ 5104039 w 7467600"/>
              <a:gd name="connsiteY804" fmla="*/ 940634 h 6858000"/>
              <a:gd name="connsiteX805" fmla="*/ 5256311 w 7467600"/>
              <a:gd name="connsiteY805" fmla="*/ 916490 h 6858000"/>
              <a:gd name="connsiteX806" fmla="*/ 5377381 w 7467600"/>
              <a:gd name="connsiteY806" fmla="*/ 912671 h 6858000"/>
              <a:gd name="connsiteX807" fmla="*/ 5460148 w 7467600"/>
              <a:gd name="connsiteY807" fmla="*/ 911442 h 6858000"/>
              <a:gd name="connsiteX808" fmla="*/ 5648971 w 7467600"/>
              <a:gd name="connsiteY808" fmla="*/ 891331 h 6858000"/>
              <a:gd name="connsiteX809" fmla="*/ 5844807 w 7467600"/>
              <a:gd name="connsiteY809" fmla="*/ 870718 h 6858000"/>
              <a:gd name="connsiteX810" fmla="*/ 5862975 w 7467600"/>
              <a:gd name="connsiteY810" fmla="*/ 869756 h 6858000"/>
              <a:gd name="connsiteX811" fmla="*/ 5920887 w 7467600"/>
              <a:gd name="connsiteY811" fmla="*/ 865929 h 6858000"/>
              <a:gd name="connsiteX812" fmla="*/ 5504425 w 7467600"/>
              <a:gd name="connsiteY812" fmla="*/ 848067 h 6858000"/>
              <a:gd name="connsiteX813" fmla="*/ 3607114 w 7467600"/>
              <a:gd name="connsiteY813" fmla="*/ 467441 h 6858000"/>
              <a:gd name="connsiteX814" fmla="*/ 3296242 w 7467600"/>
              <a:gd name="connsiteY814" fmla="*/ 807991 h 6858000"/>
              <a:gd name="connsiteX815" fmla="*/ 3174674 w 7467600"/>
              <a:gd name="connsiteY815" fmla="*/ 919759 h 6858000"/>
              <a:gd name="connsiteX816" fmla="*/ 3042978 w 7467600"/>
              <a:gd name="connsiteY816" fmla="*/ 1054894 h 6858000"/>
              <a:gd name="connsiteX817" fmla="*/ 2968914 w 7467600"/>
              <a:gd name="connsiteY817" fmla="*/ 1133756 h 6858000"/>
              <a:gd name="connsiteX818" fmla="*/ 3103823 w 7467600"/>
              <a:gd name="connsiteY818" fmla="*/ 1026814 h 6858000"/>
              <a:gd name="connsiteX819" fmla="*/ 3607114 w 7467600"/>
              <a:gd name="connsiteY819" fmla="*/ 467441 h 6858000"/>
              <a:gd name="connsiteX820" fmla="*/ 3744487 w 7467600"/>
              <a:gd name="connsiteY820" fmla="*/ 383136 h 6858000"/>
              <a:gd name="connsiteX821" fmla="*/ 3970213 w 7467600"/>
              <a:gd name="connsiteY821" fmla="*/ 995559 h 6858000"/>
              <a:gd name="connsiteX822" fmla="*/ 3744487 w 7467600"/>
              <a:gd name="connsiteY822" fmla="*/ 383136 h 6858000"/>
              <a:gd name="connsiteX823" fmla="*/ 3624562 w 7467600"/>
              <a:gd name="connsiteY823" fmla="*/ 367041 h 6858000"/>
              <a:gd name="connsiteX824" fmla="*/ 3489712 w 7467600"/>
              <a:gd name="connsiteY824" fmla="*/ 485386 h 6858000"/>
              <a:gd name="connsiteX825" fmla="*/ 3182994 w 7467600"/>
              <a:gd name="connsiteY825" fmla="*/ 828265 h 6858000"/>
              <a:gd name="connsiteX826" fmla="*/ 2892114 w 7467600"/>
              <a:gd name="connsiteY826" fmla="*/ 1172635 h 6858000"/>
              <a:gd name="connsiteX827" fmla="*/ 3021459 w 7467600"/>
              <a:gd name="connsiteY827" fmla="*/ 1035385 h 6858000"/>
              <a:gd name="connsiteX828" fmla="*/ 3153873 w 7467600"/>
              <a:gd name="connsiteY828" fmla="*/ 898971 h 6858000"/>
              <a:gd name="connsiteX829" fmla="*/ 3276511 w 7467600"/>
              <a:gd name="connsiteY829" fmla="*/ 786423 h 6858000"/>
              <a:gd name="connsiteX830" fmla="*/ 3584154 w 7467600"/>
              <a:gd name="connsiteY830" fmla="*/ 448218 h 6858000"/>
              <a:gd name="connsiteX831" fmla="*/ 3624562 w 7467600"/>
              <a:gd name="connsiteY831" fmla="*/ 367041 h 6858000"/>
              <a:gd name="connsiteX832" fmla="*/ 3766672 w 7467600"/>
              <a:gd name="connsiteY832" fmla="*/ 359429 h 6858000"/>
              <a:gd name="connsiteX833" fmla="*/ 3996338 w 7467600"/>
              <a:gd name="connsiteY833" fmla="*/ 968237 h 6858000"/>
              <a:gd name="connsiteX834" fmla="*/ 3766672 w 7467600"/>
              <a:gd name="connsiteY834" fmla="*/ 359429 h 6858000"/>
              <a:gd name="connsiteX835" fmla="*/ 5805386 w 7467600"/>
              <a:gd name="connsiteY835" fmla="*/ 239240 h 6858000"/>
              <a:gd name="connsiteX836" fmla="*/ 5736947 w 7467600"/>
              <a:gd name="connsiteY836" fmla="*/ 261367 h 6858000"/>
              <a:gd name="connsiteX837" fmla="*/ 5427012 w 7467600"/>
              <a:gd name="connsiteY837" fmla="*/ 311272 h 6858000"/>
              <a:gd name="connsiteX838" fmla="*/ 5147818 w 7467600"/>
              <a:gd name="connsiteY838" fmla="*/ 322112 h 6858000"/>
              <a:gd name="connsiteX839" fmla="*/ 5060854 w 7467600"/>
              <a:gd name="connsiteY839" fmla="*/ 311882 h 6858000"/>
              <a:gd name="connsiteX840" fmla="*/ 4945989 w 7467600"/>
              <a:gd name="connsiteY840" fmla="*/ 300516 h 6858000"/>
              <a:gd name="connsiteX841" fmla="*/ 5410479 w 7467600"/>
              <a:gd name="connsiteY841" fmla="*/ 348434 h 6858000"/>
              <a:gd name="connsiteX842" fmla="*/ 5805386 w 7467600"/>
              <a:gd name="connsiteY842" fmla="*/ 239240 h 6858000"/>
              <a:gd name="connsiteX843" fmla="*/ 5905192 w 7467600"/>
              <a:gd name="connsiteY843" fmla="*/ 163079 h 6858000"/>
              <a:gd name="connsiteX844" fmla="*/ 5865655 w 7467600"/>
              <a:gd name="connsiteY844" fmla="*/ 171901 h 6858000"/>
              <a:gd name="connsiteX845" fmla="*/ 5259740 w 7467600"/>
              <a:gd name="connsiteY845" fmla="*/ 257013 h 6858000"/>
              <a:gd name="connsiteX846" fmla="*/ 5208466 w 7467600"/>
              <a:gd name="connsiteY846" fmla="*/ 257550 h 6858000"/>
              <a:gd name="connsiteX847" fmla="*/ 4980204 w 7467600"/>
              <a:gd name="connsiteY847" fmla="*/ 271903 h 6858000"/>
              <a:gd name="connsiteX848" fmla="*/ 5068068 w 7467600"/>
              <a:gd name="connsiteY848" fmla="*/ 282244 h 6858000"/>
              <a:gd name="connsiteX849" fmla="*/ 5153231 w 7467600"/>
              <a:gd name="connsiteY849" fmla="*/ 292240 h 6858000"/>
              <a:gd name="connsiteX850" fmla="*/ 5426491 w 7467600"/>
              <a:gd name="connsiteY850" fmla="*/ 281128 h 6858000"/>
              <a:gd name="connsiteX851" fmla="*/ 5731212 w 7467600"/>
              <a:gd name="connsiteY851" fmla="*/ 231951 h 6858000"/>
              <a:gd name="connsiteX852" fmla="*/ 5905192 w 7467600"/>
              <a:gd name="connsiteY852" fmla="*/ 163079 h 6858000"/>
              <a:gd name="connsiteX853" fmla="*/ 5944437 w 7467600"/>
              <a:gd name="connsiteY853" fmla="*/ 113829 h 6858000"/>
              <a:gd name="connsiteX854" fmla="*/ 5825032 w 7467600"/>
              <a:gd name="connsiteY854" fmla="*/ 146405 h 6858000"/>
              <a:gd name="connsiteX855" fmla="*/ 4955599 w 7467600"/>
              <a:gd name="connsiteY855" fmla="*/ 247008 h 6858000"/>
              <a:gd name="connsiteX856" fmla="*/ 5210104 w 7467600"/>
              <a:gd name="connsiteY856" fmla="*/ 228123 h 6858000"/>
              <a:gd name="connsiteX857" fmla="*/ 5261015 w 7467600"/>
              <a:gd name="connsiteY857" fmla="*/ 227087 h 6858000"/>
              <a:gd name="connsiteX858" fmla="*/ 5861181 w 7467600"/>
              <a:gd name="connsiteY858" fmla="*/ 143093 h 6858000"/>
              <a:gd name="connsiteX859" fmla="*/ 5961252 w 7467600"/>
              <a:gd name="connsiteY859" fmla="*/ 114820 h 6858000"/>
              <a:gd name="connsiteX860" fmla="*/ 5944437 w 7467600"/>
              <a:gd name="connsiteY860" fmla="*/ 113829 h 6858000"/>
              <a:gd name="connsiteX861" fmla="*/ 3882765 w 7467600"/>
              <a:gd name="connsiteY861" fmla="*/ 0 h 6858000"/>
              <a:gd name="connsiteX862" fmla="*/ 3995099 w 7467600"/>
              <a:gd name="connsiteY862" fmla="*/ 0 h 6858000"/>
              <a:gd name="connsiteX863" fmla="*/ 4163818 w 7467600"/>
              <a:gd name="connsiteY863" fmla="*/ 234104 h 6858000"/>
              <a:gd name="connsiteX864" fmla="*/ 4172099 w 7467600"/>
              <a:gd name="connsiteY864" fmla="*/ 234207 h 6858000"/>
              <a:gd name="connsiteX865" fmla="*/ 4784282 w 7467600"/>
              <a:gd name="connsiteY865" fmla="*/ 276561 h 6858000"/>
              <a:gd name="connsiteX866" fmla="*/ 4801687 w 7467600"/>
              <a:gd name="connsiteY866" fmla="*/ 267764 h 6858000"/>
              <a:gd name="connsiteX867" fmla="*/ 6082788 w 7467600"/>
              <a:gd name="connsiteY867" fmla="*/ 64119 h 6858000"/>
              <a:gd name="connsiteX868" fmla="*/ 6099442 w 7467600"/>
              <a:gd name="connsiteY868" fmla="*/ 82568 h 6858000"/>
              <a:gd name="connsiteX869" fmla="*/ 4804137 w 7467600"/>
              <a:gd name="connsiteY869" fmla="*/ 320931 h 6858000"/>
              <a:gd name="connsiteX870" fmla="*/ 4227047 w 7467600"/>
              <a:gd name="connsiteY870" fmla="*/ 313415 h 6858000"/>
              <a:gd name="connsiteX871" fmla="*/ 4346041 w 7467600"/>
              <a:gd name="connsiteY871" fmla="*/ 456086 h 6858000"/>
              <a:gd name="connsiteX872" fmla="*/ 4870967 w 7467600"/>
              <a:gd name="connsiteY872" fmla="*/ 963061 h 6858000"/>
              <a:gd name="connsiteX873" fmla="*/ 4889647 w 7467600"/>
              <a:gd name="connsiteY873" fmla="*/ 957147 h 6858000"/>
              <a:gd name="connsiteX874" fmla="*/ 5422504 w 7467600"/>
              <a:gd name="connsiteY874" fmla="*/ 805191 h 6858000"/>
              <a:gd name="connsiteX875" fmla="*/ 6087656 w 7467600"/>
              <a:gd name="connsiteY875" fmla="*/ 826703 h 6858000"/>
              <a:gd name="connsiteX876" fmla="*/ 6058717 w 7467600"/>
              <a:gd name="connsiteY876" fmla="*/ 865992 h 6858000"/>
              <a:gd name="connsiteX877" fmla="*/ 4974153 w 7467600"/>
              <a:gd name="connsiteY877" fmla="*/ 1045456 h 6858000"/>
              <a:gd name="connsiteX878" fmla="*/ 5627835 w 7467600"/>
              <a:gd name="connsiteY878" fmla="*/ 1472077 h 6858000"/>
              <a:gd name="connsiteX879" fmla="*/ 5629817 w 7467600"/>
              <a:gd name="connsiteY879" fmla="*/ 1471412 h 6858000"/>
              <a:gd name="connsiteX880" fmla="*/ 5634124 w 7467600"/>
              <a:gd name="connsiteY880" fmla="*/ 1470572 h 6858000"/>
              <a:gd name="connsiteX881" fmla="*/ 5755832 w 7467600"/>
              <a:gd name="connsiteY881" fmla="*/ 1383886 h 6858000"/>
              <a:gd name="connsiteX882" fmla="*/ 6014186 w 7467600"/>
              <a:gd name="connsiteY882" fmla="*/ 1279799 h 6858000"/>
              <a:gd name="connsiteX883" fmla="*/ 6901619 w 7467600"/>
              <a:gd name="connsiteY883" fmla="*/ 1047874 h 6858000"/>
              <a:gd name="connsiteX884" fmla="*/ 6931566 w 7467600"/>
              <a:gd name="connsiteY884" fmla="*/ 1062034 h 6858000"/>
              <a:gd name="connsiteX885" fmla="*/ 5790982 w 7467600"/>
              <a:gd name="connsiteY885" fmla="*/ 1561380 h 6858000"/>
              <a:gd name="connsiteX886" fmla="*/ 6188971 w 7467600"/>
              <a:gd name="connsiteY886" fmla="*/ 1755168 h 6858000"/>
              <a:gd name="connsiteX887" fmla="*/ 6202446 w 7467600"/>
              <a:gd name="connsiteY887" fmla="*/ 1752268 h 6858000"/>
              <a:gd name="connsiteX888" fmla="*/ 7179560 w 7467600"/>
              <a:gd name="connsiteY888" fmla="*/ 1467551 h 6858000"/>
              <a:gd name="connsiteX889" fmla="*/ 7158730 w 7467600"/>
              <a:gd name="connsiteY889" fmla="*/ 1507835 h 6858000"/>
              <a:gd name="connsiteX890" fmla="*/ 6326959 w 7467600"/>
              <a:gd name="connsiteY890" fmla="*/ 1817686 h 6858000"/>
              <a:gd name="connsiteX891" fmla="*/ 6537433 w 7467600"/>
              <a:gd name="connsiteY891" fmla="*/ 1907790 h 6858000"/>
              <a:gd name="connsiteX892" fmla="*/ 6550221 w 7467600"/>
              <a:gd name="connsiteY892" fmla="*/ 1910729 h 6858000"/>
              <a:gd name="connsiteX893" fmla="*/ 6964438 w 7467600"/>
              <a:gd name="connsiteY893" fmla="*/ 2209505 h 6858000"/>
              <a:gd name="connsiteX894" fmla="*/ 7367862 w 7467600"/>
              <a:gd name="connsiteY894" fmla="*/ 2806833 h 6858000"/>
              <a:gd name="connsiteX895" fmla="*/ 7364329 w 7467600"/>
              <a:gd name="connsiteY895" fmla="*/ 2826907 h 6858000"/>
              <a:gd name="connsiteX896" fmla="*/ 7290545 w 7467600"/>
              <a:gd name="connsiteY896" fmla="*/ 2850663 h 6858000"/>
              <a:gd name="connsiteX897" fmla="*/ 6472036 w 7467600"/>
              <a:gd name="connsiteY897" fmla="*/ 1959003 h 6858000"/>
              <a:gd name="connsiteX898" fmla="*/ 5792897 w 7467600"/>
              <a:gd name="connsiteY898" fmla="*/ 1647747 h 6858000"/>
              <a:gd name="connsiteX899" fmla="*/ 5842751 w 7467600"/>
              <a:gd name="connsiteY899" fmla="*/ 1816112 h 6858000"/>
              <a:gd name="connsiteX900" fmla="*/ 5847424 w 7467600"/>
              <a:gd name="connsiteY900" fmla="*/ 1815776 h 6858000"/>
              <a:gd name="connsiteX901" fmla="*/ 6399821 w 7467600"/>
              <a:gd name="connsiteY901" fmla="*/ 2344799 h 6858000"/>
              <a:gd name="connsiteX902" fmla="*/ 6323232 w 7467600"/>
              <a:gd name="connsiteY902" fmla="*/ 2389634 h 6858000"/>
              <a:gd name="connsiteX903" fmla="*/ 5942958 w 7467600"/>
              <a:gd name="connsiteY903" fmla="*/ 2077708 h 6858000"/>
              <a:gd name="connsiteX904" fmla="*/ 5921559 w 7467600"/>
              <a:gd name="connsiteY904" fmla="*/ 2378596 h 6858000"/>
              <a:gd name="connsiteX905" fmla="*/ 5817651 w 7467600"/>
              <a:gd name="connsiteY905" fmla="*/ 3023919 h 6858000"/>
              <a:gd name="connsiteX906" fmla="*/ 5729634 w 7467600"/>
              <a:gd name="connsiteY906" fmla="*/ 3051849 h 6858000"/>
              <a:gd name="connsiteX907" fmla="*/ 5611018 w 7467600"/>
              <a:gd name="connsiteY907" fmla="*/ 2316769 h 6858000"/>
              <a:gd name="connsiteX908" fmla="*/ 5687608 w 7467600"/>
              <a:gd name="connsiteY908" fmla="*/ 2039972 h 6858000"/>
              <a:gd name="connsiteX909" fmla="*/ 5657554 w 7467600"/>
              <a:gd name="connsiteY909" fmla="*/ 1576445 h 6858000"/>
              <a:gd name="connsiteX910" fmla="*/ 5150475 w 7467600"/>
              <a:gd name="connsiteY910" fmla="*/ 1274012 h 6858000"/>
              <a:gd name="connsiteX911" fmla="*/ 5349142 w 7467600"/>
              <a:gd name="connsiteY911" fmla="*/ 2204405 h 6858000"/>
              <a:gd name="connsiteX912" fmla="*/ 5262214 w 7467600"/>
              <a:gd name="connsiteY912" fmla="*/ 2233836 h 6858000"/>
              <a:gd name="connsiteX913" fmla="*/ 4981539 w 7467600"/>
              <a:gd name="connsiteY913" fmla="*/ 1542201 h 6858000"/>
              <a:gd name="connsiteX914" fmla="*/ 4958461 w 7467600"/>
              <a:gd name="connsiteY914" fmla="*/ 1136957 h 6858000"/>
              <a:gd name="connsiteX915" fmla="*/ 4655015 w 7467600"/>
              <a:gd name="connsiteY915" fmla="*/ 891426 h 6858000"/>
              <a:gd name="connsiteX916" fmla="*/ 4348002 w 7467600"/>
              <a:gd name="connsiteY916" fmla="*/ 2205895 h 6858000"/>
              <a:gd name="connsiteX917" fmla="*/ 4262250 w 7467600"/>
              <a:gd name="connsiteY917" fmla="*/ 2219972 h 6858000"/>
              <a:gd name="connsiteX918" fmla="*/ 4550611 w 7467600"/>
              <a:gd name="connsiteY918" fmla="*/ 817540 h 6858000"/>
              <a:gd name="connsiteX919" fmla="*/ 4564418 w 7467600"/>
              <a:gd name="connsiteY919" fmla="*/ 808293 h 6858000"/>
              <a:gd name="connsiteX920" fmla="*/ 4266388 w 7467600"/>
              <a:gd name="connsiteY920" fmla="*/ 500083 h 6858000"/>
              <a:gd name="connsiteX921" fmla="*/ 4032842 w 7467600"/>
              <a:gd name="connsiteY921" fmla="*/ 211809 h 6858000"/>
              <a:gd name="connsiteX922" fmla="*/ 3882765 w 7467600"/>
              <a:gd name="connsiteY922" fmla="*/ 0 h 6858000"/>
              <a:gd name="connsiteX923" fmla="*/ 3721337 w 7467600"/>
              <a:gd name="connsiteY923" fmla="*/ 0 h 6858000"/>
              <a:gd name="connsiteX924" fmla="*/ 3797544 w 7467600"/>
              <a:gd name="connsiteY924" fmla="*/ 0 h 6858000"/>
              <a:gd name="connsiteX925" fmla="*/ 3775734 w 7467600"/>
              <a:gd name="connsiteY925" fmla="*/ 95131 h 6858000"/>
              <a:gd name="connsiteX926" fmla="*/ 3724807 w 7467600"/>
              <a:gd name="connsiteY926" fmla="*/ 272257 h 6858000"/>
              <a:gd name="connsiteX927" fmla="*/ 3726844 w 7467600"/>
              <a:gd name="connsiteY927" fmla="*/ 282988 h 6858000"/>
              <a:gd name="connsiteX928" fmla="*/ 3742664 w 7467600"/>
              <a:gd name="connsiteY928" fmla="*/ 279918 h 6858000"/>
              <a:gd name="connsiteX929" fmla="*/ 4103910 w 7467600"/>
              <a:gd name="connsiteY929" fmla="*/ 1161917 h 6858000"/>
              <a:gd name="connsiteX930" fmla="*/ 4020269 w 7467600"/>
              <a:gd name="connsiteY930" fmla="*/ 1200406 h 6858000"/>
              <a:gd name="connsiteX931" fmla="*/ 3674882 w 7467600"/>
              <a:gd name="connsiteY931" fmla="*/ 488524 h 6858000"/>
              <a:gd name="connsiteX932" fmla="*/ 3132682 w 7467600"/>
              <a:gd name="connsiteY932" fmla="*/ 1072284 h 6858000"/>
              <a:gd name="connsiteX933" fmla="*/ 2716346 w 7467600"/>
              <a:gd name="connsiteY933" fmla="*/ 1276376 h 6858000"/>
              <a:gd name="connsiteX934" fmla="*/ 2716772 w 7467600"/>
              <a:gd name="connsiteY934" fmla="*/ 1255462 h 6858000"/>
              <a:gd name="connsiteX935" fmla="*/ 3471096 w 7467600"/>
              <a:gd name="connsiteY935" fmla="*/ 437072 h 6858000"/>
              <a:gd name="connsiteX936" fmla="*/ 3639057 w 7467600"/>
              <a:gd name="connsiteY936" fmla="*/ 286334 h 6858000"/>
              <a:gd name="connsiteX937" fmla="*/ 3640309 w 7467600"/>
              <a:gd name="connsiteY937" fmla="*/ 284664 h 6858000"/>
              <a:gd name="connsiteX938" fmla="*/ 3646022 w 7467600"/>
              <a:gd name="connsiteY938" fmla="*/ 276711 h 6858000"/>
              <a:gd name="connsiteX939" fmla="*/ 3707943 w 7467600"/>
              <a:gd name="connsiteY939" fmla="*/ 65958 h 6858000"/>
              <a:gd name="connsiteX940" fmla="*/ 3721337 w 7467600"/>
              <a:gd name="connsiteY940" fmla="*/ 0 h 6858000"/>
              <a:gd name="connsiteX941" fmla="*/ 2867960 w 7467600"/>
              <a:gd name="connsiteY941" fmla="*/ 0 h 6858000"/>
              <a:gd name="connsiteX942" fmla="*/ 2926351 w 7467600"/>
              <a:gd name="connsiteY942" fmla="*/ 0 h 6858000"/>
              <a:gd name="connsiteX943" fmla="*/ 2902823 w 7467600"/>
              <a:gd name="connsiteY943" fmla="*/ 262929 h 6858000"/>
              <a:gd name="connsiteX944" fmla="*/ 2940663 w 7467600"/>
              <a:gd name="connsiteY944" fmla="*/ 140884 h 6858000"/>
              <a:gd name="connsiteX945" fmla="*/ 2947039 w 7467600"/>
              <a:gd name="connsiteY945" fmla="*/ 122524 h 6858000"/>
              <a:gd name="connsiteX946" fmla="*/ 2984316 w 7467600"/>
              <a:gd name="connsiteY946" fmla="*/ 0 h 6858000"/>
              <a:gd name="connsiteX947" fmla="*/ 3016114 w 7467600"/>
              <a:gd name="connsiteY947" fmla="*/ 0 h 6858000"/>
              <a:gd name="connsiteX948" fmla="*/ 2979949 w 7467600"/>
              <a:gd name="connsiteY948" fmla="*/ 119274 h 6858000"/>
              <a:gd name="connsiteX949" fmla="*/ 3023879 w 7467600"/>
              <a:gd name="connsiteY949" fmla="*/ 0 h 6858000"/>
              <a:gd name="connsiteX950" fmla="*/ 3105400 w 7467600"/>
              <a:gd name="connsiteY950" fmla="*/ 0 h 6858000"/>
              <a:gd name="connsiteX951" fmla="*/ 3094669 w 7467600"/>
              <a:gd name="connsiteY951" fmla="*/ 30308 h 6858000"/>
              <a:gd name="connsiteX952" fmla="*/ 2901945 w 7467600"/>
              <a:gd name="connsiteY952" fmla="*/ 466538 h 6858000"/>
              <a:gd name="connsiteX953" fmla="*/ 2815209 w 7467600"/>
              <a:gd name="connsiteY953" fmla="*/ 497361 h 6858000"/>
              <a:gd name="connsiteX954" fmla="*/ 2844845 w 7467600"/>
              <a:gd name="connsiteY954" fmla="*/ 127638 h 6858000"/>
              <a:gd name="connsiteX955" fmla="*/ 2867960 w 7467600"/>
              <a:gd name="connsiteY955" fmla="*/ 0 h 6858000"/>
              <a:gd name="connsiteX956" fmla="*/ 1057230 w 7467600"/>
              <a:gd name="connsiteY956" fmla="*/ 0 h 6858000"/>
              <a:gd name="connsiteX957" fmla="*/ 1111003 w 7467600"/>
              <a:gd name="connsiteY957" fmla="*/ 0 h 6858000"/>
              <a:gd name="connsiteX958" fmla="*/ 1125553 w 7467600"/>
              <a:gd name="connsiteY958" fmla="*/ 52588 h 6858000"/>
              <a:gd name="connsiteX959" fmla="*/ 1304276 w 7467600"/>
              <a:gd name="connsiteY959" fmla="*/ 476275 h 6858000"/>
              <a:gd name="connsiteX960" fmla="*/ 1492066 w 7467600"/>
              <a:gd name="connsiteY960" fmla="*/ 886333 h 6858000"/>
              <a:gd name="connsiteX961" fmla="*/ 1423698 w 7467600"/>
              <a:gd name="connsiteY961" fmla="*/ 710817 h 6858000"/>
              <a:gd name="connsiteX962" fmla="*/ 1357609 w 7467600"/>
              <a:gd name="connsiteY962" fmla="*/ 532892 h 6858000"/>
              <a:gd name="connsiteX963" fmla="*/ 1309550 w 7467600"/>
              <a:gd name="connsiteY963" fmla="*/ 374031 h 6858000"/>
              <a:gd name="connsiteX964" fmla="*/ 1193673 w 7467600"/>
              <a:gd name="connsiteY964" fmla="*/ 49533 h 6858000"/>
              <a:gd name="connsiteX965" fmla="*/ 1164391 w 7467600"/>
              <a:gd name="connsiteY965" fmla="*/ 0 h 6858000"/>
              <a:gd name="connsiteX966" fmla="*/ 1200666 w 7467600"/>
              <a:gd name="connsiteY966" fmla="*/ 0 h 6858000"/>
              <a:gd name="connsiteX967" fmla="*/ 1223408 w 7467600"/>
              <a:gd name="connsiteY967" fmla="*/ 38996 h 6858000"/>
              <a:gd name="connsiteX968" fmla="*/ 1339635 w 7467600"/>
              <a:gd name="connsiteY968" fmla="*/ 365517 h 6858000"/>
              <a:gd name="connsiteX969" fmla="*/ 1387469 w 7467600"/>
              <a:gd name="connsiteY969" fmla="*/ 523079 h 6858000"/>
              <a:gd name="connsiteX970" fmla="*/ 1452685 w 7467600"/>
              <a:gd name="connsiteY970" fmla="*/ 699806 h 6858000"/>
              <a:gd name="connsiteX971" fmla="*/ 1492092 w 7467600"/>
              <a:gd name="connsiteY971" fmla="*/ 800424 h 6858000"/>
              <a:gd name="connsiteX972" fmla="*/ 1455302 w 7467600"/>
              <a:gd name="connsiteY972" fmla="*/ 632913 h 6858000"/>
              <a:gd name="connsiteX973" fmla="*/ 1222336 w 7467600"/>
              <a:gd name="connsiteY973" fmla="*/ 9480 h 6858000"/>
              <a:gd name="connsiteX974" fmla="*/ 1214634 w 7467600"/>
              <a:gd name="connsiteY974" fmla="*/ 0 h 6858000"/>
              <a:gd name="connsiteX975" fmla="*/ 1289827 w 7467600"/>
              <a:gd name="connsiteY975" fmla="*/ 0 h 6858000"/>
              <a:gd name="connsiteX976" fmla="*/ 1321076 w 7467600"/>
              <a:gd name="connsiteY976" fmla="*/ 59722 h 6858000"/>
              <a:gd name="connsiteX977" fmla="*/ 1512579 w 7467600"/>
              <a:gd name="connsiteY977" fmla="*/ 626441 h 6858000"/>
              <a:gd name="connsiteX978" fmla="*/ 1506076 w 7467600"/>
              <a:gd name="connsiteY978" fmla="*/ 1089289 h 6858000"/>
              <a:gd name="connsiteX979" fmla="*/ 1486346 w 7467600"/>
              <a:gd name="connsiteY979" fmla="*/ 1079919 h 6858000"/>
              <a:gd name="connsiteX980" fmla="*/ 1070511 w 7467600"/>
              <a:gd name="connsiteY980" fmla="*/ 48609 h 6858000"/>
              <a:gd name="connsiteX981" fmla="*/ 1057230 w 7467600"/>
              <a:gd name="connsiteY981" fmla="*/ 0 h 6858000"/>
              <a:gd name="connsiteX982" fmla="*/ 43151 w 7467600"/>
              <a:gd name="connsiteY982" fmla="*/ 0 h 6858000"/>
              <a:gd name="connsiteX983" fmla="*/ 95283 w 7467600"/>
              <a:gd name="connsiteY983" fmla="*/ 0 h 6858000"/>
              <a:gd name="connsiteX984" fmla="*/ 300708 w 7467600"/>
              <a:gd name="connsiteY984" fmla="*/ 154571 h 6858000"/>
              <a:gd name="connsiteX985" fmla="*/ 530414 w 7467600"/>
              <a:gd name="connsiteY985" fmla="*/ 354673 h 6858000"/>
              <a:gd name="connsiteX986" fmla="*/ 333785 w 7467600"/>
              <a:gd name="connsiteY986" fmla="*/ 161564 h 6858000"/>
              <a:gd name="connsiteX987" fmla="*/ 147005 w 7467600"/>
              <a:gd name="connsiteY987" fmla="*/ 0 h 6858000"/>
              <a:gd name="connsiteX988" fmla="*/ 272509 w 7467600"/>
              <a:gd name="connsiteY988" fmla="*/ 0 h 6858000"/>
              <a:gd name="connsiteX989" fmla="*/ 326276 w 7467600"/>
              <a:gd name="connsiteY989" fmla="*/ 45847 h 6858000"/>
              <a:gd name="connsiteX990" fmla="*/ 823759 w 7467600"/>
              <a:gd name="connsiteY990" fmla="*/ 574145 h 6858000"/>
              <a:gd name="connsiteX991" fmla="*/ 811254 w 7467600"/>
              <a:gd name="connsiteY991" fmla="*/ 665546 h 6858000"/>
              <a:gd name="connsiteX992" fmla="*/ 154042 w 7467600"/>
              <a:gd name="connsiteY992" fmla="*/ 261522 h 6858000"/>
              <a:gd name="connsiteX993" fmla="*/ 13550 w 7467600"/>
              <a:gd name="connsiteY993" fmla="*/ 158423 h 6858000"/>
              <a:gd name="connsiteX994" fmla="*/ 0 w 7467600"/>
              <a:gd name="connsiteY994" fmla="*/ 146618 h 6858000"/>
              <a:gd name="connsiteX995" fmla="*/ 0 w 7467600"/>
              <a:gd name="connsiteY995" fmla="*/ 59161 h 6858000"/>
              <a:gd name="connsiteX996" fmla="*/ 45427 w 7467600"/>
              <a:gd name="connsiteY996" fmla="*/ 101078 h 6858000"/>
              <a:gd name="connsiteX997" fmla="*/ 630103 w 7467600"/>
              <a:gd name="connsiteY997" fmla="*/ 485885 h 6858000"/>
              <a:gd name="connsiteX998" fmla="*/ 532040 w 7467600"/>
              <a:gd name="connsiteY998" fmla="*/ 399359 h 6858000"/>
              <a:gd name="connsiteX999" fmla="*/ 517618 w 7467600"/>
              <a:gd name="connsiteY999" fmla="*/ 385726 h 6858000"/>
              <a:gd name="connsiteX1000" fmla="*/ 285074 w 7467600"/>
              <a:gd name="connsiteY1000" fmla="*/ 182755 h 6858000"/>
              <a:gd name="connsiteX1001" fmla="*/ 43151 w 7467600"/>
              <a:gd name="connsiteY1001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368569 w 7467600"/>
              <a:gd name="connsiteY127" fmla="*/ 5270182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7467600 w 7467600"/>
              <a:gd name="connsiteY137" fmla="*/ 5241225 h 6858000"/>
              <a:gd name="connsiteX138" fmla="*/ 7467600 w 7467600"/>
              <a:gd name="connsiteY138" fmla="*/ 5277736 h 6858000"/>
              <a:gd name="connsiteX139" fmla="*/ 7327465 w 7467600"/>
              <a:gd name="connsiteY139" fmla="*/ 5174181 h 6858000"/>
              <a:gd name="connsiteX140" fmla="*/ 7244057 w 7467600"/>
              <a:gd name="connsiteY140" fmla="*/ 5124233 h 6858000"/>
              <a:gd name="connsiteX141" fmla="*/ 7353035 w 7467600"/>
              <a:gd name="connsiteY141" fmla="*/ 5197318 h 6858000"/>
              <a:gd name="connsiteX142" fmla="*/ 7467600 w 7467600"/>
              <a:gd name="connsiteY142" fmla="*/ 5297634 h 6858000"/>
              <a:gd name="connsiteX143" fmla="*/ 7467600 w 7467600"/>
              <a:gd name="connsiteY143" fmla="*/ 5361850 h 6858000"/>
              <a:gd name="connsiteX144" fmla="*/ 7368569 w 7467600"/>
              <a:gd name="connsiteY144" fmla="*/ 5270182 h 6858000"/>
              <a:gd name="connsiteX145" fmla="*/ 1903353 w 7467600"/>
              <a:gd name="connsiteY145" fmla="*/ 5044827 h 6858000"/>
              <a:gd name="connsiteX146" fmla="*/ 1936931 w 7467600"/>
              <a:gd name="connsiteY146" fmla="*/ 5093954 h 6858000"/>
              <a:gd name="connsiteX147" fmla="*/ 2195868 w 7467600"/>
              <a:gd name="connsiteY147" fmla="*/ 5396574 h 6858000"/>
              <a:gd name="connsiteX148" fmla="*/ 2088852 w 7467600"/>
              <a:gd name="connsiteY148" fmla="*/ 5166123 h 6858000"/>
              <a:gd name="connsiteX149" fmla="*/ 1958241 w 7467600"/>
              <a:gd name="connsiteY149" fmla="*/ 5067955 h 6858000"/>
              <a:gd name="connsiteX150" fmla="*/ 1903353 w 7467600"/>
              <a:gd name="connsiteY150" fmla="*/ 5044827 h 6858000"/>
              <a:gd name="connsiteX151" fmla="*/ 1979378 w 7467600"/>
              <a:gd name="connsiteY151" fmla="*/ 4769504 h 6858000"/>
              <a:gd name="connsiteX152" fmla="*/ 2882120 w 7467600"/>
              <a:gd name="connsiteY152" fmla="*/ 5064547 h 6858000"/>
              <a:gd name="connsiteX153" fmla="*/ 2793103 w 7467600"/>
              <a:gd name="connsiteY153" fmla="*/ 5039699 h 6858000"/>
              <a:gd name="connsiteX154" fmla="*/ 2770041 w 7467600"/>
              <a:gd name="connsiteY154" fmla="*/ 5033634 h 6858000"/>
              <a:gd name="connsiteX155" fmla="*/ 1979378 w 7467600"/>
              <a:gd name="connsiteY155" fmla="*/ 4769504 h 6858000"/>
              <a:gd name="connsiteX156" fmla="*/ 1927410 w 7467600"/>
              <a:gd name="connsiteY156" fmla="*/ 4716164 h 6858000"/>
              <a:gd name="connsiteX157" fmla="*/ 1959587 w 7467600"/>
              <a:gd name="connsiteY157" fmla="*/ 4728849 h 6858000"/>
              <a:gd name="connsiteX158" fmla="*/ 2777707 w 7467600"/>
              <a:gd name="connsiteY158" fmla="*/ 5003991 h 6858000"/>
              <a:gd name="connsiteX159" fmla="*/ 2800768 w 7467600"/>
              <a:gd name="connsiteY159" fmla="*/ 5010056 h 6858000"/>
              <a:gd name="connsiteX160" fmla="*/ 2879408 w 7467600"/>
              <a:gd name="connsiteY160" fmla="*/ 5031590 h 6858000"/>
              <a:gd name="connsiteX161" fmla="*/ 2862295 w 7467600"/>
              <a:gd name="connsiteY161" fmla="*/ 5022958 h 6858000"/>
              <a:gd name="connsiteX162" fmla="*/ 2813343 w 7467600"/>
              <a:gd name="connsiteY162" fmla="*/ 4998369 h 6858000"/>
              <a:gd name="connsiteX163" fmla="*/ 2646245 w 7467600"/>
              <a:gd name="connsiteY163" fmla="*/ 4930999 h 6858000"/>
              <a:gd name="connsiteX164" fmla="*/ 1999243 w 7467600"/>
              <a:gd name="connsiteY164" fmla="*/ 4730524 h 6858000"/>
              <a:gd name="connsiteX165" fmla="*/ 1979527 w 7467600"/>
              <a:gd name="connsiteY165" fmla="*/ 4726651 h 6858000"/>
              <a:gd name="connsiteX166" fmla="*/ 1927410 w 7467600"/>
              <a:gd name="connsiteY166" fmla="*/ 4716164 h 6858000"/>
              <a:gd name="connsiteX167" fmla="*/ 1997014 w 7467600"/>
              <a:gd name="connsiteY167" fmla="*/ 4698007 h 6858000"/>
              <a:gd name="connsiteX168" fmla="*/ 2005458 w 7467600"/>
              <a:gd name="connsiteY168" fmla="*/ 4699540 h 6858000"/>
              <a:gd name="connsiteX169" fmla="*/ 2657186 w 7467600"/>
              <a:gd name="connsiteY169" fmla="*/ 4901687 h 6858000"/>
              <a:gd name="connsiteX170" fmla="*/ 2826662 w 7467600"/>
              <a:gd name="connsiteY170" fmla="*/ 4970362 h 6858000"/>
              <a:gd name="connsiteX171" fmla="*/ 2876100 w 7467600"/>
              <a:gd name="connsiteY171" fmla="*/ 4995397 h 6858000"/>
              <a:gd name="connsiteX172" fmla="*/ 3042600 w 7467600"/>
              <a:gd name="connsiteY172" fmla="*/ 5059532 h 6858000"/>
              <a:gd name="connsiteX173" fmla="*/ 1997014 w 7467600"/>
              <a:gd name="connsiteY173" fmla="*/ 4698007 h 6858000"/>
              <a:gd name="connsiteX174" fmla="*/ 2305292 w 7467600"/>
              <a:gd name="connsiteY174" fmla="*/ 4219492 h 6858000"/>
              <a:gd name="connsiteX175" fmla="*/ 3360922 w 7467600"/>
              <a:gd name="connsiteY175" fmla="*/ 4529373 h 6858000"/>
              <a:gd name="connsiteX176" fmla="*/ 3492420 w 7467600"/>
              <a:gd name="connsiteY176" fmla="*/ 4510145 h 6858000"/>
              <a:gd name="connsiteX177" fmla="*/ 3364086 w 7467600"/>
              <a:gd name="connsiteY177" fmla="*/ 4480340 h 6858000"/>
              <a:gd name="connsiteX178" fmla="*/ 3225818 w 7467600"/>
              <a:gd name="connsiteY178" fmla="*/ 4411822 h 6858000"/>
              <a:gd name="connsiteX179" fmla="*/ 3129696 w 7467600"/>
              <a:gd name="connsiteY179" fmla="*/ 4360704 h 6858000"/>
              <a:gd name="connsiteX180" fmla="*/ 2814545 w 7467600"/>
              <a:gd name="connsiteY180" fmla="*/ 4282955 h 6858000"/>
              <a:gd name="connsiteX181" fmla="*/ 2305292 w 7467600"/>
              <a:gd name="connsiteY181" fmla="*/ 4219492 h 6858000"/>
              <a:gd name="connsiteX182" fmla="*/ 2626982 w 7467600"/>
              <a:gd name="connsiteY182" fmla="*/ 4206450 h 6858000"/>
              <a:gd name="connsiteX183" fmla="*/ 2490617 w 7467600"/>
              <a:gd name="connsiteY183" fmla="*/ 4206951 h 6858000"/>
              <a:gd name="connsiteX184" fmla="*/ 2819869 w 7467600"/>
              <a:gd name="connsiteY184" fmla="*/ 4252936 h 6858000"/>
              <a:gd name="connsiteX185" fmla="*/ 3143018 w 7467600"/>
              <a:gd name="connsiteY185" fmla="*/ 4332698 h 6858000"/>
              <a:gd name="connsiteX186" fmla="*/ 3241520 w 7467600"/>
              <a:gd name="connsiteY186" fmla="*/ 4385112 h 6858000"/>
              <a:gd name="connsiteX187" fmla="*/ 3374575 w 7467600"/>
              <a:gd name="connsiteY187" fmla="*/ 4451517 h 6858000"/>
              <a:gd name="connsiteX188" fmla="*/ 3505221 w 7467600"/>
              <a:gd name="connsiteY188" fmla="*/ 4480757 h 6858000"/>
              <a:gd name="connsiteX189" fmla="*/ 2626982 w 7467600"/>
              <a:gd name="connsiteY189" fmla="*/ 4206450 h 6858000"/>
              <a:gd name="connsiteX190" fmla="*/ 1310106 w 7467600"/>
              <a:gd name="connsiteY190" fmla="*/ 3943217 h 6858000"/>
              <a:gd name="connsiteX191" fmla="*/ 854994 w 7467600"/>
              <a:gd name="connsiteY191" fmla="*/ 4399136 h 6858000"/>
              <a:gd name="connsiteX192" fmla="*/ 742462 w 7467600"/>
              <a:gd name="connsiteY192" fmla="*/ 4594648 h 6858000"/>
              <a:gd name="connsiteX193" fmla="*/ 820602 w 7467600"/>
              <a:gd name="connsiteY193" fmla="*/ 4485915 h 6858000"/>
              <a:gd name="connsiteX194" fmla="*/ 878295 w 7467600"/>
              <a:gd name="connsiteY194" fmla="*/ 4403594 h 6858000"/>
              <a:gd name="connsiteX195" fmla="*/ 1240607 w 7467600"/>
              <a:gd name="connsiteY195" fmla="*/ 4010401 h 6858000"/>
              <a:gd name="connsiteX196" fmla="*/ 1310106 w 7467600"/>
              <a:gd name="connsiteY196" fmla="*/ 3943217 h 6858000"/>
              <a:gd name="connsiteX197" fmla="*/ 1423113 w 7467600"/>
              <a:gd name="connsiteY197" fmla="*/ 3874565 h 6858000"/>
              <a:gd name="connsiteX198" fmla="*/ 1260565 w 7467600"/>
              <a:gd name="connsiteY198" fmla="*/ 4031982 h 6858000"/>
              <a:gd name="connsiteX199" fmla="*/ 901900 w 7467600"/>
              <a:gd name="connsiteY199" fmla="*/ 4421236 h 6858000"/>
              <a:gd name="connsiteX200" fmla="*/ 845044 w 7467600"/>
              <a:gd name="connsiteY200" fmla="*/ 4502436 h 6858000"/>
              <a:gd name="connsiteX201" fmla="*/ 685926 w 7467600"/>
              <a:gd name="connsiteY201" fmla="*/ 4703069 h 6858000"/>
              <a:gd name="connsiteX202" fmla="*/ 684248 w 7467600"/>
              <a:gd name="connsiteY202" fmla="*/ 4706721 h 6858000"/>
              <a:gd name="connsiteX203" fmla="*/ 1423113 w 7467600"/>
              <a:gd name="connsiteY203" fmla="*/ 3874565 h 6858000"/>
              <a:gd name="connsiteX204" fmla="*/ 3316479 w 7467600"/>
              <a:gd name="connsiteY204" fmla="*/ 3872136 h 6858000"/>
              <a:gd name="connsiteX205" fmla="*/ 3546806 w 7467600"/>
              <a:gd name="connsiteY205" fmla="*/ 4356139 h 6858000"/>
              <a:gd name="connsiteX206" fmla="*/ 3364433 w 7467600"/>
              <a:gd name="connsiteY206" fmla="*/ 3953121 h 6858000"/>
              <a:gd name="connsiteX207" fmla="*/ 3316479 w 7467600"/>
              <a:gd name="connsiteY207" fmla="*/ 3872136 h 6858000"/>
              <a:gd name="connsiteX208" fmla="*/ 3291335 w 7467600"/>
              <a:gd name="connsiteY208" fmla="*/ 3767420 h 6858000"/>
              <a:gd name="connsiteX209" fmla="*/ 3390805 w 7467600"/>
              <a:gd name="connsiteY209" fmla="*/ 3937163 h 6858000"/>
              <a:gd name="connsiteX210" fmla="*/ 3579062 w 7467600"/>
              <a:gd name="connsiteY210" fmla="*/ 4359040 h 6858000"/>
              <a:gd name="connsiteX211" fmla="*/ 3467355 w 7467600"/>
              <a:gd name="connsiteY211" fmla="*/ 3988130 h 6858000"/>
              <a:gd name="connsiteX212" fmla="*/ 3310753 w 7467600"/>
              <a:gd name="connsiteY212" fmla="*/ 3787140 h 6858000"/>
              <a:gd name="connsiteX213" fmla="*/ 3291335 w 7467600"/>
              <a:gd name="connsiteY213" fmla="*/ 3767420 h 6858000"/>
              <a:gd name="connsiteX214" fmla="*/ 1635889 w 7467600"/>
              <a:gd name="connsiteY214" fmla="*/ 3709494 h 6858000"/>
              <a:gd name="connsiteX215" fmla="*/ 1634800 w 7467600"/>
              <a:gd name="connsiteY215" fmla="*/ 3731111 h 6858000"/>
              <a:gd name="connsiteX216" fmla="*/ 1635889 w 7467600"/>
              <a:gd name="connsiteY216" fmla="*/ 3709494 h 6858000"/>
              <a:gd name="connsiteX217" fmla="*/ 1510397 w 7467600"/>
              <a:gd name="connsiteY217" fmla="*/ 3684705 h 6858000"/>
              <a:gd name="connsiteX218" fmla="*/ 1146550 w 7467600"/>
              <a:gd name="connsiteY218" fmla="*/ 3802012 h 6858000"/>
              <a:gd name="connsiteX219" fmla="*/ 698834 w 7467600"/>
              <a:gd name="connsiteY219" fmla="*/ 3952272 h 6858000"/>
              <a:gd name="connsiteX220" fmla="*/ 34256 w 7467600"/>
              <a:gd name="connsiteY220" fmla="*/ 4347603 h 6858000"/>
              <a:gd name="connsiteX221" fmla="*/ 527241 w 7467600"/>
              <a:gd name="connsiteY221" fmla="*/ 4065078 h 6858000"/>
              <a:gd name="connsiteX222" fmla="*/ 1510397 w 7467600"/>
              <a:gd name="connsiteY222" fmla="*/ 3684705 h 6858000"/>
              <a:gd name="connsiteX223" fmla="*/ 1313114 w 7467600"/>
              <a:gd name="connsiteY223" fmla="*/ 3655216 h 6858000"/>
              <a:gd name="connsiteX224" fmla="*/ 1109304 w 7467600"/>
              <a:gd name="connsiteY224" fmla="*/ 3669030 h 6858000"/>
              <a:gd name="connsiteX225" fmla="*/ 8129 w 7467600"/>
              <a:gd name="connsiteY225" fmla="*/ 4330519 h 6858000"/>
              <a:gd name="connsiteX226" fmla="*/ 687572 w 7467600"/>
              <a:gd name="connsiteY226" fmla="*/ 3925629 h 6858000"/>
              <a:gd name="connsiteX227" fmla="*/ 1138365 w 7467600"/>
              <a:gd name="connsiteY227" fmla="*/ 3774515 h 6858000"/>
              <a:gd name="connsiteX228" fmla="*/ 1505579 w 7467600"/>
              <a:gd name="connsiteY228" fmla="*/ 3655526 h 6858000"/>
              <a:gd name="connsiteX229" fmla="*/ 1313114 w 7467600"/>
              <a:gd name="connsiteY229" fmla="*/ 3655216 h 6858000"/>
              <a:gd name="connsiteX230" fmla="*/ 3655073 w 7467600"/>
              <a:gd name="connsiteY230" fmla="*/ 3650884 h 6858000"/>
              <a:gd name="connsiteX231" fmla="*/ 3989938 w 7467600"/>
              <a:gd name="connsiteY231" fmla="*/ 3991685 h 6858000"/>
              <a:gd name="connsiteX232" fmla="*/ 4393907 w 7467600"/>
              <a:gd name="connsiteY232" fmla="*/ 4261258 h 6858000"/>
              <a:gd name="connsiteX233" fmla="*/ 4648051 w 7467600"/>
              <a:gd name="connsiteY233" fmla="*/ 4374051 h 6858000"/>
              <a:gd name="connsiteX234" fmla="*/ 4383389 w 7467600"/>
              <a:gd name="connsiteY234" fmla="*/ 4184369 h 6858000"/>
              <a:gd name="connsiteX235" fmla="*/ 4165508 w 7467600"/>
              <a:gd name="connsiteY235" fmla="*/ 4035196 h 6858000"/>
              <a:gd name="connsiteX236" fmla="*/ 4068162 w 7467600"/>
              <a:gd name="connsiteY236" fmla="*/ 3953394 h 6858000"/>
              <a:gd name="connsiteX237" fmla="*/ 3981416 w 7467600"/>
              <a:gd name="connsiteY237" fmla="*/ 3880482 h 6858000"/>
              <a:gd name="connsiteX238" fmla="*/ 3800147 w 7467600"/>
              <a:gd name="connsiteY238" fmla="*/ 3749872 h 6858000"/>
              <a:gd name="connsiteX239" fmla="*/ 3655073 w 7467600"/>
              <a:gd name="connsiteY239" fmla="*/ 3650884 h 6858000"/>
              <a:gd name="connsiteX240" fmla="*/ 3670252 w 7467600"/>
              <a:gd name="connsiteY240" fmla="*/ 3622798 h 6858000"/>
              <a:gd name="connsiteX241" fmla="*/ 3817258 w 7467600"/>
              <a:gd name="connsiteY241" fmla="*/ 3723577 h 6858000"/>
              <a:gd name="connsiteX242" fmla="*/ 4000461 w 7467600"/>
              <a:gd name="connsiteY242" fmla="*/ 3855966 h 6858000"/>
              <a:gd name="connsiteX243" fmla="*/ 4088180 w 7467600"/>
              <a:gd name="connsiteY243" fmla="*/ 3929774 h 6858000"/>
              <a:gd name="connsiteX244" fmla="*/ 4184555 w 7467600"/>
              <a:gd name="connsiteY244" fmla="*/ 4010683 h 6858000"/>
              <a:gd name="connsiteX245" fmla="*/ 4399563 w 7467600"/>
              <a:gd name="connsiteY245" fmla="*/ 4158106 h 6858000"/>
              <a:gd name="connsiteX246" fmla="*/ 4684469 w 7467600"/>
              <a:gd name="connsiteY246" fmla="*/ 4364680 h 6858000"/>
              <a:gd name="connsiteX247" fmla="*/ 4690271 w 7467600"/>
              <a:gd name="connsiteY247" fmla="*/ 4370034 h 6858000"/>
              <a:gd name="connsiteX248" fmla="*/ 4136093 w 7467600"/>
              <a:gd name="connsiteY248" fmla="*/ 3858466 h 6858000"/>
              <a:gd name="connsiteX249" fmla="*/ 3670252 w 7467600"/>
              <a:gd name="connsiteY249" fmla="*/ 3622798 h 6858000"/>
              <a:gd name="connsiteX250" fmla="*/ 4440129 w 7467600"/>
              <a:gd name="connsiteY250" fmla="*/ 3448571 h 6858000"/>
              <a:gd name="connsiteX251" fmla="*/ 4856525 w 7467600"/>
              <a:gd name="connsiteY251" fmla="*/ 3915351 h 6858000"/>
              <a:gd name="connsiteX252" fmla="*/ 5059055 w 7467600"/>
              <a:gd name="connsiteY252" fmla="*/ 4108918 h 6858000"/>
              <a:gd name="connsiteX253" fmla="*/ 5290070 w 7467600"/>
              <a:gd name="connsiteY253" fmla="*/ 4263619 h 6858000"/>
              <a:gd name="connsiteX254" fmla="*/ 4834991 w 7467600"/>
              <a:gd name="connsiteY254" fmla="*/ 3830985 h 6858000"/>
              <a:gd name="connsiteX255" fmla="*/ 4440129 w 7467600"/>
              <a:gd name="connsiteY255" fmla="*/ 3448571 h 6858000"/>
              <a:gd name="connsiteX256" fmla="*/ 4441737 w 7467600"/>
              <a:gd name="connsiteY256" fmla="*/ 3399734 h 6858000"/>
              <a:gd name="connsiteX257" fmla="*/ 4431236 w 7467600"/>
              <a:gd name="connsiteY257" fmla="*/ 3400954 h 6858000"/>
              <a:gd name="connsiteX258" fmla="*/ 4557150 w 7467600"/>
              <a:gd name="connsiteY258" fmla="*/ 3510023 h 6858000"/>
              <a:gd name="connsiteX259" fmla="*/ 4856936 w 7467600"/>
              <a:gd name="connsiteY259" fmla="*/ 3809146 h 6858000"/>
              <a:gd name="connsiteX260" fmla="*/ 5111996 w 7467600"/>
              <a:gd name="connsiteY260" fmla="*/ 4065759 h 6858000"/>
              <a:gd name="connsiteX261" fmla="*/ 5388878 w 7467600"/>
              <a:gd name="connsiteY261" fmla="*/ 4300185 h 6858000"/>
              <a:gd name="connsiteX262" fmla="*/ 5425556 w 7467600"/>
              <a:gd name="connsiteY262" fmla="*/ 4308967 h 6858000"/>
              <a:gd name="connsiteX263" fmla="*/ 4943646 w 7467600"/>
              <a:gd name="connsiteY263" fmla="*/ 3822916 h 6858000"/>
              <a:gd name="connsiteX264" fmla="*/ 4594837 w 7467600"/>
              <a:gd name="connsiteY264" fmla="*/ 3532274 h 6858000"/>
              <a:gd name="connsiteX265" fmla="*/ 4441737 w 7467600"/>
              <a:gd name="connsiteY265" fmla="*/ 3399734 h 6858000"/>
              <a:gd name="connsiteX266" fmla="*/ 5425834 w 7467600"/>
              <a:gd name="connsiteY266" fmla="*/ 3162785 h 6858000"/>
              <a:gd name="connsiteX267" fmla="*/ 5401644 w 7467600"/>
              <a:gd name="connsiteY267" fmla="*/ 3617847 h 6858000"/>
              <a:gd name="connsiteX268" fmla="*/ 5467256 w 7467600"/>
              <a:gd name="connsiteY268" fmla="*/ 4175494 h 6858000"/>
              <a:gd name="connsiteX269" fmla="*/ 5448069 w 7467600"/>
              <a:gd name="connsiteY269" fmla="*/ 3567554 h 6858000"/>
              <a:gd name="connsiteX270" fmla="*/ 5425834 w 7467600"/>
              <a:gd name="connsiteY270" fmla="*/ 3162785 h 6858000"/>
              <a:gd name="connsiteX271" fmla="*/ 1318687 w 7467600"/>
              <a:gd name="connsiteY271" fmla="*/ 3113840 h 6858000"/>
              <a:gd name="connsiteX272" fmla="*/ 1066793 w 7467600"/>
              <a:gd name="connsiteY272" fmla="*/ 3212171 h 6858000"/>
              <a:gd name="connsiteX273" fmla="*/ 993319 w 7467600"/>
              <a:gd name="connsiteY273" fmla="*/ 3247648 h 6858000"/>
              <a:gd name="connsiteX274" fmla="*/ 853081 w 7467600"/>
              <a:gd name="connsiteY274" fmla="*/ 3312410 h 6858000"/>
              <a:gd name="connsiteX275" fmla="*/ 805957 w 7467600"/>
              <a:gd name="connsiteY275" fmla="*/ 3330443 h 6858000"/>
              <a:gd name="connsiteX276" fmla="*/ 1318687 w 7467600"/>
              <a:gd name="connsiteY276" fmla="*/ 3113840 h 6858000"/>
              <a:gd name="connsiteX277" fmla="*/ 5453702 w 7467600"/>
              <a:gd name="connsiteY277" fmla="*/ 3090882 h 6858000"/>
              <a:gd name="connsiteX278" fmla="*/ 5480135 w 7467600"/>
              <a:gd name="connsiteY278" fmla="*/ 3565802 h 6858000"/>
              <a:gd name="connsiteX279" fmla="*/ 5499023 w 7467600"/>
              <a:gd name="connsiteY279" fmla="*/ 4166310 h 6858000"/>
              <a:gd name="connsiteX280" fmla="*/ 5547022 w 7467600"/>
              <a:gd name="connsiteY280" fmla="*/ 3607838 h 6858000"/>
              <a:gd name="connsiteX281" fmla="*/ 5515964 w 7467600"/>
              <a:gd name="connsiteY281" fmla="*/ 3378541 h 6858000"/>
              <a:gd name="connsiteX282" fmla="*/ 5453702 w 7467600"/>
              <a:gd name="connsiteY282" fmla="*/ 3090882 h 6858000"/>
              <a:gd name="connsiteX283" fmla="*/ 1238695 w 7467600"/>
              <a:gd name="connsiteY283" fmla="*/ 3076820 h 6858000"/>
              <a:gd name="connsiteX284" fmla="*/ 716371 w 7467600"/>
              <a:gd name="connsiteY284" fmla="*/ 3293249 h 6858000"/>
              <a:gd name="connsiteX285" fmla="*/ 579522 w 7467600"/>
              <a:gd name="connsiteY285" fmla="*/ 3371759 h 6858000"/>
              <a:gd name="connsiteX286" fmla="*/ 600288 w 7467600"/>
              <a:gd name="connsiteY286" fmla="*/ 3365555 h 6858000"/>
              <a:gd name="connsiteX287" fmla="*/ 840692 w 7467600"/>
              <a:gd name="connsiteY287" fmla="*/ 3284921 h 6858000"/>
              <a:gd name="connsiteX288" fmla="*/ 979248 w 7467600"/>
              <a:gd name="connsiteY288" fmla="*/ 3221003 h 6858000"/>
              <a:gd name="connsiteX289" fmla="*/ 1053282 w 7467600"/>
              <a:gd name="connsiteY289" fmla="*/ 3185247 h 6858000"/>
              <a:gd name="connsiteX290" fmla="*/ 1320603 w 7467600"/>
              <a:gd name="connsiteY290" fmla="*/ 3081281 h 6858000"/>
              <a:gd name="connsiteX291" fmla="*/ 1238695 w 7467600"/>
              <a:gd name="connsiteY291" fmla="*/ 3076820 h 6858000"/>
              <a:gd name="connsiteX292" fmla="*/ 5425627 w 7467600"/>
              <a:gd name="connsiteY292" fmla="*/ 2954192 h 6858000"/>
              <a:gd name="connsiteX293" fmla="*/ 5470770 w 7467600"/>
              <a:gd name="connsiteY293" fmla="*/ 3005435 h 6858000"/>
              <a:gd name="connsiteX294" fmla="*/ 5519779 w 7467600"/>
              <a:gd name="connsiteY294" fmla="*/ 4359223 h 6858000"/>
              <a:gd name="connsiteX295" fmla="*/ 5520293 w 7467600"/>
              <a:gd name="connsiteY295" fmla="*/ 4360602 h 6858000"/>
              <a:gd name="connsiteX296" fmla="*/ 5767221 w 7467600"/>
              <a:gd name="connsiteY296" fmla="*/ 4665564 h 6858000"/>
              <a:gd name="connsiteX297" fmla="*/ 6937169 w 7467600"/>
              <a:gd name="connsiteY297" fmla="*/ 4815941 h 6858000"/>
              <a:gd name="connsiteX298" fmla="*/ 6953922 w 7467600"/>
              <a:gd name="connsiteY298" fmla="*/ 4890068 h 6858000"/>
              <a:gd name="connsiteX299" fmla="*/ 6071359 w 7467600"/>
              <a:gd name="connsiteY299" fmla="*/ 4770770 h 6858000"/>
              <a:gd name="connsiteX300" fmla="*/ 6038839 w 7467600"/>
              <a:gd name="connsiteY300" fmla="*/ 4764474 h 6858000"/>
              <a:gd name="connsiteX301" fmla="*/ 6038706 w 7467600"/>
              <a:gd name="connsiteY301" fmla="*/ 4763847 h 6858000"/>
              <a:gd name="connsiteX302" fmla="*/ 6037784 w 7467600"/>
              <a:gd name="connsiteY302" fmla="*/ 4764270 h 6858000"/>
              <a:gd name="connsiteX303" fmla="*/ 6038839 w 7467600"/>
              <a:gd name="connsiteY303" fmla="*/ 4764474 h 6858000"/>
              <a:gd name="connsiteX304" fmla="*/ 6040338 w 7467600"/>
              <a:gd name="connsiteY304" fmla="*/ 4771418 h 6858000"/>
              <a:gd name="connsiteX305" fmla="*/ 6024488 w 7467600"/>
              <a:gd name="connsiteY305" fmla="*/ 4809903 h 6858000"/>
              <a:gd name="connsiteX306" fmla="*/ 5599771 w 7467600"/>
              <a:gd name="connsiteY306" fmla="*/ 5509652 h 6858000"/>
              <a:gd name="connsiteX307" fmla="*/ 5548843 w 7467600"/>
              <a:gd name="connsiteY307" fmla="*/ 5563845 h 6858000"/>
              <a:gd name="connsiteX308" fmla="*/ 5940952 w 7467600"/>
              <a:gd name="connsiteY308" fmla="*/ 6250028 h 6858000"/>
              <a:gd name="connsiteX309" fmla="*/ 6043441 w 7467600"/>
              <a:gd name="connsiteY309" fmla="*/ 6665847 h 6858000"/>
              <a:gd name="connsiteX310" fmla="*/ 6093432 w 7467600"/>
              <a:gd name="connsiteY310" fmla="*/ 6858000 h 6858000"/>
              <a:gd name="connsiteX311" fmla="*/ 6034344 w 7467600"/>
              <a:gd name="connsiteY311" fmla="*/ 6858000 h 6858000"/>
              <a:gd name="connsiteX312" fmla="*/ 6026679 w 7467600"/>
              <a:gd name="connsiteY312" fmla="*/ 6836959 h 6858000"/>
              <a:gd name="connsiteX313" fmla="*/ 5800441 w 7467600"/>
              <a:gd name="connsiteY313" fmla="*/ 6335286 h 6858000"/>
              <a:gd name="connsiteX314" fmla="*/ 5526562 w 7467600"/>
              <a:gd name="connsiteY314" fmla="*/ 5705388 h 6858000"/>
              <a:gd name="connsiteX315" fmla="*/ 5519640 w 7467600"/>
              <a:gd name="connsiteY315" fmla="*/ 5683774 h 6858000"/>
              <a:gd name="connsiteX316" fmla="*/ 5844559 w 7467600"/>
              <a:gd name="connsiteY316" fmla="*/ 6553349 h 6858000"/>
              <a:gd name="connsiteX317" fmla="*/ 5975994 w 7467600"/>
              <a:gd name="connsiteY317" fmla="*/ 6858000 h 6858000"/>
              <a:gd name="connsiteX318" fmla="*/ 5898547 w 7467600"/>
              <a:gd name="connsiteY318" fmla="*/ 6858000 h 6858000"/>
              <a:gd name="connsiteX319" fmla="*/ 5682041 w 7467600"/>
              <a:gd name="connsiteY319" fmla="*/ 6355860 h 6858000"/>
              <a:gd name="connsiteX320" fmla="*/ 5461758 w 7467600"/>
              <a:gd name="connsiteY320" fmla="*/ 5820220 h 6858000"/>
              <a:gd name="connsiteX321" fmla="*/ 5237282 w 7467600"/>
              <a:gd name="connsiteY321" fmla="*/ 6579086 h 6858000"/>
              <a:gd name="connsiteX322" fmla="*/ 5115009 w 7467600"/>
              <a:gd name="connsiteY322" fmla="*/ 6858000 h 6858000"/>
              <a:gd name="connsiteX323" fmla="*/ 5028074 w 7467600"/>
              <a:gd name="connsiteY323" fmla="*/ 6858000 h 6858000"/>
              <a:gd name="connsiteX324" fmla="*/ 5079508 w 7467600"/>
              <a:gd name="connsiteY324" fmla="*/ 6749074 h 6858000"/>
              <a:gd name="connsiteX325" fmla="*/ 5371846 w 7467600"/>
              <a:gd name="connsiteY325" fmla="*/ 5924413 h 6858000"/>
              <a:gd name="connsiteX326" fmla="*/ 5270512 w 7467600"/>
              <a:gd name="connsiteY326" fmla="*/ 6138975 h 6858000"/>
              <a:gd name="connsiteX327" fmla="*/ 5062409 w 7467600"/>
              <a:gd name="connsiteY327" fmla="*/ 6653544 h 6858000"/>
              <a:gd name="connsiteX328" fmla="*/ 5036628 w 7467600"/>
              <a:gd name="connsiteY328" fmla="*/ 6754247 h 6858000"/>
              <a:gd name="connsiteX329" fmla="*/ 5009112 w 7467600"/>
              <a:gd name="connsiteY329" fmla="*/ 6858000 h 6858000"/>
              <a:gd name="connsiteX330" fmla="*/ 4976679 w 7467600"/>
              <a:gd name="connsiteY330" fmla="*/ 6858000 h 6858000"/>
              <a:gd name="connsiteX331" fmla="*/ 5006537 w 7467600"/>
              <a:gd name="connsiteY331" fmla="*/ 6747068 h 6858000"/>
              <a:gd name="connsiteX332" fmla="*/ 5032723 w 7467600"/>
              <a:gd name="connsiteY332" fmla="*/ 6644957 h 6858000"/>
              <a:gd name="connsiteX333" fmla="*/ 5242949 w 7467600"/>
              <a:gd name="connsiteY333" fmla="*/ 6125175 h 6858000"/>
              <a:gd name="connsiteX334" fmla="*/ 5286321 w 7467600"/>
              <a:gd name="connsiteY334" fmla="*/ 6033555 h 6858000"/>
              <a:gd name="connsiteX335" fmla="*/ 5008210 w 7467600"/>
              <a:gd name="connsiteY335" fmla="*/ 6649194 h 6858000"/>
              <a:gd name="connsiteX336" fmla="*/ 4986321 w 7467600"/>
              <a:gd name="connsiteY336" fmla="*/ 6765687 h 6858000"/>
              <a:gd name="connsiteX337" fmla="*/ 4973474 w 7467600"/>
              <a:gd name="connsiteY337" fmla="*/ 6858000 h 6858000"/>
              <a:gd name="connsiteX338" fmla="*/ 4907178 w 7467600"/>
              <a:gd name="connsiteY338" fmla="*/ 6858000 h 6858000"/>
              <a:gd name="connsiteX339" fmla="*/ 4910810 w 7467600"/>
              <a:gd name="connsiteY339" fmla="*/ 6829660 h 6858000"/>
              <a:gd name="connsiteX340" fmla="*/ 4987461 w 7467600"/>
              <a:gd name="connsiteY340" fmla="*/ 6432994 h 6858000"/>
              <a:gd name="connsiteX341" fmla="*/ 5179262 w 7467600"/>
              <a:gd name="connsiteY341" fmla="*/ 6035044 h 6858000"/>
              <a:gd name="connsiteX342" fmla="*/ 4689678 w 7467600"/>
              <a:gd name="connsiteY342" fmla="*/ 6440241 h 6858000"/>
              <a:gd name="connsiteX343" fmla="*/ 4477543 w 7467600"/>
              <a:gd name="connsiteY343" fmla="*/ 6674836 h 6858000"/>
              <a:gd name="connsiteX344" fmla="*/ 4329957 w 7467600"/>
              <a:gd name="connsiteY344" fmla="*/ 6858000 h 6858000"/>
              <a:gd name="connsiteX345" fmla="*/ 4218595 w 7467600"/>
              <a:gd name="connsiteY345" fmla="*/ 6858000 h 6858000"/>
              <a:gd name="connsiteX346" fmla="*/ 4368888 w 7467600"/>
              <a:gd name="connsiteY346" fmla="*/ 6668412 h 6858000"/>
              <a:gd name="connsiteX347" fmla="*/ 4563091 w 7467600"/>
              <a:gd name="connsiteY347" fmla="*/ 6442508 h 6858000"/>
              <a:gd name="connsiteX348" fmla="*/ 5387324 w 7467600"/>
              <a:gd name="connsiteY348" fmla="*/ 5705830 h 6858000"/>
              <a:gd name="connsiteX349" fmla="*/ 5073620 w 7467600"/>
              <a:gd name="connsiteY349" fmla="*/ 5955437 h 6858000"/>
              <a:gd name="connsiteX350" fmla="*/ 4689789 w 7467600"/>
              <a:gd name="connsiteY350" fmla="*/ 6268382 h 6858000"/>
              <a:gd name="connsiteX351" fmla="*/ 4418722 w 7467600"/>
              <a:gd name="connsiteY351" fmla="*/ 6570886 h 6858000"/>
              <a:gd name="connsiteX352" fmla="*/ 4214944 w 7467600"/>
              <a:gd name="connsiteY352" fmla="*/ 6858000 h 6858000"/>
              <a:gd name="connsiteX353" fmla="*/ 4177898 w 7467600"/>
              <a:gd name="connsiteY353" fmla="*/ 6858000 h 6858000"/>
              <a:gd name="connsiteX354" fmla="*/ 4391597 w 7467600"/>
              <a:gd name="connsiteY354" fmla="*/ 6556370 h 6858000"/>
              <a:gd name="connsiteX355" fmla="*/ 4668889 w 7467600"/>
              <a:gd name="connsiteY355" fmla="*/ 6246399 h 6858000"/>
              <a:gd name="connsiteX356" fmla="*/ 5055427 w 7467600"/>
              <a:gd name="connsiteY356" fmla="*/ 5931476 h 6858000"/>
              <a:gd name="connsiteX357" fmla="*/ 5371814 w 7467600"/>
              <a:gd name="connsiteY357" fmla="*/ 5678975 h 6858000"/>
              <a:gd name="connsiteX358" fmla="*/ 4987918 w 7467600"/>
              <a:gd name="connsiteY358" fmla="*/ 5838701 h 6858000"/>
              <a:gd name="connsiteX359" fmla="*/ 4317146 w 7467600"/>
              <a:gd name="connsiteY359" fmla="*/ 6587716 h 6858000"/>
              <a:gd name="connsiteX360" fmla="*/ 4171627 w 7467600"/>
              <a:gd name="connsiteY360" fmla="*/ 6858000 h 6858000"/>
              <a:gd name="connsiteX361" fmla="*/ 4081585 w 7467600"/>
              <a:gd name="connsiteY361" fmla="*/ 6858000 h 6858000"/>
              <a:gd name="connsiteX362" fmla="*/ 4238603 w 7467600"/>
              <a:gd name="connsiteY362" fmla="*/ 6559341 h 6858000"/>
              <a:gd name="connsiteX363" fmla="*/ 4778333 w 7467600"/>
              <a:gd name="connsiteY363" fmla="*/ 5873626 h 6858000"/>
              <a:gd name="connsiteX364" fmla="*/ 5414185 w 7467600"/>
              <a:gd name="connsiteY364" fmla="*/ 5573882 h 6858000"/>
              <a:gd name="connsiteX365" fmla="*/ 5959648 w 7467600"/>
              <a:gd name="connsiteY365" fmla="*/ 4760797 h 6858000"/>
              <a:gd name="connsiteX366" fmla="*/ 5355019 w 7467600"/>
              <a:gd name="connsiteY366" fmla="*/ 4734672 h 6858000"/>
              <a:gd name="connsiteX367" fmla="*/ 5083565 w 7467600"/>
              <a:gd name="connsiteY367" fmla="*/ 5179121 h 6858000"/>
              <a:gd name="connsiteX368" fmla="*/ 4713577 w 7467600"/>
              <a:gd name="connsiteY368" fmla="*/ 5616803 h 6858000"/>
              <a:gd name="connsiteX369" fmla="*/ 3989559 w 7467600"/>
              <a:gd name="connsiteY369" fmla="*/ 6145945 h 6858000"/>
              <a:gd name="connsiteX370" fmla="*/ 3939824 w 7467600"/>
              <a:gd name="connsiteY370" fmla="*/ 6066900 h 6858000"/>
              <a:gd name="connsiteX371" fmla="*/ 4584537 w 7467600"/>
              <a:gd name="connsiteY371" fmla="*/ 5324826 h 6858000"/>
              <a:gd name="connsiteX372" fmla="*/ 5037105 w 7467600"/>
              <a:gd name="connsiteY372" fmla="*/ 5088765 h 6858000"/>
              <a:gd name="connsiteX373" fmla="*/ 5039930 w 7467600"/>
              <a:gd name="connsiteY373" fmla="*/ 5089585 h 6858000"/>
              <a:gd name="connsiteX374" fmla="*/ 5263764 w 7467600"/>
              <a:gd name="connsiteY374" fmla="*/ 4735525 h 6858000"/>
              <a:gd name="connsiteX375" fmla="*/ 4086300 w 7467600"/>
              <a:gd name="connsiteY375" fmla="*/ 4884599 h 6858000"/>
              <a:gd name="connsiteX376" fmla="*/ 4085485 w 7467600"/>
              <a:gd name="connsiteY376" fmla="*/ 4899070 h 6858000"/>
              <a:gd name="connsiteX377" fmla="*/ 3871915 w 7467600"/>
              <a:gd name="connsiteY377" fmla="*/ 5253645 h 6858000"/>
              <a:gd name="connsiteX378" fmla="*/ 3799374 w 7467600"/>
              <a:gd name="connsiteY378" fmla="*/ 5466127 h 6858000"/>
              <a:gd name="connsiteX379" fmla="*/ 3498850 w 7467600"/>
              <a:gd name="connsiteY379" fmla="*/ 6661888 h 6858000"/>
              <a:gd name="connsiteX380" fmla="*/ 3399216 w 7467600"/>
              <a:gd name="connsiteY380" fmla="*/ 6858000 h 6858000"/>
              <a:gd name="connsiteX381" fmla="*/ 3303688 w 7467600"/>
              <a:gd name="connsiteY381" fmla="*/ 6858000 h 6858000"/>
              <a:gd name="connsiteX382" fmla="*/ 3391774 w 7467600"/>
              <a:gd name="connsiteY382" fmla="*/ 6697181 h 6858000"/>
              <a:gd name="connsiteX383" fmla="*/ 3735540 w 7467600"/>
              <a:gd name="connsiteY383" fmla="*/ 5546923 h 6858000"/>
              <a:gd name="connsiteX384" fmla="*/ 3729438 w 7467600"/>
              <a:gd name="connsiteY384" fmla="*/ 5569058 h 6858000"/>
              <a:gd name="connsiteX385" fmla="*/ 3707782 w 7467600"/>
              <a:gd name="connsiteY385" fmla="*/ 5644908 h 6858000"/>
              <a:gd name="connsiteX386" fmla="*/ 3583827 w 7467600"/>
              <a:gd name="connsiteY386" fmla="*/ 6039215 h 6858000"/>
              <a:gd name="connsiteX387" fmla="*/ 3547861 w 7467600"/>
              <a:gd name="connsiteY387" fmla="*/ 6129609 h 6858000"/>
              <a:gd name="connsiteX388" fmla="*/ 3490905 w 7467600"/>
              <a:gd name="connsiteY388" fmla="*/ 6277660 h 6858000"/>
              <a:gd name="connsiteX389" fmla="*/ 3455859 w 7467600"/>
              <a:gd name="connsiteY389" fmla="*/ 6391301 h 6858000"/>
              <a:gd name="connsiteX390" fmla="*/ 3429112 w 7467600"/>
              <a:gd name="connsiteY390" fmla="*/ 6479469 h 6858000"/>
              <a:gd name="connsiteX391" fmla="*/ 3304862 w 7467600"/>
              <a:gd name="connsiteY391" fmla="*/ 6796476 h 6858000"/>
              <a:gd name="connsiteX392" fmla="*/ 3276071 w 7467600"/>
              <a:gd name="connsiteY392" fmla="*/ 6858000 h 6858000"/>
              <a:gd name="connsiteX393" fmla="*/ 3240805 w 7467600"/>
              <a:gd name="connsiteY393" fmla="*/ 6858000 h 6858000"/>
              <a:gd name="connsiteX394" fmla="*/ 3275917 w 7467600"/>
              <a:gd name="connsiteY394" fmla="*/ 6783192 h 6858000"/>
              <a:gd name="connsiteX395" fmla="*/ 3399358 w 7467600"/>
              <a:gd name="connsiteY395" fmla="*/ 6469011 h 6858000"/>
              <a:gd name="connsiteX396" fmla="*/ 3425650 w 7467600"/>
              <a:gd name="connsiteY396" fmla="*/ 6381333 h 6858000"/>
              <a:gd name="connsiteX397" fmla="*/ 3460661 w 7467600"/>
              <a:gd name="connsiteY397" fmla="*/ 6266763 h 6858000"/>
              <a:gd name="connsiteX398" fmla="*/ 3518021 w 7467600"/>
              <a:gd name="connsiteY398" fmla="*/ 6117298 h 6858000"/>
              <a:gd name="connsiteX399" fmla="*/ 3554035 w 7467600"/>
              <a:gd name="connsiteY399" fmla="*/ 6027832 h 6858000"/>
              <a:gd name="connsiteX400" fmla="*/ 3677174 w 7467600"/>
              <a:gd name="connsiteY400" fmla="*/ 5636351 h 6858000"/>
              <a:gd name="connsiteX401" fmla="*/ 3698819 w 7467600"/>
              <a:gd name="connsiteY401" fmla="*/ 5560503 h 6858000"/>
              <a:gd name="connsiteX402" fmla="*/ 3702094 w 7467600"/>
              <a:gd name="connsiteY402" fmla="*/ 5549194 h 6858000"/>
              <a:gd name="connsiteX403" fmla="*/ 3398355 w 7467600"/>
              <a:gd name="connsiteY403" fmla="*/ 6094603 h 6858000"/>
              <a:gd name="connsiteX404" fmla="*/ 3193941 w 7467600"/>
              <a:gd name="connsiteY404" fmla="*/ 6798775 h 6858000"/>
              <a:gd name="connsiteX405" fmla="*/ 3184140 w 7467600"/>
              <a:gd name="connsiteY405" fmla="*/ 6858000 h 6858000"/>
              <a:gd name="connsiteX406" fmla="*/ 3099978 w 7467600"/>
              <a:gd name="connsiteY406" fmla="*/ 6858000 h 6858000"/>
              <a:gd name="connsiteX407" fmla="*/ 3101556 w 7467600"/>
              <a:gd name="connsiteY407" fmla="*/ 6843337 h 6858000"/>
              <a:gd name="connsiteX408" fmla="*/ 3370162 w 7467600"/>
              <a:gd name="connsiteY408" fmla="*/ 5785550 h 6858000"/>
              <a:gd name="connsiteX409" fmla="*/ 3746477 w 7467600"/>
              <a:gd name="connsiteY409" fmla="*/ 5377889 h 6858000"/>
              <a:gd name="connsiteX410" fmla="*/ 3863399 w 7467600"/>
              <a:gd name="connsiteY410" fmla="*/ 5087257 h 6858000"/>
              <a:gd name="connsiteX411" fmla="*/ 3968712 w 7467600"/>
              <a:gd name="connsiteY411" fmla="*/ 4913989 h 6858000"/>
              <a:gd name="connsiteX412" fmla="*/ 2792390 w 7467600"/>
              <a:gd name="connsiteY412" fmla="*/ 5382974 h 6858000"/>
              <a:gd name="connsiteX413" fmla="*/ 2714982 w 7467600"/>
              <a:gd name="connsiteY413" fmla="*/ 5427051 h 6858000"/>
              <a:gd name="connsiteX414" fmla="*/ 2813361 w 7467600"/>
              <a:gd name="connsiteY414" fmla="*/ 6023912 h 6858000"/>
              <a:gd name="connsiteX415" fmla="*/ 2688430 w 7467600"/>
              <a:gd name="connsiteY415" fmla="*/ 6801564 h 6858000"/>
              <a:gd name="connsiteX416" fmla="*/ 2629626 w 7467600"/>
              <a:gd name="connsiteY416" fmla="*/ 6763394 h 6858000"/>
              <a:gd name="connsiteX417" fmla="*/ 2565328 w 7467600"/>
              <a:gd name="connsiteY417" fmla="*/ 5516399 h 6858000"/>
              <a:gd name="connsiteX418" fmla="*/ 1922999 w 7467600"/>
              <a:gd name="connsiteY418" fmla="*/ 5980343 h 6858000"/>
              <a:gd name="connsiteX419" fmla="*/ 1950261 w 7467600"/>
              <a:gd name="connsiteY419" fmla="*/ 6405858 h 6858000"/>
              <a:gd name="connsiteX420" fmla="*/ 2365554 w 7467600"/>
              <a:gd name="connsiteY420" fmla="*/ 6759107 h 6858000"/>
              <a:gd name="connsiteX421" fmla="*/ 2424142 w 7467600"/>
              <a:gd name="connsiteY421" fmla="*/ 6858000 h 6858000"/>
              <a:gd name="connsiteX422" fmla="*/ 2395994 w 7467600"/>
              <a:gd name="connsiteY422" fmla="*/ 6858000 h 6858000"/>
              <a:gd name="connsiteX423" fmla="*/ 2392863 w 7467600"/>
              <a:gd name="connsiteY423" fmla="*/ 6852964 h 6858000"/>
              <a:gd name="connsiteX424" fmla="*/ 2017589 w 7467600"/>
              <a:gd name="connsiteY424" fmla="*/ 6493982 h 6858000"/>
              <a:gd name="connsiteX425" fmla="*/ 2147336 w 7467600"/>
              <a:gd name="connsiteY425" fmla="*/ 6594052 h 6858000"/>
              <a:gd name="connsiteX426" fmla="*/ 2207047 w 7467600"/>
              <a:gd name="connsiteY426" fmla="*/ 6654540 h 6858000"/>
              <a:gd name="connsiteX427" fmla="*/ 2299106 w 7467600"/>
              <a:gd name="connsiteY427" fmla="*/ 6778931 h 6858000"/>
              <a:gd name="connsiteX428" fmla="*/ 2314430 w 7467600"/>
              <a:gd name="connsiteY428" fmla="*/ 6801144 h 6858000"/>
              <a:gd name="connsiteX429" fmla="*/ 2352406 w 7467600"/>
              <a:gd name="connsiteY429" fmla="*/ 6858000 h 6858000"/>
              <a:gd name="connsiteX430" fmla="*/ 2314492 w 7467600"/>
              <a:gd name="connsiteY430" fmla="*/ 6858000 h 6858000"/>
              <a:gd name="connsiteX431" fmla="*/ 2288095 w 7467600"/>
              <a:gd name="connsiteY431" fmla="*/ 6818030 h 6858000"/>
              <a:gd name="connsiteX432" fmla="*/ 2272768 w 7467600"/>
              <a:gd name="connsiteY432" fmla="*/ 6795822 h 6858000"/>
              <a:gd name="connsiteX433" fmla="*/ 2182715 w 7467600"/>
              <a:gd name="connsiteY433" fmla="*/ 6675071 h 6858000"/>
              <a:gd name="connsiteX434" fmla="*/ 2032061 w 7467600"/>
              <a:gd name="connsiteY434" fmla="*/ 6541380 h 6858000"/>
              <a:gd name="connsiteX435" fmla="*/ 2257220 w 7467600"/>
              <a:gd name="connsiteY435" fmla="*/ 6826257 h 6858000"/>
              <a:gd name="connsiteX436" fmla="*/ 2281324 w 7467600"/>
              <a:gd name="connsiteY436" fmla="*/ 6858000 h 6858000"/>
              <a:gd name="connsiteX437" fmla="*/ 2242860 w 7467600"/>
              <a:gd name="connsiteY437" fmla="*/ 6858000 h 6858000"/>
              <a:gd name="connsiteX438" fmla="*/ 2232818 w 7467600"/>
              <a:gd name="connsiteY438" fmla="*/ 6844926 h 6858000"/>
              <a:gd name="connsiteX439" fmla="*/ 1990172 w 7467600"/>
              <a:gd name="connsiteY439" fmla="*/ 6542121 h 6858000"/>
              <a:gd name="connsiteX440" fmla="*/ 2124090 w 7467600"/>
              <a:gd name="connsiteY440" fmla="*/ 6761017 h 6858000"/>
              <a:gd name="connsiteX441" fmla="*/ 2200380 w 7467600"/>
              <a:gd name="connsiteY441" fmla="*/ 6858000 h 6858000"/>
              <a:gd name="connsiteX442" fmla="*/ 2147507 w 7467600"/>
              <a:gd name="connsiteY442" fmla="*/ 6858000 h 6858000"/>
              <a:gd name="connsiteX443" fmla="*/ 2070668 w 7467600"/>
              <a:gd name="connsiteY443" fmla="*/ 6761520 h 6858000"/>
              <a:gd name="connsiteX444" fmla="*/ 1975142 w 7467600"/>
              <a:gd name="connsiteY444" fmla="*/ 6585570 h 6858000"/>
              <a:gd name="connsiteX445" fmla="*/ 2050035 w 7467600"/>
              <a:gd name="connsiteY445" fmla="*/ 6813345 h 6858000"/>
              <a:gd name="connsiteX446" fmla="*/ 2063025 w 7467600"/>
              <a:gd name="connsiteY446" fmla="*/ 6858000 h 6858000"/>
              <a:gd name="connsiteX447" fmla="*/ 2021675 w 7467600"/>
              <a:gd name="connsiteY447" fmla="*/ 6858000 h 6858000"/>
              <a:gd name="connsiteX448" fmla="*/ 2019308 w 7467600"/>
              <a:gd name="connsiteY448" fmla="*/ 6847118 h 6858000"/>
              <a:gd name="connsiteX449" fmla="*/ 1938835 w 7467600"/>
              <a:gd name="connsiteY449" fmla="*/ 6551160 h 6858000"/>
              <a:gd name="connsiteX450" fmla="*/ 1953230 w 7467600"/>
              <a:gd name="connsiteY450" fmla="*/ 6759699 h 6858000"/>
              <a:gd name="connsiteX451" fmla="*/ 1956763 w 7467600"/>
              <a:gd name="connsiteY451" fmla="*/ 6778191 h 6858000"/>
              <a:gd name="connsiteX452" fmla="*/ 1967925 w 7467600"/>
              <a:gd name="connsiteY452" fmla="*/ 6858000 h 6858000"/>
              <a:gd name="connsiteX453" fmla="*/ 1936622 w 7467600"/>
              <a:gd name="connsiteY453" fmla="*/ 6858000 h 6858000"/>
              <a:gd name="connsiteX454" fmla="*/ 1926261 w 7467600"/>
              <a:gd name="connsiteY454" fmla="*/ 6784064 h 6858000"/>
              <a:gd name="connsiteX455" fmla="*/ 1922724 w 7467600"/>
              <a:gd name="connsiteY455" fmla="*/ 6765577 h 6858000"/>
              <a:gd name="connsiteX456" fmla="*/ 1904650 w 7467600"/>
              <a:gd name="connsiteY456" fmla="*/ 6639616 h 6858000"/>
              <a:gd name="connsiteX457" fmla="*/ 1885273 w 7467600"/>
              <a:gd name="connsiteY457" fmla="*/ 6858000 h 6858000"/>
              <a:gd name="connsiteX458" fmla="*/ 1854363 w 7467600"/>
              <a:gd name="connsiteY458" fmla="*/ 6858000 h 6858000"/>
              <a:gd name="connsiteX459" fmla="*/ 1880391 w 7467600"/>
              <a:gd name="connsiteY459" fmla="*/ 6603796 h 6858000"/>
              <a:gd name="connsiteX460" fmla="*/ 1818273 w 7467600"/>
              <a:gd name="connsiteY460" fmla="*/ 6715729 h 6858000"/>
              <a:gd name="connsiteX461" fmla="*/ 1794691 w 7467600"/>
              <a:gd name="connsiteY461" fmla="*/ 6843239 h 6858000"/>
              <a:gd name="connsiteX462" fmla="*/ 1794914 w 7467600"/>
              <a:gd name="connsiteY462" fmla="*/ 6858000 h 6858000"/>
              <a:gd name="connsiteX463" fmla="*/ 1746128 w 7467600"/>
              <a:gd name="connsiteY463" fmla="*/ 6858000 h 6858000"/>
              <a:gd name="connsiteX464" fmla="*/ 1753934 w 7467600"/>
              <a:gd name="connsiteY464" fmla="*/ 6724796 h 6858000"/>
              <a:gd name="connsiteX465" fmla="*/ 1792053 w 7467600"/>
              <a:gd name="connsiteY465" fmla="*/ 6572396 h 6858000"/>
              <a:gd name="connsiteX466" fmla="*/ 1862248 w 7467600"/>
              <a:gd name="connsiteY466" fmla="*/ 6266397 h 6858000"/>
              <a:gd name="connsiteX467" fmla="*/ 1862250 w 7467600"/>
              <a:gd name="connsiteY467" fmla="*/ 6033531 h 6858000"/>
              <a:gd name="connsiteX468" fmla="*/ 1211999 w 7467600"/>
              <a:gd name="connsiteY468" fmla="*/ 6683610 h 6858000"/>
              <a:gd name="connsiteX469" fmla="*/ 1213266 w 7467600"/>
              <a:gd name="connsiteY469" fmla="*/ 6691947 h 6858000"/>
              <a:gd name="connsiteX470" fmla="*/ 1203370 w 7467600"/>
              <a:gd name="connsiteY470" fmla="*/ 6850676 h 6858000"/>
              <a:gd name="connsiteX471" fmla="*/ 1203671 w 7467600"/>
              <a:gd name="connsiteY471" fmla="*/ 6858000 h 6858000"/>
              <a:gd name="connsiteX472" fmla="*/ 1143180 w 7467600"/>
              <a:gd name="connsiteY472" fmla="*/ 6858000 h 6858000"/>
              <a:gd name="connsiteX473" fmla="*/ 1142176 w 7467600"/>
              <a:gd name="connsiteY473" fmla="*/ 6766045 h 6858000"/>
              <a:gd name="connsiteX474" fmla="*/ 1067484 w 7467600"/>
              <a:gd name="connsiteY474" fmla="*/ 6858000 h 6858000"/>
              <a:gd name="connsiteX475" fmla="*/ 953928 w 7467600"/>
              <a:gd name="connsiteY475" fmla="*/ 6858000 h 6858000"/>
              <a:gd name="connsiteX476" fmla="*/ 959715 w 7467600"/>
              <a:gd name="connsiteY476" fmla="*/ 6850185 h 6858000"/>
              <a:gd name="connsiteX477" fmla="*/ 1483788 w 7467600"/>
              <a:gd name="connsiteY477" fmla="*/ 6259174 h 6858000"/>
              <a:gd name="connsiteX478" fmla="*/ 1100671 w 7467600"/>
              <a:gd name="connsiteY478" fmla="*/ 6252137 h 6858000"/>
              <a:gd name="connsiteX479" fmla="*/ 1090144 w 7467600"/>
              <a:gd name="connsiteY479" fmla="*/ 6256748 h 6858000"/>
              <a:gd name="connsiteX480" fmla="*/ 1095872 w 7467600"/>
              <a:gd name="connsiteY480" fmla="*/ 6271892 h 6858000"/>
              <a:gd name="connsiteX481" fmla="*/ 262785 w 7467600"/>
              <a:gd name="connsiteY481" fmla="*/ 6845450 h 6858000"/>
              <a:gd name="connsiteX482" fmla="*/ 209968 w 7467600"/>
              <a:gd name="connsiteY482" fmla="*/ 6770713 h 6858000"/>
              <a:gd name="connsiteX483" fmla="*/ 873460 w 7467600"/>
              <a:gd name="connsiteY483" fmla="*/ 6253768 h 6858000"/>
              <a:gd name="connsiteX484" fmla="*/ 192686 w 7467600"/>
              <a:gd name="connsiteY484" fmla="*/ 5849257 h 6858000"/>
              <a:gd name="connsiteX485" fmla="*/ 4696 w 7467600"/>
              <a:gd name="connsiteY485" fmla="*/ 5697668 h 6858000"/>
              <a:gd name="connsiteX486" fmla="*/ 0 w 7467600"/>
              <a:gd name="connsiteY486" fmla="*/ 5689984 h 6858000"/>
              <a:gd name="connsiteX487" fmla="*/ 0 w 7467600"/>
              <a:gd name="connsiteY487" fmla="*/ 5513472 h 6858000"/>
              <a:gd name="connsiteX488" fmla="*/ 174101 w 7467600"/>
              <a:gd name="connsiteY488" fmla="*/ 5620277 h 6858000"/>
              <a:gd name="connsiteX489" fmla="*/ 891800 w 7467600"/>
              <a:gd name="connsiteY489" fmla="*/ 6036935 h 6858000"/>
              <a:gd name="connsiteX490" fmla="*/ 1072219 w 7467600"/>
              <a:gd name="connsiteY490" fmla="*/ 6169443 h 6858000"/>
              <a:gd name="connsiteX491" fmla="*/ 1074117 w 7467600"/>
              <a:gd name="connsiteY491" fmla="*/ 6170301 h 6858000"/>
              <a:gd name="connsiteX492" fmla="*/ 1083114 w 7467600"/>
              <a:gd name="connsiteY492" fmla="*/ 6174131 h 6858000"/>
              <a:gd name="connsiteX493" fmla="*/ 1543010 w 7467600"/>
              <a:gd name="connsiteY493" fmla="*/ 6191140 h 6858000"/>
              <a:gd name="connsiteX494" fmla="*/ 1551080 w 7467600"/>
              <a:gd name="connsiteY494" fmla="*/ 6195006 h 6858000"/>
              <a:gd name="connsiteX495" fmla="*/ 2345443 w 7467600"/>
              <a:gd name="connsiteY495" fmla="*/ 5549882 h 6858000"/>
              <a:gd name="connsiteX496" fmla="*/ 1721499 w 7467600"/>
              <a:gd name="connsiteY496" fmla="*/ 5599969 h 6858000"/>
              <a:gd name="connsiteX497" fmla="*/ 767716 w 7467600"/>
              <a:gd name="connsiteY497" fmla="*/ 5472768 h 6858000"/>
              <a:gd name="connsiteX498" fmla="*/ 722147 w 7467600"/>
              <a:gd name="connsiteY498" fmla="*/ 5393091 h 6858000"/>
              <a:gd name="connsiteX499" fmla="*/ 1485552 w 7467600"/>
              <a:gd name="connsiteY499" fmla="*/ 5313202 h 6858000"/>
              <a:gd name="connsiteX500" fmla="*/ 2143004 w 7467600"/>
              <a:gd name="connsiteY500" fmla="*/ 5402420 h 6858000"/>
              <a:gd name="connsiteX501" fmla="*/ 1933391 w 7467600"/>
              <a:gd name="connsiteY501" fmla="*/ 5156971 h 6858000"/>
              <a:gd name="connsiteX502" fmla="*/ 1827118 w 7467600"/>
              <a:gd name="connsiteY502" fmla="*/ 4968410 h 6858000"/>
              <a:gd name="connsiteX503" fmla="*/ 1837349 w 7467600"/>
              <a:gd name="connsiteY503" fmla="*/ 4956357 h 6858000"/>
              <a:gd name="connsiteX504" fmla="*/ 2162835 w 7467600"/>
              <a:gd name="connsiteY504" fmla="*/ 5187853 h 6858000"/>
              <a:gd name="connsiteX505" fmla="*/ 2257167 w 7467600"/>
              <a:gd name="connsiteY505" fmla="*/ 5462123 h 6858000"/>
              <a:gd name="connsiteX506" fmla="*/ 2261598 w 7467600"/>
              <a:gd name="connsiteY506" fmla="*/ 5467998 h 6858000"/>
              <a:gd name="connsiteX507" fmla="*/ 2437177 w 7467600"/>
              <a:gd name="connsiteY507" fmla="*/ 5479608 h 6858000"/>
              <a:gd name="connsiteX508" fmla="*/ 2445247 w 7467600"/>
              <a:gd name="connsiteY508" fmla="*/ 5483476 h 6858000"/>
              <a:gd name="connsiteX509" fmla="*/ 2743626 w 7467600"/>
              <a:gd name="connsiteY509" fmla="*/ 5304819 h 6858000"/>
              <a:gd name="connsiteX510" fmla="*/ 3048102 w 7467600"/>
              <a:gd name="connsiteY510" fmla="*/ 5150595 h 6858000"/>
              <a:gd name="connsiteX511" fmla="*/ 1799414 w 7467600"/>
              <a:gd name="connsiteY511" fmla="*/ 4694732 h 6858000"/>
              <a:gd name="connsiteX512" fmla="*/ 1771735 w 7467600"/>
              <a:gd name="connsiteY512" fmla="*/ 4619929 h 6858000"/>
              <a:gd name="connsiteX513" fmla="*/ 3104273 w 7467600"/>
              <a:gd name="connsiteY513" fmla="*/ 5076159 h 6858000"/>
              <a:gd name="connsiteX514" fmla="*/ 3113245 w 7467600"/>
              <a:gd name="connsiteY514" fmla="*/ 5090705 h 6858000"/>
              <a:gd name="connsiteX515" fmla="*/ 3126294 w 7467600"/>
              <a:gd name="connsiteY515" fmla="*/ 5114400 h 6858000"/>
              <a:gd name="connsiteX516" fmla="*/ 3937433 w 7467600"/>
              <a:gd name="connsiteY516" fmla="*/ 4830473 h 6858000"/>
              <a:gd name="connsiteX517" fmla="*/ 3590475 w 7467600"/>
              <a:gd name="connsiteY517" fmla="*/ 4597974 h 6858000"/>
              <a:gd name="connsiteX518" fmla="*/ 3100264 w 7467600"/>
              <a:gd name="connsiteY518" fmla="*/ 4579845 h 6858000"/>
              <a:gd name="connsiteX519" fmla="*/ 2183576 w 7467600"/>
              <a:gd name="connsiteY519" fmla="*/ 4227150 h 6858000"/>
              <a:gd name="connsiteX520" fmla="*/ 2151029 w 7467600"/>
              <a:gd name="connsiteY520" fmla="*/ 4146947 h 6858000"/>
              <a:gd name="connsiteX521" fmla="*/ 3563434 w 7467600"/>
              <a:gd name="connsiteY521" fmla="*/ 4469115 h 6858000"/>
              <a:gd name="connsiteX522" fmla="*/ 3177952 w 7467600"/>
              <a:gd name="connsiteY522" fmla="*/ 3657386 h 6858000"/>
              <a:gd name="connsiteX523" fmla="*/ 3189263 w 7467600"/>
              <a:gd name="connsiteY523" fmla="*/ 3625726 h 6858000"/>
              <a:gd name="connsiteX524" fmla="*/ 3560912 w 7467600"/>
              <a:gd name="connsiteY524" fmla="*/ 4079863 h 6858000"/>
              <a:gd name="connsiteX525" fmla="*/ 3626636 w 7467600"/>
              <a:gd name="connsiteY525" fmla="*/ 4512230 h 6858000"/>
              <a:gd name="connsiteX526" fmla="*/ 3653088 w 7467600"/>
              <a:gd name="connsiteY526" fmla="*/ 4521417 h 6858000"/>
              <a:gd name="connsiteX527" fmla="*/ 3988128 w 7467600"/>
              <a:gd name="connsiteY527" fmla="*/ 4817267 h 6858000"/>
              <a:gd name="connsiteX528" fmla="*/ 4830582 w 7467600"/>
              <a:gd name="connsiteY528" fmla="*/ 4676000 h 6858000"/>
              <a:gd name="connsiteX529" fmla="*/ 4830100 w 7467600"/>
              <a:gd name="connsiteY529" fmla="*/ 4675554 h 6858000"/>
              <a:gd name="connsiteX530" fmla="*/ 4036318 w 7467600"/>
              <a:gd name="connsiteY530" fmla="*/ 4147013 h 6858000"/>
              <a:gd name="connsiteX531" fmla="*/ 3432098 w 7467600"/>
              <a:gd name="connsiteY531" fmla="*/ 3537312 h 6858000"/>
              <a:gd name="connsiteX532" fmla="*/ 3446761 w 7467600"/>
              <a:gd name="connsiteY532" fmla="*/ 3461278 h 6858000"/>
              <a:gd name="connsiteX533" fmla="*/ 4419733 w 7467600"/>
              <a:gd name="connsiteY533" fmla="*/ 3963555 h 6858000"/>
              <a:gd name="connsiteX534" fmla="*/ 4781371 w 7467600"/>
              <a:gd name="connsiteY534" fmla="*/ 4458604 h 6858000"/>
              <a:gd name="connsiteX535" fmla="*/ 4780440 w 7467600"/>
              <a:gd name="connsiteY535" fmla="*/ 4470290 h 6858000"/>
              <a:gd name="connsiteX536" fmla="*/ 4898954 w 7467600"/>
              <a:gd name="connsiteY536" fmla="*/ 4662092 h 6858000"/>
              <a:gd name="connsiteX537" fmla="*/ 4900699 w 7467600"/>
              <a:gd name="connsiteY537" fmla="*/ 4670867 h 6858000"/>
              <a:gd name="connsiteX538" fmla="*/ 5714511 w 7467600"/>
              <a:gd name="connsiteY538" fmla="*/ 4663483 h 6858000"/>
              <a:gd name="connsiteX539" fmla="*/ 5464793 w 7467600"/>
              <a:gd name="connsiteY539" fmla="*/ 4393556 h 6858000"/>
              <a:gd name="connsiteX540" fmla="*/ 5461897 w 7467600"/>
              <a:gd name="connsiteY540" fmla="*/ 4390879 h 6858000"/>
              <a:gd name="connsiteX541" fmla="*/ 4294126 w 7467600"/>
              <a:gd name="connsiteY541" fmla="*/ 3303048 h 6858000"/>
              <a:gd name="connsiteX542" fmla="*/ 4305321 w 7467600"/>
              <a:gd name="connsiteY542" fmla="*/ 3256953 h 6858000"/>
              <a:gd name="connsiteX543" fmla="*/ 4949299 w 7467600"/>
              <a:gd name="connsiteY543" fmla="*/ 3766336 h 6858000"/>
              <a:gd name="connsiteX544" fmla="*/ 5291452 w 7467600"/>
              <a:gd name="connsiteY544" fmla="*/ 4076801 h 6858000"/>
              <a:gd name="connsiteX545" fmla="*/ 5434998 w 7467600"/>
              <a:gd name="connsiteY545" fmla="*/ 4254100 h 6858000"/>
              <a:gd name="connsiteX546" fmla="*/ 5351015 w 7467600"/>
              <a:gd name="connsiteY546" fmla="*/ 3760989 h 6858000"/>
              <a:gd name="connsiteX547" fmla="*/ 5413780 w 7467600"/>
              <a:gd name="connsiteY547" fmla="*/ 2966265 h 6858000"/>
              <a:gd name="connsiteX548" fmla="*/ 5425627 w 7467600"/>
              <a:gd name="connsiteY548" fmla="*/ 2954192 h 6858000"/>
              <a:gd name="connsiteX549" fmla="*/ 6604735 w 7467600"/>
              <a:gd name="connsiteY549" fmla="*/ 2041381 h 6858000"/>
              <a:gd name="connsiteX550" fmla="*/ 7204487 w 7467600"/>
              <a:gd name="connsiteY550" fmla="*/ 2742112 h 6858000"/>
              <a:gd name="connsiteX551" fmla="*/ 7131592 w 7467600"/>
              <a:gd name="connsiteY551" fmla="*/ 2672096 h 6858000"/>
              <a:gd name="connsiteX552" fmla="*/ 6996344 w 7467600"/>
              <a:gd name="connsiteY552" fmla="*/ 2518310 h 6858000"/>
              <a:gd name="connsiteX553" fmla="*/ 6735495 w 7467600"/>
              <a:gd name="connsiteY553" fmla="*/ 2196890 h 6858000"/>
              <a:gd name="connsiteX554" fmla="*/ 6721901 w 7467600"/>
              <a:gd name="connsiteY554" fmla="*/ 2179274 h 6858000"/>
              <a:gd name="connsiteX555" fmla="*/ 6604735 w 7467600"/>
              <a:gd name="connsiteY555" fmla="*/ 2041381 h 6858000"/>
              <a:gd name="connsiteX556" fmla="*/ 6591670 w 7467600"/>
              <a:gd name="connsiteY556" fmla="*/ 1988277 h 6858000"/>
              <a:gd name="connsiteX557" fmla="*/ 6747349 w 7467600"/>
              <a:gd name="connsiteY557" fmla="*/ 2160069 h 6858000"/>
              <a:gd name="connsiteX558" fmla="*/ 6760943 w 7467600"/>
              <a:gd name="connsiteY558" fmla="*/ 2177686 h 6858000"/>
              <a:gd name="connsiteX559" fmla="*/ 7021065 w 7467600"/>
              <a:gd name="connsiteY559" fmla="*/ 2498102 h 6858000"/>
              <a:gd name="connsiteX560" fmla="*/ 7155223 w 7467600"/>
              <a:gd name="connsiteY560" fmla="*/ 2650386 h 6858000"/>
              <a:gd name="connsiteX561" fmla="*/ 7203167 w 7467600"/>
              <a:gd name="connsiteY561" fmla="*/ 2697288 h 6858000"/>
              <a:gd name="connsiteX562" fmla="*/ 6937703 w 7467600"/>
              <a:gd name="connsiteY562" fmla="*/ 2321981 h 6858000"/>
              <a:gd name="connsiteX563" fmla="*/ 6591670 w 7467600"/>
              <a:gd name="connsiteY563" fmla="*/ 1988277 h 6858000"/>
              <a:gd name="connsiteX564" fmla="*/ 5798671 w 7467600"/>
              <a:gd name="connsiteY564" fmla="*/ 1981601 h 6858000"/>
              <a:gd name="connsiteX565" fmla="*/ 5754709 w 7467600"/>
              <a:gd name="connsiteY565" fmla="*/ 2071454 h 6858000"/>
              <a:gd name="connsiteX566" fmla="*/ 5763044 w 7467600"/>
              <a:gd name="connsiteY566" fmla="*/ 2842206 h 6858000"/>
              <a:gd name="connsiteX567" fmla="*/ 5764974 w 7467600"/>
              <a:gd name="connsiteY567" fmla="*/ 2799609 h 6858000"/>
              <a:gd name="connsiteX568" fmla="*/ 5767665 w 7467600"/>
              <a:gd name="connsiteY568" fmla="*/ 2666409 h 6858000"/>
              <a:gd name="connsiteX569" fmla="*/ 5763055 w 7467600"/>
              <a:gd name="connsiteY569" fmla="*/ 2579705 h 6858000"/>
              <a:gd name="connsiteX570" fmla="*/ 5758079 w 7467600"/>
              <a:gd name="connsiteY570" fmla="*/ 2492508 h 6858000"/>
              <a:gd name="connsiteX571" fmla="*/ 5779325 w 7467600"/>
              <a:gd name="connsiteY571" fmla="*/ 2197069 h 6858000"/>
              <a:gd name="connsiteX572" fmla="*/ 5798671 w 7467600"/>
              <a:gd name="connsiteY572" fmla="*/ 1981601 h 6858000"/>
              <a:gd name="connsiteX573" fmla="*/ 5829202 w 7467600"/>
              <a:gd name="connsiteY573" fmla="*/ 1971679 h 6858000"/>
              <a:gd name="connsiteX574" fmla="*/ 5809558 w 7467600"/>
              <a:gd name="connsiteY574" fmla="*/ 2198043 h 6858000"/>
              <a:gd name="connsiteX575" fmla="*/ 5788653 w 7467600"/>
              <a:gd name="connsiteY575" fmla="*/ 2489430 h 6858000"/>
              <a:gd name="connsiteX576" fmla="*/ 5793439 w 7467600"/>
              <a:gd name="connsiteY576" fmla="*/ 2575235 h 6858000"/>
              <a:gd name="connsiteX577" fmla="*/ 5796837 w 7467600"/>
              <a:gd name="connsiteY577" fmla="*/ 2637633 h 6858000"/>
              <a:gd name="connsiteX578" fmla="*/ 5818614 w 7467600"/>
              <a:gd name="connsiteY578" fmla="*/ 2473055 h 6858000"/>
              <a:gd name="connsiteX579" fmla="*/ 5829202 w 7467600"/>
              <a:gd name="connsiteY579" fmla="*/ 1971679 h 6858000"/>
              <a:gd name="connsiteX580" fmla="*/ 5911389 w 7467600"/>
              <a:gd name="connsiteY580" fmla="*/ 1898371 h 6858000"/>
              <a:gd name="connsiteX581" fmla="*/ 6237627 w 7467600"/>
              <a:gd name="connsiteY581" fmla="*/ 2231921 h 6858000"/>
              <a:gd name="connsiteX582" fmla="*/ 5911389 w 7467600"/>
              <a:gd name="connsiteY582" fmla="*/ 1898371 h 6858000"/>
              <a:gd name="connsiteX583" fmla="*/ 6944437 w 7467600"/>
              <a:gd name="connsiteY583" fmla="*/ 1575402 h 6858000"/>
              <a:gd name="connsiteX584" fmla="*/ 6304730 w 7467600"/>
              <a:gd name="connsiteY584" fmla="*/ 1766654 h 6858000"/>
              <a:gd name="connsiteX585" fmla="*/ 6944437 w 7467600"/>
              <a:gd name="connsiteY585" fmla="*/ 1575402 h 6858000"/>
              <a:gd name="connsiteX586" fmla="*/ 7019523 w 7467600"/>
              <a:gd name="connsiteY586" fmla="*/ 1519450 h 6858000"/>
              <a:gd name="connsiteX587" fmla="*/ 6298091 w 7467600"/>
              <a:gd name="connsiteY587" fmla="*/ 1737122 h 6858000"/>
              <a:gd name="connsiteX588" fmla="*/ 7019523 w 7467600"/>
              <a:gd name="connsiteY588" fmla="*/ 1519450 h 6858000"/>
              <a:gd name="connsiteX589" fmla="*/ 2399523 w 7467600"/>
              <a:gd name="connsiteY589" fmla="*/ 1428234 h 6858000"/>
              <a:gd name="connsiteX590" fmla="*/ 2224982 w 7467600"/>
              <a:gd name="connsiteY590" fmla="*/ 1826201 h 6858000"/>
              <a:gd name="connsiteX591" fmla="*/ 2096099 w 7467600"/>
              <a:gd name="connsiteY591" fmla="*/ 2345900 h 6858000"/>
              <a:gd name="connsiteX592" fmla="*/ 2283317 w 7467600"/>
              <a:gd name="connsiteY592" fmla="*/ 1796925 h 6858000"/>
              <a:gd name="connsiteX593" fmla="*/ 2399523 w 7467600"/>
              <a:gd name="connsiteY593" fmla="*/ 1428234 h 6858000"/>
              <a:gd name="connsiteX594" fmla="*/ 2448558 w 7467600"/>
              <a:gd name="connsiteY594" fmla="*/ 1373435 h 6858000"/>
              <a:gd name="connsiteX595" fmla="*/ 2312521 w 7467600"/>
              <a:gd name="connsiteY595" fmla="*/ 1806140 h 6858000"/>
              <a:gd name="connsiteX596" fmla="*/ 2127533 w 7467600"/>
              <a:gd name="connsiteY596" fmla="*/ 2348380 h 6858000"/>
              <a:gd name="connsiteX597" fmla="*/ 2358080 w 7467600"/>
              <a:gd name="connsiteY597" fmla="*/ 1866134 h 6858000"/>
              <a:gd name="connsiteX598" fmla="*/ 2407436 w 7467600"/>
              <a:gd name="connsiteY598" fmla="*/ 1651070 h 6858000"/>
              <a:gd name="connsiteX599" fmla="*/ 2448558 w 7467600"/>
              <a:gd name="connsiteY599" fmla="*/ 1373435 h 6858000"/>
              <a:gd name="connsiteX600" fmla="*/ 278707 w 7467600"/>
              <a:gd name="connsiteY600" fmla="*/ 1352270 h 6858000"/>
              <a:gd name="connsiteX601" fmla="*/ 321570 w 7467600"/>
              <a:gd name="connsiteY601" fmla="*/ 1861610 h 6858000"/>
              <a:gd name="connsiteX602" fmla="*/ 294281 w 7467600"/>
              <a:gd name="connsiteY602" fmla="*/ 1440658 h 6858000"/>
              <a:gd name="connsiteX603" fmla="*/ 278707 w 7467600"/>
              <a:gd name="connsiteY603" fmla="*/ 1352270 h 6858000"/>
              <a:gd name="connsiteX604" fmla="*/ 1423821 w 7467600"/>
              <a:gd name="connsiteY604" fmla="*/ 1351958 h 6858000"/>
              <a:gd name="connsiteX605" fmla="*/ 1638521 w 7467600"/>
              <a:gd name="connsiteY605" fmla="*/ 1908470 h 6858000"/>
              <a:gd name="connsiteX606" fmla="*/ 1754199 w 7467600"/>
              <a:gd name="connsiteY606" fmla="*/ 2149284 h 6858000"/>
              <a:gd name="connsiteX607" fmla="*/ 1908359 w 7467600"/>
              <a:gd name="connsiteY607" fmla="*/ 2364988 h 6858000"/>
              <a:gd name="connsiteX608" fmla="*/ 1647661 w 7467600"/>
              <a:gd name="connsiteY608" fmla="*/ 1825945 h 6858000"/>
              <a:gd name="connsiteX609" fmla="*/ 1423821 w 7467600"/>
              <a:gd name="connsiteY609" fmla="*/ 1351958 h 6858000"/>
              <a:gd name="connsiteX610" fmla="*/ 1431890 w 7467600"/>
              <a:gd name="connsiteY610" fmla="*/ 1306475 h 6858000"/>
              <a:gd name="connsiteX611" fmla="*/ 1507597 w 7467600"/>
              <a:gd name="connsiteY611" fmla="*/ 1446132 h 6858000"/>
              <a:gd name="connsiteX612" fmla="*/ 1674586 w 7467600"/>
              <a:gd name="connsiteY612" fmla="*/ 1813832 h 6858000"/>
              <a:gd name="connsiteX613" fmla="*/ 1815950 w 7467600"/>
              <a:gd name="connsiteY613" fmla="*/ 2128564 h 6858000"/>
              <a:gd name="connsiteX614" fmla="*/ 1984242 w 7467600"/>
              <a:gd name="connsiteY614" fmla="*/ 2430829 h 6858000"/>
              <a:gd name="connsiteX615" fmla="*/ 2014023 w 7467600"/>
              <a:gd name="connsiteY615" fmla="*/ 2450995 h 6858000"/>
              <a:gd name="connsiteX616" fmla="*/ 1747337 w 7467600"/>
              <a:gd name="connsiteY616" fmla="*/ 1855264 h 6858000"/>
              <a:gd name="connsiteX617" fmla="*/ 1533749 w 7467600"/>
              <a:gd name="connsiteY617" fmla="*/ 1478656 h 6858000"/>
              <a:gd name="connsiteX618" fmla="*/ 1431890 w 7467600"/>
              <a:gd name="connsiteY618" fmla="*/ 1306475 h 6858000"/>
              <a:gd name="connsiteX619" fmla="*/ 5052692 w 7467600"/>
              <a:gd name="connsiteY619" fmla="*/ 1292994 h 6858000"/>
              <a:gd name="connsiteX620" fmla="*/ 5200661 w 7467600"/>
              <a:gd name="connsiteY620" fmla="*/ 1635186 h 6858000"/>
              <a:gd name="connsiteX621" fmla="*/ 5297138 w 7467600"/>
              <a:gd name="connsiteY621" fmla="*/ 1906351 h 6858000"/>
              <a:gd name="connsiteX622" fmla="*/ 5052692 w 7467600"/>
              <a:gd name="connsiteY622" fmla="*/ 1292994 h 6858000"/>
              <a:gd name="connsiteX623" fmla="*/ 5009948 w 7467600"/>
              <a:gd name="connsiteY623" fmla="*/ 1273619 h 6858000"/>
              <a:gd name="connsiteX624" fmla="*/ 5121777 w 7467600"/>
              <a:gd name="connsiteY624" fmla="*/ 1654213 h 6858000"/>
              <a:gd name="connsiteX625" fmla="*/ 5293545 w 7467600"/>
              <a:gd name="connsiteY625" fmla="*/ 2072247 h 6858000"/>
              <a:gd name="connsiteX626" fmla="*/ 5294042 w 7467600"/>
              <a:gd name="connsiteY626" fmla="*/ 2065019 h 6858000"/>
              <a:gd name="connsiteX627" fmla="*/ 5171936 w 7467600"/>
              <a:gd name="connsiteY627" fmla="*/ 1647613 h 6858000"/>
              <a:gd name="connsiteX628" fmla="*/ 5009948 w 7467600"/>
              <a:gd name="connsiteY628" fmla="*/ 1273619 h 6858000"/>
              <a:gd name="connsiteX629" fmla="*/ 655236 w 7467600"/>
              <a:gd name="connsiteY629" fmla="*/ 1268632 h 6858000"/>
              <a:gd name="connsiteX630" fmla="*/ 839521 w 7467600"/>
              <a:gd name="connsiteY630" fmla="*/ 1685315 h 6858000"/>
              <a:gd name="connsiteX631" fmla="*/ 1109416 w 7467600"/>
              <a:gd name="connsiteY631" fmla="*/ 2061663 h 6858000"/>
              <a:gd name="connsiteX632" fmla="*/ 1298300 w 7467600"/>
              <a:gd name="connsiteY632" fmla="*/ 2247742 h 6858000"/>
              <a:gd name="connsiteX633" fmla="*/ 1125871 w 7467600"/>
              <a:gd name="connsiteY633" fmla="*/ 1989513 h 6858000"/>
              <a:gd name="connsiteX634" fmla="*/ 981574 w 7467600"/>
              <a:gd name="connsiteY634" fmla="*/ 1783157 h 6858000"/>
              <a:gd name="connsiteX635" fmla="*/ 922198 w 7467600"/>
              <a:gd name="connsiteY635" fmla="*/ 1677437 h 6858000"/>
              <a:gd name="connsiteX636" fmla="*/ 869293 w 7467600"/>
              <a:gd name="connsiteY636" fmla="*/ 1583214 h 6858000"/>
              <a:gd name="connsiteX637" fmla="*/ 751431 w 7467600"/>
              <a:gd name="connsiteY637" fmla="*/ 1405731 h 6858000"/>
              <a:gd name="connsiteX638" fmla="*/ 655236 w 7467600"/>
              <a:gd name="connsiteY638" fmla="*/ 1268632 h 6858000"/>
              <a:gd name="connsiteX639" fmla="*/ 6516292 w 7467600"/>
              <a:gd name="connsiteY639" fmla="*/ 1263064 h 6858000"/>
              <a:gd name="connsiteX640" fmla="*/ 5736320 w 7467600"/>
              <a:gd name="connsiteY640" fmla="*/ 1501803 h 6858000"/>
              <a:gd name="connsiteX641" fmla="*/ 6516292 w 7467600"/>
              <a:gd name="connsiteY641" fmla="*/ 1263064 h 6858000"/>
              <a:gd name="connsiteX642" fmla="*/ 291466 w 7467600"/>
              <a:gd name="connsiteY642" fmla="*/ 1250369 h 6858000"/>
              <a:gd name="connsiteX643" fmla="*/ 323180 w 7467600"/>
              <a:gd name="connsiteY643" fmla="*/ 1435283 h 6858000"/>
              <a:gd name="connsiteX644" fmla="*/ 349381 w 7467600"/>
              <a:gd name="connsiteY644" fmla="*/ 1875041 h 6858000"/>
              <a:gd name="connsiteX645" fmla="*/ 374363 w 7467600"/>
              <a:gd name="connsiteY645" fmla="*/ 1506494 h 6858000"/>
              <a:gd name="connsiteX646" fmla="*/ 302168 w 7467600"/>
              <a:gd name="connsiteY646" fmla="*/ 1274495 h 6858000"/>
              <a:gd name="connsiteX647" fmla="*/ 291466 w 7467600"/>
              <a:gd name="connsiteY647" fmla="*/ 1250369 h 6858000"/>
              <a:gd name="connsiteX648" fmla="*/ 678222 w 7467600"/>
              <a:gd name="connsiteY648" fmla="*/ 1248670 h 6858000"/>
              <a:gd name="connsiteX649" fmla="*/ 775536 w 7467600"/>
              <a:gd name="connsiteY649" fmla="*/ 1388015 h 6858000"/>
              <a:gd name="connsiteX650" fmla="*/ 894529 w 7467600"/>
              <a:gd name="connsiteY650" fmla="*/ 1567739 h 6858000"/>
              <a:gd name="connsiteX651" fmla="*/ 948000 w 7467600"/>
              <a:gd name="connsiteY651" fmla="*/ 1663088 h 6858000"/>
              <a:gd name="connsiteX652" fmla="*/ 1006812 w 7467600"/>
              <a:gd name="connsiteY652" fmla="*/ 1767683 h 6858000"/>
              <a:gd name="connsiteX653" fmla="*/ 1149133 w 7467600"/>
              <a:gd name="connsiteY653" fmla="*/ 1971513 h 6858000"/>
              <a:gd name="connsiteX654" fmla="*/ 1333952 w 7467600"/>
              <a:gd name="connsiteY654" fmla="*/ 2251620 h 6858000"/>
              <a:gd name="connsiteX655" fmla="*/ 1337329 w 7467600"/>
              <a:gd name="connsiteY655" fmla="*/ 2258350 h 6858000"/>
              <a:gd name="connsiteX656" fmla="*/ 1014726 w 7467600"/>
              <a:gd name="connsiteY656" fmla="*/ 1615556 h 6858000"/>
              <a:gd name="connsiteX657" fmla="*/ 678222 w 7467600"/>
              <a:gd name="connsiteY657" fmla="*/ 1248670 h 6858000"/>
              <a:gd name="connsiteX658" fmla="*/ 6691602 w 7467600"/>
              <a:gd name="connsiteY658" fmla="*/ 1140573 h 6858000"/>
              <a:gd name="connsiteX659" fmla="*/ 6571100 w 7467600"/>
              <a:gd name="connsiteY659" fmla="*/ 1183662 h 6858000"/>
              <a:gd name="connsiteX660" fmla="*/ 6241687 w 7467600"/>
              <a:gd name="connsiteY660" fmla="*/ 1257600 h 6858000"/>
              <a:gd name="connsiteX661" fmla="*/ 5693009 w 7467600"/>
              <a:gd name="connsiteY661" fmla="*/ 1478256 h 6858000"/>
              <a:gd name="connsiteX662" fmla="*/ 6548420 w 7467600"/>
              <a:gd name="connsiteY662" fmla="*/ 1214599 h 6858000"/>
              <a:gd name="connsiteX663" fmla="*/ 6605473 w 7467600"/>
              <a:gd name="connsiteY663" fmla="*/ 1184686 h 6858000"/>
              <a:gd name="connsiteX664" fmla="*/ 6691602 w 7467600"/>
              <a:gd name="connsiteY664" fmla="*/ 1140573 h 6858000"/>
              <a:gd name="connsiteX665" fmla="*/ 4002475 w 7467600"/>
              <a:gd name="connsiteY665" fmla="*/ 1037802 h 6858000"/>
              <a:gd name="connsiteX666" fmla="*/ 4000324 w 7467600"/>
              <a:gd name="connsiteY666" fmla="*/ 1039362 h 6858000"/>
              <a:gd name="connsiteX667" fmla="*/ 4002862 w 7467600"/>
              <a:gd name="connsiteY667" fmla="*/ 1042866 h 6858000"/>
              <a:gd name="connsiteX668" fmla="*/ 4002475 w 7467600"/>
              <a:gd name="connsiteY668" fmla="*/ 1037802 h 6858000"/>
              <a:gd name="connsiteX669" fmla="*/ 506322 w 7467600"/>
              <a:gd name="connsiteY669" fmla="*/ 1020997 h 6858000"/>
              <a:gd name="connsiteX670" fmla="*/ 533068 w 7467600"/>
              <a:gd name="connsiteY670" fmla="*/ 1029409 h 6858000"/>
              <a:gd name="connsiteX671" fmla="*/ 1232525 w 7467600"/>
              <a:gd name="connsiteY671" fmla="*/ 1804675 h 6858000"/>
              <a:gd name="connsiteX672" fmla="*/ 1388858 w 7467600"/>
              <a:gd name="connsiteY672" fmla="*/ 2368011 h 6858000"/>
              <a:gd name="connsiteX673" fmla="*/ 1384098 w 7467600"/>
              <a:gd name="connsiteY673" fmla="*/ 2378125 h 6858000"/>
              <a:gd name="connsiteX674" fmla="*/ 1425393 w 7467600"/>
              <a:gd name="connsiteY674" fmla="*/ 2589124 h 6858000"/>
              <a:gd name="connsiteX675" fmla="*/ 1424001 w 7467600"/>
              <a:gd name="connsiteY675" fmla="*/ 2597541 h 6858000"/>
              <a:gd name="connsiteX676" fmla="*/ 2152729 w 7467600"/>
              <a:gd name="connsiteY676" fmla="*/ 2864487 h 6858000"/>
              <a:gd name="connsiteX677" fmla="*/ 2020609 w 7467600"/>
              <a:gd name="connsiteY677" fmla="*/ 2539671 h 6858000"/>
              <a:gd name="connsiteX678" fmla="*/ 2018920 w 7467600"/>
              <a:gd name="connsiteY678" fmla="*/ 2536309 h 6858000"/>
              <a:gd name="connsiteX679" fmla="*/ 1342441 w 7467600"/>
              <a:gd name="connsiteY679" fmla="*/ 1173017 h 6858000"/>
              <a:gd name="connsiteX680" fmla="*/ 1367925 w 7467600"/>
              <a:gd name="connsiteY680" fmla="*/ 1135648 h 6858000"/>
              <a:gd name="connsiteX681" fmla="*/ 1771401 w 7467600"/>
              <a:gd name="connsiteY681" fmla="*/ 1806673 h 6858000"/>
              <a:gd name="connsiteX682" fmla="*/ 1972385 w 7467600"/>
              <a:gd name="connsiteY682" fmla="*/ 2198735 h 6858000"/>
              <a:gd name="connsiteX683" fmla="*/ 2040892 w 7467600"/>
              <a:gd name="connsiteY683" fmla="*/ 2405205 h 6858000"/>
              <a:gd name="connsiteX684" fmla="*/ 2131689 w 7467600"/>
              <a:gd name="connsiteY684" fmla="*/ 1936926 h 6858000"/>
              <a:gd name="connsiteX685" fmla="*/ 2454820 w 7467600"/>
              <a:gd name="connsiteY685" fmla="*/ 1248808 h 6858000"/>
              <a:gd name="connsiteX686" fmla="*/ 2492512 w 7467600"/>
              <a:gd name="connsiteY686" fmla="*/ 1302920 h 6858000"/>
              <a:gd name="connsiteX687" fmla="*/ 2081216 w 7467600"/>
              <a:gd name="connsiteY687" fmla="*/ 2527513 h 6858000"/>
              <a:gd name="connsiteX688" fmla="*/ 2081211 w 7467600"/>
              <a:gd name="connsiteY688" fmla="*/ 2528916 h 6858000"/>
              <a:gd name="connsiteX689" fmla="*/ 2199067 w 7467600"/>
              <a:gd name="connsiteY689" fmla="*/ 2884061 h 6858000"/>
              <a:gd name="connsiteX690" fmla="*/ 3192586 w 7467600"/>
              <a:gd name="connsiteY690" fmla="*/ 3411496 h 6858000"/>
              <a:gd name="connsiteX691" fmla="*/ 3182620 w 7467600"/>
              <a:gd name="connsiteY691" fmla="*/ 3483279 h 6858000"/>
              <a:gd name="connsiteX692" fmla="*/ 2435119 w 7467600"/>
              <a:gd name="connsiteY692" fmla="*/ 3080173 h 6858000"/>
              <a:gd name="connsiteX693" fmla="*/ 2410152 w 7467600"/>
              <a:gd name="connsiteY693" fmla="*/ 3063751 h 6858000"/>
              <a:gd name="connsiteX694" fmla="*/ 2408099 w 7467600"/>
              <a:gd name="connsiteY694" fmla="*/ 3064403 h 6858000"/>
              <a:gd name="connsiteX695" fmla="*/ 2407218 w 7467600"/>
              <a:gd name="connsiteY695" fmla="*/ 3070324 h 6858000"/>
              <a:gd name="connsiteX696" fmla="*/ 2380138 w 7467600"/>
              <a:gd name="connsiteY696" fmla="*/ 3099341 h 6858000"/>
              <a:gd name="connsiteX697" fmla="*/ 1765923 w 7467600"/>
              <a:gd name="connsiteY697" fmla="*/ 3581043 h 6858000"/>
              <a:gd name="connsiteX698" fmla="*/ 1702258 w 7467600"/>
              <a:gd name="connsiteY698" fmla="*/ 3612286 h 6858000"/>
              <a:gd name="connsiteX699" fmla="*/ 1538370 w 7467600"/>
              <a:gd name="connsiteY699" fmla="*/ 3811804 h 6858000"/>
              <a:gd name="connsiteX700" fmla="*/ 542867 w 7467600"/>
              <a:gd name="connsiteY700" fmla="*/ 4944092 h 6858000"/>
              <a:gd name="connsiteX701" fmla="*/ 515800 w 7467600"/>
              <a:gd name="connsiteY701" fmla="*/ 4862180 h 6858000"/>
              <a:gd name="connsiteX702" fmla="*/ 909145 w 7467600"/>
              <a:gd name="connsiteY702" fmla="*/ 4199225 h 6858000"/>
              <a:gd name="connsiteX703" fmla="*/ 1214067 w 7467600"/>
              <a:gd name="connsiteY703" fmla="*/ 3908561 h 6858000"/>
              <a:gd name="connsiteX704" fmla="*/ 640967 w 7467600"/>
              <a:gd name="connsiteY704" fmla="*/ 4105601 h 6858000"/>
              <a:gd name="connsiteX705" fmla="*/ 112563 w 7467600"/>
              <a:gd name="connsiteY705" fmla="*/ 4396952 h 6858000"/>
              <a:gd name="connsiteX706" fmla="*/ 0 w 7467600"/>
              <a:gd name="connsiteY706" fmla="*/ 4466006 h 6858000"/>
              <a:gd name="connsiteX707" fmla="*/ 0 w 7467600"/>
              <a:gd name="connsiteY707" fmla="*/ 4233763 h 6858000"/>
              <a:gd name="connsiteX708" fmla="*/ 36881 w 7467600"/>
              <a:gd name="connsiteY708" fmla="*/ 4200118 h 6858000"/>
              <a:gd name="connsiteX709" fmla="*/ 910534 w 7467600"/>
              <a:gd name="connsiteY709" fmla="*/ 3629753 h 6858000"/>
              <a:gd name="connsiteX710" fmla="*/ 1578717 w 7467600"/>
              <a:gd name="connsiteY710" fmla="*/ 3575982 h 6858000"/>
              <a:gd name="connsiteX711" fmla="*/ 2338780 w 7467600"/>
              <a:gd name="connsiteY711" fmla="*/ 3033725 h 6858000"/>
              <a:gd name="connsiteX712" fmla="*/ 1807991 w 7467600"/>
              <a:gd name="connsiteY712" fmla="*/ 2807184 h 6858000"/>
              <a:gd name="connsiteX713" fmla="*/ 1416358 w 7467600"/>
              <a:gd name="connsiteY713" fmla="*/ 3112571 h 6858000"/>
              <a:gd name="connsiteX714" fmla="*/ 939066 w 7467600"/>
              <a:gd name="connsiteY714" fmla="*/ 3378798 h 6858000"/>
              <a:gd name="connsiteX715" fmla="*/ 115099 w 7467600"/>
              <a:gd name="connsiteY715" fmla="*/ 3607650 h 6858000"/>
              <a:gd name="connsiteX716" fmla="*/ 97284 w 7467600"/>
              <a:gd name="connsiteY716" fmla="*/ 3520393 h 6858000"/>
              <a:gd name="connsiteX717" fmla="*/ 922050 w 7467600"/>
              <a:gd name="connsiteY717" fmla="*/ 3074867 h 6858000"/>
              <a:gd name="connsiteX718" fmla="*/ 1405265 w 7467600"/>
              <a:gd name="connsiteY718" fmla="*/ 3016319 h 6858000"/>
              <a:gd name="connsiteX719" fmla="*/ 1407512 w 7467600"/>
              <a:gd name="connsiteY719" fmla="*/ 3018001 h 6858000"/>
              <a:gd name="connsiteX720" fmla="*/ 1726266 w 7467600"/>
              <a:gd name="connsiteY720" fmla="*/ 2777274 h 6858000"/>
              <a:gd name="connsiteX721" fmla="*/ 625390 w 7467600"/>
              <a:gd name="connsiteY721" fmla="*/ 2514541 h 6858000"/>
              <a:gd name="connsiteX722" fmla="*/ 619799 w 7467600"/>
              <a:gd name="connsiteY722" fmla="*/ 2527180 h 6858000"/>
              <a:gd name="connsiteX723" fmla="*/ 310030 w 7467600"/>
              <a:gd name="connsiteY723" fmla="*/ 2771818 h 6858000"/>
              <a:gd name="connsiteX724" fmla="*/ 173877 w 7467600"/>
              <a:gd name="connsiteY724" fmla="*/ 2937056 h 6858000"/>
              <a:gd name="connsiteX725" fmla="*/ 77889 w 7467600"/>
              <a:gd name="connsiteY725" fmla="*/ 3138440 h 6858000"/>
              <a:gd name="connsiteX726" fmla="*/ 0 w 7467600"/>
              <a:gd name="connsiteY726" fmla="*/ 3271395 h 6858000"/>
              <a:gd name="connsiteX727" fmla="*/ 0 w 7467600"/>
              <a:gd name="connsiteY727" fmla="*/ 3153002 h 6858000"/>
              <a:gd name="connsiteX728" fmla="*/ 2386 w 7467600"/>
              <a:gd name="connsiteY728" fmla="*/ 3149203 h 6858000"/>
              <a:gd name="connsiteX729" fmla="*/ 89753 w 7467600"/>
              <a:gd name="connsiteY729" fmla="*/ 2987702 h 6858000"/>
              <a:gd name="connsiteX730" fmla="*/ 76869 w 7467600"/>
              <a:gd name="connsiteY730" fmla="*/ 3005404 h 6858000"/>
              <a:gd name="connsiteX731" fmla="*/ 32049 w 7467600"/>
              <a:gd name="connsiteY731" fmla="*/ 3065814 h 6858000"/>
              <a:gd name="connsiteX732" fmla="*/ 0 w 7467600"/>
              <a:gd name="connsiteY732" fmla="*/ 3108744 h 6858000"/>
              <a:gd name="connsiteX733" fmla="*/ 0 w 7467600"/>
              <a:gd name="connsiteY733" fmla="*/ 3058059 h 6858000"/>
              <a:gd name="connsiteX734" fmla="*/ 7610 w 7467600"/>
              <a:gd name="connsiteY734" fmla="*/ 3047889 h 6858000"/>
              <a:gd name="connsiteX735" fmla="*/ 52419 w 7467600"/>
              <a:gd name="connsiteY735" fmla="*/ 2987479 h 6858000"/>
              <a:gd name="connsiteX736" fmla="*/ 59142 w 7467600"/>
              <a:gd name="connsiteY736" fmla="*/ 2978488 h 6858000"/>
              <a:gd name="connsiteX737" fmla="*/ 0 w 7467600"/>
              <a:gd name="connsiteY737" fmla="*/ 3015334 h 6858000"/>
              <a:gd name="connsiteX738" fmla="*/ 0 w 7467600"/>
              <a:gd name="connsiteY738" fmla="*/ 2914286 h 6858000"/>
              <a:gd name="connsiteX739" fmla="*/ 36383 w 7467600"/>
              <a:gd name="connsiteY739" fmla="*/ 2901128 h 6858000"/>
              <a:gd name="connsiteX740" fmla="*/ 156329 w 7467600"/>
              <a:gd name="connsiteY740" fmla="*/ 2840533 h 6858000"/>
              <a:gd name="connsiteX741" fmla="*/ 358355 w 7467600"/>
              <a:gd name="connsiteY741" fmla="*/ 2620471 h 6858000"/>
              <a:gd name="connsiteX742" fmla="*/ 510577 w 7467600"/>
              <a:gd name="connsiteY742" fmla="*/ 2501244 h 6858000"/>
              <a:gd name="connsiteX743" fmla="*/ 211967 w 7467600"/>
              <a:gd name="connsiteY743" fmla="*/ 2479171 h 6858000"/>
              <a:gd name="connsiteX744" fmla="*/ 0 w 7467600"/>
              <a:gd name="connsiteY744" fmla="*/ 2476398 h 6858000"/>
              <a:gd name="connsiteX745" fmla="*/ 0 w 7467600"/>
              <a:gd name="connsiteY745" fmla="*/ 2389189 h 6858000"/>
              <a:gd name="connsiteX746" fmla="*/ 103062 w 7467600"/>
              <a:gd name="connsiteY746" fmla="*/ 2389518 h 6858000"/>
              <a:gd name="connsiteX747" fmla="*/ 510734 w 7467600"/>
              <a:gd name="connsiteY747" fmla="*/ 2416201 h 6858000"/>
              <a:gd name="connsiteX748" fmla="*/ 279257 w 7467600"/>
              <a:gd name="connsiteY748" fmla="*/ 2092102 h 6858000"/>
              <a:gd name="connsiteX749" fmla="*/ 65265 w 7467600"/>
              <a:gd name="connsiteY749" fmla="*/ 2006049 h 6858000"/>
              <a:gd name="connsiteX750" fmla="*/ 0 w 7467600"/>
              <a:gd name="connsiteY750" fmla="*/ 1982532 h 6858000"/>
              <a:gd name="connsiteX751" fmla="*/ 0 w 7467600"/>
              <a:gd name="connsiteY751" fmla="*/ 1912789 h 6858000"/>
              <a:gd name="connsiteX752" fmla="*/ 97460 w 7467600"/>
              <a:gd name="connsiteY752" fmla="*/ 1953725 h 6858000"/>
              <a:gd name="connsiteX753" fmla="*/ 221272 w 7467600"/>
              <a:gd name="connsiteY753" fmla="*/ 1980766 h 6858000"/>
              <a:gd name="connsiteX754" fmla="*/ 116765 w 7467600"/>
              <a:gd name="connsiteY754" fmla="*/ 1911033 h 6858000"/>
              <a:gd name="connsiteX755" fmla="*/ 16405 w 7467600"/>
              <a:gd name="connsiteY755" fmla="*/ 1803412 h 6858000"/>
              <a:gd name="connsiteX756" fmla="*/ 0 w 7467600"/>
              <a:gd name="connsiteY756" fmla="*/ 1784777 h 6858000"/>
              <a:gd name="connsiteX757" fmla="*/ 0 w 7467600"/>
              <a:gd name="connsiteY757" fmla="*/ 1740082 h 6858000"/>
              <a:gd name="connsiteX758" fmla="*/ 39394 w 7467600"/>
              <a:gd name="connsiteY758" fmla="*/ 1784856 h 6858000"/>
              <a:gd name="connsiteX759" fmla="*/ 135813 w 7467600"/>
              <a:gd name="connsiteY759" fmla="*/ 1888838 h 6858000"/>
              <a:gd name="connsiteX760" fmla="*/ 242575 w 7467600"/>
              <a:gd name="connsiteY760" fmla="*/ 1958841 h 6858000"/>
              <a:gd name="connsiteX761" fmla="*/ 82197 w 7467600"/>
              <a:gd name="connsiteY761" fmla="*/ 1754826 h 6858000"/>
              <a:gd name="connsiteX762" fmla="*/ 0 w 7467600"/>
              <a:gd name="connsiteY762" fmla="*/ 1679650 h 6858000"/>
              <a:gd name="connsiteX763" fmla="*/ 0 w 7467600"/>
              <a:gd name="connsiteY763" fmla="*/ 1602463 h 6858000"/>
              <a:gd name="connsiteX764" fmla="*/ 84689 w 7467600"/>
              <a:gd name="connsiteY764" fmla="*/ 1677442 h 6858000"/>
              <a:gd name="connsiteX765" fmla="*/ 298437 w 7467600"/>
              <a:gd name="connsiteY765" fmla="*/ 1968019 h 6858000"/>
              <a:gd name="connsiteX766" fmla="*/ 227269 w 7467600"/>
              <a:gd name="connsiteY766" fmla="*/ 1114064 h 6858000"/>
              <a:gd name="connsiteX767" fmla="*/ 248003 w 7467600"/>
              <a:gd name="connsiteY767" fmla="*/ 1089613 h 6858000"/>
              <a:gd name="connsiteX768" fmla="*/ 427020 w 7467600"/>
              <a:gd name="connsiteY768" fmla="*/ 1619803 h 6858000"/>
              <a:gd name="connsiteX769" fmla="*/ 340345 w 7467600"/>
              <a:gd name="connsiteY769" fmla="*/ 2027739 h 6858000"/>
              <a:gd name="connsiteX770" fmla="*/ 360865 w 7467600"/>
              <a:gd name="connsiteY770" fmla="*/ 2044827 h 6858000"/>
              <a:gd name="connsiteX771" fmla="*/ 560414 w 7467600"/>
              <a:gd name="connsiteY771" fmla="*/ 2421457 h 6858000"/>
              <a:gd name="connsiteX772" fmla="*/ 1359703 w 7467600"/>
              <a:gd name="connsiteY772" fmla="*/ 2578554 h 6858000"/>
              <a:gd name="connsiteX773" fmla="*/ 1359422 w 7467600"/>
              <a:gd name="connsiteY773" fmla="*/ 2577994 h 6858000"/>
              <a:gd name="connsiteX774" fmla="*/ 828701 w 7467600"/>
              <a:gd name="connsiteY774" fmla="*/ 1839520 h 6858000"/>
              <a:gd name="connsiteX775" fmla="*/ 494427 w 7467600"/>
              <a:gd name="connsiteY775" fmla="*/ 1092333 h 6858000"/>
              <a:gd name="connsiteX776" fmla="*/ 506322 w 7467600"/>
              <a:gd name="connsiteY776" fmla="*/ 1020997 h 6858000"/>
              <a:gd name="connsiteX777" fmla="*/ 4570198 w 7467600"/>
              <a:gd name="connsiteY777" fmla="*/ 978081 h 6858000"/>
              <a:gd name="connsiteX778" fmla="*/ 4523691 w 7467600"/>
              <a:gd name="connsiteY778" fmla="*/ 1127776 h 6858000"/>
              <a:gd name="connsiteX779" fmla="*/ 4509875 w 7467600"/>
              <a:gd name="connsiteY779" fmla="*/ 1167552 h 6858000"/>
              <a:gd name="connsiteX780" fmla="*/ 4478168 w 7467600"/>
              <a:gd name="connsiteY780" fmla="*/ 1260735 h 6858000"/>
              <a:gd name="connsiteX781" fmla="*/ 4409309 w 7467600"/>
              <a:gd name="connsiteY781" fmla="*/ 1666996 h 6858000"/>
              <a:gd name="connsiteX782" fmla="*/ 4370031 w 7467600"/>
              <a:gd name="connsiteY782" fmla="*/ 1955666 h 6858000"/>
              <a:gd name="connsiteX783" fmla="*/ 4570198 w 7467600"/>
              <a:gd name="connsiteY783" fmla="*/ 978081 h 6858000"/>
              <a:gd name="connsiteX784" fmla="*/ 4557898 w 7467600"/>
              <a:gd name="connsiteY784" fmla="*/ 900011 h 6858000"/>
              <a:gd name="connsiteX785" fmla="*/ 4344840 w 7467600"/>
              <a:gd name="connsiteY785" fmla="*/ 1922038 h 6858000"/>
              <a:gd name="connsiteX786" fmla="*/ 4378710 w 7467600"/>
              <a:gd name="connsiteY786" fmla="*/ 1665516 h 6858000"/>
              <a:gd name="connsiteX787" fmla="*/ 4448798 w 7467600"/>
              <a:gd name="connsiteY787" fmla="*/ 1253024 h 6858000"/>
              <a:gd name="connsiteX788" fmla="*/ 4480315 w 7467600"/>
              <a:gd name="connsiteY788" fmla="*/ 1158454 h 6858000"/>
              <a:gd name="connsiteX789" fmla="*/ 4494133 w 7467600"/>
              <a:gd name="connsiteY789" fmla="*/ 1118676 h 6858000"/>
              <a:gd name="connsiteX790" fmla="*/ 4557898 w 7467600"/>
              <a:gd name="connsiteY790" fmla="*/ 900011 h 6858000"/>
              <a:gd name="connsiteX791" fmla="*/ 5870151 w 7467600"/>
              <a:gd name="connsiteY791" fmla="*/ 898890 h 6858000"/>
              <a:gd name="connsiteX792" fmla="*/ 5861335 w 7467600"/>
              <a:gd name="connsiteY792" fmla="*/ 899177 h 6858000"/>
              <a:gd name="connsiteX793" fmla="*/ 5843702 w 7467600"/>
              <a:gd name="connsiteY793" fmla="*/ 899748 h 6858000"/>
              <a:gd name="connsiteX794" fmla="*/ 5651107 w 7467600"/>
              <a:gd name="connsiteY794" fmla="*/ 920306 h 6858000"/>
              <a:gd name="connsiteX795" fmla="*/ 5459407 w 7467600"/>
              <a:gd name="connsiteY795" fmla="*/ 940975 h 6858000"/>
              <a:gd name="connsiteX796" fmla="*/ 5374846 w 7467600"/>
              <a:gd name="connsiteY796" fmla="*/ 941988 h 6858000"/>
              <a:gd name="connsiteX797" fmla="*/ 5256105 w 7467600"/>
              <a:gd name="connsiteY797" fmla="*/ 945632 h 6858000"/>
              <a:gd name="connsiteX798" fmla="*/ 5107071 w 7467600"/>
              <a:gd name="connsiteY798" fmla="*/ 969720 h 6858000"/>
              <a:gd name="connsiteX799" fmla="*/ 4998681 w 7467600"/>
              <a:gd name="connsiteY799" fmla="*/ 988771 h 6858000"/>
              <a:gd name="connsiteX800" fmla="*/ 5870151 w 7467600"/>
              <a:gd name="connsiteY800" fmla="*/ 898890 h 6858000"/>
              <a:gd name="connsiteX801" fmla="*/ 5504425 w 7467600"/>
              <a:gd name="connsiteY801" fmla="*/ 848067 h 6858000"/>
              <a:gd name="connsiteX802" fmla="*/ 4968849 w 7467600"/>
              <a:gd name="connsiteY802" fmla="*/ 962318 h 6858000"/>
              <a:gd name="connsiteX803" fmla="*/ 5104039 w 7467600"/>
              <a:gd name="connsiteY803" fmla="*/ 940634 h 6858000"/>
              <a:gd name="connsiteX804" fmla="*/ 5256311 w 7467600"/>
              <a:gd name="connsiteY804" fmla="*/ 916490 h 6858000"/>
              <a:gd name="connsiteX805" fmla="*/ 5377381 w 7467600"/>
              <a:gd name="connsiteY805" fmla="*/ 912671 h 6858000"/>
              <a:gd name="connsiteX806" fmla="*/ 5460148 w 7467600"/>
              <a:gd name="connsiteY806" fmla="*/ 911442 h 6858000"/>
              <a:gd name="connsiteX807" fmla="*/ 5648971 w 7467600"/>
              <a:gd name="connsiteY807" fmla="*/ 891331 h 6858000"/>
              <a:gd name="connsiteX808" fmla="*/ 5844807 w 7467600"/>
              <a:gd name="connsiteY808" fmla="*/ 870718 h 6858000"/>
              <a:gd name="connsiteX809" fmla="*/ 5862975 w 7467600"/>
              <a:gd name="connsiteY809" fmla="*/ 869756 h 6858000"/>
              <a:gd name="connsiteX810" fmla="*/ 5920887 w 7467600"/>
              <a:gd name="connsiteY810" fmla="*/ 865929 h 6858000"/>
              <a:gd name="connsiteX811" fmla="*/ 5504425 w 7467600"/>
              <a:gd name="connsiteY811" fmla="*/ 848067 h 6858000"/>
              <a:gd name="connsiteX812" fmla="*/ 3607114 w 7467600"/>
              <a:gd name="connsiteY812" fmla="*/ 467441 h 6858000"/>
              <a:gd name="connsiteX813" fmla="*/ 3296242 w 7467600"/>
              <a:gd name="connsiteY813" fmla="*/ 807991 h 6858000"/>
              <a:gd name="connsiteX814" fmla="*/ 3174674 w 7467600"/>
              <a:gd name="connsiteY814" fmla="*/ 919759 h 6858000"/>
              <a:gd name="connsiteX815" fmla="*/ 3042978 w 7467600"/>
              <a:gd name="connsiteY815" fmla="*/ 1054894 h 6858000"/>
              <a:gd name="connsiteX816" fmla="*/ 2968914 w 7467600"/>
              <a:gd name="connsiteY816" fmla="*/ 1133756 h 6858000"/>
              <a:gd name="connsiteX817" fmla="*/ 3103823 w 7467600"/>
              <a:gd name="connsiteY817" fmla="*/ 1026814 h 6858000"/>
              <a:gd name="connsiteX818" fmla="*/ 3607114 w 7467600"/>
              <a:gd name="connsiteY818" fmla="*/ 467441 h 6858000"/>
              <a:gd name="connsiteX819" fmla="*/ 3744487 w 7467600"/>
              <a:gd name="connsiteY819" fmla="*/ 383136 h 6858000"/>
              <a:gd name="connsiteX820" fmla="*/ 3970213 w 7467600"/>
              <a:gd name="connsiteY820" fmla="*/ 995559 h 6858000"/>
              <a:gd name="connsiteX821" fmla="*/ 3744487 w 7467600"/>
              <a:gd name="connsiteY821" fmla="*/ 383136 h 6858000"/>
              <a:gd name="connsiteX822" fmla="*/ 3624562 w 7467600"/>
              <a:gd name="connsiteY822" fmla="*/ 367041 h 6858000"/>
              <a:gd name="connsiteX823" fmla="*/ 3489712 w 7467600"/>
              <a:gd name="connsiteY823" fmla="*/ 485386 h 6858000"/>
              <a:gd name="connsiteX824" fmla="*/ 3182994 w 7467600"/>
              <a:gd name="connsiteY824" fmla="*/ 828265 h 6858000"/>
              <a:gd name="connsiteX825" fmla="*/ 2892114 w 7467600"/>
              <a:gd name="connsiteY825" fmla="*/ 1172635 h 6858000"/>
              <a:gd name="connsiteX826" fmla="*/ 3021459 w 7467600"/>
              <a:gd name="connsiteY826" fmla="*/ 1035385 h 6858000"/>
              <a:gd name="connsiteX827" fmla="*/ 3153873 w 7467600"/>
              <a:gd name="connsiteY827" fmla="*/ 898971 h 6858000"/>
              <a:gd name="connsiteX828" fmla="*/ 3276511 w 7467600"/>
              <a:gd name="connsiteY828" fmla="*/ 786423 h 6858000"/>
              <a:gd name="connsiteX829" fmla="*/ 3584154 w 7467600"/>
              <a:gd name="connsiteY829" fmla="*/ 448218 h 6858000"/>
              <a:gd name="connsiteX830" fmla="*/ 3624562 w 7467600"/>
              <a:gd name="connsiteY830" fmla="*/ 367041 h 6858000"/>
              <a:gd name="connsiteX831" fmla="*/ 3766672 w 7467600"/>
              <a:gd name="connsiteY831" fmla="*/ 359429 h 6858000"/>
              <a:gd name="connsiteX832" fmla="*/ 3996338 w 7467600"/>
              <a:gd name="connsiteY832" fmla="*/ 968237 h 6858000"/>
              <a:gd name="connsiteX833" fmla="*/ 3766672 w 7467600"/>
              <a:gd name="connsiteY833" fmla="*/ 359429 h 6858000"/>
              <a:gd name="connsiteX834" fmla="*/ 5805386 w 7467600"/>
              <a:gd name="connsiteY834" fmla="*/ 239240 h 6858000"/>
              <a:gd name="connsiteX835" fmla="*/ 5736947 w 7467600"/>
              <a:gd name="connsiteY835" fmla="*/ 261367 h 6858000"/>
              <a:gd name="connsiteX836" fmla="*/ 5427012 w 7467600"/>
              <a:gd name="connsiteY836" fmla="*/ 311272 h 6858000"/>
              <a:gd name="connsiteX837" fmla="*/ 5147818 w 7467600"/>
              <a:gd name="connsiteY837" fmla="*/ 322112 h 6858000"/>
              <a:gd name="connsiteX838" fmla="*/ 5060854 w 7467600"/>
              <a:gd name="connsiteY838" fmla="*/ 311882 h 6858000"/>
              <a:gd name="connsiteX839" fmla="*/ 4945989 w 7467600"/>
              <a:gd name="connsiteY839" fmla="*/ 300516 h 6858000"/>
              <a:gd name="connsiteX840" fmla="*/ 5410479 w 7467600"/>
              <a:gd name="connsiteY840" fmla="*/ 348434 h 6858000"/>
              <a:gd name="connsiteX841" fmla="*/ 5805386 w 7467600"/>
              <a:gd name="connsiteY841" fmla="*/ 239240 h 6858000"/>
              <a:gd name="connsiteX842" fmla="*/ 5905192 w 7467600"/>
              <a:gd name="connsiteY842" fmla="*/ 163079 h 6858000"/>
              <a:gd name="connsiteX843" fmla="*/ 5865655 w 7467600"/>
              <a:gd name="connsiteY843" fmla="*/ 171901 h 6858000"/>
              <a:gd name="connsiteX844" fmla="*/ 5259740 w 7467600"/>
              <a:gd name="connsiteY844" fmla="*/ 257013 h 6858000"/>
              <a:gd name="connsiteX845" fmla="*/ 5208466 w 7467600"/>
              <a:gd name="connsiteY845" fmla="*/ 257550 h 6858000"/>
              <a:gd name="connsiteX846" fmla="*/ 4980204 w 7467600"/>
              <a:gd name="connsiteY846" fmla="*/ 271903 h 6858000"/>
              <a:gd name="connsiteX847" fmla="*/ 5068068 w 7467600"/>
              <a:gd name="connsiteY847" fmla="*/ 282244 h 6858000"/>
              <a:gd name="connsiteX848" fmla="*/ 5153231 w 7467600"/>
              <a:gd name="connsiteY848" fmla="*/ 292240 h 6858000"/>
              <a:gd name="connsiteX849" fmla="*/ 5426491 w 7467600"/>
              <a:gd name="connsiteY849" fmla="*/ 281128 h 6858000"/>
              <a:gd name="connsiteX850" fmla="*/ 5731212 w 7467600"/>
              <a:gd name="connsiteY850" fmla="*/ 231951 h 6858000"/>
              <a:gd name="connsiteX851" fmla="*/ 5905192 w 7467600"/>
              <a:gd name="connsiteY851" fmla="*/ 163079 h 6858000"/>
              <a:gd name="connsiteX852" fmla="*/ 5944437 w 7467600"/>
              <a:gd name="connsiteY852" fmla="*/ 113829 h 6858000"/>
              <a:gd name="connsiteX853" fmla="*/ 5825032 w 7467600"/>
              <a:gd name="connsiteY853" fmla="*/ 146405 h 6858000"/>
              <a:gd name="connsiteX854" fmla="*/ 4955599 w 7467600"/>
              <a:gd name="connsiteY854" fmla="*/ 247008 h 6858000"/>
              <a:gd name="connsiteX855" fmla="*/ 5210104 w 7467600"/>
              <a:gd name="connsiteY855" fmla="*/ 228123 h 6858000"/>
              <a:gd name="connsiteX856" fmla="*/ 5261015 w 7467600"/>
              <a:gd name="connsiteY856" fmla="*/ 227087 h 6858000"/>
              <a:gd name="connsiteX857" fmla="*/ 5861181 w 7467600"/>
              <a:gd name="connsiteY857" fmla="*/ 143093 h 6858000"/>
              <a:gd name="connsiteX858" fmla="*/ 5961252 w 7467600"/>
              <a:gd name="connsiteY858" fmla="*/ 114820 h 6858000"/>
              <a:gd name="connsiteX859" fmla="*/ 5944437 w 7467600"/>
              <a:gd name="connsiteY859" fmla="*/ 113829 h 6858000"/>
              <a:gd name="connsiteX860" fmla="*/ 3882765 w 7467600"/>
              <a:gd name="connsiteY860" fmla="*/ 0 h 6858000"/>
              <a:gd name="connsiteX861" fmla="*/ 3995099 w 7467600"/>
              <a:gd name="connsiteY861" fmla="*/ 0 h 6858000"/>
              <a:gd name="connsiteX862" fmla="*/ 4163818 w 7467600"/>
              <a:gd name="connsiteY862" fmla="*/ 234104 h 6858000"/>
              <a:gd name="connsiteX863" fmla="*/ 4172099 w 7467600"/>
              <a:gd name="connsiteY863" fmla="*/ 234207 h 6858000"/>
              <a:gd name="connsiteX864" fmla="*/ 4784282 w 7467600"/>
              <a:gd name="connsiteY864" fmla="*/ 276561 h 6858000"/>
              <a:gd name="connsiteX865" fmla="*/ 4801687 w 7467600"/>
              <a:gd name="connsiteY865" fmla="*/ 267764 h 6858000"/>
              <a:gd name="connsiteX866" fmla="*/ 6082788 w 7467600"/>
              <a:gd name="connsiteY866" fmla="*/ 64119 h 6858000"/>
              <a:gd name="connsiteX867" fmla="*/ 6099442 w 7467600"/>
              <a:gd name="connsiteY867" fmla="*/ 82568 h 6858000"/>
              <a:gd name="connsiteX868" fmla="*/ 4804137 w 7467600"/>
              <a:gd name="connsiteY868" fmla="*/ 320931 h 6858000"/>
              <a:gd name="connsiteX869" fmla="*/ 4227047 w 7467600"/>
              <a:gd name="connsiteY869" fmla="*/ 313415 h 6858000"/>
              <a:gd name="connsiteX870" fmla="*/ 4346041 w 7467600"/>
              <a:gd name="connsiteY870" fmla="*/ 456086 h 6858000"/>
              <a:gd name="connsiteX871" fmla="*/ 4870967 w 7467600"/>
              <a:gd name="connsiteY871" fmla="*/ 963061 h 6858000"/>
              <a:gd name="connsiteX872" fmla="*/ 4889647 w 7467600"/>
              <a:gd name="connsiteY872" fmla="*/ 957147 h 6858000"/>
              <a:gd name="connsiteX873" fmla="*/ 5422504 w 7467600"/>
              <a:gd name="connsiteY873" fmla="*/ 805191 h 6858000"/>
              <a:gd name="connsiteX874" fmla="*/ 6087656 w 7467600"/>
              <a:gd name="connsiteY874" fmla="*/ 826703 h 6858000"/>
              <a:gd name="connsiteX875" fmla="*/ 6058717 w 7467600"/>
              <a:gd name="connsiteY875" fmla="*/ 865992 h 6858000"/>
              <a:gd name="connsiteX876" fmla="*/ 4974153 w 7467600"/>
              <a:gd name="connsiteY876" fmla="*/ 1045456 h 6858000"/>
              <a:gd name="connsiteX877" fmla="*/ 5627835 w 7467600"/>
              <a:gd name="connsiteY877" fmla="*/ 1472077 h 6858000"/>
              <a:gd name="connsiteX878" fmla="*/ 5629817 w 7467600"/>
              <a:gd name="connsiteY878" fmla="*/ 1471412 h 6858000"/>
              <a:gd name="connsiteX879" fmla="*/ 5634124 w 7467600"/>
              <a:gd name="connsiteY879" fmla="*/ 1470572 h 6858000"/>
              <a:gd name="connsiteX880" fmla="*/ 5755832 w 7467600"/>
              <a:gd name="connsiteY880" fmla="*/ 1383886 h 6858000"/>
              <a:gd name="connsiteX881" fmla="*/ 6014186 w 7467600"/>
              <a:gd name="connsiteY881" fmla="*/ 1279799 h 6858000"/>
              <a:gd name="connsiteX882" fmla="*/ 6901619 w 7467600"/>
              <a:gd name="connsiteY882" fmla="*/ 1047874 h 6858000"/>
              <a:gd name="connsiteX883" fmla="*/ 6931566 w 7467600"/>
              <a:gd name="connsiteY883" fmla="*/ 1062034 h 6858000"/>
              <a:gd name="connsiteX884" fmla="*/ 5790982 w 7467600"/>
              <a:gd name="connsiteY884" fmla="*/ 1561380 h 6858000"/>
              <a:gd name="connsiteX885" fmla="*/ 6188971 w 7467600"/>
              <a:gd name="connsiteY885" fmla="*/ 1755168 h 6858000"/>
              <a:gd name="connsiteX886" fmla="*/ 6202446 w 7467600"/>
              <a:gd name="connsiteY886" fmla="*/ 1752268 h 6858000"/>
              <a:gd name="connsiteX887" fmla="*/ 7179560 w 7467600"/>
              <a:gd name="connsiteY887" fmla="*/ 1467551 h 6858000"/>
              <a:gd name="connsiteX888" fmla="*/ 7158730 w 7467600"/>
              <a:gd name="connsiteY888" fmla="*/ 1507835 h 6858000"/>
              <a:gd name="connsiteX889" fmla="*/ 6326959 w 7467600"/>
              <a:gd name="connsiteY889" fmla="*/ 1817686 h 6858000"/>
              <a:gd name="connsiteX890" fmla="*/ 6537433 w 7467600"/>
              <a:gd name="connsiteY890" fmla="*/ 1907790 h 6858000"/>
              <a:gd name="connsiteX891" fmla="*/ 6550221 w 7467600"/>
              <a:gd name="connsiteY891" fmla="*/ 1910729 h 6858000"/>
              <a:gd name="connsiteX892" fmla="*/ 6964438 w 7467600"/>
              <a:gd name="connsiteY892" fmla="*/ 2209505 h 6858000"/>
              <a:gd name="connsiteX893" fmla="*/ 7367862 w 7467600"/>
              <a:gd name="connsiteY893" fmla="*/ 2806833 h 6858000"/>
              <a:gd name="connsiteX894" fmla="*/ 7364329 w 7467600"/>
              <a:gd name="connsiteY894" fmla="*/ 2826907 h 6858000"/>
              <a:gd name="connsiteX895" fmla="*/ 7290545 w 7467600"/>
              <a:gd name="connsiteY895" fmla="*/ 2850663 h 6858000"/>
              <a:gd name="connsiteX896" fmla="*/ 6472036 w 7467600"/>
              <a:gd name="connsiteY896" fmla="*/ 1959003 h 6858000"/>
              <a:gd name="connsiteX897" fmla="*/ 5792897 w 7467600"/>
              <a:gd name="connsiteY897" fmla="*/ 1647747 h 6858000"/>
              <a:gd name="connsiteX898" fmla="*/ 5842751 w 7467600"/>
              <a:gd name="connsiteY898" fmla="*/ 1816112 h 6858000"/>
              <a:gd name="connsiteX899" fmla="*/ 5847424 w 7467600"/>
              <a:gd name="connsiteY899" fmla="*/ 1815776 h 6858000"/>
              <a:gd name="connsiteX900" fmla="*/ 6399821 w 7467600"/>
              <a:gd name="connsiteY900" fmla="*/ 2344799 h 6858000"/>
              <a:gd name="connsiteX901" fmla="*/ 6323232 w 7467600"/>
              <a:gd name="connsiteY901" fmla="*/ 2389634 h 6858000"/>
              <a:gd name="connsiteX902" fmla="*/ 5942958 w 7467600"/>
              <a:gd name="connsiteY902" fmla="*/ 2077708 h 6858000"/>
              <a:gd name="connsiteX903" fmla="*/ 5921559 w 7467600"/>
              <a:gd name="connsiteY903" fmla="*/ 2378596 h 6858000"/>
              <a:gd name="connsiteX904" fmla="*/ 5817651 w 7467600"/>
              <a:gd name="connsiteY904" fmla="*/ 3023919 h 6858000"/>
              <a:gd name="connsiteX905" fmla="*/ 5729634 w 7467600"/>
              <a:gd name="connsiteY905" fmla="*/ 3051849 h 6858000"/>
              <a:gd name="connsiteX906" fmla="*/ 5611018 w 7467600"/>
              <a:gd name="connsiteY906" fmla="*/ 2316769 h 6858000"/>
              <a:gd name="connsiteX907" fmla="*/ 5687608 w 7467600"/>
              <a:gd name="connsiteY907" fmla="*/ 2039972 h 6858000"/>
              <a:gd name="connsiteX908" fmla="*/ 5657554 w 7467600"/>
              <a:gd name="connsiteY908" fmla="*/ 1576445 h 6858000"/>
              <a:gd name="connsiteX909" fmla="*/ 5150475 w 7467600"/>
              <a:gd name="connsiteY909" fmla="*/ 1274012 h 6858000"/>
              <a:gd name="connsiteX910" fmla="*/ 5349142 w 7467600"/>
              <a:gd name="connsiteY910" fmla="*/ 2204405 h 6858000"/>
              <a:gd name="connsiteX911" fmla="*/ 5262214 w 7467600"/>
              <a:gd name="connsiteY911" fmla="*/ 2233836 h 6858000"/>
              <a:gd name="connsiteX912" fmla="*/ 4981539 w 7467600"/>
              <a:gd name="connsiteY912" fmla="*/ 1542201 h 6858000"/>
              <a:gd name="connsiteX913" fmla="*/ 4958461 w 7467600"/>
              <a:gd name="connsiteY913" fmla="*/ 1136957 h 6858000"/>
              <a:gd name="connsiteX914" fmla="*/ 4655015 w 7467600"/>
              <a:gd name="connsiteY914" fmla="*/ 891426 h 6858000"/>
              <a:gd name="connsiteX915" fmla="*/ 4348002 w 7467600"/>
              <a:gd name="connsiteY915" fmla="*/ 2205895 h 6858000"/>
              <a:gd name="connsiteX916" fmla="*/ 4262250 w 7467600"/>
              <a:gd name="connsiteY916" fmla="*/ 2219972 h 6858000"/>
              <a:gd name="connsiteX917" fmla="*/ 4550611 w 7467600"/>
              <a:gd name="connsiteY917" fmla="*/ 817540 h 6858000"/>
              <a:gd name="connsiteX918" fmla="*/ 4564418 w 7467600"/>
              <a:gd name="connsiteY918" fmla="*/ 808293 h 6858000"/>
              <a:gd name="connsiteX919" fmla="*/ 4266388 w 7467600"/>
              <a:gd name="connsiteY919" fmla="*/ 500083 h 6858000"/>
              <a:gd name="connsiteX920" fmla="*/ 4032842 w 7467600"/>
              <a:gd name="connsiteY920" fmla="*/ 211809 h 6858000"/>
              <a:gd name="connsiteX921" fmla="*/ 3882765 w 7467600"/>
              <a:gd name="connsiteY921" fmla="*/ 0 h 6858000"/>
              <a:gd name="connsiteX922" fmla="*/ 3721337 w 7467600"/>
              <a:gd name="connsiteY922" fmla="*/ 0 h 6858000"/>
              <a:gd name="connsiteX923" fmla="*/ 3797544 w 7467600"/>
              <a:gd name="connsiteY923" fmla="*/ 0 h 6858000"/>
              <a:gd name="connsiteX924" fmla="*/ 3775734 w 7467600"/>
              <a:gd name="connsiteY924" fmla="*/ 95131 h 6858000"/>
              <a:gd name="connsiteX925" fmla="*/ 3724807 w 7467600"/>
              <a:gd name="connsiteY925" fmla="*/ 272257 h 6858000"/>
              <a:gd name="connsiteX926" fmla="*/ 3726844 w 7467600"/>
              <a:gd name="connsiteY926" fmla="*/ 282988 h 6858000"/>
              <a:gd name="connsiteX927" fmla="*/ 3742664 w 7467600"/>
              <a:gd name="connsiteY927" fmla="*/ 279918 h 6858000"/>
              <a:gd name="connsiteX928" fmla="*/ 4103910 w 7467600"/>
              <a:gd name="connsiteY928" fmla="*/ 1161917 h 6858000"/>
              <a:gd name="connsiteX929" fmla="*/ 4020269 w 7467600"/>
              <a:gd name="connsiteY929" fmla="*/ 1200406 h 6858000"/>
              <a:gd name="connsiteX930" fmla="*/ 3674882 w 7467600"/>
              <a:gd name="connsiteY930" fmla="*/ 488524 h 6858000"/>
              <a:gd name="connsiteX931" fmla="*/ 3132682 w 7467600"/>
              <a:gd name="connsiteY931" fmla="*/ 1072284 h 6858000"/>
              <a:gd name="connsiteX932" fmla="*/ 2716346 w 7467600"/>
              <a:gd name="connsiteY932" fmla="*/ 1276376 h 6858000"/>
              <a:gd name="connsiteX933" fmla="*/ 2716772 w 7467600"/>
              <a:gd name="connsiteY933" fmla="*/ 1255462 h 6858000"/>
              <a:gd name="connsiteX934" fmla="*/ 3471096 w 7467600"/>
              <a:gd name="connsiteY934" fmla="*/ 437072 h 6858000"/>
              <a:gd name="connsiteX935" fmla="*/ 3639057 w 7467600"/>
              <a:gd name="connsiteY935" fmla="*/ 286334 h 6858000"/>
              <a:gd name="connsiteX936" fmla="*/ 3640309 w 7467600"/>
              <a:gd name="connsiteY936" fmla="*/ 284664 h 6858000"/>
              <a:gd name="connsiteX937" fmla="*/ 3646022 w 7467600"/>
              <a:gd name="connsiteY937" fmla="*/ 276711 h 6858000"/>
              <a:gd name="connsiteX938" fmla="*/ 3707943 w 7467600"/>
              <a:gd name="connsiteY938" fmla="*/ 65958 h 6858000"/>
              <a:gd name="connsiteX939" fmla="*/ 3721337 w 7467600"/>
              <a:gd name="connsiteY939" fmla="*/ 0 h 6858000"/>
              <a:gd name="connsiteX940" fmla="*/ 2867960 w 7467600"/>
              <a:gd name="connsiteY940" fmla="*/ 0 h 6858000"/>
              <a:gd name="connsiteX941" fmla="*/ 2926351 w 7467600"/>
              <a:gd name="connsiteY941" fmla="*/ 0 h 6858000"/>
              <a:gd name="connsiteX942" fmla="*/ 2902823 w 7467600"/>
              <a:gd name="connsiteY942" fmla="*/ 262929 h 6858000"/>
              <a:gd name="connsiteX943" fmla="*/ 2940663 w 7467600"/>
              <a:gd name="connsiteY943" fmla="*/ 140884 h 6858000"/>
              <a:gd name="connsiteX944" fmla="*/ 2947039 w 7467600"/>
              <a:gd name="connsiteY944" fmla="*/ 122524 h 6858000"/>
              <a:gd name="connsiteX945" fmla="*/ 2984316 w 7467600"/>
              <a:gd name="connsiteY945" fmla="*/ 0 h 6858000"/>
              <a:gd name="connsiteX946" fmla="*/ 3016114 w 7467600"/>
              <a:gd name="connsiteY946" fmla="*/ 0 h 6858000"/>
              <a:gd name="connsiteX947" fmla="*/ 2979949 w 7467600"/>
              <a:gd name="connsiteY947" fmla="*/ 119274 h 6858000"/>
              <a:gd name="connsiteX948" fmla="*/ 3023879 w 7467600"/>
              <a:gd name="connsiteY948" fmla="*/ 0 h 6858000"/>
              <a:gd name="connsiteX949" fmla="*/ 3105400 w 7467600"/>
              <a:gd name="connsiteY949" fmla="*/ 0 h 6858000"/>
              <a:gd name="connsiteX950" fmla="*/ 3094669 w 7467600"/>
              <a:gd name="connsiteY950" fmla="*/ 30308 h 6858000"/>
              <a:gd name="connsiteX951" fmla="*/ 2901945 w 7467600"/>
              <a:gd name="connsiteY951" fmla="*/ 466538 h 6858000"/>
              <a:gd name="connsiteX952" fmla="*/ 2815209 w 7467600"/>
              <a:gd name="connsiteY952" fmla="*/ 497361 h 6858000"/>
              <a:gd name="connsiteX953" fmla="*/ 2844845 w 7467600"/>
              <a:gd name="connsiteY953" fmla="*/ 127638 h 6858000"/>
              <a:gd name="connsiteX954" fmla="*/ 2867960 w 7467600"/>
              <a:gd name="connsiteY954" fmla="*/ 0 h 6858000"/>
              <a:gd name="connsiteX955" fmla="*/ 1057230 w 7467600"/>
              <a:gd name="connsiteY955" fmla="*/ 0 h 6858000"/>
              <a:gd name="connsiteX956" fmla="*/ 1111003 w 7467600"/>
              <a:gd name="connsiteY956" fmla="*/ 0 h 6858000"/>
              <a:gd name="connsiteX957" fmla="*/ 1125553 w 7467600"/>
              <a:gd name="connsiteY957" fmla="*/ 52588 h 6858000"/>
              <a:gd name="connsiteX958" fmla="*/ 1304276 w 7467600"/>
              <a:gd name="connsiteY958" fmla="*/ 476275 h 6858000"/>
              <a:gd name="connsiteX959" fmla="*/ 1492066 w 7467600"/>
              <a:gd name="connsiteY959" fmla="*/ 886333 h 6858000"/>
              <a:gd name="connsiteX960" fmla="*/ 1423698 w 7467600"/>
              <a:gd name="connsiteY960" fmla="*/ 710817 h 6858000"/>
              <a:gd name="connsiteX961" fmla="*/ 1357609 w 7467600"/>
              <a:gd name="connsiteY961" fmla="*/ 532892 h 6858000"/>
              <a:gd name="connsiteX962" fmla="*/ 1309550 w 7467600"/>
              <a:gd name="connsiteY962" fmla="*/ 374031 h 6858000"/>
              <a:gd name="connsiteX963" fmla="*/ 1193673 w 7467600"/>
              <a:gd name="connsiteY963" fmla="*/ 49533 h 6858000"/>
              <a:gd name="connsiteX964" fmla="*/ 1164391 w 7467600"/>
              <a:gd name="connsiteY964" fmla="*/ 0 h 6858000"/>
              <a:gd name="connsiteX965" fmla="*/ 1200666 w 7467600"/>
              <a:gd name="connsiteY965" fmla="*/ 0 h 6858000"/>
              <a:gd name="connsiteX966" fmla="*/ 1223408 w 7467600"/>
              <a:gd name="connsiteY966" fmla="*/ 38996 h 6858000"/>
              <a:gd name="connsiteX967" fmla="*/ 1339635 w 7467600"/>
              <a:gd name="connsiteY967" fmla="*/ 365517 h 6858000"/>
              <a:gd name="connsiteX968" fmla="*/ 1387469 w 7467600"/>
              <a:gd name="connsiteY968" fmla="*/ 523079 h 6858000"/>
              <a:gd name="connsiteX969" fmla="*/ 1452685 w 7467600"/>
              <a:gd name="connsiteY969" fmla="*/ 699806 h 6858000"/>
              <a:gd name="connsiteX970" fmla="*/ 1492092 w 7467600"/>
              <a:gd name="connsiteY970" fmla="*/ 800424 h 6858000"/>
              <a:gd name="connsiteX971" fmla="*/ 1455302 w 7467600"/>
              <a:gd name="connsiteY971" fmla="*/ 632913 h 6858000"/>
              <a:gd name="connsiteX972" fmla="*/ 1222336 w 7467600"/>
              <a:gd name="connsiteY972" fmla="*/ 9480 h 6858000"/>
              <a:gd name="connsiteX973" fmla="*/ 1214634 w 7467600"/>
              <a:gd name="connsiteY973" fmla="*/ 0 h 6858000"/>
              <a:gd name="connsiteX974" fmla="*/ 1289827 w 7467600"/>
              <a:gd name="connsiteY974" fmla="*/ 0 h 6858000"/>
              <a:gd name="connsiteX975" fmla="*/ 1321076 w 7467600"/>
              <a:gd name="connsiteY975" fmla="*/ 59722 h 6858000"/>
              <a:gd name="connsiteX976" fmla="*/ 1512579 w 7467600"/>
              <a:gd name="connsiteY976" fmla="*/ 626441 h 6858000"/>
              <a:gd name="connsiteX977" fmla="*/ 1506076 w 7467600"/>
              <a:gd name="connsiteY977" fmla="*/ 1089289 h 6858000"/>
              <a:gd name="connsiteX978" fmla="*/ 1486346 w 7467600"/>
              <a:gd name="connsiteY978" fmla="*/ 1079919 h 6858000"/>
              <a:gd name="connsiteX979" fmla="*/ 1070511 w 7467600"/>
              <a:gd name="connsiteY979" fmla="*/ 48609 h 6858000"/>
              <a:gd name="connsiteX980" fmla="*/ 1057230 w 7467600"/>
              <a:gd name="connsiteY980" fmla="*/ 0 h 6858000"/>
              <a:gd name="connsiteX981" fmla="*/ 43151 w 7467600"/>
              <a:gd name="connsiteY981" fmla="*/ 0 h 6858000"/>
              <a:gd name="connsiteX982" fmla="*/ 95283 w 7467600"/>
              <a:gd name="connsiteY982" fmla="*/ 0 h 6858000"/>
              <a:gd name="connsiteX983" fmla="*/ 300708 w 7467600"/>
              <a:gd name="connsiteY983" fmla="*/ 154571 h 6858000"/>
              <a:gd name="connsiteX984" fmla="*/ 530414 w 7467600"/>
              <a:gd name="connsiteY984" fmla="*/ 354673 h 6858000"/>
              <a:gd name="connsiteX985" fmla="*/ 333785 w 7467600"/>
              <a:gd name="connsiteY985" fmla="*/ 161564 h 6858000"/>
              <a:gd name="connsiteX986" fmla="*/ 147005 w 7467600"/>
              <a:gd name="connsiteY986" fmla="*/ 0 h 6858000"/>
              <a:gd name="connsiteX987" fmla="*/ 272509 w 7467600"/>
              <a:gd name="connsiteY987" fmla="*/ 0 h 6858000"/>
              <a:gd name="connsiteX988" fmla="*/ 326276 w 7467600"/>
              <a:gd name="connsiteY988" fmla="*/ 45847 h 6858000"/>
              <a:gd name="connsiteX989" fmla="*/ 823759 w 7467600"/>
              <a:gd name="connsiteY989" fmla="*/ 574145 h 6858000"/>
              <a:gd name="connsiteX990" fmla="*/ 811254 w 7467600"/>
              <a:gd name="connsiteY990" fmla="*/ 665546 h 6858000"/>
              <a:gd name="connsiteX991" fmla="*/ 154042 w 7467600"/>
              <a:gd name="connsiteY991" fmla="*/ 261522 h 6858000"/>
              <a:gd name="connsiteX992" fmla="*/ 13550 w 7467600"/>
              <a:gd name="connsiteY992" fmla="*/ 158423 h 6858000"/>
              <a:gd name="connsiteX993" fmla="*/ 0 w 7467600"/>
              <a:gd name="connsiteY993" fmla="*/ 146618 h 6858000"/>
              <a:gd name="connsiteX994" fmla="*/ 0 w 7467600"/>
              <a:gd name="connsiteY994" fmla="*/ 59161 h 6858000"/>
              <a:gd name="connsiteX995" fmla="*/ 45427 w 7467600"/>
              <a:gd name="connsiteY995" fmla="*/ 101078 h 6858000"/>
              <a:gd name="connsiteX996" fmla="*/ 630103 w 7467600"/>
              <a:gd name="connsiteY996" fmla="*/ 485885 h 6858000"/>
              <a:gd name="connsiteX997" fmla="*/ 532040 w 7467600"/>
              <a:gd name="connsiteY997" fmla="*/ 399359 h 6858000"/>
              <a:gd name="connsiteX998" fmla="*/ 517618 w 7467600"/>
              <a:gd name="connsiteY998" fmla="*/ 385726 h 6858000"/>
              <a:gd name="connsiteX999" fmla="*/ 285074 w 7467600"/>
              <a:gd name="connsiteY999" fmla="*/ 182755 h 6858000"/>
              <a:gd name="connsiteX1000" fmla="*/ 43151 w 7467600"/>
              <a:gd name="connsiteY1000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368569 w 7467600"/>
              <a:gd name="connsiteY127" fmla="*/ 5270182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7467600 w 7467600"/>
              <a:gd name="connsiteY137" fmla="*/ 5241225 h 6858000"/>
              <a:gd name="connsiteX138" fmla="*/ 7467600 w 7467600"/>
              <a:gd name="connsiteY138" fmla="*/ 5277736 h 6858000"/>
              <a:gd name="connsiteX139" fmla="*/ 7327465 w 7467600"/>
              <a:gd name="connsiteY139" fmla="*/ 5174181 h 6858000"/>
              <a:gd name="connsiteX140" fmla="*/ 7353035 w 7467600"/>
              <a:gd name="connsiteY140" fmla="*/ 5197318 h 6858000"/>
              <a:gd name="connsiteX141" fmla="*/ 7467600 w 7467600"/>
              <a:gd name="connsiteY141" fmla="*/ 5297634 h 6858000"/>
              <a:gd name="connsiteX142" fmla="*/ 7467600 w 7467600"/>
              <a:gd name="connsiteY142" fmla="*/ 5361850 h 6858000"/>
              <a:gd name="connsiteX143" fmla="*/ 7368569 w 7467600"/>
              <a:gd name="connsiteY143" fmla="*/ 5270182 h 6858000"/>
              <a:gd name="connsiteX144" fmla="*/ 1903353 w 7467600"/>
              <a:gd name="connsiteY144" fmla="*/ 5044827 h 6858000"/>
              <a:gd name="connsiteX145" fmla="*/ 1936931 w 7467600"/>
              <a:gd name="connsiteY145" fmla="*/ 5093954 h 6858000"/>
              <a:gd name="connsiteX146" fmla="*/ 2195868 w 7467600"/>
              <a:gd name="connsiteY146" fmla="*/ 5396574 h 6858000"/>
              <a:gd name="connsiteX147" fmla="*/ 2088852 w 7467600"/>
              <a:gd name="connsiteY147" fmla="*/ 5166123 h 6858000"/>
              <a:gd name="connsiteX148" fmla="*/ 1958241 w 7467600"/>
              <a:gd name="connsiteY148" fmla="*/ 5067955 h 6858000"/>
              <a:gd name="connsiteX149" fmla="*/ 1903353 w 7467600"/>
              <a:gd name="connsiteY149" fmla="*/ 5044827 h 6858000"/>
              <a:gd name="connsiteX150" fmla="*/ 1979378 w 7467600"/>
              <a:gd name="connsiteY150" fmla="*/ 4769504 h 6858000"/>
              <a:gd name="connsiteX151" fmla="*/ 2882120 w 7467600"/>
              <a:gd name="connsiteY151" fmla="*/ 5064547 h 6858000"/>
              <a:gd name="connsiteX152" fmla="*/ 2793103 w 7467600"/>
              <a:gd name="connsiteY152" fmla="*/ 5039699 h 6858000"/>
              <a:gd name="connsiteX153" fmla="*/ 2770041 w 7467600"/>
              <a:gd name="connsiteY153" fmla="*/ 5033634 h 6858000"/>
              <a:gd name="connsiteX154" fmla="*/ 1979378 w 7467600"/>
              <a:gd name="connsiteY154" fmla="*/ 4769504 h 6858000"/>
              <a:gd name="connsiteX155" fmla="*/ 1927410 w 7467600"/>
              <a:gd name="connsiteY155" fmla="*/ 4716164 h 6858000"/>
              <a:gd name="connsiteX156" fmla="*/ 1959587 w 7467600"/>
              <a:gd name="connsiteY156" fmla="*/ 4728849 h 6858000"/>
              <a:gd name="connsiteX157" fmla="*/ 2777707 w 7467600"/>
              <a:gd name="connsiteY157" fmla="*/ 5003991 h 6858000"/>
              <a:gd name="connsiteX158" fmla="*/ 2800768 w 7467600"/>
              <a:gd name="connsiteY158" fmla="*/ 5010056 h 6858000"/>
              <a:gd name="connsiteX159" fmla="*/ 2879408 w 7467600"/>
              <a:gd name="connsiteY159" fmla="*/ 5031590 h 6858000"/>
              <a:gd name="connsiteX160" fmla="*/ 2862295 w 7467600"/>
              <a:gd name="connsiteY160" fmla="*/ 5022958 h 6858000"/>
              <a:gd name="connsiteX161" fmla="*/ 2813343 w 7467600"/>
              <a:gd name="connsiteY161" fmla="*/ 4998369 h 6858000"/>
              <a:gd name="connsiteX162" fmla="*/ 2646245 w 7467600"/>
              <a:gd name="connsiteY162" fmla="*/ 4930999 h 6858000"/>
              <a:gd name="connsiteX163" fmla="*/ 1999243 w 7467600"/>
              <a:gd name="connsiteY163" fmla="*/ 4730524 h 6858000"/>
              <a:gd name="connsiteX164" fmla="*/ 1979527 w 7467600"/>
              <a:gd name="connsiteY164" fmla="*/ 4726651 h 6858000"/>
              <a:gd name="connsiteX165" fmla="*/ 1927410 w 7467600"/>
              <a:gd name="connsiteY165" fmla="*/ 4716164 h 6858000"/>
              <a:gd name="connsiteX166" fmla="*/ 1997014 w 7467600"/>
              <a:gd name="connsiteY166" fmla="*/ 4698007 h 6858000"/>
              <a:gd name="connsiteX167" fmla="*/ 2005458 w 7467600"/>
              <a:gd name="connsiteY167" fmla="*/ 4699540 h 6858000"/>
              <a:gd name="connsiteX168" fmla="*/ 2657186 w 7467600"/>
              <a:gd name="connsiteY168" fmla="*/ 4901687 h 6858000"/>
              <a:gd name="connsiteX169" fmla="*/ 2826662 w 7467600"/>
              <a:gd name="connsiteY169" fmla="*/ 4970362 h 6858000"/>
              <a:gd name="connsiteX170" fmla="*/ 2876100 w 7467600"/>
              <a:gd name="connsiteY170" fmla="*/ 4995397 h 6858000"/>
              <a:gd name="connsiteX171" fmla="*/ 3042600 w 7467600"/>
              <a:gd name="connsiteY171" fmla="*/ 5059532 h 6858000"/>
              <a:gd name="connsiteX172" fmla="*/ 1997014 w 7467600"/>
              <a:gd name="connsiteY172" fmla="*/ 4698007 h 6858000"/>
              <a:gd name="connsiteX173" fmla="*/ 2305292 w 7467600"/>
              <a:gd name="connsiteY173" fmla="*/ 4219492 h 6858000"/>
              <a:gd name="connsiteX174" fmla="*/ 3360922 w 7467600"/>
              <a:gd name="connsiteY174" fmla="*/ 4529373 h 6858000"/>
              <a:gd name="connsiteX175" fmla="*/ 3492420 w 7467600"/>
              <a:gd name="connsiteY175" fmla="*/ 4510145 h 6858000"/>
              <a:gd name="connsiteX176" fmla="*/ 3364086 w 7467600"/>
              <a:gd name="connsiteY176" fmla="*/ 4480340 h 6858000"/>
              <a:gd name="connsiteX177" fmla="*/ 3225818 w 7467600"/>
              <a:gd name="connsiteY177" fmla="*/ 4411822 h 6858000"/>
              <a:gd name="connsiteX178" fmla="*/ 3129696 w 7467600"/>
              <a:gd name="connsiteY178" fmla="*/ 4360704 h 6858000"/>
              <a:gd name="connsiteX179" fmla="*/ 2814545 w 7467600"/>
              <a:gd name="connsiteY179" fmla="*/ 4282955 h 6858000"/>
              <a:gd name="connsiteX180" fmla="*/ 2305292 w 7467600"/>
              <a:gd name="connsiteY180" fmla="*/ 4219492 h 6858000"/>
              <a:gd name="connsiteX181" fmla="*/ 2626982 w 7467600"/>
              <a:gd name="connsiteY181" fmla="*/ 4206450 h 6858000"/>
              <a:gd name="connsiteX182" fmla="*/ 2490617 w 7467600"/>
              <a:gd name="connsiteY182" fmla="*/ 4206951 h 6858000"/>
              <a:gd name="connsiteX183" fmla="*/ 2819869 w 7467600"/>
              <a:gd name="connsiteY183" fmla="*/ 4252936 h 6858000"/>
              <a:gd name="connsiteX184" fmla="*/ 3143018 w 7467600"/>
              <a:gd name="connsiteY184" fmla="*/ 4332698 h 6858000"/>
              <a:gd name="connsiteX185" fmla="*/ 3241520 w 7467600"/>
              <a:gd name="connsiteY185" fmla="*/ 4385112 h 6858000"/>
              <a:gd name="connsiteX186" fmla="*/ 3374575 w 7467600"/>
              <a:gd name="connsiteY186" fmla="*/ 4451517 h 6858000"/>
              <a:gd name="connsiteX187" fmla="*/ 3505221 w 7467600"/>
              <a:gd name="connsiteY187" fmla="*/ 4480757 h 6858000"/>
              <a:gd name="connsiteX188" fmla="*/ 2626982 w 7467600"/>
              <a:gd name="connsiteY188" fmla="*/ 4206450 h 6858000"/>
              <a:gd name="connsiteX189" fmla="*/ 1310106 w 7467600"/>
              <a:gd name="connsiteY189" fmla="*/ 3943217 h 6858000"/>
              <a:gd name="connsiteX190" fmla="*/ 854994 w 7467600"/>
              <a:gd name="connsiteY190" fmla="*/ 4399136 h 6858000"/>
              <a:gd name="connsiteX191" fmla="*/ 742462 w 7467600"/>
              <a:gd name="connsiteY191" fmla="*/ 4594648 h 6858000"/>
              <a:gd name="connsiteX192" fmla="*/ 820602 w 7467600"/>
              <a:gd name="connsiteY192" fmla="*/ 4485915 h 6858000"/>
              <a:gd name="connsiteX193" fmla="*/ 878295 w 7467600"/>
              <a:gd name="connsiteY193" fmla="*/ 4403594 h 6858000"/>
              <a:gd name="connsiteX194" fmla="*/ 1240607 w 7467600"/>
              <a:gd name="connsiteY194" fmla="*/ 4010401 h 6858000"/>
              <a:gd name="connsiteX195" fmla="*/ 1310106 w 7467600"/>
              <a:gd name="connsiteY195" fmla="*/ 3943217 h 6858000"/>
              <a:gd name="connsiteX196" fmla="*/ 1423113 w 7467600"/>
              <a:gd name="connsiteY196" fmla="*/ 3874565 h 6858000"/>
              <a:gd name="connsiteX197" fmla="*/ 1260565 w 7467600"/>
              <a:gd name="connsiteY197" fmla="*/ 4031982 h 6858000"/>
              <a:gd name="connsiteX198" fmla="*/ 901900 w 7467600"/>
              <a:gd name="connsiteY198" fmla="*/ 4421236 h 6858000"/>
              <a:gd name="connsiteX199" fmla="*/ 845044 w 7467600"/>
              <a:gd name="connsiteY199" fmla="*/ 4502436 h 6858000"/>
              <a:gd name="connsiteX200" fmla="*/ 685926 w 7467600"/>
              <a:gd name="connsiteY200" fmla="*/ 4703069 h 6858000"/>
              <a:gd name="connsiteX201" fmla="*/ 684248 w 7467600"/>
              <a:gd name="connsiteY201" fmla="*/ 4706721 h 6858000"/>
              <a:gd name="connsiteX202" fmla="*/ 1423113 w 7467600"/>
              <a:gd name="connsiteY202" fmla="*/ 3874565 h 6858000"/>
              <a:gd name="connsiteX203" fmla="*/ 3316479 w 7467600"/>
              <a:gd name="connsiteY203" fmla="*/ 3872136 h 6858000"/>
              <a:gd name="connsiteX204" fmla="*/ 3546806 w 7467600"/>
              <a:gd name="connsiteY204" fmla="*/ 4356139 h 6858000"/>
              <a:gd name="connsiteX205" fmla="*/ 3364433 w 7467600"/>
              <a:gd name="connsiteY205" fmla="*/ 3953121 h 6858000"/>
              <a:gd name="connsiteX206" fmla="*/ 3316479 w 7467600"/>
              <a:gd name="connsiteY206" fmla="*/ 3872136 h 6858000"/>
              <a:gd name="connsiteX207" fmla="*/ 3291335 w 7467600"/>
              <a:gd name="connsiteY207" fmla="*/ 3767420 h 6858000"/>
              <a:gd name="connsiteX208" fmla="*/ 3390805 w 7467600"/>
              <a:gd name="connsiteY208" fmla="*/ 3937163 h 6858000"/>
              <a:gd name="connsiteX209" fmla="*/ 3579062 w 7467600"/>
              <a:gd name="connsiteY209" fmla="*/ 4359040 h 6858000"/>
              <a:gd name="connsiteX210" fmla="*/ 3467355 w 7467600"/>
              <a:gd name="connsiteY210" fmla="*/ 3988130 h 6858000"/>
              <a:gd name="connsiteX211" fmla="*/ 3310753 w 7467600"/>
              <a:gd name="connsiteY211" fmla="*/ 3787140 h 6858000"/>
              <a:gd name="connsiteX212" fmla="*/ 3291335 w 7467600"/>
              <a:gd name="connsiteY212" fmla="*/ 3767420 h 6858000"/>
              <a:gd name="connsiteX213" fmla="*/ 1635889 w 7467600"/>
              <a:gd name="connsiteY213" fmla="*/ 3709494 h 6858000"/>
              <a:gd name="connsiteX214" fmla="*/ 1634800 w 7467600"/>
              <a:gd name="connsiteY214" fmla="*/ 3731111 h 6858000"/>
              <a:gd name="connsiteX215" fmla="*/ 1635889 w 7467600"/>
              <a:gd name="connsiteY215" fmla="*/ 3709494 h 6858000"/>
              <a:gd name="connsiteX216" fmla="*/ 1510397 w 7467600"/>
              <a:gd name="connsiteY216" fmla="*/ 3684705 h 6858000"/>
              <a:gd name="connsiteX217" fmla="*/ 1146550 w 7467600"/>
              <a:gd name="connsiteY217" fmla="*/ 3802012 h 6858000"/>
              <a:gd name="connsiteX218" fmla="*/ 698834 w 7467600"/>
              <a:gd name="connsiteY218" fmla="*/ 3952272 h 6858000"/>
              <a:gd name="connsiteX219" fmla="*/ 34256 w 7467600"/>
              <a:gd name="connsiteY219" fmla="*/ 4347603 h 6858000"/>
              <a:gd name="connsiteX220" fmla="*/ 527241 w 7467600"/>
              <a:gd name="connsiteY220" fmla="*/ 4065078 h 6858000"/>
              <a:gd name="connsiteX221" fmla="*/ 1510397 w 7467600"/>
              <a:gd name="connsiteY221" fmla="*/ 3684705 h 6858000"/>
              <a:gd name="connsiteX222" fmla="*/ 1313114 w 7467600"/>
              <a:gd name="connsiteY222" fmla="*/ 3655216 h 6858000"/>
              <a:gd name="connsiteX223" fmla="*/ 1109304 w 7467600"/>
              <a:gd name="connsiteY223" fmla="*/ 3669030 h 6858000"/>
              <a:gd name="connsiteX224" fmla="*/ 8129 w 7467600"/>
              <a:gd name="connsiteY224" fmla="*/ 4330519 h 6858000"/>
              <a:gd name="connsiteX225" fmla="*/ 687572 w 7467600"/>
              <a:gd name="connsiteY225" fmla="*/ 3925629 h 6858000"/>
              <a:gd name="connsiteX226" fmla="*/ 1138365 w 7467600"/>
              <a:gd name="connsiteY226" fmla="*/ 3774515 h 6858000"/>
              <a:gd name="connsiteX227" fmla="*/ 1505579 w 7467600"/>
              <a:gd name="connsiteY227" fmla="*/ 3655526 h 6858000"/>
              <a:gd name="connsiteX228" fmla="*/ 1313114 w 7467600"/>
              <a:gd name="connsiteY228" fmla="*/ 3655216 h 6858000"/>
              <a:gd name="connsiteX229" fmla="*/ 3655073 w 7467600"/>
              <a:gd name="connsiteY229" fmla="*/ 3650884 h 6858000"/>
              <a:gd name="connsiteX230" fmla="*/ 3989938 w 7467600"/>
              <a:gd name="connsiteY230" fmla="*/ 3991685 h 6858000"/>
              <a:gd name="connsiteX231" fmla="*/ 4393907 w 7467600"/>
              <a:gd name="connsiteY231" fmla="*/ 4261258 h 6858000"/>
              <a:gd name="connsiteX232" fmla="*/ 4648051 w 7467600"/>
              <a:gd name="connsiteY232" fmla="*/ 4374051 h 6858000"/>
              <a:gd name="connsiteX233" fmla="*/ 4383389 w 7467600"/>
              <a:gd name="connsiteY233" fmla="*/ 4184369 h 6858000"/>
              <a:gd name="connsiteX234" fmla="*/ 4165508 w 7467600"/>
              <a:gd name="connsiteY234" fmla="*/ 4035196 h 6858000"/>
              <a:gd name="connsiteX235" fmla="*/ 4068162 w 7467600"/>
              <a:gd name="connsiteY235" fmla="*/ 3953394 h 6858000"/>
              <a:gd name="connsiteX236" fmla="*/ 3981416 w 7467600"/>
              <a:gd name="connsiteY236" fmla="*/ 3880482 h 6858000"/>
              <a:gd name="connsiteX237" fmla="*/ 3800147 w 7467600"/>
              <a:gd name="connsiteY237" fmla="*/ 3749872 h 6858000"/>
              <a:gd name="connsiteX238" fmla="*/ 3655073 w 7467600"/>
              <a:gd name="connsiteY238" fmla="*/ 3650884 h 6858000"/>
              <a:gd name="connsiteX239" fmla="*/ 3670252 w 7467600"/>
              <a:gd name="connsiteY239" fmla="*/ 3622798 h 6858000"/>
              <a:gd name="connsiteX240" fmla="*/ 3817258 w 7467600"/>
              <a:gd name="connsiteY240" fmla="*/ 3723577 h 6858000"/>
              <a:gd name="connsiteX241" fmla="*/ 4000461 w 7467600"/>
              <a:gd name="connsiteY241" fmla="*/ 3855966 h 6858000"/>
              <a:gd name="connsiteX242" fmla="*/ 4088180 w 7467600"/>
              <a:gd name="connsiteY242" fmla="*/ 3929774 h 6858000"/>
              <a:gd name="connsiteX243" fmla="*/ 4184555 w 7467600"/>
              <a:gd name="connsiteY243" fmla="*/ 4010683 h 6858000"/>
              <a:gd name="connsiteX244" fmla="*/ 4399563 w 7467600"/>
              <a:gd name="connsiteY244" fmla="*/ 4158106 h 6858000"/>
              <a:gd name="connsiteX245" fmla="*/ 4684469 w 7467600"/>
              <a:gd name="connsiteY245" fmla="*/ 4364680 h 6858000"/>
              <a:gd name="connsiteX246" fmla="*/ 4690271 w 7467600"/>
              <a:gd name="connsiteY246" fmla="*/ 4370034 h 6858000"/>
              <a:gd name="connsiteX247" fmla="*/ 4136093 w 7467600"/>
              <a:gd name="connsiteY247" fmla="*/ 3858466 h 6858000"/>
              <a:gd name="connsiteX248" fmla="*/ 3670252 w 7467600"/>
              <a:gd name="connsiteY248" fmla="*/ 3622798 h 6858000"/>
              <a:gd name="connsiteX249" fmla="*/ 4440129 w 7467600"/>
              <a:gd name="connsiteY249" fmla="*/ 3448571 h 6858000"/>
              <a:gd name="connsiteX250" fmla="*/ 4856525 w 7467600"/>
              <a:gd name="connsiteY250" fmla="*/ 3915351 h 6858000"/>
              <a:gd name="connsiteX251" fmla="*/ 5059055 w 7467600"/>
              <a:gd name="connsiteY251" fmla="*/ 4108918 h 6858000"/>
              <a:gd name="connsiteX252" fmla="*/ 5290070 w 7467600"/>
              <a:gd name="connsiteY252" fmla="*/ 4263619 h 6858000"/>
              <a:gd name="connsiteX253" fmla="*/ 4834991 w 7467600"/>
              <a:gd name="connsiteY253" fmla="*/ 3830985 h 6858000"/>
              <a:gd name="connsiteX254" fmla="*/ 4440129 w 7467600"/>
              <a:gd name="connsiteY254" fmla="*/ 3448571 h 6858000"/>
              <a:gd name="connsiteX255" fmla="*/ 4441737 w 7467600"/>
              <a:gd name="connsiteY255" fmla="*/ 3399734 h 6858000"/>
              <a:gd name="connsiteX256" fmla="*/ 4431236 w 7467600"/>
              <a:gd name="connsiteY256" fmla="*/ 3400954 h 6858000"/>
              <a:gd name="connsiteX257" fmla="*/ 4557150 w 7467600"/>
              <a:gd name="connsiteY257" fmla="*/ 3510023 h 6858000"/>
              <a:gd name="connsiteX258" fmla="*/ 4856936 w 7467600"/>
              <a:gd name="connsiteY258" fmla="*/ 3809146 h 6858000"/>
              <a:gd name="connsiteX259" fmla="*/ 5111996 w 7467600"/>
              <a:gd name="connsiteY259" fmla="*/ 4065759 h 6858000"/>
              <a:gd name="connsiteX260" fmla="*/ 5388878 w 7467600"/>
              <a:gd name="connsiteY260" fmla="*/ 4300185 h 6858000"/>
              <a:gd name="connsiteX261" fmla="*/ 5425556 w 7467600"/>
              <a:gd name="connsiteY261" fmla="*/ 4308967 h 6858000"/>
              <a:gd name="connsiteX262" fmla="*/ 4943646 w 7467600"/>
              <a:gd name="connsiteY262" fmla="*/ 3822916 h 6858000"/>
              <a:gd name="connsiteX263" fmla="*/ 4594837 w 7467600"/>
              <a:gd name="connsiteY263" fmla="*/ 3532274 h 6858000"/>
              <a:gd name="connsiteX264" fmla="*/ 4441737 w 7467600"/>
              <a:gd name="connsiteY264" fmla="*/ 3399734 h 6858000"/>
              <a:gd name="connsiteX265" fmla="*/ 5425834 w 7467600"/>
              <a:gd name="connsiteY265" fmla="*/ 3162785 h 6858000"/>
              <a:gd name="connsiteX266" fmla="*/ 5401644 w 7467600"/>
              <a:gd name="connsiteY266" fmla="*/ 3617847 h 6858000"/>
              <a:gd name="connsiteX267" fmla="*/ 5467256 w 7467600"/>
              <a:gd name="connsiteY267" fmla="*/ 4175494 h 6858000"/>
              <a:gd name="connsiteX268" fmla="*/ 5448069 w 7467600"/>
              <a:gd name="connsiteY268" fmla="*/ 3567554 h 6858000"/>
              <a:gd name="connsiteX269" fmla="*/ 5425834 w 7467600"/>
              <a:gd name="connsiteY269" fmla="*/ 3162785 h 6858000"/>
              <a:gd name="connsiteX270" fmla="*/ 1318687 w 7467600"/>
              <a:gd name="connsiteY270" fmla="*/ 3113840 h 6858000"/>
              <a:gd name="connsiteX271" fmla="*/ 1066793 w 7467600"/>
              <a:gd name="connsiteY271" fmla="*/ 3212171 h 6858000"/>
              <a:gd name="connsiteX272" fmla="*/ 993319 w 7467600"/>
              <a:gd name="connsiteY272" fmla="*/ 3247648 h 6858000"/>
              <a:gd name="connsiteX273" fmla="*/ 853081 w 7467600"/>
              <a:gd name="connsiteY273" fmla="*/ 3312410 h 6858000"/>
              <a:gd name="connsiteX274" fmla="*/ 805957 w 7467600"/>
              <a:gd name="connsiteY274" fmla="*/ 3330443 h 6858000"/>
              <a:gd name="connsiteX275" fmla="*/ 1318687 w 7467600"/>
              <a:gd name="connsiteY275" fmla="*/ 3113840 h 6858000"/>
              <a:gd name="connsiteX276" fmla="*/ 5453702 w 7467600"/>
              <a:gd name="connsiteY276" fmla="*/ 3090882 h 6858000"/>
              <a:gd name="connsiteX277" fmla="*/ 5480135 w 7467600"/>
              <a:gd name="connsiteY277" fmla="*/ 3565802 h 6858000"/>
              <a:gd name="connsiteX278" fmla="*/ 5499023 w 7467600"/>
              <a:gd name="connsiteY278" fmla="*/ 4166310 h 6858000"/>
              <a:gd name="connsiteX279" fmla="*/ 5547022 w 7467600"/>
              <a:gd name="connsiteY279" fmla="*/ 3607838 h 6858000"/>
              <a:gd name="connsiteX280" fmla="*/ 5515964 w 7467600"/>
              <a:gd name="connsiteY280" fmla="*/ 3378541 h 6858000"/>
              <a:gd name="connsiteX281" fmla="*/ 5453702 w 7467600"/>
              <a:gd name="connsiteY281" fmla="*/ 3090882 h 6858000"/>
              <a:gd name="connsiteX282" fmla="*/ 1238695 w 7467600"/>
              <a:gd name="connsiteY282" fmla="*/ 3076820 h 6858000"/>
              <a:gd name="connsiteX283" fmla="*/ 716371 w 7467600"/>
              <a:gd name="connsiteY283" fmla="*/ 3293249 h 6858000"/>
              <a:gd name="connsiteX284" fmla="*/ 579522 w 7467600"/>
              <a:gd name="connsiteY284" fmla="*/ 3371759 h 6858000"/>
              <a:gd name="connsiteX285" fmla="*/ 600288 w 7467600"/>
              <a:gd name="connsiteY285" fmla="*/ 3365555 h 6858000"/>
              <a:gd name="connsiteX286" fmla="*/ 840692 w 7467600"/>
              <a:gd name="connsiteY286" fmla="*/ 3284921 h 6858000"/>
              <a:gd name="connsiteX287" fmla="*/ 979248 w 7467600"/>
              <a:gd name="connsiteY287" fmla="*/ 3221003 h 6858000"/>
              <a:gd name="connsiteX288" fmla="*/ 1053282 w 7467600"/>
              <a:gd name="connsiteY288" fmla="*/ 3185247 h 6858000"/>
              <a:gd name="connsiteX289" fmla="*/ 1320603 w 7467600"/>
              <a:gd name="connsiteY289" fmla="*/ 3081281 h 6858000"/>
              <a:gd name="connsiteX290" fmla="*/ 1238695 w 7467600"/>
              <a:gd name="connsiteY290" fmla="*/ 3076820 h 6858000"/>
              <a:gd name="connsiteX291" fmla="*/ 5425627 w 7467600"/>
              <a:gd name="connsiteY291" fmla="*/ 2954192 h 6858000"/>
              <a:gd name="connsiteX292" fmla="*/ 5470770 w 7467600"/>
              <a:gd name="connsiteY292" fmla="*/ 3005435 h 6858000"/>
              <a:gd name="connsiteX293" fmla="*/ 5519779 w 7467600"/>
              <a:gd name="connsiteY293" fmla="*/ 4359223 h 6858000"/>
              <a:gd name="connsiteX294" fmla="*/ 5520293 w 7467600"/>
              <a:gd name="connsiteY294" fmla="*/ 4360602 h 6858000"/>
              <a:gd name="connsiteX295" fmla="*/ 5767221 w 7467600"/>
              <a:gd name="connsiteY295" fmla="*/ 4665564 h 6858000"/>
              <a:gd name="connsiteX296" fmla="*/ 6937169 w 7467600"/>
              <a:gd name="connsiteY296" fmla="*/ 4815941 h 6858000"/>
              <a:gd name="connsiteX297" fmla="*/ 6953922 w 7467600"/>
              <a:gd name="connsiteY297" fmla="*/ 4890068 h 6858000"/>
              <a:gd name="connsiteX298" fmla="*/ 6071359 w 7467600"/>
              <a:gd name="connsiteY298" fmla="*/ 4770770 h 6858000"/>
              <a:gd name="connsiteX299" fmla="*/ 6038839 w 7467600"/>
              <a:gd name="connsiteY299" fmla="*/ 4764474 h 6858000"/>
              <a:gd name="connsiteX300" fmla="*/ 6038706 w 7467600"/>
              <a:gd name="connsiteY300" fmla="*/ 4763847 h 6858000"/>
              <a:gd name="connsiteX301" fmla="*/ 6037784 w 7467600"/>
              <a:gd name="connsiteY301" fmla="*/ 4764270 h 6858000"/>
              <a:gd name="connsiteX302" fmla="*/ 6038839 w 7467600"/>
              <a:gd name="connsiteY302" fmla="*/ 4764474 h 6858000"/>
              <a:gd name="connsiteX303" fmla="*/ 6040338 w 7467600"/>
              <a:gd name="connsiteY303" fmla="*/ 4771418 h 6858000"/>
              <a:gd name="connsiteX304" fmla="*/ 6024488 w 7467600"/>
              <a:gd name="connsiteY304" fmla="*/ 4809903 h 6858000"/>
              <a:gd name="connsiteX305" fmla="*/ 5599771 w 7467600"/>
              <a:gd name="connsiteY305" fmla="*/ 5509652 h 6858000"/>
              <a:gd name="connsiteX306" fmla="*/ 5548843 w 7467600"/>
              <a:gd name="connsiteY306" fmla="*/ 5563845 h 6858000"/>
              <a:gd name="connsiteX307" fmla="*/ 5940952 w 7467600"/>
              <a:gd name="connsiteY307" fmla="*/ 6250028 h 6858000"/>
              <a:gd name="connsiteX308" fmla="*/ 6043441 w 7467600"/>
              <a:gd name="connsiteY308" fmla="*/ 6665847 h 6858000"/>
              <a:gd name="connsiteX309" fmla="*/ 6093432 w 7467600"/>
              <a:gd name="connsiteY309" fmla="*/ 6858000 h 6858000"/>
              <a:gd name="connsiteX310" fmla="*/ 6034344 w 7467600"/>
              <a:gd name="connsiteY310" fmla="*/ 6858000 h 6858000"/>
              <a:gd name="connsiteX311" fmla="*/ 6026679 w 7467600"/>
              <a:gd name="connsiteY311" fmla="*/ 6836959 h 6858000"/>
              <a:gd name="connsiteX312" fmla="*/ 5800441 w 7467600"/>
              <a:gd name="connsiteY312" fmla="*/ 6335286 h 6858000"/>
              <a:gd name="connsiteX313" fmla="*/ 5526562 w 7467600"/>
              <a:gd name="connsiteY313" fmla="*/ 5705388 h 6858000"/>
              <a:gd name="connsiteX314" fmla="*/ 5519640 w 7467600"/>
              <a:gd name="connsiteY314" fmla="*/ 5683774 h 6858000"/>
              <a:gd name="connsiteX315" fmla="*/ 5844559 w 7467600"/>
              <a:gd name="connsiteY315" fmla="*/ 6553349 h 6858000"/>
              <a:gd name="connsiteX316" fmla="*/ 5975994 w 7467600"/>
              <a:gd name="connsiteY316" fmla="*/ 6858000 h 6858000"/>
              <a:gd name="connsiteX317" fmla="*/ 5898547 w 7467600"/>
              <a:gd name="connsiteY317" fmla="*/ 6858000 h 6858000"/>
              <a:gd name="connsiteX318" fmla="*/ 5682041 w 7467600"/>
              <a:gd name="connsiteY318" fmla="*/ 6355860 h 6858000"/>
              <a:gd name="connsiteX319" fmla="*/ 5461758 w 7467600"/>
              <a:gd name="connsiteY319" fmla="*/ 5820220 h 6858000"/>
              <a:gd name="connsiteX320" fmla="*/ 5237282 w 7467600"/>
              <a:gd name="connsiteY320" fmla="*/ 6579086 h 6858000"/>
              <a:gd name="connsiteX321" fmla="*/ 5115009 w 7467600"/>
              <a:gd name="connsiteY321" fmla="*/ 6858000 h 6858000"/>
              <a:gd name="connsiteX322" fmla="*/ 5028074 w 7467600"/>
              <a:gd name="connsiteY322" fmla="*/ 6858000 h 6858000"/>
              <a:gd name="connsiteX323" fmla="*/ 5079508 w 7467600"/>
              <a:gd name="connsiteY323" fmla="*/ 6749074 h 6858000"/>
              <a:gd name="connsiteX324" fmla="*/ 5371846 w 7467600"/>
              <a:gd name="connsiteY324" fmla="*/ 5924413 h 6858000"/>
              <a:gd name="connsiteX325" fmla="*/ 5270512 w 7467600"/>
              <a:gd name="connsiteY325" fmla="*/ 6138975 h 6858000"/>
              <a:gd name="connsiteX326" fmla="*/ 5062409 w 7467600"/>
              <a:gd name="connsiteY326" fmla="*/ 6653544 h 6858000"/>
              <a:gd name="connsiteX327" fmla="*/ 5036628 w 7467600"/>
              <a:gd name="connsiteY327" fmla="*/ 6754247 h 6858000"/>
              <a:gd name="connsiteX328" fmla="*/ 5009112 w 7467600"/>
              <a:gd name="connsiteY328" fmla="*/ 6858000 h 6858000"/>
              <a:gd name="connsiteX329" fmla="*/ 4976679 w 7467600"/>
              <a:gd name="connsiteY329" fmla="*/ 6858000 h 6858000"/>
              <a:gd name="connsiteX330" fmla="*/ 5006537 w 7467600"/>
              <a:gd name="connsiteY330" fmla="*/ 6747068 h 6858000"/>
              <a:gd name="connsiteX331" fmla="*/ 5032723 w 7467600"/>
              <a:gd name="connsiteY331" fmla="*/ 6644957 h 6858000"/>
              <a:gd name="connsiteX332" fmla="*/ 5242949 w 7467600"/>
              <a:gd name="connsiteY332" fmla="*/ 6125175 h 6858000"/>
              <a:gd name="connsiteX333" fmla="*/ 5286321 w 7467600"/>
              <a:gd name="connsiteY333" fmla="*/ 6033555 h 6858000"/>
              <a:gd name="connsiteX334" fmla="*/ 5008210 w 7467600"/>
              <a:gd name="connsiteY334" fmla="*/ 6649194 h 6858000"/>
              <a:gd name="connsiteX335" fmla="*/ 4986321 w 7467600"/>
              <a:gd name="connsiteY335" fmla="*/ 6765687 h 6858000"/>
              <a:gd name="connsiteX336" fmla="*/ 4973474 w 7467600"/>
              <a:gd name="connsiteY336" fmla="*/ 6858000 h 6858000"/>
              <a:gd name="connsiteX337" fmla="*/ 4907178 w 7467600"/>
              <a:gd name="connsiteY337" fmla="*/ 6858000 h 6858000"/>
              <a:gd name="connsiteX338" fmla="*/ 4910810 w 7467600"/>
              <a:gd name="connsiteY338" fmla="*/ 6829660 h 6858000"/>
              <a:gd name="connsiteX339" fmla="*/ 4987461 w 7467600"/>
              <a:gd name="connsiteY339" fmla="*/ 6432994 h 6858000"/>
              <a:gd name="connsiteX340" fmla="*/ 5179262 w 7467600"/>
              <a:gd name="connsiteY340" fmla="*/ 6035044 h 6858000"/>
              <a:gd name="connsiteX341" fmla="*/ 4689678 w 7467600"/>
              <a:gd name="connsiteY341" fmla="*/ 6440241 h 6858000"/>
              <a:gd name="connsiteX342" fmla="*/ 4477543 w 7467600"/>
              <a:gd name="connsiteY342" fmla="*/ 6674836 h 6858000"/>
              <a:gd name="connsiteX343" fmla="*/ 4329957 w 7467600"/>
              <a:gd name="connsiteY343" fmla="*/ 6858000 h 6858000"/>
              <a:gd name="connsiteX344" fmla="*/ 4218595 w 7467600"/>
              <a:gd name="connsiteY344" fmla="*/ 6858000 h 6858000"/>
              <a:gd name="connsiteX345" fmla="*/ 4368888 w 7467600"/>
              <a:gd name="connsiteY345" fmla="*/ 6668412 h 6858000"/>
              <a:gd name="connsiteX346" fmla="*/ 4563091 w 7467600"/>
              <a:gd name="connsiteY346" fmla="*/ 6442508 h 6858000"/>
              <a:gd name="connsiteX347" fmla="*/ 5387324 w 7467600"/>
              <a:gd name="connsiteY347" fmla="*/ 5705830 h 6858000"/>
              <a:gd name="connsiteX348" fmla="*/ 5073620 w 7467600"/>
              <a:gd name="connsiteY348" fmla="*/ 5955437 h 6858000"/>
              <a:gd name="connsiteX349" fmla="*/ 4689789 w 7467600"/>
              <a:gd name="connsiteY349" fmla="*/ 6268382 h 6858000"/>
              <a:gd name="connsiteX350" fmla="*/ 4418722 w 7467600"/>
              <a:gd name="connsiteY350" fmla="*/ 6570886 h 6858000"/>
              <a:gd name="connsiteX351" fmla="*/ 4214944 w 7467600"/>
              <a:gd name="connsiteY351" fmla="*/ 6858000 h 6858000"/>
              <a:gd name="connsiteX352" fmla="*/ 4177898 w 7467600"/>
              <a:gd name="connsiteY352" fmla="*/ 6858000 h 6858000"/>
              <a:gd name="connsiteX353" fmla="*/ 4391597 w 7467600"/>
              <a:gd name="connsiteY353" fmla="*/ 6556370 h 6858000"/>
              <a:gd name="connsiteX354" fmla="*/ 4668889 w 7467600"/>
              <a:gd name="connsiteY354" fmla="*/ 6246399 h 6858000"/>
              <a:gd name="connsiteX355" fmla="*/ 5055427 w 7467600"/>
              <a:gd name="connsiteY355" fmla="*/ 5931476 h 6858000"/>
              <a:gd name="connsiteX356" fmla="*/ 5371814 w 7467600"/>
              <a:gd name="connsiteY356" fmla="*/ 5678975 h 6858000"/>
              <a:gd name="connsiteX357" fmla="*/ 4987918 w 7467600"/>
              <a:gd name="connsiteY357" fmla="*/ 5838701 h 6858000"/>
              <a:gd name="connsiteX358" fmla="*/ 4317146 w 7467600"/>
              <a:gd name="connsiteY358" fmla="*/ 6587716 h 6858000"/>
              <a:gd name="connsiteX359" fmla="*/ 4171627 w 7467600"/>
              <a:gd name="connsiteY359" fmla="*/ 6858000 h 6858000"/>
              <a:gd name="connsiteX360" fmla="*/ 4081585 w 7467600"/>
              <a:gd name="connsiteY360" fmla="*/ 6858000 h 6858000"/>
              <a:gd name="connsiteX361" fmla="*/ 4238603 w 7467600"/>
              <a:gd name="connsiteY361" fmla="*/ 6559341 h 6858000"/>
              <a:gd name="connsiteX362" fmla="*/ 4778333 w 7467600"/>
              <a:gd name="connsiteY362" fmla="*/ 5873626 h 6858000"/>
              <a:gd name="connsiteX363" fmla="*/ 5414185 w 7467600"/>
              <a:gd name="connsiteY363" fmla="*/ 5573882 h 6858000"/>
              <a:gd name="connsiteX364" fmla="*/ 5959648 w 7467600"/>
              <a:gd name="connsiteY364" fmla="*/ 4760797 h 6858000"/>
              <a:gd name="connsiteX365" fmla="*/ 5355019 w 7467600"/>
              <a:gd name="connsiteY365" fmla="*/ 4734672 h 6858000"/>
              <a:gd name="connsiteX366" fmla="*/ 5083565 w 7467600"/>
              <a:gd name="connsiteY366" fmla="*/ 5179121 h 6858000"/>
              <a:gd name="connsiteX367" fmla="*/ 4713577 w 7467600"/>
              <a:gd name="connsiteY367" fmla="*/ 5616803 h 6858000"/>
              <a:gd name="connsiteX368" fmla="*/ 3989559 w 7467600"/>
              <a:gd name="connsiteY368" fmla="*/ 6145945 h 6858000"/>
              <a:gd name="connsiteX369" fmla="*/ 3939824 w 7467600"/>
              <a:gd name="connsiteY369" fmla="*/ 6066900 h 6858000"/>
              <a:gd name="connsiteX370" fmla="*/ 4584537 w 7467600"/>
              <a:gd name="connsiteY370" fmla="*/ 5324826 h 6858000"/>
              <a:gd name="connsiteX371" fmla="*/ 5037105 w 7467600"/>
              <a:gd name="connsiteY371" fmla="*/ 5088765 h 6858000"/>
              <a:gd name="connsiteX372" fmla="*/ 5039930 w 7467600"/>
              <a:gd name="connsiteY372" fmla="*/ 5089585 h 6858000"/>
              <a:gd name="connsiteX373" fmla="*/ 5263764 w 7467600"/>
              <a:gd name="connsiteY373" fmla="*/ 4735525 h 6858000"/>
              <a:gd name="connsiteX374" fmla="*/ 4086300 w 7467600"/>
              <a:gd name="connsiteY374" fmla="*/ 4884599 h 6858000"/>
              <a:gd name="connsiteX375" fmla="*/ 4085485 w 7467600"/>
              <a:gd name="connsiteY375" fmla="*/ 4899070 h 6858000"/>
              <a:gd name="connsiteX376" fmla="*/ 3871915 w 7467600"/>
              <a:gd name="connsiteY376" fmla="*/ 5253645 h 6858000"/>
              <a:gd name="connsiteX377" fmla="*/ 3799374 w 7467600"/>
              <a:gd name="connsiteY377" fmla="*/ 5466127 h 6858000"/>
              <a:gd name="connsiteX378" fmla="*/ 3498850 w 7467600"/>
              <a:gd name="connsiteY378" fmla="*/ 6661888 h 6858000"/>
              <a:gd name="connsiteX379" fmla="*/ 3399216 w 7467600"/>
              <a:gd name="connsiteY379" fmla="*/ 6858000 h 6858000"/>
              <a:gd name="connsiteX380" fmla="*/ 3303688 w 7467600"/>
              <a:gd name="connsiteY380" fmla="*/ 6858000 h 6858000"/>
              <a:gd name="connsiteX381" fmla="*/ 3391774 w 7467600"/>
              <a:gd name="connsiteY381" fmla="*/ 6697181 h 6858000"/>
              <a:gd name="connsiteX382" fmla="*/ 3735540 w 7467600"/>
              <a:gd name="connsiteY382" fmla="*/ 5546923 h 6858000"/>
              <a:gd name="connsiteX383" fmla="*/ 3729438 w 7467600"/>
              <a:gd name="connsiteY383" fmla="*/ 5569058 h 6858000"/>
              <a:gd name="connsiteX384" fmla="*/ 3707782 w 7467600"/>
              <a:gd name="connsiteY384" fmla="*/ 5644908 h 6858000"/>
              <a:gd name="connsiteX385" fmla="*/ 3583827 w 7467600"/>
              <a:gd name="connsiteY385" fmla="*/ 6039215 h 6858000"/>
              <a:gd name="connsiteX386" fmla="*/ 3547861 w 7467600"/>
              <a:gd name="connsiteY386" fmla="*/ 6129609 h 6858000"/>
              <a:gd name="connsiteX387" fmla="*/ 3490905 w 7467600"/>
              <a:gd name="connsiteY387" fmla="*/ 6277660 h 6858000"/>
              <a:gd name="connsiteX388" fmla="*/ 3455859 w 7467600"/>
              <a:gd name="connsiteY388" fmla="*/ 6391301 h 6858000"/>
              <a:gd name="connsiteX389" fmla="*/ 3429112 w 7467600"/>
              <a:gd name="connsiteY389" fmla="*/ 6479469 h 6858000"/>
              <a:gd name="connsiteX390" fmla="*/ 3304862 w 7467600"/>
              <a:gd name="connsiteY390" fmla="*/ 6796476 h 6858000"/>
              <a:gd name="connsiteX391" fmla="*/ 3276071 w 7467600"/>
              <a:gd name="connsiteY391" fmla="*/ 6858000 h 6858000"/>
              <a:gd name="connsiteX392" fmla="*/ 3240805 w 7467600"/>
              <a:gd name="connsiteY392" fmla="*/ 6858000 h 6858000"/>
              <a:gd name="connsiteX393" fmla="*/ 3275917 w 7467600"/>
              <a:gd name="connsiteY393" fmla="*/ 6783192 h 6858000"/>
              <a:gd name="connsiteX394" fmla="*/ 3399358 w 7467600"/>
              <a:gd name="connsiteY394" fmla="*/ 6469011 h 6858000"/>
              <a:gd name="connsiteX395" fmla="*/ 3425650 w 7467600"/>
              <a:gd name="connsiteY395" fmla="*/ 6381333 h 6858000"/>
              <a:gd name="connsiteX396" fmla="*/ 3460661 w 7467600"/>
              <a:gd name="connsiteY396" fmla="*/ 6266763 h 6858000"/>
              <a:gd name="connsiteX397" fmla="*/ 3518021 w 7467600"/>
              <a:gd name="connsiteY397" fmla="*/ 6117298 h 6858000"/>
              <a:gd name="connsiteX398" fmla="*/ 3554035 w 7467600"/>
              <a:gd name="connsiteY398" fmla="*/ 6027832 h 6858000"/>
              <a:gd name="connsiteX399" fmla="*/ 3677174 w 7467600"/>
              <a:gd name="connsiteY399" fmla="*/ 5636351 h 6858000"/>
              <a:gd name="connsiteX400" fmla="*/ 3698819 w 7467600"/>
              <a:gd name="connsiteY400" fmla="*/ 5560503 h 6858000"/>
              <a:gd name="connsiteX401" fmla="*/ 3702094 w 7467600"/>
              <a:gd name="connsiteY401" fmla="*/ 5549194 h 6858000"/>
              <a:gd name="connsiteX402" fmla="*/ 3398355 w 7467600"/>
              <a:gd name="connsiteY402" fmla="*/ 6094603 h 6858000"/>
              <a:gd name="connsiteX403" fmla="*/ 3193941 w 7467600"/>
              <a:gd name="connsiteY403" fmla="*/ 6798775 h 6858000"/>
              <a:gd name="connsiteX404" fmla="*/ 3184140 w 7467600"/>
              <a:gd name="connsiteY404" fmla="*/ 6858000 h 6858000"/>
              <a:gd name="connsiteX405" fmla="*/ 3099978 w 7467600"/>
              <a:gd name="connsiteY405" fmla="*/ 6858000 h 6858000"/>
              <a:gd name="connsiteX406" fmla="*/ 3101556 w 7467600"/>
              <a:gd name="connsiteY406" fmla="*/ 6843337 h 6858000"/>
              <a:gd name="connsiteX407" fmla="*/ 3370162 w 7467600"/>
              <a:gd name="connsiteY407" fmla="*/ 5785550 h 6858000"/>
              <a:gd name="connsiteX408" fmla="*/ 3746477 w 7467600"/>
              <a:gd name="connsiteY408" fmla="*/ 5377889 h 6858000"/>
              <a:gd name="connsiteX409" fmla="*/ 3863399 w 7467600"/>
              <a:gd name="connsiteY409" fmla="*/ 5087257 h 6858000"/>
              <a:gd name="connsiteX410" fmla="*/ 3968712 w 7467600"/>
              <a:gd name="connsiteY410" fmla="*/ 4913989 h 6858000"/>
              <a:gd name="connsiteX411" fmla="*/ 2792390 w 7467600"/>
              <a:gd name="connsiteY411" fmla="*/ 5382974 h 6858000"/>
              <a:gd name="connsiteX412" fmla="*/ 2714982 w 7467600"/>
              <a:gd name="connsiteY412" fmla="*/ 5427051 h 6858000"/>
              <a:gd name="connsiteX413" fmla="*/ 2813361 w 7467600"/>
              <a:gd name="connsiteY413" fmla="*/ 6023912 h 6858000"/>
              <a:gd name="connsiteX414" fmla="*/ 2688430 w 7467600"/>
              <a:gd name="connsiteY414" fmla="*/ 6801564 h 6858000"/>
              <a:gd name="connsiteX415" fmla="*/ 2629626 w 7467600"/>
              <a:gd name="connsiteY415" fmla="*/ 6763394 h 6858000"/>
              <a:gd name="connsiteX416" fmla="*/ 2565328 w 7467600"/>
              <a:gd name="connsiteY416" fmla="*/ 5516399 h 6858000"/>
              <a:gd name="connsiteX417" fmla="*/ 1922999 w 7467600"/>
              <a:gd name="connsiteY417" fmla="*/ 5980343 h 6858000"/>
              <a:gd name="connsiteX418" fmla="*/ 1950261 w 7467600"/>
              <a:gd name="connsiteY418" fmla="*/ 6405858 h 6858000"/>
              <a:gd name="connsiteX419" fmla="*/ 2365554 w 7467600"/>
              <a:gd name="connsiteY419" fmla="*/ 6759107 h 6858000"/>
              <a:gd name="connsiteX420" fmla="*/ 2424142 w 7467600"/>
              <a:gd name="connsiteY420" fmla="*/ 6858000 h 6858000"/>
              <a:gd name="connsiteX421" fmla="*/ 2395994 w 7467600"/>
              <a:gd name="connsiteY421" fmla="*/ 6858000 h 6858000"/>
              <a:gd name="connsiteX422" fmla="*/ 2392863 w 7467600"/>
              <a:gd name="connsiteY422" fmla="*/ 6852964 h 6858000"/>
              <a:gd name="connsiteX423" fmla="*/ 2017589 w 7467600"/>
              <a:gd name="connsiteY423" fmla="*/ 6493982 h 6858000"/>
              <a:gd name="connsiteX424" fmla="*/ 2147336 w 7467600"/>
              <a:gd name="connsiteY424" fmla="*/ 6594052 h 6858000"/>
              <a:gd name="connsiteX425" fmla="*/ 2207047 w 7467600"/>
              <a:gd name="connsiteY425" fmla="*/ 6654540 h 6858000"/>
              <a:gd name="connsiteX426" fmla="*/ 2299106 w 7467600"/>
              <a:gd name="connsiteY426" fmla="*/ 6778931 h 6858000"/>
              <a:gd name="connsiteX427" fmla="*/ 2314430 w 7467600"/>
              <a:gd name="connsiteY427" fmla="*/ 6801144 h 6858000"/>
              <a:gd name="connsiteX428" fmla="*/ 2352406 w 7467600"/>
              <a:gd name="connsiteY428" fmla="*/ 6858000 h 6858000"/>
              <a:gd name="connsiteX429" fmla="*/ 2314492 w 7467600"/>
              <a:gd name="connsiteY429" fmla="*/ 6858000 h 6858000"/>
              <a:gd name="connsiteX430" fmla="*/ 2288095 w 7467600"/>
              <a:gd name="connsiteY430" fmla="*/ 6818030 h 6858000"/>
              <a:gd name="connsiteX431" fmla="*/ 2272768 w 7467600"/>
              <a:gd name="connsiteY431" fmla="*/ 6795822 h 6858000"/>
              <a:gd name="connsiteX432" fmla="*/ 2182715 w 7467600"/>
              <a:gd name="connsiteY432" fmla="*/ 6675071 h 6858000"/>
              <a:gd name="connsiteX433" fmla="*/ 2032061 w 7467600"/>
              <a:gd name="connsiteY433" fmla="*/ 6541380 h 6858000"/>
              <a:gd name="connsiteX434" fmla="*/ 2257220 w 7467600"/>
              <a:gd name="connsiteY434" fmla="*/ 6826257 h 6858000"/>
              <a:gd name="connsiteX435" fmla="*/ 2281324 w 7467600"/>
              <a:gd name="connsiteY435" fmla="*/ 6858000 h 6858000"/>
              <a:gd name="connsiteX436" fmla="*/ 2242860 w 7467600"/>
              <a:gd name="connsiteY436" fmla="*/ 6858000 h 6858000"/>
              <a:gd name="connsiteX437" fmla="*/ 2232818 w 7467600"/>
              <a:gd name="connsiteY437" fmla="*/ 6844926 h 6858000"/>
              <a:gd name="connsiteX438" fmla="*/ 1990172 w 7467600"/>
              <a:gd name="connsiteY438" fmla="*/ 6542121 h 6858000"/>
              <a:gd name="connsiteX439" fmla="*/ 2124090 w 7467600"/>
              <a:gd name="connsiteY439" fmla="*/ 6761017 h 6858000"/>
              <a:gd name="connsiteX440" fmla="*/ 2200380 w 7467600"/>
              <a:gd name="connsiteY440" fmla="*/ 6858000 h 6858000"/>
              <a:gd name="connsiteX441" fmla="*/ 2147507 w 7467600"/>
              <a:gd name="connsiteY441" fmla="*/ 6858000 h 6858000"/>
              <a:gd name="connsiteX442" fmla="*/ 2070668 w 7467600"/>
              <a:gd name="connsiteY442" fmla="*/ 6761520 h 6858000"/>
              <a:gd name="connsiteX443" fmla="*/ 1975142 w 7467600"/>
              <a:gd name="connsiteY443" fmla="*/ 6585570 h 6858000"/>
              <a:gd name="connsiteX444" fmla="*/ 2050035 w 7467600"/>
              <a:gd name="connsiteY444" fmla="*/ 6813345 h 6858000"/>
              <a:gd name="connsiteX445" fmla="*/ 2063025 w 7467600"/>
              <a:gd name="connsiteY445" fmla="*/ 6858000 h 6858000"/>
              <a:gd name="connsiteX446" fmla="*/ 2021675 w 7467600"/>
              <a:gd name="connsiteY446" fmla="*/ 6858000 h 6858000"/>
              <a:gd name="connsiteX447" fmla="*/ 2019308 w 7467600"/>
              <a:gd name="connsiteY447" fmla="*/ 6847118 h 6858000"/>
              <a:gd name="connsiteX448" fmla="*/ 1938835 w 7467600"/>
              <a:gd name="connsiteY448" fmla="*/ 6551160 h 6858000"/>
              <a:gd name="connsiteX449" fmla="*/ 1953230 w 7467600"/>
              <a:gd name="connsiteY449" fmla="*/ 6759699 h 6858000"/>
              <a:gd name="connsiteX450" fmla="*/ 1956763 w 7467600"/>
              <a:gd name="connsiteY450" fmla="*/ 6778191 h 6858000"/>
              <a:gd name="connsiteX451" fmla="*/ 1967925 w 7467600"/>
              <a:gd name="connsiteY451" fmla="*/ 6858000 h 6858000"/>
              <a:gd name="connsiteX452" fmla="*/ 1936622 w 7467600"/>
              <a:gd name="connsiteY452" fmla="*/ 6858000 h 6858000"/>
              <a:gd name="connsiteX453" fmla="*/ 1926261 w 7467600"/>
              <a:gd name="connsiteY453" fmla="*/ 6784064 h 6858000"/>
              <a:gd name="connsiteX454" fmla="*/ 1922724 w 7467600"/>
              <a:gd name="connsiteY454" fmla="*/ 6765577 h 6858000"/>
              <a:gd name="connsiteX455" fmla="*/ 1904650 w 7467600"/>
              <a:gd name="connsiteY455" fmla="*/ 6639616 h 6858000"/>
              <a:gd name="connsiteX456" fmla="*/ 1885273 w 7467600"/>
              <a:gd name="connsiteY456" fmla="*/ 6858000 h 6858000"/>
              <a:gd name="connsiteX457" fmla="*/ 1854363 w 7467600"/>
              <a:gd name="connsiteY457" fmla="*/ 6858000 h 6858000"/>
              <a:gd name="connsiteX458" fmla="*/ 1880391 w 7467600"/>
              <a:gd name="connsiteY458" fmla="*/ 6603796 h 6858000"/>
              <a:gd name="connsiteX459" fmla="*/ 1818273 w 7467600"/>
              <a:gd name="connsiteY459" fmla="*/ 6715729 h 6858000"/>
              <a:gd name="connsiteX460" fmla="*/ 1794691 w 7467600"/>
              <a:gd name="connsiteY460" fmla="*/ 6843239 h 6858000"/>
              <a:gd name="connsiteX461" fmla="*/ 1794914 w 7467600"/>
              <a:gd name="connsiteY461" fmla="*/ 6858000 h 6858000"/>
              <a:gd name="connsiteX462" fmla="*/ 1746128 w 7467600"/>
              <a:gd name="connsiteY462" fmla="*/ 6858000 h 6858000"/>
              <a:gd name="connsiteX463" fmla="*/ 1753934 w 7467600"/>
              <a:gd name="connsiteY463" fmla="*/ 6724796 h 6858000"/>
              <a:gd name="connsiteX464" fmla="*/ 1792053 w 7467600"/>
              <a:gd name="connsiteY464" fmla="*/ 6572396 h 6858000"/>
              <a:gd name="connsiteX465" fmla="*/ 1862248 w 7467600"/>
              <a:gd name="connsiteY465" fmla="*/ 6266397 h 6858000"/>
              <a:gd name="connsiteX466" fmla="*/ 1862250 w 7467600"/>
              <a:gd name="connsiteY466" fmla="*/ 6033531 h 6858000"/>
              <a:gd name="connsiteX467" fmla="*/ 1211999 w 7467600"/>
              <a:gd name="connsiteY467" fmla="*/ 6683610 h 6858000"/>
              <a:gd name="connsiteX468" fmla="*/ 1213266 w 7467600"/>
              <a:gd name="connsiteY468" fmla="*/ 6691947 h 6858000"/>
              <a:gd name="connsiteX469" fmla="*/ 1203370 w 7467600"/>
              <a:gd name="connsiteY469" fmla="*/ 6850676 h 6858000"/>
              <a:gd name="connsiteX470" fmla="*/ 1203671 w 7467600"/>
              <a:gd name="connsiteY470" fmla="*/ 6858000 h 6858000"/>
              <a:gd name="connsiteX471" fmla="*/ 1143180 w 7467600"/>
              <a:gd name="connsiteY471" fmla="*/ 6858000 h 6858000"/>
              <a:gd name="connsiteX472" fmla="*/ 1142176 w 7467600"/>
              <a:gd name="connsiteY472" fmla="*/ 6766045 h 6858000"/>
              <a:gd name="connsiteX473" fmla="*/ 1067484 w 7467600"/>
              <a:gd name="connsiteY473" fmla="*/ 6858000 h 6858000"/>
              <a:gd name="connsiteX474" fmla="*/ 953928 w 7467600"/>
              <a:gd name="connsiteY474" fmla="*/ 6858000 h 6858000"/>
              <a:gd name="connsiteX475" fmla="*/ 959715 w 7467600"/>
              <a:gd name="connsiteY475" fmla="*/ 6850185 h 6858000"/>
              <a:gd name="connsiteX476" fmla="*/ 1483788 w 7467600"/>
              <a:gd name="connsiteY476" fmla="*/ 6259174 h 6858000"/>
              <a:gd name="connsiteX477" fmla="*/ 1100671 w 7467600"/>
              <a:gd name="connsiteY477" fmla="*/ 6252137 h 6858000"/>
              <a:gd name="connsiteX478" fmla="*/ 1090144 w 7467600"/>
              <a:gd name="connsiteY478" fmla="*/ 6256748 h 6858000"/>
              <a:gd name="connsiteX479" fmla="*/ 1095872 w 7467600"/>
              <a:gd name="connsiteY479" fmla="*/ 6271892 h 6858000"/>
              <a:gd name="connsiteX480" fmla="*/ 262785 w 7467600"/>
              <a:gd name="connsiteY480" fmla="*/ 6845450 h 6858000"/>
              <a:gd name="connsiteX481" fmla="*/ 209968 w 7467600"/>
              <a:gd name="connsiteY481" fmla="*/ 6770713 h 6858000"/>
              <a:gd name="connsiteX482" fmla="*/ 873460 w 7467600"/>
              <a:gd name="connsiteY482" fmla="*/ 6253768 h 6858000"/>
              <a:gd name="connsiteX483" fmla="*/ 192686 w 7467600"/>
              <a:gd name="connsiteY483" fmla="*/ 5849257 h 6858000"/>
              <a:gd name="connsiteX484" fmla="*/ 4696 w 7467600"/>
              <a:gd name="connsiteY484" fmla="*/ 5697668 h 6858000"/>
              <a:gd name="connsiteX485" fmla="*/ 0 w 7467600"/>
              <a:gd name="connsiteY485" fmla="*/ 5689984 h 6858000"/>
              <a:gd name="connsiteX486" fmla="*/ 0 w 7467600"/>
              <a:gd name="connsiteY486" fmla="*/ 5513472 h 6858000"/>
              <a:gd name="connsiteX487" fmla="*/ 174101 w 7467600"/>
              <a:gd name="connsiteY487" fmla="*/ 5620277 h 6858000"/>
              <a:gd name="connsiteX488" fmla="*/ 891800 w 7467600"/>
              <a:gd name="connsiteY488" fmla="*/ 6036935 h 6858000"/>
              <a:gd name="connsiteX489" fmla="*/ 1072219 w 7467600"/>
              <a:gd name="connsiteY489" fmla="*/ 6169443 h 6858000"/>
              <a:gd name="connsiteX490" fmla="*/ 1074117 w 7467600"/>
              <a:gd name="connsiteY490" fmla="*/ 6170301 h 6858000"/>
              <a:gd name="connsiteX491" fmla="*/ 1083114 w 7467600"/>
              <a:gd name="connsiteY491" fmla="*/ 6174131 h 6858000"/>
              <a:gd name="connsiteX492" fmla="*/ 1543010 w 7467600"/>
              <a:gd name="connsiteY492" fmla="*/ 6191140 h 6858000"/>
              <a:gd name="connsiteX493" fmla="*/ 1551080 w 7467600"/>
              <a:gd name="connsiteY493" fmla="*/ 6195006 h 6858000"/>
              <a:gd name="connsiteX494" fmla="*/ 2345443 w 7467600"/>
              <a:gd name="connsiteY494" fmla="*/ 5549882 h 6858000"/>
              <a:gd name="connsiteX495" fmla="*/ 1721499 w 7467600"/>
              <a:gd name="connsiteY495" fmla="*/ 5599969 h 6858000"/>
              <a:gd name="connsiteX496" fmla="*/ 767716 w 7467600"/>
              <a:gd name="connsiteY496" fmla="*/ 5472768 h 6858000"/>
              <a:gd name="connsiteX497" fmla="*/ 722147 w 7467600"/>
              <a:gd name="connsiteY497" fmla="*/ 5393091 h 6858000"/>
              <a:gd name="connsiteX498" fmla="*/ 1485552 w 7467600"/>
              <a:gd name="connsiteY498" fmla="*/ 5313202 h 6858000"/>
              <a:gd name="connsiteX499" fmla="*/ 2143004 w 7467600"/>
              <a:gd name="connsiteY499" fmla="*/ 5402420 h 6858000"/>
              <a:gd name="connsiteX500" fmla="*/ 1933391 w 7467600"/>
              <a:gd name="connsiteY500" fmla="*/ 5156971 h 6858000"/>
              <a:gd name="connsiteX501" fmla="*/ 1827118 w 7467600"/>
              <a:gd name="connsiteY501" fmla="*/ 4968410 h 6858000"/>
              <a:gd name="connsiteX502" fmla="*/ 1837349 w 7467600"/>
              <a:gd name="connsiteY502" fmla="*/ 4956357 h 6858000"/>
              <a:gd name="connsiteX503" fmla="*/ 2162835 w 7467600"/>
              <a:gd name="connsiteY503" fmla="*/ 5187853 h 6858000"/>
              <a:gd name="connsiteX504" fmla="*/ 2257167 w 7467600"/>
              <a:gd name="connsiteY504" fmla="*/ 5462123 h 6858000"/>
              <a:gd name="connsiteX505" fmla="*/ 2261598 w 7467600"/>
              <a:gd name="connsiteY505" fmla="*/ 5467998 h 6858000"/>
              <a:gd name="connsiteX506" fmla="*/ 2437177 w 7467600"/>
              <a:gd name="connsiteY506" fmla="*/ 5479608 h 6858000"/>
              <a:gd name="connsiteX507" fmla="*/ 2445247 w 7467600"/>
              <a:gd name="connsiteY507" fmla="*/ 5483476 h 6858000"/>
              <a:gd name="connsiteX508" fmla="*/ 2743626 w 7467600"/>
              <a:gd name="connsiteY508" fmla="*/ 5304819 h 6858000"/>
              <a:gd name="connsiteX509" fmla="*/ 3048102 w 7467600"/>
              <a:gd name="connsiteY509" fmla="*/ 5150595 h 6858000"/>
              <a:gd name="connsiteX510" fmla="*/ 1799414 w 7467600"/>
              <a:gd name="connsiteY510" fmla="*/ 4694732 h 6858000"/>
              <a:gd name="connsiteX511" fmla="*/ 1771735 w 7467600"/>
              <a:gd name="connsiteY511" fmla="*/ 4619929 h 6858000"/>
              <a:gd name="connsiteX512" fmla="*/ 3104273 w 7467600"/>
              <a:gd name="connsiteY512" fmla="*/ 5076159 h 6858000"/>
              <a:gd name="connsiteX513" fmla="*/ 3113245 w 7467600"/>
              <a:gd name="connsiteY513" fmla="*/ 5090705 h 6858000"/>
              <a:gd name="connsiteX514" fmla="*/ 3126294 w 7467600"/>
              <a:gd name="connsiteY514" fmla="*/ 5114400 h 6858000"/>
              <a:gd name="connsiteX515" fmla="*/ 3937433 w 7467600"/>
              <a:gd name="connsiteY515" fmla="*/ 4830473 h 6858000"/>
              <a:gd name="connsiteX516" fmla="*/ 3590475 w 7467600"/>
              <a:gd name="connsiteY516" fmla="*/ 4597974 h 6858000"/>
              <a:gd name="connsiteX517" fmla="*/ 3100264 w 7467600"/>
              <a:gd name="connsiteY517" fmla="*/ 4579845 h 6858000"/>
              <a:gd name="connsiteX518" fmla="*/ 2183576 w 7467600"/>
              <a:gd name="connsiteY518" fmla="*/ 4227150 h 6858000"/>
              <a:gd name="connsiteX519" fmla="*/ 2151029 w 7467600"/>
              <a:gd name="connsiteY519" fmla="*/ 4146947 h 6858000"/>
              <a:gd name="connsiteX520" fmla="*/ 3563434 w 7467600"/>
              <a:gd name="connsiteY520" fmla="*/ 4469115 h 6858000"/>
              <a:gd name="connsiteX521" fmla="*/ 3177952 w 7467600"/>
              <a:gd name="connsiteY521" fmla="*/ 3657386 h 6858000"/>
              <a:gd name="connsiteX522" fmla="*/ 3189263 w 7467600"/>
              <a:gd name="connsiteY522" fmla="*/ 3625726 h 6858000"/>
              <a:gd name="connsiteX523" fmla="*/ 3560912 w 7467600"/>
              <a:gd name="connsiteY523" fmla="*/ 4079863 h 6858000"/>
              <a:gd name="connsiteX524" fmla="*/ 3626636 w 7467600"/>
              <a:gd name="connsiteY524" fmla="*/ 4512230 h 6858000"/>
              <a:gd name="connsiteX525" fmla="*/ 3653088 w 7467600"/>
              <a:gd name="connsiteY525" fmla="*/ 4521417 h 6858000"/>
              <a:gd name="connsiteX526" fmla="*/ 3988128 w 7467600"/>
              <a:gd name="connsiteY526" fmla="*/ 4817267 h 6858000"/>
              <a:gd name="connsiteX527" fmla="*/ 4830582 w 7467600"/>
              <a:gd name="connsiteY527" fmla="*/ 4676000 h 6858000"/>
              <a:gd name="connsiteX528" fmla="*/ 4830100 w 7467600"/>
              <a:gd name="connsiteY528" fmla="*/ 4675554 h 6858000"/>
              <a:gd name="connsiteX529" fmla="*/ 4036318 w 7467600"/>
              <a:gd name="connsiteY529" fmla="*/ 4147013 h 6858000"/>
              <a:gd name="connsiteX530" fmla="*/ 3432098 w 7467600"/>
              <a:gd name="connsiteY530" fmla="*/ 3537312 h 6858000"/>
              <a:gd name="connsiteX531" fmla="*/ 3446761 w 7467600"/>
              <a:gd name="connsiteY531" fmla="*/ 3461278 h 6858000"/>
              <a:gd name="connsiteX532" fmla="*/ 4419733 w 7467600"/>
              <a:gd name="connsiteY532" fmla="*/ 3963555 h 6858000"/>
              <a:gd name="connsiteX533" fmla="*/ 4781371 w 7467600"/>
              <a:gd name="connsiteY533" fmla="*/ 4458604 h 6858000"/>
              <a:gd name="connsiteX534" fmla="*/ 4780440 w 7467600"/>
              <a:gd name="connsiteY534" fmla="*/ 4470290 h 6858000"/>
              <a:gd name="connsiteX535" fmla="*/ 4898954 w 7467600"/>
              <a:gd name="connsiteY535" fmla="*/ 4662092 h 6858000"/>
              <a:gd name="connsiteX536" fmla="*/ 4900699 w 7467600"/>
              <a:gd name="connsiteY536" fmla="*/ 4670867 h 6858000"/>
              <a:gd name="connsiteX537" fmla="*/ 5714511 w 7467600"/>
              <a:gd name="connsiteY537" fmla="*/ 4663483 h 6858000"/>
              <a:gd name="connsiteX538" fmla="*/ 5464793 w 7467600"/>
              <a:gd name="connsiteY538" fmla="*/ 4393556 h 6858000"/>
              <a:gd name="connsiteX539" fmla="*/ 5461897 w 7467600"/>
              <a:gd name="connsiteY539" fmla="*/ 4390879 h 6858000"/>
              <a:gd name="connsiteX540" fmla="*/ 4294126 w 7467600"/>
              <a:gd name="connsiteY540" fmla="*/ 3303048 h 6858000"/>
              <a:gd name="connsiteX541" fmla="*/ 4305321 w 7467600"/>
              <a:gd name="connsiteY541" fmla="*/ 3256953 h 6858000"/>
              <a:gd name="connsiteX542" fmla="*/ 4949299 w 7467600"/>
              <a:gd name="connsiteY542" fmla="*/ 3766336 h 6858000"/>
              <a:gd name="connsiteX543" fmla="*/ 5291452 w 7467600"/>
              <a:gd name="connsiteY543" fmla="*/ 4076801 h 6858000"/>
              <a:gd name="connsiteX544" fmla="*/ 5434998 w 7467600"/>
              <a:gd name="connsiteY544" fmla="*/ 4254100 h 6858000"/>
              <a:gd name="connsiteX545" fmla="*/ 5351015 w 7467600"/>
              <a:gd name="connsiteY545" fmla="*/ 3760989 h 6858000"/>
              <a:gd name="connsiteX546" fmla="*/ 5413780 w 7467600"/>
              <a:gd name="connsiteY546" fmla="*/ 2966265 h 6858000"/>
              <a:gd name="connsiteX547" fmla="*/ 5425627 w 7467600"/>
              <a:gd name="connsiteY547" fmla="*/ 2954192 h 6858000"/>
              <a:gd name="connsiteX548" fmla="*/ 6604735 w 7467600"/>
              <a:gd name="connsiteY548" fmla="*/ 2041381 h 6858000"/>
              <a:gd name="connsiteX549" fmla="*/ 7204487 w 7467600"/>
              <a:gd name="connsiteY549" fmla="*/ 2742112 h 6858000"/>
              <a:gd name="connsiteX550" fmla="*/ 7131592 w 7467600"/>
              <a:gd name="connsiteY550" fmla="*/ 2672096 h 6858000"/>
              <a:gd name="connsiteX551" fmla="*/ 6996344 w 7467600"/>
              <a:gd name="connsiteY551" fmla="*/ 2518310 h 6858000"/>
              <a:gd name="connsiteX552" fmla="*/ 6735495 w 7467600"/>
              <a:gd name="connsiteY552" fmla="*/ 2196890 h 6858000"/>
              <a:gd name="connsiteX553" fmla="*/ 6721901 w 7467600"/>
              <a:gd name="connsiteY553" fmla="*/ 2179274 h 6858000"/>
              <a:gd name="connsiteX554" fmla="*/ 6604735 w 7467600"/>
              <a:gd name="connsiteY554" fmla="*/ 2041381 h 6858000"/>
              <a:gd name="connsiteX555" fmla="*/ 6591670 w 7467600"/>
              <a:gd name="connsiteY555" fmla="*/ 1988277 h 6858000"/>
              <a:gd name="connsiteX556" fmla="*/ 6747349 w 7467600"/>
              <a:gd name="connsiteY556" fmla="*/ 2160069 h 6858000"/>
              <a:gd name="connsiteX557" fmla="*/ 6760943 w 7467600"/>
              <a:gd name="connsiteY557" fmla="*/ 2177686 h 6858000"/>
              <a:gd name="connsiteX558" fmla="*/ 7021065 w 7467600"/>
              <a:gd name="connsiteY558" fmla="*/ 2498102 h 6858000"/>
              <a:gd name="connsiteX559" fmla="*/ 7155223 w 7467600"/>
              <a:gd name="connsiteY559" fmla="*/ 2650386 h 6858000"/>
              <a:gd name="connsiteX560" fmla="*/ 7203167 w 7467600"/>
              <a:gd name="connsiteY560" fmla="*/ 2697288 h 6858000"/>
              <a:gd name="connsiteX561" fmla="*/ 6937703 w 7467600"/>
              <a:gd name="connsiteY561" fmla="*/ 2321981 h 6858000"/>
              <a:gd name="connsiteX562" fmla="*/ 6591670 w 7467600"/>
              <a:gd name="connsiteY562" fmla="*/ 1988277 h 6858000"/>
              <a:gd name="connsiteX563" fmla="*/ 5798671 w 7467600"/>
              <a:gd name="connsiteY563" fmla="*/ 1981601 h 6858000"/>
              <a:gd name="connsiteX564" fmla="*/ 5754709 w 7467600"/>
              <a:gd name="connsiteY564" fmla="*/ 2071454 h 6858000"/>
              <a:gd name="connsiteX565" fmla="*/ 5763044 w 7467600"/>
              <a:gd name="connsiteY565" fmla="*/ 2842206 h 6858000"/>
              <a:gd name="connsiteX566" fmla="*/ 5764974 w 7467600"/>
              <a:gd name="connsiteY566" fmla="*/ 2799609 h 6858000"/>
              <a:gd name="connsiteX567" fmla="*/ 5767665 w 7467600"/>
              <a:gd name="connsiteY567" fmla="*/ 2666409 h 6858000"/>
              <a:gd name="connsiteX568" fmla="*/ 5763055 w 7467600"/>
              <a:gd name="connsiteY568" fmla="*/ 2579705 h 6858000"/>
              <a:gd name="connsiteX569" fmla="*/ 5758079 w 7467600"/>
              <a:gd name="connsiteY569" fmla="*/ 2492508 h 6858000"/>
              <a:gd name="connsiteX570" fmla="*/ 5779325 w 7467600"/>
              <a:gd name="connsiteY570" fmla="*/ 2197069 h 6858000"/>
              <a:gd name="connsiteX571" fmla="*/ 5798671 w 7467600"/>
              <a:gd name="connsiteY571" fmla="*/ 1981601 h 6858000"/>
              <a:gd name="connsiteX572" fmla="*/ 5829202 w 7467600"/>
              <a:gd name="connsiteY572" fmla="*/ 1971679 h 6858000"/>
              <a:gd name="connsiteX573" fmla="*/ 5809558 w 7467600"/>
              <a:gd name="connsiteY573" fmla="*/ 2198043 h 6858000"/>
              <a:gd name="connsiteX574" fmla="*/ 5788653 w 7467600"/>
              <a:gd name="connsiteY574" fmla="*/ 2489430 h 6858000"/>
              <a:gd name="connsiteX575" fmla="*/ 5793439 w 7467600"/>
              <a:gd name="connsiteY575" fmla="*/ 2575235 h 6858000"/>
              <a:gd name="connsiteX576" fmla="*/ 5796837 w 7467600"/>
              <a:gd name="connsiteY576" fmla="*/ 2637633 h 6858000"/>
              <a:gd name="connsiteX577" fmla="*/ 5818614 w 7467600"/>
              <a:gd name="connsiteY577" fmla="*/ 2473055 h 6858000"/>
              <a:gd name="connsiteX578" fmla="*/ 5829202 w 7467600"/>
              <a:gd name="connsiteY578" fmla="*/ 1971679 h 6858000"/>
              <a:gd name="connsiteX579" fmla="*/ 5911389 w 7467600"/>
              <a:gd name="connsiteY579" fmla="*/ 1898371 h 6858000"/>
              <a:gd name="connsiteX580" fmla="*/ 6237627 w 7467600"/>
              <a:gd name="connsiteY580" fmla="*/ 2231921 h 6858000"/>
              <a:gd name="connsiteX581" fmla="*/ 5911389 w 7467600"/>
              <a:gd name="connsiteY581" fmla="*/ 1898371 h 6858000"/>
              <a:gd name="connsiteX582" fmla="*/ 6944437 w 7467600"/>
              <a:gd name="connsiteY582" fmla="*/ 1575402 h 6858000"/>
              <a:gd name="connsiteX583" fmla="*/ 6304730 w 7467600"/>
              <a:gd name="connsiteY583" fmla="*/ 1766654 h 6858000"/>
              <a:gd name="connsiteX584" fmla="*/ 6944437 w 7467600"/>
              <a:gd name="connsiteY584" fmla="*/ 1575402 h 6858000"/>
              <a:gd name="connsiteX585" fmla="*/ 7019523 w 7467600"/>
              <a:gd name="connsiteY585" fmla="*/ 1519450 h 6858000"/>
              <a:gd name="connsiteX586" fmla="*/ 6298091 w 7467600"/>
              <a:gd name="connsiteY586" fmla="*/ 1737122 h 6858000"/>
              <a:gd name="connsiteX587" fmla="*/ 7019523 w 7467600"/>
              <a:gd name="connsiteY587" fmla="*/ 1519450 h 6858000"/>
              <a:gd name="connsiteX588" fmla="*/ 2399523 w 7467600"/>
              <a:gd name="connsiteY588" fmla="*/ 1428234 h 6858000"/>
              <a:gd name="connsiteX589" fmla="*/ 2224982 w 7467600"/>
              <a:gd name="connsiteY589" fmla="*/ 1826201 h 6858000"/>
              <a:gd name="connsiteX590" fmla="*/ 2096099 w 7467600"/>
              <a:gd name="connsiteY590" fmla="*/ 2345900 h 6858000"/>
              <a:gd name="connsiteX591" fmla="*/ 2283317 w 7467600"/>
              <a:gd name="connsiteY591" fmla="*/ 1796925 h 6858000"/>
              <a:gd name="connsiteX592" fmla="*/ 2399523 w 7467600"/>
              <a:gd name="connsiteY592" fmla="*/ 1428234 h 6858000"/>
              <a:gd name="connsiteX593" fmla="*/ 2448558 w 7467600"/>
              <a:gd name="connsiteY593" fmla="*/ 1373435 h 6858000"/>
              <a:gd name="connsiteX594" fmla="*/ 2312521 w 7467600"/>
              <a:gd name="connsiteY594" fmla="*/ 1806140 h 6858000"/>
              <a:gd name="connsiteX595" fmla="*/ 2127533 w 7467600"/>
              <a:gd name="connsiteY595" fmla="*/ 2348380 h 6858000"/>
              <a:gd name="connsiteX596" fmla="*/ 2358080 w 7467600"/>
              <a:gd name="connsiteY596" fmla="*/ 1866134 h 6858000"/>
              <a:gd name="connsiteX597" fmla="*/ 2407436 w 7467600"/>
              <a:gd name="connsiteY597" fmla="*/ 1651070 h 6858000"/>
              <a:gd name="connsiteX598" fmla="*/ 2448558 w 7467600"/>
              <a:gd name="connsiteY598" fmla="*/ 1373435 h 6858000"/>
              <a:gd name="connsiteX599" fmla="*/ 278707 w 7467600"/>
              <a:gd name="connsiteY599" fmla="*/ 1352270 h 6858000"/>
              <a:gd name="connsiteX600" fmla="*/ 321570 w 7467600"/>
              <a:gd name="connsiteY600" fmla="*/ 1861610 h 6858000"/>
              <a:gd name="connsiteX601" fmla="*/ 294281 w 7467600"/>
              <a:gd name="connsiteY601" fmla="*/ 1440658 h 6858000"/>
              <a:gd name="connsiteX602" fmla="*/ 278707 w 7467600"/>
              <a:gd name="connsiteY602" fmla="*/ 1352270 h 6858000"/>
              <a:gd name="connsiteX603" fmla="*/ 1423821 w 7467600"/>
              <a:gd name="connsiteY603" fmla="*/ 1351958 h 6858000"/>
              <a:gd name="connsiteX604" fmla="*/ 1638521 w 7467600"/>
              <a:gd name="connsiteY604" fmla="*/ 1908470 h 6858000"/>
              <a:gd name="connsiteX605" fmla="*/ 1754199 w 7467600"/>
              <a:gd name="connsiteY605" fmla="*/ 2149284 h 6858000"/>
              <a:gd name="connsiteX606" fmla="*/ 1908359 w 7467600"/>
              <a:gd name="connsiteY606" fmla="*/ 2364988 h 6858000"/>
              <a:gd name="connsiteX607" fmla="*/ 1647661 w 7467600"/>
              <a:gd name="connsiteY607" fmla="*/ 1825945 h 6858000"/>
              <a:gd name="connsiteX608" fmla="*/ 1423821 w 7467600"/>
              <a:gd name="connsiteY608" fmla="*/ 1351958 h 6858000"/>
              <a:gd name="connsiteX609" fmla="*/ 1431890 w 7467600"/>
              <a:gd name="connsiteY609" fmla="*/ 1306475 h 6858000"/>
              <a:gd name="connsiteX610" fmla="*/ 1507597 w 7467600"/>
              <a:gd name="connsiteY610" fmla="*/ 1446132 h 6858000"/>
              <a:gd name="connsiteX611" fmla="*/ 1674586 w 7467600"/>
              <a:gd name="connsiteY611" fmla="*/ 1813832 h 6858000"/>
              <a:gd name="connsiteX612" fmla="*/ 1815950 w 7467600"/>
              <a:gd name="connsiteY612" fmla="*/ 2128564 h 6858000"/>
              <a:gd name="connsiteX613" fmla="*/ 1984242 w 7467600"/>
              <a:gd name="connsiteY613" fmla="*/ 2430829 h 6858000"/>
              <a:gd name="connsiteX614" fmla="*/ 2014023 w 7467600"/>
              <a:gd name="connsiteY614" fmla="*/ 2450995 h 6858000"/>
              <a:gd name="connsiteX615" fmla="*/ 1747337 w 7467600"/>
              <a:gd name="connsiteY615" fmla="*/ 1855264 h 6858000"/>
              <a:gd name="connsiteX616" fmla="*/ 1533749 w 7467600"/>
              <a:gd name="connsiteY616" fmla="*/ 1478656 h 6858000"/>
              <a:gd name="connsiteX617" fmla="*/ 1431890 w 7467600"/>
              <a:gd name="connsiteY617" fmla="*/ 1306475 h 6858000"/>
              <a:gd name="connsiteX618" fmla="*/ 5052692 w 7467600"/>
              <a:gd name="connsiteY618" fmla="*/ 1292994 h 6858000"/>
              <a:gd name="connsiteX619" fmla="*/ 5200661 w 7467600"/>
              <a:gd name="connsiteY619" fmla="*/ 1635186 h 6858000"/>
              <a:gd name="connsiteX620" fmla="*/ 5297138 w 7467600"/>
              <a:gd name="connsiteY620" fmla="*/ 1906351 h 6858000"/>
              <a:gd name="connsiteX621" fmla="*/ 5052692 w 7467600"/>
              <a:gd name="connsiteY621" fmla="*/ 1292994 h 6858000"/>
              <a:gd name="connsiteX622" fmla="*/ 5009948 w 7467600"/>
              <a:gd name="connsiteY622" fmla="*/ 1273619 h 6858000"/>
              <a:gd name="connsiteX623" fmla="*/ 5121777 w 7467600"/>
              <a:gd name="connsiteY623" fmla="*/ 1654213 h 6858000"/>
              <a:gd name="connsiteX624" fmla="*/ 5293545 w 7467600"/>
              <a:gd name="connsiteY624" fmla="*/ 2072247 h 6858000"/>
              <a:gd name="connsiteX625" fmla="*/ 5294042 w 7467600"/>
              <a:gd name="connsiteY625" fmla="*/ 2065019 h 6858000"/>
              <a:gd name="connsiteX626" fmla="*/ 5171936 w 7467600"/>
              <a:gd name="connsiteY626" fmla="*/ 1647613 h 6858000"/>
              <a:gd name="connsiteX627" fmla="*/ 5009948 w 7467600"/>
              <a:gd name="connsiteY627" fmla="*/ 1273619 h 6858000"/>
              <a:gd name="connsiteX628" fmla="*/ 655236 w 7467600"/>
              <a:gd name="connsiteY628" fmla="*/ 1268632 h 6858000"/>
              <a:gd name="connsiteX629" fmla="*/ 839521 w 7467600"/>
              <a:gd name="connsiteY629" fmla="*/ 1685315 h 6858000"/>
              <a:gd name="connsiteX630" fmla="*/ 1109416 w 7467600"/>
              <a:gd name="connsiteY630" fmla="*/ 2061663 h 6858000"/>
              <a:gd name="connsiteX631" fmla="*/ 1298300 w 7467600"/>
              <a:gd name="connsiteY631" fmla="*/ 2247742 h 6858000"/>
              <a:gd name="connsiteX632" fmla="*/ 1125871 w 7467600"/>
              <a:gd name="connsiteY632" fmla="*/ 1989513 h 6858000"/>
              <a:gd name="connsiteX633" fmla="*/ 981574 w 7467600"/>
              <a:gd name="connsiteY633" fmla="*/ 1783157 h 6858000"/>
              <a:gd name="connsiteX634" fmla="*/ 922198 w 7467600"/>
              <a:gd name="connsiteY634" fmla="*/ 1677437 h 6858000"/>
              <a:gd name="connsiteX635" fmla="*/ 869293 w 7467600"/>
              <a:gd name="connsiteY635" fmla="*/ 1583214 h 6858000"/>
              <a:gd name="connsiteX636" fmla="*/ 751431 w 7467600"/>
              <a:gd name="connsiteY636" fmla="*/ 1405731 h 6858000"/>
              <a:gd name="connsiteX637" fmla="*/ 655236 w 7467600"/>
              <a:gd name="connsiteY637" fmla="*/ 1268632 h 6858000"/>
              <a:gd name="connsiteX638" fmla="*/ 6516292 w 7467600"/>
              <a:gd name="connsiteY638" fmla="*/ 1263064 h 6858000"/>
              <a:gd name="connsiteX639" fmla="*/ 5736320 w 7467600"/>
              <a:gd name="connsiteY639" fmla="*/ 1501803 h 6858000"/>
              <a:gd name="connsiteX640" fmla="*/ 6516292 w 7467600"/>
              <a:gd name="connsiteY640" fmla="*/ 1263064 h 6858000"/>
              <a:gd name="connsiteX641" fmla="*/ 291466 w 7467600"/>
              <a:gd name="connsiteY641" fmla="*/ 1250369 h 6858000"/>
              <a:gd name="connsiteX642" fmla="*/ 323180 w 7467600"/>
              <a:gd name="connsiteY642" fmla="*/ 1435283 h 6858000"/>
              <a:gd name="connsiteX643" fmla="*/ 349381 w 7467600"/>
              <a:gd name="connsiteY643" fmla="*/ 1875041 h 6858000"/>
              <a:gd name="connsiteX644" fmla="*/ 374363 w 7467600"/>
              <a:gd name="connsiteY644" fmla="*/ 1506494 h 6858000"/>
              <a:gd name="connsiteX645" fmla="*/ 302168 w 7467600"/>
              <a:gd name="connsiteY645" fmla="*/ 1274495 h 6858000"/>
              <a:gd name="connsiteX646" fmla="*/ 291466 w 7467600"/>
              <a:gd name="connsiteY646" fmla="*/ 1250369 h 6858000"/>
              <a:gd name="connsiteX647" fmla="*/ 678222 w 7467600"/>
              <a:gd name="connsiteY647" fmla="*/ 1248670 h 6858000"/>
              <a:gd name="connsiteX648" fmla="*/ 775536 w 7467600"/>
              <a:gd name="connsiteY648" fmla="*/ 1388015 h 6858000"/>
              <a:gd name="connsiteX649" fmla="*/ 894529 w 7467600"/>
              <a:gd name="connsiteY649" fmla="*/ 1567739 h 6858000"/>
              <a:gd name="connsiteX650" fmla="*/ 948000 w 7467600"/>
              <a:gd name="connsiteY650" fmla="*/ 1663088 h 6858000"/>
              <a:gd name="connsiteX651" fmla="*/ 1006812 w 7467600"/>
              <a:gd name="connsiteY651" fmla="*/ 1767683 h 6858000"/>
              <a:gd name="connsiteX652" fmla="*/ 1149133 w 7467600"/>
              <a:gd name="connsiteY652" fmla="*/ 1971513 h 6858000"/>
              <a:gd name="connsiteX653" fmla="*/ 1333952 w 7467600"/>
              <a:gd name="connsiteY653" fmla="*/ 2251620 h 6858000"/>
              <a:gd name="connsiteX654" fmla="*/ 1337329 w 7467600"/>
              <a:gd name="connsiteY654" fmla="*/ 2258350 h 6858000"/>
              <a:gd name="connsiteX655" fmla="*/ 1014726 w 7467600"/>
              <a:gd name="connsiteY655" fmla="*/ 1615556 h 6858000"/>
              <a:gd name="connsiteX656" fmla="*/ 678222 w 7467600"/>
              <a:gd name="connsiteY656" fmla="*/ 1248670 h 6858000"/>
              <a:gd name="connsiteX657" fmla="*/ 6691602 w 7467600"/>
              <a:gd name="connsiteY657" fmla="*/ 1140573 h 6858000"/>
              <a:gd name="connsiteX658" fmla="*/ 6571100 w 7467600"/>
              <a:gd name="connsiteY658" fmla="*/ 1183662 h 6858000"/>
              <a:gd name="connsiteX659" fmla="*/ 6241687 w 7467600"/>
              <a:gd name="connsiteY659" fmla="*/ 1257600 h 6858000"/>
              <a:gd name="connsiteX660" fmla="*/ 5693009 w 7467600"/>
              <a:gd name="connsiteY660" fmla="*/ 1478256 h 6858000"/>
              <a:gd name="connsiteX661" fmla="*/ 6548420 w 7467600"/>
              <a:gd name="connsiteY661" fmla="*/ 1214599 h 6858000"/>
              <a:gd name="connsiteX662" fmla="*/ 6605473 w 7467600"/>
              <a:gd name="connsiteY662" fmla="*/ 1184686 h 6858000"/>
              <a:gd name="connsiteX663" fmla="*/ 6691602 w 7467600"/>
              <a:gd name="connsiteY663" fmla="*/ 1140573 h 6858000"/>
              <a:gd name="connsiteX664" fmla="*/ 4002475 w 7467600"/>
              <a:gd name="connsiteY664" fmla="*/ 1037802 h 6858000"/>
              <a:gd name="connsiteX665" fmla="*/ 4000324 w 7467600"/>
              <a:gd name="connsiteY665" fmla="*/ 1039362 h 6858000"/>
              <a:gd name="connsiteX666" fmla="*/ 4002862 w 7467600"/>
              <a:gd name="connsiteY666" fmla="*/ 1042866 h 6858000"/>
              <a:gd name="connsiteX667" fmla="*/ 4002475 w 7467600"/>
              <a:gd name="connsiteY667" fmla="*/ 1037802 h 6858000"/>
              <a:gd name="connsiteX668" fmla="*/ 506322 w 7467600"/>
              <a:gd name="connsiteY668" fmla="*/ 1020997 h 6858000"/>
              <a:gd name="connsiteX669" fmla="*/ 533068 w 7467600"/>
              <a:gd name="connsiteY669" fmla="*/ 1029409 h 6858000"/>
              <a:gd name="connsiteX670" fmla="*/ 1232525 w 7467600"/>
              <a:gd name="connsiteY670" fmla="*/ 1804675 h 6858000"/>
              <a:gd name="connsiteX671" fmla="*/ 1388858 w 7467600"/>
              <a:gd name="connsiteY671" fmla="*/ 2368011 h 6858000"/>
              <a:gd name="connsiteX672" fmla="*/ 1384098 w 7467600"/>
              <a:gd name="connsiteY672" fmla="*/ 2378125 h 6858000"/>
              <a:gd name="connsiteX673" fmla="*/ 1425393 w 7467600"/>
              <a:gd name="connsiteY673" fmla="*/ 2589124 h 6858000"/>
              <a:gd name="connsiteX674" fmla="*/ 1424001 w 7467600"/>
              <a:gd name="connsiteY674" fmla="*/ 2597541 h 6858000"/>
              <a:gd name="connsiteX675" fmla="*/ 2152729 w 7467600"/>
              <a:gd name="connsiteY675" fmla="*/ 2864487 h 6858000"/>
              <a:gd name="connsiteX676" fmla="*/ 2020609 w 7467600"/>
              <a:gd name="connsiteY676" fmla="*/ 2539671 h 6858000"/>
              <a:gd name="connsiteX677" fmla="*/ 2018920 w 7467600"/>
              <a:gd name="connsiteY677" fmla="*/ 2536309 h 6858000"/>
              <a:gd name="connsiteX678" fmla="*/ 1342441 w 7467600"/>
              <a:gd name="connsiteY678" fmla="*/ 1173017 h 6858000"/>
              <a:gd name="connsiteX679" fmla="*/ 1367925 w 7467600"/>
              <a:gd name="connsiteY679" fmla="*/ 1135648 h 6858000"/>
              <a:gd name="connsiteX680" fmla="*/ 1771401 w 7467600"/>
              <a:gd name="connsiteY680" fmla="*/ 1806673 h 6858000"/>
              <a:gd name="connsiteX681" fmla="*/ 1972385 w 7467600"/>
              <a:gd name="connsiteY681" fmla="*/ 2198735 h 6858000"/>
              <a:gd name="connsiteX682" fmla="*/ 2040892 w 7467600"/>
              <a:gd name="connsiteY682" fmla="*/ 2405205 h 6858000"/>
              <a:gd name="connsiteX683" fmla="*/ 2131689 w 7467600"/>
              <a:gd name="connsiteY683" fmla="*/ 1936926 h 6858000"/>
              <a:gd name="connsiteX684" fmla="*/ 2454820 w 7467600"/>
              <a:gd name="connsiteY684" fmla="*/ 1248808 h 6858000"/>
              <a:gd name="connsiteX685" fmla="*/ 2492512 w 7467600"/>
              <a:gd name="connsiteY685" fmla="*/ 1302920 h 6858000"/>
              <a:gd name="connsiteX686" fmla="*/ 2081216 w 7467600"/>
              <a:gd name="connsiteY686" fmla="*/ 2527513 h 6858000"/>
              <a:gd name="connsiteX687" fmla="*/ 2081211 w 7467600"/>
              <a:gd name="connsiteY687" fmla="*/ 2528916 h 6858000"/>
              <a:gd name="connsiteX688" fmla="*/ 2199067 w 7467600"/>
              <a:gd name="connsiteY688" fmla="*/ 2884061 h 6858000"/>
              <a:gd name="connsiteX689" fmla="*/ 3192586 w 7467600"/>
              <a:gd name="connsiteY689" fmla="*/ 3411496 h 6858000"/>
              <a:gd name="connsiteX690" fmla="*/ 3182620 w 7467600"/>
              <a:gd name="connsiteY690" fmla="*/ 3483279 h 6858000"/>
              <a:gd name="connsiteX691" fmla="*/ 2435119 w 7467600"/>
              <a:gd name="connsiteY691" fmla="*/ 3080173 h 6858000"/>
              <a:gd name="connsiteX692" fmla="*/ 2410152 w 7467600"/>
              <a:gd name="connsiteY692" fmla="*/ 3063751 h 6858000"/>
              <a:gd name="connsiteX693" fmla="*/ 2408099 w 7467600"/>
              <a:gd name="connsiteY693" fmla="*/ 3064403 h 6858000"/>
              <a:gd name="connsiteX694" fmla="*/ 2407218 w 7467600"/>
              <a:gd name="connsiteY694" fmla="*/ 3070324 h 6858000"/>
              <a:gd name="connsiteX695" fmla="*/ 2380138 w 7467600"/>
              <a:gd name="connsiteY695" fmla="*/ 3099341 h 6858000"/>
              <a:gd name="connsiteX696" fmla="*/ 1765923 w 7467600"/>
              <a:gd name="connsiteY696" fmla="*/ 3581043 h 6858000"/>
              <a:gd name="connsiteX697" fmla="*/ 1702258 w 7467600"/>
              <a:gd name="connsiteY697" fmla="*/ 3612286 h 6858000"/>
              <a:gd name="connsiteX698" fmla="*/ 1538370 w 7467600"/>
              <a:gd name="connsiteY698" fmla="*/ 3811804 h 6858000"/>
              <a:gd name="connsiteX699" fmla="*/ 542867 w 7467600"/>
              <a:gd name="connsiteY699" fmla="*/ 4944092 h 6858000"/>
              <a:gd name="connsiteX700" fmla="*/ 515800 w 7467600"/>
              <a:gd name="connsiteY700" fmla="*/ 4862180 h 6858000"/>
              <a:gd name="connsiteX701" fmla="*/ 909145 w 7467600"/>
              <a:gd name="connsiteY701" fmla="*/ 4199225 h 6858000"/>
              <a:gd name="connsiteX702" fmla="*/ 1214067 w 7467600"/>
              <a:gd name="connsiteY702" fmla="*/ 3908561 h 6858000"/>
              <a:gd name="connsiteX703" fmla="*/ 640967 w 7467600"/>
              <a:gd name="connsiteY703" fmla="*/ 4105601 h 6858000"/>
              <a:gd name="connsiteX704" fmla="*/ 112563 w 7467600"/>
              <a:gd name="connsiteY704" fmla="*/ 4396952 h 6858000"/>
              <a:gd name="connsiteX705" fmla="*/ 0 w 7467600"/>
              <a:gd name="connsiteY705" fmla="*/ 4466006 h 6858000"/>
              <a:gd name="connsiteX706" fmla="*/ 0 w 7467600"/>
              <a:gd name="connsiteY706" fmla="*/ 4233763 h 6858000"/>
              <a:gd name="connsiteX707" fmla="*/ 36881 w 7467600"/>
              <a:gd name="connsiteY707" fmla="*/ 4200118 h 6858000"/>
              <a:gd name="connsiteX708" fmla="*/ 910534 w 7467600"/>
              <a:gd name="connsiteY708" fmla="*/ 3629753 h 6858000"/>
              <a:gd name="connsiteX709" fmla="*/ 1578717 w 7467600"/>
              <a:gd name="connsiteY709" fmla="*/ 3575982 h 6858000"/>
              <a:gd name="connsiteX710" fmla="*/ 2338780 w 7467600"/>
              <a:gd name="connsiteY710" fmla="*/ 3033725 h 6858000"/>
              <a:gd name="connsiteX711" fmla="*/ 1807991 w 7467600"/>
              <a:gd name="connsiteY711" fmla="*/ 2807184 h 6858000"/>
              <a:gd name="connsiteX712" fmla="*/ 1416358 w 7467600"/>
              <a:gd name="connsiteY712" fmla="*/ 3112571 h 6858000"/>
              <a:gd name="connsiteX713" fmla="*/ 939066 w 7467600"/>
              <a:gd name="connsiteY713" fmla="*/ 3378798 h 6858000"/>
              <a:gd name="connsiteX714" fmla="*/ 115099 w 7467600"/>
              <a:gd name="connsiteY714" fmla="*/ 3607650 h 6858000"/>
              <a:gd name="connsiteX715" fmla="*/ 97284 w 7467600"/>
              <a:gd name="connsiteY715" fmla="*/ 3520393 h 6858000"/>
              <a:gd name="connsiteX716" fmla="*/ 922050 w 7467600"/>
              <a:gd name="connsiteY716" fmla="*/ 3074867 h 6858000"/>
              <a:gd name="connsiteX717" fmla="*/ 1405265 w 7467600"/>
              <a:gd name="connsiteY717" fmla="*/ 3016319 h 6858000"/>
              <a:gd name="connsiteX718" fmla="*/ 1407512 w 7467600"/>
              <a:gd name="connsiteY718" fmla="*/ 3018001 h 6858000"/>
              <a:gd name="connsiteX719" fmla="*/ 1726266 w 7467600"/>
              <a:gd name="connsiteY719" fmla="*/ 2777274 h 6858000"/>
              <a:gd name="connsiteX720" fmla="*/ 625390 w 7467600"/>
              <a:gd name="connsiteY720" fmla="*/ 2514541 h 6858000"/>
              <a:gd name="connsiteX721" fmla="*/ 619799 w 7467600"/>
              <a:gd name="connsiteY721" fmla="*/ 2527180 h 6858000"/>
              <a:gd name="connsiteX722" fmla="*/ 310030 w 7467600"/>
              <a:gd name="connsiteY722" fmla="*/ 2771818 h 6858000"/>
              <a:gd name="connsiteX723" fmla="*/ 173877 w 7467600"/>
              <a:gd name="connsiteY723" fmla="*/ 2937056 h 6858000"/>
              <a:gd name="connsiteX724" fmla="*/ 77889 w 7467600"/>
              <a:gd name="connsiteY724" fmla="*/ 3138440 h 6858000"/>
              <a:gd name="connsiteX725" fmla="*/ 0 w 7467600"/>
              <a:gd name="connsiteY725" fmla="*/ 3271395 h 6858000"/>
              <a:gd name="connsiteX726" fmla="*/ 0 w 7467600"/>
              <a:gd name="connsiteY726" fmla="*/ 3153002 h 6858000"/>
              <a:gd name="connsiteX727" fmla="*/ 2386 w 7467600"/>
              <a:gd name="connsiteY727" fmla="*/ 3149203 h 6858000"/>
              <a:gd name="connsiteX728" fmla="*/ 89753 w 7467600"/>
              <a:gd name="connsiteY728" fmla="*/ 2987702 h 6858000"/>
              <a:gd name="connsiteX729" fmla="*/ 76869 w 7467600"/>
              <a:gd name="connsiteY729" fmla="*/ 3005404 h 6858000"/>
              <a:gd name="connsiteX730" fmla="*/ 32049 w 7467600"/>
              <a:gd name="connsiteY730" fmla="*/ 3065814 h 6858000"/>
              <a:gd name="connsiteX731" fmla="*/ 0 w 7467600"/>
              <a:gd name="connsiteY731" fmla="*/ 3108744 h 6858000"/>
              <a:gd name="connsiteX732" fmla="*/ 0 w 7467600"/>
              <a:gd name="connsiteY732" fmla="*/ 3058059 h 6858000"/>
              <a:gd name="connsiteX733" fmla="*/ 7610 w 7467600"/>
              <a:gd name="connsiteY733" fmla="*/ 3047889 h 6858000"/>
              <a:gd name="connsiteX734" fmla="*/ 52419 w 7467600"/>
              <a:gd name="connsiteY734" fmla="*/ 2987479 h 6858000"/>
              <a:gd name="connsiteX735" fmla="*/ 59142 w 7467600"/>
              <a:gd name="connsiteY735" fmla="*/ 2978488 h 6858000"/>
              <a:gd name="connsiteX736" fmla="*/ 0 w 7467600"/>
              <a:gd name="connsiteY736" fmla="*/ 3015334 h 6858000"/>
              <a:gd name="connsiteX737" fmla="*/ 0 w 7467600"/>
              <a:gd name="connsiteY737" fmla="*/ 2914286 h 6858000"/>
              <a:gd name="connsiteX738" fmla="*/ 36383 w 7467600"/>
              <a:gd name="connsiteY738" fmla="*/ 2901128 h 6858000"/>
              <a:gd name="connsiteX739" fmla="*/ 156329 w 7467600"/>
              <a:gd name="connsiteY739" fmla="*/ 2840533 h 6858000"/>
              <a:gd name="connsiteX740" fmla="*/ 358355 w 7467600"/>
              <a:gd name="connsiteY740" fmla="*/ 2620471 h 6858000"/>
              <a:gd name="connsiteX741" fmla="*/ 510577 w 7467600"/>
              <a:gd name="connsiteY741" fmla="*/ 2501244 h 6858000"/>
              <a:gd name="connsiteX742" fmla="*/ 211967 w 7467600"/>
              <a:gd name="connsiteY742" fmla="*/ 2479171 h 6858000"/>
              <a:gd name="connsiteX743" fmla="*/ 0 w 7467600"/>
              <a:gd name="connsiteY743" fmla="*/ 2476398 h 6858000"/>
              <a:gd name="connsiteX744" fmla="*/ 0 w 7467600"/>
              <a:gd name="connsiteY744" fmla="*/ 2389189 h 6858000"/>
              <a:gd name="connsiteX745" fmla="*/ 103062 w 7467600"/>
              <a:gd name="connsiteY745" fmla="*/ 2389518 h 6858000"/>
              <a:gd name="connsiteX746" fmla="*/ 510734 w 7467600"/>
              <a:gd name="connsiteY746" fmla="*/ 2416201 h 6858000"/>
              <a:gd name="connsiteX747" fmla="*/ 279257 w 7467600"/>
              <a:gd name="connsiteY747" fmla="*/ 2092102 h 6858000"/>
              <a:gd name="connsiteX748" fmla="*/ 65265 w 7467600"/>
              <a:gd name="connsiteY748" fmla="*/ 2006049 h 6858000"/>
              <a:gd name="connsiteX749" fmla="*/ 0 w 7467600"/>
              <a:gd name="connsiteY749" fmla="*/ 1982532 h 6858000"/>
              <a:gd name="connsiteX750" fmla="*/ 0 w 7467600"/>
              <a:gd name="connsiteY750" fmla="*/ 1912789 h 6858000"/>
              <a:gd name="connsiteX751" fmla="*/ 97460 w 7467600"/>
              <a:gd name="connsiteY751" fmla="*/ 1953725 h 6858000"/>
              <a:gd name="connsiteX752" fmla="*/ 221272 w 7467600"/>
              <a:gd name="connsiteY752" fmla="*/ 1980766 h 6858000"/>
              <a:gd name="connsiteX753" fmla="*/ 116765 w 7467600"/>
              <a:gd name="connsiteY753" fmla="*/ 1911033 h 6858000"/>
              <a:gd name="connsiteX754" fmla="*/ 16405 w 7467600"/>
              <a:gd name="connsiteY754" fmla="*/ 1803412 h 6858000"/>
              <a:gd name="connsiteX755" fmla="*/ 0 w 7467600"/>
              <a:gd name="connsiteY755" fmla="*/ 1784777 h 6858000"/>
              <a:gd name="connsiteX756" fmla="*/ 0 w 7467600"/>
              <a:gd name="connsiteY756" fmla="*/ 1740082 h 6858000"/>
              <a:gd name="connsiteX757" fmla="*/ 39394 w 7467600"/>
              <a:gd name="connsiteY757" fmla="*/ 1784856 h 6858000"/>
              <a:gd name="connsiteX758" fmla="*/ 135813 w 7467600"/>
              <a:gd name="connsiteY758" fmla="*/ 1888838 h 6858000"/>
              <a:gd name="connsiteX759" fmla="*/ 242575 w 7467600"/>
              <a:gd name="connsiteY759" fmla="*/ 1958841 h 6858000"/>
              <a:gd name="connsiteX760" fmla="*/ 82197 w 7467600"/>
              <a:gd name="connsiteY760" fmla="*/ 1754826 h 6858000"/>
              <a:gd name="connsiteX761" fmla="*/ 0 w 7467600"/>
              <a:gd name="connsiteY761" fmla="*/ 1679650 h 6858000"/>
              <a:gd name="connsiteX762" fmla="*/ 0 w 7467600"/>
              <a:gd name="connsiteY762" fmla="*/ 1602463 h 6858000"/>
              <a:gd name="connsiteX763" fmla="*/ 84689 w 7467600"/>
              <a:gd name="connsiteY763" fmla="*/ 1677442 h 6858000"/>
              <a:gd name="connsiteX764" fmla="*/ 298437 w 7467600"/>
              <a:gd name="connsiteY764" fmla="*/ 1968019 h 6858000"/>
              <a:gd name="connsiteX765" fmla="*/ 227269 w 7467600"/>
              <a:gd name="connsiteY765" fmla="*/ 1114064 h 6858000"/>
              <a:gd name="connsiteX766" fmla="*/ 248003 w 7467600"/>
              <a:gd name="connsiteY766" fmla="*/ 1089613 h 6858000"/>
              <a:gd name="connsiteX767" fmla="*/ 427020 w 7467600"/>
              <a:gd name="connsiteY767" fmla="*/ 1619803 h 6858000"/>
              <a:gd name="connsiteX768" fmla="*/ 340345 w 7467600"/>
              <a:gd name="connsiteY768" fmla="*/ 2027739 h 6858000"/>
              <a:gd name="connsiteX769" fmla="*/ 360865 w 7467600"/>
              <a:gd name="connsiteY769" fmla="*/ 2044827 h 6858000"/>
              <a:gd name="connsiteX770" fmla="*/ 560414 w 7467600"/>
              <a:gd name="connsiteY770" fmla="*/ 2421457 h 6858000"/>
              <a:gd name="connsiteX771" fmla="*/ 1359703 w 7467600"/>
              <a:gd name="connsiteY771" fmla="*/ 2578554 h 6858000"/>
              <a:gd name="connsiteX772" fmla="*/ 1359422 w 7467600"/>
              <a:gd name="connsiteY772" fmla="*/ 2577994 h 6858000"/>
              <a:gd name="connsiteX773" fmla="*/ 828701 w 7467600"/>
              <a:gd name="connsiteY773" fmla="*/ 1839520 h 6858000"/>
              <a:gd name="connsiteX774" fmla="*/ 494427 w 7467600"/>
              <a:gd name="connsiteY774" fmla="*/ 1092333 h 6858000"/>
              <a:gd name="connsiteX775" fmla="*/ 506322 w 7467600"/>
              <a:gd name="connsiteY775" fmla="*/ 1020997 h 6858000"/>
              <a:gd name="connsiteX776" fmla="*/ 4570198 w 7467600"/>
              <a:gd name="connsiteY776" fmla="*/ 978081 h 6858000"/>
              <a:gd name="connsiteX777" fmla="*/ 4523691 w 7467600"/>
              <a:gd name="connsiteY777" fmla="*/ 1127776 h 6858000"/>
              <a:gd name="connsiteX778" fmla="*/ 4509875 w 7467600"/>
              <a:gd name="connsiteY778" fmla="*/ 1167552 h 6858000"/>
              <a:gd name="connsiteX779" fmla="*/ 4478168 w 7467600"/>
              <a:gd name="connsiteY779" fmla="*/ 1260735 h 6858000"/>
              <a:gd name="connsiteX780" fmla="*/ 4409309 w 7467600"/>
              <a:gd name="connsiteY780" fmla="*/ 1666996 h 6858000"/>
              <a:gd name="connsiteX781" fmla="*/ 4370031 w 7467600"/>
              <a:gd name="connsiteY781" fmla="*/ 1955666 h 6858000"/>
              <a:gd name="connsiteX782" fmla="*/ 4570198 w 7467600"/>
              <a:gd name="connsiteY782" fmla="*/ 978081 h 6858000"/>
              <a:gd name="connsiteX783" fmla="*/ 4557898 w 7467600"/>
              <a:gd name="connsiteY783" fmla="*/ 900011 h 6858000"/>
              <a:gd name="connsiteX784" fmla="*/ 4344840 w 7467600"/>
              <a:gd name="connsiteY784" fmla="*/ 1922038 h 6858000"/>
              <a:gd name="connsiteX785" fmla="*/ 4378710 w 7467600"/>
              <a:gd name="connsiteY785" fmla="*/ 1665516 h 6858000"/>
              <a:gd name="connsiteX786" fmla="*/ 4448798 w 7467600"/>
              <a:gd name="connsiteY786" fmla="*/ 1253024 h 6858000"/>
              <a:gd name="connsiteX787" fmla="*/ 4480315 w 7467600"/>
              <a:gd name="connsiteY787" fmla="*/ 1158454 h 6858000"/>
              <a:gd name="connsiteX788" fmla="*/ 4494133 w 7467600"/>
              <a:gd name="connsiteY788" fmla="*/ 1118676 h 6858000"/>
              <a:gd name="connsiteX789" fmla="*/ 4557898 w 7467600"/>
              <a:gd name="connsiteY789" fmla="*/ 900011 h 6858000"/>
              <a:gd name="connsiteX790" fmla="*/ 5870151 w 7467600"/>
              <a:gd name="connsiteY790" fmla="*/ 898890 h 6858000"/>
              <a:gd name="connsiteX791" fmla="*/ 5861335 w 7467600"/>
              <a:gd name="connsiteY791" fmla="*/ 899177 h 6858000"/>
              <a:gd name="connsiteX792" fmla="*/ 5843702 w 7467600"/>
              <a:gd name="connsiteY792" fmla="*/ 899748 h 6858000"/>
              <a:gd name="connsiteX793" fmla="*/ 5651107 w 7467600"/>
              <a:gd name="connsiteY793" fmla="*/ 920306 h 6858000"/>
              <a:gd name="connsiteX794" fmla="*/ 5459407 w 7467600"/>
              <a:gd name="connsiteY794" fmla="*/ 940975 h 6858000"/>
              <a:gd name="connsiteX795" fmla="*/ 5374846 w 7467600"/>
              <a:gd name="connsiteY795" fmla="*/ 941988 h 6858000"/>
              <a:gd name="connsiteX796" fmla="*/ 5256105 w 7467600"/>
              <a:gd name="connsiteY796" fmla="*/ 945632 h 6858000"/>
              <a:gd name="connsiteX797" fmla="*/ 5107071 w 7467600"/>
              <a:gd name="connsiteY797" fmla="*/ 969720 h 6858000"/>
              <a:gd name="connsiteX798" fmla="*/ 4998681 w 7467600"/>
              <a:gd name="connsiteY798" fmla="*/ 988771 h 6858000"/>
              <a:gd name="connsiteX799" fmla="*/ 5870151 w 7467600"/>
              <a:gd name="connsiteY799" fmla="*/ 898890 h 6858000"/>
              <a:gd name="connsiteX800" fmla="*/ 5504425 w 7467600"/>
              <a:gd name="connsiteY800" fmla="*/ 848067 h 6858000"/>
              <a:gd name="connsiteX801" fmla="*/ 4968849 w 7467600"/>
              <a:gd name="connsiteY801" fmla="*/ 962318 h 6858000"/>
              <a:gd name="connsiteX802" fmla="*/ 5104039 w 7467600"/>
              <a:gd name="connsiteY802" fmla="*/ 940634 h 6858000"/>
              <a:gd name="connsiteX803" fmla="*/ 5256311 w 7467600"/>
              <a:gd name="connsiteY803" fmla="*/ 916490 h 6858000"/>
              <a:gd name="connsiteX804" fmla="*/ 5377381 w 7467600"/>
              <a:gd name="connsiteY804" fmla="*/ 912671 h 6858000"/>
              <a:gd name="connsiteX805" fmla="*/ 5460148 w 7467600"/>
              <a:gd name="connsiteY805" fmla="*/ 911442 h 6858000"/>
              <a:gd name="connsiteX806" fmla="*/ 5648971 w 7467600"/>
              <a:gd name="connsiteY806" fmla="*/ 891331 h 6858000"/>
              <a:gd name="connsiteX807" fmla="*/ 5844807 w 7467600"/>
              <a:gd name="connsiteY807" fmla="*/ 870718 h 6858000"/>
              <a:gd name="connsiteX808" fmla="*/ 5862975 w 7467600"/>
              <a:gd name="connsiteY808" fmla="*/ 869756 h 6858000"/>
              <a:gd name="connsiteX809" fmla="*/ 5920887 w 7467600"/>
              <a:gd name="connsiteY809" fmla="*/ 865929 h 6858000"/>
              <a:gd name="connsiteX810" fmla="*/ 5504425 w 7467600"/>
              <a:gd name="connsiteY810" fmla="*/ 848067 h 6858000"/>
              <a:gd name="connsiteX811" fmla="*/ 3607114 w 7467600"/>
              <a:gd name="connsiteY811" fmla="*/ 467441 h 6858000"/>
              <a:gd name="connsiteX812" fmla="*/ 3296242 w 7467600"/>
              <a:gd name="connsiteY812" fmla="*/ 807991 h 6858000"/>
              <a:gd name="connsiteX813" fmla="*/ 3174674 w 7467600"/>
              <a:gd name="connsiteY813" fmla="*/ 919759 h 6858000"/>
              <a:gd name="connsiteX814" fmla="*/ 3042978 w 7467600"/>
              <a:gd name="connsiteY814" fmla="*/ 1054894 h 6858000"/>
              <a:gd name="connsiteX815" fmla="*/ 2968914 w 7467600"/>
              <a:gd name="connsiteY815" fmla="*/ 1133756 h 6858000"/>
              <a:gd name="connsiteX816" fmla="*/ 3103823 w 7467600"/>
              <a:gd name="connsiteY816" fmla="*/ 1026814 h 6858000"/>
              <a:gd name="connsiteX817" fmla="*/ 3607114 w 7467600"/>
              <a:gd name="connsiteY817" fmla="*/ 467441 h 6858000"/>
              <a:gd name="connsiteX818" fmla="*/ 3744487 w 7467600"/>
              <a:gd name="connsiteY818" fmla="*/ 383136 h 6858000"/>
              <a:gd name="connsiteX819" fmla="*/ 3970213 w 7467600"/>
              <a:gd name="connsiteY819" fmla="*/ 995559 h 6858000"/>
              <a:gd name="connsiteX820" fmla="*/ 3744487 w 7467600"/>
              <a:gd name="connsiteY820" fmla="*/ 383136 h 6858000"/>
              <a:gd name="connsiteX821" fmla="*/ 3624562 w 7467600"/>
              <a:gd name="connsiteY821" fmla="*/ 367041 h 6858000"/>
              <a:gd name="connsiteX822" fmla="*/ 3489712 w 7467600"/>
              <a:gd name="connsiteY822" fmla="*/ 485386 h 6858000"/>
              <a:gd name="connsiteX823" fmla="*/ 3182994 w 7467600"/>
              <a:gd name="connsiteY823" fmla="*/ 828265 h 6858000"/>
              <a:gd name="connsiteX824" fmla="*/ 2892114 w 7467600"/>
              <a:gd name="connsiteY824" fmla="*/ 1172635 h 6858000"/>
              <a:gd name="connsiteX825" fmla="*/ 3021459 w 7467600"/>
              <a:gd name="connsiteY825" fmla="*/ 1035385 h 6858000"/>
              <a:gd name="connsiteX826" fmla="*/ 3153873 w 7467600"/>
              <a:gd name="connsiteY826" fmla="*/ 898971 h 6858000"/>
              <a:gd name="connsiteX827" fmla="*/ 3276511 w 7467600"/>
              <a:gd name="connsiteY827" fmla="*/ 786423 h 6858000"/>
              <a:gd name="connsiteX828" fmla="*/ 3584154 w 7467600"/>
              <a:gd name="connsiteY828" fmla="*/ 448218 h 6858000"/>
              <a:gd name="connsiteX829" fmla="*/ 3624562 w 7467600"/>
              <a:gd name="connsiteY829" fmla="*/ 367041 h 6858000"/>
              <a:gd name="connsiteX830" fmla="*/ 3766672 w 7467600"/>
              <a:gd name="connsiteY830" fmla="*/ 359429 h 6858000"/>
              <a:gd name="connsiteX831" fmla="*/ 3996338 w 7467600"/>
              <a:gd name="connsiteY831" fmla="*/ 968237 h 6858000"/>
              <a:gd name="connsiteX832" fmla="*/ 3766672 w 7467600"/>
              <a:gd name="connsiteY832" fmla="*/ 359429 h 6858000"/>
              <a:gd name="connsiteX833" fmla="*/ 5805386 w 7467600"/>
              <a:gd name="connsiteY833" fmla="*/ 239240 h 6858000"/>
              <a:gd name="connsiteX834" fmla="*/ 5736947 w 7467600"/>
              <a:gd name="connsiteY834" fmla="*/ 261367 h 6858000"/>
              <a:gd name="connsiteX835" fmla="*/ 5427012 w 7467600"/>
              <a:gd name="connsiteY835" fmla="*/ 311272 h 6858000"/>
              <a:gd name="connsiteX836" fmla="*/ 5147818 w 7467600"/>
              <a:gd name="connsiteY836" fmla="*/ 322112 h 6858000"/>
              <a:gd name="connsiteX837" fmla="*/ 5060854 w 7467600"/>
              <a:gd name="connsiteY837" fmla="*/ 311882 h 6858000"/>
              <a:gd name="connsiteX838" fmla="*/ 4945989 w 7467600"/>
              <a:gd name="connsiteY838" fmla="*/ 300516 h 6858000"/>
              <a:gd name="connsiteX839" fmla="*/ 5410479 w 7467600"/>
              <a:gd name="connsiteY839" fmla="*/ 348434 h 6858000"/>
              <a:gd name="connsiteX840" fmla="*/ 5805386 w 7467600"/>
              <a:gd name="connsiteY840" fmla="*/ 239240 h 6858000"/>
              <a:gd name="connsiteX841" fmla="*/ 5905192 w 7467600"/>
              <a:gd name="connsiteY841" fmla="*/ 163079 h 6858000"/>
              <a:gd name="connsiteX842" fmla="*/ 5865655 w 7467600"/>
              <a:gd name="connsiteY842" fmla="*/ 171901 h 6858000"/>
              <a:gd name="connsiteX843" fmla="*/ 5259740 w 7467600"/>
              <a:gd name="connsiteY843" fmla="*/ 257013 h 6858000"/>
              <a:gd name="connsiteX844" fmla="*/ 5208466 w 7467600"/>
              <a:gd name="connsiteY844" fmla="*/ 257550 h 6858000"/>
              <a:gd name="connsiteX845" fmla="*/ 4980204 w 7467600"/>
              <a:gd name="connsiteY845" fmla="*/ 271903 h 6858000"/>
              <a:gd name="connsiteX846" fmla="*/ 5068068 w 7467600"/>
              <a:gd name="connsiteY846" fmla="*/ 282244 h 6858000"/>
              <a:gd name="connsiteX847" fmla="*/ 5153231 w 7467600"/>
              <a:gd name="connsiteY847" fmla="*/ 292240 h 6858000"/>
              <a:gd name="connsiteX848" fmla="*/ 5426491 w 7467600"/>
              <a:gd name="connsiteY848" fmla="*/ 281128 h 6858000"/>
              <a:gd name="connsiteX849" fmla="*/ 5731212 w 7467600"/>
              <a:gd name="connsiteY849" fmla="*/ 231951 h 6858000"/>
              <a:gd name="connsiteX850" fmla="*/ 5905192 w 7467600"/>
              <a:gd name="connsiteY850" fmla="*/ 163079 h 6858000"/>
              <a:gd name="connsiteX851" fmla="*/ 5944437 w 7467600"/>
              <a:gd name="connsiteY851" fmla="*/ 113829 h 6858000"/>
              <a:gd name="connsiteX852" fmla="*/ 5825032 w 7467600"/>
              <a:gd name="connsiteY852" fmla="*/ 146405 h 6858000"/>
              <a:gd name="connsiteX853" fmla="*/ 4955599 w 7467600"/>
              <a:gd name="connsiteY853" fmla="*/ 247008 h 6858000"/>
              <a:gd name="connsiteX854" fmla="*/ 5210104 w 7467600"/>
              <a:gd name="connsiteY854" fmla="*/ 228123 h 6858000"/>
              <a:gd name="connsiteX855" fmla="*/ 5261015 w 7467600"/>
              <a:gd name="connsiteY855" fmla="*/ 227087 h 6858000"/>
              <a:gd name="connsiteX856" fmla="*/ 5861181 w 7467600"/>
              <a:gd name="connsiteY856" fmla="*/ 143093 h 6858000"/>
              <a:gd name="connsiteX857" fmla="*/ 5961252 w 7467600"/>
              <a:gd name="connsiteY857" fmla="*/ 114820 h 6858000"/>
              <a:gd name="connsiteX858" fmla="*/ 5944437 w 7467600"/>
              <a:gd name="connsiteY858" fmla="*/ 113829 h 6858000"/>
              <a:gd name="connsiteX859" fmla="*/ 3882765 w 7467600"/>
              <a:gd name="connsiteY859" fmla="*/ 0 h 6858000"/>
              <a:gd name="connsiteX860" fmla="*/ 3995099 w 7467600"/>
              <a:gd name="connsiteY860" fmla="*/ 0 h 6858000"/>
              <a:gd name="connsiteX861" fmla="*/ 4163818 w 7467600"/>
              <a:gd name="connsiteY861" fmla="*/ 234104 h 6858000"/>
              <a:gd name="connsiteX862" fmla="*/ 4172099 w 7467600"/>
              <a:gd name="connsiteY862" fmla="*/ 234207 h 6858000"/>
              <a:gd name="connsiteX863" fmla="*/ 4784282 w 7467600"/>
              <a:gd name="connsiteY863" fmla="*/ 276561 h 6858000"/>
              <a:gd name="connsiteX864" fmla="*/ 4801687 w 7467600"/>
              <a:gd name="connsiteY864" fmla="*/ 267764 h 6858000"/>
              <a:gd name="connsiteX865" fmla="*/ 6082788 w 7467600"/>
              <a:gd name="connsiteY865" fmla="*/ 64119 h 6858000"/>
              <a:gd name="connsiteX866" fmla="*/ 6099442 w 7467600"/>
              <a:gd name="connsiteY866" fmla="*/ 82568 h 6858000"/>
              <a:gd name="connsiteX867" fmla="*/ 4804137 w 7467600"/>
              <a:gd name="connsiteY867" fmla="*/ 320931 h 6858000"/>
              <a:gd name="connsiteX868" fmla="*/ 4227047 w 7467600"/>
              <a:gd name="connsiteY868" fmla="*/ 313415 h 6858000"/>
              <a:gd name="connsiteX869" fmla="*/ 4346041 w 7467600"/>
              <a:gd name="connsiteY869" fmla="*/ 456086 h 6858000"/>
              <a:gd name="connsiteX870" fmla="*/ 4870967 w 7467600"/>
              <a:gd name="connsiteY870" fmla="*/ 963061 h 6858000"/>
              <a:gd name="connsiteX871" fmla="*/ 4889647 w 7467600"/>
              <a:gd name="connsiteY871" fmla="*/ 957147 h 6858000"/>
              <a:gd name="connsiteX872" fmla="*/ 5422504 w 7467600"/>
              <a:gd name="connsiteY872" fmla="*/ 805191 h 6858000"/>
              <a:gd name="connsiteX873" fmla="*/ 6087656 w 7467600"/>
              <a:gd name="connsiteY873" fmla="*/ 826703 h 6858000"/>
              <a:gd name="connsiteX874" fmla="*/ 6058717 w 7467600"/>
              <a:gd name="connsiteY874" fmla="*/ 865992 h 6858000"/>
              <a:gd name="connsiteX875" fmla="*/ 4974153 w 7467600"/>
              <a:gd name="connsiteY875" fmla="*/ 1045456 h 6858000"/>
              <a:gd name="connsiteX876" fmla="*/ 5627835 w 7467600"/>
              <a:gd name="connsiteY876" fmla="*/ 1472077 h 6858000"/>
              <a:gd name="connsiteX877" fmla="*/ 5629817 w 7467600"/>
              <a:gd name="connsiteY877" fmla="*/ 1471412 h 6858000"/>
              <a:gd name="connsiteX878" fmla="*/ 5634124 w 7467600"/>
              <a:gd name="connsiteY878" fmla="*/ 1470572 h 6858000"/>
              <a:gd name="connsiteX879" fmla="*/ 5755832 w 7467600"/>
              <a:gd name="connsiteY879" fmla="*/ 1383886 h 6858000"/>
              <a:gd name="connsiteX880" fmla="*/ 6014186 w 7467600"/>
              <a:gd name="connsiteY880" fmla="*/ 1279799 h 6858000"/>
              <a:gd name="connsiteX881" fmla="*/ 6901619 w 7467600"/>
              <a:gd name="connsiteY881" fmla="*/ 1047874 h 6858000"/>
              <a:gd name="connsiteX882" fmla="*/ 6931566 w 7467600"/>
              <a:gd name="connsiteY882" fmla="*/ 1062034 h 6858000"/>
              <a:gd name="connsiteX883" fmla="*/ 5790982 w 7467600"/>
              <a:gd name="connsiteY883" fmla="*/ 1561380 h 6858000"/>
              <a:gd name="connsiteX884" fmla="*/ 6188971 w 7467600"/>
              <a:gd name="connsiteY884" fmla="*/ 1755168 h 6858000"/>
              <a:gd name="connsiteX885" fmla="*/ 6202446 w 7467600"/>
              <a:gd name="connsiteY885" fmla="*/ 1752268 h 6858000"/>
              <a:gd name="connsiteX886" fmla="*/ 7179560 w 7467600"/>
              <a:gd name="connsiteY886" fmla="*/ 1467551 h 6858000"/>
              <a:gd name="connsiteX887" fmla="*/ 7158730 w 7467600"/>
              <a:gd name="connsiteY887" fmla="*/ 1507835 h 6858000"/>
              <a:gd name="connsiteX888" fmla="*/ 6326959 w 7467600"/>
              <a:gd name="connsiteY888" fmla="*/ 1817686 h 6858000"/>
              <a:gd name="connsiteX889" fmla="*/ 6537433 w 7467600"/>
              <a:gd name="connsiteY889" fmla="*/ 1907790 h 6858000"/>
              <a:gd name="connsiteX890" fmla="*/ 6550221 w 7467600"/>
              <a:gd name="connsiteY890" fmla="*/ 1910729 h 6858000"/>
              <a:gd name="connsiteX891" fmla="*/ 6964438 w 7467600"/>
              <a:gd name="connsiteY891" fmla="*/ 2209505 h 6858000"/>
              <a:gd name="connsiteX892" fmla="*/ 7367862 w 7467600"/>
              <a:gd name="connsiteY892" fmla="*/ 2806833 h 6858000"/>
              <a:gd name="connsiteX893" fmla="*/ 7364329 w 7467600"/>
              <a:gd name="connsiteY893" fmla="*/ 2826907 h 6858000"/>
              <a:gd name="connsiteX894" fmla="*/ 7290545 w 7467600"/>
              <a:gd name="connsiteY894" fmla="*/ 2850663 h 6858000"/>
              <a:gd name="connsiteX895" fmla="*/ 6472036 w 7467600"/>
              <a:gd name="connsiteY895" fmla="*/ 1959003 h 6858000"/>
              <a:gd name="connsiteX896" fmla="*/ 5792897 w 7467600"/>
              <a:gd name="connsiteY896" fmla="*/ 1647747 h 6858000"/>
              <a:gd name="connsiteX897" fmla="*/ 5842751 w 7467600"/>
              <a:gd name="connsiteY897" fmla="*/ 1816112 h 6858000"/>
              <a:gd name="connsiteX898" fmla="*/ 5847424 w 7467600"/>
              <a:gd name="connsiteY898" fmla="*/ 1815776 h 6858000"/>
              <a:gd name="connsiteX899" fmla="*/ 6399821 w 7467600"/>
              <a:gd name="connsiteY899" fmla="*/ 2344799 h 6858000"/>
              <a:gd name="connsiteX900" fmla="*/ 6323232 w 7467600"/>
              <a:gd name="connsiteY900" fmla="*/ 2389634 h 6858000"/>
              <a:gd name="connsiteX901" fmla="*/ 5942958 w 7467600"/>
              <a:gd name="connsiteY901" fmla="*/ 2077708 h 6858000"/>
              <a:gd name="connsiteX902" fmla="*/ 5921559 w 7467600"/>
              <a:gd name="connsiteY902" fmla="*/ 2378596 h 6858000"/>
              <a:gd name="connsiteX903" fmla="*/ 5817651 w 7467600"/>
              <a:gd name="connsiteY903" fmla="*/ 3023919 h 6858000"/>
              <a:gd name="connsiteX904" fmla="*/ 5729634 w 7467600"/>
              <a:gd name="connsiteY904" fmla="*/ 3051849 h 6858000"/>
              <a:gd name="connsiteX905" fmla="*/ 5611018 w 7467600"/>
              <a:gd name="connsiteY905" fmla="*/ 2316769 h 6858000"/>
              <a:gd name="connsiteX906" fmla="*/ 5687608 w 7467600"/>
              <a:gd name="connsiteY906" fmla="*/ 2039972 h 6858000"/>
              <a:gd name="connsiteX907" fmla="*/ 5657554 w 7467600"/>
              <a:gd name="connsiteY907" fmla="*/ 1576445 h 6858000"/>
              <a:gd name="connsiteX908" fmla="*/ 5150475 w 7467600"/>
              <a:gd name="connsiteY908" fmla="*/ 1274012 h 6858000"/>
              <a:gd name="connsiteX909" fmla="*/ 5349142 w 7467600"/>
              <a:gd name="connsiteY909" fmla="*/ 2204405 h 6858000"/>
              <a:gd name="connsiteX910" fmla="*/ 5262214 w 7467600"/>
              <a:gd name="connsiteY910" fmla="*/ 2233836 h 6858000"/>
              <a:gd name="connsiteX911" fmla="*/ 4981539 w 7467600"/>
              <a:gd name="connsiteY911" fmla="*/ 1542201 h 6858000"/>
              <a:gd name="connsiteX912" fmla="*/ 4958461 w 7467600"/>
              <a:gd name="connsiteY912" fmla="*/ 1136957 h 6858000"/>
              <a:gd name="connsiteX913" fmla="*/ 4655015 w 7467600"/>
              <a:gd name="connsiteY913" fmla="*/ 891426 h 6858000"/>
              <a:gd name="connsiteX914" fmla="*/ 4348002 w 7467600"/>
              <a:gd name="connsiteY914" fmla="*/ 2205895 h 6858000"/>
              <a:gd name="connsiteX915" fmla="*/ 4262250 w 7467600"/>
              <a:gd name="connsiteY915" fmla="*/ 2219972 h 6858000"/>
              <a:gd name="connsiteX916" fmla="*/ 4550611 w 7467600"/>
              <a:gd name="connsiteY916" fmla="*/ 817540 h 6858000"/>
              <a:gd name="connsiteX917" fmla="*/ 4564418 w 7467600"/>
              <a:gd name="connsiteY917" fmla="*/ 808293 h 6858000"/>
              <a:gd name="connsiteX918" fmla="*/ 4266388 w 7467600"/>
              <a:gd name="connsiteY918" fmla="*/ 500083 h 6858000"/>
              <a:gd name="connsiteX919" fmla="*/ 4032842 w 7467600"/>
              <a:gd name="connsiteY919" fmla="*/ 211809 h 6858000"/>
              <a:gd name="connsiteX920" fmla="*/ 3882765 w 7467600"/>
              <a:gd name="connsiteY920" fmla="*/ 0 h 6858000"/>
              <a:gd name="connsiteX921" fmla="*/ 3721337 w 7467600"/>
              <a:gd name="connsiteY921" fmla="*/ 0 h 6858000"/>
              <a:gd name="connsiteX922" fmla="*/ 3797544 w 7467600"/>
              <a:gd name="connsiteY922" fmla="*/ 0 h 6858000"/>
              <a:gd name="connsiteX923" fmla="*/ 3775734 w 7467600"/>
              <a:gd name="connsiteY923" fmla="*/ 95131 h 6858000"/>
              <a:gd name="connsiteX924" fmla="*/ 3724807 w 7467600"/>
              <a:gd name="connsiteY924" fmla="*/ 272257 h 6858000"/>
              <a:gd name="connsiteX925" fmla="*/ 3726844 w 7467600"/>
              <a:gd name="connsiteY925" fmla="*/ 282988 h 6858000"/>
              <a:gd name="connsiteX926" fmla="*/ 3742664 w 7467600"/>
              <a:gd name="connsiteY926" fmla="*/ 279918 h 6858000"/>
              <a:gd name="connsiteX927" fmla="*/ 4103910 w 7467600"/>
              <a:gd name="connsiteY927" fmla="*/ 1161917 h 6858000"/>
              <a:gd name="connsiteX928" fmla="*/ 4020269 w 7467600"/>
              <a:gd name="connsiteY928" fmla="*/ 1200406 h 6858000"/>
              <a:gd name="connsiteX929" fmla="*/ 3674882 w 7467600"/>
              <a:gd name="connsiteY929" fmla="*/ 488524 h 6858000"/>
              <a:gd name="connsiteX930" fmla="*/ 3132682 w 7467600"/>
              <a:gd name="connsiteY930" fmla="*/ 1072284 h 6858000"/>
              <a:gd name="connsiteX931" fmla="*/ 2716346 w 7467600"/>
              <a:gd name="connsiteY931" fmla="*/ 1276376 h 6858000"/>
              <a:gd name="connsiteX932" fmla="*/ 2716772 w 7467600"/>
              <a:gd name="connsiteY932" fmla="*/ 1255462 h 6858000"/>
              <a:gd name="connsiteX933" fmla="*/ 3471096 w 7467600"/>
              <a:gd name="connsiteY933" fmla="*/ 437072 h 6858000"/>
              <a:gd name="connsiteX934" fmla="*/ 3639057 w 7467600"/>
              <a:gd name="connsiteY934" fmla="*/ 286334 h 6858000"/>
              <a:gd name="connsiteX935" fmla="*/ 3640309 w 7467600"/>
              <a:gd name="connsiteY935" fmla="*/ 284664 h 6858000"/>
              <a:gd name="connsiteX936" fmla="*/ 3646022 w 7467600"/>
              <a:gd name="connsiteY936" fmla="*/ 276711 h 6858000"/>
              <a:gd name="connsiteX937" fmla="*/ 3707943 w 7467600"/>
              <a:gd name="connsiteY937" fmla="*/ 65958 h 6858000"/>
              <a:gd name="connsiteX938" fmla="*/ 3721337 w 7467600"/>
              <a:gd name="connsiteY938" fmla="*/ 0 h 6858000"/>
              <a:gd name="connsiteX939" fmla="*/ 2867960 w 7467600"/>
              <a:gd name="connsiteY939" fmla="*/ 0 h 6858000"/>
              <a:gd name="connsiteX940" fmla="*/ 2926351 w 7467600"/>
              <a:gd name="connsiteY940" fmla="*/ 0 h 6858000"/>
              <a:gd name="connsiteX941" fmla="*/ 2902823 w 7467600"/>
              <a:gd name="connsiteY941" fmla="*/ 262929 h 6858000"/>
              <a:gd name="connsiteX942" fmla="*/ 2940663 w 7467600"/>
              <a:gd name="connsiteY942" fmla="*/ 140884 h 6858000"/>
              <a:gd name="connsiteX943" fmla="*/ 2947039 w 7467600"/>
              <a:gd name="connsiteY943" fmla="*/ 122524 h 6858000"/>
              <a:gd name="connsiteX944" fmla="*/ 2984316 w 7467600"/>
              <a:gd name="connsiteY944" fmla="*/ 0 h 6858000"/>
              <a:gd name="connsiteX945" fmla="*/ 3016114 w 7467600"/>
              <a:gd name="connsiteY945" fmla="*/ 0 h 6858000"/>
              <a:gd name="connsiteX946" fmla="*/ 2979949 w 7467600"/>
              <a:gd name="connsiteY946" fmla="*/ 119274 h 6858000"/>
              <a:gd name="connsiteX947" fmla="*/ 3023879 w 7467600"/>
              <a:gd name="connsiteY947" fmla="*/ 0 h 6858000"/>
              <a:gd name="connsiteX948" fmla="*/ 3105400 w 7467600"/>
              <a:gd name="connsiteY948" fmla="*/ 0 h 6858000"/>
              <a:gd name="connsiteX949" fmla="*/ 3094669 w 7467600"/>
              <a:gd name="connsiteY949" fmla="*/ 30308 h 6858000"/>
              <a:gd name="connsiteX950" fmla="*/ 2901945 w 7467600"/>
              <a:gd name="connsiteY950" fmla="*/ 466538 h 6858000"/>
              <a:gd name="connsiteX951" fmla="*/ 2815209 w 7467600"/>
              <a:gd name="connsiteY951" fmla="*/ 497361 h 6858000"/>
              <a:gd name="connsiteX952" fmla="*/ 2844845 w 7467600"/>
              <a:gd name="connsiteY952" fmla="*/ 127638 h 6858000"/>
              <a:gd name="connsiteX953" fmla="*/ 2867960 w 7467600"/>
              <a:gd name="connsiteY953" fmla="*/ 0 h 6858000"/>
              <a:gd name="connsiteX954" fmla="*/ 1057230 w 7467600"/>
              <a:gd name="connsiteY954" fmla="*/ 0 h 6858000"/>
              <a:gd name="connsiteX955" fmla="*/ 1111003 w 7467600"/>
              <a:gd name="connsiteY955" fmla="*/ 0 h 6858000"/>
              <a:gd name="connsiteX956" fmla="*/ 1125553 w 7467600"/>
              <a:gd name="connsiteY956" fmla="*/ 52588 h 6858000"/>
              <a:gd name="connsiteX957" fmla="*/ 1304276 w 7467600"/>
              <a:gd name="connsiteY957" fmla="*/ 476275 h 6858000"/>
              <a:gd name="connsiteX958" fmla="*/ 1492066 w 7467600"/>
              <a:gd name="connsiteY958" fmla="*/ 886333 h 6858000"/>
              <a:gd name="connsiteX959" fmla="*/ 1423698 w 7467600"/>
              <a:gd name="connsiteY959" fmla="*/ 710817 h 6858000"/>
              <a:gd name="connsiteX960" fmla="*/ 1357609 w 7467600"/>
              <a:gd name="connsiteY960" fmla="*/ 532892 h 6858000"/>
              <a:gd name="connsiteX961" fmla="*/ 1309550 w 7467600"/>
              <a:gd name="connsiteY961" fmla="*/ 374031 h 6858000"/>
              <a:gd name="connsiteX962" fmla="*/ 1193673 w 7467600"/>
              <a:gd name="connsiteY962" fmla="*/ 49533 h 6858000"/>
              <a:gd name="connsiteX963" fmla="*/ 1164391 w 7467600"/>
              <a:gd name="connsiteY963" fmla="*/ 0 h 6858000"/>
              <a:gd name="connsiteX964" fmla="*/ 1200666 w 7467600"/>
              <a:gd name="connsiteY964" fmla="*/ 0 h 6858000"/>
              <a:gd name="connsiteX965" fmla="*/ 1223408 w 7467600"/>
              <a:gd name="connsiteY965" fmla="*/ 38996 h 6858000"/>
              <a:gd name="connsiteX966" fmla="*/ 1339635 w 7467600"/>
              <a:gd name="connsiteY966" fmla="*/ 365517 h 6858000"/>
              <a:gd name="connsiteX967" fmla="*/ 1387469 w 7467600"/>
              <a:gd name="connsiteY967" fmla="*/ 523079 h 6858000"/>
              <a:gd name="connsiteX968" fmla="*/ 1452685 w 7467600"/>
              <a:gd name="connsiteY968" fmla="*/ 699806 h 6858000"/>
              <a:gd name="connsiteX969" fmla="*/ 1492092 w 7467600"/>
              <a:gd name="connsiteY969" fmla="*/ 800424 h 6858000"/>
              <a:gd name="connsiteX970" fmla="*/ 1455302 w 7467600"/>
              <a:gd name="connsiteY970" fmla="*/ 632913 h 6858000"/>
              <a:gd name="connsiteX971" fmla="*/ 1222336 w 7467600"/>
              <a:gd name="connsiteY971" fmla="*/ 9480 h 6858000"/>
              <a:gd name="connsiteX972" fmla="*/ 1214634 w 7467600"/>
              <a:gd name="connsiteY972" fmla="*/ 0 h 6858000"/>
              <a:gd name="connsiteX973" fmla="*/ 1289827 w 7467600"/>
              <a:gd name="connsiteY973" fmla="*/ 0 h 6858000"/>
              <a:gd name="connsiteX974" fmla="*/ 1321076 w 7467600"/>
              <a:gd name="connsiteY974" fmla="*/ 59722 h 6858000"/>
              <a:gd name="connsiteX975" fmla="*/ 1512579 w 7467600"/>
              <a:gd name="connsiteY975" fmla="*/ 626441 h 6858000"/>
              <a:gd name="connsiteX976" fmla="*/ 1506076 w 7467600"/>
              <a:gd name="connsiteY976" fmla="*/ 1089289 h 6858000"/>
              <a:gd name="connsiteX977" fmla="*/ 1486346 w 7467600"/>
              <a:gd name="connsiteY977" fmla="*/ 1079919 h 6858000"/>
              <a:gd name="connsiteX978" fmla="*/ 1070511 w 7467600"/>
              <a:gd name="connsiteY978" fmla="*/ 48609 h 6858000"/>
              <a:gd name="connsiteX979" fmla="*/ 1057230 w 7467600"/>
              <a:gd name="connsiteY979" fmla="*/ 0 h 6858000"/>
              <a:gd name="connsiteX980" fmla="*/ 43151 w 7467600"/>
              <a:gd name="connsiteY980" fmla="*/ 0 h 6858000"/>
              <a:gd name="connsiteX981" fmla="*/ 95283 w 7467600"/>
              <a:gd name="connsiteY981" fmla="*/ 0 h 6858000"/>
              <a:gd name="connsiteX982" fmla="*/ 300708 w 7467600"/>
              <a:gd name="connsiteY982" fmla="*/ 154571 h 6858000"/>
              <a:gd name="connsiteX983" fmla="*/ 530414 w 7467600"/>
              <a:gd name="connsiteY983" fmla="*/ 354673 h 6858000"/>
              <a:gd name="connsiteX984" fmla="*/ 333785 w 7467600"/>
              <a:gd name="connsiteY984" fmla="*/ 161564 h 6858000"/>
              <a:gd name="connsiteX985" fmla="*/ 147005 w 7467600"/>
              <a:gd name="connsiteY985" fmla="*/ 0 h 6858000"/>
              <a:gd name="connsiteX986" fmla="*/ 272509 w 7467600"/>
              <a:gd name="connsiteY986" fmla="*/ 0 h 6858000"/>
              <a:gd name="connsiteX987" fmla="*/ 326276 w 7467600"/>
              <a:gd name="connsiteY987" fmla="*/ 45847 h 6858000"/>
              <a:gd name="connsiteX988" fmla="*/ 823759 w 7467600"/>
              <a:gd name="connsiteY988" fmla="*/ 574145 h 6858000"/>
              <a:gd name="connsiteX989" fmla="*/ 811254 w 7467600"/>
              <a:gd name="connsiteY989" fmla="*/ 665546 h 6858000"/>
              <a:gd name="connsiteX990" fmla="*/ 154042 w 7467600"/>
              <a:gd name="connsiteY990" fmla="*/ 261522 h 6858000"/>
              <a:gd name="connsiteX991" fmla="*/ 13550 w 7467600"/>
              <a:gd name="connsiteY991" fmla="*/ 158423 h 6858000"/>
              <a:gd name="connsiteX992" fmla="*/ 0 w 7467600"/>
              <a:gd name="connsiteY992" fmla="*/ 146618 h 6858000"/>
              <a:gd name="connsiteX993" fmla="*/ 0 w 7467600"/>
              <a:gd name="connsiteY993" fmla="*/ 59161 h 6858000"/>
              <a:gd name="connsiteX994" fmla="*/ 45427 w 7467600"/>
              <a:gd name="connsiteY994" fmla="*/ 101078 h 6858000"/>
              <a:gd name="connsiteX995" fmla="*/ 630103 w 7467600"/>
              <a:gd name="connsiteY995" fmla="*/ 485885 h 6858000"/>
              <a:gd name="connsiteX996" fmla="*/ 532040 w 7467600"/>
              <a:gd name="connsiteY996" fmla="*/ 399359 h 6858000"/>
              <a:gd name="connsiteX997" fmla="*/ 517618 w 7467600"/>
              <a:gd name="connsiteY997" fmla="*/ 385726 h 6858000"/>
              <a:gd name="connsiteX998" fmla="*/ 285074 w 7467600"/>
              <a:gd name="connsiteY998" fmla="*/ 182755 h 6858000"/>
              <a:gd name="connsiteX999" fmla="*/ 43151 w 7467600"/>
              <a:gd name="connsiteY999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467600 w 7467600"/>
              <a:gd name="connsiteY127" fmla="*/ 5361850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7467600 w 7467600"/>
              <a:gd name="connsiteY137" fmla="*/ 5241225 h 6858000"/>
              <a:gd name="connsiteX138" fmla="*/ 7467600 w 7467600"/>
              <a:gd name="connsiteY138" fmla="*/ 5277736 h 6858000"/>
              <a:gd name="connsiteX139" fmla="*/ 7327465 w 7467600"/>
              <a:gd name="connsiteY139" fmla="*/ 5174181 h 6858000"/>
              <a:gd name="connsiteX140" fmla="*/ 7353035 w 7467600"/>
              <a:gd name="connsiteY140" fmla="*/ 5197318 h 6858000"/>
              <a:gd name="connsiteX141" fmla="*/ 7467600 w 7467600"/>
              <a:gd name="connsiteY141" fmla="*/ 5297634 h 6858000"/>
              <a:gd name="connsiteX142" fmla="*/ 7467600 w 7467600"/>
              <a:gd name="connsiteY142" fmla="*/ 5361850 h 6858000"/>
              <a:gd name="connsiteX143" fmla="*/ 1903353 w 7467600"/>
              <a:gd name="connsiteY143" fmla="*/ 5044827 h 6858000"/>
              <a:gd name="connsiteX144" fmla="*/ 1936931 w 7467600"/>
              <a:gd name="connsiteY144" fmla="*/ 5093954 h 6858000"/>
              <a:gd name="connsiteX145" fmla="*/ 2195868 w 7467600"/>
              <a:gd name="connsiteY145" fmla="*/ 5396574 h 6858000"/>
              <a:gd name="connsiteX146" fmla="*/ 2088852 w 7467600"/>
              <a:gd name="connsiteY146" fmla="*/ 5166123 h 6858000"/>
              <a:gd name="connsiteX147" fmla="*/ 1958241 w 7467600"/>
              <a:gd name="connsiteY147" fmla="*/ 5067955 h 6858000"/>
              <a:gd name="connsiteX148" fmla="*/ 1903353 w 7467600"/>
              <a:gd name="connsiteY148" fmla="*/ 5044827 h 6858000"/>
              <a:gd name="connsiteX149" fmla="*/ 1979378 w 7467600"/>
              <a:gd name="connsiteY149" fmla="*/ 4769504 h 6858000"/>
              <a:gd name="connsiteX150" fmla="*/ 2882120 w 7467600"/>
              <a:gd name="connsiteY150" fmla="*/ 5064547 h 6858000"/>
              <a:gd name="connsiteX151" fmla="*/ 2793103 w 7467600"/>
              <a:gd name="connsiteY151" fmla="*/ 5039699 h 6858000"/>
              <a:gd name="connsiteX152" fmla="*/ 2770041 w 7467600"/>
              <a:gd name="connsiteY152" fmla="*/ 5033634 h 6858000"/>
              <a:gd name="connsiteX153" fmla="*/ 1979378 w 7467600"/>
              <a:gd name="connsiteY153" fmla="*/ 4769504 h 6858000"/>
              <a:gd name="connsiteX154" fmla="*/ 1927410 w 7467600"/>
              <a:gd name="connsiteY154" fmla="*/ 4716164 h 6858000"/>
              <a:gd name="connsiteX155" fmla="*/ 1959587 w 7467600"/>
              <a:gd name="connsiteY155" fmla="*/ 4728849 h 6858000"/>
              <a:gd name="connsiteX156" fmla="*/ 2777707 w 7467600"/>
              <a:gd name="connsiteY156" fmla="*/ 5003991 h 6858000"/>
              <a:gd name="connsiteX157" fmla="*/ 2800768 w 7467600"/>
              <a:gd name="connsiteY157" fmla="*/ 5010056 h 6858000"/>
              <a:gd name="connsiteX158" fmla="*/ 2879408 w 7467600"/>
              <a:gd name="connsiteY158" fmla="*/ 5031590 h 6858000"/>
              <a:gd name="connsiteX159" fmla="*/ 2862295 w 7467600"/>
              <a:gd name="connsiteY159" fmla="*/ 5022958 h 6858000"/>
              <a:gd name="connsiteX160" fmla="*/ 2813343 w 7467600"/>
              <a:gd name="connsiteY160" fmla="*/ 4998369 h 6858000"/>
              <a:gd name="connsiteX161" fmla="*/ 2646245 w 7467600"/>
              <a:gd name="connsiteY161" fmla="*/ 4930999 h 6858000"/>
              <a:gd name="connsiteX162" fmla="*/ 1999243 w 7467600"/>
              <a:gd name="connsiteY162" fmla="*/ 4730524 h 6858000"/>
              <a:gd name="connsiteX163" fmla="*/ 1979527 w 7467600"/>
              <a:gd name="connsiteY163" fmla="*/ 4726651 h 6858000"/>
              <a:gd name="connsiteX164" fmla="*/ 1927410 w 7467600"/>
              <a:gd name="connsiteY164" fmla="*/ 4716164 h 6858000"/>
              <a:gd name="connsiteX165" fmla="*/ 1997014 w 7467600"/>
              <a:gd name="connsiteY165" fmla="*/ 4698007 h 6858000"/>
              <a:gd name="connsiteX166" fmla="*/ 2005458 w 7467600"/>
              <a:gd name="connsiteY166" fmla="*/ 4699540 h 6858000"/>
              <a:gd name="connsiteX167" fmla="*/ 2657186 w 7467600"/>
              <a:gd name="connsiteY167" fmla="*/ 4901687 h 6858000"/>
              <a:gd name="connsiteX168" fmla="*/ 2826662 w 7467600"/>
              <a:gd name="connsiteY168" fmla="*/ 4970362 h 6858000"/>
              <a:gd name="connsiteX169" fmla="*/ 2876100 w 7467600"/>
              <a:gd name="connsiteY169" fmla="*/ 4995397 h 6858000"/>
              <a:gd name="connsiteX170" fmla="*/ 3042600 w 7467600"/>
              <a:gd name="connsiteY170" fmla="*/ 5059532 h 6858000"/>
              <a:gd name="connsiteX171" fmla="*/ 1997014 w 7467600"/>
              <a:gd name="connsiteY171" fmla="*/ 4698007 h 6858000"/>
              <a:gd name="connsiteX172" fmla="*/ 2305292 w 7467600"/>
              <a:gd name="connsiteY172" fmla="*/ 4219492 h 6858000"/>
              <a:gd name="connsiteX173" fmla="*/ 3360922 w 7467600"/>
              <a:gd name="connsiteY173" fmla="*/ 4529373 h 6858000"/>
              <a:gd name="connsiteX174" fmla="*/ 3492420 w 7467600"/>
              <a:gd name="connsiteY174" fmla="*/ 4510145 h 6858000"/>
              <a:gd name="connsiteX175" fmla="*/ 3364086 w 7467600"/>
              <a:gd name="connsiteY175" fmla="*/ 4480340 h 6858000"/>
              <a:gd name="connsiteX176" fmla="*/ 3225818 w 7467600"/>
              <a:gd name="connsiteY176" fmla="*/ 4411822 h 6858000"/>
              <a:gd name="connsiteX177" fmla="*/ 3129696 w 7467600"/>
              <a:gd name="connsiteY177" fmla="*/ 4360704 h 6858000"/>
              <a:gd name="connsiteX178" fmla="*/ 2814545 w 7467600"/>
              <a:gd name="connsiteY178" fmla="*/ 4282955 h 6858000"/>
              <a:gd name="connsiteX179" fmla="*/ 2305292 w 7467600"/>
              <a:gd name="connsiteY179" fmla="*/ 4219492 h 6858000"/>
              <a:gd name="connsiteX180" fmla="*/ 2626982 w 7467600"/>
              <a:gd name="connsiteY180" fmla="*/ 4206450 h 6858000"/>
              <a:gd name="connsiteX181" fmla="*/ 2490617 w 7467600"/>
              <a:gd name="connsiteY181" fmla="*/ 4206951 h 6858000"/>
              <a:gd name="connsiteX182" fmla="*/ 2819869 w 7467600"/>
              <a:gd name="connsiteY182" fmla="*/ 4252936 h 6858000"/>
              <a:gd name="connsiteX183" fmla="*/ 3143018 w 7467600"/>
              <a:gd name="connsiteY183" fmla="*/ 4332698 h 6858000"/>
              <a:gd name="connsiteX184" fmla="*/ 3241520 w 7467600"/>
              <a:gd name="connsiteY184" fmla="*/ 4385112 h 6858000"/>
              <a:gd name="connsiteX185" fmla="*/ 3374575 w 7467600"/>
              <a:gd name="connsiteY185" fmla="*/ 4451517 h 6858000"/>
              <a:gd name="connsiteX186" fmla="*/ 3505221 w 7467600"/>
              <a:gd name="connsiteY186" fmla="*/ 4480757 h 6858000"/>
              <a:gd name="connsiteX187" fmla="*/ 2626982 w 7467600"/>
              <a:gd name="connsiteY187" fmla="*/ 4206450 h 6858000"/>
              <a:gd name="connsiteX188" fmla="*/ 1310106 w 7467600"/>
              <a:gd name="connsiteY188" fmla="*/ 3943217 h 6858000"/>
              <a:gd name="connsiteX189" fmla="*/ 854994 w 7467600"/>
              <a:gd name="connsiteY189" fmla="*/ 4399136 h 6858000"/>
              <a:gd name="connsiteX190" fmla="*/ 742462 w 7467600"/>
              <a:gd name="connsiteY190" fmla="*/ 4594648 h 6858000"/>
              <a:gd name="connsiteX191" fmla="*/ 820602 w 7467600"/>
              <a:gd name="connsiteY191" fmla="*/ 4485915 h 6858000"/>
              <a:gd name="connsiteX192" fmla="*/ 878295 w 7467600"/>
              <a:gd name="connsiteY192" fmla="*/ 4403594 h 6858000"/>
              <a:gd name="connsiteX193" fmla="*/ 1240607 w 7467600"/>
              <a:gd name="connsiteY193" fmla="*/ 4010401 h 6858000"/>
              <a:gd name="connsiteX194" fmla="*/ 1310106 w 7467600"/>
              <a:gd name="connsiteY194" fmla="*/ 3943217 h 6858000"/>
              <a:gd name="connsiteX195" fmla="*/ 1423113 w 7467600"/>
              <a:gd name="connsiteY195" fmla="*/ 3874565 h 6858000"/>
              <a:gd name="connsiteX196" fmla="*/ 1260565 w 7467600"/>
              <a:gd name="connsiteY196" fmla="*/ 4031982 h 6858000"/>
              <a:gd name="connsiteX197" fmla="*/ 901900 w 7467600"/>
              <a:gd name="connsiteY197" fmla="*/ 4421236 h 6858000"/>
              <a:gd name="connsiteX198" fmla="*/ 845044 w 7467600"/>
              <a:gd name="connsiteY198" fmla="*/ 4502436 h 6858000"/>
              <a:gd name="connsiteX199" fmla="*/ 685926 w 7467600"/>
              <a:gd name="connsiteY199" fmla="*/ 4703069 h 6858000"/>
              <a:gd name="connsiteX200" fmla="*/ 684248 w 7467600"/>
              <a:gd name="connsiteY200" fmla="*/ 4706721 h 6858000"/>
              <a:gd name="connsiteX201" fmla="*/ 1423113 w 7467600"/>
              <a:gd name="connsiteY201" fmla="*/ 3874565 h 6858000"/>
              <a:gd name="connsiteX202" fmla="*/ 3316479 w 7467600"/>
              <a:gd name="connsiteY202" fmla="*/ 3872136 h 6858000"/>
              <a:gd name="connsiteX203" fmla="*/ 3546806 w 7467600"/>
              <a:gd name="connsiteY203" fmla="*/ 4356139 h 6858000"/>
              <a:gd name="connsiteX204" fmla="*/ 3364433 w 7467600"/>
              <a:gd name="connsiteY204" fmla="*/ 3953121 h 6858000"/>
              <a:gd name="connsiteX205" fmla="*/ 3316479 w 7467600"/>
              <a:gd name="connsiteY205" fmla="*/ 3872136 h 6858000"/>
              <a:gd name="connsiteX206" fmla="*/ 3291335 w 7467600"/>
              <a:gd name="connsiteY206" fmla="*/ 3767420 h 6858000"/>
              <a:gd name="connsiteX207" fmla="*/ 3390805 w 7467600"/>
              <a:gd name="connsiteY207" fmla="*/ 3937163 h 6858000"/>
              <a:gd name="connsiteX208" fmla="*/ 3579062 w 7467600"/>
              <a:gd name="connsiteY208" fmla="*/ 4359040 h 6858000"/>
              <a:gd name="connsiteX209" fmla="*/ 3467355 w 7467600"/>
              <a:gd name="connsiteY209" fmla="*/ 3988130 h 6858000"/>
              <a:gd name="connsiteX210" fmla="*/ 3310753 w 7467600"/>
              <a:gd name="connsiteY210" fmla="*/ 3787140 h 6858000"/>
              <a:gd name="connsiteX211" fmla="*/ 3291335 w 7467600"/>
              <a:gd name="connsiteY211" fmla="*/ 3767420 h 6858000"/>
              <a:gd name="connsiteX212" fmla="*/ 1635889 w 7467600"/>
              <a:gd name="connsiteY212" fmla="*/ 3709494 h 6858000"/>
              <a:gd name="connsiteX213" fmla="*/ 1634800 w 7467600"/>
              <a:gd name="connsiteY213" fmla="*/ 3731111 h 6858000"/>
              <a:gd name="connsiteX214" fmla="*/ 1635889 w 7467600"/>
              <a:gd name="connsiteY214" fmla="*/ 3709494 h 6858000"/>
              <a:gd name="connsiteX215" fmla="*/ 1510397 w 7467600"/>
              <a:gd name="connsiteY215" fmla="*/ 3684705 h 6858000"/>
              <a:gd name="connsiteX216" fmla="*/ 1146550 w 7467600"/>
              <a:gd name="connsiteY216" fmla="*/ 3802012 h 6858000"/>
              <a:gd name="connsiteX217" fmla="*/ 698834 w 7467600"/>
              <a:gd name="connsiteY217" fmla="*/ 3952272 h 6858000"/>
              <a:gd name="connsiteX218" fmla="*/ 34256 w 7467600"/>
              <a:gd name="connsiteY218" fmla="*/ 4347603 h 6858000"/>
              <a:gd name="connsiteX219" fmla="*/ 527241 w 7467600"/>
              <a:gd name="connsiteY219" fmla="*/ 4065078 h 6858000"/>
              <a:gd name="connsiteX220" fmla="*/ 1510397 w 7467600"/>
              <a:gd name="connsiteY220" fmla="*/ 3684705 h 6858000"/>
              <a:gd name="connsiteX221" fmla="*/ 1313114 w 7467600"/>
              <a:gd name="connsiteY221" fmla="*/ 3655216 h 6858000"/>
              <a:gd name="connsiteX222" fmla="*/ 1109304 w 7467600"/>
              <a:gd name="connsiteY222" fmla="*/ 3669030 h 6858000"/>
              <a:gd name="connsiteX223" fmla="*/ 8129 w 7467600"/>
              <a:gd name="connsiteY223" fmla="*/ 4330519 h 6858000"/>
              <a:gd name="connsiteX224" fmla="*/ 687572 w 7467600"/>
              <a:gd name="connsiteY224" fmla="*/ 3925629 h 6858000"/>
              <a:gd name="connsiteX225" fmla="*/ 1138365 w 7467600"/>
              <a:gd name="connsiteY225" fmla="*/ 3774515 h 6858000"/>
              <a:gd name="connsiteX226" fmla="*/ 1505579 w 7467600"/>
              <a:gd name="connsiteY226" fmla="*/ 3655526 h 6858000"/>
              <a:gd name="connsiteX227" fmla="*/ 1313114 w 7467600"/>
              <a:gd name="connsiteY227" fmla="*/ 3655216 h 6858000"/>
              <a:gd name="connsiteX228" fmla="*/ 3655073 w 7467600"/>
              <a:gd name="connsiteY228" fmla="*/ 3650884 h 6858000"/>
              <a:gd name="connsiteX229" fmla="*/ 3989938 w 7467600"/>
              <a:gd name="connsiteY229" fmla="*/ 3991685 h 6858000"/>
              <a:gd name="connsiteX230" fmla="*/ 4393907 w 7467600"/>
              <a:gd name="connsiteY230" fmla="*/ 4261258 h 6858000"/>
              <a:gd name="connsiteX231" fmla="*/ 4648051 w 7467600"/>
              <a:gd name="connsiteY231" fmla="*/ 4374051 h 6858000"/>
              <a:gd name="connsiteX232" fmla="*/ 4383389 w 7467600"/>
              <a:gd name="connsiteY232" fmla="*/ 4184369 h 6858000"/>
              <a:gd name="connsiteX233" fmla="*/ 4165508 w 7467600"/>
              <a:gd name="connsiteY233" fmla="*/ 4035196 h 6858000"/>
              <a:gd name="connsiteX234" fmla="*/ 4068162 w 7467600"/>
              <a:gd name="connsiteY234" fmla="*/ 3953394 h 6858000"/>
              <a:gd name="connsiteX235" fmla="*/ 3981416 w 7467600"/>
              <a:gd name="connsiteY235" fmla="*/ 3880482 h 6858000"/>
              <a:gd name="connsiteX236" fmla="*/ 3800147 w 7467600"/>
              <a:gd name="connsiteY236" fmla="*/ 3749872 h 6858000"/>
              <a:gd name="connsiteX237" fmla="*/ 3655073 w 7467600"/>
              <a:gd name="connsiteY237" fmla="*/ 3650884 h 6858000"/>
              <a:gd name="connsiteX238" fmla="*/ 3670252 w 7467600"/>
              <a:gd name="connsiteY238" fmla="*/ 3622798 h 6858000"/>
              <a:gd name="connsiteX239" fmla="*/ 3817258 w 7467600"/>
              <a:gd name="connsiteY239" fmla="*/ 3723577 h 6858000"/>
              <a:gd name="connsiteX240" fmla="*/ 4000461 w 7467600"/>
              <a:gd name="connsiteY240" fmla="*/ 3855966 h 6858000"/>
              <a:gd name="connsiteX241" fmla="*/ 4088180 w 7467600"/>
              <a:gd name="connsiteY241" fmla="*/ 3929774 h 6858000"/>
              <a:gd name="connsiteX242" fmla="*/ 4184555 w 7467600"/>
              <a:gd name="connsiteY242" fmla="*/ 4010683 h 6858000"/>
              <a:gd name="connsiteX243" fmla="*/ 4399563 w 7467600"/>
              <a:gd name="connsiteY243" fmla="*/ 4158106 h 6858000"/>
              <a:gd name="connsiteX244" fmla="*/ 4684469 w 7467600"/>
              <a:gd name="connsiteY244" fmla="*/ 4364680 h 6858000"/>
              <a:gd name="connsiteX245" fmla="*/ 4690271 w 7467600"/>
              <a:gd name="connsiteY245" fmla="*/ 4370034 h 6858000"/>
              <a:gd name="connsiteX246" fmla="*/ 4136093 w 7467600"/>
              <a:gd name="connsiteY246" fmla="*/ 3858466 h 6858000"/>
              <a:gd name="connsiteX247" fmla="*/ 3670252 w 7467600"/>
              <a:gd name="connsiteY247" fmla="*/ 3622798 h 6858000"/>
              <a:gd name="connsiteX248" fmla="*/ 4440129 w 7467600"/>
              <a:gd name="connsiteY248" fmla="*/ 3448571 h 6858000"/>
              <a:gd name="connsiteX249" fmla="*/ 4856525 w 7467600"/>
              <a:gd name="connsiteY249" fmla="*/ 3915351 h 6858000"/>
              <a:gd name="connsiteX250" fmla="*/ 5059055 w 7467600"/>
              <a:gd name="connsiteY250" fmla="*/ 4108918 h 6858000"/>
              <a:gd name="connsiteX251" fmla="*/ 5290070 w 7467600"/>
              <a:gd name="connsiteY251" fmla="*/ 4263619 h 6858000"/>
              <a:gd name="connsiteX252" fmla="*/ 4834991 w 7467600"/>
              <a:gd name="connsiteY252" fmla="*/ 3830985 h 6858000"/>
              <a:gd name="connsiteX253" fmla="*/ 4440129 w 7467600"/>
              <a:gd name="connsiteY253" fmla="*/ 3448571 h 6858000"/>
              <a:gd name="connsiteX254" fmla="*/ 4441737 w 7467600"/>
              <a:gd name="connsiteY254" fmla="*/ 3399734 h 6858000"/>
              <a:gd name="connsiteX255" fmla="*/ 4431236 w 7467600"/>
              <a:gd name="connsiteY255" fmla="*/ 3400954 h 6858000"/>
              <a:gd name="connsiteX256" fmla="*/ 4557150 w 7467600"/>
              <a:gd name="connsiteY256" fmla="*/ 3510023 h 6858000"/>
              <a:gd name="connsiteX257" fmla="*/ 4856936 w 7467600"/>
              <a:gd name="connsiteY257" fmla="*/ 3809146 h 6858000"/>
              <a:gd name="connsiteX258" fmla="*/ 5111996 w 7467600"/>
              <a:gd name="connsiteY258" fmla="*/ 4065759 h 6858000"/>
              <a:gd name="connsiteX259" fmla="*/ 5388878 w 7467600"/>
              <a:gd name="connsiteY259" fmla="*/ 4300185 h 6858000"/>
              <a:gd name="connsiteX260" fmla="*/ 5425556 w 7467600"/>
              <a:gd name="connsiteY260" fmla="*/ 4308967 h 6858000"/>
              <a:gd name="connsiteX261" fmla="*/ 4943646 w 7467600"/>
              <a:gd name="connsiteY261" fmla="*/ 3822916 h 6858000"/>
              <a:gd name="connsiteX262" fmla="*/ 4594837 w 7467600"/>
              <a:gd name="connsiteY262" fmla="*/ 3532274 h 6858000"/>
              <a:gd name="connsiteX263" fmla="*/ 4441737 w 7467600"/>
              <a:gd name="connsiteY263" fmla="*/ 3399734 h 6858000"/>
              <a:gd name="connsiteX264" fmla="*/ 5425834 w 7467600"/>
              <a:gd name="connsiteY264" fmla="*/ 3162785 h 6858000"/>
              <a:gd name="connsiteX265" fmla="*/ 5401644 w 7467600"/>
              <a:gd name="connsiteY265" fmla="*/ 3617847 h 6858000"/>
              <a:gd name="connsiteX266" fmla="*/ 5467256 w 7467600"/>
              <a:gd name="connsiteY266" fmla="*/ 4175494 h 6858000"/>
              <a:gd name="connsiteX267" fmla="*/ 5448069 w 7467600"/>
              <a:gd name="connsiteY267" fmla="*/ 3567554 h 6858000"/>
              <a:gd name="connsiteX268" fmla="*/ 5425834 w 7467600"/>
              <a:gd name="connsiteY268" fmla="*/ 3162785 h 6858000"/>
              <a:gd name="connsiteX269" fmla="*/ 1318687 w 7467600"/>
              <a:gd name="connsiteY269" fmla="*/ 3113840 h 6858000"/>
              <a:gd name="connsiteX270" fmla="*/ 1066793 w 7467600"/>
              <a:gd name="connsiteY270" fmla="*/ 3212171 h 6858000"/>
              <a:gd name="connsiteX271" fmla="*/ 993319 w 7467600"/>
              <a:gd name="connsiteY271" fmla="*/ 3247648 h 6858000"/>
              <a:gd name="connsiteX272" fmla="*/ 853081 w 7467600"/>
              <a:gd name="connsiteY272" fmla="*/ 3312410 h 6858000"/>
              <a:gd name="connsiteX273" fmla="*/ 805957 w 7467600"/>
              <a:gd name="connsiteY273" fmla="*/ 3330443 h 6858000"/>
              <a:gd name="connsiteX274" fmla="*/ 1318687 w 7467600"/>
              <a:gd name="connsiteY274" fmla="*/ 3113840 h 6858000"/>
              <a:gd name="connsiteX275" fmla="*/ 5453702 w 7467600"/>
              <a:gd name="connsiteY275" fmla="*/ 3090882 h 6858000"/>
              <a:gd name="connsiteX276" fmla="*/ 5480135 w 7467600"/>
              <a:gd name="connsiteY276" fmla="*/ 3565802 h 6858000"/>
              <a:gd name="connsiteX277" fmla="*/ 5499023 w 7467600"/>
              <a:gd name="connsiteY277" fmla="*/ 4166310 h 6858000"/>
              <a:gd name="connsiteX278" fmla="*/ 5547022 w 7467600"/>
              <a:gd name="connsiteY278" fmla="*/ 3607838 h 6858000"/>
              <a:gd name="connsiteX279" fmla="*/ 5515964 w 7467600"/>
              <a:gd name="connsiteY279" fmla="*/ 3378541 h 6858000"/>
              <a:gd name="connsiteX280" fmla="*/ 5453702 w 7467600"/>
              <a:gd name="connsiteY280" fmla="*/ 3090882 h 6858000"/>
              <a:gd name="connsiteX281" fmla="*/ 1238695 w 7467600"/>
              <a:gd name="connsiteY281" fmla="*/ 3076820 h 6858000"/>
              <a:gd name="connsiteX282" fmla="*/ 716371 w 7467600"/>
              <a:gd name="connsiteY282" fmla="*/ 3293249 h 6858000"/>
              <a:gd name="connsiteX283" fmla="*/ 579522 w 7467600"/>
              <a:gd name="connsiteY283" fmla="*/ 3371759 h 6858000"/>
              <a:gd name="connsiteX284" fmla="*/ 600288 w 7467600"/>
              <a:gd name="connsiteY284" fmla="*/ 3365555 h 6858000"/>
              <a:gd name="connsiteX285" fmla="*/ 840692 w 7467600"/>
              <a:gd name="connsiteY285" fmla="*/ 3284921 h 6858000"/>
              <a:gd name="connsiteX286" fmla="*/ 979248 w 7467600"/>
              <a:gd name="connsiteY286" fmla="*/ 3221003 h 6858000"/>
              <a:gd name="connsiteX287" fmla="*/ 1053282 w 7467600"/>
              <a:gd name="connsiteY287" fmla="*/ 3185247 h 6858000"/>
              <a:gd name="connsiteX288" fmla="*/ 1320603 w 7467600"/>
              <a:gd name="connsiteY288" fmla="*/ 3081281 h 6858000"/>
              <a:gd name="connsiteX289" fmla="*/ 1238695 w 7467600"/>
              <a:gd name="connsiteY289" fmla="*/ 3076820 h 6858000"/>
              <a:gd name="connsiteX290" fmla="*/ 5425627 w 7467600"/>
              <a:gd name="connsiteY290" fmla="*/ 2954192 h 6858000"/>
              <a:gd name="connsiteX291" fmla="*/ 5470770 w 7467600"/>
              <a:gd name="connsiteY291" fmla="*/ 3005435 h 6858000"/>
              <a:gd name="connsiteX292" fmla="*/ 5519779 w 7467600"/>
              <a:gd name="connsiteY292" fmla="*/ 4359223 h 6858000"/>
              <a:gd name="connsiteX293" fmla="*/ 5520293 w 7467600"/>
              <a:gd name="connsiteY293" fmla="*/ 4360602 h 6858000"/>
              <a:gd name="connsiteX294" fmla="*/ 5767221 w 7467600"/>
              <a:gd name="connsiteY294" fmla="*/ 4665564 h 6858000"/>
              <a:gd name="connsiteX295" fmla="*/ 6937169 w 7467600"/>
              <a:gd name="connsiteY295" fmla="*/ 4815941 h 6858000"/>
              <a:gd name="connsiteX296" fmla="*/ 6953922 w 7467600"/>
              <a:gd name="connsiteY296" fmla="*/ 4890068 h 6858000"/>
              <a:gd name="connsiteX297" fmla="*/ 6071359 w 7467600"/>
              <a:gd name="connsiteY297" fmla="*/ 4770770 h 6858000"/>
              <a:gd name="connsiteX298" fmla="*/ 6038839 w 7467600"/>
              <a:gd name="connsiteY298" fmla="*/ 4764474 h 6858000"/>
              <a:gd name="connsiteX299" fmla="*/ 6038706 w 7467600"/>
              <a:gd name="connsiteY299" fmla="*/ 4763847 h 6858000"/>
              <a:gd name="connsiteX300" fmla="*/ 6037784 w 7467600"/>
              <a:gd name="connsiteY300" fmla="*/ 4764270 h 6858000"/>
              <a:gd name="connsiteX301" fmla="*/ 6038839 w 7467600"/>
              <a:gd name="connsiteY301" fmla="*/ 4764474 h 6858000"/>
              <a:gd name="connsiteX302" fmla="*/ 6040338 w 7467600"/>
              <a:gd name="connsiteY302" fmla="*/ 4771418 h 6858000"/>
              <a:gd name="connsiteX303" fmla="*/ 6024488 w 7467600"/>
              <a:gd name="connsiteY303" fmla="*/ 4809903 h 6858000"/>
              <a:gd name="connsiteX304" fmla="*/ 5599771 w 7467600"/>
              <a:gd name="connsiteY304" fmla="*/ 5509652 h 6858000"/>
              <a:gd name="connsiteX305" fmla="*/ 5548843 w 7467600"/>
              <a:gd name="connsiteY305" fmla="*/ 5563845 h 6858000"/>
              <a:gd name="connsiteX306" fmla="*/ 5940952 w 7467600"/>
              <a:gd name="connsiteY306" fmla="*/ 6250028 h 6858000"/>
              <a:gd name="connsiteX307" fmla="*/ 6043441 w 7467600"/>
              <a:gd name="connsiteY307" fmla="*/ 6665847 h 6858000"/>
              <a:gd name="connsiteX308" fmla="*/ 6093432 w 7467600"/>
              <a:gd name="connsiteY308" fmla="*/ 6858000 h 6858000"/>
              <a:gd name="connsiteX309" fmla="*/ 6034344 w 7467600"/>
              <a:gd name="connsiteY309" fmla="*/ 6858000 h 6858000"/>
              <a:gd name="connsiteX310" fmla="*/ 6026679 w 7467600"/>
              <a:gd name="connsiteY310" fmla="*/ 6836959 h 6858000"/>
              <a:gd name="connsiteX311" fmla="*/ 5800441 w 7467600"/>
              <a:gd name="connsiteY311" fmla="*/ 6335286 h 6858000"/>
              <a:gd name="connsiteX312" fmla="*/ 5526562 w 7467600"/>
              <a:gd name="connsiteY312" fmla="*/ 5705388 h 6858000"/>
              <a:gd name="connsiteX313" fmla="*/ 5519640 w 7467600"/>
              <a:gd name="connsiteY313" fmla="*/ 5683774 h 6858000"/>
              <a:gd name="connsiteX314" fmla="*/ 5844559 w 7467600"/>
              <a:gd name="connsiteY314" fmla="*/ 6553349 h 6858000"/>
              <a:gd name="connsiteX315" fmla="*/ 5975994 w 7467600"/>
              <a:gd name="connsiteY315" fmla="*/ 6858000 h 6858000"/>
              <a:gd name="connsiteX316" fmla="*/ 5898547 w 7467600"/>
              <a:gd name="connsiteY316" fmla="*/ 6858000 h 6858000"/>
              <a:gd name="connsiteX317" fmla="*/ 5682041 w 7467600"/>
              <a:gd name="connsiteY317" fmla="*/ 6355860 h 6858000"/>
              <a:gd name="connsiteX318" fmla="*/ 5461758 w 7467600"/>
              <a:gd name="connsiteY318" fmla="*/ 5820220 h 6858000"/>
              <a:gd name="connsiteX319" fmla="*/ 5237282 w 7467600"/>
              <a:gd name="connsiteY319" fmla="*/ 6579086 h 6858000"/>
              <a:gd name="connsiteX320" fmla="*/ 5115009 w 7467600"/>
              <a:gd name="connsiteY320" fmla="*/ 6858000 h 6858000"/>
              <a:gd name="connsiteX321" fmla="*/ 5028074 w 7467600"/>
              <a:gd name="connsiteY321" fmla="*/ 6858000 h 6858000"/>
              <a:gd name="connsiteX322" fmla="*/ 5079508 w 7467600"/>
              <a:gd name="connsiteY322" fmla="*/ 6749074 h 6858000"/>
              <a:gd name="connsiteX323" fmla="*/ 5371846 w 7467600"/>
              <a:gd name="connsiteY323" fmla="*/ 5924413 h 6858000"/>
              <a:gd name="connsiteX324" fmla="*/ 5270512 w 7467600"/>
              <a:gd name="connsiteY324" fmla="*/ 6138975 h 6858000"/>
              <a:gd name="connsiteX325" fmla="*/ 5062409 w 7467600"/>
              <a:gd name="connsiteY325" fmla="*/ 6653544 h 6858000"/>
              <a:gd name="connsiteX326" fmla="*/ 5036628 w 7467600"/>
              <a:gd name="connsiteY326" fmla="*/ 6754247 h 6858000"/>
              <a:gd name="connsiteX327" fmla="*/ 5009112 w 7467600"/>
              <a:gd name="connsiteY327" fmla="*/ 6858000 h 6858000"/>
              <a:gd name="connsiteX328" fmla="*/ 4976679 w 7467600"/>
              <a:gd name="connsiteY328" fmla="*/ 6858000 h 6858000"/>
              <a:gd name="connsiteX329" fmla="*/ 5006537 w 7467600"/>
              <a:gd name="connsiteY329" fmla="*/ 6747068 h 6858000"/>
              <a:gd name="connsiteX330" fmla="*/ 5032723 w 7467600"/>
              <a:gd name="connsiteY330" fmla="*/ 6644957 h 6858000"/>
              <a:gd name="connsiteX331" fmla="*/ 5242949 w 7467600"/>
              <a:gd name="connsiteY331" fmla="*/ 6125175 h 6858000"/>
              <a:gd name="connsiteX332" fmla="*/ 5286321 w 7467600"/>
              <a:gd name="connsiteY332" fmla="*/ 6033555 h 6858000"/>
              <a:gd name="connsiteX333" fmla="*/ 5008210 w 7467600"/>
              <a:gd name="connsiteY333" fmla="*/ 6649194 h 6858000"/>
              <a:gd name="connsiteX334" fmla="*/ 4986321 w 7467600"/>
              <a:gd name="connsiteY334" fmla="*/ 6765687 h 6858000"/>
              <a:gd name="connsiteX335" fmla="*/ 4973474 w 7467600"/>
              <a:gd name="connsiteY335" fmla="*/ 6858000 h 6858000"/>
              <a:gd name="connsiteX336" fmla="*/ 4907178 w 7467600"/>
              <a:gd name="connsiteY336" fmla="*/ 6858000 h 6858000"/>
              <a:gd name="connsiteX337" fmla="*/ 4910810 w 7467600"/>
              <a:gd name="connsiteY337" fmla="*/ 6829660 h 6858000"/>
              <a:gd name="connsiteX338" fmla="*/ 4987461 w 7467600"/>
              <a:gd name="connsiteY338" fmla="*/ 6432994 h 6858000"/>
              <a:gd name="connsiteX339" fmla="*/ 5179262 w 7467600"/>
              <a:gd name="connsiteY339" fmla="*/ 6035044 h 6858000"/>
              <a:gd name="connsiteX340" fmla="*/ 4689678 w 7467600"/>
              <a:gd name="connsiteY340" fmla="*/ 6440241 h 6858000"/>
              <a:gd name="connsiteX341" fmla="*/ 4477543 w 7467600"/>
              <a:gd name="connsiteY341" fmla="*/ 6674836 h 6858000"/>
              <a:gd name="connsiteX342" fmla="*/ 4329957 w 7467600"/>
              <a:gd name="connsiteY342" fmla="*/ 6858000 h 6858000"/>
              <a:gd name="connsiteX343" fmla="*/ 4218595 w 7467600"/>
              <a:gd name="connsiteY343" fmla="*/ 6858000 h 6858000"/>
              <a:gd name="connsiteX344" fmla="*/ 4368888 w 7467600"/>
              <a:gd name="connsiteY344" fmla="*/ 6668412 h 6858000"/>
              <a:gd name="connsiteX345" fmla="*/ 4563091 w 7467600"/>
              <a:gd name="connsiteY345" fmla="*/ 6442508 h 6858000"/>
              <a:gd name="connsiteX346" fmla="*/ 5387324 w 7467600"/>
              <a:gd name="connsiteY346" fmla="*/ 5705830 h 6858000"/>
              <a:gd name="connsiteX347" fmla="*/ 5073620 w 7467600"/>
              <a:gd name="connsiteY347" fmla="*/ 5955437 h 6858000"/>
              <a:gd name="connsiteX348" fmla="*/ 4689789 w 7467600"/>
              <a:gd name="connsiteY348" fmla="*/ 6268382 h 6858000"/>
              <a:gd name="connsiteX349" fmla="*/ 4418722 w 7467600"/>
              <a:gd name="connsiteY349" fmla="*/ 6570886 h 6858000"/>
              <a:gd name="connsiteX350" fmla="*/ 4214944 w 7467600"/>
              <a:gd name="connsiteY350" fmla="*/ 6858000 h 6858000"/>
              <a:gd name="connsiteX351" fmla="*/ 4177898 w 7467600"/>
              <a:gd name="connsiteY351" fmla="*/ 6858000 h 6858000"/>
              <a:gd name="connsiteX352" fmla="*/ 4391597 w 7467600"/>
              <a:gd name="connsiteY352" fmla="*/ 6556370 h 6858000"/>
              <a:gd name="connsiteX353" fmla="*/ 4668889 w 7467600"/>
              <a:gd name="connsiteY353" fmla="*/ 6246399 h 6858000"/>
              <a:gd name="connsiteX354" fmla="*/ 5055427 w 7467600"/>
              <a:gd name="connsiteY354" fmla="*/ 5931476 h 6858000"/>
              <a:gd name="connsiteX355" fmla="*/ 5371814 w 7467600"/>
              <a:gd name="connsiteY355" fmla="*/ 5678975 h 6858000"/>
              <a:gd name="connsiteX356" fmla="*/ 4987918 w 7467600"/>
              <a:gd name="connsiteY356" fmla="*/ 5838701 h 6858000"/>
              <a:gd name="connsiteX357" fmla="*/ 4317146 w 7467600"/>
              <a:gd name="connsiteY357" fmla="*/ 6587716 h 6858000"/>
              <a:gd name="connsiteX358" fmla="*/ 4171627 w 7467600"/>
              <a:gd name="connsiteY358" fmla="*/ 6858000 h 6858000"/>
              <a:gd name="connsiteX359" fmla="*/ 4081585 w 7467600"/>
              <a:gd name="connsiteY359" fmla="*/ 6858000 h 6858000"/>
              <a:gd name="connsiteX360" fmla="*/ 4238603 w 7467600"/>
              <a:gd name="connsiteY360" fmla="*/ 6559341 h 6858000"/>
              <a:gd name="connsiteX361" fmla="*/ 4778333 w 7467600"/>
              <a:gd name="connsiteY361" fmla="*/ 5873626 h 6858000"/>
              <a:gd name="connsiteX362" fmla="*/ 5414185 w 7467600"/>
              <a:gd name="connsiteY362" fmla="*/ 5573882 h 6858000"/>
              <a:gd name="connsiteX363" fmla="*/ 5959648 w 7467600"/>
              <a:gd name="connsiteY363" fmla="*/ 4760797 h 6858000"/>
              <a:gd name="connsiteX364" fmla="*/ 5355019 w 7467600"/>
              <a:gd name="connsiteY364" fmla="*/ 4734672 h 6858000"/>
              <a:gd name="connsiteX365" fmla="*/ 5083565 w 7467600"/>
              <a:gd name="connsiteY365" fmla="*/ 5179121 h 6858000"/>
              <a:gd name="connsiteX366" fmla="*/ 4713577 w 7467600"/>
              <a:gd name="connsiteY366" fmla="*/ 5616803 h 6858000"/>
              <a:gd name="connsiteX367" fmla="*/ 3989559 w 7467600"/>
              <a:gd name="connsiteY367" fmla="*/ 6145945 h 6858000"/>
              <a:gd name="connsiteX368" fmla="*/ 3939824 w 7467600"/>
              <a:gd name="connsiteY368" fmla="*/ 6066900 h 6858000"/>
              <a:gd name="connsiteX369" fmla="*/ 4584537 w 7467600"/>
              <a:gd name="connsiteY369" fmla="*/ 5324826 h 6858000"/>
              <a:gd name="connsiteX370" fmla="*/ 5037105 w 7467600"/>
              <a:gd name="connsiteY370" fmla="*/ 5088765 h 6858000"/>
              <a:gd name="connsiteX371" fmla="*/ 5039930 w 7467600"/>
              <a:gd name="connsiteY371" fmla="*/ 5089585 h 6858000"/>
              <a:gd name="connsiteX372" fmla="*/ 5263764 w 7467600"/>
              <a:gd name="connsiteY372" fmla="*/ 4735525 h 6858000"/>
              <a:gd name="connsiteX373" fmla="*/ 4086300 w 7467600"/>
              <a:gd name="connsiteY373" fmla="*/ 4884599 h 6858000"/>
              <a:gd name="connsiteX374" fmla="*/ 4085485 w 7467600"/>
              <a:gd name="connsiteY374" fmla="*/ 4899070 h 6858000"/>
              <a:gd name="connsiteX375" fmla="*/ 3871915 w 7467600"/>
              <a:gd name="connsiteY375" fmla="*/ 5253645 h 6858000"/>
              <a:gd name="connsiteX376" fmla="*/ 3799374 w 7467600"/>
              <a:gd name="connsiteY376" fmla="*/ 5466127 h 6858000"/>
              <a:gd name="connsiteX377" fmla="*/ 3498850 w 7467600"/>
              <a:gd name="connsiteY377" fmla="*/ 6661888 h 6858000"/>
              <a:gd name="connsiteX378" fmla="*/ 3399216 w 7467600"/>
              <a:gd name="connsiteY378" fmla="*/ 6858000 h 6858000"/>
              <a:gd name="connsiteX379" fmla="*/ 3303688 w 7467600"/>
              <a:gd name="connsiteY379" fmla="*/ 6858000 h 6858000"/>
              <a:gd name="connsiteX380" fmla="*/ 3391774 w 7467600"/>
              <a:gd name="connsiteY380" fmla="*/ 6697181 h 6858000"/>
              <a:gd name="connsiteX381" fmla="*/ 3735540 w 7467600"/>
              <a:gd name="connsiteY381" fmla="*/ 5546923 h 6858000"/>
              <a:gd name="connsiteX382" fmla="*/ 3729438 w 7467600"/>
              <a:gd name="connsiteY382" fmla="*/ 5569058 h 6858000"/>
              <a:gd name="connsiteX383" fmla="*/ 3707782 w 7467600"/>
              <a:gd name="connsiteY383" fmla="*/ 5644908 h 6858000"/>
              <a:gd name="connsiteX384" fmla="*/ 3583827 w 7467600"/>
              <a:gd name="connsiteY384" fmla="*/ 6039215 h 6858000"/>
              <a:gd name="connsiteX385" fmla="*/ 3547861 w 7467600"/>
              <a:gd name="connsiteY385" fmla="*/ 6129609 h 6858000"/>
              <a:gd name="connsiteX386" fmla="*/ 3490905 w 7467600"/>
              <a:gd name="connsiteY386" fmla="*/ 6277660 h 6858000"/>
              <a:gd name="connsiteX387" fmla="*/ 3455859 w 7467600"/>
              <a:gd name="connsiteY387" fmla="*/ 6391301 h 6858000"/>
              <a:gd name="connsiteX388" fmla="*/ 3429112 w 7467600"/>
              <a:gd name="connsiteY388" fmla="*/ 6479469 h 6858000"/>
              <a:gd name="connsiteX389" fmla="*/ 3304862 w 7467600"/>
              <a:gd name="connsiteY389" fmla="*/ 6796476 h 6858000"/>
              <a:gd name="connsiteX390" fmla="*/ 3276071 w 7467600"/>
              <a:gd name="connsiteY390" fmla="*/ 6858000 h 6858000"/>
              <a:gd name="connsiteX391" fmla="*/ 3240805 w 7467600"/>
              <a:gd name="connsiteY391" fmla="*/ 6858000 h 6858000"/>
              <a:gd name="connsiteX392" fmla="*/ 3275917 w 7467600"/>
              <a:gd name="connsiteY392" fmla="*/ 6783192 h 6858000"/>
              <a:gd name="connsiteX393" fmla="*/ 3399358 w 7467600"/>
              <a:gd name="connsiteY393" fmla="*/ 6469011 h 6858000"/>
              <a:gd name="connsiteX394" fmla="*/ 3425650 w 7467600"/>
              <a:gd name="connsiteY394" fmla="*/ 6381333 h 6858000"/>
              <a:gd name="connsiteX395" fmla="*/ 3460661 w 7467600"/>
              <a:gd name="connsiteY395" fmla="*/ 6266763 h 6858000"/>
              <a:gd name="connsiteX396" fmla="*/ 3518021 w 7467600"/>
              <a:gd name="connsiteY396" fmla="*/ 6117298 h 6858000"/>
              <a:gd name="connsiteX397" fmla="*/ 3554035 w 7467600"/>
              <a:gd name="connsiteY397" fmla="*/ 6027832 h 6858000"/>
              <a:gd name="connsiteX398" fmla="*/ 3677174 w 7467600"/>
              <a:gd name="connsiteY398" fmla="*/ 5636351 h 6858000"/>
              <a:gd name="connsiteX399" fmla="*/ 3698819 w 7467600"/>
              <a:gd name="connsiteY399" fmla="*/ 5560503 h 6858000"/>
              <a:gd name="connsiteX400" fmla="*/ 3702094 w 7467600"/>
              <a:gd name="connsiteY400" fmla="*/ 5549194 h 6858000"/>
              <a:gd name="connsiteX401" fmla="*/ 3398355 w 7467600"/>
              <a:gd name="connsiteY401" fmla="*/ 6094603 h 6858000"/>
              <a:gd name="connsiteX402" fmla="*/ 3193941 w 7467600"/>
              <a:gd name="connsiteY402" fmla="*/ 6798775 h 6858000"/>
              <a:gd name="connsiteX403" fmla="*/ 3184140 w 7467600"/>
              <a:gd name="connsiteY403" fmla="*/ 6858000 h 6858000"/>
              <a:gd name="connsiteX404" fmla="*/ 3099978 w 7467600"/>
              <a:gd name="connsiteY404" fmla="*/ 6858000 h 6858000"/>
              <a:gd name="connsiteX405" fmla="*/ 3101556 w 7467600"/>
              <a:gd name="connsiteY405" fmla="*/ 6843337 h 6858000"/>
              <a:gd name="connsiteX406" fmla="*/ 3370162 w 7467600"/>
              <a:gd name="connsiteY406" fmla="*/ 5785550 h 6858000"/>
              <a:gd name="connsiteX407" fmla="*/ 3746477 w 7467600"/>
              <a:gd name="connsiteY407" fmla="*/ 5377889 h 6858000"/>
              <a:gd name="connsiteX408" fmla="*/ 3863399 w 7467600"/>
              <a:gd name="connsiteY408" fmla="*/ 5087257 h 6858000"/>
              <a:gd name="connsiteX409" fmla="*/ 3968712 w 7467600"/>
              <a:gd name="connsiteY409" fmla="*/ 4913989 h 6858000"/>
              <a:gd name="connsiteX410" fmla="*/ 2792390 w 7467600"/>
              <a:gd name="connsiteY410" fmla="*/ 5382974 h 6858000"/>
              <a:gd name="connsiteX411" fmla="*/ 2714982 w 7467600"/>
              <a:gd name="connsiteY411" fmla="*/ 5427051 h 6858000"/>
              <a:gd name="connsiteX412" fmla="*/ 2813361 w 7467600"/>
              <a:gd name="connsiteY412" fmla="*/ 6023912 h 6858000"/>
              <a:gd name="connsiteX413" fmla="*/ 2688430 w 7467600"/>
              <a:gd name="connsiteY413" fmla="*/ 6801564 h 6858000"/>
              <a:gd name="connsiteX414" fmla="*/ 2629626 w 7467600"/>
              <a:gd name="connsiteY414" fmla="*/ 6763394 h 6858000"/>
              <a:gd name="connsiteX415" fmla="*/ 2565328 w 7467600"/>
              <a:gd name="connsiteY415" fmla="*/ 5516399 h 6858000"/>
              <a:gd name="connsiteX416" fmla="*/ 1922999 w 7467600"/>
              <a:gd name="connsiteY416" fmla="*/ 5980343 h 6858000"/>
              <a:gd name="connsiteX417" fmla="*/ 1950261 w 7467600"/>
              <a:gd name="connsiteY417" fmla="*/ 6405858 h 6858000"/>
              <a:gd name="connsiteX418" fmla="*/ 2365554 w 7467600"/>
              <a:gd name="connsiteY418" fmla="*/ 6759107 h 6858000"/>
              <a:gd name="connsiteX419" fmla="*/ 2424142 w 7467600"/>
              <a:gd name="connsiteY419" fmla="*/ 6858000 h 6858000"/>
              <a:gd name="connsiteX420" fmla="*/ 2395994 w 7467600"/>
              <a:gd name="connsiteY420" fmla="*/ 6858000 h 6858000"/>
              <a:gd name="connsiteX421" fmla="*/ 2392863 w 7467600"/>
              <a:gd name="connsiteY421" fmla="*/ 6852964 h 6858000"/>
              <a:gd name="connsiteX422" fmla="*/ 2017589 w 7467600"/>
              <a:gd name="connsiteY422" fmla="*/ 6493982 h 6858000"/>
              <a:gd name="connsiteX423" fmla="*/ 2147336 w 7467600"/>
              <a:gd name="connsiteY423" fmla="*/ 6594052 h 6858000"/>
              <a:gd name="connsiteX424" fmla="*/ 2207047 w 7467600"/>
              <a:gd name="connsiteY424" fmla="*/ 6654540 h 6858000"/>
              <a:gd name="connsiteX425" fmla="*/ 2299106 w 7467600"/>
              <a:gd name="connsiteY425" fmla="*/ 6778931 h 6858000"/>
              <a:gd name="connsiteX426" fmla="*/ 2314430 w 7467600"/>
              <a:gd name="connsiteY426" fmla="*/ 6801144 h 6858000"/>
              <a:gd name="connsiteX427" fmla="*/ 2352406 w 7467600"/>
              <a:gd name="connsiteY427" fmla="*/ 6858000 h 6858000"/>
              <a:gd name="connsiteX428" fmla="*/ 2314492 w 7467600"/>
              <a:gd name="connsiteY428" fmla="*/ 6858000 h 6858000"/>
              <a:gd name="connsiteX429" fmla="*/ 2288095 w 7467600"/>
              <a:gd name="connsiteY429" fmla="*/ 6818030 h 6858000"/>
              <a:gd name="connsiteX430" fmla="*/ 2272768 w 7467600"/>
              <a:gd name="connsiteY430" fmla="*/ 6795822 h 6858000"/>
              <a:gd name="connsiteX431" fmla="*/ 2182715 w 7467600"/>
              <a:gd name="connsiteY431" fmla="*/ 6675071 h 6858000"/>
              <a:gd name="connsiteX432" fmla="*/ 2032061 w 7467600"/>
              <a:gd name="connsiteY432" fmla="*/ 6541380 h 6858000"/>
              <a:gd name="connsiteX433" fmla="*/ 2257220 w 7467600"/>
              <a:gd name="connsiteY433" fmla="*/ 6826257 h 6858000"/>
              <a:gd name="connsiteX434" fmla="*/ 2281324 w 7467600"/>
              <a:gd name="connsiteY434" fmla="*/ 6858000 h 6858000"/>
              <a:gd name="connsiteX435" fmla="*/ 2242860 w 7467600"/>
              <a:gd name="connsiteY435" fmla="*/ 6858000 h 6858000"/>
              <a:gd name="connsiteX436" fmla="*/ 2232818 w 7467600"/>
              <a:gd name="connsiteY436" fmla="*/ 6844926 h 6858000"/>
              <a:gd name="connsiteX437" fmla="*/ 1990172 w 7467600"/>
              <a:gd name="connsiteY437" fmla="*/ 6542121 h 6858000"/>
              <a:gd name="connsiteX438" fmla="*/ 2124090 w 7467600"/>
              <a:gd name="connsiteY438" fmla="*/ 6761017 h 6858000"/>
              <a:gd name="connsiteX439" fmla="*/ 2200380 w 7467600"/>
              <a:gd name="connsiteY439" fmla="*/ 6858000 h 6858000"/>
              <a:gd name="connsiteX440" fmla="*/ 2147507 w 7467600"/>
              <a:gd name="connsiteY440" fmla="*/ 6858000 h 6858000"/>
              <a:gd name="connsiteX441" fmla="*/ 2070668 w 7467600"/>
              <a:gd name="connsiteY441" fmla="*/ 6761520 h 6858000"/>
              <a:gd name="connsiteX442" fmla="*/ 1975142 w 7467600"/>
              <a:gd name="connsiteY442" fmla="*/ 6585570 h 6858000"/>
              <a:gd name="connsiteX443" fmla="*/ 2050035 w 7467600"/>
              <a:gd name="connsiteY443" fmla="*/ 6813345 h 6858000"/>
              <a:gd name="connsiteX444" fmla="*/ 2063025 w 7467600"/>
              <a:gd name="connsiteY444" fmla="*/ 6858000 h 6858000"/>
              <a:gd name="connsiteX445" fmla="*/ 2021675 w 7467600"/>
              <a:gd name="connsiteY445" fmla="*/ 6858000 h 6858000"/>
              <a:gd name="connsiteX446" fmla="*/ 2019308 w 7467600"/>
              <a:gd name="connsiteY446" fmla="*/ 6847118 h 6858000"/>
              <a:gd name="connsiteX447" fmla="*/ 1938835 w 7467600"/>
              <a:gd name="connsiteY447" fmla="*/ 6551160 h 6858000"/>
              <a:gd name="connsiteX448" fmla="*/ 1953230 w 7467600"/>
              <a:gd name="connsiteY448" fmla="*/ 6759699 h 6858000"/>
              <a:gd name="connsiteX449" fmla="*/ 1956763 w 7467600"/>
              <a:gd name="connsiteY449" fmla="*/ 6778191 h 6858000"/>
              <a:gd name="connsiteX450" fmla="*/ 1967925 w 7467600"/>
              <a:gd name="connsiteY450" fmla="*/ 6858000 h 6858000"/>
              <a:gd name="connsiteX451" fmla="*/ 1936622 w 7467600"/>
              <a:gd name="connsiteY451" fmla="*/ 6858000 h 6858000"/>
              <a:gd name="connsiteX452" fmla="*/ 1926261 w 7467600"/>
              <a:gd name="connsiteY452" fmla="*/ 6784064 h 6858000"/>
              <a:gd name="connsiteX453" fmla="*/ 1922724 w 7467600"/>
              <a:gd name="connsiteY453" fmla="*/ 6765577 h 6858000"/>
              <a:gd name="connsiteX454" fmla="*/ 1904650 w 7467600"/>
              <a:gd name="connsiteY454" fmla="*/ 6639616 h 6858000"/>
              <a:gd name="connsiteX455" fmla="*/ 1885273 w 7467600"/>
              <a:gd name="connsiteY455" fmla="*/ 6858000 h 6858000"/>
              <a:gd name="connsiteX456" fmla="*/ 1854363 w 7467600"/>
              <a:gd name="connsiteY456" fmla="*/ 6858000 h 6858000"/>
              <a:gd name="connsiteX457" fmla="*/ 1880391 w 7467600"/>
              <a:gd name="connsiteY457" fmla="*/ 6603796 h 6858000"/>
              <a:gd name="connsiteX458" fmla="*/ 1818273 w 7467600"/>
              <a:gd name="connsiteY458" fmla="*/ 6715729 h 6858000"/>
              <a:gd name="connsiteX459" fmla="*/ 1794691 w 7467600"/>
              <a:gd name="connsiteY459" fmla="*/ 6843239 h 6858000"/>
              <a:gd name="connsiteX460" fmla="*/ 1794914 w 7467600"/>
              <a:gd name="connsiteY460" fmla="*/ 6858000 h 6858000"/>
              <a:gd name="connsiteX461" fmla="*/ 1746128 w 7467600"/>
              <a:gd name="connsiteY461" fmla="*/ 6858000 h 6858000"/>
              <a:gd name="connsiteX462" fmla="*/ 1753934 w 7467600"/>
              <a:gd name="connsiteY462" fmla="*/ 6724796 h 6858000"/>
              <a:gd name="connsiteX463" fmla="*/ 1792053 w 7467600"/>
              <a:gd name="connsiteY463" fmla="*/ 6572396 h 6858000"/>
              <a:gd name="connsiteX464" fmla="*/ 1862248 w 7467600"/>
              <a:gd name="connsiteY464" fmla="*/ 6266397 h 6858000"/>
              <a:gd name="connsiteX465" fmla="*/ 1862250 w 7467600"/>
              <a:gd name="connsiteY465" fmla="*/ 6033531 h 6858000"/>
              <a:gd name="connsiteX466" fmla="*/ 1211999 w 7467600"/>
              <a:gd name="connsiteY466" fmla="*/ 6683610 h 6858000"/>
              <a:gd name="connsiteX467" fmla="*/ 1213266 w 7467600"/>
              <a:gd name="connsiteY467" fmla="*/ 6691947 h 6858000"/>
              <a:gd name="connsiteX468" fmla="*/ 1203370 w 7467600"/>
              <a:gd name="connsiteY468" fmla="*/ 6850676 h 6858000"/>
              <a:gd name="connsiteX469" fmla="*/ 1203671 w 7467600"/>
              <a:gd name="connsiteY469" fmla="*/ 6858000 h 6858000"/>
              <a:gd name="connsiteX470" fmla="*/ 1143180 w 7467600"/>
              <a:gd name="connsiteY470" fmla="*/ 6858000 h 6858000"/>
              <a:gd name="connsiteX471" fmla="*/ 1142176 w 7467600"/>
              <a:gd name="connsiteY471" fmla="*/ 6766045 h 6858000"/>
              <a:gd name="connsiteX472" fmla="*/ 1067484 w 7467600"/>
              <a:gd name="connsiteY472" fmla="*/ 6858000 h 6858000"/>
              <a:gd name="connsiteX473" fmla="*/ 953928 w 7467600"/>
              <a:gd name="connsiteY473" fmla="*/ 6858000 h 6858000"/>
              <a:gd name="connsiteX474" fmla="*/ 959715 w 7467600"/>
              <a:gd name="connsiteY474" fmla="*/ 6850185 h 6858000"/>
              <a:gd name="connsiteX475" fmla="*/ 1483788 w 7467600"/>
              <a:gd name="connsiteY475" fmla="*/ 6259174 h 6858000"/>
              <a:gd name="connsiteX476" fmla="*/ 1100671 w 7467600"/>
              <a:gd name="connsiteY476" fmla="*/ 6252137 h 6858000"/>
              <a:gd name="connsiteX477" fmla="*/ 1090144 w 7467600"/>
              <a:gd name="connsiteY477" fmla="*/ 6256748 h 6858000"/>
              <a:gd name="connsiteX478" fmla="*/ 1095872 w 7467600"/>
              <a:gd name="connsiteY478" fmla="*/ 6271892 h 6858000"/>
              <a:gd name="connsiteX479" fmla="*/ 262785 w 7467600"/>
              <a:gd name="connsiteY479" fmla="*/ 6845450 h 6858000"/>
              <a:gd name="connsiteX480" fmla="*/ 209968 w 7467600"/>
              <a:gd name="connsiteY480" fmla="*/ 6770713 h 6858000"/>
              <a:gd name="connsiteX481" fmla="*/ 873460 w 7467600"/>
              <a:gd name="connsiteY481" fmla="*/ 6253768 h 6858000"/>
              <a:gd name="connsiteX482" fmla="*/ 192686 w 7467600"/>
              <a:gd name="connsiteY482" fmla="*/ 5849257 h 6858000"/>
              <a:gd name="connsiteX483" fmla="*/ 4696 w 7467600"/>
              <a:gd name="connsiteY483" fmla="*/ 5697668 h 6858000"/>
              <a:gd name="connsiteX484" fmla="*/ 0 w 7467600"/>
              <a:gd name="connsiteY484" fmla="*/ 5689984 h 6858000"/>
              <a:gd name="connsiteX485" fmla="*/ 0 w 7467600"/>
              <a:gd name="connsiteY485" fmla="*/ 5513472 h 6858000"/>
              <a:gd name="connsiteX486" fmla="*/ 174101 w 7467600"/>
              <a:gd name="connsiteY486" fmla="*/ 5620277 h 6858000"/>
              <a:gd name="connsiteX487" fmla="*/ 891800 w 7467600"/>
              <a:gd name="connsiteY487" fmla="*/ 6036935 h 6858000"/>
              <a:gd name="connsiteX488" fmla="*/ 1072219 w 7467600"/>
              <a:gd name="connsiteY488" fmla="*/ 6169443 h 6858000"/>
              <a:gd name="connsiteX489" fmla="*/ 1074117 w 7467600"/>
              <a:gd name="connsiteY489" fmla="*/ 6170301 h 6858000"/>
              <a:gd name="connsiteX490" fmla="*/ 1083114 w 7467600"/>
              <a:gd name="connsiteY490" fmla="*/ 6174131 h 6858000"/>
              <a:gd name="connsiteX491" fmla="*/ 1543010 w 7467600"/>
              <a:gd name="connsiteY491" fmla="*/ 6191140 h 6858000"/>
              <a:gd name="connsiteX492" fmla="*/ 1551080 w 7467600"/>
              <a:gd name="connsiteY492" fmla="*/ 6195006 h 6858000"/>
              <a:gd name="connsiteX493" fmla="*/ 2345443 w 7467600"/>
              <a:gd name="connsiteY493" fmla="*/ 5549882 h 6858000"/>
              <a:gd name="connsiteX494" fmla="*/ 1721499 w 7467600"/>
              <a:gd name="connsiteY494" fmla="*/ 5599969 h 6858000"/>
              <a:gd name="connsiteX495" fmla="*/ 767716 w 7467600"/>
              <a:gd name="connsiteY495" fmla="*/ 5472768 h 6858000"/>
              <a:gd name="connsiteX496" fmla="*/ 722147 w 7467600"/>
              <a:gd name="connsiteY496" fmla="*/ 5393091 h 6858000"/>
              <a:gd name="connsiteX497" fmla="*/ 1485552 w 7467600"/>
              <a:gd name="connsiteY497" fmla="*/ 5313202 h 6858000"/>
              <a:gd name="connsiteX498" fmla="*/ 2143004 w 7467600"/>
              <a:gd name="connsiteY498" fmla="*/ 5402420 h 6858000"/>
              <a:gd name="connsiteX499" fmla="*/ 1933391 w 7467600"/>
              <a:gd name="connsiteY499" fmla="*/ 5156971 h 6858000"/>
              <a:gd name="connsiteX500" fmla="*/ 1827118 w 7467600"/>
              <a:gd name="connsiteY500" fmla="*/ 4968410 h 6858000"/>
              <a:gd name="connsiteX501" fmla="*/ 1837349 w 7467600"/>
              <a:gd name="connsiteY501" fmla="*/ 4956357 h 6858000"/>
              <a:gd name="connsiteX502" fmla="*/ 2162835 w 7467600"/>
              <a:gd name="connsiteY502" fmla="*/ 5187853 h 6858000"/>
              <a:gd name="connsiteX503" fmla="*/ 2257167 w 7467600"/>
              <a:gd name="connsiteY503" fmla="*/ 5462123 h 6858000"/>
              <a:gd name="connsiteX504" fmla="*/ 2261598 w 7467600"/>
              <a:gd name="connsiteY504" fmla="*/ 5467998 h 6858000"/>
              <a:gd name="connsiteX505" fmla="*/ 2437177 w 7467600"/>
              <a:gd name="connsiteY505" fmla="*/ 5479608 h 6858000"/>
              <a:gd name="connsiteX506" fmla="*/ 2445247 w 7467600"/>
              <a:gd name="connsiteY506" fmla="*/ 5483476 h 6858000"/>
              <a:gd name="connsiteX507" fmla="*/ 2743626 w 7467600"/>
              <a:gd name="connsiteY507" fmla="*/ 5304819 h 6858000"/>
              <a:gd name="connsiteX508" fmla="*/ 3048102 w 7467600"/>
              <a:gd name="connsiteY508" fmla="*/ 5150595 h 6858000"/>
              <a:gd name="connsiteX509" fmla="*/ 1799414 w 7467600"/>
              <a:gd name="connsiteY509" fmla="*/ 4694732 h 6858000"/>
              <a:gd name="connsiteX510" fmla="*/ 1771735 w 7467600"/>
              <a:gd name="connsiteY510" fmla="*/ 4619929 h 6858000"/>
              <a:gd name="connsiteX511" fmla="*/ 3104273 w 7467600"/>
              <a:gd name="connsiteY511" fmla="*/ 5076159 h 6858000"/>
              <a:gd name="connsiteX512" fmla="*/ 3113245 w 7467600"/>
              <a:gd name="connsiteY512" fmla="*/ 5090705 h 6858000"/>
              <a:gd name="connsiteX513" fmla="*/ 3126294 w 7467600"/>
              <a:gd name="connsiteY513" fmla="*/ 5114400 h 6858000"/>
              <a:gd name="connsiteX514" fmla="*/ 3937433 w 7467600"/>
              <a:gd name="connsiteY514" fmla="*/ 4830473 h 6858000"/>
              <a:gd name="connsiteX515" fmla="*/ 3590475 w 7467600"/>
              <a:gd name="connsiteY515" fmla="*/ 4597974 h 6858000"/>
              <a:gd name="connsiteX516" fmla="*/ 3100264 w 7467600"/>
              <a:gd name="connsiteY516" fmla="*/ 4579845 h 6858000"/>
              <a:gd name="connsiteX517" fmla="*/ 2183576 w 7467600"/>
              <a:gd name="connsiteY517" fmla="*/ 4227150 h 6858000"/>
              <a:gd name="connsiteX518" fmla="*/ 2151029 w 7467600"/>
              <a:gd name="connsiteY518" fmla="*/ 4146947 h 6858000"/>
              <a:gd name="connsiteX519" fmla="*/ 3563434 w 7467600"/>
              <a:gd name="connsiteY519" fmla="*/ 4469115 h 6858000"/>
              <a:gd name="connsiteX520" fmla="*/ 3177952 w 7467600"/>
              <a:gd name="connsiteY520" fmla="*/ 3657386 h 6858000"/>
              <a:gd name="connsiteX521" fmla="*/ 3189263 w 7467600"/>
              <a:gd name="connsiteY521" fmla="*/ 3625726 h 6858000"/>
              <a:gd name="connsiteX522" fmla="*/ 3560912 w 7467600"/>
              <a:gd name="connsiteY522" fmla="*/ 4079863 h 6858000"/>
              <a:gd name="connsiteX523" fmla="*/ 3626636 w 7467600"/>
              <a:gd name="connsiteY523" fmla="*/ 4512230 h 6858000"/>
              <a:gd name="connsiteX524" fmla="*/ 3653088 w 7467600"/>
              <a:gd name="connsiteY524" fmla="*/ 4521417 h 6858000"/>
              <a:gd name="connsiteX525" fmla="*/ 3988128 w 7467600"/>
              <a:gd name="connsiteY525" fmla="*/ 4817267 h 6858000"/>
              <a:gd name="connsiteX526" fmla="*/ 4830582 w 7467600"/>
              <a:gd name="connsiteY526" fmla="*/ 4676000 h 6858000"/>
              <a:gd name="connsiteX527" fmla="*/ 4830100 w 7467600"/>
              <a:gd name="connsiteY527" fmla="*/ 4675554 h 6858000"/>
              <a:gd name="connsiteX528" fmla="*/ 4036318 w 7467600"/>
              <a:gd name="connsiteY528" fmla="*/ 4147013 h 6858000"/>
              <a:gd name="connsiteX529" fmla="*/ 3432098 w 7467600"/>
              <a:gd name="connsiteY529" fmla="*/ 3537312 h 6858000"/>
              <a:gd name="connsiteX530" fmla="*/ 3446761 w 7467600"/>
              <a:gd name="connsiteY530" fmla="*/ 3461278 h 6858000"/>
              <a:gd name="connsiteX531" fmla="*/ 4419733 w 7467600"/>
              <a:gd name="connsiteY531" fmla="*/ 3963555 h 6858000"/>
              <a:gd name="connsiteX532" fmla="*/ 4781371 w 7467600"/>
              <a:gd name="connsiteY532" fmla="*/ 4458604 h 6858000"/>
              <a:gd name="connsiteX533" fmla="*/ 4780440 w 7467600"/>
              <a:gd name="connsiteY533" fmla="*/ 4470290 h 6858000"/>
              <a:gd name="connsiteX534" fmla="*/ 4898954 w 7467600"/>
              <a:gd name="connsiteY534" fmla="*/ 4662092 h 6858000"/>
              <a:gd name="connsiteX535" fmla="*/ 4900699 w 7467600"/>
              <a:gd name="connsiteY535" fmla="*/ 4670867 h 6858000"/>
              <a:gd name="connsiteX536" fmla="*/ 5714511 w 7467600"/>
              <a:gd name="connsiteY536" fmla="*/ 4663483 h 6858000"/>
              <a:gd name="connsiteX537" fmla="*/ 5464793 w 7467600"/>
              <a:gd name="connsiteY537" fmla="*/ 4393556 h 6858000"/>
              <a:gd name="connsiteX538" fmla="*/ 5461897 w 7467600"/>
              <a:gd name="connsiteY538" fmla="*/ 4390879 h 6858000"/>
              <a:gd name="connsiteX539" fmla="*/ 4294126 w 7467600"/>
              <a:gd name="connsiteY539" fmla="*/ 3303048 h 6858000"/>
              <a:gd name="connsiteX540" fmla="*/ 4305321 w 7467600"/>
              <a:gd name="connsiteY540" fmla="*/ 3256953 h 6858000"/>
              <a:gd name="connsiteX541" fmla="*/ 4949299 w 7467600"/>
              <a:gd name="connsiteY541" fmla="*/ 3766336 h 6858000"/>
              <a:gd name="connsiteX542" fmla="*/ 5291452 w 7467600"/>
              <a:gd name="connsiteY542" fmla="*/ 4076801 h 6858000"/>
              <a:gd name="connsiteX543" fmla="*/ 5434998 w 7467600"/>
              <a:gd name="connsiteY543" fmla="*/ 4254100 h 6858000"/>
              <a:gd name="connsiteX544" fmla="*/ 5351015 w 7467600"/>
              <a:gd name="connsiteY544" fmla="*/ 3760989 h 6858000"/>
              <a:gd name="connsiteX545" fmla="*/ 5413780 w 7467600"/>
              <a:gd name="connsiteY545" fmla="*/ 2966265 h 6858000"/>
              <a:gd name="connsiteX546" fmla="*/ 5425627 w 7467600"/>
              <a:gd name="connsiteY546" fmla="*/ 2954192 h 6858000"/>
              <a:gd name="connsiteX547" fmla="*/ 6604735 w 7467600"/>
              <a:gd name="connsiteY547" fmla="*/ 2041381 h 6858000"/>
              <a:gd name="connsiteX548" fmla="*/ 7204487 w 7467600"/>
              <a:gd name="connsiteY548" fmla="*/ 2742112 h 6858000"/>
              <a:gd name="connsiteX549" fmla="*/ 7131592 w 7467600"/>
              <a:gd name="connsiteY549" fmla="*/ 2672096 h 6858000"/>
              <a:gd name="connsiteX550" fmla="*/ 6996344 w 7467600"/>
              <a:gd name="connsiteY550" fmla="*/ 2518310 h 6858000"/>
              <a:gd name="connsiteX551" fmla="*/ 6735495 w 7467600"/>
              <a:gd name="connsiteY551" fmla="*/ 2196890 h 6858000"/>
              <a:gd name="connsiteX552" fmla="*/ 6721901 w 7467600"/>
              <a:gd name="connsiteY552" fmla="*/ 2179274 h 6858000"/>
              <a:gd name="connsiteX553" fmla="*/ 6604735 w 7467600"/>
              <a:gd name="connsiteY553" fmla="*/ 2041381 h 6858000"/>
              <a:gd name="connsiteX554" fmla="*/ 6591670 w 7467600"/>
              <a:gd name="connsiteY554" fmla="*/ 1988277 h 6858000"/>
              <a:gd name="connsiteX555" fmla="*/ 6747349 w 7467600"/>
              <a:gd name="connsiteY555" fmla="*/ 2160069 h 6858000"/>
              <a:gd name="connsiteX556" fmla="*/ 6760943 w 7467600"/>
              <a:gd name="connsiteY556" fmla="*/ 2177686 h 6858000"/>
              <a:gd name="connsiteX557" fmla="*/ 7021065 w 7467600"/>
              <a:gd name="connsiteY557" fmla="*/ 2498102 h 6858000"/>
              <a:gd name="connsiteX558" fmla="*/ 7155223 w 7467600"/>
              <a:gd name="connsiteY558" fmla="*/ 2650386 h 6858000"/>
              <a:gd name="connsiteX559" fmla="*/ 7203167 w 7467600"/>
              <a:gd name="connsiteY559" fmla="*/ 2697288 h 6858000"/>
              <a:gd name="connsiteX560" fmla="*/ 6937703 w 7467600"/>
              <a:gd name="connsiteY560" fmla="*/ 2321981 h 6858000"/>
              <a:gd name="connsiteX561" fmla="*/ 6591670 w 7467600"/>
              <a:gd name="connsiteY561" fmla="*/ 1988277 h 6858000"/>
              <a:gd name="connsiteX562" fmla="*/ 5798671 w 7467600"/>
              <a:gd name="connsiteY562" fmla="*/ 1981601 h 6858000"/>
              <a:gd name="connsiteX563" fmla="*/ 5754709 w 7467600"/>
              <a:gd name="connsiteY563" fmla="*/ 2071454 h 6858000"/>
              <a:gd name="connsiteX564" fmla="*/ 5763044 w 7467600"/>
              <a:gd name="connsiteY564" fmla="*/ 2842206 h 6858000"/>
              <a:gd name="connsiteX565" fmla="*/ 5764974 w 7467600"/>
              <a:gd name="connsiteY565" fmla="*/ 2799609 h 6858000"/>
              <a:gd name="connsiteX566" fmla="*/ 5767665 w 7467600"/>
              <a:gd name="connsiteY566" fmla="*/ 2666409 h 6858000"/>
              <a:gd name="connsiteX567" fmla="*/ 5763055 w 7467600"/>
              <a:gd name="connsiteY567" fmla="*/ 2579705 h 6858000"/>
              <a:gd name="connsiteX568" fmla="*/ 5758079 w 7467600"/>
              <a:gd name="connsiteY568" fmla="*/ 2492508 h 6858000"/>
              <a:gd name="connsiteX569" fmla="*/ 5779325 w 7467600"/>
              <a:gd name="connsiteY569" fmla="*/ 2197069 h 6858000"/>
              <a:gd name="connsiteX570" fmla="*/ 5798671 w 7467600"/>
              <a:gd name="connsiteY570" fmla="*/ 1981601 h 6858000"/>
              <a:gd name="connsiteX571" fmla="*/ 5829202 w 7467600"/>
              <a:gd name="connsiteY571" fmla="*/ 1971679 h 6858000"/>
              <a:gd name="connsiteX572" fmla="*/ 5809558 w 7467600"/>
              <a:gd name="connsiteY572" fmla="*/ 2198043 h 6858000"/>
              <a:gd name="connsiteX573" fmla="*/ 5788653 w 7467600"/>
              <a:gd name="connsiteY573" fmla="*/ 2489430 h 6858000"/>
              <a:gd name="connsiteX574" fmla="*/ 5793439 w 7467600"/>
              <a:gd name="connsiteY574" fmla="*/ 2575235 h 6858000"/>
              <a:gd name="connsiteX575" fmla="*/ 5796837 w 7467600"/>
              <a:gd name="connsiteY575" fmla="*/ 2637633 h 6858000"/>
              <a:gd name="connsiteX576" fmla="*/ 5818614 w 7467600"/>
              <a:gd name="connsiteY576" fmla="*/ 2473055 h 6858000"/>
              <a:gd name="connsiteX577" fmla="*/ 5829202 w 7467600"/>
              <a:gd name="connsiteY577" fmla="*/ 1971679 h 6858000"/>
              <a:gd name="connsiteX578" fmla="*/ 5911389 w 7467600"/>
              <a:gd name="connsiteY578" fmla="*/ 1898371 h 6858000"/>
              <a:gd name="connsiteX579" fmla="*/ 6237627 w 7467600"/>
              <a:gd name="connsiteY579" fmla="*/ 2231921 h 6858000"/>
              <a:gd name="connsiteX580" fmla="*/ 5911389 w 7467600"/>
              <a:gd name="connsiteY580" fmla="*/ 1898371 h 6858000"/>
              <a:gd name="connsiteX581" fmla="*/ 6944437 w 7467600"/>
              <a:gd name="connsiteY581" fmla="*/ 1575402 h 6858000"/>
              <a:gd name="connsiteX582" fmla="*/ 6304730 w 7467600"/>
              <a:gd name="connsiteY582" fmla="*/ 1766654 h 6858000"/>
              <a:gd name="connsiteX583" fmla="*/ 6944437 w 7467600"/>
              <a:gd name="connsiteY583" fmla="*/ 1575402 h 6858000"/>
              <a:gd name="connsiteX584" fmla="*/ 7019523 w 7467600"/>
              <a:gd name="connsiteY584" fmla="*/ 1519450 h 6858000"/>
              <a:gd name="connsiteX585" fmla="*/ 6298091 w 7467600"/>
              <a:gd name="connsiteY585" fmla="*/ 1737122 h 6858000"/>
              <a:gd name="connsiteX586" fmla="*/ 7019523 w 7467600"/>
              <a:gd name="connsiteY586" fmla="*/ 1519450 h 6858000"/>
              <a:gd name="connsiteX587" fmla="*/ 2399523 w 7467600"/>
              <a:gd name="connsiteY587" fmla="*/ 1428234 h 6858000"/>
              <a:gd name="connsiteX588" fmla="*/ 2224982 w 7467600"/>
              <a:gd name="connsiteY588" fmla="*/ 1826201 h 6858000"/>
              <a:gd name="connsiteX589" fmla="*/ 2096099 w 7467600"/>
              <a:gd name="connsiteY589" fmla="*/ 2345900 h 6858000"/>
              <a:gd name="connsiteX590" fmla="*/ 2283317 w 7467600"/>
              <a:gd name="connsiteY590" fmla="*/ 1796925 h 6858000"/>
              <a:gd name="connsiteX591" fmla="*/ 2399523 w 7467600"/>
              <a:gd name="connsiteY591" fmla="*/ 1428234 h 6858000"/>
              <a:gd name="connsiteX592" fmla="*/ 2448558 w 7467600"/>
              <a:gd name="connsiteY592" fmla="*/ 1373435 h 6858000"/>
              <a:gd name="connsiteX593" fmla="*/ 2312521 w 7467600"/>
              <a:gd name="connsiteY593" fmla="*/ 1806140 h 6858000"/>
              <a:gd name="connsiteX594" fmla="*/ 2127533 w 7467600"/>
              <a:gd name="connsiteY594" fmla="*/ 2348380 h 6858000"/>
              <a:gd name="connsiteX595" fmla="*/ 2358080 w 7467600"/>
              <a:gd name="connsiteY595" fmla="*/ 1866134 h 6858000"/>
              <a:gd name="connsiteX596" fmla="*/ 2407436 w 7467600"/>
              <a:gd name="connsiteY596" fmla="*/ 1651070 h 6858000"/>
              <a:gd name="connsiteX597" fmla="*/ 2448558 w 7467600"/>
              <a:gd name="connsiteY597" fmla="*/ 1373435 h 6858000"/>
              <a:gd name="connsiteX598" fmla="*/ 278707 w 7467600"/>
              <a:gd name="connsiteY598" fmla="*/ 1352270 h 6858000"/>
              <a:gd name="connsiteX599" fmla="*/ 321570 w 7467600"/>
              <a:gd name="connsiteY599" fmla="*/ 1861610 h 6858000"/>
              <a:gd name="connsiteX600" fmla="*/ 294281 w 7467600"/>
              <a:gd name="connsiteY600" fmla="*/ 1440658 h 6858000"/>
              <a:gd name="connsiteX601" fmla="*/ 278707 w 7467600"/>
              <a:gd name="connsiteY601" fmla="*/ 1352270 h 6858000"/>
              <a:gd name="connsiteX602" fmla="*/ 1423821 w 7467600"/>
              <a:gd name="connsiteY602" fmla="*/ 1351958 h 6858000"/>
              <a:gd name="connsiteX603" fmla="*/ 1638521 w 7467600"/>
              <a:gd name="connsiteY603" fmla="*/ 1908470 h 6858000"/>
              <a:gd name="connsiteX604" fmla="*/ 1754199 w 7467600"/>
              <a:gd name="connsiteY604" fmla="*/ 2149284 h 6858000"/>
              <a:gd name="connsiteX605" fmla="*/ 1908359 w 7467600"/>
              <a:gd name="connsiteY605" fmla="*/ 2364988 h 6858000"/>
              <a:gd name="connsiteX606" fmla="*/ 1647661 w 7467600"/>
              <a:gd name="connsiteY606" fmla="*/ 1825945 h 6858000"/>
              <a:gd name="connsiteX607" fmla="*/ 1423821 w 7467600"/>
              <a:gd name="connsiteY607" fmla="*/ 1351958 h 6858000"/>
              <a:gd name="connsiteX608" fmla="*/ 1431890 w 7467600"/>
              <a:gd name="connsiteY608" fmla="*/ 1306475 h 6858000"/>
              <a:gd name="connsiteX609" fmla="*/ 1507597 w 7467600"/>
              <a:gd name="connsiteY609" fmla="*/ 1446132 h 6858000"/>
              <a:gd name="connsiteX610" fmla="*/ 1674586 w 7467600"/>
              <a:gd name="connsiteY610" fmla="*/ 1813832 h 6858000"/>
              <a:gd name="connsiteX611" fmla="*/ 1815950 w 7467600"/>
              <a:gd name="connsiteY611" fmla="*/ 2128564 h 6858000"/>
              <a:gd name="connsiteX612" fmla="*/ 1984242 w 7467600"/>
              <a:gd name="connsiteY612" fmla="*/ 2430829 h 6858000"/>
              <a:gd name="connsiteX613" fmla="*/ 2014023 w 7467600"/>
              <a:gd name="connsiteY613" fmla="*/ 2450995 h 6858000"/>
              <a:gd name="connsiteX614" fmla="*/ 1747337 w 7467600"/>
              <a:gd name="connsiteY614" fmla="*/ 1855264 h 6858000"/>
              <a:gd name="connsiteX615" fmla="*/ 1533749 w 7467600"/>
              <a:gd name="connsiteY615" fmla="*/ 1478656 h 6858000"/>
              <a:gd name="connsiteX616" fmla="*/ 1431890 w 7467600"/>
              <a:gd name="connsiteY616" fmla="*/ 1306475 h 6858000"/>
              <a:gd name="connsiteX617" fmla="*/ 5052692 w 7467600"/>
              <a:gd name="connsiteY617" fmla="*/ 1292994 h 6858000"/>
              <a:gd name="connsiteX618" fmla="*/ 5200661 w 7467600"/>
              <a:gd name="connsiteY618" fmla="*/ 1635186 h 6858000"/>
              <a:gd name="connsiteX619" fmla="*/ 5297138 w 7467600"/>
              <a:gd name="connsiteY619" fmla="*/ 1906351 h 6858000"/>
              <a:gd name="connsiteX620" fmla="*/ 5052692 w 7467600"/>
              <a:gd name="connsiteY620" fmla="*/ 1292994 h 6858000"/>
              <a:gd name="connsiteX621" fmla="*/ 5009948 w 7467600"/>
              <a:gd name="connsiteY621" fmla="*/ 1273619 h 6858000"/>
              <a:gd name="connsiteX622" fmla="*/ 5121777 w 7467600"/>
              <a:gd name="connsiteY622" fmla="*/ 1654213 h 6858000"/>
              <a:gd name="connsiteX623" fmla="*/ 5293545 w 7467600"/>
              <a:gd name="connsiteY623" fmla="*/ 2072247 h 6858000"/>
              <a:gd name="connsiteX624" fmla="*/ 5294042 w 7467600"/>
              <a:gd name="connsiteY624" fmla="*/ 2065019 h 6858000"/>
              <a:gd name="connsiteX625" fmla="*/ 5171936 w 7467600"/>
              <a:gd name="connsiteY625" fmla="*/ 1647613 h 6858000"/>
              <a:gd name="connsiteX626" fmla="*/ 5009948 w 7467600"/>
              <a:gd name="connsiteY626" fmla="*/ 1273619 h 6858000"/>
              <a:gd name="connsiteX627" fmla="*/ 655236 w 7467600"/>
              <a:gd name="connsiteY627" fmla="*/ 1268632 h 6858000"/>
              <a:gd name="connsiteX628" fmla="*/ 839521 w 7467600"/>
              <a:gd name="connsiteY628" fmla="*/ 1685315 h 6858000"/>
              <a:gd name="connsiteX629" fmla="*/ 1109416 w 7467600"/>
              <a:gd name="connsiteY629" fmla="*/ 2061663 h 6858000"/>
              <a:gd name="connsiteX630" fmla="*/ 1298300 w 7467600"/>
              <a:gd name="connsiteY630" fmla="*/ 2247742 h 6858000"/>
              <a:gd name="connsiteX631" fmla="*/ 1125871 w 7467600"/>
              <a:gd name="connsiteY631" fmla="*/ 1989513 h 6858000"/>
              <a:gd name="connsiteX632" fmla="*/ 981574 w 7467600"/>
              <a:gd name="connsiteY632" fmla="*/ 1783157 h 6858000"/>
              <a:gd name="connsiteX633" fmla="*/ 922198 w 7467600"/>
              <a:gd name="connsiteY633" fmla="*/ 1677437 h 6858000"/>
              <a:gd name="connsiteX634" fmla="*/ 869293 w 7467600"/>
              <a:gd name="connsiteY634" fmla="*/ 1583214 h 6858000"/>
              <a:gd name="connsiteX635" fmla="*/ 751431 w 7467600"/>
              <a:gd name="connsiteY635" fmla="*/ 1405731 h 6858000"/>
              <a:gd name="connsiteX636" fmla="*/ 655236 w 7467600"/>
              <a:gd name="connsiteY636" fmla="*/ 1268632 h 6858000"/>
              <a:gd name="connsiteX637" fmla="*/ 6516292 w 7467600"/>
              <a:gd name="connsiteY637" fmla="*/ 1263064 h 6858000"/>
              <a:gd name="connsiteX638" fmla="*/ 5736320 w 7467600"/>
              <a:gd name="connsiteY638" fmla="*/ 1501803 h 6858000"/>
              <a:gd name="connsiteX639" fmla="*/ 6516292 w 7467600"/>
              <a:gd name="connsiteY639" fmla="*/ 1263064 h 6858000"/>
              <a:gd name="connsiteX640" fmla="*/ 291466 w 7467600"/>
              <a:gd name="connsiteY640" fmla="*/ 1250369 h 6858000"/>
              <a:gd name="connsiteX641" fmla="*/ 323180 w 7467600"/>
              <a:gd name="connsiteY641" fmla="*/ 1435283 h 6858000"/>
              <a:gd name="connsiteX642" fmla="*/ 349381 w 7467600"/>
              <a:gd name="connsiteY642" fmla="*/ 1875041 h 6858000"/>
              <a:gd name="connsiteX643" fmla="*/ 374363 w 7467600"/>
              <a:gd name="connsiteY643" fmla="*/ 1506494 h 6858000"/>
              <a:gd name="connsiteX644" fmla="*/ 302168 w 7467600"/>
              <a:gd name="connsiteY644" fmla="*/ 1274495 h 6858000"/>
              <a:gd name="connsiteX645" fmla="*/ 291466 w 7467600"/>
              <a:gd name="connsiteY645" fmla="*/ 1250369 h 6858000"/>
              <a:gd name="connsiteX646" fmla="*/ 678222 w 7467600"/>
              <a:gd name="connsiteY646" fmla="*/ 1248670 h 6858000"/>
              <a:gd name="connsiteX647" fmla="*/ 775536 w 7467600"/>
              <a:gd name="connsiteY647" fmla="*/ 1388015 h 6858000"/>
              <a:gd name="connsiteX648" fmla="*/ 894529 w 7467600"/>
              <a:gd name="connsiteY648" fmla="*/ 1567739 h 6858000"/>
              <a:gd name="connsiteX649" fmla="*/ 948000 w 7467600"/>
              <a:gd name="connsiteY649" fmla="*/ 1663088 h 6858000"/>
              <a:gd name="connsiteX650" fmla="*/ 1006812 w 7467600"/>
              <a:gd name="connsiteY650" fmla="*/ 1767683 h 6858000"/>
              <a:gd name="connsiteX651" fmla="*/ 1149133 w 7467600"/>
              <a:gd name="connsiteY651" fmla="*/ 1971513 h 6858000"/>
              <a:gd name="connsiteX652" fmla="*/ 1333952 w 7467600"/>
              <a:gd name="connsiteY652" fmla="*/ 2251620 h 6858000"/>
              <a:gd name="connsiteX653" fmla="*/ 1337329 w 7467600"/>
              <a:gd name="connsiteY653" fmla="*/ 2258350 h 6858000"/>
              <a:gd name="connsiteX654" fmla="*/ 1014726 w 7467600"/>
              <a:gd name="connsiteY654" fmla="*/ 1615556 h 6858000"/>
              <a:gd name="connsiteX655" fmla="*/ 678222 w 7467600"/>
              <a:gd name="connsiteY655" fmla="*/ 1248670 h 6858000"/>
              <a:gd name="connsiteX656" fmla="*/ 6691602 w 7467600"/>
              <a:gd name="connsiteY656" fmla="*/ 1140573 h 6858000"/>
              <a:gd name="connsiteX657" fmla="*/ 6571100 w 7467600"/>
              <a:gd name="connsiteY657" fmla="*/ 1183662 h 6858000"/>
              <a:gd name="connsiteX658" fmla="*/ 6241687 w 7467600"/>
              <a:gd name="connsiteY658" fmla="*/ 1257600 h 6858000"/>
              <a:gd name="connsiteX659" fmla="*/ 5693009 w 7467600"/>
              <a:gd name="connsiteY659" fmla="*/ 1478256 h 6858000"/>
              <a:gd name="connsiteX660" fmla="*/ 6548420 w 7467600"/>
              <a:gd name="connsiteY660" fmla="*/ 1214599 h 6858000"/>
              <a:gd name="connsiteX661" fmla="*/ 6605473 w 7467600"/>
              <a:gd name="connsiteY661" fmla="*/ 1184686 h 6858000"/>
              <a:gd name="connsiteX662" fmla="*/ 6691602 w 7467600"/>
              <a:gd name="connsiteY662" fmla="*/ 1140573 h 6858000"/>
              <a:gd name="connsiteX663" fmla="*/ 4002475 w 7467600"/>
              <a:gd name="connsiteY663" fmla="*/ 1037802 h 6858000"/>
              <a:gd name="connsiteX664" fmla="*/ 4000324 w 7467600"/>
              <a:gd name="connsiteY664" fmla="*/ 1039362 h 6858000"/>
              <a:gd name="connsiteX665" fmla="*/ 4002862 w 7467600"/>
              <a:gd name="connsiteY665" fmla="*/ 1042866 h 6858000"/>
              <a:gd name="connsiteX666" fmla="*/ 4002475 w 7467600"/>
              <a:gd name="connsiteY666" fmla="*/ 1037802 h 6858000"/>
              <a:gd name="connsiteX667" fmla="*/ 506322 w 7467600"/>
              <a:gd name="connsiteY667" fmla="*/ 1020997 h 6858000"/>
              <a:gd name="connsiteX668" fmla="*/ 533068 w 7467600"/>
              <a:gd name="connsiteY668" fmla="*/ 1029409 h 6858000"/>
              <a:gd name="connsiteX669" fmla="*/ 1232525 w 7467600"/>
              <a:gd name="connsiteY669" fmla="*/ 1804675 h 6858000"/>
              <a:gd name="connsiteX670" fmla="*/ 1388858 w 7467600"/>
              <a:gd name="connsiteY670" fmla="*/ 2368011 h 6858000"/>
              <a:gd name="connsiteX671" fmla="*/ 1384098 w 7467600"/>
              <a:gd name="connsiteY671" fmla="*/ 2378125 h 6858000"/>
              <a:gd name="connsiteX672" fmla="*/ 1425393 w 7467600"/>
              <a:gd name="connsiteY672" fmla="*/ 2589124 h 6858000"/>
              <a:gd name="connsiteX673" fmla="*/ 1424001 w 7467600"/>
              <a:gd name="connsiteY673" fmla="*/ 2597541 h 6858000"/>
              <a:gd name="connsiteX674" fmla="*/ 2152729 w 7467600"/>
              <a:gd name="connsiteY674" fmla="*/ 2864487 h 6858000"/>
              <a:gd name="connsiteX675" fmla="*/ 2020609 w 7467600"/>
              <a:gd name="connsiteY675" fmla="*/ 2539671 h 6858000"/>
              <a:gd name="connsiteX676" fmla="*/ 2018920 w 7467600"/>
              <a:gd name="connsiteY676" fmla="*/ 2536309 h 6858000"/>
              <a:gd name="connsiteX677" fmla="*/ 1342441 w 7467600"/>
              <a:gd name="connsiteY677" fmla="*/ 1173017 h 6858000"/>
              <a:gd name="connsiteX678" fmla="*/ 1367925 w 7467600"/>
              <a:gd name="connsiteY678" fmla="*/ 1135648 h 6858000"/>
              <a:gd name="connsiteX679" fmla="*/ 1771401 w 7467600"/>
              <a:gd name="connsiteY679" fmla="*/ 1806673 h 6858000"/>
              <a:gd name="connsiteX680" fmla="*/ 1972385 w 7467600"/>
              <a:gd name="connsiteY680" fmla="*/ 2198735 h 6858000"/>
              <a:gd name="connsiteX681" fmla="*/ 2040892 w 7467600"/>
              <a:gd name="connsiteY681" fmla="*/ 2405205 h 6858000"/>
              <a:gd name="connsiteX682" fmla="*/ 2131689 w 7467600"/>
              <a:gd name="connsiteY682" fmla="*/ 1936926 h 6858000"/>
              <a:gd name="connsiteX683" fmla="*/ 2454820 w 7467600"/>
              <a:gd name="connsiteY683" fmla="*/ 1248808 h 6858000"/>
              <a:gd name="connsiteX684" fmla="*/ 2492512 w 7467600"/>
              <a:gd name="connsiteY684" fmla="*/ 1302920 h 6858000"/>
              <a:gd name="connsiteX685" fmla="*/ 2081216 w 7467600"/>
              <a:gd name="connsiteY685" fmla="*/ 2527513 h 6858000"/>
              <a:gd name="connsiteX686" fmla="*/ 2081211 w 7467600"/>
              <a:gd name="connsiteY686" fmla="*/ 2528916 h 6858000"/>
              <a:gd name="connsiteX687" fmla="*/ 2199067 w 7467600"/>
              <a:gd name="connsiteY687" fmla="*/ 2884061 h 6858000"/>
              <a:gd name="connsiteX688" fmla="*/ 3192586 w 7467600"/>
              <a:gd name="connsiteY688" fmla="*/ 3411496 h 6858000"/>
              <a:gd name="connsiteX689" fmla="*/ 3182620 w 7467600"/>
              <a:gd name="connsiteY689" fmla="*/ 3483279 h 6858000"/>
              <a:gd name="connsiteX690" fmla="*/ 2435119 w 7467600"/>
              <a:gd name="connsiteY690" fmla="*/ 3080173 h 6858000"/>
              <a:gd name="connsiteX691" fmla="*/ 2410152 w 7467600"/>
              <a:gd name="connsiteY691" fmla="*/ 3063751 h 6858000"/>
              <a:gd name="connsiteX692" fmla="*/ 2408099 w 7467600"/>
              <a:gd name="connsiteY692" fmla="*/ 3064403 h 6858000"/>
              <a:gd name="connsiteX693" fmla="*/ 2407218 w 7467600"/>
              <a:gd name="connsiteY693" fmla="*/ 3070324 h 6858000"/>
              <a:gd name="connsiteX694" fmla="*/ 2380138 w 7467600"/>
              <a:gd name="connsiteY694" fmla="*/ 3099341 h 6858000"/>
              <a:gd name="connsiteX695" fmla="*/ 1765923 w 7467600"/>
              <a:gd name="connsiteY695" fmla="*/ 3581043 h 6858000"/>
              <a:gd name="connsiteX696" fmla="*/ 1702258 w 7467600"/>
              <a:gd name="connsiteY696" fmla="*/ 3612286 h 6858000"/>
              <a:gd name="connsiteX697" fmla="*/ 1538370 w 7467600"/>
              <a:gd name="connsiteY697" fmla="*/ 3811804 h 6858000"/>
              <a:gd name="connsiteX698" fmla="*/ 542867 w 7467600"/>
              <a:gd name="connsiteY698" fmla="*/ 4944092 h 6858000"/>
              <a:gd name="connsiteX699" fmla="*/ 515800 w 7467600"/>
              <a:gd name="connsiteY699" fmla="*/ 4862180 h 6858000"/>
              <a:gd name="connsiteX700" fmla="*/ 909145 w 7467600"/>
              <a:gd name="connsiteY700" fmla="*/ 4199225 h 6858000"/>
              <a:gd name="connsiteX701" fmla="*/ 1214067 w 7467600"/>
              <a:gd name="connsiteY701" fmla="*/ 3908561 h 6858000"/>
              <a:gd name="connsiteX702" fmla="*/ 640967 w 7467600"/>
              <a:gd name="connsiteY702" fmla="*/ 4105601 h 6858000"/>
              <a:gd name="connsiteX703" fmla="*/ 112563 w 7467600"/>
              <a:gd name="connsiteY703" fmla="*/ 4396952 h 6858000"/>
              <a:gd name="connsiteX704" fmla="*/ 0 w 7467600"/>
              <a:gd name="connsiteY704" fmla="*/ 4466006 h 6858000"/>
              <a:gd name="connsiteX705" fmla="*/ 0 w 7467600"/>
              <a:gd name="connsiteY705" fmla="*/ 4233763 h 6858000"/>
              <a:gd name="connsiteX706" fmla="*/ 36881 w 7467600"/>
              <a:gd name="connsiteY706" fmla="*/ 4200118 h 6858000"/>
              <a:gd name="connsiteX707" fmla="*/ 910534 w 7467600"/>
              <a:gd name="connsiteY707" fmla="*/ 3629753 h 6858000"/>
              <a:gd name="connsiteX708" fmla="*/ 1578717 w 7467600"/>
              <a:gd name="connsiteY708" fmla="*/ 3575982 h 6858000"/>
              <a:gd name="connsiteX709" fmla="*/ 2338780 w 7467600"/>
              <a:gd name="connsiteY709" fmla="*/ 3033725 h 6858000"/>
              <a:gd name="connsiteX710" fmla="*/ 1807991 w 7467600"/>
              <a:gd name="connsiteY710" fmla="*/ 2807184 h 6858000"/>
              <a:gd name="connsiteX711" fmla="*/ 1416358 w 7467600"/>
              <a:gd name="connsiteY711" fmla="*/ 3112571 h 6858000"/>
              <a:gd name="connsiteX712" fmla="*/ 939066 w 7467600"/>
              <a:gd name="connsiteY712" fmla="*/ 3378798 h 6858000"/>
              <a:gd name="connsiteX713" fmla="*/ 115099 w 7467600"/>
              <a:gd name="connsiteY713" fmla="*/ 3607650 h 6858000"/>
              <a:gd name="connsiteX714" fmla="*/ 97284 w 7467600"/>
              <a:gd name="connsiteY714" fmla="*/ 3520393 h 6858000"/>
              <a:gd name="connsiteX715" fmla="*/ 922050 w 7467600"/>
              <a:gd name="connsiteY715" fmla="*/ 3074867 h 6858000"/>
              <a:gd name="connsiteX716" fmla="*/ 1405265 w 7467600"/>
              <a:gd name="connsiteY716" fmla="*/ 3016319 h 6858000"/>
              <a:gd name="connsiteX717" fmla="*/ 1407512 w 7467600"/>
              <a:gd name="connsiteY717" fmla="*/ 3018001 h 6858000"/>
              <a:gd name="connsiteX718" fmla="*/ 1726266 w 7467600"/>
              <a:gd name="connsiteY718" fmla="*/ 2777274 h 6858000"/>
              <a:gd name="connsiteX719" fmla="*/ 625390 w 7467600"/>
              <a:gd name="connsiteY719" fmla="*/ 2514541 h 6858000"/>
              <a:gd name="connsiteX720" fmla="*/ 619799 w 7467600"/>
              <a:gd name="connsiteY720" fmla="*/ 2527180 h 6858000"/>
              <a:gd name="connsiteX721" fmla="*/ 310030 w 7467600"/>
              <a:gd name="connsiteY721" fmla="*/ 2771818 h 6858000"/>
              <a:gd name="connsiteX722" fmla="*/ 173877 w 7467600"/>
              <a:gd name="connsiteY722" fmla="*/ 2937056 h 6858000"/>
              <a:gd name="connsiteX723" fmla="*/ 77889 w 7467600"/>
              <a:gd name="connsiteY723" fmla="*/ 3138440 h 6858000"/>
              <a:gd name="connsiteX724" fmla="*/ 0 w 7467600"/>
              <a:gd name="connsiteY724" fmla="*/ 3271395 h 6858000"/>
              <a:gd name="connsiteX725" fmla="*/ 0 w 7467600"/>
              <a:gd name="connsiteY725" fmla="*/ 3153002 h 6858000"/>
              <a:gd name="connsiteX726" fmla="*/ 2386 w 7467600"/>
              <a:gd name="connsiteY726" fmla="*/ 3149203 h 6858000"/>
              <a:gd name="connsiteX727" fmla="*/ 89753 w 7467600"/>
              <a:gd name="connsiteY727" fmla="*/ 2987702 h 6858000"/>
              <a:gd name="connsiteX728" fmla="*/ 76869 w 7467600"/>
              <a:gd name="connsiteY728" fmla="*/ 3005404 h 6858000"/>
              <a:gd name="connsiteX729" fmla="*/ 32049 w 7467600"/>
              <a:gd name="connsiteY729" fmla="*/ 3065814 h 6858000"/>
              <a:gd name="connsiteX730" fmla="*/ 0 w 7467600"/>
              <a:gd name="connsiteY730" fmla="*/ 3108744 h 6858000"/>
              <a:gd name="connsiteX731" fmla="*/ 0 w 7467600"/>
              <a:gd name="connsiteY731" fmla="*/ 3058059 h 6858000"/>
              <a:gd name="connsiteX732" fmla="*/ 7610 w 7467600"/>
              <a:gd name="connsiteY732" fmla="*/ 3047889 h 6858000"/>
              <a:gd name="connsiteX733" fmla="*/ 52419 w 7467600"/>
              <a:gd name="connsiteY733" fmla="*/ 2987479 h 6858000"/>
              <a:gd name="connsiteX734" fmla="*/ 59142 w 7467600"/>
              <a:gd name="connsiteY734" fmla="*/ 2978488 h 6858000"/>
              <a:gd name="connsiteX735" fmla="*/ 0 w 7467600"/>
              <a:gd name="connsiteY735" fmla="*/ 3015334 h 6858000"/>
              <a:gd name="connsiteX736" fmla="*/ 0 w 7467600"/>
              <a:gd name="connsiteY736" fmla="*/ 2914286 h 6858000"/>
              <a:gd name="connsiteX737" fmla="*/ 36383 w 7467600"/>
              <a:gd name="connsiteY737" fmla="*/ 2901128 h 6858000"/>
              <a:gd name="connsiteX738" fmla="*/ 156329 w 7467600"/>
              <a:gd name="connsiteY738" fmla="*/ 2840533 h 6858000"/>
              <a:gd name="connsiteX739" fmla="*/ 358355 w 7467600"/>
              <a:gd name="connsiteY739" fmla="*/ 2620471 h 6858000"/>
              <a:gd name="connsiteX740" fmla="*/ 510577 w 7467600"/>
              <a:gd name="connsiteY740" fmla="*/ 2501244 h 6858000"/>
              <a:gd name="connsiteX741" fmla="*/ 211967 w 7467600"/>
              <a:gd name="connsiteY741" fmla="*/ 2479171 h 6858000"/>
              <a:gd name="connsiteX742" fmla="*/ 0 w 7467600"/>
              <a:gd name="connsiteY742" fmla="*/ 2476398 h 6858000"/>
              <a:gd name="connsiteX743" fmla="*/ 0 w 7467600"/>
              <a:gd name="connsiteY743" fmla="*/ 2389189 h 6858000"/>
              <a:gd name="connsiteX744" fmla="*/ 103062 w 7467600"/>
              <a:gd name="connsiteY744" fmla="*/ 2389518 h 6858000"/>
              <a:gd name="connsiteX745" fmla="*/ 510734 w 7467600"/>
              <a:gd name="connsiteY745" fmla="*/ 2416201 h 6858000"/>
              <a:gd name="connsiteX746" fmla="*/ 279257 w 7467600"/>
              <a:gd name="connsiteY746" fmla="*/ 2092102 h 6858000"/>
              <a:gd name="connsiteX747" fmla="*/ 65265 w 7467600"/>
              <a:gd name="connsiteY747" fmla="*/ 2006049 h 6858000"/>
              <a:gd name="connsiteX748" fmla="*/ 0 w 7467600"/>
              <a:gd name="connsiteY748" fmla="*/ 1982532 h 6858000"/>
              <a:gd name="connsiteX749" fmla="*/ 0 w 7467600"/>
              <a:gd name="connsiteY749" fmla="*/ 1912789 h 6858000"/>
              <a:gd name="connsiteX750" fmla="*/ 97460 w 7467600"/>
              <a:gd name="connsiteY750" fmla="*/ 1953725 h 6858000"/>
              <a:gd name="connsiteX751" fmla="*/ 221272 w 7467600"/>
              <a:gd name="connsiteY751" fmla="*/ 1980766 h 6858000"/>
              <a:gd name="connsiteX752" fmla="*/ 116765 w 7467600"/>
              <a:gd name="connsiteY752" fmla="*/ 1911033 h 6858000"/>
              <a:gd name="connsiteX753" fmla="*/ 16405 w 7467600"/>
              <a:gd name="connsiteY753" fmla="*/ 1803412 h 6858000"/>
              <a:gd name="connsiteX754" fmla="*/ 0 w 7467600"/>
              <a:gd name="connsiteY754" fmla="*/ 1784777 h 6858000"/>
              <a:gd name="connsiteX755" fmla="*/ 0 w 7467600"/>
              <a:gd name="connsiteY755" fmla="*/ 1740082 h 6858000"/>
              <a:gd name="connsiteX756" fmla="*/ 39394 w 7467600"/>
              <a:gd name="connsiteY756" fmla="*/ 1784856 h 6858000"/>
              <a:gd name="connsiteX757" fmla="*/ 135813 w 7467600"/>
              <a:gd name="connsiteY757" fmla="*/ 1888838 h 6858000"/>
              <a:gd name="connsiteX758" fmla="*/ 242575 w 7467600"/>
              <a:gd name="connsiteY758" fmla="*/ 1958841 h 6858000"/>
              <a:gd name="connsiteX759" fmla="*/ 82197 w 7467600"/>
              <a:gd name="connsiteY759" fmla="*/ 1754826 h 6858000"/>
              <a:gd name="connsiteX760" fmla="*/ 0 w 7467600"/>
              <a:gd name="connsiteY760" fmla="*/ 1679650 h 6858000"/>
              <a:gd name="connsiteX761" fmla="*/ 0 w 7467600"/>
              <a:gd name="connsiteY761" fmla="*/ 1602463 h 6858000"/>
              <a:gd name="connsiteX762" fmla="*/ 84689 w 7467600"/>
              <a:gd name="connsiteY762" fmla="*/ 1677442 h 6858000"/>
              <a:gd name="connsiteX763" fmla="*/ 298437 w 7467600"/>
              <a:gd name="connsiteY763" fmla="*/ 1968019 h 6858000"/>
              <a:gd name="connsiteX764" fmla="*/ 227269 w 7467600"/>
              <a:gd name="connsiteY764" fmla="*/ 1114064 h 6858000"/>
              <a:gd name="connsiteX765" fmla="*/ 248003 w 7467600"/>
              <a:gd name="connsiteY765" fmla="*/ 1089613 h 6858000"/>
              <a:gd name="connsiteX766" fmla="*/ 427020 w 7467600"/>
              <a:gd name="connsiteY766" fmla="*/ 1619803 h 6858000"/>
              <a:gd name="connsiteX767" fmla="*/ 340345 w 7467600"/>
              <a:gd name="connsiteY767" fmla="*/ 2027739 h 6858000"/>
              <a:gd name="connsiteX768" fmla="*/ 360865 w 7467600"/>
              <a:gd name="connsiteY768" fmla="*/ 2044827 h 6858000"/>
              <a:gd name="connsiteX769" fmla="*/ 560414 w 7467600"/>
              <a:gd name="connsiteY769" fmla="*/ 2421457 h 6858000"/>
              <a:gd name="connsiteX770" fmla="*/ 1359703 w 7467600"/>
              <a:gd name="connsiteY770" fmla="*/ 2578554 h 6858000"/>
              <a:gd name="connsiteX771" fmla="*/ 1359422 w 7467600"/>
              <a:gd name="connsiteY771" fmla="*/ 2577994 h 6858000"/>
              <a:gd name="connsiteX772" fmla="*/ 828701 w 7467600"/>
              <a:gd name="connsiteY772" fmla="*/ 1839520 h 6858000"/>
              <a:gd name="connsiteX773" fmla="*/ 494427 w 7467600"/>
              <a:gd name="connsiteY773" fmla="*/ 1092333 h 6858000"/>
              <a:gd name="connsiteX774" fmla="*/ 506322 w 7467600"/>
              <a:gd name="connsiteY774" fmla="*/ 1020997 h 6858000"/>
              <a:gd name="connsiteX775" fmla="*/ 4570198 w 7467600"/>
              <a:gd name="connsiteY775" fmla="*/ 978081 h 6858000"/>
              <a:gd name="connsiteX776" fmla="*/ 4523691 w 7467600"/>
              <a:gd name="connsiteY776" fmla="*/ 1127776 h 6858000"/>
              <a:gd name="connsiteX777" fmla="*/ 4509875 w 7467600"/>
              <a:gd name="connsiteY777" fmla="*/ 1167552 h 6858000"/>
              <a:gd name="connsiteX778" fmla="*/ 4478168 w 7467600"/>
              <a:gd name="connsiteY778" fmla="*/ 1260735 h 6858000"/>
              <a:gd name="connsiteX779" fmla="*/ 4409309 w 7467600"/>
              <a:gd name="connsiteY779" fmla="*/ 1666996 h 6858000"/>
              <a:gd name="connsiteX780" fmla="*/ 4370031 w 7467600"/>
              <a:gd name="connsiteY780" fmla="*/ 1955666 h 6858000"/>
              <a:gd name="connsiteX781" fmla="*/ 4570198 w 7467600"/>
              <a:gd name="connsiteY781" fmla="*/ 978081 h 6858000"/>
              <a:gd name="connsiteX782" fmla="*/ 4557898 w 7467600"/>
              <a:gd name="connsiteY782" fmla="*/ 900011 h 6858000"/>
              <a:gd name="connsiteX783" fmla="*/ 4344840 w 7467600"/>
              <a:gd name="connsiteY783" fmla="*/ 1922038 h 6858000"/>
              <a:gd name="connsiteX784" fmla="*/ 4378710 w 7467600"/>
              <a:gd name="connsiteY784" fmla="*/ 1665516 h 6858000"/>
              <a:gd name="connsiteX785" fmla="*/ 4448798 w 7467600"/>
              <a:gd name="connsiteY785" fmla="*/ 1253024 h 6858000"/>
              <a:gd name="connsiteX786" fmla="*/ 4480315 w 7467600"/>
              <a:gd name="connsiteY786" fmla="*/ 1158454 h 6858000"/>
              <a:gd name="connsiteX787" fmla="*/ 4494133 w 7467600"/>
              <a:gd name="connsiteY787" fmla="*/ 1118676 h 6858000"/>
              <a:gd name="connsiteX788" fmla="*/ 4557898 w 7467600"/>
              <a:gd name="connsiteY788" fmla="*/ 900011 h 6858000"/>
              <a:gd name="connsiteX789" fmla="*/ 5870151 w 7467600"/>
              <a:gd name="connsiteY789" fmla="*/ 898890 h 6858000"/>
              <a:gd name="connsiteX790" fmla="*/ 5861335 w 7467600"/>
              <a:gd name="connsiteY790" fmla="*/ 899177 h 6858000"/>
              <a:gd name="connsiteX791" fmla="*/ 5843702 w 7467600"/>
              <a:gd name="connsiteY791" fmla="*/ 899748 h 6858000"/>
              <a:gd name="connsiteX792" fmla="*/ 5651107 w 7467600"/>
              <a:gd name="connsiteY792" fmla="*/ 920306 h 6858000"/>
              <a:gd name="connsiteX793" fmla="*/ 5459407 w 7467600"/>
              <a:gd name="connsiteY793" fmla="*/ 940975 h 6858000"/>
              <a:gd name="connsiteX794" fmla="*/ 5374846 w 7467600"/>
              <a:gd name="connsiteY794" fmla="*/ 941988 h 6858000"/>
              <a:gd name="connsiteX795" fmla="*/ 5256105 w 7467600"/>
              <a:gd name="connsiteY795" fmla="*/ 945632 h 6858000"/>
              <a:gd name="connsiteX796" fmla="*/ 5107071 w 7467600"/>
              <a:gd name="connsiteY796" fmla="*/ 969720 h 6858000"/>
              <a:gd name="connsiteX797" fmla="*/ 4998681 w 7467600"/>
              <a:gd name="connsiteY797" fmla="*/ 988771 h 6858000"/>
              <a:gd name="connsiteX798" fmla="*/ 5870151 w 7467600"/>
              <a:gd name="connsiteY798" fmla="*/ 898890 h 6858000"/>
              <a:gd name="connsiteX799" fmla="*/ 5504425 w 7467600"/>
              <a:gd name="connsiteY799" fmla="*/ 848067 h 6858000"/>
              <a:gd name="connsiteX800" fmla="*/ 4968849 w 7467600"/>
              <a:gd name="connsiteY800" fmla="*/ 962318 h 6858000"/>
              <a:gd name="connsiteX801" fmla="*/ 5104039 w 7467600"/>
              <a:gd name="connsiteY801" fmla="*/ 940634 h 6858000"/>
              <a:gd name="connsiteX802" fmla="*/ 5256311 w 7467600"/>
              <a:gd name="connsiteY802" fmla="*/ 916490 h 6858000"/>
              <a:gd name="connsiteX803" fmla="*/ 5377381 w 7467600"/>
              <a:gd name="connsiteY803" fmla="*/ 912671 h 6858000"/>
              <a:gd name="connsiteX804" fmla="*/ 5460148 w 7467600"/>
              <a:gd name="connsiteY804" fmla="*/ 911442 h 6858000"/>
              <a:gd name="connsiteX805" fmla="*/ 5648971 w 7467600"/>
              <a:gd name="connsiteY805" fmla="*/ 891331 h 6858000"/>
              <a:gd name="connsiteX806" fmla="*/ 5844807 w 7467600"/>
              <a:gd name="connsiteY806" fmla="*/ 870718 h 6858000"/>
              <a:gd name="connsiteX807" fmla="*/ 5862975 w 7467600"/>
              <a:gd name="connsiteY807" fmla="*/ 869756 h 6858000"/>
              <a:gd name="connsiteX808" fmla="*/ 5920887 w 7467600"/>
              <a:gd name="connsiteY808" fmla="*/ 865929 h 6858000"/>
              <a:gd name="connsiteX809" fmla="*/ 5504425 w 7467600"/>
              <a:gd name="connsiteY809" fmla="*/ 848067 h 6858000"/>
              <a:gd name="connsiteX810" fmla="*/ 3607114 w 7467600"/>
              <a:gd name="connsiteY810" fmla="*/ 467441 h 6858000"/>
              <a:gd name="connsiteX811" fmla="*/ 3296242 w 7467600"/>
              <a:gd name="connsiteY811" fmla="*/ 807991 h 6858000"/>
              <a:gd name="connsiteX812" fmla="*/ 3174674 w 7467600"/>
              <a:gd name="connsiteY812" fmla="*/ 919759 h 6858000"/>
              <a:gd name="connsiteX813" fmla="*/ 3042978 w 7467600"/>
              <a:gd name="connsiteY813" fmla="*/ 1054894 h 6858000"/>
              <a:gd name="connsiteX814" fmla="*/ 2968914 w 7467600"/>
              <a:gd name="connsiteY814" fmla="*/ 1133756 h 6858000"/>
              <a:gd name="connsiteX815" fmla="*/ 3103823 w 7467600"/>
              <a:gd name="connsiteY815" fmla="*/ 1026814 h 6858000"/>
              <a:gd name="connsiteX816" fmla="*/ 3607114 w 7467600"/>
              <a:gd name="connsiteY816" fmla="*/ 467441 h 6858000"/>
              <a:gd name="connsiteX817" fmla="*/ 3744487 w 7467600"/>
              <a:gd name="connsiteY817" fmla="*/ 383136 h 6858000"/>
              <a:gd name="connsiteX818" fmla="*/ 3970213 w 7467600"/>
              <a:gd name="connsiteY818" fmla="*/ 995559 h 6858000"/>
              <a:gd name="connsiteX819" fmla="*/ 3744487 w 7467600"/>
              <a:gd name="connsiteY819" fmla="*/ 383136 h 6858000"/>
              <a:gd name="connsiteX820" fmla="*/ 3624562 w 7467600"/>
              <a:gd name="connsiteY820" fmla="*/ 367041 h 6858000"/>
              <a:gd name="connsiteX821" fmla="*/ 3489712 w 7467600"/>
              <a:gd name="connsiteY821" fmla="*/ 485386 h 6858000"/>
              <a:gd name="connsiteX822" fmla="*/ 3182994 w 7467600"/>
              <a:gd name="connsiteY822" fmla="*/ 828265 h 6858000"/>
              <a:gd name="connsiteX823" fmla="*/ 2892114 w 7467600"/>
              <a:gd name="connsiteY823" fmla="*/ 1172635 h 6858000"/>
              <a:gd name="connsiteX824" fmla="*/ 3021459 w 7467600"/>
              <a:gd name="connsiteY824" fmla="*/ 1035385 h 6858000"/>
              <a:gd name="connsiteX825" fmla="*/ 3153873 w 7467600"/>
              <a:gd name="connsiteY825" fmla="*/ 898971 h 6858000"/>
              <a:gd name="connsiteX826" fmla="*/ 3276511 w 7467600"/>
              <a:gd name="connsiteY826" fmla="*/ 786423 h 6858000"/>
              <a:gd name="connsiteX827" fmla="*/ 3584154 w 7467600"/>
              <a:gd name="connsiteY827" fmla="*/ 448218 h 6858000"/>
              <a:gd name="connsiteX828" fmla="*/ 3624562 w 7467600"/>
              <a:gd name="connsiteY828" fmla="*/ 367041 h 6858000"/>
              <a:gd name="connsiteX829" fmla="*/ 3766672 w 7467600"/>
              <a:gd name="connsiteY829" fmla="*/ 359429 h 6858000"/>
              <a:gd name="connsiteX830" fmla="*/ 3996338 w 7467600"/>
              <a:gd name="connsiteY830" fmla="*/ 968237 h 6858000"/>
              <a:gd name="connsiteX831" fmla="*/ 3766672 w 7467600"/>
              <a:gd name="connsiteY831" fmla="*/ 359429 h 6858000"/>
              <a:gd name="connsiteX832" fmla="*/ 5805386 w 7467600"/>
              <a:gd name="connsiteY832" fmla="*/ 239240 h 6858000"/>
              <a:gd name="connsiteX833" fmla="*/ 5736947 w 7467600"/>
              <a:gd name="connsiteY833" fmla="*/ 261367 h 6858000"/>
              <a:gd name="connsiteX834" fmla="*/ 5427012 w 7467600"/>
              <a:gd name="connsiteY834" fmla="*/ 311272 h 6858000"/>
              <a:gd name="connsiteX835" fmla="*/ 5147818 w 7467600"/>
              <a:gd name="connsiteY835" fmla="*/ 322112 h 6858000"/>
              <a:gd name="connsiteX836" fmla="*/ 5060854 w 7467600"/>
              <a:gd name="connsiteY836" fmla="*/ 311882 h 6858000"/>
              <a:gd name="connsiteX837" fmla="*/ 4945989 w 7467600"/>
              <a:gd name="connsiteY837" fmla="*/ 300516 h 6858000"/>
              <a:gd name="connsiteX838" fmla="*/ 5410479 w 7467600"/>
              <a:gd name="connsiteY838" fmla="*/ 348434 h 6858000"/>
              <a:gd name="connsiteX839" fmla="*/ 5805386 w 7467600"/>
              <a:gd name="connsiteY839" fmla="*/ 239240 h 6858000"/>
              <a:gd name="connsiteX840" fmla="*/ 5905192 w 7467600"/>
              <a:gd name="connsiteY840" fmla="*/ 163079 h 6858000"/>
              <a:gd name="connsiteX841" fmla="*/ 5865655 w 7467600"/>
              <a:gd name="connsiteY841" fmla="*/ 171901 h 6858000"/>
              <a:gd name="connsiteX842" fmla="*/ 5259740 w 7467600"/>
              <a:gd name="connsiteY842" fmla="*/ 257013 h 6858000"/>
              <a:gd name="connsiteX843" fmla="*/ 5208466 w 7467600"/>
              <a:gd name="connsiteY843" fmla="*/ 257550 h 6858000"/>
              <a:gd name="connsiteX844" fmla="*/ 4980204 w 7467600"/>
              <a:gd name="connsiteY844" fmla="*/ 271903 h 6858000"/>
              <a:gd name="connsiteX845" fmla="*/ 5068068 w 7467600"/>
              <a:gd name="connsiteY845" fmla="*/ 282244 h 6858000"/>
              <a:gd name="connsiteX846" fmla="*/ 5153231 w 7467600"/>
              <a:gd name="connsiteY846" fmla="*/ 292240 h 6858000"/>
              <a:gd name="connsiteX847" fmla="*/ 5426491 w 7467600"/>
              <a:gd name="connsiteY847" fmla="*/ 281128 h 6858000"/>
              <a:gd name="connsiteX848" fmla="*/ 5731212 w 7467600"/>
              <a:gd name="connsiteY848" fmla="*/ 231951 h 6858000"/>
              <a:gd name="connsiteX849" fmla="*/ 5905192 w 7467600"/>
              <a:gd name="connsiteY849" fmla="*/ 163079 h 6858000"/>
              <a:gd name="connsiteX850" fmla="*/ 5944437 w 7467600"/>
              <a:gd name="connsiteY850" fmla="*/ 113829 h 6858000"/>
              <a:gd name="connsiteX851" fmla="*/ 5825032 w 7467600"/>
              <a:gd name="connsiteY851" fmla="*/ 146405 h 6858000"/>
              <a:gd name="connsiteX852" fmla="*/ 4955599 w 7467600"/>
              <a:gd name="connsiteY852" fmla="*/ 247008 h 6858000"/>
              <a:gd name="connsiteX853" fmla="*/ 5210104 w 7467600"/>
              <a:gd name="connsiteY853" fmla="*/ 228123 h 6858000"/>
              <a:gd name="connsiteX854" fmla="*/ 5261015 w 7467600"/>
              <a:gd name="connsiteY854" fmla="*/ 227087 h 6858000"/>
              <a:gd name="connsiteX855" fmla="*/ 5861181 w 7467600"/>
              <a:gd name="connsiteY855" fmla="*/ 143093 h 6858000"/>
              <a:gd name="connsiteX856" fmla="*/ 5961252 w 7467600"/>
              <a:gd name="connsiteY856" fmla="*/ 114820 h 6858000"/>
              <a:gd name="connsiteX857" fmla="*/ 5944437 w 7467600"/>
              <a:gd name="connsiteY857" fmla="*/ 113829 h 6858000"/>
              <a:gd name="connsiteX858" fmla="*/ 3882765 w 7467600"/>
              <a:gd name="connsiteY858" fmla="*/ 0 h 6858000"/>
              <a:gd name="connsiteX859" fmla="*/ 3995099 w 7467600"/>
              <a:gd name="connsiteY859" fmla="*/ 0 h 6858000"/>
              <a:gd name="connsiteX860" fmla="*/ 4163818 w 7467600"/>
              <a:gd name="connsiteY860" fmla="*/ 234104 h 6858000"/>
              <a:gd name="connsiteX861" fmla="*/ 4172099 w 7467600"/>
              <a:gd name="connsiteY861" fmla="*/ 234207 h 6858000"/>
              <a:gd name="connsiteX862" fmla="*/ 4784282 w 7467600"/>
              <a:gd name="connsiteY862" fmla="*/ 276561 h 6858000"/>
              <a:gd name="connsiteX863" fmla="*/ 4801687 w 7467600"/>
              <a:gd name="connsiteY863" fmla="*/ 267764 h 6858000"/>
              <a:gd name="connsiteX864" fmla="*/ 6082788 w 7467600"/>
              <a:gd name="connsiteY864" fmla="*/ 64119 h 6858000"/>
              <a:gd name="connsiteX865" fmla="*/ 6099442 w 7467600"/>
              <a:gd name="connsiteY865" fmla="*/ 82568 h 6858000"/>
              <a:gd name="connsiteX866" fmla="*/ 4804137 w 7467600"/>
              <a:gd name="connsiteY866" fmla="*/ 320931 h 6858000"/>
              <a:gd name="connsiteX867" fmla="*/ 4227047 w 7467600"/>
              <a:gd name="connsiteY867" fmla="*/ 313415 h 6858000"/>
              <a:gd name="connsiteX868" fmla="*/ 4346041 w 7467600"/>
              <a:gd name="connsiteY868" fmla="*/ 456086 h 6858000"/>
              <a:gd name="connsiteX869" fmla="*/ 4870967 w 7467600"/>
              <a:gd name="connsiteY869" fmla="*/ 963061 h 6858000"/>
              <a:gd name="connsiteX870" fmla="*/ 4889647 w 7467600"/>
              <a:gd name="connsiteY870" fmla="*/ 957147 h 6858000"/>
              <a:gd name="connsiteX871" fmla="*/ 5422504 w 7467600"/>
              <a:gd name="connsiteY871" fmla="*/ 805191 h 6858000"/>
              <a:gd name="connsiteX872" fmla="*/ 6087656 w 7467600"/>
              <a:gd name="connsiteY872" fmla="*/ 826703 h 6858000"/>
              <a:gd name="connsiteX873" fmla="*/ 6058717 w 7467600"/>
              <a:gd name="connsiteY873" fmla="*/ 865992 h 6858000"/>
              <a:gd name="connsiteX874" fmla="*/ 4974153 w 7467600"/>
              <a:gd name="connsiteY874" fmla="*/ 1045456 h 6858000"/>
              <a:gd name="connsiteX875" fmla="*/ 5627835 w 7467600"/>
              <a:gd name="connsiteY875" fmla="*/ 1472077 h 6858000"/>
              <a:gd name="connsiteX876" fmla="*/ 5629817 w 7467600"/>
              <a:gd name="connsiteY876" fmla="*/ 1471412 h 6858000"/>
              <a:gd name="connsiteX877" fmla="*/ 5634124 w 7467600"/>
              <a:gd name="connsiteY877" fmla="*/ 1470572 h 6858000"/>
              <a:gd name="connsiteX878" fmla="*/ 5755832 w 7467600"/>
              <a:gd name="connsiteY878" fmla="*/ 1383886 h 6858000"/>
              <a:gd name="connsiteX879" fmla="*/ 6014186 w 7467600"/>
              <a:gd name="connsiteY879" fmla="*/ 1279799 h 6858000"/>
              <a:gd name="connsiteX880" fmla="*/ 6901619 w 7467600"/>
              <a:gd name="connsiteY880" fmla="*/ 1047874 h 6858000"/>
              <a:gd name="connsiteX881" fmla="*/ 6931566 w 7467600"/>
              <a:gd name="connsiteY881" fmla="*/ 1062034 h 6858000"/>
              <a:gd name="connsiteX882" fmla="*/ 5790982 w 7467600"/>
              <a:gd name="connsiteY882" fmla="*/ 1561380 h 6858000"/>
              <a:gd name="connsiteX883" fmla="*/ 6188971 w 7467600"/>
              <a:gd name="connsiteY883" fmla="*/ 1755168 h 6858000"/>
              <a:gd name="connsiteX884" fmla="*/ 6202446 w 7467600"/>
              <a:gd name="connsiteY884" fmla="*/ 1752268 h 6858000"/>
              <a:gd name="connsiteX885" fmla="*/ 7179560 w 7467600"/>
              <a:gd name="connsiteY885" fmla="*/ 1467551 h 6858000"/>
              <a:gd name="connsiteX886" fmla="*/ 7158730 w 7467600"/>
              <a:gd name="connsiteY886" fmla="*/ 1507835 h 6858000"/>
              <a:gd name="connsiteX887" fmla="*/ 6326959 w 7467600"/>
              <a:gd name="connsiteY887" fmla="*/ 1817686 h 6858000"/>
              <a:gd name="connsiteX888" fmla="*/ 6537433 w 7467600"/>
              <a:gd name="connsiteY888" fmla="*/ 1907790 h 6858000"/>
              <a:gd name="connsiteX889" fmla="*/ 6550221 w 7467600"/>
              <a:gd name="connsiteY889" fmla="*/ 1910729 h 6858000"/>
              <a:gd name="connsiteX890" fmla="*/ 6964438 w 7467600"/>
              <a:gd name="connsiteY890" fmla="*/ 2209505 h 6858000"/>
              <a:gd name="connsiteX891" fmla="*/ 7367862 w 7467600"/>
              <a:gd name="connsiteY891" fmla="*/ 2806833 h 6858000"/>
              <a:gd name="connsiteX892" fmla="*/ 7364329 w 7467600"/>
              <a:gd name="connsiteY892" fmla="*/ 2826907 h 6858000"/>
              <a:gd name="connsiteX893" fmla="*/ 7290545 w 7467600"/>
              <a:gd name="connsiteY893" fmla="*/ 2850663 h 6858000"/>
              <a:gd name="connsiteX894" fmla="*/ 6472036 w 7467600"/>
              <a:gd name="connsiteY894" fmla="*/ 1959003 h 6858000"/>
              <a:gd name="connsiteX895" fmla="*/ 5792897 w 7467600"/>
              <a:gd name="connsiteY895" fmla="*/ 1647747 h 6858000"/>
              <a:gd name="connsiteX896" fmla="*/ 5842751 w 7467600"/>
              <a:gd name="connsiteY896" fmla="*/ 1816112 h 6858000"/>
              <a:gd name="connsiteX897" fmla="*/ 5847424 w 7467600"/>
              <a:gd name="connsiteY897" fmla="*/ 1815776 h 6858000"/>
              <a:gd name="connsiteX898" fmla="*/ 6399821 w 7467600"/>
              <a:gd name="connsiteY898" fmla="*/ 2344799 h 6858000"/>
              <a:gd name="connsiteX899" fmla="*/ 6323232 w 7467600"/>
              <a:gd name="connsiteY899" fmla="*/ 2389634 h 6858000"/>
              <a:gd name="connsiteX900" fmla="*/ 5942958 w 7467600"/>
              <a:gd name="connsiteY900" fmla="*/ 2077708 h 6858000"/>
              <a:gd name="connsiteX901" fmla="*/ 5921559 w 7467600"/>
              <a:gd name="connsiteY901" fmla="*/ 2378596 h 6858000"/>
              <a:gd name="connsiteX902" fmla="*/ 5817651 w 7467600"/>
              <a:gd name="connsiteY902" fmla="*/ 3023919 h 6858000"/>
              <a:gd name="connsiteX903" fmla="*/ 5729634 w 7467600"/>
              <a:gd name="connsiteY903" fmla="*/ 3051849 h 6858000"/>
              <a:gd name="connsiteX904" fmla="*/ 5611018 w 7467600"/>
              <a:gd name="connsiteY904" fmla="*/ 2316769 h 6858000"/>
              <a:gd name="connsiteX905" fmla="*/ 5687608 w 7467600"/>
              <a:gd name="connsiteY905" fmla="*/ 2039972 h 6858000"/>
              <a:gd name="connsiteX906" fmla="*/ 5657554 w 7467600"/>
              <a:gd name="connsiteY906" fmla="*/ 1576445 h 6858000"/>
              <a:gd name="connsiteX907" fmla="*/ 5150475 w 7467600"/>
              <a:gd name="connsiteY907" fmla="*/ 1274012 h 6858000"/>
              <a:gd name="connsiteX908" fmla="*/ 5349142 w 7467600"/>
              <a:gd name="connsiteY908" fmla="*/ 2204405 h 6858000"/>
              <a:gd name="connsiteX909" fmla="*/ 5262214 w 7467600"/>
              <a:gd name="connsiteY909" fmla="*/ 2233836 h 6858000"/>
              <a:gd name="connsiteX910" fmla="*/ 4981539 w 7467600"/>
              <a:gd name="connsiteY910" fmla="*/ 1542201 h 6858000"/>
              <a:gd name="connsiteX911" fmla="*/ 4958461 w 7467600"/>
              <a:gd name="connsiteY911" fmla="*/ 1136957 h 6858000"/>
              <a:gd name="connsiteX912" fmla="*/ 4655015 w 7467600"/>
              <a:gd name="connsiteY912" fmla="*/ 891426 h 6858000"/>
              <a:gd name="connsiteX913" fmla="*/ 4348002 w 7467600"/>
              <a:gd name="connsiteY913" fmla="*/ 2205895 h 6858000"/>
              <a:gd name="connsiteX914" fmla="*/ 4262250 w 7467600"/>
              <a:gd name="connsiteY914" fmla="*/ 2219972 h 6858000"/>
              <a:gd name="connsiteX915" fmla="*/ 4550611 w 7467600"/>
              <a:gd name="connsiteY915" fmla="*/ 817540 h 6858000"/>
              <a:gd name="connsiteX916" fmla="*/ 4564418 w 7467600"/>
              <a:gd name="connsiteY916" fmla="*/ 808293 h 6858000"/>
              <a:gd name="connsiteX917" fmla="*/ 4266388 w 7467600"/>
              <a:gd name="connsiteY917" fmla="*/ 500083 h 6858000"/>
              <a:gd name="connsiteX918" fmla="*/ 4032842 w 7467600"/>
              <a:gd name="connsiteY918" fmla="*/ 211809 h 6858000"/>
              <a:gd name="connsiteX919" fmla="*/ 3882765 w 7467600"/>
              <a:gd name="connsiteY919" fmla="*/ 0 h 6858000"/>
              <a:gd name="connsiteX920" fmla="*/ 3721337 w 7467600"/>
              <a:gd name="connsiteY920" fmla="*/ 0 h 6858000"/>
              <a:gd name="connsiteX921" fmla="*/ 3797544 w 7467600"/>
              <a:gd name="connsiteY921" fmla="*/ 0 h 6858000"/>
              <a:gd name="connsiteX922" fmla="*/ 3775734 w 7467600"/>
              <a:gd name="connsiteY922" fmla="*/ 95131 h 6858000"/>
              <a:gd name="connsiteX923" fmla="*/ 3724807 w 7467600"/>
              <a:gd name="connsiteY923" fmla="*/ 272257 h 6858000"/>
              <a:gd name="connsiteX924" fmla="*/ 3726844 w 7467600"/>
              <a:gd name="connsiteY924" fmla="*/ 282988 h 6858000"/>
              <a:gd name="connsiteX925" fmla="*/ 3742664 w 7467600"/>
              <a:gd name="connsiteY925" fmla="*/ 279918 h 6858000"/>
              <a:gd name="connsiteX926" fmla="*/ 4103910 w 7467600"/>
              <a:gd name="connsiteY926" fmla="*/ 1161917 h 6858000"/>
              <a:gd name="connsiteX927" fmla="*/ 4020269 w 7467600"/>
              <a:gd name="connsiteY927" fmla="*/ 1200406 h 6858000"/>
              <a:gd name="connsiteX928" fmla="*/ 3674882 w 7467600"/>
              <a:gd name="connsiteY928" fmla="*/ 488524 h 6858000"/>
              <a:gd name="connsiteX929" fmla="*/ 3132682 w 7467600"/>
              <a:gd name="connsiteY929" fmla="*/ 1072284 h 6858000"/>
              <a:gd name="connsiteX930" fmla="*/ 2716346 w 7467600"/>
              <a:gd name="connsiteY930" fmla="*/ 1276376 h 6858000"/>
              <a:gd name="connsiteX931" fmla="*/ 2716772 w 7467600"/>
              <a:gd name="connsiteY931" fmla="*/ 1255462 h 6858000"/>
              <a:gd name="connsiteX932" fmla="*/ 3471096 w 7467600"/>
              <a:gd name="connsiteY932" fmla="*/ 437072 h 6858000"/>
              <a:gd name="connsiteX933" fmla="*/ 3639057 w 7467600"/>
              <a:gd name="connsiteY933" fmla="*/ 286334 h 6858000"/>
              <a:gd name="connsiteX934" fmla="*/ 3640309 w 7467600"/>
              <a:gd name="connsiteY934" fmla="*/ 284664 h 6858000"/>
              <a:gd name="connsiteX935" fmla="*/ 3646022 w 7467600"/>
              <a:gd name="connsiteY935" fmla="*/ 276711 h 6858000"/>
              <a:gd name="connsiteX936" fmla="*/ 3707943 w 7467600"/>
              <a:gd name="connsiteY936" fmla="*/ 65958 h 6858000"/>
              <a:gd name="connsiteX937" fmla="*/ 3721337 w 7467600"/>
              <a:gd name="connsiteY937" fmla="*/ 0 h 6858000"/>
              <a:gd name="connsiteX938" fmla="*/ 2867960 w 7467600"/>
              <a:gd name="connsiteY938" fmla="*/ 0 h 6858000"/>
              <a:gd name="connsiteX939" fmla="*/ 2926351 w 7467600"/>
              <a:gd name="connsiteY939" fmla="*/ 0 h 6858000"/>
              <a:gd name="connsiteX940" fmla="*/ 2902823 w 7467600"/>
              <a:gd name="connsiteY940" fmla="*/ 262929 h 6858000"/>
              <a:gd name="connsiteX941" fmla="*/ 2940663 w 7467600"/>
              <a:gd name="connsiteY941" fmla="*/ 140884 h 6858000"/>
              <a:gd name="connsiteX942" fmla="*/ 2947039 w 7467600"/>
              <a:gd name="connsiteY942" fmla="*/ 122524 h 6858000"/>
              <a:gd name="connsiteX943" fmla="*/ 2984316 w 7467600"/>
              <a:gd name="connsiteY943" fmla="*/ 0 h 6858000"/>
              <a:gd name="connsiteX944" fmla="*/ 3016114 w 7467600"/>
              <a:gd name="connsiteY944" fmla="*/ 0 h 6858000"/>
              <a:gd name="connsiteX945" fmla="*/ 2979949 w 7467600"/>
              <a:gd name="connsiteY945" fmla="*/ 119274 h 6858000"/>
              <a:gd name="connsiteX946" fmla="*/ 3023879 w 7467600"/>
              <a:gd name="connsiteY946" fmla="*/ 0 h 6858000"/>
              <a:gd name="connsiteX947" fmla="*/ 3105400 w 7467600"/>
              <a:gd name="connsiteY947" fmla="*/ 0 h 6858000"/>
              <a:gd name="connsiteX948" fmla="*/ 3094669 w 7467600"/>
              <a:gd name="connsiteY948" fmla="*/ 30308 h 6858000"/>
              <a:gd name="connsiteX949" fmla="*/ 2901945 w 7467600"/>
              <a:gd name="connsiteY949" fmla="*/ 466538 h 6858000"/>
              <a:gd name="connsiteX950" fmla="*/ 2815209 w 7467600"/>
              <a:gd name="connsiteY950" fmla="*/ 497361 h 6858000"/>
              <a:gd name="connsiteX951" fmla="*/ 2844845 w 7467600"/>
              <a:gd name="connsiteY951" fmla="*/ 127638 h 6858000"/>
              <a:gd name="connsiteX952" fmla="*/ 2867960 w 7467600"/>
              <a:gd name="connsiteY952" fmla="*/ 0 h 6858000"/>
              <a:gd name="connsiteX953" fmla="*/ 1057230 w 7467600"/>
              <a:gd name="connsiteY953" fmla="*/ 0 h 6858000"/>
              <a:gd name="connsiteX954" fmla="*/ 1111003 w 7467600"/>
              <a:gd name="connsiteY954" fmla="*/ 0 h 6858000"/>
              <a:gd name="connsiteX955" fmla="*/ 1125553 w 7467600"/>
              <a:gd name="connsiteY955" fmla="*/ 52588 h 6858000"/>
              <a:gd name="connsiteX956" fmla="*/ 1304276 w 7467600"/>
              <a:gd name="connsiteY956" fmla="*/ 476275 h 6858000"/>
              <a:gd name="connsiteX957" fmla="*/ 1492066 w 7467600"/>
              <a:gd name="connsiteY957" fmla="*/ 886333 h 6858000"/>
              <a:gd name="connsiteX958" fmla="*/ 1423698 w 7467600"/>
              <a:gd name="connsiteY958" fmla="*/ 710817 h 6858000"/>
              <a:gd name="connsiteX959" fmla="*/ 1357609 w 7467600"/>
              <a:gd name="connsiteY959" fmla="*/ 532892 h 6858000"/>
              <a:gd name="connsiteX960" fmla="*/ 1309550 w 7467600"/>
              <a:gd name="connsiteY960" fmla="*/ 374031 h 6858000"/>
              <a:gd name="connsiteX961" fmla="*/ 1193673 w 7467600"/>
              <a:gd name="connsiteY961" fmla="*/ 49533 h 6858000"/>
              <a:gd name="connsiteX962" fmla="*/ 1164391 w 7467600"/>
              <a:gd name="connsiteY962" fmla="*/ 0 h 6858000"/>
              <a:gd name="connsiteX963" fmla="*/ 1200666 w 7467600"/>
              <a:gd name="connsiteY963" fmla="*/ 0 h 6858000"/>
              <a:gd name="connsiteX964" fmla="*/ 1223408 w 7467600"/>
              <a:gd name="connsiteY964" fmla="*/ 38996 h 6858000"/>
              <a:gd name="connsiteX965" fmla="*/ 1339635 w 7467600"/>
              <a:gd name="connsiteY965" fmla="*/ 365517 h 6858000"/>
              <a:gd name="connsiteX966" fmla="*/ 1387469 w 7467600"/>
              <a:gd name="connsiteY966" fmla="*/ 523079 h 6858000"/>
              <a:gd name="connsiteX967" fmla="*/ 1452685 w 7467600"/>
              <a:gd name="connsiteY967" fmla="*/ 699806 h 6858000"/>
              <a:gd name="connsiteX968" fmla="*/ 1492092 w 7467600"/>
              <a:gd name="connsiteY968" fmla="*/ 800424 h 6858000"/>
              <a:gd name="connsiteX969" fmla="*/ 1455302 w 7467600"/>
              <a:gd name="connsiteY969" fmla="*/ 632913 h 6858000"/>
              <a:gd name="connsiteX970" fmla="*/ 1222336 w 7467600"/>
              <a:gd name="connsiteY970" fmla="*/ 9480 h 6858000"/>
              <a:gd name="connsiteX971" fmla="*/ 1214634 w 7467600"/>
              <a:gd name="connsiteY971" fmla="*/ 0 h 6858000"/>
              <a:gd name="connsiteX972" fmla="*/ 1289827 w 7467600"/>
              <a:gd name="connsiteY972" fmla="*/ 0 h 6858000"/>
              <a:gd name="connsiteX973" fmla="*/ 1321076 w 7467600"/>
              <a:gd name="connsiteY973" fmla="*/ 59722 h 6858000"/>
              <a:gd name="connsiteX974" fmla="*/ 1512579 w 7467600"/>
              <a:gd name="connsiteY974" fmla="*/ 626441 h 6858000"/>
              <a:gd name="connsiteX975" fmla="*/ 1506076 w 7467600"/>
              <a:gd name="connsiteY975" fmla="*/ 1089289 h 6858000"/>
              <a:gd name="connsiteX976" fmla="*/ 1486346 w 7467600"/>
              <a:gd name="connsiteY976" fmla="*/ 1079919 h 6858000"/>
              <a:gd name="connsiteX977" fmla="*/ 1070511 w 7467600"/>
              <a:gd name="connsiteY977" fmla="*/ 48609 h 6858000"/>
              <a:gd name="connsiteX978" fmla="*/ 1057230 w 7467600"/>
              <a:gd name="connsiteY978" fmla="*/ 0 h 6858000"/>
              <a:gd name="connsiteX979" fmla="*/ 43151 w 7467600"/>
              <a:gd name="connsiteY979" fmla="*/ 0 h 6858000"/>
              <a:gd name="connsiteX980" fmla="*/ 95283 w 7467600"/>
              <a:gd name="connsiteY980" fmla="*/ 0 h 6858000"/>
              <a:gd name="connsiteX981" fmla="*/ 300708 w 7467600"/>
              <a:gd name="connsiteY981" fmla="*/ 154571 h 6858000"/>
              <a:gd name="connsiteX982" fmla="*/ 530414 w 7467600"/>
              <a:gd name="connsiteY982" fmla="*/ 354673 h 6858000"/>
              <a:gd name="connsiteX983" fmla="*/ 333785 w 7467600"/>
              <a:gd name="connsiteY983" fmla="*/ 161564 h 6858000"/>
              <a:gd name="connsiteX984" fmla="*/ 147005 w 7467600"/>
              <a:gd name="connsiteY984" fmla="*/ 0 h 6858000"/>
              <a:gd name="connsiteX985" fmla="*/ 272509 w 7467600"/>
              <a:gd name="connsiteY985" fmla="*/ 0 h 6858000"/>
              <a:gd name="connsiteX986" fmla="*/ 326276 w 7467600"/>
              <a:gd name="connsiteY986" fmla="*/ 45847 h 6858000"/>
              <a:gd name="connsiteX987" fmla="*/ 823759 w 7467600"/>
              <a:gd name="connsiteY987" fmla="*/ 574145 h 6858000"/>
              <a:gd name="connsiteX988" fmla="*/ 811254 w 7467600"/>
              <a:gd name="connsiteY988" fmla="*/ 665546 h 6858000"/>
              <a:gd name="connsiteX989" fmla="*/ 154042 w 7467600"/>
              <a:gd name="connsiteY989" fmla="*/ 261522 h 6858000"/>
              <a:gd name="connsiteX990" fmla="*/ 13550 w 7467600"/>
              <a:gd name="connsiteY990" fmla="*/ 158423 h 6858000"/>
              <a:gd name="connsiteX991" fmla="*/ 0 w 7467600"/>
              <a:gd name="connsiteY991" fmla="*/ 146618 h 6858000"/>
              <a:gd name="connsiteX992" fmla="*/ 0 w 7467600"/>
              <a:gd name="connsiteY992" fmla="*/ 59161 h 6858000"/>
              <a:gd name="connsiteX993" fmla="*/ 45427 w 7467600"/>
              <a:gd name="connsiteY993" fmla="*/ 101078 h 6858000"/>
              <a:gd name="connsiteX994" fmla="*/ 630103 w 7467600"/>
              <a:gd name="connsiteY994" fmla="*/ 485885 h 6858000"/>
              <a:gd name="connsiteX995" fmla="*/ 532040 w 7467600"/>
              <a:gd name="connsiteY995" fmla="*/ 399359 h 6858000"/>
              <a:gd name="connsiteX996" fmla="*/ 517618 w 7467600"/>
              <a:gd name="connsiteY996" fmla="*/ 385726 h 6858000"/>
              <a:gd name="connsiteX997" fmla="*/ 285074 w 7467600"/>
              <a:gd name="connsiteY997" fmla="*/ 182755 h 6858000"/>
              <a:gd name="connsiteX998" fmla="*/ 43151 w 7467600"/>
              <a:gd name="connsiteY998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467600 w 7467600"/>
              <a:gd name="connsiteY127" fmla="*/ 5297634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7467600 w 7467600"/>
              <a:gd name="connsiteY137" fmla="*/ 5241225 h 6858000"/>
              <a:gd name="connsiteX138" fmla="*/ 7467600 w 7467600"/>
              <a:gd name="connsiteY138" fmla="*/ 5277736 h 6858000"/>
              <a:gd name="connsiteX139" fmla="*/ 7327465 w 7467600"/>
              <a:gd name="connsiteY139" fmla="*/ 5174181 h 6858000"/>
              <a:gd name="connsiteX140" fmla="*/ 7353035 w 7467600"/>
              <a:gd name="connsiteY140" fmla="*/ 5197318 h 6858000"/>
              <a:gd name="connsiteX141" fmla="*/ 7467600 w 7467600"/>
              <a:gd name="connsiteY141" fmla="*/ 5297634 h 6858000"/>
              <a:gd name="connsiteX142" fmla="*/ 1903353 w 7467600"/>
              <a:gd name="connsiteY142" fmla="*/ 5044827 h 6858000"/>
              <a:gd name="connsiteX143" fmla="*/ 1936931 w 7467600"/>
              <a:gd name="connsiteY143" fmla="*/ 5093954 h 6858000"/>
              <a:gd name="connsiteX144" fmla="*/ 2195868 w 7467600"/>
              <a:gd name="connsiteY144" fmla="*/ 5396574 h 6858000"/>
              <a:gd name="connsiteX145" fmla="*/ 2088852 w 7467600"/>
              <a:gd name="connsiteY145" fmla="*/ 5166123 h 6858000"/>
              <a:gd name="connsiteX146" fmla="*/ 1958241 w 7467600"/>
              <a:gd name="connsiteY146" fmla="*/ 5067955 h 6858000"/>
              <a:gd name="connsiteX147" fmla="*/ 1903353 w 7467600"/>
              <a:gd name="connsiteY147" fmla="*/ 5044827 h 6858000"/>
              <a:gd name="connsiteX148" fmla="*/ 1979378 w 7467600"/>
              <a:gd name="connsiteY148" fmla="*/ 4769504 h 6858000"/>
              <a:gd name="connsiteX149" fmla="*/ 2882120 w 7467600"/>
              <a:gd name="connsiteY149" fmla="*/ 5064547 h 6858000"/>
              <a:gd name="connsiteX150" fmla="*/ 2793103 w 7467600"/>
              <a:gd name="connsiteY150" fmla="*/ 5039699 h 6858000"/>
              <a:gd name="connsiteX151" fmla="*/ 2770041 w 7467600"/>
              <a:gd name="connsiteY151" fmla="*/ 5033634 h 6858000"/>
              <a:gd name="connsiteX152" fmla="*/ 1979378 w 7467600"/>
              <a:gd name="connsiteY152" fmla="*/ 4769504 h 6858000"/>
              <a:gd name="connsiteX153" fmla="*/ 1927410 w 7467600"/>
              <a:gd name="connsiteY153" fmla="*/ 4716164 h 6858000"/>
              <a:gd name="connsiteX154" fmla="*/ 1959587 w 7467600"/>
              <a:gd name="connsiteY154" fmla="*/ 4728849 h 6858000"/>
              <a:gd name="connsiteX155" fmla="*/ 2777707 w 7467600"/>
              <a:gd name="connsiteY155" fmla="*/ 5003991 h 6858000"/>
              <a:gd name="connsiteX156" fmla="*/ 2800768 w 7467600"/>
              <a:gd name="connsiteY156" fmla="*/ 5010056 h 6858000"/>
              <a:gd name="connsiteX157" fmla="*/ 2879408 w 7467600"/>
              <a:gd name="connsiteY157" fmla="*/ 5031590 h 6858000"/>
              <a:gd name="connsiteX158" fmla="*/ 2862295 w 7467600"/>
              <a:gd name="connsiteY158" fmla="*/ 5022958 h 6858000"/>
              <a:gd name="connsiteX159" fmla="*/ 2813343 w 7467600"/>
              <a:gd name="connsiteY159" fmla="*/ 4998369 h 6858000"/>
              <a:gd name="connsiteX160" fmla="*/ 2646245 w 7467600"/>
              <a:gd name="connsiteY160" fmla="*/ 4930999 h 6858000"/>
              <a:gd name="connsiteX161" fmla="*/ 1999243 w 7467600"/>
              <a:gd name="connsiteY161" fmla="*/ 4730524 h 6858000"/>
              <a:gd name="connsiteX162" fmla="*/ 1979527 w 7467600"/>
              <a:gd name="connsiteY162" fmla="*/ 4726651 h 6858000"/>
              <a:gd name="connsiteX163" fmla="*/ 1927410 w 7467600"/>
              <a:gd name="connsiteY163" fmla="*/ 4716164 h 6858000"/>
              <a:gd name="connsiteX164" fmla="*/ 1997014 w 7467600"/>
              <a:gd name="connsiteY164" fmla="*/ 4698007 h 6858000"/>
              <a:gd name="connsiteX165" fmla="*/ 2005458 w 7467600"/>
              <a:gd name="connsiteY165" fmla="*/ 4699540 h 6858000"/>
              <a:gd name="connsiteX166" fmla="*/ 2657186 w 7467600"/>
              <a:gd name="connsiteY166" fmla="*/ 4901687 h 6858000"/>
              <a:gd name="connsiteX167" fmla="*/ 2826662 w 7467600"/>
              <a:gd name="connsiteY167" fmla="*/ 4970362 h 6858000"/>
              <a:gd name="connsiteX168" fmla="*/ 2876100 w 7467600"/>
              <a:gd name="connsiteY168" fmla="*/ 4995397 h 6858000"/>
              <a:gd name="connsiteX169" fmla="*/ 3042600 w 7467600"/>
              <a:gd name="connsiteY169" fmla="*/ 5059532 h 6858000"/>
              <a:gd name="connsiteX170" fmla="*/ 1997014 w 7467600"/>
              <a:gd name="connsiteY170" fmla="*/ 4698007 h 6858000"/>
              <a:gd name="connsiteX171" fmla="*/ 2305292 w 7467600"/>
              <a:gd name="connsiteY171" fmla="*/ 4219492 h 6858000"/>
              <a:gd name="connsiteX172" fmla="*/ 3360922 w 7467600"/>
              <a:gd name="connsiteY172" fmla="*/ 4529373 h 6858000"/>
              <a:gd name="connsiteX173" fmla="*/ 3492420 w 7467600"/>
              <a:gd name="connsiteY173" fmla="*/ 4510145 h 6858000"/>
              <a:gd name="connsiteX174" fmla="*/ 3364086 w 7467600"/>
              <a:gd name="connsiteY174" fmla="*/ 4480340 h 6858000"/>
              <a:gd name="connsiteX175" fmla="*/ 3225818 w 7467600"/>
              <a:gd name="connsiteY175" fmla="*/ 4411822 h 6858000"/>
              <a:gd name="connsiteX176" fmla="*/ 3129696 w 7467600"/>
              <a:gd name="connsiteY176" fmla="*/ 4360704 h 6858000"/>
              <a:gd name="connsiteX177" fmla="*/ 2814545 w 7467600"/>
              <a:gd name="connsiteY177" fmla="*/ 4282955 h 6858000"/>
              <a:gd name="connsiteX178" fmla="*/ 2305292 w 7467600"/>
              <a:gd name="connsiteY178" fmla="*/ 4219492 h 6858000"/>
              <a:gd name="connsiteX179" fmla="*/ 2626982 w 7467600"/>
              <a:gd name="connsiteY179" fmla="*/ 4206450 h 6858000"/>
              <a:gd name="connsiteX180" fmla="*/ 2490617 w 7467600"/>
              <a:gd name="connsiteY180" fmla="*/ 4206951 h 6858000"/>
              <a:gd name="connsiteX181" fmla="*/ 2819869 w 7467600"/>
              <a:gd name="connsiteY181" fmla="*/ 4252936 h 6858000"/>
              <a:gd name="connsiteX182" fmla="*/ 3143018 w 7467600"/>
              <a:gd name="connsiteY182" fmla="*/ 4332698 h 6858000"/>
              <a:gd name="connsiteX183" fmla="*/ 3241520 w 7467600"/>
              <a:gd name="connsiteY183" fmla="*/ 4385112 h 6858000"/>
              <a:gd name="connsiteX184" fmla="*/ 3374575 w 7467600"/>
              <a:gd name="connsiteY184" fmla="*/ 4451517 h 6858000"/>
              <a:gd name="connsiteX185" fmla="*/ 3505221 w 7467600"/>
              <a:gd name="connsiteY185" fmla="*/ 4480757 h 6858000"/>
              <a:gd name="connsiteX186" fmla="*/ 2626982 w 7467600"/>
              <a:gd name="connsiteY186" fmla="*/ 4206450 h 6858000"/>
              <a:gd name="connsiteX187" fmla="*/ 1310106 w 7467600"/>
              <a:gd name="connsiteY187" fmla="*/ 3943217 h 6858000"/>
              <a:gd name="connsiteX188" fmla="*/ 854994 w 7467600"/>
              <a:gd name="connsiteY188" fmla="*/ 4399136 h 6858000"/>
              <a:gd name="connsiteX189" fmla="*/ 742462 w 7467600"/>
              <a:gd name="connsiteY189" fmla="*/ 4594648 h 6858000"/>
              <a:gd name="connsiteX190" fmla="*/ 820602 w 7467600"/>
              <a:gd name="connsiteY190" fmla="*/ 4485915 h 6858000"/>
              <a:gd name="connsiteX191" fmla="*/ 878295 w 7467600"/>
              <a:gd name="connsiteY191" fmla="*/ 4403594 h 6858000"/>
              <a:gd name="connsiteX192" fmla="*/ 1240607 w 7467600"/>
              <a:gd name="connsiteY192" fmla="*/ 4010401 h 6858000"/>
              <a:gd name="connsiteX193" fmla="*/ 1310106 w 7467600"/>
              <a:gd name="connsiteY193" fmla="*/ 3943217 h 6858000"/>
              <a:gd name="connsiteX194" fmla="*/ 1423113 w 7467600"/>
              <a:gd name="connsiteY194" fmla="*/ 3874565 h 6858000"/>
              <a:gd name="connsiteX195" fmla="*/ 1260565 w 7467600"/>
              <a:gd name="connsiteY195" fmla="*/ 4031982 h 6858000"/>
              <a:gd name="connsiteX196" fmla="*/ 901900 w 7467600"/>
              <a:gd name="connsiteY196" fmla="*/ 4421236 h 6858000"/>
              <a:gd name="connsiteX197" fmla="*/ 845044 w 7467600"/>
              <a:gd name="connsiteY197" fmla="*/ 4502436 h 6858000"/>
              <a:gd name="connsiteX198" fmla="*/ 685926 w 7467600"/>
              <a:gd name="connsiteY198" fmla="*/ 4703069 h 6858000"/>
              <a:gd name="connsiteX199" fmla="*/ 684248 w 7467600"/>
              <a:gd name="connsiteY199" fmla="*/ 4706721 h 6858000"/>
              <a:gd name="connsiteX200" fmla="*/ 1423113 w 7467600"/>
              <a:gd name="connsiteY200" fmla="*/ 3874565 h 6858000"/>
              <a:gd name="connsiteX201" fmla="*/ 3316479 w 7467600"/>
              <a:gd name="connsiteY201" fmla="*/ 3872136 h 6858000"/>
              <a:gd name="connsiteX202" fmla="*/ 3546806 w 7467600"/>
              <a:gd name="connsiteY202" fmla="*/ 4356139 h 6858000"/>
              <a:gd name="connsiteX203" fmla="*/ 3364433 w 7467600"/>
              <a:gd name="connsiteY203" fmla="*/ 3953121 h 6858000"/>
              <a:gd name="connsiteX204" fmla="*/ 3316479 w 7467600"/>
              <a:gd name="connsiteY204" fmla="*/ 3872136 h 6858000"/>
              <a:gd name="connsiteX205" fmla="*/ 3291335 w 7467600"/>
              <a:gd name="connsiteY205" fmla="*/ 3767420 h 6858000"/>
              <a:gd name="connsiteX206" fmla="*/ 3390805 w 7467600"/>
              <a:gd name="connsiteY206" fmla="*/ 3937163 h 6858000"/>
              <a:gd name="connsiteX207" fmla="*/ 3579062 w 7467600"/>
              <a:gd name="connsiteY207" fmla="*/ 4359040 h 6858000"/>
              <a:gd name="connsiteX208" fmla="*/ 3467355 w 7467600"/>
              <a:gd name="connsiteY208" fmla="*/ 3988130 h 6858000"/>
              <a:gd name="connsiteX209" fmla="*/ 3310753 w 7467600"/>
              <a:gd name="connsiteY209" fmla="*/ 3787140 h 6858000"/>
              <a:gd name="connsiteX210" fmla="*/ 3291335 w 7467600"/>
              <a:gd name="connsiteY210" fmla="*/ 3767420 h 6858000"/>
              <a:gd name="connsiteX211" fmla="*/ 1635889 w 7467600"/>
              <a:gd name="connsiteY211" fmla="*/ 3709494 h 6858000"/>
              <a:gd name="connsiteX212" fmla="*/ 1634800 w 7467600"/>
              <a:gd name="connsiteY212" fmla="*/ 3731111 h 6858000"/>
              <a:gd name="connsiteX213" fmla="*/ 1635889 w 7467600"/>
              <a:gd name="connsiteY213" fmla="*/ 3709494 h 6858000"/>
              <a:gd name="connsiteX214" fmla="*/ 1510397 w 7467600"/>
              <a:gd name="connsiteY214" fmla="*/ 3684705 h 6858000"/>
              <a:gd name="connsiteX215" fmla="*/ 1146550 w 7467600"/>
              <a:gd name="connsiteY215" fmla="*/ 3802012 h 6858000"/>
              <a:gd name="connsiteX216" fmla="*/ 698834 w 7467600"/>
              <a:gd name="connsiteY216" fmla="*/ 3952272 h 6858000"/>
              <a:gd name="connsiteX217" fmla="*/ 34256 w 7467600"/>
              <a:gd name="connsiteY217" fmla="*/ 4347603 h 6858000"/>
              <a:gd name="connsiteX218" fmla="*/ 527241 w 7467600"/>
              <a:gd name="connsiteY218" fmla="*/ 4065078 h 6858000"/>
              <a:gd name="connsiteX219" fmla="*/ 1510397 w 7467600"/>
              <a:gd name="connsiteY219" fmla="*/ 3684705 h 6858000"/>
              <a:gd name="connsiteX220" fmla="*/ 1313114 w 7467600"/>
              <a:gd name="connsiteY220" fmla="*/ 3655216 h 6858000"/>
              <a:gd name="connsiteX221" fmla="*/ 1109304 w 7467600"/>
              <a:gd name="connsiteY221" fmla="*/ 3669030 h 6858000"/>
              <a:gd name="connsiteX222" fmla="*/ 8129 w 7467600"/>
              <a:gd name="connsiteY222" fmla="*/ 4330519 h 6858000"/>
              <a:gd name="connsiteX223" fmla="*/ 687572 w 7467600"/>
              <a:gd name="connsiteY223" fmla="*/ 3925629 h 6858000"/>
              <a:gd name="connsiteX224" fmla="*/ 1138365 w 7467600"/>
              <a:gd name="connsiteY224" fmla="*/ 3774515 h 6858000"/>
              <a:gd name="connsiteX225" fmla="*/ 1505579 w 7467600"/>
              <a:gd name="connsiteY225" fmla="*/ 3655526 h 6858000"/>
              <a:gd name="connsiteX226" fmla="*/ 1313114 w 7467600"/>
              <a:gd name="connsiteY226" fmla="*/ 3655216 h 6858000"/>
              <a:gd name="connsiteX227" fmla="*/ 3655073 w 7467600"/>
              <a:gd name="connsiteY227" fmla="*/ 3650884 h 6858000"/>
              <a:gd name="connsiteX228" fmla="*/ 3989938 w 7467600"/>
              <a:gd name="connsiteY228" fmla="*/ 3991685 h 6858000"/>
              <a:gd name="connsiteX229" fmla="*/ 4393907 w 7467600"/>
              <a:gd name="connsiteY229" fmla="*/ 4261258 h 6858000"/>
              <a:gd name="connsiteX230" fmla="*/ 4648051 w 7467600"/>
              <a:gd name="connsiteY230" fmla="*/ 4374051 h 6858000"/>
              <a:gd name="connsiteX231" fmla="*/ 4383389 w 7467600"/>
              <a:gd name="connsiteY231" fmla="*/ 4184369 h 6858000"/>
              <a:gd name="connsiteX232" fmla="*/ 4165508 w 7467600"/>
              <a:gd name="connsiteY232" fmla="*/ 4035196 h 6858000"/>
              <a:gd name="connsiteX233" fmla="*/ 4068162 w 7467600"/>
              <a:gd name="connsiteY233" fmla="*/ 3953394 h 6858000"/>
              <a:gd name="connsiteX234" fmla="*/ 3981416 w 7467600"/>
              <a:gd name="connsiteY234" fmla="*/ 3880482 h 6858000"/>
              <a:gd name="connsiteX235" fmla="*/ 3800147 w 7467600"/>
              <a:gd name="connsiteY235" fmla="*/ 3749872 h 6858000"/>
              <a:gd name="connsiteX236" fmla="*/ 3655073 w 7467600"/>
              <a:gd name="connsiteY236" fmla="*/ 3650884 h 6858000"/>
              <a:gd name="connsiteX237" fmla="*/ 3670252 w 7467600"/>
              <a:gd name="connsiteY237" fmla="*/ 3622798 h 6858000"/>
              <a:gd name="connsiteX238" fmla="*/ 3817258 w 7467600"/>
              <a:gd name="connsiteY238" fmla="*/ 3723577 h 6858000"/>
              <a:gd name="connsiteX239" fmla="*/ 4000461 w 7467600"/>
              <a:gd name="connsiteY239" fmla="*/ 3855966 h 6858000"/>
              <a:gd name="connsiteX240" fmla="*/ 4088180 w 7467600"/>
              <a:gd name="connsiteY240" fmla="*/ 3929774 h 6858000"/>
              <a:gd name="connsiteX241" fmla="*/ 4184555 w 7467600"/>
              <a:gd name="connsiteY241" fmla="*/ 4010683 h 6858000"/>
              <a:gd name="connsiteX242" fmla="*/ 4399563 w 7467600"/>
              <a:gd name="connsiteY242" fmla="*/ 4158106 h 6858000"/>
              <a:gd name="connsiteX243" fmla="*/ 4684469 w 7467600"/>
              <a:gd name="connsiteY243" fmla="*/ 4364680 h 6858000"/>
              <a:gd name="connsiteX244" fmla="*/ 4690271 w 7467600"/>
              <a:gd name="connsiteY244" fmla="*/ 4370034 h 6858000"/>
              <a:gd name="connsiteX245" fmla="*/ 4136093 w 7467600"/>
              <a:gd name="connsiteY245" fmla="*/ 3858466 h 6858000"/>
              <a:gd name="connsiteX246" fmla="*/ 3670252 w 7467600"/>
              <a:gd name="connsiteY246" fmla="*/ 3622798 h 6858000"/>
              <a:gd name="connsiteX247" fmla="*/ 4440129 w 7467600"/>
              <a:gd name="connsiteY247" fmla="*/ 3448571 h 6858000"/>
              <a:gd name="connsiteX248" fmla="*/ 4856525 w 7467600"/>
              <a:gd name="connsiteY248" fmla="*/ 3915351 h 6858000"/>
              <a:gd name="connsiteX249" fmla="*/ 5059055 w 7467600"/>
              <a:gd name="connsiteY249" fmla="*/ 4108918 h 6858000"/>
              <a:gd name="connsiteX250" fmla="*/ 5290070 w 7467600"/>
              <a:gd name="connsiteY250" fmla="*/ 4263619 h 6858000"/>
              <a:gd name="connsiteX251" fmla="*/ 4834991 w 7467600"/>
              <a:gd name="connsiteY251" fmla="*/ 3830985 h 6858000"/>
              <a:gd name="connsiteX252" fmla="*/ 4440129 w 7467600"/>
              <a:gd name="connsiteY252" fmla="*/ 3448571 h 6858000"/>
              <a:gd name="connsiteX253" fmla="*/ 4441737 w 7467600"/>
              <a:gd name="connsiteY253" fmla="*/ 3399734 h 6858000"/>
              <a:gd name="connsiteX254" fmla="*/ 4431236 w 7467600"/>
              <a:gd name="connsiteY254" fmla="*/ 3400954 h 6858000"/>
              <a:gd name="connsiteX255" fmla="*/ 4557150 w 7467600"/>
              <a:gd name="connsiteY255" fmla="*/ 3510023 h 6858000"/>
              <a:gd name="connsiteX256" fmla="*/ 4856936 w 7467600"/>
              <a:gd name="connsiteY256" fmla="*/ 3809146 h 6858000"/>
              <a:gd name="connsiteX257" fmla="*/ 5111996 w 7467600"/>
              <a:gd name="connsiteY257" fmla="*/ 4065759 h 6858000"/>
              <a:gd name="connsiteX258" fmla="*/ 5388878 w 7467600"/>
              <a:gd name="connsiteY258" fmla="*/ 4300185 h 6858000"/>
              <a:gd name="connsiteX259" fmla="*/ 5425556 w 7467600"/>
              <a:gd name="connsiteY259" fmla="*/ 4308967 h 6858000"/>
              <a:gd name="connsiteX260" fmla="*/ 4943646 w 7467600"/>
              <a:gd name="connsiteY260" fmla="*/ 3822916 h 6858000"/>
              <a:gd name="connsiteX261" fmla="*/ 4594837 w 7467600"/>
              <a:gd name="connsiteY261" fmla="*/ 3532274 h 6858000"/>
              <a:gd name="connsiteX262" fmla="*/ 4441737 w 7467600"/>
              <a:gd name="connsiteY262" fmla="*/ 3399734 h 6858000"/>
              <a:gd name="connsiteX263" fmla="*/ 5425834 w 7467600"/>
              <a:gd name="connsiteY263" fmla="*/ 3162785 h 6858000"/>
              <a:gd name="connsiteX264" fmla="*/ 5401644 w 7467600"/>
              <a:gd name="connsiteY264" fmla="*/ 3617847 h 6858000"/>
              <a:gd name="connsiteX265" fmla="*/ 5467256 w 7467600"/>
              <a:gd name="connsiteY265" fmla="*/ 4175494 h 6858000"/>
              <a:gd name="connsiteX266" fmla="*/ 5448069 w 7467600"/>
              <a:gd name="connsiteY266" fmla="*/ 3567554 h 6858000"/>
              <a:gd name="connsiteX267" fmla="*/ 5425834 w 7467600"/>
              <a:gd name="connsiteY267" fmla="*/ 3162785 h 6858000"/>
              <a:gd name="connsiteX268" fmla="*/ 1318687 w 7467600"/>
              <a:gd name="connsiteY268" fmla="*/ 3113840 h 6858000"/>
              <a:gd name="connsiteX269" fmla="*/ 1066793 w 7467600"/>
              <a:gd name="connsiteY269" fmla="*/ 3212171 h 6858000"/>
              <a:gd name="connsiteX270" fmla="*/ 993319 w 7467600"/>
              <a:gd name="connsiteY270" fmla="*/ 3247648 h 6858000"/>
              <a:gd name="connsiteX271" fmla="*/ 853081 w 7467600"/>
              <a:gd name="connsiteY271" fmla="*/ 3312410 h 6858000"/>
              <a:gd name="connsiteX272" fmla="*/ 805957 w 7467600"/>
              <a:gd name="connsiteY272" fmla="*/ 3330443 h 6858000"/>
              <a:gd name="connsiteX273" fmla="*/ 1318687 w 7467600"/>
              <a:gd name="connsiteY273" fmla="*/ 3113840 h 6858000"/>
              <a:gd name="connsiteX274" fmla="*/ 5453702 w 7467600"/>
              <a:gd name="connsiteY274" fmla="*/ 3090882 h 6858000"/>
              <a:gd name="connsiteX275" fmla="*/ 5480135 w 7467600"/>
              <a:gd name="connsiteY275" fmla="*/ 3565802 h 6858000"/>
              <a:gd name="connsiteX276" fmla="*/ 5499023 w 7467600"/>
              <a:gd name="connsiteY276" fmla="*/ 4166310 h 6858000"/>
              <a:gd name="connsiteX277" fmla="*/ 5547022 w 7467600"/>
              <a:gd name="connsiteY277" fmla="*/ 3607838 h 6858000"/>
              <a:gd name="connsiteX278" fmla="*/ 5515964 w 7467600"/>
              <a:gd name="connsiteY278" fmla="*/ 3378541 h 6858000"/>
              <a:gd name="connsiteX279" fmla="*/ 5453702 w 7467600"/>
              <a:gd name="connsiteY279" fmla="*/ 3090882 h 6858000"/>
              <a:gd name="connsiteX280" fmla="*/ 1238695 w 7467600"/>
              <a:gd name="connsiteY280" fmla="*/ 3076820 h 6858000"/>
              <a:gd name="connsiteX281" fmla="*/ 716371 w 7467600"/>
              <a:gd name="connsiteY281" fmla="*/ 3293249 h 6858000"/>
              <a:gd name="connsiteX282" fmla="*/ 579522 w 7467600"/>
              <a:gd name="connsiteY282" fmla="*/ 3371759 h 6858000"/>
              <a:gd name="connsiteX283" fmla="*/ 600288 w 7467600"/>
              <a:gd name="connsiteY283" fmla="*/ 3365555 h 6858000"/>
              <a:gd name="connsiteX284" fmla="*/ 840692 w 7467600"/>
              <a:gd name="connsiteY284" fmla="*/ 3284921 h 6858000"/>
              <a:gd name="connsiteX285" fmla="*/ 979248 w 7467600"/>
              <a:gd name="connsiteY285" fmla="*/ 3221003 h 6858000"/>
              <a:gd name="connsiteX286" fmla="*/ 1053282 w 7467600"/>
              <a:gd name="connsiteY286" fmla="*/ 3185247 h 6858000"/>
              <a:gd name="connsiteX287" fmla="*/ 1320603 w 7467600"/>
              <a:gd name="connsiteY287" fmla="*/ 3081281 h 6858000"/>
              <a:gd name="connsiteX288" fmla="*/ 1238695 w 7467600"/>
              <a:gd name="connsiteY288" fmla="*/ 3076820 h 6858000"/>
              <a:gd name="connsiteX289" fmla="*/ 5425627 w 7467600"/>
              <a:gd name="connsiteY289" fmla="*/ 2954192 h 6858000"/>
              <a:gd name="connsiteX290" fmla="*/ 5470770 w 7467600"/>
              <a:gd name="connsiteY290" fmla="*/ 3005435 h 6858000"/>
              <a:gd name="connsiteX291" fmla="*/ 5519779 w 7467600"/>
              <a:gd name="connsiteY291" fmla="*/ 4359223 h 6858000"/>
              <a:gd name="connsiteX292" fmla="*/ 5520293 w 7467600"/>
              <a:gd name="connsiteY292" fmla="*/ 4360602 h 6858000"/>
              <a:gd name="connsiteX293" fmla="*/ 5767221 w 7467600"/>
              <a:gd name="connsiteY293" fmla="*/ 4665564 h 6858000"/>
              <a:gd name="connsiteX294" fmla="*/ 6937169 w 7467600"/>
              <a:gd name="connsiteY294" fmla="*/ 4815941 h 6858000"/>
              <a:gd name="connsiteX295" fmla="*/ 6953922 w 7467600"/>
              <a:gd name="connsiteY295" fmla="*/ 4890068 h 6858000"/>
              <a:gd name="connsiteX296" fmla="*/ 6071359 w 7467600"/>
              <a:gd name="connsiteY296" fmla="*/ 4770770 h 6858000"/>
              <a:gd name="connsiteX297" fmla="*/ 6038839 w 7467600"/>
              <a:gd name="connsiteY297" fmla="*/ 4764474 h 6858000"/>
              <a:gd name="connsiteX298" fmla="*/ 6038706 w 7467600"/>
              <a:gd name="connsiteY298" fmla="*/ 4763847 h 6858000"/>
              <a:gd name="connsiteX299" fmla="*/ 6037784 w 7467600"/>
              <a:gd name="connsiteY299" fmla="*/ 4764270 h 6858000"/>
              <a:gd name="connsiteX300" fmla="*/ 6038839 w 7467600"/>
              <a:gd name="connsiteY300" fmla="*/ 4764474 h 6858000"/>
              <a:gd name="connsiteX301" fmla="*/ 6040338 w 7467600"/>
              <a:gd name="connsiteY301" fmla="*/ 4771418 h 6858000"/>
              <a:gd name="connsiteX302" fmla="*/ 6024488 w 7467600"/>
              <a:gd name="connsiteY302" fmla="*/ 4809903 h 6858000"/>
              <a:gd name="connsiteX303" fmla="*/ 5599771 w 7467600"/>
              <a:gd name="connsiteY303" fmla="*/ 5509652 h 6858000"/>
              <a:gd name="connsiteX304" fmla="*/ 5548843 w 7467600"/>
              <a:gd name="connsiteY304" fmla="*/ 5563845 h 6858000"/>
              <a:gd name="connsiteX305" fmla="*/ 5940952 w 7467600"/>
              <a:gd name="connsiteY305" fmla="*/ 6250028 h 6858000"/>
              <a:gd name="connsiteX306" fmla="*/ 6043441 w 7467600"/>
              <a:gd name="connsiteY306" fmla="*/ 6665847 h 6858000"/>
              <a:gd name="connsiteX307" fmla="*/ 6093432 w 7467600"/>
              <a:gd name="connsiteY307" fmla="*/ 6858000 h 6858000"/>
              <a:gd name="connsiteX308" fmla="*/ 6034344 w 7467600"/>
              <a:gd name="connsiteY308" fmla="*/ 6858000 h 6858000"/>
              <a:gd name="connsiteX309" fmla="*/ 6026679 w 7467600"/>
              <a:gd name="connsiteY309" fmla="*/ 6836959 h 6858000"/>
              <a:gd name="connsiteX310" fmla="*/ 5800441 w 7467600"/>
              <a:gd name="connsiteY310" fmla="*/ 6335286 h 6858000"/>
              <a:gd name="connsiteX311" fmla="*/ 5526562 w 7467600"/>
              <a:gd name="connsiteY311" fmla="*/ 5705388 h 6858000"/>
              <a:gd name="connsiteX312" fmla="*/ 5519640 w 7467600"/>
              <a:gd name="connsiteY312" fmla="*/ 5683774 h 6858000"/>
              <a:gd name="connsiteX313" fmla="*/ 5844559 w 7467600"/>
              <a:gd name="connsiteY313" fmla="*/ 6553349 h 6858000"/>
              <a:gd name="connsiteX314" fmla="*/ 5975994 w 7467600"/>
              <a:gd name="connsiteY314" fmla="*/ 6858000 h 6858000"/>
              <a:gd name="connsiteX315" fmla="*/ 5898547 w 7467600"/>
              <a:gd name="connsiteY315" fmla="*/ 6858000 h 6858000"/>
              <a:gd name="connsiteX316" fmla="*/ 5682041 w 7467600"/>
              <a:gd name="connsiteY316" fmla="*/ 6355860 h 6858000"/>
              <a:gd name="connsiteX317" fmla="*/ 5461758 w 7467600"/>
              <a:gd name="connsiteY317" fmla="*/ 5820220 h 6858000"/>
              <a:gd name="connsiteX318" fmla="*/ 5237282 w 7467600"/>
              <a:gd name="connsiteY318" fmla="*/ 6579086 h 6858000"/>
              <a:gd name="connsiteX319" fmla="*/ 5115009 w 7467600"/>
              <a:gd name="connsiteY319" fmla="*/ 6858000 h 6858000"/>
              <a:gd name="connsiteX320" fmla="*/ 5028074 w 7467600"/>
              <a:gd name="connsiteY320" fmla="*/ 6858000 h 6858000"/>
              <a:gd name="connsiteX321" fmla="*/ 5079508 w 7467600"/>
              <a:gd name="connsiteY321" fmla="*/ 6749074 h 6858000"/>
              <a:gd name="connsiteX322" fmla="*/ 5371846 w 7467600"/>
              <a:gd name="connsiteY322" fmla="*/ 5924413 h 6858000"/>
              <a:gd name="connsiteX323" fmla="*/ 5270512 w 7467600"/>
              <a:gd name="connsiteY323" fmla="*/ 6138975 h 6858000"/>
              <a:gd name="connsiteX324" fmla="*/ 5062409 w 7467600"/>
              <a:gd name="connsiteY324" fmla="*/ 6653544 h 6858000"/>
              <a:gd name="connsiteX325" fmla="*/ 5036628 w 7467600"/>
              <a:gd name="connsiteY325" fmla="*/ 6754247 h 6858000"/>
              <a:gd name="connsiteX326" fmla="*/ 5009112 w 7467600"/>
              <a:gd name="connsiteY326" fmla="*/ 6858000 h 6858000"/>
              <a:gd name="connsiteX327" fmla="*/ 4976679 w 7467600"/>
              <a:gd name="connsiteY327" fmla="*/ 6858000 h 6858000"/>
              <a:gd name="connsiteX328" fmla="*/ 5006537 w 7467600"/>
              <a:gd name="connsiteY328" fmla="*/ 6747068 h 6858000"/>
              <a:gd name="connsiteX329" fmla="*/ 5032723 w 7467600"/>
              <a:gd name="connsiteY329" fmla="*/ 6644957 h 6858000"/>
              <a:gd name="connsiteX330" fmla="*/ 5242949 w 7467600"/>
              <a:gd name="connsiteY330" fmla="*/ 6125175 h 6858000"/>
              <a:gd name="connsiteX331" fmla="*/ 5286321 w 7467600"/>
              <a:gd name="connsiteY331" fmla="*/ 6033555 h 6858000"/>
              <a:gd name="connsiteX332" fmla="*/ 5008210 w 7467600"/>
              <a:gd name="connsiteY332" fmla="*/ 6649194 h 6858000"/>
              <a:gd name="connsiteX333" fmla="*/ 4986321 w 7467600"/>
              <a:gd name="connsiteY333" fmla="*/ 6765687 h 6858000"/>
              <a:gd name="connsiteX334" fmla="*/ 4973474 w 7467600"/>
              <a:gd name="connsiteY334" fmla="*/ 6858000 h 6858000"/>
              <a:gd name="connsiteX335" fmla="*/ 4907178 w 7467600"/>
              <a:gd name="connsiteY335" fmla="*/ 6858000 h 6858000"/>
              <a:gd name="connsiteX336" fmla="*/ 4910810 w 7467600"/>
              <a:gd name="connsiteY336" fmla="*/ 6829660 h 6858000"/>
              <a:gd name="connsiteX337" fmla="*/ 4987461 w 7467600"/>
              <a:gd name="connsiteY337" fmla="*/ 6432994 h 6858000"/>
              <a:gd name="connsiteX338" fmla="*/ 5179262 w 7467600"/>
              <a:gd name="connsiteY338" fmla="*/ 6035044 h 6858000"/>
              <a:gd name="connsiteX339" fmla="*/ 4689678 w 7467600"/>
              <a:gd name="connsiteY339" fmla="*/ 6440241 h 6858000"/>
              <a:gd name="connsiteX340" fmla="*/ 4477543 w 7467600"/>
              <a:gd name="connsiteY340" fmla="*/ 6674836 h 6858000"/>
              <a:gd name="connsiteX341" fmla="*/ 4329957 w 7467600"/>
              <a:gd name="connsiteY341" fmla="*/ 6858000 h 6858000"/>
              <a:gd name="connsiteX342" fmla="*/ 4218595 w 7467600"/>
              <a:gd name="connsiteY342" fmla="*/ 6858000 h 6858000"/>
              <a:gd name="connsiteX343" fmla="*/ 4368888 w 7467600"/>
              <a:gd name="connsiteY343" fmla="*/ 6668412 h 6858000"/>
              <a:gd name="connsiteX344" fmla="*/ 4563091 w 7467600"/>
              <a:gd name="connsiteY344" fmla="*/ 6442508 h 6858000"/>
              <a:gd name="connsiteX345" fmla="*/ 5387324 w 7467600"/>
              <a:gd name="connsiteY345" fmla="*/ 5705830 h 6858000"/>
              <a:gd name="connsiteX346" fmla="*/ 5073620 w 7467600"/>
              <a:gd name="connsiteY346" fmla="*/ 5955437 h 6858000"/>
              <a:gd name="connsiteX347" fmla="*/ 4689789 w 7467600"/>
              <a:gd name="connsiteY347" fmla="*/ 6268382 h 6858000"/>
              <a:gd name="connsiteX348" fmla="*/ 4418722 w 7467600"/>
              <a:gd name="connsiteY348" fmla="*/ 6570886 h 6858000"/>
              <a:gd name="connsiteX349" fmla="*/ 4214944 w 7467600"/>
              <a:gd name="connsiteY349" fmla="*/ 6858000 h 6858000"/>
              <a:gd name="connsiteX350" fmla="*/ 4177898 w 7467600"/>
              <a:gd name="connsiteY350" fmla="*/ 6858000 h 6858000"/>
              <a:gd name="connsiteX351" fmla="*/ 4391597 w 7467600"/>
              <a:gd name="connsiteY351" fmla="*/ 6556370 h 6858000"/>
              <a:gd name="connsiteX352" fmla="*/ 4668889 w 7467600"/>
              <a:gd name="connsiteY352" fmla="*/ 6246399 h 6858000"/>
              <a:gd name="connsiteX353" fmla="*/ 5055427 w 7467600"/>
              <a:gd name="connsiteY353" fmla="*/ 5931476 h 6858000"/>
              <a:gd name="connsiteX354" fmla="*/ 5371814 w 7467600"/>
              <a:gd name="connsiteY354" fmla="*/ 5678975 h 6858000"/>
              <a:gd name="connsiteX355" fmla="*/ 4987918 w 7467600"/>
              <a:gd name="connsiteY355" fmla="*/ 5838701 h 6858000"/>
              <a:gd name="connsiteX356" fmla="*/ 4317146 w 7467600"/>
              <a:gd name="connsiteY356" fmla="*/ 6587716 h 6858000"/>
              <a:gd name="connsiteX357" fmla="*/ 4171627 w 7467600"/>
              <a:gd name="connsiteY357" fmla="*/ 6858000 h 6858000"/>
              <a:gd name="connsiteX358" fmla="*/ 4081585 w 7467600"/>
              <a:gd name="connsiteY358" fmla="*/ 6858000 h 6858000"/>
              <a:gd name="connsiteX359" fmla="*/ 4238603 w 7467600"/>
              <a:gd name="connsiteY359" fmla="*/ 6559341 h 6858000"/>
              <a:gd name="connsiteX360" fmla="*/ 4778333 w 7467600"/>
              <a:gd name="connsiteY360" fmla="*/ 5873626 h 6858000"/>
              <a:gd name="connsiteX361" fmla="*/ 5414185 w 7467600"/>
              <a:gd name="connsiteY361" fmla="*/ 5573882 h 6858000"/>
              <a:gd name="connsiteX362" fmla="*/ 5959648 w 7467600"/>
              <a:gd name="connsiteY362" fmla="*/ 4760797 h 6858000"/>
              <a:gd name="connsiteX363" fmla="*/ 5355019 w 7467600"/>
              <a:gd name="connsiteY363" fmla="*/ 4734672 h 6858000"/>
              <a:gd name="connsiteX364" fmla="*/ 5083565 w 7467600"/>
              <a:gd name="connsiteY364" fmla="*/ 5179121 h 6858000"/>
              <a:gd name="connsiteX365" fmla="*/ 4713577 w 7467600"/>
              <a:gd name="connsiteY365" fmla="*/ 5616803 h 6858000"/>
              <a:gd name="connsiteX366" fmla="*/ 3989559 w 7467600"/>
              <a:gd name="connsiteY366" fmla="*/ 6145945 h 6858000"/>
              <a:gd name="connsiteX367" fmla="*/ 3939824 w 7467600"/>
              <a:gd name="connsiteY367" fmla="*/ 6066900 h 6858000"/>
              <a:gd name="connsiteX368" fmla="*/ 4584537 w 7467600"/>
              <a:gd name="connsiteY368" fmla="*/ 5324826 h 6858000"/>
              <a:gd name="connsiteX369" fmla="*/ 5037105 w 7467600"/>
              <a:gd name="connsiteY369" fmla="*/ 5088765 h 6858000"/>
              <a:gd name="connsiteX370" fmla="*/ 5039930 w 7467600"/>
              <a:gd name="connsiteY370" fmla="*/ 5089585 h 6858000"/>
              <a:gd name="connsiteX371" fmla="*/ 5263764 w 7467600"/>
              <a:gd name="connsiteY371" fmla="*/ 4735525 h 6858000"/>
              <a:gd name="connsiteX372" fmla="*/ 4086300 w 7467600"/>
              <a:gd name="connsiteY372" fmla="*/ 4884599 h 6858000"/>
              <a:gd name="connsiteX373" fmla="*/ 4085485 w 7467600"/>
              <a:gd name="connsiteY373" fmla="*/ 4899070 h 6858000"/>
              <a:gd name="connsiteX374" fmla="*/ 3871915 w 7467600"/>
              <a:gd name="connsiteY374" fmla="*/ 5253645 h 6858000"/>
              <a:gd name="connsiteX375" fmla="*/ 3799374 w 7467600"/>
              <a:gd name="connsiteY375" fmla="*/ 5466127 h 6858000"/>
              <a:gd name="connsiteX376" fmla="*/ 3498850 w 7467600"/>
              <a:gd name="connsiteY376" fmla="*/ 6661888 h 6858000"/>
              <a:gd name="connsiteX377" fmla="*/ 3399216 w 7467600"/>
              <a:gd name="connsiteY377" fmla="*/ 6858000 h 6858000"/>
              <a:gd name="connsiteX378" fmla="*/ 3303688 w 7467600"/>
              <a:gd name="connsiteY378" fmla="*/ 6858000 h 6858000"/>
              <a:gd name="connsiteX379" fmla="*/ 3391774 w 7467600"/>
              <a:gd name="connsiteY379" fmla="*/ 6697181 h 6858000"/>
              <a:gd name="connsiteX380" fmla="*/ 3735540 w 7467600"/>
              <a:gd name="connsiteY380" fmla="*/ 5546923 h 6858000"/>
              <a:gd name="connsiteX381" fmla="*/ 3729438 w 7467600"/>
              <a:gd name="connsiteY381" fmla="*/ 5569058 h 6858000"/>
              <a:gd name="connsiteX382" fmla="*/ 3707782 w 7467600"/>
              <a:gd name="connsiteY382" fmla="*/ 5644908 h 6858000"/>
              <a:gd name="connsiteX383" fmla="*/ 3583827 w 7467600"/>
              <a:gd name="connsiteY383" fmla="*/ 6039215 h 6858000"/>
              <a:gd name="connsiteX384" fmla="*/ 3547861 w 7467600"/>
              <a:gd name="connsiteY384" fmla="*/ 6129609 h 6858000"/>
              <a:gd name="connsiteX385" fmla="*/ 3490905 w 7467600"/>
              <a:gd name="connsiteY385" fmla="*/ 6277660 h 6858000"/>
              <a:gd name="connsiteX386" fmla="*/ 3455859 w 7467600"/>
              <a:gd name="connsiteY386" fmla="*/ 6391301 h 6858000"/>
              <a:gd name="connsiteX387" fmla="*/ 3429112 w 7467600"/>
              <a:gd name="connsiteY387" fmla="*/ 6479469 h 6858000"/>
              <a:gd name="connsiteX388" fmla="*/ 3304862 w 7467600"/>
              <a:gd name="connsiteY388" fmla="*/ 6796476 h 6858000"/>
              <a:gd name="connsiteX389" fmla="*/ 3276071 w 7467600"/>
              <a:gd name="connsiteY389" fmla="*/ 6858000 h 6858000"/>
              <a:gd name="connsiteX390" fmla="*/ 3240805 w 7467600"/>
              <a:gd name="connsiteY390" fmla="*/ 6858000 h 6858000"/>
              <a:gd name="connsiteX391" fmla="*/ 3275917 w 7467600"/>
              <a:gd name="connsiteY391" fmla="*/ 6783192 h 6858000"/>
              <a:gd name="connsiteX392" fmla="*/ 3399358 w 7467600"/>
              <a:gd name="connsiteY392" fmla="*/ 6469011 h 6858000"/>
              <a:gd name="connsiteX393" fmla="*/ 3425650 w 7467600"/>
              <a:gd name="connsiteY393" fmla="*/ 6381333 h 6858000"/>
              <a:gd name="connsiteX394" fmla="*/ 3460661 w 7467600"/>
              <a:gd name="connsiteY394" fmla="*/ 6266763 h 6858000"/>
              <a:gd name="connsiteX395" fmla="*/ 3518021 w 7467600"/>
              <a:gd name="connsiteY395" fmla="*/ 6117298 h 6858000"/>
              <a:gd name="connsiteX396" fmla="*/ 3554035 w 7467600"/>
              <a:gd name="connsiteY396" fmla="*/ 6027832 h 6858000"/>
              <a:gd name="connsiteX397" fmla="*/ 3677174 w 7467600"/>
              <a:gd name="connsiteY397" fmla="*/ 5636351 h 6858000"/>
              <a:gd name="connsiteX398" fmla="*/ 3698819 w 7467600"/>
              <a:gd name="connsiteY398" fmla="*/ 5560503 h 6858000"/>
              <a:gd name="connsiteX399" fmla="*/ 3702094 w 7467600"/>
              <a:gd name="connsiteY399" fmla="*/ 5549194 h 6858000"/>
              <a:gd name="connsiteX400" fmla="*/ 3398355 w 7467600"/>
              <a:gd name="connsiteY400" fmla="*/ 6094603 h 6858000"/>
              <a:gd name="connsiteX401" fmla="*/ 3193941 w 7467600"/>
              <a:gd name="connsiteY401" fmla="*/ 6798775 h 6858000"/>
              <a:gd name="connsiteX402" fmla="*/ 3184140 w 7467600"/>
              <a:gd name="connsiteY402" fmla="*/ 6858000 h 6858000"/>
              <a:gd name="connsiteX403" fmla="*/ 3099978 w 7467600"/>
              <a:gd name="connsiteY403" fmla="*/ 6858000 h 6858000"/>
              <a:gd name="connsiteX404" fmla="*/ 3101556 w 7467600"/>
              <a:gd name="connsiteY404" fmla="*/ 6843337 h 6858000"/>
              <a:gd name="connsiteX405" fmla="*/ 3370162 w 7467600"/>
              <a:gd name="connsiteY405" fmla="*/ 5785550 h 6858000"/>
              <a:gd name="connsiteX406" fmla="*/ 3746477 w 7467600"/>
              <a:gd name="connsiteY406" fmla="*/ 5377889 h 6858000"/>
              <a:gd name="connsiteX407" fmla="*/ 3863399 w 7467600"/>
              <a:gd name="connsiteY407" fmla="*/ 5087257 h 6858000"/>
              <a:gd name="connsiteX408" fmla="*/ 3968712 w 7467600"/>
              <a:gd name="connsiteY408" fmla="*/ 4913989 h 6858000"/>
              <a:gd name="connsiteX409" fmla="*/ 2792390 w 7467600"/>
              <a:gd name="connsiteY409" fmla="*/ 5382974 h 6858000"/>
              <a:gd name="connsiteX410" fmla="*/ 2714982 w 7467600"/>
              <a:gd name="connsiteY410" fmla="*/ 5427051 h 6858000"/>
              <a:gd name="connsiteX411" fmla="*/ 2813361 w 7467600"/>
              <a:gd name="connsiteY411" fmla="*/ 6023912 h 6858000"/>
              <a:gd name="connsiteX412" fmla="*/ 2688430 w 7467600"/>
              <a:gd name="connsiteY412" fmla="*/ 6801564 h 6858000"/>
              <a:gd name="connsiteX413" fmla="*/ 2629626 w 7467600"/>
              <a:gd name="connsiteY413" fmla="*/ 6763394 h 6858000"/>
              <a:gd name="connsiteX414" fmla="*/ 2565328 w 7467600"/>
              <a:gd name="connsiteY414" fmla="*/ 5516399 h 6858000"/>
              <a:gd name="connsiteX415" fmla="*/ 1922999 w 7467600"/>
              <a:gd name="connsiteY415" fmla="*/ 5980343 h 6858000"/>
              <a:gd name="connsiteX416" fmla="*/ 1950261 w 7467600"/>
              <a:gd name="connsiteY416" fmla="*/ 6405858 h 6858000"/>
              <a:gd name="connsiteX417" fmla="*/ 2365554 w 7467600"/>
              <a:gd name="connsiteY417" fmla="*/ 6759107 h 6858000"/>
              <a:gd name="connsiteX418" fmla="*/ 2424142 w 7467600"/>
              <a:gd name="connsiteY418" fmla="*/ 6858000 h 6858000"/>
              <a:gd name="connsiteX419" fmla="*/ 2395994 w 7467600"/>
              <a:gd name="connsiteY419" fmla="*/ 6858000 h 6858000"/>
              <a:gd name="connsiteX420" fmla="*/ 2392863 w 7467600"/>
              <a:gd name="connsiteY420" fmla="*/ 6852964 h 6858000"/>
              <a:gd name="connsiteX421" fmla="*/ 2017589 w 7467600"/>
              <a:gd name="connsiteY421" fmla="*/ 6493982 h 6858000"/>
              <a:gd name="connsiteX422" fmla="*/ 2147336 w 7467600"/>
              <a:gd name="connsiteY422" fmla="*/ 6594052 h 6858000"/>
              <a:gd name="connsiteX423" fmla="*/ 2207047 w 7467600"/>
              <a:gd name="connsiteY423" fmla="*/ 6654540 h 6858000"/>
              <a:gd name="connsiteX424" fmla="*/ 2299106 w 7467600"/>
              <a:gd name="connsiteY424" fmla="*/ 6778931 h 6858000"/>
              <a:gd name="connsiteX425" fmla="*/ 2314430 w 7467600"/>
              <a:gd name="connsiteY425" fmla="*/ 6801144 h 6858000"/>
              <a:gd name="connsiteX426" fmla="*/ 2352406 w 7467600"/>
              <a:gd name="connsiteY426" fmla="*/ 6858000 h 6858000"/>
              <a:gd name="connsiteX427" fmla="*/ 2314492 w 7467600"/>
              <a:gd name="connsiteY427" fmla="*/ 6858000 h 6858000"/>
              <a:gd name="connsiteX428" fmla="*/ 2288095 w 7467600"/>
              <a:gd name="connsiteY428" fmla="*/ 6818030 h 6858000"/>
              <a:gd name="connsiteX429" fmla="*/ 2272768 w 7467600"/>
              <a:gd name="connsiteY429" fmla="*/ 6795822 h 6858000"/>
              <a:gd name="connsiteX430" fmla="*/ 2182715 w 7467600"/>
              <a:gd name="connsiteY430" fmla="*/ 6675071 h 6858000"/>
              <a:gd name="connsiteX431" fmla="*/ 2032061 w 7467600"/>
              <a:gd name="connsiteY431" fmla="*/ 6541380 h 6858000"/>
              <a:gd name="connsiteX432" fmla="*/ 2257220 w 7467600"/>
              <a:gd name="connsiteY432" fmla="*/ 6826257 h 6858000"/>
              <a:gd name="connsiteX433" fmla="*/ 2281324 w 7467600"/>
              <a:gd name="connsiteY433" fmla="*/ 6858000 h 6858000"/>
              <a:gd name="connsiteX434" fmla="*/ 2242860 w 7467600"/>
              <a:gd name="connsiteY434" fmla="*/ 6858000 h 6858000"/>
              <a:gd name="connsiteX435" fmla="*/ 2232818 w 7467600"/>
              <a:gd name="connsiteY435" fmla="*/ 6844926 h 6858000"/>
              <a:gd name="connsiteX436" fmla="*/ 1990172 w 7467600"/>
              <a:gd name="connsiteY436" fmla="*/ 6542121 h 6858000"/>
              <a:gd name="connsiteX437" fmla="*/ 2124090 w 7467600"/>
              <a:gd name="connsiteY437" fmla="*/ 6761017 h 6858000"/>
              <a:gd name="connsiteX438" fmla="*/ 2200380 w 7467600"/>
              <a:gd name="connsiteY438" fmla="*/ 6858000 h 6858000"/>
              <a:gd name="connsiteX439" fmla="*/ 2147507 w 7467600"/>
              <a:gd name="connsiteY439" fmla="*/ 6858000 h 6858000"/>
              <a:gd name="connsiteX440" fmla="*/ 2070668 w 7467600"/>
              <a:gd name="connsiteY440" fmla="*/ 6761520 h 6858000"/>
              <a:gd name="connsiteX441" fmla="*/ 1975142 w 7467600"/>
              <a:gd name="connsiteY441" fmla="*/ 6585570 h 6858000"/>
              <a:gd name="connsiteX442" fmla="*/ 2050035 w 7467600"/>
              <a:gd name="connsiteY442" fmla="*/ 6813345 h 6858000"/>
              <a:gd name="connsiteX443" fmla="*/ 2063025 w 7467600"/>
              <a:gd name="connsiteY443" fmla="*/ 6858000 h 6858000"/>
              <a:gd name="connsiteX444" fmla="*/ 2021675 w 7467600"/>
              <a:gd name="connsiteY444" fmla="*/ 6858000 h 6858000"/>
              <a:gd name="connsiteX445" fmla="*/ 2019308 w 7467600"/>
              <a:gd name="connsiteY445" fmla="*/ 6847118 h 6858000"/>
              <a:gd name="connsiteX446" fmla="*/ 1938835 w 7467600"/>
              <a:gd name="connsiteY446" fmla="*/ 6551160 h 6858000"/>
              <a:gd name="connsiteX447" fmla="*/ 1953230 w 7467600"/>
              <a:gd name="connsiteY447" fmla="*/ 6759699 h 6858000"/>
              <a:gd name="connsiteX448" fmla="*/ 1956763 w 7467600"/>
              <a:gd name="connsiteY448" fmla="*/ 6778191 h 6858000"/>
              <a:gd name="connsiteX449" fmla="*/ 1967925 w 7467600"/>
              <a:gd name="connsiteY449" fmla="*/ 6858000 h 6858000"/>
              <a:gd name="connsiteX450" fmla="*/ 1936622 w 7467600"/>
              <a:gd name="connsiteY450" fmla="*/ 6858000 h 6858000"/>
              <a:gd name="connsiteX451" fmla="*/ 1926261 w 7467600"/>
              <a:gd name="connsiteY451" fmla="*/ 6784064 h 6858000"/>
              <a:gd name="connsiteX452" fmla="*/ 1922724 w 7467600"/>
              <a:gd name="connsiteY452" fmla="*/ 6765577 h 6858000"/>
              <a:gd name="connsiteX453" fmla="*/ 1904650 w 7467600"/>
              <a:gd name="connsiteY453" fmla="*/ 6639616 h 6858000"/>
              <a:gd name="connsiteX454" fmla="*/ 1885273 w 7467600"/>
              <a:gd name="connsiteY454" fmla="*/ 6858000 h 6858000"/>
              <a:gd name="connsiteX455" fmla="*/ 1854363 w 7467600"/>
              <a:gd name="connsiteY455" fmla="*/ 6858000 h 6858000"/>
              <a:gd name="connsiteX456" fmla="*/ 1880391 w 7467600"/>
              <a:gd name="connsiteY456" fmla="*/ 6603796 h 6858000"/>
              <a:gd name="connsiteX457" fmla="*/ 1818273 w 7467600"/>
              <a:gd name="connsiteY457" fmla="*/ 6715729 h 6858000"/>
              <a:gd name="connsiteX458" fmla="*/ 1794691 w 7467600"/>
              <a:gd name="connsiteY458" fmla="*/ 6843239 h 6858000"/>
              <a:gd name="connsiteX459" fmla="*/ 1794914 w 7467600"/>
              <a:gd name="connsiteY459" fmla="*/ 6858000 h 6858000"/>
              <a:gd name="connsiteX460" fmla="*/ 1746128 w 7467600"/>
              <a:gd name="connsiteY460" fmla="*/ 6858000 h 6858000"/>
              <a:gd name="connsiteX461" fmla="*/ 1753934 w 7467600"/>
              <a:gd name="connsiteY461" fmla="*/ 6724796 h 6858000"/>
              <a:gd name="connsiteX462" fmla="*/ 1792053 w 7467600"/>
              <a:gd name="connsiteY462" fmla="*/ 6572396 h 6858000"/>
              <a:gd name="connsiteX463" fmla="*/ 1862248 w 7467600"/>
              <a:gd name="connsiteY463" fmla="*/ 6266397 h 6858000"/>
              <a:gd name="connsiteX464" fmla="*/ 1862250 w 7467600"/>
              <a:gd name="connsiteY464" fmla="*/ 6033531 h 6858000"/>
              <a:gd name="connsiteX465" fmla="*/ 1211999 w 7467600"/>
              <a:gd name="connsiteY465" fmla="*/ 6683610 h 6858000"/>
              <a:gd name="connsiteX466" fmla="*/ 1213266 w 7467600"/>
              <a:gd name="connsiteY466" fmla="*/ 6691947 h 6858000"/>
              <a:gd name="connsiteX467" fmla="*/ 1203370 w 7467600"/>
              <a:gd name="connsiteY467" fmla="*/ 6850676 h 6858000"/>
              <a:gd name="connsiteX468" fmla="*/ 1203671 w 7467600"/>
              <a:gd name="connsiteY468" fmla="*/ 6858000 h 6858000"/>
              <a:gd name="connsiteX469" fmla="*/ 1143180 w 7467600"/>
              <a:gd name="connsiteY469" fmla="*/ 6858000 h 6858000"/>
              <a:gd name="connsiteX470" fmla="*/ 1142176 w 7467600"/>
              <a:gd name="connsiteY470" fmla="*/ 6766045 h 6858000"/>
              <a:gd name="connsiteX471" fmla="*/ 1067484 w 7467600"/>
              <a:gd name="connsiteY471" fmla="*/ 6858000 h 6858000"/>
              <a:gd name="connsiteX472" fmla="*/ 953928 w 7467600"/>
              <a:gd name="connsiteY472" fmla="*/ 6858000 h 6858000"/>
              <a:gd name="connsiteX473" fmla="*/ 959715 w 7467600"/>
              <a:gd name="connsiteY473" fmla="*/ 6850185 h 6858000"/>
              <a:gd name="connsiteX474" fmla="*/ 1483788 w 7467600"/>
              <a:gd name="connsiteY474" fmla="*/ 6259174 h 6858000"/>
              <a:gd name="connsiteX475" fmla="*/ 1100671 w 7467600"/>
              <a:gd name="connsiteY475" fmla="*/ 6252137 h 6858000"/>
              <a:gd name="connsiteX476" fmla="*/ 1090144 w 7467600"/>
              <a:gd name="connsiteY476" fmla="*/ 6256748 h 6858000"/>
              <a:gd name="connsiteX477" fmla="*/ 1095872 w 7467600"/>
              <a:gd name="connsiteY477" fmla="*/ 6271892 h 6858000"/>
              <a:gd name="connsiteX478" fmla="*/ 262785 w 7467600"/>
              <a:gd name="connsiteY478" fmla="*/ 6845450 h 6858000"/>
              <a:gd name="connsiteX479" fmla="*/ 209968 w 7467600"/>
              <a:gd name="connsiteY479" fmla="*/ 6770713 h 6858000"/>
              <a:gd name="connsiteX480" fmla="*/ 873460 w 7467600"/>
              <a:gd name="connsiteY480" fmla="*/ 6253768 h 6858000"/>
              <a:gd name="connsiteX481" fmla="*/ 192686 w 7467600"/>
              <a:gd name="connsiteY481" fmla="*/ 5849257 h 6858000"/>
              <a:gd name="connsiteX482" fmla="*/ 4696 w 7467600"/>
              <a:gd name="connsiteY482" fmla="*/ 5697668 h 6858000"/>
              <a:gd name="connsiteX483" fmla="*/ 0 w 7467600"/>
              <a:gd name="connsiteY483" fmla="*/ 5689984 h 6858000"/>
              <a:gd name="connsiteX484" fmla="*/ 0 w 7467600"/>
              <a:gd name="connsiteY484" fmla="*/ 5513472 h 6858000"/>
              <a:gd name="connsiteX485" fmla="*/ 174101 w 7467600"/>
              <a:gd name="connsiteY485" fmla="*/ 5620277 h 6858000"/>
              <a:gd name="connsiteX486" fmla="*/ 891800 w 7467600"/>
              <a:gd name="connsiteY486" fmla="*/ 6036935 h 6858000"/>
              <a:gd name="connsiteX487" fmla="*/ 1072219 w 7467600"/>
              <a:gd name="connsiteY487" fmla="*/ 6169443 h 6858000"/>
              <a:gd name="connsiteX488" fmla="*/ 1074117 w 7467600"/>
              <a:gd name="connsiteY488" fmla="*/ 6170301 h 6858000"/>
              <a:gd name="connsiteX489" fmla="*/ 1083114 w 7467600"/>
              <a:gd name="connsiteY489" fmla="*/ 6174131 h 6858000"/>
              <a:gd name="connsiteX490" fmla="*/ 1543010 w 7467600"/>
              <a:gd name="connsiteY490" fmla="*/ 6191140 h 6858000"/>
              <a:gd name="connsiteX491" fmla="*/ 1551080 w 7467600"/>
              <a:gd name="connsiteY491" fmla="*/ 6195006 h 6858000"/>
              <a:gd name="connsiteX492" fmla="*/ 2345443 w 7467600"/>
              <a:gd name="connsiteY492" fmla="*/ 5549882 h 6858000"/>
              <a:gd name="connsiteX493" fmla="*/ 1721499 w 7467600"/>
              <a:gd name="connsiteY493" fmla="*/ 5599969 h 6858000"/>
              <a:gd name="connsiteX494" fmla="*/ 767716 w 7467600"/>
              <a:gd name="connsiteY494" fmla="*/ 5472768 h 6858000"/>
              <a:gd name="connsiteX495" fmla="*/ 722147 w 7467600"/>
              <a:gd name="connsiteY495" fmla="*/ 5393091 h 6858000"/>
              <a:gd name="connsiteX496" fmla="*/ 1485552 w 7467600"/>
              <a:gd name="connsiteY496" fmla="*/ 5313202 h 6858000"/>
              <a:gd name="connsiteX497" fmla="*/ 2143004 w 7467600"/>
              <a:gd name="connsiteY497" fmla="*/ 5402420 h 6858000"/>
              <a:gd name="connsiteX498" fmla="*/ 1933391 w 7467600"/>
              <a:gd name="connsiteY498" fmla="*/ 5156971 h 6858000"/>
              <a:gd name="connsiteX499" fmla="*/ 1827118 w 7467600"/>
              <a:gd name="connsiteY499" fmla="*/ 4968410 h 6858000"/>
              <a:gd name="connsiteX500" fmla="*/ 1837349 w 7467600"/>
              <a:gd name="connsiteY500" fmla="*/ 4956357 h 6858000"/>
              <a:gd name="connsiteX501" fmla="*/ 2162835 w 7467600"/>
              <a:gd name="connsiteY501" fmla="*/ 5187853 h 6858000"/>
              <a:gd name="connsiteX502" fmla="*/ 2257167 w 7467600"/>
              <a:gd name="connsiteY502" fmla="*/ 5462123 h 6858000"/>
              <a:gd name="connsiteX503" fmla="*/ 2261598 w 7467600"/>
              <a:gd name="connsiteY503" fmla="*/ 5467998 h 6858000"/>
              <a:gd name="connsiteX504" fmla="*/ 2437177 w 7467600"/>
              <a:gd name="connsiteY504" fmla="*/ 5479608 h 6858000"/>
              <a:gd name="connsiteX505" fmla="*/ 2445247 w 7467600"/>
              <a:gd name="connsiteY505" fmla="*/ 5483476 h 6858000"/>
              <a:gd name="connsiteX506" fmla="*/ 2743626 w 7467600"/>
              <a:gd name="connsiteY506" fmla="*/ 5304819 h 6858000"/>
              <a:gd name="connsiteX507" fmla="*/ 3048102 w 7467600"/>
              <a:gd name="connsiteY507" fmla="*/ 5150595 h 6858000"/>
              <a:gd name="connsiteX508" fmla="*/ 1799414 w 7467600"/>
              <a:gd name="connsiteY508" fmla="*/ 4694732 h 6858000"/>
              <a:gd name="connsiteX509" fmla="*/ 1771735 w 7467600"/>
              <a:gd name="connsiteY509" fmla="*/ 4619929 h 6858000"/>
              <a:gd name="connsiteX510" fmla="*/ 3104273 w 7467600"/>
              <a:gd name="connsiteY510" fmla="*/ 5076159 h 6858000"/>
              <a:gd name="connsiteX511" fmla="*/ 3113245 w 7467600"/>
              <a:gd name="connsiteY511" fmla="*/ 5090705 h 6858000"/>
              <a:gd name="connsiteX512" fmla="*/ 3126294 w 7467600"/>
              <a:gd name="connsiteY512" fmla="*/ 5114400 h 6858000"/>
              <a:gd name="connsiteX513" fmla="*/ 3937433 w 7467600"/>
              <a:gd name="connsiteY513" fmla="*/ 4830473 h 6858000"/>
              <a:gd name="connsiteX514" fmla="*/ 3590475 w 7467600"/>
              <a:gd name="connsiteY514" fmla="*/ 4597974 h 6858000"/>
              <a:gd name="connsiteX515" fmla="*/ 3100264 w 7467600"/>
              <a:gd name="connsiteY515" fmla="*/ 4579845 h 6858000"/>
              <a:gd name="connsiteX516" fmla="*/ 2183576 w 7467600"/>
              <a:gd name="connsiteY516" fmla="*/ 4227150 h 6858000"/>
              <a:gd name="connsiteX517" fmla="*/ 2151029 w 7467600"/>
              <a:gd name="connsiteY517" fmla="*/ 4146947 h 6858000"/>
              <a:gd name="connsiteX518" fmla="*/ 3563434 w 7467600"/>
              <a:gd name="connsiteY518" fmla="*/ 4469115 h 6858000"/>
              <a:gd name="connsiteX519" fmla="*/ 3177952 w 7467600"/>
              <a:gd name="connsiteY519" fmla="*/ 3657386 h 6858000"/>
              <a:gd name="connsiteX520" fmla="*/ 3189263 w 7467600"/>
              <a:gd name="connsiteY520" fmla="*/ 3625726 h 6858000"/>
              <a:gd name="connsiteX521" fmla="*/ 3560912 w 7467600"/>
              <a:gd name="connsiteY521" fmla="*/ 4079863 h 6858000"/>
              <a:gd name="connsiteX522" fmla="*/ 3626636 w 7467600"/>
              <a:gd name="connsiteY522" fmla="*/ 4512230 h 6858000"/>
              <a:gd name="connsiteX523" fmla="*/ 3653088 w 7467600"/>
              <a:gd name="connsiteY523" fmla="*/ 4521417 h 6858000"/>
              <a:gd name="connsiteX524" fmla="*/ 3988128 w 7467600"/>
              <a:gd name="connsiteY524" fmla="*/ 4817267 h 6858000"/>
              <a:gd name="connsiteX525" fmla="*/ 4830582 w 7467600"/>
              <a:gd name="connsiteY525" fmla="*/ 4676000 h 6858000"/>
              <a:gd name="connsiteX526" fmla="*/ 4830100 w 7467600"/>
              <a:gd name="connsiteY526" fmla="*/ 4675554 h 6858000"/>
              <a:gd name="connsiteX527" fmla="*/ 4036318 w 7467600"/>
              <a:gd name="connsiteY527" fmla="*/ 4147013 h 6858000"/>
              <a:gd name="connsiteX528" fmla="*/ 3432098 w 7467600"/>
              <a:gd name="connsiteY528" fmla="*/ 3537312 h 6858000"/>
              <a:gd name="connsiteX529" fmla="*/ 3446761 w 7467600"/>
              <a:gd name="connsiteY529" fmla="*/ 3461278 h 6858000"/>
              <a:gd name="connsiteX530" fmla="*/ 4419733 w 7467600"/>
              <a:gd name="connsiteY530" fmla="*/ 3963555 h 6858000"/>
              <a:gd name="connsiteX531" fmla="*/ 4781371 w 7467600"/>
              <a:gd name="connsiteY531" fmla="*/ 4458604 h 6858000"/>
              <a:gd name="connsiteX532" fmla="*/ 4780440 w 7467600"/>
              <a:gd name="connsiteY532" fmla="*/ 4470290 h 6858000"/>
              <a:gd name="connsiteX533" fmla="*/ 4898954 w 7467600"/>
              <a:gd name="connsiteY533" fmla="*/ 4662092 h 6858000"/>
              <a:gd name="connsiteX534" fmla="*/ 4900699 w 7467600"/>
              <a:gd name="connsiteY534" fmla="*/ 4670867 h 6858000"/>
              <a:gd name="connsiteX535" fmla="*/ 5714511 w 7467600"/>
              <a:gd name="connsiteY535" fmla="*/ 4663483 h 6858000"/>
              <a:gd name="connsiteX536" fmla="*/ 5464793 w 7467600"/>
              <a:gd name="connsiteY536" fmla="*/ 4393556 h 6858000"/>
              <a:gd name="connsiteX537" fmla="*/ 5461897 w 7467600"/>
              <a:gd name="connsiteY537" fmla="*/ 4390879 h 6858000"/>
              <a:gd name="connsiteX538" fmla="*/ 4294126 w 7467600"/>
              <a:gd name="connsiteY538" fmla="*/ 3303048 h 6858000"/>
              <a:gd name="connsiteX539" fmla="*/ 4305321 w 7467600"/>
              <a:gd name="connsiteY539" fmla="*/ 3256953 h 6858000"/>
              <a:gd name="connsiteX540" fmla="*/ 4949299 w 7467600"/>
              <a:gd name="connsiteY540" fmla="*/ 3766336 h 6858000"/>
              <a:gd name="connsiteX541" fmla="*/ 5291452 w 7467600"/>
              <a:gd name="connsiteY541" fmla="*/ 4076801 h 6858000"/>
              <a:gd name="connsiteX542" fmla="*/ 5434998 w 7467600"/>
              <a:gd name="connsiteY542" fmla="*/ 4254100 h 6858000"/>
              <a:gd name="connsiteX543" fmla="*/ 5351015 w 7467600"/>
              <a:gd name="connsiteY543" fmla="*/ 3760989 h 6858000"/>
              <a:gd name="connsiteX544" fmla="*/ 5413780 w 7467600"/>
              <a:gd name="connsiteY544" fmla="*/ 2966265 h 6858000"/>
              <a:gd name="connsiteX545" fmla="*/ 5425627 w 7467600"/>
              <a:gd name="connsiteY545" fmla="*/ 2954192 h 6858000"/>
              <a:gd name="connsiteX546" fmla="*/ 6604735 w 7467600"/>
              <a:gd name="connsiteY546" fmla="*/ 2041381 h 6858000"/>
              <a:gd name="connsiteX547" fmla="*/ 7204487 w 7467600"/>
              <a:gd name="connsiteY547" fmla="*/ 2742112 h 6858000"/>
              <a:gd name="connsiteX548" fmla="*/ 7131592 w 7467600"/>
              <a:gd name="connsiteY548" fmla="*/ 2672096 h 6858000"/>
              <a:gd name="connsiteX549" fmla="*/ 6996344 w 7467600"/>
              <a:gd name="connsiteY549" fmla="*/ 2518310 h 6858000"/>
              <a:gd name="connsiteX550" fmla="*/ 6735495 w 7467600"/>
              <a:gd name="connsiteY550" fmla="*/ 2196890 h 6858000"/>
              <a:gd name="connsiteX551" fmla="*/ 6721901 w 7467600"/>
              <a:gd name="connsiteY551" fmla="*/ 2179274 h 6858000"/>
              <a:gd name="connsiteX552" fmla="*/ 6604735 w 7467600"/>
              <a:gd name="connsiteY552" fmla="*/ 2041381 h 6858000"/>
              <a:gd name="connsiteX553" fmla="*/ 6591670 w 7467600"/>
              <a:gd name="connsiteY553" fmla="*/ 1988277 h 6858000"/>
              <a:gd name="connsiteX554" fmla="*/ 6747349 w 7467600"/>
              <a:gd name="connsiteY554" fmla="*/ 2160069 h 6858000"/>
              <a:gd name="connsiteX555" fmla="*/ 6760943 w 7467600"/>
              <a:gd name="connsiteY555" fmla="*/ 2177686 h 6858000"/>
              <a:gd name="connsiteX556" fmla="*/ 7021065 w 7467600"/>
              <a:gd name="connsiteY556" fmla="*/ 2498102 h 6858000"/>
              <a:gd name="connsiteX557" fmla="*/ 7155223 w 7467600"/>
              <a:gd name="connsiteY557" fmla="*/ 2650386 h 6858000"/>
              <a:gd name="connsiteX558" fmla="*/ 7203167 w 7467600"/>
              <a:gd name="connsiteY558" fmla="*/ 2697288 h 6858000"/>
              <a:gd name="connsiteX559" fmla="*/ 6937703 w 7467600"/>
              <a:gd name="connsiteY559" fmla="*/ 2321981 h 6858000"/>
              <a:gd name="connsiteX560" fmla="*/ 6591670 w 7467600"/>
              <a:gd name="connsiteY560" fmla="*/ 1988277 h 6858000"/>
              <a:gd name="connsiteX561" fmla="*/ 5798671 w 7467600"/>
              <a:gd name="connsiteY561" fmla="*/ 1981601 h 6858000"/>
              <a:gd name="connsiteX562" fmla="*/ 5754709 w 7467600"/>
              <a:gd name="connsiteY562" fmla="*/ 2071454 h 6858000"/>
              <a:gd name="connsiteX563" fmla="*/ 5763044 w 7467600"/>
              <a:gd name="connsiteY563" fmla="*/ 2842206 h 6858000"/>
              <a:gd name="connsiteX564" fmla="*/ 5764974 w 7467600"/>
              <a:gd name="connsiteY564" fmla="*/ 2799609 h 6858000"/>
              <a:gd name="connsiteX565" fmla="*/ 5767665 w 7467600"/>
              <a:gd name="connsiteY565" fmla="*/ 2666409 h 6858000"/>
              <a:gd name="connsiteX566" fmla="*/ 5763055 w 7467600"/>
              <a:gd name="connsiteY566" fmla="*/ 2579705 h 6858000"/>
              <a:gd name="connsiteX567" fmla="*/ 5758079 w 7467600"/>
              <a:gd name="connsiteY567" fmla="*/ 2492508 h 6858000"/>
              <a:gd name="connsiteX568" fmla="*/ 5779325 w 7467600"/>
              <a:gd name="connsiteY568" fmla="*/ 2197069 h 6858000"/>
              <a:gd name="connsiteX569" fmla="*/ 5798671 w 7467600"/>
              <a:gd name="connsiteY569" fmla="*/ 1981601 h 6858000"/>
              <a:gd name="connsiteX570" fmla="*/ 5829202 w 7467600"/>
              <a:gd name="connsiteY570" fmla="*/ 1971679 h 6858000"/>
              <a:gd name="connsiteX571" fmla="*/ 5809558 w 7467600"/>
              <a:gd name="connsiteY571" fmla="*/ 2198043 h 6858000"/>
              <a:gd name="connsiteX572" fmla="*/ 5788653 w 7467600"/>
              <a:gd name="connsiteY572" fmla="*/ 2489430 h 6858000"/>
              <a:gd name="connsiteX573" fmla="*/ 5793439 w 7467600"/>
              <a:gd name="connsiteY573" fmla="*/ 2575235 h 6858000"/>
              <a:gd name="connsiteX574" fmla="*/ 5796837 w 7467600"/>
              <a:gd name="connsiteY574" fmla="*/ 2637633 h 6858000"/>
              <a:gd name="connsiteX575" fmla="*/ 5818614 w 7467600"/>
              <a:gd name="connsiteY575" fmla="*/ 2473055 h 6858000"/>
              <a:gd name="connsiteX576" fmla="*/ 5829202 w 7467600"/>
              <a:gd name="connsiteY576" fmla="*/ 1971679 h 6858000"/>
              <a:gd name="connsiteX577" fmla="*/ 5911389 w 7467600"/>
              <a:gd name="connsiteY577" fmla="*/ 1898371 h 6858000"/>
              <a:gd name="connsiteX578" fmla="*/ 6237627 w 7467600"/>
              <a:gd name="connsiteY578" fmla="*/ 2231921 h 6858000"/>
              <a:gd name="connsiteX579" fmla="*/ 5911389 w 7467600"/>
              <a:gd name="connsiteY579" fmla="*/ 1898371 h 6858000"/>
              <a:gd name="connsiteX580" fmla="*/ 6944437 w 7467600"/>
              <a:gd name="connsiteY580" fmla="*/ 1575402 h 6858000"/>
              <a:gd name="connsiteX581" fmla="*/ 6304730 w 7467600"/>
              <a:gd name="connsiteY581" fmla="*/ 1766654 h 6858000"/>
              <a:gd name="connsiteX582" fmla="*/ 6944437 w 7467600"/>
              <a:gd name="connsiteY582" fmla="*/ 1575402 h 6858000"/>
              <a:gd name="connsiteX583" fmla="*/ 7019523 w 7467600"/>
              <a:gd name="connsiteY583" fmla="*/ 1519450 h 6858000"/>
              <a:gd name="connsiteX584" fmla="*/ 6298091 w 7467600"/>
              <a:gd name="connsiteY584" fmla="*/ 1737122 h 6858000"/>
              <a:gd name="connsiteX585" fmla="*/ 7019523 w 7467600"/>
              <a:gd name="connsiteY585" fmla="*/ 1519450 h 6858000"/>
              <a:gd name="connsiteX586" fmla="*/ 2399523 w 7467600"/>
              <a:gd name="connsiteY586" fmla="*/ 1428234 h 6858000"/>
              <a:gd name="connsiteX587" fmla="*/ 2224982 w 7467600"/>
              <a:gd name="connsiteY587" fmla="*/ 1826201 h 6858000"/>
              <a:gd name="connsiteX588" fmla="*/ 2096099 w 7467600"/>
              <a:gd name="connsiteY588" fmla="*/ 2345900 h 6858000"/>
              <a:gd name="connsiteX589" fmla="*/ 2283317 w 7467600"/>
              <a:gd name="connsiteY589" fmla="*/ 1796925 h 6858000"/>
              <a:gd name="connsiteX590" fmla="*/ 2399523 w 7467600"/>
              <a:gd name="connsiteY590" fmla="*/ 1428234 h 6858000"/>
              <a:gd name="connsiteX591" fmla="*/ 2448558 w 7467600"/>
              <a:gd name="connsiteY591" fmla="*/ 1373435 h 6858000"/>
              <a:gd name="connsiteX592" fmla="*/ 2312521 w 7467600"/>
              <a:gd name="connsiteY592" fmla="*/ 1806140 h 6858000"/>
              <a:gd name="connsiteX593" fmla="*/ 2127533 w 7467600"/>
              <a:gd name="connsiteY593" fmla="*/ 2348380 h 6858000"/>
              <a:gd name="connsiteX594" fmla="*/ 2358080 w 7467600"/>
              <a:gd name="connsiteY594" fmla="*/ 1866134 h 6858000"/>
              <a:gd name="connsiteX595" fmla="*/ 2407436 w 7467600"/>
              <a:gd name="connsiteY595" fmla="*/ 1651070 h 6858000"/>
              <a:gd name="connsiteX596" fmla="*/ 2448558 w 7467600"/>
              <a:gd name="connsiteY596" fmla="*/ 1373435 h 6858000"/>
              <a:gd name="connsiteX597" fmla="*/ 278707 w 7467600"/>
              <a:gd name="connsiteY597" fmla="*/ 1352270 h 6858000"/>
              <a:gd name="connsiteX598" fmla="*/ 321570 w 7467600"/>
              <a:gd name="connsiteY598" fmla="*/ 1861610 h 6858000"/>
              <a:gd name="connsiteX599" fmla="*/ 294281 w 7467600"/>
              <a:gd name="connsiteY599" fmla="*/ 1440658 h 6858000"/>
              <a:gd name="connsiteX600" fmla="*/ 278707 w 7467600"/>
              <a:gd name="connsiteY600" fmla="*/ 1352270 h 6858000"/>
              <a:gd name="connsiteX601" fmla="*/ 1423821 w 7467600"/>
              <a:gd name="connsiteY601" fmla="*/ 1351958 h 6858000"/>
              <a:gd name="connsiteX602" fmla="*/ 1638521 w 7467600"/>
              <a:gd name="connsiteY602" fmla="*/ 1908470 h 6858000"/>
              <a:gd name="connsiteX603" fmla="*/ 1754199 w 7467600"/>
              <a:gd name="connsiteY603" fmla="*/ 2149284 h 6858000"/>
              <a:gd name="connsiteX604" fmla="*/ 1908359 w 7467600"/>
              <a:gd name="connsiteY604" fmla="*/ 2364988 h 6858000"/>
              <a:gd name="connsiteX605" fmla="*/ 1647661 w 7467600"/>
              <a:gd name="connsiteY605" fmla="*/ 1825945 h 6858000"/>
              <a:gd name="connsiteX606" fmla="*/ 1423821 w 7467600"/>
              <a:gd name="connsiteY606" fmla="*/ 1351958 h 6858000"/>
              <a:gd name="connsiteX607" fmla="*/ 1431890 w 7467600"/>
              <a:gd name="connsiteY607" fmla="*/ 1306475 h 6858000"/>
              <a:gd name="connsiteX608" fmla="*/ 1507597 w 7467600"/>
              <a:gd name="connsiteY608" fmla="*/ 1446132 h 6858000"/>
              <a:gd name="connsiteX609" fmla="*/ 1674586 w 7467600"/>
              <a:gd name="connsiteY609" fmla="*/ 1813832 h 6858000"/>
              <a:gd name="connsiteX610" fmla="*/ 1815950 w 7467600"/>
              <a:gd name="connsiteY610" fmla="*/ 2128564 h 6858000"/>
              <a:gd name="connsiteX611" fmla="*/ 1984242 w 7467600"/>
              <a:gd name="connsiteY611" fmla="*/ 2430829 h 6858000"/>
              <a:gd name="connsiteX612" fmla="*/ 2014023 w 7467600"/>
              <a:gd name="connsiteY612" fmla="*/ 2450995 h 6858000"/>
              <a:gd name="connsiteX613" fmla="*/ 1747337 w 7467600"/>
              <a:gd name="connsiteY613" fmla="*/ 1855264 h 6858000"/>
              <a:gd name="connsiteX614" fmla="*/ 1533749 w 7467600"/>
              <a:gd name="connsiteY614" fmla="*/ 1478656 h 6858000"/>
              <a:gd name="connsiteX615" fmla="*/ 1431890 w 7467600"/>
              <a:gd name="connsiteY615" fmla="*/ 1306475 h 6858000"/>
              <a:gd name="connsiteX616" fmla="*/ 5052692 w 7467600"/>
              <a:gd name="connsiteY616" fmla="*/ 1292994 h 6858000"/>
              <a:gd name="connsiteX617" fmla="*/ 5200661 w 7467600"/>
              <a:gd name="connsiteY617" fmla="*/ 1635186 h 6858000"/>
              <a:gd name="connsiteX618" fmla="*/ 5297138 w 7467600"/>
              <a:gd name="connsiteY618" fmla="*/ 1906351 h 6858000"/>
              <a:gd name="connsiteX619" fmla="*/ 5052692 w 7467600"/>
              <a:gd name="connsiteY619" fmla="*/ 1292994 h 6858000"/>
              <a:gd name="connsiteX620" fmla="*/ 5009948 w 7467600"/>
              <a:gd name="connsiteY620" fmla="*/ 1273619 h 6858000"/>
              <a:gd name="connsiteX621" fmla="*/ 5121777 w 7467600"/>
              <a:gd name="connsiteY621" fmla="*/ 1654213 h 6858000"/>
              <a:gd name="connsiteX622" fmla="*/ 5293545 w 7467600"/>
              <a:gd name="connsiteY622" fmla="*/ 2072247 h 6858000"/>
              <a:gd name="connsiteX623" fmla="*/ 5294042 w 7467600"/>
              <a:gd name="connsiteY623" fmla="*/ 2065019 h 6858000"/>
              <a:gd name="connsiteX624" fmla="*/ 5171936 w 7467600"/>
              <a:gd name="connsiteY624" fmla="*/ 1647613 h 6858000"/>
              <a:gd name="connsiteX625" fmla="*/ 5009948 w 7467600"/>
              <a:gd name="connsiteY625" fmla="*/ 1273619 h 6858000"/>
              <a:gd name="connsiteX626" fmla="*/ 655236 w 7467600"/>
              <a:gd name="connsiteY626" fmla="*/ 1268632 h 6858000"/>
              <a:gd name="connsiteX627" fmla="*/ 839521 w 7467600"/>
              <a:gd name="connsiteY627" fmla="*/ 1685315 h 6858000"/>
              <a:gd name="connsiteX628" fmla="*/ 1109416 w 7467600"/>
              <a:gd name="connsiteY628" fmla="*/ 2061663 h 6858000"/>
              <a:gd name="connsiteX629" fmla="*/ 1298300 w 7467600"/>
              <a:gd name="connsiteY629" fmla="*/ 2247742 h 6858000"/>
              <a:gd name="connsiteX630" fmla="*/ 1125871 w 7467600"/>
              <a:gd name="connsiteY630" fmla="*/ 1989513 h 6858000"/>
              <a:gd name="connsiteX631" fmla="*/ 981574 w 7467600"/>
              <a:gd name="connsiteY631" fmla="*/ 1783157 h 6858000"/>
              <a:gd name="connsiteX632" fmla="*/ 922198 w 7467600"/>
              <a:gd name="connsiteY632" fmla="*/ 1677437 h 6858000"/>
              <a:gd name="connsiteX633" fmla="*/ 869293 w 7467600"/>
              <a:gd name="connsiteY633" fmla="*/ 1583214 h 6858000"/>
              <a:gd name="connsiteX634" fmla="*/ 751431 w 7467600"/>
              <a:gd name="connsiteY634" fmla="*/ 1405731 h 6858000"/>
              <a:gd name="connsiteX635" fmla="*/ 655236 w 7467600"/>
              <a:gd name="connsiteY635" fmla="*/ 1268632 h 6858000"/>
              <a:gd name="connsiteX636" fmla="*/ 6516292 w 7467600"/>
              <a:gd name="connsiteY636" fmla="*/ 1263064 h 6858000"/>
              <a:gd name="connsiteX637" fmla="*/ 5736320 w 7467600"/>
              <a:gd name="connsiteY637" fmla="*/ 1501803 h 6858000"/>
              <a:gd name="connsiteX638" fmla="*/ 6516292 w 7467600"/>
              <a:gd name="connsiteY638" fmla="*/ 1263064 h 6858000"/>
              <a:gd name="connsiteX639" fmla="*/ 291466 w 7467600"/>
              <a:gd name="connsiteY639" fmla="*/ 1250369 h 6858000"/>
              <a:gd name="connsiteX640" fmla="*/ 323180 w 7467600"/>
              <a:gd name="connsiteY640" fmla="*/ 1435283 h 6858000"/>
              <a:gd name="connsiteX641" fmla="*/ 349381 w 7467600"/>
              <a:gd name="connsiteY641" fmla="*/ 1875041 h 6858000"/>
              <a:gd name="connsiteX642" fmla="*/ 374363 w 7467600"/>
              <a:gd name="connsiteY642" fmla="*/ 1506494 h 6858000"/>
              <a:gd name="connsiteX643" fmla="*/ 302168 w 7467600"/>
              <a:gd name="connsiteY643" fmla="*/ 1274495 h 6858000"/>
              <a:gd name="connsiteX644" fmla="*/ 291466 w 7467600"/>
              <a:gd name="connsiteY644" fmla="*/ 1250369 h 6858000"/>
              <a:gd name="connsiteX645" fmla="*/ 678222 w 7467600"/>
              <a:gd name="connsiteY645" fmla="*/ 1248670 h 6858000"/>
              <a:gd name="connsiteX646" fmla="*/ 775536 w 7467600"/>
              <a:gd name="connsiteY646" fmla="*/ 1388015 h 6858000"/>
              <a:gd name="connsiteX647" fmla="*/ 894529 w 7467600"/>
              <a:gd name="connsiteY647" fmla="*/ 1567739 h 6858000"/>
              <a:gd name="connsiteX648" fmla="*/ 948000 w 7467600"/>
              <a:gd name="connsiteY648" fmla="*/ 1663088 h 6858000"/>
              <a:gd name="connsiteX649" fmla="*/ 1006812 w 7467600"/>
              <a:gd name="connsiteY649" fmla="*/ 1767683 h 6858000"/>
              <a:gd name="connsiteX650" fmla="*/ 1149133 w 7467600"/>
              <a:gd name="connsiteY650" fmla="*/ 1971513 h 6858000"/>
              <a:gd name="connsiteX651" fmla="*/ 1333952 w 7467600"/>
              <a:gd name="connsiteY651" fmla="*/ 2251620 h 6858000"/>
              <a:gd name="connsiteX652" fmla="*/ 1337329 w 7467600"/>
              <a:gd name="connsiteY652" fmla="*/ 2258350 h 6858000"/>
              <a:gd name="connsiteX653" fmla="*/ 1014726 w 7467600"/>
              <a:gd name="connsiteY653" fmla="*/ 1615556 h 6858000"/>
              <a:gd name="connsiteX654" fmla="*/ 678222 w 7467600"/>
              <a:gd name="connsiteY654" fmla="*/ 1248670 h 6858000"/>
              <a:gd name="connsiteX655" fmla="*/ 6691602 w 7467600"/>
              <a:gd name="connsiteY655" fmla="*/ 1140573 h 6858000"/>
              <a:gd name="connsiteX656" fmla="*/ 6571100 w 7467600"/>
              <a:gd name="connsiteY656" fmla="*/ 1183662 h 6858000"/>
              <a:gd name="connsiteX657" fmla="*/ 6241687 w 7467600"/>
              <a:gd name="connsiteY657" fmla="*/ 1257600 h 6858000"/>
              <a:gd name="connsiteX658" fmla="*/ 5693009 w 7467600"/>
              <a:gd name="connsiteY658" fmla="*/ 1478256 h 6858000"/>
              <a:gd name="connsiteX659" fmla="*/ 6548420 w 7467600"/>
              <a:gd name="connsiteY659" fmla="*/ 1214599 h 6858000"/>
              <a:gd name="connsiteX660" fmla="*/ 6605473 w 7467600"/>
              <a:gd name="connsiteY660" fmla="*/ 1184686 h 6858000"/>
              <a:gd name="connsiteX661" fmla="*/ 6691602 w 7467600"/>
              <a:gd name="connsiteY661" fmla="*/ 1140573 h 6858000"/>
              <a:gd name="connsiteX662" fmla="*/ 4002475 w 7467600"/>
              <a:gd name="connsiteY662" fmla="*/ 1037802 h 6858000"/>
              <a:gd name="connsiteX663" fmla="*/ 4000324 w 7467600"/>
              <a:gd name="connsiteY663" fmla="*/ 1039362 h 6858000"/>
              <a:gd name="connsiteX664" fmla="*/ 4002862 w 7467600"/>
              <a:gd name="connsiteY664" fmla="*/ 1042866 h 6858000"/>
              <a:gd name="connsiteX665" fmla="*/ 4002475 w 7467600"/>
              <a:gd name="connsiteY665" fmla="*/ 1037802 h 6858000"/>
              <a:gd name="connsiteX666" fmla="*/ 506322 w 7467600"/>
              <a:gd name="connsiteY666" fmla="*/ 1020997 h 6858000"/>
              <a:gd name="connsiteX667" fmla="*/ 533068 w 7467600"/>
              <a:gd name="connsiteY667" fmla="*/ 1029409 h 6858000"/>
              <a:gd name="connsiteX668" fmla="*/ 1232525 w 7467600"/>
              <a:gd name="connsiteY668" fmla="*/ 1804675 h 6858000"/>
              <a:gd name="connsiteX669" fmla="*/ 1388858 w 7467600"/>
              <a:gd name="connsiteY669" fmla="*/ 2368011 h 6858000"/>
              <a:gd name="connsiteX670" fmla="*/ 1384098 w 7467600"/>
              <a:gd name="connsiteY670" fmla="*/ 2378125 h 6858000"/>
              <a:gd name="connsiteX671" fmla="*/ 1425393 w 7467600"/>
              <a:gd name="connsiteY671" fmla="*/ 2589124 h 6858000"/>
              <a:gd name="connsiteX672" fmla="*/ 1424001 w 7467600"/>
              <a:gd name="connsiteY672" fmla="*/ 2597541 h 6858000"/>
              <a:gd name="connsiteX673" fmla="*/ 2152729 w 7467600"/>
              <a:gd name="connsiteY673" fmla="*/ 2864487 h 6858000"/>
              <a:gd name="connsiteX674" fmla="*/ 2020609 w 7467600"/>
              <a:gd name="connsiteY674" fmla="*/ 2539671 h 6858000"/>
              <a:gd name="connsiteX675" fmla="*/ 2018920 w 7467600"/>
              <a:gd name="connsiteY675" fmla="*/ 2536309 h 6858000"/>
              <a:gd name="connsiteX676" fmla="*/ 1342441 w 7467600"/>
              <a:gd name="connsiteY676" fmla="*/ 1173017 h 6858000"/>
              <a:gd name="connsiteX677" fmla="*/ 1367925 w 7467600"/>
              <a:gd name="connsiteY677" fmla="*/ 1135648 h 6858000"/>
              <a:gd name="connsiteX678" fmla="*/ 1771401 w 7467600"/>
              <a:gd name="connsiteY678" fmla="*/ 1806673 h 6858000"/>
              <a:gd name="connsiteX679" fmla="*/ 1972385 w 7467600"/>
              <a:gd name="connsiteY679" fmla="*/ 2198735 h 6858000"/>
              <a:gd name="connsiteX680" fmla="*/ 2040892 w 7467600"/>
              <a:gd name="connsiteY680" fmla="*/ 2405205 h 6858000"/>
              <a:gd name="connsiteX681" fmla="*/ 2131689 w 7467600"/>
              <a:gd name="connsiteY681" fmla="*/ 1936926 h 6858000"/>
              <a:gd name="connsiteX682" fmla="*/ 2454820 w 7467600"/>
              <a:gd name="connsiteY682" fmla="*/ 1248808 h 6858000"/>
              <a:gd name="connsiteX683" fmla="*/ 2492512 w 7467600"/>
              <a:gd name="connsiteY683" fmla="*/ 1302920 h 6858000"/>
              <a:gd name="connsiteX684" fmla="*/ 2081216 w 7467600"/>
              <a:gd name="connsiteY684" fmla="*/ 2527513 h 6858000"/>
              <a:gd name="connsiteX685" fmla="*/ 2081211 w 7467600"/>
              <a:gd name="connsiteY685" fmla="*/ 2528916 h 6858000"/>
              <a:gd name="connsiteX686" fmla="*/ 2199067 w 7467600"/>
              <a:gd name="connsiteY686" fmla="*/ 2884061 h 6858000"/>
              <a:gd name="connsiteX687" fmla="*/ 3192586 w 7467600"/>
              <a:gd name="connsiteY687" fmla="*/ 3411496 h 6858000"/>
              <a:gd name="connsiteX688" fmla="*/ 3182620 w 7467600"/>
              <a:gd name="connsiteY688" fmla="*/ 3483279 h 6858000"/>
              <a:gd name="connsiteX689" fmla="*/ 2435119 w 7467600"/>
              <a:gd name="connsiteY689" fmla="*/ 3080173 h 6858000"/>
              <a:gd name="connsiteX690" fmla="*/ 2410152 w 7467600"/>
              <a:gd name="connsiteY690" fmla="*/ 3063751 h 6858000"/>
              <a:gd name="connsiteX691" fmla="*/ 2408099 w 7467600"/>
              <a:gd name="connsiteY691" fmla="*/ 3064403 h 6858000"/>
              <a:gd name="connsiteX692" fmla="*/ 2407218 w 7467600"/>
              <a:gd name="connsiteY692" fmla="*/ 3070324 h 6858000"/>
              <a:gd name="connsiteX693" fmla="*/ 2380138 w 7467600"/>
              <a:gd name="connsiteY693" fmla="*/ 3099341 h 6858000"/>
              <a:gd name="connsiteX694" fmla="*/ 1765923 w 7467600"/>
              <a:gd name="connsiteY694" fmla="*/ 3581043 h 6858000"/>
              <a:gd name="connsiteX695" fmla="*/ 1702258 w 7467600"/>
              <a:gd name="connsiteY695" fmla="*/ 3612286 h 6858000"/>
              <a:gd name="connsiteX696" fmla="*/ 1538370 w 7467600"/>
              <a:gd name="connsiteY696" fmla="*/ 3811804 h 6858000"/>
              <a:gd name="connsiteX697" fmla="*/ 542867 w 7467600"/>
              <a:gd name="connsiteY697" fmla="*/ 4944092 h 6858000"/>
              <a:gd name="connsiteX698" fmla="*/ 515800 w 7467600"/>
              <a:gd name="connsiteY698" fmla="*/ 4862180 h 6858000"/>
              <a:gd name="connsiteX699" fmla="*/ 909145 w 7467600"/>
              <a:gd name="connsiteY699" fmla="*/ 4199225 h 6858000"/>
              <a:gd name="connsiteX700" fmla="*/ 1214067 w 7467600"/>
              <a:gd name="connsiteY700" fmla="*/ 3908561 h 6858000"/>
              <a:gd name="connsiteX701" fmla="*/ 640967 w 7467600"/>
              <a:gd name="connsiteY701" fmla="*/ 4105601 h 6858000"/>
              <a:gd name="connsiteX702" fmla="*/ 112563 w 7467600"/>
              <a:gd name="connsiteY702" fmla="*/ 4396952 h 6858000"/>
              <a:gd name="connsiteX703" fmla="*/ 0 w 7467600"/>
              <a:gd name="connsiteY703" fmla="*/ 4466006 h 6858000"/>
              <a:gd name="connsiteX704" fmla="*/ 0 w 7467600"/>
              <a:gd name="connsiteY704" fmla="*/ 4233763 h 6858000"/>
              <a:gd name="connsiteX705" fmla="*/ 36881 w 7467600"/>
              <a:gd name="connsiteY705" fmla="*/ 4200118 h 6858000"/>
              <a:gd name="connsiteX706" fmla="*/ 910534 w 7467600"/>
              <a:gd name="connsiteY706" fmla="*/ 3629753 h 6858000"/>
              <a:gd name="connsiteX707" fmla="*/ 1578717 w 7467600"/>
              <a:gd name="connsiteY707" fmla="*/ 3575982 h 6858000"/>
              <a:gd name="connsiteX708" fmla="*/ 2338780 w 7467600"/>
              <a:gd name="connsiteY708" fmla="*/ 3033725 h 6858000"/>
              <a:gd name="connsiteX709" fmla="*/ 1807991 w 7467600"/>
              <a:gd name="connsiteY709" fmla="*/ 2807184 h 6858000"/>
              <a:gd name="connsiteX710" fmla="*/ 1416358 w 7467600"/>
              <a:gd name="connsiteY710" fmla="*/ 3112571 h 6858000"/>
              <a:gd name="connsiteX711" fmla="*/ 939066 w 7467600"/>
              <a:gd name="connsiteY711" fmla="*/ 3378798 h 6858000"/>
              <a:gd name="connsiteX712" fmla="*/ 115099 w 7467600"/>
              <a:gd name="connsiteY712" fmla="*/ 3607650 h 6858000"/>
              <a:gd name="connsiteX713" fmla="*/ 97284 w 7467600"/>
              <a:gd name="connsiteY713" fmla="*/ 3520393 h 6858000"/>
              <a:gd name="connsiteX714" fmla="*/ 922050 w 7467600"/>
              <a:gd name="connsiteY714" fmla="*/ 3074867 h 6858000"/>
              <a:gd name="connsiteX715" fmla="*/ 1405265 w 7467600"/>
              <a:gd name="connsiteY715" fmla="*/ 3016319 h 6858000"/>
              <a:gd name="connsiteX716" fmla="*/ 1407512 w 7467600"/>
              <a:gd name="connsiteY716" fmla="*/ 3018001 h 6858000"/>
              <a:gd name="connsiteX717" fmla="*/ 1726266 w 7467600"/>
              <a:gd name="connsiteY717" fmla="*/ 2777274 h 6858000"/>
              <a:gd name="connsiteX718" fmla="*/ 625390 w 7467600"/>
              <a:gd name="connsiteY718" fmla="*/ 2514541 h 6858000"/>
              <a:gd name="connsiteX719" fmla="*/ 619799 w 7467600"/>
              <a:gd name="connsiteY719" fmla="*/ 2527180 h 6858000"/>
              <a:gd name="connsiteX720" fmla="*/ 310030 w 7467600"/>
              <a:gd name="connsiteY720" fmla="*/ 2771818 h 6858000"/>
              <a:gd name="connsiteX721" fmla="*/ 173877 w 7467600"/>
              <a:gd name="connsiteY721" fmla="*/ 2937056 h 6858000"/>
              <a:gd name="connsiteX722" fmla="*/ 77889 w 7467600"/>
              <a:gd name="connsiteY722" fmla="*/ 3138440 h 6858000"/>
              <a:gd name="connsiteX723" fmla="*/ 0 w 7467600"/>
              <a:gd name="connsiteY723" fmla="*/ 3271395 h 6858000"/>
              <a:gd name="connsiteX724" fmla="*/ 0 w 7467600"/>
              <a:gd name="connsiteY724" fmla="*/ 3153002 h 6858000"/>
              <a:gd name="connsiteX725" fmla="*/ 2386 w 7467600"/>
              <a:gd name="connsiteY725" fmla="*/ 3149203 h 6858000"/>
              <a:gd name="connsiteX726" fmla="*/ 89753 w 7467600"/>
              <a:gd name="connsiteY726" fmla="*/ 2987702 h 6858000"/>
              <a:gd name="connsiteX727" fmla="*/ 76869 w 7467600"/>
              <a:gd name="connsiteY727" fmla="*/ 3005404 h 6858000"/>
              <a:gd name="connsiteX728" fmla="*/ 32049 w 7467600"/>
              <a:gd name="connsiteY728" fmla="*/ 3065814 h 6858000"/>
              <a:gd name="connsiteX729" fmla="*/ 0 w 7467600"/>
              <a:gd name="connsiteY729" fmla="*/ 3108744 h 6858000"/>
              <a:gd name="connsiteX730" fmla="*/ 0 w 7467600"/>
              <a:gd name="connsiteY730" fmla="*/ 3058059 h 6858000"/>
              <a:gd name="connsiteX731" fmla="*/ 7610 w 7467600"/>
              <a:gd name="connsiteY731" fmla="*/ 3047889 h 6858000"/>
              <a:gd name="connsiteX732" fmla="*/ 52419 w 7467600"/>
              <a:gd name="connsiteY732" fmla="*/ 2987479 h 6858000"/>
              <a:gd name="connsiteX733" fmla="*/ 59142 w 7467600"/>
              <a:gd name="connsiteY733" fmla="*/ 2978488 h 6858000"/>
              <a:gd name="connsiteX734" fmla="*/ 0 w 7467600"/>
              <a:gd name="connsiteY734" fmla="*/ 3015334 h 6858000"/>
              <a:gd name="connsiteX735" fmla="*/ 0 w 7467600"/>
              <a:gd name="connsiteY735" fmla="*/ 2914286 h 6858000"/>
              <a:gd name="connsiteX736" fmla="*/ 36383 w 7467600"/>
              <a:gd name="connsiteY736" fmla="*/ 2901128 h 6858000"/>
              <a:gd name="connsiteX737" fmla="*/ 156329 w 7467600"/>
              <a:gd name="connsiteY737" fmla="*/ 2840533 h 6858000"/>
              <a:gd name="connsiteX738" fmla="*/ 358355 w 7467600"/>
              <a:gd name="connsiteY738" fmla="*/ 2620471 h 6858000"/>
              <a:gd name="connsiteX739" fmla="*/ 510577 w 7467600"/>
              <a:gd name="connsiteY739" fmla="*/ 2501244 h 6858000"/>
              <a:gd name="connsiteX740" fmla="*/ 211967 w 7467600"/>
              <a:gd name="connsiteY740" fmla="*/ 2479171 h 6858000"/>
              <a:gd name="connsiteX741" fmla="*/ 0 w 7467600"/>
              <a:gd name="connsiteY741" fmla="*/ 2476398 h 6858000"/>
              <a:gd name="connsiteX742" fmla="*/ 0 w 7467600"/>
              <a:gd name="connsiteY742" fmla="*/ 2389189 h 6858000"/>
              <a:gd name="connsiteX743" fmla="*/ 103062 w 7467600"/>
              <a:gd name="connsiteY743" fmla="*/ 2389518 h 6858000"/>
              <a:gd name="connsiteX744" fmla="*/ 510734 w 7467600"/>
              <a:gd name="connsiteY744" fmla="*/ 2416201 h 6858000"/>
              <a:gd name="connsiteX745" fmla="*/ 279257 w 7467600"/>
              <a:gd name="connsiteY745" fmla="*/ 2092102 h 6858000"/>
              <a:gd name="connsiteX746" fmla="*/ 65265 w 7467600"/>
              <a:gd name="connsiteY746" fmla="*/ 2006049 h 6858000"/>
              <a:gd name="connsiteX747" fmla="*/ 0 w 7467600"/>
              <a:gd name="connsiteY747" fmla="*/ 1982532 h 6858000"/>
              <a:gd name="connsiteX748" fmla="*/ 0 w 7467600"/>
              <a:gd name="connsiteY748" fmla="*/ 1912789 h 6858000"/>
              <a:gd name="connsiteX749" fmla="*/ 97460 w 7467600"/>
              <a:gd name="connsiteY749" fmla="*/ 1953725 h 6858000"/>
              <a:gd name="connsiteX750" fmla="*/ 221272 w 7467600"/>
              <a:gd name="connsiteY750" fmla="*/ 1980766 h 6858000"/>
              <a:gd name="connsiteX751" fmla="*/ 116765 w 7467600"/>
              <a:gd name="connsiteY751" fmla="*/ 1911033 h 6858000"/>
              <a:gd name="connsiteX752" fmla="*/ 16405 w 7467600"/>
              <a:gd name="connsiteY752" fmla="*/ 1803412 h 6858000"/>
              <a:gd name="connsiteX753" fmla="*/ 0 w 7467600"/>
              <a:gd name="connsiteY753" fmla="*/ 1784777 h 6858000"/>
              <a:gd name="connsiteX754" fmla="*/ 0 w 7467600"/>
              <a:gd name="connsiteY754" fmla="*/ 1740082 h 6858000"/>
              <a:gd name="connsiteX755" fmla="*/ 39394 w 7467600"/>
              <a:gd name="connsiteY755" fmla="*/ 1784856 h 6858000"/>
              <a:gd name="connsiteX756" fmla="*/ 135813 w 7467600"/>
              <a:gd name="connsiteY756" fmla="*/ 1888838 h 6858000"/>
              <a:gd name="connsiteX757" fmla="*/ 242575 w 7467600"/>
              <a:gd name="connsiteY757" fmla="*/ 1958841 h 6858000"/>
              <a:gd name="connsiteX758" fmla="*/ 82197 w 7467600"/>
              <a:gd name="connsiteY758" fmla="*/ 1754826 h 6858000"/>
              <a:gd name="connsiteX759" fmla="*/ 0 w 7467600"/>
              <a:gd name="connsiteY759" fmla="*/ 1679650 h 6858000"/>
              <a:gd name="connsiteX760" fmla="*/ 0 w 7467600"/>
              <a:gd name="connsiteY760" fmla="*/ 1602463 h 6858000"/>
              <a:gd name="connsiteX761" fmla="*/ 84689 w 7467600"/>
              <a:gd name="connsiteY761" fmla="*/ 1677442 h 6858000"/>
              <a:gd name="connsiteX762" fmla="*/ 298437 w 7467600"/>
              <a:gd name="connsiteY762" fmla="*/ 1968019 h 6858000"/>
              <a:gd name="connsiteX763" fmla="*/ 227269 w 7467600"/>
              <a:gd name="connsiteY763" fmla="*/ 1114064 h 6858000"/>
              <a:gd name="connsiteX764" fmla="*/ 248003 w 7467600"/>
              <a:gd name="connsiteY764" fmla="*/ 1089613 h 6858000"/>
              <a:gd name="connsiteX765" fmla="*/ 427020 w 7467600"/>
              <a:gd name="connsiteY765" fmla="*/ 1619803 h 6858000"/>
              <a:gd name="connsiteX766" fmla="*/ 340345 w 7467600"/>
              <a:gd name="connsiteY766" fmla="*/ 2027739 h 6858000"/>
              <a:gd name="connsiteX767" fmla="*/ 360865 w 7467600"/>
              <a:gd name="connsiteY767" fmla="*/ 2044827 h 6858000"/>
              <a:gd name="connsiteX768" fmla="*/ 560414 w 7467600"/>
              <a:gd name="connsiteY768" fmla="*/ 2421457 h 6858000"/>
              <a:gd name="connsiteX769" fmla="*/ 1359703 w 7467600"/>
              <a:gd name="connsiteY769" fmla="*/ 2578554 h 6858000"/>
              <a:gd name="connsiteX770" fmla="*/ 1359422 w 7467600"/>
              <a:gd name="connsiteY770" fmla="*/ 2577994 h 6858000"/>
              <a:gd name="connsiteX771" fmla="*/ 828701 w 7467600"/>
              <a:gd name="connsiteY771" fmla="*/ 1839520 h 6858000"/>
              <a:gd name="connsiteX772" fmla="*/ 494427 w 7467600"/>
              <a:gd name="connsiteY772" fmla="*/ 1092333 h 6858000"/>
              <a:gd name="connsiteX773" fmla="*/ 506322 w 7467600"/>
              <a:gd name="connsiteY773" fmla="*/ 1020997 h 6858000"/>
              <a:gd name="connsiteX774" fmla="*/ 4570198 w 7467600"/>
              <a:gd name="connsiteY774" fmla="*/ 978081 h 6858000"/>
              <a:gd name="connsiteX775" fmla="*/ 4523691 w 7467600"/>
              <a:gd name="connsiteY775" fmla="*/ 1127776 h 6858000"/>
              <a:gd name="connsiteX776" fmla="*/ 4509875 w 7467600"/>
              <a:gd name="connsiteY776" fmla="*/ 1167552 h 6858000"/>
              <a:gd name="connsiteX777" fmla="*/ 4478168 w 7467600"/>
              <a:gd name="connsiteY777" fmla="*/ 1260735 h 6858000"/>
              <a:gd name="connsiteX778" fmla="*/ 4409309 w 7467600"/>
              <a:gd name="connsiteY778" fmla="*/ 1666996 h 6858000"/>
              <a:gd name="connsiteX779" fmla="*/ 4370031 w 7467600"/>
              <a:gd name="connsiteY779" fmla="*/ 1955666 h 6858000"/>
              <a:gd name="connsiteX780" fmla="*/ 4570198 w 7467600"/>
              <a:gd name="connsiteY780" fmla="*/ 978081 h 6858000"/>
              <a:gd name="connsiteX781" fmla="*/ 4557898 w 7467600"/>
              <a:gd name="connsiteY781" fmla="*/ 900011 h 6858000"/>
              <a:gd name="connsiteX782" fmla="*/ 4344840 w 7467600"/>
              <a:gd name="connsiteY782" fmla="*/ 1922038 h 6858000"/>
              <a:gd name="connsiteX783" fmla="*/ 4378710 w 7467600"/>
              <a:gd name="connsiteY783" fmla="*/ 1665516 h 6858000"/>
              <a:gd name="connsiteX784" fmla="*/ 4448798 w 7467600"/>
              <a:gd name="connsiteY784" fmla="*/ 1253024 h 6858000"/>
              <a:gd name="connsiteX785" fmla="*/ 4480315 w 7467600"/>
              <a:gd name="connsiteY785" fmla="*/ 1158454 h 6858000"/>
              <a:gd name="connsiteX786" fmla="*/ 4494133 w 7467600"/>
              <a:gd name="connsiteY786" fmla="*/ 1118676 h 6858000"/>
              <a:gd name="connsiteX787" fmla="*/ 4557898 w 7467600"/>
              <a:gd name="connsiteY787" fmla="*/ 900011 h 6858000"/>
              <a:gd name="connsiteX788" fmla="*/ 5870151 w 7467600"/>
              <a:gd name="connsiteY788" fmla="*/ 898890 h 6858000"/>
              <a:gd name="connsiteX789" fmla="*/ 5861335 w 7467600"/>
              <a:gd name="connsiteY789" fmla="*/ 899177 h 6858000"/>
              <a:gd name="connsiteX790" fmla="*/ 5843702 w 7467600"/>
              <a:gd name="connsiteY790" fmla="*/ 899748 h 6858000"/>
              <a:gd name="connsiteX791" fmla="*/ 5651107 w 7467600"/>
              <a:gd name="connsiteY791" fmla="*/ 920306 h 6858000"/>
              <a:gd name="connsiteX792" fmla="*/ 5459407 w 7467600"/>
              <a:gd name="connsiteY792" fmla="*/ 940975 h 6858000"/>
              <a:gd name="connsiteX793" fmla="*/ 5374846 w 7467600"/>
              <a:gd name="connsiteY793" fmla="*/ 941988 h 6858000"/>
              <a:gd name="connsiteX794" fmla="*/ 5256105 w 7467600"/>
              <a:gd name="connsiteY794" fmla="*/ 945632 h 6858000"/>
              <a:gd name="connsiteX795" fmla="*/ 5107071 w 7467600"/>
              <a:gd name="connsiteY795" fmla="*/ 969720 h 6858000"/>
              <a:gd name="connsiteX796" fmla="*/ 4998681 w 7467600"/>
              <a:gd name="connsiteY796" fmla="*/ 988771 h 6858000"/>
              <a:gd name="connsiteX797" fmla="*/ 5870151 w 7467600"/>
              <a:gd name="connsiteY797" fmla="*/ 898890 h 6858000"/>
              <a:gd name="connsiteX798" fmla="*/ 5504425 w 7467600"/>
              <a:gd name="connsiteY798" fmla="*/ 848067 h 6858000"/>
              <a:gd name="connsiteX799" fmla="*/ 4968849 w 7467600"/>
              <a:gd name="connsiteY799" fmla="*/ 962318 h 6858000"/>
              <a:gd name="connsiteX800" fmla="*/ 5104039 w 7467600"/>
              <a:gd name="connsiteY800" fmla="*/ 940634 h 6858000"/>
              <a:gd name="connsiteX801" fmla="*/ 5256311 w 7467600"/>
              <a:gd name="connsiteY801" fmla="*/ 916490 h 6858000"/>
              <a:gd name="connsiteX802" fmla="*/ 5377381 w 7467600"/>
              <a:gd name="connsiteY802" fmla="*/ 912671 h 6858000"/>
              <a:gd name="connsiteX803" fmla="*/ 5460148 w 7467600"/>
              <a:gd name="connsiteY803" fmla="*/ 911442 h 6858000"/>
              <a:gd name="connsiteX804" fmla="*/ 5648971 w 7467600"/>
              <a:gd name="connsiteY804" fmla="*/ 891331 h 6858000"/>
              <a:gd name="connsiteX805" fmla="*/ 5844807 w 7467600"/>
              <a:gd name="connsiteY805" fmla="*/ 870718 h 6858000"/>
              <a:gd name="connsiteX806" fmla="*/ 5862975 w 7467600"/>
              <a:gd name="connsiteY806" fmla="*/ 869756 h 6858000"/>
              <a:gd name="connsiteX807" fmla="*/ 5920887 w 7467600"/>
              <a:gd name="connsiteY807" fmla="*/ 865929 h 6858000"/>
              <a:gd name="connsiteX808" fmla="*/ 5504425 w 7467600"/>
              <a:gd name="connsiteY808" fmla="*/ 848067 h 6858000"/>
              <a:gd name="connsiteX809" fmla="*/ 3607114 w 7467600"/>
              <a:gd name="connsiteY809" fmla="*/ 467441 h 6858000"/>
              <a:gd name="connsiteX810" fmla="*/ 3296242 w 7467600"/>
              <a:gd name="connsiteY810" fmla="*/ 807991 h 6858000"/>
              <a:gd name="connsiteX811" fmla="*/ 3174674 w 7467600"/>
              <a:gd name="connsiteY811" fmla="*/ 919759 h 6858000"/>
              <a:gd name="connsiteX812" fmla="*/ 3042978 w 7467600"/>
              <a:gd name="connsiteY812" fmla="*/ 1054894 h 6858000"/>
              <a:gd name="connsiteX813" fmla="*/ 2968914 w 7467600"/>
              <a:gd name="connsiteY813" fmla="*/ 1133756 h 6858000"/>
              <a:gd name="connsiteX814" fmla="*/ 3103823 w 7467600"/>
              <a:gd name="connsiteY814" fmla="*/ 1026814 h 6858000"/>
              <a:gd name="connsiteX815" fmla="*/ 3607114 w 7467600"/>
              <a:gd name="connsiteY815" fmla="*/ 467441 h 6858000"/>
              <a:gd name="connsiteX816" fmla="*/ 3744487 w 7467600"/>
              <a:gd name="connsiteY816" fmla="*/ 383136 h 6858000"/>
              <a:gd name="connsiteX817" fmla="*/ 3970213 w 7467600"/>
              <a:gd name="connsiteY817" fmla="*/ 995559 h 6858000"/>
              <a:gd name="connsiteX818" fmla="*/ 3744487 w 7467600"/>
              <a:gd name="connsiteY818" fmla="*/ 383136 h 6858000"/>
              <a:gd name="connsiteX819" fmla="*/ 3624562 w 7467600"/>
              <a:gd name="connsiteY819" fmla="*/ 367041 h 6858000"/>
              <a:gd name="connsiteX820" fmla="*/ 3489712 w 7467600"/>
              <a:gd name="connsiteY820" fmla="*/ 485386 h 6858000"/>
              <a:gd name="connsiteX821" fmla="*/ 3182994 w 7467600"/>
              <a:gd name="connsiteY821" fmla="*/ 828265 h 6858000"/>
              <a:gd name="connsiteX822" fmla="*/ 2892114 w 7467600"/>
              <a:gd name="connsiteY822" fmla="*/ 1172635 h 6858000"/>
              <a:gd name="connsiteX823" fmla="*/ 3021459 w 7467600"/>
              <a:gd name="connsiteY823" fmla="*/ 1035385 h 6858000"/>
              <a:gd name="connsiteX824" fmla="*/ 3153873 w 7467600"/>
              <a:gd name="connsiteY824" fmla="*/ 898971 h 6858000"/>
              <a:gd name="connsiteX825" fmla="*/ 3276511 w 7467600"/>
              <a:gd name="connsiteY825" fmla="*/ 786423 h 6858000"/>
              <a:gd name="connsiteX826" fmla="*/ 3584154 w 7467600"/>
              <a:gd name="connsiteY826" fmla="*/ 448218 h 6858000"/>
              <a:gd name="connsiteX827" fmla="*/ 3624562 w 7467600"/>
              <a:gd name="connsiteY827" fmla="*/ 367041 h 6858000"/>
              <a:gd name="connsiteX828" fmla="*/ 3766672 w 7467600"/>
              <a:gd name="connsiteY828" fmla="*/ 359429 h 6858000"/>
              <a:gd name="connsiteX829" fmla="*/ 3996338 w 7467600"/>
              <a:gd name="connsiteY829" fmla="*/ 968237 h 6858000"/>
              <a:gd name="connsiteX830" fmla="*/ 3766672 w 7467600"/>
              <a:gd name="connsiteY830" fmla="*/ 359429 h 6858000"/>
              <a:gd name="connsiteX831" fmla="*/ 5805386 w 7467600"/>
              <a:gd name="connsiteY831" fmla="*/ 239240 h 6858000"/>
              <a:gd name="connsiteX832" fmla="*/ 5736947 w 7467600"/>
              <a:gd name="connsiteY832" fmla="*/ 261367 h 6858000"/>
              <a:gd name="connsiteX833" fmla="*/ 5427012 w 7467600"/>
              <a:gd name="connsiteY833" fmla="*/ 311272 h 6858000"/>
              <a:gd name="connsiteX834" fmla="*/ 5147818 w 7467600"/>
              <a:gd name="connsiteY834" fmla="*/ 322112 h 6858000"/>
              <a:gd name="connsiteX835" fmla="*/ 5060854 w 7467600"/>
              <a:gd name="connsiteY835" fmla="*/ 311882 h 6858000"/>
              <a:gd name="connsiteX836" fmla="*/ 4945989 w 7467600"/>
              <a:gd name="connsiteY836" fmla="*/ 300516 h 6858000"/>
              <a:gd name="connsiteX837" fmla="*/ 5410479 w 7467600"/>
              <a:gd name="connsiteY837" fmla="*/ 348434 h 6858000"/>
              <a:gd name="connsiteX838" fmla="*/ 5805386 w 7467600"/>
              <a:gd name="connsiteY838" fmla="*/ 239240 h 6858000"/>
              <a:gd name="connsiteX839" fmla="*/ 5905192 w 7467600"/>
              <a:gd name="connsiteY839" fmla="*/ 163079 h 6858000"/>
              <a:gd name="connsiteX840" fmla="*/ 5865655 w 7467600"/>
              <a:gd name="connsiteY840" fmla="*/ 171901 h 6858000"/>
              <a:gd name="connsiteX841" fmla="*/ 5259740 w 7467600"/>
              <a:gd name="connsiteY841" fmla="*/ 257013 h 6858000"/>
              <a:gd name="connsiteX842" fmla="*/ 5208466 w 7467600"/>
              <a:gd name="connsiteY842" fmla="*/ 257550 h 6858000"/>
              <a:gd name="connsiteX843" fmla="*/ 4980204 w 7467600"/>
              <a:gd name="connsiteY843" fmla="*/ 271903 h 6858000"/>
              <a:gd name="connsiteX844" fmla="*/ 5068068 w 7467600"/>
              <a:gd name="connsiteY844" fmla="*/ 282244 h 6858000"/>
              <a:gd name="connsiteX845" fmla="*/ 5153231 w 7467600"/>
              <a:gd name="connsiteY845" fmla="*/ 292240 h 6858000"/>
              <a:gd name="connsiteX846" fmla="*/ 5426491 w 7467600"/>
              <a:gd name="connsiteY846" fmla="*/ 281128 h 6858000"/>
              <a:gd name="connsiteX847" fmla="*/ 5731212 w 7467600"/>
              <a:gd name="connsiteY847" fmla="*/ 231951 h 6858000"/>
              <a:gd name="connsiteX848" fmla="*/ 5905192 w 7467600"/>
              <a:gd name="connsiteY848" fmla="*/ 163079 h 6858000"/>
              <a:gd name="connsiteX849" fmla="*/ 5944437 w 7467600"/>
              <a:gd name="connsiteY849" fmla="*/ 113829 h 6858000"/>
              <a:gd name="connsiteX850" fmla="*/ 5825032 w 7467600"/>
              <a:gd name="connsiteY850" fmla="*/ 146405 h 6858000"/>
              <a:gd name="connsiteX851" fmla="*/ 4955599 w 7467600"/>
              <a:gd name="connsiteY851" fmla="*/ 247008 h 6858000"/>
              <a:gd name="connsiteX852" fmla="*/ 5210104 w 7467600"/>
              <a:gd name="connsiteY852" fmla="*/ 228123 h 6858000"/>
              <a:gd name="connsiteX853" fmla="*/ 5261015 w 7467600"/>
              <a:gd name="connsiteY853" fmla="*/ 227087 h 6858000"/>
              <a:gd name="connsiteX854" fmla="*/ 5861181 w 7467600"/>
              <a:gd name="connsiteY854" fmla="*/ 143093 h 6858000"/>
              <a:gd name="connsiteX855" fmla="*/ 5961252 w 7467600"/>
              <a:gd name="connsiteY855" fmla="*/ 114820 h 6858000"/>
              <a:gd name="connsiteX856" fmla="*/ 5944437 w 7467600"/>
              <a:gd name="connsiteY856" fmla="*/ 113829 h 6858000"/>
              <a:gd name="connsiteX857" fmla="*/ 3882765 w 7467600"/>
              <a:gd name="connsiteY857" fmla="*/ 0 h 6858000"/>
              <a:gd name="connsiteX858" fmla="*/ 3995099 w 7467600"/>
              <a:gd name="connsiteY858" fmla="*/ 0 h 6858000"/>
              <a:gd name="connsiteX859" fmla="*/ 4163818 w 7467600"/>
              <a:gd name="connsiteY859" fmla="*/ 234104 h 6858000"/>
              <a:gd name="connsiteX860" fmla="*/ 4172099 w 7467600"/>
              <a:gd name="connsiteY860" fmla="*/ 234207 h 6858000"/>
              <a:gd name="connsiteX861" fmla="*/ 4784282 w 7467600"/>
              <a:gd name="connsiteY861" fmla="*/ 276561 h 6858000"/>
              <a:gd name="connsiteX862" fmla="*/ 4801687 w 7467600"/>
              <a:gd name="connsiteY862" fmla="*/ 267764 h 6858000"/>
              <a:gd name="connsiteX863" fmla="*/ 6082788 w 7467600"/>
              <a:gd name="connsiteY863" fmla="*/ 64119 h 6858000"/>
              <a:gd name="connsiteX864" fmla="*/ 6099442 w 7467600"/>
              <a:gd name="connsiteY864" fmla="*/ 82568 h 6858000"/>
              <a:gd name="connsiteX865" fmla="*/ 4804137 w 7467600"/>
              <a:gd name="connsiteY865" fmla="*/ 320931 h 6858000"/>
              <a:gd name="connsiteX866" fmla="*/ 4227047 w 7467600"/>
              <a:gd name="connsiteY866" fmla="*/ 313415 h 6858000"/>
              <a:gd name="connsiteX867" fmla="*/ 4346041 w 7467600"/>
              <a:gd name="connsiteY867" fmla="*/ 456086 h 6858000"/>
              <a:gd name="connsiteX868" fmla="*/ 4870967 w 7467600"/>
              <a:gd name="connsiteY868" fmla="*/ 963061 h 6858000"/>
              <a:gd name="connsiteX869" fmla="*/ 4889647 w 7467600"/>
              <a:gd name="connsiteY869" fmla="*/ 957147 h 6858000"/>
              <a:gd name="connsiteX870" fmla="*/ 5422504 w 7467600"/>
              <a:gd name="connsiteY870" fmla="*/ 805191 h 6858000"/>
              <a:gd name="connsiteX871" fmla="*/ 6087656 w 7467600"/>
              <a:gd name="connsiteY871" fmla="*/ 826703 h 6858000"/>
              <a:gd name="connsiteX872" fmla="*/ 6058717 w 7467600"/>
              <a:gd name="connsiteY872" fmla="*/ 865992 h 6858000"/>
              <a:gd name="connsiteX873" fmla="*/ 4974153 w 7467600"/>
              <a:gd name="connsiteY873" fmla="*/ 1045456 h 6858000"/>
              <a:gd name="connsiteX874" fmla="*/ 5627835 w 7467600"/>
              <a:gd name="connsiteY874" fmla="*/ 1472077 h 6858000"/>
              <a:gd name="connsiteX875" fmla="*/ 5629817 w 7467600"/>
              <a:gd name="connsiteY875" fmla="*/ 1471412 h 6858000"/>
              <a:gd name="connsiteX876" fmla="*/ 5634124 w 7467600"/>
              <a:gd name="connsiteY876" fmla="*/ 1470572 h 6858000"/>
              <a:gd name="connsiteX877" fmla="*/ 5755832 w 7467600"/>
              <a:gd name="connsiteY877" fmla="*/ 1383886 h 6858000"/>
              <a:gd name="connsiteX878" fmla="*/ 6014186 w 7467600"/>
              <a:gd name="connsiteY878" fmla="*/ 1279799 h 6858000"/>
              <a:gd name="connsiteX879" fmla="*/ 6901619 w 7467600"/>
              <a:gd name="connsiteY879" fmla="*/ 1047874 h 6858000"/>
              <a:gd name="connsiteX880" fmla="*/ 6931566 w 7467600"/>
              <a:gd name="connsiteY880" fmla="*/ 1062034 h 6858000"/>
              <a:gd name="connsiteX881" fmla="*/ 5790982 w 7467600"/>
              <a:gd name="connsiteY881" fmla="*/ 1561380 h 6858000"/>
              <a:gd name="connsiteX882" fmla="*/ 6188971 w 7467600"/>
              <a:gd name="connsiteY882" fmla="*/ 1755168 h 6858000"/>
              <a:gd name="connsiteX883" fmla="*/ 6202446 w 7467600"/>
              <a:gd name="connsiteY883" fmla="*/ 1752268 h 6858000"/>
              <a:gd name="connsiteX884" fmla="*/ 7179560 w 7467600"/>
              <a:gd name="connsiteY884" fmla="*/ 1467551 h 6858000"/>
              <a:gd name="connsiteX885" fmla="*/ 7158730 w 7467600"/>
              <a:gd name="connsiteY885" fmla="*/ 1507835 h 6858000"/>
              <a:gd name="connsiteX886" fmla="*/ 6326959 w 7467600"/>
              <a:gd name="connsiteY886" fmla="*/ 1817686 h 6858000"/>
              <a:gd name="connsiteX887" fmla="*/ 6537433 w 7467600"/>
              <a:gd name="connsiteY887" fmla="*/ 1907790 h 6858000"/>
              <a:gd name="connsiteX888" fmla="*/ 6550221 w 7467600"/>
              <a:gd name="connsiteY888" fmla="*/ 1910729 h 6858000"/>
              <a:gd name="connsiteX889" fmla="*/ 6964438 w 7467600"/>
              <a:gd name="connsiteY889" fmla="*/ 2209505 h 6858000"/>
              <a:gd name="connsiteX890" fmla="*/ 7367862 w 7467600"/>
              <a:gd name="connsiteY890" fmla="*/ 2806833 h 6858000"/>
              <a:gd name="connsiteX891" fmla="*/ 7364329 w 7467600"/>
              <a:gd name="connsiteY891" fmla="*/ 2826907 h 6858000"/>
              <a:gd name="connsiteX892" fmla="*/ 7290545 w 7467600"/>
              <a:gd name="connsiteY892" fmla="*/ 2850663 h 6858000"/>
              <a:gd name="connsiteX893" fmla="*/ 6472036 w 7467600"/>
              <a:gd name="connsiteY893" fmla="*/ 1959003 h 6858000"/>
              <a:gd name="connsiteX894" fmla="*/ 5792897 w 7467600"/>
              <a:gd name="connsiteY894" fmla="*/ 1647747 h 6858000"/>
              <a:gd name="connsiteX895" fmla="*/ 5842751 w 7467600"/>
              <a:gd name="connsiteY895" fmla="*/ 1816112 h 6858000"/>
              <a:gd name="connsiteX896" fmla="*/ 5847424 w 7467600"/>
              <a:gd name="connsiteY896" fmla="*/ 1815776 h 6858000"/>
              <a:gd name="connsiteX897" fmla="*/ 6399821 w 7467600"/>
              <a:gd name="connsiteY897" fmla="*/ 2344799 h 6858000"/>
              <a:gd name="connsiteX898" fmla="*/ 6323232 w 7467600"/>
              <a:gd name="connsiteY898" fmla="*/ 2389634 h 6858000"/>
              <a:gd name="connsiteX899" fmla="*/ 5942958 w 7467600"/>
              <a:gd name="connsiteY899" fmla="*/ 2077708 h 6858000"/>
              <a:gd name="connsiteX900" fmla="*/ 5921559 w 7467600"/>
              <a:gd name="connsiteY900" fmla="*/ 2378596 h 6858000"/>
              <a:gd name="connsiteX901" fmla="*/ 5817651 w 7467600"/>
              <a:gd name="connsiteY901" fmla="*/ 3023919 h 6858000"/>
              <a:gd name="connsiteX902" fmla="*/ 5729634 w 7467600"/>
              <a:gd name="connsiteY902" fmla="*/ 3051849 h 6858000"/>
              <a:gd name="connsiteX903" fmla="*/ 5611018 w 7467600"/>
              <a:gd name="connsiteY903" fmla="*/ 2316769 h 6858000"/>
              <a:gd name="connsiteX904" fmla="*/ 5687608 w 7467600"/>
              <a:gd name="connsiteY904" fmla="*/ 2039972 h 6858000"/>
              <a:gd name="connsiteX905" fmla="*/ 5657554 w 7467600"/>
              <a:gd name="connsiteY905" fmla="*/ 1576445 h 6858000"/>
              <a:gd name="connsiteX906" fmla="*/ 5150475 w 7467600"/>
              <a:gd name="connsiteY906" fmla="*/ 1274012 h 6858000"/>
              <a:gd name="connsiteX907" fmla="*/ 5349142 w 7467600"/>
              <a:gd name="connsiteY907" fmla="*/ 2204405 h 6858000"/>
              <a:gd name="connsiteX908" fmla="*/ 5262214 w 7467600"/>
              <a:gd name="connsiteY908" fmla="*/ 2233836 h 6858000"/>
              <a:gd name="connsiteX909" fmla="*/ 4981539 w 7467600"/>
              <a:gd name="connsiteY909" fmla="*/ 1542201 h 6858000"/>
              <a:gd name="connsiteX910" fmla="*/ 4958461 w 7467600"/>
              <a:gd name="connsiteY910" fmla="*/ 1136957 h 6858000"/>
              <a:gd name="connsiteX911" fmla="*/ 4655015 w 7467600"/>
              <a:gd name="connsiteY911" fmla="*/ 891426 h 6858000"/>
              <a:gd name="connsiteX912" fmla="*/ 4348002 w 7467600"/>
              <a:gd name="connsiteY912" fmla="*/ 2205895 h 6858000"/>
              <a:gd name="connsiteX913" fmla="*/ 4262250 w 7467600"/>
              <a:gd name="connsiteY913" fmla="*/ 2219972 h 6858000"/>
              <a:gd name="connsiteX914" fmla="*/ 4550611 w 7467600"/>
              <a:gd name="connsiteY914" fmla="*/ 817540 h 6858000"/>
              <a:gd name="connsiteX915" fmla="*/ 4564418 w 7467600"/>
              <a:gd name="connsiteY915" fmla="*/ 808293 h 6858000"/>
              <a:gd name="connsiteX916" fmla="*/ 4266388 w 7467600"/>
              <a:gd name="connsiteY916" fmla="*/ 500083 h 6858000"/>
              <a:gd name="connsiteX917" fmla="*/ 4032842 w 7467600"/>
              <a:gd name="connsiteY917" fmla="*/ 211809 h 6858000"/>
              <a:gd name="connsiteX918" fmla="*/ 3882765 w 7467600"/>
              <a:gd name="connsiteY918" fmla="*/ 0 h 6858000"/>
              <a:gd name="connsiteX919" fmla="*/ 3721337 w 7467600"/>
              <a:gd name="connsiteY919" fmla="*/ 0 h 6858000"/>
              <a:gd name="connsiteX920" fmla="*/ 3797544 w 7467600"/>
              <a:gd name="connsiteY920" fmla="*/ 0 h 6858000"/>
              <a:gd name="connsiteX921" fmla="*/ 3775734 w 7467600"/>
              <a:gd name="connsiteY921" fmla="*/ 95131 h 6858000"/>
              <a:gd name="connsiteX922" fmla="*/ 3724807 w 7467600"/>
              <a:gd name="connsiteY922" fmla="*/ 272257 h 6858000"/>
              <a:gd name="connsiteX923" fmla="*/ 3726844 w 7467600"/>
              <a:gd name="connsiteY923" fmla="*/ 282988 h 6858000"/>
              <a:gd name="connsiteX924" fmla="*/ 3742664 w 7467600"/>
              <a:gd name="connsiteY924" fmla="*/ 279918 h 6858000"/>
              <a:gd name="connsiteX925" fmla="*/ 4103910 w 7467600"/>
              <a:gd name="connsiteY925" fmla="*/ 1161917 h 6858000"/>
              <a:gd name="connsiteX926" fmla="*/ 4020269 w 7467600"/>
              <a:gd name="connsiteY926" fmla="*/ 1200406 h 6858000"/>
              <a:gd name="connsiteX927" fmla="*/ 3674882 w 7467600"/>
              <a:gd name="connsiteY927" fmla="*/ 488524 h 6858000"/>
              <a:gd name="connsiteX928" fmla="*/ 3132682 w 7467600"/>
              <a:gd name="connsiteY928" fmla="*/ 1072284 h 6858000"/>
              <a:gd name="connsiteX929" fmla="*/ 2716346 w 7467600"/>
              <a:gd name="connsiteY929" fmla="*/ 1276376 h 6858000"/>
              <a:gd name="connsiteX930" fmla="*/ 2716772 w 7467600"/>
              <a:gd name="connsiteY930" fmla="*/ 1255462 h 6858000"/>
              <a:gd name="connsiteX931" fmla="*/ 3471096 w 7467600"/>
              <a:gd name="connsiteY931" fmla="*/ 437072 h 6858000"/>
              <a:gd name="connsiteX932" fmla="*/ 3639057 w 7467600"/>
              <a:gd name="connsiteY932" fmla="*/ 286334 h 6858000"/>
              <a:gd name="connsiteX933" fmla="*/ 3640309 w 7467600"/>
              <a:gd name="connsiteY933" fmla="*/ 284664 h 6858000"/>
              <a:gd name="connsiteX934" fmla="*/ 3646022 w 7467600"/>
              <a:gd name="connsiteY934" fmla="*/ 276711 h 6858000"/>
              <a:gd name="connsiteX935" fmla="*/ 3707943 w 7467600"/>
              <a:gd name="connsiteY935" fmla="*/ 65958 h 6858000"/>
              <a:gd name="connsiteX936" fmla="*/ 3721337 w 7467600"/>
              <a:gd name="connsiteY936" fmla="*/ 0 h 6858000"/>
              <a:gd name="connsiteX937" fmla="*/ 2867960 w 7467600"/>
              <a:gd name="connsiteY937" fmla="*/ 0 h 6858000"/>
              <a:gd name="connsiteX938" fmla="*/ 2926351 w 7467600"/>
              <a:gd name="connsiteY938" fmla="*/ 0 h 6858000"/>
              <a:gd name="connsiteX939" fmla="*/ 2902823 w 7467600"/>
              <a:gd name="connsiteY939" fmla="*/ 262929 h 6858000"/>
              <a:gd name="connsiteX940" fmla="*/ 2940663 w 7467600"/>
              <a:gd name="connsiteY940" fmla="*/ 140884 h 6858000"/>
              <a:gd name="connsiteX941" fmla="*/ 2947039 w 7467600"/>
              <a:gd name="connsiteY941" fmla="*/ 122524 h 6858000"/>
              <a:gd name="connsiteX942" fmla="*/ 2984316 w 7467600"/>
              <a:gd name="connsiteY942" fmla="*/ 0 h 6858000"/>
              <a:gd name="connsiteX943" fmla="*/ 3016114 w 7467600"/>
              <a:gd name="connsiteY943" fmla="*/ 0 h 6858000"/>
              <a:gd name="connsiteX944" fmla="*/ 2979949 w 7467600"/>
              <a:gd name="connsiteY944" fmla="*/ 119274 h 6858000"/>
              <a:gd name="connsiteX945" fmla="*/ 3023879 w 7467600"/>
              <a:gd name="connsiteY945" fmla="*/ 0 h 6858000"/>
              <a:gd name="connsiteX946" fmla="*/ 3105400 w 7467600"/>
              <a:gd name="connsiteY946" fmla="*/ 0 h 6858000"/>
              <a:gd name="connsiteX947" fmla="*/ 3094669 w 7467600"/>
              <a:gd name="connsiteY947" fmla="*/ 30308 h 6858000"/>
              <a:gd name="connsiteX948" fmla="*/ 2901945 w 7467600"/>
              <a:gd name="connsiteY948" fmla="*/ 466538 h 6858000"/>
              <a:gd name="connsiteX949" fmla="*/ 2815209 w 7467600"/>
              <a:gd name="connsiteY949" fmla="*/ 497361 h 6858000"/>
              <a:gd name="connsiteX950" fmla="*/ 2844845 w 7467600"/>
              <a:gd name="connsiteY950" fmla="*/ 127638 h 6858000"/>
              <a:gd name="connsiteX951" fmla="*/ 2867960 w 7467600"/>
              <a:gd name="connsiteY951" fmla="*/ 0 h 6858000"/>
              <a:gd name="connsiteX952" fmla="*/ 1057230 w 7467600"/>
              <a:gd name="connsiteY952" fmla="*/ 0 h 6858000"/>
              <a:gd name="connsiteX953" fmla="*/ 1111003 w 7467600"/>
              <a:gd name="connsiteY953" fmla="*/ 0 h 6858000"/>
              <a:gd name="connsiteX954" fmla="*/ 1125553 w 7467600"/>
              <a:gd name="connsiteY954" fmla="*/ 52588 h 6858000"/>
              <a:gd name="connsiteX955" fmla="*/ 1304276 w 7467600"/>
              <a:gd name="connsiteY955" fmla="*/ 476275 h 6858000"/>
              <a:gd name="connsiteX956" fmla="*/ 1492066 w 7467600"/>
              <a:gd name="connsiteY956" fmla="*/ 886333 h 6858000"/>
              <a:gd name="connsiteX957" fmla="*/ 1423698 w 7467600"/>
              <a:gd name="connsiteY957" fmla="*/ 710817 h 6858000"/>
              <a:gd name="connsiteX958" fmla="*/ 1357609 w 7467600"/>
              <a:gd name="connsiteY958" fmla="*/ 532892 h 6858000"/>
              <a:gd name="connsiteX959" fmla="*/ 1309550 w 7467600"/>
              <a:gd name="connsiteY959" fmla="*/ 374031 h 6858000"/>
              <a:gd name="connsiteX960" fmla="*/ 1193673 w 7467600"/>
              <a:gd name="connsiteY960" fmla="*/ 49533 h 6858000"/>
              <a:gd name="connsiteX961" fmla="*/ 1164391 w 7467600"/>
              <a:gd name="connsiteY961" fmla="*/ 0 h 6858000"/>
              <a:gd name="connsiteX962" fmla="*/ 1200666 w 7467600"/>
              <a:gd name="connsiteY962" fmla="*/ 0 h 6858000"/>
              <a:gd name="connsiteX963" fmla="*/ 1223408 w 7467600"/>
              <a:gd name="connsiteY963" fmla="*/ 38996 h 6858000"/>
              <a:gd name="connsiteX964" fmla="*/ 1339635 w 7467600"/>
              <a:gd name="connsiteY964" fmla="*/ 365517 h 6858000"/>
              <a:gd name="connsiteX965" fmla="*/ 1387469 w 7467600"/>
              <a:gd name="connsiteY965" fmla="*/ 523079 h 6858000"/>
              <a:gd name="connsiteX966" fmla="*/ 1452685 w 7467600"/>
              <a:gd name="connsiteY966" fmla="*/ 699806 h 6858000"/>
              <a:gd name="connsiteX967" fmla="*/ 1492092 w 7467600"/>
              <a:gd name="connsiteY967" fmla="*/ 800424 h 6858000"/>
              <a:gd name="connsiteX968" fmla="*/ 1455302 w 7467600"/>
              <a:gd name="connsiteY968" fmla="*/ 632913 h 6858000"/>
              <a:gd name="connsiteX969" fmla="*/ 1222336 w 7467600"/>
              <a:gd name="connsiteY969" fmla="*/ 9480 h 6858000"/>
              <a:gd name="connsiteX970" fmla="*/ 1214634 w 7467600"/>
              <a:gd name="connsiteY970" fmla="*/ 0 h 6858000"/>
              <a:gd name="connsiteX971" fmla="*/ 1289827 w 7467600"/>
              <a:gd name="connsiteY971" fmla="*/ 0 h 6858000"/>
              <a:gd name="connsiteX972" fmla="*/ 1321076 w 7467600"/>
              <a:gd name="connsiteY972" fmla="*/ 59722 h 6858000"/>
              <a:gd name="connsiteX973" fmla="*/ 1512579 w 7467600"/>
              <a:gd name="connsiteY973" fmla="*/ 626441 h 6858000"/>
              <a:gd name="connsiteX974" fmla="*/ 1506076 w 7467600"/>
              <a:gd name="connsiteY974" fmla="*/ 1089289 h 6858000"/>
              <a:gd name="connsiteX975" fmla="*/ 1486346 w 7467600"/>
              <a:gd name="connsiteY975" fmla="*/ 1079919 h 6858000"/>
              <a:gd name="connsiteX976" fmla="*/ 1070511 w 7467600"/>
              <a:gd name="connsiteY976" fmla="*/ 48609 h 6858000"/>
              <a:gd name="connsiteX977" fmla="*/ 1057230 w 7467600"/>
              <a:gd name="connsiteY977" fmla="*/ 0 h 6858000"/>
              <a:gd name="connsiteX978" fmla="*/ 43151 w 7467600"/>
              <a:gd name="connsiteY978" fmla="*/ 0 h 6858000"/>
              <a:gd name="connsiteX979" fmla="*/ 95283 w 7467600"/>
              <a:gd name="connsiteY979" fmla="*/ 0 h 6858000"/>
              <a:gd name="connsiteX980" fmla="*/ 300708 w 7467600"/>
              <a:gd name="connsiteY980" fmla="*/ 154571 h 6858000"/>
              <a:gd name="connsiteX981" fmla="*/ 530414 w 7467600"/>
              <a:gd name="connsiteY981" fmla="*/ 354673 h 6858000"/>
              <a:gd name="connsiteX982" fmla="*/ 333785 w 7467600"/>
              <a:gd name="connsiteY982" fmla="*/ 161564 h 6858000"/>
              <a:gd name="connsiteX983" fmla="*/ 147005 w 7467600"/>
              <a:gd name="connsiteY983" fmla="*/ 0 h 6858000"/>
              <a:gd name="connsiteX984" fmla="*/ 272509 w 7467600"/>
              <a:gd name="connsiteY984" fmla="*/ 0 h 6858000"/>
              <a:gd name="connsiteX985" fmla="*/ 326276 w 7467600"/>
              <a:gd name="connsiteY985" fmla="*/ 45847 h 6858000"/>
              <a:gd name="connsiteX986" fmla="*/ 823759 w 7467600"/>
              <a:gd name="connsiteY986" fmla="*/ 574145 h 6858000"/>
              <a:gd name="connsiteX987" fmla="*/ 811254 w 7467600"/>
              <a:gd name="connsiteY987" fmla="*/ 665546 h 6858000"/>
              <a:gd name="connsiteX988" fmla="*/ 154042 w 7467600"/>
              <a:gd name="connsiteY988" fmla="*/ 261522 h 6858000"/>
              <a:gd name="connsiteX989" fmla="*/ 13550 w 7467600"/>
              <a:gd name="connsiteY989" fmla="*/ 158423 h 6858000"/>
              <a:gd name="connsiteX990" fmla="*/ 0 w 7467600"/>
              <a:gd name="connsiteY990" fmla="*/ 146618 h 6858000"/>
              <a:gd name="connsiteX991" fmla="*/ 0 w 7467600"/>
              <a:gd name="connsiteY991" fmla="*/ 59161 h 6858000"/>
              <a:gd name="connsiteX992" fmla="*/ 45427 w 7467600"/>
              <a:gd name="connsiteY992" fmla="*/ 101078 h 6858000"/>
              <a:gd name="connsiteX993" fmla="*/ 630103 w 7467600"/>
              <a:gd name="connsiteY993" fmla="*/ 485885 h 6858000"/>
              <a:gd name="connsiteX994" fmla="*/ 532040 w 7467600"/>
              <a:gd name="connsiteY994" fmla="*/ 399359 h 6858000"/>
              <a:gd name="connsiteX995" fmla="*/ 517618 w 7467600"/>
              <a:gd name="connsiteY995" fmla="*/ 385726 h 6858000"/>
              <a:gd name="connsiteX996" fmla="*/ 285074 w 7467600"/>
              <a:gd name="connsiteY996" fmla="*/ 182755 h 6858000"/>
              <a:gd name="connsiteX997" fmla="*/ 43151 w 7467600"/>
              <a:gd name="connsiteY997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353035 w 7467600"/>
              <a:gd name="connsiteY127" fmla="*/ 5197318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7467600 w 7467600"/>
              <a:gd name="connsiteY137" fmla="*/ 5241225 h 6858000"/>
              <a:gd name="connsiteX138" fmla="*/ 7467600 w 7467600"/>
              <a:gd name="connsiteY138" fmla="*/ 5277736 h 6858000"/>
              <a:gd name="connsiteX139" fmla="*/ 7327465 w 7467600"/>
              <a:gd name="connsiteY139" fmla="*/ 5174181 h 6858000"/>
              <a:gd name="connsiteX140" fmla="*/ 7353035 w 7467600"/>
              <a:gd name="connsiteY140" fmla="*/ 5197318 h 6858000"/>
              <a:gd name="connsiteX141" fmla="*/ 1903353 w 7467600"/>
              <a:gd name="connsiteY141" fmla="*/ 5044827 h 6858000"/>
              <a:gd name="connsiteX142" fmla="*/ 1936931 w 7467600"/>
              <a:gd name="connsiteY142" fmla="*/ 5093954 h 6858000"/>
              <a:gd name="connsiteX143" fmla="*/ 2195868 w 7467600"/>
              <a:gd name="connsiteY143" fmla="*/ 5396574 h 6858000"/>
              <a:gd name="connsiteX144" fmla="*/ 2088852 w 7467600"/>
              <a:gd name="connsiteY144" fmla="*/ 5166123 h 6858000"/>
              <a:gd name="connsiteX145" fmla="*/ 1958241 w 7467600"/>
              <a:gd name="connsiteY145" fmla="*/ 5067955 h 6858000"/>
              <a:gd name="connsiteX146" fmla="*/ 1903353 w 7467600"/>
              <a:gd name="connsiteY146" fmla="*/ 5044827 h 6858000"/>
              <a:gd name="connsiteX147" fmla="*/ 1979378 w 7467600"/>
              <a:gd name="connsiteY147" fmla="*/ 4769504 h 6858000"/>
              <a:gd name="connsiteX148" fmla="*/ 2882120 w 7467600"/>
              <a:gd name="connsiteY148" fmla="*/ 5064547 h 6858000"/>
              <a:gd name="connsiteX149" fmla="*/ 2793103 w 7467600"/>
              <a:gd name="connsiteY149" fmla="*/ 5039699 h 6858000"/>
              <a:gd name="connsiteX150" fmla="*/ 2770041 w 7467600"/>
              <a:gd name="connsiteY150" fmla="*/ 5033634 h 6858000"/>
              <a:gd name="connsiteX151" fmla="*/ 1979378 w 7467600"/>
              <a:gd name="connsiteY151" fmla="*/ 4769504 h 6858000"/>
              <a:gd name="connsiteX152" fmla="*/ 1927410 w 7467600"/>
              <a:gd name="connsiteY152" fmla="*/ 4716164 h 6858000"/>
              <a:gd name="connsiteX153" fmla="*/ 1959587 w 7467600"/>
              <a:gd name="connsiteY153" fmla="*/ 4728849 h 6858000"/>
              <a:gd name="connsiteX154" fmla="*/ 2777707 w 7467600"/>
              <a:gd name="connsiteY154" fmla="*/ 5003991 h 6858000"/>
              <a:gd name="connsiteX155" fmla="*/ 2800768 w 7467600"/>
              <a:gd name="connsiteY155" fmla="*/ 5010056 h 6858000"/>
              <a:gd name="connsiteX156" fmla="*/ 2879408 w 7467600"/>
              <a:gd name="connsiteY156" fmla="*/ 5031590 h 6858000"/>
              <a:gd name="connsiteX157" fmla="*/ 2862295 w 7467600"/>
              <a:gd name="connsiteY157" fmla="*/ 5022958 h 6858000"/>
              <a:gd name="connsiteX158" fmla="*/ 2813343 w 7467600"/>
              <a:gd name="connsiteY158" fmla="*/ 4998369 h 6858000"/>
              <a:gd name="connsiteX159" fmla="*/ 2646245 w 7467600"/>
              <a:gd name="connsiteY159" fmla="*/ 4930999 h 6858000"/>
              <a:gd name="connsiteX160" fmla="*/ 1999243 w 7467600"/>
              <a:gd name="connsiteY160" fmla="*/ 4730524 h 6858000"/>
              <a:gd name="connsiteX161" fmla="*/ 1979527 w 7467600"/>
              <a:gd name="connsiteY161" fmla="*/ 4726651 h 6858000"/>
              <a:gd name="connsiteX162" fmla="*/ 1927410 w 7467600"/>
              <a:gd name="connsiteY162" fmla="*/ 4716164 h 6858000"/>
              <a:gd name="connsiteX163" fmla="*/ 1997014 w 7467600"/>
              <a:gd name="connsiteY163" fmla="*/ 4698007 h 6858000"/>
              <a:gd name="connsiteX164" fmla="*/ 2005458 w 7467600"/>
              <a:gd name="connsiteY164" fmla="*/ 4699540 h 6858000"/>
              <a:gd name="connsiteX165" fmla="*/ 2657186 w 7467600"/>
              <a:gd name="connsiteY165" fmla="*/ 4901687 h 6858000"/>
              <a:gd name="connsiteX166" fmla="*/ 2826662 w 7467600"/>
              <a:gd name="connsiteY166" fmla="*/ 4970362 h 6858000"/>
              <a:gd name="connsiteX167" fmla="*/ 2876100 w 7467600"/>
              <a:gd name="connsiteY167" fmla="*/ 4995397 h 6858000"/>
              <a:gd name="connsiteX168" fmla="*/ 3042600 w 7467600"/>
              <a:gd name="connsiteY168" fmla="*/ 5059532 h 6858000"/>
              <a:gd name="connsiteX169" fmla="*/ 1997014 w 7467600"/>
              <a:gd name="connsiteY169" fmla="*/ 4698007 h 6858000"/>
              <a:gd name="connsiteX170" fmla="*/ 2305292 w 7467600"/>
              <a:gd name="connsiteY170" fmla="*/ 4219492 h 6858000"/>
              <a:gd name="connsiteX171" fmla="*/ 3360922 w 7467600"/>
              <a:gd name="connsiteY171" fmla="*/ 4529373 h 6858000"/>
              <a:gd name="connsiteX172" fmla="*/ 3492420 w 7467600"/>
              <a:gd name="connsiteY172" fmla="*/ 4510145 h 6858000"/>
              <a:gd name="connsiteX173" fmla="*/ 3364086 w 7467600"/>
              <a:gd name="connsiteY173" fmla="*/ 4480340 h 6858000"/>
              <a:gd name="connsiteX174" fmla="*/ 3225818 w 7467600"/>
              <a:gd name="connsiteY174" fmla="*/ 4411822 h 6858000"/>
              <a:gd name="connsiteX175" fmla="*/ 3129696 w 7467600"/>
              <a:gd name="connsiteY175" fmla="*/ 4360704 h 6858000"/>
              <a:gd name="connsiteX176" fmla="*/ 2814545 w 7467600"/>
              <a:gd name="connsiteY176" fmla="*/ 4282955 h 6858000"/>
              <a:gd name="connsiteX177" fmla="*/ 2305292 w 7467600"/>
              <a:gd name="connsiteY177" fmla="*/ 4219492 h 6858000"/>
              <a:gd name="connsiteX178" fmla="*/ 2626982 w 7467600"/>
              <a:gd name="connsiteY178" fmla="*/ 4206450 h 6858000"/>
              <a:gd name="connsiteX179" fmla="*/ 2490617 w 7467600"/>
              <a:gd name="connsiteY179" fmla="*/ 4206951 h 6858000"/>
              <a:gd name="connsiteX180" fmla="*/ 2819869 w 7467600"/>
              <a:gd name="connsiteY180" fmla="*/ 4252936 h 6858000"/>
              <a:gd name="connsiteX181" fmla="*/ 3143018 w 7467600"/>
              <a:gd name="connsiteY181" fmla="*/ 4332698 h 6858000"/>
              <a:gd name="connsiteX182" fmla="*/ 3241520 w 7467600"/>
              <a:gd name="connsiteY182" fmla="*/ 4385112 h 6858000"/>
              <a:gd name="connsiteX183" fmla="*/ 3374575 w 7467600"/>
              <a:gd name="connsiteY183" fmla="*/ 4451517 h 6858000"/>
              <a:gd name="connsiteX184" fmla="*/ 3505221 w 7467600"/>
              <a:gd name="connsiteY184" fmla="*/ 4480757 h 6858000"/>
              <a:gd name="connsiteX185" fmla="*/ 2626982 w 7467600"/>
              <a:gd name="connsiteY185" fmla="*/ 4206450 h 6858000"/>
              <a:gd name="connsiteX186" fmla="*/ 1310106 w 7467600"/>
              <a:gd name="connsiteY186" fmla="*/ 3943217 h 6858000"/>
              <a:gd name="connsiteX187" fmla="*/ 854994 w 7467600"/>
              <a:gd name="connsiteY187" fmla="*/ 4399136 h 6858000"/>
              <a:gd name="connsiteX188" fmla="*/ 742462 w 7467600"/>
              <a:gd name="connsiteY188" fmla="*/ 4594648 h 6858000"/>
              <a:gd name="connsiteX189" fmla="*/ 820602 w 7467600"/>
              <a:gd name="connsiteY189" fmla="*/ 4485915 h 6858000"/>
              <a:gd name="connsiteX190" fmla="*/ 878295 w 7467600"/>
              <a:gd name="connsiteY190" fmla="*/ 4403594 h 6858000"/>
              <a:gd name="connsiteX191" fmla="*/ 1240607 w 7467600"/>
              <a:gd name="connsiteY191" fmla="*/ 4010401 h 6858000"/>
              <a:gd name="connsiteX192" fmla="*/ 1310106 w 7467600"/>
              <a:gd name="connsiteY192" fmla="*/ 3943217 h 6858000"/>
              <a:gd name="connsiteX193" fmla="*/ 1423113 w 7467600"/>
              <a:gd name="connsiteY193" fmla="*/ 3874565 h 6858000"/>
              <a:gd name="connsiteX194" fmla="*/ 1260565 w 7467600"/>
              <a:gd name="connsiteY194" fmla="*/ 4031982 h 6858000"/>
              <a:gd name="connsiteX195" fmla="*/ 901900 w 7467600"/>
              <a:gd name="connsiteY195" fmla="*/ 4421236 h 6858000"/>
              <a:gd name="connsiteX196" fmla="*/ 845044 w 7467600"/>
              <a:gd name="connsiteY196" fmla="*/ 4502436 h 6858000"/>
              <a:gd name="connsiteX197" fmla="*/ 685926 w 7467600"/>
              <a:gd name="connsiteY197" fmla="*/ 4703069 h 6858000"/>
              <a:gd name="connsiteX198" fmla="*/ 684248 w 7467600"/>
              <a:gd name="connsiteY198" fmla="*/ 4706721 h 6858000"/>
              <a:gd name="connsiteX199" fmla="*/ 1423113 w 7467600"/>
              <a:gd name="connsiteY199" fmla="*/ 3874565 h 6858000"/>
              <a:gd name="connsiteX200" fmla="*/ 3316479 w 7467600"/>
              <a:gd name="connsiteY200" fmla="*/ 3872136 h 6858000"/>
              <a:gd name="connsiteX201" fmla="*/ 3546806 w 7467600"/>
              <a:gd name="connsiteY201" fmla="*/ 4356139 h 6858000"/>
              <a:gd name="connsiteX202" fmla="*/ 3364433 w 7467600"/>
              <a:gd name="connsiteY202" fmla="*/ 3953121 h 6858000"/>
              <a:gd name="connsiteX203" fmla="*/ 3316479 w 7467600"/>
              <a:gd name="connsiteY203" fmla="*/ 3872136 h 6858000"/>
              <a:gd name="connsiteX204" fmla="*/ 3291335 w 7467600"/>
              <a:gd name="connsiteY204" fmla="*/ 3767420 h 6858000"/>
              <a:gd name="connsiteX205" fmla="*/ 3390805 w 7467600"/>
              <a:gd name="connsiteY205" fmla="*/ 3937163 h 6858000"/>
              <a:gd name="connsiteX206" fmla="*/ 3579062 w 7467600"/>
              <a:gd name="connsiteY206" fmla="*/ 4359040 h 6858000"/>
              <a:gd name="connsiteX207" fmla="*/ 3467355 w 7467600"/>
              <a:gd name="connsiteY207" fmla="*/ 3988130 h 6858000"/>
              <a:gd name="connsiteX208" fmla="*/ 3310753 w 7467600"/>
              <a:gd name="connsiteY208" fmla="*/ 3787140 h 6858000"/>
              <a:gd name="connsiteX209" fmla="*/ 3291335 w 7467600"/>
              <a:gd name="connsiteY209" fmla="*/ 3767420 h 6858000"/>
              <a:gd name="connsiteX210" fmla="*/ 1635889 w 7467600"/>
              <a:gd name="connsiteY210" fmla="*/ 3709494 h 6858000"/>
              <a:gd name="connsiteX211" fmla="*/ 1634800 w 7467600"/>
              <a:gd name="connsiteY211" fmla="*/ 3731111 h 6858000"/>
              <a:gd name="connsiteX212" fmla="*/ 1635889 w 7467600"/>
              <a:gd name="connsiteY212" fmla="*/ 3709494 h 6858000"/>
              <a:gd name="connsiteX213" fmla="*/ 1510397 w 7467600"/>
              <a:gd name="connsiteY213" fmla="*/ 3684705 h 6858000"/>
              <a:gd name="connsiteX214" fmla="*/ 1146550 w 7467600"/>
              <a:gd name="connsiteY214" fmla="*/ 3802012 h 6858000"/>
              <a:gd name="connsiteX215" fmla="*/ 698834 w 7467600"/>
              <a:gd name="connsiteY215" fmla="*/ 3952272 h 6858000"/>
              <a:gd name="connsiteX216" fmla="*/ 34256 w 7467600"/>
              <a:gd name="connsiteY216" fmla="*/ 4347603 h 6858000"/>
              <a:gd name="connsiteX217" fmla="*/ 527241 w 7467600"/>
              <a:gd name="connsiteY217" fmla="*/ 4065078 h 6858000"/>
              <a:gd name="connsiteX218" fmla="*/ 1510397 w 7467600"/>
              <a:gd name="connsiteY218" fmla="*/ 3684705 h 6858000"/>
              <a:gd name="connsiteX219" fmla="*/ 1313114 w 7467600"/>
              <a:gd name="connsiteY219" fmla="*/ 3655216 h 6858000"/>
              <a:gd name="connsiteX220" fmla="*/ 1109304 w 7467600"/>
              <a:gd name="connsiteY220" fmla="*/ 3669030 h 6858000"/>
              <a:gd name="connsiteX221" fmla="*/ 8129 w 7467600"/>
              <a:gd name="connsiteY221" fmla="*/ 4330519 h 6858000"/>
              <a:gd name="connsiteX222" fmla="*/ 687572 w 7467600"/>
              <a:gd name="connsiteY222" fmla="*/ 3925629 h 6858000"/>
              <a:gd name="connsiteX223" fmla="*/ 1138365 w 7467600"/>
              <a:gd name="connsiteY223" fmla="*/ 3774515 h 6858000"/>
              <a:gd name="connsiteX224" fmla="*/ 1505579 w 7467600"/>
              <a:gd name="connsiteY224" fmla="*/ 3655526 h 6858000"/>
              <a:gd name="connsiteX225" fmla="*/ 1313114 w 7467600"/>
              <a:gd name="connsiteY225" fmla="*/ 3655216 h 6858000"/>
              <a:gd name="connsiteX226" fmla="*/ 3655073 w 7467600"/>
              <a:gd name="connsiteY226" fmla="*/ 3650884 h 6858000"/>
              <a:gd name="connsiteX227" fmla="*/ 3989938 w 7467600"/>
              <a:gd name="connsiteY227" fmla="*/ 3991685 h 6858000"/>
              <a:gd name="connsiteX228" fmla="*/ 4393907 w 7467600"/>
              <a:gd name="connsiteY228" fmla="*/ 4261258 h 6858000"/>
              <a:gd name="connsiteX229" fmla="*/ 4648051 w 7467600"/>
              <a:gd name="connsiteY229" fmla="*/ 4374051 h 6858000"/>
              <a:gd name="connsiteX230" fmla="*/ 4383389 w 7467600"/>
              <a:gd name="connsiteY230" fmla="*/ 4184369 h 6858000"/>
              <a:gd name="connsiteX231" fmla="*/ 4165508 w 7467600"/>
              <a:gd name="connsiteY231" fmla="*/ 4035196 h 6858000"/>
              <a:gd name="connsiteX232" fmla="*/ 4068162 w 7467600"/>
              <a:gd name="connsiteY232" fmla="*/ 3953394 h 6858000"/>
              <a:gd name="connsiteX233" fmla="*/ 3981416 w 7467600"/>
              <a:gd name="connsiteY233" fmla="*/ 3880482 h 6858000"/>
              <a:gd name="connsiteX234" fmla="*/ 3800147 w 7467600"/>
              <a:gd name="connsiteY234" fmla="*/ 3749872 h 6858000"/>
              <a:gd name="connsiteX235" fmla="*/ 3655073 w 7467600"/>
              <a:gd name="connsiteY235" fmla="*/ 3650884 h 6858000"/>
              <a:gd name="connsiteX236" fmla="*/ 3670252 w 7467600"/>
              <a:gd name="connsiteY236" fmla="*/ 3622798 h 6858000"/>
              <a:gd name="connsiteX237" fmla="*/ 3817258 w 7467600"/>
              <a:gd name="connsiteY237" fmla="*/ 3723577 h 6858000"/>
              <a:gd name="connsiteX238" fmla="*/ 4000461 w 7467600"/>
              <a:gd name="connsiteY238" fmla="*/ 3855966 h 6858000"/>
              <a:gd name="connsiteX239" fmla="*/ 4088180 w 7467600"/>
              <a:gd name="connsiteY239" fmla="*/ 3929774 h 6858000"/>
              <a:gd name="connsiteX240" fmla="*/ 4184555 w 7467600"/>
              <a:gd name="connsiteY240" fmla="*/ 4010683 h 6858000"/>
              <a:gd name="connsiteX241" fmla="*/ 4399563 w 7467600"/>
              <a:gd name="connsiteY241" fmla="*/ 4158106 h 6858000"/>
              <a:gd name="connsiteX242" fmla="*/ 4684469 w 7467600"/>
              <a:gd name="connsiteY242" fmla="*/ 4364680 h 6858000"/>
              <a:gd name="connsiteX243" fmla="*/ 4690271 w 7467600"/>
              <a:gd name="connsiteY243" fmla="*/ 4370034 h 6858000"/>
              <a:gd name="connsiteX244" fmla="*/ 4136093 w 7467600"/>
              <a:gd name="connsiteY244" fmla="*/ 3858466 h 6858000"/>
              <a:gd name="connsiteX245" fmla="*/ 3670252 w 7467600"/>
              <a:gd name="connsiteY245" fmla="*/ 3622798 h 6858000"/>
              <a:gd name="connsiteX246" fmla="*/ 4440129 w 7467600"/>
              <a:gd name="connsiteY246" fmla="*/ 3448571 h 6858000"/>
              <a:gd name="connsiteX247" fmla="*/ 4856525 w 7467600"/>
              <a:gd name="connsiteY247" fmla="*/ 3915351 h 6858000"/>
              <a:gd name="connsiteX248" fmla="*/ 5059055 w 7467600"/>
              <a:gd name="connsiteY248" fmla="*/ 4108918 h 6858000"/>
              <a:gd name="connsiteX249" fmla="*/ 5290070 w 7467600"/>
              <a:gd name="connsiteY249" fmla="*/ 4263619 h 6858000"/>
              <a:gd name="connsiteX250" fmla="*/ 4834991 w 7467600"/>
              <a:gd name="connsiteY250" fmla="*/ 3830985 h 6858000"/>
              <a:gd name="connsiteX251" fmla="*/ 4440129 w 7467600"/>
              <a:gd name="connsiteY251" fmla="*/ 3448571 h 6858000"/>
              <a:gd name="connsiteX252" fmla="*/ 4441737 w 7467600"/>
              <a:gd name="connsiteY252" fmla="*/ 3399734 h 6858000"/>
              <a:gd name="connsiteX253" fmla="*/ 4431236 w 7467600"/>
              <a:gd name="connsiteY253" fmla="*/ 3400954 h 6858000"/>
              <a:gd name="connsiteX254" fmla="*/ 4557150 w 7467600"/>
              <a:gd name="connsiteY254" fmla="*/ 3510023 h 6858000"/>
              <a:gd name="connsiteX255" fmla="*/ 4856936 w 7467600"/>
              <a:gd name="connsiteY255" fmla="*/ 3809146 h 6858000"/>
              <a:gd name="connsiteX256" fmla="*/ 5111996 w 7467600"/>
              <a:gd name="connsiteY256" fmla="*/ 4065759 h 6858000"/>
              <a:gd name="connsiteX257" fmla="*/ 5388878 w 7467600"/>
              <a:gd name="connsiteY257" fmla="*/ 4300185 h 6858000"/>
              <a:gd name="connsiteX258" fmla="*/ 5425556 w 7467600"/>
              <a:gd name="connsiteY258" fmla="*/ 4308967 h 6858000"/>
              <a:gd name="connsiteX259" fmla="*/ 4943646 w 7467600"/>
              <a:gd name="connsiteY259" fmla="*/ 3822916 h 6858000"/>
              <a:gd name="connsiteX260" fmla="*/ 4594837 w 7467600"/>
              <a:gd name="connsiteY260" fmla="*/ 3532274 h 6858000"/>
              <a:gd name="connsiteX261" fmla="*/ 4441737 w 7467600"/>
              <a:gd name="connsiteY261" fmla="*/ 3399734 h 6858000"/>
              <a:gd name="connsiteX262" fmla="*/ 5425834 w 7467600"/>
              <a:gd name="connsiteY262" fmla="*/ 3162785 h 6858000"/>
              <a:gd name="connsiteX263" fmla="*/ 5401644 w 7467600"/>
              <a:gd name="connsiteY263" fmla="*/ 3617847 h 6858000"/>
              <a:gd name="connsiteX264" fmla="*/ 5467256 w 7467600"/>
              <a:gd name="connsiteY264" fmla="*/ 4175494 h 6858000"/>
              <a:gd name="connsiteX265" fmla="*/ 5448069 w 7467600"/>
              <a:gd name="connsiteY265" fmla="*/ 3567554 h 6858000"/>
              <a:gd name="connsiteX266" fmla="*/ 5425834 w 7467600"/>
              <a:gd name="connsiteY266" fmla="*/ 3162785 h 6858000"/>
              <a:gd name="connsiteX267" fmla="*/ 1318687 w 7467600"/>
              <a:gd name="connsiteY267" fmla="*/ 3113840 h 6858000"/>
              <a:gd name="connsiteX268" fmla="*/ 1066793 w 7467600"/>
              <a:gd name="connsiteY268" fmla="*/ 3212171 h 6858000"/>
              <a:gd name="connsiteX269" fmla="*/ 993319 w 7467600"/>
              <a:gd name="connsiteY269" fmla="*/ 3247648 h 6858000"/>
              <a:gd name="connsiteX270" fmla="*/ 853081 w 7467600"/>
              <a:gd name="connsiteY270" fmla="*/ 3312410 h 6858000"/>
              <a:gd name="connsiteX271" fmla="*/ 805957 w 7467600"/>
              <a:gd name="connsiteY271" fmla="*/ 3330443 h 6858000"/>
              <a:gd name="connsiteX272" fmla="*/ 1318687 w 7467600"/>
              <a:gd name="connsiteY272" fmla="*/ 3113840 h 6858000"/>
              <a:gd name="connsiteX273" fmla="*/ 5453702 w 7467600"/>
              <a:gd name="connsiteY273" fmla="*/ 3090882 h 6858000"/>
              <a:gd name="connsiteX274" fmla="*/ 5480135 w 7467600"/>
              <a:gd name="connsiteY274" fmla="*/ 3565802 h 6858000"/>
              <a:gd name="connsiteX275" fmla="*/ 5499023 w 7467600"/>
              <a:gd name="connsiteY275" fmla="*/ 4166310 h 6858000"/>
              <a:gd name="connsiteX276" fmla="*/ 5547022 w 7467600"/>
              <a:gd name="connsiteY276" fmla="*/ 3607838 h 6858000"/>
              <a:gd name="connsiteX277" fmla="*/ 5515964 w 7467600"/>
              <a:gd name="connsiteY277" fmla="*/ 3378541 h 6858000"/>
              <a:gd name="connsiteX278" fmla="*/ 5453702 w 7467600"/>
              <a:gd name="connsiteY278" fmla="*/ 3090882 h 6858000"/>
              <a:gd name="connsiteX279" fmla="*/ 1238695 w 7467600"/>
              <a:gd name="connsiteY279" fmla="*/ 3076820 h 6858000"/>
              <a:gd name="connsiteX280" fmla="*/ 716371 w 7467600"/>
              <a:gd name="connsiteY280" fmla="*/ 3293249 h 6858000"/>
              <a:gd name="connsiteX281" fmla="*/ 579522 w 7467600"/>
              <a:gd name="connsiteY281" fmla="*/ 3371759 h 6858000"/>
              <a:gd name="connsiteX282" fmla="*/ 600288 w 7467600"/>
              <a:gd name="connsiteY282" fmla="*/ 3365555 h 6858000"/>
              <a:gd name="connsiteX283" fmla="*/ 840692 w 7467600"/>
              <a:gd name="connsiteY283" fmla="*/ 3284921 h 6858000"/>
              <a:gd name="connsiteX284" fmla="*/ 979248 w 7467600"/>
              <a:gd name="connsiteY284" fmla="*/ 3221003 h 6858000"/>
              <a:gd name="connsiteX285" fmla="*/ 1053282 w 7467600"/>
              <a:gd name="connsiteY285" fmla="*/ 3185247 h 6858000"/>
              <a:gd name="connsiteX286" fmla="*/ 1320603 w 7467600"/>
              <a:gd name="connsiteY286" fmla="*/ 3081281 h 6858000"/>
              <a:gd name="connsiteX287" fmla="*/ 1238695 w 7467600"/>
              <a:gd name="connsiteY287" fmla="*/ 3076820 h 6858000"/>
              <a:gd name="connsiteX288" fmla="*/ 5425627 w 7467600"/>
              <a:gd name="connsiteY288" fmla="*/ 2954192 h 6858000"/>
              <a:gd name="connsiteX289" fmla="*/ 5470770 w 7467600"/>
              <a:gd name="connsiteY289" fmla="*/ 3005435 h 6858000"/>
              <a:gd name="connsiteX290" fmla="*/ 5519779 w 7467600"/>
              <a:gd name="connsiteY290" fmla="*/ 4359223 h 6858000"/>
              <a:gd name="connsiteX291" fmla="*/ 5520293 w 7467600"/>
              <a:gd name="connsiteY291" fmla="*/ 4360602 h 6858000"/>
              <a:gd name="connsiteX292" fmla="*/ 5767221 w 7467600"/>
              <a:gd name="connsiteY292" fmla="*/ 4665564 h 6858000"/>
              <a:gd name="connsiteX293" fmla="*/ 6937169 w 7467600"/>
              <a:gd name="connsiteY293" fmla="*/ 4815941 h 6858000"/>
              <a:gd name="connsiteX294" fmla="*/ 6953922 w 7467600"/>
              <a:gd name="connsiteY294" fmla="*/ 4890068 h 6858000"/>
              <a:gd name="connsiteX295" fmla="*/ 6071359 w 7467600"/>
              <a:gd name="connsiteY295" fmla="*/ 4770770 h 6858000"/>
              <a:gd name="connsiteX296" fmla="*/ 6038839 w 7467600"/>
              <a:gd name="connsiteY296" fmla="*/ 4764474 h 6858000"/>
              <a:gd name="connsiteX297" fmla="*/ 6038706 w 7467600"/>
              <a:gd name="connsiteY297" fmla="*/ 4763847 h 6858000"/>
              <a:gd name="connsiteX298" fmla="*/ 6037784 w 7467600"/>
              <a:gd name="connsiteY298" fmla="*/ 4764270 h 6858000"/>
              <a:gd name="connsiteX299" fmla="*/ 6038839 w 7467600"/>
              <a:gd name="connsiteY299" fmla="*/ 4764474 h 6858000"/>
              <a:gd name="connsiteX300" fmla="*/ 6040338 w 7467600"/>
              <a:gd name="connsiteY300" fmla="*/ 4771418 h 6858000"/>
              <a:gd name="connsiteX301" fmla="*/ 6024488 w 7467600"/>
              <a:gd name="connsiteY301" fmla="*/ 4809903 h 6858000"/>
              <a:gd name="connsiteX302" fmla="*/ 5599771 w 7467600"/>
              <a:gd name="connsiteY302" fmla="*/ 5509652 h 6858000"/>
              <a:gd name="connsiteX303" fmla="*/ 5548843 w 7467600"/>
              <a:gd name="connsiteY303" fmla="*/ 5563845 h 6858000"/>
              <a:gd name="connsiteX304" fmla="*/ 5940952 w 7467600"/>
              <a:gd name="connsiteY304" fmla="*/ 6250028 h 6858000"/>
              <a:gd name="connsiteX305" fmla="*/ 6043441 w 7467600"/>
              <a:gd name="connsiteY305" fmla="*/ 6665847 h 6858000"/>
              <a:gd name="connsiteX306" fmla="*/ 6093432 w 7467600"/>
              <a:gd name="connsiteY306" fmla="*/ 6858000 h 6858000"/>
              <a:gd name="connsiteX307" fmla="*/ 6034344 w 7467600"/>
              <a:gd name="connsiteY307" fmla="*/ 6858000 h 6858000"/>
              <a:gd name="connsiteX308" fmla="*/ 6026679 w 7467600"/>
              <a:gd name="connsiteY308" fmla="*/ 6836959 h 6858000"/>
              <a:gd name="connsiteX309" fmla="*/ 5800441 w 7467600"/>
              <a:gd name="connsiteY309" fmla="*/ 6335286 h 6858000"/>
              <a:gd name="connsiteX310" fmla="*/ 5526562 w 7467600"/>
              <a:gd name="connsiteY310" fmla="*/ 5705388 h 6858000"/>
              <a:gd name="connsiteX311" fmla="*/ 5519640 w 7467600"/>
              <a:gd name="connsiteY311" fmla="*/ 5683774 h 6858000"/>
              <a:gd name="connsiteX312" fmla="*/ 5844559 w 7467600"/>
              <a:gd name="connsiteY312" fmla="*/ 6553349 h 6858000"/>
              <a:gd name="connsiteX313" fmla="*/ 5975994 w 7467600"/>
              <a:gd name="connsiteY313" fmla="*/ 6858000 h 6858000"/>
              <a:gd name="connsiteX314" fmla="*/ 5898547 w 7467600"/>
              <a:gd name="connsiteY314" fmla="*/ 6858000 h 6858000"/>
              <a:gd name="connsiteX315" fmla="*/ 5682041 w 7467600"/>
              <a:gd name="connsiteY315" fmla="*/ 6355860 h 6858000"/>
              <a:gd name="connsiteX316" fmla="*/ 5461758 w 7467600"/>
              <a:gd name="connsiteY316" fmla="*/ 5820220 h 6858000"/>
              <a:gd name="connsiteX317" fmla="*/ 5237282 w 7467600"/>
              <a:gd name="connsiteY317" fmla="*/ 6579086 h 6858000"/>
              <a:gd name="connsiteX318" fmla="*/ 5115009 w 7467600"/>
              <a:gd name="connsiteY318" fmla="*/ 6858000 h 6858000"/>
              <a:gd name="connsiteX319" fmla="*/ 5028074 w 7467600"/>
              <a:gd name="connsiteY319" fmla="*/ 6858000 h 6858000"/>
              <a:gd name="connsiteX320" fmla="*/ 5079508 w 7467600"/>
              <a:gd name="connsiteY320" fmla="*/ 6749074 h 6858000"/>
              <a:gd name="connsiteX321" fmla="*/ 5371846 w 7467600"/>
              <a:gd name="connsiteY321" fmla="*/ 5924413 h 6858000"/>
              <a:gd name="connsiteX322" fmla="*/ 5270512 w 7467600"/>
              <a:gd name="connsiteY322" fmla="*/ 6138975 h 6858000"/>
              <a:gd name="connsiteX323" fmla="*/ 5062409 w 7467600"/>
              <a:gd name="connsiteY323" fmla="*/ 6653544 h 6858000"/>
              <a:gd name="connsiteX324" fmla="*/ 5036628 w 7467600"/>
              <a:gd name="connsiteY324" fmla="*/ 6754247 h 6858000"/>
              <a:gd name="connsiteX325" fmla="*/ 5009112 w 7467600"/>
              <a:gd name="connsiteY325" fmla="*/ 6858000 h 6858000"/>
              <a:gd name="connsiteX326" fmla="*/ 4976679 w 7467600"/>
              <a:gd name="connsiteY326" fmla="*/ 6858000 h 6858000"/>
              <a:gd name="connsiteX327" fmla="*/ 5006537 w 7467600"/>
              <a:gd name="connsiteY327" fmla="*/ 6747068 h 6858000"/>
              <a:gd name="connsiteX328" fmla="*/ 5032723 w 7467600"/>
              <a:gd name="connsiteY328" fmla="*/ 6644957 h 6858000"/>
              <a:gd name="connsiteX329" fmla="*/ 5242949 w 7467600"/>
              <a:gd name="connsiteY329" fmla="*/ 6125175 h 6858000"/>
              <a:gd name="connsiteX330" fmla="*/ 5286321 w 7467600"/>
              <a:gd name="connsiteY330" fmla="*/ 6033555 h 6858000"/>
              <a:gd name="connsiteX331" fmla="*/ 5008210 w 7467600"/>
              <a:gd name="connsiteY331" fmla="*/ 6649194 h 6858000"/>
              <a:gd name="connsiteX332" fmla="*/ 4986321 w 7467600"/>
              <a:gd name="connsiteY332" fmla="*/ 6765687 h 6858000"/>
              <a:gd name="connsiteX333" fmla="*/ 4973474 w 7467600"/>
              <a:gd name="connsiteY333" fmla="*/ 6858000 h 6858000"/>
              <a:gd name="connsiteX334" fmla="*/ 4907178 w 7467600"/>
              <a:gd name="connsiteY334" fmla="*/ 6858000 h 6858000"/>
              <a:gd name="connsiteX335" fmla="*/ 4910810 w 7467600"/>
              <a:gd name="connsiteY335" fmla="*/ 6829660 h 6858000"/>
              <a:gd name="connsiteX336" fmla="*/ 4987461 w 7467600"/>
              <a:gd name="connsiteY336" fmla="*/ 6432994 h 6858000"/>
              <a:gd name="connsiteX337" fmla="*/ 5179262 w 7467600"/>
              <a:gd name="connsiteY337" fmla="*/ 6035044 h 6858000"/>
              <a:gd name="connsiteX338" fmla="*/ 4689678 w 7467600"/>
              <a:gd name="connsiteY338" fmla="*/ 6440241 h 6858000"/>
              <a:gd name="connsiteX339" fmla="*/ 4477543 w 7467600"/>
              <a:gd name="connsiteY339" fmla="*/ 6674836 h 6858000"/>
              <a:gd name="connsiteX340" fmla="*/ 4329957 w 7467600"/>
              <a:gd name="connsiteY340" fmla="*/ 6858000 h 6858000"/>
              <a:gd name="connsiteX341" fmla="*/ 4218595 w 7467600"/>
              <a:gd name="connsiteY341" fmla="*/ 6858000 h 6858000"/>
              <a:gd name="connsiteX342" fmla="*/ 4368888 w 7467600"/>
              <a:gd name="connsiteY342" fmla="*/ 6668412 h 6858000"/>
              <a:gd name="connsiteX343" fmla="*/ 4563091 w 7467600"/>
              <a:gd name="connsiteY343" fmla="*/ 6442508 h 6858000"/>
              <a:gd name="connsiteX344" fmla="*/ 5387324 w 7467600"/>
              <a:gd name="connsiteY344" fmla="*/ 5705830 h 6858000"/>
              <a:gd name="connsiteX345" fmla="*/ 5073620 w 7467600"/>
              <a:gd name="connsiteY345" fmla="*/ 5955437 h 6858000"/>
              <a:gd name="connsiteX346" fmla="*/ 4689789 w 7467600"/>
              <a:gd name="connsiteY346" fmla="*/ 6268382 h 6858000"/>
              <a:gd name="connsiteX347" fmla="*/ 4418722 w 7467600"/>
              <a:gd name="connsiteY347" fmla="*/ 6570886 h 6858000"/>
              <a:gd name="connsiteX348" fmla="*/ 4214944 w 7467600"/>
              <a:gd name="connsiteY348" fmla="*/ 6858000 h 6858000"/>
              <a:gd name="connsiteX349" fmla="*/ 4177898 w 7467600"/>
              <a:gd name="connsiteY349" fmla="*/ 6858000 h 6858000"/>
              <a:gd name="connsiteX350" fmla="*/ 4391597 w 7467600"/>
              <a:gd name="connsiteY350" fmla="*/ 6556370 h 6858000"/>
              <a:gd name="connsiteX351" fmla="*/ 4668889 w 7467600"/>
              <a:gd name="connsiteY351" fmla="*/ 6246399 h 6858000"/>
              <a:gd name="connsiteX352" fmla="*/ 5055427 w 7467600"/>
              <a:gd name="connsiteY352" fmla="*/ 5931476 h 6858000"/>
              <a:gd name="connsiteX353" fmla="*/ 5371814 w 7467600"/>
              <a:gd name="connsiteY353" fmla="*/ 5678975 h 6858000"/>
              <a:gd name="connsiteX354" fmla="*/ 4987918 w 7467600"/>
              <a:gd name="connsiteY354" fmla="*/ 5838701 h 6858000"/>
              <a:gd name="connsiteX355" fmla="*/ 4317146 w 7467600"/>
              <a:gd name="connsiteY355" fmla="*/ 6587716 h 6858000"/>
              <a:gd name="connsiteX356" fmla="*/ 4171627 w 7467600"/>
              <a:gd name="connsiteY356" fmla="*/ 6858000 h 6858000"/>
              <a:gd name="connsiteX357" fmla="*/ 4081585 w 7467600"/>
              <a:gd name="connsiteY357" fmla="*/ 6858000 h 6858000"/>
              <a:gd name="connsiteX358" fmla="*/ 4238603 w 7467600"/>
              <a:gd name="connsiteY358" fmla="*/ 6559341 h 6858000"/>
              <a:gd name="connsiteX359" fmla="*/ 4778333 w 7467600"/>
              <a:gd name="connsiteY359" fmla="*/ 5873626 h 6858000"/>
              <a:gd name="connsiteX360" fmla="*/ 5414185 w 7467600"/>
              <a:gd name="connsiteY360" fmla="*/ 5573882 h 6858000"/>
              <a:gd name="connsiteX361" fmla="*/ 5959648 w 7467600"/>
              <a:gd name="connsiteY361" fmla="*/ 4760797 h 6858000"/>
              <a:gd name="connsiteX362" fmla="*/ 5355019 w 7467600"/>
              <a:gd name="connsiteY362" fmla="*/ 4734672 h 6858000"/>
              <a:gd name="connsiteX363" fmla="*/ 5083565 w 7467600"/>
              <a:gd name="connsiteY363" fmla="*/ 5179121 h 6858000"/>
              <a:gd name="connsiteX364" fmla="*/ 4713577 w 7467600"/>
              <a:gd name="connsiteY364" fmla="*/ 5616803 h 6858000"/>
              <a:gd name="connsiteX365" fmla="*/ 3989559 w 7467600"/>
              <a:gd name="connsiteY365" fmla="*/ 6145945 h 6858000"/>
              <a:gd name="connsiteX366" fmla="*/ 3939824 w 7467600"/>
              <a:gd name="connsiteY366" fmla="*/ 6066900 h 6858000"/>
              <a:gd name="connsiteX367" fmla="*/ 4584537 w 7467600"/>
              <a:gd name="connsiteY367" fmla="*/ 5324826 h 6858000"/>
              <a:gd name="connsiteX368" fmla="*/ 5037105 w 7467600"/>
              <a:gd name="connsiteY368" fmla="*/ 5088765 h 6858000"/>
              <a:gd name="connsiteX369" fmla="*/ 5039930 w 7467600"/>
              <a:gd name="connsiteY369" fmla="*/ 5089585 h 6858000"/>
              <a:gd name="connsiteX370" fmla="*/ 5263764 w 7467600"/>
              <a:gd name="connsiteY370" fmla="*/ 4735525 h 6858000"/>
              <a:gd name="connsiteX371" fmla="*/ 4086300 w 7467600"/>
              <a:gd name="connsiteY371" fmla="*/ 4884599 h 6858000"/>
              <a:gd name="connsiteX372" fmla="*/ 4085485 w 7467600"/>
              <a:gd name="connsiteY372" fmla="*/ 4899070 h 6858000"/>
              <a:gd name="connsiteX373" fmla="*/ 3871915 w 7467600"/>
              <a:gd name="connsiteY373" fmla="*/ 5253645 h 6858000"/>
              <a:gd name="connsiteX374" fmla="*/ 3799374 w 7467600"/>
              <a:gd name="connsiteY374" fmla="*/ 5466127 h 6858000"/>
              <a:gd name="connsiteX375" fmla="*/ 3498850 w 7467600"/>
              <a:gd name="connsiteY375" fmla="*/ 6661888 h 6858000"/>
              <a:gd name="connsiteX376" fmla="*/ 3399216 w 7467600"/>
              <a:gd name="connsiteY376" fmla="*/ 6858000 h 6858000"/>
              <a:gd name="connsiteX377" fmla="*/ 3303688 w 7467600"/>
              <a:gd name="connsiteY377" fmla="*/ 6858000 h 6858000"/>
              <a:gd name="connsiteX378" fmla="*/ 3391774 w 7467600"/>
              <a:gd name="connsiteY378" fmla="*/ 6697181 h 6858000"/>
              <a:gd name="connsiteX379" fmla="*/ 3735540 w 7467600"/>
              <a:gd name="connsiteY379" fmla="*/ 5546923 h 6858000"/>
              <a:gd name="connsiteX380" fmla="*/ 3729438 w 7467600"/>
              <a:gd name="connsiteY380" fmla="*/ 5569058 h 6858000"/>
              <a:gd name="connsiteX381" fmla="*/ 3707782 w 7467600"/>
              <a:gd name="connsiteY381" fmla="*/ 5644908 h 6858000"/>
              <a:gd name="connsiteX382" fmla="*/ 3583827 w 7467600"/>
              <a:gd name="connsiteY382" fmla="*/ 6039215 h 6858000"/>
              <a:gd name="connsiteX383" fmla="*/ 3547861 w 7467600"/>
              <a:gd name="connsiteY383" fmla="*/ 6129609 h 6858000"/>
              <a:gd name="connsiteX384" fmla="*/ 3490905 w 7467600"/>
              <a:gd name="connsiteY384" fmla="*/ 6277660 h 6858000"/>
              <a:gd name="connsiteX385" fmla="*/ 3455859 w 7467600"/>
              <a:gd name="connsiteY385" fmla="*/ 6391301 h 6858000"/>
              <a:gd name="connsiteX386" fmla="*/ 3429112 w 7467600"/>
              <a:gd name="connsiteY386" fmla="*/ 6479469 h 6858000"/>
              <a:gd name="connsiteX387" fmla="*/ 3304862 w 7467600"/>
              <a:gd name="connsiteY387" fmla="*/ 6796476 h 6858000"/>
              <a:gd name="connsiteX388" fmla="*/ 3276071 w 7467600"/>
              <a:gd name="connsiteY388" fmla="*/ 6858000 h 6858000"/>
              <a:gd name="connsiteX389" fmla="*/ 3240805 w 7467600"/>
              <a:gd name="connsiteY389" fmla="*/ 6858000 h 6858000"/>
              <a:gd name="connsiteX390" fmla="*/ 3275917 w 7467600"/>
              <a:gd name="connsiteY390" fmla="*/ 6783192 h 6858000"/>
              <a:gd name="connsiteX391" fmla="*/ 3399358 w 7467600"/>
              <a:gd name="connsiteY391" fmla="*/ 6469011 h 6858000"/>
              <a:gd name="connsiteX392" fmla="*/ 3425650 w 7467600"/>
              <a:gd name="connsiteY392" fmla="*/ 6381333 h 6858000"/>
              <a:gd name="connsiteX393" fmla="*/ 3460661 w 7467600"/>
              <a:gd name="connsiteY393" fmla="*/ 6266763 h 6858000"/>
              <a:gd name="connsiteX394" fmla="*/ 3518021 w 7467600"/>
              <a:gd name="connsiteY394" fmla="*/ 6117298 h 6858000"/>
              <a:gd name="connsiteX395" fmla="*/ 3554035 w 7467600"/>
              <a:gd name="connsiteY395" fmla="*/ 6027832 h 6858000"/>
              <a:gd name="connsiteX396" fmla="*/ 3677174 w 7467600"/>
              <a:gd name="connsiteY396" fmla="*/ 5636351 h 6858000"/>
              <a:gd name="connsiteX397" fmla="*/ 3698819 w 7467600"/>
              <a:gd name="connsiteY397" fmla="*/ 5560503 h 6858000"/>
              <a:gd name="connsiteX398" fmla="*/ 3702094 w 7467600"/>
              <a:gd name="connsiteY398" fmla="*/ 5549194 h 6858000"/>
              <a:gd name="connsiteX399" fmla="*/ 3398355 w 7467600"/>
              <a:gd name="connsiteY399" fmla="*/ 6094603 h 6858000"/>
              <a:gd name="connsiteX400" fmla="*/ 3193941 w 7467600"/>
              <a:gd name="connsiteY400" fmla="*/ 6798775 h 6858000"/>
              <a:gd name="connsiteX401" fmla="*/ 3184140 w 7467600"/>
              <a:gd name="connsiteY401" fmla="*/ 6858000 h 6858000"/>
              <a:gd name="connsiteX402" fmla="*/ 3099978 w 7467600"/>
              <a:gd name="connsiteY402" fmla="*/ 6858000 h 6858000"/>
              <a:gd name="connsiteX403" fmla="*/ 3101556 w 7467600"/>
              <a:gd name="connsiteY403" fmla="*/ 6843337 h 6858000"/>
              <a:gd name="connsiteX404" fmla="*/ 3370162 w 7467600"/>
              <a:gd name="connsiteY404" fmla="*/ 5785550 h 6858000"/>
              <a:gd name="connsiteX405" fmla="*/ 3746477 w 7467600"/>
              <a:gd name="connsiteY405" fmla="*/ 5377889 h 6858000"/>
              <a:gd name="connsiteX406" fmla="*/ 3863399 w 7467600"/>
              <a:gd name="connsiteY406" fmla="*/ 5087257 h 6858000"/>
              <a:gd name="connsiteX407" fmla="*/ 3968712 w 7467600"/>
              <a:gd name="connsiteY407" fmla="*/ 4913989 h 6858000"/>
              <a:gd name="connsiteX408" fmla="*/ 2792390 w 7467600"/>
              <a:gd name="connsiteY408" fmla="*/ 5382974 h 6858000"/>
              <a:gd name="connsiteX409" fmla="*/ 2714982 w 7467600"/>
              <a:gd name="connsiteY409" fmla="*/ 5427051 h 6858000"/>
              <a:gd name="connsiteX410" fmla="*/ 2813361 w 7467600"/>
              <a:gd name="connsiteY410" fmla="*/ 6023912 h 6858000"/>
              <a:gd name="connsiteX411" fmla="*/ 2688430 w 7467600"/>
              <a:gd name="connsiteY411" fmla="*/ 6801564 h 6858000"/>
              <a:gd name="connsiteX412" fmla="*/ 2629626 w 7467600"/>
              <a:gd name="connsiteY412" fmla="*/ 6763394 h 6858000"/>
              <a:gd name="connsiteX413" fmla="*/ 2565328 w 7467600"/>
              <a:gd name="connsiteY413" fmla="*/ 5516399 h 6858000"/>
              <a:gd name="connsiteX414" fmla="*/ 1922999 w 7467600"/>
              <a:gd name="connsiteY414" fmla="*/ 5980343 h 6858000"/>
              <a:gd name="connsiteX415" fmla="*/ 1950261 w 7467600"/>
              <a:gd name="connsiteY415" fmla="*/ 6405858 h 6858000"/>
              <a:gd name="connsiteX416" fmla="*/ 2365554 w 7467600"/>
              <a:gd name="connsiteY416" fmla="*/ 6759107 h 6858000"/>
              <a:gd name="connsiteX417" fmla="*/ 2424142 w 7467600"/>
              <a:gd name="connsiteY417" fmla="*/ 6858000 h 6858000"/>
              <a:gd name="connsiteX418" fmla="*/ 2395994 w 7467600"/>
              <a:gd name="connsiteY418" fmla="*/ 6858000 h 6858000"/>
              <a:gd name="connsiteX419" fmla="*/ 2392863 w 7467600"/>
              <a:gd name="connsiteY419" fmla="*/ 6852964 h 6858000"/>
              <a:gd name="connsiteX420" fmla="*/ 2017589 w 7467600"/>
              <a:gd name="connsiteY420" fmla="*/ 6493982 h 6858000"/>
              <a:gd name="connsiteX421" fmla="*/ 2147336 w 7467600"/>
              <a:gd name="connsiteY421" fmla="*/ 6594052 h 6858000"/>
              <a:gd name="connsiteX422" fmla="*/ 2207047 w 7467600"/>
              <a:gd name="connsiteY422" fmla="*/ 6654540 h 6858000"/>
              <a:gd name="connsiteX423" fmla="*/ 2299106 w 7467600"/>
              <a:gd name="connsiteY423" fmla="*/ 6778931 h 6858000"/>
              <a:gd name="connsiteX424" fmla="*/ 2314430 w 7467600"/>
              <a:gd name="connsiteY424" fmla="*/ 6801144 h 6858000"/>
              <a:gd name="connsiteX425" fmla="*/ 2352406 w 7467600"/>
              <a:gd name="connsiteY425" fmla="*/ 6858000 h 6858000"/>
              <a:gd name="connsiteX426" fmla="*/ 2314492 w 7467600"/>
              <a:gd name="connsiteY426" fmla="*/ 6858000 h 6858000"/>
              <a:gd name="connsiteX427" fmla="*/ 2288095 w 7467600"/>
              <a:gd name="connsiteY427" fmla="*/ 6818030 h 6858000"/>
              <a:gd name="connsiteX428" fmla="*/ 2272768 w 7467600"/>
              <a:gd name="connsiteY428" fmla="*/ 6795822 h 6858000"/>
              <a:gd name="connsiteX429" fmla="*/ 2182715 w 7467600"/>
              <a:gd name="connsiteY429" fmla="*/ 6675071 h 6858000"/>
              <a:gd name="connsiteX430" fmla="*/ 2032061 w 7467600"/>
              <a:gd name="connsiteY430" fmla="*/ 6541380 h 6858000"/>
              <a:gd name="connsiteX431" fmla="*/ 2257220 w 7467600"/>
              <a:gd name="connsiteY431" fmla="*/ 6826257 h 6858000"/>
              <a:gd name="connsiteX432" fmla="*/ 2281324 w 7467600"/>
              <a:gd name="connsiteY432" fmla="*/ 6858000 h 6858000"/>
              <a:gd name="connsiteX433" fmla="*/ 2242860 w 7467600"/>
              <a:gd name="connsiteY433" fmla="*/ 6858000 h 6858000"/>
              <a:gd name="connsiteX434" fmla="*/ 2232818 w 7467600"/>
              <a:gd name="connsiteY434" fmla="*/ 6844926 h 6858000"/>
              <a:gd name="connsiteX435" fmla="*/ 1990172 w 7467600"/>
              <a:gd name="connsiteY435" fmla="*/ 6542121 h 6858000"/>
              <a:gd name="connsiteX436" fmla="*/ 2124090 w 7467600"/>
              <a:gd name="connsiteY436" fmla="*/ 6761017 h 6858000"/>
              <a:gd name="connsiteX437" fmla="*/ 2200380 w 7467600"/>
              <a:gd name="connsiteY437" fmla="*/ 6858000 h 6858000"/>
              <a:gd name="connsiteX438" fmla="*/ 2147507 w 7467600"/>
              <a:gd name="connsiteY438" fmla="*/ 6858000 h 6858000"/>
              <a:gd name="connsiteX439" fmla="*/ 2070668 w 7467600"/>
              <a:gd name="connsiteY439" fmla="*/ 6761520 h 6858000"/>
              <a:gd name="connsiteX440" fmla="*/ 1975142 w 7467600"/>
              <a:gd name="connsiteY440" fmla="*/ 6585570 h 6858000"/>
              <a:gd name="connsiteX441" fmla="*/ 2050035 w 7467600"/>
              <a:gd name="connsiteY441" fmla="*/ 6813345 h 6858000"/>
              <a:gd name="connsiteX442" fmla="*/ 2063025 w 7467600"/>
              <a:gd name="connsiteY442" fmla="*/ 6858000 h 6858000"/>
              <a:gd name="connsiteX443" fmla="*/ 2021675 w 7467600"/>
              <a:gd name="connsiteY443" fmla="*/ 6858000 h 6858000"/>
              <a:gd name="connsiteX444" fmla="*/ 2019308 w 7467600"/>
              <a:gd name="connsiteY444" fmla="*/ 6847118 h 6858000"/>
              <a:gd name="connsiteX445" fmla="*/ 1938835 w 7467600"/>
              <a:gd name="connsiteY445" fmla="*/ 6551160 h 6858000"/>
              <a:gd name="connsiteX446" fmla="*/ 1953230 w 7467600"/>
              <a:gd name="connsiteY446" fmla="*/ 6759699 h 6858000"/>
              <a:gd name="connsiteX447" fmla="*/ 1956763 w 7467600"/>
              <a:gd name="connsiteY447" fmla="*/ 6778191 h 6858000"/>
              <a:gd name="connsiteX448" fmla="*/ 1967925 w 7467600"/>
              <a:gd name="connsiteY448" fmla="*/ 6858000 h 6858000"/>
              <a:gd name="connsiteX449" fmla="*/ 1936622 w 7467600"/>
              <a:gd name="connsiteY449" fmla="*/ 6858000 h 6858000"/>
              <a:gd name="connsiteX450" fmla="*/ 1926261 w 7467600"/>
              <a:gd name="connsiteY450" fmla="*/ 6784064 h 6858000"/>
              <a:gd name="connsiteX451" fmla="*/ 1922724 w 7467600"/>
              <a:gd name="connsiteY451" fmla="*/ 6765577 h 6858000"/>
              <a:gd name="connsiteX452" fmla="*/ 1904650 w 7467600"/>
              <a:gd name="connsiteY452" fmla="*/ 6639616 h 6858000"/>
              <a:gd name="connsiteX453" fmla="*/ 1885273 w 7467600"/>
              <a:gd name="connsiteY453" fmla="*/ 6858000 h 6858000"/>
              <a:gd name="connsiteX454" fmla="*/ 1854363 w 7467600"/>
              <a:gd name="connsiteY454" fmla="*/ 6858000 h 6858000"/>
              <a:gd name="connsiteX455" fmla="*/ 1880391 w 7467600"/>
              <a:gd name="connsiteY455" fmla="*/ 6603796 h 6858000"/>
              <a:gd name="connsiteX456" fmla="*/ 1818273 w 7467600"/>
              <a:gd name="connsiteY456" fmla="*/ 6715729 h 6858000"/>
              <a:gd name="connsiteX457" fmla="*/ 1794691 w 7467600"/>
              <a:gd name="connsiteY457" fmla="*/ 6843239 h 6858000"/>
              <a:gd name="connsiteX458" fmla="*/ 1794914 w 7467600"/>
              <a:gd name="connsiteY458" fmla="*/ 6858000 h 6858000"/>
              <a:gd name="connsiteX459" fmla="*/ 1746128 w 7467600"/>
              <a:gd name="connsiteY459" fmla="*/ 6858000 h 6858000"/>
              <a:gd name="connsiteX460" fmla="*/ 1753934 w 7467600"/>
              <a:gd name="connsiteY460" fmla="*/ 6724796 h 6858000"/>
              <a:gd name="connsiteX461" fmla="*/ 1792053 w 7467600"/>
              <a:gd name="connsiteY461" fmla="*/ 6572396 h 6858000"/>
              <a:gd name="connsiteX462" fmla="*/ 1862248 w 7467600"/>
              <a:gd name="connsiteY462" fmla="*/ 6266397 h 6858000"/>
              <a:gd name="connsiteX463" fmla="*/ 1862250 w 7467600"/>
              <a:gd name="connsiteY463" fmla="*/ 6033531 h 6858000"/>
              <a:gd name="connsiteX464" fmla="*/ 1211999 w 7467600"/>
              <a:gd name="connsiteY464" fmla="*/ 6683610 h 6858000"/>
              <a:gd name="connsiteX465" fmla="*/ 1213266 w 7467600"/>
              <a:gd name="connsiteY465" fmla="*/ 6691947 h 6858000"/>
              <a:gd name="connsiteX466" fmla="*/ 1203370 w 7467600"/>
              <a:gd name="connsiteY466" fmla="*/ 6850676 h 6858000"/>
              <a:gd name="connsiteX467" fmla="*/ 1203671 w 7467600"/>
              <a:gd name="connsiteY467" fmla="*/ 6858000 h 6858000"/>
              <a:gd name="connsiteX468" fmla="*/ 1143180 w 7467600"/>
              <a:gd name="connsiteY468" fmla="*/ 6858000 h 6858000"/>
              <a:gd name="connsiteX469" fmla="*/ 1142176 w 7467600"/>
              <a:gd name="connsiteY469" fmla="*/ 6766045 h 6858000"/>
              <a:gd name="connsiteX470" fmla="*/ 1067484 w 7467600"/>
              <a:gd name="connsiteY470" fmla="*/ 6858000 h 6858000"/>
              <a:gd name="connsiteX471" fmla="*/ 953928 w 7467600"/>
              <a:gd name="connsiteY471" fmla="*/ 6858000 h 6858000"/>
              <a:gd name="connsiteX472" fmla="*/ 959715 w 7467600"/>
              <a:gd name="connsiteY472" fmla="*/ 6850185 h 6858000"/>
              <a:gd name="connsiteX473" fmla="*/ 1483788 w 7467600"/>
              <a:gd name="connsiteY473" fmla="*/ 6259174 h 6858000"/>
              <a:gd name="connsiteX474" fmla="*/ 1100671 w 7467600"/>
              <a:gd name="connsiteY474" fmla="*/ 6252137 h 6858000"/>
              <a:gd name="connsiteX475" fmla="*/ 1090144 w 7467600"/>
              <a:gd name="connsiteY475" fmla="*/ 6256748 h 6858000"/>
              <a:gd name="connsiteX476" fmla="*/ 1095872 w 7467600"/>
              <a:gd name="connsiteY476" fmla="*/ 6271892 h 6858000"/>
              <a:gd name="connsiteX477" fmla="*/ 262785 w 7467600"/>
              <a:gd name="connsiteY477" fmla="*/ 6845450 h 6858000"/>
              <a:gd name="connsiteX478" fmla="*/ 209968 w 7467600"/>
              <a:gd name="connsiteY478" fmla="*/ 6770713 h 6858000"/>
              <a:gd name="connsiteX479" fmla="*/ 873460 w 7467600"/>
              <a:gd name="connsiteY479" fmla="*/ 6253768 h 6858000"/>
              <a:gd name="connsiteX480" fmla="*/ 192686 w 7467600"/>
              <a:gd name="connsiteY480" fmla="*/ 5849257 h 6858000"/>
              <a:gd name="connsiteX481" fmla="*/ 4696 w 7467600"/>
              <a:gd name="connsiteY481" fmla="*/ 5697668 h 6858000"/>
              <a:gd name="connsiteX482" fmla="*/ 0 w 7467600"/>
              <a:gd name="connsiteY482" fmla="*/ 5689984 h 6858000"/>
              <a:gd name="connsiteX483" fmla="*/ 0 w 7467600"/>
              <a:gd name="connsiteY483" fmla="*/ 5513472 h 6858000"/>
              <a:gd name="connsiteX484" fmla="*/ 174101 w 7467600"/>
              <a:gd name="connsiteY484" fmla="*/ 5620277 h 6858000"/>
              <a:gd name="connsiteX485" fmla="*/ 891800 w 7467600"/>
              <a:gd name="connsiteY485" fmla="*/ 6036935 h 6858000"/>
              <a:gd name="connsiteX486" fmla="*/ 1072219 w 7467600"/>
              <a:gd name="connsiteY486" fmla="*/ 6169443 h 6858000"/>
              <a:gd name="connsiteX487" fmla="*/ 1074117 w 7467600"/>
              <a:gd name="connsiteY487" fmla="*/ 6170301 h 6858000"/>
              <a:gd name="connsiteX488" fmla="*/ 1083114 w 7467600"/>
              <a:gd name="connsiteY488" fmla="*/ 6174131 h 6858000"/>
              <a:gd name="connsiteX489" fmla="*/ 1543010 w 7467600"/>
              <a:gd name="connsiteY489" fmla="*/ 6191140 h 6858000"/>
              <a:gd name="connsiteX490" fmla="*/ 1551080 w 7467600"/>
              <a:gd name="connsiteY490" fmla="*/ 6195006 h 6858000"/>
              <a:gd name="connsiteX491" fmla="*/ 2345443 w 7467600"/>
              <a:gd name="connsiteY491" fmla="*/ 5549882 h 6858000"/>
              <a:gd name="connsiteX492" fmla="*/ 1721499 w 7467600"/>
              <a:gd name="connsiteY492" fmla="*/ 5599969 h 6858000"/>
              <a:gd name="connsiteX493" fmla="*/ 767716 w 7467600"/>
              <a:gd name="connsiteY493" fmla="*/ 5472768 h 6858000"/>
              <a:gd name="connsiteX494" fmla="*/ 722147 w 7467600"/>
              <a:gd name="connsiteY494" fmla="*/ 5393091 h 6858000"/>
              <a:gd name="connsiteX495" fmla="*/ 1485552 w 7467600"/>
              <a:gd name="connsiteY495" fmla="*/ 5313202 h 6858000"/>
              <a:gd name="connsiteX496" fmla="*/ 2143004 w 7467600"/>
              <a:gd name="connsiteY496" fmla="*/ 5402420 h 6858000"/>
              <a:gd name="connsiteX497" fmla="*/ 1933391 w 7467600"/>
              <a:gd name="connsiteY497" fmla="*/ 5156971 h 6858000"/>
              <a:gd name="connsiteX498" fmla="*/ 1827118 w 7467600"/>
              <a:gd name="connsiteY498" fmla="*/ 4968410 h 6858000"/>
              <a:gd name="connsiteX499" fmla="*/ 1837349 w 7467600"/>
              <a:gd name="connsiteY499" fmla="*/ 4956357 h 6858000"/>
              <a:gd name="connsiteX500" fmla="*/ 2162835 w 7467600"/>
              <a:gd name="connsiteY500" fmla="*/ 5187853 h 6858000"/>
              <a:gd name="connsiteX501" fmla="*/ 2257167 w 7467600"/>
              <a:gd name="connsiteY501" fmla="*/ 5462123 h 6858000"/>
              <a:gd name="connsiteX502" fmla="*/ 2261598 w 7467600"/>
              <a:gd name="connsiteY502" fmla="*/ 5467998 h 6858000"/>
              <a:gd name="connsiteX503" fmla="*/ 2437177 w 7467600"/>
              <a:gd name="connsiteY503" fmla="*/ 5479608 h 6858000"/>
              <a:gd name="connsiteX504" fmla="*/ 2445247 w 7467600"/>
              <a:gd name="connsiteY504" fmla="*/ 5483476 h 6858000"/>
              <a:gd name="connsiteX505" fmla="*/ 2743626 w 7467600"/>
              <a:gd name="connsiteY505" fmla="*/ 5304819 h 6858000"/>
              <a:gd name="connsiteX506" fmla="*/ 3048102 w 7467600"/>
              <a:gd name="connsiteY506" fmla="*/ 5150595 h 6858000"/>
              <a:gd name="connsiteX507" fmla="*/ 1799414 w 7467600"/>
              <a:gd name="connsiteY507" fmla="*/ 4694732 h 6858000"/>
              <a:gd name="connsiteX508" fmla="*/ 1771735 w 7467600"/>
              <a:gd name="connsiteY508" fmla="*/ 4619929 h 6858000"/>
              <a:gd name="connsiteX509" fmla="*/ 3104273 w 7467600"/>
              <a:gd name="connsiteY509" fmla="*/ 5076159 h 6858000"/>
              <a:gd name="connsiteX510" fmla="*/ 3113245 w 7467600"/>
              <a:gd name="connsiteY510" fmla="*/ 5090705 h 6858000"/>
              <a:gd name="connsiteX511" fmla="*/ 3126294 w 7467600"/>
              <a:gd name="connsiteY511" fmla="*/ 5114400 h 6858000"/>
              <a:gd name="connsiteX512" fmla="*/ 3937433 w 7467600"/>
              <a:gd name="connsiteY512" fmla="*/ 4830473 h 6858000"/>
              <a:gd name="connsiteX513" fmla="*/ 3590475 w 7467600"/>
              <a:gd name="connsiteY513" fmla="*/ 4597974 h 6858000"/>
              <a:gd name="connsiteX514" fmla="*/ 3100264 w 7467600"/>
              <a:gd name="connsiteY514" fmla="*/ 4579845 h 6858000"/>
              <a:gd name="connsiteX515" fmla="*/ 2183576 w 7467600"/>
              <a:gd name="connsiteY515" fmla="*/ 4227150 h 6858000"/>
              <a:gd name="connsiteX516" fmla="*/ 2151029 w 7467600"/>
              <a:gd name="connsiteY516" fmla="*/ 4146947 h 6858000"/>
              <a:gd name="connsiteX517" fmla="*/ 3563434 w 7467600"/>
              <a:gd name="connsiteY517" fmla="*/ 4469115 h 6858000"/>
              <a:gd name="connsiteX518" fmla="*/ 3177952 w 7467600"/>
              <a:gd name="connsiteY518" fmla="*/ 3657386 h 6858000"/>
              <a:gd name="connsiteX519" fmla="*/ 3189263 w 7467600"/>
              <a:gd name="connsiteY519" fmla="*/ 3625726 h 6858000"/>
              <a:gd name="connsiteX520" fmla="*/ 3560912 w 7467600"/>
              <a:gd name="connsiteY520" fmla="*/ 4079863 h 6858000"/>
              <a:gd name="connsiteX521" fmla="*/ 3626636 w 7467600"/>
              <a:gd name="connsiteY521" fmla="*/ 4512230 h 6858000"/>
              <a:gd name="connsiteX522" fmla="*/ 3653088 w 7467600"/>
              <a:gd name="connsiteY522" fmla="*/ 4521417 h 6858000"/>
              <a:gd name="connsiteX523" fmla="*/ 3988128 w 7467600"/>
              <a:gd name="connsiteY523" fmla="*/ 4817267 h 6858000"/>
              <a:gd name="connsiteX524" fmla="*/ 4830582 w 7467600"/>
              <a:gd name="connsiteY524" fmla="*/ 4676000 h 6858000"/>
              <a:gd name="connsiteX525" fmla="*/ 4830100 w 7467600"/>
              <a:gd name="connsiteY525" fmla="*/ 4675554 h 6858000"/>
              <a:gd name="connsiteX526" fmla="*/ 4036318 w 7467600"/>
              <a:gd name="connsiteY526" fmla="*/ 4147013 h 6858000"/>
              <a:gd name="connsiteX527" fmla="*/ 3432098 w 7467600"/>
              <a:gd name="connsiteY527" fmla="*/ 3537312 h 6858000"/>
              <a:gd name="connsiteX528" fmla="*/ 3446761 w 7467600"/>
              <a:gd name="connsiteY528" fmla="*/ 3461278 h 6858000"/>
              <a:gd name="connsiteX529" fmla="*/ 4419733 w 7467600"/>
              <a:gd name="connsiteY529" fmla="*/ 3963555 h 6858000"/>
              <a:gd name="connsiteX530" fmla="*/ 4781371 w 7467600"/>
              <a:gd name="connsiteY530" fmla="*/ 4458604 h 6858000"/>
              <a:gd name="connsiteX531" fmla="*/ 4780440 w 7467600"/>
              <a:gd name="connsiteY531" fmla="*/ 4470290 h 6858000"/>
              <a:gd name="connsiteX532" fmla="*/ 4898954 w 7467600"/>
              <a:gd name="connsiteY532" fmla="*/ 4662092 h 6858000"/>
              <a:gd name="connsiteX533" fmla="*/ 4900699 w 7467600"/>
              <a:gd name="connsiteY533" fmla="*/ 4670867 h 6858000"/>
              <a:gd name="connsiteX534" fmla="*/ 5714511 w 7467600"/>
              <a:gd name="connsiteY534" fmla="*/ 4663483 h 6858000"/>
              <a:gd name="connsiteX535" fmla="*/ 5464793 w 7467600"/>
              <a:gd name="connsiteY535" fmla="*/ 4393556 h 6858000"/>
              <a:gd name="connsiteX536" fmla="*/ 5461897 w 7467600"/>
              <a:gd name="connsiteY536" fmla="*/ 4390879 h 6858000"/>
              <a:gd name="connsiteX537" fmla="*/ 4294126 w 7467600"/>
              <a:gd name="connsiteY537" fmla="*/ 3303048 h 6858000"/>
              <a:gd name="connsiteX538" fmla="*/ 4305321 w 7467600"/>
              <a:gd name="connsiteY538" fmla="*/ 3256953 h 6858000"/>
              <a:gd name="connsiteX539" fmla="*/ 4949299 w 7467600"/>
              <a:gd name="connsiteY539" fmla="*/ 3766336 h 6858000"/>
              <a:gd name="connsiteX540" fmla="*/ 5291452 w 7467600"/>
              <a:gd name="connsiteY540" fmla="*/ 4076801 h 6858000"/>
              <a:gd name="connsiteX541" fmla="*/ 5434998 w 7467600"/>
              <a:gd name="connsiteY541" fmla="*/ 4254100 h 6858000"/>
              <a:gd name="connsiteX542" fmla="*/ 5351015 w 7467600"/>
              <a:gd name="connsiteY542" fmla="*/ 3760989 h 6858000"/>
              <a:gd name="connsiteX543" fmla="*/ 5413780 w 7467600"/>
              <a:gd name="connsiteY543" fmla="*/ 2966265 h 6858000"/>
              <a:gd name="connsiteX544" fmla="*/ 5425627 w 7467600"/>
              <a:gd name="connsiteY544" fmla="*/ 2954192 h 6858000"/>
              <a:gd name="connsiteX545" fmla="*/ 6604735 w 7467600"/>
              <a:gd name="connsiteY545" fmla="*/ 2041381 h 6858000"/>
              <a:gd name="connsiteX546" fmla="*/ 7204487 w 7467600"/>
              <a:gd name="connsiteY546" fmla="*/ 2742112 h 6858000"/>
              <a:gd name="connsiteX547" fmla="*/ 7131592 w 7467600"/>
              <a:gd name="connsiteY547" fmla="*/ 2672096 h 6858000"/>
              <a:gd name="connsiteX548" fmla="*/ 6996344 w 7467600"/>
              <a:gd name="connsiteY548" fmla="*/ 2518310 h 6858000"/>
              <a:gd name="connsiteX549" fmla="*/ 6735495 w 7467600"/>
              <a:gd name="connsiteY549" fmla="*/ 2196890 h 6858000"/>
              <a:gd name="connsiteX550" fmla="*/ 6721901 w 7467600"/>
              <a:gd name="connsiteY550" fmla="*/ 2179274 h 6858000"/>
              <a:gd name="connsiteX551" fmla="*/ 6604735 w 7467600"/>
              <a:gd name="connsiteY551" fmla="*/ 2041381 h 6858000"/>
              <a:gd name="connsiteX552" fmla="*/ 6591670 w 7467600"/>
              <a:gd name="connsiteY552" fmla="*/ 1988277 h 6858000"/>
              <a:gd name="connsiteX553" fmla="*/ 6747349 w 7467600"/>
              <a:gd name="connsiteY553" fmla="*/ 2160069 h 6858000"/>
              <a:gd name="connsiteX554" fmla="*/ 6760943 w 7467600"/>
              <a:gd name="connsiteY554" fmla="*/ 2177686 h 6858000"/>
              <a:gd name="connsiteX555" fmla="*/ 7021065 w 7467600"/>
              <a:gd name="connsiteY555" fmla="*/ 2498102 h 6858000"/>
              <a:gd name="connsiteX556" fmla="*/ 7155223 w 7467600"/>
              <a:gd name="connsiteY556" fmla="*/ 2650386 h 6858000"/>
              <a:gd name="connsiteX557" fmla="*/ 7203167 w 7467600"/>
              <a:gd name="connsiteY557" fmla="*/ 2697288 h 6858000"/>
              <a:gd name="connsiteX558" fmla="*/ 6937703 w 7467600"/>
              <a:gd name="connsiteY558" fmla="*/ 2321981 h 6858000"/>
              <a:gd name="connsiteX559" fmla="*/ 6591670 w 7467600"/>
              <a:gd name="connsiteY559" fmla="*/ 1988277 h 6858000"/>
              <a:gd name="connsiteX560" fmla="*/ 5798671 w 7467600"/>
              <a:gd name="connsiteY560" fmla="*/ 1981601 h 6858000"/>
              <a:gd name="connsiteX561" fmla="*/ 5754709 w 7467600"/>
              <a:gd name="connsiteY561" fmla="*/ 2071454 h 6858000"/>
              <a:gd name="connsiteX562" fmla="*/ 5763044 w 7467600"/>
              <a:gd name="connsiteY562" fmla="*/ 2842206 h 6858000"/>
              <a:gd name="connsiteX563" fmla="*/ 5764974 w 7467600"/>
              <a:gd name="connsiteY563" fmla="*/ 2799609 h 6858000"/>
              <a:gd name="connsiteX564" fmla="*/ 5767665 w 7467600"/>
              <a:gd name="connsiteY564" fmla="*/ 2666409 h 6858000"/>
              <a:gd name="connsiteX565" fmla="*/ 5763055 w 7467600"/>
              <a:gd name="connsiteY565" fmla="*/ 2579705 h 6858000"/>
              <a:gd name="connsiteX566" fmla="*/ 5758079 w 7467600"/>
              <a:gd name="connsiteY566" fmla="*/ 2492508 h 6858000"/>
              <a:gd name="connsiteX567" fmla="*/ 5779325 w 7467600"/>
              <a:gd name="connsiteY567" fmla="*/ 2197069 h 6858000"/>
              <a:gd name="connsiteX568" fmla="*/ 5798671 w 7467600"/>
              <a:gd name="connsiteY568" fmla="*/ 1981601 h 6858000"/>
              <a:gd name="connsiteX569" fmla="*/ 5829202 w 7467600"/>
              <a:gd name="connsiteY569" fmla="*/ 1971679 h 6858000"/>
              <a:gd name="connsiteX570" fmla="*/ 5809558 w 7467600"/>
              <a:gd name="connsiteY570" fmla="*/ 2198043 h 6858000"/>
              <a:gd name="connsiteX571" fmla="*/ 5788653 w 7467600"/>
              <a:gd name="connsiteY571" fmla="*/ 2489430 h 6858000"/>
              <a:gd name="connsiteX572" fmla="*/ 5793439 w 7467600"/>
              <a:gd name="connsiteY572" fmla="*/ 2575235 h 6858000"/>
              <a:gd name="connsiteX573" fmla="*/ 5796837 w 7467600"/>
              <a:gd name="connsiteY573" fmla="*/ 2637633 h 6858000"/>
              <a:gd name="connsiteX574" fmla="*/ 5818614 w 7467600"/>
              <a:gd name="connsiteY574" fmla="*/ 2473055 h 6858000"/>
              <a:gd name="connsiteX575" fmla="*/ 5829202 w 7467600"/>
              <a:gd name="connsiteY575" fmla="*/ 1971679 h 6858000"/>
              <a:gd name="connsiteX576" fmla="*/ 5911389 w 7467600"/>
              <a:gd name="connsiteY576" fmla="*/ 1898371 h 6858000"/>
              <a:gd name="connsiteX577" fmla="*/ 6237627 w 7467600"/>
              <a:gd name="connsiteY577" fmla="*/ 2231921 h 6858000"/>
              <a:gd name="connsiteX578" fmla="*/ 5911389 w 7467600"/>
              <a:gd name="connsiteY578" fmla="*/ 1898371 h 6858000"/>
              <a:gd name="connsiteX579" fmla="*/ 6944437 w 7467600"/>
              <a:gd name="connsiteY579" fmla="*/ 1575402 h 6858000"/>
              <a:gd name="connsiteX580" fmla="*/ 6304730 w 7467600"/>
              <a:gd name="connsiteY580" fmla="*/ 1766654 h 6858000"/>
              <a:gd name="connsiteX581" fmla="*/ 6944437 w 7467600"/>
              <a:gd name="connsiteY581" fmla="*/ 1575402 h 6858000"/>
              <a:gd name="connsiteX582" fmla="*/ 7019523 w 7467600"/>
              <a:gd name="connsiteY582" fmla="*/ 1519450 h 6858000"/>
              <a:gd name="connsiteX583" fmla="*/ 6298091 w 7467600"/>
              <a:gd name="connsiteY583" fmla="*/ 1737122 h 6858000"/>
              <a:gd name="connsiteX584" fmla="*/ 7019523 w 7467600"/>
              <a:gd name="connsiteY584" fmla="*/ 1519450 h 6858000"/>
              <a:gd name="connsiteX585" fmla="*/ 2399523 w 7467600"/>
              <a:gd name="connsiteY585" fmla="*/ 1428234 h 6858000"/>
              <a:gd name="connsiteX586" fmla="*/ 2224982 w 7467600"/>
              <a:gd name="connsiteY586" fmla="*/ 1826201 h 6858000"/>
              <a:gd name="connsiteX587" fmla="*/ 2096099 w 7467600"/>
              <a:gd name="connsiteY587" fmla="*/ 2345900 h 6858000"/>
              <a:gd name="connsiteX588" fmla="*/ 2283317 w 7467600"/>
              <a:gd name="connsiteY588" fmla="*/ 1796925 h 6858000"/>
              <a:gd name="connsiteX589" fmla="*/ 2399523 w 7467600"/>
              <a:gd name="connsiteY589" fmla="*/ 1428234 h 6858000"/>
              <a:gd name="connsiteX590" fmla="*/ 2448558 w 7467600"/>
              <a:gd name="connsiteY590" fmla="*/ 1373435 h 6858000"/>
              <a:gd name="connsiteX591" fmla="*/ 2312521 w 7467600"/>
              <a:gd name="connsiteY591" fmla="*/ 1806140 h 6858000"/>
              <a:gd name="connsiteX592" fmla="*/ 2127533 w 7467600"/>
              <a:gd name="connsiteY592" fmla="*/ 2348380 h 6858000"/>
              <a:gd name="connsiteX593" fmla="*/ 2358080 w 7467600"/>
              <a:gd name="connsiteY593" fmla="*/ 1866134 h 6858000"/>
              <a:gd name="connsiteX594" fmla="*/ 2407436 w 7467600"/>
              <a:gd name="connsiteY594" fmla="*/ 1651070 h 6858000"/>
              <a:gd name="connsiteX595" fmla="*/ 2448558 w 7467600"/>
              <a:gd name="connsiteY595" fmla="*/ 1373435 h 6858000"/>
              <a:gd name="connsiteX596" fmla="*/ 278707 w 7467600"/>
              <a:gd name="connsiteY596" fmla="*/ 1352270 h 6858000"/>
              <a:gd name="connsiteX597" fmla="*/ 321570 w 7467600"/>
              <a:gd name="connsiteY597" fmla="*/ 1861610 h 6858000"/>
              <a:gd name="connsiteX598" fmla="*/ 294281 w 7467600"/>
              <a:gd name="connsiteY598" fmla="*/ 1440658 h 6858000"/>
              <a:gd name="connsiteX599" fmla="*/ 278707 w 7467600"/>
              <a:gd name="connsiteY599" fmla="*/ 1352270 h 6858000"/>
              <a:gd name="connsiteX600" fmla="*/ 1423821 w 7467600"/>
              <a:gd name="connsiteY600" fmla="*/ 1351958 h 6858000"/>
              <a:gd name="connsiteX601" fmla="*/ 1638521 w 7467600"/>
              <a:gd name="connsiteY601" fmla="*/ 1908470 h 6858000"/>
              <a:gd name="connsiteX602" fmla="*/ 1754199 w 7467600"/>
              <a:gd name="connsiteY602" fmla="*/ 2149284 h 6858000"/>
              <a:gd name="connsiteX603" fmla="*/ 1908359 w 7467600"/>
              <a:gd name="connsiteY603" fmla="*/ 2364988 h 6858000"/>
              <a:gd name="connsiteX604" fmla="*/ 1647661 w 7467600"/>
              <a:gd name="connsiteY604" fmla="*/ 1825945 h 6858000"/>
              <a:gd name="connsiteX605" fmla="*/ 1423821 w 7467600"/>
              <a:gd name="connsiteY605" fmla="*/ 1351958 h 6858000"/>
              <a:gd name="connsiteX606" fmla="*/ 1431890 w 7467600"/>
              <a:gd name="connsiteY606" fmla="*/ 1306475 h 6858000"/>
              <a:gd name="connsiteX607" fmla="*/ 1507597 w 7467600"/>
              <a:gd name="connsiteY607" fmla="*/ 1446132 h 6858000"/>
              <a:gd name="connsiteX608" fmla="*/ 1674586 w 7467600"/>
              <a:gd name="connsiteY608" fmla="*/ 1813832 h 6858000"/>
              <a:gd name="connsiteX609" fmla="*/ 1815950 w 7467600"/>
              <a:gd name="connsiteY609" fmla="*/ 2128564 h 6858000"/>
              <a:gd name="connsiteX610" fmla="*/ 1984242 w 7467600"/>
              <a:gd name="connsiteY610" fmla="*/ 2430829 h 6858000"/>
              <a:gd name="connsiteX611" fmla="*/ 2014023 w 7467600"/>
              <a:gd name="connsiteY611" fmla="*/ 2450995 h 6858000"/>
              <a:gd name="connsiteX612" fmla="*/ 1747337 w 7467600"/>
              <a:gd name="connsiteY612" fmla="*/ 1855264 h 6858000"/>
              <a:gd name="connsiteX613" fmla="*/ 1533749 w 7467600"/>
              <a:gd name="connsiteY613" fmla="*/ 1478656 h 6858000"/>
              <a:gd name="connsiteX614" fmla="*/ 1431890 w 7467600"/>
              <a:gd name="connsiteY614" fmla="*/ 1306475 h 6858000"/>
              <a:gd name="connsiteX615" fmla="*/ 5052692 w 7467600"/>
              <a:gd name="connsiteY615" fmla="*/ 1292994 h 6858000"/>
              <a:gd name="connsiteX616" fmla="*/ 5200661 w 7467600"/>
              <a:gd name="connsiteY616" fmla="*/ 1635186 h 6858000"/>
              <a:gd name="connsiteX617" fmla="*/ 5297138 w 7467600"/>
              <a:gd name="connsiteY617" fmla="*/ 1906351 h 6858000"/>
              <a:gd name="connsiteX618" fmla="*/ 5052692 w 7467600"/>
              <a:gd name="connsiteY618" fmla="*/ 1292994 h 6858000"/>
              <a:gd name="connsiteX619" fmla="*/ 5009948 w 7467600"/>
              <a:gd name="connsiteY619" fmla="*/ 1273619 h 6858000"/>
              <a:gd name="connsiteX620" fmla="*/ 5121777 w 7467600"/>
              <a:gd name="connsiteY620" fmla="*/ 1654213 h 6858000"/>
              <a:gd name="connsiteX621" fmla="*/ 5293545 w 7467600"/>
              <a:gd name="connsiteY621" fmla="*/ 2072247 h 6858000"/>
              <a:gd name="connsiteX622" fmla="*/ 5294042 w 7467600"/>
              <a:gd name="connsiteY622" fmla="*/ 2065019 h 6858000"/>
              <a:gd name="connsiteX623" fmla="*/ 5171936 w 7467600"/>
              <a:gd name="connsiteY623" fmla="*/ 1647613 h 6858000"/>
              <a:gd name="connsiteX624" fmla="*/ 5009948 w 7467600"/>
              <a:gd name="connsiteY624" fmla="*/ 1273619 h 6858000"/>
              <a:gd name="connsiteX625" fmla="*/ 655236 w 7467600"/>
              <a:gd name="connsiteY625" fmla="*/ 1268632 h 6858000"/>
              <a:gd name="connsiteX626" fmla="*/ 839521 w 7467600"/>
              <a:gd name="connsiteY626" fmla="*/ 1685315 h 6858000"/>
              <a:gd name="connsiteX627" fmla="*/ 1109416 w 7467600"/>
              <a:gd name="connsiteY627" fmla="*/ 2061663 h 6858000"/>
              <a:gd name="connsiteX628" fmla="*/ 1298300 w 7467600"/>
              <a:gd name="connsiteY628" fmla="*/ 2247742 h 6858000"/>
              <a:gd name="connsiteX629" fmla="*/ 1125871 w 7467600"/>
              <a:gd name="connsiteY629" fmla="*/ 1989513 h 6858000"/>
              <a:gd name="connsiteX630" fmla="*/ 981574 w 7467600"/>
              <a:gd name="connsiteY630" fmla="*/ 1783157 h 6858000"/>
              <a:gd name="connsiteX631" fmla="*/ 922198 w 7467600"/>
              <a:gd name="connsiteY631" fmla="*/ 1677437 h 6858000"/>
              <a:gd name="connsiteX632" fmla="*/ 869293 w 7467600"/>
              <a:gd name="connsiteY632" fmla="*/ 1583214 h 6858000"/>
              <a:gd name="connsiteX633" fmla="*/ 751431 w 7467600"/>
              <a:gd name="connsiteY633" fmla="*/ 1405731 h 6858000"/>
              <a:gd name="connsiteX634" fmla="*/ 655236 w 7467600"/>
              <a:gd name="connsiteY634" fmla="*/ 1268632 h 6858000"/>
              <a:gd name="connsiteX635" fmla="*/ 6516292 w 7467600"/>
              <a:gd name="connsiteY635" fmla="*/ 1263064 h 6858000"/>
              <a:gd name="connsiteX636" fmla="*/ 5736320 w 7467600"/>
              <a:gd name="connsiteY636" fmla="*/ 1501803 h 6858000"/>
              <a:gd name="connsiteX637" fmla="*/ 6516292 w 7467600"/>
              <a:gd name="connsiteY637" fmla="*/ 1263064 h 6858000"/>
              <a:gd name="connsiteX638" fmla="*/ 291466 w 7467600"/>
              <a:gd name="connsiteY638" fmla="*/ 1250369 h 6858000"/>
              <a:gd name="connsiteX639" fmla="*/ 323180 w 7467600"/>
              <a:gd name="connsiteY639" fmla="*/ 1435283 h 6858000"/>
              <a:gd name="connsiteX640" fmla="*/ 349381 w 7467600"/>
              <a:gd name="connsiteY640" fmla="*/ 1875041 h 6858000"/>
              <a:gd name="connsiteX641" fmla="*/ 374363 w 7467600"/>
              <a:gd name="connsiteY641" fmla="*/ 1506494 h 6858000"/>
              <a:gd name="connsiteX642" fmla="*/ 302168 w 7467600"/>
              <a:gd name="connsiteY642" fmla="*/ 1274495 h 6858000"/>
              <a:gd name="connsiteX643" fmla="*/ 291466 w 7467600"/>
              <a:gd name="connsiteY643" fmla="*/ 1250369 h 6858000"/>
              <a:gd name="connsiteX644" fmla="*/ 678222 w 7467600"/>
              <a:gd name="connsiteY644" fmla="*/ 1248670 h 6858000"/>
              <a:gd name="connsiteX645" fmla="*/ 775536 w 7467600"/>
              <a:gd name="connsiteY645" fmla="*/ 1388015 h 6858000"/>
              <a:gd name="connsiteX646" fmla="*/ 894529 w 7467600"/>
              <a:gd name="connsiteY646" fmla="*/ 1567739 h 6858000"/>
              <a:gd name="connsiteX647" fmla="*/ 948000 w 7467600"/>
              <a:gd name="connsiteY647" fmla="*/ 1663088 h 6858000"/>
              <a:gd name="connsiteX648" fmla="*/ 1006812 w 7467600"/>
              <a:gd name="connsiteY648" fmla="*/ 1767683 h 6858000"/>
              <a:gd name="connsiteX649" fmla="*/ 1149133 w 7467600"/>
              <a:gd name="connsiteY649" fmla="*/ 1971513 h 6858000"/>
              <a:gd name="connsiteX650" fmla="*/ 1333952 w 7467600"/>
              <a:gd name="connsiteY650" fmla="*/ 2251620 h 6858000"/>
              <a:gd name="connsiteX651" fmla="*/ 1337329 w 7467600"/>
              <a:gd name="connsiteY651" fmla="*/ 2258350 h 6858000"/>
              <a:gd name="connsiteX652" fmla="*/ 1014726 w 7467600"/>
              <a:gd name="connsiteY652" fmla="*/ 1615556 h 6858000"/>
              <a:gd name="connsiteX653" fmla="*/ 678222 w 7467600"/>
              <a:gd name="connsiteY653" fmla="*/ 1248670 h 6858000"/>
              <a:gd name="connsiteX654" fmla="*/ 6691602 w 7467600"/>
              <a:gd name="connsiteY654" fmla="*/ 1140573 h 6858000"/>
              <a:gd name="connsiteX655" fmla="*/ 6571100 w 7467600"/>
              <a:gd name="connsiteY655" fmla="*/ 1183662 h 6858000"/>
              <a:gd name="connsiteX656" fmla="*/ 6241687 w 7467600"/>
              <a:gd name="connsiteY656" fmla="*/ 1257600 h 6858000"/>
              <a:gd name="connsiteX657" fmla="*/ 5693009 w 7467600"/>
              <a:gd name="connsiteY657" fmla="*/ 1478256 h 6858000"/>
              <a:gd name="connsiteX658" fmla="*/ 6548420 w 7467600"/>
              <a:gd name="connsiteY658" fmla="*/ 1214599 h 6858000"/>
              <a:gd name="connsiteX659" fmla="*/ 6605473 w 7467600"/>
              <a:gd name="connsiteY659" fmla="*/ 1184686 h 6858000"/>
              <a:gd name="connsiteX660" fmla="*/ 6691602 w 7467600"/>
              <a:gd name="connsiteY660" fmla="*/ 1140573 h 6858000"/>
              <a:gd name="connsiteX661" fmla="*/ 4002475 w 7467600"/>
              <a:gd name="connsiteY661" fmla="*/ 1037802 h 6858000"/>
              <a:gd name="connsiteX662" fmla="*/ 4000324 w 7467600"/>
              <a:gd name="connsiteY662" fmla="*/ 1039362 h 6858000"/>
              <a:gd name="connsiteX663" fmla="*/ 4002862 w 7467600"/>
              <a:gd name="connsiteY663" fmla="*/ 1042866 h 6858000"/>
              <a:gd name="connsiteX664" fmla="*/ 4002475 w 7467600"/>
              <a:gd name="connsiteY664" fmla="*/ 1037802 h 6858000"/>
              <a:gd name="connsiteX665" fmla="*/ 506322 w 7467600"/>
              <a:gd name="connsiteY665" fmla="*/ 1020997 h 6858000"/>
              <a:gd name="connsiteX666" fmla="*/ 533068 w 7467600"/>
              <a:gd name="connsiteY666" fmla="*/ 1029409 h 6858000"/>
              <a:gd name="connsiteX667" fmla="*/ 1232525 w 7467600"/>
              <a:gd name="connsiteY667" fmla="*/ 1804675 h 6858000"/>
              <a:gd name="connsiteX668" fmla="*/ 1388858 w 7467600"/>
              <a:gd name="connsiteY668" fmla="*/ 2368011 h 6858000"/>
              <a:gd name="connsiteX669" fmla="*/ 1384098 w 7467600"/>
              <a:gd name="connsiteY669" fmla="*/ 2378125 h 6858000"/>
              <a:gd name="connsiteX670" fmla="*/ 1425393 w 7467600"/>
              <a:gd name="connsiteY670" fmla="*/ 2589124 h 6858000"/>
              <a:gd name="connsiteX671" fmla="*/ 1424001 w 7467600"/>
              <a:gd name="connsiteY671" fmla="*/ 2597541 h 6858000"/>
              <a:gd name="connsiteX672" fmla="*/ 2152729 w 7467600"/>
              <a:gd name="connsiteY672" fmla="*/ 2864487 h 6858000"/>
              <a:gd name="connsiteX673" fmla="*/ 2020609 w 7467600"/>
              <a:gd name="connsiteY673" fmla="*/ 2539671 h 6858000"/>
              <a:gd name="connsiteX674" fmla="*/ 2018920 w 7467600"/>
              <a:gd name="connsiteY674" fmla="*/ 2536309 h 6858000"/>
              <a:gd name="connsiteX675" fmla="*/ 1342441 w 7467600"/>
              <a:gd name="connsiteY675" fmla="*/ 1173017 h 6858000"/>
              <a:gd name="connsiteX676" fmla="*/ 1367925 w 7467600"/>
              <a:gd name="connsiteY676" fmla="*/ 1135648 h 6858000"/>
              <a:gd name="connsiteX677" fmla="*/ 1771401 w 7467600"/>
              <a:gd name="connsiteY677" fmla="*/ 1806673 h 6858000"/>
              <a:gd name="connsiteX678" fmla="*/ 1972385 w 7467600"/>
              <a:gd name="connsiteY678" fmla="*/ 2198735 h 6858000"/>
              <a:gd name="connsiteX679" fmla="*/ 2040892 w 7467600"/>
              <a:gd name="connsiteY679" fmla="*/ 2405205 h 6858000"/>
              <a:gd name="connsiteX680" fmla="*/ 2131689 w 7467600"/>
              <a:gd name="connsiteY680" fmla="*/ 1936926 h 6858000"/>
              <a:gd name="connsiteX681" fmla="*/ 2454820 w 7467600"/>
              <a:gd name="connsiteY681" fmla="*/ 1248808 h 6858000"/>
              <a:gd name="connsiteX682" fmla="*/ 2492512 w 7467600"/>
              <a:gd name="connsiteY682" fmla="*/ 1302920 h 6858000"/>
              <a:gd name="connsiteX683" fmla="*/ 2081216 w 7467600"/>
              <a:gd name="connsiteY683" fmla="*/ 2527513 h 6858000"/>
              <a:gd name="connsiteX684" fmla="*/ 2081211 w 7467600"/>
              <a:gd name="connsiteY684" fmla="*/ 2528916 h 6858000"/>
              <a:gd name="connsiteX685" fmla="*/ 2199067 w 7467600"/>
              <a:gd name="connsiteY685" fmla="*/ 2884061 h 6858000"/>
              <a:gd name="connsiteX686" fmla="*/ 3192586 w 7467600"/>
              <a:gd name="connsiteY686" fmla="*/ 3411496 h 6858000"/>
              <a:gd name="connsiteX687" fmla="*/ 3182620 w 7467600"/>
              <a:gd name="connsiteY687" fmla="*/ 3483279 h 6858000"/>
              <a:gd name="connsiteX688" fmla="*/ 2435119 w 7467600"/>
              <a:gd name="connsiteY688" fmla="*/ 3080173 h 6858000"/>
              <a:gd name="connsiteX689" fmla="*/ 2410152 w 7467600"/>
              <a:gd name="connsiteY689" fmla="*/ 3063751 h 6858000"/>
              <a:gd name="connsiteX690" fmla="*/ 2408099 w 7467600"/>
              <a:gd name="connsiteY690" fmla="*/ 3064403 h 6858000"/>
              <a:gd name="connsiteX691" fmla="*/ 2407218 w 7467600"/>
              <a:gd name="connsiteY691" fmla="*/ 3070324 h 6858000"/>
              <a:gd name="connsiteX692" fmla="*/ 2380138 w 7467600"/>
              <a:gd name="connsiteY692" fmla="*/ 3099341 h 6858000"/>
              <a:gd name="connsiteX693" fmla="*/ 1765923 w 7467600"/>
              <a:gd name="connsiteY693" fmla="*/ 3581043 h 6858000"/>
              <a:gd name="connsiteX694" fmla="*/ 1702258 w 7467600"/>
              <a:gd name="connsiteY694" fmla="*/ 3612286 h 6858000"/>
              <a:gd name="connsiteX695" fmla="*/ 1538370 w 7467600"/>
              <a:gd name="connsiteY695" fmla="*/ 3811804 h 6858000"/>
              <a:gd name="connsiteX696" fmla="*/ 542867 w 7467600"/>
              <a:gd name="connsiteY696" fmla="*/ 4944092 h 6858000"/>
              <a:gd name="connsiteX697" fmla="*/ 515800 w 7467600"/>
              <a:gd name="connsiteY697" fmla="*/ 4862180 h 6858000"/>
              <a:gd name="connsiteX698" fmla="*/ 909145 w 7467600"/>
              <a:gd name="connsiteY698" fmla="*/ 4199225 h 6858000"/>
              <a:gd name="connsiteX699" fmla="*/ 1214067 w 7467600"/>
              <a:gd name="connsiteY699" fmla="*/ 3908561 h 6858000"/>
              <a:gd name="connsiteX700" fmla="*/ 640967 w 7467600"/>
              <a:gd name="connsiteY700" fmla="*/ 4105601 h 6858000"/>
              <a:gd name="connsiteX701" fmla="*/ 112563 w 7467600"/>
              <a:gd name="connsiteY701" fmla="*/ 4396952 h 6858000"/>
              <a:gd name="connsiteX702" fmla="*/ 0 w 7467600"/>
              <a:gd name="connsiteY702" fmla="*/ 4466006 h 6858000"/>
              <a:gd name="connsiteX703" fmla="*/ 0 w 7467600"/>
              <a:gd name="connsiteY703" fmla="*/ 4233763 h 6858000"/>
              <a:gd name="connsiteX704" fmla="*/ 36881 w 7467600"/>
              <a:gd name="connsiteY704" fmla="*/ 4200118 h 6858000"/>
              <a:gd name="connsiteX705" fmla="*/ 910534 w 7467600"/>
              <a:gd name="connsiteY705" fmla="*/ 3629753 h 6858000"/>
              <a:gd name="connsiteX706" fmla="*/ 1578717 w 7467600"/>
              <a:gd name="connsiteY706" fmla="*/ 3575982 h 6858000"/>
              <a:gd name="connsiteX707" fmla="*/ 2338780 w 7467600"/>
              <a:gd name="connsiteY707" fmla="*/ 3033725 h 6858000"/>
              <a:gd name="connsiteX708" fmla="*/ 1807991 w 7467600"/>
              <a:gd name="connsiteY708" fmla="*/ 2807184 h 6858000"/>
              <a:gd name="connsiteX709" fmla="*/ 1416358 w 7467600"/>
              <a:gd name="connsiteY709" fmla="*/ 3112571 h 6858000"/>
              <a:gd name="connsiteX710" fmla="*/ 939066 w 7467600"/>
              <a:gd name="connsiteY710" fmla="*/ 3378798 h 6858000"/>
              <a:gd name="connsiteX711" fmla="*/ 115099 w 7467600"/>
              <a:gd name="connsiteY711" fmla="*/ 3607650 h 6858000"/>
              <a:gd name="connsiteX712" fmla="*/ 97284 w 7467600"/>
              <a:gd name="connsiteY712" fmla="*/ 3520393 h 6858000"/>
              <a:gd name="connsiteX713" fmla="*/ 922050 w 7467600"/>
              <a:gd name="connsiteY713" fmla="*/ 3074867 h 6858000"/>
              <a:gd name="connsiteX714" fmla="*/ 1405265 w 7467600"/>
              <a:gd name="connsiteY714" fmla="*/ 3016319 h 6858000"/>
              <a:gd name="connsiteX715" fmla="*/ 1407512 w 7467600"/>
              <a:gd name="connsiteY715" fmla="*/ 3018001 h 6858000"/>
              <a:gd name="connsiteX716" fmla="*/ 1726266 w 7467600"/>
              <a:gd name="connsiteY716" fmla="*/ 2777274 h 6858000"/>
              <a:gd name="connsiteX717" fmla="*/ 625390 w 7467600"/>
              <a:gd name="connsiteY717" fmla="*/ 2514541 h 6858000"/>
              <a:gd name="connsiteX718" fmla="*/ 619799 w 7467600"/>
              <a:gd name="connsiteY718" fmla="*/ 2527180 h 6858000"/>
              <a:gd name="connsiteX719" fmla="*/ 310030 w 7467600"/>
              <a:gd name="connsiteY719" fmla="*/ 2771818 h 6858000"/>
              <a:gd name="connsiteX720" fmla="*/ 173877 w 7467600"/>
              <a:gd name="connsiteY720" fmla="*/ 2937056 h 6858000"/>
              <a:gd name="connsiteX721" fmla="*/ 77889 w 7467600"/>
              <a:gd name="connsiteY721" fmla="*/ 3138440 h 6858000"/>
              <a:gd name="connsiteX722" fmla="*/ 0 w 7467600"/>
              <a:gd name="connsiteY722" fmla="*/ 3271395 h 6858000"/>
              <a:gd name="connsiteX723" fmla="*/ 0 w 7467600"/>
              <a:gd name="connsiteY723" fmla="*/ 3153002 h 6858000"/>
              <a:gd name="connsiteX724" fmla="*/ 2386 w 7467600"/>
              <a:gd name="connsiteY724" fmla="*/ 3149203 h 6858000"/>
              <a:gd name="connsiteX725" fmla="*/ 89753 w 7467600"/>
              <a:gd name="connsiteY725" fmla="*/ 2987702 h 6858000"/>
              <a:gd name="connsiteX726" fmla="*/ 76869 w 7467600"/>
              <a:gd name="connsiteY726" fmla="*/ 3005404 h 6858000"/>
              <a:gd name="connsiteX727" fmla="*/ 32049 w 7467600"/>
              <a:gd name="connsiteY727" fmla="*/ 3065814 h 6858000"/>
              <a:gd name="connsiteX728" fmla="*/ 0 w 7467600"/>
              <a:gd name="connsiteY728" fmla="*/ 3108744 h 6858000"/>
              <a:gd name="connsiteX729" fmla="*/ 0 w 7467600"/>
              <a:gd name="connsiteY729" fmla="*/ 3058059 h 6858000"/>
              <a:gd name="connsiteX730" fmla="*/ 7610 w 7467600"/>
              <a:gd name="connsiteY730" fmla="*/ 3047889 h 6858000"/>
              <a:gd name="connsiteX731" fmla="*/ 52419 w 7467600"/>
              <a:gd name="connsiteY731" fmla="*/ 2987479 h 6858000"/>
              <a:gd name="connsiteX732" fmla="*/ 59142 w 7467600"/>
              <a:gd name="connsiteY732" fmla="*/ 2978488 h 6858000"/>
              <a:gd name="connsiteX733" fmla="*/ 0 w 7467600"/>
              <a:gd name="connsiteY733" fmla="*/ 3015334 h 6858000"/>
              <a:gd name="connsiteX734" fmla="*/ 0 w 7467600"/>
              <a:gd name="connsiteY734" fmla="*/ 2914286 h 6858000"/>
              <a:gd name="connsiteX735" fmla="*/ 36383 w 7467600"/>
              <a:gd name="connsiteY735" fmla="*/ 2901128 h 6858000"/>
              <a:gd name="connsiteX736" fmla="*/ 156329 w 7467600"/>
              <a:gd name="connsiteY736" fmla="*/ 2840533 h 6858000"/>
              <a:gd name="connsiteX737" fmla="*/ 358355 w 7467600"/>
              <a:gd name="connsiteY737" fmla="*/ 2620471 h 6858000"/>
              <a:gd name="connsiteX738" fmla="*/ 510577 w 7467600"/>
              <a:gd name="connsiteY738" fmla="*/ 2501244 h 6858000"/>
              <a:gd name="connsiteX739" fmla="*/ 211967 w 7467600"/>
              <a:gd name="connsiteY739" fmla="*/ 2479171 h 6858000"/>
              <a:gd name="connsiteX740" fmla="*/ 0 w 7467600"/>
              <a:gd name="connsiteY740" fmla="*/ 2476398 h 6858000"/>
              <a:gd name="connsiteX741" fmla="*/ 0 w 7467600"/>
              <a:gd name="connsiteY741" fmla="*/ 2389189 h 6858000"/>
              <a:gd name="connsiteX742" fmla="*/ 103062 w 7467600"/>
              <a:gd name="connsiteY742" fmla="*/ 2389518 h 6858000"/>
              <a:gd name="connsiteX743" fmla="*/ 510734 w 7467600"/>
              <a:gd name="connsiteY743" fmla="*/ 2416201 h 6858000"/>
              <a:gd name="connsiteX744" fmla="*/ 279257 w 7467600"/>
              <a:gd name="connsiteY744" fmla="*/ 2092102 h 6858000"/>
              <a:gd name="connsiteX745" fmla="*/ 65265 w 7467600"/>
              <a:gd name="connsiteY745" fmla="*/ 2006049 h 6858000"/>
              <a:gd name="connsiteX746" fmla="*/ 0 w 7467600"/>
              <a:gd name="connsiteY746" fmla="*/ 1982532 h 6858000"/>
              <a:gd name="connsiteX747" fmla="*/ 0 w 7467600"/>
              <a:gd name="connsiteY747" fmla="*/ 1912789 h 6858000"/>
              <a:gd name="connsiteX748" fmla="*/ 97460 w 7467600"/>
              <a:gd name="connsiteY748" fmla="*/ 1953725 h 6858000"/>
              <a:gd name="connsiteX749" fmla="*/ 221272 w 7467600"/>
              <a:gd name="connsiteY749" fmla="*/ 1980766 h 6858000"/>
              <a:gd name="connsiteX750" fmla="*/ 116765 w 7467600"/>
              <a:gd name="connsiteY750" fmla="*/ 1911033 h 6858000"/>
              <a:gd name="connsiteX751" fmla="*/ 16405 w 7467600"/>
              <a:gd name="connsiteY751" fmla="*/ 1803412 h 6858000"/>
              <a:gd name="connsiteX752" fmla="*/ 0 w 7467600"/>
              <a:gd name="connsiteY752" fmla="*/ 1784777 h 6858000"/>
              <a:gd name="connsiteX753" fmla="*/ 0 w 7467600"/>
              <a:gd name="connsiteY753" fmla="*/ 1740082 h 6858000"/>
              <a:gd name="connsiteX754" fmla="*/ 39394 w 7467600"/>
              <a:gd name="connsiteY754" fmla="*/ 1784856 h 6858000"/>
              <a:gd name="connsiteX755" fmla="*/ 135813 w 7467600"/>
              <a:gd name="connsiteY755" fmla="*/ 1888838 h 6858000"/>
              <a:gd name="connsiteX756" fmla="*/ 242575 w 7467600"/>
              <a:gd name="connsiteY756" fmla="*/ 1958841 h 6858000"/>
              <a:gd name="connsiteX757" fmla="*/ 82197 w 7467600"/>
              <a:gd name="connsiteY757" fmla="*/ 1754826 h 6858000"/>
              <a:gd name="connsiteX758" fmla="*/ 0 w 7467600"/>
              <a:gd name="connsiteY758" fmla="*/ 1679650 h 6858000"/>
              <a:gd name="connsiteX759" fmla="*/ 0 w 7467600"/>
              <a:gd name="connsiteY759" fmla="*/ 1602463 h 6858000"/>
              <a:gd name="connsiteX760" fmla="*/ 84689 w 7467600"/>
              <a:gd name="connsiteY760" fmla="*/ 1677442 h 6858000"/>
              <a:gd name="connsiteX761" fmla="*/ 298437 w 7467600"/>
              <a:gd name="connsiteY761" fmla="*/ 1968019 h 6858000"/>
              <a:gd name="connsiteX762" fmla="*/ 227269 w 7467600"/>
              <a:gd name="connsiteY762" fmla="*/ 1114064 h 6858000"/>
              <a:gd name="connsiteX763" fmla="*/ 248003 w 7467600"/>
              <a:gd name="connsiteY763" fmla="*/ 1089613 h 6858000"/>
              <a:gd name="connsiteX764" fmla="*/ 427020 w 7467600"/>
              <a:gd name="connsiteY764" fmla="*/ 1619803 h 6858000"/>
              <a:gd name="connsiteX765" fmla="*/ 340345 w 7467600"/>
              <a:gd name="connsiteY765" fmla="*/ 2027739 h 6858000"/>
              <a:gd name="connsiteX766" fmla="*/ 360865 w 7467600"/>
              <a:gd name="connsiteY766" fmla="*/ 2044827 h 6858000"/>
              <a:gd name="connsiteX767" fmla="*/ 560414 w 7467600"/>
              <a:gd name="connsiteY767" fmla="*/ 2421457 h 6858000"/>
              <a:gd name="connsiteX768" fmla="*/ 1359703 w 7467600"/>
              <a:gd name="connsiteY768" fmla="*/ 2578554 h 6858000"/>
              <a:gd name="connsiteX769" fmla="*/ 1359422 w 7467600"/>
              <a:gd name="connsiteY769" fmla="*/ 2577994 h 6858000"/>
              <a:gd name="connsiteX770" fmla="*/ 828701 w 7467600"/>
              <a:gd name="connsiteY770" fmla="*/ 1839520 h 6858000"/>
              <a:gd name="connsiteX771" fmla="*/ 494427 w 7467600"/>
              <a:gd name="connsiteY771" fmla="*/ 1092333 h 6858000"/>
              <a:gd name="connsiteX772" fmla="*/ 506322 w 7467600"/>
              <a:gd name="connsiteY772" fmla="*/ 1020997 h 6858000"/>
              <a:gd name="connsiteX773" fmla="*/ 4570198 w 7467600"/>
              <a:gd name="connsiteY773" fmla="*/ 978081 h 6858000"/>
              <a:gd name="connsiteX774" fmla="*/ 4523691 w 7467600"/>
              <a:gd name="connsiteY774" fmla="*/ 1127776 h 6858000"/>
              <a:gd name="connsiteX775" fmla="*/ 4509875 w 7467600"/>
              <a:gd name="connsiteY775" fmla="*/ 1167552 h 6858000"/>
              <a:gd name="connsiteX776" fmla="*/ 4478168 w 7467600"/>
              <a:gd name="connsiteY776" fmla="*/ 1260735 h 6858000"/>
              <a:gd name="connsiteX777" fmla="*/ 4409309 w 7467600"/>
              <a:gd name="connsiteY777" fmla="*/ 1666996 h 6858000"/>
              <a:gd name="connsiteX778" fmla="*/ 4370031 w 7467600"/>
              <a:gd name="connsiteY778" fmla="*/ 1955666 h 6858000"/>
              <a:gd name="connsiteX779" fmla="*/ 4570198 w 7467600"/>
              <a:gd name="connsiteY779" fmla="*/ 978081 h 6858000"/>
              <a:gd name="connsiteX780" fmla="*/ 4557898 w 7467600"/>
              <a:gd name="connsiteY780" fmla="*/ 900011 h 6858000"/>
              <a:gd name="connsiteX781" fmla="*/ 4344840 w 7467600"/>
              <a:gd name="connsiteY781" fmla="*/ 1922038 h 6858000"/>
              <a:gd name="connsiteX782" fmla="*/ 4378710 w 7467600"/>
              <a:gd name="connsiteY782" fmla="*/ 1665516 h 6858000"/>
              <a:gd name="connsiteX783" fmla="*/ 4448798 w 7467600"/>
              <a:gd name="connsiteY783" fmla="*/ 1253024 h 6858000"/>
              <a:gd name="connsiteX784" fmla="*/ 4480315 w 7467600"/>
              <a:gd name="connsiteY784" fmla="*/ 1158454 h 6858000"/>
              <a:gd name="connsiteX785" fmla="*/ 4494133 w 7467600"/>
              <a:gd name="connsiteY785" fmla="*/ 1118676 h 6858000"/>
              <a:gd name="connsiteX786" fmla="*/ 4557898 w 7467600"/>
              <a:gd name="connsiteY786" fmla="*/ 900011 h 6858000"/>
              <a:gd name="connsiteX787" fmla="*/ 5870151 w 7467600"/>
              <a:gd name="connsiteY787" fmla="*/ 898890 h 6858000"/>
              <a:gd name="connsiteX788" fmla="*/ 5861335 w 7467600"/>
              <a:gd name="connsiteY788" fmla="*/ 899177 h 6858000"/>
              <a:gd name="connsiteX789" fmla="*/ 5843702 w 7467600"/>
              <a:gd name="connsiteY789" fmla="*/ 899748 h 6858000"/>
              <a:gd name="connsiteX790" fmla="*/ 5651107 w 7467600"/>
              <a:gd name="connsiteY790" fmla="*/ 920306 h 6858000"/>
              <a:gd name="connsiteX791" fmla="*/ 5459407 w 7467600"/>
              <a:gd name="connsiteY791" fmla="*/ 940975 h 6858000"/>
              <a:gd name="connsiteX792" fmla="*/ 5374846 w 7467600"/>
              <a:gd name="connsiteY792" fmla="*/ 941988 h 6858000"/>
              <a:gd name="connsiteX793" fmla="*/ 5256105 w 7467600"/>
              <a:gd name="connsiteY793" fmla="*/ 945632 h 6858000"/>
              <a:gd name="connsiteX794" fmla="*/ 5107071 w 7467600"/>
              <a:gd name="connsiteY794" fmla="*/ 969720 h 6858000"/>
              <a:gd name="connsiteX795" fmla="*/ 4998681 w 7467600"/>
              <a:gd name="connsiteY795" fmla="*/ 988771 h 6858000"/>
              <a:gd name="connsiteX796" fmla="*/ 5870151 w 7467600"/>
              <a:gd name="connsiteY796" fmla="*/ 898890 h 6858000"/>
              <a:gd name="connsiteX797" fmla="*/ 5504425 w 7467600"/>
              <a:gd name="connsiteY797" fmla="*/ 848067 h 6858000"/>
              <a:gd name="connsiteX798" fmla="*/ 4968849 w 7467600"/>
              <a:gd name="connsiteY798" fmla="*/ 962318 h 6858000"/>
              <a:gd name="connsiteX799" fmla="*/ 5104039 w 7467600"/>
              <a:gd name="connsiteY799" fmla="*/ 940634 h 6858000"/>
              <a:gd name="connsiteX800" fmla="*/ 5256311 w 7467600"/>
              <a:gd name="connsiteY800" fmla="*/ 916490 h 6858000"/>
              <a:gd name="connsiteX801" fmla="*/ 5377381 w 7467600"/>
              <a:gd name="connsiteY801" fmla="*/ 912671 h 6858000"/>
              <a:gd name="connsiteX802" fmla="*/ 5460148 w 7467600"/>
              <a:gd name="connsiteY802" fmla="*/ 911442 h 6858000"/>
              <a:gd name="connsiteX803" fmla="*/ 5648971 w 7467600"/>
              <a:gd name="connsiteY803" fmla="*/ 891331 h 6858000"/>
              <a:gd name="connsiteX804" fmla="*/ 5844807 w 7467600"/>
              <a:gd name="connsiteY804" fmla="*/ 870718 h 6858000"/>
              <a:gd name="connsiteX805" fmla="*/ 5862975 w 7467600"/>
              <a:gd name="connsiteY805" fmla="*/ 869756 h 6858000"/>
              <a:gd name="connsiteX806" fmla="*/ 5920887 w 7467600"/>
              <a:gd name="connsiteY806" fmla="*/ 865929 h 6858000"/>
              <a:gd name="connsiteX807" fmla="*/ 5504425 w 7467600"/>
              <a:gd name="connsiteY807" fmla="*/ 848067 h 6858000"/>
              <a:gd name="connsiteX808" fmla="*/ 3607114 w 7467600"/>
              <a:gd name="connsiteY808" fmla="*/ 467441 h 6858000"/>
              <a:gd name="connsiteX809" fmla="*/ 3296242 w 7467600"/>
              <a:gd name="connsiteY809" fmla="*/ 807991 h 6858000"/>
              <a:gd name="connsiteX810" fmla="*/ 3174674 w 7467600"/>
              <a:gd name="connsiteY810" fmla="*/ 919759 h 6858000"/>
              <a:gd name="connsiteX811" fmla="*/ 3042978 w 7467600"/>
              <a:gd name="connsiteY811" fmla="*/ 1054894 h 6858000"/>
              <a:gd name="connsiteX812" fmla="*/ 2968914 w 7467600"/>
              <a:gd name="connsiteY812" fmla="*/ 1133756 h 6858000"/>
              <a:gd name="connsiteX813" fmla="*/ 3103823 w 7467600"/>
              <a:gd name="connsiteY813" fmla="*/ 1026814 h 6858000"/>
              <a:gd name="connsiteX814" fmla="*/ 3607114 w 7467600"/>
              <a:gd name="connsiteY814" fmla="*/ 467441 h 6858000"/>
              <a:gd name="connsiteX815" fmla="*/ 3744487 w 7467600"/>
              <a:gd name="connsiteY815" fmla="*/ 383136 h 6858000"/>
              <a:gd name="connsiteX816" fmla="*/ 3970213 w 7467600"/>
              <a:gd name="connsiteY816" fmla="*/ 995559 h 6858000"/>
              <a:gd name="connsiteX817" fmla="*/ 3744487 w 7467600"/>
              <a:gd name="connsiteY817" fmla="*/ 383136 h 6858000"/>
              <a:gd name="connsiteX818" fmla="*/ 3624562 w 7467600"/>
              <a:gd name="connsiteY818" fmla="*/ 367041 h 6858000"/>
              <a:gd name="connsiteX819" fmla="*/ 3489712 w 7467600"/>
              <a:gd name="connsiteY819" fmla="*/ 485386 h 6858000"/>
              <a:gd name="connsiteX820" fmla="*/ 3182994 w 7467600"/>
              <a:gd name="connsiteY820" fmla="*/ 828265 h 6858000"/>
              <a:gd name="connsiteX821" fmla="*/ 2892114 w 7467600"/>
              <a:gd name="connsiteY821" fmla="*/ 1172635 h 6858000"/>
              <a:gd name="connsiteX822" fmla="*/ 3021459 w 7467600"/>
              <a:gd name="connsiteY822" fmla="*/ 1035385 h 6858000"/>
              <a:gd name="connsiteX823" fmla="*/ 3153873 w 7467600"/>
              <a:gd name="connsiteY823" fmla="*/ 898971 h 6858000"/>
              <a:gd name="connsiteX824" fmla="*/ 3276511 w 7467600"/>
              <a:gd name="connsiteY824" fmla="*/ 786423 h 6858000"/>
              <a:gd name="connsiteX825" fmla="*/ 3584154 w 7467600"/>
              <a:gd name="connsiteY825" fmla="*/ 448218 h 6858000"/>
              <a:gd name="connsiteX826" fmla="*/ 3624562 w 7467600"/>
              <a:gd name="connsiteY826" fmla="*/ 367041 h 6858000"/>
              <a:gd name="connsiteX827" fmla="*/ 3766672 w 7467600"/>
              <a:gd name="connsiteY827" fmla="*/ 359429 h 6858000"/>
              <a:gd name="connsiteX828" fmla="*/ 3996338 w 7467600"/>
              <a:gd name="connsiteY828" fmla="*/ 968237 h 6858000"/>
              <a:gd name="connsiteX829" fmla="*/ 3766672 w 7467600"/>
              <a:gd name="connsiteY829" fmla="*/ 359429 h 6858000"/>
              <a:gd name="connsiteX830" fmla="*/ 5805386 w 7467600"/>
              <a:gd name="connsiteY830" fmla="*/ 239240 h 6858000"/>
              <a:gd name="connsiteX831" fmla="*/ 5736947 w 7467600"/>
              <a:gd name="connsiteY831" fmla="*/ 261367 h 6858000"/>
              <a:gd name="connsiteX832" fmla="*/ 5427012 w 7467600"/>
              <a:gd name="connsiteY832" fmla="*/ 311272 h 6858000"/>
              <a:gd name="connsiteX833" fmla="*/ 5147818 w 7467600"/>
              <a:gd name="connsiteY833" fmla="*/ 322112 h 6858000"/>
              <a:gd name="connsiteX834" fmla="*/ 5060854 w 7467600"/>
              <a:gd name="connsiteY834" fmla="*/ 311882 h 6858000"/>
              <a:gd name="connsiteX835" fmla="*/ 4945989 w 7467600"/>
              <a:gd name="connsiteY835" fmla="*/ 300516 h 6858000"/>
              <a:gd name="connsiteX836" fmla="*/ 5410479 w 7467600"/>
              <a:gd name="connsiteY836" fmla="*/ 348434 h 6858000"/>
              <a:gd name="connsiteX837" fmla="*/ 5805386 w 7467600"/>
              <a:gd name="connsiteY837" fmla="*/ 239240 h 6858000"/>
              <a:gd name="connsiteX838" fmla="*/ 5905192 w 7467600"/>
              <a:gd name="connsiteY838" fmla="*/ 163079 h 6858000"/>
              <a:gd name="connsiteX839" fmla="*/ 5865655 w 7467600"/>
              <a:gd name="connsiteY839" fmla="*/ 171901 h 6858000"/>
              <a:gd name="connsiteX840" fmla="*/ 5259740 w 7467600"/>
              <a:gd name="connsiteY840" fmla="*/ 257013 h 6858000"/>
              <a:gd name="connsiteX841" fmla="*/ 5208466 w 7467600"/>
              <a:gd name="connsiteY841" fmla="*/ 257550 h 6858000"/>
              <a:gd name="connsiteX842" fmla="*/ 4980204 w 7467600"/>
              <a:gd name="connsiteY842" fmla="*/ 271903 h 6858000"/>
              <a:gd name="connsiteX843" fmla="*/ 5068068 w 7467600"/>
              <a:gd name="connsiteY843" fmla="*/ 282244 h 6858000"/>
              <a:gd name="connsiteX844" fmla="*/ 5153231 w 7467600"/>
              <a:gd name="connsiteY844" fmla="*/ 292240 h 6858000"/>
              <a:gd name="connsiteX845" fmla="*/ 5426491 w 7467600"/>
              <a:gd name="connsiteY845" fmla="*/ 281128 h 6858000"/>
              <a:gd name="connsiteX846" fmla="*/ 5731212 w 7467600"/>
              <a:gd name="connsiteY846" fmla="*/ 231951 h 6858000"/>
              <a:gd name="connsiteX847" fmla="*/ 5905192 w 7467600"/>
              <a:gd name="connsiteY847" fmla="*/ 163079 h 6858000"/>
              <a:gd name="connsiteX848" fmla="*/ 5944437 w 7467600"/>
              <a:gd name="connsiteY848" fmla="*/ 113829 h 6858000"/>
              <a:gd name="connsiteX849" fmla="*/ 5825032 w 7467600"/>
              <a:gd name="connsiteY849" fmla="*/ 146405 h 6858000"/>
              <a:gd name="connsiteX850" fmla="*/ 4955599 w 7467600"/>
              <a:gd name="connsiteY850" fmla="*/ 247008 h 6858000"/>
              <a:gd name="connsiteX851" fmla="*/ 5210104 w 7467600"/>
              <a:gd name="connsiteY851" fmla="*/ 228123 h 6858000"/>
              <a:gd name="connsiteX852" fmla="*/ 5261015 w 7467600"/>
              <a:gd name="connsiteY852" fmla="*/ 227087 h 6858000"/>
              <a:gd name="connsiteX853" fmla="*/ 5861181 w 7467600"/>
              <a:gd name="connsiteY853" fmla="*/ 143093 h 6858000"/>
              <a:gd name="connsiteX854" fmla="*/ 5961252 w 7467600"/>
              <a:gd name="connsiteY854" fmla="*/ 114820 h 6858000"/>
              <a:gd name="connsiteX855" fmla="*/ 5944437 w 7467600"/>
              <a:gd name="connsiteY855" fmla="*/ 113829 h 6858000"/>
              <a:gd name="connsiteX856" fmla="*/ 3882765 w 7467600"/>
              <a:gd name="connsiteY856" fmla="*/ 0 h 6858000"/>
              <a:gd name="connsiteX857" fmla="*/ 3995099 w 7467600"/>
              <a:gd name="connsiteY857" fmla="*/ 0 h 6858000"/>
              <a:gd name="connsiteX858" fmla="*/ 4163818 w 7467600"/>
              <a:gd name="connsiteY858" fmla="*/ 234104 h 6858000"/>
              <a:gd name="connsiteX859" fmla="*/ 4172099 w 7467600"/>
              <a:gd name="connsiteY859" fmla="*/ 234207 h 6858000"/>
              <a:gd name="connsiteX860" fmla="*/ 4784282 w 7467600"/>
              <a:gd name="connsiteY860" fmla="*/ 276561 h 6858000"/>
              <a:gd name="connsiteX861" fmla="*/ 4801687 w 7467600"/>
              <a:gd name="connsiteY861" fmla="*/ 267764 h 6858000"/>
              <a:gd name="connsiteX862" fmla="*/ 6082788 w 7467600"/>
              <a:gd name="connsiteY862" fmla="*/ 64119 h 6858000"/>
              <a:gd name="connsiteX863" fmla="*/ 6099442 w 7467600"/>
              <a:gd name="connsiteY863" fmla="*/ 82568 h 6858000"/>
              <a:gd name="connsiteX864" fmla="*/ 4804137 w 7467600"/>
              <a:gd name="connsiteY864" fmla="*/ 320931 h 6858000"/>
              <a:gd name="connsiteX865" fmla="*/ 4227047 w 7467600"/>
              <a:gd name="connsiteY865" fmla="*/ 313415 h 6858000"/>
              <a:gd name="connsiteX866" fmla="*/ 4346041 w 7467600"/>
              <a:gd name="connsiteY866" fmla="*/ 456086 h 6858000"/>
              <a:gd name="connsiteX867" fmla="*/ 4870967 w 7467600"/>
              <a:gd name="connsiteY867" fmla="*/ 963061 h 6858000"/>
              <a:gd name="connsiteX868" fmla="*/ 4889647 w 7467600"/>
              <a:gd name="connsiteY868" fmla="*/ 957147 h 6858000"/>
              <a:gd name="connsiteX869" fmla="*/ 5422504 w 7467600"/>
              <a:gd name="connsiteY869" fmla="*/ 805191 h 6858000"/>
              <a:gd name="connsiteX870" fmla="*/ 6087656 w 7467600"/>
              <a:gd name="connsiteY870" fmla="*/ 826703 h 6858000"/>
              <a:gd name="connsiteX871" fmla="*/ 6058717 w 7467600"/>
              <a:gd name="connsiteY871" fmla="*/ 865992 h 6858000"/>
              <a:gd name="connsiteX872" fmla="*/ 4974153 w 7467600"/>
              <a:gd name="connsiteY872" fmla="*/ 1045456 h 6858000"/>
              <a:gd name="connsiteX873" fmla="*/ 5627835 w 7467600"/>
              <a:gd name="connsiteY873" fmla="*/ 1472077 h 6858000"/>
              <a:gd name="connsiteX874" fmla="*/ 5629817 w 7467600"/>
              <a:gd name="connsiteY874" fmla="*/ 1471412 h 6858000"/>
              <a:gd name="connsiteX875" fmla="*/ 5634124 w 7467600"/>
              <a:gd name="connsiteY875" fmla="*/ 1470572 h 6858000"/>
              <a:gd name="connsiteX876" fmla="*/ 5755832 w 7467600"/>
              <a:gd name="connsiteY876" fmla="*/ 1383886 h 6858000"/>
              <a:gd name="connsiteX877" fmla="*/ 6014186 w 7467600"/>
              <a:gd name="connsiteY877" fmla="*/ 1279799 h 6858000"/>
              <a:gd name="connsiteX878" fmla="*/ 6901619 w 7467600"/>
              <a:gd name="connsiteY878" fmla="*/ 1047874 h 6858000"/>
              <a:gd name="connsiteX879" fmla="*/ 6931566 w 7467600"/>
              <a:gd name="connsiteY879" fmla="*/ 1062034 h 6858000"/>
              <a:gd name="connsiteX880" fmla="*/ 5790982 w 7467600"/>
              <a:gd name="connsiteY880" fmla="*/ 1561380 h 6858000"/>
              <a:gd name="connsiteX881" fmla="*/ 6188971 w 7467600"/>
              <a:gd name="connsiteY881" fmla="*/ 1755168 h 6858000"/>
              <a:gd name="connsiteX882" fmla="*/ 6202446 w 7467600"/>
              <a:gd name="connsiteY882" fmla="*/ 1752268 h 6858000"/>
              <a:gd name="connsiteX883" fmla="*/ 7179560 w 7467600"/>
              <a:gd name="connsiteY883" fmla="*/ 1467551 h 6858000"/>
              <a:gd name="connsiteX884" fmla="*/ 7158730 w 7467600"/>
              <a:gd name="connsiteY884" fmla="*/ 1507835 h 6858000"/>
              <a:gd name="connsiteX885" fmla="*/ 6326959 w 7467600"/>
              <a:gd name="connsiteY885" fmla="*/ 1817686 h 6858000"/>
              <a:gd name="connsiteX886" fmla="*/ 6537433 w 7467600"/>
              <a:gd name="connsiteY886" fmla="*/ 1907790 h 6858000"/>
              <a:gd name="connsiteX887" fmla="*/ 6550221 w 7467600"/>
              <a:gd name="connsiteY887" fmla="*/ 1910729 h 6858000"/>
              <a:gd name="connsiteX888" fmla="*/ 6964438 w 7467600"/>
              <a:gd name="connsiteY888" fmla="*/ 2209505 h 6858000"/>
              <a:gd name="connsiteX889" fmla="*/ 7367862 w 7467600"/>
              <a:gd name="connsiteY889" fmla="*/ 2806833 h 6858000"/>
              <a:gd name="connsiteX890" fmla="*/ 7364329 w 7467600"/>
              <a:gd name="connsiteY890" fmla="*/ 2826907 h 6858000"/>
              <a:gd name="connsiteX891" fmla="*/ 7290545 w 7467600"/>
              <a:gd name="connsiteY891" fmla="*/ 2850663 h 6858000"/>
              <a:gd name="connsiteX892" fmla="*/ 6472036 w 7467600"/>
              <a:gd name="connsiteY892" fmla="*/ 1959003 h 6858000"/>
              <a:gd name="connsiteX893" fmla="*/ 5792897 w 7467600"/>
              <a:gd name="connsiteY893" fmla="*/ 1647747 h 6858000"/>
              <a:gd name="connsiteX894" fmla="*/ 5842751 w 7467600"/>
              <a:gd name="connsiteY894" fmla="*/ 1816112 h 6858000"/>
              <a:gd name="connsiteX895" fmla="*/ 5847424 w 7467600"/>
              <a:gd name="connsiteY895" fmla="*/ 1815776 h 6858000"/>
              <a:gd name="connsiteX896" fmla="*/ 6399821 w 7467600"/>
              <a:gd name="connsiteY896" fmla="*/ 2344799 h 6858000"/>
              <a:gd name="connsiteX897" fmla="*/ 6323232 w 7467600"/>
              <a:gd name="connsiteY897" fmla="*/ 2389634 h 6858000"/>
              <a:gd name="connsiteX898" fmla="*/ 5942958 w 7467600"/>
              <a:gd name="connsiteY898" fmla="*/ 2077708 h 6858000"/>
              <a:gd name="connsiteX899" fmla="*/ 5921559 w 7467600"/>
              <a:gd name="connsiteY899" fmla="*/ 2378596 h 6858000"/>
              <a:gd name="connsiteX900" fmla="*/ 5817651 w 7467600"/>
              <a:gd name="connsiteY900" fmla="*/ 3023919 h 6858000"/>
              <a:gd name="connsiteX901" fmla="*/ 5729634 w 7467600"/>
              <a:gd name="connsiteY901" fmla="*/ 3051849 h 6858000"/>
              <a:gd name="connsiteX902" fmla="*/ 5611018 w 7467600"/>
              <a:gd name="connsiteY902" fmla="*/ 2316769 h 6858000"/>
              <a:gd name="connsiteX903" fmla="*/ 5687608 w 7467600"/>
              <a:gd name="connsiteY903" fmla="*/ 2039972 h 6858000"/>
              <a:gd name="connsiteX904" fmla="*/ 5657554 w 7467600"/>
              <a:gd name="connsiteY904" fmla="*/ 1576445 h 6858000"/>
              <a:gd name="connsiteX905" fmla="*/ 5150475 w 7467600"/>
              <a:gd name="connsiteY905" fmla="*/ 1274012 h 6858000"/>
              <a:gd name="connsiteX906" fmla="*/ 5349142 w 7467600"/>
              <a:gd name="connsiteY906" fmla="*/ 2204405 h 6858000"/>
              <a:gd name="connsiteX907" fmla="*/ 5262214 w 7467600"/>
              <a:gd name="connsiteY907" fmla="*/ 2233836 h 6858000"/>
              <a:gd name="connsiteX908" fmla="*/ 4981539 w 7467600"/>
              <a:gd name="connsiteY908" fmla="*/ 1542201 h 6858000"/>
              <a:gd name="connsiteX909" fmla="*/ 4958461 w 7467600"/>
              <a:gd name="connsiteY909" fmla="*/ 1136957 h 6858000"/>
              <a:gd name="connsiteX910" fmla="*/ 4655015 w 7467600"/>
              <a:gd name="connsiteY910" fmla="*/ 891426 h 6858000"/>
              <a:gd name="connsiteX911" fmla="*/ 4348002 w 7467600"/>
              <a:gd name="connsiteY911" fmla="*/ 2205895 h 6858000"/>
              <a:gd name="connsiteX912" fmla="*/ 4262250 w 7467600"/>
              <a:gd name="connsiteY912" fmla="*/ 2219972 h 6858000"/>
              <a:gd name="connsiteX913" fmla="*/ 4550611 w 7467600"/>
              <a:gd name="connsiteY913" fmla="*/ 817540 h 6858000"/>
              <a:gd name="connsiteX914" fmla="*/ 4564418 w 7467600"/>
              <a:gd name="connsiteY914" fmla="*/ 808293 h 6858000"/>
              <a:gd name="connsiteX915" fmla="*/ 4266388 w 7467600"/>
              <a:gd name="connsiteY915" fmla="*/ 500083 h 6858000"/>
              <a:gd name="connsiteX916" fmla="*/ 4032842 w 7467600"/>
              <a:gd name="connsiteY916" fmla="*/ 211809 h 6858000"/>
              <a:gd name="connsiteX917" fmla="*/ 3882765 w 7467600"/>
              <a:gd name="connsiteY917" fmla="*/ 0 h 6858000"/>
              <a:gd name="connsiteX918" fmla="*/ 3721337 w 7467600"/>
              <a:gd name="connsiteY918" fmla="*/ 0 h 6858000"/>
              <a:gd name="connsiteX919" fmla="*/ 3797544 w 7467600"/>
              <a:gd name="connsiteY919" fmla="*/ 0 h 6858000"/>
              <a:gd name="connsiteX920" fmla="*/ 3775734 w 7467600"/>
              <a:gd name="connsiteY920" fmla="*/ 95131 h 6858000"/>
              <a:gd name="connsiteX921" fmla="*/ 3724807 w 7467600"/>
              <a:gd name="connsiteY921" fmla="*/ 272257 h 6858000"/>
              <a:gd name="connsiteX922" fmla="*/ 3726844 w 7467600"/>
              <a:gd name="connsiteY922" fmla="*/ 282988 h 6858000"/>
              <a:gd name="connsiteX923" fmla="*/ 3742664 w 7467600"/>
              <a:gd name="connsiteY923" fmla="*/ 279918 h 6858000"/>
              <a:gd name="connsiteX924" fmla="*/ 4103910 w 7467600"/>
              <a:gd name="connsiteY924" fmla="*/ 1161917 h 6858000"/>
              <a:gd name="connsiteX925" fmla="*/ 4020269 w 7467600"/>
              <a:gd name="connsiteY925" fmla="*/ 1200406 h 6858000"/>
              <a:gd name="connsiteX926" fmla="*/ 3674882 w 7467600"/>
              <a:gd name="connsiteY926" fmla="*/ 488524 h 6858000"/>
              <a:gd name="connsiteX927" fmla="*/ 3132682 w 7467600"/>
              <a:gd name="connsiteY927" fmla="*/ 1072284 h 6858000"/>
              <a:gd name="connsiteX928" fmla="*/ 2716346 w 7467600"/>
              <a:gd name="connsiteY928" fmla="*/ 1276376 h 6858000"/>
              <a:gd name="connsiteX929" fmla="*/ 2716772 w 7467600"/>
              <a:gd name="connsiteY929" fmla="*/ 1255462 h 6858000"/>
              <a:gd name="connsiteX930" fmla="*/ 3471096 w 7467600"/>
              <a:gd name="connsiteY930" fmla="*/ 437072 h 6858000"/>
              <a:gd name="connsiteX931" fmla="*/ 3639057 w 7467600"/>
              <a:gd name="connsiteY931" fmla="*/ 286334 h 6858000"/>
              <a:gd name="connsiteX932" fmla="*/ 3640309 w 7467600"/>
              <a:gd name="connsiteY932" fmla="*/ 284664 h 6858000"/>
              <a:gd name="connsiteX933" fmla="*/ 3646022 w 7467600"/>
              <a:gd name="connsiteY933" fmla="*/ 276711 h 6858000"/>
              <a:gd name="connsiteX934" fmla="*/ 3707943 w 7467600"/>
              <a:gd name="connsiteY934" fmla="*/ 65958 h 6858000"/>
              <a:gd name="connsiteX935" fmla="*/ 3721337 w 7467600"/>
              <a:gd name="connsiteY935" fmla="*/ 0 h 6858000"/>
              <a:gd name="connsiteX936" fmla="*/ 2867960 w 7467600"/>
              <a:gd name="connsiteY936" fmla="*/ 0 h 6858000"/>
              <a:gd name="connsiteX937" fmla="*/ 2926351 w 7467600"/>
              <a:gd name="connsiteY937" fmla="*/ 0 h 6858000"/>
              <a:gd name="connsiteX938" fmla="*/ 2902823 w 7467600"/>
              <a:gd name="connsiteY938" fmla="*/ 262929 h 6858000"/>
              <a:gd name="connsiteX939" fmla="*/ 2940663 w 7467600"/>
              <a:gd name="connsiteY939" fmla="*/ 140884 h 6858000"/>
              <a:gd name="connsiteX940" fmla="*/ 2947039 w 7467600"/>
              <a:gd name="connsiteY940" fmla="*/ 122524 h 6858000"/>
              <a:gd name="connsiteX941" fmla="*/ 2984316 w 7467600"/>
              <a:gd name="connsiteY941" fmla="*/ 0 h 6858000"/>
              <a:gd name="connsiteX942" fmla="*/ 3016114 w 7467600"/>
              <a:gd name="connsiteY942" fmla="*/ 0 h 6858000"/>
              <a:gd name="connsiteX943" fmla="*/ 2979949 w 7467600"/>
              <a:gd name="connsiteY943" fmla="*/ 119274 h 6858000"/>
              <a:gd name="connsiteX944" fmla="*/ 3023879 w 7467600"/>
              <a:gd name="connsiteY944" fmla="*/ 0 h 6858000"/>
              <a:gd name="connsiteX945" fmla="*/ 3105400 w 7467600"/>
              <a:gd name="connsiteY945" fmla="*/ 0 h 6858000"/>
              <a:gd name="connsiteX946" fmla="*/ 3094669 w 7467600"/>
              <a:gd name="connsiteY946" fmla="*/ 30308 h 6858000"/>
              <a:gd name="connsiteX947" fmla="*/ 2901945 w 7467600"/>
              <a:gd name="connsiteY947" fmla="*/ 466538 h 6858000"/>
              <a:gd name="connsiteX948" fmla="*/ 2815209 w 7467600"/>
              <a:gd name="connsiteY948" fmla="*/ 497361 h 6858000"/>
              <a:gd name="connsiteX949" fmla="*/ 2844845 w 7467600"/>
              <a:gd name="connsiteY949" fmla="*/ 127638 h 6858000"/>
              <a:gd name="connsiteX950" fmla="*/ 2867960 w 7467600"/>
              <a:gd name="connsiteY950" fmla="*/ 0 h 6858000"/>
              <a:gd name="connsiteX951" fmla="*/ 1057230 w 7467600"/>
              <a:gd name="connsiteY951" fmla="*/ 0 h 6858000"/>
              <a:gd name="connsiteX952" fmla="*/ 1111003 w 7467600"/>
              <a:gd name="connsiteY952" fmla="*/ 0 h 6858000"/>
              <a:gd name="connsiteX953" fmla="*/ 1125553 w 7467600"/>
              <a:gd name="connsiteY953" fmla="*/ 52588 h 6858000"/>
              <a:gd name="connsiteX954" fmla="*/ 1304276 w 7467600"/>
              <a:gd name="connsiteY954" fmla="*/ 476275 h 6858000"/>
              <a:gd name="connsiteX955" fmla="*/ 1492066 w 7467600"/>
              <a:gd name="connsiteY955" fmla="*/ 886333 h 6858000"/>
              <a:gd name="connsiteX956" fmla="*/ 1423698 w 7467600"/>
              <a:gd name="connsiteY956" fmla="*/ 710817 h 6858000"/>
              <a:gd name="connsiteX957" fmla="*/ 1357609 w 7467600"/>
              <a:gd name="connsiteY957" fmla="*/ 532892 h 6858000"/>
              <a:gd name="connsiteX958" fmla="*/ 1309550 w 7467600"/>
              <a:gd name="connsiteY958" fmla="*/ 374031 h 6858000"/>
              <a:gd name="connsiteX959" fmla="*/ 1193673 w 7467600"/>
              <a:gd name="connsiteY959" fmla="*/ 49533 h 6858000"/>
              <a:gd name="connsiteX960" fmla="*/ 1164391 w 7467600"/>
              <a:gd name="connsiteY960" fmla="*/ 0 h 6858000"/>
              <a:gd name="connsiteX961" fmla="*/ 1200666 w 7467600"/>
              <a:gd name="connsiteY961" fmla="*/ 0 h 6858000"/>
              <a:gd name="connsiteX962" fmla="*/ 1223408 w 7467600"/>
              <a:gd name="connsiteY962" fmla="*/ 38996 h 6858000"/>
              <a:gd name="connsiteX963" fmla="*/ 1339635 w 7467600"/>
              <a:gd name="connsiteY963" fmla="*/ 365517 h 6858000"/>
              <a:gd name="connsiteX964" fmla="*/ 1387469 w 7467600"/>
              <a:gd name="connsiteY964" fmla="*/ 523079 h 6858000"/>
              <a:gd name="connsiteX965" fmla="*/ 1452685 w 7467600"/>
              <a:gd name="connsiteY965" fmla="*/ 699806 h 6858000"/>
              <a:gd name="connsiteX966" fmla="*/ 1492092 w 7467600"/>
              <a:gd name="connsiteY966" fmla="*/ 800424 h 6858000"/>
              <a:gd name="connsiteX967" fmla="*/ 1455302 w 7467600"/>
              <a:gd name="connsiteY967" fmla="*/ 632913 h 6858000"/>
              <a:gd name="connsiteX968" fmla="*/ 1222336 w 7467600"/>
              <a:gd name="connsiteY968" fmla="*/ 9480 h 6858000"/>
              <a:gd name="connsiteX969" fmla="*/ 1214634 w 7467600"/>
              <a:gd name="connsiteY969" fmla="*/ 0 h 6858000"/>
              <a:gd name="connsiteX970" fmla="*/ 1289827 w 7467600"/>
              <a:gd name="connsiteY970" fmla="*/ 0 h 6858000"/>
              <a:gd name="connsiteX971" fmla="*/ 1321076 w 7467600"/>
              <a:gd name="connsiteY971" fmla="*/ 59722 h 6858000"/>
              <a:gd name="connsiteX972" fmla="*/ 1512579 w 7467600"/>
              <a:gd name="connsiteY972" fmla="*/ 626441 h 6858000"/>
              <a:gd name="connsiteX973" fmla="*/ 1506076 w 7467600"/>
              <a:gd name="connsiteY973" fmla="*/ 1089289 h 6858000"/>
              <a:gd name="connsiteX974" fmla="*/ 1486346 w 7467600"/>
              <a:gd name="connsiteY974" fmla="*/ 1079919 h 6858000"/>
              <a:gd name="connsiteX975" fmla="*/ 1070511 w 7467600"/>
              <a:gd name="connsiteY975" fmla="*/ 48609 h 6858000"/>
              <a:gd name="connsiteX976" fmla="*/ 1057230 w 7467600"/>
              <a:gd name="connsiteY976" fmla="*/ 0 h 6858000"/>
              <a:gd name="connsiteX977" fmla="*/ 43151 w 7467600"/>
              <a:gd name="connsiteY977" fmla="*/ 0 h 6858000"/>
              <a:gd name="connsiteX978" fmla="*/ 95283 w 7467600"/>
              <a:gd name="connsiteY978" fmla="*/ 0 h 6858000"/>
              <a:gd name="connsiteX979" fmla="*/ 300708 w 7467600"/>
              <a:gd name="connsiteY979" fmla="*/ 154571 h 6858000"/>
              <a:gd name="connsiteX980" fmla="*/ 530414 w 7467600"/>
              <a:gd name="connsiteY980" fmla="*/ 354673 h 6858000"/>
              <a:gd name="connsiteX981" fmla="*/ 333785 w 7467600"/>
              <a:gd name="connsiteY981" fmla="*/ 161564 h 6858000"/>
              <a:gd name="connsiteX982" fmla="*/ 147005 w 7467600"/>
              <a:gd name="connsiteY982" fmla="*/ 0 h 6858000"/>
              <a:gd name="connsiteX983" fmla="*/ 272509 w 7467600"/>
              <a:gd name="connsiteY983" fmla="*/ 0 h 6858000"/>
              <a:gd name="connsiteX984" fmla="*/ 326276 w 7467600"/>
              <a:gd name="connsiteY984" fmla="*/ 45847 h 6858000"/>
              <a:gd name="connsiteX985" fmla="*/ 823759 w 7467600"/>
              <a:gd name="connsiteY985" fmla="*/ 574145 h 6858000"/>
              <a:gd name="connsiteX986" fmla="*/ 811254 w 7467600"/>
              <a:gd name="connsiteY986" fmla="*/ 665546 h 6858000"/>
              <a:gd name="connsiteX987" fmla="*/ 154042 w 7467600"/>
              <a:gd name="connsiteY987" fmla="*/ 261522 h 6858000"/>
              <a:gd name="connsiteX988" fmla="*/ 13550 w 7467600"/>
              <a:gd name="connsiteY988" fmla="*/ 158423 h 6858000"/>
              <a:gd name="connsiteX989" fmla="*/ 0 w 7467600"/>
              <a:gd name="connsiteY989" fmla="*/ 146618 h 6858000"/>
              <a:gd name="connsiteX990" fmla="*/ 0 w 7467600"/>
              <a:gd name="connsiteY990" fmla="*/ 59161 h 6858000"/>
              <a:gd name="connsiteX991" fmla="*/ 45427 w 7467600"/>
              <a:gd name="connsiteY991" fmla="*/ 101078 h 6858000"/>
              <a:gd name="connsiteX992" fmla="*/ 630103 w 7467600"/>
              <a:gd name="connsiteY992" fmla="*/ 485885 h 6858000"/>
              <a:gd name="connsiteX993" fmla="*/ 532040 w 7467600"/>
              <a:gd name="connsiteY993" fmla="*/ 399359 h 6858000"/>
              <a:gd name="connsiteX994" fmla="*/ 517618 w 7467600"/>
              <a:gd name="connsiteY994" fmla="*/ 385726 h 6858000"/>
              <a:gd name="connsiteX995" fmla="*/ 285074 w 7467600"/>
              <a:gd name="connsiteY995" fmla="*/ 182755 h 6858000"/>
              <a:gd name="connsiteX996" fmla="*/ 43151 w 7467600"/>
              <a:gd name="connsiteY996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327465 w 7467600"/>
              <a:gd name="connsiteY127" fmla="*/ 5174181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7467600 w 7467600"/>
              <a:gd name="connsiteY137" fmla="*/ 5241225 h 6858000"/>
              <a:gd name="connsiteX138" fmla="*/ 7467600 w 7467600"/>
              <a:gd name="connsiteY138" fmla="*/ 5277736 h 6858000"/>
              <a:gd name="connsiteX139" fmla="*/ 7327465 w 7467600"/>
              <a:gd name="connsiteY139" fmla="*/ 5174181 h 6858000"/>
              <a:gd name="connsiteX140" fmla="*/ 1903353 w 7467600"/>
              <a:gd name="connsiteY140" fmla="*/ 5044827 h 6858000"/>
              <a:gd name="connsiteX141" fmla="*/ 1936931 w 7467600"/>
              <a:gd name="connsiteY141" fmla="*/ 5093954 h 6858000"/>
              <a:gd name="connsiteX142" fmla="*/ 2195868 w 7467600"/>
              <a:gd name="connsiteY142" fmla="*/ 5396574 h 6858000"/>
              <a:gd name="connsiteX143" fmla="*/ 2088852 w 7467600"/>
              <a:gd name="connsiteY143" fmla="*/ 5166123 h 6858000"/>
              <a:gd name="connsiteX144" fmla="*/ 1958241 w 7467600"/>
              <a:gd name="connsiteY144" fmla="*/ 5067955 h 6858000"/>
              <a:gd name="connsiteX145" fmla="*/ 1903353 w 7467600"/>
              <a:gd name="connsiteY145" fmla="*/ 5044827 h 6858000"/>
              <a:gd name="connsiteX146" fmla="*/ 1979378 w 7467600"/>
              <a:gd name="connsiteY146" fmla="*/ 4769504 h 6858000"/>
              <a:gd name="connsiteX147" fmla="*/ 2882120 w 7467600"/>
              <a:gd name="connsiteY147" fmla="*/ 5064547 h 6858000"/>
              <a:gd name="connsiteX148" fmla="*/ 2793103 w 7467600"/>
              <a:gd name="connsiteY148" fmla="*/ 5039699 h 6858000"/>
              <a:gd name="connsiteX149" fmla="*/ 2770041 w 7467600"/>
              <a:gd name="connsiteY149" fmla="*/ 5033634 h 6858000"/>
              <a:gd name="connsiteX150" fmla="*/ 1979378 w 7467600"/>
              <a:gd name="connsiteY150" fmla="*/ 4769504 h 6858000"/>
              <a:gd name="connsiteX151" fmla="*/ 1927410 w 7467600"/>
              <a:gd name="connsiteY151" fmla="*/ 4716164 h 6858000"/>
              <a:gd name="connsiteX152" fmla="*/ 1959587 w 7467600"/>
              <a:gd name="connsiteY152" fmla="*/ 4728849 h 6858000"/>
              <a:gd name="connsiteX153" fmla="*/ 2777707 w 7467600"/>
              <a:gd name="connsiteY153" fmla="*/ 5003991 h 6858000"/>
              <a:gd name="connsiteX154" fmla="*/ 2800768 w 7467600"/>
              <a:gd name="connsiteY154" fmla="*/ 5010056 h 6858000"/>
              <a:gd name="connsiteX155" fmla="*/ 2879408 w 7467600"/>
              <a:gd name="connsiteY155" fmla="*/ 5031590 h 6858000"/>
              <a:gd name="connsiteX156" fmla="*/ 2862295 w 7467600"/>
              <a:gd name="connsiteY156" fmla="*/ 5022958 h 6858000"/>
              <a:gd name="connsiteX157" fmla="*/ 2813343 w 7467600"/>
              <a:gd name="connsiteY157" fmla="*/ 4998369 h 6858000"/>
              <a:gd name="connsiteX158" fmla="*/ 2646245 w 7467600"/>
              <a:gd name="connsiteY158" fmla="*/ 4930999 h 6858000"/>
              <a:gd name="connsiteX159" fmla="*/ 1999243 w 7467600"/>
              <a:gd name="connsiteY159" fmla="*/ 4730524 h 6858000"/>
              <a:gd name="connsiteX160" fmla="*/ 1979527 w 7467600"/>
              <a:gd name="connsiteY160" fmla="*/ 4726651 h 6858000"/>
              <a:gd name="connsiteX161" fmla="*/ 1927410 w 7467600"/>
              <a:gd name="connsiteY161" fmla="*/ 4716164 h 6858000"/>
              <a:gd name="connsiteX162" fmla="*/ 1997014 w 7467600"/>
              <a:gd name="connsiteY162" fmla="*/ 4698007 h 6858000"/>
              <a:gd name="connsiteX163" fmla="*/ 2005458 w 7467600"/>
              <a:gd name="connsiteY163" fmla="*/ 4699540 h 6858000"/>
              <a:gd name="connsiteX164" fmla="*/ 2657186 w 7467600"/>
              <a:gd name="connsiteY164" fmla="*/ 4901687 h 6858000"/>
              <a:gd name="connsiteX165" fmla="*/ 2826662 w 7467600"/>
              <a:gd name="connsiteY165" fmla="*/ 4970362 h 6858000"/>
              <a:gd name="connsiteX166" fmla="*/ 2876100 w 7467600"/>
              <a:gd name="connsiteY166" fmla="*/ 4995397 h 6858000"/>
              <a:gd name="connsiteX167" fmla="*/ 3042600 w 7467600"/>
              <a:gd name="connsiteY167" fmla="*/ 5059532 h 6858000"/>
              <a:gd name="connsiteX168" fmla="*/ 1997014 w 7467600"/>
              <a:gd name="connsiteY168" fmla="*/ 4698007 h 6858000"/>
              <a:gd name="connsiteX169" fmla="*/ 2305292 w 7467600"/>
              <a:gd name="connsiteY169" fmla="*/ 4219492 h 6858000"/>
              <a:gd name="connsiteX170" fmla="*/ 3360922 w 7467600"/>
              <a:gd name="connsiteY170" fmla="*/ 4529373 h 6858000"/>
              <a:gd name="connsiteX171" fmla="*/ 3492420 w 7467600"/>
              <a:gd name="connsiteY171" fmla="*/ 4510145 h 6858000"/>
              <a:gd name="connsiteX172" fmla="*/ 3364086 w 7467600"/>
              <a:gd name="connsiteY172" fmla="*/ 4480340 h 6858000"/>
              <a:gd name="connsiteX173" fmla="*/ 3225818 w 7467600"/>
              <a:gd name="connsiteY173" fmla="*/ 4411822 h 6858000"/>
              <a:gd name="connsiteX174" fmla="*/ 3129696 w 7467600"/>
              <a:gd name="connsiteY174" fmla="*/ 4360704 h 6858000"/>
              <a:gd name="connsiteX175" fmla="*/ 2814545 w 7467600"/>
              <a:gd name="connsiteY175" fmla="*/ 4282955 h 6858000"/>
              <a:gd name="connsiteX176" fmla="*/ 2305292 w 7467600"/>
              <a:gd name="connsiteY176" fmla="*/ 4219492 h 6858000"/>
              <a:gd name="connsiteX177" fmla="*/ 2626982 w 7467600"/>
              <a:gd name="connsiteY177" fmla="*/ 4206450 h 6858000"/>
              <a:gd name="connsiteX178" fmla="*/ 2490617 w 7467600"/>
              <a:gd name="connsiteY178" fmla="*/ 4206951 h 6858000"/>
              <a:gd name="connsiteX179" fmla="*/ 2819869 w 7467600"/>
              <a:gd name="connsiteY179" fmla="*/ 4252936 h 6858000"/>
              <a:gd name="connsiteX180" fmla="*/ 3143018 w 7467600"/>
              <a:gd name="connsiteY180" fmla="*/ 4332698 h 6858000"/>
              <a:gd name="connsiteX181" fmla="*/ 3241520 w 7467600"/>
              <a:gd name="connsiteY181" fmla="*/ 4385112 h 6858000"/>
              <a:gd name="connsiteX182" fmla="*/ 3374575 w 7467600"/>
              <a:gd name="connsiteY182" fmla="*/ 4451517 h 6858000"/>
              <a:gd name="connsiteX183" fmla="*/ 3505221 w 7467600"/>
              <a:gd name="connsiteY183" fmla="*/ 4480757 h 6858000"/>
              <a:gd name="connsiteX184" fmla="*/ 2626982 w 7467600"/>
              <a:gd name="connsiteY184" fmla="*/ 4206450 h 6858000"/>
              <a:gd name="connsiteX185" fmla="*/ 1310106 w 7467600"/>
              <a:gd name="connsiteY185" fmla="*/ 3943217 h 6858000"/>
              <a:gd name="connsiteX186" fmla="*/ 854994 w 7467600"/>
              <a:gd name="connsiteY186" fmla="*/ 4399136 h 6858000"/>
              <a:gd name="connsiteX187" fmla="*/ 742462 w 7467600"/>
              <a:gd name="connsiteY187" fmla="*/ 4594648 h 6858000"/>
              <a:gd name="connsiteX188" fmla="*/ 820602 w 7467600"/>
              <a:gd name="connsiteY188" fmla="*/ 4485915 h 6858000"/>
              <a:gd name="connsiteX189" fmla="*/ 878295 w 7467600"/>
              <a:gd name="connsiteY189" fmla="*/ 4403594 h 6858000"/>
              <a:gd name="connsiteX190" fmla="*/ 1240607 w 7467600"/>
              <a:gd name="connsiteY190" fmla="*/ 4010401 h 6858000"/>
              <a:gd name="connsiteX191" fmla="*/ 1310106 w 7467600"/>
              <a:gd name="connsiteY191" fmla="*/ 3943217 h 6858000"/>
              <a:gd name="connsiteX192" fmla="*/ 1423113 w 7467600"/>
              <a:gd name="connsiteY192" fmla="*/ 3874565 h 6858000"/>
              <a:gd name="connsiteX193" fmla="*/ 1260565 w 7467600"/>
              <a:gd name="connsiteY193" fmla="*/ 4031982 h 6858000"/>
              <a:gd name="connsiteX194" fmla="*/ 901900 w 7467600"/>
              <a:gd name="connsiteY194" fmla="*/ 4421236 h 6858000"/>
              <a:gd name="connsiteX195" fmla="*/ 845044 w 7467600"/>
              <a:gd name="connsiteY195" fmla="*/ 4502436 h 6858000"/>
              <a:gd name="connsiteX196" fmla="*/ 685926 w 7467600"/>
              <a:gd name="connsiteY196" fmla="*/ 4703069 h 6858000"/>
              <a:gd name="connsiteX197" fmla="*/ 684248 w 7467600"/>
              <a:gd name="connsiteY197" fmla="*/ 4706721 h 6858000"/>
              <a:gd name="connsiteX198" fmla="*/ 1423113 w 7467600"/>
              <a:gd name="connsiteY198" fmla="*/ 3874565 h 6858000"/>
              <a:gd name="connsiteX199" fmla="*/ 3316479 w 7467600"/>
              <a:gd name="connsiteY199" fmla="*/ 3872136 h 6858000"/>
              <a:gd name="connsiteX200" fmla="*/ 3546806 w 7467600"/>
              <a:gd name="connsiteY200" fmla="*/ 4356139 h 6858000"/>
              <a:gd name="connsiteX201" fmla="*/ 3364433 w 7467600"/>
              <a:gd name="connsiteY201" fmla="*/ 3953121 h 6858000"/>
              <a:gd name="connsiteX202" fmla="*/ 3316479 w 7467600"/>
              <a:gd name="connsiteY202" fmla="*/ 3872136 h 6858000"/>
              <a:gd name="connsiteX203" fmla="*/ 3291335 w 7467600"/>
              <a:gd name="connsiteY203" fmla="*/ 3767420 h 6858000"/>
              <a:gd name="connsiteX204" fmla="*/ 3390805 w 7467600"/>
              <a:gd name="connsiteY204" fmla="*/ 3937163 h 6858000"/>
              <a:gd name="connsiteX205" fmla="*/ 3579062 w 7467600"/>
              <a:gd name="connsiteY205" fmla="*/ 4359040 h 6858000"/>
              <a:gd name="connsiteX206" fmla="*/ 3467355 w 7467600"/>
              <a:gd name="connsiteY206" fmla="*/ 3988130 h 6858000"/>
              <a:gd name="connsiteX207" fmla="*/ 3310753 w 7467600"/>
              <a:gd name="connsiteY207" fmla="*/ 3787140 h 6858000"/>
              <a:gd name="connsiteX208" fmla="*/ 3291335 w 7467600"/>
              <a:gd name="connsiteY208" fmla="*/ 3767420 h 6858000"/>
              <a:gd name="connsiteX209" fmla="*/ 1635889 w 7467600"/>
              <a:gd name="connsiteY209" fmla="*/ 3709494 h 6858000"/>
              <a:gd name="connsiteX210" fmla="*/ 1634800 w 7467600"/>
              <a:gd name="connsiteY210" fmla="*/ 3731111 h 6858000"/>
              <a:gd name="connsiteX211" fmla="*/ 1635889 w 7467600"/>
              <a:gd name="connsiteY211" fmla="*/ 3709494 h 6858000"/>
              <a:gd name="connsiteX212" fmla="*/ 1510397 w 7467600"/>
              <a:gd name="connsiteY212" fmla="*/ 3684705 h 6858000"/>
              <a:gd name="connsiteX213" fmla="*/ 1146550 w 7467600"/>
              <a:gd name="connsiteY213" fmla="*/ 3802012 h 6858000"/>
              <a:gd name="connsiteX214" fmla="*/ 698834 w 7467600"/>
              <a:gd name="connsiteY214" fmla="*/ 3952272 h 6858000"/>
              <a:gd name="connsiteX215" fmla="*/ 34256 w 7467600"/>
              <a:gd name="connsiteY215" fmla="*/ 4347603 h 6858000"/>
              <a:gd name="connsiteX216" fmla="*/ 527241 w 7467600"/>
              <a:gd name="connsiteY216" fmla="*/ 4065078 h 6858000"/>
              <a:gd name="connsiteX217" fmla="*/ 1510397 w 7467600"/>
              <a:gd name="connsiteY217" fmla="*/ 3684705 h 6858000"/>
              <a:gd name="connsiteX218" fmla="*/ 1313114 w 7467600"/>
              <a:gd name="connsiteY218" fmla="*/ 3655216 h 6858000"/>
              <a:gd name="connsiteX219" fmla="*/ 1109304 w 7467600"/>
              <a:gd name="connsiteY219" fmla="*/ 3669030 h 6858000"/>
              <a:gd name="connsiteX220" fmla="*/ 8129 w 7467600"/>
              <a:gd name="connsiteY220" fmla="*/ 4330519 h 6858000"/>
              <a:gd name="connsiteX221" fmla="*/ 687572 w 7467600"/>
              <a:gd name="connsiteY221" fmla="*/ 3925629 h 6858000"/>
              <a:gd name="connsiteX222" fmla="*/ 1138365 w 7467600"/>
              <a:gd name="connsiteY222" fmla="*/ 3774515 h 6858000"/>
              <a:gd name="connsiteX223" fmla="*/ 1505579 w 7467600"/>
              <a:gd name="connsiteY223" fmla="*/ 3655526 h 6858000"/>
              <a:gd name="connsiteX224" fmla="*/ 1313114 w 7467600"/>
              <a:gd name="connsiteY224" fmla="*/ 3655216 h 6858000"/>
              <a:gd name="connsiteX225" fmla="*/ 3655073 w 7467600"/>
              <a:gd name="connsiteY225" fmla="*/ 3650884 h 6858000"/>
              <a:gd name="connsiteX226" fmla="*/ 3989938 w 7467600"/>
              <a:gd name="connsiteY226" fmla="*/ 3991685 h 6858000"/>
              <a:gd name="connsiteX227" fmla="*/ 4393907 w 7467600"/>
              <a:gd name="connsiteY227" fmla="*/ 4261258 h 6858000"/>
              <a:gd name="connsiteX228" fmla="*/ 4648051 w 7467600"/>
              <a:gd name="connsiteY228" fmla="*/ 4374051 h 6858000"/>
              <a:gd name="connsiteX229" fmla="*/ 4383389 w 7467600"/>
              <a:gd name="connsiteY229" fmla="*/ 4184369 h 6858000"/>
              <a:gd name="connsiteX230" fmla="*/ 4165508 w 7467600"/>
              <a:gd name="connsiteY230" fmla="*/ 4035196 h 6858000"/>
              <a:gd name="connsiteX231" fmla="*/ 4068162 w 7467600"/>
              <a:gd name="connsiteY231" fmla="*/ 3953394 h 6858000"/>
              <a:gd name="connsiteX232" fmla="*/ 3981416 w 7467600"/>
              <a:gd name="connsiteY232" fmla="*/ 3880482 h 6858000"/>
              <a:gd name="connsiteX233" fmla="*/ 3800147 w 7467600"/>
              <a:gd name="connsiteY233" fmla="*/ 3749872 h 6858000"/>
              <a:gd name="connsiteX234" fmla="*/ 3655073 w 7467600"/>
              <a:gd name="connsiteY234" fmla="*/ 3650884 h 6858000"/>
              <a:gd name="connsiteX235" fmla="*/ 3670252 w 7467600"/>
              <a:gd name="connsiteY235" fmla="*/ 3622798 h 6858000"/>
              <a:gd name="connsiteX236" fmla="*/ 3817258 w 7467600"/>
              <a:gd name="connsiteY236" fmla="*/ 3723577 h 6858000"/>
              <a:gd name="connsiteX237" fmla="*/ 4000461 w 7467600"/>
              <a:gd name="connsiteY237" fmla="*/ 3855966 h 6858000"/>
              <a:gd name="connsiteX238" fmla="*/ 4088180 w 7467600"/>
              <a:gd name="connsiteY238" fmla="*/ 3929774 h 6858000"/>
              <a:gd name="connsiteX239" fmla="*/ 4184555 w 7467600"/>
              <a:gd name="connsiteY239" fmla="*/ 4010683 h 6858000"/>
              <a:gd name="connsiteX240" fmla="*/ 4399563 w 7467600"/>
              <a:gd name="connsiteY240" fmla="*/ 4158106 h 6858000"/>
              <a:gd name="connsiteX241" fmla="*/ 4684469 w 7467600"/>
              <a:gd name="connsiteY241" fmla="*/ 4364680 h 6858000"/>
              <a:gd name="connsiteX242" fmla="*/ 4690271 w 7467600"/>
              <a:gd name="connsiteY242" fmla="*/ 4370034 h 6858000"/>
              <a:gd name="connsiteX243" fmla="*/ 4136093 w 7467600"/>
              <a:gd name="connsiteY243" fmla="*/ 3858466 h 6858000"/>
              <a:gd name="connsiteX244" fmla="*/ 3670252 w 7467600"/>
              <a:gd name="connsiteY244" fmla="*/ 3622798 h 6858000"/>
              <a:gd name="connsiteX245" fmla="*/ 4440129 w 7467600"/>
              <a:gd name="connsiteY245" fmla="*/ 3448571 h 6858000"/>
              <a:gd name="connsiteX246" fmla="*/ 4856525 w 7467600"/>
              <a:gd name="connsiteY246" fmla="*/ 3915351 h 6858000"/>
              <a:gd name="connsiteX247" fmla="*/ 5059055 w 7467600"/>
              <a:gd name="connsiteY247" fmla="*/ 4108918 h 6858000"/>
              <a:gd name="connsiteX248" fmla="*/ 5290070 w 7467600"/>
              <a:gd name="connsiteY248" fmla="*/ 4263619 h 6858000"/>
              <a:gd name="connsiteX249" fmla="*/ 4834991 w 7467600"/>
              <a:gd name="connsiteY249" fmla="*/ 3830985 h 6858000"/>
              <a:gd name="connsiteX250" fmla="*/ 4440129 w 7467600"/>
              <a:gd name="connsiteY250" fmla="*/ 3448571 h 6858000"/>
              <a:gd name="connsiteX251" fmla="*/ 4441737 w 7467600"/>
              <a:gd name="connsiteY251" fmla="*/ 3399734 h 6858000"/>
              <a:gd name="connsiteX252" fmla="*/ 4431236 w 7467600"/>
              <a:gd name="connsiteY252" fmla="*/ 3400954 h 6858000"/>
              <a:gd name="connsiteX253" fmla="*/ 4557150 w 7467600"/>
              <a:gd name="connsiteY253" fmla="*/ 3510023 h 6858000"/>
              <a:gd name="connsiteX254" fmla="*/ 4856936 w 7467600"/>
              <a:gd name="connsiteY254" fmla="*/ 3809146 h 6858000"/>
              <a:gd name="connsiteX255" fmla="*/ 5111996 w 7467600"/>
              <a:gd name="connsiteY255" fmla="*/ 4065759 h 6858000"/>
              <a:gd name="connsiteX256" fmla="*/ 5388878 w 7467600"/>
              <a:gd name="connsiteY256" fmla="*/ 4300185 h 6858000"/>
              <a:gd name="connsiteX257" fmla="*/ 5425556 w 7467600"/>
              <a:gd name="connsiteY257" fmla="*/ 4308967 h 6858000"/>
              <a:gd name="connsiteX258" fmla="*/ 4943646 w 7467600"/>
              <a:gd name="connsiteY258" fmla="*/ 3822916 h 6858000"/>
              <a:gd name="connsiteX259" fmla="*/ 4594837 w 7467600"/>
              <a:gd name="connsiteY259" fmla="*/ 3532274 h 6858000"/>
              <a:gd name="connsiteX260" fmla="*/ 4441737 w 7467600"/>
              <a:gd name="connsiteY260" fmla="*/ 3399734 h 6858000"/>
              <a:gd name="connsiteX261" fmla="*/ 5425834 w 7467600"/>
              <a:gd name="connsiteY261" fmla="*/ 3162785 h 6858000"/>
              <a:gd name="connsiteX262" fmla="*/ 5401644 w 7467600"/>
              <a:gd name="connsiteY262" fmla="*/ 3617847 h 6858000"/>
              <a:gd name="connsiteX263" fmla="*/ 5467256 w 7467600"/>
              <a:gd name="connsiteY263" fmla="*/ 4175494 h 6858000"/>
              <a:gd name="connsiteX264" fmla="*/ 5448069 w 7467600"/>
              <a:gd name="connsiteY264" fmla="*/ 3567554 h 6858000"/>
              <a:gd name="connsiteX265" fmla="*/ 5425834 w 7467600"/>
              <a:gd name="connsiteY265" fmla="*/ 3162785 h 6858000"/>
              <a:gd name="connsiteX266" fmla="*/ 1318687 w 7467600"/>
              <a:gd name="connsiteY266" fmla="*/ 3113840 h 6858000"/>
              <a:gd name="connsiteX267" fmla="*/ 1066793 w 7467600"/>
              <a:gd name="connsiteY267" fmla="*/ 3212171 h 6858000"/>
              <a:gd name="connsiteX268" fmla="*/ 993319 w 7467600"/>
              <a:gd name="connsiteY268" fmla="*/ 3247648 h 6858000"/>
              <a:gd name="connsiteX269" fmla="*/ 853081 w 7467600"/>
              <a:gd name="connsiteY269" fmla="*/ 3312410 h 6858000"/>
              <a:gd name="connsiteX270" fmla="*/ 805957 w 7467600"/>
              <a:gd name="connsiteY270" fmla="*/ 3330443 h 6858000"/>
              <a:gd name="connsiteX271" fmla="*/ 1318687 w 7467600"/>
              <a:gd name="connsiteY271" fmla="*/ 3113840 h 6858000"/>
              <a:gd name="connsiteX272" fmla="*/ 5453702 w 7467600"/>
              <a:gd name="connsiteY272" fmla="*/ 3090882 h 6858000"/>
              <a:gd name="connsiteX273" fmla="*/ 5480135 w 7467600"/>
              <a:gd name="connsiteY273" fmla="*/ 3565802 h 6858000"/>
              <a:gd name="connsiteX274" fmla="*/ 5499023 w 7467600"/>
              <a:gd name="connsiteY274" fmla="*/ 4166310 h 6858000"/>
              <a:gd name="connsiteX275" fmla="*/ 5547022 w 7467600"/>
              <a:gd name="connsiteY275" fmla="*/ 3607838 h 6858000"/>
              <a:gd name="connsiteX276" fmla="*/ 5515964 w 7467600"/>
              <a:gd name="connsiteY276" fmla="*/ 3378541 h 6858000"/>
              <a:gd name="connsiteX277" fmla="*/ 5453702 w 7467600"/>
              <a:gd name="connsiteY277" fmla="*/ 3090882 h 6858000"/>
              <a:gd name="connsiteX278" fmla="*/ 1238695 w 7467600"/>
              <a:gd name="connsiteY278" fmla="*/ 3076820 h 6858000"/>
              <a:gd name="connsiteX279" fmla="*/ 716371 w 7467600"/>
              <a:gd name="connsiteY279" fmla="*/ 3293249 h 6858000"/>
              <a:gd name="connsiteX280" fmla="*/ 579522 w 7467600"/>
              <a:gd name="connsiteY280" fmla="*/ 3371759 h 6858000"/>
              <a:gd name="connsiteX281" fmla="*/ 600288 w 7467600"/>
              <a:gd name="connsiteY281" fmla="*/ 3365555 h 6858000"/>
              <a:gd name="connsiteX282" fmla="*/ 840692 w 7467600"/>
              <a:gd name="connsiteY282" fmla="*/ 3284921 h 6858000"/>
              <a:gd name="connsiteX283" fmla="*/ 979248 w 7467600"/>
              <a:gd name="connsiteY283" fmla="*/ 3221003 h 6858000"/>
              <a:gd name="connsiteX284" fmla="*/ 1053282 w 7467600"/>
              <a:gd name="connsiteY284" fmla="*/ 3185247 h 6858000"/>
              <a:gd name="connsiteX285" fmla="*/ 1320603 w 7467600"/>
              <a:gd name="connsiteY285" fmla="*/ 3081281 h 6858000"/>
              <a:gd name="connsiteX286" fmla="*/ 1238695 w 7467600"/>
              <a:gd name="connsiteY286" fmla="*/ 3076820 h 6858000"/>
              <a:gd name="connsiteX287" fmla="*/ 5425627 w 7467600"/>
              <a:gd name="connsiteY287" fmla="*/ 2954192 h 6858000"/>
              <a:gd name="connsiteX288" fmla="*/ 5470770 w 7467600"/>
              <a:gd name="connsiteY288" fmla="*/ 3005435 h 6858000"/>
              <a:gd name="connsiteX289" fmla="*/ 5519779 w 7467600"/>
              <a:gd name="connsiteY289" fmla="*/ 4359223 h 6858000"/>
              <a:gd name="connsiteX290" fmla="*/ 5520293 w 7467600"/>
              <a:gd name="connsiteY290" fmla="*/ 4360602 h 6858000"/>
              <a:gd name="connsiteX291" fmla="*/ 5767221 w 7467600"/>
              <a:gd name="connsiteY291" fmla="*/ 4665564 h 6858000"/>
              <a:gd name="connsiteX292" fmla="*/ 6937169 w 7467600"/>
              <a:gd name="connsiteY292" fmla="*/ 4815941 h 6858000"/>
              <a:gd name="connsiteX293" fmla="*/ 6953922 w 7467600"/>
              <a:gd name="connsiteY293" fmla="*/ 4890068 h 6858000"/>
              <a:gd name="connsiteX294" fmla="*/ 6071359 w 7467600"/>
              <a:gd name="connsiteY294" fmla="*/ 4770770 h 6858000"/>
              <a:gd name="connsiteX295" fmla="*/ 6038839 w 7467600"/>
              <a:gd name="connsiteY295" fmla="*/ 4764474 h 6858000"/>
              <a:gd name="connsiteX296" fmla="*/ 6038706 w 7467600"/>
              <a:gd name="connsiteY296" fmla="*/ 4763847 h 6858000"/>
              <a:gd name="connsiteX297" fmla="*/ 6037784 w 7467600"/>
              <a:gd name="connsiteY297" fmla="*/ 4764270 h 6858000"/>
              <a:gd name="connsiteX298" fmla="*/ 6038839 w 7467600"/>
              <a:gd name="connsiteY298" fmla="*/ 4764474 h 6858000"/>
              <a:gd name="connsiteX299" fmla="*/ 6040338 w 7467600"/>
              <a:gd name="connsiteY299" fmla="*/ 4771418 h 6858000"/>
              <a:gd name="connsiteX300" fmla="*/ 6024488 w 7467600"/>
              <a:gd name="connsiteY300" fmla="*/ 4809903 h 6858000"/>
              <a:gd name="connsiteX301" fmla="*/ 5599771 w 7467600"/>
              <a:gd name="connsiteY301" fmla="*/ 5509652 h 6858000"/>
              <a:gd name="connsiteX302" fmla="*/ 5548843 w 7467600"/>
              <a:gd name="connsiteY302" fmla="*/ 5563845 h 6858000"/>
              <a:gd name="connsiteX303" fmla="*/ 5940952 w 7467600"/>
              <a:gd name="connsiteY303" fmla="*/ 6250028 h 6858000"/>
              <a:gd name="connsiteX304" fmla="*/ 6043441 w 7467600"/>
              <a:gd name="connsiteY304" fmla="*/ 6665847 h 6858000"/>
              <a:gd name="connsiteX305" fmla="*/ 6093432 w 7467600"/>
              <a:gd name="connsiteY305" fmla="*/ 6858000 h 6858000"/>
              <a:gd name="connsiteX306" fmla="*/ 6034344 w 7467600"/>
              <a:gd name="connsiteY306" fmla="*/ 6858000 h 6858000"/>
              <a:gd name="connsiteX307" fmla="*/ 6026679 w 7467600"/>
              <a:gd name="connsiteY307" fmla="*/ 6836959 h 6858000"/>
              <a:gd name="connsiteX308" fmla="*/ 5800441 w 7467600"/>
              <a:gd name="connsiteY308" fmla="*/ 6335286 h 6858000"/>
              <a:gd name="connsiteX309" fmla="*/ 5526562 w 7467600"/>
              <a:gd name="connsiteY309" fmla="*/ 5705388 h 6858000"/>
              <a:gd name="connsiteX310" fmla="*/ 5519640 w 7467600"/>
              <a:gd name="connsiteY310" fmla="*/ 5683774 h 6858000"/>
              <a:gd name="connsiteX311" fmla="*/ 5844559 w 7467600"/>
              <a:gd name="connsiteY311" fmla="*/ 6553349 h 6858000"/>
              <a:gd name="connsiteX312" fmla="*/ 5975994 w 7467600"/>
              <a:gd name="connsiteY312" fmla="*/ 6858000 h 6858000"/>
              <a:gd name="connsiteX313" fmla="*/ 5898547 w 7467600"/>
              <a:gd name="connsiteY313" fmla="*/ 6858000 h 6858000"/>
              <a:gd name="connsiteX314" fmla="*/ 5682041 w 7467600"/>
              <a:gd name="connsiteY314" fmla="*/ 6355860 h 6858000"/>
              <a:gd name="connsiteX315" fmla="*/ 5461758 w 7467600"/>
              <a:gd name="connsiteY315" fmla="*/ 5820220 h 6858000"/>
              <a:gd name="connsiteX316" fmla="*/ 5237282 w 7467600"/>
              <a:gd name="connsiteY316" fmla="*/ 6579086 h 6858000"/>
              <a:gd name="connsiteX317" fmla="*/ 5115009 w 7467600"/>
              <a:gd name="connsiteY317" fmla="*/ 6858000 h 6858000"/>
              <a:gd name="connsiteX318" fmla="*/ 5028074 w 7467600"/>
              <a:gd name="connsiteY318" fmla="*/ 6858000 h 6858000"/>
              <a:gd name="connsiteX319" fmla="*/ 5079508 w 7467600"/>
              <a:gd name="connsiteY319" fmla="*/ 6749074 h 6858000"/>
              <a:gd name="connsiteX320" fmla="*/ 5371846 w 7467600"/>
              <a:gd name="connsiteY320" fmla="*/ 5924413 h 6858000"/>
              <a:gd name="connsiteX321" fmla="*/ 5270512 w 7467600"/>
              <a:gd name="connsiteY321" fmla="*/ 6138975 h 6858000"/>
              <a:gd name="connsiteX322" fmla="*/ 5062409 w 7467600"/>
              <a:gd name="connsiteY322" fmla="*/ 6653544 h 6858000"/>
              <a:gd name="connsiteX323" fmla="*/ 5036628 w 7467600"/>
              <a:gd name="connsiteY323" fmla="*/ 6754247 h 6858000"/>
              <a:gd name="connsiteX324" fmla="*/ 5009112 w 7467600"/>
              <a:gd name="connsiteY324" fmla="*/ 6858000 h 6858000"/>
              <a:gd name="connsiteX325" fmla="*/ 4976679 w 7467600"/>
              <a:gd name="connsiteY325" fmla="*/ 6858000 h 6858000"/>
              <a:gd name="connsiteX326" fmla="*/ 5006537 w 7467600"/>
              <a:gd name="connsiteY326" fmla="*/ 6747068 h 6858000"/>
              <a:gd name="connsiteX327" fmla="*/ 5032723 w 7467600"/>
              <a:gd name="connsiteY327" fmla="*/ 6644957 h 6858000"/>
              <a:gd name="connsiteX328" fmla="*/ 5242949 w 7467600"/>
              <a:gd name="connsiteY328" fmla="*/ 6125175 h 6858000"/>
              <a:gd name="connsiteX329" fmla="*/ 5286321 w 7467600"/>
              <a:gd name="connsiteY329" fmla="*/ 6033555 h 6858000"/>
              <a:gd name="connsiteX330" fmla="*/ 5008210 w 7467600"/>
              <a:gd name="connsiteY330" fmla="*/ 6649194 h 6858000"/>
              <a:gd name="connsiteX331" fmla="*/ 4986321 w 7467600"/>
              <a:gd name="connsiteY331" fmla="*/ 6765687 h 6858000"/>
              <a:gd name="connsiteX332" fmla="*/ 4973474 w 7467600"/>
              <a:gd name="connsiteY332" fmla="*/ 6858000 h 6858000"/>
              <a:gd name="connsiteX333" fmla="*/ 4907178 w 7467600"/>
              <a:gd name="connsiteY333" fmla="*/ 6858000 h 6858000"/>
              <a:gd name="connsiteX334" fmla="*/ 4910810 w 7467600"/>
              <a:gd name="connsiteY334" fmla="*/ 6829660 h 6858000"/>
              <a:gd name="connsiteX335" fmla="*/ 4987461 w 7467600"/>
              <a:gd name="connsiteY335" fmla="*/ 6432994 h 6858000"/>
              <a:gd name="connsiteX336" fmla="*/ 5179262 w 7467600"/>
              <a:gd name="connsiteY336" fmla="*/ 6035044 h 6858000"/>
              <a:gd name="connsiteX337" fmla="*/ 4689678 w 7467600"/>
              <a:gd name="connsiteY337" fmla="*/ 6440241 h 6858000"/>
              <a:gd name="connsiteX338" fmla="*/ 4477543 w 7467600"/>
              <a:gd name="connsiteY338" fmla="*/ 6674836 h 6858000"/>
              <a:gd name="connsiteX339" fmla="*/ 4329957 w 7467600"/>
              <a:gd name="connsiteY339" fmla="*/ 6858000 h 6858000"/>
              <a:gd name="connsiteX340" fmla="*/ 4218595 w 7467600"/>
              <a:gd name="connsiteY340" fmla="*/ 6858000 h 6858000"/>
              <a:gd name="connsiteX341" fmla="*/ 4368888 w 7467600"/>
              <a:gd name="connsiteY341" fmla="*/ 6668412 h 6858000"/>
              <a:gd name="connsiteX342" fmla="*/ 4563091 w 7467600"/>
              <a:gd name="connsiteY342" fmla="*/ 6442508 h 6858000"/>
              <a:gd name="connsiteX343" fmla="*/ 5387324 w 7467600"/>
              <a:gd name="connsiteY343" fmla="*/ 5705830 h 6858000"/>
              <a:gd name="connsiteX344" fmla="*/ 5073620 w 7467600"/>
              <a:gd name="connsiteY344" fmla="*/ 5955437 h 6858000"/>
              <a:gd name="connsiteX345" fmla="*/ 4689789 w 7467600"/>
              <a:gd name="connsiteY345" fmla="*/ 6268382 h 6858000"/>
              <a:gd name="connsiteX346" fmla="*/ 4418722 w 7467600"/>
              <a:gd name="connsiteY346" fmla="*/ 6570886 h 6858000"/>
              <a:gd name="connsiteX347" fmla="*/ 4214944 w 7467600"/>
              <a:gd name="connsiteY347" fmla="*/ 6858000 h 6858000"/>
              <a:gd name="connsiteX348" fmla="*/ 4177898 w 7467600"/>
              <a:gd name="connsiteY348" fmla="*/ 6858000 h 6858000"/>
              <a:gd name="connsiteX349" fmla="*/ 4391597 w 7467600"/>
              <a:gd name="connsiteY349" fmla="*/ 6556370 h 6858000"/>
              <a:gd name="connsiteX350" fmla="*/ 4668889 w 7467600"/>
              <a:gd name="connsiteY350" fmla="*/ 6246399 h 6858000"/>
              <a:gd name="connsiteX351" fmla="*/ 5055427 w 7467600"/>
              <a:gd name="connsiteY351" fmla="*/ 5931476 h 6858000"/>
              <a:gd name="connsiteX352" fmla="*/ 5371814 w 7467600"/>
              <a:gd name="connsiteY352" fmla="*/ 5678975 h 6858000"/>
              <a:gd name="connsiteX353" fmla="*/ 4987918 w 7467600"/>
              <a:gd name="connsiteY353" fmla="*/ 5838701 h 6858000"/>
              <a:gd name="connsiteX354" fmla="*/ 4317146 w 7467600"/>
              <a:gd name="connsiteY354" fmla="*/ 6587716 h 6858000"/>
              <a:gd name="connsiteX355" fmla="*/ 4171627 w 7467600"/>
              <a:gd name="connsiteY355" fmla="*/ 6858000 h 6858000"/>
              <a:gd name="connsiteX356" fmla="*/ 4081585 w 7467600"/>
              <a:gd name="connsiteY356" fmla="*/ 6858000 h 6858000"/>
              <a:gd name="connsiteX357" fmla="*/ 4238603 w 7467600"/>
              <a:gd name="connsiteY357" fmla="*/ 6559341 h 6858000"/>
              <a:gd name="connsiteX358" fmla="*/ 4778333 w 7467600"/>
              <a:gd name="connsiteY358" fmla="*/ 5873626 h 6858000"/>
              <a:gd name="connsiteX359" fmla="*/ 5414185 w 7467600"/>
              <a:gd name="connsiteY359" fmla="*/ 5573882 h 6858000"/>
              <a:gd name="connsiteX360" fmla="*/ 5959648 w 7467600"/>
              <a:gd name="connsiteY360" fmla="*/ 4760797 h 6858000"/>
              <a:gd name="connsiteX361" fmla="*/ 5355019 w 7467600"/>
              <a:gd name="connsiteY361" fmla="*/ 4734672 h 6858000"/>
              <a:gd name="connsiteX362" fmla="*/ 5083565 w 7467600"/>
              <a:gd name="connsiteY362" fmla="*/ 5179121 h 6858000"/>
              <a:gd name="connsiteX363" fmla="*/ 4713577 w 7467600"/>
              <a:gd name="connsiteY363" fmla="*/ 5616803 h 6858000"/>
              <a:gd name="connsiteX364" fmla="*/ 3989559 w 7467600"/>
              <a:gd name="connsiteY364" fmla="*/ 6145945 h 6858000"/>
              <a:gd name="connsiteX365" fmla="*/ 3939824 w 7467600"/>
              <a:gd name="connsiteY365" fmla="*/ 6066900 h 6858000"/>
              <a:gd name="connsiteX366" fmla="*/ 4584537 w 7467600"/>
              <a:gd name="connsiteY366" fmla="*/ 5324826 h 6858000"/>
              <a:gd name="connsiteX367" fmla="*/ 5037105 w 7467600"/>
              <a:gd name="connsiteY367" fmla="*/ 5088765 h 6858000"/>
              <a:gd name="connsiteX368" fmla="*/ 5039930 w 7467600"/>
              <a:gd name="connsiteY368" fmla="*/ 5089585 h 6858000"/>
              <a:gd name="connsiteX369" fmla="*/ 5263764 w 7467600"/>
              <a:gd name="connsiteY369" fmla="*/ 4735525 h 6858000"/>
              <a:gd name="connsiteX370" fmla="*/ 4086300 w 7467600"/>
              <a:gd name="connsiteY370" fmla="*/ 4884599 h 6858000"/>
              <a:gd name="connsiteX371" fmla="*/ 4085485 w 7467600"/>
              <a:gd name="connsiteY371" fmla="*/ 4899070 h 6858000"/>
              <a:gd name="connsiteX372" fmla="*/ 3871915 w 7467600"/>
              <a:gd name="connsiteY372" fmla="*/ 5253645 h 6858000"/>
              <a:gd name="connsiteX373" fmla="*/ 3799374 w 7467600"/>
              <a:gd name="connsiteY373" fmla="*/ 5466127 h 6858000"/>
              <a:gd name="connsiteX374" fmla="*/ 3498850 w 7467600"/>
              <a:gd name="connsiteY374" fmla="*/ 6661888 h 6858000"/>
              <a:gd name="connsiteX375" fmla="*/ 3399216 w 7467600"/>
              <a:gd name="connsiteY375" fmla="*/ 6858000 h 6858000"/>
              <a:gd name="connsiteX376" fmla="*/ 3303688 w 7467600"/>
              <a:gd name="connsiteY376" fmla="*/ 6858000 h 6858000"/>
              <a:gd name="connsiteX377" fmla="*/ 3391774 w 7467600"/>
              <a:gd name="connsiteY377" fmla="*/ 6697181 h 6858000"/>
              <a:gd name="connsiteX378" fmla="*/ 3735540 w 7467600"/>
              <a:gd name="connsiteY378" fmla="*/ 5546923 h 6858000"/>
              <a:gd name="connsiteX379" fmla="*/ 3729438 w 7467600"/>
              <a:gd name="connsiteY379" fmla="*/ 5569058 h 6858000"/>
              <a:gd name="connsiteX380" fmla="*/ 3707782 w 7467600"/>
              <a:gd name="connsiteY380" fmla="*/ 5644908 h 6858000"/>
              <a:gd name="connsiteX381" fmla="*/ 3583827 w 7467600"/>
              <a:gd name="connsiteY381" fmla="*/ 6039215 h 6858000"/>
              <a:gd name="connsiteX382" fmla="*/ 3547861 w 7467600"/>
              <a:gd name="connsiteY382" fmla="*/ 6129609 h 6858000"/>
              <a:gd name="connsiteX383" fmla="*/ 3490905 w 7467600"/>
              <a:gd name="connsiteY383" fmla="*/ 6277660 h 6858000"/>
              <a:gd name="connsiteX384" fmla="*/ 3455859 w 7467600"/>
              <a:gd name="connsiteY384" fmla="*/ 6391301 h 6858000"/>
              <a:gd name="connsiteX385" fmla="*/ 3429112 w 7467600"/>
              <a:gd name="connsiteY385" fmla="*/ 6479469 h 6858000"/>
              <a:gd name="connsiteX386" fmla="*/ 3304862 w 7467600"/>
              <a:gd name="connsiteY386" fmla="*/ 6796476 h 6858000"/>
              <a:gd name="connsiteX387" fmla="*/ 3276071 w 7467600"/>
              <a:gd name="connsiteY387" fmla="*/ 6858000 h 6858000"/>
              <a:gd name="connsiteX388" fmla="*/ 3240805 w 7467600"/>
              <a:gd name="connsiteY388" fmla="*/ 6858000 h 6858000"/>
              <a:gd name="connsiteX389" fmla="*/ 3275917 w 7467600"/>
              <a:gd name="connsiteY389" fmla="*/ 6783192 h 6858000"/>
              <a:gd name="connsiteX390" fmla="*/ 3399358 w 7467600"/>
              <a:gd name="connsiteY390" fmla="*/ 6469011 h 6858000"/>
              <a:gd name="connsiteX391" fmla="*/ 3425650 w 7467600"/>
              <a:gd name="connsiteY391" fmla="*/ 6381333 h 6858000"/>
              <a:gd name="connsiteX392" fmla="*/ 3460661 w 7467600"/>
              <a:gd name="connsiteY392" fmla="*/ 6266763 h 6858000"/>
              <a:gd name="connsiteX393" fmla="*/ 3518021 w 7467600"/>
              <a:gd name="connsiteY393" fmla="*/ 6117298 h 6858000"/>
              <a:gd name="connsiteX394" fmla="*/ 3554035 w 7467600"/>
              <a:gd name="connsiteY394" fmla="*/ 6027832 h 6858000"/>
              <a:gd name="connsiteX395" fmla="*/ 3677174 w 7467600"/>
              <a:gd name="connsiteY395" fmla="*/ 5636351 h 6858000"/>
              <a:gd name="connsiteX396" fmla="*/ 3698819 w 7467600"/>
              <a:gd name="connsiteY396" fmla="*/ 5560503 h 6858000"/>
              <a:gd name="connsiteX397" fmla="*/ 3702094 w 7467600"/>
              <a:gd name="connsiteY397" fmla="*/ 5549194 h 6858000"/>
              <a:gd name="connsiteX398" fmla="*/ 3398355 w 7467600"/>
              <a:gd name="connsiteY398" fmla="*/ 6094603 h 6858000"/>
              <a:gd name="connsiteX399" fmla="*/ 3193941 w 7467600"/>
              <a:gd name="connsiteY399" fmla="*/ 6798775 h 6858000"/>
              <a:gd name="connsiteX400" fmla="*/ 3184140 w 7467600"/>
              <a:gd name="connsiteY400" fmla="*/ 6858000 h 6858000"/>
              <a:gd name="connsiteX401" fmla="*/ 3099978 w 7467600"/>
              <a:gd name="connsiteY401" fmla="*/ 6858000 h 6858000"/>
              <a:gd name="connsiteX402" fmla="*/ 3101556 w 7467600"/>
              <a:gd name="connsiteY402" fmla="*/ 6843337 h 6858000"/>
              <a:gd name="connsiteX403" fmla="*/ 3370162 w 7467600"/>
              <a:gd name="connsiteY403" fmla="*/ 5785550 h 6858000"/>
              <a:gd name="connsiteX404" fmla="*/ 3746477 w 7467600"/>
              <a:gd name="connsiteY404" fmla="*/ 5377889 h 6858000"/>
              <a:gd name="connsiteX405" fmla="*/ 3863399 w 7467600"/>
              <a:gd name="connsiteY405" fmla="*/ 5087257 h 6858000"/>
              <a:gd name="connsiteX406" fmla="*/ 3968712 w 7467600"/>
              <a:gd name="connsiteY406" fmla="*/ 4913989 h 6858000"/>
              <a:gd name="connsiteX407" fmla="*/ 2792390 w 7467600"/>
              <a:gd name="connsiteY407" fmla="*/ 5382974 h 6858000"/>
              <a:gd name="connsiteX408" fmla="*/ 2714982 w 7467600"/>
              <a:gd name="connsiteY408" fmla="*/ 5427051 h 6858000"/>
              <a:gd name="connsiteX409" fmla="*/ 2813361 w 7467600"/>
              <a:gd name="connsiteY409" fmla="*/ 6023912 h 6858000"/>
              <a:gd name="connsiteX410" fmla="*/ 2688430 w 7467600"/>
              <a:gd name="connsiteY410" fmla="*/ 6801564 h 6858000"/>
              <a:gd name="connsiteX411" fmla="*/ 2629626 w 7467600"/>
              <a:gd name="connsiteY411" fmla="*/ 6763394 h 6858000"/>
              <a:gd name="connsiteX412" fmla="*/ 2565328 w 7467600"/>
              <a:gd name="connsiteY412" fmla="*/ 5516399 h 6858000"/>
              <a:gd name="connsiteX413" fmla="*/ 1922999 w 7467600"/>
              <a:gd name="connsiteY413" fmla="*/ 5980343 h 6858000"/>
              <a:gd name="connsiteX414" fmla="*/ 1950261 w 7467600"/>
              <a:gd name="connsiteY414" fmla="*/ 6405858 h 6858000"/>
              <a:gd name="connsiteX415" fmla="*/ 2365554 w 7467600"/>
              <a:gd name="connsiteY415" fmla="*/ 6759107 h 6858000"/>
              <a:gd name="connsiteX416" fmla="*/ 2424142 w 7467600"/>
              <a:gd name="connsiteY416" fmla="*/ 6858000 h 6858000"/>
              <a:gd name="connsiteX417" fmla="*/ 2395994 w 7467600"/>
              <a:gd name="connsiteY417" fmla="*/ 6858000 h 6858000"/>
              <a:gd name="connsiteX418" fmla="*/ 2392863 w 7467600"/>
              <a:gd name="connsiteY418" fmla="*/ 6852964 h 6858000"/>
              <a:gd name="connsiteX419" fmla="*/ 2017589 w 7467600"/>
              <a:gd name="connsiteY419" fmla="*/ 6493982 h 6858000"/>
              <a:gd name="connsiteX420" fmla="*/ 2147336 w 7467600"/>
              <a:gd name="connsiteY420" fmla="*/ 6594052 h 6858000"/>
              <a:gd name="connsiteX421" fmla="*/ 2207047 w 7467600"/>
              <a:gd name="connsiteY421" fmla="*/ 6654540 h 6858000"/>
              <a:gd name="connsiteX422" fmla="*/ 2299106 w 7467600"/>
              <a:gd name="connsiteY422" fmla="*/ 6778931 h 6858000"/>
              <a:gd name="connsiteX423" fmla="*/ 2314430 w 7467600"/>
              <a:gd name="connsiteY423" fmla="*/ 6801144 h 6858000"/>
              <a:gd name="connsiteX424" fmla="*/ 2352406 w 7467600"/>
              <a:gd name="connsiteY424" fmla="*/ 6858000 h 6858000"/>
              <a:gd name="connsiteX425" fmla="*/ 2314492 w 7467600"/>
              <a:gd name="connsiteY425" fmla="*/ 6858000 h 6858000"/>
              <a:gd name="connsiteX426" fmla="*/ 2288095 w 7467600"/>
              <a:gd name="connsiteY426" fmla="*/ 6818030 h 6858000"/>
              <a:gd name="connsiteX427" fmla="*/ 2272768 w 7467600"/>
              <a:gd name="connsiteY427" fmla="*/ 6795822 h 6858000"/>
              <a:gd name="connsiteX428" fmla="*/ 2182715 w 7467600"/>
              <a:gd name="connsiteY428" fmla="*/ 6675071 h 6858000"/>
              <a:gd name="connsiteX429" fmla="*/ 2032061 w 7467600"/>
              <a:gd name="connsiteY429" fmla="*/ 6541380 h 6858000"/>
              <a:gd name="connsiteX430" fmla="*/ 2257220 w 7467600"/>
              <a:gd name="connsiteY430" fmla="*/ 6826257 h 6858000"/>
              <a:gd name="connsiteX431" fmla="*/ 2281324 w 7467600"/>
              <a:gd name="connsiteY431" fmla="*/ 6858000 h 6858000"/>
              <a:gd name="connsiteX432" fmla="*/ 2242860 w 7467600"/>
              <a:gd name="connsiteY432" fmla="*/ 6858000 h 6858000"/>
              <a:gd name="connsiteX433" fmla="*/ 2232818 w 7467600"/>
              <a:gd name="connsiteY433" fmla="*/ 6844926 h 6858000"/>
              <a:gd name="connsiteX434" fmla="*/ 1990172 w 7467600"/>
              <a:gd name="connsiteY434" fmla="*/ 6542121 h 6858000"/>
              <a:gd name="connsiteX435" fmla="*/ 2124090 w 7467600"/>
              <a:gd name="connsiteY435" fmla="*/ 6761017 h 6858000"/>
              <a:gd name="connsiteX436" fmla="*/ 2200380 w 7467600"/>
              <a:gd name="connsiteY436" fmla="*/ 6858000 h 6858000"/>
              <a:gd name="connsiteX437" fmla="*/ 2147507 w 7467600"/>
              <a:gd name="connsiteY437" fmla="*/ 6858000 h 6858000"/>
              <a:gd name="connsiteX438" fmla="*/ 2070668 w 7467600"/>
              <a:gd name="connsiteY438" fmla="*/ 6761520 h 6858000"/>
              <a:gd name="connsiteX439" fmla="*/ 1975142 w 7467600"/>
              <a:gd name="connsiteY439" fmla="*/ 6585570 h 6858000"/>
              <a:gd name="connsiteX440" fmla="*/ 2050035 w 7467600"/>
              <a:gd name="connsiteY440" fmla="*/ 6813345 h 6858000"/>
              <a:gd name="connsiteX441" fmla="*/ 2063025 w 7467600"/>
              <a:gd name="connsiteY441" fmla="*/ 6858000 h 6858000"/>
              <a:gd name="connsiteX442" fmla="*/ 2021675 w 7467600"/>
              <a:gd name="connsiteY442" fmla="*/ 6858000 h 6858000"/>
              <a:gd name="connsiteX443" fmla="*/ 2019308 w 7467600"/>
              <a:gd name="connsiteY443" fmla="*/ 6847118 h 6858000"/>
              <a:gd name="connsiteX444" fmla="*/ 1938835 w 7467600"/>
              <a:gd name="connsiteY444" fmla="*/ 6551160 h 6858000"/>
              <a:gd name="connsiteX445" fmla="*/ 1953230 w 7467600"/>
              <a:gd name="connsiteY445" fmla="*/ 6759699 h 6858000"/>
              <a:gd name="connsiteX446" fmla="*/ 1956763 w 7467600"/>
              <a:gd name="connsiteY446" fmla="*/ 6778191 h 6858000"/>
              <a:gd name="connsiteX447" fmla="*/ 1967925 w 7467600"/>
              <a:gd name="connsiteY447" fmla="*/ 6858000 h 6858000"/>
              <a:gd name="connsiteX448" fmla="*/ 1936622 w 7467600"/>
              <a:gd name="connsiteY448" fmla="*/ 6858000 h 6858000"/>
              <a:gd name="connsiteX449" fmla="*/ 1926261 w 7467600"/>
              <a:gd name="connsiteY449" fmla="*/ 6784064 h 6858000"/>
              <a:gd name="connsiteX450" fmla="*/ 1922724 w 7467600"/>
              <a:gd name="connsiteY450" fmla="*/ 6765577 h 6858000"/>
              <a:gd name="connsiteX451" fmla="*/ 1904650 w 7467600"/>
              <a:gd name="connsiteY451" fmla="*/ 6639616 h 6858000"/>
              <a:gd name="connsiteX452" fmla="*/ 1885273 w 7467600"/>
              <a:gd name="connsiteY452" fmla="*/ 6858000 h 6858000"/>
              <a:gd name="connsiteX453" fmla="*/ 1854363 w 7467600"/>
              <a:gd name="connsiteY453" fmla="*/ 6858000 h 6858000"/>
              <a:gd name="connsiteX454" fmla="*/ 1880391 w 7467600"/>
              <a:gd name="connsiteY454" fmla="*/ 6603796 h 6858000"/>
              <a:gd name="connsiteX455" fmla="*/ 1818273 w 7467600"/>
              <a:gd name="connsiteY455" fmla="*/ 6715729 h 6858000"/>
              <a:gd name="connsiteX456" fmla="*/ 1794691 w 7467600"/>
              <a:gd name="connsiteY456" fmla="*/ 6843239 h 6858000"/>
              <a:gd name="connsiteX457" fmla="*/ 1794914 w 7467600"/>
              <a:gd name="connsiteY457" fmla="*/ 6858000 h 6858000"/>
              <a:gd name="connsiteX458" fmla="*/ 1746128 w 7467600"/>
              <a:gd name="connsiteY458" fmla="*/ 6858000 h 6858000"/>
              <a:gd name="connsiteX459" fmla="*/ 1753934 w 7467600"/>
              <a:gd name="connsiteY459" fmla="*/ 6724796 h 6858000"/>
              <a:gd name="connsiteX460" fmla="*/ 1792053 w 7467600"/>
              <a:gd name="connsiteY460" fmla="*/ 6572396 h 6858000"/>
              <a:gd name="connsiteX461" fmla="*/ 1862248 w 7467600"/>
              <a:gd name="connsiteY461" fmla="*/ 6266397 h 6858000"/>
              <a:gd name="connsiteX462" fmla="*/ 1862250 w 7467600"/>
              <a:gd name="connsiteY462" fmla="*/ 6033531 h 6858000"/>
              <a:gd name="connsiteX463" fmla="*/ 1211999 w 7467600"/>
              <a:gd name="connsiteY463" fmla="*/ 6683610 h 6858000"/>
              <a:gd name="connsiteX464" fmla="*/ 1213266 w 7467600"/>
              <a:gd name="connsiteY464" fmla="*/ 6691947 h 6858000"/>
              <a:gd name="connsiteX465" fmla="*/ 1203370 w 7467600"/>
              <a:gd name="connsiteY465" fmla="*/ 6850676 h 6858000"/>
              <a:gd name="connsiteX466" fmla="*/ 1203671 w 7467600"/>
              <a:gd name="connsiteY466" fmla="*/ 6858000 h 6858000"/>
              <a:gd name="connsiteX467" fmla="*/ 1143180 w 7467600"/>
              <a:gd name="connsiteY467" fmla="*/ 6858000 h 6858000"/>
              <a:gd name="connsiteX468" fmla="*/ 1142176 w 7467600"/>
              <a:gd name="connsiteY468" fmla="*/ 6766045 h 6858000"/>
              <a:gd name="connsiteX469" fmla="*/ 1067484 w 7467600"/>
              <a:gd name="connsiteY469" fmla="*/ 6858000 h 6858000"/>
              <a:gd name="connsiteX470" fmla="*/ 953928 w 7467600"/>
              <a:gd name="connsiteY470" fmla="*/ 6858000 h 6858000"/>
              <a:gd name="connsiteX471" fmla="*/ 959715 w 7467600"/>
              <a:gd name="connsiteY471" fmla="*/ 6850185 h 6858000"/>
              <a:gd name="connsiteX472" fmla="*/ 1483788 w 7467600"/>
              <a:gd name="connsiteY472" fmla="*/ 6259174 h 6858000"/>
              <a:gd name="connsiteX473" fmla="*/ 1100671 w 7467600"/>
              <a:gd name="connsiteY473" fmla="*/ 6252137 h 6858000"/>
              <a:gd name="connsiteX474" fmla="*/ 1090144 w 7467600"/>
              <a:gd name="connsiteY474" fmla="*/ 6256748 h 6858000"/>
              <a:gd name="connsiteX475" fmla="*/ 1095872 w 7467600"/>
              <a:gd name="connsiteY475" fmla="*/ 6271892 h 6858000"/>
              <a:gd name="connsiteX476" fmla="*/ 262785 w 7467600"/>
              <a:gd name="connsiteY476" fmla="*/ 6845450 h 6858000"/>
              <a:gd name="connsiteX477" fmla="*/ 209968 w 7467600"/>
              <a:gd name="connsiteY477" fmla="*/ 6770713 h 6858000"/>
              <a:gd name="connsiteX478" fmla="*/ 873460 w 7467600"/>
              <a:gd name="connsiteY478" fmla="*/ 6253768 h 6858000"/>
              <a:gd name="connsiteX479" fmla="*/ 192686 w 7467600"/>
              <a:gd name="connsiteY479" fmla="*/ 5849257 h 6858000"/>
              <a:gd name="connsiteX480" fmla="*/ 4696 w 7467600"/>
              <a:gd name="connsiteY480" fmla="*/ 5697668 h 6858000"/>
              <a:gd name="connsiteX481" fmla="*/ 0 w 7467600"/>
              <a:gd name="connsiteY481" fmla="*/ 5689984 h 6858000"/>
              <a:gd name="connsiteX482" fmla="*/ 0 w 7467600"/>
              <a:gd name="connsiteY482" fmla="*/ 5513472 h 6858000"/>
              <a:gd name="connsiteX483" fmla="*/ 174101 w 7467600"/>
              <a:gd name="connsiteY483" fmla="*/ 5620277 h 6858000"/>
              <a:gd name="connsiteX484" fmla="*/ 891800 w 7467600"/>
              <a:gd name="connsiteY484" fmla="*/ 6036935 h 6858000"/>
              <a:gd name="connsiteX485" fmla="*/ 1072219 w 7467600"/>
              <a:gd name="connsiteY485" fmla="*/ 6169443 h 6858000"/>
              <a:gd name="connsiteX486" fmla="*/ 1074117 w 7467600"/>
              <a:gd name="connsiteY486" fmla="*/ 6170301 h 6858000"/>
              <a:gd name="connsiteX487" fmla="*/ 1083114 w 7467600"/>
              <a:gd name="connsiteY487" fmla="*/ 6174131 h 6858000"/>
              <a:gd name="connsiteX488" fmla="*/ 1543010 w 7467600"/>
              <a:gd name="connsiteY488" fmla="*/ 6191140 h 6858000"/>
              <a:gd name="connsiteX489" fmla="*/ 1551080 w 7467600"/>
              <a:gd name="connsiteY489" fmla="*/ 6195006 h 6858000"/>
              <a:gd name="connsiteX490" fmla="*/ 2345443 w 7467600"/>
              <a:gd name="connsiteY490" fmla="*/ 5549882 h 6858000"/>
              <a:gd name="connsiteX491" fmla="*/ 1721499 w 7467600"/>
              <a:gd name="connsiteY491" fmla="*/ 5599969 h 6858000"/>
              <a:gd name="connsiteX492" fmla="*/ 767716 w 7467600"/>
              <a:gd name="connsiteY492" fmla="*/ 5472768 h 6858000"/>
              <a:gd name="connsiteX493" fmla="*/ 722147 w 7467600"/>
              <a:gd name="connsiteY493" fmla="*/ 5393091 h 6858000"/>
              <a:gd name="connsiteX494" fmla="*/ 1485552 w 7467600"/>
              <a:gd name="connsiteY494" fmla="*/ 5313202 h 6858000"/>
              <a:gd name="connsiteX495" fmla="*/ 2143004 w 7467600"/>
              <a:gd name="connsiteY495" fmla="*/ 5402420 h 6858000"/>
              <a:gd name="connsiteX496" fmla="*/ 1933391 w 7467600"/>
              <a:gd name="connsiteY496" fmla="*/ 5156971 h 6858000"/>
              <a:gd name="connsiteX497" fmla="*/ 1827118 w 7467600"/>
              <a:gd name="connsiteY497" fmla="*/ 4968410 h 6858000"/>
              <a:gd name="connsiteX498" fmla="*/ 1837349 w 7467600"/>
              <a:gd name="connsiteY498" fmla="*/ 4956357 h 6858000"/>
              <a:gd name="connsiteX499" fmla="*/ 2162835 w 7467600"/>
              <a:gd name="connsiteY499" fmla="*/ 5187853 h 6858000"/>
              <a:gd name="connsiteX500" fmla="*/ 2257167 w 7467600"/>
              <a:gd name="connsiteY500" fmla="*/ 5462123 h 6858000"/>
              <a:gd name="connsiteX501" fmla="*/ 2261598 w 7467600"/>
              <a:gd name="connsiteY501" fmla="*/ 5467998 h 6858000"/>
              <a:gd name="connsiteX502" fmla="*/ 2437177 w 7467600"/>
              <a:gd name="connsiteY502" fmla="*/ 5479608 h 6858000"/>
              <a:gd name="connsiteX503" fmla="*/ 2445247 w 7467600"/>
              <a:gd name="connsiteY503" fmla="*/ 5483476 h 6858000"/>
              <a:gd name="connsiteX504" fmla="*/ 2743626 w 7467600"/>
              <a:gd name="connsiteY504" fmla="*/ 5304819 h 6858000"/>
              <a:gd name="connsiteX505" fmla="*/ 3048102 w 7467600"/>
              <a:gd name="connsiteY505" fmla="*/ 5150595 h 6858000"/>
              <a:gd name="connsiteX506" fmla="*/ 1799414 w 7467600"/>
              <a:gd name="connsiteY506" fmla="*/ 4694732 h 6858000"/>
              <a:gd name="connsiteX507" fmla="*/ 1771735 w 7467600"/>
              <a:gd name="connsiteY507" fmla="*/ 4619929 h 6858000"/>
              <a:gd name="connsiteX508" fmla="*/ 3104273 w 7467600"/>
              <a:gd name="connsiteY508" fmla="*/ 5076159 h 6858000"/>
              <a:gd name="connsiteX509" fmla="*/ 3113245 w 7467600"/>
              <a:gd name="connsiteY509" fmla="*/ 5090705 h 6858000"/>
              <a:gd name="connsiteX510" fmla="*/ 3126294 w 7467600"/>
              <a:gd name="connsiteY510" fmla="*/ 5114400 h 6858000"/>
              <a:gd name="connsiteX511" fmla="*/ 3937433 w 7467600"/>
              <a:gd name="connsiteY511" fmla="*/ 4830473 h 6858000"/>
              <a:gd name="connsiteX512" fmla="*/ 3590475 w 7467600"/>
              <a:gd name="connsiteY512" fmla="*/ 4597974 h 6858000"/>
              <a:gd name="connsiteX513" fmla="*/ 3100264 w 7467600"/>
              <a:gd name="connsiteY513" fmla="*/ 4579845 h 6858000"/>
              <a:gd name="connsiteX514" fmla="*/ 2183576 w 7467600"/>
              <a:gd name="connsiteY514" fmla="*/ 4227150 h 6858000"/>
              <a:gd name="connsiteX515" fmla="*/ 2151029 w 7467600"/>
              <a:gd name="connsiteY515" fmla="*/ 4146947 h 6858000"/>
              <a:gd name="connsiteX516" fmla="*/ 3563434 w 7467600"/>
              <a:gd name="connsiteY516" fmla="*/ 4469115 h 6858000"/>
              <a:gd name="connsiteX517" fmla="*/ 3177952 w 7467600"/>
              <a:gd name="connsiteY517" fmla="*/ 3657386 h 6858000"/>
              <a:gd name="connsiteX518" fmla="*/ 3189263 w 7467600"/>
              <a:gd name="connsiteY518" fmla="*/ 3625726 h 6858000"/>
              <a:gd name="connsiteX519" fmla="*/ 3560912 w 7467600"/>
              <a:gd name="connsiteY519" fmla="*/ 4079863 h 6858000"/>
              <a:gd name="connsiteX520" fmla="*/ 3626636 w 7467600"/>
              <a:gd name="connsiteY520" fmla="*/ 4512230 h 6858000"/>
              <a:gd name="connsiteX521" fmla="*/ 3653088 w 7467600"/>
              <a:gd name="connsiteY521" fmla="*/ 4521417 h 6858000"/>
              <a:gd name="connsiteX522" fmla="*/ 3988128 w 7467600"/>
              <a:gd name="connsiteY522" fmla="*/ 4817267 h 6858000"/>
              <a:gd name="connsiteX523" fmla="*/ 4830582 w 7467600"/>
              <a:gd name="connsiteY523" fmla="*/ 4676000 h 6858000"/>
              <a:gd name="connsiteX524" fmla="*/ 4830100 w 7467600"/>
              <a:gd name="connsiteY524" fmla="*/ 4675554 h 6858000"/>
              <a:gd name="connsiteX525" fmla="*/ 4036318 w 7467600"/>
              <a:gd name="connsiteY525" fmla="*/ 4147013 h 6858000"/>
              <a:gd name="connsiteX526" fmla="*/ 3432098 w 7467600"/>
              <a:gd name="connsiteY526" fmla="*/ 3537312 h 6858000"/>
              <a:gd name="connsiteX527" fmla="*/ 3446761 w 7467600"/>
              <a:gd name="connsiteY527" fmla="*/ 3461278 h 6858000"/>
              <a:gd name="connsiteX528" fmla="*/ 4419733 w 7467600"/>
              <a:gd name="connsiteY528" fmla="*/ 3963555 h 6858000"/>
              <a:gd name="connsiteX529" fmla="*/ 4781371 w 7467600"/>
              <a:gd name="connsiteY529" fmla="*/ 4458604 h 6858000"/>
              <a:gd name="connsiteX530" fmla="*/ 4780440 w 7467600"/>
              <a:gd name="connsiteY530" fmla="*/ 4470290 h 6858000"/>
              <a:gd name="connsiteX531" fmla="*/ 4898954 w 7467600"/>
              <a:gd name="connsiteY531" fmla="*/ 4662092 h 6858000"/>
              <a:gd name="connsiteX532" fmla="*/ 4900699 w 7467600"/>
              <a:gd name="connsiteY532" fmla="*/ 4670867 h 6858000"/>
              <a:gd name="connsiteX533" fmla="*/ 5714511 w 7467600"/>
              <a:gd name="connsiteY533" fmla="*/ 4663483 h 6858000"/>
              <a:gd name="connsiteX534" fmla="*/ 5464793 w 7467600"/>
              <a:gd name="connsiteY534" fmla="*/ 4393556 h 6858000"/>
              <a:gd name="connsiteX535" fmla="*/ 5461897 w 7467600"/>
              <a:gd name="connsiteY535" fmla="*/ 4390879 h 6858000"/>
              <a:gd name="connsiteX536" fmla="*/ 4294126 w 7467600"/>
              <a:gd name="connsiteY536" fmla="*/ 3303048 h 6858000"/>
              <a:gd name="connsiteX537" fmla="*/ 4305321 w 7467600"/>
              <a:gd name="connsiteY537" fmla="*/ 3256953 h 6858000"/>
              <a:gd name="connsiteX538" fmla="*/ 4949299 w 7467600"/>
              <a:gd name="connsiteY538" fmla="*/ 3766336 h 6858000"/>
              <a:gd name="connsiteX539" fmla="*/ 5291452 w 7467600"/>
              <a:gd name="connsiteY539" fmla="*/ 4076801 h 6858000"/>
              <a:gd name="connsiteX540" fmla="*/ 5434998 w 7467600"/>
              <a:gd name="connsiteY540" fmla="*/ 4254100 h 6858000"/>
              <a:gd name="connsiteX541" fmla="*/ 5351015 w 7467600"/>
              <a:gd name="connsiteY541" fmla="*/ 3760989 h 6858000"/>
              <a:gd name="connsiteX542" fmla="*/ 5413780 w 7467600"/>
              <a:gd name="connsiteY542" fmla="*/ 2966265 h 6858000"/>
              <a:gd name="connsiteX543" fmla="*/ 5425627 w 7467600"/>
              <a:gd name="connsiteY543" fmla="*/ 2954192 h 6858000"/>
              <a:gd name="connsiteX544" fmla="*/ 6604735 w 7467600"/>
              <a:gd name="connsiteY544" fmla="*/ 2041381 h 6858000"/>
              <a:gd name="connsiteX545" fmla="*/ 7204487 w 7467600"/>
              <a:gd name="connsiteY545" fmla="*/ 2742112 h 6858000"/>
              <a:gd name="connsiteX546" fmla="*/ 7131592 w 7467600"/>
              <a:gd name="connsiteY546" fmla="*/ 2672096 h 6858000"/>
              <a:gd name="connsiteX547" fmla="*/ 6996344 w 7467600"/>
              <a:gd name="connsiteY547" fmla="*/ 2518310 h 6858000"/>
              <a:gd name="connsiteX548" fmla="*/ 6735495 w 7467600"/>
              <a:gd name="connsiteY548" fmla="*/ 2196890 h 6858000"/>
              <a:gd name="connsiteX549" fmla="*/ 6721901 w 7467600"/>
              <a:gd name="connsiteY549" fmla="*/ 2179274 h 6858000"/>
              <a:gd name="connsiteX550" fmla="*/ 6604735 w 7467600"/>
              <a:gd name="connsiteY550" fmla="*/ 2041381 h 6858000"/>
              <a:gd name="connsiteX551" fmla="*/ 6591670 w 7467600"/>
              <a:gd name="connsiteY551" fmla="*/ 1988277 h 6858000"/>
              <a:gd name="connsiteX552" fmla="*/ 6747349 w 7467600"/>
              <a:gd name="connsiteY552" fmla="*/ 2160069 h 6858000"/>
              <a:gd name="connsiteX553" fmla="*/ 6760943 w 7467600"/>
              <a:gd name="connsiteY553" fmla="*/ 2177686 h 6858000"/>
              <a:gd name="connsiteX554" fmla="*/ 7021065 w 7467600"/>
              <a:gd name="connsiteY554" fmla="*/ 2498102 h 6858000"/>
              <a:gd name="connsiteX555" fmla="*/ 7155223 w 7467600"/>
              <a:gd name="connsiteY555" fmla="*/ 2650386 h 6858000"/>
              <a:gd name="connsiteX556" fmla="*/ 7203167 w 7467600"/>
              <a:gd name="connsiteY556" fmla="*/ 2697288 h 6858000"/>
              <a:gd name="connsiteX557" fmla="*/ 6937703 w 7467600"/>
              <a:gd name="connsiteY557" fmla="*/ 2321981 h 6858000"/>
              <a:gd name="connsiteX558" fmla="*/ 6591670 w 7467600"/>
              <a:gd name="connsiteY558" fmla="*/ 1988277 h 6858000"/>
              <a:gd name="connsiteX559" fmla="*/ 5798671 w 7467600"/>
              <a:gd name="connsiteY559" fmla="*/ 1981601 h 6858000"/>
              <a:gd name="connsiteX560" fmla="*/ 5754709 w 7467600"/>
              <a:gd name="connsiteY560" fmla="*/ 2071454 h 6858000"/>
              <a:gd name="connsiteX561" fmla="*/ 5763044 w 7467600"/>
              <a:gd name="connsiteY561" fmla="*/ 2842206 h 6858000"/>
              <a:gd name="connsiteX562" fmla="*/ 5764974 w 7467600"/>
              <a:gd name="connsiteY562" fmla="*/ 2799609 h 6858000"/>
              <a:gd name="connsiteX563" fmla="*/ 5767665 w 7467600"/>
              <a:gd name="connsiteY563" fmla="*/ 2666409 h 6858000"/>
              <a:gd name="connsiteX564" fmla="*/ 5763055 w 7467600"/>
              <a:gd name="connsiteY564" fmla="*/ 2579705 h 6858000"/>
              <a:gd name="connsiteX565" fmla="*/ 5758079 w 7467600"/>
              <a:gd name="connsiteY565" fmla="*/ 2492508 h 6858000"/>
              <a:gd name="connsiteX566" fmla="*/ 5779325 w 7467600"/>
              <a:gd name="connsiteY566" fmla="*/ 2197069 h 6858000"/>
              <a:gd name="connsiteX567" fmla="*/ 5798671 w 7467600"/>
              <a:gd name="connsiteY567" fmla="*/ 1981601 h 6858000"/>
              <a:gd name="connsiteX568" fmla="*/ 5829202 w 7467600"/>
              <a:gd name="connsiteY568" fmla="*/ 1971679 h 6858000"/>
              <a:gd name="connsiteX569" fmla="*/ 5809558 w 7467600"/>
              <a:gd name="connsiteY569" fmla="*/ 2198043 h 6858000"/>
              <a:gd name="connsiteX570" fmla="*/ 5788653 w 7467600"/>
              <a:gd name="connsiteY570" fmla="*/ 2489430 h 6858000"/>
              <a:gd name="connsiteX571" fmla="*/ 5793439 w 7467600"/>
              <a:gd name="connsiteY571" fmla="*/ 2575235 h 6858000"/>
              <a:gd name="connsiteX572" fmla="*/ 5796837 w 7467600"/>
              <a:gd name="connsiteY572" fmla="*/ 2637633 h 6858000"/>
              <a:gd name="connsiteX573" fmla="*/ 5818614 w 7467600"/>
              <a:gd name="connsiteY573" fmla="*/ 2473055 h 6858000"/>
              <a:gd name="connsiteX574" fmla="*/ 5829202 w 7467600"/>
              <a:gd name="connsiteY574" fmla="*/ 1971679 h 6858000"/>
              <a:gd name="connsiteX575" fmla="*/ 5911389 w 7467600"/>
              <a:gd name="connsiteY575" fmla="*/ 1898371 h 6858000"/>
              <a:gd name="connsiteX576" fmla="*/ 6237627 w 7467600"/>
              <a:gd name="connsiteY576" fmla="*/ 2231921 h 6858000"/>
              <a:gd name="connsiteX577" fmla="*/ 5911389 w 7467600"/>
              <a:gd name="connsiteY577" fmla="*/ 1898371 h 6858000"/>
              <a:gd name="connsiteX578" fmla="*/ 6944437 w 7467600"/>
              <a:gd name="connsiteY578" fmla="*/ 1575402 h 6858000"/>
              <a:gd name="connsiteX579" fmla="*/ 6304730 w 7467600"/>
              <a:gd name="connsiteY579" fmla="*/ 1766654 h 6858000"/>
              <a:gd name="connsiteX580" fmla="*/ 6944437 w 7467600"/>
              <a:gd name="connsiteY580" fmla="*/ 1575402 h 6858000"/>
              <a:gd name="connsiteX581" fmla="*/ 7019523 w 7467600"/>
              <a:gd name="connsiteY581" fmla="*/ 1519450 h 6858000"/>
              <a:gd name="connsiteX582" fmla="*/ 6298091 w 7467600"/>
              <a:gd name="connsiteY582" fmla="*/ 1737122 h 6858000"/>
              <a:gd name="connsiteX583" fmla="*/ 7019523 w 7467600"/>
              <a:gd name="connsiteY583" fmla="*/ 1519450 h 6858000"/>
              <a:gd name="connsiteX584" fmla="*/ 2399523 w 7467600"/>
              <a:gd name="connsiteY584" fmla="*/ 1428234 h 6858000"/>
              <a:gd name="connsiteX585" fmla="*/ 2224982 w 7467600"/>
              <a:gd name="connsiteY585" fmla="*/ 1826201 h 6858000"/>
              <a:gd name="connsiteX586" fmla="*/ 2096099 w 7467600"/>
              <a:gd name="connsiteY586" fmla="*/ 2345900 h 6858000"/>
              <a:gd name="connsiteX587" fmla="*/ 2283317 w 7467600"/>
              <a:gd name="connsiteY587" fmla="*/ 1796925 h 6858000"/>
              <a:gd name="connsiteX588" fmla="*/ 2399523 w 7467600"/>
              <a:gd name="connsiteY588" fmla="*/ 1428234 h 6858000"/>
              <a:gd name="connsiteX589" fmla="*/ 2448558 w 7467600"/>
              <a:gd name="connsiteY589" fmla="*/ 1373435 h 6858000"/>
              <a:gd name="connsiteX590" fmla="*/ 2312521 w 7467600"/>
              <a:gd name="connsiteY590" fmla="*/ 1806140 h 6858000"/>
              <a:gd name="connsiteX591" fmla="*/ 2127533 w 7467600"/>
              <a:gd name="connsiteY591" fmla="*/ 2348380 h 6858000"/>
              <a:gd name="connsiteX592" fmla="*/ 2358080 w 7467600"/>
              <a:gd name="connsiteY592" fmla="*/ 1866134 h 6858000"/>
              <a:gd name="connsiteX593" fmla="*/ 2407436 w 7467600"/>
              <a:gd name="connsiteY593" fmla="*/ 1651070 h 6858000"/>
              <a:gd name="connsiteX594" fmla="*/ 2448558 w 7467600"/>
              <a:gd name="connsiteY594" fmla="*/ 1373435 h 6858000"/>
              <a:gd name="connsiteX595" fmla="*/ 278707 w 7467600"/>
              <a:gd name="connsiteY595" fmla="*/ 1352270 h 6858000"/>
              <a:gd name="connsiteX596" fmla="*/ 321570 w 7467600"/>
              <a:gd name="connsiteY596" fmla="*/ 1861610 h 6858000"/>
              <a:gd name="connsiteX597" fmla="*/ 294281 w 7467600"/>
              <a:gd name="connsiteY597" fmla="*/ 1440658 h 6858000"/>
              <a:gd name="connsiteX598" fmla="*/ 278707 w 7467600"/>
              <a:gd name="connsiteY598" fmla="*/ 1352270 h 6858000"/>
              <a:gd name="connsiteX599" fmla="*/ 1423821 w 7467600"/>
              <a:gd name="connsiteY599" fmla="*/ 1351958 h 6858000"/>
              <a:gd name="connsiteX600" fmla="*/ 1638521 w 7467600"/>
              <a:gd name="connsiteY600" fmla="*/ 1908470 h 6858000"/>
              <a:gd name="connsiteX601" fmla="*/ 1754199 w 7467600"/>
              <a:gd name="connsiteY601" fmla="*/ 2149284 h 6858000"/>
              <a:gd name="connsiteX602" fmla="*/ 1908359 w 7467600"/>
              <a:gd name="connsiteY602" fmla="*/ 2364988 h 6858000"/>
              <a:gd name="connsiteX603" fmla="*/ 1647661 w 7467600"/>
              <a:gd name="connsiteY603" fmla="*/ 1825945 h 6858000"/>
              <a:gd name="connsiteX604" fmla="*/ 1423821 w 7467600"/>
              <a:gd name="connsiteY604" fmla="*/ 1351958 h 6858000"/>
              <a:gd name="connsiteX605" fmla="*/ 1431890 w 7467600"/>
              <a:gd name="connsiteY605" fmla="*/ 1306475 h 6858000"/>
              <a:gd name="connsiteX606" fmla="*/ 1507597 w 7467600"/>
              <a:gd name="connsiteY606" fmla="*/ 1446132 h 6858000"/>
              <a:gd name="connsiteX607" fmla="*/ 1674586 w 7467600"/>
              <a:gd name="connsiteY607" fmla="*/ 1813832 h 6858000"/>
              <a:gd name="connsiteX608" fmla="*/ 1815950 w 7467600"/>
              <a:gd name="connsiteY608" fmla="*/ 2128564 h 6858000"/>
              <a:gd name="connsiteX609" fmla="*/ 1984242 w 7467600"/>
              <a:gd name="connsiteY609" fmla="*/ 2430829 h 6858000"/>
              <a:gd name="connsiteX610" fmla="*/ 2014023 w 7467600"/>
              <a:gd name="connsiteY610" fmla="*/ 2450995 h 6858000"/>
              <a:gd name="connsiteX611" fmla="*/ 1747337 w 7467600"/>
              <a:gd name="connsiteY611" fmla="*/ 1855264 h 6858000"/>
              <a:gd name="connsiteX612" fmla="*/ 1533749 w 7467600"/>
              <a:gd name="connsiteY612" fmla="*/ 1478656 h 6858000"/>
              <a:gd name="connsiteX613" fmla="*/ 1431890 w 7467600"/>
              <a:gd name="connsiteY613" fmla="*/ 1306475 h 6858000"/>
              <a:gd name="connsiteX614" fmla="*/ 5052692 w 7467600"/>
              <a:gd name="connsiteY614" fmla="*/ 1292994 h 6858000"/>
              <a:gd name="connsiteX615" fmla="*/ 5200661 w 7467600"/>
              <a:gd name="connsiteY615" fmla="*/ 1635186 h 6858000"/>
              <a:gd name="connsiteX616" fmla="*/ 5297138 w 7467600"/>
              <a:gd name="connsiteY616" fmla="*/ 1906351 h 6858000"/>
              <a:gd name="connsiteX617" fmla="*/ 5052692 w 7467600"/>
              <a:gd name="connsiteY617" fmla="*/ 1292994 h 6858000"/>
              <a:gd name="connsiteX618" fmla="*/ 5009948 w 7467600"/>
              <a:gd name="connsiteY618" fmla="*/ 1273619 h 6858000"/>
              <a:gd name="connsiteX619" fmla="*/ 5121777 w 7467600"/>
              <a:gd name="connsiteY619" fmla="*/ 1654213 h 6858000"/>
              <a:gd name="connsiteX620" fmla="*/ 5293545 w 7467600"/>
              <a:gd name="connsiteY620" fmla="*/ 2072247 h 6858000"/>
              <a:gd name="connsiteX621" fmla="*/ 5294042 w 7467600"/>
              <a:gd name="connsiteY621" fmla="*/ 2065019 h 6858000"/>
              <a:gd name="connsiteX622" fmla="*/ 5171936 w 7467600"/>
              <a:gd name="connsiteY622" fmla="*/ 1647613 h 6858000"/>
              <a:gd name="connsiteX623" fmla="*/ 5009948 w 7467600"/>
              <a:gd name="connsiteY623" fmla="*/ 1273619 h 6858000"/>
              <a:gd name="connsiteX624" fmla="*/ 655236 w 7467600"/>
              <a:gd name="connsiteY624" fmla="*/ 1268632 h 6858000"/>
              <a:gd name="connsiteX625" fmla="*/ 839521 w 7467600"/>
              <a:gd name="connsiteY625" fmla="*/ 1685315 h 6858000"/>
              <a:gd name="connsiteX626" fmla="*/ 1109416 w 7467600"/>
              <a:gd name="connsiteY626" fmla="*/ 2061663 h 6858000"/>
              <a:gd name="connsiteX627" fmla="*/ 1298300 w 7467600"/>
              <a:gd name="connsiteY627" fmla="*/ 2247742 h 6858000"/>
              <a:gd name="connsiteX628" fmla="*/ 1125871 w 7467600"/>
              <a:gd name="connsiteY628" fmla="*/ 1989513 h 6858000"/>
              <a:gd name="connsiteX629" fmla="*/ 981574 w 7467600"/>
              <a:gd name="connsiteY629" fmla="*/ 1783157 h 6858000"/>
              <a:gd name="connsiteX630" fmla="*/ 922198 w 7467600"/>
              <a:gd name="connsiteY630" fmla="*/ 1677437 h 6858000"/>
              <a:gd name="connsiteX631" fmla="*/ 869293 w 7467600"/>
              <a:gd name="connsiteY631" fmla="*/ 1583214 h 6858000"/>
              <a:gd name="connsiteX632" fmla="*/ 751431 w 7467600"/>
              <a:gd name="connsiteY632" fmla="*/ 1405731 h 6858000"/>
              <a:gd name="connsiteX633" fmla="*/ 655236 w 7467600"/>
              <a:gd name="connsiteY633" fmla="*/ 1268632 h 6858000"/>
              <a:gd name="connsiteX634" fmla="*/ 6516292 w 7467600"/>
              <a:gd name="connsiteY634" fmla="*/ 1263064 h 6858000"/>
              <a:gd name="connsiteX635" fmla="*/ 5736320 w 7467600"/>
              <a:gd name="connsiteY635" fmla="*/ 1501803 h 6858000"/>
              <a:gd name="connsiteX636" fmla="*/ 6516292 w 7467600"/>
              <a:gd name="connsiteY636" fmla="*/ 1263064 h 6858000"/>
              <a:gd name="connsiteX637" fmla="*/ 291466 w 7467600"/>
              <a:gd name="connsiteY637" fmla="*/ 1250369 h 6858000"/>
              <a:gd name="connsiteX638" fmla="*/ 323180 w 7467600"/>
              <a:gd name="connsiteY638" fmla="*/ 1435283 h 6858000"/>
              <a:gd name="connsiteX639" fmla="*/ 349381 w 7467600"/>
              <a:gd name="connsiteY639" fmla="*/ 1875041 h 6858000"/>
              <a:gd name="connsiteX640" fmla="*/ 374363 w 7467600"/>
              <a:gd name="connsiteY640" fmla="*/ 1506494 h 6858000"/>
              <a:gd name="connsiteX641" fmla="*/ 302168 w 7467600"/>
              <a:gd name="connsiteY641" fmla="*/ 1274495 h 6858000"/>
              <a:gd name="connsiteX642" fmla="*/ 291466 w 7467600"/>
              <a:gd name="connsiteY642" fmla="*/ 1250369 h 6858000"/>
              <a:gd name="connsiteX643" fmla="*/ 678222 w 7467600"/>
              <a:gd name="connsiteY643" fmla="*/ 1248670 h 6858000"/>
              <a:gd name="connsiteX644" fmla="*/ 775536 w 7467600"/>
              <a:gd name="connsiteY644" fmla="*/ 1388015 h 6858000"/>
              <a:gd name="connsiteX645" fmla="*/ 894529 w 7467600"/>
              <a:gd name="connsiteY645" fmla="*/ 1567739 h 6858000"/>
              <a:gd name="connsiteX646" fmla="*/ 948000 w 7467600"/>
              <a:gd name="connsiteY646" fmla="*/ 1663088 h 6858000"/>
              <a:gd name="connsiteX647" fmla="*/ 1006812 w 7467600"/>
              <a:gd name="connsiteY647" fmla="*/ 1767683 h 6858000"/>
              <a:gd name="connsiteX648" fmla="*/ 1149133 w 7467600"/>
              <a:gd name="connsiteY648" fmla="*/ 1971513 h 6858000"/>
              <a:gd name="connsiteX649" fmla="*/ 1333952 w 7467600"/>
              <a:gd name="connsiteY649" fmla="*/ 2251620 h 6858000"/>
              <a:gd name="connsiteX650" fmla="*/ 1337329 w 7467600"/>
              <a:gd name="connsiteY650" fmla="*/ 2258350 h 6858000"/>
              <a:gd name="connsiteX651" fmla="*/ 1014726 w 7467600"/>
              <a:gd name="connsiteY651" fmla="*/ 1615556 h 6858000"/>
              <a:gd name="connsiteX652" fmla="*/ 678222 w 7467600"/>
              <a:gd name="connsiteY652" fmla="*/ 1248670 h 6858000"/>
              <a:gd name="connsiteX653" fmla="*/ 6691602 w 7467600"/>
              <a:gd name="connsiteY653" fmla="*/ 1140573 h 6858000"/>
              <a:gd name="connsiteX654" fmla="*/ 6571100 w 7467600"/>
              <a:gd name="connsiteY654" fmla="*/ 1183662 h 6858000"/>
              <a:gd name="connsiteX655" fmla="*/ 6241687 w 7467600"/>
              <a:gd name="connsiteY655" fmla="*/ 1257600 h 6858000"/>
              <a:gd name="connsiteX656" fmla="*/ 5693009 w 7467600"/>
              <a:gd name="connsiteY656" fmla="*/ 1478256 h 6858000"/>
              <a:gd name="connsiteX657" fmla="*/ 6548420 w 7467600"/>
              <a:gd name="connsiteY657" fmla="*/ 1214599 h 6858000"/>
              <a:gd name="connsiteX658" fmla="*/ 6605473 w 7467600"/>
              <a:gd name="connsiteY658" fmla="*/ 1184686 h 6858000"/>
              <a:gd name="connsiteX659" fmla="*/ 6691602 w 7467600"/>
              <a:gd name="connsiteY659" fmla="*/ 1140573 h 6858000"/>
              <a:gd name="connsiteX660" fmla="*/ 4002475 w 7467600"/>
              <a:gd name="connsiteY660" fmla="*/ 1037802 h 6858000"/>
              <a:gd name="connsiteX661" fmla="*/ 4000324 w 7467600"/>
              <a:gd name="connsiteY661" fmla="*/ 1039362 h 6858000"/>
              <a:gd name="connsiteX662" fmla="*/ 4002862 w 7467600"/>
              <a:gd name="connsiteY662" fmla="*/ 1042866 h 6858000"/>
              <a:gd name="connsiteX663" fmla="*/ 4002475 w 7467600"/>
              <a:gd name="connsiteY663" fmla="*/ 1037802 h 6858000"/>
              <a:gd name="connsiteX664" fmla="*/ 506322 w 7467600"/>
              <a:gd name="connsiteY664" fmla="*/ 1020997 h 6858000"/>
              <a:gd name="connsiteX665" fmla="*/ 533068 w 7467600"/>
              <a:gd name="connsiteY665" fmla="*/ 1029409 h 6858000"/>
              <a:gd name="connsiteX666" fmla="*/ 1232525 w 7467600"/>
              <a:gd name="connsiteY666" fmla="*/ 1804675 h 6858000"/>
              <a:gd name="connsiteX667" fmla="*/ 1388858 w 7467600"/>
              <a:gd name="connsiteY667" fmla="*/ 2368011 h 6858000"/>
              <a:gd name="connsiteX668" fmla="*/ 1384098 w 7467600"/>
              <a:gd name="connsiteY668" fmla="*/ 2378125 h 6858000"/>
              <a:gd name="connsiteX669" fmla="*/ 1425393 w 7467600"/>
              <a:gd name="connsiteY669" fmla="*/ 2589124 h 6858000"/>
              <a:gd name="connsiteX670" fmla="*/ 1424001 w 7467600"/>
              <a:gd name="connsiteY670" fmla="*/ 2597541 h 6858000"/>
              <a:gd name="connsiteX671" fmla="*/ 2152729 w 7467600"/>
              <a:gd name="connsiteY671" fmla="*/ 2864487 h 6858000"/>
              <a:gd name="connsiteX672" fmla="*/ 2020609 w 7467600"/>
              <a:gd name="connsiteY672" fmla="*/ 2539671 h 6858000"/>
              <a:gd name="connsiteX673" fmla="*/ 2018920 w 7467600"/>
              <a:gd name="connsiteY673" fmla="*/ 2536309 h 6858000"/>
              <a:gd name="connsiteX674" fmla="*/ 1342441 w 7467600"/>
              <a:gd name="connsiteY674" fmla="*/ 1173017 h 6858000"/>
              <a:gd name="connsiteX675" fmla="*/ 1367925 w 7467600"/>
              <a:gd name="connsiteY675" fmla="*/ 1135648 h 6858000"/>
              <a:gd name="connsiteX676" fmla="*/ 1771401 w 7467600"/>
              <a:gd name="connsiteY676" fmla="*/ 1806673 h 6858000"/>
              <a:gd name="connsiteX677" fmla="*/ 1972385 w 7467600"/>
              <a:gd name="connsiteY677" fmla="*/ 2198735 h 6858000"/>
              <a:gd name="connsiteX678" fmla="*/ 2040892 w 7467600"/>
              <a:gd name="connsiteY678" fmla="*/ 2405205 h 6858000"/>
              <a:gd name="connsiteX679" fmla="*/ 2131689 w 7467600"/>
              <a:gd name="connsiteY679" fmla="*/ 1936926 h 6858000"/>
              <a:gd name="connsiteX680" fmla="*/ 2454820 w 7467600"/>
              <a:gd name="connsiteY680" fmla="*/ 1248808 h 6858000"/>
              <a:gd name="connsiteX681" fmla="*/ 2492512 w 7467600"/>
              <a:gd name="connsiteY681" fmla="*/ 1302920 h 6858000"/>
              <a:gd name="connsiteX682" fmla="*/ 2081216 w 7467600"/>
              <a:gd name="connsiteY682" fmla="*/ 2527513 h 6858000"/>
              <a:gd name="connsiteX683" fmla="*/ 2081211 w 7467600"/>
              <a:gd name="connsiteY683" fmla="*/ 2528916 h 6858000"/>
              <a:gd name="connsiteX684" fmla="*/ 2199067 w 7467600"/>
              <a:gd name="connsiteY684" fmla="*/ 2884061 h 6858000"/>
              <a:gd name="connsiteX685" fmla="*/ 3192586 w 7467600"/>
              <a:gd name="connsiteY685" fmla="*/ 3411496 h 6858000"/>
              <a:gd name="connsiteX686" fmla="*/ 3182620 w 7467600"/>
              <a:gd name="connsiteY686" fmla="*/ 3483279 h 6858000"/>
              <a:gd name="connsiteX687" fmla="*/ 2435119 w 7467600"/>
              <a:gd name="connsiteY687" fmla="*/ 3080173 h 6858000"/>
              <a:gd name="connsiteX688" fmla="*/ 2410152 w 7467600"/>
              <a:gd name="connsiteY688" fmla="*/ 3063751 h 6858000"/>
              <a:gd name="connsiteX689" fmla="*/ 2408099 w 7467600"/>
              <a:gd name="connsiteY689" fmla="*/ 3064403 h 6858000"/>
              <a:gd name="connsiteX690" fmla="*/ 2407218 w 7467600"/>
              <a:gd name="connsiteY690" fmla="*/ 3070324 h 6858000"/>
              <a:gd name="connsiteX691" fmla="*/ 2380138 w 7467600"/>
              <a:gd name="connsiteY691" fmla="*/ 3099341 h 6858000"/>
              <a:gd name="connsiteX692" fmla="*/ 1765923 w 7467600"/>
              <a:gd name="connsiteY692" fmla="*/ 3581043 h 6858000"/>
              <a:gd name="connsiteX693" fmla="*/ 1702258 w 7467600"/>
              <a:gd name="connsiteY693" fmla="*/ 3612286 h 6858000"/>
              <a:gd name="connsiteX694" fmla="*/ 1538370 w 7467600"/>
              <a:gd name="connsiteY694" fmla="*/ 3811804 h 6858000"/>
              <a:gd name="connsiteX695" fmla="*/ 542867 w 7467600"/>
              <a:gd name="connsiteY695" fmla="*/ 4944092 h 6858000"/>
              <a:gd name="connsiteX696" fmla="*/ 515800 w 7467600"/>
              <a:gd name="connsiteY696" fmla="*/ 4862180 h 6858000"/>
              <a:gd name="connsiteX697" fmla="*/ 909145 w 7467600"/>
              <a:gd name="connsiteY697" fmla="*/ 4199225 h 6858000"/>
              <a:gd name="connsiteX698" fmla="*/ 1214067 w 7467600"/>
              <a:gd name="connsiteY698" fmla="*/ 3908561 h 6858000"/>
              <a:gd name="connsiteX699" fmla="*/ 640967 w 7467600"/>
              <a:gd name="connsiteY699" fmla="*/ 4105601 h 6858000"/>
              <a:gd name="connsiteX700" fmla="*/ 112563 w 7467600"/>
              <a:gd name="connsiteY700" fmla="*/ 4396952 h 6858000"/>
              <a:gd name="connsiteX701" fmla="*/ 0 w 7467600"/>
              <a:gd name="connsiteY701" fmla="*/ 4466006 h 6858000"/>
              <a:gd name="connsiteX702" fmla="*/ 0 w 7467600"/>
              <a:gd name="connsiteY702" fmla="*/ 4233763 h 6858000"/>
              <a:gd name="connsiteX703" fmla="*/ 36881 w 7467600"/>
              <a:gd name="connsiteY703" fmla="*/ 4200118 h 6858000"/>
              <a:gd name="connsiteX704" fmla="*/ 910534 w 7467600"/>
              <a:gd name="connsiteY704" fmla="*/ 3629753 h 6858000"/>
              <a:gd name="connsiteX705" fmla="*/ 1578717 w 7467600"/>
              <a:gd name="connsiteY705" fmla="*/ 3575982 h 6858000"/>
              <a:gd name="connsiteX706" fmla="*/ 2338780 w 7467600"/>
              <a:gd name="connsiteY706" fmla="*/ 3033725 h 6858000"/>
              <a:gd name="connsiteX707" fmla="*/ 1807991 w 7467600"/>
              <a:gd name="connsiteY707" fmla="*/ 2807184 h 6858000"/>
              <a:gd name="connsiteX708" fmla="*/ 1416358 w 7467600"/>
              <a:gd name="connsiteY708" fmla="*/ 3112571 h 6858000"/>
              <a:gd name="connsiteX709" fmla="*/ 939066 w 7467600"/>
              <a:gd name="connsiteY709" fmla="*/ 3378798 h 6858000"/>
              <a:gd name="connsiteX710" fmla="*/ 115099 w 7467600"/>
              <a:gd name="connsiteY710" fmla="*/ 3607650 h 6858000"/>
              <a:gd name="connsiteX711" fmla="*/ 97284 w 7467600"/>
              <a:gd name="connsiteY711" fmla="*/ 3520393 h 6858000"/>
              <a:gd name="connsiteX712" fmla="*/ 922050 w 7467600"/>
              <a:gd name="connsiteY712" fmla="*/ 3074867 h 6858000"/>
              <a:gd name="connsiteX713" fmla="*/ 1405265 w 7467600"/>
              <a:gd name="connsiteY713" fmla="*/ 3016319 h 6858000"/>
              <a:gd name="connsiteX714" fmla="*/ 1407512 w 7467600"/>
              <a:gd name="connsiteY714" fmla="*/ 3018001 h 6858000"/>
              <a:gd name="connsiteX715" fmla="*/ 1726266 w 7467600"/>
              <a:gd name="connsiteY715" fmla="*/ 2777274 h 6858000"/>
              <a:gd name="connsiteX716" fmla="*/ 625390 w 7467600"/>
              <a:gd name="connsiteY716" fmla="*/ 2514541 h 6858000"/>
              <a:gd name="connsiteX717" fmla="*/ 619799 w 7467600"/>
              <a:gd name="connsiteY717" fmla="*/ 2527180 h 6858000"/>
              <a:gd name="connsiteX718" fmla="*/ 310030 w 7467600"/>
              <a:gd name="connsiteY718" fmla="*/ 2771818 h 6858000"/>
              <a:gd name="connsiteX719" fmla="*/ 173877 w 7467600"/>
              <a:gd name="connsiteY719" fmla="*/ 2937056 h 6858000"/>
              <a:gd name="connsiteX720" fmla="*/ 77889 w 7467600"/>
              <a:gd name="connsiteY720" fmla="*/ 3138440 h 6858000"/>
              <a:gd name="connsiteX721" fmla="*/ 0 w 7467600"/>
              <a:gd name="connsiteY721" fmla="*/ 3271395 h 6858000"/>
              <a:gd name="connsiteX722" fmla="*/ 0 w 7467600"/>
              <a:gd name="connsiteY722" fmla="*/ 3153002 h 6858000"/>
              <a:gd name="connsiteX723" fmla="*/ 2386 w 7467600"/>
              <a:gd name="connsiteY723" fmla="*/ 3149203 h 6858000"/>
              <a:gd name="connsiteX724" fmla="*/ 89753 w 7467600"/>
              <a:gd name="connsiteY724" fmla="*/ 2987702 h 6858000"/>
              <a:gd name="connsiteX725" fmla="*/ 76869 w 7467600"/>
              <a:gd name="connsiteY725" fmla="*/ 3005404 h 6858000"/>
              <a:gd name="connsiteX726" fmla="*/ 32049 w 7467600"/>
              <a:gd name="connsiteY726" fmla="*/ 3065814 h 6858000"/>
              <a:gd name="connsiteX727" fmla="*/ 0 w 7467600"/>
              <a:gd name="connsiteY727" fmla="*/ 3108744 h 6858000"/>
              <a:gd name="connsiteX728" fmla="*/ 0 w 7467600"/>
              <a:gd name="connsiteY728" fmla="*/ 3058059 h 6858000"/>
              <a:gd name="connsiteX729" fmla="*/ 7610 w 7467600"/>
              <a:gd name="connsiteY729" fmla="*/ 3047889 h 6858000"/>
              <a:gd name="connsiteX730" fmla="*/ 52419 w 7467600"/>
              <a:gd name="connsiteY730" fmla="*/ 2987479 h 6858000"/>
              <a:gd name="connsiteX731" fmla="*/ 59142 w 7467600"/>
              <a:gd name="connsiteY731" fmla="*/ 2978488 h 6858000"/>
              <a:gd name="connsiteX732" fmla="*/ 0 w 7467600"/>
              <a:gd name="connsiteY732" fmla="*/ 3015334 h 6858000"/>
              <a:gd name="connsiteX733" fmla="*/ 0 w 7467600"/>
              <a:gd name="connsiteY733" fmla="*/ 2914286 h 6858000"/>
              <a:gd name="connsiteX734" fmla="*/ 36383 w 7467600"/>
              <a:gd name="connsiteY734" fmla="*/ 2901128 h 6858000"/>
              <a:gd name="connsiteX735" fmla="*/ 156329 w 7467600"/>
              <a:gd name="connsiteY735" fmla="*/ 2840533 h 6858000"/>
              <a:gd name="connsiteX736" fmla="*/ 358355 w 7467600"/>
              <a:gd name="connsiteY736" fmla="*/ 2620471 h 6858000"/>
              <a:gd name="connsiteX737" fmla="*/ 510577 w 7467600"/>
              <a:gd name="connsiteY737" fmla="*/ 2501244 h 6858000"/>
              <a:gd name="connsiteX738" fmla="*/ 211967 w 7467600"/>
              <a:gd name="connsiteY738" fmla="*/ 2479171 h 6858000"/>
              <a:gd name="connsiteX739" fmla="*/ 0 w 7467600"/>
              <a:gd name="connsiteY739" fmla="*/ 2476398 h 6858000"/>
              <a:gd name="connsiteX740" fmla="*/ 0 w 7467600"/>
              <a:gd name="connsiteY740" fmla="*/ 2389189 h 6858000"/>
              <a:gd name="connsiteX741" fmla="*/ 103062 w 7467600"/>
              <a:gd name="connsiteY741" fmla="*/ 2389518 h 6858000"/>
              <a:gd name="connsiteX742" fmla="*/ 510734 w 7467600"/>
              <a:gd name="connsiteY742" fmla="*/ 2416201 h 6858000"/>
              <a:gd name="connsiteX743" fmla="*/ 279257 w 7467600"/>
              <a:gd name="connsiteY743" fmla="*/ 2092102 h 6858000"/>
              <a:gd name="connsiteX744" fmla="*/ 65265 w 7467600"/>
              <a:gd name="connsiteY744" fmla="*/ 2006049 h 6858000"/>
              <a:gd name="connsiteX745" fmla="*/ 0 w 7467600"/>
              <a:gd name="connsiteY745" fmla="*/ 1982532 h 6858000"/>
              <a:gd name="connsiteX746" fmla="*/ 0 w 7467600"/>
              <a:gd name="connsiteY746" fmla="*/ 1912789 h 6858000"/>
              <a:gd name="connsiteX747" fmla="*/ 97460 w 7467600"/>
              <a:gd name="connsiteY747" fmla="*/ 1953725 h 6858000"/>
              <a:gd name="connsiteX748" fmla="*/ 221272 w 7467600"/>
              <a:gd name="connsiteY748" fmla="*/ 1980766 h 6858000"/>
              <a:gd name="connsiteX749" fmla="*/ 116765 w 7467600"/>
              <a:gd name="connsiteY749" fmla="*/ 1911033 h 6858000"/>
              <a:gd name="connsiteX750" fmla="*/ 16405 w 7467600"/>
              <a:gd name="connsiteY750" fmla="*/ 1803412 h 6858000"/>
              <a:gd name="connsiteX751" fmla="*/ 0 w 7467600"/>
              <a:gd name="connsiteY751" fmla="*/ 1784777 h 6858000"/>
              <a:gd name="connsiteX752" fmla="*/ 0 w 7467600"/>
              <a:gd name="connsiteY752" fmla="*/ 1740082 h 6858000"/>
              <a:gd name="connsiteX753" fmla="*/ 39394 w 7467600"/>
              <a:gd name="connsiteY753" fmla="*/ 1784856 h 6858000"/>
              <a:gd name="connsiteX754" fmla="*/ 135813 w 7467600"/>
              <a:gd name="connsiteY754" fmla="*/ 1888838 h 6858000"/>
              <a:gd name="connsiteX755" fmla="*/ 242575 w 7467600"/>
              <a:gd name="connsiteY755" fmla="*/ 1958841 h 6858000"/>
              <a:gd name="connsiteX756" fmla="*/ 82197 w 7467600"/>
              <a:gd name="connsiteY756" fmla="*/ 1754826 h 6858000"/>
              <a:gd name="connsiteX757" fmla="*/ 0 w 7467600"/>
              <a:gd name="connsiteY757" fmla="*/ 1679650 h 6858000"/>
              <a:gd name="connsiteX758" fmla="*/ 0 w 7467600"/>
              <a:gd name="connsiteY758" fmla="*/ 1602463 h 6858000"/>
              <a:gd name="connsiteX759" fmla="*/ 84689 w 7467600"/>
              <a:gd name="connsiteY759" fmla="*/ 1677442 h 6858000"/>
              <a:gd name="connsiteX760" fmla="*/ 298437 w 7467600"/>
              <a:gd name="connsiteY760" fmla="*/ 1968019 h 6858000"/>
              <a:gd name="connsiteX761" fmla="*/ 227269 w 7467600"/>
              <a:gd name="connsiteY761" fmla="*/ 1114064 h 6858000"/>
              <a:gd name="connsiteX762" fmla="*/ 248003 w 7467600"/>
              <a:gd name="connsiteY762" fmla="*/ 1089613 h 6858000"/>
              <a:gd name="connsiteX763" fmla="*/ 427020 w 7467600"/>
              <a:gd name="connsiteY763" fmla="*/ 1619803 h 6858000"/>
              <a:gd name="connsiteX764" fmla="*/ 340345 w 7467600"/>
              <a:gd name="connsiteY764" fmla="*/ 2027739 h 6858000"/>
              <a:gd name="connsiteX765" fmla="*/ 360865 w 7467600"/>
              <a:gd name="connsiteY765" fmla="*/ 2044827 h 6858000"/>
              <a:gd name="connsiteX766" fmla="*/ 560414 w 7467600"/>
              <a:gd name="connsiteY766" fmla="*/ 2421457 h 6858000"/>
              <a:gd name="connsiteX767" fmla="*/ 1359703 w 7467600"/>
              <a:gd name="connsiteY767" fmla="*/ 2578554 h 6858000"/>
              <a:gd name="connsiteX768" fmla="*/ 1359422 w 7467600"/>
              <a:gd name="connsiteY768" fmla="*/ 2577994 h 6858000"/>
              <a:gd name="connsiteX769" fmla="*/ 828701 w 7467600"/>
              <a:gd name="connsiteY769" fmla="*/ 1839520 h 6858000"/>
              <a:gd name="connsiteX770" fmla="*/ 494427 w 7467600"/>
              <a:gd name="connsiteY770" fmla="*/ 1092333 h 6858000"/>
              <a:gd name="connsiteX771" fmla="*/ 506322 w 7467600"/>
              <a:gd name="connsiteY771" fmla="*/ 1020997 h 6858000"/>
              <a:gd name="connsiteX772" fmla="*/ 4570198 w 7467600"/>
              <a:gd name="connsiteY772" fmla="*/ 978081 h 6858000"/>
              <a:gd name="connsiteX773" fmla="*/ 4523691 w 7467600"/>
              <a:gd name="connsiteY773" fmla="*/ 1127776 h 6858000"/>
              <a:gd name="connsiteX774" fmla="*/ 4509875 w 7467600"/>
              <a:gd name="connsiteY774" fmla="*/ 1167552 h 6858000"/>
              <a:gd name="connsiteX775" fmla="*/ 4478168 w 7467600"/>
              <a:gd name="connsiteY775" fmla="*/ 1260735 h 6858000"/>
              <a:gd name="connsiteX776" fmla="*/ 4409309 w 7467600"/>
              <a:gd name="connsiteY776" fmla="*/ 1666996 h 6858000"/>
              <a:gd name="connsiteX777" fmla="*/ 4370031 w 7467600"/>
              <a:gd name="connsiteY777" fmla="*/ 1955666 h 6858000"/>
              <a:gd name="connsiteX778" fmla="*/ 4570198 w 7467600"/>
              <a:gd name="connsiteY778" fmla="*/ 978081 h 6858000"/>
              <a:gd name="connsiteX779" fmla="*/ 4557898 w 7467600"/>
              <a:gd name="connsiteY779" fmla="*/ 900011 h 6858000"/>
              <a:gd name="connsiteX780" fmla="*/ 4344840 w 7467600"/>
              <a:gd name="connsiteY780" fmla="*/ 1922038 h 6858000"/>
              <a:gd name="connsiteX781" fmla="*/ 4378710 w 7467600"/>
              <a:gd name="connsiteY781" fmla="*/ 1665516 h 6858000"/>
              <a:gd name="connsiteX782" fmla="*/ 4448798 w 7467600"/>
              <a:gd name="connsiteY782" fmla="*/ 1253024 h 6858000"/>
              <a:gd name="connsiteX783" fmla="*/ 4480315 w 7467600"/>
              <a:gd name="connsiteY783" fmla="*/ 1158454 h 6858000"/>
              <a:gd name="connsiteX784" fmla="*/ 4494133 w 7467600"/>
              <a:gd name="connsiteY784" fmla="*/ 1118676 h 6858000"/>
              <a:gd name="connsiteX785" fmla="*/ 4557898 w 7467600"/>
              <a:gd name="connsiteY785" fmla="*/ 900011 h 6858000"/>
              <a:gd name="connsiteX786" fmla="*/ 5870151 w 7467600"/>
              <a:gd name="connsiteY786" fmla="*/ 898890 h 6858000"/>
              <a:gd name="connsiteX787" fmla="*/ 5861335 w 7467600"/>
              <a:gd name="connsiteY787" fmla="*/ 899177 h 6858000"/>
              <a:gd name="connsiteX788" fmla="*/ 5843702 w 7467600"/>
              <a:gd name="connsiteY788" fmla="*/ 899748 h 6858000"/>
              <a:gd name="connsiteX789" fmla="*/ 5651107 w 7467600"/>
              <a:gd name="connsiteY789" fmla="*/ 920306 h 6858000"/>
              <a:gd name="connsiteX790" fmla="*/ 5459407 w 7467600"/>
              <a:gd name="connsiteY790" fmla="*/ 940975 h 6858000"/>
              <a:gd name="connsiteX791" fmla="*/ 5374846 w 7467600"/>
              <a:gd name="connsiteY791" fmla="*/ 941988 h 6858000"/>
              <a:gd name="connsiteX792" fmla="*/ 5256105 w 7467600"/>
              <a:gd name="connsiteY792" fmla="*/ 945632 h 6858000"/>
              <a:gd name="connsiteX793" fmla="*/ 5107071 w 7467600"/>
              <a:gd name="connsiteY793" fmla="*/ 969720 h 6858000"/>
              <a:gd name="connsiteX794" fmla="*/ 4998681 w 7467600"/>
              <a:gd name="connsiteY794" fmla="*/ 988771 h 6858000"/>
              <a:gd name="connsiteX795" fmla="*/ 5870151 w 7467600"/>
              <a:gd name="connsiteY795" fmla="*/ 898890 h 6858000"/>
              <a:gd name="connsiteX796" fmla="*/ 5504425 w 7467600"/>
              <a:gd name="connsiteY796" fmla="*/ 848067 h 6858000"/>
              <a:gd name="connsiteX797" fmla="*/ 4968849 w 7467600"/>
              <a:gd name="connsiteY797" fmla="*/ 962318 h 6858000"/>
              <a:gd name="connsiteX798" fmla="*/ 5104039 w 7467600"/>
              <a:gd name="connsiteY798" fmla="*/ 940634 h 6858000"/>
              <a:gd name="connsiteX799" fmla="*/ 5256311 w 7467600"/>
              <a:gd name="connsiteY799" fmla="*/ 916490 h 6858000"/>
              <a:gd name="connsiteX800" fmla="*/ 5377381 w 7467600"/>
              <a:gd name="connsiteY800" fmla="*/ 912671 h 6858000"/>
              <a:gd name="connsiteX801" fmla="*/ 5460148 w 7467600"/>
              <a:gd name="connsiteY801" fmla="*/ 911442 h 6858000"/>
              <a:gd name="connsiteX802" fmla="*/ 5648971 w 7467600"/>
              <a:gd name="connsiteY802" fmla="*/ 891331 h 6858000"/>
              <a:gd name="connsiteX803" fmla="*/ 5844807 w 7467600"/>
              <a:gd name="connsiteY803" fmla="*/ 870718 h 6858000"/>
              <a:gd name="connsiteX804" fmla="*/ 5862975 w 7467600"/>
              <a:gd name="connsiteY804" fmla="*/ 869756 h 6858000"/>
              <a:gd name="connsiteX805" fmla="*/ 5920887 w 7467600"/>
              <a:gd name="connsiteY805" fmla="*/ 865929 h 6858000"/>
              <a:gd name="connsiteX806" fmla="*/ 5504425 w 7467600"/>
              <a:gd name="connsiteY806" fmla="*/ 848067 h 6858000"/>
              <a:gd name="connsiteX807" fmla="*/ 3607114 w 7467600"/>
              <a:gd name="connsiteY807" fmla="*/ 467441 h 6858000"/>
              <a:gd name="connsiteX808" fmla="*/ 3296242 w 7467600"/>
              <a:gd name="connsiteY808" fmla="*/ 807991 h 6858000"/>
              <a:gd name="connsiteX809" fmla="*/ 3174674 w 7467600"/>
              <a:gd name="connsiteY809" fmla="*/ 919759 h 6858000"/>
              <a:gd name="connsiteX810" fmla="*/ 3042978 w 7467600"/>
              <a:gd name="connsiteY810" fmla="*/ 1054894 h 6858000"/>
              <a:gd name="connsiteX811" fmla="*/ 2968914 w 7467600"/>
              <a:gd name="connsiteY811" fmla="*/ 1133756 h 6858000"/>
              <a:gd name="connsiteX812" fmla="*/ 3103823 w 7467600"/>
              <a:gd name="connsiteY812" fmla="*/ 1026814 h 6858000"/>
              <a:gd name="connsiteX813" fmla="*/ 3607114 w 7467600"/>
              <a:gd name="connsiteY813" fmla="*/ 467441 h 6858000"/>
              <a:gd name="connsiteX814" fmla="*/ 3744487 w 7467600"/>
              <a:gd name="connsiteY814" fmla="*/ 383136 h 6858000"/>
              <a:gd name="connsiteX815" fmla="*/ 3970213 w 7467600"/>
              <a:gd name="connsiteY815" fmla="*/ 995559 h 6858000"/>
              <a:gd name="connsiteX816" fmla="*/ 3744487 w 7467600"/>
              <a:gd name="connsiteY816" fmla="*/ 383136 h 6858000"/>
              <a:gd name="connsiteX817" fmla="*/ 3624562 w 7467600"/>
              <a:gd name="connsiteY817" fmla="*/ 367041 h 6858000"/>
              <a:gd name="connsiteX818" fmla="*/ 3489712 w 7467600"/>
              <a:gd name="connsiteY818" fmla="*/ 485386 h 6858000"/>
              <a:gd name="connsiteX819" fmla="*/ 3182994 w 7467600"/>
              <a:gd name="connsiteY819" fmla="*/ 828265 h 6858000"/>
              <a:gd name="connsiteX820" fmla="*/ 2892114 w 7467600"/>
              <a:gd name="connsiteY820" fmla="*/ 1172635 h 6858000"/>
              <a:gd name="connsiteX821" fmla="*/ 3021459 w 7467600"/>
              <a:gd name="connsiteY821" fmla="*/ 1035385 h 6858000"/>
              <a:gd name="connsiteX822" fmla="*/ 3153873 w 7467600"/>
              <a:gd name="connsiteY822" fmla="*/ 898971 h 6858000"/>
              <a:gd name="connsiteX823" fmla="*/ 3276511 w 7467600"/>
              <a:gd name="connsiteY823" fmla="*/ 786423 h 6858000"/>
              <a:gd name="connsiteX824" fmla="*/ 3584154 w 7467600"/>
              <a:gd name="connsiteY824" fmla="*/ 448218 h 6858000"/>
              <a:gd name="connsiteX825" fmla="*/ 3624562 w 7467600"/>
              <a:gd name="connsiteY825" fmla="*/ 367041 h 6858000"/>
              <a:gd name="connsiteX826" fmla="*/ 3766672 w 7467600"/>
              <a:gd name="connsiteY826" fmla="*/ 359429 h 6858000"/>
              <a:gd name="connsiteX827" fmla="*/ 3996338 w 7467600"/>
              <a:gd name="connsiteY827" fmla="*/ 968237 h 6858000"/>
              <a:gd name="connsiteX828" fmla="*/ 3766672 w 7467600"/>
              <a:gd name="connsiteY828" fmla="*/ 359429 h 6858000"/>
              <a:gd name="connsiteX829" fmla="*/ 5805386 w 7467600"/>
              <a:gd name="connsiteY829" fmla="*/ 239240 h 6858000"/>
              <a:gd name="connsiteX830" fmla="*/ 5736947 w 7467600"/>
              <a:gd name="connsiteY830" fmla="*/ 261367 h 6858000"/>
              <a:gd name="connsiteX831" fmla="*/ 5427012 w 7467600"/>
              <a:gd name="connsiteY831" fmla="*/ 311272 h 6858000"/>
              <a:gd name="connsiteX832" fmla="*/ 5147818 w 7467600"/>
              <a:gd name="connsiteY832" fmla="*/ 322112 h 6858000"/>
              <a:gd name="connsiteX833" fmla="*/ 5060854 w 7467600"/>
              <a:gd name="connsiteY833" fmla="*/ 311882 h 6858000"/>
              <a:gd name="connsiteX834" fmla="*/ 4945989 w 7467600"/>
              <a:gd name="connsiteY834" fmla="*/ 300516 h 6858000"/>
              <a:gd name="connsiteX835" fmla="*/ 5410479 w 7467600"/>
              <a:gd name="connsiteY835" fmla="*/ 348434 h 6858000"/>
              <a:gd name="connsiteX836" fmla="*/ 5805386 w 7467600"/>
              <a:gd name="connsiteY836" fmla="*/ 239240 h 6858000"/>
              <a:gd name="connsiteX837" fmla="*/ 5905192 w 7467600"/>
              <a:gd name="connsiteY837" fmla="*/ 163079 h 6858000"/>
              <a:gd name="connsiteX838" fmla="*/ 5865655 w 7467600"/>
              <a:gd name="connsiteY838" fmla="*/ 171901 h 6858000"/>
              <a:gd name="connsiteX839" fmla="*/ 5259740 w 7467600"/>
              <a:gd name="connsiteY839" fmla="*/ 257013 h 6858000"/>
              <a:gd name="connsiteX840" fmla="*/ 5208466 w 7467600"/>
              <a:gd name="connsiteY840" fmla="*/ 257550 h 6858000"/>
              <a:gd name="connsiteX841" fmla="*/ 4980204 w 7467600"/>
              <a:gd name="connsiteY841" fmla="*/ 271903 h 6858000"/>
              <a:gd name="connsiteX842" fmla="*/ 5068068 w 7467600"/>
              <a:gd name="connsiteY842" fmla="*/ 282244 h 6858000"/>
              <a:gd name="connsiteX843" fmla="*/ 5153231 w 7467600"/>
              <a:gd name="connsiteY843" fmla="*/ 292240 h 6858000"/>
              <a:gd name="connsiteX844" fmla="*/ 5426491 w 7467600"/>
              <a:gd name="connsiteY844" fmla="*/ 281128 h 6858000"/>
              <a:gd name="connsiteX845" fmla="*/ 5731212 w 7467600"/>
              <a:gd name="connsiteY845" fmla="*/ 231951 h 6858000"/>
              <a:gd name="connsiteX846" fmla="*/ 5905192 w 7467600"/>
              <a:gd name="connsiteY846" fmla="*/ 163079 h 6858000"/>
              <a:gd name="connsiteX847" fmla="*/ 5944437 w 7467600"/>
              <a:gd name="connsiteY847" fmla="*/ 113829 h 6858000"/>
              <a:gd name="connsiteX848" fmla="*/ 5825032 w 7467600"/>
              <a:gd name="connsiteY848" fmla="*/ 146405 h 6858000"/>
              <a:gd name="connsiteX849" fmla="*/ 4955599 w 7467600"/>
              <a:gd name="connsiteY849" fmla="*/ 247008 h 6858000"/>
              <a:gd name="connsiteX850" fmla="*/ 5210104 w 7467600"/>
              <a:gd name="connsiteY850" fmla="*/ 228123 h 6858000"/>
              <a:gd name="connsiteX851" fmla="*/ 5261015 w 7467600"/>
              <a:gd name="connsiteY851" fmla="*/ 227087 h 6858000"/>
              <a:gd name="connsiteX852" fmla="*/ 5861181 w 7467600"/>
              <a:gd name="connsiteY852" fmla="*/ 143093 h 6858000"/>
              <a:gd name="connsiteX853" fmla="*/ 5961252 w 7467600"/>
              <a:gd name="connsiteY853" fmla="*/ 114820 h 6858000"/>
              <a:gd name="connsiteX854" fmla="*/ 5944437 w 7467600"/>
              <a:gd name="connsiteY854" fmla="*/ 113829 h 6858000"/>
              <a:gd name="connsiteX855" fmla="*/ 3882765 w 7467600"/>
              <a:gd name="connsiteY855" fmla="*/ 0 h 6858000"/>
              <a:gd name="connsiteX856" fmla="*/ 3995099 w 7467600"/>
              <a:gd name="connsiteY856" fmla="*/ 0 h 6858000"/>
              <a:gd name="connsiteX857" fmla="*/ 4163818 w 7467600"/>
              <a:gd name="connsiteY857" fmla="*/ 234104 h 6858000"/>
              <a:gd name="connsiteX858" fmla="*/ 4172099 w 7467600"/>
              <a:gd name="connsiteY858" fmla="*/ 234207 h 6858000"/>
              <a:gd name="connsiteX859" fmla="*/ 4784282 w 7467600"/>
              <a:gd name="connsiteY859" fmla="*/ 276561 h 6858000"/>
              <a:gd name="connsiteX860" fmla="*/ 4801687 w 7467600"/>
              <a:gd name="connsiteY860" fmla="*/ 267764 h 6858000"/>
              <a:gd name="connsiteX861" fmla="*/ 6082788 w 7467600"/>
              <a:gd name="connsiteY861" fmla="*/ 64119 h 6858000"/>
              <a:gd name="connsiteX862" fmla="*/ 6099442 w 7467600"/>
              <a:gd name="connsiteY862" fmla="*/ 82568 h 6858000"/>
              <a:gd name="connsiteX863" fmla="*/ 4804137 w 7467600"/>
              <a:gd name="connsiteY863" fmla="*/ 320931 h 6858000"/>
              <a:gd name="connsiteX864" fmla="*/ 4227047 w 7467600"/>
              <a:gd name="connsiteY864" fmla="*/ 313415 h 6858000"/>
              <a:gd name="connsiteX865" fmla="*/ 4346041 w 7467600"/>
              <a:gd name="connsiteY865" fmla="*/ 456086 h 6858000"/>
              <a:gd name="connsiteX866" fmla="*/ 4870967 w 7467600"/>
              <a:gd name="connsiteY866" fmla="*/ 963061 h 6858000"/>
              <a:gd name="connsiteX867" fmla="*/ 4889647 w 7467600"/>
              <a:gd name="connsiteY867" fmla="*/ 957147 h 6858000"/>
              <a:gd name="connsiteX868" fmla="*/ 5422504 w 7467600"/>
              <a:gd name="connsiteY868" fmla="*/ 805191 h 6858000"/>
              <a:gd name="connsiteX869" fmla="*/ 6087656 w 7467600"/>
              <a:gd name="connsiteY869" fmla="*/ 826703 h 6858000"/>
              <a:gd name="connsiteX870" fmla="*/ 6058717 w 7467600"/>
              <a:gd name="connsiteY870" fmla="*/ 865992 h 6858000"/>
              <a:gd name="connsiteX871" fmla="*/ 4974153 w 7467600"/>
              <a:gd name="connsiteY871" fmla="*/ 1045456 h 6858000"/>
              <a:gd name="connsiteX872" fmla="*/ 5627835 w 7467600"/>
              <a:gd name="connsiteY872" fmla="*/ 1472077 h 6858000"/>
              <a:gd name="connsiteX873" fmla="*/ 5629817 w 7467600"/>
              <a:gd name="connsiteY873" fmla="*/ 1471412 h 6858000"/>
              <a:gd name="connsiteX874" fmla="*/ 5634124 w 7467600"/>
              <a:gd name="connsiteY874" fmla="*/ 1470572 h 6858000"/>
              <a:gd name="connsiteX875" fmla="*/ 5755832 w 7467600"/>
              <a:gd name="connsiteY875" fmla="*/ 1383886 h 6858000"/>
              <a:gd name="connsiteX876" fmla="*/ 6014186 w 7467600"/>
              <a:gd name="connsiteY876" fmla="*/ 1279799 h 6858000"/>
              <a:gd name="connsiteX877" fmla="*/ 6901619 w 7467600"/>
              <a:gd name="connsiteY877" fmla="*/ 1047874 h 6858000"/>
              <a:gd name="connsiteX878" fmla="*/ 6931566 w 7467600"/>
              <a:gd name="connsiteY878" fmla="*/ 1062034 h 6858000"/>
              <a:gd name="connsiteX879" fmla="*/ 5790982 w 7467600"/>
              <a:gd name="connsiteY879" fmla="*/ 1561380 h 6858000"/>
              <a:gd name="connsiteX880" fmla="*/ 6188971 w 7467600"/>
              <a:gd name="connsiteY880" fmla="*/ 1755168 h 6858000"/>
              <a:gd name="connsiteX881" fmla="*/ 6202446 w 7467600"/>
              <a:gd name="connsiteY881" fmla="*/ 1752268 h 6858000"/>
              <a:gd name="connsiteX882" fmla="*/ 7179560 w 7467600"/>
              <a:gd name="connsiteY882" fmla="*/ 1467551 h 6858000"/>
              <a:gd name="connsiteX883" fmla="*/ 7158730 w 7467600"/>
              <a:gd name="connsiteY883" fmla="*/ 1507835 h 6858000"/>
              <a:gd name="connsiteX884" fmla="*/ 6326959 w 7467600"/>
              <a:gd name="connsiteY884" fmla="*/ 1817686 h 6858000"/>
              <a:gd name="connsiteX885" fmla="*/ 6537433 w 7467600"/>
              <a:gd name="connsiteY885" fmla="*/ 1907790 h 6858000"/>
              <a:gd name="connsiteX886" fmla="*/ 6550221 w 7467600"/>
              <a:gd name="connsiteY886" fmla="*/ 1910729 h 6858000"/>
              <a:gd name="connsiteX887" fmla="*/ 6964438 w 7467600"/>
              <a:gd name="connsiteY887" fmla="*/ 2209505 h 6858000"/>
              <a:gd name="connsiteX888" fmla="*/ 7367862 w 7467600"/>
              <a:gd name="connsiteY888" fmla="*/ 2806833 h 6858000"/>
              <a:gd name="connsiteX889" fmla="*/ 7364329 w 7467600"/>
              <a:gd name="connsiteY889" fmla="*/ 2826907 h 6858000"/>
              <a:gd name="connsiteX890" fmla="*/ 7290545 w 7467600"/>
              <a:gd name="connsiteY890" fmla="*/ 2850663 h 6858000"/>
              <a:gd name="connsiteX891" fmla="*/ 6472036 w 7467600"/>
              <a:gd name="connsiteY891" fmla="*/ 1959003 h 6858000"/>
              <a:gd name="connsiteX892" fmla="*/ 5792897 w 7467600"/>
              <a:gd name="connsiteY892" fmla="*/ 1647747 h 6858000"/>
              <a:gd name="connsiteX893" fmla="*/ 5842751 w 7467600"/>
              <a:gd name="connsiteY893" fmla="*/ 1816112 h 6858000"/>
              <a:gd name="connsiteX894" fmla="*/ 5847424 w 7467600"/>
              <a:gd name="connsiteY894" fmla="*/ 1815776 h 6858000"/>
              <a:gd name="connsiteX895" fmla="*/ 6399821 w 7467600"/>
              <a:gd name="connsiteY895" fmla="*/ 2344799 h 6858000"/>
              <a:gd name="connsiteX896" fmla="*/ 6323232 w 7467600"/>
              <a:gd name="connsiteY896" fmla="*/ 2389634 h 6858000"/>
              <a:gd name="connsiteX897" fmla="*/ 5942958 w 7467600"/>
              <a:gd name="connsiteY897" fmla="*/ 2077708 h 6858000"/>
              <a:gd name="connsiteX898" fmla="*/ 5921559 w 7467600"/>
              <a:gd name="connsiteY898" fmla="*/ 2378596 h 6858000"/>
              <a:gd name="connsiteX899" fmla="*/ 5817651 w 7467600"/>
              <a:gd name="connsiteY899" fmla="*/ 3023919 h 6858000"/>
              <a:gd name="connsiteX900" fmla="*/ 5729634 w 7467600"/>
              <a:gd name="connsiteY900" fmla="*/ 3051849 h 6858000"/>
              <a:gd name="connsiteX901" fmla="*/ 5611018 w 7467600"/>
              <a:gd name="connsiteY901" fmla="*/ 2316769 h 6858000"/>
              <a:gd name="connsiteX902" fmla="*/ 5687608 w 7467600"/>
              <a:gd name="connsiteY902" fmla="*/ 2039972 h 6858000"/>
              <a:gd name="connsiteX903" fmla="*/ 5657554 w 7467600"/>
              <a:gd name="connsiteY903" fmla="*/ 1576445 h 6858000"/>
              <a:gd name="connsiteX904" fmla="*/ 5150475 w 7467600"/>
              <a:gd name="connsiteY904" fmla="*/ 1274012 h 6858000"/>
              <a:gd name="connsiteX905" fmla="*/ 5349142 w 7467600"/>
              <a:gd name="connsiteY905" fmla="*/ 2204405 h 6858000"/>
              <a:gd name="connsiteX906" fmla="*/ 5262214 w 7467600"/>
              <a:gd name="connsiteY906" fmla="*/ 2233836 h 6858000"/>
              <a:gd name="connsiteX907" fmla="*/ 4981539 w 7467600"/>
              <a:gd name="connsiteY907" fmla="*/ 1542201 h 6858000"/>
              <a:gd name="connsiteX908" fmla="*/ 4958461 w 7467600"/>
              <a:gd name="connsiteY908" fmla="*/ 1136957 h 6858000"/>
              <a:gd name="connsiteX909" fmla="*/ 4655015 w 7467600"/>
              <a:gd name="connsiteY909" fmla="*/ 891426 h 6858000"/>
              <a:gd name="connsiteX910" fmla="*/ 4348002 w 7467600"/>
              <a:gd name="connsiteY910" fmla="*/ 2205895 h 6858000"/>
              <a:gd name="connsiteX911" fmla="*/ 4262250 w 7467600"/>
              <a:gd name="connsiteY911" fmla="*/ 2219972 h 6858000"/>
              <a:gd name="connsiteX912" fmla="*/ 4550611 w 7467600"/>
              <a:gd name="connsiteY912" fmla="*/ 817540 h 6858000"/>
              <a:gd name="connsiteX913" fmla="*/ 4564418 w 7467600"/>
              <a:gd name="connsiteY913" fmla="*/ 808293 h 6858000"/>
              <a:gd name="connsiteX914" fmla="*/ 4266388 w 7467600"/>
              <a:gd name="connsiteY914" fmla="*/ 500083 h 6858000"/>
              <a:gd name="connsiteX915" fmla="*/ 4032842 w 7467600"/>
              <a:gd name="connsiteY915" fmla="*/ 211809 h 6858000"/>
              <a:gd name="connsiteX916" fmla="*/ 3882765 w 7467600"/>
              <a:gd name="connsiteY916" fmla="*/ 0 h 6858000"/>
              <a:gd name="connsiteX917" fmla="*/ 3721337 w 7467600"/>
              <a:gd name="connsiteY917" fmla="*/ 0 h 6858000"/>
              <a:gd name="connsiteX918" fmla="*/ 3797544 w 7467600"/>
              <a:gd name="connsiteY918" fmla="*/ 0 h 6858000"/>
              <a:gd name="connsiteX919" fmla="*/ 3775734 w 7467600"/>
              <a:gd name="connsiteY919" fmla="*/ 95131 h 6858000"/>
              <a:gd name="connsiteX920" fmla="*/ 3724807 w 7467600"/>
              <a:gd name="connsiteY920" fmla="*/ 272257 h 6858000"/>
              <a:gd name="connsiteX921" fmla="*/ 3726844 w 7467600"/>
              <a:gd name="connsiteY921" fmla="*/ 282988 h 6858000"/>
              <a:gd name="connsiteX922" fmla="*/ 3742664 w 7467600"/>
              <a:gd name="connsiteY922" fmla="*/ 279918 h 6858000"/>
              <a:gd name="connsiteX923" fmla="*/ 4103910 w 7467600"/>
              <a:gd name="connsiteY923" fmla="*/ 1161917 h 6858000"/>
              <a:gd name="connsiteX924" fmla="*/ 4020269 w 7467600"/>
              <a:gd name="connsiteY924" fmla="*/ 1200406 h 6858000"/>
              <a:gd name="connsiteX925" fmla="*/ 3674882 w 7467600"/>
              <a:gd name="connsiteY925" fmla="*/ 488524 h 6858000"/>
              <a:gd name="connsiteX926" fmla="*/ 3132682 w 7467600"/>
              <a:gd name="connsiteY926" fmla="*/ 1072284 h 6858000"/>
              <a:gd name="connsiteX927" fmla="*/ 2716346 w 7467600"/>
              <a:gd name="connsiteY927" fmla="*/ 1276376 h 6858000"/>
              <a:gd name="connsiteX928" fmla="*/ 2716772 w 7467600"/>
              <a:gd name="connsiteY928" fmla="*/ 1255462 h 6858000"/>
              <a:gd name="connsiteX929" fmla="*/ 3471096 w 7467600"/>
              <a:gd name="connsiteY929" fmla="*/ 437072 h 6858000"/>
              <a:gd name="connsiteX930" fmla="*/ 3639057 w 7467600"/>
              <a:gd name="connsiteY930" fmla="*/ 286334 h 6858000"/>
              <a:gd name="connsiteX931" fmla="*/ 3640309 w 7467600"/>
              <a:gd name="connsiteY931" fmla="*/ 284664 h 6858000"/>
              <a:gd name="connsiteX932" fmla="*/ 3646022 w 7467600"/>
              <a:gd name="connsiteY932" fmla="*/ 276711 h 6858000"/>
              <a:gd name="connsiteX933" fmla="*/ 3707943 w 7467600"/>
              <a:gd name="connsiteY933" fmla="*/ 65958 h 6858000"/>
              <a:gd name="connsiteX934" fmla="*/ 3721337 w 7467600"/>
              <a:gd name="connsiteY934" fmla="*/ 0 h 6858000"/>
              <a:gd name="connsiteX935" fmla="*/ 2867960 w 7467600"/>
              <a:gd name="connsiteY935" fmla="*/ 0 h 6858000"/>
              <a:gd name="connsiteX936" fmla="*/ 2926351 w 7467600"/>
              <a:gd name="connsiteY936" fmla="*/ 0 h 6858000"/>
              <a:gd name="connsiteX937" fmla="*/ 2902823 w 7467600"/>
              <a:gd name="connsiteY937" fmla="*/ 262929 h 6858000"/>
              <a:gd name="connsiteX938" fmla="*/ 2940663 w 7467600"/>
              <a:gd name="connsiteY938" fmla="*/ 140884 h 6858000"/>
              <a:gd name="connsiteX939" fmla="*/ 2947039 w 7467600"/>
              <a:gd name="connsiteY939" fmla="*/ 122524 h 6858000"/>
              <a:gd name="connsiteX940" fmla="*/ 2984316 w 7467600"/>
              <a:gd name="connsiteY940" fmla="*/ 0 h 6858000"/>
              <a:gd name="connsiteX941" fmla="*/ 3016114 w 7467600"/>
              <a:gd name="connsiteY941" fmla="*/ 0 h 6858000"/>
              <a:gd name="connsiteX942" fmla="*/ 2979949 w 7467600"/>
              <a:gd name="connsiteY942" fmla="*/ 119274 h 6858000"/>
              <a:gd name="connsiteX943" fmla="*/ 3023879 w 7467600"/>
              <a:gd name="connsiteY943" fmla="*/ 0 h 6858000"/>
              <a:gd name="connsiteX944" fmla="*/ 3105400 w 7467600"/>
              <a:gd name="connsiteY944" fmla="*/ 0 h 6858000"/>
              <a:gd name="connsiteX945" fmla="*/ 3094669 w 7467600"/>
              <a:gd name="connsiteY945" fmla="*/ 30308 h 6858000"/>
              <a:gd name="connsiteX946" fmla="*/ 2901945 w 7467600"/>
              <a:gd name="connsiteY946" fmla="*/ 466538 h 6858000"/>
              <a:gd name="connsiteX947" fmla="*/ 2815209 w 7467600"/>
              <a:gd name="connsiteY947" fmla="*/ 497361 h 6858000"/>
              <a:gd name="connsiteX948" fmla="*/ 2844845 w 7467600"/>
              <a:gd name="connsiteY948" fmla="*/ 127638 h 6858000"/>
              <a:gd name="connsiteX949" fmla="*/ 2867960 w 7467600"/>
              <a:gd name="connsiteY949" fmla="*/ 0 h 6858000"/>
              <a:gd name="connsiteX950" fmla="*/ 1057230 w 7467600"/>
              <a:gd name="connsiteY950" fmla="*/ 0 h 6858000"/>
              <a:gd name="connsiteX951" fmla="*/ 1111003 w 7467600"/>
              <a:gd name="connsiteY951" fmla="*/ 0 h 6858000"/>
              <a:gd name="connsiteX952" fmla="*/ 1125553 w 7467600"/>
              <a:gd name="connsiteY952" fmla="*/ 52588 h 6858000"/>
              <a:gd name="connsiteX953" fmla="*/ 1304276 w 7467600"/>
              <a:gd name="connsiteY953" fmla="*/ 476275 h 6858000"/>
              <a:gd name="connsiteX954" fmla="*/ 1492066 w 7467600"/>
              <a:gd name="connsiteY954" fmla="*/ 886333 h 6858000"/>
              <a:gd name="connsiteX955" fmla="*/ 1423698 w 7467600"/>
              <a:gd name="connsiteY955" fmla="*/ 710817 h 6858000"/>
              <a:gd name="connsiteX956" fmla="*/ 1357609 w 7467600"/>
              <a:gd name="connsiteY956" fmla="*/ 532892 h 6858000"/>
              <a:gd name="connsiteX957" fmla="*/ 1309550 w 7467600"/>
              <a:gd name="connsiteY957" fmla="*/ 374031 h 6858000"/>
              <a:gd name="connsiteX958" fmla="*/ 1193673 w 7467600"/>
              <a:gd name="connsiteY958" fmla="*/ 49533 h 6858000"/>
              <a:gd name="connsiteX959" fmla="*/ 1164391 w 7467600"/>
              <a:gd name="connsiteY959" fmla="*/ 0 h 6858000"/>
              <a:gd name="connsiteX960" fmla="*/ 1200666 w 7467600"/>
              <a:gd name="connsiteY960" fmla="*/ 0 h 6858000"/>
              <a:gd name="connsiteX961" fmla="*/ 1223408 w 7467600"/>
              <a:gd name="connsiteY961" fmla="*/ 38996 h 6858000"/>
              <a:gd name="connsiteX962" fmla="*/ 1339635 w 7467600"/>
              <a:gd name="connsiteY962" fmla="*/ 365517 h 6858000"/>
              <a:gd name="connsiteX963" fmla="*/ 1387469 w 7467600"/>
              <a:gd name="connsiteY963" fmla="*/ 523079 h 6858000"/>
              <a:gd name="connsiteX964" fmla="*/ 1452685 w 7467600"/>
              <a:gd name="connsiteY964" fmla="*/ 699806 h 6858000"/>
              <a:gd name="connsiteX965" fmla="*/ 1492092 w 7467600"/>
              <a:gd name="connsiteY965" fmla="*/ 800424 h 6858000"/>
              <a:gd name="connsiteX966" fmla="*/ 1455302 w 7467600"/>
              <a:gd name="connsiteY966" fmla="*/ 632913 h 6858000"/>
              <a:gd name="connsiteX967" fmla="*/ 1222336 w 7467600"/>
              <a:gd name="connsiteY967" fmla="*/ 9480 h 6858000"/>
              <a:gd name="connsiteX968" fmla="*/ 1214634 w 7467600"/>
              <a:gd name="connsiteY968" fmla="*/ 0 h 6858000"/>
              <a:gd name="connsiteX969" fmla="*/ 1289827 w 7467600"/>
              <a:gd name="connsiteY969" fmla="*/ 0 h 6858000"/>
              <a:gd name="connsiteX970" fmla="*/ 1321076 w 7467600"/>
              <a:gd name="connsiteY970" fmla="*/ 59722 h 6858000"/>
              <a:gd name="connsiteX971" fmla="*/ 1512579 w 7467600"/>
              <a:gd name="connsiteY971" fmla="*/ 626441 h 6858000"/>
              <a:gd name="connsiteX972" fmla="*/ 1506076 w 7467600"/>
              <a:gd name="connsiteY972" fmla="*/ 1089289 h 6858000"/>
              <a:gd name="connsiteX973" fmla="*/ 1486346 w 7467600"/>
              <a:gd name="connsiteY973" fmla="*/ 1079919 h 6858000"/>
              <a:gd name="connsiteX974" fmla="*/ 1070511 w 7467600"/>
              <a:gd name="connsiteY974" fmla="*/ 48609 h 6858000"/>
              <a:gd name="connsiteX975" fmla="*/ 1057230 w 7467600"/>
              <a:gd name="connsiteY975" fmla="*/ 0 h 6858000"/>
              <a:gd name="connsiteX976" fmla="*/ 43151 w 7467600"/>
              <a:gd name="connsiteY976" fmla="*/ 0 h 6858000"/>
              <a:gd name="connsiteX977" fmla="*/ 95283 w 7467600"/>
              <a:gd name="connsiteY977" fmla="*/ 0 h 6858000"/>
              <a:gd name="connsiteX978" fmla="*/ 300708 w 7467600"/>
              <a:gd name="connsiteY978" fmla="*/ 154571 h 6858000"/>
              <a:gd name="connsiteX979" fmla="*/ 530414 w 7467600"/>
              <a:gd name="connsiteY979" fmla="*/ 354673 h 6858000"/>
              <a:gd name="connsiteX980" fmla="*/ 333785 w 7467600"/>
              <a:gd name="connsiteY980" fmla="*/ 161564 h 6858000"/>
              <a:gd name="connsiteX981" fmla="*/ 147005 w 7467600"/>
              <a:gd name="connsiteY981" fmla="*/ 0 h 6858000"/>
              <a:gd name="connsiteX982" fmla="*/ 272509 w 7467600"/>
              <a:gd name="connsiteY982" fmla="*/ 0 h 6858000"/>
              <a:gd name="connsiteX983" fmla="*/ 326276 w 7467600"/>
              <a:gd name="connsiteY983" fmla="*/ 45847 h 6858000"/>
              <a:gd name="connsiteX984" fmla="*/ 823759 w 7467600"/>
              <a:gd name="connsiteY984" fmla="*/ 574145 h 6858000"/>
              <a:gd name="connsiteX985" fmla="*/ 811254 w 7467600"/>
              <a:gd name="connsiteY985" fmla="*/ 665546 h 6858000"/>
              <a:gd name="connsiteX986" fmla="*/ 154042 w 7467600"/>
              <a:gd name="connsiteY986" fmla="*/ 261522 h 6858000"/>
              <a:gd name="connsiteX987" fmla="*/ 13550 w 7467600"/>
              <a:gd name="connsiteY987" fmla="*/ 158423 h 6858000"/>
              <a:gd name="connsiteX988" fmla="*/ 0 w 7467600"/>
              <a:gd name="connsiteY988" fmla="*/ 146618 h 6858000"/>
              <a:gd name="connsiteX989" fmla="*/ 0 w 7467600"/>
              <a:gd name="connsiteY989" fmla="*/ 59161 h 6858000"/>
              <a:gd name="connsiteX990" fmla="*/ 45427 w 7467600"/>
              <a:gd name="connsiteY990" fmla="*/ 101078 h 6858000"/>
              <a:gd name="connsiteX991" fmla="*/ 630103 w 7467600"/>
              <a:gd name="connsiteY991" fmla="*/ 485885 h 6858000"/>
              <a:gd name="connsiteX992" fmla="*/ 532040 w 7467600"/>
              <a:gd name="connsiteY992" fmla="*/ 399359 h 6858000"/>
              <a:gd name="connsiteX993" fmla="*/ 517618 w 7467600"/>
              <a:gd name="connsiteY993" fmla="*/ 385726 h 6858000"/>
              <a:gd name="connsiteX994" fmla="*/ 285074 w 7467600"/>
              <a:gd name="connsiteY994" fmla="*/ 182755 h 6858000"/>
              <a:gd name="connsiteX995" fmla="*/ 43151 w 7467600"/>
              <a:gd name="connsiteY995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467600 w 7467600"/>
              <a:gd name="connsiteY127" fmla="*/ 5277736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7467600 w 7467600"/>
              <a:gd name="connsiteY137" fmla="*/ 5241225 h 6858000"/>
              <a:gd name="connsiteX138" fmla="*/ 7467600 w 7467600"/>
              <a:gd name="connsiteY138" fmla="*/ 5277736 h 6858000"/>
              <a:gd name="connsiteX139" fmla="*/ 1903353 w 7467600"/>
              <a:gd name="connsiteY139" fmla="*/ 5044827 h 6858000"/>
              <a:gd name="connsiteX140" fmla="*/ 1936931 w 7467600"/>
              <a:gd name="connsiteY140" fmla="*/ 5093954 h 6858000"/>
              <a:gd name="connsiteX141" fmla="*/ 2195868 w 7467600"/>
              <a:gd name="connsiteY141" fmla="*/ 5396574 h 6858000"/>
              <a:gd name="connsiteX142" fmla="*/ 2088852 w 7467600"/>
              <a:gd name="connsiteY142" fmla="*/ 5166123 h 6858000"/>
              <a:gd name="connsiteX143" fmla="*/ 1958241 w 7467600"/>
              <a:gd name="connsiteY143" fmla="*/ 5067955 h 6858000"/>
              <a:gd name="connsiteX144" fmla="*/ 1903353 w 7467600"/>
              <a:gd name="connsiteY144" fmla="*/ 5044827 h 6858000"/>
              <a:gd name="connsiteX145" fmla="*/ 1979378 w 7467600"/>
              <a:gd name="connsiteY145" fmla="*/ 4769504 h 6858000"/>
              <a:gd name="connsiteX146" fmla="*/ 2882120 w 7467600"/>
              <a:gd name="connsiteY146" fmla="*/ 5064547 h 6858000"/>
              <a:gd name="connsiteX147" fmla="*/ 2793103 w 7467600"/>
              <a:gd name="connsiteY147" fmla="*/ 5039699 h 6858000"/>
              <a:gd name="connsiteX148" fmla="*/ 2770041 w 7467600"/>
              <a:gd name="connsiteY148" fmla="*/ 5033634 h 6858000"/>
              <a:gd name="connsiteX149" fmla="*/ 1979378 w 7467600"/>
              <a:gd name="connsiteY149" fmla="*/ 4769504 h 6858000"/>
              <a:gd name="connsiteX150" fmla="*/ 1927410 w 7467600"/>
              <a:gd name="connsiteY150" fmla="*/ 4716164 h 6858000"/>
              <a:gd name="connsiteX151" fmla="*/ 1959587 w 7467600"/>
              <a:gd name="connsiteY151" fmla="*/ 4728849 h 6858000"/>
              <a:gd name="connsiteX152" fmla="*/ 2777707 w 7467600"/>
              <a:gd name="connsiteY152" fmla="*/ 5003991 h 6858000"/>
              <a:gd name="connsiteX153" fmla="*/ 2800768 w 7467600"/>
              <a:gd name="connsiteY153" fmla="*/ 5010056 h 6858000"/>
              <a:gd name="connsiteX154" fmla="*/ 2879408 w 7467600"/>
              <a:gd name="connsiteY154" fmla="*/ 5031590 h 6858000"/>
              <a:gd name="connsiteX155" fmla="*/ 2862295 w 7467600"/>
              <a:gd name="connsiteY155" fmla="*/ 5022958 h 6858000"/>
              <a:gd name="connsiteX156" fmla="*/ 2813343 w 7467600"/>
              <a:gd name="connsiteY156" fmla="*/ 4998369 h 6858000"/>
              <a:gd name="connsiteX157" fmla="*/ 2646245 w 7467600"/>
              <a:gd name="connsiteY157" fmla="*/ 4930999 h 6858000"/>
              <a:gd name="connsiteX158" fmla="*/ 1999243 w 7467600"/>
              <a:gd name="connsiteY158" fmla="*/ 4730524 h 6858000"/>
              <a:gd name="connsiteX159" fmla="*/ 1979527 w 7467600"/>
              <a:gd name="connsiteY159" fmla="*/ 4726651 h 6858000"/>
              <a:gd name="connsiteX160" fmla="*/ 1927410 w 7467600"/>
              <a:gd name="connsiteY160" fmla="*/ 4716164 h 6858000"/>
              <a:gd name="connsiteX161" fmla="*/ 1997014 w 7467600"/>
              <a:gd name="connsiteY161" fmla="*/ 4698007 h 6858000"/>
              <a:gd name="connsiteX162" fmla="*/ 2005458 w 7467600"/>
              <a:gd name="connsiteY162" fmla="*/ 4699540 h 6858000"/>
              <a:gd name="connsiteX163" fmla="*/ 2657186 w 7467600"/>
              <a:gd name="connsiteY163" fmla="*/ 4901687 h 6858000"/>
              <a:gd name="connsiteX164" fmla="*/ 2826662 w 7467600"/>
              <a:gd name="connsiteY164" fmla="*/ 4970362 h 6858000"/>
              <a:gd name="connsiteX165" fmla="*/ 2876100 w 7467600"/>
              <a:gd name="connsiteY165" fmla="*/ 4995397 h 6858000"/>
              <a:gd name="connsiteX166" fmla="*/ 3042600 w 7467600"/>
              <a:gd name="connsiteY166" fmla="*/ 5059532 h 6858000"/>
              <a:gd name="connsiteX167" fmla="*/ 1997014 w 7467600"/>
              <a:gd name="connsiteY167" fmla="*/ 4698007 h 6858000"/>
              <a:gd name="connsiteX168" fmla="*/ 2305292 w 7467600"/>
              <a:gd name="connsiteY168" fmla="*/ 4219492 h 6858000"/>
              <a:gd name="connsiteX169" fmla="*/ 3360922 w 7467600"/>
              <a:gd name="connsiteY169" fmla="*/ 4529373 h 6858000"/>
              <a:gd name="connsiteX170" fmla="*/ 3492420 w 7467600"/>
              <a:gd name="connsiteY170" fmla="*/ 4510145 h 6858000"/>
              <a:gd name="connsiteX171" fmla="*/ 3364086 w 7467600"/>
              <a:gd name="connsiteY171" fmla="*/ 4480340 h 6858000"/>
              <a:gd name="connsiteX172" fmla="*/ 3225818 w 7467600"/>
              <a:gd name="connsiteY172" fmla="*/ 4411822 h 6858000"/>
              <a:gd name="connsiteX173" fmla="*/ 3129696 w 7467600"/>
              <a:gd name="connsiteY173" fmla="*/ 4360704 h 6858000"/>
              <a:gd name="connsiteX174" fmla="*/ 2814545 w 7467600"/>
              <a:gd name="connsiteY174" fmla="*/ 4282955 h 6858000"/>
              <a:gd name="connsiteX175" fmla="*/ 2305292 w 7467600"/>
              <a:gd name="connsiteY175" fmla="*/ 4219492 h 6858000"/>
              <a:gd name="connsiteX176" fmla="*/ 2626982 w 7467600"/>
              <a:gd name="connsiteY176" fmla="*/ 4206450 h 6858000"/>
              <a:gd name="connsiteX177" fmla="*/ 2490617 w 7467600"/>
              <a:gd name="connsiteY177" fmla="*/ 4206951 h 6858000"/>
              <a:gd name="connsiteX178" fmla="*/ 2819869 w 7467600"/>
              <a:gd name="connsiteY178" fmla="*/ 4252936 h 6858000"/>
              <a:gd name="connsiteX179" fmla="*/ 3143018 w 7467600"/>
              <a:gd name="connsiteY179" fmla="*/ 4332698 h 6858000"/>
              <a:gd name="connsiteX180" fmla="*/ 3241520 w 7467600"/>
              <a:gd name="connsiteY180" fmla="*/ 4385112 h 6858000"/>
              <a:gd name="connsiteX181" fmla="*/ 3374575 w 7467600"/>
              <a:gd name="connsiteY181" fmla="*/ 4451517 h 6858000"/>
              <a:gd name="connsiteX182" fmla="*/ 3505221 w 7467600"/>
              <a:gd name="connsiteY182" fmla="*/ 4480757 h 6858000"/>
              <a:gd name="connsiteX183" fmla="*/ 2626982 w 7467600"/>
              <a:gd name="connsiteY183" fmla="*/ 4206450 h 6858000"/>
              <a:gd name="connsiteX184" fmla="*/ 1310106 w 7467600"/>
              <a:gd name="connsiteY184" fmla="*/ 3943217 h 6858000"/>
              <a:gd name="connsiteX185" fmla="*/ 854994 w 7467600"/>
              <a:gd name="connsiteY185" fmla="*/ 4399136 h 6858000"/>
              <a:gd name="connsiteX186" fmla="*/ 742462 w 7467600"/>
              <a:gd name="connsiteY186" fmla="*/ 4594648 h 6858000"/>
              <a:gd name="connsiteX187" fmla="*/ 820602 w 7467600"/>
              <a:gd name="connsiteY187" fmla="*/ 4485915 h 6858000"/>
              <a:gd name="connsiteX188" fmla="*/ 878295 w 7467600"/>
              <a:gd name="connsiteY188" fmla="*/ 4403594 h 6858000"/>
              <a:gd name="connsiteX189" fmla="*/ 1240607 w 7467600"/>
              <a:gd name="connsiteY189" fmla="*/ 4010401 h 6858000"/>
              <a:gd name="connsiteX190" fmla="*/ 1310106 w 7467600"/>
              <a:gd name="connsiteY190" fmla="*/ 3943217 h 6858000"/>
              <a:gd name="connsiteX191" fmla="*/ 1423113 w 7467600"/>
              <a:gd name="connsiteY191" fmla="*/ 3874565 h 6858000"/>
              <a:gd name="connsiteX192" fmla="*/ 1260565 w 7467600"/>
              <a:gd name="connsiteY192" fmla="*/ 4031982 h 6858000"/>
              <a:gd name="connsiteX193" fmla="*/ 901900 w 7467600"/>
              <a:gd name="connsiteY193" fmla="*/ 4421236 h 6858000"/>
              <a:gd name="connsiteX194" fmla="*/ 845044 w 7467600"/>
              <a:gd name="connsiteY194" fmla="*/ 4502436 h 6858000"/>
              <a:gd name="connsiteX195" fmla="*/ 685926 w 7467600"/>
              <a:gd name="connsiteY195" fmla="*/ 4703069 h 6858000"/>
              <a:gd name="connsiteX196" fmla="*/ 684248 w 7467600"/>
              <a:gd name="connsiteY196" fmla="*/ 4706721 h 6858000"/>
              <a:gd name="connsiteX197" fmla="*/ 1423113 w 7467600"/>
              <a:gd name="connsiteY197" fmla="*/ 3874565 h 6858000"/>
              <a:gd name="connsiteX198" fmla="*/ 3316479 w 7467600"/>
              <a:gd name="connsiteY198" fmla="*/ 3872136 h 6858000"/>
              <a:gd name="connsiteX199" fmla="*/ 3546806 w 7467600"/>
              <a:gd name="connsiteY199" fmla="*/ 4356139 h 6858000"/>
              <a:gd name="connsiteX200" fmla="*/ 3364433 w 7467600"/>
              <a:gd name="connsiteY200" fmla="*/ 3953121 h 6858000"/>
              <a:gd name="connsiteX201" fmla="*/ 3316479 w 7467600"/>
              <a:gd name="connsiteY201" fmla="*/ 3872136 h 6858000"/>
              <a:gd name="connsiteX202" fmla="*/ 3291335 w 7467600"/>
              <a:gd name="connsiteY202" fmla="*/ 3767420 h 6858000"/>
              <a:gd name="connsiteX203" fmla="*/ 3390805 w 7467600"/>
              <a:gd name="connsiteY203" fmla="*/ 3937163 h 6858000"/>
              <a:gd name="connsiteX204" fmla="*/ 3579062 w 7467600"/>
              <a:gd name="connsiteY204" fmla="*/ 4359040 h 6858000"/>
              <a:gd name="connsiteX205" fmla="*/ 3467355 w 7467600"/>
              <a:gd name="connsiteY205" fmla="*/ 3988130 h 6858000"/>
              <a:gd name="connsiteX206" fmla="*/ 3310753 w 7467600"/>
              <a:gd name="connsiteY206" fmla="*/ 3787140 h 6858000"/>
              <a:gd name="connsiteX207" fmla="*/ 3291335 w 7467600"/>
              <a:gd name="connsiteY207" fmla="*/ 3767420 h 6858000"/>
              <a:gd name="connsiteX208" fmla="*/ 1635889 w 7467600"/>
              <a:gd name="connsiteY208" fmla="*/ 3709494 h 6858000"/>
              <a:gd name="connsiteX209" fmla="*/ 1634800 w 7467600"/>
              <a:gd name="connsiteY209" fmla="*/ 3731111 h 6858000"/>
              <a:gd name="connsiteX210" fmla="*/ 1635889 w 7467600"/>
              <a:gd name="connsiteY210" fmla="*/ 3709494 h 6858000"/>
              <a:gd name="connsiteX211" fmla="*/ 1510397 w 7467600"/>
              <a:gd name="connsiteY211" fmla="*/ 3684705 h 6858000"/>
              <a:gd name="connsiteX212" fmla="*/ 1146550 w 7467600"/>
              <a:gd name="connsiteY212" fmla="*/ 3802012 h 6858000"/>
              <a:gd name="connsiteX213" fmla="*/ 698834 w 7467600"/>
              <a:gd name="connsiteY213" fmla="*/ 3952272 h 6858000"/>
              <a:gd name="connsiteX214" fmla="*/ 34256 w 7467600"/>
              <a:gd name="connsiteY214" fmla="*/ 4347603 h 6858000"/>
              <a:gd name="connsiteX215" fmla="*/ 527241 w 7467600"/>
              <a:gd name="connsiteY215" fmla="*/ 4065078 h 6858000"/>
              <a:gd name="connsiteX216" fmla="*/ 1510397 w 7467600"/>
              <a:gd name="connsiteY216" fmla="*/ 3684705 h 6858000"/>
              <a:gd name="connsiteX217" fmla="*/ 1313114 w 7467600"/>
              <a:gd name="connsiteY217" fmla="*/ 3655216 h 6858000"/>
              <a:gd name="connsiteX218" fmla="*/ 1109304 w 7467600"/>
              <a:gd name="connsiteY218" fmla="*/ 3669030 h 6858000"/>
              <a:gd name="connsiteX219" fmla="*/ 8129 w 7467600"/>
              <a:gd name="connsiteY219" fmla="*/ 4330519 h 6858000"/>
              <a:gd name="connsiteX220" fmla="*/ 687572 w 7467600"/>
              <a:gd name="connsiteY220" fmla="*/ 3925629 h 6858000"/>
              <a:gd name="connsiteX221" fmla="*/ 1138365 w 7467600"/>
              <a:gd name="connsiteY221" fmla="*/ 3774515 h 6858000"/>
              <a:gd name="connsiteX222" fmla="*/ 1505579 w 7467600"/>
              <a:gd name="connsiteY222" fmla="*/ 3655526 h 6858000"/>
              <a:gd name="connsiteX223" fmla="*/ 1313114 w 7467600"/>
              <a:gd name="connsiteY223" fmla="*/ 3655216 h 6858000"/>
              <a:gd name="connsiteX224" fmla="*/ 3655073 w 7467600"/>
              <a:gd name="connsiteY224" fmla="*/ 3650884 h 6858000"/>
              <a:gd name="connsiteX225" fmla="*/ 3989938 w 7467600"/>
              <a:gd name="connsiteY225" fmla="*/ 3991685 h 6858000"/>
              <a:gd name="connsiteX226" fmla="*/ 4393907 w 7467600"/>
              <a:gd name="connsiteY226" fmla="*/ 4261258 h 6858000"/>
              <a:gd name="connsiteX227" fmla="*/ 4648051 w 7467600"/>
              <a:gd name="connsiteY227" fmla="*/ 4374051 h 6858000"/>
              <a:gd name="connsiteX228" fmla="*/ 4383389 w 7467600"/>
              <a:gd name="connsiteY228" fmla="*/ 4184369 h 6858000"/>
              <a:gd name="connsiteX229" fmla="*/ 4165508 w 7467600"/>
              <a:gd name="connsiteY229" fmla="*/ 4035196 h 6858000"/>
              <a:gd name="connsiteX230" fmla="*/ 4068162 w 7467600"/>
              <a:gd name="connsiteY230" fmla="*/ 3953394 h 6858000"/>
              <a:gd name="connsiteX231" fmla="*/ 3981416 w 7467600"/>
              <a:gd name="connsiteY231" fmla="*/ 3880482 h 6858000"/>
              <a:gd name="connsiteX232" fmla="*/ 3800147 w 7467600"/>
              <a:gd name="connsiteY232" fmla="*/ 3749872 h 6858000"/>
              <a:gd name="connsiteX233" fmla="*/ 3655073 w 7467600"/>
              <a:gd name="connsiteY233" fmla="*/ 3650884 h 6858000"/>
              <a:gd name="connsiteX234" fmla="*/ 3670252 w 7467600"/>
              <a:gd name="connsiteY234" fmla="*/ 3622798 h 6858000"/>
              <a:gd name="connsiteX235" fmla="*/ 3817258 w 7467600"/>
              <a:gd name="connsiteY235" fmla="*/ 3723577 h 6858000"/>
              <a:gd name="connsiteX236" fmla="*/ 4000461 w 7467600"/>
              <a:gd name="connsiteY236" fmla="*/ 3855966 h 6858000"/>
              <a:gd name="connsiteX237" fmla="*/ 4088180 w 7467600"/>
              <a:gd name="connsiteY237" fmla="*/ 3929774 h 6858000"/>
              <a:gd name="connsiteX238" fmla="*/ 4184555 w 7467600"/>
              <a:gd name="connsiteY238" fmla="*/ 4010683 h 6858000"/>
              <a:gd name="connsiteX239" fmla="*/ 4399563 w 7467600"/>
              <a:gd name="connsiteY239" fmla="*/ 4158106 h 6858000"/>
              <a:gd name="connsiteX240" fmla="*/ 4684469 w 7467600"/>
              <a:gd name="connsiteY240" fmla="*/ 4364680 h 6858000"/>
              <a:gd name="connsiteX241" fmla="*/ 4690271 w 7467600"/>
              <a:gd name="connsiteY241" fmla="*/ 4370034 h 6858000"/>
              <a:gd name="connsiteX242" fmla="*/ 4136093 w 7467600"/>
              <a:gd name="connsiteY242" fmla="*/ 3858466 h 6858000"/>
              <a:gd name="connsiteX243" fmla="*/ 3670252 w 7467600"/>
              <a:gd name="connsiteY243" fmla="*/ 3622798 h 6858000"/>
              <a:gd name="connsiteX244" fmla="*/ 4440129 w 7467600"/>
              <a:gd name="connsiteY244" fmla="*/ 3448571 h 6858000"/>
              <a:gd name="connsiteX245" fmla="*/ 4856525 w 7467600"/>
              <a:gd name="connsiteY245" fmla="*/ 3915351 h 6858000"/>
              <a:gd name="connsiteX246" fmla="*/ 5059055 w 7467600"/>
              <a:gd name="connsiteY246" fmla="*/ 4108918 h 6858000"/>
              <a:gd name="connsiteX247" fmla="*/ 5290070 w 7467600"/>
              <a:gd name="connsiteY247" fmla="*/ 4263619 h 6858000"/>
              <a:gd name="connsiteX248" fmla="*/ 4834991 w 7467600"/>
              <a:gd name="connsiteY248" fmla="*/ 3830985 h 6858000"/>
              <a:gd name="connsiteX249" fmla="*/ 4440129 w 7467600"/>
              <a:gd name="connsiteY249" fmla="*/ 3448571 h 6858000"/>
              <a:gd name="connsiteX250" fmla="*/ 4441737 w 7467600"/>
              <a:gd name="connsiteY250" fmla="*/ 3399734 h 6858000"/>
              <a:gd name="connsiteX251" fmla="*/ 4431236 w 7467600"/>
              <a:gd name="connsiteY251" fmla="*/ 3400954 h 6858000"/>
              <a:gd name="connsiteX252" fmla="*/ 4557150 w 7467600"/>
              <a:gd name="connsiteY252" fmla="*/ 3510023 h 6858000"/>
              <a:gd name="connsiteX253" fmla="*/ 4856936 w 7467600"/>
              <a:gd name="connsiteY253" fmla="*/ 3809146 h 6858000"/>
              <a:gd name="connsiteX254" fmla="*/ 5111996 w 7467600"/>
              <a:gd name="connsiteY254" fmla="*/ 4065759 h 6858000"/>
              <a:gd name="connsiteX255" fmla="*/ 5388878 w 7467600"/>
              <a:gd name="connsiteY255" fmla="*/ 4300185 h 6858000"/>
              <a:gd name="connsiteX256" fmla="*/ 5425556 w 7467600"/>
              <a:gd name="connsiteY256" fmla="*/ 4308967 h 6858000"/>
              <a:gd name="connsiteX257" fmla="*/ 4943646 w 7467600"/>
              <a:gd name="connsiteY257" fmla="*/ 3822916 h 6858000"/>
              <a:gd name="connsiteX258" fmla="*/ 4594837 w 7467600"/>
              <a:gd name="connsiteY258" fmla="*/ 3532274 h 6858000"/>
              <a:gd name="connsiteX259" fmla="*/ 4441737 w 7467600"/>
              <a:gd name="connsiteY259" fmla="*/ 3399734 h 6858000"/>
              <a:gd name="connsiteX260" fmla="*/ 5425834 w 7467600"/>
              <a:gd name="connsiteY260" fmla="*/ 3162785 h 6858000"/>
              <a:gd name="connsiteX261" fmla="*/ 5401644 w 7467600"/>
              <a:gd name="connsiteY261" fmla="*/ 3617847 h 6858000"/>
              <a:gd name="connsiteX262" fmla="*/ 5467256 w 7467600"/>
              <a:gd name="connsiteY262" fmla="*/ 4175494 h 6858000"/>
              <a:gd name="connsiteX263" fmla="*/ 5448069 w 7467600"/>
              <a:gd name="connsiteY263" fmla="*/ 3567554 h 6858000"/>
              <a:gd name="connsiteX264" fmla="*/ 5425834 w 7467600"/>
              <a:gd name="connsiteY264" fmla="*/ 3162785 h 6858000"/>
              <a:gd name="connsiteX265" fmla="*/ 1318687 w 7467600"/>
              <a:gd name="connsiteY265" fmla="*/ 3113840 h 6858000"/>
              <a:gd name="connsiteX266" fmla="*/ 1066793 w 7467600"/>
              <a:gd name="connsiteY266" fmla="*/ 3212171 h 6858000"/>
              <a:gd name="connsiteX267" fmla="*/ 993319 w 7467600"/>
              <a:gd name="connsiteY267" fmla="*/ 3247648 h 6858000"/>
              <a:gd name="connsiteX268" fmla="*/ 853081 w 7467600"/>
              <a:gd name="connsiteY268" fmla="*/ 3312410 h 6858000"/>
              <a:gd name="connsiteX269" fmla="*/ 805957 w 7467600"/>
              <a:gd name="connsiteY269" fmla="*/ 3330443 h 6858000"/>
              <a:gd name="connsiteX270" fmla="*/ 1318687 w 7467600"/>
              <a:gd name="connsiteY270" fmla="*/ 3113840 h 6858000"/>
              <a:gd name="connsiteX271" fmla="*/ 5453702 w 7467600"/>
              <a:gd name="connsiteY271" fmla="*/ 3090882 h 6858000"/>
              <a:gd name="connsiteX272" fmla="*/ 5480135 w 7467600"/>
              <a:gd name="connsiteY272" fmla="*/ 3565802 h 6858000"/>
              <a:gd name="connsiteX273" fmla="*/ 5499023 w 7467600"/>
              <a:gd name="connsiteY273" fmla="*/ 4166310 h 6858000"/>
              <a:gd name="connsiteX274" fmla="*/ 5547022 w 7467600"/>
              <a:gd name="connsiteY274" fmla="*/ 3607838 h 6858000"/>
              <a:gd name="connsiteX275" fmla="*/ 5515964 w 7467600"/>
              <a:gd name="connsiteY275" fmla="*/ 3378541 h 6858000"/>
              <a:gd name="connsiteX276" fmla="*/ 5453702 w 7467600"/>
              <a:gd name="connsiteY276" fmla="*/ 3090882 h 6858000"/>
              <a:gd name="connsiteX277" fmla="*/ 1238695 w 7467600"/>
              <a:gd name="connsiteY277" fmla="*/ 3076820 h 6858000"/>
              <a:gd name="connsiteX278" fmla="*/ 716371 w 7467600"/>
              <a:gd name="connsiteY278" fmla="*/ 3293249 h 6858000"/>
              <a:gd name="connsiteX279" fmla="*/ 579522 w 7467600"/>
              <a:gd name="connsiteY279" fmla="*/ 3371759 h 6858000"/>
              <a:gd name="connsiteX280" fmla="*/ 600288 w 7467600"/>
              <a:gd name="connsiteY280" fmla="*/ 3365555 h 6858000"/>
              <a:gd name="connsiteX281" fmla="*/ 840692 w 7467600"/>
              <a:gd name="connsiteY281" fmla="*/ 3284921 h 6858000"/>
              <a:gd name="connsiteX282" fmla="*/ 979248 w 7467600"/>
              <a:gd name="connsiteY282" fmla="*/ 3221003 h 6858000"/>
              <a:gd name="connsiteX283" fmla="*/ 1053282 w 7467600"/>
              <a:gd name="connsiteY283" fmla="*/ 3185247 h 6858000"/>
              <a:gd name="connsiteX284" fmla="*/ 1320603 w 7467600"/>
              <a:gd name="connsiteY284" fmla="*/ 3081281 h 6858000"/>
              <a:gd name="connsiteX285" fmla="*/ 1238695 w 7467600"/>
              <a:gd name="connsiteY285" fmla="*/ 3076820 h 6858000"/>
              <a:gd name="connsiteX286" fmla="*/ 5425627 w 7467600"/>
              <a:gd name="connsiteY286" fmla="*/ 2954192 h 6858000"/>
              <a:gd name="connsiteX287" fmla="*/ 5470770 w 7467600"/>
              <a:gd name="connsiteY287" fmla="*/ 3005435 h 6858000"/>
              <a:gd name="connsiteX288" fmla="*/ 5519779 w 7467600"/>
              <a:gd name="connsiteY288" fmla="*/ 4359223 h 6858000"/>
              <a:gd name="connsiteX289" fmla="*/ 5520293 w 7467600"/>
              <a:gd name="connsiteY289" fmla="*/ 4360602 h 6858000"/>
              <a:gd name="connsiteX290" fmla="*/ 5767221 w 7467600"/>
              <a:gd name="connsiteY290" fmla="*/ 4665564 h 6858000"/>
              <a:gd name="connsiteX291" fmla="*/ 6937169 w 7467600"/>
              <a:gd name="connsiteY291" fmla="*/ 4815941 h 6858000"/>
              <a:gd name="connsiteX292" fmla="*/ 6953922 w 7467600"/>
              <a:gd name="connsiteY292" fmla="*/ 4890068 h 6858000"/>
              <a:gd name="connsiteX293" fmla="*/ 6071359 w 7467600"/>
              <a:gd name="connsiteY293" fmla="*/ 4770770 h 6858000"/>
              <a:gd name="connsiteX294" fmla="*/ 6038839 w 7467600"/>
              <a:gd name="connsiteY294" fmla="*/ 4764474 h 6858000"/>
              <a:gd name="connsiteX295" fmla="*/ 6038706 w 7467600"/>
              <a:gd name="connsiteY295" fmla="*/ 4763847 h 6858000"/>
              <a:gd name="connsiteX296" fmla="*/ 6037784 w 7467600"/>
              <a:gd name="connsiteY296" fmla="*/ 4764270 h 6858000"/>
              <a:gd name="connsiteX297" fmla="*/ 6038839 w 7467600"/>
              <a:gd name="connsiteY297" fmla="*/ 4764474 h 6858000"/>
              <a:gd name="connsiteX298" fmla="*/ 6040338 w 7467600"/>
              <a:gd name="connsiteY298" fmla="*/ 4771418 h 6858000"/>
              <a:gd name="connsiteX299" fmla="*/ 6024488 w 7467600"/>
              <a:gd name="connsiteY299" fmla="*/ 4809903 h 6858000"/>
              <a:gd name="connsiteX300" fmla="*/ 5599771 w 7467600"/>
              <a:gd name="connsiteY300" fmla="*/ 5509652 h 6858000"/>
              <a:gd name="connsiteX301" fmla="*/ 5548843 w 7467600"/>
              <a:gd name="connsiteY301" fmla="*/ 5563845 h 6858000"/>
              <a:gd name="connsiteX302" fmla="*/ 5940952 w 7467600"/>
              <a:gd name="connsiteY302" fmla="*/ 6250028 h 6858000"/>
              <a:gd name="connsiteX303" fmla="*/ 6043441 w 7467600"/>
              <a:gd name="connsiteY303" fmla="*/ 6665847 h 6858000"/>
              <a:gd name="connsiteX304" fmla="*/ 6093432 w 7467600"/>
              <a:gd name="connsiteY304" fmla="*/ 6858000 h 6858000"/>
              <a:gd name="connsiteX305" fmla="*/ 6034344 w 7467600"/>
              <a:gd name="connsiteY305" fmla="*/ 6858000 h 6858000"/>
              <a:gd name="connsiteX306" fmla="*/ 6026679 w 7467600"/>
              <a:gd name="connsiteY306" fmla="*/ 6836959 h 6858000"/>
              <a:gd name="connsiteX307" fmla="*/ 5800441 w 7467600"/>
              <a:gd name="connsiteY307" fmla="*/ 6335286 h 6858000"/>
              <a:gd name="connsiteX308" fmla="*/ 5526562 w 7467600"/>
              <a:gd name="connsiteY308" fmla="*/ 5705388 h 6858000"/>
              <a:gd name="connsiteX309" fmla="*/ 5519640 w 7467600"/>
              <a:gd name="connsiteY309" fmla="*/ 5683774 h 6858000"/>
              <a:gd name="connsiteX310" fmla="*/ 5844559 w 7467600"/>
              <a:gd name="connsiteY310" fmla="*/ 6553349 h 6858000"/>
              <a:gd name="connsiteX311" fmla="*/ 5975994 w 7467600"/>
              <a:gd name="connsiteY311" fmla="*/ 6858000 h 6858000"/>
              <a:gd name="connsiteX312" fmla="*/ 5898547 w 7467600"/>
              <a:gd name="connsiteY312" fmla="*/ 6858000 h 6858000"/>
              <a:gd name="connsiteX313" fmla="*/ 5682041 w 7467600"/>
              <a:gd name="connsiteY313" fmla="*/ 6355860 h 6858000"/>
              <a:gd name="connsiteX314" fmla="*/ 5461758 w 7467600"/>
              <a:gd name="connsiteY314" fmla="*/ 5820220 h 6858000"/>
              <a:gd name="connsiteX315" fmla="*/ 5237282 w 7467600"/>
              <a:gd name="connsiteY315" fmla="*/ 6579086 h 6858000"/>
              <a:gd name="connsiteX316" fmla="*/ 5115009 w 7467600"/>
              <a:gd name="connsiteY316" fmla="*/ 6858000 h 6858000"/>
              <a:gd name="connsiteX317" fmla="*/ 5028074 w 7467600"/>
              <a:gd name="connsiteY317" fmla="*/ 6858000 h 6858000"/>
              <a:gd name="connsiteX318" fmla="*/ 5079508 w 7467600"/>
              <a:gd name="connsiteY318" fmla="*/ 6749074 h 6858000"/>
              <a:gd name="connsiteX319" fmla="*/ 5371846 w 7467600"/>
              <a:gd name="connsiteY319" fmla="*/ 5924413 h 6858000"/>
              <a:gd name="connsiteX320" fmla="*/ 5270512 w 7467600"/>
              <a:gd name="connsiteY320" fmla="*/ 6138975 h 6858000"/>
              <a:gd name="connsiteX321" fmla="*/ 5062409 w 7467600"/>
              <a:gd name="connsiteY321" fmla="*/ 6653544 h 6858000"/>
              <a:gd name="connsiteX322" fmla="*/ 5036628 w 7467600"/>
              <a:gd name="connsiteY322" fmla="*/ 6754247 h 6858000"/>
              <a:gd name="connsiteX323" fmla="*/ 5009112 w 7467600"/>
              <a:gd name="connsiteY323" fmla="*/ 6858000 h 6858000"/>
              <a:gd name="connsiteX324" fmla="*/ 4976679 w 7467600"/>
              <a:gd name="connsiteY324" fmla="*/ 6858000 h 6858000"/>
              <a:gd name="connsiteX325" fmla="*/ 5006537 w 7467600"/>
              <a:gd name="connsiteY325" fmla="*/ 6747068 h 6858000"/>
              <a:gd name="connsiteX326" fmla="*/ 5032723 w 7467600"/>
              <a:gd name="connsiteY326" fmla="*/ 6644957 h 6858000"/>
              <a:gd name="connsiteX327" fmla="*/ 5242949 w 7467600"/>
              <a:gd name="connsiteY327" fmla="*/ 6125175 h 6858000"/>
              <a:gd name="connsiteX328" fmla="*/ 5286321 w 7467600"/>
              <a:gd name="connsiteY328" fmla="*/ 6033555 h 6858000"/>
              <a:gd name="connsiteX329" fmla="*/ 5008210 w 7467600"/>
              <a:gd name="connsiteY329" fmla="*/ 6649194 h 6858000"/>
              <a:gd name="connsiteX330" fmla="*/ 4986321 w 7467600"/>
              <a:gd name="connsiteY330" fmla="*/ 6765687 h 6858000"/>
              <a:gd name="connsiteX331" fmla="*/ 4973474 w 7467600"/>
              <a:gd name="connsiteY331" fmla="*/ 6858000 h 6858000"/>
              <a:gd name="connsiteX332" fmla="*/ 4907178 w 7467600"/>
              <a:gd name="connsiteY332" fmla="*/ 6858000 h 6858000"/>
              <a:gd name="connsiteX333" fmla="*/ 4910810 w 7467600"/>
              <a:gd name="connsiteY333" fmla="*/ 6829660 h 6858000"/>
              <a:gd name="connsiteX334" fmla="*/ 4987461 w 7467600"/>
              <a:gd name="connsiteY334" fmla="*/ 6432994 h 6858000"/>
              <a:gd name="connsiteX335" fmla="*/ 5179262 w 7467600"/>
              <a:gd name="connsiteY335" fmla="*/ 6035044 h 6858000"/>
              <a:gd name="connsiteX336" fmla="*/ 4689678 w 7467600"/>
              <a:gd name="connsiteY336" fmla="*/ 6440241 h 6858000"/>
              <a:gd name="connsiteX337" fmla="*/ 4477543 w 7467600"/>
              <a:gd name="connsiteY337" fmla="*/ 6674836 h 6858000"/>
              <a:gd name="connsiteX338" fmla="*/ 4329957 w 7467600"/>
              <a:gd name="connsiteY338" fmla="*/ 6858000 h 6858000"/>
              <a:gd name="connsiteX339" fmla="*/ 4218595 w 7467600"/>
              <a:gd name="connsiteY339" fmla="*/ 6858000 h 6858000"/>
              <a:gd name="connsiteX340" fmla="*/ 4368888 w 7467600"/>
              <a:gd name="connsiteY340" fmla="*/ 6668412 h 6858000"/>
              <a:gd name="connsiteX341" fmla="*/ 4563091 w 7467600"/>
              <a:gd name="connsiteY341" fmla="*/ 6442508 h 6858000"/>
              <a:gd name="connsiteX342" fmla="*/ 5387324 w 7467600"/>
              <a:gd name="connsiteY342" fmla="*/ 5705830 h 6858000"/>
              <a:gd name="connsiteX343" fmla="*/ 5073620 w 7467600"/>
              <a:gd name="connsiteY343" fmla="*/ 5955437 h 6858000"/>
              <a:gd name="connsiteX344" fmla="*/ 4689789 w 7467600"/>
              <a:gd name="connsiteY344" fmla="*/ 6268382 h 6858000"/>
              <a:gd name="connsiteX345" fmla="*/ 4418722 w 7467600"/>
              <a:gd name="connsiteY345" fmla="*/ 6570886 h 6858000"/>
              <a:gd name="connsiteX346" fmla="*/ 4214944 w 7467600"/>
              <a:gd name="connsiteY346" fmla="*/ 6858000 h 6858000"/>
              <a:gd name="connsiteX347" fmla="*/ 4177898 w 7467600"/>
              <a:gd name="connsiteY347" fmla="*/ 6858000 h 6858000"/>
              <a:gd name="connsiteX348" fmla="*/ 4391597 w 7467600"/>
              <a:gd name="connsiteY348" fmla="*/ 6556370 h 6858000"/>
              <a:gd name="connsiteX349" fmla="*/ 4668889 w 7467600"/>
              <a:gd name="connsiteY349" fmla="*/ 6246399 h 6858000"/>
              <a:gd name="connsiteX350" fmla="*/ 5055427 w 7467600"/>
              <a:gd name="connsiteY350" fmla="*/ 5931476 h 6858000"/>
              <a:gd name="connsiteX351" fmla="*/ 5371814 w 7467600"/>
              <a:gd name="connsiteY351" fmla="*/ 5678975 h 6858000"/>
              <a:gd name="connsiteX352" fmla="*/ 4987918 w 7467600"/>
              <a:gd name="connsiteY352" fmla="*/ 5838701 h 6858000"/>
              <a:gd name="connsiteX353" fmla="*/ 4317146 w 7467600"/>
              <a:gd name="connsiteY353" fmla="*/ 6587716 h 6858000"/>
              <a:gd name="connsiteX354" fmla="*/ 4171627 w 7467600"/>
              <a:gd name="connsiteY354" fmla="*/ 6858000 h 6858000"/>
              <a:gd name="connsiteX355" fmla="*/ 4081585 w 7467600"/>
              <a:gd name="connsiteY355" fmla="*/ 6858000 h 6858000"/>
              <a:gd name="connsiteX356" fmla="*/ 4238603 w 7467600"/>
              <a:gd name="connsiteY356" fmla="*/ 6559341 h 6858000"/>
              <a:gd name="connsiteX357" fmla="*/ 4778333 w 7467600"/>
              <a:gd name="connsiteY357" fmla="*/ 5873626 h 6858000"/>
              <a:gd name="connsiteX358" fmla="*/ 5414185 w 7467600"/>
              <a:gd name="connsiteY358" fmla="*/ 5573882 h 6858000"/>
              <a:gd name="connsiteX359" fmla="*/ 5959648 w 7467600"/>
              <a:gd name="connsiteY359" fmla="*/ 4760797 h 6858000"/>
              <a:gd name="connsiteX360" fmla="*/ 5355019 w 7467600"/>
              <a:gd name="connsiteY360" fmla="*/ 4734672 h 6858000"/>
              <a:gd name="connsiteX361" fmla="*/ 5083565 w 7467600"/>
              <a:gd name="connsiteY361" fmla="*/ 5179121 h 6858000"/>
              <a:gd name="connsiteX362" fmla="*/ 4713577 w 7467600"/>
              <a:gd name="connsiteY362" fmla="*/ 5616803 h 6858000"/>
              <a:gd name="connsiteX363" fmla="*/ 3989559 w 7467600"/>
              <a:gd name="connsiteY363" fmla="*/ 6145945 h 6858000"/>
              <a:gd name="connsiteX364" fmla="*/ 3939824 w 7467600"/>
              <a:gd name="connsiteY364" fmla="*/ 6066900 h 6858000"/>
              <a:gd name="connsiteX365" fmla="*/ 4584537 w 7467600"/>
              <a:gd name="connsiteY365" fmla="*/ 5324826 h 6858000"/>
              <a:gd name="connsiteX366" fmla="*/ 5037105 w 7467600"/>
              <a:gd name="connsiteY366" fmla="*/ 5088765 h 6858000"/>
              <a:gd name="connsiteX367" fmla="*/ 5039930 w 7467600"/>
              <a:gd name="connsiteY367" fmla="*/ 5089585 h 6858000"/>
              <a:gd name="connsiteX368" fmla="*/ 5263764 w 7467600"/>
              <a:gd name="connsiteY368" fmla="*/ 4735525 h 6858000"/>
              <a:gd name="connsiteX369" fmla="*/ 4086300 w 7467600"/>
              <a:gd name="connsiteY369" fmla="*/ 4884599 h 6858000"/>
              <a:gd name="connsiteX370" fmla="*/ 4085485 w 7467600"/>
              <a:gd name="connsiteY370" fmla="*/ 4899070 h 6858000"/>
              <a:gd name="connsiteX371" fmla="*/ 3871915 w 7467600"/>
              <a:gd name="connsiteY371" fmla="*/ 5253645 h 6858000"/>
              <a:gd name="connsiteX372" fmla="*/ 3799374 w 7467600"/>
              <a:gd name="connsiteY372" fmla="*/ 5466127 h 6858000"/>
              <a:gd name="connsiteX373" fmla="*/ 3498850 w 7467600"/>
              <a:gd name="connsiteY373" fmla="*/ 6661888 h 6858000"/>
              <a:gd name="connsiteX374" fmla="*/ 3399216 w 7467600"/>
              <a:gd name="connsiteY374" fmla="*/ 6858000 h 6858000"/>
              <a:gd name="connsiteX375" fmla="*/ 3303688 w 7467600"/>
              <a:gd name="connsiteY375" fmla="*/ 6858000 h 6858000"/>
              <a:gd name="connsiteX376" fmla="*/ 3391774 w 7467600"/>
              <a:gd name="connsiteY376" fmla="*/ 6697181 h 6858000"/>
              <a:gd name="connsiteX377" fmla="*/ 3735540 w 7467600"/>
              <a:gd name="connsiteY377" fmla="*/ 5546923 h 6858000"/>
              <a:gd name="connsiteX378" fmla="*/ 3729438 w 7467600"/>
              <a:gd name="connsiteY378" fmla="*/ 5569058 h 6858000"/>
              <a:gd name="connsiteX379" fmla="*/ 3707782 w 7467600"/>
              <a:gd name="connsiteY379" fmla="*/ 5644908 h 6858000"/>
              <a:gd name="connsiteX380" fmla="*/ 3583827 w 7467600"/>
              <a:gd name="connsiteY380" fmla="*/ 6039215 h 6858000"/>
              <a:gd name="connsiteX381" fmla="*/ 3547861 w 7467600"/>
              <a:gd name="connsiteY381" fmla="*/ 6129609 h 6858000"/>
              <a:gd name="connsiteX382" fmla="*/ 3490905 w 7467600"/>
              <a:gd name="connsiteY382" fmla="*/ 6277660 h 6858000"/>
              <a:gd name="connsiteX383" fmla="*/ 3455859 w 7467600"/>
              <a:gd name="connsiteY383" fmla="*/ 6391301 h 6858000"/>
              <a:gd name="connsiteX384" fmla="*/ 3429112 w 7467600"/>
              <a:gd name="connsiteY384" fmla="*/ 6479469 h 6858000"/>
              <a:gd name="connsiteX385" fmla="*/ 3304862 w 7467600"/>
              <a:gd name="connsiteY385" fmla="*/ 6796476 h 6858000"/>
              <a:gd name="connsiteX386" fmla="*/ 3276071 w 7467600"/>
              <a:gd name="connsiteY386" fmla="*/ 6858000 h 6858000"/>
              <a:gd name="connsiteX387" fmla="*/ 3240805 w 7467600"/>
              <a:gd name="connsiteY387" fmla="*/ 6858000 h 6858000"/>
              <a:gd name="connsiteX388" fmla="*/ 3275917 w 7467600"/>
              <a:gd name="connsiteY388" fmla="*/ 6783192 h 6858000"/>
              <a:gd name="connsiteX389" fmla="*/ 3399358 w 7467600"/>
              <a:gd name="connsiteY389" fmla="*/ 6469011 h 6858000"/>
              <a:gd name="connsiteX390" fmla="*/ 3425650 w 7467600"/>
              <a:gd name="connsiteY390" fmla="*/ 6381333 h 6858000"/>
              <a:gd name="connsiteX391" fmla="*/ 3460661 w 7467600"/>
              <a:gd name="connsiteY391" fmla="*/ 6266763 h 6858000"/>
              <a:gd name="connsiteX392" fmla="*/ 3518021 w 7467600"/>
              <a:gd name="connsiteY392" fmla="*/ 6117298 h 6858000"/>
              <a:gd name="connsiteX393" fmla="*/ 3554035 w 7467600"/>
              <a:gd name="connsiteY393" fmla="*/ 6027832 h 6858000"/>
              <a:gd name="connsiteX394" fmla="*/ 3677174 w 7467600"/>
              <a:gd name="connsiteY394" fmla="*/ 5636351 h 6858000"/>
              <a:gd name="connsiteX395" fmla="*/ 3698819 w 7467600"/>
              <a:gd name="connsiteY395" fmla="*/ 5560503 h 6858000"/>
              <a:gd name="connsiteX396" fmla="*/ 3702094 w 7467600"/>
              <a:gd name="connsiteY396" fmla="*/ 5549194 h 6858000"/>
              <a:gd name="connsiteX397" fmla="*/ 3398355 w 7467600"/>
              <a:gd name="connsiteY397" fmla="*/ 6094603 h 6858000"/>
              <a:gd name="connsiteX398" fmla="*/ 3193941 w 7467600"/>
              <a:gd name="connsiteY398" fmla="*/ 6798775 h 6858000"/>
              <a:gd name="connsiteX399" fmla="*/ 3184140 w 7467600"/>
              <a:gd name="connsiteY399" fmla="*/ 6858000 h 6858000"/>
              <a:gd name="connsiteX400" fmla="*/ 3099978 w 7467600"/>
              <a:gd name="connsiteY400" fmla="*/ 6858000 h 6858000"/>
              <a:gd name="connsiteX401" fmla="*/ 3101556 w 7467600"/>
              <a:gd name="connsiteY401" fmla="*/ 6843337 h 6858000"/>
              <a:gd name="connsiteX402" fmla="*/ 3370162 w 7467600"/>
              <a:gd name="connsiteY402" fmla="*/ 5785550 h 6858000"/>
              <a:gd name="connsiteX403" fmla="*/ 3746477 w 7467600"/>
              <a:gd name="connsiteY403" fmla="*/ 5377889 h 6858000"/>
              <a:gd name="connsiteX404" fmla="*/ 3863399 w 7467600"/>
              <a:gd name="connsiteY404" fmla="*/ 5087257 h 6858000"/>
              <a:gd name="connsiteX405" fmla="*/ 3968712 w 7467600"/>
              <a:gd name="connsiteY405" fmla="*/ 4913989 h 6858000"/>
              <a:gd name="connsiteX406" fmla="*/ 2792390 w 7467600"/>
              <a:gd name="connsiteY406" fmla="*/ 5382974 h 6858000"/>
              <a:gd name="connsiteX407" fmla="*/ 2714982 w 7467600"/>
              <a:gd name="connsiteY407" fmla="*/ 5427051 h 6858000"/>
              <a:gd name="connsiteX408" fmla="*/ 2813361 w 7467600"/>
              <a:gd name="connsiteY408" fmla="*/ 6023912 h 6858000"/>
              <a:gd name="connsiteX409" fmla="*/ 2688430 w 7467600"/>
              <a:gd name="connsiteY409" fmla="*/ 6801564 h 6858000"/>
              <a:gd name="connsiteX410" fmla="*/ 2629626 w 7467600"/>
              <a:gd name="connsiteY410" fmla="*/ 6763394 h 6858000"/>
              <a:gd name="connsiteX411" fmla="*/ 2565328 w 7467600"/>
              <a:gd name="connsiteY411" fmla="*/ 5516399 h 6858000"/>
              <a:gd name="connsiteX412" fmla="*/ 1922999 w 7467600"/>
              <a:gd name="connsiteY412" fmla="*/ 5980343 h 6858000"/>
              <a:gd name="connsiteX413" fmla="*/ 1950261 w 7467600"/>
              <a:gd name="connsiteY413" fmla="*/ 6405858 h 6858000"/>
              <a:gd name="connsiteX414" fmla="*/ 2365554 w 7467600"/>
              <a:gd name="connsiteY414" fmla="*/ 6759107 h 6858000"/>
              <a:gd name="connsiteX415" fmla="*/ 2424142 w 7467600"/>
              <a:gd name="connsiteY415" fmla="*/ 6858000 h 6858000"/>
              <a:gd name="connsiteX416" fmla="*/ 2395994 w 7467600"/>
              <a:gd name="connsiteY416" fmla="*/ 6858000 h 6858000"/>
              <a:gd name="connsiteX417" fmla="*/ 2392863 w 7467600"/>
              <a:gd name="connsiteY417" fmla="*/ 6852964 h 6858000"/>
              <a:gd name="connsiteX418" fmla="*/ 2017589 w 7467600"/>
              <a:gd name="connsiteY418" fmla="*/ 6493982 h 6858000"/>
              <a:gd name="connsiteX419" fmla="*/ 2147336 w 7467600"/>
              <a:gd name="connsiteY419" fmla="*/ 6594052 h 6858000"/>
              <a:gd name="connsiteX420" fmla="*/ 2207047 w 7467600"/>
              <a:gd name="connsiteY420" fmla="*/ 6654540 h 6858000"/>
              <a:gd name="connsiteX421" fmla="*/ 2299106 w 7467600"/>
              <a:gd name="connsiteY421" fmla="*/ 6778931 h 6858000"/>
              <a:gd name="connsiteX422" fmla="*/ 2314430 w 7467600"/>
              <a:gd name="connsiteY422" fmla="*/ 6801144 h 6858000"/>
              <a:gd name="connsiteX423" fmla="*/ 2352406 w 7467600"/>
              <a:gd name="connsiteY423" fmla="*/ 6858000 h 6858000"/>
              <a:gd name="connsiteX424" fmla="*/ 2314492 w 7467600"/>
              <a:gd name="connsiteY424" fmla="*/ 6858000 h 6858000"/>
              <a:gd name="connsiteX425" fmla="*/ 2288095 w 7467600"/>
              <a:gd name="connsiteY425" fmla="*/ 6818030 h 6858000"/>
              <a:gd name="connsiteX426" fmla="*/ 2272768 w 7467600"/>
              <a:gd name="connsiteY426" fmla="*/ 6795822 h 6858000"/>
              <a:gd name="connsiteX427" fmla="*/ 2182715 w 7467600"/>
              <a:gd name="connsiteY427" fmla="*/ 6675071 h 6858000"/>
              <a:gd name="connsiteX428" fmla="*/ 2032061 w 7467600"/>
              <a:gd name="connsiteY428" fmla="*/ 6541380 h 6858000"/>
              <a:gd name="connsiteX429" fmla="*/ 2257220 w 7467600"/>
              <a:gd name="connsiteY429" fmla="*/ 6826257 h 6858000"/>
              <a:gd name="connsiteX430" fmla="*/ 2281324 w 7467600"/>
              <a:gd name="connsiteY430" fmla="*/ 6858000 h 6858000"/>
              <a:gd name="connsiteX431" fmla="*/ 2242860 w 7467600"/>
              <a:gd name="connsiteY431" fmla="*/ 6858000 h 6858000"/>
              <a:gd name="connsiteX432" fmla="*/ 2232818 w 7467600"/>
              <a:gd name="connsiteY432" fmla="*/ 6844926 h 6858000"/>
              <a:gd name="connsiteX433" fmla="*/ 1990172 w 7467600"/>
              <a:gd name="connsiteY433" fmla="*/ 6542121 h 6858000"/>
              <a:gd name="connsiteX434" fmla="*/ 2124090 w 7467600"/>
              <a:gd name="connsiteY434" fmla="*/ 6761017 h 6858000"/>
              <a:gd name="connsiteX435" fmla="*/ 2200380 w 7467600"/>
              <a:gd name="connsiteY435" fmla="*/ 6858000 h 6858000"/>
              <a:gd name="connsiteX436" fmla="*/ 2147507 w 7467600"/>
              <a:gd name="connsiteY436" fmla="*/ 6858000 h 6858000"/>
              <a:gd name="connsiteX437" fmla="*/ 2070668 w 7467600"/>
              <a:gd name="connsiteY437" fmla="*/ 6761520 h 6858000"/>
              <a:gd name="connsiteX438" fmla="*/ 1975142 w 7467600"/>
              <a:gd name="connsiteY438" fmla="*/ 6585570 h 6858000"/>
              <a:gd name="connsiteX439" fmla="*/ 2050035 w 7467600"/>
              <a:gd name="connsiteY439" fmla="*/ 6813345 h 6858000"/>
              <a:gd name="connsiteX440" fmla="*/ 2063025 w 7467600"/>
              <a:gd name="connsiteY440" fmla="*/ 6858000 h 6858000"/>
              <a:gd name="connsiteX441" fmla="*/ 2021675 w 7467600"/>
              <a:gd name="connsiteY441" fmla="*/ 6858000 h 6858000"/>
              <a:gd name="connsiteX442" fmla="*/ 2019308 w 7467600"/>
              <a:gd name="connsiteY442" fmla="*/ 6847118 h 6858000"/>
              <a:gd name="connsiteX443" fmla="*/ 1938835 w 7467600"/>
              <a:gd name="connsiteY443" fmla="*/ 6551160 h 6858000"/>
              <a:gd name="connsiteX444" fmla="*/ 1953230 w 7467600"/>
              <a:gd name="connsiteY444" fmla="*/ 6759699 h 6858000"/>
              <a:gd name="connsiteX445" fmla="*/ 1956763 w 7467600"/>
              <a:gd name="connsiteY445" fmla="*/ 6778191 h 6858000"/>
              <a:gd name="connsiteX446" fmla="*/ 1967925 w 7467600"/>
              <a:gd name="connsiteY446" fmla="*/ 6858000 h 6858000"/>
              <a:gd name="connsiteX447" fmla="*/ 1936622 w 7467600"/>
              <a:gd name="connsiteY447" fmla="*/ 6858000 h 6858000"/>
              <a:gd name="connsiteX448" fmla="*/ 1926261 w 7467600"/>
              <a:gd name="connsiteY448" fmla="*/ 6784064 h 6858000"/>
              <a:gd name="connsiteX449" fmla="*/ 1922724 w 7467600"/>
              <a:gd name="connsiteY449" fmla="*/ 6765577 h 6858000"/>
              <a:gd name="connsiteX450" fmla="*/ 1904650 w 7467600"/>
              <a:gd name="connsiteY450" fmla="*/ 6639616 h 6858000"/>
              <a:gd name="connsiteX451" fmla="*/ 1885273 w 7467600"/>
              <a:gd name="connsiteY451" fmla="*/ 6858000 h 6858000"/>
              <a:gd name="connsiteX452" fmla="*/ 1854363 w 7467600"/>
              <a:gd name="connsiteY452" fmla="*/ 6858000 h 6858000"/>
              <a:gd name="connsiteX453" fmla="*/ 1880391 w 7467600"/>
              <a:gd name="connsiteY453" fmla="*/ 6603796 h 6858000"/>
              <a:gd name="connsiteX454" fmla="*/ 1818273 w 7467600"/>
              <a:gd name="connsiteY454" fmla="*/ 6715729 h 6858000"/>
              <a:gd name="connsiteX455" fmla="*/ 1794691 w 7467600"/>
              <a:gd name="connsiteY455" fmla="*/ 6843239 h 6858000"/>
              <a:gd name="connsiteX456" fmla="*/ 1794914 w 7467600"/>
              <a:gd name="connsiteY456" fmla="*/ 6858000 h 6858000"/>
              <a:gd name="connsiteX457" fmla="*/ 1746128 w 7467600"/>
              <a:gd name="connsiteY457" fmla="*/ 6858000 h 6858000"/>
              <a:gd name="connsiteX458" fmla="*/ 1753934 w 7467600"/>
              <a:gd name="connsiteY458" fmla="*/ 6724796 h 6858000"/>
              <a:gd name="connsiteX459" fmla="*/ 1792053 w 7467600"/>
              <a:gd name="connsiteY459" fmla="*/ 6572396 h 6858000"/>
              <a:gd name="connsiteX460" fmla="*/ 1862248 w 7467600"/>
              <a:gd name="connsiteY460" fmla="*/ 6266397 h 6858000"/>
              <a:gd name="connsiteX461" fmla="*/ 1862250 w 7467600"/>
              <a:gd name="connsiteY461" fmla="*/ 6033531 h 6858000"/>
              <a:gd name="connsiteX462" fmla="*/ 1211999 w 7467600"/>
              <a:gd name="connsiteY462" fmla="*/ 6683610 h 6858000"/>
              <a:gd name="connsiteX463" fmla="*/ 1213266 w 7467600"/>
              <a:gd name="connsiteY463" fmla="*/ 6691947 h 6858000"/>
              <a:gd name="connsiteX464" fmla="*/ 1203370 w 7467600"/>
              <a:gd name="connsiteY464" fmla="*/ 6850676 h 6858000"/>
              <a:gd name="connsiteX465" fmla="*/ 1203671 w 7467600"/>
              <a:gd name="connsiteY465" fmla="*/ 6858000 h 6858000"/>
              <a:gd name="connsiteX466" fmla="*/ 1143180 w 7467600"/>
              <a:gd name="connsiteY466" fmla="*/ 6858000 h 6858000"/>
              <a:gd name="connsiteX467" fmla="*/ 1142176 w 7467600"/>
              <a:gd name="connsiteY467" fmla="*/ 6766045 h 6858000"/>
              <a:gd name="connsiteX468" fmla="*/ 1067484 w 7467600"/>
              <a:gd name="connsiteY468" fmla="*/ 6858000 h 6858000"/>
              <a:gd name="connsiteX469" fmla="*/ 953928 w 7467600"/>
              <a:gd name="connsiteY469" fmla="*/ 6858000 h 6858000"/>
              <a:gd name="connsiteX470" fmla="*/ 959715 w 7467600"/>
              <a:gd name="connsiteY470" fmla="*/ 6850185 h 6858000"/>
              <a:gd name="connsiteX471" fmla="*/ 1483788 w 7467600"/>
              <a:gd name="connsiteY471" fmla="*/ 6259174 h 6858000"/>
              <a:gd name="connsiteX472" fmla="*/ 1100671 w 7467600"/>
              <a:gd name="connsiteY472" fmla="*/ 6252137 h 6858000"/>
              <a:gd name="connsiteX473" fmla="*/ 1090144 w 7467600"/>
              <a:gd name="connsiteY473" fmla="*/ 6256748 h 6858000"/>
              <a:gd name="connsiteX474" fmla="*/ 1095872 w 7467600"/>
              <a:gd name="connsiteY474" fmla="*/ 6271892 h 6858000"/>
              <a:gd name="connsiteX475" fmla="*/ 262785 w 7467600"/>
              <a:gd name="connsiteY475" fmla="*/ 6845450 h 6858000"/>
              <a:gd name="connsiteX476" fmla="*/ 209968 w 7467600"/>
              <a:gd name="connsiteY476" fmla="*/ 6770713 h 6858000"/>
              <a:gd name="connsiteX477" fmla="*/ 873460 w 7467600"/>
              <a:gd name="connsiteY477" fmla="*/ 6253768 h 6858000"/>
              <a:gd name="connsiteX478" fmla="*/ 192686 w 7467600"/>
              <a:gd name="connsiteY478" fmla="*/ 5849257 h 6858000"/>
              <a:gd name="connsiteX479" fmla="*/ 4696 w 7467600"/>
              <a:gd name="connsiteY479" fmla="*/ 5697668 h 6858000"/>
              <a:gd name="connsiteX480" fmla="*/ 0 w 7467600"/>
              <a:gd name="connsiteY480" fmla="*/ 5689984 h 6858000"/>
              <a:gd name="connsiteX481" fmla="*/ 0 w 7467600"/>
              <a:gd name="connsiteY481" fmla="*/ 5513472 h 6858000"/>
              <a:gd name="connsiteX482" fmla="*/ 174101 w 7467600"/>
              <a:gd name="connsiteY482" fmla="*/ 5620277 h 6858000"/>
              <a:gd name="connsiteX483" fmla="*/ 891800 w 7467600"/>
              <a:gd name="connsiteY483" fmla="*/ 6036935 h 6858000"/>
              <a:gd name="connsiteX484" fmla="*/ 1072219 w 7467600"/>
              <a:gd name="connsiteY484" fmla="*/ 6169443 h 6858000"/>
              <a:gd name="connsiteX485" fmla="*/ 1074117 w 7467600"/>
              <a:gd name="connsiteY485" fmla="*/ 6170301 h 6858000"/>
              <a:gd name="connsiteX486" fmla="*/ 1083114 w 7467600"/>
              <a:gd name="connsiteY486" fmla="*/ 6174131 h 6858000"/>
              <a:gd name="connsiteX487" fmla="*/ 1543010 w 7467600"/>
              <a:gd name="connsiteY487" fmla="*/ 6191140 h 6858000"/>
              <a:gd name="connsiteX488" fmla="*/ 1551080 w 7467600"/>
              <a:gd name="connsiteY488" fmla="*/ 6195006 h 6858000"/>
              <a:gd name="connsiteX489" fmla="*/ 2345443 w 7467600"/>
              <a:gd name="connsiteY489" fmla="*/ 5549882 h 6858000"/>
              <a:gd name="connsiteX490" fmla="*/ 1721499 w 7467600"/>
              <a:gd name="connsiteY490" fmla="*/ 5599969 h 6858000"/>
              <a:gd name="connsiteX491" fmla="*/ 767716 w 7467600"/>
              <a:gd name="connsiteY491" fmla="*/ 5472768 h 6858000"/>
              <a:gd name="connsiteX492" fmla="*/ 722147 w 7467600"/>
              <a:gd name="connsiteY492" fmla="*/ 5393091 h 6858000"/>
              <a:gd name="connsiteX493" fmla="*/ 1485552 w 7467600"/>
              <a:gd name="connsiteY493" fmla="*/ 5313202 h 6858000"/>
              <a:gd name="connsiteX494" fmla="*/ 2143004 w 7467600"/>
              <a:gd name="connsiteY494" fmla="*/ 5402420 h 6858000"/>
              <a:gd name="connsiteX495" fmla="*/ 1933391 w 7467600"/>
              <a:gd name="connsiteY495" fmla="*/ 5156971 h 6858000"/>
              <a:gd name="connsiteX496" fmla="*/ 1827118 w 7467600"/>
              <a:gd name="connsiteY496" fmla="*/ 4968410 h 6858000"/>
              <a:gd name="connsiteX497" fmla="*/ 1837349 w 7467600"/>
              <a:gd name="connsiteY497" fmla="*/ 4956357 h 6858000"/>
              <a:gd name="connsiteX498" fmla="*/ 2162835 w 7467600"/>
              <a:gd name="connsiteY498" fmla="*/ 5187853 h 6858000"/>
              <a:gd name="connsiteX499" fmla="*/ 2257167 w 7467600"/>
              <a:gd name="connsiteY499" fmla="*/ 5462123 h 6858000"/>
              <a:gd name="connsiteX500" fmla="*/ 2261598 w 7467600"/>
              <a:gd name="connsiteY500" fmla="*/ 5467998 h 6858000"/>
              <a:gd name="connsiteX501" fmla="*/ 2437177 w 7467600"/>
              <a:gd name="connsiteY501" fmla="*/ 5479608 h 6858000"/>
              <a:gd name="connsiteX502" fmla="*/ 2445247 w 7467600"/>
              <a:gd name="connsiteY502" fmla="*/ 5483476 h 6858000"/>
              <a:gd name="connsiteX503" fmla="*/ 2743626 w 7467600"/>
              <a:gd name="connsiteY503" fmla="*/ 5304819 h 6858000"/>
              <a:gd name="connsiteX504" fmla="*/ 3048102 w 7467600"/>
              <a:gd name="connsiteY504" fmla="*/ 5150595 h 6858000"/>
              <a:gd name="connsiteX505" fmla="*/ 1799414 w 7467600"/>
              <a:gd name="connsiteY505" fmla="*/ 4694732 h 6858000"/>
              <a:gd name="connsiteX506" fmla="*/ 1771735 w 7467600"/>
              <a:gd name="connsiteY506" fmla="*/ 4619929 h 6858000"/>
              <a:gd name="connsiteX507" fmla="*/ 3104273 w 7467600"/>
              <a:gd name="connsiteY507" fmla="*/ 5076159 h 6858000"/>
              <a:gd name="connsiteX508" fmla="*/ 3113245 w 7467600"/>
              <a:gd name="connsiteY508" fmla="*/ 5090705 h 6858000"/>
              <a:gd name="connsiteX509" fmla="*/ 3126294 w 7467600"/>
              <a:gd name="connsiteY509" fmla="*/ 5114400 h 6858000"/>
              <a:gd name="connsiteX510" fmla="*/ 3937433 w 7467600"/>
              <a:gd name="connsiteY510" fmla="*/ 4830473 h 6858000"/>
              <a:gd name="connsiteX511" fmla="*/ 3590475 w 7467600"/>
              <a:gd name="connsiteY511" fmla="*/ 4597974 h 6858000"/>
              <a:gd name="connsiteX512" fmla="*/ 3100264 w 7467600"/>
              <a:gd name="connsiteY512" fmla="*/ 4579845 h 6858000"/>
              <a:gd name="connsiteX513" fmla="*/ 2183576 w 7467600"/>
              <a:gd name="connsiteY513" fmla="*/ 4227150 h 6858000"/>
              <a:gd name="connsiteX514" fmla="*/ 2151029 w 7467600"/>
              <a:gd name="connsiteY514" fmla="*/ 4146947 h 6858000"/>
              <a:gd name="connsiteX515" fmla="*/ 3563434 w 7467600"/>
              <a:gd name="connsiteY515" fmla="*/ 4469115 h 6858000"/>
              <a:gd name="connsiteX516" fmla="*/ 3177952 w 7467600"/>
              <a:gd name="connsiteY516" fmla="*/ 3657386 h 6858000"/>
              <a:gd name="connsiteX517" fmla="*/ 3189263 w 7467600"/>
              <a:gd name="connsiteY517" fmla="*/ 3625726 h 6858000"/>
              <a:gd name="connsiteX518" fmla="*/ 3560912 w 7467600"/>
              <a:gd name="connsiteY518" fmla="*/ 4079863 h 6858000"/>
              <a:gd name="connsiteX519" fmla="*/ 3626636 w 7467600"/>
              <a:gd name="connsiteY519" fmla="*/ 4512230 h 6858000"/>
              <a:gd name="connsiteX520" fmla="*/ 3653088 w 7467600"/>
              <a:gd name="connsiteY520" fmla="*/ 4521417 h 6858000"/>
              <a:gd name="connsiteX521" fmla="*/ 3988128 w 7467600"/>
              <a:gd name="connsiteY521" fmla="*/ 4817267 h 6858000"/>
              <a:gd name="connsiteX522" fmla="*/ 4830582 w 7467600"/>
              <a:gd name="connsiteY522" fmla="*/ 4676000 h 6858000"/>
              <a:gd name="connsiteX523" fmla="*/ 4830100 w 7467600"/>
              <a:gd name="connsiteY523" fmla="*/ 4675554 h 6858000"/>
              <a:gd name="connsiteX524" fmla="*/ 4036318 w 7467600"/>
              <a:gd name="connsiteY524" fmla="*/ 4147013 h 6858000"/>
              <a:gd name="connsiteX525" fmla="*/ 3432098 w 7467600"/>
              <a:gd name="connsiteY525" fmla="*/ 3537312 h 6858000"/>
              <a:gd name="connsiteX526" fmla="*/ 3446761 w 7467600"/>
              <a:gd name="connsiteY526" fmla="*/ 3461278 h 6858000"/>
              <a:gd name="connsiteX527" fmla="*/ 4419733 w 7467600"/>
              <a:gd name="connsiteY527" fmla="*/ 3963555 h 6858000"/>
              <a:gd name="connsiteX528" fmla="*/ 4781371 w 7467600"/>
              <a:gd name="connsiteY528" fmla="*/ 4458604 h 6858000"/>
              <a:gd name="connsiteX529" fmla="*/ 4780440 w 7467600"/>
              <a:gd name="connsiteY529" fmla="*/ 4470290 h 6858000"/>
              <a:gd name="connsiteX530" fmla="*/ 4898954 w 7467600"/>
              <a:gd name="connsiteY530" fmla="*/ 4662092 h 6858000"/>
              <a:gd name="connsiteX531" fmla="*/ 4900699 w 7467600"/>
              <a:gd name="connsiteY531" fmla="*/ 4670867 h 6858000"/>
              <a:gd name="connsiteX532" fmla="*/ 5714511 w 7467600"/>
              <a:gd name="connsiteY532" fmla="*/ 4663483 h 6858000"/>
              <a:gd name="connsiteX533" fmla="*/ 5464793 w 7467600"/>
              <a:gd name="connsiteY533" fmla="*/ 4393556 h 6858000"/>
              <a:gd name="connsiteX534" fmla="*/ 5461897 w 7467600"/>
              <a:gd name="connsiteY534" fmla="*/ 4390879 h 6858000"/>
              <a:gd name="connsiteX535" fmla="*/ 4294126 w 7467600"/>
              <a:gd name="connsiteY535" fmla="*/ 3303048 h 6858000"/>
              <a:gd name="connsiteX536" fmla="*/ 4305321 w 7467600"/>
              <a:gd name="connsiteY536" fmla="*/ 3256953 h 6858000"/>
              <a:gd name="connsiteX537" fmla="*/ 4949299 w 7467600"/>
              <a:gd name="connsiteY537" fmla="*/ 3766336 h 6858000"/>
              <a:gd name="connsiteX538" fmla="*/ 5291452 w 7467600"/>
              <a:gd name="connsiteY538" fmla="*/ 4076801 h 6858000"/>
              <a:gd name="connsiteX539" fmla="*/ 5434998 w 7467600"/>
              <a:gd name="connsiteY539" fmla="*/ 4254100 h 6858000"/>
              <a:gd name="connsiteX540" fmla="*/ 5351015 w 7467600"/>
              <a:gd name="connsiteY540" fmla="*/ 3760989 h 6858000"/>
              <a:gd name="connsiteX541" fmla="*/ 5413780 w 7467600"/>
              <a:gd name="connsiteY541" fmla="*/ 2966265 h 6858000"/>
              <a:gd name="connsiteX542" fmla="*/ 5425627 w 7467600"/>
              <a:gd name="connsiteY542" fmla="*/ 2954192 h 6858000"/>
              <a:gd name="connsiteX543" fmla="*/ 6604735 w 7467600"/>
              <a:gd name="connsiteY543" fmla="*/ 2041381 h 6858000"/>
              <a:gd name="connsiteX544" fmla="*/ 7204487 w 7467600"/>
              <a:gd name="connsiteY544" fmla="*/ 2742112 h 6858000"/>
              <a:gd name="connsiteX545" fmla="*/ 7131592 w 7467600"/>
              <a:gd name="connsiteY545" fmla="*/ 2672096 h 6858000"/>
              <a:gd name="connsiteX546" fmla="*/ 6996344 w 7467600"/>
              <a:gd name="connsiteY546" fmla="*/ 2518310 h 6858000"/>
              <a:gd name="connsiteX547" fmla="*/ 6735495 w 7467600"/>
              <a:gd name="connsiteY547" fmla="*/ 2196890 h 6858000"/>
              <a:gd name="connsiteX548" fmla="*/ 6721901 w 7467600"/>
              <a:gd name="connsiteY548" fmla="*/ 2179274 h 6858000"/>
              <a:gd name="connsiteX549" fmla="*/ 6604735 w 7467600"/>
              <a:gd name="connsiteY549" fmla="*/ 2041381 h 6858000"/>
              <a:gd name="connsiteX550" fmla="*/ 6591670 w 7467600"/>
              <a:gd name="connsiteY550" fmla="*/ 1988277 h 6858000"/>
              <a:gd name="connsiteX551" fmla="*/ 6747349 w 7467600"/>
              <a:gd name="connsiteY551" fmla="*/ 2160069 h 6858000"/>
              <a:gd name="connsiteX552" fmla="*/ 6760943 w 7467600"/>
              <a:gd name="connsiteY552" fmla="*/ 2177686 h 6858000"/>
              <a:gd name="connsiteX553" fmla="*/ 7021065 w 7467600"/>
              <a:gd name="connsiteY553" fmla="*/ 2498102 h 6858000"/>
              <a:gd name="connsiteX554" fmla="*/ 7155223 w 7467600"/>
              <a:gd name="connsiteY554" fmla="*/ 2650386 h 6858000"/>
              <a:gd name="connsiteX555" fmla="*/ 7203167 w 7467600"/>
              <a:gd name="connsiteY555" fmla="*/ 2697288 h 6858000"/>
              <a:gd name="connsiteX556" fmla="*/ 6937703 w 7467600"/>
              <a:gd name="connsiteY556" fmla="*/ 2321981 h 6858000"/>
              <a:gd name="connsiteX557" fmla="*/ 6591670 w 7467600"/>
              <a:gd name="connsiteY557" fmla="*/ 1988277 h 6858000"/>
              <a:gd name="connsiteX558" fmla="*/ 5798671 w 7467600"/>
              <a:gd name="connsiteY558" fmla="*/ 1981601 h 6858000"/>
              <a:gd name="connsiteX559" fmla="*/ 5754709 w 7467600"/>
              <a:gd name="connsiteY559" fmla="*/ 2071454 h 6858000"/>
              <a:gd name="connsiteX560" fmla="*/ 5763044 w 7467600"/>
              <a:gd name="connsiteY560" fmla="*/ 2842206 h 6858000"/>
              <a:gd name="connsiteX561" fmla="*/ 5764974 w 7467600"/>
              <a:gd name="connsiteY561" fmla="*/ 2799609 h 6858000"/>
              <a:gd name="connsiteX562" fmla="*/ 5767665 w 7467600"/>
              <a:gd name="connsiteY562" fmla="*/ 2666409 h 6858000"/>
              <a:gd name="connsiteX563" fmla="*/ 5763055 w 7467600"/>
              <a:gd name="connsiteY563" fmla="*/ 2579705 h 6858000"/>
              <a:gd name="connsiteX564" fmla="*/ 5758079 w 7467600"/>
              <a:gd name="connsiteY564" fmla="*/ 2492508 h 6858000"/>
              <a:gd name="connsiteX565" fmla="*/ 5779325 w 7467600"/>
              <a:gd name="connsiteY565" fmla="*/ 2197069 h 6858000"/>
              <a:gd name="connsiteX566" fmla="*/ 5798671 w 7467600"/>
              <a:gd name="connsiteY566" fmla="*/ 1981601 h 6858000"/>
              <a:gd name="connsiteX567" fmla="*/ 5829202 w 7467600"/>
              <a:gd name="connsiteY567" fmla="*/ 1971679 h 6858000"/>
              <a:gd name="connsiteX568" fmla="*/ 5809558 w 7467600"/>
              <a:gd name="connsiteY568" fmla="*/ 2198043 h 6858000"/>
              <a:gd name="connsiteX569" fmla="*/ 5788653 w 7467600"/>
              <a:gd name="connsiteY569" fmla="*/ 2489430 h 6858000"/>
              <a:gd name="connsiteX570" fmla="*/ 5793439 w 7467600"/>
              <a:gd name="connsiteY570" fmla="*/ 2575235 h 6858000"/>
              <a:gd name="connsiteX571" fmla="*/ 5796837 w 7467600"/>
              <a:gd name="connsiteY571" fmla="*/ 2637633 h 6858000"/>
              <a:gd name="connsiteX572" fmla="*/ 5818614 w 7467600"/>
              <a:gd name="connsiteY572" fmla="*/ 2473055 h 6858000"/>
              <a:gd name="connsiteX573" fmla="*/ 5829202 w 7467600"/>
              <a:gd name="connsiteY573" fmla="*/ 1971679 h 6858000"/>
              <a:gd name="connsiteX574" fmla="*/ 5911389 w 7467600"/>
              <a:gd name="connsiteY574" fmla="*/ 1898371 h 6858000"/>
              <a:gd name="connsiteX575" fmla="*/ 6237627 w 7467600"/>
              <a:gd name="connsiteY575" fmla="*/ 2231921 h 6858000"/>
              <a:gd name="connsiteX576" fmla="*/ 5911389 w 7467600"/>
              <a:gd name="connsiteY576" fmla="*/ 1898371 h 6858000"/>
              <a:gd name="connsiteX577" fmla="*/ 6944437 w 7467600"/>
              <a:gd name="connsiteY577" fmla="*/ 1575402 h 6858000"/>
              <a:gd name="connsiteX578" fmla="*/ 6304730 w 7467600"/>
              <a:gd name="connsiteY578" fmla="*/ 1766654 h 6858000"/>
              <a:gd name="connsiteX579" fmla="*/ 6944437 w 7467600"/>
              <a:gd name="connsiteY579" fmla="*/ 1575402 h 6858000"/>
              <a:gd name="connsiteX580" fmla="*/ 7019523 w 7467600"/>
              <a:gd name="connsiteY580" fmla="*/ 1519450 h 6858000"/>
              <a:gd name="connsiteX581" fmla="*/ 6298091 w 7467600"/>
              <a:gd name="connsiteY581" fmla="*/ 1737122 h 6858000"/>
              <a:gd name="connsiteX582" fmla="*/ 7019523 w 7467600"/>
              <a:gd name="connsiteY582" fmla="*/ 1519450 h 6858000"/>
              <a:gd name="connsiteX583" fmla="*/ 2399523 w 7467600"/>
              <a:gd name="connsiteY583" fmla="*/ 1428234 h 6858000"/>
              <a:gd name="connsiteX584" fmla="*/ 2224982 w 7467600"/>
              <a:gd name="connsiteY584" fmla="*/ 1826201 h 6858000"/>
              <a:gd name="connsiteX585" fmla="*/ 2096099 w 7467600"/>
              <a:gd name="connsiteY585" fmla="*/ 2345900 h 6858000"/>
              <a:gd name="connsiteX586" fmla="*/ 2283317 w 7467600"/>
              <a:gd name="connsiteY586" fmla="*/ 1796925 h 6858000"/>
              <a:gd name="connsiteX587" fmla="*/ 2399523 w 7467600"/>
              <a:gd name="connsiteY587" fmla="*/ 1428234 h 6858000"/>
              <a:gd name="connsiteX588" fmla="*/ 2448558 w 7467600"/>
              <a:gd name="connsiteY588" fmla="*/ 1373435 h 6858000"/>
              <a:gd name="connsiteX589" fmla="*/ 2312521 w 7467600"/>
              <a:gd name="connsiteY589" fmla="*/ 1806140 h 6858000"/>
              <a:gd name="connsiteX590" fmla="*/ 2127533 w 7467600"/>
              <a:gd name="connsiteY590" fmla="*/ 2348380 h 6858000"/>
              <a:gd name="connsiteX591" fmla="*/ 2358080 w 7467600"/>
              <a:gd name="connsiteY591" fmla="*/ 1866134 h 6858000"/>
              <a:gd name="connsiteX592" fmla="*/ 2407436 w 7467600"/>
              <a:gd name="connsiteY592" fmla="*/ 1651070 h 6858000"/>
              <a:gd name="connsiteX593" fmla="*/ 2448558 w 7467600"/>
              <a:gd name="connsiteY593" fmla="*/ 1373435 h 6858000"/>
              <a:gd name="connsiteX594" fmla="*/ 278707 w 7467600"/>
              <a:gd name="connsiteY594" fmla="*/ 1352270 h 6858000"/>
              <a:gd name="connsiteX595" fmla="*/ 321570 w 7467600"/>
              <a:gd name="connsiteY595" fmla="*/ 1861610 h 6858000"/>
              <a:gd name="connsiteX596" fmla="*/ 294281 w 7467600"/>
              <a:gd name="connsiteY596" fmla="*/ 1440658 h 6858000"/>
              <a:gd name="connsiteX597" fmla="*/ 278707 w 7467600"/>
              <a:gd name="connsiteY597" fmla="*/ 1352270 h 6858000"/>
              <a:gd name="connsiteX598" fmla="*/ 1423821 w 7467600"/>
              <a:gd name="connsiteY598" fmla="*/ 1351958 h 6858000"/>
              <a:gd name="connsiteX599" fmla="*/ 1638521 w 7467600"/>
              <a:gd name="connsiteY599" fmla="*/ 1908470 h 6858000"/>
              <a:gd name="connsiteX600" fmla="*/ 1754199 w 7467600"/>
              <a:gd name="connsiteY600" fmla="*/ 2149284 h 6858000"/>
              <a:gd name="connsiteX601" fmla="*/ 1908359 w 7467600"/>
              <a:gd name="connsiteY601" fmla="*/ 2364988 h 6858000"/>
              <a:gd name="connsiteX602" fmla="*/ 1647661 w 7467600"/>
              <a:gd name="connsiteY602" fmla="*/ 1825945 h 6858000"/>
              <a:gd name="connsiteX603" fmla="*/ 1423821 w 7467600"/>
              <a:gd name="connsiteY603" fmla="*/ 1351958 h 6858000"/>
              <a:gd name="connsiteX604" fmla="*/ 1431890 w 7467600"/>
              <a:gd name="connsiteY604" fmla="*/ 1306475 h 6858000"/>
              <a:gd name="connsiteX605" fmla="*/ 1507597 w 7467600"/>
              <a:gd name="connsiteY605" fmla="*/ 1446132 h 6858000"/>
              <a:gd name="connsiteX606" fmla="*/ 1674586 w 7467600"/>
              <a:gd name="connsiteY606" fmla="*/ 1813832 h 6858000"/>
              <a:gd name="connsiteX607" fmla="*/ 1815950 w 7467600"/>
              <a:gd name="connsiteY607" fmla="*/ 2128564 h 6858000"/>
              <a:gd name="connsiteX608" fmla="*/ 1984242 w 7467600"/>
              <a:gd name="connsiteY608" fmla="*/ 2430829 h 6858000"/>
              <a:gd name="connsiteX609" fmla="*/ 2014023 w 7467600"/>
              <a:gd name="connsiteY609" fmla="*/ 2450995 h 6858000"/>
              <a:gd name="connsiteX610" fmla="*/ 1747337 w 7467600"/>
              <a:gd name="connsiteY610" fmla="*/ 1855264 h 6858000"/>
              <a:gd name="connsiteX611" fmla="*/ 1533749 w 7467600"/>
              <a:gd name="connsiteY611" fmla="*/ 1478656 h 6858000"/>
              <a:gd name="connsiteX612" fmla="*/ 1431890 w 7467600"/>
              <a:gd name="connsiteY612" fmla="*/ 1306475 h 6858000"/>
              <a:gd name="connsiteX613" fmla="*/ 5052692 w 7467600"/>
              <a:gd name="connsiteY613" fmla="*/ 1292994 h 6858000"/>
              <a:gd name="connsiteX614" fmla="*/ 5200661 w 7467600"/>
              <a:gd name="connsiteY614" fmla="*/ 1635186 h 6858000"/>
              <a:gd name="connsiteX615" fmla="*/ 5297138 w 7467600"/>
              <a:gd name="connsiteY615" fmla="*/ 1906351 h 6858000"/>
              <a:gd name="connsiteX616" fmla="*/ 5052692 w 7467600"/>
              <a:gd name="connsiteY616" fmla="*/ 1292994 h 6858000"/>
              <a:gd name="connsiteX617" fmla="*/ 5009948 w 7467600"/>
              <a:gd name="connsiteY617" fmla="*/ 1273619 h 6858000"/>
              <a:gd name="connsiteX618" fmla="*/ 5121777 w 7467600"/>
              <a:gd name="connsiteY618" fmla="*/ 1654213 h 6858000"/>
              <a:gd name="connsiteX619" fmla="*/ 5293545 w 7467600"/>
              <a:gd name="connsiteY619" fmla="*/ 2072247 h 6858000"/>
              <a:gd name="connsiteX620" fmla="*/ 5294042 w 7467600"/>
              <a:gd name="connsiteY620" fmla="*/ 2065019 h 6858000"/>
              <a:gd name="connsiteX621" fmla="*/ 5171936 w 7467600"/>
              <a:gd name="connsiteY621" fmla="*/ 1647613 h 6858000"/>
              <a:gd name="connsiteX622" fmla="*/ 5009948 w 7467600"/>
              <a:gd name="connsiteY622" fmla="*/ 1273619 h 6858000"/>
              <a:gd name="connsiteX623" fmla="*/ 655236 w 7467600"/>
              <a:gd name="connsiteY623" fmla="*/ 1268632 h 6858000"/>
              <a:gd name="connsiteX624" fmla="*/ 839521 w 7467600"/>
              <a:gd name="connsiteY624" fmla="*/ 1685315 h 6858000"/>
              <a:gd name="connsiteX625" fmla="*/ 1109416 w 7467600"/>
              <a:gd name="connsiteY625" fmla="*/ 2061663 h 6858000"/>
              <a:gd name="connsiteX626" fmla="*/ 1298300 w 7467600"/>
              <a:gd name="connsiteY626" fmla="*/ 2247742 h 6858000"/>
              <a:gd name="connsiteX627" fmla="*/ 1125871 w 7467600"/>
              <a:gd name="connsiteY627" fmla="*/ 1989513 h 6858000"/>
              <a:gd name="connsiteX628" fmla="*/ 981574 w 7467600"/>
              <a:gd name="connsiteY628" fmla="*/ 1783157 h 6858000"/>
              <a:gd name="connsiteX629" fmla="*/ 922198 w 7467600"/>
              <a:gd name="connsiteY629" fmla="*/ 1677437 h 6858000"/>
              <a:gd name="connsiteX630" fmla="*/ 869293 w 7467600"/>
              <a:gd name="connsiteY630" fmla="*/ 1583214 h 6858000"/>
              <a:gd name="connsiteX631" fmla="*/ 751431 w 7467600"/>
              <a:gd name="connsiteY631" fmla="*/ 1405731 h 6858000"/>
              <a:gd name="connsiteX632" fmla="*/ 655236 w 7467600"/>
              <a:gd name="connsiteY632" fmla="*/ 1268632 h 6858000"/>
              <a:gd name="connsiteX633" fmla="*/ 6516292 w 7467600"/>
              <a:gd name="connsiteY633" fmla="*/ 1263064 h 6858000"/>
              <a:gd name="connsiteX634" fmla="*/ 5736320 w 7467600"/>
              <a:gd name="connsiteY634" fmla="*/ 1501803 h 6858000"/>
              <a:gd name="connsiteX635" fmla="*/ 6516292 w 7467600"/>
              <a:gd name="connsiteY635" fmla="*/ 1263064 h 6858000"/>
              <a:gd name="connsiteX636" fmla="*/ 291466 w 7467600"/>
              <a:gd name="connsiteY636" fmla="*/ 1250369 h 6858000"/>
              <a:gd name="connsiteX637" fmla="*/ 323180 w 7467600"/>
              <a:gd name="connsiteY637" fmla="*/ 1435283 h 6858000"/>
              <a:gd name="connsiteX638" fmla="*/ 349381 w 7467600"/>
              <a:gd name="connsiteY638" fmla="*/ 1875041 h 6858000"/>
              <a:gd name="connsiteX639" fmla="*/ 374363 w 7467600"/>
              <a:gd name="connsiteY639" fmla="*/ 1506494 h 6858000"/>
              <a:gd name="connsiteX640" fmla="*/ 302168 w 7467600"/>
              <a:gd name="connsiteY640" fmla="*/ 1274495 h 6858000"/>
              <a:gd name="connsiteX641" fmla="*/ 291466 w 7467600"/>
              <a:gd name="connsiteY641" fmla="*/ 1250369 h 6858000"/>
              <a:gd name="connsiteX642" fmla="*/ 678222 w 7467600"/>
              <a:gd name="connsiteY642" fmla="*/ 1248670 h 6858000"/>
              <a:gd name="connsiteX643" fmla="*/ 775536 w 7467600"/>
              <a:gd name="connsiteY643" fmla="*/ 1388015 h 6858000"/>
              <a:gd name="connsiteX644" fmla="*/ 894529 w 7467600"/>
              <a:gd name="connsiteY644" fmla="*/ 1567739 h 6858000"/>
              <a:gd name="connsiteX645" fmla="*/ 948000 w 7467600"/>
              <a:gd name="connsiteY645" fmla="*/ 1663088 h 6858000"/>
              <a:gd name="connsiteX646" fmla="*/ 1006812 w 7467600"/>
              <a:gd name="connsiteY646" fmla="*/ 1767683 h 6858000"/>
              <a:gd name="connsiteX647" fmla="*/ 1149133 w 7467600"/>
              <a:gd name="connsiteY647" fmla="*/ 1971513 h 6858000"/>
              <a:gd name="connsiteX648" fmla="*/ 1333952 w 7467600"/>
              <a:gd name="connsiteY648" fmla="*/ 2251620 h 6858000"/>
              <a:gd name="connsiteX649" fmla="*/ 1337329 w 7467600"/>
              <a:gd name="connsiteY649" fmla="*/ 2258350 h 6858000"/>
              <a:gd name="connsiteX650" fmla="*/ 1014726 w 7467600"/>
              <a:gd name="connsiteY650" fmla="*/ 1615556 h 6858000"/>
              <a:gd name="connsiteX651" fmla="*/ 678222 w 7467600"/>
              <a:gd name="connsiteY651" fmla="*/ 1248670 h 6858000"/>
              <a:gd name="connsiteX652" fmla="*/ 6691602 w 7467600"/>
              <a:gd name="connsiteY652" fmla="*/ 1140573 h 6858000"/>
              <a:gd name="connsiteX653" fmla="*/ 6571100 w 7467600"/>
              <a:gd name="connsiteY653" fmla="*/ 1183662 h 6858000"/>
              <a:gd name="connsiteX654" fmla="*/ 6241687 w 7467600"/>
              <a:gd name="connsiteY654" fmla="*/ 1257600 h 6858000"/>
              <a:gd name="connsiteX655" fmla="*/ 5693009 w 7467600"/>
              <a:gd name="connsiteY655" fmla="*/ 1478256 h 6858000"/>
              <a:gd name="connsiteX656" fmla="*/ 6548420 w 7467600"/>
              <a:gd name="connsiteY656" fmla="*/ 1214599 h 6858000"/>
              <a:gd name="connsiteX657" fmla="*/ 6605473 w 7467600"/>
              <a:gd name="connsiteY657" fmla="*/ 1184686 h 6858000"/>
              <a:gd name="connsiteX658" fmla="*/ 6691602 w 7467600"/>
              <a:gd name="connsiteY658" fmla="*/ 1140573 h 6858000"/>
              <a:gd name="connsiteX659" fmla="*/ 4002475 w 7467600"/>
              <a:gd name="connsiteY659" fmla="*/ 1037802 h 6858000"/>
              <a:gd name="connsiteX660" fmla="*/ 4000324 w 7467600"/>
              <a:gd name="connsiteY660" fmla="*/ 1039362 h 6858000"/>
              <a:gd name="connsiteX661" fmla="*/ 4002862 w 7467600"/>
              <a:gd name="connsiteY661" fmla="*/ 1042866 h 6858000"/>
              <a:gd name="connsiteX662" fmla="*/ 4002475 w 7467600"/>
              <a:gd name="connsiteY662" fmla="*/ 1037802 h 6858000"/>
              <a:gd name="connsiteX663" fmla="*/ 506322 w 7467600"/>
              <a:gd name="connsiteY663" fmla="*/ 1020997 h 6858000"/>
              <a:gd name="connsiteX664" fmla="*/ 533068 w 7467600"/>
              <a:gd name="connsiteY664" fmla="*/ 1029409 h 6858000"/>
              <a:gd name="connsiteX665" fmla="*/ 1232525 w 7467600"/>
              <a:gd name="connsiteY665" fmla="*/ 1804675 h 6858000"/>
              <a:gd name="connsiteX666" fmla="*/ 1388858 w 7467600"/>
              <a:gd name="connsiteY666" fmla="*/ 2368011 h 6858000"/>
              <a:gd name="connsiteX667" fmla="*/ 1384098 w 7467600"/>
              <a:gd name="connsiteY667" fmla="*/ 2378125 h 6858000"/>
              <a:gd name="connsiteX668" fmla="*/ 1425393 w 7467600"/>
              <a:gd name="connsiteY668" fmla="*/ 2589124 h 6858000"/>
              <a:gd name="connsiteX669" fmla="*/ 1424001 w 7467600"/>
              <a:gd name="connsiteY669" fmla="*/ 2597541 h 6858000"/>
              <a:gd name="connsiteX670" fmla="*/ 2152729 w 7467600"/>
              <a:gd name="connsiteY670" fmla="*/ 2864487 h 6858000"/>
              <a:gd name="connsiteX671" fmla="*/ 2020609 w 7467600"/>
              <a:gd name="connsiteY671" fmla="*/ 2539671 h 6858000"/>
              <a:gd name="connsiteX672" fmla="*/ 2018920 w 7467600"/>
              <a:gd name="connsiteY672" fmla="*/ 2536309 h 6858000"/>
              <a:gd name="connsiteX673" fmla="*/ 1342441 w 7467600"/>
              <a:gd name="connsiteY673" fmla="*/ 1173017 h 6858000"/>
              <a:gd name="connsiteX674" fmla="*/ 1367925 w 7467600"/>
              <a:gd name="connsiteY674" fmla="*/ 1135648 h 6858000"/>
              <a:gd name="connsiteX675" fmla="*/ 1771401 w 7467600"/>
              <a:gd name="connsiteY675" fmla="*/ 1806673 h 6858000"/>
              <a:gd name="connsiteX676" fmla="*/ 1972385 w 7467600"/>
              <a:gd name="connsiteY676" fmla="*/ 2198735 h 6858000"/>
              <a:gd name="connsiteX677" fmla="*/ 2040892 w 7467600"/>
              <a:gd name="connsiteY677" fmla="*/ 2405205 h 6858000"/>
              <a:gd name="connsiteX678" fmla="*/ 2131689 w 7467600"/>
              <a:gd name="connsiteY678" fmla="*/ 1936926 h 6858000"/>
              <a:gd name="connsiteX679" fmla="*/ 2454820 w 7467600"/>
              <a:gd name="connsiteY679" fmla="*/ 1248808 h 6858000"/>
              <a:gd name="connsiteX680" fmla="*/ 2492512 w 7467600"/>
              <a:gd name="connsiteY680" fmla="*/ 1302920 h 6858000"/>
              <a:gd name="connsiteX681" fmla="*/ 2081216 w 7467600"/>
              <a:gd name="connsiteY681" fmla="*/ 2527513 h 6858000"/>
              <a:gd name="connsiteX682" fmla="*/ 2081211 w 7467600"/>
              <a:gd name="connsiteY682" fmla="*/ 2528916 h 6858000"/>
              <a:gd name="connsiteX683" fmla="*/ 2199067 w 7467600"/>
              <a:gd name="connsiteY683" fmla="*/ 2884061 h 6858000"/>
              <a:gd name="connsiteX684" fmla="*/ 3192586 w 7467600"/>
              <a:gd name="connsiteY684" fmla="*/ 3411496 h 6858000"/>
              <a:gd name="connsiteX685" fmla="*/ 3182620 w 7467600"/>
              <a:gd name="connsiteY685" fmla="*/ 3483279 h 6858000"/>
              <a:gd name="connsiteX686" fmla="*/ 2435119 w 7467600"/>
              <a:gd name="connsiteY686" fmla="*/ 3080173 h 6858000"/>
              <a:gd name="connsiteX687" fmla="*/ 2410152 w 7467600"/>
              <a:gd name="connsiteY687" fmla="*/ 3063751 h 6858000"/>
              <a:gd name="connsiteX688" fmla="*/ 2408099 w 7467600"/>
              <a:gd name="connsiteY688" fmla="*/ 3064403 h 6858000"/>
              <a:gd name="connsiteX689" fmla="*/ 2407218 w 7467600"/>
              <a:gd name="connsiteY689" fmla="*/ 3070324 h 6858000"/>
              <a:gd name="connsiteX690" fmla="*/ 2380138 w 7467600"/>
              <a:gd name="connsiteY690" fmla="*/ 3099341 h 6858000"/>
              <a:gd name="connsiteX691" fmla="*/ 1765923 w 7467600"/>
              <a:gd name="connsiteY691" fmla="*/ 3581043 h 6858000"/>
              <a:gd name="connsiteX692" fmla="*/ 1702258 w 7467600"/>
              <a:gd name="connsiteY692" fmla="*/ 3612286 h 6858000"/>
              <a:gd name="connsiteX693" fmla="*/ 1538370 w 7467600"/>
              <a:gd name="connsiteY693" fmla="*/ 3811804 h 6858000"/>
              <a:gd name="connsiteX694" fmla="*/ 542867 w 7467600"/>
              <a:gd name="connsiteY694" fmla="*/ 4944092 h 6858000"/>
              <a:gd name="connsiteX695" fmla="*/ 515800 w 7467600"/>
              <a:gd name="connsiteY695" fmla="*/ 4862180 h 6858000"/>
              <a:gd name="connsiteX696" fmla="*/ 909145 w 7467600"/>
              <a:gd name="connsiteY696" fmla="*/ 4199225 h 6858000"/>
              <a:gd name="connsiteX697" fmla="*/ 1214067 w 7467600"/>
              <a:gd name="connsiteY697" fmla="*/ 3908561 h 6858000"/>
              <a:gd name="connsiteX698" fmla="*/ 640967 w 7467600"/>
              <a:gd name="connsiteY698" fmla="*/ 4105601 h 6858000"/>
              <a:gd name="connsiteX699" fmla="*/ 112563 w 7467600"/>
              <a:gd name="connsiteY699" fmla="*/ 4396952 h 6858000"/>
              <a:gd name="connsiteX700" fmla="*/ 0 w 7467600"/>
              <a:gd name="connsiteY700" fmla="*/ 4466006 h 6858000"/>
              <a:gd name="connsiteX701" fmla="*/ 0 w 7467600"/>
              <a:gd name="connsiteY701" fmla="*/ 4233763 h 6858000"/>
              <a:gd name="connsiteX702" fmla="*/ 36881 w 7467600"/>
              <a:gd name="connsiteY702" fmla="*/ 4200118 h 6858000"/>
              <a:gd name="connsiteX703" fmla="*/ 910534 w 7467600"/>
              <a:gd name="connsiteY703" fmla="*/ 3629753 h 6858000"/>
              <a:gd name="connsiteX704" fmla="*/ 1578717 w 7467600"/>
              <a:gd name="connsiteY704" fmla="*/ 3575982 h 6858000"/>
              <a:gd name="connsiteX705" fmla="*/ 2338780 w 7467600"/>
              <a:gd name="connsiteY705" fmla="*/ 3033725 h 6858000"/>
              <a:gd name="connsiteX706" fmla="*/ 1807991 w 7467600"/>
              <a:gd name="connsiteY706" fmla="*/ 2807184 h 6858000"/>
              <a:gd name="connsiteX707" fmla="*/ 1416358 w 7467600"/>
              <a:gd name="connsiteY707" fmla="*/ 3112571 h 6858000"/>
              <a:gd name="connsiteX708" fmla="*/ 939066 w 7467600"/>
              <a:gd name="connsiteY708" fmla="*/ 3378798 h 6858000"/>
              <a:gd name="connsiteX709" fmla="*/ 115099 w 7467600"/>
              <a:gd name="connsiteY709" fmla="*/ 3607650 h 6858000"/>
              <a:gd name="connsiteX710" fmla="*/ 97284 w 7467600"/>
              <a:gd name="connsiteY710" fmla="*/ 3520393 h 6858000"/>
              <a:gd name="connsiteX711" fmla="*/ 922050 w 7467600"/>
              <a:gd name="connsiteY711" fmla="*/ 3074867 h 6858000"/>
              <a:gd name="connsiteX712" fmla="*/ 1405265 w 7467600"/>
              <a:gd name="connsiteY712" fmla="*/ 3016319 h 6858000"/>
              <a:gd name="connsiteX713" fmla="*/ 1407512 w 7467600"/>
              <a:gd name="connsiteY713" fmla="*/ 3018001 h 6858000"/>
              <a:gd name="connsiteX714" fmla="*/ 1726266 w 7467600"/>
              <a:gd name="connsiteY714" fmla="*/ 2777274 h 6858000"/>
              <a:gd name="connsiteX715" fmla="*/ 625390 w 7467600"/>
              <a:gd name="connsiteY715" fmla="*/ 2514541 h 6858000"/>
              <a:gd name="connsiteX716" fmla="*/ 619799 w 7467600"/>
              <a:gd name="connsiteY716" fmla="*/ 2527180 h 6858000"/>
              <a:gd name="connsiteX717" fmla="*/ 310030 w 7467600"/>
              <a:gd name="connsiteY717" fmla="*/ 2771818 h 6858000"/>
              <a:gd name="connsiteX718" fmla="*/ 173877 w 7467600"/>
              <a:gd name="connsiteY718" fmla="*/ 2937056 h 6858000"/>
              <a:gd name="connsiteX719" fmla="*/ 77889 w 7467600"/>
              <a:gd name="connsiteY719" fmla="*/ 3138440 h 6858000"/>
              <a:gd name="connsiteX720" fmla="*/ 0 w 7467600"/>
              <a:gd name="connsiteY720" fmla="*/ 3271395 h 6858000"/>
              <a:gd name="connsiteX721" fmla="*/ 0 w 7467600"/>
              <a:gd name="connsiteY721" fmla="*/ 3153002 h 6858000"/>
              <a:gd name="connsiteX722" fmla="*/ 2386 w 7467600"/>
              <a:gd name="connsiteY722" fmla="*/ 3149203 h 6858000"/>
              <a:gd name="connsiteX723" fmla="*/ 89753 w 7467600"/>
              <a:gd name="connsiteY723" fmla="*/ 2987702 h 6858000"/>
              <a:gd name="connsiteX724" fmla="*/ 76869 w 7467600"/>
              <a:gd name="connsiteY724" fmla="*/ 3005404 h 6858000"/>
              <a:gd name="connsiteX725" fmla="*/ 32049 w 7467600"/>
              <a:gd name="connsiteY725" fmla="*/ 3065814 h 6858000"/>
              <a:gd name="connsiteX726" fmla="*/ 0 w 7467600"/>
              <a:gd name="connsiteY726" fmla="*/ 3108744 h 6858000"/>
              <a:gd name="connsiteX727" fmla="*/ 0 w 7467600"/>
              <a:gd name="connsiteY727" fmla="*/ 3058059 h 6858000"/>
              <a:gd name="connsiteX728" fmla="*/ 7610 w 7467600"/>
              <a:gd name="connsiteY728" fmla="*/ 3047889 h 6858000"/>
              <a:gd name="connsiteX729" fmla="*/ 52419 w 7467600"/>
              <a:gd name="connsiteY729" fmla="*/ 2987479 h 6858000"/>
              <a:gd name="connsiteX730" fmla="*/ 59142 w 7467600"/>
              <a:gd name="connsiteY730" fmla="*/ 2978488 h 6858000"/>
              <a:gd name="connsiteX731" fmla="*/ 0 w 7467600"/>
              <a:gd name="connsiteY731" fmla="*/ 3015334 h 6858000"/>
              <a:gd name="connsiteX732" fmla="*/ 0 w 7467600"/>
              <a:gd name="connsiteY732" fmla="*/ 2914286 h 6858000"/>
              <a:gd name="connsiteX733" fmla="*/ 36383 w 7467600"/>
              <a:gd name="connsiteY733" fmla="*/ 2901128 h 6858000"/>
              <a:gd name="connsiteX734" fmla="*/ 156329 w 7467600"/>
              <a:gd name="connsiteY734" fmla="*/ 2840533 h 6858000"/>
              <a:gd name="connsiteX735" fmla="*/ 358355 w 7467600"/>
              <a:gd name="connsiteY735" fmla="*/ 2620471 h 6858000"/>
              <a:gd name="connsiteX736" fmla="*/ 510577 w 7467600"/>
              <a:gd name="connsiteY736" fmla="*/ 2501244 h 6858000"/>
              <a:gd name="connsiteX737" fmla="*/ 211967 w 7467600"/>
              <a:gd name="connsiteY737" fmla="*/ 2479171 h 6858000"/>
              <a:gd name="connsiteX738" fmla="*/ 0 w 7467600"/>
              <a:gd name="connsiteY738" fmla="*/ 2476398 h 6858000"/>
              <a:gd name="connsiteX739" fmla="*/ 0 w 7467600"/>
              <a:gd name="connsiteY739" fmla="*/ 2389189 h 6858000"/>
              <a:gd name="connsiteX740" fmla="*/ 103062 w 7467600"/>
              <a:gd name="connsiteY740" fmla="*/ 2389518 h 6858000"/>
              <a:gd name="connsiteX741" fmla="*/ 510734 w 7467600"/>
              <a:gd name="connsiteY741" fmla="*/ 2416201 h 6858000"/>
              <a:gd name="connsiteX742" fmla="*/ 279257 w 7467600"/>
              <a:gd name="connsiteY742" fmla="*/ 2092102 h 6858000"/>
              <a:gd name="connsiteX743" fmla="*/ 65265 w 7467600"/>
              <a:gd name="connsiteY743" fmla="*/ 2006049 h 6858000"/>
              <a:gd name="connsiteX744" fmla="*/ 0 w 7467600"/>
              <a:gd name="connsiteY744" fmla="*/ 1982532 h 6858000"/>
              <a:gd name="connsiteX745" fmla="*/ 0 w 7467600"/>
              <a:gd name="connsiteY745" fmla="*/ 1912789 h 6858000"/>
              <a:gd name="connsiteX746" fmla="*/ 97460 w 7467600"/>
              <a:gd name="connsiteY746" fmla="*/ 1953725 h 6858000"/>
              <a:gd name="connsiteX747" fmla="*/ 221272 w 7467600"/>
              <a:gd name="connsiteY747" fmla="*/ 1980766 h 6858000"/>
              <a:gd name="connsiteX748" fmla="*/ 116765 w 7467600"/>
              <a:gd name="connsiteY748" fmla="*/ 1911033 h 6858000"/>
              <a:gd name="connsiteX749" fmla="*/ 16405 w 7467600"/>
              <a:gd name="connsiteY749" fmla="*/ 1803412 h 6858000"/>
              <a:gd name="connsiteX750" fmla="*/ 0 w 7467600"/>
              <a:gd name="connsiteY750" fmla="*/ 1784777 h 6858000"/>
              <a:gd name="connsiteX751" fmla="*/ 0 w 7467600"/>
              <a:gd name="connsiteY751" fmla="*/ 1740082 h 6858000"/>
              <a:gd name="connsiteX752" fmla="*/ 39394 w 7467600"/>
              <a:gd name="connsiteY752" fmla="*/ 1784856 h 6858000"/>
              <a:gd name="connsiteX753" fmla="*/ 135813 w 7467600"/>
              <a:gd name="connsiteY753" fmla="*/ 1888838 h 6858000"/>
              <a:gd name="connsiteX754" fmla="*/ 242575 w 7467600"/>
              <a:gd name="connsiteY754" fmla="*/ 1958841 h 6858000"/>
              <a:gd name="connsiteX755" fmla="*/ 82197 w 7467600"/>
              <a:gd name="connsiteY755" fmla="*/ 1754826 h 6858000"/>
              <a:gd name="connsiteX756" fmla="*/ 0 w 7467600"/>
              <a:gd name="connsiteY756" fmla="*/ 1679650 h 6858000"/>
              <a:gd name="connsiteX757" fmla="*/ 0 w 7467600"/>
              <a:gd name="connsiteY757" fmla="*/ 1602463 h 6858000"/>
              <a:gd name="connsiteX758" fmla="*/ 84689 w 7467600"/>
              <a:gd name="connsiteY758" fmla="*/ 1677442 h 6858000"/>
              <a:gd name="connsiteX759" fmla="*/ 298437 w 7467600"/>
              <a:gd name="connsiteY759" fmla="*/ 1968019 h 6858000"/>
              <a:gd name="connsiteX760" fmla="*/ 227269 w 7467600"/>
              <a:gd name="connsiteY760" fmla="*/ 1114064 h 6858000"/>
              <a:gd name="connsiteX761" fmla="*/ 248003 w 7467600"/>
              <a:gd name="connsiteY761" fmla="*/ 1089613 h 6858000"/>
              <a:gd name="connsiteX762" fmla="*/ 427020 w 7467600"/>
              <a:gd name="connsiteY762" fmla="*/ 1619803 h 6858000"/>
              <a:gd name="connsiteX763" fmla="*/ 340345 w 7467600"/>
              <a:gd name="connsiteY763" fmla="*/ 2027739 h 6858000"/>
              <a:gd name="connsiteX764" fmla="*/ 360865 w 7467600"/>
              <a:gd name="connsiteY764" fmla="*/ 2044827 h 6858000"/>
              <a:gd name="connsiteX765" fmla="*/ 560414 w 7467600"/>
              <a:gd name="connsiteY765" fmla="*/ 2421457 h 6858000"/>
              <a:gd name="connsiteX766" fmla="*/ 1359703 w 7467600"/>
              <a:gd name="connsiteY766" fmla="*/ 2578554 h 6858000"/>
              <a:gd name="connsiteX767" fmla="*/ 1359422 w 7467600"/>
              <a:gd name="connsiteY767" fmla="*/ 2577994 h 6858000"/>
              <a:gd name="connsiteX768" fmla="*/ 828701 w 7467600"/>
              <a:gd name="connsiteY768" fmla="*/ 1839520 h 6858000"/>
              <a:gd name="connsiteX769" fmla="*/ 494427 w 7467600"/>
              <a:gd name="connsiteY769" fmla="*/ 1092333 h 6858000"/>
              <a:gd name="connsiteX770" fmla="*/ 506322 w 7467600"/>
              <a:gd name="connsiteY770" fmla="*/ 1020997 h 6858000"/>
              <a:gd name="connsiteX771" fmla="*/ 4570198 w 7467600"/>
              <a:gd name="connsiteY771" fmla="*/ 978081 h 6858000"/>
              <a:gd name="connsiteX772" fmla="*/ 4523691 w 7467600"/>
              <a:gd name="connsiteY772" fmla="*/ 1127776 h 6858000"/>
              <a:gd name="connsiteX773" fmla="*/ 4509875 w 7467600"/>
              <a:gd name="connsiteY773" fmla="*/ 1167552 h 6858000"/>
              <a:gd name="connsiteX774" fmla="*/ 4478168 w 7467600"/>
              <a:gd name="connsiteY774" fmla="*/ 1260735 h 6858000"/>
              <a:gd name="connsiteX775" fmla="*/ 4409309 w 7467600"/>
              <a:gd name="connsiteY775" fmla="*/ 1666996 h 6858000"/>
              <a:gd name="connsiteX776" fmla="*/ 4370031 w 7467600"/>
              <a:gd name="connsiteY776" fmla="*/ 1955666 h 6858000"/>
              <a:gd name="connsiteX777" fmla="*/ 4570198 w 7467600"/>
              <a:gd name="connsiteY777" fmla="*/ 978081 h 6858000"/>
              <a:gd name="connsiteX778" fmla="*/ 4557898 w 7467600"/>
              <a:gd name="connsiteY778" fmla="*/ 900011 h 6858000"/>
              <a:gd name="connsiteX779" fmla="*/ 4344840 w 7467600"/>
              <a:gd name="connsiteY779" fmla="*/ 1922038 h 6858000"/>
              <a:gd name="connsiteX780" fmla="*/ 4378710 w 7467600"/>
              <a:gd name="connsiteY780" fmla="*/ 1665516 h 6858000"/>
              <a:gd name="connsiteX781" fmla="*/ 4448798 w 7467600"/>
              <a:gd name="connsiteY781" fmla="*/ 1253024 h 6858000"/>
              <a:gd name="connsiteX782" fmla="*/ 4480315 w 7467600"/>
              <a:gd name="connsiteY782" fmla="*/ 1158454 h 6858000"/>
              <a:gd name="connsiteX783" fmla="*/ 4494133 w 7467600"/>
              <a:gd name="connsiteY783" fmla="*/ 1118676 h 6858000"/>
              <a:gd name="connsiteX784" fmla="*/ 4557898 w 7467600"/>
              <a:gd name="connsiteY784" fmla="*/ 900011 h 6858000"/>
              <a:gd name="connsiteX785" fmla="*/ 5870151 w 7467600"/>
              <a:gd name="connsiteY785" fmla="*/ 898890 h 6858000"/>
              <a:gd name="connsiteX786" fmla="*/ 5861335 w 7467600"/>
              <a:gd name="connsiteY786" fmla="*/ 899177 h 6858000"/>
              <a:gd name="connsiteX787" fmla="*/ 5843702 w 7467600"/>
              <a:gd name="connsiteY787" fmla="*/ 899748 h 6858000"/>
              <a:gd name="connsiteX788" fmla="*/ 5651107 w 7467600"/>
              <a:gd name="connsiteY788" fmla="*/ 920306 h 6858000"/>
              <a:gd name="connsiteX789" fmla="*/ 5459407 w 7467600"/>
              <a:gd name="connsiteY789" fmla="*/ 940975 h 6858000"/>
              <a:gd name="connsiteX790" fmla="*/ 5374846 w 7467600"/>
              <a:gd name="connsiteY790" fmla="*/ 941988 h 6858000"/>
              <a:gd name="connsiteX791" fmla="*/ 5256105 w 7467600"/>
              <a:gd name="connsiteY791" fmla="*/ 945632 h 6858000"/>
              <a:gd name="connsiteX792" fmla="*/ 5107071 w 7467600"/>
              <a:gd name="connsiteY792" fmla="*/ 969720 h 6858000"/>
              <a:gd name="connsiteX793" fmla="*/ 4998681 w 7467600"/>
              <a:gd name="connsiteY793" fmla="*/ 988771 h 6858000"/>
              <a:gd name="connsiteX794" fmla="*/ 5870151 w 7467600"/>
              <a:gd name="connsiteY794" fmla="*/ 898890 h 6858000"/>
              <a:gd name="connsiteX795" fmla="*/ 5504425 w 7467600"/>
              <a:gd name="connsiteY795" fmla="*/ 848067 h 6858000"/>
              <a:gd name="connsiteX796" fmla="*/ 4968849 w 7467600"/>
              <a:gd name="connsiteY796" fmla="*/ 962318 h 6858000"/>
              <a:gd name="connsiteX797" fmla="*/ 5104039 w 7467600"/>
              <a:gd name="connsiteY797" fmla="*/ 940634 h 6858000"/>
              <a:gd name="connsiteX798" fmla="*/ 5256311 w 7467600"/>
              <a:gd name="connsiteY798" fmla="*/ 916490 h 6858000"/>
              <a:gd name="connsiteX799" fmla="*/ 5377381 w 7467600"/>
              <a:gd name="connsiteY799" fmla="*/ 912671 h 6858000"/>
              <a:gd name="connsiteX800" fmla="*/ 5460148 w 7467600"/>
              <a:gd name="connsiteY800" fmla="*/ 911442 h 6858000"/>
              <a:gd name="connsiteX801" fmla="*/ 5648971 w 7467600"/>
              <a:gd name="connsiteY801" fmla="*/ 891331 h 6858000"/>
              <a:gd name="connsiteX802" fmla="*/ 5844807 w 7467600"/>
              <a:gd name="connsiteY802" fmla="*/ 870718 h 6858000"/>
              <a:gd name="connsiteX803" fmla="*/ 5862975 w 7467600"/>
              <a:gd name="connsiteY803" fmla="*/ 869756 h 6858000"/>
              <a:gd name="connsiteX804" fmla="*/ 5920887 w 7467600"/>
              <a:gd name="connsiteY804" fmla="*/ 865929 h 6858000"/>
              <a:gd name="connsiteX805" fmla="*/ 5504425 w 7467600"/>
              <a:gd name="connsiteY805" fmla="*/ 848067 h 6858000"/>
              <a:gd name="connsiteX806" fmla="*/ 3607114 w 7467600"/>
              <a:gd name="connsiteY806" fmla="*/ 467441 h 6858000"/>
              <a:gd name="connsiteX807" fmla="*/ 3296242 w 7467600"/>
              <a:gd name="connsiteY807" fmla="*/ 807991 h 6858000"/>
              <a:gd name="connsiteX808" fmla="*/ 3174674 w 7467600"/>
              <a:gd name="connsiteY808" fmla="*/ 919759 h 6858000"/>
              <a:gd name="connsiteX809" fmla="*/ 3042978 w 7467600"/>
              <a:gd name="connsiteY809" fmla="*/ 1054894 h 6858000"/>
              <a:gd name="connsiteX810" fmla="*/ 2968914 w 7467600"/>
              <a:gd name="connsiteY810" fmla="*/ 1133756 h 6858000"/>
              <a:gd name="connsiteX811" fmla="*/ 3103823 w 7467600"/>
              <a:gd name="connsiteY811" fmla="*/ 1026814 h 6858000"/>
              <a:gd name="connsiteX812" fmla="*/ 3607114 w 7467600"/>
              <a:gd name="connsiteY812" fmla="*/ 467441 h 6858000"/>
              <a:gd name="connsiteX813" fmla="*/ 3744487 w 7467600"/>
              <a:gd name="connsiteY813" fmla="*/ 383136 h 6858000"/>
              <a:gd name="connsiteX814" fmla="*/ 3970213 w 7467600"/>
              <a:gd name="connsiteY814" fmla="*/ 995559 h 6858000"/>
              <a:gd name="connsiteX815" fmla="*/ 3744487 w 7467600"/>
              <a:gd name="connsiteY815" fmla="*/ 383136 h 6858000"/>
              <a:gd name="connsiteX816" fmla="*/ 3624562 w 7467600"/>
              <a:gd name="connsiteY816" fmla="*/ 367041 h 6858000"/>
              <a:gd name="connsiteX817" fmla="*/ 3489712 w 7467600"/>
              <a:gd name="connsiteY817" fmla="*/ 485386 h 6858000"/>
              <a:gd name="connsiteX818" fmla="*/ 3182994 w 7467600"/>
              <a:gd name="connsiteY818" fmla="*/ 828265 h 6858000"/>
              <a:gd name="connsiteX819" fmla="*/ 2892114 w 7467600"/>
              <a:gd name="connsiteY819" fmla="*/ 1172635 h 6858000"/>
              <a:gd name="connsiteX820" fmla="*/ 3021459 w 7467600"/>
              <a:gd name="connsiteY820" fmla="*/ 1035385 h 6858000"/>
              <a:gd name="connsiteX821" fmla="*/ 3153873 w 7467600"/>
              <a:gd name="connsiteY821" fmla="*/ 898971 h 6858000"/>
              <a:gd name="connsiteX822" fmla="*/ 3276511 w 7467600"/>
              <a:gd name="connsiteY822" fmla="*/ 786423 h 6858000"/>
              <a:gd name="connsiteX823" fmla="*/ 3584154 w 7467600"/>
              <a:gd name="connsiteY823" fmla="*/ 448218 h 6858000"/>
              <a:gd name="connsiteX824" fmla="*/ 3624562 w 7467600"/>
              <a:gd name="connsiteY824" fmla="*/ 367041 h 6858000"/>
              <a:gd name="connsiteX825" fmla="*/ 3766672 w 7467600"/>
              <a:gd name="connsiteY825" fmla="*/ 359429 h 6858000"/>
              <a:gd name="connsiteX826" fmla="*/ 3996338 w 7467600"/>
              <a:gd name="connsiteY826" fmla="*/ 968237 h 6858000"/>
              <a:gd name="connsiteX827" fmla="*/ 3766672 w 7467600"/>
              <a:gd name="connsiteY827" fmla="*/ 359429 h 6858000"/>
              <a:gd name="connsiteX828" fmla="*/ 5805386 w 7467600"/>
              <a:gd name="connsiteY828" fmla="*/ 239240 h 6858000"/>
              <a:gd name="connsiteX829" fmla="*/ 5736947 w 7467600"/>
              <a:gd name="connsiteY829" fmla="*/ 261367 h 6858000"/>
              <a:gd name="connsiteX830" fmla="*/ 5427012 w 7467600"/>
              <a:gd name="connsiteY830" fmla="*/ 311272 h 6858000"/>
              <a:gd name="connsiteX831" fmla="*/ 5147818 w 7467600"/>
              <a:gd name="connsiteY831" fmla="*/ 322112 h 6858000"/>
              <a:gd name="connsiteX832" fmla="*/ 5060854 w 7467600"/>
              <a:gd name="connsiteY832" fmla="*/ 311882 h 6858000"/>
              <a:gd name="connsiteX833" fmla="*/ 4945989 w 7467600"/>
              <a:gd name="connsiteY833" fmla="*/ 300516 h 6858000"/>
              <a:gd name="connsiteX834" fmla="*/ 5410479 w 7467600"/>
              <a:gd name="connsiteY834" fmla="*/ 348434 h 6858000"/>
              <a:gd name="connsiteX835" fmla="*/ 5805386 w 7467600"/>
              <a:gd name="connsiteY835" fmla="*/ 239240 h 6858000"/>
              <a:gd name="connsiteX836" fmla="*/ 5905192 w 7467600"/>
              <a:gd name="connsiteY836" fmla="*/ 163079 h 6858000"/>
              <a:gd name="connsiteX837" fmla="*/ 5865655 w 7467600"/>
              <a:gd name="connsiteY837" fmla="*/ 171901 h 6858000"/>
              <a:gd name="connsiteX838" fmla="*/ 5259740 w 7467600"/>
              <a:gd name="connsiteY838" fmla="*/ 257013 h 6858000"/>
              <a:gd name="connsiteX839" fmla="*/ 5208466 w 7467600"/>
              <a:gd name="connsiteY839" fmla="*/ 257550 h 6858000"/>
              <a:gd name="connsiteX840" fmla="*/ 4980204 w 7467600"/>
              <a:gd name="connsiteY840" fmla="*/ 271903 h 6858000"/>
              <a:gd name="connsiteX841" fmla="*/ 5068068 w 7467600"/>
              <a:gd name="connsiteY841" fmla="*/ 282244 h 6858000"/>
              <a:gd name="connsiteX842" fmla="*/ 5153231 w 7467600"/>
              <a:gd name="connsiteY842" fmla="*/ 292240 h 6858000"/>
              <a:gd name="connsiteX843" fmla="*/ 5426491 w 7467600"/>
              <a:gd name="connsiteY843" fmla="*/ 281128 h 6858000"/>
              <a:gd name="connsiteX844" fmla="*/ 5731212 w 7467600"/>
              <a:gd name="connsiteY844" fmla="*/ 231951 h 6858000"/>
              <a:gd name="connsiteX845" fmla="*/ 5905192 w 7467600"/>
              <a:gd name="connsiteY845" fmla="*/ 163079 h 6858000"/>
              <a:gd name="connsiteX846" fmla="*/ 5944437 w 7467600"/>
              <a:gd name="connsiteY846" fmla="*/ 113829 h 6858000"/>
              <a:gd name="connsiteX847" fmla="*/ 5825032 w 7467600"/>
              <a:gd name="connsiteY847" fmla="*/ 146405 h 6858000"/>
              <a:gd name="connsiteX848" fmla="*/ 4955599 w 7467600"/>
              <a:gd name="connsiteY848" fmla="*/ 247008 h 6858000"/>
              <a:gd name="connsiteX849" fmla="*/ 5210104 w 7467600"/>
              <a:gd name="connsiteY849" fmla="*/ 228123 h 6858000"/>
              <a:gd name="connsiteX850" fmla="*/ 5261015 w 7467600"/>
              <a:gd name="connsiteY850" fmla="*/ 227087 h 6858000"/>
              <a:gd name="connsiteX851" fmla="*/ 5861181 w 7467600"/>
              <a:gd name="connsiteY851" fmla="*/ 143093 h 6858000"/>
              <a:gd name="connsiteX852" fmla="*/ 5961252 w 7467600"/>
              <a:gd name="connsiteY852" fmla="*/ 114820 h 6858000"/>
              <a:gd name="connsiteX853" fmla="*/ 5944437 w 7467600"/>
              <a:gd name="connsiteY853" fmla="*/ 113829 h 6858000"/>
              <a:gd name="connsiteX854" fmla="*/ 3882765 w 7467600"/>
              <a:gd name="connsiteY854" fmla="*/ 0 h 6858000"/>
              <a:gd name="connsiteX855" fmla="*/ 3995099 w 7467600"/>
              <a:gd name="connsiteY855" fmla="*/ 0 h 6858000"/>
              <a:gd name="connsiteX856" fmla="*/ 4163818 w 7467600"/>
              <a:gd name="connsiteY856" fmla="*/ 234104 h 6858000"/>
              <a:gd name="connsiteX857" fmla="*/ 4172099 w 7467600"/>
              <a:gd name="connsiteY857" fmla="*/ 234207 h 6858000"/>
              <a:gd name="connsiteX858" fmla="*/ 4784282 w 7467600"/>
              <a:gd name="connsiteY858" fmla="*/ 276561 h 6858000"/>
              <a:gd name="connsiteX859" fmla="*/ 4801687 w 7467600"/>
              <a:gd name="connsiteY859" fmla="*/ 267764 h 6858000"/>
              <a:gd name="connsiteX860" fmla="*/ 6082788 w 7467600"/>
              <a:gd name="connsiteY860" fmla="*/ 64119 h 6858000"/>
              <a:gd name="connsiteX861" fmla="*/ 6099442 w 7467600"/>
              <a:gd name="connsiteY861" fmla="*/ 82568 h 6858000"/>
              <a:gd name="connsiteX862" fmla="*/ 4804137 w 7467600"/>
              <a:gd name="connsiteY862" fmla="*/ 320931 h 6858000"/>
              <a:gd name="connsiteX863" fmla="*/ 4227047 w 7467600"/>
              <a:gd name="connsiteY863" fmla="*/ 313415 h 6858000"/>
              <a:gd name="connsiteX864" fmla="*/ 4346041 w 7467600"/>
              <a:gd name="connsiteY864" fmla="*/ 456086 h 6858000"/>
              <a:gd name="connsiteX865" fmla="*/ 4870967 w 7467600"/>
              <a:gd name="connsiteY865" fmla="*/ 963061 h 6858000"/>
              <a:gd name="connsiteX866" fmla="*/ 4889647 w 7467600"/>
              <a:gd name="connsiteY866" fmla="*/ 957147 h 6858000"/>
              <a:gd name="connsiteX867" fmla="*/ 5422504 w 7467600"/>
              <a:gd name="connsiteY867" fmla="*/ 805191 h 6858000"/>
              <a:gd name="connsiteX868" fmla="*/ 6087656 w 7467600"/>
              <a:gd name="connsiteY868" fmla="*/ 826703 h 6858000"/>
              <a:gd name="connsiteX869" fmla="*/ 6058717 w 7467600"/>
              <a:gd name="connsiteY869" fmla="*/ 865992 h 6858000"/>
              <a:gd name="connsiteX870" fmla="*/ 4974153 w 7467600"/>
              <a:gd name="connsiteY870" fmla="*/ 1045456 h 6858000"/>
              <a:gd name="connsiteX871" fmla="*/ 5627835 w 7467600"/>
              <a:gd name="connsiteY871" fmla="*/ 1472077 h 6858000"/>
              <a:gd name="connsiteX872" fmla="*/ 5629817 w 7467600"/>
              <a:gd name="connsiteY872" fmla="*/ 1471412 h 6858000"/>
              <a:gd name="connsiteX873" fmla="*/ 5634124 w 7467600"/>
              <a:gd name="connsiteY873" fmla="*/ 1470572 h 6858000"/>
              <a:gd name="connsiteX874" fmla="*/ 5755832 w 7467600"/>
              <a:gd name="connsiteY874" fmla="*/ 1383886 h 6858000"/>
              <a:gd name="connsiteX875" fmla="*/ 6014186 w 7467600"/>
              <a:gd name="connsiteY875" fmla="*/ 1279799 h 6858000"/>
              <a:gd name="connsiteX876" fmla="*/ 6901619 w 7467600"/>
              <a:gd name="connsiteY876" fmla="*/ 1047874 h 6858000"/>
              <a:gd name="connsiteX877" fmla="*/ 6931566 w 7467600"/>
              <a:gd name="connsiteY877" fmla="*/ 1062034 h 6858000"/>
              <a:gd name="connsiteX878" fmla="*/ 5790982 w 7467600"/>
              <a:gd name="connsiteY878" fmla="*/ 1561380 h 6858000"/>
              <a:gd name="connsiteX879" fmla="*/ 6188971 w 7467600"/>
              <a:gd name="connsiteY879" fmla="*/ 1755168 h 6858000"/>
              <a:gd name="connsiteX880" fmla="*/ 6202446 w 7467600"/>
              <a:gd name="connsiteY880" fmla="*/ 1752268 h 6858000"/>
              <a:gd name="connsiteX881" fmla="*/ 7179560 w 7467600"/>
              <a:gd name="connsiteY881" fmla="*/ 1467551 h 6858000"/>
              <a:gd name="connsiteX882" fmla="*/ 7158730 w 7467600"/>
              <a:gd name="connsiteY882" fmla="*/ 1507835 h 6858000"/>
              <a:gd name="connsiteX883" fmla="*/ 6326959 w 7467600"/>
              <a:gd name="connsiteY883" fmla="*/ 1817686 h 6858000"/>
              <a:gd name="connsiteX884" fmla="*/ 6537433 w 7467600"/>
              <a:gd name="connsiteY884" fmla="*/ 1907790 h 6858000"/>
              <a:gd name="connsiteX885" fmla="*/ 6550221 w 7467600"/>
              <a:gd name="connsiteY885" fmla="*/ 1910729 h 6858000"/>
              <a:gd name="connsiteX886" fmla="*/ 6964438 w 7467600"/>
              <a:gd name="connsiteY886" fmla="*/ 2209505 h 6858000"/>
              <a:gd name="connsiteX887" fmla="*/ 7367862 w 7467600"/>
              <a:gd name="connsiteY887" fmla="*/ 2806833 h 6858000"/>
              <a:gd name="connsiteX888" fmla="*/ 7364329 w 7467600"/>
              <a:gd name="connsiteY888" fmla="*/ 2826907 h 6858000"/>
              <a:gd name="connsiteX889" fmla="*/ 7290545 w 7467600"/>
              <a:gd name="connsiteY889" fmla="*/ 2850663 h 6858000"/>
              <a:gd name="connsiteX890" fmla="*/ 6472036 w 7467600"/>
              <a:gd name="connsiteY890" fmla="*/ 1959003 h 6858000"/>
              <a:gd name="connsiteX891" fmla="*/ 5792897 w 7467600"/>
              <a:gd name="connsiteY891" fmla="*/ 1647747 h 6858000"/>
              <a:gd name="connsiteX892" fmla="*/ 5842751 w 7467600"/>
              <a:gd name="connsiteY892" fmla="*/ 1816112 h 6858000"/>
              <a:gd name="connsiteX893" fmla="*/ 5847424 w 7467600"/>
              <a:gd name="connsiteY893" fmla="*/ 1815776 h 6858000"/>
              <a:gd name="connsiteX894" fmla="*/ 6399821 w 7467600"/>
              <a:gd name="connsiteY894" fmla="*/ 2344799 h 6858000"/>
              <a:gd name="connsiteX895" fmla="*/ 6323232 w 7467600"/>
              <a:gd name="connsiteY895" fmla="*/ 2389634 h 6858000"/>
              <a:gd name="connsiteX896" fmla="*/ 5942958 w 7467600"/>
              <a:gd name="connsiteY896" fmla="*/ 2077708 h 6858000"/>
              <a:gd name="connsiteX897" fmla="*/ 5921559 w 7467600"/>
              <a:gd name="connsiteY897" fmla="*/ 2378596 h 6858000"/>
              <a:gd name="connsiteX898" fmla="*/ 5817651 w 7467600"/>
              <a:gd name="connsiteY898" fmla="*/ 3023919 h 6858000"/>
              <a:gd name="connsiteX899" fmla="*/ 5729634 w 7467600"/>
              <a:gd name="connsiteY899" fmla="*/ 3051849 h 6858000"/>
              <a:gd name="connsiteX900" fmla="*/ 5611018 w 7467600"/>
              <a:gd name="connsiteY900" fmla="*/ 2316769 h 6858000"/>
              <a:gd name="connsiteX901" fmla="*/ 5687608 w 7467600"/>
              <a:gd name="connsiteY901" fmla="*/ 2039972 h 6858000"/>
              <a:gd name="connsiteX902" fmla="*/ 5657554 w 7467600"/>
              <a:gd name="connsiteY902" fmla="*/ 1576445 h 6858000"/>
              <a:gd name="connsiteX903" fmla="*/ 5150475 w 7467600"/>
              <a:gd name="connsiteY903" fmla="*/ 1274012 h 6858000"/>
              <a:gd name="connsiteX904" fmla="*/ 5349142 w 7467600"/>
              <a:gd name="connsiteY904" fmla="*/ 2204405 h 6858000"/>
              <a:gd name="connsiteX905" fmla="*/ 5262214 w 7467600"/>
              <a:gd name="connsiteY905" fmla="*/ 2233836 h 6858000"/>
              <a:gd name="connsiteX906" fmla="*/ 4981539 w 7467600"/>
              <a:gd name="connsiteY906" fmla="*/ 1542201 h 6858000"/>
              <a:gd name="connsiteX907" fmla="*/ 4958461 w 7467600"/>
              <a:gd name="connsiteY907" fmla="*/ 1136957 h 6858000"/>
              <a:gd name="connsiteX908" fmla="*/ 4655015 w 7467600"/>
              <a:gd name="connsiteY908" fmla="*/ 891426 h 6858000"/>
              <a:gd name="connsiteX909" fmla="*/ 4348002 w 7467600"/>
              <a:gd name="connsiteY909" fmla="*/ 2205895 h 6858000"/>
              <a:gd name="connsiteX910" fmla="*/ 4262250 w 7467600"/>
              <a:gd name="connsiteY910" fmla="*/ 2219972 h 6858000"/>
              <a:gd name="connsiteX911" fmla="*/ 4550611 w 7467600"/>
              <a:gd name="connsiteY911" fmla="*/ 817540 h 6858000"/>
              <a:gd name="connsiteX912" fmla="*/ 4564418 w 7467600"/>
              <a:gd name="connsiteY912" fmla="*/ 808293 h 6858000"/>
              <a:gd name="connsiteX913" fmla="*/ 4266388 w 7467600"/>
              <a:gd name="connsiteY913" fmla="*/ 500083 h 6858000"/>
              <a:gd name="connsiteX914" fmla="*/ 4032842 w 7467600"/>
              <a:gd name="connsiteY914" fmla="*/ 211809 h 6858000"/>
              <a:gd name="connsiteX915" fmla="*/ 3882765 w 7467600"/>
              <a:gd name="connsiteY915" fmla="*/ 0 h 6858000"/>
              <a:gd name="connsiteX916" fmla="*/ 3721337 w 7467600"/>
              <a:gd name="connsiteY916" fmla="*/ 0 h 6858000"/>
              <a:gd name="connsiteX917" fmla="*/ 3797544 w 7467600"/>
              <a:gd name="connsiteY917" fmla="*/ 0 h 6858000"/>
              <a:gd name="connsiteX918" fmla="*/ 3775734 w 7467600"/>
              <a:gd name="connsiteY918" fmla="*/ 95131 h 6858000"/>
              <a:gd name="connsiteX919" fmla="*/ 3724807 w 7467600"/>
              <a:gd name="connsiteY919" fmla="*/ 272257 h 6858000"/>
              <a:gd name="connsiteX920" fmla="*/ 3726844 w 7467600"/>
              <a:gd name="connsiteY920" fmla="*/ 282988 h 6858000"/>
              <a:gd name="connsiteX921" fmla="*/ 3742664 w 7467600"/>
              <a:gd name="connsiteY921" fmla="*/ 279918 h 6858000"/>
              <a:gd name="connsiteX922" fmla="*/ 4103910 w 7467600"/>
              <a:gd name="connsiteY922" fmla="*/ 1161917 h 6858000"/>
              <a:gd name="connsiteX923" fmla="*/ 4020269 w 7467600"/>
              <a:gd name="connsiteY923" fmla="*/ 1200406 h 6858000"/>
              <a:gd name="connsiteX924" fmla="*/ 3674882 w 7467600"/>
              <a:gd name="connsiteY924" fmla="*/ 488524 h 6858000"/>
              <a:gd name="connsiteX925" fmla="*/ 3132682 w 7467600"/>
              <a:gd name="connsiteY925" fmla="*/ 1072284 h 6858000"/>
              <a:gd name="connsiteX926" fmla="*/ 2716346 w 7467600"/>
              <a:gd name="connsiteY926" fmla="*/ 1276376 h 6858000"/>
              <a:gd name="connsiteX927" fmla="*/ 2716772 w 7467600"/>
              <a:gd name="connsiteY927" fmla="*/ 1255462 h 6858000"/>
              <a:gd name="connsiteX928" fmla="*/ 3471096 w 7467600"/>
              <a:gd name="connsiteY928" fmla="*/ 437072 h 6858000"/>
              <a:gd name="connsiteX929" fmla="*/ 3639057 w 7467600"/>
              <a:gd name="connsiteY929" fmla="*/ 286334 h 6858000"/>
              <a:gd name="connsiteX930" fmla="*/ 3640309 w 7467600"/>
              <a:gd name="connsiteY930" fmla="*/ 284664 h 6858000"/>
              <a:gd name="connsiteX931" fmla="*/ 3646022 w 7467600"/>
              <a:gd name="connsiteY931" fmla="*/ 276711 h 6858000"/>
              <a:gd name="connsiteX932" fmla="*/ 3707943 w 7467600"/>
              <a:gd name="connsiteY932" fmla="*/ 65958 h 6858000"/>
              <a:gd name="connsiteX933" fmla="*/ 3721337 w 7467600"/>
              <a:gd name="connsiteY933" fmla="*/ 0 h 6858000"/>
              <a:gd name="connsiteX934" fmla="*/ 2867960 w 7467600"/>
              <a:gd name="connsiteY934" fmla="*/ 0 h 6858000"/>
              <a:gd name="connsiteX935" fmla="*/ 2926351 w 7467600"/>
              <a:gd name="connsiteY935" fmla="*/ 0 h 6858000"/>
              <a:gd name="connsiteX936" fmla="*/ 2902823 w 7467600"/>
              <a:gd name="connsiteY936" fmla="*/ 262929 h 6858000"/>
              <a:gd name="connsiteX937" fmla="*/ 2940663 w 7467600"/>
              <a:gd name="connsiteY937" fmla="*/ 140884 h 6858000"/>
              <a:gd name="connsiteX938" fmla="*/ 2947039 w 7467600"/>
              <a:gd name="connsiteY938" fmla="*/ 122524 h 6858000"/>
              <a:gd name="connsiteX939" fmla="*/ 2984316 w 7467600"/>
              <a:gd name="connsiteY939" fmla="*/ 0 h 6858000"/>
              <a:gd name="connsiteX940" fmla="*/ 3016114 w 7467600"/>
              <a:gd name="connsiteY940" fmla="*/ 0 h 6858000"/>
              <a:gd name="connsiteX941" fmla="*/ 2979949 w 7467600"/>
              <a:gd name="connsiteY941" fmla="*/ 119274 h 6858000"/>
              <a:gd name="connsiteX942" fmla="*/ 3023879 w 7467600"/>
              <a:gd name="connsiteY942" fmla="*/ 0 h 6858000"/>
              <a:gd name="connsiteX943" fmla="*/ 3105400 w 7467600"/>
              <a:gd name="connsiteY943" fmla="*/ 0 h 6858000"/>
              <a:gd name="connsiteX944" fmla="*/ 3094669 w 7467600"/>
              <a:gd name="connsiteY944" fmla="*/ 30308 h 6858000"/>
              <a:gd name="connsiteX945" fmla="*/ 2901945 w 7467600"/>
              <a:gd name="connsiteY945" fmla="*/ 466538 h 6858000"/>
              <a:gd name="connsiteX946" fmla="*/ 2815209 w 7467600"/>
              <a:gd name="connsiteY946" fmla="*/ 497361 h 6858000"/>
              <a:gd name="connsiteX947" fmla="*/ 2844845 w 7467600"/>
              <a:gd name="connsiteY947" fmla="*/ 127638 h 6858000"/>
              <a:gd name="connsiteX948" fmla="*/ 2867960 w 7467600"/>
              <a:gd name="connsiteY948" fmla="*/ 0 h 6858000"/>
              <a:gd name="connsiteX949" fmla="*/ 1057230 w 7467600"/>
              <a:gd name="connsiteY949" fmla="*/ 0 h 6858000"/>
              <a:gd name="connsiteX950" fmla="*/ 1111003 w 7467600"/>
              <a:gd name="connsiteY950" fmla="*/ 0 h 6858000"/>
              <a:gd name="connsiteX951" fmla="*/ 1125553 w 7467600"/>
              <a:gd name="connsiteY951" fmla="*/ 52588 h 6858000"/>
              <a:gd name="connsiteX952" fmla="*/ 1304276 w 7467600"/>
              <a:gd name="connsiteY952" fmla="*/ 476275 h 6858000"/>
              <a:gd name="connsiteX953" fmla="*/ 1492066 w 7467600"/>
              <a:gd name="connsiteY953" fmla="*/ 886333 h 6858000"/>
              <a:gd name="connsiteX954" fmla="*/ 1423698 w 7467600"/>
              <a:gd name="connsiteY954" fmla="*/ 710817 h 6858000"/>
              <a:gd name="connsiteX955" fmla="*/ 1357609 w 7467600"/>
              <a:gd name="connsiteY955" fmla="*/ 532892 h 6858000"/>
              <a:gd name="connsiteX956" fmla="*/ 1309550 w 7467600"/>
              <a:gd name="connsiteY956" fmla="*/ 374031 h 6858000"/>
              <a:gd name="connsiteX957" fmla="*/ 1193673 w 7467600"/>
              <a:gd name="connsiteY957" fmla="*/ 49533 h 6858000"/>
              <a:gd name="connsiteX958" fmla="*/ 1164391 w 7467600"/>
              <a:gd name="connsiteY958" fmla="*/ 0 h 6858000"/>
              <a:gd name="connsiteX959" fmla="*/ 1200666 w 7467600"/>
              <a:gd name="connsiteY959" fmla="*/ 0 h 6858000"/>
              <a:gd name="connsiteX960" fmla="*/ 1223408 w 7467600"/>
              <a:gd name="connsiteY960" fmla="*/ 38996 h 6858000"/>
              <a:gd name="connsiteX961" fmla="*/ 1339635 w 7467600"/>
              <a:gd name="connsiteY961" fmla="*/ 365517 h 6858000"/>
              <a:gd name="connsiteX962" fmla="*/ 1387469 w 7467600"/>
              <a:gd name="connsiteY962" fmla="*/ 523079 h 6858000"/>
              <a:gd name="connsiteX963" fmla="*/ 1452685 w 7467600"/>
              <a:gd name="connsiteY963" fmla="*/ 699806 h 6858000"/>
              <a:gd name="connsiteX964" fmla="*/ 1492092 w 7467600"/>
              <a:gd name="connsiteY964" fmla="*/ 800424 h 6858000"/>
              <a:gd name="connsiteX965" fmla="*/ 1455302 w 7467600"/>
              <a:gd name="connsiteY965" fmla="*/ 632913 h 6858000"/>
              <a:gd name="connsiteX966" fmla="*/ 1222336 w 7467600"/>
              <a:gd name="connsiteY966" fmla="*/ 9480 h 6858000"/>
              <a:gd name="connsiteX967" fmla="*/ 1214634 w 7467600"/>
              <a:gd name="connsiteY967" fmla="*/ 0 h 6858000"/>
              <a:gd name="connsiteX968" fmla="*/ 1289827 w 7467600"/>
              <a:gd name="connsiteY968" fmla="*/ 0 h 6858000"/>
              <a:gd name="connsiteX969" fmla="*/ 1321076 w 7467600"/>
              <a:gd name="connsiteY969" fmla="*/ 59722 h 6858000"/>
              <a:gd name="connsiteX970" fmla="*/ 1512579 w 7467600"/>
              <a:gd name="connsiteY970" fmla="*/ 626441 h 6858000"/>
              <a:gd name="connsiteX971" fmla="*/ 1506076 w 7467600"/>
              <a:gd name="connsiteY971" fmla="*/ 1089289 h 6858000"/>
              <a:gd name="connsiteX972" fmla="*/ 1486346 w 7467600"/>
              <a:gd name="connsiteY972" fmla="*/ 1079919 h 6858000"/>
              <a:gd name="connsiteX973" fmla="*/ 1070511 w 7467600"/>
              <a:gd name="connsiteY973" fmla="*/ 48609 h 6858000"/>
              <a:gd name="connsiteX974" fmla="*/ 1057230 w 7467600"/>
              <a:gd name="connsiteY974" fmla="*/ 0 h 6858000"/>
              <a:gd name="connsiteX975" fmla="*/ 43151 w 7467600"/>
              <a:gd name="connsiteY975" fmla="*/ 0 h 6858000"/>
              <a:gd name="connsiteX976" fmla="*/ 95283 w 7467600"/>
              <a:gd name="connsiteY976" fmla="*/ 0 h 6858000"/>
              <a:gd name="connsiteX977" fmla="*/ 300708 w 7467600"/>
              <a:gd name="connsiteY977" fmla="*/ 154571 h 6858000"/>
              <a:gd name="connsiteX978" fmla="*/ 530414 w 7467600"/>
              <a:gd name="connsiteY978" fmla="*/ 354673 h 6858000"/>
              <a:gd name="connsiteX979" fmla="*/ 333785 w 7467600"/>
              <a:gd name="connsiteY979" fmla="*/ 161564 h 6858000"/>
              <a:gd name="connsiteX980" fmla="*/ 147005 w 7467600"/>
              <a:gd name="connsiteY980" fmla="*/ 0 h 6858000"/>
              <a:gd name="connsiteX981" fmla="*/ 272509 w 7467600"/>
              <a:gd name="connsiteY981" fmla="*/ 0 h 6858000"/>
              <a:gd name="connsiteX982" fmla="*/ 326276 w 7467600"/>
              <a:gd name="connsiteY982" fmla="*/ 45847 h 6858000"/>
              <a:gd name="connsiteX983" fmla="*/ 823759 w 7467600"/>
              <a:gd name="connsiteY983" fmla="*/ 574145 h 6858000"/>
              <a:gd name="connsiteX984" fmla="*/ 811254 w 7467600"/>
              <a:gd name="connsiteY984" fmla="*/ 665546 h 6858000"/>
              <a:gd name="connsiteX985" fmla="*/ 154042 w 7467600"/>
              <a:gd name="connsiteY985" fmla="*/ 261522 h 6858000"/>
              <a:gd name="connsiteX986" fmla="*/ 13550 w 7467600"/>
              <a:gd name="connsiteY986" fmla="*/ 158423 h 6858000"/>
              <a:gd name="connsiteX987" fmla="*/ 0 w 7467600"/>
              <a:gd name="connsiteY987" fmla="*/ 146618 h 6858000"/>
              <a:gd name="connsiteX988" fmla="*/ 0 w 7467600"/>
              <a:gd name="connsiteY988" fmla="*/ 59161 h 6858000"/>
              <a:gd name="connsiteX989" fmla="*/ 45427 w 7467600"/>
              <a:gd name="connsiteY989" fmla="*/ 101078 h 6858000"/>
              <a:gd name="connsiteX990" fmla="*/ 630103 w 7467600"/>
              <a:gd name="connsiteY990" fmla="*/ 485885 h 6858000"/>
              <a:gd name="connsiteX991" fmla="*/ 532040 w 7467600"/>
              <a:gd name="connsiteY991" fmla="*/ 399359 h 6858000"/>
              <a:gd name="connsiteX992" fmla="*/ 517618 w 7467600"/>
              <a:gd name="connsiteY992" fmla="*/ 385726 h 6858000"/>
              <a:gd name="connsiteX993" fmla="*/ 285074 w 7467600"/>
              <a:gd name="connsiteY993" fmla="*/ 182755 h 6858000"/>
              <a:gd name="connsiteX994" fmla="*/ 43151 w 7467600"/>
              <a:gd name="connsiteY994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467600 w 7467600"/>
              <a:gd name="connsiteY127" fmla="*/ 5277736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7467600 w 7467600"/>
              <a:gd name="connsiteY137" fmla="*/ 5277736 h 6858000"/>
              <a:gd name="connsiteX138" fmla="*/ 1903353 w 7467600"/>
              <a:gd name="connsiteY138" fmla="*/ 5044827 h 6858000"/>
              <a:gd name="connsiteX139" fmla="*/ 1936931 w 7467600"/>
              <a:gd name="connsiteY139" fmla="*/ 5093954 h 6858000"/>
              <a:gd name="connsiteX140" fmla="*/ 2195868 w 7467600"/>
              <a:gd name="connsiteY140" fmla="*/ 5396574 h 6858000"/>
              <a:gd name="connsiteX141" fmla="*/ 2088852 w 7467600"/>
              <a:gd name="connsiteY141" fmla="*/ 5166123 h 6858000"/>
              <a:gd name="connsiteX142" fmla="*/ 1958241 w 7467600"/>
              <a:gd name="connsiteY142" fmla="*/ 5067955 h 6858000"/>
              <a:gd name="connsiteX143" fmla="*/ 1903353 w 7467600"/>
              <a:gd name="connsiteY143" fmla="*/ 5044827 h 6858000"/>
              <a:gd name="connsiteX144" fmla="*/ 1979378 w 7467600"/>
              <a:gd name="connsiteY144" fmla="*/ 4769504 h 6858000"/>
              <a:gd name="connsiteX145" fmla="*/ 2882120 w 7467600"/>
              <a:gd name="connsiteY145" fmla="*/ 5064547 h 6858000"/>
              <a:gd name="connsiteX146" fmla="*/ 2793103 w 7467600"/>
              <a:gd name="connsiteY146" fmla="*/ 5039699 h 6858000"/>
              <a:gd name="connsiteX147" fmla="*/ 2770041 w 7467600"/>
              <a:gd name="connsiteY147" fmla="*/ 5033634 h 6858000"/>
              <a:gd name="connsiteX148" fmla="*/ 1979378 w 7467600"/>
              <a:gd name="connsiteY148" fmla="*/ 4769504 h 6858000"/>
              <a:gd name="connsiteX149" fmla="*/ 1927410 w 7467600"/>
              <a:gd name="connsiteY149" fmla="*/ 4716164 h 6858000"/>
              <a:gd name="connsiteX150" fmla="*/ 1959587 w 7467600"/>
              <a:gd name="connsiteY150" fmla="*/ 4728849 h 6858000"/>
              <a:gd name="connsiteX151" fmla="*/ 2777707 w 7467600"/>
              <a:gd name="connsiteY151" fmla="*/ 5003991 h 6858000"/>
              <a:gd name="connsiteX152" fmla="*/ 2800768 w 7467600"/>
              <a:gd name="connsiteY152" fmla="*/ 5010056 h 6858000"/>
              <a:gd name="connsiteX153" fmla="*/ 2879408 w 7467600"/>
              <a:gd name="connsiteY153" fmla="*/ 5031590 h 6858000"/>
              <a:gd name="connsiteX154" fmla="*/ 2862295 w 7467600"/>
              <a:gd name="connsiteY154" fmla="*/ 5022958 h 6858000"/>
              <a:gd name="connsiteX155" fmla="*/ 2813343 w 7467600"/>
              <a:gd name="connsiteY155" fmla="*/ 4998369 h 6858000"/>
              <a:gd name="connsiteX156" fmla="*/ 2646245 w 7467600"/>
              <a:gd name="connsiteY156" fmla="*/ 4930999 h 6858000"/>
              <a:gd name="connsiteX157" fmla="*/ 1999243 w 7467600"/>
              <a:gd name="connsiteY157" fmla="*/ 4730524 h 6858000"/>
              <a:gd name="connsiteX158" fmla="*/ 1979527 w 7467600"/>
              <a:gd name="connsiteY158" fmla="*/ 4726651 h 6858000"/>
              <a:gd name="connsiteX159" fmla="*/ 1927410 w 7467600"/>
              <a:gd name="connsiteY159" fmla="*/ 4716164 h 6858000"/>
              <a:gd name="connsiteX160" fmla="*/ 1997014 w 7467600"/>
              <a:gd name="connsiteY160" fmla="*/ 4698007 h 6858000"/>
              <a:gd name="connsiteX161" fmla="*/ 2005458 w 7467600"/>
              <a:gd name="connsiteY161" fmla="*/ 4699540 h 6858000"/>
              <a:gd name="connsiteX162" fmla="*/ 2657186 w 7467600"/>
              <a:gd name="connsiteY162" fmla="*/ 4901687 h 6858000"/>
              <a:gd name="connsiteX163" fmla="*/ 2826662 w 7467600"/>
              <a:gd name="connsiteY163" fmla="*/ 4970362 h 6858000"/>
              <a:gd name="connsiteX164" fmla="*/ 2876100 w 7467600"/>
              <a:gd name="connsiteY164" fmla="*/ 4995397 h 6858000"/>
              <a:gd name="connsiteX165" fmla="*/ 3042600 w 7467600"/>
              <a:gd name="connsiteY165" fmla="*/ 5059532 h 6858000"/>
              <a:gd name="connsiteX166" fmla="*/ 1997014 w 7467600"/>
              <a:gd name="connsiteY166" fmla="*/ 4698007 h 6858000"/>
              <a:gd name="connsiteX167" fmla="*/ 2305292 w 7467600"/>
              <a:gd name="connsiteY167" fmla="*/ 4219492 h 6858000"/>
              <a:gd name="connsiteX168" fmla="*/ 3360922 w 7467600"/>
              <a:gd name="connsiteY168" fmla="*/ 4529373 h 6858000"/>
              <a:gd name="connsiteX169" fmla="*/ 3492420 w 7467600"/>
              <a:gd name="connsiteY169" fmla="*/ 4510145 h 6858000"/>
              <a:gd name="connsiteX170" fmla="*/ 3364086 w 7467600"/>
              <a:gd name="connsiteY170" fmla="*/ 4480340 h 6858000"/>
              <a:gd name="connsiteX171" fmla="*/ 3225818 w 7467600"/>
              <a:gd name="connsiteY171" fmla="*/ 4411822 h 6858000"/>
              <a:gd name="connsiteX172" fmla="*/ 3129696 w 7467600"/>
              <a:gd name="connsiteY172" fmla="*/ 4360704 h 6858000"/>
              <a:gd name="connsiteX173" fmla="*/ 2814545 w 7467600"/>
              <a:gd name="connsiteY173" fmla="*/ 4282955 h 6858000"/>
              <a:gd name="connsiteX174" fmla="*/ 2305292 w 7467600"/>
              <a:gd name="connsiteY174" fmla="*/ 4219492 h 6858000"/>
              <a:gd name="connsiteX175" fmla="*/ 2626982 w 7467600"/>
              <a:gd name="connsiteY175" fmla="*/ 4206450 h 6858000"/>
              <a:gd name="connsiteX176" fmla="*/ 2490617 w 7467600"/>
              <a:gd name="connsiteY176" fmla="*/ 4206951 h 6858000"/>
              <a:gd name="connsiteX177" fmla="*/ 2819869 w 7467600"/>
              <a:gd name="connsiteY177" fmla="*/ 4252936 h 6858000"/>
              <a:gd name="connsiteX178" fmla="*/ 3143018 w 7467600"/>
              <a:gd name="connsiteY178" fmla="*/ 4332698 h 6858000"/>
              <a:gd name="connsiteX179" fmla="*/ 3241520 w 7467600"/>
              <a:gd name="connsiteY179" fmla="*/ 4385112 h 6858000"/>
              <a:gd name="connsiteX180" fmla="*/ 3374575 w 7467600"/>
              <a:gd name="connsiteY180" fmla="*/ 4451517 h 6858000"/>
              <a:gd name="connsiteX181" fmla="*/ 3505221 w 7467600"/>
              <a:gd name="connsiteY181" fmla="*/ 4480757 h 6858000"/>
              <a:gd name="connsiteX182" fmla="*/ 2626982 w 7467600"/>
              <a:gd name="connsiteY182" fmla="*/ 4206450 h 6858000"/>
              <a:gd name="connsiteX183" fmla="*/ 1310106 w 7467600"/>
              <a:gd name="connsiteY183" fmla="*/ 3943217 h 6858000"/>
              <a:gd name="connsiteX184" fmla="*/ 854994 w 7467600"/>
              <a:gd name="connsiteY184" fmla="*/ 4399136 h 6858000"/>
              <a:gd name="connsiteX185" fmla="*/ 742462 w 7467600"/>
              <a:gd name="connsiteY185" fmla="*/ 4594648 h 6858000"/>
              <a:gd name="connsiteX186" fmla="*/ 820602 w 7467600"/>
              <a:gd name="connsiteY186" fmla="*/ 4485915 h 6858000"/>
              <a:gd name="connsiteX187" fmla="*/ 878295 w 7467600"/>
              <a:gd name="connsiteY187" fmla="*/ 4403594 h 6858000"/>
              <a:gd name="connsiteX188" fmla="*/ 1240607 w 7467600"/>
              <a:gd name="connsiteY188" fmla="*/ 4010401 h 6858000"/>
              <a:gd name="connsiteX189" fmla="*/ 1310106 w 7467600"/>
              <a:gd name="connsiteY189" fmla="*/ 3943217 h 6858000"/>
              <a:gd name="connsiteX190" fmla="*/ 1423113 w 7467600"/>
              <a:gd name="connsiteY190" fmla="*/ 3874565 h 6858000"/>
              <a:gd name="connsiteX191" fmla="*/ 1260565 w 7467600"/>
              <a:gd name="connsiteY191" fmla="*/ 4031982 h 6858000"/>
              <a:gd name="connsiteX192" fmla="*/ 901900 w 7467600"/>
              <a:gd name="connsiteY192" fmla="*/ 4421236 h 6858000"/>
              <a:gd name="connsiteX193" fmla="*/ 845044 w 7467600"/>
              <a:gd name="connsiteY193" fmla="*/ 4502436 h 6858000"/>
              <a:gd name="connsiteX194" fmla="*/ 685926 w 7467600"/>
              <a:gd name="connsiteY194" fmla="*/ 4703069 h 6858000"/>
              <a:gd name="connsiteX195" fmla="*/ 684248 w 7467600"/>
              <a:gd name="connsiteY195" fmla="*/ 4706721 h 6858000"/>
              <a:gd name="connsiteX196" fmla="*/ 1423113 w 7467600"/>
              <a:gd name="connsiteY196" fmla="*/ 3874565 h 6858000"/>
              <a:gd name="connsiteX197" fmla="*/ 3316479 w 7467600"/>
              <a:gd name="connsiteY197" fmla="*/ 3872136 h 6858000"/>
              <a:gd name="connsiteX198" fmla="*/ 3546806 w 7467600"/>
              <a:gd name="connsiteY198" fmla="*/ 4356139 h 6858000"/>
              <a:gd name="connsiteX199" fmla="*/ 3364433 w 7467600"/>
              <a:gd name="connsiteY199" fmla="*/ 3953121 h 6858000"/>
              <a:gd name="connsiteX200" fmla="*/ 3316479 w 7467600"/>
              <a:gd name="connsiteY200" fmla="*/ 3872136 h 6858000"/>
              <a:gd name="connsiteX201" fmla="*/ 3291335 w 7467600"/>
              <a:gd name="connsiteY201" fmla="*/ 3767420 h 6858000"/>
              <a:gd name="connsiteX202" fmla="*/ 3390805 w 7467600"/>
              <a:gd name="connsiteY202" fmla="*/ 3937163 h 6858000"/>
              <a:gd name="connsiteX203" fmla="*/ 3579062 w 7467600"/>
              <a:gd name="connsiteY203" fmla="*/ 4359040 h 6858000"/>
              <a:gd name="connsiteX204" fmla="*/ 3467355 w 7467600"/>
              <a:gd name="connsiteY204" fmla="*/ 3988130 h 6858000"/>
              <a:gd name="connsiteX205" fmla="*/ 3310753 w 7467600"/>
              <a:gd name="connsiteY205" fmla="*/ 3787140 h 6858000"/>
              <a:gd name="connsiteX206" fmla="*/ 3291335 w 7467600"/>
              <a:gd name="connsiteY206" fmla="*/ 3767420 h 6858000"/>
              <a:gd name="connsiteX207" fmla="*/ 1635889 w 7467600"/>
              <a:gd name="connsiteY207" fmla="*/ 3709494 h 6858000"/>
              <a:gd name="connsiteX208" fmla="*/ 1634800 w 7467600"/>
              <a:gd name="connsiteY208" fmla="*/ 3731111 h 6858000"/>
              <a:gd name="connsiteX209" fmla="*/ 1635889 w 7467600"/>
              <a:gd name="connsiteY209" fmla="*/ 3709494 h 6858000"/>
              <a:gd name="connsiteX210" fmla="*/ 1510397 w 7467600"/>
              <a:gd name="connsiteY210" fmla="*/ 3684705 h 6858000"/>
              <a:gd name="connsiteX211" fmla="*/ 1146550 w 7467600"/>
              <a:gd name="connsiteY211" fmla="*/ 3802012 h 6858000"/>
              <a:gd name="connsiteX212" fmla="*/ 698834 w 7467600"/>
              <a:gd name="connsiteY212" fmla="*/ 3952272 h 6858000"/>
              <a:gd name="connsiteX213" fmla="*/ 34256 w 7467600"/>
              <a:gd name="connsiteY213" fmla="*/ 4347603 h 6858000"/>
              <a:gd name="connsiteX214" fmla="*/ 527241 w 7467600"/>
              <a:gd name="connsiteY214" fmla="*/ 4065078 h 6858000"/>
              <a:gd name="connsiteX215" fmla="*/ 1510397 w 7467600"/>
              <a:gd name="connsiteY215" fmla="*/ 3684705 h 6858000"/>
              <a:gd name="connsiteX216" fmla="*/ 1313114 w 7467600"/>
              <a:gd name="connsiteY216" fmla="*/ 3655216 h 6858000"/>
              <a:gd name="connsiteX217" fmla="*/ 1109304 w 7467600"/>
              <a:gd name="connsiteY217" fmla="*/ 3669030 h 6858000"/>
              <a:gd name="connsiteX218" fmla="*/ 8129 w 7467600"/>
              <a:gd name="connsiteY218" fmla="*/ 4330519 h 6858000"/>
              <a:gd name="connsiteX219" fmla="*/ 687572 w 7467600"/>
              <a:gd name="connsiteY219" fmla="*/ 3925629 h 6858000"/>
              <a:gd name="connsiteX220" fmla="*/ 1138365 w 7467600"/>
              <a:gd name="connsiteY220" fmla="*/ 3774515 h 6858000"/>
              <a:gd name="connsiteX221" fmla="*/ 1505579 w 7467600"/>
              <a:gd name="connsiteY221" fmla="*/ 3655526 h 6858000"/>
              <a:gd name="connsiteX222" fmla="*/ 1313114 w 7467600"/>
              <a:gd name="connsiteY222" fmla="*/ 3655216 h 6858000"/>
              <a:gd name="connsiteX223" fmla="*/ 3655073 w 7467600"/>
              <a:gd name="connsiteY223" fmla="*/ 3650884 h 6858000"/>
              <a:gd name="connsiteX224" fmla="*/ 3989938 w 7467600"/>
              <a:gd name="connsiteY224" fmla="*/ 3991685 h 6858000"/>
              <a:gd name="connsiteX225" fmla="*/ 4393907 w 7467600"/>
              <a:gd name="connsiteY225" fmla="*/ 4261258 h 6858000"/>
              <a:gd name="connsiteX226" fmla="*/ 4648051 w 7467600"/>
              <a:gd name="connsiteY226" fmla="*/ 4374051 h 6858000"/>
              <a:gd name="connsiteX227" fmla="*/ 4383389 w 7467600"/>
              <a:gd name="connsiteY227" fmla="*/ 4184369 h 6858000"/>
              <a:gd name="connsiteX228" fmla="*/ 4165508 w 7467600"/>
              <a:gd name="connsiteY228" fmla="*/ 4035196 h 6858000"/>
              <a:gd name="connsiteX229" fmla="*/ 4068162 w 7467600"/>
              <a:gd name="connsiteY229" fmla="*/ 3953394 h 6858000"/>
              <a:gd name="connsiteX230" fmla="*/ 3981416 w 7467600"/>
              <a:gd name="connsiteY230" fmla="*/ 3880482 h 6858000"/>
              <a:gd name="connsiteX231" fmla="*/ 3800147 w 7467600"/>
              <a:gd name="connsiteY231" fmla="*/ 3749872 h 6858000"/>
              <a:gd name="connsiteX232" fmla="*/ 3655073 w 7467600"/>
              <a:gd name="connsiteY232" fmla="*/ 3650884 h 6858000"/>
              <a:gd name="connsiteX233" fmla="*/ 3670252 w 7467600"/>
              <a:gd name="connsiteY233" fmla="*/ 3622798 h 6858000"/>
              <a:gd name="connsiteX234" fmla="*/ 3817258 w 7467600"/>
              <a:gd name="connsiteY234" fmla="*/ 3723577 h 6858000"/>
              <a:gd name="connsiteX235" fmla="*/ 4000461 w 7467600"/>
              <a:gd name="connsiteY235" fmla="*/ 3855966 h 6858000"/>
              <a:gd name="connsiteX236" fmla="*/ 4088180 w 7467600"/>
              <a:gd name="connsiteY236" fmla="*/ 3929774 h 6858000"/>
              <a:gd name="connsiteX237" fmla="*/ 4184555 w 7467600"/>
              <a:gd name="connsiteY237" fmla="*/ 4010683 h 6858000"/>
              <a:gd name="connsiteX238" fmla="*/ 4399563 w 7467600"/>
              <a:gd name="connsiteY238" fmla="*/ 4158106 h 6858000"/>
              <a:gd name="connsiteX239" fmla="*/ 4684469 w 7467600"/>
              <a:gd name="connsiteY239" fmla="*/ 4364680 h 6858000"/>
              <a:gd name="connsiteX240" fmla="*/ 4690271 w 7467600"/>
              <a:gd name="connsiteY240" fmla="*/ 4370034 h 6858000"/>
              <a:gd name="connsiteX241" fmla="*/ 4136093 w 7467600"/>
              <a:gd name="connsiteY241" fmla="*/ 3858466 h 6858000"/>
              <a:gd name="connsiteX242" fmla="*/ 3670252 w 7467600"/>
              <a:gd name="connsiteY242" fmla="*/ 3622798 h 6858000"/>
              <a:gd name="connsiteX243" fmla="*/ 4440129 w 7467600"/>
              <a:gd name="connsiteY243" fmla="*/ 3448571 h 6858000"/>
              <a:gd name="connsiteX244" fmla="*/ 4856525 w 7467600"/>
              <a:gd name="connsiteY244" fmla="*/ 3915351 h 6858000"/>
              <a:gd name="connsiteX245" fmla="*/ 5059055 w 7467600"/>
              <a:gd name="connsiteY245" fmla="*/ 4108918 h 6858000"/>
              <a:gd name="connsiteX246" fmla="*/ 5290070 w 7467600"/>
              <a:gd name="connsiteY246" fmla="*/ 4263619 h 6858000"/>
              <a:gd name="connsiteX247" fmla="*/ 4834991 w 7467600"/>
              <a:gd name="connsiteY247" fmla="*/ 3830985 h 6858000"/>
              <a:gd name="connsiteX248" fmla="*/ 4440129 w 7467600"/>
              <a:gd name="connsiteY248" fmla="*/ 3448571 h 6858000"/>
              <a:gd name="connsiteX249" fmla="*/ 4441737 w 7467600"/>
              <a:gd name="connsiteY249" fmla="*/ 3399734 h 6858000"/>
              <a:gd name="connsiteX250" fmla="*/ 4431236 w 7467600"/>
              <a:gd name="connsiteY250" fmla="*/ 3400954 h 6858000"/>
              <a:gd name="connsiteX251" fmla="*/ 4557150 w 7467600"/>
              <a:gd name="connsiteY251" fmla="*/ 3510023 h 6858000"/>
              <a:gd name="connsiteX252" fmla="*/ 4856936 w 7467600"/>
              <a:gd name="connsiteY252" fmla="*/ 3809146 h 6858000"/>
              <a:gd name="connsiteX253" fmla="*/ 5111996 w 7467600"/>
              <a:gd name="connsiteY253" fmla="*/ 4065759 h 6858000"/>
              <a:gd name="connsiteX254" fmla="*/ 5388878 w 7467600"/>
              <a:gd name="connsiteY254" fmla="*/ 4300185 h 6858000"/>
              <a:gd name="connsiteX255" fmla="*/ 5425556 w 7467600"/>
              <a:gd name="connsiteY255" fmla="*/ 4308967 h 6858000"/>
              <a:gd name="connsiteX256" fmla="*/ 4943646 w 7467600"/>
              <a:gd name="connsiteY256" fmla="*/ 3822916 h 6858000"/>
              <a:gd name="connsiteX257" fmla="*/ 4594837 w 7467600"/>
              <a:gd name="connsiteY257" fmla="*/ 3532274 h 6858000"/>
              <a:gd name="connsiteX258" fmla="*/ 4441737 w 7467600"/>
              <a:gd name="connsiteY258" fmla="*/ 3399734 h 6858000"/>
              <a:gd name="connsiteX259" fmla="*/ 5425834 w 7467600"/>
              <a:gd name="connsiteY259" fmla="*/ 3162785 h 6858000"/>
              <a:gd name="connsiteX260" fmla="*/ 5401644 w 7467600"/>
              <a:gd name="connsiteY260" fmla="*/ 3617847 h 6858000"/>
              <a:gd name="connsiteX261" fmla="*/ 5467256 w 7467600"/>
              <a:gd name="connsiteY261" fmla="*/ 4175494 h 6858000"/>
              <a:gd name="connsiteX262" fmla="*/ 5448069 w 7467600"/>
              <a:gd name="connsiteY262" fmla="*/ 3567554 h 6858000"/>
              <a:gd name="connsiteX263" fmla="*/ 5425834 w 7467600"/>
              <a:gd name="connsiteY263" fmla="*/ 3162785 h 6858000"/>
              <a:gd name="connsiteX264" fmla="*/ 1318687 w 7467600"/>
              <a:gd name="connsiteY264" fmla="*/ 3113840 h 6858000"/>
              <a:gd name="connsiteX265" fmla="*/ 1066793 w 7467600"/>
              <a:gd name="connsiteY265" fmla="*/ 3212171 h 6858000"/>
              <a:gd name="connsiteX266" fmla="*/ 993319 w 7467600"/>
              <a:gd name="connsiteY266" fmla="*/ 3247648 h 6858000"/>
              <a:gd name="connsiteX267" fmla="*/ 853081 w 7467600"/>
              <a:gd name="connsiteY267" fmla="*/ 3312410 h 6858000"/>
              <a:gd name="connsiteX268" fmla="*/ 805957 w 7467600"/>
              <a:gd name="connsiteY268" fmla="*/ 3330443 h 6858000"/>
              <a:gd name="connsiteX269" fmla="*/ 1318687 w 7467600"/>
              <a:gd name="connsiteY269" fmla="*/ 3113840 h 6858000"/>
              <a:gd name="connsiteX270" fmla="*/ 5453702 w 7467600"/>
              <a:gd name="connsiteY270" fmla="*/ 3090882 h 6858000"/>
              <a:gd name="connsiteX271" fmla="*/ 5480135 w 7467600"/>
              <a:gd name="connsiteY271" fmla="*/ 3565802 h 6858000"/>
              <a:gd name="connsiteX272" fmla="*/ 5499023 w 7467600"/>
              <a:gd name="connsiteY272" fmla="*/ 4166310 h 6858000"/>
              <a:gd name="connsiteX273" fmla="*/ 5547022 w 7467600"/>
              <a:gd name="connsiteY273" fmla="*/ 3607838 h 6858000"/>
              <a:gd name="connsiteX274" fmla="*/ 5515964 w 7467600"/>
              <a:gd name="connsiteY274" fmla="*/ 3378541 h 6858000"/>
              <a:gd name="connsiteX275" fmla="*/ 5453702 w 7467600"/>
              <a:gd name="connsiteY275" fmla="*/ 3090882 h 6858000"/>
              <a:gd name="connsiteX276" fmla="*/ 1238695 w 7467600"/>
              <a:gd name="connsiteY276" fmla="*/ 3076820 h 6858000"/>
              <a:gd name="connsiteX277" fmla="*/ 716371 w 7467600"/>
              <a:gd name="connsiteY277" fmla="*/ 3293249 h 6858000"/>
              <a:gd name="connsiteX278" fmla="*/ 579522 w 7467600"/>
              <a:gd name="connsiteY278" fmla="*/ 3371759 h 6858000"/>
              <a:gd name="connsiteX279" fmla="*/ 600288 w 7467600"/>
              <a:gd name="connsiteY279" fmla="*/ 3365555 h 6858000"/>
              <a:gd name="connsiteX280" fmla="*/ 840692 w 7467600"/>
              <a:gd name="connsiteY280" fmla="*/ 3284921 h 6858000"/>
              <a:gd name="connsiteX281" fmla="*/ 979248 w 7467600"/>
              <a:gd name="connsiteY281" fmla="*/ 3221003 h 6858000"/>
              <a:gd name="connsiteX282" fmla="*/ 1053282 w 7467600"/>
              <a:gd name="connsiteY282" fmla="*/ 3185247 h 6858000"/>
              <a:gd name="connsiteX283" fmla="*/ 1320603 w 7467600"/>
              <a:gd name="connsiteY283" fmla="*/ 3081281 h 6858000"/>
              <a:gd name="connsiteX284" fmla="*/ 1238695 w 7467600"/>
              <a:gd name="connsiteY284" fmla="*/ 3076820 h 6858000"/>
              <a:gd name="connsiteX285" fmla="*/ 5425627 w 7467600"/>
              <a:gd name="connsiteY285" fmla="*/ 2954192 h 6858000"/>
              <a:gd name="connsiteX286" fmla="*/ 5470770 w 7467600"/>
              <a:gd name="connsiteY286" fmla="*/ 3005435 h 6858000"/>
              <a:gd name="connsiteX287" fmla="*/ 5519779 w 7467600"/>
              <a:gd name="connsiteY287" fmla="*/ 4359223 h 6858000"/>
              <a:gd name="connsiteX288" fmla="*/ 5520293 w 7467600"/>
              <a:gd name="connsiteY288" fmla="*/ 4360602 h 6858000"/>
              <a:gd name="connsiteX289" fmla="*/ 5767221 w 7467600"/>
              <a:gd name="connsiteY289" fmla="*/ 4665564 h 6858000"/>
              <a:gd name="connsiteX290" fmla="*/ 6937169 w 7467600"/>
              <a:gd name="connsiteY290" fmla="*/ 4815941 h 6858000"/>
              <a:gd name="connsiteX291" fmla="*/ 6953922 w 7467600"/>
              <a:gd name="connsiteY291" fmla="*/ 4890068 h 6858000"/>
              <a:gd name="connsiteX292" fmla="*/ 6071359 w 7467600"/>
              <a:gd name="connsiteY292" fmla="*/ 4770770 h 6858000"/>
              <a:gd name="connsiteX293" fmla="*/ 6038839 w 7467600"/>
              <a:gd name="connsiteY293" fmla="*/ 4764474 h 6858000"/>
              <a:gd name="connsiteX294" fmla="*/ 6038706 w 7467600"/>
              <a:gd name="connsiteY294" fmla="*/ 4763847 h 6858000"/>
              <a:gd name="connsiteX295" fmla="*/ 6037784 w 7467600"/>
              <a:gd name="connsiteY295" fmla="*/ 4764270 h 6858000"/>
              <a:gd name="connsiteX296" fmla="*/ 6038839 w 7467600"/>
              <a:gd name="connsiteY296" fmla="*/ 4764474 h 6858000"/>
              <a:gd name="connsiteX297" fmla="*/ 6040338 w 7467600"/>
              <a:gd name="connsiteY297" fmla="*/ 4771418 h 6858000"/>
              <a:gd name="connsiteX298" fmla="*/ 6024488 w 7467600"/>
              <a:gd name="connsiteY298" fmla="*/ 4809903 h 6858000"/>
              <a:gd name="connsiteX299" fmla="*/ 5599771 w 7467600"/>
              <a:gd name="connsiteY299" fmla="*/ 5509652 h 6858000"/>
              <a:gd name="connsiteX300" fmla="*/ 5548843 w 7467600"/>
              <a:gd name="connsiteY300" fmla="*/ 5563845 h 6858000"/>
              <a:gd name="connsiteX301" fmla="*/ 5940952 w 7467600"/>
              <a:gd name="connsiteY301" fmla="*/ 6250028 h 6858000"/>
              <a:gd name="connsiteX302" fmla="*/ 6043441 w 7467600"/>
              <a:gd name="connsiteY302" fmla="*/ 6665847 h 6858000"/>
              <a:gd name="connsiteX303" fmla="*/ 6093432 w 7467600"/>
              <a:gd name="connsiteY303" fmla="*/ 6858000 h 6858000"/>
              <a:gd name="connsiteX304" fmla="*/ 6034344 w 7467600"/>
              <a:gd name="connsiteY304" fmla="*/ 6858000 h 6858000"/>
              <a:gd name="connsiteX305" fmla="*/ 6026679 w 7467600"/>
              <a:gd name="connsiteY305" fmla="*/ 6836959 h 6858000"/>
              <a:gd name="connsiteX306" fmla="*/ 5800441 w 7467600"/>
              <a:gd name="connsiteY306" fmla="*/ 6335286 h 6858000"/>
              <a:gd name="connsiteX307" fmla="*/ 5526562 w 7467600"/>
              <a:gd name="connsiteY307" fmla="*/ 5705388 h 6858000"/>
              <a:gd name="connsiteX308" fmla="*/ 5519640 w 7467600"/>
              <a:gd name="connsiteY308" fmla="*/ 5683774 h 6858000"/>
              <a:gd name="connsiteX309" fmla="*/ 5844559 w 7467600"/>
              <a:gd name="connsiteY309" fmla="*/ 6553349 h 6858000"/>
              <a:gd name="connsiteX310" fmla="*/ 5975994 w 7467600"/>
              <a:gd name="connsiteY310" fmla="*/ 6858000 h 6858000"/>
              <a:gd name="connsiteX311" fmla="*/ 5898547 w 7467600"/>
              <a:gd name="connsiteY311" fmla="*/ 6858000 h 6858000"/>
              <a:gd name="connsiteX312" fmla="*/ 5682041 w 7467600"/>
              <a:gd name="connsiteY312" fmla="*/ 6355860 h 6858000"/>
              <a:gd name="connsiteX313" fmla="*/ 5461758 w 7467600"/>
              <a:gd name="connsiteY313" fmla="*/ 5820220 h 6858000"/>
              <a:gd name="connsiteX314" fmla="*/ 5237282 w 7467600"/>
              <a:gd name="connsiteY314" fmla="*/ 6579086 h 6858000"/>
              <a:gd name="connsiteX315" fmla="*/ 5115009 w 7467600"/>
              <a:gd name="connsiteY315" fmla="*/ 6858000 h 6858000"/>
              <a:gd name="connsiteX316" fmla="*/ 5028074 w 7467600"/>
              <a:gd name="connsiteY316" fmla="*/ 6858000 h 6858000"/>
              <a:gd name="connsiteX317" fmla="*/ 5079508 w 7467600"/>
              <a:gd name="connsiteY317" fmla="*/ 6749074 h 6858000"/>
              <a:gd name="connsiteX318" fmla="*/ 5371846 w 7467600"/>
              <a:gd name="connsiteY318" fmla="*/ 5924413 h 6858000"/>
              <a:gd name="connsiteX319" fmla="*/ 5270512 w 7467600"/>
              <a:gd name="connsiteY319" fmla="*/ 6138975 h 6858000"/>
              <a:gd name="connsiteX320" fmla="*/ 5062409 w 7467600"/>
              <a:gd name="connsiteY320" fmla="*/ 6653544 h 6858000"/>
              <a:gd name="connsiteX321" fmla="*/ 5036628 w 7467600"/>
              <a:gd name="connsiteY321" fmla="*/ 6754247 h 6858000"/>
              <a:gd name="connsiteX322" fmla="*/ 5009112 w 7467600"/>
              <a:gd name="connsiteY322" fmla="*/ 6858000 h 6858000"/>
              <a:gd name="connsiteX323" fmla="*/ 4976679 w 7467600"/>
              <a:gd name="connsiteY323" fmla="*/ 6858000 h 6858000"/>
              <a:gd name="connsiteX324" fmla="*/ 5006537 w 7467600"/>
              <a:gd name="connsiteY324" fmla="*/ 6747068 h 6858000"/>
              <a:gd name="connsiteX325" fmla="*/ 5032723 w 7467600"/>
              <a:gd name="connsiteY325" fmla="*/ 6644957 h 6858000"/>
              <a:gd name="connsiteX326" fmla="*/ 5242949 w 7467600"/>
              <a:gd name="connsiteY326" fmla="*/ 6125175 h 6858000"/>
              <a:gd name="connsiteX327" fmla="*/ 5286321 w 7467600"/>
              <a:gd name="connsiteY327" fmla="*/ 6033555 h 6858000"/>
              <a:gd name="connsiteX328" fmla="*/ 5008210 w 7467600"/>
              <a:gd name="connsiteY328" fmla="*/ 6649194 h 6858000"/>
              <a:gd name="connsiteX329" fmla="*/ 4986321 w 7467600"/>
              <a:gd name="connsiteY329" fmla="*/ 6765687 h 6858000"/>
              <a:gd name="connsiteX330" fmla="*/ 4973474 w 7467600"/>
              <a:gd name="connsiteY330" fmla="*/ 6858000 h 6858000"/>
              <a:gd name="connsiteX331" fmla="*/ 4907178 w 7467600"/>
              <a:gd name="connsiteY331" fmla="*/ 6858000 h 6858000"/>
              <a:gd name="connsiteX332" fmla="*/ 4910810 w 7467600"/>
              <a:gd name="connsiteY332" fmla="*/ 6829660 h 6858000"/>
              <a:gd name="connsiteX333" fmla="*/ 4987461 w 7467600"/>
              <a:gd name="connsiteY333" fmla="*/ 6432994 h 6858000"/>
              <a:gd name="connsiteX334" fmla="*/ 5179262 w 7467600"/>
              <a:gd name="connsiteY334" fmla="*/ 6035044 h 6858000"/>
              <a:gd name="connsiteX335" fmla="*/ 4689678 w 7467600"/>
              <a:gd name="connsiteY335" fmla="*/ 6440241 h 6858000"/>
              <a:gd name="connsiteX336" fmla="*/ 4477543 w 7467600"/>
              <a:gd name="connsiteY336" fmla="*/ 6674836 h 6858000"/>
              <a:gd name="connsiteX337" fmla="*/ 4329957 w 7467600"/>
              <a:gd name="connsiteY337" fmla="*/ 6858000 h 6858000"/>
              <a:gd name="connsiteX338" fmla="*/ 4218595 w 7467600"/>
              <a:gd name="connsiteY338" fmla="*/ 6858000 h 6858000"/>
              <a:gd name="connsiteX339" fmla="*/ 4368888 w 7467600"/>
              <a:gd name="connsiteY339" fmla="*/ 6668412 h 6858000"/>
              <a:gd name="connsiteX340" fmla="*/ 4563091 w 7467600"/>
              <a:gd name="connsiteY340" fmla="*/ 6442508 h 6858000"/>
              <a:gd name="connsiteX341" fmla="*/ 5387324 w 7467600"/>
              <a:gd name="connsiteY341" fmla="*/ 5705830 h 6858000"/>
              <a:gd name="connsiteX342" fmla="*/ 5073620 w 7467600"/>
              <a:gd name="connsiteY342" fmla="*/ 5955437 h 6858000"/>
              <a:gd name="connsiteX343" fmla="*/ 4689789 w 7467600"/>
              <a:gd name="connsiteY343" fmla="*/ 6268382 h 6858000"/>
              <a:gd name="connsiteX344" fmla="*/ 4418722 w 7467600"/>
              <a:gd name="connsiteY344" fmla="*/ 6570886 h 6858000"/>
              <a:gd name="connsiteX345" fmla="*/ 4214944 w 7467600"/>
              <a:gd name="connsiteY345" fmla="*/ 6858000 h 6858000"/>
              <a:gd name="connsiteX346" fmla="*/ 4177898 w 7467600"/>
              <a:gd name="connsiteY346" fmla="*/ 6858000 h 6858000"/>
              <a:gd name="connsiteX347" fmla="*/ 4391597 w 7467600"/>
              <a:gd name="connsiteY347" fmla="*/ 6556370 h 6858000"/>
              <a:gd name="connsiteX348" fmla="*/ 4668889 w 7467600"/>
              <a:gd name="connsiteY348" fmla="*/ 6246399 h 6858000"/>
              <a:gd name="connsiteX349" fmla="*/ 5055427 w 7467600"/>
              <a:gd name="connsiteY349" fmla="*/ 5931476 h 6858000"/>
              <a:gd name="connsiteX350" fmla="*/ 5371814 w 7467600"/>
              <a:gd name="connsiteY350" fmla="*/ 5678975 h 6858000"/>
              <a:gd name="connsiteX351" fmla="*/ 4987918 w 7467600"/>
              <a:gd name="connsiteY351" fmla="*/ 5838701 h 6858000"/>
              <a:gd name="connsiteX352" fmla="*/ 4317146 w 7467600"/>
              <a:gd name="connsiteY352" fmla="*/ 6587716 h 6858000"/>
              <a:gd name="connsiteX353" fmla="*/ 4171627 w 7467600"/>
              <a:gd name="connsiteY353" fmla="*/ 6858000 h 6858000"/>
              <a:gd name="connsiteX354" fmla="*/ 4081585 w 7467600"/>
              <a:gd name="connsiteY354" fmla="*/ 6858000 h 6858000"/>
              <a:gd name="connsiteX355" fmla="*/ 4238603 w 7467600"/>
              <a:gd name="connsiteY355" fmla="*/ 6559341 h 6858000"/>
              <a:gd name="connsiteX356" fmla="*/ 4778333 w 7467600"/>
              <a:gd name="connsiteY356" fmla="*/ 5873626 h 6858000"/>
              <a:gd name="connsiteX357" fmla="*/ 5414185 w 7467600"/>
              <a:gd name="connsiteY357" fmla="*/ 5573882 h 6858000"/>
              <a:gd name="connsiteX358" fmla="*/ 5959648 w 7467600"/>
              <a:gd name="connsiteY358" fmla="*/ 4760797 h 6858000"/>
              <a:gd name="connsiteX359" fmla="*/ 5355019 w 7467600"/>
              <a:gd name="connsiteY359" fmla="*/ 4734672 h 6858000"/>
              <a:gd name="connsiteX360" fmla="*/ 5083565 w 7467600"/>
              <a:gd name="connsiteY360" fmla="*/ 5179121 h 6858000"/>
              <a:gd name="connsiteX361" fmla="*/ 4713577 w 7467600"/>
              <a:gd name="connsiteY361" fmla="*/ 5616803 h 6858000"/>
              <a:gd name="connsiteX362" fmla="*/ 3989559 w 7467600"/>
              <a:gd name="connsiteY362" fmla="*/ 6145945 h 6858000"/>
              <a:gd name="connsiteX363" fmla="*/ 3939824 w 7467600"/>
              <a:gd name="connsiteY363" fmla="*/ 6066900 h 6858000"/>
              <a:gd name="connsiteX364" fmla="*/ 4584537 w 7467600"/>
              <a:gd name="connsiteY364" fmla="*/ 5324826 h 6858000"/>
              <a:gd name="connsiteX365" fmla="*/ 5037105 w 7467600"/>
              <a:gd name="connsiteY365" fmla="*/ 5088765 h 6858000"/>
              <a:gd name="connsiteX366" fmla="*/ 5039930 w 7467600"/>
              <a:gd name="connsiteY366" fmla="*/ 5089585 h 6858000"/>
              <a:gd name="connsiteX367" fmla="*/ 5263764 w 7467600"/>
              <a:gd name="connsiteY367" fmla="*/ 4735525 h 6858000"/>
              <a:gd name="connsiteX368" fmla="*/ 4086300 w 7467600"/>
              <a:gd name="connsiteY368" fmla="*/ 4884599 h 6858000"/>
              <a:gd name="connsiteX369" fmla="*/ 4085485 w 7467600"/>
              <a:gd name="connsiteY369" fmla="*/ 4899070 h 6858000"/>
              <a:gd name="connsiteX370" fmla="*/ 3871915 w 7467600"/>
              <a:gd name="connsiteY370" fmla="*/ 5253645 h 6858000"/>
              <a:gd name="connsiteX371" fmla="*/ 3799374 w 7467600"/>
              <a:gd name="connsiteY371" fmla="*/ 5466127 h 6858000"/>
              <a:gd name="connsiteX372" fmla="*/ 3498850 w 7467600"/>
              <a:gd name="connsiteY372" fmla="*/ 6661888 h 6858000"/>
              <a:gd name="connsiteX373" fmla="*/ 3399216 w 7467600"/>
              <a:gd name="connsiteY373" fmla="*/ 6858000 h 6858000"/>
              <a:gd name="connsiteX374" fmla="*/ 3303688 w 7467600"/>
              <a:gd name="connsiteY374" fmla="*/ 6858000 h 6858000"/>
              <a:gd name="connsiteX375" fmla="*/ 3391774 w 7467600"/>
              <a:gd name="connsiteY375" fmla="*/ 6697181 h 6858000"/>
              <a:gd name="connsiteX376" fmla="*/ 3735540 w 7467600"/>
              <a:gd name="connsiteY376" fmla="*/ 5546923 h 6858000"/>
              <a:gd name="connsiteX377" fmla="*/ 3729438 w 7467600"/>
              <a:gd name="connsiteY377" fmla="*/ 5569058 h 6858000"/>
              <a:gd name="connsiteX378" fmla="*/ 3707782 w 7467600"/>
              <a:gd name="connsiteY378" fmla="*/ 5644908 h 6858000"/>
              <a:gd name="connsiteX379" fmla="*/ 3583827 w 7467600"/>
              <a:gd name="connsiteY379" fmla="*/ 6039215 h 6858000"/>
              <a:gd name="connsiteX380" fmla="*/ 3547861 w 7467600"/>
              <a:gd name="connsiteY380" fmla="*/ 6129609 h 6858000"/>
              <a:gd name="connsiteX381" fmla="*/ 3490905 w 7467600"/>
              <a:gd name="connsiteY381" fmla="*/ 6277660 h 6858000"/>
              <a:gd name="connsiteX382" fmla="*/ 3455859 w 7467600"/>
              <a:gd name="connsiteY382" fmla="*/ 6391301 h 6858000"/>
              <a:gd name="connsiteX383" fmla="*/ 3429112 w 7467600"/>
              <a:gd name="connsiteY383" fmla="*/ 6479469 h 6858000"/>
              <a:gd name="connsiteX384" fmla="*/ 3304862 w 7467600"/>
              <a:gd name="connsiteY384" fmla="*/ 6796476 h 6858000"/>
              <a:gd name="connsiteX385" fmla="*/ 3276071 w 7467600"/>
              <a:gd name="connsiteY385" fmla="*/ 6858000 h 6858000"/>
              <a:gd name="connsiteX386" fmla="*/ 3240805 w 7467600"/>
              <a:gd name="connsiteY386" fmla="*/ 6858000 h 6858000"/>
              <a:gd name="connsiteX387" fmla="*/ 3275917 w 7467600"/>
              <a:gd name="connsiteY387" fmla="*/ 6783192 h 6858000"/>
              <a:gd name="connsiteX388" fmla="*/ 3399358 w 7467600"/>
              <a:gd name="connsiteY388" fmla="*/ 6469011 h 6858000"/>
              <a:gd name="connsiteX389" fmla="*/ 3425650 w 7467600"/>
              <a:gd name="connsiteY389" fmla="*/ 6381333 h 6858000"/>
              <a:gd name="connsiteX390" fmla="*/ 3460661 w 7467600"/>
              <a:gd name="connsiteY390" fmla="*/ 6266763 h 6858000"/>
              <a:gd name="connsiteX391" fmla="*/ 3518021 w 7467600"/>
              <a:gd name="connsiteY391" fmla="*/ 6117298 h 6858000"/>
              <a:gd name="connsiteX392" fmla="*/ 3554035 w 7467600"/>
              <a:gd name="connsiteY392" fmla="*/ 6027832 h 6858000"/>
              <a:gd name="connsiteX393" fmla="*/ 3677174 w 7467600"/>
              <a:gd name="connsiteY393" fmla="*/ 5636351 h 6858000"/>
              <a:gd name="connsiteX394" fmla="*/ 3698819 w 7467600"/>
              <a:gd name="connsiteY394" fmla="*/ 5560503 h 6858000"/>
              <a:gd name="connsiteX395" fmla="*/ 3702094 w 7467600"/>
              <a:gd name="connsiteY395" fmla="*/ 5549194 h 6858000"/>
              <a:gd name="connsiteX396" fmla="*/ 3398355 w 7467600"/>
              <a:gd name="connsiteY396" fmla="*/ 6094603 h 6858000"/>
              <a:gd name="connsiteX397" fmla="*/ 3193941 w 7467600"/>
              <a:gd name="connsiteY397" fmla="*/ 6798775 h 6858000"/>
              <a:gd name="connsiteX398" fmla="*/ 3184140 w 7467600"/>
              <a:gd name="connsiteY398" fmla="*/ 6858000 h 6858000"/>
              <a:gd name="connsiteX399" fmla="*/ 3099978 w 7467600"/>
              <a:gd name="connsiteY399" fmla="*/ 6858000 h 6858000"/>
              <a:gd name="connsiteX400" fmla="*/ 3101556 w 7467600"/>
              <a:gd name="connsiteY400" fmla="*/ 6843337 h 6858000"/>
              <a:gd name="connsiteX401" fmla="*/ 3370162 w 7467600"/>
              <a:gd name="connsiteY401" fmla="*/ 5785550 h 6858000"/>
              <a:gd name="connsiteX402" fmla="*/ 3746477 w 7467600"/>
              <a:gd name="connsiteY402" fmla="*/ 5377889 h 6858000"/>
              <a:gd name="connsiteX403" fmla="*/ 3863399 w 7467600"/>
              <a:gd name="connsiteY403" fmla="*/ 5087257 h 6858000"/>
              <a:gd name="connsiteX404" fmla="*/ 3968712 w 7467600"/>
              <a:gd name="connsiteY404" fmla="*/ 4913989 h 6858000"/>
              <a:gd name="connsiteX405" fmla="*/ 2792390 w 7467600"/>
              <a:gd name="connsiteY405" fmla="*/ 5382974 h 6858000"/>
              <a:gd name="connsiteX406" fmla="*/ 2714982 w 7467600"/>
              <a:gd name="connsiteY406" fmla="*/ 5427051 h 6858000"/>
              <a:gd name="connsiteX407" fmla="*/ 2813361 w 7467600"/>
              <a:gd name="connsiteY407" fmla="*/ 6023912 h 6858000"/>
              <a:gd name="connsiteX408" fmla="*/ 2688430 w 7467600"/>
              <a:gd name="connsiteY408" fmla="*/ 6801564 h 6858000"/>
              <a:gd name="connsiteX409" fmla="*/ 2629626 w 7467600"/>
              <a:gd name="connsiteY409" fmla="*/ 6763394 h 6858000"/>
              <a:gd name="connsiteX410" fmla="*/ 2565328 w 7467600"/>
              <a:gd name="connsiteY410" fmla="*/ 5516399 h 6858000"/>
              <a:gd name="connsiteX411" fmla="*/ 1922999 w 7467600"/>
              <a:gd name="connsiteY411" fmla="*/ 5980343 h 6858000"/>
              <a:gd name="connsiteX412" fmla="*/ 1950261 w 7467600"/>
              <a:gd name="connsiteY412" fmla="*/ 6405858 h 6858000"/>
              <a:gd name="connsiteX413" fmla="*/ 2365554 w 7467600"/>
              <a:gd name="connsiteY413" fmla="*/ 6759107 h 6858000"/>
              <a:gd name="connsiteX414" fmla="*/ 2424142 w 7467600"/>
              <a:gd name="connsiteY414" fmla="*/ 6858000 h 6858000"/>
              <a:gd name="connsiteX415" fmla="*/ 2395994 w 7467600"/>
              <a:gd name="connsiteY415" fmla="*/ 6858000 h 6858000"/>
              <a:gd name="connsiteX416" fmla="*/ 2392863 w 7467600"/>
              <a:gd name="connsiteY416" fmla="*/ 6852964 h 6858000"/>
              <a:gd name="connsiteX417" fmla="*/ 2017589 w 7467600"/>
              <a:gd name="connsiteY417" fmla="*/ 6493982 h 6858000"/>
              <a:gd name="connsiteX418" fmla="*/ 2147336 w 7467600"/>
              <a:gd name="connsiteY418" fmla="*/ 6594052 h 6858000"/>
              <a:gd name="connsiteX419" fmla="*/ 2207047 w 7467600"/>
              <a:gd name="connsiteY419" fmla="*/ 6654540 h 6858000"/>
              <a:gd name="connsiteX420" fmla="*/ 2299106 w 7467600"/>
              <a:gd name="connsiteY420" fmla="*/ 6778931 h 6858000"/>
              <a:gd name="connsiteX421" fmla="*/ 2314430 w 7467600"/>
              <a:gd name="connsiteY421" fmla="*/ 6801144 h 6858000"/>
              <a:gd name="connsiteX422" fmla="*/ 2352406 w 7467600"/>
              <a:gd name="connsiteY422" fmla="*/ 6858000 h 6858000"/>
              <a:gd name="connsiteX423" fmla="*/ 2314492 w 7467600"/>
              <a:gd name="connsiteY423" fmla="*/ 6858000 h 6858000"/>
              <a:gd name="connsiteX424" fmla="*/ 2288095 w 7467600"/>
              <a:gd name="connsiteY424" fmla="*/ 6818030 h 6858000"/>
              <a:gd name="connsiteX425" fmla="*/ 2272768 w 7467600"/>
              <a:gd name="connsiteY425" fmla="*/ 6795822 h 6858000"/>
              <a:gd name="connsiteX426" fmla="*/ 2182715 w 7467600"/>
              <a:gd name="connsiteY426" fmla="*/ 6675071 h 6858000"/>
              <a:gd name="connsiteX427" fmla="*/ 2032061 w 7467600"/>
              <a:gd name="connsiteY427" fmla="*/ 6541380 h 6858000"/>
              <a:gd name="connsiteX428" fmla="*/ 2257220 w 7467600"/>
              <a:gd name="connsiteY428" fmla="*/ 6826257 h 6858000"/>
              <a:gd name="connsiteX429" fmla="*/ 2281324 w 7467600"/>
              <a:gd name="connsiteY429" fmla="*/ 6858000 h 6858000"/>
              <a:gd name="connsiteX430" fmla="*/ 2242860 w 7467600"/>
              <a:gd name="connsiteY430" fmla="*/ 6858000 h 6858000"/>
              <a:gd name="connsiteX431" fmla="*/ 2232818 w 7467600"/>
              <a:gd name="connsiteY431" fmla="*/ 6844926 h 6858000"/>
              <a:gd name="connsiteX432" fmla="*/ 1990172 w 7467600"/>
              <a:gd name="connsiteY432" fmla="*/ 6542121 h 6858000"/>
              <a:gd name="connsiteX433" fmla="*/ 2124090 w 7467600"/>
              <a:gd name="connsiteY433" fmla="*/ 6761017 h 6858000"/>
              <a:gd name="connsiteX434" fmla="*/ 2200380 w 7467600"/>
              <a:gd name="connsiteY434" fmla="*/ 6858000 h 6858000"/>
              <a:gd name="connsiteX435" fmla="*/ 2147507 w 7467600"/>
              <a:gd name="connsiteY435" fmla="*/ 6858000 h 6858000"/>
              <a:gd name="connsiteX436" fmla="*/ 2070668 w 7467600"/>
              <a:gd name="connsiteY436" fmla="*/ 6761520 h 6858000"/>
              <a:gd name="connsiteX437" fmla="*/ 1975142 w 7467600"/>
              <a:gd name="connsiteY437" fmla="*/ 6585570 h 6858000"/>
              <a:gd name="connsiteX438" fmla="*/ 2050035 w 7467600"/>
              <a:gd name="connsiteY438" fmla="*/ 6813345 h 6858000"/>
              <a:gd name="connsiteX439" fmla="*/ 2063025 w 7467600"/>
              <a:gd name="connsiteY439" fmla="*/ 6858000 h 6858000"/>
              <a:gd name="connsiteX440" fmla="*/ 2021675 w 7467600"/>
              <a:gd name="connsiteY440" fmla="*/ 6858000 h 6858000"/>
              <a:gd name="connsiteX441" fmla="*/ 2019308 w 7467600"/>
              <a:gd name="connsiteY441" fmla="*/ 6847118 h 6858000"/>
              <a:gd name="connsiteX442" fmla="*/ 1938835 w 7467600"/>
              <a:gd name="connsiteY442" fmla="*/ 6551160 h 6858000"/>
              <a:gd name="connsiteX443" fmla="*/ 1953230 w 7467600"/>
              <a:gd name="connsiteY443" fmla="*/ 6759699 h 6858000"/>
              <a:gd name="connsiteX444" fmla="*/ 1956763 w 7467600"/>
              <a:gd name="connsiteY444" fmla="*/ 6778191 h 6858000"/>
              <a:gd name="connsiteX445" fmla="*/ 1967925 w 7467600"/>
              <a:gd name="connsiteY445" fmla="*/ 6858000 h 6858000"/>
              <a:gd name="connsiteX446" fmla="*/ 1936622 w 7467600"/>
              <a:gd name="connsiteY446" fmla="*/ 6858000 h 6858000"/>
              <a:gd name="connsiteX447" fmla="*/ 1926261 w 7467600"/>
              <a:gd name="connsiteY447" fmla="*/ 6784064 h 6858000"/>
              <a:gd name="connsiteX448" fmla="*/ 1922724 w 7467600"/>
              <a:gd name="connsiteY448" fmla="*/ 6765577 h 6858000"/>
              <a:gd name="connsiteX449" fmla="*/ 1904650 w 7467600"/>
              <a:gd name="connsiteY449" fmla="*/ 6639616 h 6858000"/>
              <a:gd name="connsiteX450" fmla="*/ 1885273 w 7467600"/>
              <a:gd name="connsiteY450" fmla="*/ 6858000 h 6858000"/>
              <a:gd name="connsiteX451" fmla="*/ 1854363 w 7467600"/>
              <a:gd name="connsiteY451" fmla="*/ 6858000 h 6858000"/>
              <a:gd name="connsiteX452" fmla="*/ 1880391 w 7467600"/>
              <a:gd name="connsiteY452" fmla="*/ 6603796 h 6858000"/>
              <a:gd name="connsiteX453" fmla="*/ 1818273 w 7467600"/>
              <a:gd name="connsiteY453" fmla="*/ 6715729 h 6858000"/>
              <a:gd name="connsiteX454" fmla="*/ 1794691 w 7467600"/>
              <a:gd name="connsiteY454" fmla="*/ 6843239 h 6858000"/>
              <a:gd name="connsiteX455" fmla="*/ 1794914 w 7467600"/>
              <a:gd name="connsiteY455" fmla="*/ 6858000 h 6858000"/>
              <a:gd name="connsiteX456" fmla="*/ 1746128 w 7467600"/>
              <a:gd name="connsiteY456" fmla="*/ 6858000 h 6858000"/>
              <a:gd name="connsiteX457" fmla="*/ 1753934 w 7467600"/>
              <a:gd name="connsiteY457" fmla="*/ 6724796 h 6858000"/>
              <a:gd name="connsiteX458" fmla="*/ 1792053 w 7467600"/>
              <a:gd name="connsiteY458" fmla="*/ 6572396 h 6858000"/>
              <a:gd name="connsiteX459" fmla="*/ 1862248 w 7467600"/>
              <a:gd name="connsiteY459" fmla="*/ 6266397 h 6858000"/>
              <a:gd name="connsiteX460" fmla="*/ 1862250 w 7467600"/>
              <a:gd name="connsiteY460" fmla="*/ 6033531 h 6858000"/>
              <a:gd name="connsiteX461" fmla="*/ 1211999 w 7467600"/>
              <a:gd name="connsiteY461" fmla="*/ 6683610 h 6858000"/>
              <a:gd name="connsiteX462" fmla="*/ 1213266 w 7467600"/>
              <a:gd name="connsiteY462" fmla="*/ 6691947 h 6858000"/>
              <a:gd name="connsiteX463" fmla="*/ 1203370 w 7467600"/>
              <a:gd name="connsiteY463" fmla="*/ 6850676 h 6858000"/>
              <a:gd name="connsiteX464" fmla="*/ 1203671 w 7467600"/>
              <a:gd name="connsiteY464" fmla="*/ 6858000 h 6858000"/>
              <a:gd name="connsiteX465" fmla="*/ 1143180 w 7467600"/>
              <a:gd name="connsiteY465" fmla="*/ 6858000 h 6858000"/>
              <a:gd name="connsiteX466" fmla="*/ 1142176 w 7467600"/>
              <a:gd name="connsiteY466" fmla="*/ 6766045 h 6858000"/>
              <a:gd name="connsiteX467" fmla="*/ 1067484 w 7467600"/>
              <a:gd name="connsiteY467" fmla="*/ 6858000 h 6858000"/>
              <a:gd name="connsiteX468" fmla="*/ 953928 w 7467600"/>
              <a:gd name="connsiteY468" fmla="*/ 6858000 h 6858000"/>
              <a:gd name="connsiteX469" fmla="*/ 959715 w 7467600"/>
              <a:gd name="connsiteY469" fmla="*/ 6850185 h 6858000"/>
              <a:gd name="connsiteX470" fmla="*/ 1483788 w 7467600"/>
              <a:gd name="connsiteY470" fmla="*/ 6259174 h 6858000"/>
              <a:gd name="connsiteX471" fmla="*/ 1100671 w 7467600"/>
              <a:gd name="connsiteY471" fmla="*/ 6252137 h 6858000"/>
              <a:gd name="connsiteX472" fmla="*/ 1090144 w 7467600"/>
              <a:gd name="connsiteY472" fmla="*/ 6256748 h 6858000"/>
              <a:gd name="connsiteX473" fmla="*/ 1095872 w 7467600"/>
              <a:gd name="connsiteY473" fmla="*/ 6271892 h 6858000"/>
              <a:gd name="connsiteX474" fmla="*/ 262785 w 7467600"/>
              <a:gd name="connsiteY474" fmla="*/ 6845450 h 6858000"/>
              <a:gd name="connsiteX475" fmla="*/ 209968 w 7467600"/>
              <a:gd name="connsiteY475" fmla="*/ 6770713 h 6858000"/>
              <a:gd name="connsiteX476" fmla="*/ 873460 w 7467600"/>
              <a:gd name="connsiteY476" fmla="*/ 6253768 h 6858000"/>
              <a:gd name="connsiteX477" fmla="*/ 192686 w 7467600"/>
              <a:gd name="connsiteY477" fmla="*/ 5849257 h 6858000"/>
              <a:gd name="connsiteX478" fmla="*/ 4696 w 7467600"/>
              <a:gd name="connsiteY478" fmla="*/ 5697668 h 6858000"/>
              <a:gd name="connsiteX479" fmla="*/ 0 w 7467600"/>
              <a:gd name="connsiteY479" fmla="*/ 5689984 h 6858000"/>
              <a:gd name="connsiteX480" fmla="*/ 0 w 7467600"/>
              <a:gd name="connsiteY480" fmla="*/ 5513472 h 6858000"/>
              <a:gd name="connsiteX481" fmla="*/ 174101 w 7467600"/>
              <a:gd name="connsiteY481" fmla="*/ 5620277 h 6858000"/>
              <a:gd name="connsiteX482" fmla="*/ 891800 w 7467600"/>
              <a:gd name="connsiteY482" fmla="*/ 6036935 h 6858000"/>
              <a:gd name="connsiteX483" fmla="*/ 1072219 w 7467600"/>
              <a:gd name="connsiteY483" fmla="*/ 6169443 h 6858000"/>
              <a:gd name="connsiteX484" fmla="*/ 1074117 w 7467600"/>
              <a:gd name="connsiteY484" fmla="*/ 6170301 h 6858000"/>
              <a:gd name="connsiteX485" fmla="*/ 1083114 w 7467600"/>
              <a:gd name="connsiteY485" fmla="*/ 6174131 h 6858000"/>
              <a:gd name="connsiteX486" fmla="*/ 1543010 w 7467600"/>
              <a:gd name="connsiteY486" fmla="*/ 6191140 h 6858000"/>
              <a:gd name="connsiteX487" fmla="*/ 1551080 w 7467600"/>
              <a:gd name="connsiteY487" fmla="*/ 6195006 h 6858000"/>
              <a:gd name="connsiteX488" fmla="*/ 2345443 w 7467600"/>
              <a:gd name="connsiteY488" fmla="*/ 5549882 h 6858000"/>
              <a:gd name="connsiteX489" fmla="*/ 1721499 w 7467600"/>
              <a:gd name="connsiteY489" fmla="*/ 5599969 h 6858000"/>
              <a:gd name="connsiteX490" fmla="*/ 767716 w 7467600"/>
              <a:gd name="connsiteY490" fmla="*/ 5472768 h 6858000"/>
              <a:gd name="connsiteX491" fmla="*/ 722147 w 7467600"/>
              <a:gd name="connsiteY491" fmla="*/ 5393091 h 6858000"/>
              <a:gd name="connsiteX492" fmla="*/ 1485552 w 7467600"/>
              <a:gd name="connsiteY492" fmla="*/ 5313202 h 6858000"/>
              <a:gd name="connsiteX493" fmla="*/ 2143004 w 7467600"/>
              <a:gd name="connsiteY493" fmla="*/ 5402420 h 6858000"/>
              <a:gd name="connsiteX494" fmla="*/ 1933391 w 7467600"/>
              <a:gd name="connsiteY494" fmla="*/ 5156971 h 6858000"/>
              <a:gd name="connsiteX495" fmla="*/ 1827118 w 7467600"/>
              <a:gd name="connsiteY495" fmla="*/ 4968410 h 6858000"/>
              <a:gd name="connsiteX496" fmla="*/ 1837349 w 7467600"/>
              <a:gd name="connsiteY496" fmla="*/ 4956357 h 6858000"/>
              <a:gd name="connsiteX497" fmla="*/ 2162835 w 7467600"/>
              <a:gd name="connsiteY497" fmla="*/ 5187853 h 6858000"/>
              <a:gd name="connsiteX498" fmla="*/ 2257167 w 7467600"/>
              <a:gd name="connsiteY498" fmla="*/ 5462123 h 6858000"/>
              <a:gd name="connsiteX499" fmla="*/ 2261598 w 7467600"/>
              <a:gd name="connsiteY499" fmla="*/ 5467998 h 6858000"/>
              <a:gd name="connsiteX500" fmla="*/ 2437177 w 7467600"/>
              <a:gd name="connsiteY500" fmla="*/ 5479608 h 6858000"/>
              <a:gd name="connsiteX501" fmla="*/ 2445247 w 7467600"/>
              <a:gd name="connsiteY501" fmla="*/ 5483476 h 6858000"/>
              <a:gd name="connsiteX502" fmla="*/ 2743626 w 7467600"/>
              <a:gd name="connsiteY502" fmla="*/ 5304819 h 6858000"/>
              <a:gd name="connsiteX503" fmla="*/ 3048102 w 7467600"/>
              <a:gd name="connsiteY503" fmla="*/ 5150595 h 6858000"/>
              <a:gd name="connsiteX504" fmla="*/ 1799414 w 7467600"/>
              <a:gd name="connsiteY504" fmla="*/ 4694732 h 6858000"/>
              <a:gd name="connsiteX505" fmla="*/ 1771735 w 7467600"/>
              <a:gd name="connsiteY505" fmla="*/ 4619929 h 6858000"/>
              <a:gd name="connsiteX506" fmla="*/ 3104273 w 7467600"/>
              <a:gd name="connsiteY506" fmla="*/ 5076159 h 6858000"/>
              <a:gd name="connsiteX507" fmla="*/ 3113245 w 7467600"/>
              <a:gd name="connsiteY507" fmla="*/ 5090705 h 6858000"/>
              <a:gd name="connsiteX508" fmla="*/ 3126294 w 7467600"/>
              <a:gd name="connsiteY508" fmla="*/ 5114400 h 6858000"/>
              <a:gd name="connsiteX509" fmla="*/ 3937433 w 7467600"/>
              <a:gd name="connsiteY509" fmla="*/ 4830473 h 6858000"/>
              <a:gd name="connsiteX510" fmla="*/ 3590475 w 7467600"/>
              <a:gd name="connsiteY510" fmla="*/ 4597974 h 6858000"/>
              <a:gd name="connsiteX511" fmla="*/ 3100264 w 7467600"/>
              <a:gd name="connsiteY511" fmla="*/ 4579845 h 6858000"/>
              <a:gd name="connsiteX512" fmla="*/ 2183576 w 7467600"/>
              <a:gd name="connsiteY512" fmla="*/ 4227150 h 6858000"/>
              <a:gd name="connsiteX513" fmla="*/ 2151029 w 7467600"/>
              <a:gd name="connsiteY513" fmla="*/ 4146947 h 6858000"/>
              <a:gd name="connsiteX514" fmla="*/ 3563434 w 7467600"/>
              <a:gd name="connsiteY514" fmla="*/ 4469115 h 6858000"/>
              <a:gd name="connsiteX515" fmla="*/ 3177952 w 7467600"/>
              <a:gd name="connsiteY515" fmla="*/ 3657386 h 6858000"/>
              <a:gd name="connsiteX516" fmla="*/ 3189263 w 7467600"/>
              <a:gd name="connsiteY516" fmla="*/ 3625726 h 6858000"/>
              <a:gd name="connsiteX517" fmla="*/ 3560912 w 7467600"/>
              <a:gd name="connsiteY517" fmla="*/ 4079863 h 6858000"/>
              <a:gd name="connsiteX518" fmla="*/ 3626636 w 7467600"/>
              <a:gd name="connsiteY518" fmla="*/ 4512230 h 6858000"/>
              <a:gd name="connsiteX519" fmla="*/ 3653088 w 7467600"/>
              <a:gd name="connsiteY519" fmla="*/ 4521417 h 6858000"/>
              <a:gd name="connsiteX520" fmla="*/ 3988128 w 7467600"/>
              <a:gd name="connsiteY520" fmla="*/ 4817267 h 6858000"/>
              <a:gd name="connsiteX521" fmla="*/ 4830582 w 7467600"/>
              <a:gd name="connsiteY521" fmla="*/ 4676000 h 6858000"/>
              <a:gd name="connsiteX522" fmla="*/ 4830100 w 7467600"/>
              <a:gd name="connsiteY522" fmla="*/ 4675554 h 6858000"/>
              <a:gd name="connsiteX523" fmla="*/ 4036318 w 7467600"/>
              <a:gd name="connsiteY523" fmla="*/ 4147013 h 6858000"/>
              <a:gd name="connsiteX524" fmla="*/ 3432098 w 7467600"/>
              <a:gd name="connsiteY524" fmla="*/ 3537312 h 6858000"/>
              <a:gd name="connsiteX525" fmla="*/ 3446761 w 7467600"/>
              <a:gd name="connsiteY525" fmla="*/ 3461278 h 6858000"/>
              <a:gd name="connsiteX526" fmla="*/ 4419733 w 7467600"/>
              <a:gd name="connsiteY526" fmla="*/ 3963555 h 6858000"/>
              <a:gd name="connsiteX527" fmla="*/ 4781371 w 7467600"/>
              <a:gd name="connsiteY527" fmla="*/ 4458604 h 6858000"/>
              <a:gd name="connsiteX528" fmla="*/ 4780440 w 7467600"/>
              <a:gd name="connsiteY528" fmla="*/ 4470290 h 6858000"/>
              <a:gd name="connsiteX529" fmla="*/ 4898954 w 7467600"/>
              <a:gd name="connsiteY529" fmla="*/ 4662092 h 6858000"/>
              <a:gd name="connsiteX530" fmla="*/ 4900699 w 7467600"/>
              <a:gd name="connsiteY530" fmla="*/ 4670867 h 6858000"/>
              <a:gd name="connsiteX531" fmla="*/ 5714511 w 7467600"/>
              <a:gd name="connsiteY531" fmla="*/ 4663483 h 6858000"/>
              <a:gd name="connsiteX532" fmla="*/ 5464793 w 7467600"/>
              <a:gd name="connsiteY532" fmla="*/ 4393556 h 6858000"/>
              <a:gd name="connsiteX533" fmla="*/ 5461897 w 7467600"/>
              <a:gd name="connsiteY533" fmla="*/ 4390879 h 6858000"/>
              <a:gd name="connsiteX534" fmla="*/ 4294126 w 7467600"/>
              <a:gd name="connsiteY534" fmla="*/ 3303048 h 6858000"/>
              <a:gd name="connsiteX535" fmla="*/ 4305321 w 7467600"/>
              <a:gd name="connsiteY535" fmla="*/ 3256953 h 6858000"/>
              <a:gd name="connsiteX536" fmla="*/ 4949299 w 7467600"/>
              <a:gd name="connsiteY536" fmla="*/ 3766336 h 6858000"/>
              <a:gd name="connsiteX537" fmla="*/ 5291452 w 7467600"/>
              <a:gd name="connsiteY537" fmla="*/ 4076801 h 6858000"/>
              <a:gd name="connsiteX538" fmla="*/ 5434998 w 7467600"/>
              <a:gd name="connsiteY538" fmla="*/ 4254100 h 6858000"/>
              <a:gd name="connsiteX539" fmla="*/ 5351015 w 7467600"/>
              <a:gd name="connsiteY539" fmla="*/ 3760989 h 6858000"/>
              <a:gd name="connsiteX540" fmla="*/ 5413780 w 7467600"/>
              <a:gd name="connsiteY540" fmla="*/ 2966265 h 6858000"/>
              <a:gd name="connsiteX541" fmla="*/ 5425627 w 7467600"/>
              <a:gd name="connsiteY541" fmla="*/ 2954192 h 6858000"/>
              <a:gd name="connsiteX542" fmla="*/ 6604735 w 7467600"/>
              <a:gd name="connsiteY542" fmla="*/ 2041381 h 6858000"/>
              <a:gd name="connsiteX543" fmla="*/ 7204487 w 7467600"/>
              <a:gd name="connsiteY543" fmla="*/ 2742112 h 6858000"/>
              <a:gd name="connsiteX544" fmla="*/ 7131592 w 7467600"/>
              <a:gd name="connsiteY544" fmla="*/ 2672096 h 6858000"/>
              <a:gd name="connsiteX545" fmla="*/ 6996344 w 7467600"/>
              <a:gd name="connsiteY545" fmla="*/ 2518310 h 6858000"/>
              <a:gd name="connsiteX546" fmla="*/ 6735495 w 7467600"/>
              <a:gd name="connsiteY546" fmla="*/ 2196890 h 6858000"/>
              <a:gd name="connsiteX547" fmla="*/ 6721901 w 7467600"/>
              <a:gd name="connsiteY547" fmla="*/ 2179274 h 6858000"/>
              <a:gd name="connsiteX548" fmla="*/ 6604735 w 7467600"/>
              <a:gd name="connsiteY548" fmla="*/ 2041381 h 6858000"/>
              <a:gd name="connsiteX549" fmla="*/ 6591670 w 7467600"/>
              <a:gd name="connsiteY549" fmla="*/ 1988277 h 6858000"/>
              <a:gd name="connsiteX550" fmla="*/ 6747349 w 7467600"/>
              <a:gd name="connsiteY550" fmla="*/ 2160069 h 6858000"/>
              <a:gd name="connsiteX551" fmla="*/ 6760943 w 7467600"/>
              <a:gd name="connsiteY551" fmla="*/ 2177686 h 6858000"/>
              <a:gd name="connsiteX552" fmla="*/ 7021065 w 7467600"/>
              <a:gd name="connsiteY552" fmla="*/ 2498102 h 6858000"/>
              <a:gd name="connsiteX553" fmla="*/ 7155223 w 7467600"/>
              <a:gd name="connsiteY553" fmla="*/ 2650386 h 6858000"/>
              <a:gd name="connsiteX554" fmla="*/ 7203167 w 7467600"/>
              <a:gd name="connsiteY554" fmla="*/ 2697288 h 6858000"/>
              <a:gd name="connsiteX555" fmla="*/ 6937703 w 7467600"/>
              <a:gd name="connsiteY555" fmla="*/ 2321981 h 6858000"/>
              <a:gd name="connsiteX556" fmla="*/ 6591670 w 7467600"/>
              <a:gd name="connsiteY556" fmla="*/ 1988277 h 6858000"/>
              <a:gd name="connsiteX557" fmla="*/ 5798671 w 7467600"/>
              <a:gd name="connsiteY557" fmla="*/ 1981601 h 6858000"/>
              <a:gd name="connsiteX558" fmla="*/ 5754709 w 7467600"/>
              <a:gd name="connsiteY558" fmla="*/ 2071454 h 6858000"/>
              <a:gd name="connsiteX559" fmla="*/ 5763044 w 7467600"/>
              <a:gd name="connsiteY559" fmla="*/ 2842206 h 6858000"/>
              <a:gd name="connsiteX560" fmla="*/ 5764974 w 7467600"/>
              <a:gd name="connsiteY560" fmla="*/ 2799609 h 6858000"/>
              <a:gd name="connsiteX561" fmla="*/ 5767665 w 7467600"/>
              <a:gd name="connsiteY561" fmla="*/ 2666409 h 6858000"/>
              <a:gd name="connsiteX562" fmla="*/ 5763055 w 7467600"/>
              <a:gd name="connsiteY562" fmla="*/ 2579705 h 6858000"/>
              <a:gd name="connsiteX563" fmla="*/ 5758079 w 7467600"/>
              <a:gd name="connsiteY563" fmla="*/ 2492508 h 6858000"/>
              <a:gd name="connsiteX564" fmla="*/ 5779325 w 7467600"/>
              <a:gd name="connsiteY564" fmla="*/ 2197069 h 6858000"/>
              <a:gd name="connsiteX565" fmla="*/ 5798671 w 7467600"/>
              <a:gd name="connsiteY565" fmla="*/ 1981601 h 6858000"/>
              <a:gd name="connsiteX566" fmla="*/ 5829202 w 7467600"/>
              <a:gd name="connsiteY566" fmla="*/ 1971679 h 6858000"/>
              <a:gd name="connsiteX567" fmla="*/ 5809558 w 7467600"/>
              <a:gd name="connsiteY567" fmla="*/ 2198043 h 6858000"/>
              <a:gd name="connsiteX568" fmla="*/ 5788653 w 7467600"/>
              <a:gd name="connsiteY568" fmla="*/ 2489430 h 6858000"/>
              <a:gd name="connsiteX569" fmla="*/ 5793439 w 7467600"/>
              <a:gd name="connsiteY569" fmla="*/ 2575235 h 6858000"/>
              <a:gd name="connsiteX570" fmla="*/ 5796837 w 7467600"/>
              <a:gd name="connsiteY570" fmla="*/ 2637633 h 6858000"/>
              <a:gd name="connsiteX571" fmla="*/ 5818614 w 7467600"/>
              <a:gd name="connsiteY571" fmla="*/ 2473055 h 6858000"/>
              <a:gd name="connsiteX572" fmla="*/ 5829202 w 7467600"/>
              <a:gd name="connsiteY572" fmla="*/ 1971679 h 6858000"/>
              <a:gd name="connsiteX573" fmla="*/ 5911389 w 7467600"/>
              <a:gd name="connsiteY573" fmla="*/ 1898371 h 6858000"/>
              <a:gd name="connsiteX574" fmla="*/ 6237627 w 7467600"/>
              <a:gd name="connsiteY574" fmla="*/ 2231921 h 6858000"/>
              <a:gd name="connsiteX575" fmla="*/ 5911389 w 7467600"/>
              <a:gd name="connsiteY575" fmla="*/ 1898371 h 6858000"/>
              <a:gd name="connsiteX576" fmla="*/ 6944437 w 7467600"/>
              <a:gd name="connsiteY576" fmla="*/ 1575402 h 6858000"/>
              <a:gd name="connsiteX577" fmla="*/ 6304730 w 7467600"/>
              <a:gd name="connsiteY577" fmla="*/ 1766654 h 6858000"/>
              <a:gd name="connsiteX578" fmla="*/ 6944437 w 7467600"/>
              <a:gd name="connsiteY578" fmla="*/ 1575402 h 6858000"/>
              <a:gd name="connsiteX579" fmla="*/ 7019523 w 7467600"/>
              <a:gd name="connsiteY579" fmla="*/ 1519450 h 6858000"/>
              <a:gd name="connsiteX580" fmla="*/ 6298091 w 7467600"/>
              <a:gd name="connsiteY580" fmla="*/ 1737122 h 6858000"/>
              <a:gd name="connsiteX581" fmla="*/ 7019523 w 7467600"/>
              <a:gd name="connsiteY581" fmla="*/ 1519450 h 6858000"/>
              <a:gd name="connsiteX582" fmla="*/ 2399523 w 7467600"/>
              <a:gd name="connsiteY582" fmla="*/ 1428234 h 6858000"/>
              <a:gd name="connsiteX583" fmla="*/ 2224982 w 7467600"/>
              <a:gd name="connsiteY583" fmla="*/ 1826201 h 6858000"/>
              <a:gd name="connsiteX584" fmla="*/ 2096099 w 7467600"/>
              <a:gd name="connsiteY584" fmla="*/ 2345900 h 6858000"/>
              <a:gd name="connsiteX585" fmla="*/ 2283317 w 7467600"/>
              <a:gd name="connsiteY585" fmla="*/ 1796925 h 6858000"/>
              <a:gd name="connsiteX586" fmla="*/ 2399523 w 7467600"/>
              <a:gd name="connsiteY586" fmla="*/ 1428234 h 6858000"/>
              <a:gd name="connsiteX587" fmla="*/ 2448558 w 7467600"/>
              <a:gd name="connsiteY587" fmla="*/ 1373435 h 6858000"/>
              <a:gd name="connsiteX588" fmla="*/ 2312521 w 7467600"/>
              <a:gd name="connsiteY588" fmla="*/ 1806140 h 6858000"/>
              <a:gd name="connsiteX589" fmla="*/ 2127533 w 7467600"/>
              <a:gd name="connsiteY589" fmla="*/ 2348380 h 6858000"/>
              <a:gd name="connsiteX590" fmla="*/ 2358080 w 7467600"/>
              <a:gd name="connsiteY590" fmla="*/ 1866134 h 6858000"/>
              <a:gd name="connsiteX591" fmla="*/ 2407436 w 7467600"/>
              <a:gd name="connsiteY591" fmla="*/ 1651070 h 6858000"/>
              <a:gd name="connsiteX592" fmla="*/ 2448558 w 7467600"/>
              <a:gd name="connsiteY592" fmla="*/ 1373435 h 6858000"/>
              <a:gd name="connsiteX593" fmla="*/ 278707 w 7467600"/>
              <a:gd name="connsiteY593" fmla="*/ 1352270 h 6858000"/>
              <a:gd name="connsiteX594" fmla="*/ 321570 w 7467600"/>
              <a:gd name="connsiteY594" fmla="*/ 1861610 h 6858000"/>
              <a:gd name="connsiteX595" fmla="*/ 294281 w 7467600"/>
              <a:gd name="connsiteY595" fmla="*/ 1440658 h 6858000"/>
              <a:gd name="connsiteX596" fmla="*/ 278707 w 7467600"/>
              <a:gd name="connsiteY596" fmla="*/ 1352270 h 6858000"/>
              <a:gd name="connsiteX597" fmla="*/ 1423821 w 7467600"/>
              <a:gd name="connsiteY597" fmla="*/ 1351958 h 6858000"/>
              <a:gd name="connsiteX598" fmla="*/ 1638521 w 7467600"/>
              <a:gd name="connsiteY598" fmla="*/ 1908470 h 6858000"/>
              <a:gd name="connsiteX599" fmla="*/ 1754199 w 7467600"/>
              <a:gd name="connsiteY599" fmla="*/ 2149284 h 6858000"/>
              <a:gd name="connsiteX600" fmla="*/ 1908359 w 7467600"/>
              <a:gd name="connsiteY600" fmla="*/ 2364988 h 6858000"/>
              <a:gd name="connsiteX601" fmla="*/ 1647661 w 7467600"/>
              <a:gd name="connsiteY601" fmla="*/ 1825945 h 6858000"/>
              <a:gd name="connsiteX602" fmla="*/ 1423821 w 7467600"/>
              <a:gd name="connsiteY602" fmla="*/ 1351958 h 6858000"/>
              <a:gd name="connsiteX603" fmla="*/ 1431890 w 7467600"/>
              <a:gd name="connsiteY603" fmla="*/ 1306475 h 6858000"/>
              <a:gd name="connsiteX604" fmla="*/ 1507597 w 7467600"/>
              <a:gd name="connsiteY604" fmla="*/ 1446132 h 6858000"/>
              <a:gd name="connsiteX605" fmla="*/ 1674586 w 7467600"/>
              <a:gd name="connsiteY605" fmla="*/ 1813832 h 6858000"/>
              <a:gd name="connsiteX606" fmla="*/ 1815950 w 7467600"/>
              <a:gd name="connsiteY606" fmla="*/ 2128564 h 6858000"/>
              <a:gd name="connsiteX607" fmla="*/ 1984242 w 7467600"/>
              <a:gd name="connsiteY607" fmla="*/ 2430829 h 6858000"/>
              <a:gd name="connsiteX608" fmla="*/ 2014023 w 7467600"/>
              <a:gd name="connsiteY608" fmla="*/ 2450995 h 6858000"/>
              <a:gd name="connsiteX609" fmla="*/ 1747337 w 7467600"/>
              <a:gd name="connsiteY609" fmla="*/ 1855264 h 6858000"/>
              <a:gd name="connsiteX610" fmla="*/ 1533749 w 7467600"/>
              <a:gd name="connsiteY610" fmla="*/ 1478656 h 6858000"/>
              <a:gd name="connsiteX611" fmla="*/ 1431890 w 7467600"/>
              <a:gd name="connsiteY611" fmla="*/ 1306475 h 6858000"/>
              <a:gd name="connsiteX612" fmla="*/ 5052692 w 7467600"/>
              <a:gd name="connsiteY612" fmla="*/ 1292994 h 6858000"/>
              <a:gd name="connsiteX613" fmla="*/ 5200661 w 7467600"/>
              <a:gd name="connsiteY613" fmla="*/ 1635186 h 6858000"/>
              <a:gd name="connsiteX614" fmla="*/ 5297138 w 7467600"/>
              <a:gd name="connsiteY614" fmla="*/ 1906351 h 6858000"/>
              <a:gd name="connsiteX615" fmla="*/ 5052692 w 7467600"/>
              <a:gd name="connsiteY615" fmla="*/ 1292994 h 6858000"/>
              <a:gd name="connsiteX616" fmla="*/ 5009948 w 7467600"/>
              <a:gd name="connsiteY616" fmla="*/ 1273619 h 6858000"/>
              <a:gd name="connsiteX617" fmla="*/ 5121777 w 7467600"/>
              <a:gd name="connsiteY617" fmla="*/ 1654213 h 6858000"/>
              <a:gd name="connsiteX618" fmla="*/ 5293545 w 7467600"/>
              <a:gd name="connsiteY618" fmla="*/ 2072247 h 6858000"/>
              <a:gd name="connsiteX619" fmla="*/ 5294042 w 7467600"/>
              <a:gd name="connsiteY619" fmla="*/ 2065019 h 6858000"/>
              <a:gd name="connsiteX620" fmla="*/ 5171936 w 7467600"/>
              <a:gd name="connsiteY620" fmla="*/ 1647613 h 6858000"/>
              <a:gd name="connsiteX621" fmla="*/ 5009948 w 7467600"/>
              <a:gd name="connsiteY621" fmla="*/ 1273619 h 6858000"/>
              <a:gd name="connsiteX622" fmla="*/ 655236 w 7467600"/>
              <a:gd name="connsiteY622" fmla="*/ 1268632 h 6858000"/>
              <a:gd name="connsiteX623" fmla="*/ 839521 w 7467600"/>
              <a:gd name="connsiteY623" fmla="*/ 1685315 h 6858000"/>
              <a:gd name="connsiteX624" fmla="*/ 1109416 w 7467600"/>
              <a:gd name="connsiteY624" fmla="*/ 2061663 h 6858000"/>
              <a:gd name="connsiteX625" fmla="*/ 1298300 w 7467600"/>
              <a:gd name="connsiteY625" fmla="*/ 2247742 h 6858000"/>
              <a:gd name="connsiteX626" fmla="*/ 1125871 w 7467600"/>
              <a:gd name="connsiteY626" fmla="*/ 1989513 h 6858000"/>
              <a:gd name="connsiteX627" fmla="*/ 981574 w 7467600"/>
              <a:gd name="connsiteY627" fmla="*/ 1783157 h 6858000"/>
              <a:gd name="connsiteX628" fmla="*/ 922198 w 7467600"/>
              <a:gd name="connsiteY628" fmla="*/ 1677437 h 6858000"/>
              <a:gd name="connsiteX629" fmla="*/ 869293 w 7467600"/>
              <a:gd name="connsiteY629" fmla="*/ 1583214 h 6858000"/>
              <a:gd name="connsiteX630" fmla="*/ 751431 w 7467600"/>
              <a:gd name="connsiteY630" fmla="*/ 1405731 h 6858000"/>
              <a:gd name="connsiteX631" fmla="*/ 655236 w 7467600"/>
              <a:gd name="connsiteY631" fmla="*/ 1268632 h 6858000"/>
              <a:gd name="connsiteX632" fmla="*/ 6516292 w 7467600"/>
              <a:gd name="connsiteY632" fmla="*/ 1263064 h 6858000"/>
              <a:gd name="connsiteX633" fmla="*/ 5736320 w 7467600"/>
              <a:gd name="connsiteY633" fmla="*/ 1501803 h 6858000"/>
              <a:gd name="connsiteX634" fmla="*/ 6516292 w 7467600"/>
              <a:gd name="connsiteY634" fmla="*/ 1263064 h 6858000"/>
              <a:gd name="connsiteX635" fmla="*/ 291466 w 7467600"/>
              <a:gd name="connsiteY635" fmla="*/ 1250369 h 6858000"/>
              <a:gd name="connsiteX636" fmla="*/ 323180 w 7467600"/>
              <a:gd name="connsiteY636" fmla="*/ 1435283 h 6858000"/>
              <a:gd name="connsiteX637" fmla="*/ 349381 w 7467600"/>
              <a:gd name="connsiteY637" fmla="*/ 1875041 h 6858000"/>
              <a:gd name="connsiteX638" fmla="*/ 374363 w 7467600"/>
              <a:gd name="connsiteY638" fmla="*/ 1506494 h 6858000"/>
              <a:gd name="connsiteX639" fmla="*/ 302168 w 7467600"/>
              <a:gd name="connsiteY639" fmla="*/ 1274495 h 6858000"/>
              <a:gd name="connsiteX640" fmla="*/ 291466 w 7467600"/>
              <a:gd name="connsiteY640" fmla="*/ 1250369 h 6858000"/>
              <a:gd name="connsiteX641" fmla="*/ 678222 w 7467600"/>
              <a:gd name="connsiteY641" fmla="*/ 1248670 h 6858000"/>
              <a:gd name="connsiteX642" fmla="*/ 775536 w 7467600"/>
              <a:gd name="connsiteY642" fmla="*/ 1388015 h 6858000"/>
              <a:gd name="connsiteX643" fmla="*/ 894529 w 7467600"/>
              <a:gd name="connsiteY643" fmla="*/ 1567739 h 6858000"/>
              <a:gd name="connsiteX644" fmla="*/ 948000 w 7467600"/>
              <a:gd name="connsiteY644" fmla="*/ 1663088 h 6858000"/>
              <a:gd name="connsiteX645" fmla="*/ 1006812 w 7467600"/>
              <a:gd name="connsiteY645" fmla="*/ 1767683 h 6858000"/>
              <a:gd name="connsiteX646" fmla="*/ 1149133 w 7467600"/>
              <a:gd name="connsiteY646" fmla="*/ 1971513 h 6858000"/>
              <a:gd name="connsiteX647" fmla="*/ 1333952 w 7467600"/>
              <a:gd name="connsiteY647" fmla="*/ 2251620 h 6858000"/>
              <a:gd name="connsiteX648" fmla="*/ 1337329 w 7467600"/>
              <a:gd name="connsiteY648" fmla="*/ 2258350 h 6858000"/>
              <a:gd name="connsiteX649" fmla="*/ 1014726 w 7467600"/>
              <a:gd name="connsiteY649" fmla="*/ 1615556 h 6858000"/>
              <a:gd name="connsiteX650" fmla="*/ 678222 w 7467600"/>
              <a:gd name="connsiteY650" fmla="*/ 1248670 h 6858000"/>
              <a:gd name="connsiteX651" fmla="*/ 6691602 w 7467600"/>
              <a:gd name="connsiteY651" fmla="*/ 1140573 h 6858000"/>
              <a:gd name="connsiteX652" fmla="*/ 6571100 w 7467600"/>
              <a:gd name="connsiteY652" fmla="*/ 1183662 h 6858000"/>
              <a:gd name="connsiteX653" fmla="*/ 6241687 w 7467600"/>
              <a:gd name="connsiteY653" fmla="*/ 1257600 h 6858000"/>
              <a:gd name="connsiteX654" fmla="*/ 5693009 w 7467600"/>
              <a:gd name="connsiteY654" fmla="*/ 1478256 h 6858000"/>
              <a:gd name="connsiteX655" fmla="*/ 6548420 w 7467600"/>
              <a:gd name="connsiteY655" fmla="*/ 1214599 h 6858000"/>
              <a:gd name="connsiteX656" fmla="*/ 6605473 w 7467600"/>
              <a:gd name="connsiteY656" fmla="*/ 1184686 h 6858000"/>
              <a:gd name="connsiteX657" fmla="*/ 6691602 w 7467600"/>
              <a:gd name="connsiteY657" fmla="*/ 1140573 h 6858000"/>
              <a:gd name="connsiteX658" fmla="*/ 4002475 w 7467600"/>
              <a:gd name="connsiteY658" fmla="*/ 1037802 h 6858000"/>
              <a:gd name="connsiteX659" fmla="*/ 4000324 w 7467600"/>
              <a:gd name="connsiteY659" fmla="*/ 1039362 h 6858000"/>
              <a:gd name="connsiteX660" fmla="*/ 4002862 w 7467600"/>
              <a:gd name="connsiteY660" fmla="*/ 1042866 h 6858000"/>
              <a:gd name="connsiteX661" fmla="*/ 4002475 w 7467600"/>
              <a:gd name="connsiteY661" fmla="*/ 1037802 h 6858000"/>
              <a:gd name="connsiteX662" fmla="*/ 506322 w 7467600"/>
              <a:gd name="connsiteY662" fmla="*/ 1020997 h 6858000"/>
              <a:gd name="connsiteX663" fmla="*/ 533068 w 7467600"/>
              <a:gd name="connsiteY663" fmla="*/ 1029409 h 6858000"/>
              <a:gd name="connsiteX664" fmla="*/ 1232525 w 7467600"/>
              <a:gd name="connsiteY664" fmla="*/ 1804675 h 6858000"/>
              <a:gd name="connsiteX665" fmla="*/ 1388858 w 7467600"/>
              <a:gd name="connsiteY665" fmla="*/ 2368011 h 6858000"/>
              <a:gd name="connsiteX666" fmla="*/ 1384098 w 7467600"/>
              <a:gd name="connsiteY666" fmla="*/ 2378125 h 6858000"/>
              <a:gd name="connsiteX667" fmla="*/ 1425393 w 7467600"/>
              <a:gd name="connsiteY667" fmla="*/ 2589124 h 6858000"/>
              <a:gd name="connsiteX668" fmla="*/ 1424001 w 7467600"/>
              <a:gd name="connsiteY668" fmla="*/ 2597541 h 6858000"/>
              <a:gd name="connsiteX669" fmla="*/ 2152729 w 7467600"/>
              <a:gd name="connsiteY669" fmla="*/ 2864487 h 6858000"/>
              <a:gd name="connsiteX670" fmla="*/ 2020609 w 7467600"/>
              <a:gd name="connsiteY670" fmla="*/ 2539671 h 6858000"/>
              <a:gd name="connsiteX671" fmla="*/ 2018920 w 7467600"/>
              <a:gd name="connsiteY671" fmla="*/ 2536309 h 6858000"/>
              <a:gd name="connsiteX672" fmla="*/ 1342441 w 7467600"/>
              <a:gd name="connsiteY672" fmla="*/ 1173017 h 6858000"/>
              <a:gd name="connsiteX673" fmla="*/ 1367925 w 7467600"/>
              <a:gd name="connsiteY673" fmla="*/ 1135648 h 6858000"/>
              <a:gd name="connsiteX674" fmla="*/ 1771401 w 7467600"/>
              <a:gd name="connsiteY674" fmla="*/ 1806673 h 6858000"/>
              <a:gd name="connsiteX675" fmla="*/ 1972385 w 7467600"/>
              <a:gd name="connsiteY675" fmla="*/ 2198735 h 6858000"/>
              <a:gd name="connsiteX676" fmla="*/ 2040892 w 7467600"/>
              <a:gd name="connsiteY676" fmla="*/ 2405205 h 6858000"/>
              <a:gd name="connsiteX677" fmla="*/ 2131689 w 7467600"/>
              <a:gd name="connsiteY677" fmla="*/ 1936926 h 6858000"/>
              <a:gd name="connsiteX678" fmla="*/ 2454820 w 7467600"/>
              <a:gd name="connsiteY678" fmla="*/ 1248808 h 6858000"/>
              <a:gd name="connsiteX679" fmla="*/ 2492512 w 7467600"/>
              <a:gd name="connsiteY679" fmla="*/ 1302920 h 6858000"/>
              <a:gd name="connsiteX680" fmla="*/ 2081216 w 7467600"/>
              <a:gd name="connsiteY680" fmla="*/ 2527513 h 6858000"/>
              <a:gd name="connsiteX681" fmla="*/ 2081211 w 7467600"/>
              <a:gd name="connsiteY681" fmla="*/ 2528916 h 6858000"/>
              <a:gd name="connsiteX682" fmla="*/ 2199067 w 7467600"/>
              <a:gd name="connsiteY682" fmla="*/ 2884061 h 6858000"/>
              <a:gd name="connsiteX683" fmla="*/ 3192586 w 7467600"/>
              <a:gd name="connsiteY683" fmla="*/ 3411496 h 6858000"/>
              <a:gd name="connsiteX684" fmla="*/ 3182620 w 7467600"/>
              <a:gd name="connsiteY684" fmla="*/ 3483279 h 6858000"/>
              <a:gd name="connsiteX685" fmla="*/ 2435119 w 7467600"/>
              <a:gd name="connsiteY685" fmla="*/ 3080173 h 6858000"/>
              <a:gd name="connsiteX686" fmla="*/ 2410152 w 7467600"/>
              <a:gd name="connsiteY686" fmla="*/ 3063751 h 6858000"/>
              <a:gd name="connsiteX687" fmla="*/ 2408099 w 7467600"/>
              <a:gd name="connsiteY687" fmla="*/ 3064403 h 6858000"/>
              <a:gd name="connsiteX688" fmla="*/ 2407218 w 7467600"/>
              <a:gd name="connsiteY688" fmla="*/ 3070324 h 6858000"/>
              <a:gd name="connsiteX689" fmla="*/ 2380138 w 7467600"/>
              <a:gd name="connsiteY689" fmla="*/ 3099341 h 6858000"/>
              <a:gd name="connsiteX690" fmla="*/ 1765923 w 7467600"/>
              <a:gd name="connsiteY690" fmla="*/ 3581043 h 6858000"/>
              <a:gd name="connsiteX691" fmla="*/ 1702258 w 7467600"/>
              <a:gd name="connsiteY691" fmla="*/ 3612286 h 6858000"/>
              <a:gd name="connsiteX692" fmla="*/ 1538370 w 7467600"/>
              <a:gd name="connsiteY692" fmla="*/ 3811804 h 6858000"/>
              <a:gd name="connsiteX693" fmla="*/ 542867 w 7467600"/>
              <a:gd name="connsiteY693" fmla="*/ 4944092 h 6858000"/>
              <a:gd name="connsiteX694" fmla="*/ 515800 w 7467600"/>
              <a:gd name="connsiteY694" fmla="*/ 4862180 h 6858000"/>
              <a:gd name="connsiteX695" fmla="*/ 909145 w 7467600"/>
              <a:gd name="connsiteY695" fmla="*/ 4199225 h 6858000"/>
              <a:gd name="connsiteX696" fmla="*/ 1214067 w 7467600"/>
              <a:gd name="connsiteY696" fmla="*/ 3908561 h 6858000"/>
              <a:gd name="connsiteX697" fmla="*/ 640967 w 7467600"/>
              <a:gd name="connsiteY697" fmla="*/ 4105601 h 6858000"/>
              <a:gd name="connsiteX698" fmla="*/ 112563 w 7467600"/>
              <a:gd name="connsiteY698" fmla="*/ 4396952 h 6858000"/>
              <a:gd name="connsiteX699" fmla="*/ 0 w 7467600"/>
              <a:gd name="connsiteY699" fmla="*/ 4466006 h 6858000"/>
              <a:gd name="connsiteX700" fmla="*/ 0 w 7467600"/>
              <a:gd name="connsiteY700" fmla="*/ 4233763 h 6858000"/>
              <a:gd name="connsiteX701" fmla="*/ 36881 w 7467600"/>
              <a:gd name="connsiteY701" fmla="*/ 4200118 h 6858000"/>
              <a:gd name="connsiteX702" fmla="*/ 910534 w 7467600"/>
              <a:gd name="connsiteY702" fmla="*/ 3629753 h 6858000"/>
              <a:gd name="connsiteX703" fmla="*/ 1578717 w 7467600"/>
              <a:gd name="connsiteY703" fmla="*/ 3575982 h 6858000"/>
              <a:gd name="connsiteX704" fmla="*/ 2338780 w 7467600"/>
              <a:gd name="connsiteY704" fmla="*/ 3033725 h 6858000"/>
              <a:gd name="connsiteX705" fmla="*/ 1807991 w 7467600"/>
              <a:gd name="connsiteY705" fmla="*/ 2807184 h 6858000"/>
              <a:gd name="connsiteX706" fmla="*/ 1416358 w 7467600"/>
              <a:gd name="connsiteY706" fmla="*/ 3112571 h 6858000"/>
              <a:gd name="connsiteX707" fmla="*/ 939066 w 7467600"/>
              <a:gd name="connsiteY707" fmla="*/ 3378798 h 6858000"/>
              <a:gd name="connsiteX708" fmla="*/ 115099 w 7467600"/>
              <a:gd name="connsiteY708" fmla="*/ 3607650 h 6858000"/>
              <a:gd name="connsiteX709" fmla="*/ 97284 w 7467600"/>
              <a:gd name="connsiteY709" fmla="*/ 3520393 h 6858000"/>
              <a:gd name="connsiteX710" fmla="*/ 922050 w 7467600"/>
              <a:gd name="connsiteY710" fmla="*/ 3074867 h 6858000"/>
              <a:gd name="connsiteX711" fmla="*/ 1405265 w 7467600"/>
              <a:gd name="connsiteY711" fmla="*/ 3016319 h 6858000"/>
              <a:gd name="connsiteX712" fmla="*/ 1407512 w 7467600"/>
              <a:gd name="connsiteY712" fmla="*/ 3018001 h 6858000"/>
              <a:gd name="connsiteX713" fmla="*/ 1726266 w 7467600"/>
              <a:gd name="connsiteY713" fmla="*/ 2777274 h 6858000"/>
              <a:gd name="connsiteX714" fmla="*/ 625390 w 7467600"/>
              <a:gd name="connsiteY714" fmla="*/ 2514541 h 6858000"/>
              <a:gd name="connsiteX715" fmla="*/ 619799 w 7467600"/>
              <a:gd name="connsiteY715" fmla="*/ 2527180 h 6858000"/>
              <a:gd name="connsiteX716" fmla="*/ 310030 w 7467600"/>
              <a:gd name="connsiteY716" fmla="*/ 2771818 h 6858000"/>
              <a:gd name="connsiteX717" fmla="*/ 173877 w 7467600"/>
              <a:gd name="connsiteY717" fmla="*/ 2937056 h 6858000"/>
              <a:gd name="connsiteX718" fmla="*/ 77889 w 7467600"/>
              <a:gd name="connsiteY718" fmla="*/ 3138440 h 6858000"/>
              <a:gd name="connsiteX719" fmla="*/ 0 w 7467600"/>
              <a:gd name="connsiteY719" fmla="*/ 3271395 h 6858000"/>
              <a:gd name="connsiteX720" fmla="*/ 0 w 7467600"/>
              <a:gd name="connsiteY720" fmla="*/ 3153002 h 6858000"/>
              <a:gd name="connsiteX721" fmla="*/ 2386 w 7467600"/>
              <a:gd name="connsiteY721" fmla="*/ 3149203 h 6858000"/>
              <a:gd name="connsiteX722" fmla="*/ 89753 w 7467600"/>
              <a:gd name="connsiteY722" fmla="*/ 2987702 h 6858000"/>
              <a:gd name="connsiteX723" fmla="*/ 76869 w 7467600"/>
              <a:gd name="connsiteY723" fmla="*/ 3005404 h 6858000"/>
              <a:gd name="connsiteX724" fmla="*/ 32049 w 7467600"/>
              <a:gd name="connsiteY724" fmla="*/ 3065814 h 6858000"/>
              <a:gd name="connsiteX725" fmla="*/ 0 w 7467600"/>
              <a:gd name="connsiteY725" fmla="*/ 3108744 h 6858000"/>
              <a:gd name="connsiteX726" fmla="*/ 0 w 7467600"/>
              <a:gd name="connsiteY726" fmla="*/ 3058059 h 6858000"/>
              <a:gd name="connsiteX727" fmla="*/ 7610 w 7467600"/>
              <a:gd name="connsiteY727" fmla="*/ 3047889 h 6858000"/>
              <a:gd name="connsiteX728" fmla="*/ 52419 w 7467600"/>
              <a:gd name="connsiteY728" fmla="*/ 2987479 h 6858000"/>
              <a:gd name="connsiteX729" fmla="*/ 59142 w 7467600"/>
              <a:gd name="connsiteY729" fmla="*/ 2978488 h 6858000"/>
              <a:gd name="connsiteX730" fmla="*/ 0 w 7467600"/>
              <a:gd name="connsiteY730" fmla="*/ 3015334 h 6858000"/>
              <a:gd name="connsiteX731" fmla="*/ 0 w 7467600"/>
              <a:gd name="connsiteY731" fmla="*/ 2914286 h 6858000"/>
              <a:gd name="connsiteX732" fmla="*/ 36383 w 7467600"/>
              <a:gd name="connsiteY732" fmla="*/ 2901128 h 6858000"/>
              <a:gd name="connsiteX733" fmla="*/ 156329 w 7467600"/>
              <a:gd name="connsiteY733" fmla="*/ 2840533 h 6858000"/>
              <a:gd name="connsiteX734" fmla="*/ 358355 w 7467600"/>
              <a:gd name="connsiteY734" fmla="*/ 2620471 h 6858000"/>
              <a:gd name="connsiteX735" fmla="*/ 510577 w 7467600"/>
              <a:gd name="connsiteY735" fmla="*/ 2501244 h 6858000"/>
              <a:gd name="connsiteX736" fmla="*/ 211967 w 7467600"/>
              <a:gd name="connsiteY736" fmla="*/ 2479171 h 6858000"/>
              <a:gd name="connsiteX737" fmla="*/ 0 w 7467600"/>
              <a:gd name="connsiteY737" fmla="*/ 2476398 h 6858000"/>
              <a:gd name="connsiteX738" fmla="*/ 0 w 7467600"/>
              <a:gd name="connsiteY738" fmla="*/ 2389189 h 6858000"/>
              <a:gd name="connsiteX739" fmla="*/ 103062 w 7467600"/>
              <a:gd name="connsiteY739" fmla="*/ 2389518 h 6858000"/>
              <a:gd name="connsiteX740" fmla="*/ 510734 w 7467600"/>
              <a:gd name="connsiteY740" fmla="*/ 2416201 h 6858000"/>
              <a:gd name="connsiteX741" fmla="*/ 279257 w 7467600"/>
              <a:gd name="connsiteY741" fmla="*/ 2092102 h 6858000"/>
              <a:gd name="connsiteX742" fmla="*/ 65265 w 7467600"/>
              <a:gd name="connsiteY742" fmla="*/ 2006049 h 6858000"/>
              <a:gd name="connsiteX743" fmla="*/ 0 w 7467600"/>
              <a:gd name="connsiteY743" fmla="*/ 1982532 h 6858000"/>
              <a:gd name="connsiteX744" fmla="*/ 0 w 7467600"/>
              <a:gd name="connsiteY744" fmla="*/ 1912789 h 6858000"/>
              <a:gd name="connsiteX745" fmla="*/ 97460 w 7467600"/>
              <a:gd name="connsiteY745" fmla="*/ 1953725 h 6858000"/>
              <a:gd name="connsiteX746" fmla="*/ 221272 w 7467600"/>
              <a:gd name="connsiteY746" fmla="*/ 1980766 h 6858000"/>
              <a:gd name="connsiteX747" fmla="*/ 116765 w 7467600"/>
              <a:gd name="connsiteY747" fmla="*/ 1911033 h 6858000"/>
              <a:gd name="connsiteX748" fmla="*/ 16405 w 7467600"/>
              <a:gd name="connsiteY748" fmla="*/ 1803412 h 6858000"/>
              <a:gd name="connsiteX749" fmla="*/ 0 w 7467600"/>
              <a:gd name="connsiteY749" fmla="*/ 1784777 h 6858000"/>
              <a:gd name="connsiteX750" fmla="*/ 0 w 7467600"/>
              <a:gd name="connsiteY750" fmla="*/ 1740082 h 6858000"/>
              <a:gd name="connsiteX751" fmla="*/ 39394 w 7467600"/>
              <a:gd name="connsiteY751" fmla="*/ 1784856 h 6858000"/>
              <a:gd name="connsiteX752" fmla="*/ 135813 w 7467600"/>
              <a:gd name="connsiteY752" fmla="*/ 1888838 h 6858000"/>
              <a:gd name="connsiteX753" fmla="*/ 242575 w 7467600"/>
              <a:gd name="connsiteY753" fmla="*/ 1958841 h 6858000"/>
              <a:gd name="connsiteX754" fmla="*/ 82197 w 7467600"/>
              <a:gd name="connsiteY754" fmla="*/ 1754826 h 6858000"/>
              <a:gd name="connsiteX755" fmla="*/ 0 w 7467600"/>
              <a:gd name="connsiteY755" fmla="*/ 1679650 h 6858000"/>
              <a:gd name="connsiteX756" fmla="*/ 0 w 7467600"/>
              <a:gd name="connsiteY756" fmla="*/ 1602463 h 6858000"/>
              <a:gd name="connsiteX757" fmla="*/ 84689 w 7467600"/>
              <a:gd name="connsiteY757" fmla="*/ 1677442 h 6858000"/>
              <a:gd name="connsiteX758" fmla="*/ 298437 w 7467600"/>
              <a:gd name="connsiteY758" fmla="*/ 1968019 h 6858000"/>
              <a:gd name="connsiteX759" fmla="*/ 227269 w 7467600"/>
              <a:gd name="connsiteY759" fmla="*/ 1114064 h 6858000"/>
              <a:gd name="connsiteX760" fmla="*/ 248003 w 7467600"/>
              <a:gd name="connsiteY760" fmla="*/ 1089613 h 6858000"/>
              <a:gd name="connsiteX761" fmla="*/ 427020 w 7467600"/>
              <a:gd name="connsiteY761" fmla="*/ 1619803 h 6858000"/>
              <a:gd name="connsiteX762" fmla="*/ 340345 w 7467600"/>
              <a:gd name="connsiteY762" fmla="*/ 2027739 h 6858000"/>
              <a:gd name="connsiteX763" fmla="*/ 360865 w 7467600"/>
              <a:gd name="connsiteY763" fmla="*/ 2044827 h 6858000"/>
              <a:gd name="connsiteX764" fmla="*/ 560414 w 7467600"/>
              <a:gd name="connsiteY764" fmla="*/ 2421457 h 6858000"/>
              <a:gd name="connsiteX765" fmla="*/ 1359703 w 7467600"/>
              <a:gd name="connsiteY765" fmla="*/ 2578554 h 6858000"/>
              <a:gd name="connsiteX766" fmla="*/ 1359422 w 7467600"/>
              <a:gd name="connsiteY766" fmla="*/ 2577994 h 6858000"/>
              <a:gd name="connsiteX767" fmla="*/ 828701 w 7467600"/>
              <a:gd name="connsiteY767" fmla="*/ 1839520 h 6858000"/>
              <a:gd name="connsiteX768" fmla="*/ 494427 w 7467600"/>
              <a:gd name="connsiteY768" fmla="*/ 1092333 h 6858000"/>
              <a:gd name="connsiteX769" fmla="*/ 506322 w 7467600"/>
              <a:gd name="connsiteY769" fmla="*/ 1020997 h 6858000"/>
              <a:gd name="connsiteX770" fmla="*/ 4570198 w 7467600"/>
              <a:gd name="connsiteY770" fmla="*/ 978081 h 6858000"/>
              <a:gd name="connsiteX771" fmla="*/ 4523691 w 7467600"/>
              <a:gd name="connsiteY771" fmla="*/ 1127776 h 6858000"/>
              <a:gd name="connsiteX772" fmla="*/ 4509875 w 7467600"/>
              <a:gd name="connsiteY772" fmla="*/ 1167552 h 6858000"/>
              <a:gd name="connsiteX773" fmla="*/ 4478168 w 7467600"/>
              <a:gd name="connsiteY773" fmla="*/ 1260735 h 6858000"/>
              <a:gd name="connsiteX774" fmla="*/ 4409309 w 7467600"/>
              <a:gd name="connsiteY774" fmla="*/ 1666996 h 6858000"/>
              <a:gd name="connsiteX775" fmla="*/ 4370031 w 7467600"/>
              <a:gd name="connsiteY775" fmla="*/ 1955666 h 6858000"/>
              <a:gd name="connsiteX776" fmla="*/ 4570198 w 7467600"/>
              <a:gd name="connsiteY776" fmla="*/ 978081 h 6858000"/>
              <a:gd name="connsiteX777" fmla="*/ 4557898 w 7467600"/>
              <a:gd name="connsiteY777" fmla="*/ 900011 h 6858000"/>
              <a:gd name="connsiteX778" fmla="*/ 4344840 w 7467600"/>
              <a:gd name="connsiteY778" fmla="*/ 1922038 h 6858000"/>
              <a:gd name="connsiteX779" fmla="*/ 4378710 w 7467600"/>
              <a:gd name="connsiteY779" fmla="*/ 1665516 h 6858000"/>
              <a:gd name="connsiteX780" fmla="*/ 4448798 w 7467600"/>
              <a:gd name="connsiteY780" fmla="*/ 1253024 h 6858000"/>
              <a:gd name="connsiteX781" fmla="*/ 4480315 w 7467600"/>
              <a:gd name="connsiteY781" fmla="*/ 1158454 h 6858000"/>
              <a:gd name="connsiteX782" fmla="*/ 4494133 w 7467600"/>
              <a:gd name="connsiteY782" fmla="*/ 1118676 h 6858000"/>
              <a:gd name="connsiteX783" fmla="*/ 4557898 w 7467600"/>
              <a:gd name="connsiteY783" fmla="*/ 900011 h 6858000"/>
              <a:gd name="connsiteX784" fmla="*/ 5870151 w 7467600"/>
              <a:gd name="connsiteY784" fmla="*/ 898890 h 6858000"/>
              <a:gd name="connsiteX785" fmla="*/ 5861335 w 7467600"/>
              <a:gd name="connsiteY785" fmla="*/ 899177 h 6858000"/>
              <a:gd name="connsiteX786" fmla="*/ 5843702 w 7467600"/>
              <a:gd name="connsiteY786" fmla="*/ 899748 h 6858000"/>
              <a:gd name="connsiteX787" fmla="*/ 5651107 w 7467600"/>
              <a:gd name="connsiteY787" fmla="*/ 920306 h 6858000"/>
              <a:gd name="connsiteX788" fmla="*/ 5459407 w 7467600"/>
              <a:gd name="connsiteY788" fmla="*/ 940975 h 6858000"/>
              <a:gd name="connsiteX789" fmla="*/ 5374846 w 7467600"/>
              <a:gd name="connsiteY789" fmla="*/ 941988 h 6858000"/>
              <a:gd name="connsiteX790" fmla="*/ 5256105 w 7467600"/>
              <a:gd name="connsiteY790" fmla="*/ 945632 h 6858000"/>
              <a:gd name="connsiteX791" fmla="*/ 5107071 w 7467600"/>
              <a:gd name="connsiteY791" fmla="*/ 969720 h 6858000"/>
              <a:gd name="connsiteX792" fmla="*/ 4998681 w 7467600"/>
              <a:gd name="connsiteY792" fmla="*/ 988771 h 6858000"/>
              <a:gd name="connsiteX793" fmla="*/ 5870151 w 7467600"/>
              <a:gd name="connsiteY793" fmla="*/ 898890 h 6858000"/>
              <a:gd name="connsiteX794" fmla="*/ 5504425 w 7467600"/>
              <a:gd name="connsiteY794" fmla="*/ 848067 h 6858000"/>
              <a:gd name="connsiteX795" fmla="*/ 4968849 w 7467600"/>
              <a:gd name="connsiteY795" fmla="*/ 962318 h 6858000"/>
              <a:gd name="connsiteX796" fmla="*/ 5104039 w 7467600"/>
              <a:gd name="connsiteY796" fmla="*/ 940634 h 6858000"/>
              <a:gd name="connsiteX797" fmla="*/ 5256311 w 7467600"/>
              <a:gd name="connsiteY797" fmla="*/ 916490 h 6858000"/>
              <a:gd name="connsiteX798" fmla="*/ 5377381 w 7467600"/>
              <a:gd name="connsiteY798" fmla="*/ 912671 h 6858000"/>
              <a:gd name="connsiteX799" fmla="*/ 5460148 w 7467600"/>
              <a:gd name="connsiteY799" fmla="*/ 911442 h 6858000"/>
              <a:gd name="connsiteX800" fmla="*/ 5648971 w 7467600"/>
              <a:gd name="connsiteY800" fmla="*/ 891331 h 6858000"/>
              <a:gd name="connsiteX801" fmla="*/ 5844807 w 7467600"/>
              <a:gd name="connsiteY801" fmla="*/ 870718 h 6858000"/>
              <a:gd name="connsiteX802" fmla="*/ 5862975 w 7467600"/>
              <a:gd name="connsiteY802" fmla="*/ 869756 h 6858000"/>
              <a:gd name="connsiteX803" fmla="*/ 5920887 w 7467600"/>
              <a:gd name="connsiteY803" fmla="*/ 865929 h 6858000"/>
              <a:gd name="connsiteX804" fmla="*/ 5504425 w 7467600"/>
              <a:gd name="connsiteY804" fmla="*/ 848067 h 6858000"/>
              <a:gd name="connsiteX805" fmla="*/ 3607114 w 7467600"/>
              <a:gd name="connsiteY805" fmla="*/ 467441 h 6858000"/>
              <a:gd name="connsiteX806" fmla="*/ 3296242 w 7467600"/>
              <a:gd name="connsiteY806" fmla="*/ 807991 h 6858000"/>
              <a:gd name="connsiteX807" fmla="*/ 3174674 w 7467600"/>
              <a:gd name="connsiteY807" fmla="*/ 919759 h 6858000"/>
              <a:gd name="connsiteX808" fmla="*/ 3042978 w 7467600"/>
              <a:gd name="connsiteY808" fmla="*/ 1054894 h 6858000"/>
              <a:gd name="connsiteX809" fmla="*/ 2968914 w 7467600"/>
              <a:gd name="connsiteY809" fmla="*/ 1133756 h 6858000"/>
              <a:gd name="connsiteX810" fmla="*/ 3103823 w 7467600"/>
              <a:gd name="connsiteY810" fmla="*/ 1026814 h 6858000"/>
              <a:gd name="connsiteX811" fmla="*/ 3607114 w 7467600"/>
              <a:gd name="connsiteY811" fmla="*/ 467441 h 6858000"/>
              <a:gd name="connsiteX812" fmla="*/ 3744487 w 7467600"/>
              <a:gd name="connsiteY812" fmla="*/ 383136 h 6858000"/>
              <a:gd name="connsiteX813" fmla="*/ 3970213 w 7467600"/>
              <a:gd name="connsiteY813" fmla="*/ 995559 h 6858000"/>
              <a:gd name="connsiteX814" fmla="*/ 3744487 w 7467600"/>
              <a:gd name="connsiteY814" fmla="*/ 383136 h 6858000"/>
              <a:gd name="connsiteX815" fmla="*/ 3624562 w 7467600"/>
              <a:gd name="connsiteY815" fmla="*/ 367041 h 6858000"/>
              <a:gd name="connsiteX816" fmla="*/ 3489712 w 7467600"/>
              <a:gd name="connsiteY816" fmla="*/ 485386 h 6858000"/>
              <a:gd name="connsiteX817" fmla="*/ 3182994 w 7467600"/>
              <a:gd name="connsiteY817" fmla="*/ 828265 h 6858000"/>
              <a:gd name="connsiteX818" fmla="*/ 2892114 w 7467600"/>
              <a:gd name="connsiteY818" fmla="*/ 1172635 h 6858000"/>
              <a:gd name="connsiteX819" fmla="*/ 3021459 w 7467600"/>
              <a:gd name="connsiteY819" fmla="*/ 1035385 h 6858000"/>
              <a:gd name="connsiteX820" fmla="*/ 3153873 w 7467600"/>
              <a:gd name="connsiteY820" fmla="*/ 898971 h 6858000"/>
              <a:gd name="connsiteX821" fmla="*/ 3276511 w 7467600"/>
              <a:gd name="connsiteY821" fmla="*/ 786423 h 6858000"/>
              <a:gd name="connsiteX822" fmla="*/ 3584154 w 7467600"/>
              <a:gd name="connsiteY822" fmla="*/ 448218 h 6858000"/>
              <a:gd name="connsiteX823" fmla="*/ 3624562 w 7467600"/>
              <a:gd name="connsiteY823" fmla="*/ 367041 h 6858000"/>
              <a:gd name="connsiteX824" fmla="*/ 3766672 w 7467600"/>
              <a:gd name="connsiteY824" fmla="*/ 359429 h 6858000"/>
              <a:gd name="connsiteX825" fmla="*/ 3996338 w 7467600"/>
              <a:gd name="connsiteY825" fmla="*/ 968237 h 6858000"/>
              <a:gd name="connsiteX826" fmla="*/ 3766672 w 7467600"/>
              <a:gd name="connsiteY826" fmla="*/ 359429 h 6858000"/>
              <a:gd name="connsiteX827" fmla="*/ 5805386 w 7467600"/>
              <a:gd name="connsiteY827" fmla="*/ 239240 h 6858000"/>
              <a:gd name="connsiteX828" fmla="*/ 5736947 w 7467600"/>
              <a:gd name="connsiteY828" fmla="*/ 261367 h 6858000"/>
              <a:gd name="connsiteX829" fmla="*/ 5427012 w 7467600"/>
              <a:gd name="connsiteY829" fmla="*/ 311272 h 6858000"/>
              <a:gd name="connsiteX830" fmla="*/ 5147818 w 7467600"/>
              <a:gd name="connsiteY830" fmla="*/ 322112 h 6858000"/>
              <a:gd name="connsiteX831" fmla="*/ 5060854 w 7467600"/>
              <a:gd name="connsiteY831" fmla="*/ 311882 h 6858000"/>
              <a:gd name="connsiteX832" fmla="*/ 4945989 w 7467600"/>
              <a:gd name="connsiteY832" fmla="*/ 300516 h 6858000"/>
              <a:gd name="connsiteX833" fmla="*/ 5410479 w 7467600"/>
              <a:gd name="connsiteY833" fmla="*/ 348434 h 6858000"/>
              <a:gd name="connsiteX834" fmla="*/ 5805386 w 7467600"/>
              <a:gd name="connsiteY834" fmla="*/ 239240 h 6858000"/>
              <a:gd name="connsiteX835" fmla="*/ 5905192 w 7467600"/>
              <a:gd name="connsiteY835" fmla="*/ 163079 h 6858000"/>
              <a:gd name="connsiteX836" fmla="*/ 5865655 w 7467600"/>
              <a:gd name="connsiteY836" fmla="*/ 171901 h 6858000"/>
              <a:gd name="connsiteX837" fmla="*/ 5259740 w 7467600"/>
              <a:gd name="connsiteY837" fmla="*/ 257013 h 6858000"/>
              <a:gd name="connsiteX838" fmla="*/ 5208466 w 7467600"/>
              <a:gd name="connsiteY838" fmla="*/ 257550 h 6858000"/>
              <a:gd name="connsiteX839" fmla="*/ 4980204 w 7467600"/>
              <a:gd name="connsiteY839" fmla="*/ 271903 h 6858000"/>
              <a:gd name="connsiteX840" fmla="*/ 5068068 w 7467600"/>
              <a:gd name="connsiteY840" fmla="*/ 282244 h 6858000"/>
              <a:gd name="connsiteX841" fmla="*/ 5153231 w 7467600"/>
              <a:gd name="connsiteY841" fmla="*/ 292240 h 6858000"/>
              <a:gd name="connsiteX842" fmla="*/ 5426491 w 7467600"/>
              <a:gd name="connsiteY842" fmla="*/ 281128 h 6858000"/>
              <a:gd name="connsiteX843" fmla="*/ 5731212 w 7467600"/>
              <a:gd name="connsiteY843" fmla="*/ 231951 h 6858000"/>
              <a:gd name="connsiteX844" fmla="*/ 5905192 w 7467600"/>
              <a:gd name="connsiteY844" fmla="*/ 163079 h 6858000"/>
              <a:gd name="connsiteX845" fmla="*/ 5944437 w 7467600"/>
              <a:gd name="connsiteY845" fmla="*/ 113829 h 6858000"/>
              <a:gd name="connsiteX846" fmla="*/ 5825032 w 7467600"/>
              <a:gd name="connsiteY846" fmla="*/ 146405 h 6858000"/>
              <a:gd name="connsiteX847" fmla="*/ 4955599 w 7467600"/>
              <a:gd name="connsiteY847" fmla="*/ 247008 h 6858000"/>
              <a:gd name="connsiteX848" fmla="*/ 5210104 w 7467600"/>
              <a:gd name="connsiteY848" fmla="*/ 228123 h 6858000"/>
              <a:gd name="connsiteX849" fmla="*/ 5261015 w 7467600"/>
              <a:gd name="connsiteY849" fmla="*/ 227087 h 6858000"/>
              <a:gd name="connsiteX850" fmla="*/ 5861181 w 7467600"/>
              <a:gd name="connsiteY850" fmla="*/ 143093 h 6858000"/>
              <a:gd name="connsiteX851" fmla="*/ 5961252 w 7467600"/>
              <a:gd name="connsiteY851" fmla="*/ 114820 h 6858000"/>
              <a:gd name="connsiteX852" fmla="*/ 5944437 w 7467600"/>
              <a:gd name="connsiteY852" fmla="*/ 113829 h 6858000"/>
              <a:gd name="connsiteX853" fmla="*/ 3882765 w 7467600"/>
              <a:gd name="connsiteY853" fmla="*/ 0 h 6858000"/>
              <a:gd name="connsiteX854" fmla="*/ 3995099 w 7467600"/>
              <a:gd name="connsiteY854" fmla="*/ 0 h 6858000"/>
              <a:gd name="connsiteX855" fmla="*/ 4163818 w 7467600"/>
              <a:gd name="connsiteY855" fmla="*/ 234104 h 6858000"/>
              <a:gd name="connsiteX856" fmla="*/ 4172099 w 7467600"/>
              <a:gd name="connsiteY856" fmla="*/ 234207 h 6858000"/>
              <a:gd name="connsiteX857" fmla="*/ 4784282 w 7467600"/>
              <a:gd name="connsiteY857" fmla="*/ 276561 h 6858000"/>
              <a:gd name="connsiteX858" fmla="*/ 4801687 w 7467600"/>
              <a:gd name="connsiteY858" fmla="*/ 267764 h 6858000"/>
              <a:gd name="connsiteX859" fmla="*/ 6082788 w 7467600"/>
              <a:gd name="connsiteY859" fmla="*/ 64119 h 6858000"/>
              <a:gd name="connsiteX860" fmla="*/ 6099442 w 7467600"/>
              <a:gd name="connsiteY860" fmla="*/ 82568 h 6858000"/>
              <a:gd name="connsiteX861" fmla="*/ 4804137 w 7467600"/>
              <a:gd name="connsiteY861" fmla="*/ 320931 h 6858000"/>
              <a:gd name="connsiteX862" fmla="*/ 4227047 w 7467600"/>
              <a:gd name="connsiteY862" fmla="*/ 313415 h 6858000"/>
              <a:gd name="connsiteX863" fmla="*/ 4346041 w 7467600"/>
              <a:gd name="connsiteY863" fmla="*/ 456086 h 6858000"/>
              <a:gd name="connsiteX864" fmla="*/ 4870967 w 7467600"/>
              <a:gd name="connsiteY864" fmla="*/ 963061 h 6858000"/>
              <a:gd name="connsiteX865" fmla="*/ 4889647 w 7467600"/>
              <a:gd name="connsiteY865" fmla="*/ 957147 h 6858000"/>
              <a:gd name="connsiteX866" fmla="*/ 5422504 w 7467600"/>
              <a:gd name="connsiteY866" fmla="*/ 805191 h 6858000"/>
              <a:gd name="connsiteX867" fmla="*/ 6087656 w 7467600"/>
              <a:gd name="connsiteY867" fmla="*/ 826703 h 6858000"/>
              <a:gd name="connsiteX868" fmla="*/ 6058717 w 7467600"/>
              <a:gd name="connsiteY868" fmla="*/ 865992 h 6858000"/>
              <a:gd name="connsiteX869" fmla="*/ 4974153 w 7467600"/>
              <a:gd name="connsiteY869" fmla="*/ 1045456 h 6858000"/>
              <a:gd name="connsiteX870" fmla="*/ 5627835 w 7467600"/>
              <a:gd name="connsiteY870" fmla="*/ 1472077 h 6858000"/>
              <a:gd name="connsiteX871" fmla="*/ 5629817 w 7467600"/>
              <a:gd name="connsiteY871" fmla="*/ 1471412 h 6858000"/>
              <a:gd name="connsiteX872" fmla="*/ 5634124 w 7467600"/>
              <a:gd name="connsiteY872" fmla="*/ 1470572 h 6858000"/>
              <a:gd name="connsiteX873" fmla="*/ 5755832 w 7467600"/>
              <a:gd name="connsiteY873" fmla="*/ 1383886 h 6858000"/>
              <a:gd name="connsiteX874" fmla="*/ 6014186 w 7467600"/>
              <a:gd name="connsiteY874" fmla="*/ 1279799 h 6858000"/>
              <a:gd name="connsiteX875" fmla="*/ 6901619 w 7467600"/>
              <a:gd name="connsiteY875" fmla="*/ 1047874 h 6858000"/>
              <a:gd name="connsiteX876" fmla="*/ 6931566 w 7467600"/>
              <a:gd name="connsiteY876" fmla="*/ 1062034 h 6858000"/>
              <a:gd name="connsiteX877" fmla="*/ 5790982 w 7467600"/>
              <a:gd name="connsiteY877" fmla="*/ 1561380 h 6858000"/>
              <a:gd name="connsiteX878" fmla="*/ 6188971 w 7467600"/>
              <a:gd name="connsiteY878" fmla="*/ 1755168 h 6858000"/>
              <a:gd name="connsiteX879" fmla="*/ 6202446 w 7467600"/>
              <a:gd name="connsiteY879" fmla="*/ 1752268 h 6858000"/>
              <a:gd name="connsiteX880" fmla="*/ 7179560 w 7467600"/>
              <a:gd name="connsiteY880" fmla="*/ 1467551 h 6858000"/>
              <a:gd name="connsiteX881" fmla="*/ 7158730 w 7467600"/>
              <a:gd name="connsiteY881" fmla="*/ 1507835 h 6858000"/>
              <a:gd name="connsiteX882" fmla="*/ 6326959 w 7467600"/>
              <a:gd name="connsiteY882" fmla="*/ 1817686 h 6858000"/>
              <a:gd name="connsiteX883" fmla="*/ 6537433 w 7467600"/>
              <a:gd name="connsiteY883" fmla="*/ 1907790 h 6858000"/>
              <a:gd name="connsiteX884" fmla="*/ 6550221 w 7467600"/>
              <a:gd name="connsiteY884" fmla="*/ 1910729 h 6858000"/>
              <a:gd name="connsiteX885" fmla="*/ 6964438 w 7467600"/>
              <a:gd name="connsiteY885" fmla="*/ 2209505 h 6858000"/>
              <a:gd name="connsiteX886" fmla="*/ 7367862 w 7467600"/>
              <a:gd name="connsiteY886" fmla="*/ 2806833 h 6858000"/>
              <a:gd name="connsiteX887" fmla="*/ 7364329 w 7467600"/>
              <a:gd name="connsiteY887" fmla="*/ 2826907 h 6858000"/>
              <a:gd name="connsiteX888" fmla="*/ 7290545 w 7467600"/>
              <a:gd name="connsiteY888" fmla="*/ 2850663 h 6858000"/>
              <a:gd name="connsiteX889" fmla="*/ 6472036 w 7467600"/>
              <a:gd name="connsiteY889" fmla="*/ 1959003 h 6858000"/>
              <a:gd name="connsiteX890" fmla="*/ 5792897 w 7467600"/>
              <a:gd name="connsiteY890" fmla="*/ 1647747 h 6858000"/>
              <a:gd name="connsiteX891" fmla="*/ 5842751 w 7467600"/>
              <a:gd name="connsiteY891" fmla="*/ 1816112 h 6858000"/>
              <a:gd name="connsiteX892" fmla="*/ 5847424 w 7467600"/>
              <a:gd name="connsiteY892" fmla="*/ 1815776 h 6858000"/>
              <a:gd name="connsiteX893" fmla="*/ 6399821 w 7467600"/>
              <a:gd name="connsiteY893" fmla="*/ 2344799 h 6858000"/>
              <a:gd name="connsiteX894" fmla="*/ 6323232 w 7467600"/>
              <a:gd name="connsiteY894" fmla="*/ 2389634 h 6858000"/>
              <a:gd name="connsiteX895" fmla="*/ 5942958 w 7467600"/>
              <a:gd name="connsiteY895" fmla="*/ 2077708 h 6858000"/>
              <a:gd name="connsiteX896" fmla="*/ 5921559 w 7467600"/>
              <a:gd name="connsiteY896" fmla="*/ 2378596 h 6858000"/>
              <a:gd name="connsiteX897" fmla="*/ 5817651 w 7467600"/>
              <a:gd name="connsiteY897" fmla="*/ 3023919 h 6858000"/>
              <a:gd name="connsiteX898" fmla="*/ 5729634 w 7467600"/>
              <a:gd name="connsiteY898" fmla="*/ 3051849 h 6858000"/>
              <a:gd name="connsiteX899" fmla="*/ 5611018 w 7467600"/>
              <a:gd name="connsiteY899" fmla="*/ 2316769 h 6858000"/>
              <a:gd name="connsiteX900" fmla="*/ 5687608 w 7467600"/>
              <a:gd name="connsiteY900" fmla="*/ 2039972 h 6858000"/>
              <a:gd name="connsiteX901" fmla="*/ 5657554 w 7467600"/>
              <a:gd name="connsiteY901" fmla="*/ 1576445 h 6858000"/>
              <a:gd name="connsiteX902" fmla="*/ 5150475 w 7467600"/>
              <a:gd name="connsiteY902" fmla="*/ 1274012 h 6858000"/>
              <a:gd name="connsiteX903" fmla="*/ 5349142 w 7467600"/>
              <a:gd name="connsiteY903" fmla="*/ 2204405 h 6858000"/>
              <a:gd name="connsiteX904" fmla="*/ 5262214 w 7467600"/>
              <a:gd name="connsiteY904" fmla="*/ 2233836 h 6858000"/>
              <a:gd name="connsiteX905" fmla="*/ 4981539 w 7467600"/>
              <a:gd name="connsiteY905" fmla="*/ 1542201 h 6858000"/>
              <a:gd name="connsiteX906" fmla="*/ 4958461 w 7467600"/>
              <a:gd name="connsiteY906" fmla="*/ 1136957 h 6858000"/>
              <a:gd name="connsiteX907" fmla="*/ 4655015 w 7467600"/>
              <a:gd name="connsiteY907" fmla="*/ 891426 h 6858000"/>
              <a:gd name="connsiteX908" fmla="*/ 4348002 w 7467600"/>
              <a:gd name="connsiteY908" fmla="*/ 2205895 h 6858000"/>
              <a:gd name="connsiteX909" fmla="*/ 4262250 w 7467600"/>
              <a:gd name="connsiteY909" fmla="*/ 2219972 h 6858000"/>
              <a:gd name="connsiteX910" fmla="*/ 4550611 w 7467600"/>
              <a:gd name="connsiteY910" fmla="*/ 817540 h 6858000"/>
              <a:gd name="connsiteX911" fmla="*/ 4564418 w 7467600"/>
              <a:gd name="connsiteY911" fmla="*/ 808293 h 6858000"/>
              <a:gd name="connsiteX912" fmla="*/ 4266388 w 7467600"/>
              <a:gd name="connsiteY912" fmla="*/ 500083 h 6858000"/>
              <a:gd name="connsiteX913" fmla="*/ 4032842 w 7467600"/>
              <a:gd name="connsiteY913" fmla="*/ 211809 h 6858000"/>
              <a:gd name="connsiteX914" fmla="*/ 3882765 w 7467600"/>
              <a:gd name="connsiteY914" fmla="*/ 0 h 6858000"/>
              <a:gd name="connsiteX915" fmla="*/ 3721337 w 7467600"/>
              <a:gd name="connsiteY915" fmla="*/ 0 h 6858000"/>
              <a:gd name="connsiteX916" fmla="*/ 3797544 w 7467600"/>
              <a:gd name="connsiteY916" fmla="*/ 0 h 6858000"/>
              <a:gd name="connsiteX917" fmla="*/ 3775734 w 7467600"/>
              <a:gd name="connsiteY917" fmla="*/ 95131 h 6858000"/>
              <a:gd name="connsiteX918" fmla="*/ 3724807 w 7467600"/>
              <a:gd name="connsiteY918" fmla="*/ 272257 h 6858000"/>
              <a:gd name="connsiteX919" fmla="*/ 3726844 w 7467600"/>
              <a:gd name="connsiteY919" fmla="*/ 282988 h 6858000"/>
              <a:gd name="connsiteX920" fmla="*/ 3742664 w 7467600"/>
              <a:gd name="connsiteY920" fmla="*/ 279918 h 6858000"/>
              <a:gd name="connsiteX921" fmla="*/ 4103910 w 7467600"/>
              <a:gd name="connsiteY921" fmla="*/ 1161917 h 6858000"/>
              <a:gd name="connsiteX922" fmla="*/ 4020269 w 7467600"/>
              <a:gd name="connsiteY922" fmla="*/ 1200406 h 6858000"/>
              <a:gd name="connsiteX923" fmla="*/ 3674882 w 7467600"/>
              <a:gd name="connsiteY923" fmla="*/ 488524 h 6858000"/>
              <a:gd name="connsiteX924" fmla="*/ 3132682 w 7467600"/>
              <a:gd name="connsiteY924" fmla="*/ 1072284 h 6858000"/>
              <a:gd name="connsiteX925" fmla="*/ 2716346 w 7467600"/>
              <a:gd name="connsiteY925" fmla="*/ 1276376 h 6858000"/>
              <a:gd name="connsiteX926" fmla="*/ 2716772 w 7467600"/>
              <a:gd name="connsiteY926" fmla="*/ 1255462 h 6858000"/>
              <a:gd name="connsiteX927" fmla="*/ 3471096 w 7467600"/>
              <a:gd name="connsiteY927" fmla="*/ 437072 h 6858000"/>
              <a:gd name="connsiteX928" fmla="*/ 3639057 w 7467600"/>
              <a:gd name="connsiteY928" fmla="*/ 286334 h 6858000"/>
              <a:gd name="connsiteX929" fmla="*/ 3640309 w 7467600"/>
              <a:gd name="connsiteY929" fmla="*/ 284664 h 6858000"/>
              <a:gd name="connsiteX930" fmla="*/ 3646022 w 7467600"/>
              <a:gd name="connsiteY930" fmla="*/ 276711 h 6858000"/>
              <a:gd name="connsiteX931" fmla="*/ 3707943 w 7467600"/>
              <a:gd name="connsiteY931" fmla="*/ 65958 h 6858000"/>
              <a:gd name="connsiteX932" fmla="*/ 3721337 w 7467600"/>
              <a:gd name="connsiteY932" fmla="*/ 0 h 6858000"/>
              <a:gd name="connsiteX933" fmla="*/ 2867960 w 7467600"/>
              <a:gd name="connsiteY933" fmla="*/ 0 h 6858000"/>
              <a:gd name="connsiteX934" fmla="*/ 2926351 w 7467600"/>
              <a:gd name="connsiteY934" fmla="*/ 0 h 6858000"/>
              <a:gd name="connsiteX935" fmla="*/ 2902823 w 7467600"/>
              <a:gd name="connsiteY935" fmla="*/ 262929 h 6858000"/>
              <a:gd name="connsiteX936" fmla="*/ 2940663 w 7467600"/>
              <a:gd name="connsiteY936" fmla="*/ 140884 h 6858000"/>
              <a:gd name="connsiteX937" fmla="*/ 2947039 w 7467600"/>
              <a:gd name="connsiteY937" fmla="*/ 122524 h 6858000"/>
              <a:gd name="connsiteX938" fmla="*/ 2984316 w 7467600"/>
              <a:gd name="connsiteY938" fmla="*/ 0 h 6858000"/>
              <a:gd name="connsiteX939" fmla="*/ 3016114 w 7467600"/>
              <a:gd name="connsiteY939" fmla="*/ 0 h 6858000"/>
              <a:gd name="connsiteX940" fmla="*/ 2979949 w 7467600"/>
              <a:gd name="connsiteY940" fmla="*/ 119274 h 6858000"/>
              <a:gd name="connsiteX941" fmla="*/ 3023879 w 7467600"/>
              <a:gd name="connsiteY941" fmla="*/ 0 h 6858000"/>
              <a:gd name="connsiteX942" fmla="*/ 3105400 w 7467600"/>
              <a:gd name="connsiteY942" fmla="*/ 0 h 6858000"/>
              <a:gd name="connsiteX943" fmla="*/ 3094669 w 7467600"/>
              <a:gd name="connsiteY943" fmla="*/ 30308 h 6858000"/>
              <a:gd name="connsiteX944" fmla="*/ 2901945 w 7467600"/>
              <a:gd name="connsiteY944" fmla="*/ 466538 h 6858000"/>
              <a:gd name="connsiteX945" fmla="*/ 2815209 w 7467600"/>
              <a:gd name="connsiteY945" fmla="*/ 497361 h 6858000"/>
              <a:gd name="connsiteX946" fmla="*/ 2844845 w 7467600"/>
              <a:gd name="connsiteY946" fmla="*/ 127638 h 6858000"/>
              <a:gd name="connsiteX947" fmla="*/ 2867960 w 7467600"/>
              <a:gd name="connsiteY947" fmla="*/ 0 h 6858000"/>
              <a:gd name="connsiteX948" fmla="*/ 1057230 w 7467600"/>
              <a:gd name="connsiteY948" fmla="*/ 0 h 6858000"/>
              <a:gd name="connsiteX949" fmla="*/ 1111003 w 7467600"/>
              <a:gd name="connsiteY949" fmla="*/ 0 h 6858000"/>
              <a:gd name="connsiteX950" fmla="*/ 1125553 w 7467600"/>
              <a:gd name="connsiteY950" fmla="*/ 52588 h 6858000"/>
              <a:gd name="connsiteX951" fmla="*/ 1304276 w 7467600"/>
              <a:gd name="connsiteY951" fmla="*/ 476275 h 6858000"/>
              <a:gd name="connsiteX952" fmla="*/ 1492066 w 7467600"/>
              <a:gd name="connsiteY952" fmla="*/ 886333 h 6858000"/>
              <a:gd name="connsiteX953" fmla="*/ 1423698 w 7467600"/>
              <a:gd name="connsiteY953" fmla="*/ 710817 h 6858000"/>
              <a:gd name="connsiteX954" fmla="*/ 1357609 w 7467600"/>
              <a:gd name="connsiteY954" fmla="*/ 532892 h 6858000"/>
              <a:gd name="connsiteX955" fmla="*/ 1309550 w 7467600"/>
              <a:gd name="connsiteY955" fmla="*/ 374031 h 6858000"/>
              <a:gd name="connsiteX956" fmla="*/ 1193673 w 7467600"/>
              <a:gd name="connsiteY956" fmla="*/ 49533 h 6858000"/>
              <a:gd name="connsiteX957" fmla="*/ 1164391 w 7467600"/>
              <a:gd name="connsiteY957" fmla="*/ 0 h 6858000"/>
              <a:gd name="connsiteX958" fmla="*/ 1200666 w 7467600"/>
              <a:gd name="connsiteY958" fmla="*/ 0 h 6858000"/>
              <a:gd name="connsiteX959" fmla="*/ 1223408 w 7467600"/>
              <a:gd name="connsiteY959" fmla="*/ 38996 h 6858000"/>
              <a:gd name="connsiteX960" fmla="*/ 1339635 w 7467600"/>
              <a:gd name="connsiteY960" fmla="*/ 365517 h 6858000"/>
              <a:gd name="connsiteX961" fmla="*/ 1387469 w 7467600"/>
              <a:gd name="connsiteY961" fmla="*/ 523079 h 6858000"/>
              <a:gd name="connsiteX962" fmla="*/ 1452685 w 7467600"/>
              <a:gd name="connsiteY962" fmla="*/ 699806 h 6858000"/>
              <a:gd name="connsiteX963" fmla="*/ 1492092 w 7467600"/>
              <a:gd name="connsiteY963" fmla="*/ 800424 h 6858000"/>
              <a:gd name="connsiteX964" fmla="*/ 1455302 w 7467600"/>
              <a:gd name="connsiteY964" fmla="*/ 632913 h 6858000"/>
              <a:gd name="connsiteX965" fmla="*/ 1222336 w 7467600"/>
              <a:gd name="connsiteY965" fmla="*/ 9480 h 6858000"/>
              <a:gd name="connsiteX966" fmla="*/ 1214634 w 7467600"/>
              <a:gd name="connsiteY966" fmla="*/ 0 h 6858000"/>
              <a:gd name="connsiteX967" fmla="*/ 1289827 w 7467600"/>
              <a:gd name="connsiteY967" fmla="*/ 0 h 6858000"/>
              <a:gd name="connsiteX968" fmla="*/ 1321076 w 7467600"/>
              <a:gd name="connsiteY968" fmla="*/ 59722 h 6858000"/>
              <a:gd name="connsiteX969" fmla="*/ 1512579 w 7467600"/>
              <a:gd name="connsiteY969" fmla="*/ 626441 h 6858000"/>
              <a:gd name="connsiteX970" fmla="*/ 1506076 w 7467600"/>
              <a:gd name="connsiteY970" fmla="*/ 1089289 h 6858000"/>
              <a:gd name="connsiteX971" fmla="*/ 1486346 w 7467600"/>
              <a:gd name="connsiteY971" fmla="*/ 1079919 h 6858000"/>
              <a:gd name="connsiteX972" fmla="*/ 1070511 w 7467600"/>
              <a:gd name="connsiteY972" fmla="*/ 48609 h 6858000"/>
              <a:gd name="connsiteX973" fmla="*/ 1057230 w 7467600"/>
              <a:gd name="connsiteY973" fmla="*/ 0 h 6858000"/>
              <a:gd name="connsiteX974" fmla="*/ 43151 w 7467600"/>
              <a:gd name="connsiteY974" fmla="*/ 0 h 6858000"/>
              <a:gd name="connsiteX975" fmla="*/ 95283 w 7467600"/>
              <a:gd name="connsiteY975" fmla="*/ 0 h 6858000"/>
              <a:gd name="connsiteX976" fmla="*/ 300708 w 7467600"/>
              <a:gd name="connsiteY976" fmla="*/ 154571 h 6858000"/>
              <a:gd name="connsiteX977" fmla="*/ 530414 w 7467600"/>
              <a:gd name="connsiteY977" fmla="*/ 354673 h 6858000"/>
              <a:gd name="connsiteX978" fmla="*/ 333785 w 7467600"/>
              <a:gd name="connsiteY978" fmla="*/ 161564 h 6858000"/>
              <a:gd name="connsiteX979" fmla="*/ 147005 w 7467600"/>
              <a:gd name="connsiteY979" fmla="*/ 0 h 6858000"/>
              <a:gd name="connsiteX980" fmla="*/ 272509 w 7467600"/>
              <a:gd name="connsiteY980" fmla="*/ 0 h 6858000"/>
              <a:gd name="connsiteX981" fmla="*/ 326276 w 7467600"/>
              <a:gd name="connsiteY981" fmla="*/ 45847 h 6858000"/>
              <a:gd name="connsiteX982" fmla="*/ 823759 w 7467600"/>
              <a:gd name="connsiteY982" fmla="*/ 574145 h 6858000"/>
              <a:gd name="connsiteX983" fmla="*/ 811254 w 7467600"/>
              <a:gd name="connsiteY983" fmla="*/ 665546 h 6858000"/>
              <a:gd name="connsiteX984" fmla="*/ 154042 w 7467600"/>
              <a:gd name="connsiteY984" fmla="*/ 261522 h 6858000"/>
              <a:gd name="connsiteX985" fmla="*/ 13550 w 7467600"/>
              <a:gd name="connsiteY985" fmla="*/ 158423 h 6858000"/>
              <a:gd name="connsiteX986" fmla="*/ 0 w 7467600"/>
              <a:gd name="connsiteY986" fmla="*/ 146618 h 6858000"/>
              <a:gd name="connsiteX987" fmla="*/ 0 w 7467600"/>
              <a:gd name="connsiteY987" fmla="*/ 59161 h 6858000"/>
              <a:gd name="connsiteX988" fmla="*/ 45427 w 7467600"/>
              <a:gd name="connsiteY988" fmla="*/ 101078 h 6858000"/>
              <a:gd name="connsiteX989" fmla="*/ 630103 w 7467600"/>
              <a:gd name="connsiteY989" fmla="*/ 485885 h 6858000"/>
              <a:gd name="connsiteX990" fmla="*/ 532040 w 7467600"/>
              <a:gd name="connsiteY990" fmla="*/ 399359 h 6858000"/>
              <a:gd name="connsiteX991" fmla="*/ 517618 w 7467600"/>
              <a:gd name="connsiteY991" fmla="*/ 385726 h 6858000"/>
              <a:gd name="connsiteX992" fmla="*/ 285074 w 7467600"/>
              <a:gd name="connsiteY992" fmla="*/ 182755 h 6858000"/>
              <a:gd name="connsiteX993" fmla="*/ 43151 w 7467600"/>
              <a:gd name="connsiteY993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343603 w 7467600"/>
              <a:gd name="connsiteY127" fmla="*/ 5149746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1903353 w 7467600"/>
              <a:gd name="connsiteY137" fmla="*/ 5044827 h 6858000"/>
              <a:gd name="connsiteX138" fmla="*/ 1936931 w 7467600"/>
              <a:gd name="connsiteY138" fmla="*/ 5093954 h 6858000"/>
              <a:gd name="connsiteX139" fmla="*/ 2195868 w 7467600"/>
              <a:gd name="connsiteY139" fmla="*/ 5396574 h 6858000"/>
              <a:gd name="connsiteX140" fmla="*/ 2088852 w 7467600"/>
              <a:gd name="connsiteY140" fmla="*/ 5166123 h 6858000"/>
              <a:gd name="connsiteX141" fmla="*/ 1958241 w 7467600"/>
              <a:gd name="connsiteY141" fmla="*/ 5067955 h 6858000"/>
              <a:gd name="connsiteX142" fmla="*/ 1903353 w 7467600"/>
              <a:gd name="connsiteY142" fmla="*/ 5044827 h 6858000"/>
              <a:gd name="connsiteX143" fmla="*/ 1979378 w 7467600"/>
              <a:gd name="connsiteY143" fmla="*/ 4769504 h 6858000"/>
              <a:gd name="connsiteX144" fmla="*/ 2882120 w 7467600"/>
              <a:gd name="connsiteY144" fmla="*/ 5064547 h 6858000"/>
              <a:gd name="connsiteX145" fmla="*/ 2793103 w 7467600"/>
              <a:gd name="connsiteY145" fmla="*/ 5039699 h 6858000"/>
              <a:gd name="connsiteX146" fmla="*/ 2770041 w 7467600"/>
              <a:gd name="connsiteY146" fmla="*/ 5033634 h 6858000"/>
              <a:gd name="connsiteX147" fmla="*/ 1979378 w 7467600"/>
              <a:gd name="connsiteY147" fmla="*/ 4769504 h 6858000"/>
              <a:gd name="connsiteX148" fmla="*/ 1927410 w 7467600"/>
              <a:gd name="connsiteY148" fmla="*/ 4716164 h 6858000"/>
              <a:gd name="connsiteX149" fmla="*/ 1959587 w 7467600"/>
              <a:gd name="connsiteY149" fmla="*/ 4728849 h 6858000"/>
              <a:gd name="connsiteX150" fmla="*/ 2777707 w 7467600"/>
              <a:gd name="connsiteY150" fmla="*/ 5003991 h 6858000"/>
              <a:gd name="connsiteX151" fmla="*/ 2800768 w 7467600"/>
              <a:gd name="connsiteY151" fmla="*/ 5010056 h 6858000"/>
              <a:gd name="connsiteX152" fmla="*/ 2879408 w 7467600"/>
              <a:gd name="connsiteY152" fmla="*/ 5031590 h 6858000"/>
              <a:gd name="connsiteX153" fmla="*/ 2862295 w 7467600"/>
              <a:gd name="connsiteY153" fmla="*/ 5022958 h 6858000"/>
              <a:gd name="connsiteX154" fmla="*/ 2813343 w 7467600"/>
              <a:gd name="connsiteY154" fmla="*/ 4998369 h 6858000"/>
              <a:gd name="connsiteX155" fmla="*/ 2646245 w 7467600"/>
              <a:gd name="connsiteY155" fmla="*/ 4930999 h 6858000"/>
              <a:gd name="connsiteX156" fmla="*/ 1999243 w 7467600"/>
              <a:gd name="connsiteY156" fmla="*/ 4730524 h 6858000"/>
              <a:gd name="connsiteX157" fmla="*/ 1979527 w 7467600"/>
              <a:gd name="connsiteY157" fmla="*/ 4726651 h 6858000"/>
              <a:gd name="connsiteX158" fmla="*/ 1927410 w 7467600"/>
              <a:gd name="connsiteY158" fmla="*/ 4716164 h 6858000"/>
              <a:gd name="connsiteX159" fmla="*/ 1997014 w 7467600"/>
              <a:gd name="connsiteY159" fmla="*/ 4698007 h 6858000"/>
              <a:gd name="connsiteX160" fmla="*/ 2005458 w 7467600"/>
              <a:gd name="connsiteY160" fmla="*/ 4699540 h 6858000"/>
              <a:gd name="connsiteX161" fmla="*/ 2657186 w 7467600"/>
              <a:gd name="connsiteY161" fmla="*/ 4901687 h 6858000"/>
              <a:gd name="connsiteX162" fmla="*/ 2826662 w 7467600"/>
              <a:gd name="connsiteY162" fmla="*/ 4970362 h 6858000"/>
              <a:gd name="connsiteX163" fmla="*/ 2876100 w 7467600"/>
              <a:gd name="connsiteY163" fmla="*/ 4995397 h 6858000"/>
              <a:gd name="connsiteX164" fmla="*/ 3042600 w 7467600"/>
              <a:gd name="connsiteY164" fmla="*/ 5059532 h 6858000"/>
              <a:gd name="connsiteX165" fmla="*/ 1997014 w 7467600"/>
              <a:gd name="connsiteY165" fmla="*/ 4698007 h 6858000"/>
              <a:gd name="connsiteX166" fmla="*/ 2305292 w 7467600"/>
              <a:gd name="connsiteY166" fmla="*/ 4219492 h 6858000"/>
              <a:gd name="connsiteX167" fmla="*/ 3360922 w 7467600"/>
              <a:gd name="connsiteY167" fmla="*/ 4529373 h 6858000"/>
              <a:gd name="connsiteX168" fmla="*/ 3492420 w 7467600"/>
              <a:gd name="connsiteY168" fmla="*/ 4510145 h 6858000"/>
              <a:gd name="connsiteX169" fmla="*/ 3364086 w 7467600"/>
              <a:gd name="connsiteY169" fmla="*/ 4480340 h 6858000"/>
              <a:gd name="connsiteX170" fmla="*/ 3225818 w 7467600"/>
              <a:gd name="connsiteY170" fmla="*/ 4411822 h 6858000"/>
              <a:gd name="connsiteX171" fmla="*/ 3129696 w 7467600"/>
              <a:gd name="connsiteY171" fmla="*/ 4360704 h 6858000"/>
              <a:gd name="connsiteX172" fmla="*/ 2814545 w 7467600"/>
              <a:gd name="connsiteY172" fmla="*/ 4282955 h 6858000"/>
              <a:gd name="connsiteX173" fmla="*/ 2305292 w 7467600"/>
              <a:gd name="connsiteY173" fmla="*/ 4219492 h 6858000"/>
              <a:gd name="connsiteX174" fmla="*/ 2626982 w 7467600"/>
              <a:gd name="connsiteY174" fmla="*/ 4206450 h 6858000"/>
              <a:gd name="connsiteX175" fmla="*/ 2490617 w 7467600"/>
              <a:gd name="connsiteY175" fmla="*/ 4206951 h 6858000"/>
              <a:gd name="connsiteX176" fmla="*/ 2819869 w 7467600"/>
              <a:gd name="connsiteY176" fmla="*/ 4252936 h 6858000"/>
              <a:gd name="connsiteX177" fmla="*/ 3143018 w 7467600"/>
              <a:gd name="connsiteY177" fmla="*/ 4332698 h 6858000"/>
              <a:gd name="connsiteX178" fmla="*/ 3241520 w 7467600"/>
              <a:gd name="connsiteY178" fmla="*/ 4385112 h 6858000"/>
              <a:gd name="connsiteX179" fmla="*/ 3374575 w 7467600"/>
              <a:gd name="connsiteY179" fmla="*/ 4451517 h 6858000"/>
              <a:gd name="connsiteX180" fmla="*/ 3505221 w 7467600"/>
              <a:gd name="connsiteY180" fmla="*/ 4480757 h 6858000"/>
              <a:gd name="connsiteX181" fmla="*/ 2626982 w 7467600"/>
              <a:gd name="connsiteY181" fmla="*/ 4206450 h 6858000"/>
              <a:gd name="connsiteX182" fmla="*/ 1310106 w 7467600"/>
              <a:gd name="connsiteY182" fmla="*/ 3943217 h 6858000"/>
              <a:gd name="connsiteX183" fmla="*/ 854994 w 7467600"/>
              <a:gd name="connsiteY183" fmla="*/ 4399136 h 6858000"/>
              <a:gd name="connsiteX184" fmla="*/ 742462 w 7467600"/>
              <a:gd name="connsiteY184" fmla="*/ 4594648 h 6858000"/>
              <a:gd name="connsiteX185" fmla="*/ 820602 w 7467600"/>
              <a:gd name="connsiteY185" fmla="*/ 4485915 h 6858000"/>
              <a:gd name="connsiteX186" fmla="*/ 878295 w 7467600"/>
              <a:gd name="connsiteY186" fmla="*/ 4403594 h 6858000"/>
              <a:gd name="connsiteX187" fmla="*/ 1240607 w 7467600"/>
              <a:gd name="connsiteY187" fmla="*/ 4010401 h 6858000"/>
              <a:gd name="connsiteX188" fmla="*/ 1310106 w 7467600"/>
              <a:gd name="connsiteY188" fmla="*/ 3943217 h 6858000"/>
              <a:gd name="connsiteX189" fmla="*/ 1423113 w 7467600"/>
              <a:gd name="connsiteY189" fmla="*/ 3874565 h 6858000"/>
              <a:gd name="connsiteX190" fmla="*/ 1260565 w 7467600"/>
              <a:gd name="connsiteY190" fmla="*/ 4031982 h 6858000"/>
              <a:gd name="connsiteX191" fmla="*/ 901900 w 7467600"/>
              <a:gd name="connsiteY191" fmla="*/ 4421236 h 6858000"/>
              <a:gd name="connsiteX192" fmla="*/ 845044 w 7467600"/>
              <a:gd name="connsiteY192" fmla="*/ 4502436 h 6858000"/>
              <a:gd name="connsiteX193" fmla="*/ 685926 w 7467600"/>
              <a:gd name="connsiteY193" fmla="*/ 4703069 h 6858000"/>
              <a:gd name="connsiteX194" fmla="*/ 684248 w 7467600"/>
              <a:gd name="connsiteY194" fmla="*/ 4706721 h 6858000"/>
              <a:gd name="connsiteX195" fmla="*/ 1423113 w 7467600"/>
              <a:gd name="connsiteY195" fmla="*/ 3874565 h 6858000"/>
              <a:gd name="connsiteX196" fmla="*/ 3316479 w 7467600"/>
              <a:gd name="connsiteY196" fmla="*/ 3872136 h 6858000"/>
              <a:gd name="connsiteX197" fmla="*/ 3546806 w 7467600"/>
              <a:gd name="connsiteY197" fmla="*/ 4356139 h 6858000"/>
              <a:gd name="connsiteX198" fmla="*/ 3364433 w 7467600"/>
              <a:gd name="connsiteY198" fmla="*/ 3953121 h 6858000"/>
              <a:gd name="connsiteX199" fmla="*/ 3316479 w 7467600"/>
              <a:gd name="connsiteY199" fmla="*/ 3872136 h 6858000"/>
              <a:gd name="connsiteX200" fmla="*/ 3291335 w 7467600"/>
              <a:gd name="connsiteY200" fmla="*/ 3767420 h 6858000"/>
              <a:gd name="connsiteX201" fmla="*/ 3390805 w 7467600"/>
              <a:gd name="connsiteY201" fmla="*/ 3937163 h 6858000"/>
              <a:gd name="connsiteX202" fmla="*/ 3579062 w 7467600"/>
              <a:gd name="connsiteY202" fmla="*/ 4359040 h 6858000"/>
              <a:gd name="connsiteX203" fmla="*/ 3467355 w 7467600"/>
              <a:gd name="connsiteY203" fmla="*/ 3988130 h 6858000"/>
              <a:gd name="connsiteX204" fmla="*/ 3310753 w 7467600"/>
              <a:gd name="connsiteY204" fmla="*/ 3787140 h 6858000"/>
              <a:gd name="connsiteX205" fmla="*/ 3291335 w 7467600"/>
              <a:gd name="connsiteY205" fmla="*/ 3767420 h 6858000"/>
              <a:gd name="connsiteX206" fmla="*/ 1635889 w 7467600"/>
              <a:gd name="connsiteY206" fmla="*/ 3709494 h 6858000"/>
              <a:gd name="connsiteX207" fmla="*/ 1634800 w 7467600"/>
              <a:gd name="connsiteY207" fmla="*/ 3731111 h 6858000"/>
              <a:gd name="connsiteX208" fmla="*/ 1635889 w 7467600"/>
              <a:gd name="connsiteY208" fmla="*/ 3709494 h 6858000"/>
              <a:gd name="connsiteX209" fmla="*/ 1510397 w 7467600"/>
              <a:gd name="connsiteY209" fmla="*/ 3684705 h 6858000"/>
              <a:gd name="connsiteX210" fmla="*/ 1146550 w 7467600"/>
              <a:gd name="connsiteY210" fmla="*/ 3802012 h 6858000"/>
              <a:gd name="connsiteX211" fmla="*/ 698834 w 7467600"/>
              <a:gd name="connsiteY211" fmla="*/ 3952272 h 6858000"/>
              <a:gd name="connsiteX212" fmla="*/ 34256 w 7467600"/>
              <a:gd name="connsiteY212" fmla="*/ 4347603 h 6858000"/>
              <a:gd name="connsiteX213" fmla="*/ 527241 w 7467600"/>
              <a:gd name="connsiteY213" fmla="*/ 4065078 h 6858000"/>
              <a:gd name="connsiteX214" fmla="*/ 1510397 w 7467600"/>
              <a:gd name="connsiteY214" fmla="*/ 3684705 h 6858000"/>
              <a:gd name="connsiteX215" fmla="*/ 1313114 w 7467600"/>
              <a:gd name="connsiteY215" fmla="*/ 3655216 h 6858000"/>
              <a:gd name="connsiteX216" fmla="*/ 1109304 w 7467600"/>
              <a:gd name="connsiteY216" fmla="*/ 3669030 h 6858000"/>
              <a:gd name="connsiteX217" fmla="*/ 8129 w 7467600"/>
              <a:gd name="connsiteY217" fmla="*/ 4330519 h 6858000"/>
              <a:gd name="connsiteX218" fmla="*/ 687572 w 7467600"/>
              <a:gd name="connsiteY218" fmla="*/ 3925629 h 6858000"/>
              <a:gd name="connsiteX219" fmla="*/ 1138365 w 7467600"/>
              <a:gd name="connsiteY219" fmla="*/ 3774515 h 6858000"/>
              <a:gd name="connsiteX220" fmla="*/ 1505579 w 7467600"/>
              <a:gd name="connsiteY220" fmla="*/ 3655526 h 6858000"/>
              <a:gd name="connsiteX221" fmla="*/ 1313114 w 7467600"/>
              <a:gd name="connsiteY221" fmla="*/ 3655216 h 6858000"/>
              <a:gd name="connsiteX222" fmla="*/ 3655073 w 7467600"/>
              <a:gd name="connsiteY222" fmla="*/ 3650884 h 6858000"/>
              <a:gd name="connsiteX223" fmla="*/ 3989938 w 7467600"/>
              <a:gd name="connsiteY223" fmla="*/ 3991685 h 6858000"/>
              <a:gd name="connsiteX224" fmla="*/ 4393907 w 7467600"/>
              <a:gd name="connsiteY224" fmla="*/ 4261258 h 6858000"/>
              <a:gd name="connsiteX225" fmla="*/ 4648051 w 7467600"/>
              <a:gd name="connsiteY225" fmla="*/ 4374051 h 6858000"/>
              <a:gd name="connsiteX226" fmla="*/ 4383389 w 7467600"/>
              <a:gd name="connsiteY226" fmla="*/ 4184369 h 6858000"/>
              <a:gd name="connsiteX227" fmla="*/ 4165508 w 7467600"/>
              <a:gd name="connsiteY227" fmla="*/ 4035196 h 6858000"/>
              <a:gd name="connsiteX228" fmla="*/ 4068162 w 7467600"/>
              <a:gd name="connsiteY228" fmla="*/ 3953394 h 6858000"/>
              <a:gd name="connsiteX229" fmla="*/ 3981416 w 7467600"/>
              <a:gd name="connsiteY229" fmla="*/ 3880482 h 6858000"/>
              <a:gd name="connsiteX230" fmla="*/ 3800147 w 7467600"/>
              <a:gd name="connsiteY230" fmla="*/ 3749872 h 6858000"/>
              <a:gd name="connsiteX231" fmla="*/ 3655073 w 7467600"/>
              <a:gd name="connsiteY231" fmla="*/ 3650884 h 6858000"/>
              <a:gd name="connsiteX232" fmla="*/ 3670252 w 7467600"/>
              <a:gd name="connsiteY232" fmla="*/ 3622798 h 6858000"/>
              <a:gd name="connsiteX233" fmla="*/ 3817258 w 7467600"/>
              <a:gd name="connsiteY233" fmla="*/ 3723577 h 6858000"/>
              <a:gd name="connsiteX234" fmla="*/ 4000461 w 7467600"/>
              <a:gd name="connsiteY234" fmla="*/ 3855966 h 6858000"/>
              <a:gd name="connsiteX235" fmla="*/ 4088180 w 7467600"/>
              <a:gd name="connsiteY235" fmla="*/ 3929774 h 6858000"/>
              <a:gd name="connsiteX236" fmla="*/ 4184555 w 7467600"/>
              <a:gd name="connsiteY236" fmla="*/ 4010683 h 6858000"/>
              <a:gd name="connsiteX237" fmla="*/ 4399563 w 7467600"/>
              <a:gd name="connsiteY237" fmla="*/ 4158106 h 6858000"/>
              <a:gd name="connsiteX238" fmla="*/ 4684469 w 7467600"/>
              <a:gd name="connsiteY238" fmla="*/ 4364680 h 6858000"/>
              <a:gd name="connsiteX239" fmla="*/ 4690271 w 7467600"/>
              <a:gd name="connsiteY239" fmla="*/ 4370034 h 6858000"/>
              <a:gd name="connsiteX240" fmla="*/ 4136093 w 7467600"/>
              <a:gd name="connsiteY240" fmla="*/ 3858466 h 6858000"/>
              <a:gd name="connsiteX241" fmla="*/ 3670252 w 7467600"/>
              <a:gd name="connsiteY241" fmla="*/ 3622798 h 6858000"/>
              <a:gd name="connsiteX242" fmla="*/ 4440129 w 7467600"/>
              <a:gd name="connsiteY242" fmla="*/ 3448571 h 6858000"/>
              <a:gd name="connsiteX243" fmla="*/ 4856525 w 7467600"/>
              <a:gd name="connsiteY243" fmla="*/ 3915351 h 6858000"/>
              <a:gd name="connsiteX244" fmla="*/ 5059055 w 7467600"/>
              <a:gd name="connsiteY244" fmla="*/ 4108918 h 6858000"/>
              <a:gd name="connsiteX245" fmla="*/ 5290070 w 7467600"/>
              <a:gd name="connsiteY245" fmla="*/ 4263619 h 6858000"/>
              <a:gd name="connsiteX246" fmla="*/ 4834991 w 7467600"/>
              <a:gd name="connsiteY246" fmla="*/ 3830985 h 6858000"/>
              <a:gd name="connsiteX247" fmla="*/ 4440129 w 7467600"/>
              <a:gd name="connsiteY247" fmla="*/ 3448571 h 6858000"/>
              <a:gd name="connsiteX248" fmla="*/ 4441737 w 7467600"/>
              <a:gd name="connsiteY248" fmla="*/ 3399734 h 6858000"/>
              <a:gd name="connsiteX249" fmla="*/ 4431236 w 7467600"/>
              <a:gd name="connsiteY249" fmla="*/ 3400954 h 6858000"/>
              <a:gd name="connsiteX250" fmla="*/ 4557150 w 7467600"/>
              <a:gd name="connsiteY250" fmla="*/ 3510023 h 6858000"/>
              <a:gd name="connsiteX251" fmla="*/ 4856936 w 7467600"/>
              <a:gd name="connsiteY251" fmla="*/ 3809146 h 6858000"/>
              <a:gd name="connsiteX252" fmla="*/ 5111996 w 7467600"/>
              <a:gd name="connsiteY252" fmla="*/ 4065759 h 6858000"/>
              <a:gd name="connsiteX253" fmla="*/ 5388878 w 7467600"/>
              <a:gd name="connsiteY253" fmla="*/ 4300185 h 6858000"/>
              <a:gd name="connsiteX254" fmla="*/ 5425556 w 7467600"/>
              <a:gd name="connsiteY254" fmla="*/ 4308967 h 6858000"/>
              <a:gd name="connsiteX255" fmla="*/ 4943646 w 7467600"/>
              <a:gd name="connsiteY255" fmla="*/ 3822916 h 6858000"/>
              <a:gd name="connsiteX256" fmla="*/ 4594837 w 7467600"/>
              <a:gd name="connsiteY256" fmla="*/ 3532274 h 6858000"/>
              <a:gd name="connsiteX257" fmla="*/ 4441737 w 7467600"/>
              <a:gd name="connsiteY257" fmla="*/ 3399734 h 6858000"/>
              <a:gd name="connsiteX258" fmla="*/ 5425834 w 7467600"/>
              <a:gd name="connsiteY258" fmla="*/ 3162785 h 6858000"/>
              <a:gd name="connsiteX259" fmla="*/ 5401644 w 7467600"/>
              <a:gd name="connsiteY259" fmla="*/ 3617847 h 6858000"/>
              <a:gd name="connsiteX260" fmla="*/ 5467256 w 7467600"/>
              <a:gd name="connsiteY260" fmla="*/ 4175494 h 6858000"/>
              <a:gd name="connsiteX261" fmla="*/ 5448069 w 7467600"/>
              <a:gd name="connsiteY261" fmla="*/ 3567554 h 6858000"/>
              <a:gd name="connsiteX262" fmla="*/ 5425834 w 7467600"/>
              <a:gd name="connsiteY262" fmla="*/ 3162785 h 6858000"/>
              <a:gd name="connsiteX263" fmla="*/ 1318687 w 7467600"/>
              <a:gd name="connsiteY263" fmla="*/ 3113840 h 6858000"/>
              <a:gd name="connsiteX264" fmla="*/ 1066793 w 7467600"/>
              <a:gd name="connsiteY264" fmla="*/ 3212171 h 6858000"/>
              <a:gd name="connsiteX265" fmla="*/ 993319 w 7467600"/>
              <a:gd name="connsiteY265" fmla="*/ 3247648 h 6858000"/>
              <a:gd name="connsiteX266" fmla="*/ 853081 w 7467600"/>
              <a:gd name="connsiteY266" fmla="*/ 3312410 h 6858000"/>
              <a:gd name="connsiteX267" fmla="*/ 805957 w 7467600"/>
              <a:gd name="connsiteY267" fmla="*/ 3330443 h 6858000"/>
              <a:gd name="connsiteX268" fmla="*/ 1318687 w 7467600"/>
              <a:gd name="connsiteY268" fmla="*/ 3113840 h 6858000"/>
              <a:gd name="connsiteX269" fmla="*/ 5453702 w 7467600"/>
              <a:gd name="connsiteY269" fmla="*/ 3090882 h 6858000"/>
              <a:gd name="connsiteX270" fmla="*/ 5480135 w 7467600"/>
              <a:gd name="connsiteY270" fmla="*/ 3565802 h 6858000"/>
              <a:gd name="connsiteX271" fmla="*/ 5499023 w 7467600"/>
              <a:gd name="connsiteY271" fmla="*/ 4166310 h 6858000"/>
              <a:gd name="connsiteX272" fmla="*/ 5547022 w 7467600"/>
              <a:gd name="connsiteY272" fmla="*/ 3607838 h 6858000"/>
              <a:gd name="connsiteX273" fmla="*/ 5515964 w 7467600"/>
              <a:gd name="connsiteY273" fmla="*/ 3378541 h 6858000"/>
              <a:gd name="connsiteX274" fmla="*/ 5453702 w 7467600"/>
              <a:gd name="connsiteY274" fmla="*/ 3090882 h 6858000"/>
              <a:gd name="connsiteX275" fmla="*/ 1238695 w 7467600"/>
              <a:gd name="connsiteY275" fmla="*/ 3076820 h 6858000"/>
              <a:gd name="connsiteX276" fmla="*/ 716371 w 7467600"/>
              <a:gd name="connsiteY276" fmla="*/ 3293249 h 6858000"/>
              <a:gd name="connsiteX277" fmla="*/ 579522 w 7467600"/>
              <a:gd name="connsiteY277" fmla="*/ 3371759 h 6858000"/>
              <a:gd name="connsiteX278" fmla="*/ 600288 w 7467600"/>
              <a:gd name="connsiteY278" fmla="*/ 3365555 h 6858000"/>
              <a:gd name="connsiteX279" fmla="*/ 840692 w 7467600"/>
              <a:gd name="connsiteY279" fmla="*/ 3284921 h 6858000"/>
              <a:gd name="connsiteX280" fmla="*/ 979248 w 7467600"/>
              <a:gd name="connsiteY280" fmla="*/ 3221003 h 6858000"/>
              <a:gd name="connsiteX281" fmla="*/ 1053282 w 7467600"/>
              <a:gd name="connsiteY281" fmla="*/ 3185247 h 6858000"/>
              <a:gd name="connsiteX282" fmla="*/ 1320603 w 7467600"/>
              <a:gd name="connsiteY282" fmla="*/ 3081281 h 6858000"/>
              <a:gd name="connsiteX283" fmla="*/ 1238695 w 7467600"/>
              <a:gd name="connsiteY283" fmla="*/ 3076820 h 6858000"/>
              <a:gd name="connsiteX284" fmla="*/ 5425627 w 7467600"/>
              <a:gd name="connsiteY284" fmla="*/ 2954192 h 6858000"/>
              <a:gd name="connsiteX285" fmla="*/ 5470770 w 7467600"/>
              <a:gd name="connsiteY285" fmla="*/ 3005435 h 6858000"/>
              <a:gd name="connsiteX286" fmla="*/ 5519779 w 7467600"/>
              <a:gd name="connsiteY286" fmla="*/ 4359223 h 6858000"/>
              <a:gd name="connsiteX287" fmla="*/ 5520293 w 7467600"/>
              <a:gd name="connsiteY287" fmla="*/ 4360602 h 6858000"/>
              <a:gd name="connsiteX288" fmla="*/ 5767221 w 7467600"/>
              <a:gd name="connsiteY288" fmla="*/ 4665564 h 6858000"/>
              <a:gd name="connsiteX289" fmla="*/ 6937169 w 7467600"/>
              <a:gd name="connsiteY289" fmla="*/ 4815941 h 6858000"/>
              <a:gd name="connsiteX290" fmla="*/ 6953922 w 7467600"/>
              <a:gd name="connsiteY290" fmla="*/ 4890068 h 6858000"/>
              <a:gd name="connsiteX291" fmla="*/ 6071359 w 7467600"/>
              <a:gd name="connsiteY291" fmla="*/ 4770770 h 6858000"/>
              <a:gd name="connsiteX292" fmla="*/ 6038839 w 7467600"/>
              <a:gd name="connsiteY292" fmla="*/ 4764474 h 6858000"/>
              <a:gd name="connsiteX293" fmla="*/ 6038706 w 7467600"/>
              <a:gd name="connsiteY293" fmla="*/ 4763847 h 6858000"/>
              <a:gd name="connsiteX294" fmla="*/ 6037784 w 7467600"/>
              <a:gd name="connsiteY294" fmla="*/ 4764270 h 6858000"/>
              <a:gd name="connsiteX295" fmla="*/ 6038839 w 7467600"/>
              <a:gd name="connsiteY295" fmla="*/ 4764474 h 6858000"/>
              <a:gd name="connsiteX296" fmla="*/ 6040338 w 7467600"/>
              <a:gd name="connsiteY296" fmla="*/ 4771418 h 6858000"/>
              <a:gd name="connsiteX297" fmla="*/ 6024488 w 7467600"/>
              <a:gd name="connsiteY297" fmla="*/ 4809903 h 6858000"/>
              <a:gd name="connsiteX298" fmla="*/ 5599771 w 7467600"/>
              <a:gd name="connsiteY298" fmla="*/ 5509652 h 6858000"/>
              <a:gd name="connsiteX299" fmla="*/ 5548843 w 7467600"/>
              <a:gd name="connsiteY299" fmla="*/ 5563845 h 6858000"/>
              <a:gd name="connsiteX300" fmla="*/ 5940952 w 7467600"/>
              <a:gd name="connsiteY300" fmla="*/ 6250028 h 6858000"/>
              <a:gd name="connsiteX301" fmla="*/ 6043441 w 7467600"/>
              <a:gd name="connsiteY301" fmla="*/ 6665847 h 6858000"/>
              <a:gd name="connsiteX302" fmla="*/ 6093432 w 7467600"/>
              <a:gd name="connsiteY302" fmla="*/ 6858000 h 6858000"/>
              <a:gd name="connsiteX303" fmla="*/ 6034344 w 7467600"/>
              <a:gd name="connsiteY303" fmla="*/ 6858000 h 6858000"/>
              <a:gd name="connsiteX304" fmla="*/ 6026679 w 7467600"/>
              <a:gd name="connsiteY304" fmla="*/ 6836959 h 6858000"/>
              <a:gd name="connsiteX305" fmla="*/ 5800441 w 7467600"/>
              <a:gd name="connsiteY305" fmla="*/ 6335286 h 6858000"/>
              <a:gd name="connsiteX306" fmla="*/ 5526562 w 7467600"/>
              <a:gd name="connsiteY306" fmla="*/ 5705388 h 6858000"/>
              <a:gd name="connsiteX307" fmla="*/ 5519640 w 7467600"/>
              <a:gd name="connsiteY307" fmla="*/ 5683774 h 6858000"/>
              <a:gd name="connsiteX308" fmla="*/ 5844559 w 7467600"/>
              <a:gd name="connsiteY308" fmla="*/ 6553349 h 6858000"/>
              <a:gd name="connsiteX309" fmla="*/ 5975994 w 7467600"/>
              <a:gd name="connsiteY309" fmla="*/ 6858000 h 6858000"/>
              <a:gd name="connsiteX310" fmla="*/ 5898547 w 7467600"/>
              <a:gd name="connsiteY310" fmla="*/ 6858000 h 6858000"/>
              <a:gd name="connsiteX311" fmla="*/ 5682041 w 7467600"/>
              <a:gd name="connsiteY311" fmla="*/ 6355860 h 6858000"/>
              <a:gd name="connsiteX312" fmla="*/ 5461758 w 7467600"/>
              <a:gd name="connsiteY312" fmla="*/ 5820220 h 6858000"/>
              <a:gd name="connsiteX313" fmla="*/ 5237282 w 7467600"/>
              <a:gd name="connsiteY313" fmla="*/ 6579086 h 6858000"/>
              <a:gd name="connsiteX314" fmla="*/ 5115009 w 7467600"/>
              <a:gd name="connsiteY314" fmla="*/ 6858000 h 6858000"/>
              <a:gd name="connsiteX315" fmla="*/ 5028074 w 7467600"/>
              <a:gd name="connsiteY315" fmla="*/ 6858000 h 6858000"/>
              <a:gd name="connsiteX316" fmla="*/ 5079508 w 7467600"/>
              <a:gd name="connsiteY316" fmla="*/ 6749074 h 6858000"/>
              <a:gd name="connsiteX317" fmla="*/ 5371846 w 7467600"/>
              <a:gd name="connsiteY317" fmla="*/ 5924413 h 6858000"/>
              <a:gd name="connsiteX318" fmla="*/ 5270512 w 7467600"/>
              <a:gd name="connsiteY318" fmla="*/ 6138975 h 6858000"/>
              <a:gd name="connsiteX319" fmla="*/ 5062409 w 7467600"/>
              <a:gd name="connsiteY319" fmla="*/ 6653544 h 6858000"/>
              <a:gd name="connsiteX320" fmla="*/ 5036628 w 7467600"/>
              <a:gd name="connsiteY320" fmla="*/ 6754247 h 6858000"/>
              <a:gd name="connsiteX321" fmla="*/ 5009112 w 7467600"/>
              <a:gd name="connsiteY321" fmla="*/ 6858000 h 6858000"/>
              <a:gd name="connsiteX322" fmla="*/ 4976679 w 7467600"/>
              <a:gd name="connsiteY322" fmla="*/ 6858000 h 6858000"/>
              <a:gd name="connsiteX323" fmla="*/ 5006537 w 7467600"/>
              <a:gd name="connsiteY323" fmla="*/ 6747068 h 6858000"/>
              <a:gd name="connsiteX324" fmla="*/ 5032723 w 7467600"/>
              <a:gd name="connsiteY324" fmla="*/ 6644957 h 6858000"/>
              <a:gd name="connsiteX325" fmla="*/ 5242949 w 7467600"/>
              <a:gd name="connsiteY325" fmla="*/ 6125175 h 6858000"/>
              <a:gd name="connsiteX326" fmla="*/ 5286321 w 7467600"/>
              <a:gd name="connsiteY326" fmla="*/ 6033555 h 6858000"/>
              <a:gd name="connsiteX327" fmla="*/ 5008210 w 7467600"/>
              <a:gd name="connsiteY327" fmla="*/ 6649194 h 6858000"/>
              <a:gd name="connsiteX328" fmla="*/ 4986321 w 7467600"/>
              <a:gd name="connsiteY328" fmla="*/ 6765687 h 6858000"/>
              <a:gd name="connsiteX329" fmla="*/ 4973474 w 7467600"/>
              <a:gd name="connsiteY329" fmla="*/ 6858000 h 6858000"/>
              <a:gd name="connsiteX330" fmla="*/ 4907178 w 7467600"/>
              <a:gd name="connsiteY330" fmla="*/ 6858000 h 6858000"/>
              <a:gd name="connsiteX331" fmla="*/ 4910810 w 7467600"/>
              <a:gd name="connsiteY331" fmla="*/ 6829660 h 6858000"/>
              <a:gd name="connsiteX332" fmla="*/ 4987461 w 7467600"/>
              <a:gd name="connsiteY332" fmla="*/ 6432994 h 6858000"/>
              <a:gd name="connsiteX333" fmla="*/ 5179262 w 7467600"/>
              <a:gd name="connsiteY333" fmla="*/ 6035044 h 6858000"/>
              <a:gd name="connsiteX334" fmla="*/ 4689678 w 7467600"/>
              <a:gd name="connsiteY334" fmla="*/ 6440241 h 6858000"/>
              <a:gd name="connsiteX335" fmla="*/ 4477543 w 7467600"/>
              <a:gd name="connsiteY335" fmla="*/ 6674836 h 6858000"/>
              <a:gd name="connsiteX336" fmla="*/ 4329957 w 7467600"/>
              <a:gd name="connsiteY336" fmla="*/ 6858000 h 6858000"/>
              <a:gd name="connsiteX337" fmla="*/ 4218595 w 7467600"/>
              <a:gd name="connsiteY337" fmla="*/ 6858000 h 6858000"/>
              <a:gd name="connsiteX338" fmla="*/ 4368888 w 7467600"/>
              <a:gd name="connsiteY338" fmla="*/ 6668412 h 6858000"/>
              <a:gd name="connsiteX339" fmla="*/ 4563091 w 7467600"/>
              <a:gd name="connsiteY339" fmla="*/ 6442508 h 6858000"/>
              <a:gd name="connsiteX340" fmla="*/ 5387324 w 7467600"/>
              <a:gd name="connsiteY340" fmla="*/ 5705830 h 6858000"/>
              <a:gd name="connsiteX341" fmla="*/ 5073620 w 7467600"/>
              <a:gd name="connsiteY341" fmla="*/ 5955437 h 6858000"/>
              <a:gd name="connsiteX342" fmla="*/ 4689789 w 7467600"/>
              <a:gd name="connsiteY342" fmla="*/ 6268382 h 6858000"/>
              <a:gd name="connsiteX343" fmla="*/ 4418722 w 7467600"/>
              <a:gd name="connsiteY343" fmla="*/ 6570886 h 6858000"/>
              <a:gd name="connsiteX344" fmla="*/ 4214944 w 7467600"/>
              <a:gd name="connsiteY344" fmla="*/ 6858000 h 6858000"/>
              <a:gd name="connsiteX345" fmla="*/ 4177898 w 7467600"/>
              <a:gd name="connsiteY345" fmla="*/ 6858000 h 6858000"/>
              <a:gd name="connsiteX346" fmla="*/ 4391597 w 7467600"/>
              <a:gd name="connsiteY346" fmla="*/ 6556370 h 6858000"/>
              <a:gd name="connsiteX347" fmla="*/ 4668889 w 7467600"/>
              <a:gd name="connsiteY347" fmla="*/ 6246399 h 6858000"/>
              <a:gd name="connsiteX348" fmla="*/ 5055427 w 7467600"/>
              <a:gd name="connsiteY348" fmla="*/ 5931476 h 6858000"/>
              <a:gd name="connsiteX349" fmla="*/ 5371814 w 7467600"/>
              <a:gd name="connsiteY349" fmla="*/ 5678975 h 6858000"/>
              <a:gd name="connsiteX350" fmla="*/ 4987918 w 7467600"/>
              <a:gd name="connsiteY350" fmla="*/ 5838701 h 6858000"/>
              <a:gd name="connsiteX351" fmla="*/ 4317146 w 7467600"/>
              <a:gd name="connsiteY351" fmla="*/ 6587716 h 6858000"/>
              <a:gd name="connsiteX352" fmla="*/ 4171627 w 7467600"/>
              <a:gd name="connsiteY352" fmla="*/ 6858000 h 6858000"/>
              <a:gd name="connsiteX353" fmla="*/ 4081585 w 7467600"/>
              <a:gd name="connsiteY353" fmla="*/ 6858000 h 6858000"/>
              <a:gd name="connsiteX354" fmla="*/ 4238603 w 7467600"/>
              <a:gd name="connsiteY354" fmla="*/ 6559341 h 6858000"/>
              <a:gd name="connsiteX355" fmla="*/ 4778333 w 7467600"/>
              <a:gd name="connsiteY355" fmla="*/ 5873626 h 6858000"/>
              <a:gd name="connsiteX356" fmla="*/ 5414185 w 7467600"/>
              <a:gd name="connsiteY356" fmla="*/ 5573882 h 6858000"/>
              <a:gd name="connsiteX357" fmla="*/ 5959648 w 7467600"/>
              <a:gd name="connsiteY357" fmla="*/ 4760797 h 6858000"/>
              <a:gd name="connsiteX358" fmla="*/ 5355019 w 7467600"/>
              <a:gd name="connsiteY358" fmla="*/ 4734672 h 6858000"/>
              <a:gd name="connsiteX359" fmla="*/ 5083565 w 7467600"/>
              <a:gd name="connsiteY359" fmla="*/ 5179121 h 6858000"/>
              <a:gd name="connsiteX360" fmla="*/ 4713577 w 7467600"/>
              <a:gd name="connsiteY360" fmla="*/ 5616803 h 6858000"/>
              <a:gd name="connsiteX361" fmla="*/ 3989559 w 7467600"/>
              <a:gd name="connsiteY361" fmla="*/ 6145945 h 6858000"/>
              <a:gd name="connsiteX362" fmla="*/ 3939824 w 7467600"/>
              <a:gd name="connsiteY362" fmla="*/ 6066900 h 6858000"/>
              <a:gd name="connsiteX363" fmla="*/ 4584537 w 7467600"/>
              <a:gd name="connsiteY363" fmla="*/ 5324826 h 6858000"/>
              <a:gd name="connsiteX364" fmla="*/ 5037105 w 7467600"/>
              <a:gd name="connsiteY364" fmla="*/ 5088765 h 6858000"/>
              <a:gd name="connsiteX365" fmla="*/ 5039930 w 7467600"/>
              <a:gd name="connsiteY365" fmla="*/ 5089585 h 6858000"/>
              <a:gd name="connsiteX366" fmla="*/ 5263764 w 7467600"/>
              <a:gd name="connsiteY366" fmla="*/ 4735525 h 6858000"/>
              <a:gd name="connsiteX367" fmla="*/ 4086300 w 7467600"/>
              <a:gd name="connsiteY367" fmla="*/ 4884599 h 6858000"/>
              <a:gd name="connsiteX368" fmla="*/ 4085485 w 7467600"/>
              <a:gd name="connsiteY368" fmla="*/ 4899070 h 6858000"/>
              <a:gd name="connsiteX369" fmla="*/ 3871915 w 7467600"/>
              <a:gd name="connsiteY369" fmla="*/ 5253645 h 6858000"/>
              <a:gd name="connsiteX370" fmla="*/ 3799374 w 7467600"/>
              <a:gd name="connsiteY370" fmla="*/ 5466127 h 6858000"/>
              <a:gd name="connsiteX371" fmla="*/ 3498850 w 7467600"/>
              <a:gd name="connsiteY371" fmla="*/ 6661888 h 6858000"/>
              <a:gd name="connsiteX372" fmla="*/ 3399216 w 7467600"/>
              <a:gd name="connsiteY372" fmla="*/ 6858000 h 6858000"/>
              <a:gd name="connsiteX373" fmla="*/ 3303688 w 7467600"/>
              <a:gd name="connsiteY373" fmla="*/ 6858000 h 6858000"/>
              <a:gd name="connsiteX374" fmla="*/ 3391774 w 7467600"/>
              <a:gd name="connsiteY374" fmla="*/ 6697181 h 6858000"/>
              <a:gd name="connsiteX375" fmla="*/ 3735540 w 7467600"/>
              <a:gd name="connsiteY375" fmla="*/ 5546923 h 6858000"/>
              <a:gd name="connsiteX376" fmla="*/ 3729438 w 7467600"/>
              <a:gd name="connsiteY376" fmla="*/ 5569058 h 6858000"/>
              <a:gd name="connsiteX377" fmla="*/ 3707782 w 7467600"/>
              <a:gd name="connsiteY377" fmla="*/ 5644908 h 6858000"/>
              <a:gd name="connsiteX378" fmla="*/ 3583827 w 7467600"/>
              <a:gd name="connsiteY378" fmla="*/ 6039215 h 6858000"/>
              <a:gd name="connsiteX379" fmla="*/ 3547861 w 7467600"/>
              <a:gd name="connsiteY379" fmla="*/ 6129609 h 6858000"/>
              <a:gd name="connsiteX380" fmla="*/ 3490905 w 7467600"/>
              <a:gd name="connsiteY380" fmla="*/ 6277660 h 6858000"/>
              <a:gd name="connsiteX381" fmla="*/ 3455859 w 7467600"/>
              <a:gd name="connsiteY381" fmla="*/ 6391301 h 6858000"/>
              <a:gd name="connsiteX382" fmla="*/ 3429112 w 7467600"/>
              <a:gd name="connsiteY382" fmla="*/ 6479469 h 6858000"/>
              <a:gd name="connsiteX383" fmla="*/ 3304862 w 7467600"/>
              <a:gd name="connsiteY383" fmla="*/ 6796476 h 6858000"/>
              <a:gd name="connsiteX384" fmla="*/ 3276071 w 7467600"/>
              <a:gd name="connsiteY384" fmla="*/ 6858000 h 6858000"/>
              <a:gd name="connsiteX385" fmla="*/ 3240805 w 7467600"/>
              <a:gd name="connsiteY385" fmla="*/ 6858000 h 6858000"/>
              <a:gd name="connsiteX386" fmla="*/ 3275917 w 7467600"/>
              <a:gd name="connsiteY386" fmla="*/ 6783192 h 6858000"/>
              <a:gd name="connsiteX387" fmla="*/ 3399358 w 7467600"/>
              <a:gd name="connsiteY387" fmla="*/ 6469011 h 6858000"/>
              <a:gd name="connsiteX388" fmla="*/ 3425650 w 7467600"/>
              <a:gd name="connsiteY388" fmla="*/ 6381333 h 6858000"/>
              <a:gd name="connsiteX389" fmla="*/ 3460661 w 7467600"/>
              <a:gd name="connsiteY389" fmla="*/ 6266763 h 6858000"/>
              <a:gd name="connsiteX390" fmla="*/ 3518021 w 7467600"/>
              <a:gd name="connsiteY390" fmla="*/ 6117298 h 6858000"/>
              <a:gd name="connsiteX391" fmla="*/ 3554035 w 7467600"/>
              <a:gd name="connsiteY391" fmla="*/ 6027832 h 6858000"/>
              <a:gd name="connsiteX392" fmla="*/ 3677174 w 7467600"/>
              <a:gd name="connsiteY392" fmla="*/ 5636351 h 6858000"/>
              <a:gd name="connsiteX393" fmla="*/ 3698819 w 7467600"/>
              <a:gd name="connsiteY393" fmla="*/ 5560503 h 6858000"/>
              <a:gd name="connsiteX394" fmla="*/ 3702094 w 7467600"/>
              <a:gd name="connsiteY394" fmla="*/ 5549194 h 6858000"/>
              <a:gd name="connsiteX395" fmla="*/ 3398355 w 7467600"/>
              <a:gd name="connsiteY395" fmla="*/ 6094603 h 6858000"/>
              <a:gd name="connsiteX396" fmla="*/ 3193941 w 7467600"/>
              <a:gd name="connsiteY396" fmla="*/ 6798775 h 6858000"/>
              <a:gd name="connsiteX397" fmla="*/ 3184140 w 7467600"/>
              <a:gd name="connsiteY397" fmla="*/ 6858000 h 6858000"/>
              <a:gd name="connsiteX398" fmla="*/ 3099978 w 7467600"/>
              <a:gd name="connsiteY398" fmla="*/ 6858000 h 6858000"/>
              <a:gd name="connsiteX399" fmla="*/ 3101556 w 7467600"/>
              <a:gd name="connsiteY399" fmla="*/ 6843337 h 6858000"/>
              <a:gd name="connsiteX400" fmla="*/ 3370162 w 7467600"/>
              <a:gd name="connsiteY400" fmla="*/ 5785550 h 6858000"/>
              <a:gd name="connsiteX401" fmla="*/ 3746477 w 7467600"/>
              <a:gd name="connsiteY401" fmla="*/ 5377889 h 6858000"/>
              <a:gd name="connsiteX402" fmla="*/ 3863399 w 7467600"/>
              <a:gd name="connsiteY402" fmla="*/ 5087257 h 6858000"/>
              <a:gd name="connsiteX403" fmla="*/ 3968712 w 7467600"/>
              <a:gd name="connsiteY403" fmla="*/ 4913989 h 6858000"/>
              <a:gd name="connsiteX404" fmla="*/ 2792390 w 7467600"/>
              <a:gd name="connsiteY404" fmla="*/ 5382974 h 6858000"/>
              <a:gd name="connsiteX405" fmla="*/ 2714982 w 7467600"/>
              <a:gd name="connsiteY405" fmla="*/ 5427051 h 6858000"/>
              <a:gd name="connsiteX406" fmla="*/ 2813361 w 7467600"/>
              <a:gd name="connsiteY406" fmla="*/ 6023912 h 6858000"/>
              <a:gd name="connsiteX407" fmla="*/ 2688430 w 7467600"/>
              <a:gd name="connsiteY407" fmla="*/ 6801564 h 6858000"/>
              <a:gd name="connsiteX408" fmla="*/ 2629626 w 7467600"/>
              <a:gd name="connsiteY408" fmla="*/ 6763394 h 6858000"/>
              <a:gd name="connsiteX409" fmla="*/ 2565328 w 7467600"/>
              <a:gd name="connsiteY409" fmla="*/ 5516399 h 6858000"/>
              <a:gd name="connsiteX410" fmla="*/ 1922999 w 7467600"/>
              <a:gd name="connsiteY410" fmla="*/ 5980343 h 6858000"/>
              <a:gd name="connsiteX411" fmla="*/ 1950261 w 7467600"/>
              <a:gd name="connsiteY411" fmla="*/ 6405858 h 6858000"/>
              <a:gd name="connsiteX412" fmla="*/ 2365554 w 7467600"/>
              <a:gd name="connsiteY412" fmla="*/ 6759107 h 6858000"/>
              <a:gd name="connsiteX413" fmla="*/ 2424142 w 7467600"/>
              <a:gd name="connsiteY413" fmla="*/ 6858000 h 6858000"/>
              <a:gd name="connsiteX414" fmla="*/ 2395994 w 7467600"/>
              <a:gd name="connsiteY414" fmla="*/ 6858000 h 6858000"/>
              <a:gd name="connsiteX415" fmla="*/ 2392863 w 7467600"/>
              <a:gd name="connsiteY415" fmla="*/ 6852964 h 6858000"/>
              <a:gd name="connsiteX416" fmla="*/ 2017589 w 7467600"/>
              <a:gd name="connsiteY416" fmla="*/ 6493982 h 6858000"/>
              <a:gd name="connsiteX417" fmla="*/ 2147336 w 7467600"/>
              <a:gd name="connsiteY417" fmla="*/ 6594052 h 6858000"/>
              <a:gd name="connsiteX418" fmla="*/ 2207047 w 7467600"/>
              <a:gd name="connsiteY418" fmla="*/ 6654540 h 6858000"/>
              <a:gd name="connsiteX419" fmla="*/ 2299106 w 7467600"/>
              <a:gd name="connsiteY419" fmla="*/ 6778931 h 6858000"/>
              <a:gd name="connsiteX420" fmla="*/ 2314430 w 7467600"/>
              <a:gd name="connsiteY420" fmla="*/ 6801144 h 6858000"/>
              <a:gd name="connsiteX421" fmla="*/ 2352406 w 7467600"/>
              <a:gd name="connsiteY421" fmla="*/ 6858000 h 6858000"/>
              <a:gd name="connsiteX422" fmla="*/ 2314492 w 7467600"/>
              <a:gd name="connsiteY422" fmla="*/ 6858000 h 6858000"/>
              <a:gd name="connsiteX423" fmla="*/ 2288095 w 7467600"/>
              <a:gd name="connsiteY423" fmla="*/ 6818030 h 6858000"/>
              <a:gd name="connsiteX424" fmla="*/ 2272768 w 7467600"/>
              <a:gd name="connsiteY424" fmla="*/ 6795822 h 6858000"/>
              <a:gd name="connsiteX425" fmla="*/ 2182715 w 7467600"/>
              <a:gd name="connsiteY425" fmla="*/ 6675071 h 6858000"/>
              <a:gd name="connsiteX426" fmla="*/ 2032061 w 7467600"/>
              <a:gd name="connsiteY426" fmla="*/ 6541380 h 6858000"/>
              <a:gd name="connsiteX427" fmla="*/ 2257220 w 7467600"/>
              <a:gd name="connsiteY427" fmla="*/ 6826257 h 6858000"/>
              <a:gd name="connsiteX428" fmla="*/ 2281324 w 7467600"/>
              <a:gd name="connsiteY428" fmla="*/ 6858000 h 6858000"/>
              <a:gd name="connsiteX429" fmla="*/ 2242860 w 7467600"/>
              <a:gd name="connsiteY429" fmla="*/ 6858000 h 6858000"/>
              <a:gd name="connsiteX430" fmla="*/ 2232818 w 7467600"/>
              <a:gd name="connsiteY430" fmla="*/ 6844926 h 6858000"/>
              <a:gd name="connsiteX431" fmla="*/ 1990172 w 7467600"/>
              <a:gd name="connsiteY431" fmla="*/ 6542121 h 6858000"/>
              <a:gd name="connsiteX432" fmla="*/ 2124090 w 7467600"/>
              <a:gd name="connsiteY432" fmla="*/ 6761017 h 6858000"/>
              <a:gd name="connsiteX433" fmla="*/ 2200380 w 7467600"/>
              <a:gd name="connsiteY433" fmla="*/ 6858000 h 6858000"/>
              <a:gd name="connsiteX434" fmla="*/ 2147507 w 7467600"/>
              <a:gd name="connsiteY434" fmla="*/ 6858000 h 6858000"/>
              <a:gd name="connsiteX435" fmla="*/ 2070668 w 7467600"/>
              <a:gd name="connsiteY435" fmla="*/ 6761520 h 6858000"/>
              <a:gd name="connsiteX436" fmla="*/ 1975142 w 7467600"/>
              <a:gd name="connsiteY436" fmla="*/ 6585570 h 6858000"/>
              <a:gd name="connsiteX437" fmla="*/ 2050035 w 7467600"/>
              <a:gd name="connsiteY437" fmla="*/ 6813345 h 6858000"/>
              <a:gd name="connsiteX438" fmla="*/ 2063025 w 7467600"/>
              <a:gd name="connsiteY438" fmla="*/ 6858000 h 6858000"/>
              <a:gd name="connsiteX439" fmla="*/ 2021675 w 7467600"/>
              <a:gd name="connsiteY439" fmla="*/ 6858000 h 6858000"/>
              <a:gd name="connsiteX440" fmla="*/ 2019308 w 7467600"/>
              <a:gd name="connsiteY440" fmla="*/ 6847118 h 6858000"/>
              <a:gd name="connsiteX441" fmla="*/ 1938835 w 7467600"/>
              <a:gd name="connsiteY441" fmla="*/ 6551160 h 6858000"/>
              <a:gd name="connsiteX442" fmla="*/ 1953230 w 7467600"/>
              <a:gd name="connsiteY442" fmla="*/ 6759699 h 6858000"/>
              <a:gd name="connsiteX443" fmla="*/ 1956763 w 7467600"/>
              <a:gd name="connsiteY443" fmla="*/ 6778191 h 6858000"/>
              <a:gd name="connsiteX444" fmla="*/ 1967925 w 7467600"/>
              <a:gd name="connsiteY444" fmla="*/ 6858000 h 6858000"/>
              <a:gd name="connsiteX445" fmla="*/ 1936622 w 7467600"/>
              <a:gd name="connsiteY445" fmla="*/ 6858000 h 6858000"/>
              <a:gd name="connsiteX446" fmla="*/ 1926261 w 7467600"/>
              <a:gd name="connsiteY446" fmla="*/ 6784064 h 6858000"/>
              <a:gd name="connsiteX447" fmla="*/ 1922724 w 7467600"/>
              <a:gd name="connsiteY447" fmla="*/ 6765577 h 6858000"/>
              <a:gd name="connsiteX448" fmla="*/ 1904650 w 7467600"/>
              <a:gd name="connsiteY448" fmla="*/ 6639616 h 6858000"/>
              <a:gd name="connsiteX449" fmla="*/ 1885273 w 7467600"/>
              <a:gd name="connsiteY449" fmla="*/ 6858000 h 6858000"/>
              <a:gd name="connsiteX450" fmla="*/ 1854363 w 7467600"/>
              <a:gd name="connsiteY450" fmla="*/ 6858000 h 6858000"/>
              <a:gd name="connsiteX451" fmla="*/ 1880391 w 7467600"/>
              <a:gd name="connsiteY451" fmla="*/ 6603796 h 6858000"/>
              <a:gd name="connsiteX452" fmla="*/ 1818273 w 7467600"/>
              <a:gd name="connsiteY452" fmla="*/ 6715729 h 6858000"/>
              <a:gd name="connsiteX453" fmla="*/ 1794691 w 7467600"/>
              <a:gd name="connsiteY453" fmla="*/ 6843239 h 6858000"/>
              <a:gd name="connsiteX454" fmla="*/ 1794914 w 7467600"/>
              <a:gd name="connsiteY454" fmla="*/ 6858000 h 6858000"/>
              <a:gd name="connsiteX455" fmla="*/ 1746128 w 7467600"/>
              <a:gd name="connsiteY455" fmla="*/ 6858000 h 6858000"/>
              <a:gd name="connsiteX456" fmla="*/ 1753934 w 7467600"/>
              <a:gd name="connsiteY456" fmla="*/ 6724796 h 6858000"/>
              <a:gd name="connsiteX457" fmla="*/ 1792053 w 7467600"/>
              <a:gd name="connsiteY457" fmla="*/ 6572396 h 6858000"/>
              <a:gd name="connsiteX458" fmla="*/ 1862248 w 7467600"/>
              <a:gd name="connsiteY458" fmla="*/ 6266397 h 6858000"/>
              <a:gd name="connsiteX459" fmla="*/ 1862250 w 7467600"/>
              <a:gd name="connsiteY459" fmla="*/ 6033531 h 6858000"/>
              <a:gd name="connsiteX460" fmla="*/ 1211999 w 7467600"/>
              <a:gd name="connsiteY460" fmla="*/ 6683610 h 6858000"/>
              <a:gd name="connsiteX461" fmla="*/ 1213266 w 7467600"/>
              <a:gd name="connsiteY461" fmla="*/ 6691947 h 6858000"/>
              <a:gd name="connsiteX462" fmla="*/ 1203370 w 7467600"/>
              <a:gd name="connsiteY462" fmla="*/ 6850676 h 6858000"/>
              <a:gd name="connsiteX463" fmla="*/ 1203671 w 7467600"/>
              <a:gd name="connsiteY463" fmla="*/ 6858000 h 6858000"/>
              <a:gd name="connsiteX464" fmla="*/ 1143180 w 7467600"/>
              <a:gd name="connsiteY464" fmla="*/ 6858000 h 6858000"/>
              <a:gd name="connsiteX465" fmla="*/ 1142176 w 7467600"/>
              <a:gd name="connsiteY465" fmla="*/ 6766045 h 6858000"/>
              <a:gd name="connsiteX466" fmla="*/ 1067484 w 7467600"/>
              <a:gd name="connsiteY466" fmla="*/ 6858000 h 6858000"/>
              <a:gd name="connsiteX467" fmla="*/ 953928 w 7467600"/>
              <a:gd name="connsiteY467" fmla="*/ 6858000 h 6858000"/>
              <a:gd name="connsiteX468" fmla="*/ 959715 w 7467600"/>
              <a:gd name="connsiteY468" fmla="*/ 6850185 h 6858000"/>
              <a:gd name="connsiteX469" fmla="*/ 1483788 w 7467600"/>
              <a:gd name="connsiteY469" fmla="*/ 6259174 h 6858000"/>
              <a:gd name="connsiteX470" fmla="*/ 1100671 w 7467600"/>
              <a:gd name="connsiteY470" fmla="*/ 6252137 h 6858000"/>
              <a:gd name="connsiteX471" fmla="*/ 1090144 w 7467600"/>
              <a:gd name="connsiteY471" fmla="*/ 6256748 h 6858000"/>
              <a:gd name="connsiteX472" fmla="*/ 1095872 w 7467600"/>
              <a:gd name="connsiteY472" fmla="*/ 6271892 h 6858000"/>
              <a:gd name="connsiteX473" fmla="*/ 262785 w 7467600"/>
              <a:gd name="connsiteY473" fmla="*/ 6845450 h 6858000"/>
              <a:gd name="connsiteX474" fmla="*/ 209968 w 7467600"/>
              <a:gd name="connsiteY474" fmla="*/ 6770713 h 6858000"/>
              <a:gd name="connsiteX475" fmla="*/ 873460 w 7467600"/>
              <a:gd name="connsiteY475" fmla="*/ 6253768 h 6858000"/>
              <a:gd name="connsiteX476" fmla="*/ 192686 w 7467600"/>
              <a:gd name="connsiteY476" fmla="*/ 5849257 h 6858000"/>
              <a:gd name="connsiteX477" fmla="*/ 4696 w 7467600"/>
              <a:gd name="connsiteY477" fmla="*/ 5697668 h 6858000"/>
              <a:gd name="connsiteX478" fmla="*/ 0 w 7467600"/>
              <a:gd name="connsiteY478" fmla="*/ 5689984 h 6858000"/>
              <a:gd name="connsiteX479" fmla="*/ 0 w 7467600"/>
              <a:gd name="connsiteY479" fmla="*/ 5513472 h 6858000"/>
              <a:gd name="connsiteX480" fmla="*/ 174101 w 7467600"/>
              <a:gd name="connsiteY480" fmla="*/ 5620277 h 6858000"/>
              <a:gd name="connsiteX481" fmla="*/ 891800 w 7467600"/>
              <a:gd name="connsiteY481" fmla="*/ 6036935 h 6858000"/>
              <a:gd name="connsiteX482" fmla="*/ 1072219 w 7467600"/>
              <a:gd name="connsiteY482" fmla="*/ 6169443 h 6858000"/>
              <a:gd name="connsiteX483" fmla="*/ 1074117 w 7467600"/>
              <a:gd name="connsiteY483" fmla="*/ 6170301 h 6858000"/>
              <a:gd name="connsiteX484" fmla="*/ 1083114 w 7467600"/>
              <a:gd name="connsiteY484" fmla="*/ 6174131 h 6858000"/>
              <a:gd name="connsiteX485" fmla="*/ 1543010 w 7467600"/>
              <a:gd name="connsiteY485" fmla="*/ 6191140 h 6858000"/>
              <a:gd name="connsiteX486" fmla="*/ 1551080 w 7467600"/>
              <a:gd name="connsiteY486" fmla="*/ 6195006 h 6858000"/>
              <a:gd name="connsiteX487" fmla="*/ 2345443 w 7467600"/>
              <a:gd name="connsiteY487" fmla="*/ 5549882 h 6858000"/>
              <a:gd name="connsiteX488" fmla="*/ 1721499 w 7467600"/>
              <a:gd name="connsiteY488" fmla="*/ 5599969 h 6858000"/>
              <a:gd name="connsiteX489" fmla="*/ 767716 w 7467600"/>
              <a:gd name="connsiteY489" fmla="*/ 5472768 h 6858000"/>
              <a:gd name="connsiteX490" fmla="*/ 722147 w 7467600"/>
              <a:gd name="connsiteY490" fmla="*/ 5393091 h 6858000"/>
              <a:gd name="connsiteX491" fmla="*/ 1485552 w 7467600"/>
              <a:gd name="connsiteY491" fmla="*/ 5313202 h 6858000"/>
              <a:gd name="connsiteX492" fmla="*/ 2143004 w 7467600"/>
              <a:gd name="connsiteY492" fmla="*/ 5402420 h 6858000"/>
              <a:gd name="connsiteX493" fmla="*/ 1933391 w 7467600"/>
              <a:gd name="connsiteY493" fmla="*/ 5156971 h 6858000"/>
              <a:gd name="connsiteX494" fmla="*/ 1827118 w 7467600"/>
              <a:gd name="connsiteY494" fmla="*/ 4968410 h 6858000"/>
              <a:gd name="connsiteX495" fmla="*/ 1837349 w 7467600"/>
              <a:gd name="connsiteY495" fmla="*/ 4956357 h 6858000"/>
              <a:gd name="connsiteX496" fmla="*/ 2162835 w 7467600"/>
              <a:gd name="connsiteY496" fmla="*/ 5187853 h 6858000"/>
              <a:gd name="connsiteX497" fmla="*/ 2257167 w 7467600"/>
              <a:gd name="connsiteY497" fmla="*/ 5462123 h 6858000"/>
              <a:gd name="connsiteX498" fmla="*/ 2261598 w 7467600"/>
              <a:gd name="connsiteY498" fmla="*/ 5467998 h 6858000"/>
              <a:gd name="connsiteX499" fmla="*/ 2437177 w 7467600"/>
              <a:gd name="connsiteY499" fmla="*/ 5479608 h 6858000"/>
              <a:gd name="connsiteX500" fmla="*/ 2445247 w 7467600"/>
              <a:gd name="connsiteY500" fmla="*/ 5483476 h 6858000"/>
              <a:gd name="connsiteX501" fmla="*/ 2743626 w 7467600"/>
              <a:gd name="connsiteY501" fmla="*/ 5304819 h 6858000"/>
              <a:gd name="connsiteX502" fmla="*/ 3048102 w 7467600"/>
              <a:gd name="connsiteY502" fmla="*/ 5150595 h 6858000"/>
              <a:gd name="connsiteX503" fmla="*/ 1799414 w 7467600"/>
              <a:gd name="connsiteY503" fmla="*/ 4694732 h 6858000"/>
              <a:gd name="connsiteX504" fmla="*/ 1771735 w 7467600"/>
              <a:gd name="connsiteY504" fmla="*/ 4619929 h 6858000"/>
              <a:gd name="connsiteX505" fmla="*/ 3104273 w 7467600"/>
              <a:gd name="connsiteY505" fmla="*/ 5076159 h 6858000"/>
              <a:gd name="connsiteX506" fmla="*/ 3113245 w 7467600"/>
              <a:gd name="connsiteY506" fmla="*/ 5090705 h 6858000"/>
              <a:gd name="connsiteX507" fmla="*/ 3126294 w 7467600"/>
              <a:gd name="connsiteY507" fmla="*/ 5114400 h 6858000"/>
              <a:gd name="connsiteX508" fmla="*/ 3937433 w 7467600"/>
              <a:gd name="connsiteY508" fmla="*/ 4830473 h 6858000"/>
              <a:gd name="connsiteX509" fmla="*/ 3590475 w 7467600"/>
              <a:gd name="connsiteY509" fmla="*/ 4597974 h 6858000"/>
              <a:gd name="connsiteX510" fmla="*/ 3100264 w 7467600"/>
              <a:gd name="connsiteY510" fmla="*/ 4579845 h 6858000"/>
              <a:gd name="connsiteX511" fmla="*/ 2183576 w 7467600"/>
              <a:gd name="connsiteY511" fmla="*/ 4227150 h 6858000"/>
              <a:gd name="connsiteX512" fmla="*/ 2151029 w 7467600"/>
              <a:gd name="connsiteY512" fmla="*/ 4146947 h 6858000"/>
              <a:gd name="connsiteX513" fmla="*/ 3563434 w 7467600"/>
              <a:gd name="connsiteY513" fmla="*/ 4469115 h 6858000"/>
              <a:gd name="connsiteX514" fmla="*/ 3177952 w 7467600"/>
              <a:gd name="connsiteY514" fmla="*/ 3657386 h 6858000"/>
              <a:gd name="connsiteX515" fmla="*/ 3189263 w 7467600"/>
              <a:gd name="connsiteY515" fmla="*/ 3625726 h 6858000"/>
              <a:gd name="connsiteX516" fmla="*/ 3560912 w 7467600"/>
              <a:gd name="connsiteY516" fmla="*/ 4079863 h 6858000"/>
              <a:gd name="connsiteX517" fmla="*/ 3626636 w 7467600"/>
              <a:gd name="connsiteY517" fmla="*/ 4512230 h 6858000"/>
              <a:gd name="connsiteX518" fmla="*/ 3653088 w 7467600"/>
              <a:gd name="connsiteY518" fmla="*/ 4521417 h 6858000"/>
              <a:gd name="connsiteX519" fmla="*/ 3988128 w 7467600"/>
              <a:gd name="connsiteY519" fmla="*/ 4817267 h 6858000"/>
              <a:gd name="connsiteX520" fmla="*/ 4830582 w 7467600"/>
              <a:gd name="connsiteY520" fmla="*/ 4676000 h 6858000"/>
              <a:gd name="connsiteX521" fmla="*/ 4830100 w 7467600"/>
              <a:gd name="connsiteY521" fmla="*/ 4675554 h 6858000"/>
              <a:gd name="connsiteX522" fmla="*/ 4036318 w 7467600"/>
              <a:gd name="connsiteY522" fmla="*/ 4147013 h 6858000"/>
              <a:gd name="connsiteX523" fmla="*/ 3432098 w 7467600"/>
              <a:gd name="connsiteY523" fmla="*/ 3537312 h 6858000"/>
              <a:gd name="connsiteX524" fmla="*/ 3446761 w 7467600"/>
              <a:gd name="connsiteY524" fmla="*/ 3461278 h 6858000"/>
              <a:gd name="connsiteX525" fmla="*/ 4419733 w 7467600"/>
              <a:gd name="connsiteY525" fmla="*/ 3963555 h 6858000"/>
              <a:gd name="connsiteX526" fmla="*/ 4781371 w 7467600"/>
              <a:gd name="connsiteY526" fmla="*/ 4458604 h 6858000"/>
              <a:gd name="connsiteX527" fmla="*/ 4780440 w 7467600"/>
              <a:gd name="connsiteY527" fmla="*/ 4470290 h 6858000"/>
              <a:gd name="connsiteX528" fmla="*/ 4898954 w 7467600"/>
              <a:gd name="connsiteY528" fmla="*/ 4662092 h 6858000"/>
              <a:gd name="connsiteX529" fmla="*/ 4900699 w 7467600"/>
              <a:gd name="connsiteY529" fmla="*/ 4670867 h 6858000"/>
              <a:gd name="connsiteX530" fmla="*/ 5714511 w 7467600"/>
              <a:gd name="connsiteY530" fmla="*/ 4663483 h 6858000"/>
              <a:gd name="connsiteX531" fmla="*/ 5464793 w 7467600"/>
              <a:gd name="connsiteY531" fmla="*/ 4393556 h 6858000"/>
              <a:gd name="connsiteX532" fmla="*/ 5461897 w 7467600"/>
              <a:gd name="connsiteY532" fmla="*/ 4390879 h 6858000"/>
              <a:gd name="connsiteX533" fmla="*/ 4294126 w 7467600"/>
              <a:gd name="connsiteY533" fmla="*/ 3303048 h 6858000"/>
              <a:gd name="connsiteX534" fmla="*/ 4305321 w 7467600"/>
              <a:gd name="connsiteY534" fmla="*/ 3256953 h 6858000"/>
              <a:gd name="connsiteX535" fmla="*/ 4949299 w 7467600"/>
              <a:gd name="connsiteY535" fmla="*/ 3766336 h 6858000"/>
              <a:gd name="connsiteX536" fmla="*/ 5291452 w 7467600"/>
              <a:gd name="connsiteY536" fmla="*/ 4076801 h 6858000"/>
              <a:gd name="connsiteX537" fmla="*/ 5434998 w 7467600"/>
              <a:gd name="connsiteY537" fmla="*/ 4254100 h 6858000"/>
              <a:gd name="connsiteX538" fmla="*/ 5351015 w 7467600"/>
              <a:gd name="connsiteY538" fmla="*/ 3760989 h 6858000"/>
              <a:gd name="connsiteX539" fmla="*/ 5413780 w 7467600"/>
              <a:gd name="connsiteY539" fmla="*/ 2966265 h 6858000"/>
              <a:gd name="connsiteX540" fmla="*/ 5425627 w 7467600"/>
              <a:gd name="connsiteY540" fmla="*/ 2954192 h 6858000"/>
              <a:gd name="connsiteX541" fmla="*/ 6604735 w 7467600"/>
              <a:gd name="connsiteY541" fmla="*/ 2041381 h 6858000"/>
              <a:gd name="connsiteX542" fmla="*/ 7204487 w 7467600"/>
              <a:gd name="connsiteY542" fmla="*/ 2742112 h 6858000"/>
              <a:gd name="connsiteX543" fmla="*/ 7131592 w 7467600"/>
              <a:gd name="connsiteY543" fmla="*/ 2672096 h 6858000"/>
              <a:gd name="connsiteX544" fmla="*/ 6996344 w 7467600"/>
              <a:gd name="connsiteY544" fmla="*/ 2518310 h 6858000"/>
              <a:gd name="connsiteX545" fmla="*/ 6735495 w 7467600"/>
              <a:gd name="connsiteY545" fmla="*/ 2196890 h 6858000"/>
              <a:gd name="connsiteX546" fmla="*/ 6721901 w 7467600"/>
              <a:gd name="connsiteY546" fmla="*/ 2179274 h 6858000"/>
              <a:gd name="connsiteX547" fmla="*/ 6604735 w 7467600"/>
              <a:gd name="connsiteY547" fmla="*/ 2041381 h 6858000"/>
              <a:gd name="connsiteX548" fmla="*/ 6591670 w 7467600"/>
              <a:gd name="connsiteY548" fmla="*/ 1988277 h 6858000"/>
              <a:gd name="connsiteX549" fmla="*/ 6747349 w 7467600"/>
              <a:gd name="connsiteY549" fmla="*/ 2160069 h 6858000"/>
              <a:gd name="connsiteX550" fmla="*/ 6760943 w 7467600"/>
              <a:gd name="connsiteY550" fmla="*/ 2177686 h 6858000"/>
              <a:gd name="connsiteX551" fmla="*/ 7021065 w 7467600"/>
              <a:gd name="connsiteY551" fmla="*/ 2498102 h 6858000"/>
              <a:gd name="connsiteX552" fmla="*/ 7155223 w 7467600"/>
              <a:gd name="connsiteY552" fmla="*/ 2650386 h 6858000"/>
              <a:gd name="connsiteX553" fmla="*/ 7203167 w 7467600"/>
              <a:gd name="connsiteY553" fmla="*/ 2697288 h 6858000"/>
              <a:gd name="connsiteX554" fmla="*/ 6937703 w 7467600"/>
              <a:gd name="connsiteY554" fmla="*/ 2321981 h 6858000"/>
              <a:gd name="connsiteX555" fmla="*/ 6591670 w 7467600"/>
              <a:gd name="connsiteY555" fmla="*/ 1988277 h 6858000"/>
              <a:gd name="connsiteX556" fmla="*/ 5798671 w 7467600"/>
              <a:gd name="connsiteY556" fmla="*/ 1981601 h 6858000"/>
              <a:gd name="connsiteX557" fmla="*/ 5754709 w 7467600"/>
              <a:gd name="connsiteY557" fmla="*/ 2071454 h 6858000"/>
              <a:gd name="connsiteX558" fmla="*/ 5763044 w 7467600"/>
              <a:gd name="connsiteY558" fmla="*/ 2842206 h 6858000"/>
              <a:gd name="connsiteX559" fmla="*/ 5764974 w 7467600"/>
              <a:gd name="connsiteY559" fmla="*/ 2799609 h 6858000"/>
              <a:gd name="connsiteX560" fmla="*/ 5767665 w 7467600"/>
              <a:gd name="connsiteY560" fmla="*/ 2666409 h 6858000"/>
              <a:gd name="connsiteX561" fmla="*/ 5763055 w 7467600"/>
              <a:gd name="connsiteY561" fmla="*/ 2579705 h 6858000"/>
              <a:gd name="connsiteX562" fmla="*/ 5758079 w 7467600"/>
              <a:gd name="connsiteY562" fmla="*/ 2492508 h 6858000"/>
              <a:gd name="connsiteX563" fmla="*/ 5779325 w 7467600"/>
              <a:gd name="connsiteY563" fmla="*/ 2197069 h 6858000"/>
              <a:gd name="connsiteX564" fmla="*/ 5798671 w 7467600"/>
              <a:gd name="connsiteY564" fmla="*/ 1981601 h 6858000"/>
              <a:gd name="connsiteX565" fmla="*/ 5829202 w 7467600"/>
              <a:gd name="connsiteY565" fmla="*/ 1971679 h 6858000"/>
              <a:gd name="connsiteX566" fmla="*/ 5809558 w 7467600"/>
              <a:gd name="connsiteY566" fmla="*/ 2198043 h 6858000"/>
              <a:gd name="connsiteX567" fmla="*/ 5788653 w 7467600"/>
              <a:gd name="connsiteY567" fmla="*/ 2489430 h 6858000"/>
              <a:gd name="connsiteX568" fmla="*/ 5793439 w 7467600"/>
              <a:gd name="connsiteY568" fmla="*/ 2575235 h 6858000"/>
              <a:gd name="connsiteX569" fmla="*/ 5796837 w 7467600"/>
              <a:gd name="connsiteY569" fmla="*/ 2637633 h 6858000"/>
              <a:gd name="connsiteX570" fmla="*/ 5818614 w 7467600"/>
              <a:gd name="connsiteY570" fmla="*/ 2473055 h 6858000"/>
              <a:gd name="connsiteX571" fmla="*/ 5829202 w 7467600"/>
              <a:gd name="connsiteY571" fmla="*/ 1971679 h 6858000"/>
              <a:gd name="connsiteX572" fmla="*/ 5911389 w 7467600"/>
              <a:gd name="connsiteY572" fmla="*/ 1898371 h 6858000"/>
              <a:gd name="connsiteX573" fmla="*/ 6237627 w 7467600"/>
              <a:gd name="connsiteY573" fmla="*/ 2231921 h 6858000"/>
              <a:gd name="connsiteX574" fmla="*/ 5911389 w 7467600"/>
              <a:gd name="connsiteY574" fmla="*/ 1898371 h 6858000"/>
              <a:gd name="connsiteX575" fmla="*/ 6944437 w 7467600"/>
              <a:gd name="connsiteY575" fmla="*/ 1575402 h 6858000"/>
              <a:gd name="connsiteX576" fmla="*/ 6304730 w 7467600"/>
              <a:gd name="connsiteY576" fmla="*/ 1766654 h 6858000"/>
              <a:gd name="connsiteX577" fmla="*/ 6944437 w 7467600"/>
              <a:gd name="connsiteY577" fmla="*/ 1575402 h 6858000"/>
              <a:gd name="connsiteX578" fmla="*/ 7019523 w 7467600"/>
              <a:gd name="connsiteY578" fmla="*/ 1519450 h 6858000"/>
              <a:gd name="connsiteX579" fmla="*/ 6298091 w 7467600"/>
              <a:gd name="connsiteY579" fmla="*/ 1737122 h 6858000"/>
              <a:gd name="connsiteX580" fmla="*/ 7019523 w 7467600"/>
              <a:gd name="connsiteY580" fmla="*/ 1519450 h 6858000"/>
              <a:gd name="connsiteX581" fmla="*/ 2399523 w 7467600"/>
              <a:gd name="connsiteY581" fmla="*/ 1428234 h 6858000"/>
              <a:gd name="connsiteX582" fmla="*/ 2224982 w 7467600"/>
              <a:gd name="connsiteY582" fmla="*/ 1826201 h 6858000"/>
              <a:gd name="connsiteX583" fmla="*/ 2096099 w 7467600"/>
              <a:gd name="connsiteY583" fmla="*/ 2345900 h 6858000"/>
              <a:gd name="connsiteX584" fmla="*/ 2283317 w 7467600"/>
              <a:gd name="connsiteY584" fmla="*/ 1796925 h 6858000"/>
              <a:gd name="connsiteX585" fmla="*/ 2399523 w 7467600"/>
              <a:gd name="connsiteY585" fmla="*/ 1428234 h 6858000"/>
              <a:gd name="connsiteX586" fmla="*/ 2448558 w 7467600"/>
              <a:gd name="connsiteY586" fmla="*/ 1373435 h 6858000"/>
              <a:gd name="connsiteX587" fmla="*/ 2312521 w 7467600"/>
              <a:gd name="connsiteY587" fmla="*/ 1806140 h 6858000"/>
              <a:gd name="connsiteX588" fmla="*/ 2127533 w 7467600"/>
              <a:gd name="connsiteY588" fmla="*/ 2348380 h 6858000"/>
              <a:gd name="connsiteX589" fmla="*/ 2358080 w 7467600"/>
              <a:gd name="connsiteY589" fmla="*/ 1866134 h 6858000"/>
              <a:gd name="connsiteX590" fmla="*/ 2407436 w 7467600"/>
              <a:gd name="connsiteY590" fmla="*/ 1651070 h 6858000"/>
              <a:gd name="connsiteX591" fmla="*/ 2448558 w 7467600"/>
              <a:gd name="connsiteY591" fmla="*/ 1373435 h 6858000"/>
              <a:gd name="connsiteX592" fmla="*/ 278707 w 7467600"/>
              <a:gd name="connsiteY592" fmla="*/ 1352270 h 6858000"/>
              <a:gd name="connsiteX593" fmla="*/ 321570 w 7467600"/>
              <a:gd name="connsiteY593" fmla="*/ 1861610 h 6858000"/>
              <a:gd name="connsiteX594" fmla="*/ 294281 w 7467600"/>
              <a:gd name="connsiteY594" fmla="*/ 1440658 h 6858000"/>
              <a:gd name="connsiteX595" fmla="*/ 278707 w 7467600"/>
              <a:gd name="connsiteY595" fmla="*/ 1352270 h 6858000"/>
              <a:gd name="connsiteX596" fmla="*/ 1423821 w 7467600"/>
              <a:gd name="connsiteY596" fmla="*/ 1351958 h 6858000"/>
              <a:gd name="connsiteX597" fmla="*/ 1638521 w 7467600"/>
              <a:gd name="connsiteY597" fmla="*/ 1908470 h 6858000"/>
              <a:gd name="connsiteX598" fmla="*/ 1754199 w 7467600"/>
              <a:gd name="connsiteY598" fmla="*/ 2149284 h 6858000"/>
              <a:gd name="connsiteX599" fmla="*/ 1908359 w 7467600"/>
              <a:gd name="connsiteY599" fmla="*/ 2364988 h 6858000"/>
              <a:gd name="connsiteX600" fmla="*/ 1647661 w 7467600"/>
              <a:gd name="connsiteY600" fmla="*/ 1825945 h 6858000"/>
              <a:gd name="connsiteX601" fmla="*/ 1423821 w 7467600"/>
              <a:gd name="connsiteY601" fmla="*/ 1351958 h 6858000"/>
              <a:gd name="connsiteX602" fmla="*/ 1431890 w 7467600"/>
              <a:gd name="connsiteY602" fmla="*/ 1306475 h 6858000"/>
              <a:gd name="connsiteX603" fmla="*/ 1507597 w 7467600"/>
              <a:gd name="connsiteY603" fmla="*/ 1446132 h 6858000"/>
              <a:gd name="connsiteX604" fmla="*/ 1674586 w 7467600"/>
              <a:gd name="connsiteY604" fmla="*/ 1813832 h 6858000"/>
              <a:gd name="connsiteX605" fmla="*/ 1815950 w 7467600"/>
              <a:gd name="connsiteY605" fmla="*/ 2128564 h 6858000"/>
              <a:gd name="connsiteX606" fmla="*/ 1984242 w 7467600"/>
              <a:gd name="connsiteY606" fmla="*/ 2430829 h 6858000"/>
              <a:gd name="connsiteX607" fmla="*/ 2014023 w 7467600"/>
              <a:gd name="connsiteY607" fmla="*/ 2450995 h 6858000"/>
              <a:gd name="connsiteX608" fmla="*/ 1747337 w 7467600"/>
              <a:gd name="connsiteY608" fmla="*/ 1855264 h 6858000"/>
              <a:gd name="connsiteX609" fmla="*/ 1533749 w 7467600"/>
              <a:gd name="connsiteY609" fmla="*/ 1478656 h 6858000"/>
              <a:gd name="connsiteX610" fmla="*/ 1431890 w 7467600"/>
              <a:gd name="connsiteY610" fmla="*/ 1306475 h 6858000"/>
              <a:gd name="connsiteX611" fmla="*/ 5052692 w 7467600"/>
              <a:gd name="connsiteY611" fmla="*/ 1292994 h 6858000"/>
              <a:gd name="connsiteX612" fmla="*/ 5200661 w 7467600"/>
              <a:gd name="connsiteY612" fmla="*/ 1635186 h 6858000"/>
              <a:gd name="connsiteX613" fmla="*/ 5297138 w 7467600"/>
              <a:gd name="connsiteY613" fmla="*/ 1906351 h 6858000"/>
              <a:gd name="connsiteX614" fmla="*/ 5052692 w 7467600"/>
              <a:gd name="connsiteY614" fmla="*/ 1292994 h 6858000"/>
              <a:gd name="connsiteX615" fmla="*/ 5009948 w 7467600"/>
              <a:gd name="connsiteY615" fmla="*/ 1273619 h 6858000"/>
              <a:gd name="connsiteX616" fmla="*/ 5121777 w 7467600"/>
              <a:gd name="connsiteY616" fmla="*/ 1654213 h 6858000"/>
              <a:gd name="connsiteX617" fmla="*/ 5293545 w 7467600"/>
              <a:gd name="connsiteY617" fmla="*/ 2072247 h 6858000"/>
              <a:gd name="connsiteX618" fmla="*/ 5294042 w 7467600"/>
              <a:gd name="connsiteY618" fmla="*/ 2065019 h 6858000"/>
              <a:gd name="connsiteX619" fmla="*/ 5171936 w 7467600"/>
              <a:gd name="connsiteY619" fmla="*/ 1647613 h 6858000"/>
              <a:gd name="connsiteX620" fmla="*/ 5009948 w 7467600"/>
              <a:gd name="connsiteY620" fmla="*/ 1273619 h 6858000"/>
              <a:gd name="connsiteX621" fmla="*/ 655236 w 7467600"/>
              <a:gd name="connsiteY621" fmla="*/ 1268632 h 6858000"/>
              <a:gd name="connsiteX622" fmla="*/ 839521 w 7467600"/>
              <a:gd name="connsiteY622" fmla="*/ 1685315 h 6858000"/>
              <a:gd name="connsiteX623" fmla="*/ 1109416 w 7467600"/>
              <a:gd name="connsiteY623" fmla="*/ 2061663 h 6858000"/>
              <a:gd name="connsiteX624" fmla="*/ 1298300 w 7467600"/>
              <a:gd name="connsiteY624" fmla="*/ 2247742 h 6858000"/>
              <a:gd name="connsiteX625" fmla="*/ 1125871 w 7467600"/>
              <a:gd name="connsiteY625" fmla="*/ 1989513 h 6858000"/>
              <a:gd name="connsiteX626" fmla="*/ 981574 w 7467600"/>
              <a:gd name="connsiteY626" fmla="*/ 1783157 h 6858000"/>
              <a:gd name="connsiteX627" fmla="*/ 922198 w 7467600"/>
              <a:gd name="connsiteY627" fmla="*/ 1677437 h 6858000"/>
              <a:gd name="connsiteX628" fmla="*/ 869293 w 7467600"/>
              <a:gd name="connsiteY628" fmla="*/ 1583214 h 6858000"/>
              <a:gd name="connsiteX629" fmla="*/ 751431 w 7467600"/>
              <a:gd name="connsiteY629" fmla="*/ 1405731 h 6858000"/>
              <a:gd name="connsiteX630" fmla="*/ 655236 w 7467600"/>
              <a:gd name="connsiteY630" fmla="*/ 1268632 h 6858000"/>
              <a:gd name="connsiteX631" fmla="*/ 6516292 w 7467600"/>
              <a:gd name="connsiteY631" fmla="*/ 1263064 h 6858000"/>
              <a:gd name="connsiteX632" fmla="*/ 5736320 w 7467600"/>
              <a:gd name="connsiteY632" fmla="*/ 1501803 h 6858000"/>
              <a:gd name="connsiteX633" fmla="*/ 6516292 w 7467600"/>
              <a:gd name="connsiteY633" fmla="*/ 1263064 h 6858000"/>
              <a:gd name="connsiteX634" fmla="*/ 291466 w 7467600"/>
              <a:gd name="connsiteY634" fmla="*/ 1250369 h 6858000"/>
              <a:gd name="connsiteX635" fmla="*/ 323180 w 7467600"/>
              <a:gd name="connsiteY635" fmla="*/ 1435283 h 6858000"/>
              <a:gd name="connsiteX636" fmla="*/ 349381 w 7467600"/>
              <a:gd name="connsiteY636" fmla="*/ 1875041 h 6858000"/>
              <a:gd name="connsiteX637" fmla="*/ 374363 w 7467600"/>
              <a:gd name="connsiteY637" fmla="*/ 1506494 h 6858000"/>
              <a:gd name="connsiteX638" fmla="*/ 302168 w 7467600"/>
              <a:gd name="connsiteY638" fmla="*/ 1274495 h 6858000"/>
              <a:gd name="connsiteX639" fmla="*/ 291466 w 7467600"/>
              <a:gd name="connsiteY639" fmla="*/ 1250369 h 6858000"/>
              <a:gd name="connsiteX640" fmla="*/ 678222 w 7467600"/>
              <a:gd name="connsiteY640" fmla="*/ 1248670 h 6858000"/>
              <a:gd name="connsiteX641" fmla="*/ 775536 w 7467600"/>
              <a:gd name="connsiteY641" fmla="*/ 1388015 h 6858000"/>
              <a:gd name="connsiteX642" fmla="*/ 894529 w 7467600"/>
              <a:gd name="connsiteY642" fmla="*/ 1567739 h 6858000"/>
              <a:gd name="connsiteX643" fmla="*/ 948000 w 7467600"/>
              <a:gd name="connsiteY643" fmla="*/ 1663088 h 6858000"/>
              <a:gd name="connsiteX644" fmla="*/ 1006812 w 7467600"/>
              <a:gd name="connsiteY644" fmla="*/ 1767683 h 6858000"/>
              <a:gd name="connsiteX645" fmla="*/ 1149133 w 7467600"/>
              <a:gd name="connsiteY645" fmla="*/ 1971513 h 6858000"/>
              <a:gd name="connsiteX646" fmla="*/ 1333952 w 7467600"/>
              <a:gd name="connsiteY646" fmla="*/ 2251620 h 6858000"/>
              <a:gd name="connsiteX647" fmla="*/ 1337329 w 7467600"/>
              <a:gd name="connsiteY647" fmla="*/ 2258350 h 6858000"/>
              <a:gd name="connsiteX648" fmla="*/ 1014726 w 7467600"/>
              <a:gd name="connsiteY648" fmla="*/ 1615556 h 6858000"/>
              <a:gd name="connsiteX649" fmla="*/ 678222 w 7467600"/>
              <a:gd name="connsiteY649" fmla="*/ 1248670 h 6858000"/>
              <a:gd name="connsiteX650" fmla="*/ 6691602 w 7467600"/>
              <a:gd name="connsiteY650" fmla="*/ 1140573 h 6858000"/>
              <a:gd name="connsiteX651" fmla="*/ 6571100 w 7467600"/>
              <a:gd name="connsiteY651" fmla="*/ 1183662 h 6858000"/>
              <a:gd name="connsiteX652" fmla="*/ 6241687 w 7467600"/>
              <a:gd name="connsiteY652" fmla="*/ 1257600 h 6858000"/>
              <a:gd name="connsiteX653" fmla="*/ 5693009 w 7467600"/>
              <a:gd name="connsiteY653" fmla="*/ 1478256 h 6858000"/>
              <a:gd name="connsiteX654" fmla="*/ 6548420 w 7467600"/>
              <a:gd name="connsiteY654" fmla="*/ 1214599 h 6858000"/>
              <a:gd name="connsiteX655" fmla="*/ 6605473 w 7467600"/>
              <a:gd name="connsiteY655" fmla="*/ 1184686 h 6858000"/>
              <a:gd name="connsiteX656" fmla="*/ 6691602 w 7467600"/>
              <a:gd name="connsiteY656" fmla="*/ 1140573 h 6858000"/>
              <a:gd name="connsiteX657" fmla="*/ 4002475 w 7467600"/>
              <a:gd name="connsiteY657" fmla="*/ 1037802 h 6858000"/>
              <a:gd name="connsiteX658" fmla="*/ 4000324 w 7467600"/>
              <a:gd name="connsiteY658" fmla="*/ 1039362 h 6858000"/>
              <a:gd name="connsiteX659" fmla="*/ 4002862 w 7467600"/>
              <a:gd name="connsiteY659" fmla="*/ 1042866 h 6858000"/>
              <a:gd name="connsiteX660" fmla="*/ 4002475 w 7467600"/>
              <a:gd name="connsiteY660" fmla="*/ 1037802 h 6858000"/>
              <a:gd name="connsiteX661" fmla="*/ 506322 w 7467600"/>
              <a:gd name="connsiteY661" fmla="*/ 1020997 h 6858000"/>
              <a:gd name="connsiteX662" fmla="*/ 533068 w 7467600"/>
              <a:gd name="connsiteY662" fmla="*/ 1029409 h 6858000"/>
              <a:gd name="connsiteX663" fmla="*/ 1232525 w 7467600"/>
              <a:gd name="connsiteY663" fmla="*/ 1804675 h 6858000"/>
              <a:gd name="connsiteX664" fmla="*/ 1388858 w 7467600"/>
              <a:gd name="connsiteY664" fmla="*/ 2368011 h 6858000"/>
              <a:gd name="connsiteX665" fmla="*/ 1384098 w 7467600"/>
              <a:gd name="connsiteY665" fmla="*/ 2378125 h 6858000"/>
              <a:gd name="connsiteX666" fmla="*/ 1425393 w 7467600"/>
              <a:gd name="connsiteY666" fmla="*/ 2589124 h 6858000"/>
              <a:gd name="connsiteX667" fmla="*/ 1424001 w 7467600"/>
              <a:gd name="connsiteY667" fmla="*/ 2597541 h 6858000"/>
              <a:gd name="connsiteX668" fmla="*/ 2152729 w 7467600"/>
              <a:gd name="connsiteY668" fmla="*/ 2864487 h 6858000"/>
              <a:gd name="connsiteX669" fmla="*/ 2020609 w 7467600"/>
              <a:gd name="connsiteY669" fmla="*/ 2539671 h 6858000"/>
              <a:gd name="connsiteX670" fmla="*/ 2018920 w 7467600"/>
              <a:gd name="connsiteY670" fmla="*/ 2536309 h 6858000"/>
              <a:gd name="connsiteX671" fmla="*/ 1342441 w 7467600"/>
              <a:gd name="connsiteY671" fmla="*/ 1173017 h 6858000"/>
              <a:gd name="connsiteX672" fmla="*/ 1367925 w 7467600"/>
              <a:gd name="connsiteY672" fmla="*/ 1135648 h 6858000"/>
              <a:gd name="connsiteX673" fmla="*/ 1771401 w 7467600"/>
              <a:gd name="connsiteY673" fmla="*/ 1806673 h 6858000"/>
              <a:gd name="connsiteX674" fmla="*/ 1972385 w 7467600"/>
              <a:gd name="connsiteY674" fmla="*/ 2198735 h 6858000"/>
              <a:gd name="connsiteX675" fmla="*/ 2040892 w 7467600"/>
              <a:gd name="connsiteY675" fmla="*/ 2405205 h 6858000"/>
              <a:gd name="connsiteX676" fmla="*/ 2131689 w 7467600"/>
              <a:gd name="connsiteY676" fmla="*/ 1936926 h 6858000"/>
              <a:gd name="connsiteX677" fmla="*/ 2454820 w 7467600"/>
              <a:gd name="connsiteY677" fmla="*/ 1248808 h 6858000"/>
              <a:gd name="connsiteX678" fmla="*/ 2492512 w 7467600"/>
              <a:gd name="connsiteY678" fmla="*/ 1302920 h 6858000"/>
              <a:gd name="connsiteX679" fmla="*/ 2081216 w 7467600"/>
              <a:gd name="connsiteY679" fmla="*/ 2527513 h 6858000"/>
              <a:gd name="connsiteX680" fmla="*/ 2081211 w 7467600"/>
              <a:gd name="connsiteY680" fmla="*/ 2528916 h 6858000"/>
              <a:gd name="connsiteX681" fmla="*/ 2199067 w 7467600"/>
              <a:gd name="connsiteY681" fmla="*/ 2884061 h 6858000"/>
              <a:gd name="connsiteX682" fmla="*/ 3192586 w 7467600"/>
              <a:gd name="connsiteY682" fmla="*/ 3411496 h 6858000"/>
              <a:gd name="connsiteX683" fmla="*/ 3182620 w 7467600"/>
              <a:gd name="connsiteY683" fmla="*/ 3483279 h 6858000"/>
              <a:gd name="connsiteX684" fmla="*/ 2435119 w 7467600"/>
              <a:gd name="connsiteY684" fmla="*/ 3080173 h 6858000"/>
              <a:gd name="connsiteX685" fmla="*/ 2410152 w 7467600"/>
              <a:gd name="connsiteY685" fmla="*/ 3063751 h 6858000"/>
              <a:gd name="connsiteX686" fmla="*/ 2408099 w 7467600"/>
              <a:gd name="connsiteY686" fmla="*/ 3064403 h 6858000"/>
              <a:gd name="connsiteX687" fmla="*/ 2407218 w 7467600"/>
              <a:gd name="connsiteY687" fmla="*/ 3070324 h 6858000"/>
              <a:gd name="connsiteX688" fmla="*/ 2380138 w 7467600"/>
              <a:gd name="connsiteY688" fmla="*/ 3099341 h 6858000"/>
              <a:gd name="connsiteX689" fmla="*/ 1765923 w 7467600"/>
              <a:gd name="connsiteY689" fmla="*/ 3581043 h 6858000"/>
              <a:gd name="connsiteX690" fmla="*/ 1702258 w 7467600"/>
              <a:gd name="connsiteY690" fmla="*/ 3612286 h 6858000"/>
              <a:gd name="connsiteX691" fmla="*/ 1538370 w 7467600"/>
              <a:gd name="connsiteY691" fmla="*/ 3811804 h 6858000"/>
              <a:gd name="connsiteX692" fmla="*/ 542867 w 7467600"/>
              <a:gd name="connsiteY692" fmla="*/ 4944092 h 6858000"/>
              <a:gd name="connsiteX693" fmla="*/ 515800 w 7467600"/>
              <a:gd name="connsiteY693" fmla="*/ 4862180 h 6858000"/>
              <a:gd name="connsiteX694" fmla="*/ 909145 w 7467600"/>
              <a:gd name="connsiteY694" fmla="*/ 4199225 h 6858000"/>
              <a:gd name="connsiteX695" fmla="*/ 1214067 w 7467600"/>
              <a:gd name="connsiteY695" fmla="*/ 3908561 h 6858000"/>
              <a:gd name="connsiteX696" fmla="*/ 640967 w 7467600"/>
              <a:gd name="connsiteY696" fmla="*/ 4105601 h 6858000"/>
              <a:gd name="connsiteX697" fmla="*/ 112563 w 7467600"/>
              <a:gd name="connsiteY697" fmla="*/ 4396952 h 6858000"/>
              <a:gd name="connsiteX698" fmla="*/ 0 w 7467600"/>
              <a:gd name="connsiteY698" fmla="*/ 4466006 h 6858000"/>
              <a:gd name="connsiteX699" fmla="*/ 0 w 7467600"/>
              <a:gd name="connsiteY699" fmla="*/ 4233763 h 6858000"/>
              <a:gd name="connsiteX700" fmla="*/ 36881 w 7467600"/>
              <a:gd name="connsiteY700" fmla="*/ 4200118 h 6858000"/>
              <a:gd name="connsiteX701" fmla="*/ 910534 w 7467600"/>
              <a:gd name="connsiteY701" fmla="*/ 3629753 h 6858000"/>
              <a:gd name="connsiteX702" fmla="*/ 1578717 w 7467600"/>
              <a:gd name="connsiteY702" fmla="*/ 3575982 h 6858000"/>
              <a:gd name="connsiteX703" fmla="*/ 2338780 w 7467600"/>
              <a:gd name="connsiteY703" fmla="*/ 3033725 h 6858000"/>
              <a:gd name="connsiteX704" fmla="*/ 1807991 w 7467600"/>
              <a:gd name="connsiteY704" fmla="*/ 2807184 h 6858000"/>
              <a:gd name="connsiteX705" fmla="*/ 1416358 w 7467600"/>
              <a:gd name="connsiteY705" fmla="*/ 3112571 h 6858000"/>
              <a:gd name="connsiteX706" fmla="*/ 939066 w 7467600"/>
              <a:gd name="connsiteY706" fmla="*/ 3378798 h 6858000"/>
              <a:gd name="connsiteX707" fmla="*/ 115099 w 7467600"/>
              <a:gd name="connsiteY707" fmla="*/ 3607650 h 6858000"/>
              <a:gd name="connsiteX708" fmla="*/ 97284 w 7467600"/>
              <a:gd name="connsiteY708" fmla="*/ 3520393 h 6858000"/>
              <a:gd name="connsiteX709" fmla="*/ 922050 w 7467600"/>
              <a:gd name="connsiteY709" fmla="*/ 3074867 h 6858000"/>
              <a:gd name="connsiteX710" fmla="*/ 1405265 w 7467600"/>
              <a:gd name="connsiteY710" fmla="*/ 3016319 h 6858000"/>
              <a:gd name="connsiteX711" fmla="*/ 1407512 w 7467600"/>
              <a:gd name="connsiteY711" fmla="*/ 3018001 h 6858000"/>
              <a:gd name="connsiteX712" fmla="*/ 1726266 w 7467600"/>
              <a:gd name="connsiteY712" fmla="*/ 2777274 h 6858000"/>
              <a:gd name="connsiteX713" fmla="*/ 625390 w 7467600"/>
              <a:gd name="connsiteY713" fmla="*/ 2514541 h 6858000"/>
              <a:gd name="connsiteX714" fmla="*/ 619799 w 7467600"/>
              <a:gd name="connsiteY714" fmla="*/ 2527180 h 6858000"/>
              <a:gd name="connsiteX715" fmla="*/ 310030 w 7467600"/>
              <a:gd name="connsiteY715" fmla="*/ 2771818 h 6858000"/>
              <a:gd name="connsiteX716" fmla="*/ 173877 w 7467600"/>
              <a:gd name="connsiteY716" fmla="*/ 2937056 h 6858000"/>
              <a:gd name="connsiteX717" fmla="*/ 77889 w 7467600"/>
              <a:gd name="connsiteY717" fmla="*/ 3138440 h 6858000"/>
              <a:gd name="connsiteX718" fmla="*/ 0 w 7467600"/>
              <a:gd name="connsiteY718" fmla="*/ 3271395 h 6858000"/>
              <a:gd name="connsiteX719" fmla="*/ 0 w 7467600"/>
              <a:gd name="connsiteY719" fmla="*/ 3153002 h 6858000"/>
              <a:gd name="connsiteX720" fmla="*/ 2386 w 7467600"/>
              <a:gd name="connsiteY720" fmla="*/ 3149203 h 6858000"/>
              <a:gd name="connsiteX721" fmla="*/ 89753 w 7467600"/>
              <a:gd name="connsiteY721" fmla="*/ 2987702 h 6858000"/>
              <a:gd name="connsiteX722" fmla="*/ 76869 w 7467600"/>
              <a:gd name="connsiteY722" fmla="*/ 3005404 h 6858000"/>
              <a:gd name="connsiteX723" fmla="*/ 32049 w 7467600"/>
              <a:gd name="connsiteY723" fmla="*/ 3065814 h 6858000"/>
              <a:gd name="connsiteX724" fmla="*/ 0 w 7467600"/>
              <a:gd name="connsiteY724" fmla="*/ 3108744 h 6858000"/>
              <a:gd name="connsiteX725" fmla="*/ 0 w 7467600"/>
              <a:gd name="connsiteY725" fmla="*/ 3058059 h 6858000"/>
              <a:gd name="connsiteX726" fmla="*/ 7610 w 7467600"/>
              <a:gd name="connsiteY726" fmla="*/ 3047889 h 6858000"/>
              <a:gd name="connsiteX727" fmla="*/ 52419 w 7467600"/>
              <a:gd name="connsiteY727" fmla="*/ 2987479 h 6858000"/>
              <a:gd name="connsiteX728" fmla="*/ 59142 w 7467600"/>
              <a:gd name="connsiteY728" fmla="*/ 2978488 h 6858000"/>
              <a:gd name="connsiteX729" fmla="*/ 0 w 7467600"/>
              <a:gd name="connsiteY729" fmla="*/ 3015334 h 6858000"/>
              <a:gd name="connsiteX730" fmla="*/ 0 w 7467600"/>
              <a:gd name="connsiteY730" fmla="*/ 2914286 h 6858000"/>
              <a:gd name="connsiteX731" fmla="*/ 36383 w 7467600"/>
              <a:gd name="connsiteY731" fmla="*/ 2901128 h 6858000"/>
              <a:gd name="connsiteX732" fmla="*/ 156329 w 7467600"/>
              <a:gd name="connsiteY732" fmla="*/ 2840533 h 6858000"/>
              <a:gd name="connsiteX733" fmla="*/ 358355 w 7467600"/>
              <a:gd name="connsiteY733" fmla="*/ 2620471 h 6858000"/>
              <a:gd name="connsiteX734" fmla="*/ 510577 w 7467600"/>
              <a:gd name="connsiteY734" fmla="*/ 2501244 h 6858000"/>
              <a:gd name="connsiteX735" fmla="*/ 211967 w 7467600"/>
              <a:gd name="connsiteY735" fmla="*/ 2479171 h 6858000"/>
              <a:gd name="connsiteX736" fmla="*/ 0 w 7467600"/>
              <a:gd name="connsiteY736" fmla="*/ 2476398 h 6858000"/>
              <a:gd name="connsiteX737" fmla="*/ 0 w 7467600"/>
              <a:gd name="connsiteY737" fmla="*/ 2389189 h 6858000"/>
              <a:gd name="connsiteX738" fmla="*/ 103062 w 7467600"/>
              <a:gd name="connsiteY738" fmla="*/ 2389518 h 6858000"/>
              <a:gd name="connsiteX739" fmla="*/ 510734 w 7467600"/>
              <a:gd name="connsiteY739" fmla="*/ 2416201 h 6858000"/>
              <a:gd name="connsiteX740" fmla="*/ 279257 w 7467600"/>
              <a:gd name="connsiteY740" fmla="*/ 2092102 h 6858000"/>
              <a:gd name="connsiteX741" fmla="*/ 65265 w 7467600"/>
              <a:gd name="connsiteY741" fmla="*/ 2006049 h 6858000"/>
              <a:gd name="connsiteX742" fmla="*/ 0 w 7467600"/>
              <a:gd name="connsiteY742" fmla="*/ 1982532 h 6858000"/>
              <a:gd name="connsiteX743" fmla="*/ 0 w 7467600"/>
              <a:gd name="connsiteY743" fmla="*/ 1912789 h 6858000"/>
              <a:gd name="connsiteX744" fmla="*/ 97460 w 7467600"/>
              <a:gd name="connsiteY744" fmla="*/ 1953725 h 6858000"/>
              <a:gd name="connsiteX745" fmla="*/ 221272 w 7467600"/>
              <a:gd name="connsiteY745" fmla="*/ 1980766 h 6858000"/>
              <a:gd name="connsiteX746" fmla="*/ 116765 w 7467600"/>
              <a:gd name="connsiteY746" fmla="*/ 1911033 h 6858000"/>
              <a:gd name="connsiteX747" fmla="*/ 16405 w 7467600"/>
              <a:gd name="connsiteY747" fmla="*/ 1803412 h 6858000"/>
              <a:gd name="connsiteX748" fmla="*/ 0 w 7467600"/>
              <a:gd name="connsiteY748" fmla="*/ 1784777 h 6858000"/>
              <a:gd name="connsiteX749" fmla="*/ 0 w 7467600"/>
              <a:gd name="connsiteY749" fmla="*/ 1740082 h 6858000"/>
              <a:gd name="connsiteX750" fmla="*/ 39394 w 7467600"/>
              <a:gd name="connsiteY750" fmla="*/ 1784856 h 6858000"/>
              <a:gd name="connsiteX751" fmla="*/ 135813 w 7467600"/>
              <a:gd name="connsiteY751" fmla="*/ 1888838 h 6858000"/>
              <a:gd name="connsiteX752" fmla="*/ 242575 w 7467600"/>
              <a:gd name="connsiteY752" fmla="*/ 1958841 h 6858000"/>
              <a:gd name="connsiteX753" fmla="*/ 82197 w 7467600"/>
              <a:gd name="connsiteY753" fmla="*/ 1754826 h 6858000"/>
              <a:gd name="connsiteX754" fmla="*/ 0 w 7467600"/>
              <a:gd name="connsiteY754" fmla="*/ 1679650 h 6858000"/>
              <a:gd name="connsiteX755" fmla="*/ 0 w 7467600"/>
              <a:gd name="connsiteY755" fmla="*/ 1602463 h 6858000"/>
              <a:gd name="connsiteX756" fmla="*/ 84689 w 7467600"/>
              <a:gd name="connsiteY756" fmla="*/ 1677442 h 6858000"/>
              <a:gd name="connsiteX757" fmla="*/ 298437 w 7467600"/>
              <a:gd name="connsiteY757" fmla="*/ 1968019 h 6858000"/>
              <a:gd name="connsiteX758" fmla="*/ 227269 w 7467600"/>
              <a:gd name="connsiteY758" fmla="*/ 1114064 h 6858000"/>
              <a:gd name="connsiteX759" fmla="*/ 248003 w 7467600"/>
              <a:gd name="connsiteY759" fmla="*/ 1089613 h 6858000"/>
              <a:gd name="connsiteX760" fmla="*/ 427020 w 7467600"/>
              <a:gd name="connsiteY760" fmla="*/ 1619803 h 6858000"/>
              <a:gd name="connsiteX761" fmla="*/ 340345 w 7467600"/>
              <a:gd name="connsiteY761" fmla="*/ 2027739 h 6858000"/>
              <a:gd name="connsiteX762" fmla="*/ 360865 w 7467600"/>
              <a:gd name="connsiteY762" fmla="*/ 2044827 h 6858000"/>
              <a:gd name="connsiteX763" fmla="*/ 560414 w 7467600"/>
              <a:gd name="connsiteY763" fmla="*/ 2421457 h 6858000"/>
              <a:gd name="connsiteX764" fmla="*/ 1359703 w 7467600"/>
              <a:gd name="connsiteY764" fmla="*/ 2578554 h 6858000"/>
              <a:gd name="connsiteX765" fmla="*/ 1359422 w 7467600"/>
              <a:gd name="connsiteY765" fmla="*/ 2577994 h 6858000"/>
              <a:gd name="connsiteX766" fmla="*/ 828701 w 7467600"/>
              <a:gd name="connsiteY766" fmla="*/ 1839520 h 6858000"/>
              <a:gd name="connsiteX767" fmla="*/ 494427 w 7467600"/>
              <a:gd name="connsiteY767" fmla="*/ 1092333 h 6858000"/>
              <a:gd name="connsiteX768" fmla="*/ 506322 w 7467600"/>
              <a:gd name="connsiteY768" fmla="*/ 1020997 h 6858000"/>
              <a:gd name="connsiteX769" fmla="*/ 4570198 w 7467600"/>
              <a:gd name="connsiteY769" fmla="*/ 978081 h 6858000"/>
              <a:gd name="connsiteX770" fmla="*/ 4523691 w 7467600"/>
              <a:gd name="connsiteY770" fmla="*/ 1127776 h 6858000"/>
              <a:gd name="connsiteX771" fmla="*/ 4509875 w 7467600"/>
              <a:gd name="connsiteY771" fmla="*/ 1167552 h 6858000"/>
              <a:gd name="connsiteX772" fmla="*/ 4478168 w 7467600"/>
              <a:gd name="connsiteY772" fmla="*/ 1260735 h 6858000"/>
              <a:gd name="connsiteX773" fmla="*/ 4409309 w 7467600"/>
              <a:gd name="connsiteY773" fmla="*/ 1666996 h 6858000"/>
              <a:gd name="connsiteX774" fmla="*/ 4370031 w 7467600"/>
              <a:gd name="connsiteY774" fmla="*/ 1955666 h 6858000"/>
              <a:gd name="connsiteX775" fmla="*/ 4570198 w 7467600"/>
              <a:gd name="connsiteY775" fmla="*/ 978081 h 6858000"/>
              <a:gd name="connsiteX776" fmla="*/ 4557898 w 7467600"/>
              <a:gd name="connsiteY776" fmla="*/ 900011 h 6858000"/>
              <a:gd name="connsiteX777" fmla="*/ 4344840 w 7467600"/>
              <a:gd name="connsiteY777" fmla="*/ 1922038 h 6858000"/>
              <a:gd name="connsiteX778" fmla="*/ 4378710 w 7467600"/>
              <a:gd name="connsiteY778" fmla="*/ 1665516 h 6858000"/>
              <a:gd name="connsiteX779" fmla="*/ 4448798 w 7467600"/>
              <a:gd name="connsiteY779" fmla="*/ 1253024 h 6858000"/>
              <a:gd name="connsiteX780" fmla="*/ 4480315 w 7467600"/>
              <a:gd name="connsiteY780" fmla="*/ 1158454 h 6858000"/>
              <a:gd name="connsiteX781" fmla="*/ 4494133 w 7467600"/>
              <a:gd name="connsiteY781" fmla="*/ 1118676 h 6858000"/>
              <a:gd name="connsiteX782" fmla="*/ 4557898 w 7467600"/>
              <a:gd name="connsiteY782" fmla="*/ 900011 h 6858000"/>
              <a:gd name="connsiteX783" fmla="*/ 5870151 w 7467600"/>
              <a:gd name="connsiteY783" fmla="*/ 898890 h 6858000"/>
              <a:gd name="connsiteX784" fmla="*/ 5861335 w 7467600"/>
              <a:gd name="connsiteY784" fmla="*/ 899177 h 6858000"/>
              <a:gd name="connsiteX785" fmla="*/ 5843702 w 7467600"/>
              <a:gd name="connsiteY785" fmla="*/ 899748 h 6858000"/>
              <a:gd name="connsiteX786" fmla="*/ 5651107 w 7467600"/>
              <a:gd name="connsiteY786" fmla="*/ 920306 h 6858000"/>
              <a:gd name="connsiteX787" fmla="*/ 5459407 w 7467600"/>
              <a:gd name="connsiteY787" fmla="*/ 940975 h 6858000"/>
              <a:gd name="connsiteX788" fmla="*/ 5374846 w 7467600"/>
              <a:gd name="connsiteY788" fmla="*/ 941988 h 6858000"/>
              <a:gd name="connsiteX789" fmla="*/ 5256105 w 7467600"/>
              <a:gd name="connsiteY789" fmla="*/ 945632 h 6858000"/>
              <a:gd name="connsiteX790" fmla="*/ 5107071 w 7467600"/>
              <a:gd name="connsiteY790" fmla="*/ 969720 h 6858000"/>
              <a:gd name="connsiteX791" fmla="*/ 4998681 w 7467600"/>
              <a:gd name="connsiteY791" fmla="*/ 988771 h 6858000"/>
              <a:gd name="connsiteX792" fmla="*/ 5870151 w 7467600"/>
              <a:gd name="connsiteY792" fmla="*/ 898890 h 6858000"/>
              <a:gd name="connsiteX793" fmla="*/ 5504425 w 7467600"/>
              <a:gd name="connsiteY793" fmla="*/ 848067 h 6858000"/>
              <a:gd name="connsiteX794" fmla="*/ 4968849 w 7467600"/>
              <a:gd name="connsiteY794" fmla="*/ 962318 h 6858000"/>
              <a:gd name="connsiteX795" fmla="*/ 5104039 w 7467600"/>
              <a:gd name="connsiteY795" fmla="*/ 940634 h 6858000"/>
              <a:gd name="connsiteX796" fmla="*/ 5256311 w 7467600"/>
              <a:gd name="connsiteY796" fmla="*/ 916490 h 6858000"/>
              <a:gd name="connsiteX797" fmla="*/ 5377381 w 7467600"/>
              <a:gd name="connsiteY797" fmla="*/ 912671 h 6858000"/>
              <a:gd name="connsiteX798" fmla="*/ 5460148 w 7467600"/>
              <a:gd name="connsiteY798" fmla="*/ 911442 h 6858000"/>
              <a:gd name="connsiteX799" fmla="*/ 5648971 w 7467600"/>
              <a:gd name="connsiteY799" fmla="*/ 891331 h 6858000"/>
              <a:gd name="connsiteX800" fmla="*/ 5844807 w 7467600"/>
              <a:gd name="connsiteY800" fmla="*/ 870718 h 6858000"/>
              <a:gd name="connsiteX801" fmla="*/ 5862975 w 7467600"/>
              <a:gd name="connsiteY801" fmla="*/ 869756 h 6858000"/>
              <a:gd name="connsiteX802" fmla="*/ 5920887 w 7467600"/>
              <a:gd name="connsiteY802" fmla="*/ 865929 h 6858000"/>
              <a:gd name="connsiteX803" fmla="*/ 5504425 w 7467600"/>
              <a:gd name="connsiteY803" fmla="*/ 848067 h 6858000"/>
              <a:gd name="connsiteX804" fmla="*/ 3607114 w 7467600"/>
              <a:gd name="connsiteY804" fmla="*/ 467441 h 6858000"/>
              <a:gd name="connsiteX805" fmla="*/ 3296242 w 7467600"/>
              <a:gd name="connsiteY805" fmla="*/ 807991 h 6858000"/>
              <a:gd name="connsiteX806" fmla="*/ 3174674 w 7467600"/>
              <a:gd name="connsiteY806" fmla="*/ 919759 h 6858000"/>
              <a:gd name="connsiteX807" fmla="*/ 3042978 w 7467600"/>
              <a:gd name="connsiteY807" fmla="*/ 1054894 h 6858000"/>
              <a:gd name="connsiteX808" fmla="*/ 2968914 w 7467600"/>
              <a:gd name="connsiteY808" fmla="*/ 1133756 h 6858000"/>
              <a:gd name="connsiteX809" fmla="*/ 3103823 w 7467600"/>
              <a:gd name="connsiteY809" fmla="*/ 1026814 h 6858000"/>
              <a:gd name="connsiteX810" fmla="*/ 3607114 w 7467600"/>
              <a:gd name="connsiteY810" fmla="*/ 467441 h 6858000"/>
              <a:gd name="connsiteX811" fmla="*/ 3744487 w 7467600"/>
              <a:gd name="connsiteY811" fmla="*/ 383136 h 6858000"/>
              <a:gd name="connsiteX812" fmla="*/ 3970213 w 7467600"/>
              <a:gd name="connsiteY812" fmla="*/ 995559 h 6858000"/>
              <a:gd name="connsiteX813" fmla="*/ 3744487 w 7467600"/>
              <a:gd name="connsiteY813" fmla="*/ 383136 h 6858000"/>
              <a:gd name="connsiteX814" fmla="*/ 3624562 w 7467600"/>
              <a:gd name="connsiteY814" fmla="*/ 367041 h 6858000"/>
              <a:gd name="connsiteX815" fmla="*/ 3489712 w 7467600"/>
              <a:gd name="connsiteY815" fmla="*/ 485386 h 6858000"/>
              <a:gd name="connsiteX816" fmla="*/ 3182994 w 7467600"/>
              <a:gd name="connsiteY816" fmla="*/ 828265 h 6858000"/>
              <a:gd name="connsiteX817" fmla="*/ 2892114 w 7467600"/>
              <a:gd name="connsiteY817" fmla="*/ 1172635 h 6858000"/>
              <a:gd name="connsiteX818" fmla="*/ 3021459 w 7467600"/>
              <a:gd name="connsiteY818" fmla="*/ 1035385 h 6858000"/>
              <a:gd name="connsiteX819" fmla="*/ 3153873 w 7467600"/>
              <a:gd name="connsiteY819" fmla="*/ 898971 h 6858000"/>
              <a:gd name="connsiteX820" fmla="*/ 3276511 w 7467600"/>
              <a:gd name="connsiteY820" fmla="*/ 786423 h 6858000"/>
              <a:gd name="connsiteX821" fmla="*/ 3584154 w 7467600"/>
              <a:gd name="connsiteY821" fmla="*/ 448218 h 6858000"/>
              <a:gd name="connsiteX822" fmla="*/ 3624562 w 7467600"/>
              <a:gd name="connsiteY822" fmla="*/ 367041 h 6858000"/>
              <a:gd name="connsiteX823" fmla="*/ 3766672 w 7467600"/>
              <a:gd name="connsiteY823" fmla="*/ 359429 h 6858000"/>
              <a:gd name="connsiteX824" fmla="*/ 3996338 w 7467600"/>
              <a:gd name="connsiteY824" fmla="*/ 968237 h 6858000"/>
              <a:gd name="connsiteX825" fmla="*/ 3766672 w 7467600"/>
              <a:gd name="connsiteY825" fmla="*/ 359429 h 6858000"/>
              <a:gd name="connsiteX826" fmla="*/ 5805386 w 7467600"/>
              <a:gd name="connsiteY826" fmla="*/ 239240 h 6858000"/>
              <a:gd name="connsiteX827" fmla="*/ 5736947 w 7467600"/>
              <a:gd name="connsiteY827" fmla="*/ 261367 h 6858000"/>
              <a:gd name="connsiteX828" fmla="*/ 5427012 w 7467600"/>
              <a:gd name="connsiteY828" fmla="*/ 311272 h 6858000"/>
              <a:gd name="connsiteX829" fmla="*/ 5147818 w 7467600"/>
              <a:gd name="connsiteY829" fmla="*/ 322112 h 6858000"/>
              <a:gd name="connsiteX830" fmla="*/ 5060854 w 7467600"/>
              <a:gd name="connsiteY830" fmla="*/ 311882 h 6858000"/>
              <a:gd name="connsiteX831" fmla="*/ 4945989 w 7467600"/>
              <a:gd name="connsiteY831" fmla="*/ 300516 h 6858000"/>
              <a:gd name="connsiteX832" fmla="*/ 5410479 w 7467600"/>
              <a:gd name="connsiteY832" fmla="*/ 348434 h 6858000"/>
              <a:gd name="connsiteX833" fmla="*/ 5805386 w 7467600"/>
              <a:gd name="connsiteY833" fmla="*/ 239240 h 6858000"/>
              <a:gd name="connsiteX834" fmla="*/ 5905192 w 7467600"/>
              <a:gd name="connsiteY834" fmla="*/ 163079 h 6858000"/>
              <a:gd name="connsiteX835" fmla="*/ 5865655 w 7467600"/>
              <a:gd name="connsiteY835" fmla="*/ 171901 h 6858000"/>
              <a:gd name="connsiteX836" fmla="*/ 5259740 w 7467600"/>
              <a:gd name="connsiteY836" fmla="*/ 257013 h 6858000"/>
              <a:gd name="connsiteX837" fmla="*/ 5208466 w 7467600"/>
              <a:gd name="connsiteY837" fmla="*/ 257550 h 6858000"/>
              <a:gd name="connsiteX838" fmla="*/ 4980204 w 7467600"/>
              <a:gd name="connsiteY838" fmla="*/ 271903 h 6858000"/>
              <a:gd name="connsiteX839" fmla="*/ 5068068 w 7467600"/>
              <a:gd name="connsiteY839" fmla="*/ 282244 h 6858000"/>
              <a:gd name="connsiteX840" fmla="*/ 5153231 w 7467600"/>
              <a:gd name="connsiteY840" fmla="*/ 292240 h 6858000"/>
              <a:gd name="connsiteX841" fmla="*/ 5426491 w 7467600"/>
              <a:gd name="connsiteY841" fmla="*/ 281128 h 6858000"/>
              <a:gd name="connsiteX842" fmla="*/ 5731212 w 7467600"/>
              <a:gd name="connsiteY842" fmla="*/ 231951 h 6858000"/>
              <a:gd name="connsiteX843" fmla="*/ 5905192 w 7467600"/>
              <a:gd name="connsiteY843" fmla="*/ 163079 h 6858000"/>
              <a:gd name="connsiteX844" fmla="*/ 5944437 w 7467600"/>
              <a:gd name="connsiteY844" fmla="*/ 113829 h 6858000"/>
              <a:gd name="connsiteX845" fmla="*/ 5825032 w 7467600"/>
              <a:gd name="connsiteY845" fmla="*/ 146405 h 6858000"/>
              <a:gd name="connsiteX846" fmla="*/ 4955599 w 7467600"/>
              <a:gd name="connsiteY846" fmla="*/ 247008 h 6858000"/>
              <a:gd name="connsiteX847" fmla="*/ 5210104 w 7467600"/>
              <a:gd name="connsiteY847" fmla="*/ 228123 h 6858000"/>
              <a:gd name="connsiteX848" fmla="*/ 5261015 w 7467600"/>
              <a:gd name="connsiteY848" fmla="*/ 227087 h 6858000"/>
              <a:gd name="connsiteX849" fmla="*/ 5861181 w 7467600"/>
              <a:gd name="connsiteY849" fmla="*/ 143093 h 6858000"/>
              <a:gd name="connsiteX850" fmla="*/ 5961252 w 7467600"/>
              <a:gd name="connsiteY850" fmla="*/ 114820 h 6858000"/>
              <a:gd name="connsiteX851" fmla="*/ 5944437 w 7467600"/>
              <a:gd name="connsiteY851" fmla="*/ 113829 h 6858000"/>
              <a:gd name="connsiteX852" fmla="*/ 3882765 w 7467600"/>
              <a:gd name="connsiteY852" fmla="*/ 0 h 6858000"/>
              <a:gd name="connsiteX853" fmla="*/ 3995099 w 7467600"/>
              <a:gd name="connsiteY853" fmla="*/ 0 h 6858000"/>
              <a:gd name="connsiteX854" fmla="*/ 4163818 w 7467600"/>
              <a:gd name="connsiteY854" fmla="*/ 234104 h 6858000"/>
              <a:gd name="connsiteX855" fmla="*/ 4172099 w 7467600"/>
              <a:gd name="connsiteY855" fmla="*/ 234207 h 6858000"/>
              <a:gd name="connsiteX856" fmla="*/ 4784282 w 7467600"/>
              <a:gd name="connsiteY856" fmla="*/ 276561 h 6858000"/>
              <a:gd name="connsiteX857" fmla="*/ 4801687 w 7467600"/>
              <a:gd name="connsiteY857" fmla="*/ 267764 h 6858000"/>
              <a:gd name="connsiteX858" fmla="*/ 6082788 w 7467600"/>
              <a:gd name="connsiteY858" fmla="*/ 64119 h 6858000"/>
              <a:gd name="connsiteX859" fmla="*/ 6099442 w 7467600"/>
              <a:gd name="connsiteY859" fmla="*/ 82568 h 6858000"/>
              <a:gd name="connsiteX860" fmla="*/ 4804137 w 7467600"/>
              <a:gd name="connsiteY860" fmla="*/ 320931 h 6858000"/>
              <a:gd name="connsiteX861" fmla="*/ 4227047 w 7467600"/>
              <a:gd name="connsiteY861" fmla="*/ 313415 h 6858000"/>
              <a:gd name="connsiteX862" fmla="*/ 4346041 w 7467600"/>
              <a:gd name="connsiteY862" fmla="*/ 456086 h 6858000"/>
              <a:gd name="connsiteX863" fmla="*/ 4870967 w 7467600"/>
              <a:gd name="connsiteY863" fmla="*/ 963061 h 6858000"/>
              <a:gd name="connsiteX864" fmla="*/ 4889647 w 7467600"/>
              <a:gd name="connsiteY864" fmla="*/ 957147 h 6858000"/>
              <a:gd name="connsiteX865" fmla="*/ 5422504 w 7467600"/>
              <a:gd name="connsiteY865" fmla="*/ 805191 h 6858000"/>
              <a:gd name="connsiteX866" fmla="*/ 6087656 w 7467600"/>
              <a:gd name="connsiteY866" fmla="*/ 826703 h 6858000"/>
              <a:gd name="connsiteX867" fmla="*/ 6058717 w 7467600"/>
              <a:gd name="connsiteY867" fmla="*/ 865992 h 6858000"/>
              <a:gd name="connsiteX868" fmla="*/ 4974153 w 7467600"/>
              <a:gd name="connsiteY868" fmla="*/ 1045456 h 6858000"/>
              <a:gd name="connsiteX869" fmla="*/ 5627835 w 7467600"/>
              <a:gd name="connsiteY869" fmla="*/ 1472077 h 6858000"/>
              <a:gd name="connsiteX870" fmla="*/ 5629817 w 7467600"/>
              <a:gd name="connsiteY870" fmla="*/ 1471412 h 6858000"/>
              <a:gd name="connsiteX871" fmla="*/ 5634124 w 7467600"/>
              <a:gd name="connsiteY871" fmla="*/ 1470572 h 6858000"/>
              <a:gd name="connsiteX872" fmla="*/ 5755832 w 7467600"/>
              <a:gd name="connsiteY872" fmla="*/ 1383886 h 6858000"/>
              <a:gd name="connsiteX873" fmla="*/ 6014186 w 7467600"/>
              <a:gd name="connsiteY873" fmla="*/ 1279799 h 6858000"/>
              <a:gd name="connsiteX874" fmla="*/ 6901619 w 7467600"/>
              <a:gd name="connsiteY874" fmla="*/ 1047874 h 6858000"/>
              <a:gd name="connsiteX875" fmla="*/ 6931566 w 7467600"/>
              <a:gd name="connsiteY875" fmla="*/ 1062034 h 6858000"/>
              <a:gd name="connsiteX876" fmla="*/ 5790982 w 7467600"/>
              <a:gd name="connsiteY876" fmla="*/ 1561380 h 6858000"/>
              <a:gd name="connsiteX877" fmla="*/ 6188971 w 7467600"/>
              <a:gd name="connsiteY877" fmla="*/ 1755168 h 6858000"/>
              <a:gd name="connsiteX878" fmla="*/ 6202446 w 7467600"/>
              <a:gd name="connsiteY878" fmla="*/ 1752268 h 6858000"/>
              <a:gd name="connsiteX879" fmla="*/ 7179560 w 7467600"/>
              <a:gd name="connsiteY879" fmla="*/ 1467551 h 6858000"/>
              <a:gd name="connsiteX880" fmla="*/ 7158730 w 7467600"/>
              <a:gd name="connsiteY880" fmla="*/ 1507835 h 6858000"/>
              <a:gd name="connsiteX881" fmla="*/ 6326959 w 7467600"/>
              <a:gd name="connsiteY881" fmla="*/ 1817686 h 6858000"/>
              <a:gd name="connsiteX882" fmla="*/ 6537433 w 7467600"/>
              <a:gd name="connsiteY882" fmla="*/ 1907790 h 6858000"/>
              <a:gd name="connsiteX883" fmla="*/ 6550221 w 7467600"/>
              <a:gd name="connsiteY883" fmla="*/ 1910729 h 6858000"/>
              <a:gd name="connsiteX884" fmla="*/ 6964438 w 7467600"/>
              <a:gd name="connsiteY884" fmla="*/ 2209505 h 6858000"/>
              <a:gd name="connsiteX885" fmla="*/ 7367862 w 7467600"/>
              <a:gd name="connsiteY885" fmla="*/ 2806833 h 6858000"/>
              <a:gd name="connsiteX886" fmla="*/ 7364329 w 7467600"/>
              <a:gd name="connsiteY886" fmla="*/ 2826907 h 6858000"/>
              <a:gd name="connsiteX887" fmla="*/ 7290545 w 7467600"/>
              <a:gd name="connsiteY887" fmla="*/ 2850663 h 6858000"/>
              <a:gd name="connsiteX888" fmla="*/ 6472036 w 7467600"/>
              <a:gd name="connsiteY888" fmla="*/ 1959003 h 6858000"/>
              <a:gd name="connsiteX889" fmla="*/ 5792897 w 7467600"/>
              <a:gd name="connsiteY889" fmla="*/ 1647747 h 6858000"/>
              <a:gd name="connsiteX890" fmla="*/ 5842751 w 7467600"/>
              <a:gd name="connsiteY890" fmla="*/ 1816112 h 6858000"/>
              <a:gd name="connsiteX891" fmla="*/ 5847424 w 7467600"/>
              <a:gd name="connsiteY891" fmla="*/ 1815776 h 6858000"/>
              <a:gd name="connsiteX892" fmla="*/ 6399821 w 7467600"/>
              <a:gd name="connsiteY892" fmla="*/ 2344799 h 6858000"/>
              <a:gd name="connsiteX893" fmla="*/ 6323232 w 7467600"/>
              <a:gd name="connsiteY893" fmla="*/ 2389634 h 6858000"/>
              <a:gd name="connsiteX894" fmla="*/ 5942958 w 7467600"/>
              <a:gd name="connsiteY894" fmla="*/ 2077708 h 6858000"/>
              <a:gd name="connsiteX895" fmla="*/ 5921559 w 7467600"/>
              <a:gd name="connsiteY895" fmla="*/ 2378596 h 6858000"/>
              <a:gd name="connsiteX896" fmla="*/ 5817651 w 7467600"/>
              <a:gd name="connsiteY896" fmla="*/ 3023919 h 6858000"/>
              <a:gd name="connsiteX897" fmla="*/ 5729634 w 7467600"/>
              <a:gd name="connsiteY897" fmla="*/ 3051849 h 6858000"/>
              <a:gd name="connsiteX898" fmla="*/ 5611018 w 7467600"/>
              <a:gd name="connsiteY898" fmla="*/ 2316769 h 6858000"/>
              <a:gd name="connsiteX899" fmla="*/ 5687608 w 7467600"/>
              <a:gd name="connsiteY899" fmla="*/ 2039972 h 6858000"/>
              <a:gd name="connsiteX900" fmla="*/ 5657554 w 7467600"/>
              <a:gd name="connsiteY900" fmla="*/ 1576445 h 6858000"/>
              <a:gd name="connsiteX901" fmla="*/ 5150475 w 7467600"/>
              <a:gd name="connsiteY901" fmla="*/ 1274012 h 6858000"/>
              <a:gd name="connsiteX902" fmla="*/ 5349142 w 7467600"/>
              <a:gd name="connsiteY902" fmla="*/ 2204405 h 6858000"/>
              <a:gd name="connsiteX903" fmla="*/ 5262214 w 7467600"/>
              <a:gd name="connsiteY903" fmla="*/ 2233836 h 6858000"/>
              <a:gd name="connsiteX904" fmla="*/ 4981539 w 7467600"/>
              <a:gd name="connsiteY904" fmla="*/ 1542201 h 6858000"/>
              <a:gd name="connsiteX905" fmla="*/ 4958461 w 7467600"/>
              <a:gd name="connsiteY905" fmla="*/ 1136957 h 6858000"/>
              <a:gd name="connsiteX906" fmla="*/ 4655015 w 7467600"/>
              <a:gd name="connsiteY906" fmla="*/ 891426 h 6858000"/>
              <a:gd name="connsiteX907" fmla="*/ 4348002 w 7467600"/>
              <a:gd name="connsiteY907" fmla="*/ 2205895 h 6858000"/>
              <a:gd name="connsiteX908" fmla="*/ 4262250 w 7467600"/>
              <a:gd name="connsiteY908" fmla="*/ 2219972 h 6858000"/>
              <a:gd name="connsiteX909" fmla="*/ 4550611 w 7467600"/>
              <a:gd name="connsiteY909" fmla="*/ 817540 h 6858000"/>
              <a:gd name="connsiteX910" fmla="*/ 4564418 w 7467600"/>
              <a:gd name="connsiteY910" fmla="*/ 808293 h 6858000"/>
              <a:gd name="connsiteX911" fmla="*/ 4266388 w 7467600"/>
              <a:gd name="connsiteY911" fmla="*/ 500083 h 6858000"/>
              <a:gd name="connsiteX912" fmla="*/ 4032842 w 7467600"/>
              <a:gd name="connsiteY912" fmla="*/ 211809 h 6858000"/>
              <a:gd name="connsiteX913" fmla="*/ 3882765 w 7467600"/>
              <a:gd name="connsiteY913" fmla="*/ 0 h 6858000"/>
              <a:gd name="connsiteX914" fmla="*/ 3721337 w 7467600"/>
              <a:gd name="connsiteY914" fmla="*/ 0 h 6858000"/>
              <a:gd name="connsiteX915" fmla="*/ 3797544 w 7467600"/>
              <a:gd name="connsiteY915" fmla="*/ 0 h 6858000"/>
              <a:gd name="connsiteX916" fmla="*/ 3775734 w 7467600"/>
              <a:gd name="connsiteY916" fmla="*/ 95131 h 6858000"/>
              <a:gd name="connsiteX917" fmla="*/ 3724807 w 7467600"/>
              <a:gd name="connsiteY917" fmla="*/ 272257 h 6858000"/>
              <a:gd name="connsiteX918" fmla="*/ 3726844 w 7467600"/>
              <a:gd name="connsiteY918" fmla="*/ 282988 h 6858000"/>
              <a:gd name="connsiteX919" fmla="*/ 3742664 w 7467600"/>
              <a:gd name="connsiteY919" fmla="*/ 279918 h 6858000"/>
              <a:gd name="connsiteX920" fmla="*/ 4103910 w 7467600"/>
              <a:gd name="connsiteY920" fmla="*/ 1161917 h 6858000"/>
              <a:gd name="connsiteX921" fmla="*/ 4020269 w 7467600"/>
              <a:gd name="connsiteY921" fmla="*/ 1200406 h 6858000"/>
              <a:gd name="connsiteX922" fmla="*/ 3674882 w 7467600"/>
              <a:gd name="connsiteY922" fmla="*/ 488524 h 6858000"/>
              <a:gd name="connsiteX923" fmla="*/ 3132682 w 7467600"/>
              <a:gd name="connsiteY923" fmla="*/ 1072284 h 6858000"/>
              <a:gd name="connsiteX924" fmla="*/ 2716346 w 7467600"/>
              <a:gd name="connsiteY924" fmla="*/ 1276376 h 6858000"/>
              <a:gd name="connsiteX925" fmla="*/ 2716772 w 7467600"/>
              <a:gd name="connsiteY925" fmla="*/ 1255462 h 6858000"/>
              <a:gd name="connsiteX926" fmla="*/ 3471096 w 7467600"/>
              <a:gd name="connsiteY926" fmla="*/ 437072 h 6858000"/>
              <a:gd name="connsiteX927" fmla="*/ 3639057 w 7467600"/>
              <a:gd name="connsiteY927" fmla="*/ 286334 h 6858000"/>
              <a:gd name="connsiteX928" fmla="*/ 3640309 w 7467600"/>
              <a:gd name="connsiteY928" fmla="*/ 284664 h 6858000"/>
              <a:gd name="connsiteX929" fmla="*/ 3646022 w 7467600"/>
              <a:gd name="connsiteY929" fmla="*/ 276711 h 6858000"/>
              <a:gd name="connsiteX930" fmla="*/ 3707943 w 7467600"/>
              <a:gd name="connsiteY930" fmla="*/ 65958 h 6858000"/>
              <a:gd name="connsiteX931" fmla="*/ 3721337 w 7467600"/>
              <a:gd name="connsiteY931" fmla="*/ 0 h 6858000"/>
              <a:gd name="connsiteX932" fmla="*/ 2867960 w 7467600"/>
              <a:gd name="connsiteY932" fmla="*/ 0 h 6858000"/>
              <a:gd name="connsiteX933" fmla="*/ 2926351 w 7467600"/>
              <a:gd name="connsiteY933" fmla="*/ 0 h 6858000"/>
              <a:gd name="connsiteX934" fmla="*/ 2902823 w 7467600"/>
              <a:gd name="connsiteY934" fmla="*/ 262929 h 6858000"/>
              <a:gd name="connsiteX935" fmla="*/ 2940663 w 7467600"/>
              <a:gd name="connsiteY935" fmla="*/ 140884 h 6858000"/>
              <a:gd name="connsiteX936" fmla="*/ 2947039 w 7467600"/>
              <a:gd name="connsiteY936" fmla="*/ 122524 h 6858000"/>
              <a:gd name="connsiteX937" fmla="*/ 2984316 w 7467600"/>
              <a:gd name="connsiteY937" fmla="*/ 0 h 6858000"/>
              <a:gd name="connsiteX938" fmla="*/ 3016114 w 7467600"/>
              <a:gd name="connsiteY938" fmla="*/ 0 h 6858000"/>
              <a:gd name="connsiteX939" fmla="*/ 2979949 w 7467600"/>
              <a:gd name="connsiteY939" fmla="*/ 119274 h 6858000"/>
              <a:gd name="connsiteX940" fmla="*/ 3023879 w 7467600"/>
              <a:gd name="connsiteY940" fmla="*/ 0 h 6858000"/>
              <a:gd name="connsiteX941" fmla="*/ 3105400 w 7467600"/>
              <a:gd name="connsiteY941" fmla="*/ 0 h 6858000"/>
              <a:gd name="connsiteX942" fmla="*/ 3094669 w 7467600"/>
              <a:gd name="connsiteY942" fmla="*/ 30308 h 6858000"/>
              <a:gd name="connsiteX943" fmla="*/ 2901945 w 7467600"/>
              <a:gd name="connsiteY943" fmla="*/ 466538 h 6858000"/>
              <a:gd name="connsiteX944" fmla="*/ 2815209 w 7467600"/>
              <a:gd name="connsiteY944" fmla="*/ 497361 h 6858000"/>
              <a:gd name="connsiteX945" fmla="*/ 2844845 w 7467600"/>
              <a:gd name="connsiteY945" fmla="*/ 127638 h 6858000"/>
              <a:gd name="connsiteX946" fmla="*/ 2867960 w 7467600"/>
              <a:gd name="connsiteY946" fmla="*/ 0 h 6858000"/>
              <a:gd name="connsiteX947" fmla="*/ 1057230 w 7467600"/>
              <a:gd name="connsiteY947" fmla="*/ 0 h 6858000"/>
              <a:gd name="connsiteX948" fmla="*/ 1111003 w 7467600"/>
              <a:gd name="connsiteY948" fmla="*/ 0 h 6858000"/>
              <a:gd name="connsiteX949" fmla="*/ 1125553 w 7467600"/>
              <a:gd name="connsiteY949" fmla="*/ 52588 h 6858000"/>
              <a:gd name="connsiteX950" fmla="*/ 1304276 w 7467600"/>
              <a:gd name="connsiteY950" fmla="*/ 476275 h 6858000"/>
              <a:gd name="connsiteX951" fmla="*/ 1492066 w 7467600"/>
              <a:gd name="connsiteY951" fmla="*/ 886333 h 6858000"/>
              <a:gd name="connsiteX952" fmla="*/ 1423698 w 7467600"/>
              <a:gd name="connsiteY952" fmla="*/ 710817 h 6858000"/>
              <a:gd name="connsiteX953" fmla="*/ 1357609 w 7467600"/>
              <a:gd name="connsiteY953" fmla="*/ 532892 h 6858000"/>
              <a:gd name="connsiteX954" fmla="*/ 1309550 w 7467600"/>
              <a:gd name="connsiteY954" fmla="*/ 374031 h 6858000"/>
              <a:gd name="connsiteX955" fmla="*/ 1193673 w 7467600"/>
              <a:gd name="connsiteY955" fmla="*/ 49533 h 6858000"/>
              <a:gd name="connsiteX956" fmla="*/ 1164391 w 7467600"/>
              <a:gd name="connsiteY956" fmla="*/ 0 h 6858000"/>
              <a:gd name="connsiteX957" fmla="*/ 1200666 w 7467600"/>
              <a:gd name="connsiteY957" fmla="*/ 0 h 6858000"/>
              <a:gd name="connsiteX958" fmla="*/ 1223408 w 7467600"/>
              <a:gd name="connsiteY958" fmla="*/ 38996 h 6858000"/>
              <a:gd name="connsiteX959" fmla="*/ 1339635 w 7467600"/>
              <a:gd name="connsiteY959" fmla="*/ 365517 h 6858000"/>
              <a:gd name="connsiteX960" fmla="*/ 1387469 w 7467600"/>
              <a:gd name="connsiteY960" fmla="*/ 523079 h 6858000"/>
              <a:gd name="connsiteX961" fmla="*/ 1452685 w 7467600"/>
              <a:gd name="connsiteY961" fmla="*/ 699806 h 6858000"/>
              <a:gd name="connsiteX962" fmla="*/ 1492092 w 7467600"/>
              <a:gd name="connsiteY962" fmla="*/ 800424 h 6858000"/>
              <a:gd name="connsiteX963" fmla="*/ 1455302 w 7467600"/>
              <a:gd name="connsiteY963" fmla="*/ 632913 h 6858000"/>
              <a:gd name="connsiteX964" fmla="*/ 1222336 w 7467600"/>
              <a:gd name="connsiteY964" fmla="*/ 9480 h 6858000"/>
              <a:gd name="connsiteX965" fmla="*/ 1214634 w 7467600"/>
              <a:gd name="connsiteY965" fmla="*/ 0 h 6858000"/>
              <a:gd name="connsiteX966" fmla="*/ 1289827 w 7467600"/>
              <a:gd name="connsiteY966" fmla="*/ 0 h 6858000"/>
              <a:gd name="connsiteX967" fmla="*/ 1321076 w 7467600"/>
              <a:gd name="connsiteY967" fmla="*/ 59722 h 6858000"/>
              <a:gd name="connsiteX968" fmla="*/ 1512579 w 7467600"/>
              <a:gd name="connsiteY968" fmla="*/ 626441 h 6858000"/>
              <a:gd name="connsiteX969" fmla="*/ 1506076 w 7467600"/>
              <a:gd name="connsiteY969" fmla="*/ 1089289 h 6858000"/>
              <a:gd name="connsiteX970" fmla="*/ 1486346 w 7467600"/>
              <a:gd name="connsiteY970" fmla="*/ 1079919 h 6858000"/>
              <a:gd name="connsiteX971" fmla="*/ 1070511 w 7467600"/>
              <a:gd name="connsiteY971" fmla="*/ 48609 h 6858000"/>
              <a:gd name="connsiteX972" fmla="*/ 1057230 w 7467600"/>
              <a:gd name="connsiteY972" fmla="*/ 0 h 6858000"/>
              <a:gd name="connsiteX973" fmla="*/ 43151 w 7467600"/>
              <a:gd name="connsiteY973" fmla="*/ 0 h 6858000"/>
              <a:gd name="connsiteX974" fmla="*/ 95283 w 7467600"/>
              <a:gd name="connsiteY974" fmla="*/ 0 h 6858000"/>
              <a:gd name="connsiteX975" fmla="*/ 300708 w 7467600"/>
              <a:gd name="connsiteY975" fmla="*/ 154571 h 6858000"/>
              <a:gd name="connsiteX976" fmla="*/ 530414 w 7467600"/>
              <a:gd name="connsiteY976" fmla="*/ 354673 h 6858000"/>
              <a:gd name="connsiteX977" fmla="*/ 333785 w 7467600"/>
              <a:gd name="connsiteY977" fmla="*/ 161564 h 6858000"/>
              <a:gd name="connsiteX978" fmla="*/ 147005 w 7467600"/>
              <a:gd name="connsiteY978" fmla="*/ 0 h 6858000"/>
              <a:gd name="connsiteX979" fmla="*/ 272509 w 7467600"/>
              <a:gd name="connsiteY979" fmla="*/ 0 h 6858000"/>
              <a:gd name="connsiteX980" fmla="*/ 326276 w 7467600"/>
              <a:gd name="connsiteY980" fmla="*/ 45847 h 6858000"/>
              <a:gd name="connsiteX981" fmla="*/ 823759 w 7467600"/>
              <a:gd name="connsiteY981" fmla="*/ 574145 h 6858000"/>
              <a:gd name="connsiteX982" fmla="*/ 811254 w 7467600"/>
              <a:gd name="connsiteY982" fmla="*/ 665546 h 6858000"/>
              <a:gd name="connsiteX983" fmla="*/ 154042 w 7467600"/>
              <a:gd name="connsiteY983" fmla="*/ 261522 h 6858000"/>
              <a:gd name="connsiteX984" fmla="*/ 13550 w 7467600"/>
              <a:gd name="connsiteY984" fmla="*/ 158423 h 6858000"/>
              <a:gd name="connsiteX985" fmla="*/ 0 w 7467600"/>
              <a:gd name="connsiteY985" fmla="*/ 146618 h 6858000"/>
              <a:gd name="connsiteX986" fmla="*/ 0 w 7467600"/>
              <a:gd name="connsiteY986" fmla="*/ 59161 h 6858000"/>
              <a:gd name="connsiteX987" fmla="*/ 45427 w 7467600"/>
              <a:gd name="connsiteY987" fmla="*/ 101078 h 6858000"/>
              <a:gd name="connsiteX988" fmla="*/ 630103 w 7467600"/>
              <a:gd name="connsiteY988" fmla="*/ 485885 h 6858000"/>
              <a:gd name="connsiteX989" fmla="*/ 532040 w 7467600"/>
              <a:gd name="connsiteY989" fmla="*/ 399359 h 6858000"/>
              <a:gd name="connsiteX990" fmla="*/ 517618 w 7467600"/>
              <a:gd name="connsiteY990" fmla="*/ 385726 h 6858000"/>
              <a:gd name="connsiteX991" fmla="*/ 285074 w 7467600"/>
              <a:gd name="connsiteY991" fmla="*/ 182755 h 6858000"/>
              <a:gd name="connsiteX992" fmla="*/ 43151 w 7467600"/>
              <a:gd name="connsiteY992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312201 w 7467600"/>
              <a:gd name="connsiteY127" fmla="*/ 5128278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1903353 w 7467600"/>
              <a:gd name="connsiteY136" fmla="*/ 5044827 h 6858000"/>
              <a:gd name="connsiteX137" fmla="*/ 1936931 w 7467600"/>
              <a:gd name="connsiteY137" fmla="*/ 5093954 h 6858000"/>
              <a:gd name="connsiteX138" fmla="*/ 2195868 w 7467600"/>
              <a:gd name="connsiteY138" fmla="*/ 5396574 h 6858000"/>
              <a:gd name="connsiteX139" fmla="*/ 2088852 w 7467600"/>
              <a:gd name="connsiteY139" fmla="*/ 5166123 h 6858000"/>
              <a:gd name="connsiteX140" fmla="*/ 1958241 w 7467600"/>
              <a:gd name="connsiteY140" fmla="*/ 5067955 h 6858000"/>
              <a:gd name="connsiteX141" fmla="*/ 1903353 w 7467600"/>
              <a:gd name="connsiteY141" fmla="*/ 5044827 h 6858000"/>
              <a:gd name="connsiteX142" fmla="*/ 1979378 w 7467600"/>
              <a:gd name="connsiteY142" fmla="*/ 4769504 h 6858000"/>
              <a:gd name="connsiteX143" fmla="*/ 2882120 w 7467600"/>
              <a:gd name="connsiteY143" fmla="*/ 5064547 h 6858000"/>
              <a:gd name="connsiteX144" fmla="*/ 2793103 w 7467600"/>
              <a:gd name="connsiteY144" fmla="*/ 5039699 h 6858000"/>
              <a:gd name="connsiteX145" fmla="*/ 2770041 w 7467600"/>
              <a:gd name="connsiteY145" fmla="*/ 5033634 h 6858000"/>
              <a:gd name="connsiteX146" fmla="*/ 1979378 w 7467600"/>
              <a:gd name="connsiteY146" fmla="*/ 4769504 h 6858000"/>
              <a:gd name="connsiteX147" fmla="*/ 1927410 w 7467600"/>
              <a:gd name="connsiteY147" fmla="*/ 4716164 h 6858000"/>
              <a:gd name="connsiteX148" fmla="*/ 1959587 w 7467600"/>
              <a:gd name="connsiteY148" fmla="*/ 4728849 h 6858000"/>
              <a:gd name="connsiteX149" fmla="*/ 2777707 w 7467600"/>
              <a:gd name="connsiteY149" fmla="*/ 5003991 h 6858000"/>
              <a:gd name="connsiteX150" fmla="*/ 2800768 w 7467600"/>
              <a:gd name="connsiteY150" fmla="*/ 5010056 h 6858000"/>
              <a:gd name="connsiteX151" fmla="*/ 2879408 w 7467600"/>
              <a:gd name="connsiteY151" fmla="*/ 5031590 h 6858000"/>
              <a:gd name="connsiteX152" fmla="*/ 2862295 w 7467600"/>
              <a:gd name="connsiteY152" fmla="*/ 5022958 h 6858000"/>
              <a:gd name="connsiteX153" fmla="*/ 2813343 w 7467600"/>
              <a:gd name="connsiteY153" fmla="*/ 4998369 h 6858000"/>
              <a:gd name="connsiteX154" fmla="*/ 2646245 w 7467600"/>
              <a:gd name="connsiteY154" fmla="*/ 4930999 h 6858000"/>
              <a:gd name="connsiteX155" fmla="*/ 1999243 w 7467600"/>
              <a:gd name="connsiteY155" fmla="*/ 4730524 h 6858000"/>
              <a:gd name="connsiteX156" fmla="*/ 1979527 w 7467600"/>
              <a:gd name="connsiteY156" fmla="*/ 4726651 h 6858000"/>
              <a:gd name="connsiteX157" fmla="*/ 1927410 w 7467600"/>
              <a:gd name="connsiteY157" fmla="*/ 4716164 h 6858000"/>
              <a:gd name="connsiteX158" fmla="*/ 1997014 w 7467600"/>
              <a:gd name="connsiteY158" fmla="*/ 4698007 h 6858000"/>
              <a:gd name="connsiteX159" fmla="*/ 2005458 w 7467600"/>
              <a:gd name="connsiteY159" fmla="*/ 4699540 h 6858000"/>
              <a:gd name="connsiteX160" fmla="*/ 2657186 w 7467600"/>
              <a:gd name="connsiteY160" fmla="*/ 4901687 h 6858000"/>
              <a:gd name="connsiteX161" fmla="*/ 2826662 w 7467600"/>
              <a:gd name="connsiteY161" fmla="*/ 4970362 h 6858000"/>
              <a:gd name="connsiteX162" fmla="*/ 2876100 w 7467600"/>
              <a:gd name="connsiteY162" fmla="*/ 4995397 h 6858000"/>
              <a:gd name="connsiteX163" fmla="*/ 3042600 w 7467600"/>
              <a:gd name="connsiteY163" fmla="*/ 5059532 h 6858000"/>
              <a:gd name="connsiteX164" fmla="*/ 1997014 w 7467600"/>
              <a:gd name="connsiteY164" fmla="*/ 4698007 h 6858000"/>
              <a:gd name="connsiteX165" fmla="*/ 2305292 w 7467600"/>
              <a:gd name="connsiteY165" fmla="*/ 4219492 h 6858000"/>
              <a:gd name="connsiteX166" fmla="*/ 3360922 w 7467600"/>
              <a:gd name="connsiteY166" fmla="*/ 4529373 h 6858000"/>
              <a:gd name="connsiteX167" fmla="*/ 3492420 w 7467600"/>
              <a:gd name="connsiteY167" fmla="*/ 4510145 h 6858000"/>
              <a:gd name="connsiteX168" fmla="*/ 3364086 w 7467600"/>
              <a:gd name="connsiteY168" fmla="*/ 4480340 h 6858000"/>
              <a:gd name="connsiteX169" fmla="*/ 3225818 w 7467600"/>
              <a:gd name="connsiteY169" fmla="*/ 4411822 h 6858000"/>
              <a:gd name="connsiteX170" fmla="*/ 3129696 w 7467600"/>
              <a:gd name="connsiteY170" fmla="*/ 4360704 h 6858000"/>
              <a:gd name="connsiteX171" fmla="*/ 2814545 w 7467600"/>
              <a:gd name="connsiteY171" fmla="*/ 4282955 h 6858000"/>
              <a:gd name="connsiteX172" fmla="*/ 2305292 w 7467600"/>
              <a:gd name="connsiteY172" fmla="*/ 4219492 h 6858000"/>
              <a:gd name="connsiteX173" fmla="*/ 2626982 w 7467600"/>
              <a:gd name="connsiteY173" fmla="*/ 4206450 h 6858000"/>
              <a:gd name="connsiteX174" fmla="*/ 2490617 w 7467600"/>
              <a:gd name="connsiteY174" fmla="*/ 4206951 h 6858000"/>
              <a:gd name="connsiteX175" fmla="*/ 2819869 w 7467600"/>
              <a:gd name="connsiteY175" fmla="*/ 4252936 h 6858000"/>
              <a:gd name="connsiteX176" fmla="*/ 3143018 w 7467600"/>
              <a:gd name="connsiteY176" fmla="*/ 4332698 h 6858000"/>
              <a:gd name="connsiteX177" fmla="*/ 3241520 w 7467600"/>
              <a:gd name="connsiteY177" fmla="*/ 4385112 h 6858000"/>
              <a:gd name="connsiteX178" fmla="*/ 3374575 w 7467600"/>
              <a:gd name="connsiteY178" fmla="*/ 4451517 h 6858000"/>
              <a:gd name="connsiteX179" fmla="*/ 3505221 w 7467600"/>
              <a:gd name="connsiteY179" fmla="*/ 4480757 h 6858000"/>
              <a:gd name="connsiteX180" fmla="*/ 2626982 w 7467600"/>
              <a:gd name="connsiteY180" fmla="*/ 4206450 h 6858000"/>
              <a:gd name="connsiteX181" fmla="*/ 1310106 w 7467600"/>
              <a:gd name="connsiteY181" fmla="*/ 3943217 h 6858000"/>
              <a:gd name="connsiteX182" fmla="*/ 854994 w 7467600"/>
              <a:gd name="connsiteY182" fmla="*/ 4399136 h 6858000"/>
              <a:gd name="connsiteX183" fmla="*/ 742462 w 7467600"/>
              <a:gd name="connsiteY183" fmla="*/ 4594648 h 6858000"/>
              <a:gd name="connsiteX184" fmla="*/ 820602 w 7467600"/>
              <a:gd name="connsiteY184" fmla="*/ 4485915 h 6858000"/>
              <a:gd name="connsiteX185" fmla="*/ 878295 w 7467600"/>
              <a:gd name="connsiteY185" fmla="*/ 4403594 h 6858000"/>
              <a:gd name="connsiteX186" fmla="*/ 1240607 w 7467600"/>
              <a:gd name="connsiteY186" fmla="*/ 4010401 h 6858000"/>
              <a:gd name="connsiteX187" fmla="*/ 1310106 w 7467600"/>
              <a:gd name="connsiteY187" fmla="*/ 3943217 h 6858000"/>
              <a:gd name="connsiteX188" fmla="*/ 1423113 w 7467600"/>
              <a:gd name="connsiteY188" fmla="*/ 3874565 h 6858000"/>
              <a:gd name="connsiteX189" fmla="*/ 1260565 w 7467600"/>
              <a:gd name="connsiteY189" fmla="*/ 4031982 h 6858000"/>
              <a:gd name="connsiteX190" fmla="*/ 901900 w 7467600"/>
              <a:gd name="connsiteY190" fmla="*/ 4421236 h 6858000"/>
              <a:gd name="connsiteX191" fmla="*/ 845044 w 7467600"/>
              <a:gd name="connsiteY191" fmla="*/ 4502436 h 6858000"/>
              <a:gd name="connsiteX192" fmla="*/ 685926 w 7467600"/>
              <a:gd name="connsiteY192" fmla="*/ 4703069 h 6858000"/>
              <a:gd name="connsiteX193" fmla="*/ 684248 w 7467600"/>
              <a:gd name="connsiteY193" fmla="*/ 4706721 h 6858000"/>
              <a:gd name="connsiteX194" fmla="*/ 1423113 w 7467600"/>
              <a:gd name="connsiteY194" fmla="*/ 3874565 h 6858000"/>
              <a:gd name="connsiteX195" fmla="*/ 3316479 w 7467600"/>
              <a:gd name="connsiteY195" fmla="*/ 3872136 h 6858000"/>
              <a:gd name="connsiteX196" fmla="*/ 3546806 w 7467600"/>
              <a:gd name="connsiteY196" fmla="*/ 4356139 h 6858000"/>
              <a:gd name="connsiteX197" fmla="*/ 3364433 w 7467600"/>
              <a:gd name="connsiteY197" fmla="*/ 3953121 h 6858000"/>
              <a:gd name="connsiteX198" fmla="*/ 3316479 w 7467600"/>
              <a:gd name="connsiteY198" fmla="*/ 3872136 h 6858000"/>
              <a:gd name="connsiteX199" fmla="*/ 3291335 w 7467600"/>
              <a:gd name="connsiteY199" fmla="*/ 3767420 h 6858000"/>
              <a:gd name="connsiteX200" fmla="*/ 3390805 w 7467600"/>
              <a:gd name="connsiteY200" fmla="*/ 3937163 h 6858000"/>
              <a:gd name="connsiteX201" fmla="*/ 3579062 w 7467600"/>
              <a:gd name="connsiteY201" fmla="*/ 4359040 h 6858000"/>
              <a:gd name="connsiteX202" fmla="*/ 3467355 w 7467600"/>
              <a:gd name="connsiteY202" fmla="*/ 3988130 h 6858000"/>
              <a:gd name="connsiteX203" fmla="*/ 3310753 w 7467600"/>
              <a:gd name="connsiteY203" fmla="*/ 3787140 h 6858000"/>
              <a:gd name="connsiteX204" fmla="*/ 3291335 w 7467600"/>
              <a:gd name="connsiteY204" fmla="*/ 3767420 h 6858000"/>
              <a:gd name="connsiteX205" fmla="*/ 1635889 w 7467600"/>
              <a:gd name="connsiteY205" fmla="*/ 3709494 h 6858000"/>
              <a:gd name="connsiteX206" fmla="*/ 1634800 w 7467600"/>
              <a:gd name="connsiteY206" fmla="*/ 3731111 h 6858000"/>
              <a:gd name="connsiteX207" fmla="*/ 1635889 w 7467600"/>
              <a:gd name="connsiteY207" fmla="*/ 3709494 h 6858000"/>
              <a:gd name="connsiteX208" fmla="*/ 1510397 w 7467600"/>
              <a:gd name="connsiteY208" fmla="*/ 3684705 h 6858000"/>
              <a:gd name="connsiteX209" fmla="*/ 1146550 w 7467600"/>
              <a:gd name="connsiteY209" fmla="*/ 3802012 h 6858000"/>
              <a:gd name="connsiteX210" fmla="*/ 698834 w 7467600"/>
              <a:gd name="connsiteY210" fmla="*/ 3952272 h 6858000"/>
              <a:gd name="connsiteX211" fmla="*/ 34256 w 7467600"/>
              <a:gd name="connsiteY211" fmla="*/ 4347603 h 6858000"/>
              <a:gd name="connsiteX212" fmla="*/ 527241 w 7467600"/>
              <a:gd name="connsiteY212" fmla="*/ 4065078 h 6858000"/>
              <a:gd name="connsiteX213" fmla="*/ 1510397 w 7467600"/>
              <a:gd name="connsiteY213" fmla="*/ 3684705 h 6858000"/>
              <a:gd name="connsiteX214" fmla="*/ 1313114 w 7467600"/>
              <a:gd name="connsiteY214" fmla="*/ 3655216 h 6858000"/>
              <a:gd name="connsiteX215" fmla="*/ 1109304 w 7467600"/>
              <a:gd name="connsiteY215" fmla="*/ 3669030 h 6858000"/>
              <a:gd name="connsiteX216" fmla="*/ 8129 w 7467600"/>
              <a:gd name="connsiteY216" fmla="*/ 4330519 h 6858000"/>
              <a:gd name="connsiteX217" fmla="*/ 687572 w 7467600"/>
              <a:gd name="connsiteY217" fmla="*/ 3925629 h 6858000"/>
              <a:gd name="connsiteX218" fmla="*/ 1138365 w 7467600"/>
              <a:gd name="connsiteY218" fmla="*/ 3774515 h 6858000"/>
              <a:gd name="connsiteX219" fmla="*/ 1505579 w 7467600"/>
              <a:gd name="connsiteY219" fmla="*/ 3655526 h 6858000"/>
              <a:gd name="connsiteX220" fmla="*/ 1313114 w 7467600"/>
              <a:gd name="connsiteY220" fmla="*/ 3655216 h 6858000"/>
              <a:gd name="connsiteX221" fmla="*/ 3655073 w 7467600"/>
              <a:gd name="connsiteY221" fmla="*/ 3650884 h 6858000"/>
              <a:gd name="connsiteX222" fmla="*/ 3989938 w 7467600"/>
              <a:gd name="connsiteY222" fmla="*/ 3991685 h 6858000"/>
              <a:gd name="connsiteX223" fmla="*/ 4393907 w 7467600"/>
              <a:gd name="connsiteY223" fmla="*/ 4261258 h 6858000"/>
              <a:gd name="connsiteX224" fmla="*/ 4648051 w 7467600"/>
              <a:gd name="connsiteY224" fmla="*/ 4374051 h 6858000"/>
              <a:gd name="connsiteX225" fmla="*/ 4383389 w 7467600"/>
              <a:gd name="connsiteY225" fmla="*/ 4184369 h 6858000"/>
              <a:gd name="connsiteX226" fmla="*/ 4165508 w 7467600"/>
              <a:gd name="connsiteY226" fmla="*/ 4035196 h 6858000"/>
              <a:gd name="connsiteX227" fmla="*/ 4068162 w 7467600"/>
              <a:gd name="connsiteY227" fmla="*/ 3953394 h 6858000"/>
              <a:gd name="connsiteX228" fmla="*/ 3981416 w 7467600"/>
              <a:gd name="connsiteY228" fmla="*/ 3880482 h 6858000"/>
              <a:gd name="connsiteX229" fmla="*/ 3800147 w 7467600"/>
              <a:gd name="connsiteY229" fmla="*/ 3749872 h 6858000"/>
              <a:gd name="connsiteX230" fmla="*/ 3655073 w 7467600"/>
              <a:gd name="connsiteY230" fmla="*/ 3650884 h 6858000"/>
              <a:gd name="connsiteX231" fmla="*/ 3670252 w 7467600"/>
              <a:gd name="connsiteY231" fmla="*/ 3622798 h 6858000"/>
              <a:gd name="connsiteX232" fmla="*/ 3817258 w 7467600"/>
              <a:gd name="connsiteY232" fmla="*/ 3723577 h 6858000"/>
              <a:gd name="connsiteX233" fmla="*/ 4000461 w 7467600"/>
              <a:gd name="connsiteY233" fmla="*/ 3855966 h 6858000"/>
              <a:gd name="connsiteX234" fmla="*/ 4088180 w 7467600"/>
              <a:gd name="connsiteY234" fmla="*/ 3929774 h 6858000"/>
              <a:gd name="connsiteX235" fmla="*/ 4184555 w 7467600"/>
              <a:gd name="connsiteY235" fmla="*/ 4010683 h 6858000"/>
              <a:gd name="connsiteX236" fmla="*/ 4399563 w 7467600"/>
              <a:gd name="connsiteY236" fmla="*/ 4158106 h 6858000"/>
              <a:gd name="connsiteX237" fmla="*/ 4684469 w 7467600"/>
              <a:gd name="connsiteY237" fmla="*/ 4364680 h 6858000"/>
              <a:gd name="connsiteX238" fmla="*/ 4690271 w 7467600"/>
              <a:gd name="connsiteY238" fmla="*/ 4370034 h 6858000"/>
              <a:gd name="connsiteX239" fmla="*/ 4136093 w 7467600"/>
              <a:gd name="connsiteY239" fmla="*/ 3858466 h 6858000"/>
              <a:gd name="connsiteX240" fmla="*/ 3670252 w 7467600"/>
              <a:gd name="connsiteY240" fmla="*/ 3622798 h 6858000"/>
              <a:gd name="connsiteX241" fmla="*/ 4440129 w 7467600"/>
              <a:gd name="connsiteY241" fmla="*/ 3448571 h 6858000"/>
              <a:gd name="connsiteX242" fmla="*/ 4856525 w 7467600"/>
              <a:gd name="connsiteY242" fmla="*/ 3915351 h 6858000"/>
              <a:gd name="connsiteX243" fmla="*/ 5059055 w 7467600"/>
              <a:gd name="connsiteY243" fmla="*/ 4108918 h 6858000"/>
              <a:gd name="connsiteX244" fmla="*/ 5290070 w 7467600"/>
              <a:gd name="connsiteY244" fmla="*/ 4263619 h 6858000"/>
              <a:gd name="connsiteX245" fmla="*/ 4834991 w 7467600"/>
              <a:gd name="connsiteY245" fmla="*/ 3830985 h 6858000"/>
              <a:gd name="connsiteX246" fmla="*/ 4440129 w 7467600"/>
              <a:gd name="connsiteY246" fmla="*/ 3448571 h 6858000"/>
              <a:gd name="connsiteX247" fmla="*/ 4441737 w 7467600"/>
              <a:gd name="connsiteY247" fmla="*/ 3399734 h 6858000"/>
              <a:gd name="connsiteX248" fmla="*/ 4431236 w 7467600"/>
              <a:gd name="connsiteY248" fmla="*/ 3400954 h 6858000"/>
              <a:gd name="connsiteX249" fmla="*/ 4557150 w 7467600"/>
              <a:gd name="connsiteY249" fmla="*/ 3510023 h 6858000"/>
              <a:gd name="connsiteX250" fmla="*/ 4856936 w 7467600"/>
              <a:gd name="connsiteY250" fmla="*/ 3809146 h 6858000"/>
              <a:gd name="connsiteX251" fmla="*/ 5111996 w 7467600"/>
              <a:gd name="connsiteY251" fmla="*/ 4065759 h 6858000"/>
              <a:gd name="connsiteX252" fmla="*/ 5388878 w 7467600"/>
              <a:gd name="connsiteY252" fmla="*/ 4300185 h 6858000"/>
              <a:gd name="connsiteX253" fmla="*/ 5425556 w 7467600"/>
              <a:gd name="connsiteY253" fmla="*/ 4308967 h 6858000"/>
              <a:gd name="connsiteX254" fmla="*/ 4943646 w 7467600"/>
              <a:gd name="connsiteY254" fmla="*/ 3822916 h 6858000"/>
              <a:gd name="connsiteX255" fmla="*/ 4594837 w 7467600"/>
              <a:gd name="connsiteY255" fmla="*/ 3532274 h 6858000"/>
              <a:gd name="connsiteX256" fmla="*/ 4441737 w 7467600"/>
              <a:gd name="connsiteY256" fmla="*/ 3399734 h 6858000"/>
              <a:gd name="connsiteX257" fmla="*/ 5425834 w 7467600"/>
              <a:gd name="connsiteY257" fmla="*/ 3162785 h 6858000"/>
              <a:gd name="connsiteX258" fmla="*/ 5401644 w 7467600"/>
              <a:gd name="connsiteY258" fmla="*/ 3617847 h 6858000"/>
              <a:gd name="connsiteX259" fmla="*/ 5467256 w 7467600"/>
              <a:gd name="connsiteY259" fmla="*/ 4175494 h 6858000"/>
              <a:gd name="connsiteX260" fmla="*/ 5448069 w 7467600"/>
              <a:gd name="connsiteY260" fmla="*/ 3567554 h 6858000"/>
              <a:gd name="connsiteX261" fmla="*/ 5425834 w 7467600"/>
              <a:gd name="connsiteY261" fmla="*/ 3162785 h 6858000"/>
              <a:gd name="connsiteX262" fmla="*/ 1318687 w 7467600"/>
              <a:gd name="connsiteY262" fmla="*/ 3113840 h 6858000"/>
              <a:gd name="connsiteX263" fmla="*/ 1066793 w 7467600"/>
              <a:gd name="connsiteY263" fmla="*/ 3212171 h 6858000"/>
              <a:gd name="connsiteX264" fmla="*/ 993319 w 7467600"/>
              <a:gd name="connsiteY264" fmla="*/ 3247648 h 6858000"/>
              <a:gd name="connsiteX265" fmla="*/ 853081 w 7467600"/>
              <a:gd name="connsiteY265" fmla="*/ 3312410 h 6858000"/>
              <a:gd name="connsiteX266" fmla="*/ 805957 w 7467600"/>
              <a:gd name="connsiteY266" fmla="*/ 3330443 h 6858000"/>
              <a:gd name="connsiteX267" fmla="*/ 1318687 w 7467600"/>
              <a:gd name="connsiteY267" fmla="*/ 3113840 h 6858000"/>
              <a:gd name="connsiteX268" fmla="*/ 5453702 w 7467600"/>
              <a:gd name="connsiteY268" fmla="*/ 3090882 h 6858000"/>
              <a:gd name="connsiteX269" fmla="*/ 5480135 w 7467600"/>
              <a:gd name="connsiteY269" fmla="*/ 3565802 h 6858000"/>
              <a:gd name="connsiteX270" fmla="*/ 5499023 w 7467600"/>
              <a:gd name="connsiteY270" fmla="*/ 4166310 h 6858000"/>
              <a:gd name="connsiteX271" fmla="*/ 5547022 w 7467600"/>
              <a:gd name="connsiteY271" fmla="*/ 3607838 h 6858000"/>
              <a:gd name="connsiteX272" fmla="*/ 5515964 w 7467600"/>
              <a:gd name="connsiteY272" fmla="*/ 3378541 h 6858000"/>
              <a:gd name="connsiteX273" fmla="*/ 5453702 w 7467600"/>
              <a:gd name="connsiteY273" fmla="*/ 3090882 h 6858000"/>
              <a:gd name="connsiteX274" fmla="*/ 1238695 w 7467600"/>
              <a:gd name="connsiteY274" fmla="*/ 3076820 h 6858000"/>
              <a:gd name="connsiteX275" fmla="*/ 716371 w 7467600"/>
              <a:gd name="connsiteY275" fmla="*/ 3293249 h 6858000"/>
              <a:gd name="connsiteX276" fmla="*/ 579522 w 7467600"/>
              <a:gd name="connsiteY276" fmla="*/ 3371759 h 6858000"/>
              <a:gd name="connsiteX277" fmla="*/ 600288 w 7467600"/>
              <a:gd name="connsiteY277" fmla="*/ 3365555 h 6858000"/>
              <a:gd name="connsiteX278" fmla="*/ 840692 w 7467600"/>
              <a:gd name="connsiteY278" fmla="*/ 3284921 h 6858000"/>
              <a:gd name="connsiteX279" fmla="*/ 979248 w 7467600"/>
              <a:gd name="connsiteY279" fmla="*/ 3221003 h 6858000"/>
              <a:gd name="connsiteX280" fmla="*/ 1053282 w 7467600"/>
              <a:gd name="connsiteY280" fmla="*/ 3185247 h 6858000"/>
              <a:gd name="connsiteX281" fmla="*/ 1320603 w 7467600"/>
              <a:gd name="connsiteY281" fmla="*/ 3081281 h 6858000"/>
              <a:gd name="connsiteX282" fmla="*/ 1238695 w 7467600"/>
              <a:gd name="connsiteY282" fmla="*/ 3076820 h 6858000"/>
              <a:gd name="connsiteX283" fmla="*/ 5425627 w 7467600"/>
              <a:gd name="connsiteY283" fmla="*/ 2954192 h 6858000"/>
              <a:gd name="connsiteX284" fmla="*/ 5470770 w 7467600"/>
              <a:gd name="connsiteY284" fmla="*/ 3005435 h 6858000"/>
              <a:gd name="connsiteX285" fmla="*/ 5519779 w 7467600"/>
              <a:gd name="connsiteY285" fmla="*/ 4359223 h 6858000"/>
              <a:gd name="connsiteX286" fmla="*/ 5520293 w 7467600"/>
              <a:gd name="connsiteY286" fmla="*/ 4360602 h 6858000"/>
              <a:gd name="connsiteX287" fmla="*/ 5767221 w 7467600"/>
              <a:gd name="connsiteY287" fmla="*/ 4665564 h 6858000"/>
              <a:gd name="connsiteX288" fmla="*/ 6937169 w 7467600"/>
              <a:gd name="connsiteY288" fmla="*/ 4815941 h 6858000"/>
              <a:gd name="connsiteX289" fmla="*/ 6953922 w 7467600"/>
              <a:gd name="connsiteY289" fmla="*/ 4890068 h 6858000"/>
              <a:gd name="connsiteX290" fmla="*/ 6071359 w 7467600"/>
              <a:gd name="connsiteY290" fmla="*/ 4770770 h 6858000"/>
              <a:gd name="connsiteX291" fmla="*/ 6038839 w 7467600"/>
              <a:gd name="connsiteY291" fmla="*/ 4764474 h 6858000"/>
              <a:gd name="connsiteX292" fmla="*/ 6038706 w 7467600"/>
              <a:gd name="connsiteY292" fmla="*/ 4763847 h 6858000"/>
              <a:gd name="connsiteX293" fmla="*/ 6037784 w 7467600"/>
              <a:gd name="connsiteY293" fmla="*/ 4764270 h 6858000"/>
              <a:gd name="connsiteX294" fmla="*/ 6038839 w 7467600"/>
              <a:gd name="connsiteY294" fmla="*/ 4764474 h 6858000"/>
              <a:gd name="connsiteX295" fmla="*/ 6040338 w 7467600"/>
              <a:gd name="connsiteY295" fmla="*/ 4771418 h 6858000"/>
              <a:gd name="connsiteX296" fmla="*/ 6024488 w 7467600"/>
              <a:gd name="connsiteY296" fmla="*/ 4809903 h 6858000"/>
              <a:gd name="connsiteX297" fmla="*/ 5599771 w 7467600"/>
              <a:gd name="connsiteY297" fmla="*/ 5509652 h 6858000"/>
              <a:gd name="connsiteX298" fmla="*/ 5548843 w 7467600"/>
              <a:gd name="connsiteY298" fmla="*/ 5563845 h 6858000"/>
              <a:gd name="connsiteX299" fmla="*/ 5940952 w 7467600"/>
              <a:gd name="connsiteY299" fmla="*/ 6250028 h 6858000"/>
              <a:gd name="connsiteX300" fmla="*/ 6043441 w 7467600"/>
              <a:gd name="connsiteY300" fmla="*/ 6665847 h 6858000"/>
              <a:gd name="connsiteX301" fmla="*/ 6093432 w 7467600"/>
              <a:gd name="connsiteY301" fmla="*/ 6858000 h 6858000"/>
              <a:gd name="connsiteX302" fmla="*/ 6034344 w 7467600"/>
              <a:gd name="connsiteY302" fmla="*/ 6858000 h 6858000"/>
              <a:gd name="connsiteX303" fmla="*/ 6026679 w 7467600"/>
              <a:gd name="connsiteY303" fmla="*/ 6836959 h 6858000"/>
              <a:gd name="connsiteX304" fmla="*/ 5800441 w 7467600"/>
              <a:gd name="connsiteY304" fmla="*/ 6335286 h 6858000"/>
              <a:gd name="connsiteX305" fmla="*/ 5526562 w 7467600"/>
              <a:gd name="connsiteY305" fmla="*/ 5705388 h 6858000"/>
              <a:gd name="connsiteX306" fmla="*/ 5519640 w 7467600"/>
              <a:gd name="connsiteY306" fmla="*/ 5683774 h 6858000"/>
              <a:gd name="connsiteX307" fmla="*/ 5844559 w 7467600"/>
              <a:gd name="connsiteY307" fmla="*/ 6553349 h 6858000"/>
              <a:gd name="connsiteX308" fmla="*/ 5975994 w 7467600"/>
              <a:gd name="connsiteY308" fmla="*/ 6858000 h 6858000"/>
              <a:gd name="connsiteX309" fmla="*/ 5898547 w 7467600"/>
              <a:gd name="connsiteY309" fmla="*/ 6858000 h 6858000"/>
              <a:gd name="connsiteX310" fmla="*/ 5682041 w 7467600"/>
              <a:gd name="connsiteY310" fmla="*/ 6355860 h 6858000"/>
              <a:gd name="connsiteX311" fmla="*/ 5461758 w 7467600"/>
              <a:gd name="connsiteY311" fmla="*/ 5820220 h 6858000"/>
              <a:gd name="connsiteX312" fmla="*/ 5237282 w 7467600"/>
              <a:gd name="connsiteY312" fmla="*/ 6579086 h 6858000"/>
              <a:gd name="connsiteX313" fmla="*/ 5115009 w 7467600"/>
              <a:gd name="connsiteY313" fmla="*/ 6858000 h 6858000"/>
              <a:gd name="connsiteX314" fmla="*/ 5028074 w 7467600"/>
              <a:gd name="connsiteY314" fmla="*/ 6858000 h 6858000"/>
              <a:gd name="connsiteX315" fmla="*/ 5079508 w 7467600"/>
              <a:gd name="connsiteY315" fmla="*/ 6749074 h 6858000"/>
              <a:gd name="connsiteX316" fmla="*/ 5371846 w 7467600"/>
              <a:gd name="connsiteY316" fmla="*/ 5924413 h 6858000"/>
              <a:gd name="connsiteX317" fmla="*/ 5270512 w 7467600"/>
              <a:gd name="connsiteY317" fmla="*/ 6138975 h 6858000"/>
              <a:gd name="connsiteX318" fmla="*/ 5062409 w 7467600"/>
              <a:gd name="connsiteY318" fmla="*/ 6653544 h 6858000"/>
              <a:gd name="connsiteX319" fmla="*/ 5036628 w 7467600"/>
              <a:gd name="connsiteY319" fmla="*/ 6754247 h 6858000"/>
              <a:gd name="connsiteX320" fmla="*/ 5009112 w 7467600"/>
              <a:gd name="connsiteY320" fmla="*/ 6858000 h 6858000"/>
              <a:gd name="connsiteX321" fmla="*/ 4976679 w 7467600"/>
              <a:gd name="connsiteY321" fmla="*/ 6858000 h 6858000"/>
              <a:gd name="connsiteX322" fmla="*/ 5006537 w 7467600"/>
              <a:gd name="connsiteY322" fmla="*/ 6747068 h 6858000"/>
              <a:gd name="connsiteX323" fmla="*/ 5032723 w 7467600"/>
              <a:gd name="connsiteY323" fmla="*/ 6644957 h 6858000"/>
              <a:gd name="connsiteX324" fmla="*/ 5242949 w 7467600"/>
              <a:gd name="connsiteY324" fmla="*/ 6125175 h 6858000"/>
              <a:gd name="connsiteX325" fmla="*/ 5286321 w 7467600"/>
              <a:gd name="connsiteY325" fmla="*/ 6033555 h 6858000"/>
              <a:gd name="connsiteX326" fmla="*/ 5008210 w 7467600"/>
              <a:gd name="connsiteY326" fmla="*/ 6649194 h 6858000"/>
              <a:gd name="connsiteX327" fmla="*/ 4986321 w 7467600"/>
              <a:gd name="connsiteY327" fmla="*/ 6765687 h 6858000"/>
              <a:gd name="connsiteX328" fmla="*/ 4973474 w 7467600"/>
              <a:gd name="connsiteY328" fmla="*/ 6858000 h 6858000"/>
              <a:gd name="connsiteX329" fmla="*/ 4907178 w 7467600"/>
              <a:gd name="connsiteY329" fmla="*/ 6858000 h 6858000"/>
              <a:gd name="connsiteX330" fmla="*/ 4910810 w 7467600"/>
              <a:gd name="connsiteY330" fmla="*/ 6829660 h 6858000"/>
              <a:gd name="connsiteX331" fmla="*/ 4987461 w 7467600"/>
              <a:gd name="connsiteY331" fmla="*/ 6432994 h 6858000"/>
              <a:gd name="connsiteX332" fmla="*/ 5179262 w 7467600"/>
              <a:gd name="connsiteY332" fmla="*/ 6035044 h 6858000"/>
              <a:gd name="connsiteX333" fmla="*/ 4689678 w 7467600"/>
              <a:gd name="connsiteY333" fmla="*/ 6440241 h 6858000"/>
              <a:gd name="connsiteX334" fmla="*/ 4477543 w 7467600"/>
              <a:gd name="connsiteY334" fmla="*/ 6674836 h 6858000"/>
              <a:gd name="connsiteX335" fmla="*/ 4329957 w 7467600"/>
              <a:gd name="connsiteY335" fmla="*/ 6858000 h 6858000"/>
              <a:gd name="connsiteX336" fmla="*/ 4218595 w 7467600"/>
              <a:gd name="connsiteY336" fmla="*/ 6858000 h 6858000"/>
              <a:gd name="connsiteX337" fmla="*/ 4368888 w 7467600"/>
              <a:gd name="connsiteY337" fmla="*/ 6668412 h 6858000"/>
              <a:gd name="connsiteX338" fmla="*/ 4563091 w 7467600"/>
              <a:gd name="connsiteY338" fmla="*/ 6442508 h 6858000"/>
              <a:gd name="connsiteX339" fmla="*/ 5387324 w 7467600"/>
              <a:gd name="connsiteY339" fmla="*/ 5705830 h 6858000"/>
              <a:gd name="connsiteX340" fmla="*/ 5073620 w 7467600"/>
              <a:gd name="connsiteY340" fmla="*/ 5955437 h 6858000"/>
              <a:gd name="connsiteX341" fmla="*/ 4689789 w 7467600"/>
              <a:gd name="connsiteY341" fmla="*/ 6268382 h 6858000"/>
              <a:gd name="connsiteX342" fmla="*/ 4418722 w 7467600"/>
              <a:gd name="connsiteY342" fmla="*/ 6570886 h 6858000"/>
              <a:gd name="connsiteX343" fmla="*/ 4214944 w 7467600"/>
              <a:gd name="connsiteY343" fmla="*/ 6858000 h 6858000"/>
              <a:gd name="connsiteX344" fmla="*/ 4177898 w 7467600"/>
              <a:gd name="connsiteY344" fmla="*/ 6858000 h 6858000"/>
              <a:gd name="connsiteX345" fmla="*/ 4391597 w 7467600"/>
              <a:gd name="connsiteY345" fmla="*/ 6556370 h 6858000"/>
              <a:gd name="connsiteX346" fmla="*/ 4668889 w 7467600"/>
              <a:gd name="connsiteY346" fmla="*/ 6246399 h 6858000"/>
              <a:gd name="connsiteX347" fmla="*/ 5055427 w 7467600"/>
              <a:gd name="connsiteY347" fmla="*/ 5931476 h 6858000"/>
              <a:gd name="connsiteX348" fmla="*/ 5371814 w 7467600"/>
              <a:gd name="connsiteY348" fmla="*/ 5678975 h 6858000"/>
              <a:gd name="connsiteX349" fmla="*/ 4987918 w 7467600"/>
              <a:gd name="connsiteY349" fmla="*/ 5838701 h 6858000"/>
              <a:gd name="connsiteX350" fmla="*/ 4317146 w 7467600"/>
              <a:gd name="connsiteY350" fmla="*/ 6587716 h 6858000"/>
              <a:gd name="connsiteX351" fmla="*/ 4171627 w 7467600"/>
              <a:gd name="connsiteY351" fmla="*/ 6858000 h 6858000"/>
              <a:gd name="connsiteX352" fmla="*/ 4081585 w 7467600"/>
              <a:gd name="connsiteY352" fmla="*/ 6858000 h 6858000"/>
              <a:gd name="connsiteX353" fmla="*/ 4238603 w 7467600"/>
              <a:gd name="connsiteY353" fmla="*/ 6559341 h 6858000"/>
              <a:gd name="connsiteX354" fmla="*/ 4778333 w 7467600"/>
              <a:gd name="connsiteY354" fmla="*/ 5873626 h 6858000"/>
              <a:gd name="connsiteX355" fmla="*/ 5414185 w 7467600"/>
              <a:gd name="connsiteY355" fmla="*/ 5573882 h 6858000"/>
              <a:gd name="connsiteX356" fmla="*/ 5959648 w 7467600"/>
              <a:gd name="connsiteY356" fmla="*/ 4760797 h 6858000"/>
              <a:gd name="connsiteX357" fmla="*/ 5355019 w 7467600"/>
              <a:gd name="connsiteY357" fmla="*/ 4734672 h 6858000"/>
              <a:gd name="connsiteX358" fmla="*/ 5083565 w 7467600"/>
              <a:gd name="connsiteY358" fmla="*/ 5179121 h 6858000"/>
              <a:gd name="connsiteX359" fmla="*/ 4713577 w 7467600"/>
              <a:gd name="connsiteY359" fmla="*/ 5616803 h 6858000"/>
              <a:gd name="connsiteX360" fmla="*/ 3989559 w 7467600"/>
              <a:gd name="connsiteY360" fmla="*/ 6145945 h 6858000"/>
              <a:gd name="connsiteX361" fmla="*/ 3939824 w 7467600"/>
              <a:gd name="connsiteY361" fmla="*/ 6066900 h 6858000"/>
              <a:gd name="connsiteX362" fmla="*/ 4584537 w 7467600"/>
              <a:gd name="connsiteY362" fmla="*/ 5324826 h 6858000"/>
              <a:gd name="connsiteX363" fmla="*/ 5037105 w 7467600"/>
              <a:gd name="connsiteY363" fmla="*/ 5088765 h 6858000"/>
              <a:gd name="connsiteX364" fmla="*/ 5039930 w 7467600"/>
              <a:gd name="connsiteY364" fmla="*/ 5089585 h 6858000"/>
              <a:gd name="connsiteX365" fmla="*/ 5263764 w 7467600"/>
              <a:gd name="connsiteY365" fmla="*/ 4735525 h 6858000"/>
              <a:gd name="connsiteX366" fmla="*/ 4086300 w 7467600"/>
              <a:gd name="connsiteY366" fmla="*/ 4884599 h 6858000"/>
              <a:gd name="connsiteX367" fmla="*/ 4085485 w 7467600"/>
              <a:gd name="connsiteY367" fmla="*/ 4899070 h 6858000"/>
              <a:gd name="connsiteX368" fmla="*/ 3871915 w 7467600"/>
              <a:gd name="connsiteY368" fmla="*/ 5253645 h 6858000"/>
              <a:gd name="connsiteX369" fmla="*/ 3799374 w 7467600"/>
              <a:gd name="connsiteY369" fmla="*/ 5466127 h 6858000"/>
              <a:gd name="connsiteX370" fmla="*/ 3498850 w 7467600"/>
              <a:gd name="connsiteY370" fmla="*/ 6661888 h 6858000"/>
              <a:gd name="connsiteX371" fmla="*/ 3399216 w 7467600"/>
              <a:gd name="connsiteY371" fmla="*/ 6858000 h 6858000"/>
              <a:gd name="connsiteX372" fmla="*/ 3303688 w 7467600"/>
              <a:gd name="connsiteY372" fmla="*/ 6858000 h 6858000"/>
              <a:gd name="connsiteX373" fmla="*/ 3391774 w 7467600"/>
              <a:gd name="connsiteY373" fmla="*/ 6697181 h 6858000"/>
              <a:gd name="connsiteX374" fmla="*/ 3735540 w 7467600"/>
              <a:gd name="connsiteY374" fmla="*/ 5546923 h 6858000"/>
              <a:gd name="connsiteX375" fmla="*/ 3729438 w 7467600"/>
              <a:gd name="connsiteY375" fmla="*/ 5569058 h 6858000"/>
              <a:gd name="connsiteX376" fmla="*/ 3707782 w 7467600"/>
              <a:gd name="connsiteY376" fmla="*/ 5644908 h 6858000"/>
              <a:gd name="connsiteX377" fmla="*/ 3583827 w 7467600"/>
              <a:gd name="connsiteY377" fmla="*/ 6039215 h 6858000"/>
              <a:gd name="connsiteX378" fmla="*/ 3547861 w 7467600"/>
              <a:gd name="connsiteY378" fmla="*/ 6129609 h 6858000"/>
              <a:gd name="connsiteX379" fmla="*/ 3490905 w 7467600"/>
              <a:gd name="connsiteY379" fmla="*/ 6277660 h 6858000"/>
              <a:gd name="connsiteX380" fmla="*/ 3455859 w 7467600"/>
              <a:gd name="connsiteY380" fmla="*/ 6391301 h 6858000"/>
              <a:gd name="connsiteX381" fmla="*/ 3429112 w 7467600"/>
              <a:gd name="connsiteY381" fmla="*/ 6479469 h 6858000"/>
              <a:gd name="connsiteX382" fmla="*/ 3304862 w 7467600"/>
              <a:gd name="connsiteY382" fmla="*/ 6796476 h 6858000"/>
              <a:gd name="connsiteX383" fmla="*/ 3276071 w 7467600"/>
              <a:gd name="connsiteY383" fmla="*/ 6858000 h 6858000"/>
              <a:gd name="connsiteX384" fmla="*/ 3240805 w 7467600"/>
              <a:gd name="connsiteY384" fmla="*/ 6858000 h 6858000"/>
              <a:gd name="connsiteX385" fmla="*/ 3275917 w 7467600"/>
              <a:gd name="connsiteY385" fmla="*/ 6783192 h 6858000"/>
              <a:gd name="connsiteX386" fmla="*/ 3399358 w 7467600"/>
              <a:gd name="connsiteY386" fmla="*/ 6469011 h 6858000"/>
              <a:gd name="connsiteX387" fmla="*/ 3425650 w 7467600"/>
              <a:gd name="connsiteY387" fmla="*/ 6381333 h 6858000"/>
              <a:gd name="connsiteX388" fmla="*/ 3460661 w 7467600"/>
              <a:gd name="connsiteY388" fmla="*/ 6266763 h 6858000"/>
              <a:gd name="connsiteX389" fmla="*/ 3518021 w 7467600"/>
              <a:gd name="connsiteY389" fmla="*/ 6117298 h 6858000"/>
              <a:gd name="connsiteX390" fmla="*/ 3554035 w 7467600"/>
              <a:gd name="connsiteY390" fmla="*/ 6027832 h 6858000"/>
              <a:gd name="connsiteX391" fmla="*/ 3677174 w 7467600"/>
              <a:gd name="connsiteY391" fmla="*/ 5636351 h 6858000"/>
              <a:gd name="connsiteX392" fmla="*/ 3698819 w 7467600"/>
              <a:gd name="connsiteY392" fmla="*/ 5560503 h 6858000"/>
              <a:gd name="connsiteX393" fmla="*/ 3702094 w 7467600"/>
              <a:gd name="connsiteY393" fmla="*/ 5549194 h 6858000"/>
              <a:gd name="connsiteX394" fmla="*/ 3398355 w 7467600"/>
              <a:gd name="connsiteY394" fmla="*/ 6094603 h 6858000"/>
              <a:gd name="connsiteX395" fmla="*/ 3193941 w 7467600"/>
              <a:gd name="connsiteY395" fmla="*/ 6798775 h 6858000"/>
              <a:gd name="connsiteX396" fmla="*/ 3184140 w 7467600"/>
              <a:gd name="connsiteY396" fmla="*/ 6858000 h 6858000"/>
              <a:gd name="connsiteX397" fmla="*/ 3099978 w 7467600"/>
              <a:gd name="connsiteY397" fmla="*/ 6858000 h 6858000"/>
              <a:gd name="connsiteX398" fmla="*/ 3101556 w 7467600"/>
              <a:gd name="connsiteY398" fmla="*/ 6843337 h 6858000"/>
              <a:gd name="connsiteX399" fmla="*/ 3370162 w 7467600"/>
              <a:gd name="connsiteY399" fmla="*/ 5785550 h 6858000"/>
              <a:gd name="connsiteX400" fmla="*/ 3746477 w 7467600"/>
              <a:gd name="connsiteY400" fmla="*/ 5377889 h 6858000"/>
              <a:gd name="connsiteX401" fmla="*/ 3863399 w 7467600"/>
              <a:gd name="connsiteY401" fmla="*/ 5087257 h 6858000"/>
              <a:gd name="connsiteX402" fmla="*/ 3968712 w 7467600"/>
              <a:gd name="connsiteY402" fmla="*/ 4913989 h 6858000"/>
              <a:gd name="connsiteX403" fmla="*/ 2792390 w 7467600"/>
              <a:gd name="connsiteY403" fmla="*/ 5382974 h 6858000"/>
              <a:gd name="connsiteX404" fmla="*/ 2714982 w 7467600"/>
              <a:gd name="connsiteY404" fmla="*/ 5427051 h 6858000"/>
              <a:gd name="connsiteX405" fmla="*/ 2813361 w 7467600"/>
              <a:gd name="connsiteY405" fmla="*/ 6023912 h 6858000"/>
              <a:gd name="connsiteX406" fmla="*/ 2688430 w 7467600"/>
              <a:gd name="connsiteY406" fmla="*/ 6801564 h 6858000"/>
              <a:gd name="connsiteX407" fmla="*/ 2629626 w 7467600"/>
              <a:gd name="connsiteY407" fmla="*/ 6763394 h 6858000"/>
              <a:gd name="connsiteX408" fmla="*/ 2565328 w 7467600"/>
              <a:gd name="connsiteY408" fmla="*/ 5516399 h 6858000"/>
              <a:gd name="connsiteX409" fmla="*/ 1922999 w 7467600"/>
              <a:gd name="connsiteY409" fmla="*/ 5980343 h 6858000"/>
              <a:gd name="connsiteX410" fmla="*/ 1950261 w 7467600"/>
              <a:gd name="connsiteY410" fmla="*/ 6405858 h 6858000"/>
              <a:gd name="connsiteX411" fmla="*/ 2365554 w 7467600"/>
              <a:gd name="connsiteY411" fmla="*/ 6759107 h 6858000"/>
              <a:gd name="connsiteX412" fmla="*/ 2424142 w 7467600"/>
              <a:gd name="connsiteY412" fmla="*/ 6858000 h 6858000"/>
              <a:gd name="connsiteX413" fmla="*/ 2395994 w 7467600"/>
              <a:gd name="connsiteY413" fmla="*/ 6858000 h 6858000"/>
              <a:gd name="connsiteX414" fmla="*/ 2392863 w 7467600"/>
              <a:gd name="connsiteY414" fmla="*/ 6852964 h 6858000"/>
              <a:gd name="connsiteX415" fmla="*/ 2017589 w 7467600"/>
              <a:gd name="connsiteY415" fmla="*/ 6493982 h 6858000"/>
              <a:gd name="connsiteX416" fmla="*/ 2147336 w 7467600"/>
              <a:gd name="connsiteY416" fmla="*/ 6594052 h 6858000"/>
              <a:gd name="connsiteX417" fmla="*/ 2207047 w 7467600"/>
              <a:gd name="connsiteY417" fmla="*/ 6654540 h 6858000"/>
              <a:gd name="connsiteX418" fmla="*/ 2299106 w 7467600"/>
              <a:gd name="connsiteY418" fmla="*/ 6778931 h 6858000"/>
              <a:gd name="connsiteX419" fmla="*/ 2314430 w 7467600"/>
              <a:gd name="connsiteY419" fmla="*/ 6801144 h 6858000"/>
              <a:gd name="connsiteX420" fmla="*/ 2352406 w 7467600"/>
              <a:gd name="connsiteY420" fmla="*/ 6858000 h 6858000"/>
              <a:gd name="connsiteX421" fmla="*/ 2314492 w 7467600"/>
              <a:gd name="connsiteY421" fmla="*/ 6858000 h 6858000"/>
              <a:gd name="connsiteX422" fmla="*/ 2288095 w 7467600"/>
              <a:gd name="connsiteY422" fmla="*/ 6818030 h 6858000"/>
              <a:gd name="connsiteX423" fmla="*/ 2272768 w 7467600"/>
              <a:gd name="connsiteY423" fmla="*/ 6795822 h 6858000"/>
              <a:gd name="connsiteX424" fmla="*/ 2182715 w 7467600"/>
              <a:gd name="connsiteY424" fmla="*/ 6675071 h 6858000"/>
              <a:gd name="connsiteX425" fmla="*/ 2032061 w 7467600"/>
              <a:gd name="connsiteY425" fmla="*/ 6541380 h 6858000"/>
              <a:gd name="connsiteX426" fmla="*/ 2257220 w 7467600"/>
              <a:gd name="connsiteY426" fmla="*/ 6826257 h 6858000"/>
              <a:gd name="connsiteX427" fmla="*/ 2281324 w 7467600"/>
              <a:gd name="connsiteY427" fmla="*/ 6858000 h 6858000"/>
              <a:gd name="connsiteX428" fmla="*/ 2242860 w 7467600"/>
              <a:gd name="connsiteY428" fmla="*/ 6858000 h 6858000"/>
              <a:gd name="connsiteX429" fmla="*/ 2232818 w 7467600"/>
              <a:gd name="connsiteY429" fmla="*/ 6844926 h 6858000"/>
              <a:gd name="connsiteX430" fmla="*/ 1990172 w 7467600"/>
              <a:gd name="connsiteY430" fmla="*/ 6542121 h 6858000"/>
              <a:gd name="connsiteX431" fmla="*/ 2124090 w 7467600"/>
              <a:gd name="connsiteY431" fmla="*/ 6761017 h 6858000"/>
              <a:gd name="connsiteX432" fmla="*/ 2200380 w 7467600"/>
              <a:gd name="connsiteY432" fmla="*/ 6858000 h 6858000"/>
              <a:gd name="connsiteX433" fmla="*/ 2147507 w 7467600"/>
              <a:gd name="connsiteY433" fmla="*/ 6858000 h 6858000"/>
              <a:gd name="connsiteX434" fmla="*/ 2070668 w 7467600"/>
              <a:gd name="connsiteY434" fmla="*/ 6761520 h 6858000"/>
              <a:gd name="connsiteX435" fmla="*/ 1975142 w 7467600"/>
              <a:gd name="connsiteY435" fmla="*/ 6585570 h 6858000"/>
              <a:gd name="connsiteX436" fmla="*/ 2050035 w 7467600"/>
              <a:gd name="connsiteY436" fmla="*/ 6813345 h 6858000"/>
              <a:gd name="connsiteX437" fmla="*/ 2063025 w 7467600"/>
              <a:gd name="connsiteY437" fmla="*/ 6858000 h 6858000"/>
              <a:gd name="connsiteX438" fmla="*/ 2021675 w 7467600"/>
              <a:gd name="connsiteY438" fmla="*/ 6858000 h 6858000"/>
              <a:gd name="connsiteX439" fmla="*/ 2019308 w 7467600"/>
              <a:gd name="connsiteY439" fmla="*/ 6847118 h 6858000"/>
              <a:gd name="connsiteX440" fmla="*/ 1938835 w 7467600"/>
              <a:gd name="connsiteY440" fmla="*/ 6551160 h 6858000"/>
              <a:gd name="connsiteX441" fmla="*/ 1953230 w 7467600"/>
              <a:gd name="connsiteY441" fmla="*/ 6759699 h 6858000"/>
              <a:gd name="connsiteX442" fmla="*/ 1956763 w 7467600"/>
              <a:gd name="connsiteY442" fmla="*/ 6778191 h 6858000"/>
              <a:gd name="connsiteX443" fmla="*/ 1967925 w 7467600"/>
              <a:gd name="connsiteY443" fmla="*/ 6858000 h 6858000"/>
              <a:gd name="connsiteX444" fmla="*/ 1936622 w 7467600"/>
              <a:gd name="connsiteY444" fmla="*/ 6858000 h 6858000"/>
              <a:gd name="connsiteX445" fmla="*/ 1926261 w 7467600"/>
              <a:gd name="connsiteY445" fmla="*/ 6784064 h 6858000"/>
              <a:gd name="connsiteX446" fmla="*/ 1922724 w 7467600"/>
              <a:gd name="connsiteY446" fmla="*/ 6765577 h 6858000"/>
              <a:gd name="connsiteX447" fmla="*/ 1904650 w 7467600"/>
              <a:gd name="connsiteY447" fmla="*/ 6639616 h 6858000"/>
              <a:gd name="connsiteX448" fmla="*/ 1885273 w 7467600"/>
              <a:gd name="connsiteY448" fmla="*/ 6858000 h 6858000"/>
              <a:gd name="connsiteX449" fmla="*/ 1854363 w 7467600"/>
              <a:gd name="connsiteY449" fmla="*/ 6858000 h 6858000"/>
              <a:gd name="connsiteX450" fmla="*/ 1880391 w 7467600"/>
              <a:gd name="connsiteY450" fmla="*/ 6603796 h 6858000"/>
              <a:gd name="connsiteX451" fmla="*/ 1818273 w 7467600"/>
              <a:gd name="connsiteY451" fmla="*/ 6715729 h 6858000"/>
              <a:gd name="connsiteX452" fmla="*/ 1794691 w 7467600"/>
              <a:gd name="connsiteY452" fmla="*/ 6843239 h 6858000"/>
              <a:gd name="connsiteX453" fmla="*/ 1794914 w 7467600"/>
              <a:gd name="connsiteY453" fmla="*/ 6858000 h 6858000"/>
              <a:gd name="connsiteX454" fmla="*/ 1746128 w 7467600"/>
              <a:gd name="connsiteY454" fmla="*/ 6858000 h 6858000"/>
              <a:gd name="connsiteX455" fmla="*/ 1753934 w 7467600"/>
              <a:gd name="connsiteY455" fmla="*/ 6724796 h 6858000"/>
              <a:gd name="connsiteX456" fmla="*/ 1792053 w 7467600"/>
              <a:gd name="connsiteY456" fmla="*/ 6572396 h 6858000"/>
              <a:gd name="connsiteX457" fmla="*/ 1862248 w 7467600"/>
              <a:gd name="connsiteY457" fmla="*/ 6266397 h 6858000"/>
              <a:gd name="connsiteX458" fmla="*/ 1862250 w 7467600"/>
              <a:gd name="connsiteY458" fmla="*/ 6033531 h 6858000"/>
              <a:gd name="connsiteX459" fmla="*/ 1211999 w 7467600"/>
              <a:gd name="connsiteY459" fmla="*/ 6683610 h 6858000"/>
              <a:gd name="connsiteX460" fmla="*/ 1213266 w 7467600"/>
              <a:gd name="connsiteY460" fmla="*/ 6691947 h 6858000"/>
              <a:gd name="connsiteX461" fmla="*/ 1203370 w 7467600"/>
              <a:gd name="connsiteY461" fmla="*/ 6850676 h 6858000"/>
              <a:gd name="connsiteX462" fmla="*/ 1203671 w 7467600"/>
              <a:gd name="connsiteY462" fmla="*/ 6858000 h 6858000"/>
              <a:gd name="connsiteX463" fmla="*/ 1143180 w 7467600"/>
              <a:gd name="connsiteY463" fmla="*/ 6858000 h 6858000"/>
              <a:gd name="connsiteX464" fmla="*/ 1142176 w 7467600"/>
              <a:gd name="connsiteY464" fmla="*/ 6766045 h 6858000"/>
              <a:gd name="connsiteX465" fmla="*/ 1067484 w 7467600"/>
              <a:gd name="connsiteY465" fmla="*/ 6858000 h 6858000"/>
              <a:gd name="connsiteX466" fmla="*/ 953928 w 7467600"/>
              <a:gd name="connsiteY466" fmla="*/ 6858000 h 6858000"/>
              <a:gd name="connsiteX467" fmla="*/ 959715 w 7467600"/>
              <a:gd name="connsiteY467" fmla="*/ 6850185 h 6858000"/>
              <a:gd name="connsiteX468" fmla="*/ 1483788 w 7467600"/>
              <a:gd name="connsiteY468" fmla="*/ 6259174 h 6858000"/>
              <a:gd name="connsiteX469" fmla="*/ 1100671 w 7467600"/>
              <a:gd name="connsiteY469" fmla="*/ 6252137 h 6858000"/>
              <a:gd name="connsiteX470" fmla="*/ 1090144 w 7467600"/>
              <a:gd name="connsiteY470" fmla="*/ 6256748 h 6858000"/>
              <a:gd name="connsiteX471" fmla="*/ 1095872 w 7467600"/>
              <a:gd name="connsiteY471" fmla="*/ 6271892 h 6858000"/>
              <a:gd name="connsiteX472" fmla="*/ 262785 w 7467600"/>
              <a:gd name="connsiteY472" fmla="*/ 6845450 h 6858000"/>
              <a:gd name="connsiteX473" fmla="*/ 209968 w 7467600"/>
              <a:gd name="connsiteY473" fmla="*/ 6770713 h 6858000"/>
              <a:gd name="connsiteX474" fmla="*/ 873460 w 7467600"/>
              <a:gd name="connsiteY474" fmla="*/ 6253768 h 6858000"/>
              <a:gd name="connsiteX475" fmla="*/ 192686 w 7467600"/>
              <a:gd name="connsiteY475" fmla="*/ 5849257 h 6858000"/>
              <a:gd name="connsiteX476" fmla="*/ 4696 w 7467600"/>
              <a:gd name="connsiteY476" fmla="*/ 5697668 h 6858000"/>
              <a:gd name="connsiteX477" fmla="*/ 0 w 7467600"/>
              <a:gd name="connsiteY477" fmla="*/ 5689984 h 6858000"/>
              <a:gd name="connsiteX478" fmla="*/ 0 w 7467600"/>
              <a:gd name="connsiteY478" fmla="*/ 5513472 h 6858000"/>
              <a:gd name="connsiteX479" fmla="*/ 174101 w 7467600"/>
              <a:gd name="connsiteY479" fmla="*/ 5620277 h 6858000"/>
              <a:gd name="connsiteX480" fmla="*/ 891800 w 7467600"/>
              <a:gd name="connsiteY480" fmla="*/ 6036935 h 6858000"/>
              <a:gd name="connsiteX481" fmla="*/ 1072219 w 7467600"/>
              <a:gd name="connsiteY481" fmla="*/ 6169443 h 6858000"/>
              <a:gd name="connsiteX482" fmla="*/ 1074117 w 7467600"/>
              <a:gd name="connsiteY482" fmla="*/ 6170301 h 6858000"/>
              <a:gd name="connsiteX483" fmla="*/ 1083114 w 7467600"/>
              <a:gd name="connsiteY483" fmla="*/ 6174131 h 6858000"/>
              <a:gd name="connsiteX484" fmla="*/ 1543010 w 7467600"/>
              <a:gd name="connsiteY484" fmla="*/ 6191140 h 6858000"/>
              <a:gd name="connsiteX485" fmla="*/ 1551080 w 7467600"/>
              <a:gd name="connsiteY485" fmla="*/ 6195006 h 6858000"/>
              <a:gd name="connsiteX486" fmla="*/ 2345443 w 7467600"/>
              <a:gd name="connsiteY486" fmla="*/ 5549882 h 6858000"/>
              <a:gd name="connsiteX487" fmla="*/ 1721499 w 7467600"/>
              <a:gd name="connsiteY487" fmla="*/ 5599969 h 6858000"/>
              <a:gd name="connsiteX488" fmla="*/ 767716 w 7467600"/>
              <a:gd name="connsiteY488" fmla="*/ 5472768 h 6858000"/>
              <a:gd name="connsiteX489" fmla="*/ 722147 w 7467600"/>
              <a:gd name="connsiteY489" fmla="*/ 5393091 h 6858000"/>
              <a:gd name="connsiteX490" fmla="*/ 1485552 w 7467600"/>
              <a:gd name="connsiteY490" fmla="*/ 5313202 h 6858000"/>
              <a:gd name="connsiteX491" fmla="*/ 2143004 w 7467600"/>
              <a:gd name="connsiteY491" fmla="*/ 5402420 h 6858000"/>
              <a:gd name="connsiteX492" fmla="*/ 1933391 w 7467600"/>
              <a:gd name="connsiteY492" fmla="*/ 5156971 h 6858000"/>
              <a:gd name="connsiteX493" fmla="*/ 1827118 w 7467600"/>
              <a:gd name="connsiteY493" fmla="*/ 4968410 h 6858000"/>
              <a:gd name="connsiteX494" fmla="*/ 1837349 w 7467600"/>
              <a:gd name="connsiteY494" fmla="*/ 4956357 h 6858000"/>
              <a:gd name="connsiteX495" fmla="*/ 2162835 w 7467600"/>
              <a:gd name="connsiteY495" fmla="*/ 5187853 h 6858000"/>
              <a:gd name="connsiteX496" fmla="*/ 2257167 w 7467600"/>
              <a:gd name="connsiteY496" fmla="*/ 5462123 h 6858000"/>
              <a:gd name="connsiteX497" fmla="*/ 2261598 w 7467600"/>
              <a:gd name="connsiteY497" fmla="*/ 5467998 h 6858000"/>
              <a:gd name="connsiteX498" fmla="*/ 2437177 w 7467600"/>
              <a:gd name="connsiteY498" fmla="*/ 5479608 h 6858000"/>
              <a:gd name="connsiteX499" fmla="*/ 2445247 w 7467600"/>
              <a:gd name="connsiteY499" fmla="*/ 5483476 h 6858000"/>
              <a:gd name="connsiteX500" fmla="*/ 2743626 w 7467600"/>
              <a:gd name="connsiteY500" fmla="*/ 5304819 h 6858000"/>
              <a:gd name="connsiteX501" fmla="*/ 3048102 w 7467600"/>
              <a:gd name="connsiteY501" fmla="*/ 5150595 h 6858000"/>
              <a:gd name="connsiteX502" fmla="*/ 1799414 w 7467600"/>
              <a:gd name="connsiteY502" fmla="*/ 4694732 h 6858000"/>
              <a:gd name="connsiteX503" fmla="*/ 1771735 w 7467600"/>
              <a:gd name="connsiteY503" fmla="*/ 4619929 h 6858000"/>
              <a:gd name="connsiteX504" fmla="*/ 3104273 w 7467600"/>
              <a:gd name="connsiteY504" fmla="*/ 5076159 h 6858000"/>
              <a:gd name="connsiteX505" fmla="*/ 3113245 w 7467600"/>
              <a:gd name="connsiteY505" fmla="*/ 5090705 h 6858000"/>
              <a:gd name="connsiteX506" fmla="*/ 3126294 w 7467600"/>
              <a:gd name="connsiteY506" fmla="*/ 5114400 h 6858000"/>
              <a:gd name="connsiteX507" fmla="*/ 3937433 w 7467600"/>
              <a:gd name="connsiteY507" fmla="*/ 4830473 h 6858000"/>
              <a:gd name="connsiteX508" fmla="*/ 3590475 w 7467600"/>
              <a:gd name="connsiteY508" fmla="*/ 4597974 h 6858000"/>
              <a:gd name="connsiteX509" fmla="*/ 3100264 w 7467600"/>
              <a:gd name="connsiteY509" fmla="*/ 4579845 h 6858000"/>
              <a:gd name="connsiteX510" fmla="*/ 2183576 w 7467600"/>
              <a:gd name="connsiteY510" fmla="*/ 4227150 h 6858000"/>
              <a:gd name="connsiteX511" fmla="*/ 2151029 w 7467600"/>
              <a:gd name="connsiteY511" fmla="*/ 4146947 h 6858000"/>
              <a:gd name="connsiteX512" fmla="*/ 3563434 w 7467600"/>
              <a:gd name="connsiteY512" fmla="*/ 4469115 h 6858000"/>
              <a:gd name="connsiteX513" fmla="*/ 3177952 w 7467600"/>
              <a:gd name="connsiteY513" fmla="*/ 3657386 h 6858000"/>
              <a:gd name="connsiteX514" fmla="*/ 3189263 w 7467600"/>
              <a:gd name="connsiteY514" fmla="*/ 3625726 h 6858000"/>
              <a:gd name="connsiteX515" fmla="*/ 3560912 w 7467600"/>
              <a:gd name="connsiteY515" fmla="*/ 4079863 h 6858000"/>
              <a:gd name="connsiteX516" fmla="*/ 3626636 w 7467600"/>
              <a:gd name="connsiteY516" fmla="*/ 4512230 h 6858000"/>
              <a:gd name="connsiteX517" fmla="*/ 3653088 w 7467600"/>
              <a:gd name="connsiteY517" fmla="*/ 4521417 h 6858000"/>
              <a:gd name="connsiteX518" fmla="*/ 3988128 w 7467600"/>
              <a:gd name="connsiteY518" fmla="*/ 4817267 h 6858000"/>
              <a:gd name="connsiteX519" fmla="*/ 4830582 w 7467600"/>
              <a:gd name="connsiteY519" fmla="*/ 4676000 h 6858000"/>
              <a:gd name="connsiteX520" fmla="*/ 4830100 w 7467600"/>
              <a:gd name="connsiteY520" fmla="*/ 4675554 h 6858000"/>
              <a:gd name="connsiteX521" fmla="*/ 4036318 w 7467600"/>
              <a:gd name="connsiteY521" fmla="*/ 4147013 h 6858000"/>
              <a:gd name="connsiteX522" fmla="*/ 3432098 w 7467600"/>
              <a:gd name="connsiteY522" fmla="*/ 3537312 h 6858000"/>
              <a:gd name="connsiteX523" fmla="*/ 3446761 w 7467600"/>
              <a:gd name="connsiteY523" fmla="*/ 3461278 h 6858000"/>
              <a:gd name="connsiteX524" fmla="*/ 4419733 w 7467600"/>
              <a:gd name="connsiteY524" fmla="*/ 3963555 h 6858000"/>
              <a:gd name="connsiteX525" fmla="*/ 4781371 w 7467600"/>
              <a:gd name="connsiteY525" fmla="*/ 4458604 h 6858000"/>
              <a:gd name="connsiteX526" fmla="*/ 4780440 w 7467600"/>
              <a:gd name="connsiteY526" fmla="*/ 4470290 h 6858000"/>
              <a:gd name="connsiteX527" fmla="*/ 4898954 w 7467600"/>
              <a:gd name="connsiteY527" fmla="*/ 4662092 h 6858000"/>
              <a:gd name="connsiteX528" fmla="*/ 4900699 w 7467600"/>
              <a:gd name="connsiteY528" fmla="*/ 4670867 h 6858000"/>
              <a:gd name="connsiteX529" fmla="*/ 5714511 w 7467600"/>
              <a:gd name="connsiteY529" fmla="*/ 4663483 h 6858000"/>
              <a:gd name="connsiteX530" fmla="*/ 5464793 w 7467600"/>
              <a:gd name="connsiteY530" fmla="*/ 4393556 h 6858000"/>
              <a:gd name="connsiteX531" fmla="*/ 5461897 w 7467600"/>
              <a:gd name="connsiteY531" fmla="*/ 4390879 h 6858000"/>
              <a:gd name="connsiteX532" fmla="*/ 4294126 w 7467600"/>
              <a:gd name="connsiteY532" fmla="*/ 3303048 h 6858000"/>
              <a:gd name="connsiteX533" fmla="*/ 4305321 w 7467600"/>
              <a:gd name="connsiteY533" fmla="*/ 3256953 h 6858000"/>
              <a:gd name="connsiteX534" fmla="*/ 4949299 w 7467600"/>
              <a:gd name="connsiteY534" fmla="*/ 3766336 h 6858000"/>
              <a:gd name="connsiteX535" fmla="*/ 5291452 w 7467600"/>
              <a:gd name="connsiteY535" fmla="*/ 4076801 h 6858000"/>
              <a:gd name="connsiteX536" fmla="*/ 5434998 w 7467600"/>
              <a:gd name="connsiteY536" fmla="*/ 4254100 h 6858000"/>
              <a:gd name="connsiteX537" fmla="*/ 5351015 w 7467600"/>
              <a:gd name="connsiteY537" fmla="*/ 3760989 h 6858000"/>
              <a:gd name="connsiteX538" fmla="*/ 5413780 w 7467600"/>
              <a:gd name="connsiteY538" fmla="*/ 2966265 h 6858000"/>
              <a:gd name="connsiteX539" fmla="*/ 5425627 w 7467600"/>
              <a:gd name="connsiteY539" fmla="*/ 2954192 h 6858000"/>
              <a:gd name="connsiteX540" fmla="*/ 6604735 w 7467600"/>
              <a:gd name="connsiteY540" fmla="*/ 2041381 h 6858000"/>
              <a:gd name="connsiteX541" fmla="*/ 7204487 w 7467600"/>
              <a:gd name="connsiteY541" fmla="*/ 2742112 h 6858000"/>
              <a:gd name="connsiteX542" fmla="*/ 7131592 w 7467600"/>
              <a:gd name="connsiteY542" fmla="*/ 2672096 h 6858000"/>
              <a:gd name="connsiteX543" fmla="*/ 6996344 w 7467600"/>
              <a:gd name="connsiteY543" fmla="*/ 2518310 h 6858000"/>
              <a:gd name="connsiteX544" fmla="*/ 6735495 w 7467600"/>
              <a:gd name="connsiteY544" fmla="*/ 2196890 h 6858000"/>
              <a:gd name="connsiteX545" fmla="*/ 6721901 w 7467600"/>
              <a:gd name="connsiteY545" fmla="*/ 2179274 h 6858000"/>
              <a:gd name="connsiteX546" fmla="*/ 6604735 w 7467600"/>
              <a:gd name="connsiteY546" fmla="*/ 2041381 h 6858000"/>
              <a:gd name="connsiteX547" fmla="*/ 6591670 w 7467600"/>
              <a:gd name="connsiteY547" fmla="*/ 1988277 h 6858000"/>
              <a:gd name="connsiteX548" fmla="*/ 6747349 w 7467600"/>
              <a:gd name="connsiteY548" fmla="*/ 2160069 h 6858000"/>
              <a:gd name="connsiteX549" fmla="*/ 6760943 w 7467600"/>
              <a:gd name="connsiteY549" fmla="*/ 2177686 h 6858000"/>
              <a:gd name="connsiteX550" fmla="*/ 7021065 w 7467600"/>
              <a:gd name="connsiteY550" fmla="*/ 2498102 h 6858000"/>
              <a:gd name="connsiteX551" fmla="*/ 7155223 w 7467600"/>
              <a:gd name="connsiteY551" fmla="*/ 2650386 h 6858000"/>
              <a:gd name="connsiteX552" fmla="*/ 7203167 w 7467600"/>
              <a:gd name="connsiteY552" fmla="*/ 2697288 h 6858000"/>
              <a:gd name="connsiteX553" fmla="*/ 6937703 w 7467600"/>
              <a:gd name="connsiteY553" fmla="*/ 2321981 h 6858000"/>
              <a:gd name="connsiteX554" fmla="*/ 6591670 w 7467600"/>
              <a:gd name="connsiteY554" fmla="*/ 1988277 h 6858000"/>
              <a:gd name="connsiteX555" fmla="*/ 5798671 w 7467600"/>
              <a:gd name="connsiteY555" fmla="*/ 1981601 h 6858000"/>
              <a:gd name="connsiteX556" fmla="*/ 5754709 w 7467600"/>
              <a:gd name="connsiteY556" fmla="*/ 2071454 h 6858000"/>
              <a:gd name="connsiteX557" fmla="*/ 5763044 w 7467600"/>
              <a:gd name="connsiteY557" fmla="*/ 2842206 h 6858000"/>
              <a:gd name="connsiteX558" fmla="*/ 5764974 w 7467600"/>
              <a:gd name="connsiteY558" fmla="*/ 2799609 h 6858000"/>
              <a:gd name="connsiteX559" fmla="*/ 5767665 w 7467600"/>
              <a:gd name="connsiteY559" fmla="*/ 2666409 h 6858000"/>
              <a:gd name="connsiteX560" fmla="*/ 5763055 w 7467600"/>
              <a:gd name="connsiteY560" fmla="*/ 2579705 h 6858000"/>
              <a:gd name="connsiteX561" fmla="*/ 5758079 w 7467600"/>
              <a:gd name="connsiteY561" fmla="*/ 2492508 h 6858000"/>
              <a:gd name="connsiteX562" fmla="*/ 5779325 w 7467600"/>
              <a:gd name="connsiteY562" fmla="*/ 2197069 h 6858000"/>
              <a:gd name="connsiteX563" fmla="*/ 5798671 w 7467600"/>
              <a:gd name="connsiteY563" fmla="*/ 1981601 h 6858000"/>
              <a:gd name="connsiteX564" fmla="*/ 5829202 w 7467600"/>
              <a:gd name="connsiteY564" fmla="*/ 1971679 h 6858000"/>
              <a:gd name="connsiteX565" fmla="*/ 5809558 w 7467600"/>
              <a:gd name="connsiteY565" fmla="*/ 2198043 h 6858000"/>
              <a:gd name="connsiteX566" fmla="*/ 5788653 w 7467600"/>
              <a:gd name="connsiteY566" fmla="*/ 2489430 h 6858000"/>
              <a:gd name="connsiteX567" fmla="*/ 5793439 w 7467600"/>
              <a:gd name="connsiteY567" fmla="*/ 2575235 h 6858000"/>
              <a:gd name="connsiteX568" fmla="*/ 5796837 w 7467600"/>
              <a:gd name="connsiteY568" fmla="*/ 2637633 h 6858000"/>
              <a:gd name="connsiteX569" fmla="*/ 5818614 w 7467600"/>
              <a:gd name="connsiteY569" fmla="*/ 2473055 h 6858000"/>
              <a:gd name="connsiteX570" fmla="*/ 5829202 w 7467600"/>
              <a:gd name="connsiteY570" fmla="*/ 1971679 h 6858000"/>
              <a:gd name="connsiteX571" fmla="*/ 5911389 w 7467600"/>
              <a:gd name="connsiteY571" fmla="*/ 1898371 h 6858000"/>
              <a:gd name="connsiteX572" fmla="*/ 6237627 w 7467600"/>
              <a:gd name="connsiteY572" fmla="*/ 2231921 h 6858000"/>
              <a:gd name="connsiteX573" fmla="*/ 5911389 w 7467600"/>
              <a:gd name="connsiteY573" fmla="*/ 1898371 h 6858000"/>
              <a:gd name="connsiteX574" fmla="*/ 6944437 w 7467600"/>
              <a:gd name="connsiteY574" fmla="*/ 1575402 h 6858000"/>
              <a:gd name="connsiteX575" fmla="*/ 6304730 w 7467600"/>
              <a:gd name="connsiteY575" fmla="*/ 1766654 h 6858000"/>
              <a:gd name="connsiteX576" fmla="*/ 6944437 w 7467600"/>
              <a:gd name="connsiteY576" fmla="*/ 1575402 h 6858000"/>
              <a:gd name="connsiteX577" fmla="*/ 7019523 w 7467600"/>
              <a:gd name="connsiteY577" fmla="*/ 1519450 h 6858000"/>
              <a:gd name="connsiteX578" fmla="*/ 6298091 w 7467600"/>
              <a:gd name="connsiteY578" fmla="*/ 1737122 h 6858000"/>
              <a:gd name="connsiteX579" fmla="*/ 7019523 w 7467600"/>
              <a:gd name="connsiteY579" fmla="*/ 1519450 h 6858000"/>
              <a:gd name="connsiteX580" fmla="*/ 2399523 w 7467600"/>
              <a:gd name="connsiteY580" fmla="*/ 1428234 h 6858000"/>
              <a:gd name="connsiteX581" fmla="*/ 2224982 w 7467600"/>
              <a:gd name="connsiteY581" fmla="*/ 1826201 h 6858000"/>
              <a:gd name="connsiteX582" fmla="*/ 2096099 w 7467600"/>
              <a:gd name="connsiteY582" fmla="*/ 2345900 h 6858000"/>
              <a:gd name="connsiteX583" fmla="*/ 2283317 w 7467600"/>
              <a:gd name="connsiteY583" fmla="*/ 1796925 h 6858000"/>
              <a:gd name="connsiteX584" fmla="*/ 2399523 w 7467600"/>
              <a:gd name="connsiteY584" fmla="*/ 1428234 h 6858000"/>
              <a:gd name="connsiteX585" fmla="*/ 2448558 w 7467600"/>
              <a:gd name="connsiteY585" fmla="*/ 1373435 h 6858000"/>
              <a:gd name="connsiteX586" fmla="*/ 2312521 w 7467600"/>
              <a:gd name="connsiteY586" fmla="*/ 1806140 h 6858000"/>
              <a:gd name="connsiteX587" fmla="*/ 2127533 w 7467600"/>
              <a:gd name="connsiteY587" fmla="*/ 2348380 h 6858000"/>
              <a:gd name="connsiteX588" fmla="*/ 2358080 w 7467600"/>
              <a:gd name="connsiteY588" fmla="*/ 1866134 h 6858000"/>
              <a:gd name="connsiteX589" fmla="*/ 2407436 w 7467600"/>
              <a:gd name="connsiteY589" fmla="*/ 1651070 h 6858000"/>
              <a:gd name="connsiteX590" fmla="*/ 2448558 w 7467600"/>
              <a:gd name="connsiteY590" fmla="*/ 1373435 h 6858000"/>
              <a:gd name="connsiteX591" fmla="*/ 278707 w 7467600"/>
              <a:gd name="connsiteY591" fmla="*/ 1352270 h 6858000"/>
              <a:gd name="connsiteX592" fmla="*/ 321570 w 7467600"/>
              <a:gd name="connsiteY592" fmla="*/ 1861610 h 6858000"/>
              <a:gd name="connsiteX593" fmla="*/ 294281 w 7467600"/>
              <a:gd name="connsiteY593" fmla="*/ 1440658 h 6858000"/>
              <a:gd name="connsiteX594" fmla="*/ 278707 w 7467600"/>
              <a:gd name="connsiteY594" fmla="*/ 1352270 h 6858000"/>
              <a:gd name="connsiteX595" fmla="*/ 1423821 w 7467600"/>
              <a:gd name="connsiteY595" fmla="*/ 1351958 h 6858000"/>
              <a:gd name="connsiteX596" fmla="*/ 1638521 w 7467600"/>
              <a:gd name="connsiteY596" fmla="*/ 1908470 h 6858000"/>
              <a:gd name="connsiteX597" fmla="*/ 1754199 w 7467600"/>
              <a:gd name="connsiteY597" fmla="*/ 2149284 h 6858000"/>
              <a:gd name="connsiteX598" fmla="*/ 1908359 w 7467600"/>
              <a:gd name="connsiteY598" fmla="*/ 2364988 h 6858000"/>
              <a:gd name="connsiteX599" fmla="*/ 1647661 w 7467600"/>
              <a:gd name="connsiteY599" fmla="*/ 1825945 h 6858000"/>
              <a:gd name="connsiteX600" fmla="*/ 1423821 w 7467600"/>
              <a:gd name="connsiteY600" fmla="*/ 1351958 h 6858000"/>
              <a:gd name="connsiteX601" fmla="*/ 1431890 w 7467600"/>
              <a:gd name="connsiteY601" fmla="*/ 1306475 h 6858000"/>
              <a:gd name="connsiteX602" fmla="*/ 1507597 w 7467600"/>
              <a:gd name="connsiteY602" fmla="*/ 1446132 h 6858000"/>
              <a:gd name="connsiteX603" fmla="*/ 1674586 w 7467600"/>
              <a:gd name="connsiteY603" fmla="*/ 1813832 h 6858000"/>
              <a:gd name="connsiteX604" fmla="*/ 1815950 w 7467600"/>
              <a:gd name="connsiteY604" fmla="*/ 2128564 h 6858000"/>
              <a:gd name="connsiteX605" fmla="*/ 1984242 w 7467600"/>
              <a:gd name="connsiteY605" fmla="*/ 2430829 h 6858000"/>
              <a:gd name="connsiteX606" fmla="*/ 2014023 w 7467600"/>
              <a:gd name="connsiteY606" fmla="*/ 2450995 h 6858000"/>
              <a:gd name="connsiteX607" fmla="*/ 1747337 w 7467600"/>
              <a:gd name="connsiteY607" fmla="*/ 1855264 h 6858000"/>
              <a:gd name="connsiteX608" fmla="*/ 1533749 w 7467600"/>
              <a:gd name="connsiteY608" fmla="*/ 1478656 h 6858000"/>
              <a:gd name="connsiteX609" fmla="*/ 1431890 w 7467600"/>
              <a:gd name="connsiteY609" fmla="*/ 1306475 h 6858000"/>
              <a:gd name="connsiteX610" fmla="*/ 5052692 w 7467600"/>
              <a:gd name="connsiteY610" fmla="*/ 1292994 h 6858000"/>
              <a:gd name="connsiteX611" fmla="*/ 5200661 w 7467600"/>
              <a:gd name="connsiteY611" fmla="*/ 1635186 h 6858000"/>
              <a:gd name="connsiteX612" fmla="*/ 5297138 w 7467600"/>
              <a:gd name="connsiteY612" fmla="*/ 1906351 h 6858000"/>
              <a:gd name="connsiteX613" fmla="*/ 5052692 w 7467600"/>
              <a:gd name="connsiteY613" fmla="*/ 1292994 h 6858000"/>
              <a:gd name="connsiteX614" fmla="*/ 5009948 w 7467600"/>
              <a:gd name="connsiteY614" fmla="*/ 1273619 h 6858000"/>
              <a:gd name="connsiteX615" fmla="*/ 5121777 w 7467600"/>
              <a:gd name="connsiteY615" fmla="*/ 1654213 h 6858000"/>
              <a:gd name="connsiteX616" fmla="*/ 5293545 w 7467600"/>
              <a:gd name="connsiteY616" fmla="*/ 2072247 h 6858000"/>
              <a:gd name="connsiteX617" fmla="*/ 5294042 w 7467600"/>
              <a:gd name="connsiteY617" fmla="*/ 2065019 h 6858000"/>
              <a:gd name="connsiteX618" fmla="*/ 5171936 w 7467600"/>
              <a:gd name="connsiteY618" fmla="*/ 1647613 h 6858000"/>
              <a:gd name="connsiteX619" fmla="*/ 5009948 w 7467600"/>
              <a:gd name="connsiteY619" fmla="*/ 1273619 h 6858000"/>
              <a:gd name="connsiteX620" fmla="*/ 655236 w 7467600"/>
              <a:gd name="connsiteY620" fmla="*/ 1268632 h 6858000"/>
              <a:gd name="connsiteX621" fmla="*/ 839521 w 7467600"/>
              <a:gd name="connsiteY621" fmla="*/ 1685315 h 6858000"/>
              <a:gd name="connsiteX622" fmla="*/ 1109416 w 7467600"/>
              <a:gd name="connsiteY622" fmla="*/ 2061663 h 6858000"/>
              <a:gd name="connsiteX623" fmla="*/ 1298300 w 7467600"/>
              <a:gd name="connsiteY623" fmla="*/ 2247742 h 6858000"/>
              <a:gd name="connsiteX624" fmla="*/ 1125871 w 7467600"/>
              <a:gd name="connsiteY624" fmla="*/ 1989513 h 6858000"/>
              <a:gd name="connsiteX625" fmla="*/ 981574 w 7467600"/>
              <a:gd name="connsiteY625" fmla="*/ 1783157 h 6858000"/>
              <a:gd name="connsiteX626" fmla="*/ 922198 w 7467600"/>
              <a:gd name="connsiteY626" fmla="*/ 1677437 h 6858000"/>
              <a:gd name="connsiteX627" fmla="*/ 869293 w 7467600"/>
              <a:gd name="connsiteY627" fmla="*/ 1583214 h 6858000"/>
              <a:gd name="connsiteX628" fmla="*/ 751431 w 7467600"/>
              <a:gd name="connsiteY628" fmla="*/ 1405731 h 6858000"/>
              <a:gd name="connsiteX629" fmla="*/ 655236 w 7467600"/>
              <a:gd name="connsiteY629" fmla="*/ 1268632 h 6858000"/>
              <a:gd name="connsiteX630" fmla="*/ 6516292 w 7467600"/>
              <a:gd name="connsiteY630" fmla="*/ 1263064 h 6858000"/>
              <a:gd name="connsiteX631" fmla="*/ 5736320 w 7467600"/>
              <a:gd name="connsiteY631" fmla="*/ 1501803 h 6858000"/>
              <a:gd name="connsiteX632" fmla="*/ 6516292 w 7467600"/>
              <a:gd name="connsiteY632" fmla="*/ 1263064 h 6858000"/>
              <a:gd name="connsiteX633" fmla="*/ 291466 w 7467600"/>
              <a:gd name="connsiteY633" fmla="*/ 1250369 h 6858000"/>
              <a:gd name="connsiteX634" fmla="*/ 323180 w 7467600"/>
              <a:gd name="connsiteY634" fmla="*/ 1435283 h 6858000"/>
              <a:gd name="connsiteX635" fmla="*/ 349381 w 7467600"/>
              <a:gd name="connsiteY635" fmla="*/ 1875041 h 6858000"/>
              <a:gd name="connsiteX636" fmla="*/ 374363 w 7467600"/>
              <a:gd name="connsiteY636" fmla="*/ 1506494 h 6858000"/>
              <a:gd name="connsiteX637" fmla="*/ 302168 w 7467600"/>
              <a:gd name="connsiteY637" fmla="*/ 1274495 h 6858000"/>
              <a:gd name="connsiteX638" fmla="*/ 291466 w 7467600"/>
              <a:gd name="connsiteY638" fmla="*/ 1250369 h 6858000"/>
              <a:gd name="connsiteX639" fmla="*/ 678222 w 7467600"/>
              <a:gd name="connsiteY639" fmla="*/ 1248670 h 6858000"/>
              <a:gd name="connsiteX640" fmla="*/ 775536 w 7467600"/>
              <a:gd name="connsiteY640" fmla="*/ 1388015 h 6858000"/>
              <a:gd name="connsiteX641" fmla="*/ 894529 w 7467600"/>
              <a:gd name="connsiteY641" fmla="*/ 1567739 h 6858000"/>
              <a:gd name="connsiteX642" fmla="*/ 948000 w 7467600"/>
              <a:gd name="connsiteY642" fmla="*/ 1663088 h 6858000"/>
              <a:gd name="connsiteX643" fmla="*/ 1006812 w 7467600"/>
              <a:gd name="connsiteY643" fmla="*/ 1767683 h 6858000"/>
              <a:gd name="connsiteX644" fmla="*/ 1149133 w 7467600"/>
              <a:gd name="connsiteY644" fmla="*/ 1971513 h 6858000"/>
              <a:gd name="connsiteX645" fmla="*/ 1333952 w 7467600"/>
              <a:gd name="connsiteY645" fmla="*/ 2251620 h 6858000"/>
              <a:gd name="connsiteX646" fmla="*/ 1337329 w 7467600"/>
              <a:gd name="connsiteY646" fmla="*/ 2258350 h 6858000"/>
              <a:gd name="connsiteX647" fmla="*/ 1014726 w 7467600"/>
              <a:gd name="connsiteY647" fmla="*/ 1615556 h 6858000"/>
              <a:gd name="connsiteX648" fmla="*/ 678222 w 7467600"/>
              <a:gd name="connsiteY648" fmla="*/ 1248670 h 6858000"/>
              <a:gd name="connsiteX649" fmla="*/ 6691602 w 7467600"/>
              <a:gd name="connsiteY649" fmla="*/ 1140573 h 6858000"/>
              <a:gd name="connsiteX650" fmla="*/ 6571100 w 7467600"/>
              <a:gd name="connsiteY650" fmla="*/ 1183662 h 6858000"/>
              <a:gd name="connsiteX651" fmla="*/ 6241687 w 7467600"/>
              <a:gd name="connsiteY651" fmla="*/ 1257600 h 6858000"/>
              <a:gd name="connsiteX652" fmla="*/ 5693009 w 7467600"/>
              <a:gd name="connsiteY652" fmla="*/ 1478256 h 6858000"/>
              <a:gd name="connsiteX653" fmla="*/ 6548420 w 7467600"/>
              <a:gd name="connsiteY653" fmla="*/ 1214599 h 6858000"/>
              <a:gd name="connsiteX654" fmla="*/ 6605473 w 7467600"/>
              <a:gd name="connsiteY654" fmla="*/ 1184686 h 6858000"/>
              <a:gd name="connsiteX655" fmla="*/ 6691602 w 7467600"/>
              <a:gd name="connsiteY655" fmla="*/ 1140573 h 6858000"/>
              <a:gd name="connsiteX656" fmla="*/ 4002475 w 7467600"/>
              <a:gd name="connsiteY656" fmla="*/ 1037802 h 6858000"/>
              <a:gd name="connsiteX657" fmla="*/ 4000324 w 7467600"/>
              <a:gd name="connsiteY657" fmla="*/ 1039362 h 6858000"/>
              <a:gd name="connsiteX658" fmla="*/ 4002862 w 7467600"/>
              <a:gd name="connsiteY658" fmla="*/ 1042866 h 6858000"/>
              <a:gd name="connsiteX659" fmla="*/ 4002475 w 7467600"/>
              <a:gd name="connsiteY659" fmla="*/ 1037802 h 6858000"/>
              <a:gd name="connsiteX660" fmla="*/ 506322 w 7467600"/>
              <a:gd name="connsiteY660" fmla="*/ 1020997 h 6858000"/>
              <a:gd name="connsiteX661" fmla="*/ 533068 w 7467600"/>
              <a:gd name="connsiteY661" fmla="*/ 1029409 h 6858000"/>
              <a:gd name="connsiteX662" fmla="*/ 1232525 w 7467600"/>
              <a:gd name="connsiteY662" fmla="*/ 1804675 h 6858000"/>
              <a:gd name="connsiteX663" fmla="*/ 1388858 w 7467600"/>
              <a:gd name="connsiteY663" fmla="*/ 2368011 h 6858000"/>
              <a:gd name="connsiteX664" fmla="*/ 1384098 w 7467600"/>
              <a:gd name="connsiteY664" fmla="*/ 2378125 h 6858000"/>
              <a:gd name="connsiteX665" fmla="*/ 1425393 w 7467600"/>
              <a:gd name="connsiteY665" fmla="*/ 2589124 h 6858000"/>
              <a:gd name="connsiteX666" fmla="*/ 1424001 w 7467600"/>
              <a:gd name="connsiteY666" fmla="*/ 2597541 h 6858000"/>
              <a:gd name="connsiteX667" fmla="*/ 2152729 w 7467600"/>
              <a:gd name="connsiteY667" fmla="*/ 2864487 h 6858000"/>
              <a:gd name="connsiteX668" fmla="*/ 2020609 w 7467600"/>
              <a:gd name="connsiteY668" fmla="*/ 2539671 h 6858000"/>
              <a:gd name="connsiteX669" fmla="*/ 2018920 w 7467600"/>
              <a:gd name="connsiteY669" fmla="*/ 2536309 h 6858000"/>
              <a:gd name="connsiteX670" fmla="*/ 1342441 w 7467600"/>
              <a:gd name="connsiteY670" fmla="*/ 1173017 h 6858000"/>
              <a:gd name="connsiteX671" fmla="*/ 1367925 w 7467600"/>
              <a:gd name="connsiteY671" fmla="*/ 1135648 h 6858000"/>
              <a:gd name="connsiteX672" fmla="*/ 1771401 w 7467600"/>
              <a:gd name="connsiteY672" fmla="*/ 1806673 h 6858000"/>
              <a:gd name="connsiteX673" fmla="*/ 1972385 w 7467600"/>
              <a:gd name="connsiteY673" fmla="*/ 2198735 h 6858000"/>
              <a:gd name="connsiteX674" fmla="*/ 2040892 w 7467600"/>
              <a:gd name="connsiteY674" fmla="*/ 2405205 h 6858000"/>
              <a:gd name="connsiteX675" fmla="*/ 2131689 w 7467600"/>
              <a:gd name="connsiteY675" fmla="*/ 1936926 h 6858000"/>
              <a:gd name="connsiteX676" fmla="*/ 2454820 w 7467600"/>
              <a:gd name="connsiteY676" fmla="*/ 1248808 h 6858000"/>
              <a:gd name="connsiteX677" fmla="*/ 2492512 w 7467600"/>
              <a:gd name="connsiteY677" fmla="*/ 1302920 h 6858000"/>
              <a:gd name="connsiteX678" fmla="*/ 2081216 w 7467600"/>
              <a:gd name="connsiteY678" fmla="*/ 2527513 h 6858000"/>
              <a:gd name="connsiteX679" fmla="*/ 2081211 w 7467600"/>
              <a:gd name="connsiteY679" fmla="*/ 2528916 h 6858000"/>
              <a:gd name="connsiteX680" fmla="*/ 2199067 w 7467600"/>
              <a:gd name="connsiteY680" fmla="*/ 2884061 h 6858000"/>
              <a:gd name="connsiteX681" fmla="*/ 3192586 w 7467600"/>
              <a:gd name="connsiteY681" fmla="*/ 3411496 h 6858000"/>
              <a:gd name="connsiteX682" fmla="*/ 3182620 w 7467600"/>
              <a:gd name="connsiteY682" fmla="*/ 3483279 h 6858000"/>
              <a:gd name="connsiteX683" fmla="*/ 2435119 w 7467600"/>
              <a:gd name="connsiteY683" fmla="*/ 3080173 h 6858000"/>
              <a:gd name="connsiteX684" fmla="*/ 2410152 w 7467600"/>
              <a:gd name="connsiteY684" fmla="*/ 3063751 h 6858000"/>
              <a:gd name="connsiteX685" fmla="*/ 2408099 w 7467600"/>
              <a:gd name="connsiteY685" fmla="*/ 3064403 h 6858000"/>
              <a:gd name="connsiteX686" fmla="*/ 2407218 w 7467600"/>
              <a:gd name="connsiteY686" fmla="*/ 3070324 h 6858000"/>
              <a:gd name="connsiteX687" fmla="*/ 2380138 w 7467600"/>
              <a:gd name="connsiteY687" fmla="*/ 3099341 h 6858000"/>
              <a:gd name="connsiteX688" fmla="*/ 1765923 w 7467600"/>
              <a:gd name="connsiteY688" fmla="*/ 3581043 h 6858000"/>
              <a:gd name="connsiteX689" fmla="*/ 1702258 w 7467600"/>
              <a:gd name="connsiteY689" fmla="*/ 3612286 h 6858000"/>
              <a:gd name="connsiteX690" fmla="*/ 1538370 w 7467600"/>
              <a:gd name="connsiteY690" fmla="*/ 3811804 h 6858000"/>
              <a:gd name="connsiteX691" fmla="*/ 542867 w 7467600"/>
              <a:gd name="connsiteY691" fmla="*/ 4944092 h 6858000"/>
              <a:gd name="connsiteX692" fmla="*/ 515800 w 7467600"/>
              <a:gd name="connsiteY692" fmla="*/ 4862180 h 6858000"/>
              <a:gd name="connsiteX693" fmla="*/ 909145 w 7467600"/>
              <a:gd name="connsiteY693" fmla="*/ 4199225 h 6858000"/>
              <a:gd name="connsiteX694" fmla="*/ 1214067 w 7467600"/>
              <a:gd name="connsiteY694" fmla="*/ 3908561 h 6858000"/>
              <a:gd name="connsiteX695" fmla="*/ 640967 w 7467600"/>
              <a:gd name="connsiteY695" fmla="*/ 4105601 h 6858000"/>
              <a:gd name="connsiteX696" fmla="*/ 112563 w 7467600"/>
              <a:gd name="connsiteY696" fmla="*/ 4396952 h 6858000"/>
              <a:gd name="connsiteX697" fmla="*/ 0 w 7467600"/>
              <a:gd name="connsiteY697" fmla="*/ 4466006 h 6858000"/>
              <a:gd name="connsiteX698" fmla="*/ 0 w 7467600"/>
              <a:gd name="connsiteY698" fmla="*/ 4233763 h 6858000"/>
              <a:gd name="connsiteX699" fmla="*/ 36881 w 7467600"/>
              <a:gd name="connsiteY699" fmla="*/ 4200118 h 6858000"/>
              <a:gd name="connsiteX700" fmla="*/ 910534 w 7467600"/>
              <a:gd name="connsiteY700" fmla="*/ 3629753 h 6858000"/>
              <a:gd name="connsiteX701" fmla="*/ 1578717 w 7467600"/>
              <a:gd name="connsiteY701" fmla="*/ 3575982 h 6858000"/>
              <a:gd name="connsiteX702" fmla="*/ 2338780 w 7467600"/>
              <a:gd name="connsiteY702" fmla="*/ 3033725 h 6858000"/>
              <a:gd name="connsiteX703" fmla="*/ 1807991 w 7467600"/>
              <a:gd name="connsiteY703" fmla="*/ 2807184 h 6858000"/>
              <a:gd name="connsiteX704" fmla="*/ 1416358 w 7467600"/>
              <a:gd name="connsiteY704" fmla="*/ 3112571 h 6858000"/>
              <a:gd name="connsiteX705" fmla="*/ 939066 w 7467600"/>
              <a:gd name="connsiteY705" fmla="*/ 3378798 h 6858000"/>
              <a:gd name="connsiteX706" fmla="*/ 115099 w 7467600"/>
              <a:gd name="connsiteY706" fmla="*/ 3607650 h 6858000"/>
              <a:gd name="connsiteX707" fmla="*/ 97284 w 7467600"/>
              <a:gd name="connsiteY707" fmla="*/ 3520393 h 6858000"/>
              <a:gd name="connsiteX708" fmla="*/ 922050 w 7467600"/>
              <a:gd name="connsiteY708" fmla="*/ 3074867 h 6858000"/>
              <a:gd name="connsiteX709" fmla="*/ 1405265 w 7467600"/>
              <a:gd name="connsiteY709" fmla="*/ 3016319 h 6858000"/>
              <a:gd name="connsiteX710" fmla="*/ 1407512 w 7467600"/>
              <a:gd name="connsiteY710" fmla="*/ 3018001 h 6858000"/>
              <a:gd name="connsiteX711" fmla="*/ 1726266 w 7467600"/>
              <a:gd name="connsiteY711" fmla="*/ 2777274 h 6858000"/>
              <a:gd name="connsiteX712" fmla="*/ 625390 w 7467600"/>
              <a:gd name="connsiteY712" fmla="*/ 2514541 h 6858000"/>
              <a:gd name="connsiteX713" fmla="*/ 619799 w 7467600"/>
              <a:gd name="connsiteY713" fmla="*/ 2527180 h 6858000"/>
              <a:gd name="connsiteX714" fmla="*/ 310030 w 7467600"/>
              <a:gd name="connsiteY714" fmla="*/ 2771818 h 6858000"/>
              <a:gd name="connsiteX715" fmla="*/ 173877 w 7467600"/>
              <a:gd name="connsiteY715" fmla="*/ 2937056 h 6858000"/>
              <a:gd name="connsiteX716" fmla="*/ 77889 w 7467600"/>
              <a:gd name="connsiteY716" fmla="*/ 3138440 h 6858000"/>
              <a:gd name="connsiteX717" fmla="*/ 0 w 7467600"/>
              <a:gd name="connsiteY717" fmla="*/ 3271395 h 6858000"/>
              <a:gd name="connsiteX718" fmla="*/ 0 w 7467600"/>
              <a:gd name="connsiteY718" fmla="*/ 3153002 h 6858000"/>
              <a:gd name="connsiteX719" fmla="*/ 2386 w 7467600"/>
              <a:gd name="connsiteY719" fmla="*/ 3149203 h 6858000"/>
              <a:gd name="connsiteX720" fmla="*/ 89753 w 7467600"/>
              <a:gd name="connsiteY720" fmla="*/ 2987702 h 6858000"/>
              <a:gd name="connsiteX721" fmla="*/ 76869 w 7467600"/>
              <a:gd name="connsiteY721" fmla="*/ 3005404 h 6858000"/>
              <a:gd name="connsiteX722" fmla="*/ 32049 w 7467600"/>
              <a:gd name="connsiteY722" fmla="*/ 3065814 h 6858000"/>
              <a:gd name="connsiteX723" fmla="*/ 0 w 7467600"/>
              <a:gd name="connsiteY723" fmla="*/ 3108744 h 6858000"/>
              <a:gd name="connsiteX724" fmla="*/ 0 w 7467600"/>
              <a:gd name="connsiteY724" fmla="*/ 3058059 h 6858000"/>
              <a:gd name="connsiteX725" fmla="*/ 7610 w 7467600"/>
              <a:gd name="connsiteY725" fmla="*/ 3047889 h 6858000"/>
              <a:gd name="connsiteX726" fmla="*/ 52419 w 7467600"/>
              <a:gd name="connsiteY726" fmla="*/ 2987479 h 6858000"/>
              <a:gd name="connsiteX727" fmla="*/ 59142 w 7467600"/>
              <a:gd name="connsiteY727" fmla="*/ 2978488 h 6858000"/>
              <a:gd name="connsiteX728" fmla="*/ 0 w 7467600"/>
              <a:gd name="connsiteY728" fmla="*/ 3015334 h 6858000"/>
              <a:gd name="connsiteX729" fmla="*/ 0 w 7467600"/>
              <a:gd name="connsiteY729" fmla="*/ 2914286 h 6858000"/>
              <a:gd name="connsiteX730" fmla="*/ 36383 w 7467600"/>
              <a:gd name="connsiteY730" fmla="*/ 2901128 h 6858000"/>
              <a:gd name="connsiteX731" fmla="*/ 156329 w 7467600"/>
              <a:gd name="connsiteY731" fmla="*/ 2840533 h 6858000"/>
              <a:gd name="connsiteX732" fmla="*/ 358355 w 7467600"/>
              <a:gd name="connsiteY732" fmla="*/ 2620471 h 6858000"/>
              <a:gd name="connsiteX733" fmla="*/ 510577 w 7467600"/>
              <a:gd name="connsiteY733" fmla="*/ 2501244 h 6858000"/>
              <a:gd name="connsiteX734" fmla="*/ 211967 w 7467600"/>
              <a:gd name="connsiteY734" fmla="*/ 2479171 h 6858000"/>
              <a:gd name="connsiteX735" fmla="*/ 0 w 7467600"/>
              <a:gd name="connsiteY735" fmla="*/ 2476398 h 6858000"/>
              <a:gd name="connsiteX736" fmla="*/ 0 w 7467600"/>
              <a:gd name="connsiteY736" fmla="*/ 2389189 h 6858000"/>
              <a:gd name="connsiteX737" fmla="*/ 103062 w 7467600"/>
              <a:gd name="connsiteY737" fmla="*/ 2389518 h 6858000"/>
              <a:gd name="connsiteX738" fmla="*/ 510734 w 7467600"/>
              <a:gd name="connsiteY738" fmla="*/ 2416201 h 6858000"/>
              <a:gd name="connsiteX739" fmla="*/ 279257 w 7467600"/>
              <a:gd name="connsiteY739" fmla="*/ 2092102 h 6858000"/>
              <a:gd name="connsiteX740" fmla="*/ 65265 w 7467600"/>
              <a:gd name="connsiteY740" fmla="*/ 2006049 h 6858000"/>
              <a:gd name="connsiteX741" fmla="*/ 0 w 7467600"/>
              <a:gd name="connsiteY741" fmla="*/ 1982532 h 6858000"/>
              <a:gd name="connsiteX742" fmla="*/ 0 w 7467600"/>
              <a:gd name="connsiteY742" fmla="*/ 1912789 h 6858000"/>
              <a:gd name="connsiteX743" fmla="*/ 97460 w 7467600"/>
              <a:gd name="connsiteY743" fmla="*/ 1953725 h 6858000"/>
              <a:gd name="connsiteX744" fmla="*/ 221272 w 7467600"/>
              <a:gd name="connsiteY744" fmla="*/ 1980766 h 6858000"/>
              <a:gd name="connsiteX745" fmla="*/ 116765 w 7467600"/>
              <a:gd name="connsiteY745" fmla="*/ 1911033 h 6858000"/>
              <a:gd name="connsiteX746" fmla="*/ 16405 w 7467600"/>
              <a:gd name="connsiteY746" fmla="*/ 1803412 h 6858000"/>
              <a:gd name="connsiteX747" fmla="*/ 0 w 7467600"/>
              <a:gd name="connsiteY747" fmla="*/ 1784777 h 6858000"/>
              <a:gd name="connsiteX748" fmla="*/ 0 w 7467600"/>
              <a:gd name="connsiteY748" fmla="*/ 1740082 h 6858000"/>
              <a:gd name="connsiteX749" fmla="*/ 39394 w 7467600"/>
              <a:gd name="connsiteY749" fmla="*/ 1784856 h 6858000"/>
              <a:gd name="connsiteX750" fmla="*/ 135813 w 7467600"/>
              <a:gd name="connsiteY750" fmla="*/ 1888838 h 6858000"/>
              <a:gd name="connsiteX751" fmla="*/ 242575 w 7467600"/>
              <a:gd name="connsiteY751" fmla="*/ 1958841 h 6858000"/>
              <a:gd name="connsiteX752" fmla="*/ 82197 w 7467600"/>
              <a:gd name="connsiteY752" fmla="*/ 1754826 h 6858000"/>
              <a:gd name="connsiteX753" fmla="*/ 0 w 7467600"/>
              <a:gd name="connsiteY753" fmla="*/ 1679650 h 6858000"/>
              <a:gd name="connsiteX754" fmla="*/ 0 w 7467600"/>
              <a:gd name="connsiteY754" fmla="*/ 1602463 h 6858000"/>
              <a:gd name="connsiteX755" fmla="*/ 84689 w 7467600"/>
              <a:gd name="connsiteY755" fmla="*/ 1677442 h 6858000"/>
              <a:gd name="connsiteX756" fmla="*/ 298437 w 7467600"/>
              <a:gd name="connsiteY756" fmla="*/ 1968019 h 6858000"/>
              <a:gd name="connsiteX757" fmla="*/ 227269 w 7467600"/>
              <a:gd name="connsiteY757" fmla="*/ 1114064 h 6858000"/>
              <a:gd name="connsiteX758" fmla="*/ 248003 w 7467600"/>
              <a:gd name="connsiteY758" fmla="*/ 1089613 h 6858000"/>
              <a:gd name="connsiteX759" fmla="*/ 427020 w 7467600"/>
              <a:gd name="connsiteY759" fmla="*/ 1619803 h 6858000"/>
              <a:gd name="connsiteX760" fmla="*/ 340345 w 7467600"/>
              <a:gd name="connsiteY760" fmla="*/ 2027739 h 6858000"/>
              <a:gd name="connsiteX761" fmla="*/ 360865 w 7467600"/>
              <a:gd name="connsiteY761" fmla="*/ 2044827 h 6858000"/>
              <a:gd name="connsiteX762" fmla="*/ 560414 w 7467600"/>
              <a:gd name="connsiteY762" fmla="*/ 2421457 h 6858000"/>
              <a:gd name="connsiteX763" fmla="*/ 1359703 w 7467600"/>
              <a:gd name="connsiteY763" fmla="*/ 2578554 h 6858000"/>
              <a:gd name="connsiteX764" fmla="*/ 1359422 w 7467600"/>
              <a:gd name="connsiteY764" fmla="*/ 2577994 h 6858000"/>
              <a:gd name="connsiteX765" fmla="*/ 828701 w 7467600"/>
              <a:gd name="connsiteY765" fmla="*/ 1839520 h 6858000"/>
              <a:gd name="connsiteX766" fmla="*/ 494427 w 7467600"/>
              <a:gd name="connsiteY766" fmla="*/ 1092333 h 6858000"/>
              <a:gd name="connsiteX767" fmla="*/ 506322 w 7467600"/>
              <a:gd name="connsiteY767" fmla="*/ 1020997 h 6858000"/>
              <a:gd name="connsiteX768" fmla="*/ 4570198 w 7467600"/>
              <a:gd name="connsiteY768" fmla="*/ 978081 h 6858000"/>
              <a:gd name="connsiteX769" fmla="*/ 4523691 w 7467600"/>
              <a:gd name="connsiteY769" fmla="*/ 1127776 h 6858000"/>
              <a:gd name="connsiteX770" fmla="*/ 4509875 w 7467600"/>
              <a:gd name="connsiteY770" fmla="*/ 1167552 h 6858000"/>
              <a:gd name="connsiteX771" fmla="*/ 4478168 w 7467600"/>
              <a:gd name="connsiteY771" fmla="*/ 1260735 h 6858000"/>
              <a:gd name="connsiteX772" fmla="*/ 4409309 w 7467600"/>
              <a:gd name="connsiteY772" fmla="*/ 1666996 h 6858000"/>
              <a:gd name="connsiteX773" fmla="*/ 4370031 w 7467600"/>
              <a:gd name="connsiteY773" fmla="*/ 1955666 h 6858000"/>
              <a:gd name="connsiteX774" fmla="*/ 4570198 w 7467600"/>
              <a:gd name="connsiteY774" fmla="*/ 978081 h 6858000"/>
              <a:gd name="connsiteX775" fmla="*/ 4557898 w 7467600"/>
              <a:gd name="connsiteY775" fmla="*/ 900011 h 6858000"/>
              <a:gd name="connsiteX776" fmla="*/ 4344840 w 7467600"/>
              <a:gd name="connsiteY776" fmla="*/ 1922038 h 6858000"/>
              <a:gd name="connsiteX777" fmla="*/ 4378710 w 7467600"/>
              <a:gd name="connsiteY777" fmla="*/ 1665516 h 6858000"/>
              <a:gd name="connsiteX778" fmla="*/ 4448798 w 7467600"/>
              <a:gd name="connsiteY778" fmla="*/ 1253024 h 6858000"/>
              <a:gd name="connsiteX779" fmla="*/ 4480315 w 7467600"/>
              <a:gd name="connsiteY779" fmla="*/ 1158454 h 6858000"/>
              <a:gd name="connsiteX780" fmla="*/ 4494133 w 7467600"/>
              <a:gd name="connsiteY780" fmla="*/ 1118676 h 6858000"/>
              <a:gd name="connsiteX781" fmla="*/ 4557898 w 7467600"/>
              <a:gd name="connsiteY781" fmla="*/ 900011 h 6858000"/>
              <a:gd name="connsiteX782" fmla="*/ 5870151 w 7467600"/>
              <a:gd name="connsiteY782" fmla="*/ 898890 h 6858000"/>
              <a:gd name="connsiteX783" fmla="*/ 5861335 w 7467600"/>
              <a:gd name="connsiteY783" fmla="*/ 899177 h 6858000"/>
              <a:gd name="connsiteX784" fmla="*/ 5843702 w 7467600"/>
              <a:gd name="connsiteY784" fmla="*/ 899748 h 6858000"/>
              <a:gd name="connsiteX785" fmla="*/ 5651107 w 7467600"/>
              <a:gd name="connsiteY785" fmla="*/ 920306 h 6858000"/>
              <a:gd name="connsiteX786" fmla="*/ 5459407 w 7467600"/>
              <a:gd name="connsiteY786" fmla="*/ 940975 h 6858000"/>
              <a:gd name="connsiteX787" fmla="*/ 5374846 w 7467600"/>
              <a:gd name="connsiteY787" fmla="*/ 941988 h 6858000"/>
              <a:gd name="connsiteX788" fmla="*/ 5256105 w 7467600"/>
              <a:gd name="connsiteY788" fmla="*/ 945632 h 6858000"/>
              <a:gd name="connsiteX789" fmla="*/ 5107071 w 7467600"/>
              <a:gd name="connsiteY789" fmla="*/ 969720 h 6858000"/>
              <a:gd name="connsiteX790" fmla="*/ 4998681 w 7467600"/>
              <a:gd name="connsiteY790" fmla="*/ 988771 h 6858000"/>
              <a:gd name="connsiteX791" fmla="*/ 5870151 w 7467600"/>
              <a:gd name="connsiteY791" fmla="*/ 898890 h 6858000"/>
              <a:gd name="connsiteX792" fmla="*/ 5504425 w 7467600"/>
              <a:gd name="connsiteY792" fmla="*/ 848067 h 6858000"/>
              <a:gd name="connsiteX793" fmla="*/ 4968849 w 7467600"/>
              <a:gd name="connsiteY793" fmla="*/ 962318 h 6858000"/>
              <a:gd name="connsiteX794" fmla="*/ 5104039 w 7467600"/>
              <a:gd name="connsiteY794" fmla="*/ 940634 h 6858000"/>
              <a:gd name="connsiteX795" fmla="*/ 5256311 w 7467600"/>
              <a:gd name="connsiteY795" fmla="*/ 916490 h 6858000"/>
              <a:gd name="connsiteX796" fmla="*/ 5377381 w 7467600"/>
              <a:gd name="connsiteY796" fmla="*/ 912671 h 6858000"/>
              <a:gd name="connsiteX797" fmla="*/ 5460148 w 7467600"/>
              <a:gd name="connsiteY797" fmla="*/ 911442 h 6858000"/>
              <a:gd name="connsiteX798" fmla="*/ 5648971 w 7467600"/>
              <a:gd name="connsiteY798" fmla="*/ 891331 h 6858000"/>
              <a:gd name="connsiteX799" fmla="*/ 5844807 w 7467600"/>
              <a:gd name="connsiteY799" fmla="*/ 870718 h 6858000"/>
              <a:gd name="connsiteX800" fmla="*/ 5862975 w 7467600"/>
              <a:gd name="connsiteY800" fmla="*/ 869756 h 6858000"/>
              <a:gd name="connsiteX801" fmla="*/ 5920887 w 7467600"/>
              <a:gd name="connsiteY801" fmla="*/ 865929 h 6858000"/>
              <a:gd name="connsiteX802" fmla="*/ 5504425 w 7467600"/>
              <a:gd name="connsiteY802" fmla="*/ 848067 h 6858000"/>
              <a:gd name="connsiteX803" fmla="*/ 3607114 w 7467600"/>
              <a:gd name="connsiteY803" fmla="*/ 467441 h 6858000"/>
              <a:gd name="connsiteX804" fmla="*/ 3296242 w 7467600"/>
              <a:gd name="connsiteY804" fmla="*/ 807991 h 6858000"/>
              <a:gd name="connsiteX805" fmla="*/ 3174674 w 7467600"/>
              <a:gd name="connsiteY805" fmla="*/ 919759 h 6858000"/>
              <a:gd name="connsiteX806" fmla="*/ 3042978 w 7467600"/>
              <a:gd name="connsiteY806" fmla="*/ 1054894 h 6858000"/>
              <a:gd name="connsiteX807" fmla="*/ 2968914 w 7467600"/>
              <a:gd name="connsiteY807" fmla="*/ 1133756 h 6858000"/>
              <a:gd name="connsiteX808" fmla="*/ 3103823 w 7467600"/>
              <a:gd name="connsiteY808" fmla="*/ 1026814 h 6858000"/>
              <a:gd name="connsiteX809" fmla="*/ 3607114 w 7467600"/>
              <a:gd name="connsiteY809" fmla="*/ 467441 h 6858000"/>
              <a:gd name="connsiteX810" fmla="*/ 3744487 w 7467600"/>
              <a:gd name="connsiteY810" fmla="*/ 383136 h 6858000"/>
              <a:gd name="connsiteX811" fmla="*/ 3970213 w 7467600"/>
              <a:gd name="connsiteY811" fmla="*/ 995559 h 6858000"/>
              <a:gd name="connsiteX812" fmla="*/ 3744487 w 7467600"/>
              <a:gd name="connsiteY812" fmla="*/ 383136 h 6858000"/>
              <a:gd name="connsiteX813" fmla="*/ 3624562 w 7467600"/>
              <a:gd name="connsiteY813" fmla="*/ 367041 h 6858000"/>
              <a:gd name="connsiteX814" fmla="*/ 3489712 w 7467600"/>
              <a:gd name="connsiteY814" fmla="*/ 485386 h 6858000"/>
              <a:gd name="connsiteX815" fmla="*/ 3182994 w 7467600"/>
              <a:gd name="connsiteY815" fmla="*/ 828265 h 6858000"/>
              <a:gd name="connsiteX816" fmla="*/ 2892114 w 7467600"/>
              <a:gd name="connsiteY816" fmla="*/ 1172635 h 6858000"/>
              <a:gd name="connsiteX817" fmla="*/ 3021459 w 7467600"/>
              <a:gd name="connsiteY817" fmla="*/ 1035385 h 6858000"/>
              <a:gd name="connsiteX818" fmla="*/ 3153873 w 7467600"/>
              <a:gd name="connsiteY818" fmla="*/ 898971 h 6858000"/>
              <a:gd name="connsiteX819" fmla="*/ 3276511 w 7467600"/>
              <a:gd name="connsiteY819" fmla="*/ 786423 h 6858000"/>
              <a:gd name="connsiteX820" fmla="*/ 3584154 w 7467600"/>
              <a:gd name="connsiteY820" fmla="*/ 448218 h 6858000"/>
              <a:gd name="connsiteX821" fmla="*/ 3624562 w 7467600"/>
              <a:gd name="connsiteY821" fmla="*/ 367041 h 6858000"/>
              <a:gd name="connsiteX822" fmla="*/ 3766672 w 7467600"/>
              <a:gd name="connsiteY822" fmla="*/ 359429 h 6858000"/>
              <a:gd name="connsiteX823" fmla="*/ 3996338 w 7467600"/>
              <a:gd name="connsiteY823" fmla="*/ 968237 h 6858000"/>
              <a:gd name="connsiteX824" fmla="*/ 3766672 w 7467600"/>
              <a:gd name="connsiteY824" fmla="*/ 359429 h 6858000"/>
              <a:gd name="connsiteX825" fmla="*/ 5805386 w 7467600"/>
              <a:gd name="connsiteY825" fmla="*/ 239240 h 6858000"/>
              <a:gd name="connsiteX826" fmla="*/ 5736947 w 7467600"/>
              <a:gd name="connsiteY826" fmla="*/ 261367 h 6858000"/>
              <a:gd name="connsiteX827" fmla="*/ 5427012 w 7467600"/>
              <a:gd name="connsiteY827" fmla="*/ 311272 h 6858000"/>
              <a:gd name="connsiteX828" fmla="*/ 5147818 w 7467600"/>
              <a:gd name="connsiteY828" fmla="*/ 322112 h 6858000"/>
              <a:gd name="connsiteX829" fmla="*/ 5060854 w 7467600"/>
              <a:gd name="connsiteY829" fmla="*/ 311882 h 6858000"/>
              <a:gd name="connsiteX830" fmla="*/ 4945989 w 7467600"/>
              <a:gd name="connsiteY830" fmla="*/ 300516 h 6858000"/>
              <a:gd name="connsiteX831" fmla="*/ 5410479 w 7467600"/>
              <a:gd name="connsiteY831" fmla="*/ 348434 h 6858000"/>
              <a:gd name="connsiteX832" fmla="*/ 5805386 w 7467600"/>
              <a:gd name="connsiteY832" fmla="*/ 239240 h 6858000"/>
              <a:gd name="connsiteX833" fmla="*/ 5905192 w 7467600"/>
              <a:gd name="connsiteY833" fmla="*/ 163079 h 6858000"/>
              <a:gd name="connsiteX834" fmla="*/ 5865655 w 7467600"/>
              <a:gd name="connsiteY834" fmla="*/ 171901 h 6858000"/>
              <a:gd name="connsiteX835" fmla="*/ 5259740 w 7467600"/>
              <a:gd name="connsiteY835" fmla="*/ 257013 h 6858000"/>
              <a:gd name="connsiteX836" fmla="*/ 5208466 w 7467600"/>
              <a:gd name="connsiteY836" fmla="*/ 257550 h 6858000"/>
              <a:gd name="connsiteX837" fmla="*/ 4980204 w 7467600"/>
              <a:gd name="connsiteY837" fmla="*/ 271903 h 6858000"/>
              <a:gd name="connsiteX838" fmla="*/ 5068068 w 7467600"/>
              <a:gd name="connsiteY838" fmla="*/ 282244 h 6858000"/>
              <a:gd name="connsiteX839" fmla="*/ 5153231 w 7467600"/>
              <a:gd name="connsiteY839" fmla="*/ 292240 h 6858000"/>
              <a:gd name="connsiteX840" fmla="*/ 5426491 w 7467600"/>
              <a:gd name="connsiteY840" fmla="*/ 281128 h 6858000"/>
              <a:gd name="connsiteX841" fmla="*/ 5731212 w 7467600"/>
              <a:gd name="connsiteY841" fmla="*/ 231951 h 6858000"/>
              <a:gd name="connsiteX842" fmla="*/ 5905192 w 7467600"/>
              <a:gd name="connsiteY842" fmla="*/ 163079 h 6858000"/>
              <a:gd name="connsiteX843" fmla="*/ 5944437 w 7467600"/>
              <a:gd name="connsiteY843" fmla="*/ 113829 h 6858000"/>
              <a:gd name="connsiteX844" fmla="*/ 5825032 w 7467600"/>
              <a:gd name="connsiteY844" fmla="*/ 146405 h 6858000"/>
              <a:gd name="connsiteX845" fmla="*/ 4955599 w 7467600"/>
              <a:gd name="connsiteY845" fmla="*/ 247008 h 6858000"/>
              <a:gd name="connsiteX846" fmla="*/ 5210104 w 7467600"/>
              <a:gd name="connsiteY846" fmla="*/ 228123 h 6858000"/>
              <a:gd name="connsiteX847" fmla="*/ 5261015 w 7467600"/>
              <a:gd name="connsiteY847" fmla="*/ 227087 h 6858000"/>
              <a:gd name="connsiteX848" fmla="*/ 5861181 w 7467600"/>
              <a:gd name="connsiteY848" fmla="*/ 143093 h 6858000"/>
              <a:gd name="connsiteX849" fmla="*/ 5961252 w 7467600"/>
              <a:gd name="connsiteY849" fmla="*/ 114820 h 6858000"/>
              <a:gd name="connsiteX850" fmla="*/ 5944437 w 7467600"/>
              <a:gd name="connsiteY850" fmla="*/ 113829 h 6858000"/>
              <a:gd name="connsiteX851" fmla="*/ 3882765 w 7467600"/>
              <a:gd name="connsiteY851" fmla="*/ 0 h 6858000"/>
              <a:gd name="connsiteX852" fmla="*/ 3995099 w 7467600"/>
              <a:gd name="connsiteY852" fmla="*/ 0 h 6858000"/>
              <a:gd name="connsiteX853" fmla="*/ 4163818 w 7467600"/>
              <a:gd name="connsiteY853" fmla="*/ 234104 h 6858000"/>
              <a:gd name="connsiteX854" fmla="*/ 4172099 w 7467600"/>
              <a:gd name="connsiteY854" fmla="*/ 234207 h 6858000"/>
              <a:gd name="connsiteX855" fmla="*/ 4784282 w 7467600"/>
              <a:gd name="connsiteY855" fmla="*/ 276561 h 6858000"/>
              <a:gd name="connsiteX856" fmla="*/ 4801687 w 7467600"/>
              <a:gd name="connsiteY856" fmla="*/ 267764 h 6858000"/>
              <a:gd name="connsiteX857" fmla="*/ 6082788 w 7467600"/>
              <a:gd name="connsiteY857" fmla="*/ 64119 h 6858000"/>
              <a:gd name="connsiteX858" fmla="*/ 6099442 w 7467600"/>
              <a:gd name="connsiteY858" fmla="*/ 82568 h 6858000"/>
              <a:gd name="connsiteX859" fmla="*/ 4804137 w 7467600"/>
              <a:gd name="connsiteY859" fmla="*/ 320931 h 6858000"/>
              <a:gd name="connsiteX860" fmla="*/ 4227047 w 7467600"/>
              <a:gd name="connsiteY860" fmla="*/ 313415 h 6858000"/>
              <a:gd name="connsiteX861" fmla="*/ 4346041 w 7467600"/>
              <a:gd name="connsiteY861" fmla="*/ 456086 h 6858000"/>
              <a:gd name="connsiteX862" fmla="*/ 4870967 w 7467600"/>
              <a:gd name="connsiteY862" fmla="*/ 963061 h 6858000"/>
              <a:gd name="connsiteX863" fmla="*/ 4889647 w 7467600"/>
              <a:gd name="connsiteY863" fmla="*/ 957147 h 6858000"/>
              <a:gd name="connsiteX864" fmla="*/ 5422504 w 7467600"/>
              <a:gd name="connsiteY864" fmla="*/ 805191 h 6858000"/>
              <a:gd name="connsiteX865" fmla="*/ 6087656 w 7467600"/>
              <a:gd name="connsiteY865" fmla="*/ 826703 h 6858000"/>
              <a:gd name="connsiteX866" fmla="*/ 6058717 w 7467600"/>
              <a:gd name="connsiteY866" fmla="*/ 865992 h 6858000"/>
              <a:gd name="connsiteX867" fmla="*/ 4974153 w 7467600"/>
              <a:gd name="connsiteY867" fmla="*/ 1045456 h 6858000"/>
              <a:gd name="connsiteX868" fmla="*/ 5627835 w 7467600"/>
              <a:gd name="connsiteY868" fmla="*/ 1472077 h 6858000"/>
              <a:gd name="connsiteX869" fmla="*/ 5629817 w 7467600"/>
              <a:gd name="connsiteY869" fmla="*/ 1471412 h 6858000"/>
              <a:gd name="connsiteX870" fmla="*/ 5634124 w 7467600"/>
              <a:gd name="connsiteY870" fmla="*/ 1470572 h 6858000"/>
              <a:gd name="connsiteX871" fmla="*/ 5755832 w 7467600"/>
              <a:gd name="connsiteY871" fmla="*/ 1383886 h 6858000"/>
              <a:gd name="connsiteX872" fmla="*/ 6014186 w 7467600"/>
              <a:gd name="connsiteY872" fmla="*/ 1279799 h 6858000"/>
              <a:gd name="connsiteX873" fmla="*/ 6901619 w 7467600"/>
              <a:gd name="connsiteY873" fmla="*/ 1047874 h 6858000"/>
              <a:gd name="connsiteX874" fmla="*/ 6931566 w 7467600"/>
              <a:gd name="connsiteY874" fmla="*/ 1062034 h 6858000"/>
              <a:gd name="connsiteX875" fmla="*/ 5790982 w 7467600"/>
              <a:gd name="connsiteY875" fmla="*/ 1561380 h 6858000"/>
              <a:gd name="connsiteX876" fmla="*/ 6188971 w 7467600"/>
              <a:gd name="connsiteY876" fmla="*/ 1755168 h 6858000"/>
              <a:gd name="connsiteX877" fmla="*/ 6202446 w 7467600"/>
              <a:gd name="connsiteY877" fmla="*/ 1752268 h 6858000"/>
              <a:gd name="connsiteX878" fmla="*/ 7179560 w 7467600"/>
              <a:gd name="connsiteY878" fmla="*/ 1467551 h 6858000"/>
              <a:gd name="connsiteX879" fmla="*/ 7158730 w 7467600"/>
              <a:gd name="connsiteY879" fmla="*/ 1507835 h 6858000"/>
              <a:gd name="connsiteX880" fmla="*/ 6326959 w 7467600"/>
              <a:gd name="connsiteY880" fmla="*/ 1817686 h 6858000"/>
              <a:gd name="connsiteX881" fmla="*/ 6537433 w 7467600"/>
              <a:gd name="connsiteY881" fmla="*/ 1907790 h 6858000"/>
              <a:gd name="connsiteX882" fmla="*/ 6550221 w 7467600"/>
              <a:gd name="connsiteY882" fmla="*/ 1910729 h 6858000"/>
              <a:gd name="connsiteX883" fmla="*/ 6964438 w 7467600"/>
              <a:gd name="connsiteY883" fmla="*/ 2209505 h 6858000"/>
              <a:gd name="connsiteX884" fmla="*/ 7367862 w 7467600"/>
              <a:gd name="connsiteY884" fmla="*/ 2806833 h 6858000"/>
              <a:gd name="connsiteX885" fmla="*/ 7364329 w 7467600"/>
              <a:gd name="connsiteY885" fmla="*/ 2826907 h 6858000"/>
              <a:gd name="connsiteX886" fmla="*/ 7290545 w 7467600"/>
              <a:gd name="connsiteY886" fmla="*/ 2850663 h 6858000"/>
              <a:gd name="connsiteX887" fmla="*/ 6472036 w 7467600"/>
              <a:gd name="connsiteY887" fmla="*/ 1959003 h 6858000"/>
              <a:gd name="connsiteX888" fmla="*/ 5792897 w 7467600"/>
              <a:gd name="connsiteY888" fmla="*/ 1647747 h 6858000"/>
              <a:gd name="connsiteX889" fmla="*/ 5842751 w 7467600"/>
              <a:gd name="connsiteY889" fmla="*/ 1816112 h 6858000"/>
              <a:gd name="connsiteX890" fmla="*/ 5847424 w 7467600"/>
              <a:gd name="connsiteY890" fmla="*/ 1815776 h 6858000"/>
              <a:gd name="connsiteX891" fmla="*/ 6399821 w 7467600"/>
              <a:gd name="connsiteY891" fmla="*/ 2344799 h 6858000"/>
              <a:gd name="connsiteX892" fmla="*/ 6323232 w 7467600"/>
              <a:gd name="connsiteY892" fmla="*/ 2389634 h 6858000"/>
              <a:gd name="connsiteX893" fmla="*/ 5942958 w 7467600"/>
              <a:gd name="connsiteY893" fmla="*/ 2077708 h 6858000"/>
              <a:gd name="connsiteX894" fmla="*/ 5921559 w 7467600"/>
              <a:gd name="connsiteY894" fmla="*/ 2378596 h 6858000"/>
              <a:gd name="connsiteX895" fmla="*/ 5817651 w 7467600"/>
              <a:gd name="connsiteY895" fmla="*/ 3023919 h 6858000"/>
              <a:gd name="connsiteX896" fmla="*/ 5729634 w 7467600"/>
              <a:gd name="connsiteY896" fmla="*/ 3051849 h 6858000"/>
              <a:gd name="connsiteX897" fmla="*/ 5611018 w 7467600"/>
              <a:gd name="connsiteY897" fmla="*/ 2316769 h 6858000"/>
              <a:gd name="connsiteX898" fmla="*/ 5687608 w 7467600"/>
              <a:gd name="connsiteY898" fmla="*/ 2039972 h 6858000"/>
              <a:gd name="connsiteX899" fmla="*/ 5657554 w 7467600"/>
              <a:gd name="connsiteY899" fmla="*/ 1576445 h 6858000"/>
              <a:gd name="connsiteX900" fmla="*/ 5150475 w 7467600"/>
              <a:gd name="connsiteY900" fmla="*/ 1274012 h 6858000"/>
              <a:gd name="connsiteX901" fmla="*/ 5349142 w 7467600"/>
              <a:gd name="connsiteY901" fmla="*/ 2204405 h 6858000"/>
              <a:gd name="connsiteX902" fmla="*/ 5262214 w 7467600"/>
              <a:gd name="connsiteY902" fmla="*/ 2233836 h 6858000"/>
              <a:gd name="connsiteX903" fmla="*/ 4981539 w 7467600"/>
              <a:gd name="connsiteY903" fmla="*/ 1542201 h 6858000"/>
              <a:gd name="connsiteX904" fmla="*/ 4958461 w 7467600"/>
              <a:gd name="connsiteY904" fmla="*/ 1136957 h 6858000"/>
              <a:gd name="connsiteX905" fmla="*/ 4655015 w 7467600"/>
              <a:gd name="connsiteY905" fmla="*/ 891426 h 6858000"/>
              <a:gd name="connsiteX906" fmla="*/ 4348002 w 7467600"/>
              <a:gd name="connsiteY906" fmla="*/ 2205895 h 6858000"/>
              <a:gd name="connsiteX907" fmla="*/ 4262250 w 7467600"/>
              <a:gd name="connsiteY907" fmla="*/ 2219972 h 6858000"/>
              <a:gd name="connsiteX908" fmla="*/ 4550611 w 7467600"/>
              <a:gd name="connsiteY908" fmla="*/ 817540 h 6858000"/>
              <a:gd name="connsiteX909" fmla="*/ 4564418 w 7467600"/>
              <a:gd name="connsiteY909" fmla="*/ 808293 h 6858000"/>
              <a:gd name="connsiteX910" fmla="*/ 4266388 w 7467600"/>
              <a:gd name="connsiteY910" fmla="*/ 500083 h 6858000"/>
              <a:gd name="connsiteX911" fmla="*/ 4032842 w 7467600"/>
              <a:gd name="connsiteY911" fmla="*/ 211809 h 6858000"/>
              <a:gd name="connsiteX912" fmla="*/ 3882765 w 7467600"/>
              <a:gd name="connsiteY912" fmla="*/ 0 h 6858000"/>
              <a:gd name="connsiteX913" fmla="*/ 3721337 w 7467600"/>
              <a:gd name="connsiteY913" fmla="*/ 0 h 6858000"/>
              <a:gd name="connsiteX914" fmla="*/ 3797544 w 7467600"/>
              <a:gd name="connsiteY914" fmla="*/ 0 h 6858000"/>
              <a:gd name="connsiteX915" fmla="*/ 3775734 w 7467600"/>
              <a:gd name="connsiteY915" fmla="*/ 95131 h 6858000"/>
              <a:gd name="connsiteX916" fmla="*/ 3724807 w 7467600"/>
              <a:gd name="connsiteY916" fmla="*/ 272257 h 6858000"/>
              <a:gd name="connsiteX917" fmla="*/ 3726844 w 7467600"/>
              <a:gd name="connsiteY917" fmla="*/ 282988 h 6858000"/>
              <a:gd name="connsiteX918" fmla="*/ 3742664 w 7467600"/>
              <a:gd name="connsiteY918" fmla="*/ 279918 h 6858000"/>
              <a:gd name="connsiteX919" fmla="*/ 4103910 w 7467600"/>
              <a:gd name="connsiteY919" fmla="*/ 1161917 h 6858000"/>
              <a:gd name="connsiteX920" fmla="*/ 4020269 w 7467600"/>
              <a:gd name="connsiteY920" fmla="*/ 1200406 h 6858000"/>
              <a:gd name="connsiteX921" fmla="*/ 3674882 w 7467600"/>
              <a:gd name="connsiteY921" fmla="*/ 488524 h 6858000"/>
              <a:gd name="connsiteX922" fmla="*/ 3132682 w 7467600"/>
              <a:gd name="connsiteY922" fmla="*/ 1072284 h 6858000"/>
              <a:gd name="connsiteX923" fmla="*/ 2716346 w 7467600"/>
              <a:gd name="connsiteY923" fmla="*/ 1276376 h 6858000"/>
              <a:gd name="connsiteX924" fmla="*/ 2716772 w 7467600"/>
              <a:gd name="connsiteY924" fmla="*/ 1255462 h 6858000"/>
              <a:gd name="connsiteX925" fmla="*/ 3471096 w 7467600"/>
              <a:gd name="connsiteY925" fmla="*/ 437072 h 6858000"/>
              <a:gd name="connsiteX926" fmla="*/ 3639057 w 7467600"/>
              <a:gd name="connsiteY926" fmla="*/ 286334 h 6858000"/>
              <a:gd name="connsiteX927" fmla="*/ 3640309 w 7467600"/>
              <a:gd name="connsiteY927" fmla="*/ 284664 h 6858000"/>
              <a:gd name="connsiteX928" fmla="*/ 3646022 w 7467600"/>
              <a:gd name="connsiteY928" fmla="*/ 276711 h 6858000"/>
              <a:gd name="connsiteX929" fmla="*/ 3707943 w 7467600"/>
              <a:gd name="connsiteY929" fmla="*/ 65958 h 6858000"/>
              <a:gd name="connsiteX930" fmla="*/ 3721337 w 7467600"/>
              <a:gd name="connsiteY930" fmla="*/ 0 h 6858000"/>
              <a:gd name="connsiteX931" fmla="*/ 2867960 w 7467600"/>
              <a:gd name="connsiteY931" fmla="*/ 0 h 6858000"/>
              <a:gd name="connsiteX932" fmla="*/ 2926351 w 7467600"/>
              <a:gd name="connsiteY932" fmla="*/ 0 h 6858000"/>
              <a:gd name="connsiteX933" fmla="*/ 2902823 w 7467600"/>
              <a:gd name="connsiteY933" fmla="*/ 262929 h 6858000"/>
              <a:gd name="connsiteX934" fmla="*/ 2940663 w 7467600"/>
              <a:gd name="connsiteY934" fmla="*/ 140884 h 6858000"/>
              <a:gd name="connsiteX935" fmla="*/ 2947039 w 7467600"/>
              <a:gd name="connsiteY935" fmla="*/ 122524 h 6858000"/>
              <a:gd name="connsiteX936" fmla="*/ 2984316 w 7467600"/>
              <a:gd name="connsiteY936" fmla="*/ 0 h 6858000"/>
              <a:gd name="connsiteX937" fmla="*/ 3016114 w 7467600"/>
              <a:gd name="connsiteY937" fmla="*/ 0 h 6858000"/>
              <a:gd name="connsiteX938" fmla="*/ 2979949 w 7467600"/>
              <a:gd name="connsiteY938" fmla="*/ 119274 h 6858000"/>
              <a:gd name="connsiteX939" fmla="*/ 3023879 w 7467600"/>
              <a:gd name="connsiteY939" fmla="*/ 0 h 6858000"/>
              <a:gd name="connsiteX940" fmla="*/ 3105400 w 7467600"/>
              <a:gd name="connsiteY940" fmla="*/ 0 h 6858000"/>
              <a:gd name="connsiteX941" fmla="*/ 3094669 w 7467600"/>
              <a:gd name="connsiteY941" fmla="*/ 30308 h 6858000"/>
              <a:gd name="connsiteX942" fmla="*/ 2901945 w 7467600"/>
              <a:gd name="connsiteY942" fmla="*/ 466538 h 6858000"/>
              <a:gd name="connsiteX943" fmla="*/ 2815209 w 7467600"/>
              <a:gd name="connsiteY943" fmla="*/ 497361 h 6858000"/>
              <a:gd name="connsiteX944" fmla="*/ 2844845 w 7467600"/>
              <a:gd name="connsiteY944" fmla="*/ 127638 h 6858000"/>
              <a:gd name="connsiteX945" fmla="*/ 2867960 w 7467600"/>
              <a:gd name="connsiteY945" fmla="*/ 0 h 6858000"/>
              <a:gd name="connsiteX946" fmla="*/ 1057230 w 7467600"/>
              <a:gd name="connsiteY946" fmla="*/ 0 h 6858000"/>
              <a:gd name="connsiteX947" fmla="*/ 1111003 w 7467600"/>
              <a:gd name="connsiteY947" fmla="*/ 0 h 6858000"/>
              <a:gd name="connsiteX948" fmla="*/ 1125553 w 7467600"/>
              <a:gd name="connsiteY948" fmla="*/ 52588 h 6858000"/>
              <a:gd name="connsiteX949" fmla="*/ 1304276 w 7467600"/>
              <a:gd name="connsiteY949" fmla="*/ 476275 h 6858000"/>
              <a:gd name="connsiteX950" fmla="*/ 1492066 w 7467600"/>
              <a:gd name="connsiteY950" fmla="*/ 886333 h 6858000"/>
              <a:gd name="connsiteX951" fmla="*/ 1423698 w 7467600"/>
              <a:gd name="connsiteY951" fmla="*/ 710817 h 6858000"/>
              <a:gd name="connsiteX952" fmla="*/ 1357609 w 7467600"/>
              <a:gd name="connsiteY952" fmla="*/ 532892 h 6858000"/>
              <a:gd name="connsiteX953" fmla="*/ 1309550 w 7467600"/>
              <a:gd name="connsiteY953" fmla="*/ 374031 h 6858000"/>
              <a:gd name="connsiteX954" fmla="*/ 1193673 w 7467600"/>
              <a:gd name="connsiteY954" fmla="*/ 49533 h 6858000"/>
              <a:gd name="connsiteX955" fmla="*/ 1164391 w 7467600"/>
              <a:gd name="connsiteY955" fmla="*/ 0 h 6858000"/>
              <a:gd name="connsiteX956" fmla="*/ 1200666 w 7467600"/>
              <a:gd name="connsiteY956" fmla="*/ 0 h 6858000"/>
              <a:gd name="connsiteX957" fmla="*/ 1223408 w 7467600"/>
              <a:gd name="connsiteY957" fmla="*/ 38996 h 6858000"/>
              <a:gd name="connsiteX958" fmla="*/ 1339635 w 7467600"/>
              <a:gd name="connsiteY958" fmla="*/ 365517 h 6858000"/>
              <a:gd name="connsiteX959" fmla="*/ 1387469 w 7467600"/>
              <a:gd name="connsiteY959" fmla="*/ 523079 h 6858000"/>
              <a:gd name="connsiteX960" fmla="*/ 1452685 w 7467600"/>
              <a:gd name="connsiteY960" fmla="*/ 699806 h 6858000"/>
              <a:gd name="connsiteX961" fmla="*/ 1492092 w 7467600"/>
              <a:gd name="connsiteY961" fmla="*/ 800424 h 6858000"/>
              <a:gd name="connsiteX962" fmla="*/ 1455302 w 7467600"/>
              <a:gd name="connsiteY962" fmla="*/ 632913 h 6858000"/>
              <a:gd name="connsiteX963" fmla="*/ 1222336 w 7467600"/>
              <a:gd name="connsiteY963" fmla="*/ 9480 h 6858000"/>
              <a:gd name="connsiteX964" fmla="*/ 1214634 w 7467600"/>
              <a:gd name="connsiteY964" fmla="*/ 0 h 6858000"/>
              <a:gd name="connsiteX965" fmla="*/ 1289827 w 7467600"/>
              <a:gd name="connsiteY965" fmla="*/ 0 h 6858000"/>
              <a:gd name="connsiteX966" fmla="*/ 1321076 w 7467600"/>
              <a:gd name="connsiteY966" fmla="*/ 59722 h 6858000"/>
              <a:gd name="connsiteX967" fmla="*/ 1512579 w 7467600"/>
              <a:gd name="connsiteY967" fmla="*/ 626441 h 6858000"/>
              <a:gd name="connsiteX968" fmla="*/ 1506076 w 7467600"/>
              <a:gd name="connsiteY968" fmla="*/ 1089289 h 6858000"/>
              <a:gd name="connsiteX969" fmla="*/ 1486346 w 7467600"/>
              <a:gd name="connsiteY969" fmla="*/ 1079919 h 6858000"/>
              <a:gd name="connsiteX970" fmla="*/ 1070511 w 7467600"/>
              <a:gd name="connsiteY970" fmla="*/ 48609 h 6858000"/>
              <a:gd name="connsiteX971" fmla="*/ 1057230 w 7467600"/>
              <a:gd name="connsiteY971" fmla="*/ 0 h 6858000"/>
              <a:gd name="connsiteX972" fmla="*/ 43151 w 7467600"/>
              <a:gd name="connsiteY972" fmla="*/ 0 h 6858000"/>
              <a:gd name="connsiteX973" fmla="*/ 95283 w 7467600"/>
              <a:gd name="connsiteY973" fmla="*/ 0 h 6858000"/>
              <a:gd name="connsiteX974" fmla="*/ 300708 w 7467600"/>
              <a:gd name="connsiteY974" fmla="*/ 154571 h 6858000"/>
              <a:gd name="connsiteX975" fmla="*/ 530414 w 7467600"/>
              <a:gd name="connsiteY975" fmla="*/ 354673 h 6858000"/>
              <a:gd name="connsiteX976" fmla="*/ 333785 w 7467600"/>
              <a:gd name="connsiteY976" fmla="*/ 161564 h 6858000"/>
              <a:gd name="connsiteX977" fmla="*/ 147005 w 7467600"/>
              <a:gd name="connsiteY977" fmla="*/ 0 h 6858000"/>
              <a:gd name="connsiteX978" fmla="*/ 272509 w 7467600"/>
              <a:gd name="connsiteY978" fmla="*/ 0 h 6858000"/>
              <a:gd name="connsiteX979" fmla="*/ 326276 w 7467600"/>
              <a:gd name="connsiteY979" fmla="*/ 45847 h 6858000"/>
              <a:gd name="connsiteX980" fmla="*/ 823759 w 7467600"/>
              <a:gd name="connsiteY980" fmla="*/ 574145 h 6858000"/>
              <a:gd name="connsiteX981" fmla="*/ 811254 w 7467600"/>
              <a:gd name="connsiteY981" fmla="*/ 665546 h 6858000"/>
              <a:gd name="connsiteX982" fmla="*/ 154042 w 7467600"/>
              <a:gd name="connsiteY982" fmla="*/ 261522 h 6858000"/>
              <a:gd name="connsiteX983" fmla="*/ 13550 w 7467600"/>
              <a:gd name="connsiteY983" fmla="*/ 158423 h 6858000"/>
              <a:gd name="connsiteX984" fmla="*/ 0 w 7467600"/>
              <a:gd name="connsiteY984" fmla="*/ 146618 h 6858000"/>
              <a:gd name="connsiteX985" fmla="*/ 0 w 7467600"/>
              <a:gd name="connsiteY985" fmla="*/ 59161 h 6858000"/>
              <a:gd name="connsiteX986" fmla="*/ 45427 w 7467600"/>
              <a:gd name="connsiteY986" fmla="*/ 101078 h 6858000"/>
              <a:gd name="connsiteX987" fmla="*/ 630103 w 7467600"/>
              <a:gd name="connsiteY987" fmla="*/ 485885 h 6858000"/>
              <a:gd name="connsiteX988" fmla="*/ 532040 w 7467600"/>
              <a:gd name="connsiteY988" fmla="*/ 399359 h 6858000"/>
              <a:gd name="connsiteX989" fmla="*/ 517618 w 7467600"/>
              <a:gd name="connsiteY989" fmla="*/ 385726 h 6858000"/>
              <a:gd name="connsiteX990" fmla="*/ 285074 w 7467600"/>
              <a:gd name="connsiteY990" fmla="*/ 182755 h 6858000"/>
              <a:gd name="connsiteX991" fmla="*/ 43151 w 7467600"/>
              <a:gd name="connsiteY991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312201 w 7467600"/>
              <a:gd name="connsiteY127" fmla="*/ 5128278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12201 w 7467600"/>
              <a:gd name="connsiteY134" fmla="*/ 5128278 h 6858000"/>
              <a:gd name="connsiteX135" fmla="*/ 1903353 w 7467600"/>
              <a:gd name="connsiteY135" fmla="*/ 5044827 h 6858000"/>
              <a:gd name="connsiteX136" fmla="*/ 1936931 w 7467600"/>
              <a:gd name="connsiteY136" fmla="*/ 5093954 h 6858000"/>
              <a:gd name="connsiteX137" fmla="*/ 2195868 w 7467600"/>
              <a:gd name="connsiteY137" fmla="*/ 5396574 h 6858000"/>
              <a:gd name="connsiteX138" fmla="*/ 2088852 w 7467600"/>
              <a:gd name="connsiteY138" fmla="*/ 5166123 h 6858000"/>
              <a:gd name="connsiteX139" fmla="*/ 1958241 w 7467600"/>
              <a:gd name="connsiteY139" fmla="*/ 5067955 h 6858000"/>
              <a:gd name="connsiteX140" fmla="*/ 1903353 w 7467600"/>
              <a:gd name="connsiteY140" fmla="*/ 5044827 h 6858000"/>
              <a:gd name="connsiteX141" fmla="*/ 1979378 w 7467600"/>
              <a:gd name="connsiteY141" fmla="*/ 4769504 h 6858000"/>
              <a:gd name="connsiteX142" fmla="*/ 2882120 w 7467600"/>
              <a:gd name="connsiteY142" fmla="*/ 5064547 h 6858000"/>
              <a:gd name="connsiteX143" fmla="*/ 2793103 w 7467600"/>
              <a:gd name="connsiteY143" fmla="*/ 5039699 h 6858000"/>
              <a:gd name="connsiteX144" fmla="*/ 2770041 w 7467600"/>
              <a:gd name="connsiteY144" fmla="*/ 5033634 h 6858000"/>
              <a:gd name="connsiteX145" fmla="*/ 1979378 w 7467600"/>
              <a:gd name="connsiteY145" fmla="*/ 4769504 h 6858000"/>
              <a:gd name="connsiteX146" fmla="*/ 1927410 w 7467600"/>
              <a:gd name="connsiteY146" fmla="*/ 4716164 h 6858000"/>
              <a:gd name="connsiteX147" fmla="*/ 1959587 w 7467600"/>
              <a:gd name="connsiteY147" fmla="*/ 4728849 h 6858000"/>
              <a:gd name="connsiteX148" fmla="*/ 2777707 w 7467600"/>
              <a:gd name="connsiteY148" fmla="*/ 5003991 h 6858000"/>
              <a:gd name="connsiteX149" fmla="*/ 2800768 w 7467600"/>
              <a:gd name="connsiteY149" fmla="*/ 5010056 h 6858000"/>
              <a:gd name="connsiteX150" fmla="*/ 2879408 w 7467600"/>
              <a:gd name="connsiteY150" fmla="*/ 5031590 h 6858000"/>
              <a:gd name="connsiteX151" fmla="*/ 2862295 w 7467600"/>
              <a:gd name="connsiteY151" fmla="*/ 5022958 h 6858000"/>
              <a:gd name="connsiteX152" fmla="*/ 2813343 w 7467600"/>
              <a:gd name="connsiteY152" fmla="*/ 4998369 h 6858000"/>
              <a:gd name="connsiteX153" fmla="*/ 2646245 w 7467600"/>
              <a:gd name="connsiteY153" fmla="*/ 4930999 h 6858000"/>
              <a:gd name="connsiteX154" fmla="*/ 1999243 w 7467600"/>
              <a:gd name="connsiteY154" fmla="*/ 4730524 h 6858000"/>
              <a:gd name="connsiteX155" fmla="*/ 1979527 w 7467600"/>
              <a:gd name="connsiteY155" fmla="*/ 4726651 h 6858000"/>
              <a:gd name="connsiteX156" fmla="*/ 1927410 w 7467600"/>
              <a:gd name="connsiteY156" fmla="*/ 4716164 h 6858000"/>
              <a:gd name="connsiteX157" fmla="*/ 1997014 w 7467600"/>
              <a:gd name="connsiteY157" fmla="*/ 4698007 h 6858000"/>
              <a:gd name="connsiteX158" fmla="*/ 2005458 w 7467600"/>
              <a:gd name="connsiteY158" fmla="*/ 4699540 h 6858000"/>
              <a:gd name="connsiteX159" fmla="*/ 2657186 w 7467600"/>
              <a:gd name="connsiteY159" fmla="*/ 4901687 h 6858000"/>
              <a:gd name="connsiteX160" fmla="*/ 2826662 w 7467600"/>
              <a:gd name="connsiteY160" fmla="*/ 4970362 h 6858000"/>
              <a:gd name="connsiteX161" fmla="*/ 2876100 w 7467600"/>
              <a:gd name="connsiteY161" fmla="*/ 4995397 h 6858000"/>
              <a:gd name="connsiteX162" fmla="*/ 3042600 w 7467600"/>
              <a:gd name="connsiteY162" fmla="*/ 5059532 h 6858000"/>
              <a:gd name="connsiteX163" fmla="*/ 1997014 w 7467600"/>
              <a:gd name="connsiteY163" fmla="*/ 4698007 h 6858000"/>
              <a:gd name="connsiteX164" fmla="*/ 2305292 w 7467600"/>
              <a:gd name="connsiteY164" fmla="*/ 4219492 h 6858000"/>
              <a:gd name="connsiteX165" fmla="*/ 3360922 w 7467600"/>
              <a:gd name="connsiteY165" fmla="*/ 4529373 h 6858000"/>
              <a:gd name="connsiteX166" fmla="*/ 3492420 w 7467600"/>
              <a:gd name="connsiteY166" fmla="*/ 4510145 h 6858000"/>
              <a:gd name="connsiteX167" fmla="*/ 3364086 w 7467600"/>
              <a:gd name="connsiteY167" fmla="*/ 4480340 h 6858000"/>
              <a:gd name="connsiteX168" fmla="*/ 3225818 w 7467600"/>
              <a:gd name="connsiteY168" fmla="*/ 4411822 h 6858000"/>
              <a:gd name="connsiteX169" fmla="*/ 3129696 w 7467600"/>
              <a:gd name="connsiteY169" fmla="*/ 4360704 h 6858000"/>
              <a:gd name="connsiteX170" fmla="*/ 2814545 w 7467600"/>
              <a:gd name="connsiteY170" fmla="*/ 4282955 h 6858000"/>
              <a:gd name="connsiteX171" fmla="*/ 2305292 w 7467600"/>
              <a:gd name="connsiteY171" fmla="*/ 4219492 h 6858000"/>
              <a:gd name="connsiteX172" fmla="*/ 2626982 w 7467600"/>
              <a:gd name="connsiteY172" fmla="*/ 4206450 h 6858000"/>
              <a:gd name="connsiteX173" fmla="*/ 2490617 w 7467600"/>
              <a:gd name="connsiteY173" fmla="*/ 4206951 h 6858000"/>
              <a:gd name="connsiteX174" fmla="*/ 2819869 w 7467600"/>
              <a:gd name="connsiteY174" fmla="*/ 4252936 h 6858000"/>
              <a:gd name="connsiteX175" fmla="*/ 3143018 w 7467600"/>
              <a:gd name="connsiteY175" fmla="*/ 4332698 h 6858000"/>
              <a:gd name="connsiteX176" fmla="*/ 3241520 w 7467600"/>
              <a:gd name="connsiteY176" fmla="*/ 4385112 h 6858000"/>
              <a:gd name="connsiteX177" fmla="*/ 3374575 w 7467600"/>
              <a:gd name="connsiteY177" fmla="*/ 4451517 h 6858000"/>
              <a:gd name="connsiteX178" fmla="*/ 3505221 w 7467600"/>
              <a:gd name="connsiteY178" fmla="*/ 4480757 h 6858000"/>
              <a:gd name="connsiteX179" fmla="*/ 2626982 w 7467600"/>
              <a:gd name="connsiteY179" fmla="*/ 4206450 h 6858000"/>
              <a:gd name="connsiteX180" fmla="*/ 1310106 w 7467600"/>
              <a:gd name="connsiteY180" fmla="*/ 3943217 h 6858000"/>
              <a:gd name="connsiteX181" fmla="*/ 854994 w 7467600"/>
              <a:gd name="connsiteY181" fmla="*/ 4399136 h 6858000"/>
              <a:gd name="connsiteX182" fmla="*/ 742462 w 7467600"/>
              <a:gd name="connsiteY182" fmla="*/ 4594648 h 6858000"/>
              <a:gd name="connsiteX183" fmla="*/ 820602 w 7467600"/>
              <a:gd name="connsiteY183" fmla="*/ 4485915 h 6858000"/>
              <a:gd name="connsiteX184" fmla="*/ 878295 w 7467600"/>
              <a:gd name="connsiteY184" fmla="*/ 4403594 h 6858000"/>
              <a:gd name="connsiteX185" fmla="*/ 1240607 w 7467600"/>
              <a:gd name="connsiteY185" fmla="*/ 4010401 h 6858000"/>
              <a:gd name="connsiteX186" fmla="*/ 1310106 w 7467600"/>
              <a:gd name="connsiteY186" fmla="*/ 3943217 h 6858000"/>
              <a:gd name="connsiteX187" fmla="*/ 1423113 w 7467600"/>
              <a:gd name="connsiteY187" fmla="*/ 3874565 h 6858000"/>
              <a:gd name="connsiteX188" fmla="*/ 1260565 w 7467600"/>
              <a:gd name="connsiteY188" fmla="*/ 4031982 h 6858000"/>
              <a:gd name="connsiteX189" fmla="*/ 901900 w 7467600"/>
              <a:gd name="connsiteY189" fmla="*/ 4421236 h 6858000"/>
              <a:gd name="connsiteX190" fmla="*/ 845044 w 7467600"/>
              <a:gd name="connsiteY190" fmla="*/ 4502436 h 6858000"/>
              <a:gd name="connsiteX191" fmla="*/ 685926 w 7467600"/>
              <a:gd name="connsiteY191" fmla="*/ 4703069 h 6858000"/>
              <a:gd name="connsiteX192" fmla="*/ 684248 w 7467600"/>
              <a:gd name="connsiteY192" fmla="*/ 4706721 h 6858000"/>
              <a:gd name="connsiteX193" fmla="*/ 1423113 w 7467600"/>
              <a:gd name="connsiteY193" fmla="*/ 3874565 h 6858000"/>
              <a:gd name="connsiteX194" fmla="*/ 3316479 w 7467600"/>
              <a:gd name="connsiteY194" fmla="*/ 3872136 h 6858000"/>
              <a:gd name="connsiteX195" fmla="*/ 3546806 w 7467600"/>
              <a:gd name="connsiteY195" fmla="*/ 4356139 h 6858000"/>
              <a:gd name="connsiteX196" fmla="*/ 3364433 w 7467600"/>
              <a:gd name="connsiteY196" fmla="*/ 3953121 h 6858000"/>
              <a:gd name="connsiteX197" fmla="*/ 3316479 w 7467600"/>
              <a:gd name="connsiteY197" fmla="*/ 3872136 h 6858000"/>
              <a:gd name="connsiteX198" fmla="*/ 3291335 w 7467600"/>
              <a:gd name="connsiteY198" fmla="*/ 3767420 h 6858000"/>
              <a:gd name="connsiteX199" fmla="*/ 3390805 w 7467600"/>
              <a:gd name="connsiteY199" fmla="*/ 3937163 h 6858000"/>
              <a:gd name="connsiteX200" fmla="*/ 3579062 w 7467600"/>
              <a:gd name="connsiteY200" fmla="*/ 4359040 h 6858000"/>
              <a:gd name="connsiteX201" fmla="*/ 3467355 w 7467600"/>
              <a:gd name="connsiteY201" fmla="*/ 3988130 h 6858000"/>
              <a:gd name="connsiteX202" fmla="*/ 3310753 w 7467600"/>
              <a:gd name="connsiteY202" fmla="*/ 3787140 h 6858000"/>
              <a:gd name="connsiteX203" fmla="*/ 3291335 w 7467600"/>
              <a:gd name="connsiteY203" fmla="*/ 3767420 h 6858000"/>
              <a:gd name="connsiteX204" fmla="*/ 1635889 w 7467600"/>
              <a:gd name="connsiteY204" fmla="*/ 3709494 h 6858000"/>
              <a:gd name="connsiteX205" fmla="*/ 1634800 w 7467600"/>
              <a:gd name="connsiteY205" fmla="*/ 3731111 h 6858000"/>
              <a:gd name="connsiteX206" fmla="*/ 1635889 w 7467600"/>
              <a:gd name="connsiteY206" fmla="*/ 3709494 h 6858000"/>
              <a:gd name="connsiteX207" fmla="*/ 1510397 w 7467600"/>
              <a:gd name="connsiteY207" fmla="*/ 3684705 h 6858000"/>
              <a:gd name="connsiteX208" fmla="*/ 1146550 w 7467600"/>
              <a:gd name="connsiteY208" fmla="*/ 3802012 h 6858000"/>
              <a:gd name="connsiteX209" fmla="*/ 698834 w 7467600"/>
              <a:gd name="connsiteY209" fmla="*/ 3952272 h 6858000"/>
              <a:gd name="connsiteX210" fmla="*/ 34256 w 7467600"/>
              <a:gd name="connsiteY210" fmla="*/ 4347603 h 6858000"/>
              <a:gd name="connsiteX211" fmla="*/ 527241 w 7467600"/>
              <a:gd name="connsiteY211" fmla="*/ 4065078 h 6858000"/>
              <a:gd name="connsiteX212" fmla="*/ 1510397 w 7467600"/>
              <a:gd name="connsiteY212" fmla="*/ 3684705 h 6858000"/>
              <a:gd name="connsiteX213" fmla="*/ 1313114 w 7467600"/>
              <a:gd name="connsiteY213" fmla="*/ 3655216 h 6858000"/>
              <a:gd name="connsiteX214" fmla="*/ 1109304 w 7467600"/>
              <a:gd name="connsiteY214" fmla="*/ 3669030 h 6858000"/>
              <a:gd name="connsiteX215" fmla="*/ 8129 w 7467600"/>
              <a:gd name="connsiteY215" fmla="*/ 4330519 h 6858000"/>
              <a:gd name="connsiteX216" fmla="*/ 687572 w 7467600"/>
              <a:gd name="connsiteY216" fmla="*/ 3925629 h 6858000"/>
              <a:gd name="connsiteX217" fmla="*/ 1138365 w 7467600"/>
              <a:gd name="connsiteY217" fmla="*/ 3774515 h 6858000"/>
              <a:gd name="connsiteX218" fmla="*/ 1505579 w 7467600"/>
              <a:gd name="connsiteY218" fmla="*/ 3655526 h 6858000"/>
              <a:gd name="connsiteX219" fmla="*/ 1313114 w 7467600"/>
              <a:gd name="connsiteY219" fmla="*/ 3655216 h 6858000"/>
              <a:gd name="connsiteX220" fmla="*/ 3655073 w 7467600"/>
              <a:gd name="connsiteY220" fmla="*/ 3650884 h 6858000"/>
              <a:gd name="connsiteX221" fmla="*/ 3989938 w 7467600"/>
              <a:gd name="connsiteY221" fmla="*/ 3991685 h 6858000"/>
              <a:gd name="connsiteX222" fmla="*/ 4393907 w 7467600"/>
              <a:gd name="connsiteY222" fmla="*/ 4261258 h 6858000"/>
              <a:gd name="connsiteX223" fmla="*/ 4648051 w 7467600"/>
              <a:gd name="connsiteY223" fmla="*/ 4374051 h 6858000"/>
              <a:gd name="connsiteX224" fmla="*/ 4383389 w 7467600"/>
              <a:gd name="connsiteY224" fmla="*/ 4184369 h 6858000"/>
              <a:gd name="connsiteX225" fmla="*/ 4165508 w 7467600"/>
              <a:gd name="connsiteY225" fmla="*/ 4035196 h 6858000"/>
              <a:gd name="connsiteX226" fmla="*/ 4068162 w 7467600"/>
              <a:gd name="connsiteY226" fmla="*/ 3953394 h 6858000"/>
              <a:gd name="connsiteX227" fmla="*/ 3981416 w 7467600"/>
              <a:gd name="connsiteY227" fmla="*/ 3880482 h 6858000"/>
              <a:gd name="connsiteX228" fmla="*/ 3800147 w 7467600"/>
              <a:gd name="connsiteY228" fmla="*/ 3749872 h 6858000"/>
              <a:gd name="connsiteX229" fmla="*/ 3655073 w 7467600"/>
              <a:gd name="connsiteY229" fmla="*/ 3650884 h 6858000"/>
              <a:gd name="connsiteX230" fmla="*/ 3670252 w 7467600"/>
              <a:gd name="connsiteY230" fmla="*/ 3622798 h 6858000"/>
              <a:gd name="connsiteX231" fmla="*/ 3817258 w 7467600"/>
              <a:gd name="connsiteY231" fmla="*/ 3723577 h 6858000"/>
              <a:gd name="connsiteX232" fmla="*/ 4000461 w 7467600"/>
              <a:gd name="connsiteY232" fmla="*/ 3855966 h 6858000"/>
              <a:gd name="connsiteX233" fmla="*/ 4088180 w 7467600"/>
              <a:gd name="connsiteY233" fmla="*/ 3929774 h 6858000"/>
              <a:gd name="connsiteX234" fmla="*/ 4184555 w 7467600"/>
              <a:gd name="connsiteY234" fmla="*/ 4010683 h 6858000"/>
              <a:gd name="connsiteX235" fmla="*/ 4399563 w 7467600"/>
              <a:gd name="connsiteY235" fmla="*/ 4158106 h 6858000"/>
              <a:gd name="connsiteX236" fmla="*/ 4684469 w 7467600"/>
              <a:gd name="connsiteY236" fmla="*/ 4364680 h 6858000"/>
              <a:gd name="connsiteX237" fmla="*/ 4690271 w 7467600"/>
              <a:gd name="connsiteY237" fmla="*/ 4370034 h 6858000"/>
              <a:gd name="connsiteX238" fmla="*/ 4136093 w 7467600"/>
              <a:gd name="connsiteY238" fmla="*/ 3858466 h 6858000"/>
              <a:gd name="connsiteX239" fmla="*/ 3670252 w 7467600"/>
              <a:gd name="connsiteY239" fmla="*/ 3622798 h 6858000"/>
              <a:gd name="connsiteX240" fmla="*/ 4440129 w 7467600"/>
              <a:gd name="connsiteY240" fmla="*/ 3448571 h 6858000"/>
              <a:gd name="connsiteX241" fmla="*/ 4856525 w 7467600"/>
              <a:gd name="connsiteY241" fmla="*/ 3915351 h 6858000"/>
              <a:gd name="connsiteX242" fmla="*/ 5059055 w 7467600"/>
              <a:gd name="connsiteY242" fmla="*/ 4108918 h 6858000"/>
              <a:gd name="connsiteX243" fmla="*/ 5290070 w 7467600"/>
              <a:gd name="connsiteY243" fmla="*/ 4263619 h 6858000"/>
              <a:gd name="connsiteX244" fmla="*/ 4834991 w 7467600"/>
              <a:gd name="connsiteY244" fmla="*/ 3830985 h 6858000"/>
              <a:gd name="connsiteX245" fmla="*/ 4440129 w 7467600"/>
              <a:gd name="connsiteY245" fmla="*/ 3448571 h 6858000"/>
              <a:gd name="connsiteX246" fmla="*/ 4441737 w 7467600"/>
              <a:gd name="connsiteY246" fmla="*/ 3399734 h 6858000"/>
              <a:gd name="connsiteX247" fmla="*/ 4431236 w 7467600"/>
              <a:gd name="connsiteY247" fmla="*/ 3400954 h 6858000"/>
              <a:gd name="connsiteX248" fmla="*/ 4557150 w 7467600"/>
              <a:gd name="connsiteY248" fmla="*/ 3510023 h 6858000"/>
              <a:gd name="connsiteX249" fmla="*/ 4856936 w 7467600"/>
              <a:gd name="connsiteY249" fmla="*/ 3809146 h 6858000"/>
              <a:gd name="connsiteX250" fmla="*/ 5111996 w 7467600"/>
              <a:gd name="connsiteY250" fmla="*/ 4065759 h 6858000"/>
              <a:gd name="connsiteX251" fmla="*/ 5388878 w 7467600"/>
              <a:gd name="connsiteY251" fmla="*/ 4300185 h 6858000"/>
              <a:gd name="connsiteX252" fmla="*/ 5425556 w 7467600"/>
              <a:gd name="connsiteY252" fmla="*/ 4308967 h 6858000"/>
              <a:gd name="connsiteX253" fmla="*/ 4943646 w 7467600"/>
              <a:gd name="connsiteY253" fmla="*/ 3822916 h 6858000"/>
              <a:gd name="connsiteX254" fmla="*/ 4594837 w 7467600"/>
              <a:gd name="connsiteY254" fmla="*/ 3532274 h 6858000"/>
              <a:gd name="connsiteX255" fmla="*/ 4441737 w 7467600"/>
              <a:gd name="connsiteY255" fmla="*/ 3399734 h 6858000"/>
              <a:gd name="connsiteX256" fmla="*/ 5425834 w 7467600"/>
              <a:gd name="connsiteY256" fmla="*/ 3162785 h 6858000"/>
              <a:gd name="connsiteX257" fmla="*/ 5401644 w 7467600"/>
              <a:gd name="connsiteY257" fmla="*/ 3617847 h 6858000"/>
              <a:gd name="connsiteX258" fmla="*/ 5467256 w 7467600"/>
              <a:gd name="connsiteY258" fmla="*/ 4175494 h 6858000"/>
              <a:gd name="connsiteX259" fmla="*/ 5448069 w 7467600"/>
              <a:gd name="connsiteY259" fmla="*/ 3567554 h 6858000"/>
              <a:gd name="connsiteX260" fmla="*/ 5425834 w 7467600"/>
              <a:gd name="connsiteY260" fmla="*/ 3162785 h 6858000"/>
              <a:gd name="connsiteX261" fmla="*/ 1318687 w 7467600"/>
              <a:gd name="connsiteY261" fmla="*/ 3113840 h 6858000"/>
              <a:gd name="connsiteX262" fmla="*/ 1066793 w 7467600"/>
              <a:gd name="connsiteY262" fmla="*/ 3212171 h 6858000"/>
              <a:gd name="connsiteX263" fmla="*/ 993319 w 7467600"/>
              <a:gd name="connsiteY263" fmla="*/ 3247648 h 6858000"/>
              <a:gd name="connsiteX264" fmla="*/ 853081 w 7467600"/>
              <a:gd name="connsiteY264" fmla="*/ 3312410 h 6858000"/>
              <a:gd name="connsiteX265" fmla="*/ 805957 w 7467600"/>
              <a:gd name="connsiteY265" fmla="*/ 3330443 h 6858000"/>
              <a:gd name="connsiteX266" fmla="*/ 1318687 w 7467600"/>
              <a:gd name="connsiteY266" fmla="*/ 3113840 h 6858000"/>
              <a:gd name="connsiteX267" fmla="*/ 5453702 w 7467600"/>
              <a:gd name="connsiteY267" fmla="*/ 3090882 h 6858000"/>
              <a:gd name="connsiteX268" fmla="*/ 5480135 w 7467600"/>
              <a:gd name="connsiteY268" fmla="*/ 3565802 h 6858000"/>
              <a:gd name="connsiteX269" fmla="*/ 5499023 w 7467600"/>
              <a:gd name="connsiteY269" fmla="*/ 4166310 h 6858000"/>
              <a:gd name="connsiteX270" fmla="*/ 5547022 w 7467600"/>
              <a:gd name="connsiteY270" fmla="*/ 3607838 h 6858000"/>
              <a:gd name="connsiteX271" fmla="*/ 5515964 w 7467600"/>
              <a:gd name="connsiteY271" fmla="*/ 3378541 h 6858000"/>
              <a:gd name="connsiteX272" fmla="*/ 5453702 w 7467600"/>
              <a:gd name="connsiteY272" fmla="*/ 3090882 h 6858000"/>
              <a:gd name="connsiteX273" fmla="*/ 1238695 w 7467600"/>
              <a:gd name="connsiteY273" fmla="*/ 3076820 h 6858000"/>
              <a:gd name="connsiteX274" fmla="*/ 716371 w 7467600"/>
              <a:gd name="connsiteY274" fmla="*/ 3293249 h 6858000"/>
              <a:gd name="connsiteX275" fmla="*/ 579522 w 7467600"/>
              <a:gd name="connsiteY275" fmla="*/ 3371759 h 6858000"/>
              <a:gd name="connsiteX276" fmla="*/ 600288 w 7467600"/>
              <a:gd name="connsiteY276" fmla="*/ 3365555 h 6858000"/>
              <a:gd name="connsiteX277" fmla="*/ 840692 w 7467600"/>
              <a:gd name="connsiteY277" fmla="*/ 3284921 h 6858000"/>
              <a:gd name="connsiteX278" fmla="*/ 979248 w 7467600"/>
              <a:gd name="connsiteY278" fmla="*/ 3221003 h 6858000"/>
              <a:gd name="connsiteX279" fmla="*/ 1053282 w 7467600"/>
              <a:gd name="connsiteY279" fmla="*/ 3185247 h 6858000"/>
              <a:gd name="connsiteX280" fmla="*/ 1320603 w 7467600"/>
              <a:gd name="connsiteY280" fmla="*/ 3081281 h 6858000"/>
              <a:gd name="connsiteX281" fmla="*/ 1238695 w 7467600"/>
              <a:gd name="connsiteY281" fmla="*/ 3076820 h 6858000"/>
              <a:gd name="connsiteX282" fmla="*/ 5425627 w 7467600"/>
              <a:gd name="connsiteY282" fmla="*/ 2954192 h 6858000"/>
              <a:gd name="connsiteX283" fmla="*/ 5470770 w 7467600"/>
              <a:gd name="connsiteY283" fmla="*/ 3005435 h 6858000"/>
              <a:gd name="connsiteX284" fmla="*/ 5519779 w 7467600"/>
              <a:gd name="connsiteY284" fmla="*/ 4359223 h 6858000"/>
              <a:gd name="connsiteX285" fmla="*/ 5520293 w 7467600"/>
              <a:gd name="connsiteY285" fmla="*/ 4360602 h 6858000"/>
              <a:gd name="connsiteX286" fmla="*/ 5767221 w 7467600"/>
              <a:gd name="connsiteY286" fmla="*/ 4665564 h 6858000"/>
              <a:gd name="connsiteX287" fmla="*/ 6937169 w 7467600"/>
              <a:gd name="connsiteY287" fmla="*/ 4815941 h 6858000"/>
              <a:gd name="connsiteX288" fmla="*/ 6953922 w 7467600"/>
              <a:gd name="connsiteY288" fmla="*/ 4890068 h 6858000"/>
              <a:gd name="connsiteX289" fmla="*/ 6071359 w 7467600"/>
              <a:gd name="connsiteY289" fmla="*/ 4770770 h 6858000"/>
              <a:gd name="connsiteX290" fmla="*/ 6038839 w 7467600"/>
              <a:gd name="connsiteY290" fmla="*/ 4764474 h 6858000"/>
              <a:gd name="connsiteX291" fmla="*/ 6038706 w 7467600"/>
              <a:gd name="connsiteY291" fmla="*/ 4763847 h 6858000"/>
              <a:gd name="connsiteX292" fmla="*/ 6037784 w 7467600"/>
              <a:gd name="connsiteY292" fmla="*/ 4764270 h 6858000"/>
              <a:gd name="connsiteX293" fmla="*/ 6038839 w 7467600"/>
              <a:gd name="connsiteY293" fmla="*/ 4764474 h 6858000"/>
              <a:gd name="connsiteX294" fmla="*/ 6040338 w 7467600"/>
              <a:gd name="connsiteY294" fmla="*/ 4771418 h 6858000"/>
              <a:gd name="connsiteX295" fmla="*/ 6024488 w 7467600"/>
              <a:gd name="connsiteY295" fmla="*/ 4809903 h 6858000"/>
              <a:gd name="connsiteX296" fmla="*/ 5599771 w 7467600"/>
              <a:gd name="connsiteY296" fmla="*/ 5509652 h 6858000"/>
              <a:gd name="connsiteX297" fmla="*/ 5548843 w 7467600"/>
              <a:gd name="connsiteY297" fmla="*/ 5563845 h 6858000"/>
              <a:gd name="connsiteX298" fmla="*/ 5940952 w 7467600"/>
              <a:gd name="connsiteY298" fmla="*/ 6250028 h 6858000"/>
              <a:gd name="connsiteX299" fmla="*/ 6043441 w 7467600"/>
              <a:gd name="connsiteY299" fmla="*/ 6665847 h 6858000"/>
              <a:gd name="connsiteX300" fmla="*/ 6093432 w 7467600"/>
              <a:gd name="connsiteY300" fmla="*/ 6858000 h 6858000"/>
              <a:gd name="connsiteX301" fmla="*/ 6034344 w 7467600"/>
              <a:gd name="connsiteY301" fmla="*/ 6858000 h 6858000"/>
              <a:gd name="connsiteX302" fmla="*/ 6026679 w 7467600"/>
              <a:gd name="connsiteY302" fmla="*/ 6836959 h 6858000"/>
              <a:gd name="connsiteX303" fmla="*/ 5800441 w 7467600"/>
              <a:gd name="connsiteY303" fmla="*/ 6335286 h 6858000"/>
              <a:gd name="connsiteX304" fmla="*/ 5526562 w 7467600"/>
              <a:gd name="connsiteY304" fmla="*/ 5705388 h 6858000"/>
              <a:gd name="connsiteX305" fmla="*/ 5519640 w 7467600"/>
              <a:gd name="connsiteY305" fmla="*/ 5683774 h 6858000"/>
              <a:gd name="connsiteX306" fmla="*/ 5844559 w 7467600"/>
              <a:gd name="connsiteY306" fmla="*/ 6553349 h 6858000"/>
              <a:gd name="connsiteX307" fmla="*/ 5975994 w 7467600"/>
              <a:gd name="connsiteY307" fmla="*/ 6858000 h 6858000"/>
              <a:gd name="connsiteX308" fmla="*/ 5898547 w 7467600"/>
              <a:gd name="connsiteY308" fmla="*/ 6858000 h 6858000"/>
              <a:gd name="connsiteX309" fmla="*/ 5682041 w 7467600"/>
              <a:gd name="connsiteY309" fmla="*/ 6355860 h 6858000"/>
              <a:gd name="connsiteX310" fmla="*/ 5461758 w 7467600"/>
              <a:gd name="connsiteY310" fmla="*/ 5820220 h 6858000"/>
              <a:gd name="connsiteX311" fmla="*/ 5237282 w 7467600"/>
              <a:gd name="connsiteY311" fmla="*/ 6579086 h 6858000"/>
              <a:gd name="connsiteX312" fmla="*/ 5115009 w 7467600"/>
              <a:gd name="connsiteY312" fmla="*/ 6858000 h 6858000"/>
              <a:gd name="connsiteX313" fmla="*/ 5028074 w 7467600"/>
              <a:gd name="connsiteY313" fmla="*/ 6858000 h 6858000"/>
              <a:gd name="connsiteX314" fmla="*/ 5079508 w 7467600"/>
              <a:gd name="connsiteY314" fmla="*/ 6749074 h 6858000"/>
              <a:gd name="connsiteX315" fmla="*/ 5371846 w 7467600"/>
              <a:gd name="connsiteY315" fmla="*/ 5924413 h 6858000"/>
              <a:gd name="connsiteX316" fmla="*/ 5270512 w 7467600"/>
              <a:gd name="connsiteY316" fmla="*/ 6138975 h 6858000"/>
              <a:gd name="connsiteX317" fmla="*/ 5062409 w 7467600"/>
              <a:gd name="connsiteY317" fmla="*/ 6653544 h 6858000"/>
              <a:gd name="connsiteX318" fmla="*/ 5036628 w 7467600"/>
              <a:gd name="connsiteY318" fmla="*/ 6754247 h 6858000"/>
              <a:gd name="connsiteX319" fmla="*/ 5009112 w 7467600"/>
              <a:gd name="connsiteY319" fmla="*/ 6858000 h 6858000"/>
              <a:gd name="connsiteX320" fmla="*/ 4976679 w 7467600"/>
              <a:gd name="connsiteY320" fmla="*/ 6858000 h 6858000"/>
              <a:gd name="connsiteX321" fmla="*/ 5006537 w 7467600"/>
              <a:gd name="connsiteY321" fmla="*/ 6747068 h 6858000"/>
              <a:gd name="connsiteX322" fmla="*/ 5032723 w 7467600"/>
              <a:gd name="connsiteY322" fmla="*/ 6644957 h 6858000"/>
              <a:gd name="connsiteX323" fmla="*/ 5242949 w 7467600"/>
              <a:gd name="connsiteY323" fmla="*/ 6125175 h 6858000"/>
              <a:gd name="connsiteX324" fmla="*/ 5286321 w 7467600"/>
              <a:gd name="connsiteY324" fmla="*/ 6033555 h 6858000"/>
              <a:gd name="connsiteX325" fmla="*/ 5008210 w 7467600"/>
              <a:gd name="connsiteY325" fmla="*/ 6649194 h 6858000"/>
              <a:gd name="connsiteX326" fmla="*/ 4986321 w 7467600"/>
              <a:gd name="connsiteY326" fmla="*/ 6765687 h 6858000"/>
              <a:gd name="connsiteX327" fmla="*/ 4973474 w 7467600"/>
              <a:gd name="connsiteY327" fmla="*/ 6858000 h 6858000"/>
              <a:gd name="connsiteX328" fmla="*/ 4907178 w 7467600"/>
              <a:gd name="connsiteY328" fmla="*/ 6858000 h 6858000"/>
              <a:gd name="connsiteX329" fmla="*/ 4910810 w 7467600"/>
              <a:gd name="connsiteY329" fmla="*/ 6829660 h 6858000"/>
              <a:gd name="connsiteX330" fmla="*/ 4987461 w 7467600"/>
              <a:gd name="connsiteY330" fmla="*/ 6432994 h 6858000"/>
              <a:gd name="connsiteX331" fmla="*/ 5179262 w 7467600"/>
              <a:gd name="connsiteY331" fmla="*/ 6035044 h 6858000"/>
              <a:gd name="connsiteX332" fmla="*/ 4689678 w 7467600"/>
              <a:gd name="connsiteY332" fmla="*/ 6440241 h 6858000"/>
              <a:gd name="connsiteX333" fmla="*/ 4477543 w 7467600"/>
              <a:gd name="connsiteY333" fmla="*/ 6674836 h 6858000"/>
              <a:gd name="connsiteX334" fmla="*/ 4329957 w 7467600"/>
              <a:gd name="connsiteY334" fmla="*/ 6858000 h 6858000"/>
              <a:gd name="connsiteX335" fmla="*/ 4218595 w 7467600"/>
              <a:gd name="connsiteY335" fmla="*/ 6858000 h 6858000"/>
              <a:gd name="connsiteX336" fmla="*/ 4368888 w 7467600"/>
              <a:gd name="connsiteY336" fmla="*/ 6668412 h 6858000"/>
              <a:gd name="connsiteX337" fmla="*/ 4563091 w 7467600"/>
              <a:gd name="connsiteY337" fmla="*/ 6442508 h 6858000"/>
              <a:gd name="connsiteX338" fmla="*/ 5387324 w 7467600"/>
              <a:gd name="connsiteY338" fmla="*/ 5705830 h 6858000"/>
              <a:gd name="connsiteX339" fmla="*/ 5073620 w 7467600"/>
              <a:gd name="connsiteY339" fmla="*/ 5955437 h 6858000"/>
              <a:gd name="connsiteX340" fmla="*/ 4689789 w 7467600"/>
              <a:gd name="connsiteY340" fmla="*/ 6268382 h 6858000"/>
              <a:gd name="connsiteX341" fmla="*/ 4418722 w 7467600"/>
              <a:gd name="connsiteY341" fmla="*/ 6570886 h 6858000"/>
              <a:gd name="connsiteX342" fmla="*/ 4214944 w 7467600"/>
              <a:gd name="connsiteY342" fmla="*/ 6858000 h 6858000"/>
              <a:gd name="connsiteX343" fmla="*/ 4177898 w 7467600"/>
              <a:gd name="connsiteY343" fmla="*/ 6858000 h 6858000"/>
              <a:gd name="connsiteX344" fmla="*/ 4391597 w 7467600"/>
              <a:gd name="connsiteY344" fmla="*/ 6556370 h 6858000"/>
              <a:gd name="connsiteX345" fmla="*/ 4668889 w 7467600"/>
              <a:gd name="connsiteY345" fmla="*/ 6246399 h 6858000"/>
              <a:gd name="connsiteX346" fmla="*/ 5055427 w 7467600"/>
              <a:gd name="connsiteY346" fmla="*/ 5931476 h 6858000"/>
              <a:gd name="connsiteX347" fmla="*/ 5371814 w 7467600"/>
              <a:gd name="connsiteY347" fmla="*/ 5678975 h 6858000"/>
              <a:gd name="connsiteX348" fmla="*/ 4987918 w 7467600"/>
              <a:gd name="connsiteY348" fmla="*/ 5838701 h 6858000"/>
              <a:gd name="connsiteX349" fmla="*/ 4317146 w 7467600"/>
              <a:gd name="connsiteY349" fmla="*/ 6587716 h 6858000"/>
              <a:gd name="connsiteX350" fmla="*/ 4171627 w 7467600"/>
              <a:gd name="connsiteY350" fmla="*/ 6858000 h 6858000"/>
              <a:gd name="connsiteX351" fmla="*/ 4081585 w 7467600"/>
              <a:gd name="connsiteY351" fmla="*/ 6858000 h 6858000"/>
              <a:gd name="connsiteX352" fmla="*/ 4238603 w 7467600"/>
              <a:gd name="connsiteY352" fmla="*/ 6559341 h 6858000"/>
              <a:gd name="connsiteX353" fmla="*/ 4778333 w 7467600"/>
              <a:gd name="connsiteY353" fmla="*/ 5873626 h 6858000"/>
              <a:gd name="connsiteX354" fmla="*/ 5414185 w 7467600"/>
              <a:gd name="connsiteY354" fmla="*/ 5573882 h 6858000"/>
              <a:gd name="connsiteX355" fmla="*/ 5959648 w 7467600"/>
              <a:gd name="connsiteY355" fmla="*/ 4760797 h 6858000"/>
              <a:gd name="connsiteX356" fmla="*/ 5355019 w 7467600"/>
              <a:gd name="connsiteY356" fmla="*/ 4734672 h 6858000"/>
              <a:gd name="connsiteX357" fmla="*/ 5083565 w 7467600"/>
              <a:gd name="connsiteY357" fmla="*/ 5179121 h 6858000"/>
              <a:gd name="connsiteX358" fmla="*/ 4713577 w 7467600"/>
              <a:gd name="connsiteY358" fmla="*/ 5616803 h 6858000"/>
              <a:gd name="connsiteX359" fmla="*/ 3989559 w 7467600"/>
              <a:gd name="connsiteY359" fmla="*/ 6145945 h 6858000"/>
              <a:gd name="connsiteX360" fmla="*/ 3939824 w 7467600"/>
              <a:gd name="connsiteY360" fmla="*/ 6066900 h 6858000"/>
              <a:gd name="connsiteX361" fmla="*/ 4584537 w 7467600"/>
              <a:gd name="connsiteY361" fmla="*/ 5324826 h 6858000"/>
              <a:gd name="connsiteX362" fmla="*/ 5037105 w 7467600"/>
              <a:gd name="connsiteY362" fmla="*/ 5088765 h 6858000"/>
              <a:gd name="connsiteX363" fmla="*/ 5039930 w 7467600"/>
              <a:gd name="connsiteY363" fmla="*/ 5089585 h 6858000"/>
              <a:gd name="connsiteX364" fmla="*/ 5263764 w 7467600"/>
              <a:gd name="connsiteY364" fmla="*/ 4735525 h 6858000"/>
              <a:gd name="connsiteX365" fmla="*/ 4086300 w 7467600"/>
              <a:gd name="connsiteY365" fmla="*/ 4884599 h 6858000"/>
              <a:gd name="connsiteX366" fmla="*/ 4085485 w 7467600"/>
              <a:gd name="connsiteY366" fmla="*/ 4899070 h 6858000"/>
              <a:gd name="connsiteX367" fmla="*/ 3871915 w 7467600"/>
              <a:gd name="connsiteY367" fmla="*/ 5253645 h 6858000"/>
              <a:gd name="connsiteX368" fmla="*/ 3799374 w 7467600"/>
              <a:gd name="connsiteY368" fmla="*/ 5466127 h 6858000"/>
              <a:gd name="connsiteX369" fmla="*/ 3498850 w 7467600"/>
              <a:gd name="connsiteY369" fmla="*/ 6661888 h 6858000"/>
              <a:gd name="connsiteX370" fmla="*/ 3399216 w 7467600"/>
              <a:gd name="connsiteY370" fmla="*/ 6858000 h 6858000"/>
              <a:gd name="connsiteX371" fmla="*/ 3303688 w 7467600"/>
              <a:gd name="connsiteY371" fmla="*/ 6858000 h 6858000"/>
              <a:gd name="connsiteX372" fmla="*/ 3391774 w 7467600"/>
              <a:gd name="connsiteY372" fmla="*/ 6697181 h 6858000"/>
              <a:gd name="connsiteX373" fmla="*/ 3735540 w 7467600"/>
              <a:gd name="connsiteY373" fmla="*/ 5546923 h 6858000"/>
              <a:gd name="connsiteX374" fmla="*/ 3729438 w 7467600"/>
              <a:gd name="connsiteY374" fmla="*/ 5569058 h 6858000"/>
              <a:gd name="connsiteX375" fmla="*/ 3707782 w 7467600"/>
              <a:gd name="connsiteY375" fmla="*/ 5644908 h 6858000"/>
              <a:gd name="connsiteX376" fmla="*/ 3583827 w 7467600"/>
              <a:gd name="connsiteY376" fmla="*/ 6039215 h 6858000"/>
              <a:gd name="connsiteX377" fmla="*/ 3547861 w 7467600"/>
              <a:gd name="connsiteY377" fmla="*/ 6129609 h 6858000"/>
              <a:gd name="connsiteX378" fmla="*/ 3490905 w 7467600"/>
              <a:gd name="connsiteY378" fmla="*/ 6277660 h 6858000"/>
              <a:gd name="connsiteX379" fmla="*/ 3455859 w 7467600"/>
              <a:gd name="connsiteY379" fmla="*/ 6391301 h 6858000"/>
              <a:gd name="connsiteX380" fmla="*/ 3429112 w 7467600"/>
              <a:gd name="connsiteY380" fmla="*/ 6479469 h 6858000"/>
              <a:gd name="connsiteX381" fmla="*/ 3304862 w 7467600"/>
              <a:gd name="connsiteY381" fmla="*/ 6796476 h 6858000"/>
              <a:gd name="connsiteX382" fmla="*/ 3276071 w 7467600"/>
              <a:gd name="connsiteY382" fmla="*/ 6858000 h 6858000"/>
              <a:gd name="connsiteX383" fmla="*/ 3240805 w 7467600"/>
              <a:gd name="connsiteY383" fmla="*/ 6858000 h 6858000"/>
              <a:gd name="connsiteX384" fmla="*/ 3275917 w 7467600"/>
              <a:gd name="connsiteY384" fmla="*/ 6783192 h 6858000"/>
              <a:gd name="connsiteX385" fmla="*/ 3399358 w 7467600"/>
              <a:gd name="connsiteY385" fmla="*/ 6469011 h 6858000"/>
              <a:gd name="connsiteX386" fmla="*/ 3425650 w 7467600"/>
              <a:gd name="connsiteY386" fmla="*/ 6381333 h 6858000"/>
              <a:gd name="connsiteX387" fmla="*/ 3460661 w 7467600"/>
              <a:gd name="connsiteY387" fmla="*/ 6266763 h 6858000"/>
              <a:gd name="connsiteX388" fmla="*/ 3518021 w 7467600"/>
              <a:gd name="connsiteY388" fmla="*/ 6117298 h 6858000"/>
              <a:gd name="connsiteX389" fmla="*/ 3554035 w 7467600"/>
              <a:gd name="connsiteY389" fmla="*/ 6027832 h 6858000"/>
              <a:gd name="connsiteX390" fmla="*/ 3677174 w 7467600"/>
              <a:gd name="connsiteY390" fmla="*/ 5636351 h 6858000"/>
              <a:gd name="connsiteX391" fmla="*/ 3698819 w 7467600"/>
              <a:gd name="connsiteY391" fmla="*/ 5560503 h 6858000"/>
              <a:gd name="connsiteX392" fmla="*/ 3702094 w 7467600"/>
              <a:gd name="connsiteY392" fmla="*/ 5549194 h 6858000"/>
              <a:gd name="connsiteX393" fmla="*/ 3398355 w 7467600"/>
              <a:gd name="connsiteY393" fmla="*/ 6094603 h 6858000"/>
              <a:gd name="connsiteX394" fmla="*/ 3193941 w 7467600"/>
              <a:gd name="connsiteY394" fmla="*/ 6798775 h 6858000"/>
              <a:gd name="connsiteX395" fmla="*/ 3184140 w 7467600"/>
              <a:gd name="connsiteY395" fmla="*/ 6858000 h 6858000"/>
              <a:gd name="connsiteX396" fmla="*/ 3099978 w 7467600"/>
              <a:gd name="connsiteY396" fmla="*/ 6858000 h 6858000"/>
              <a:gd name="connsiteX397" fmla="*/ 3101556 w 7467600"/>
              <a:gd name="connsiteY397" fmla="*/ 6843337 h 6858000"/>
              <a:gd name="connsiteX398" fmla="*/ 3370162 w 7467600"/>
              <a:gd name="connsiteY398" fmla="*/ 5785550 h 6858000"/>
              <a:gd name="connsiteX399" fmla="*/ 3746477 w 7467600"/>
              <a:gd name="connsiteY399" fmla="*/ 5377889 h 6858000"/>
              <a:gd name="connsiteX400" fmla="*/ 3863399 w 7467600"/>
              <a:gd name="connsiteY400" fmla="*/ 5087257 h 6858000"/>
              <a:gd name="connsiteX401" fmla="*/ 3968712 w 7467600"/>
              <a:gd name="connsiteY401" fmla="*/ 4913989 h 6858000"/>
              <a:gd name="connsiteX402" fmla="*/ 2792390 w 7467600"/>
              <a:gd name="connsiteY402" fmla="*/ 5382974 h 6858000"/>
              <a:gd name="connsiteX403" fmla="*/ 2714982 w 7467600"/>
              <a:gd name="connsiteY403" fmla="*/ 5427051 h 6858000"/>
              <a:gd name="connsiteX404" fmla="*/ 2813361 w 7467600"/>
              <a:gd name="connsiteY404" fmla="*/ 6023912 h 6858000"/>
              <a:gd name="connsiteX405" fmla="*/ 2688430 w 7467600"/>
              <a:gd name="connsiteY405" fmla="*/ 6801564 h 6858000"/>
              <a:gd name="connsiteX406" fmla="*/ 2629626 w 7467600"/>
              <a:gd name="connsiteY406" fmla="*/ 6763394 h 6858000"/>
              <a:gd name="connsiteX407" fmla="*/ 2565328 w 7467600"/>
              <a:gd name="connsiteY407" fmla="*/ 5516399 h 6858000"/>
              <a:gd name="connsiteX408" fmla="*/ 1922999 w 7467600"/>
              <a:gd name="connsiteY408" fmla="*/ 5980343 h 6858000"/>
              <a:gd name="connsiteX409" fmla="*/ 1950261 w 7467600"/>
              <a:gd name="connsiteY409" fmla="*/ 6405858 h 6858000"/>
              <a:gd name="connsiteX410" fmla="*/ 2365554 w 7467600"/>
              <a:gd name="connsiteY410" fmla="*/ 6759107 h 6858000"/>
              <a:gd name="connsiteX411" fmla="*/ 2424142 w 7467600"/>
              <a:gd name="connsiteY411" fmla="*/ 6858000 h 6858000"/>
              <a:gd name="connsiteX412" fmla="*/ 2395994 w 7467600"/>
              <a:gd name="connsiteY412" fmla="*/ 6858000 h 6858000"/>
              <a:gd name="connsiteX413" fmla="*/ 2392863 w 7467600"/>
              <a:gd name="connsiteY413" fmla="*/ 6852964 h 6858000"/>
              <a:gd name="connsiteX414" fmla="*/ 2017589 w 7467600"/>
              <a:gd name="connsiteY414" fmla="*/ 6493982 h 6858000"/>
              <a:gd name="connsiteX415" fmla="*/ 2147336 w 7467600"/>
              <a:gd name="connsiteY415" fmla="*/ 6594052 h 6858000"/>
              <a:gd name="connsiteX416" fmla="*/ 2207047 w 7467600"/>
              <a:gd name="connsiteY416" fmla="*/ 6654540 h 6858000"/>
              <a:gd name="connsiteX417" fmla="*/ 2299106 w 7467600"/>
              <a:gd name="connsiteY417" fmla="*/ 6778931 h 6858000"/>
              <a:gd name="connsiteX418" fmla="*/ 2314430 w 7467600"/>
              <a:gd name="connsiteY418" fmla="*/ 6801144 h 6858000"/>
              <a:gd name="connsiteX419" fmla="*/ 2352406 w 7467600"/>
              <a:gd name="connsiteY419" fmla="*/ 6858000 h 6858000"/>
              <a:gd name="connsiteX420" fmla="*/ 2314492 w 7467600"/>
              <a:gd name="connsiteY420" fmla="*/ 6858000 h 6858000"/>
              <a:gd name="connsiteX421" fmla="*/ 2288095 w 7467600"/>
              <a:gd name="connsiteY421" fmla="*/ 6818030 h 6858000"/>
              <a:gd name="connsiteX422" fmla="*/ 2272768 w 7467600"/>
              <a:gd name="connsiteY422" fmla="*/ 6795822 h 6858000"/>
              <a:gd name="connsiteX423" fmla="*/ 2182715 w 7467600"/>
              <a:gd name="connsiteY423" fmla="*/ 6675071 h 6858000"/>
              <a:gd name="connsiteX424" fmla="*/ 2032061 w 7467600"/>
              <a:gd name="connsiteY424" fmla="*/ 6541380 h 6858000"/>
              <a:gd name="connsiteX425" fmla="*/ 2257220 w 7467600"/>
              <a:gd name="connsiteY425" fmla="*/ 6826257 h 6858000"/>
              <a:gd name="connsiteX426" fmla="*/ 2281324 w 7467600"/>
              <a:gd name="connsiteY426" fmla="*/ 6858000 h 6858000"/>
              <a:gd name="connsiteX427" fmla="*/ 2242860 w 7467600"/>
              <a:gd name="connsiteY427" fmla="*/ 6858000 h 6858000"/>
              <a:gd name="connsiteX428" fmla="*/ 2232818 w 7467600"/>
              <a:gd name="connsiteY428" fmla="*/ 6844926 h 6858000"/>
              <a:gd name="connsiteX429" fmla="*/ 1990172 w 7467600"/>
              <a:gd name="connsiteY429" fmla="*/ 6542121 h 6858000"/>
              <a:gd name="connsiteX430" fmla="*/ 2124090 w 7467600"/>
              <a:gd name="connsiteY430" fmla="*/ 6761017 h 6858000"/>
              <a:gd name="connsiteX431" fmla="*/ 2200380 w 7467600"/>
              <a:gd name="connsiteY431" fmla="*/ 6858000 h 6858000"/>
              <a:gd name="connsiteX432" fmla="*/ 2147507 w 7467600"/>
              <a:gd name="connsiteY432" fmla="*/ 6858000 h 6858000"/>
              <a:gd name="connsiteX433" fmla="*/ 2070668 w 7467600"/>
              <a:gd name="connsiteY433" fmla="*/ 6761520 h 6858000"/>
              <a:gd name="connsiteX434" fmla="*/ 1975142 w 7467600"/>
              <a:gd name="connsiteY434" fmla="*/ 6585570 h 6858000"/>
              <a:gd name="connsiteX435" fmla="*/ 2050035 w 7467600"/>
              <a:gd name="connsiteY435" fmla="*/ 6813345 h 6858000"/>
              <a:gd name="connsiteX436" fmla="*/ 2063025 w 7467600"/>
              <a:gd name="connsiteY436" fmla="*/ 6858000 h 6858000"/>
              <a:gd name="connsiteX437" fmla="*/ 2021675 w 7467600"/>
              <a:gd name="connsiteY437" fmla="*/ 6858000 h 6858000"/>
              <a:gd name="connsiteX438" fmla="*/ 2019308 w 7467600"/>
              <a:gd name="connsiteY438" fmla="*/ 6847118 h 6858000"/>
              <a:gd name="connsiteX439" fmla="*/ 1938835 w 7467600"/>
              <a:gd name="connsiteY439" fmla="*/ 6551160 h 6858000"/>
              <a:gd name="connsiteX440" fmla="*/ 1953230 w 7467600"/>
              <a:gd name="connsiteY440" fmla="*/ 6759699 h 6858000"/>
              <a:gd name="connsiteX441" fmla="*/ 1956763 w 7467600"/>
              <a:gd name="connsiteY441" fmla="*/ 6778191 h 6858000"/>
              <a:gd name="connsiteX442" fmla="*/ 1967925 w 7467600"/>
              <a:gd name="connsiteY442" fmla="*/ 6858000 h 6858000"/>
              <a:gd name="connsiteX443" fmla="*/ 1936622 w 7467600"/>
              <a:gd name="connsiteY443" fmla="*/ 6858000 h 6858000"/>
              <a:gd name="connsiteX444" fmla="*/ 1926261 w 7467600"/>
              <a:gd name="connsiteY444" fmla="*/ 6784064 h 6858000"/>
              <a:gd name="connsiteX445" fmla="*/ 1922724 w 7467600"/>
              <a:gd name="connsiteY445" fmla="*/ 6765577 h 6858000"/>
              <a:gd name="connsiteX446" fmla="*/ 1904650 w 7467600"/>
              <a:gd name="connsiteY446" fmla="*/ 6639616 h 6858000"/>
              <a:gd name="connsiteX447" fmla="*/ 1885273 w 7467600"/>
              <a:gd name="connsiteY447" fmla="*/ 6858000 h 6858000"/>
              <a:gd name="connsiteX448" fmla="*/ 1854363 w 7467600"/>
              <a:gd name="connsiteY448" fmla="*/ 6858000 h 6858000"/>
              <a:gd name="connsiteX449" fmla="*/ 1880391 w 7467600"/>
              <a:gd name="connsiteY449" fmla="*/ 6603796 h 6858000"/>
              <a:gd name="connsiteX450" fmla="*/ 1818273 w 7467600"/>
              <a:gd name="connsiteY450" fmla="*/ 6715729 h 6858000"/>
              <a:gd name="connsiteX451" fmla="*/ 1794691 w 7467600"/>
              <a:gd name="connsiteY451" fmla="*/ 6843239 h 6858000"/>
              <a:gd name="connsiteX452" fmla="*/ 1794914 w 7467600"/>
              <a:gd name="connsiteY452" fmla="*/ 6858000 h 6858000"/>
              <a:gd name="connsiteX453" fmla="*/ 1746128 w 7467600"/>
              <a:gd name="connsiteY453" fmla="*/ 6858000 h 6858000"/>
              <a:gd name="connsiteX454" fmla="*/ 1753934 w 7467600"/>
              <a:gd name="connsiteY454" fmla="*/ 6724796 h 6858000"/>
              <a:gd name="connsiteX455" fmla="*/ 1792053 w 7467600"/>
              <a:gd name="connsiteY455" fmla="*/ 6572396 h 6858000"/>
              <a:gd name="connsiteX456" fmla="*/ 1862248 w 7467600"/>
              <a:gd name="connsiteY456" fmla="*/ 6266397 h 6858000"/>
              <a:gd name="connsiteX457" fmla="*/ 1862250 w 7467600"/>
              <a:gd name="connsiteY457" fmla="*/ 6033531 h 6858000"/>
              <a:gd name="connsiteX458" fmla="*/ 1211999 w 7467600"/>
              <a:gd name="connsiteY458" fmla="*/ 6683610 h 6858000"/>
              <a:gd name="connsiteX459" fmla="*/ 1213266 w 7467600"/>
              <a:gd name="connsiteY459" fmla="*/ 6691947 h 6858000"/>
              <a:gd name="connsiteX460" fmla="*/ 1203370 w 7467600"/>
              <a:gd name="connsiteY460" fmla="*/ 6850676 h 6858000"/>
              <a:gd name="connsiteX461" fmla="*/ 1203671 w 7467600"/>
              <a:gd name="connsiteY461" fmla="*/ 6858000 h 6858000"/>
              <a:gd name="connsiteX462" fmla="*/ 1143180 w 7467600"/>
              <a:gd name="connsiteY462" fmla="*/ 6858000 h 6858000"/>
              <a:gd name="connsiteX463" fmla="*/ 1142176 w 7467600"/>
              <a:gd name="connsiteY463" fmla="*/ 6766045 h 6858000"/>
              <a:gd name="connsiteX464" fmla="*/ 1067484 w 7467600"/>
              <a:gd name="connsiteY464" fmla="*/ 6858000 h 6858000"/>
              <a:gd name="connsiteX465" fmla="*/ 953928 w 7467600"/>
              <a:gd name="connsiteY465" fmla="*/ 6858000 h 6858000"/>
              <a:gd name="connsiteX466" fmla="*/ 959715 w 7467600"/>
              <a:gd name="connsiteY466" fmla="*/ 6850185 h 6858000"/>
              <a:gd name="connsiteX467" fmla="*/ 1483788 w 7467600"/>
              <a:gd name="connsiteY467" fmla="*/ 6259174 h 6858000"/>
              <a:gd name="connsiteX468" fmla="*/ 1100671 w 7467600"/>
              <a:gd name="connsiteY468" fmla="*/ 6252137 h 6858000"/>
              <a:gd name="connsiteX469" fmla="*/ 1090144 w 7467600"/>
              <a:gd name="connsiteY469" fmla="*/ 6256748 h 6858000"/>
              <a:gd name="connsiteX470" fmla="*/ 1095872 w 7467600"/>
              <a:gd name="connsiteY470" fmla="*/ 6271892 h 6858000"/>
              <a:gd name="connsiteX471" fmla="*/ 262785 w 7467600"/>
              <a:gd name="connsiteY471" fmla="*/ 6845450 h 6858000"/>
              <a:gd name="connsiteX472" fmla="*/ 209968 w 7467600"/>
              <a:gd name="connsiteY472" fmla="*/ 6770713 h 6858000"/>
              <a:gd name="connsiteX473" fmla="*/ 873460 w 7467600"/>
              <a:gd name="connsiteY473" fmla="*/ 6253768 h 6858000"/>
              <a:gd name="connsiteX474" fmla="*/ 192686 w 7467600"/>
              <a:gd name="connsiteY474" fmla="*/ 5849257 h 6858000"/>
              <a:gd name="connsiteX475" fmla="*/ 4696 w 7467600"/>
              <a:gd name="connsiteY475" fmla="*/ 5697668 h 6858000"/>
              <a:gd name="connsiteX476" fmla="*/ 0 w 7467600"/>
              <a:gd name="connsiteY476" fmla="*/ 5689984 h 6858000"/>
              <a:gd name="connsiteX477" fmla="*/ 0 w 7467600"/>
              <a:gd name="connsiteY477" fmla="*/ 5513472 h 6858000"/>
              <a:gd name="connsiteX478" fmla="*/ 174101 w 7467600"/>
              <a:gd name="connsiteY478" fmla="*/ 5620277 h 6858000"/>
              <a:gd name="connsiteX479" fmla="*/ 891800 w 7467600"/>
              <a:gd name="connsiteY479" fmla="*/ 6036935 h 6858000"/>
              <a:gd name="connsiteX480" fmla="*/ 1072219 w 7467600"/>
              <a:gd name="connsiteY480" fmla="*/ 6169443 h 6858000"/>
              <a:gd name="connsiteX481" fmla="*/ 1074117 w 7467600"/>
              <a:gd name="connsiteY481" fmla="*/ 6170301 h 6858000"/>
              <a:gd name="connsiteX482" fmla="*/ 1083114 w 7467600"/>
              <a:gd name="connsiteY482" fmla="*/ 6174131 h 6858000"/>
              <a:gd name="connsiteX483" fmla="*/ 1543010 w 7467600"/>
              <a:gd name="connsiteY483" fmla="*/ 6191140 h 6858000"/>
              <a:gd name="connsiteX484" fmla="*/ 1551080 w 7467600"/>
              <a:gd name="connsiteY484" fmla="*/ 6195006 h 6858000"/>
              <a:gd name="connsiteX485" fmla="*/ 2345443 w 7467600"/>
              <a:gd name="connsiteY485" fmla="*/ 5549882 h 6858000"/>
              <a:gd name="connsiteX486" fmla="*/ 1721499 w 7467600"/>
              <a:gd name="connsiteY486" fmla="*/ 5599969 h 6858000"/>
              <a:gd name="connsiteX487" fmla="*/ 767716 w 7467600"/>
              <a:gd name="connsiteY487" fmla="*/ 5472768 h 6858000"/>
              <a:gd name="connsiteX488" fmla="*/ 722147 w 7467600"/>
              <a:gd name="connsiteY488" fmla="*/ 5393091 h 6858000"/>
              <a:gd name="connsiteX489" fmla="*/ 1485552 w 7467600"/>
              <a:gd name="connsiteY489" fmla="*/ 5313202 h 6858000"/>
              <a:gd name="connsiteX490" fmla="*/ 2143004 w 7467600"/>
              <a:gd name="connsiteY490" fmla="*/ 5402420 h 6858000"/>
              <a:gd name="connsiteX491" fmla="*/ 1933391 w 7467600"/>
              <a:gd name="connsiteY491" fmla="*/ 5156971 h 6858000"/>
              <a:gd name="connsiteX492" fmla="*/ 1827118 w 7467600"/>
              <a:gd name="connsiteY492" fmla="*/ 4968410 h 6858000"/>
              <a:gd name="connsiteX493" fmla="*/ 1837349 w 7467600"/>
              <a:gd name="connsiteY493" fmla="*/ 4956357 h 6858000"/>
              <a:gd name="connsiteX494" fmla="*/ 2162835 w 7467600"/>
              <a:gd name="connsiteY494" fmla="*/ 5187853 h 6858000"/>
              <a:gd name="connsiteX495" fmla="*/ 2257167 w 7467600"/>
              <a:gd name="connsiteY495" fmla="*/ 5462123 h 6858000"/>
              <a:gd name="connsiteX496" fmla="*/ 2261598 w 7467600"/>
              <a:gd name="connsiteY496" fmla="*/ 5467998 h 6858000"/>
              <a:gd name="connsiteX497" fmla="*/ 2437177 w 7467600"/>
              <a:gd name="connsiteY497" fmla="*/ 5479608 h 6858000"/>
              <a:gd name="connsiteX498" fmla="*/ 2445247 w 7467600"/>
              <a:gd name="connsiteY498" fmla="*/ 5483476 h 6858000"/>
              <a:gd name="connsiteX499" fmla="*/ 2743626 w 7467600"/>
              <a:gd name="connsiteY499" fmla="*/ 5304819 h 6858000"/>
              <a:gd name="connsiteX500" fmla="*/ 3048102 w 7467600"/>
              <a:gd name="connsiteY500" fmla="*/ 5150595 h 6858000"/>
              <a:gd name="connsiteX501" fmla="*/ 1799414 w 7467600"/>
              <a:gd name="connsiteY501" fmla="*/ 4694732 h 6858000"/>
              <a:gd name="connsiteX502" fmla="*/ 1771735 w 7467600"/>
              <a:gd name="connsiteY502" fmla="*/ 4619929 h 6858000"/>
              <a:gd name="connsiteX503" fmla="*/ 3104273 w 7467600"/>
              <a:gd name="connsiteY503" fmla="*/ 5076159 h 6858000"/>
              <a:gd name="connsiteX504" fmla="*/ 3113245 w 7467600"/>
              <a:gd name="connsiteY504" fmla="*/ 5090705 h 6858000"/>
              <a:gd name="connsiteX505" fmla="*/ 3126294 w 7467600"/>
              <a:gd name="connsiteY505" fmla="*/ 5114400 h 6858000"/>
              <a:gd name="connsiteX506" fmla="*/ 3937433 w 7467600"/>
              <a:gd name="connsiteY506" fmla="*/ 4830473 h 6858000"/>
              <a:gd name="connsiteX507" fmla="*/ 3590475 w 7467600"/>
              <a:gd name="connsiteY507" fmla="*/ 4597974 h 6858000"/>
              <a:gd name="connsiteX508" fmla="*/ 3100264 w 7467600"/>
              <a:gd name="connsiteY508" fmla="*/ 4579845 h 6858000"/>
              <a:gd name="connsiteX509" fmla="*/ 2183576 w 7467600"/>
              <a:gd name="connsiteY509" fmla="*/ 4227150 h 6858000"/>
              <a:gd name="connsiteX510" fmla="*/ 2151029 w 7467600"/>
              <a:gd name="connsiteY510" fmla="*/ 4146947 h 6858000"/>
              <a:gd name="connsiteX511" fmla="*/ 3563434 w 7467600"/>
              <a:gd name="connsiteY511" fmla="*/ 4469115 h 6858000"/>
              <a:gd name="connsiteX512" fmla="*/ 3177952 w 7467600"/>
              <a:gd name="connsiteY512" fmla="*/ 3657386 h 6858000"/>
              <a:gd name="connsiteX513" fmla="*/ 3189263 w 7467600"/>
              <a:gd name="connsiteY513" fmla="*/ 3625726 h 6858000"/>
              <a:gd name="connsiteX514" fmla="*/ 3560912 w 7467600"/>
              <a:gd name="connsiteY514" fmla="*/ 4079863 h 6858000"/>
              <a:gd name="connsiteX515" fmla="*/ 3626636 w 7467600"/>
              <a:gd name="connsiteY515" fmla="*/ 4512230 h 6858000"/>
              <a:gd name="connsiteX516" fmla="*/ 3653088 w 7467600"/>
              <a:gd name="connsiteY516" fmla="*/ 4521417 h 6858000"/>
              <a:gd name="connsiteX517" fmla="*/ 3988128 w 7467600"/>
              <a:gd name="connsiteY517" fmla="*/ 4817267 h 6858000"/>
              <a:gd name="connsiteX518" fmla="*/ 4830582 w 7467600"/>
              <a:gd name="connsiteY518" fmla="*/ 4676000 h 6858000"/>
              <a:gd name="connsiteX519" fmla="*/ 4830100 w 7467600"/>
              <a:gd name="connsiteY519" fmla="*/ 4675554 h 6858000"/>
              <a:gd name="connsiteX520" fmla="*/ 4036318 w 7467600"/>
              <a:gd name="connsiteY520" fmla="*/ 4147013 h 6858000"/>
              <a:gd name="connsiteX521" fmla="*/ 3432098 w 7467600"/>
              <a:gd name="connsiteY521" fmla="*/ 3537312 h 6858000"/>
              <a:gd name="connsiteX522" fmla="*/ 3446761 w 7467600"/>
              <a:gd name="connsiteY522" fmla="*/ 3461278 h 6858000"/>
              <a:gd name="connsiteX523" fmla="*/ 4419733 w 7467600"/>
              <a:gd name="connsiteY523" fmla="*/ 3963555 h 6858000"/>
              <a:gd name="connsiteX524" fmla="*/ 4781371 w 7467600"/>
              <a:gd name="connsiteY524" fmla="*/ 4458604 h 6858000"/>
              <a:gd name="connsiteX525" fmla="*/ 4780440 w 7467600"/>
              <a:gd name="connsiteY525" fmla="*/ 4470290 h 6858000"/>
              <a:gd name="connsiteX526" fmla="*/ 4898954 w 7467600"/>
              <a:gd name="connsiteY526" fmla="*/ 4662092 h 6858000"/>
              <a:gd name="connsiteX527" fmla="*/ 4900699 w 7467600"/>
              <a:gd name="connsiteY527" fmla="*/ 4670867 h 6858000"/>
              <a:gd name="connsiteX528" fmla="*/ 5714511 w 7467600"/>
              <a:gd name="connsiteY528" fmla="*/ 4663483 h 6858000"/>
              <a:gd name="connsiteX529" fmla="*/ 5464793 w 7467600"/>
              <a:gd name="connsiteY529" fmla="*/ 4393556 h 6858000"/>
              <a:gd name="connsiteX530" fmla="*/ 5461897 w 7467600"/>
              <a:gd name="connsiteY530" fmla="*/ 4390879 h 6858000"/>
              <a:gd name="connsiteX531" fmla="*/ 4294126 w 7467600"/>
              <a:gd name="connsiteY531" fmla="*/ 3303048 h 6858000"/>
              <a:gd name="connsiteX532" fmla="*/ 4305321 w 7467600"/>
              <a:gd name="connsiteY532" fmla="*/ 3256953 h 6858000"/>
              <a:gd name="connsiteX533" fmla="*/ 4949299 w 7467600"/>
              <a:gd name="connsiteY533" fmla="*/ 3766336 h 6858000"/>
              <a:gd name="connsiteX534" fmla="*/ 5291452 w 7467600"/>
              <a:gd name="connsiteY534" fmla="*/ 4076801 h 6858000"/>
              <a:gd name="connsiteX535" fmla="*/ 5434998 w 7467600"/>
              <a:gd name="connsiteY535" fmla="*/ 4254100 h 6858000"/>
              <a:gd name="connsiteX536" fmla="*/ 5351015 w 7467600"/>
              <a:gd name="connsiteY536" fmla="*/ 3760989 h 6858000"/>
              <a:gd name="connsiteX537" fmla="*/ 5413780 w 7467600"/>
              <a:gd name="connsiteY537" fmla="*/ 2966265 h 6858000"/>
              <a:gd name="connsiteX538" fmla="*/ 5425627 w 7467600"/>
              <a:gd name="connsiteY538" fmla="*/ 2954192 h 6858000"/>
              <a:gd name="connsiteX539" fmla="*/ 6604735 w 7467600"/>
              <a:gd name="connsiteY539" fmla="*/ 2041381 h 6858000"/>
              <a:gd name="connsiteX540" fmla="*/ 7204487 w 7467600"/>
              <a:gd name="connsiteY540" fmla="*/ 2742112 h 6858000"/>
              <a:gd name="connsiteX541" fmla="*/ 7131592 w 7467600"/>
              <a:gd name="connsiteY541" fmla="*/ 2672096 h 6858000"/>
              <a:gd name="connsiteX542" fmla="*/ 6996344 w 7467600"/>
              <a:gd name="connsiteY542" fmla="*/ 2518310 h 6858000"/>
              <a:gd name="connsiteX543" fmla="*/ 6735495 w 7467600"/>
              <a:gd name="connsiteY543" fmla="*/ 2196890 h 6858000"/>
              <a:gd name="connsiteX544" fmla="*/ 6721901 w 7467600"/>
              <a:gd name="connsiteY544" fmla="*/ 2179274 h 6858000"/>
              <a:gd name="connsiteX545" fmla="*/ 6604735 w 7467600"/>
              <a:gd name="connsiteY545" fmla="*/ 2041381 h 6858000"/>
              <a:gd name="connsiteX546" fmla="*/ 6591670 w 7467600"/>
              <a:gd name="connsiteY546" fmla="*/ 1988277 h 6858000"/>
              <a:gd name="connsiteX547" fmla="*/ 6747349 w 7467600"/>
              <a:gd name="connsiteY547" fmla="*/ 2160069 h 6858000"/>
              <a:gd name="connsiteX548" fmla="*/ 6760943 w 7467600"/>
              <a:gd name="connsiteY548" fmla="*/ 2177686 h 6858000"/>
              <a:gd name="connsiteX549" fmla="*/ 7021065 w 7467600"/>
              <a:gd name="connsiteY549" fmla="*/ 2498102 h 6858000"/>
              <a:gd name="connsiteX550" fmla="*/ 7155223 w 7467600"/>
              <a:gd name="connsiteY550" fmla="*/ 2650386 h 6858000"/>
              <a:gd name="connsiteX551" fmla="*/ 7203167 w 7467600"/>
              <a:gd name="connsiteY551" fmla="*/ 2697288 h 6858000"/>
              <a:gd name="connsiteX552" fmla="*/ 6937703 w 7467600"/>
              <a:gd name="connsiteY552" fmla="*/ 2321981 h 6858000"/>
              <a:gd name="connsiteX553" fmla="*/ 6591670 w 7467600"/>
              <a:gd name="connsiteY553" fmla="*/ 1988277 h 6858000"/>
              <a:gd name="connsiteX554" fmla="*/ 5798671 w 7467600"/>
              <a:gd name="connsiteY554" fmla="*/ 1981601 h 6858000"/>
              <a:gd name="connsiteX555" fmla="*/ 5754709 w 7467600"/>
              <a:gd name="connsiteY555" fmla="*/ 2071454 h 6858000"/>
              <a:gd name="connsiteX556" fmla="*/ 5763044 w 7467600"/>
              <a:gd name="connsiteY556" fmla="*/ 2842206 h 6858000"/>
              <a:gd name="connsiteX557" fmla="*/ 5764974 w 7467600"/>
              <a:gd name="connsiteY557" fmla="*/ 2799609 h 6858000"/>
              <a:gd name="connsiteX558" fmla="*/ 5767665 w 7467600"/>
              <a:gd name="connsiteY558" fmla="*/ 2666409 h 6858000"/>
              <a:gd name="connsiteX559" fmla="*/ 5763055 w 7467600"/>
              <a:gd name="connsiteY559" fmla="*/ 2579705 h 6858000"/>
              <a:gd name="connsiteX560" fmla="*/ 5758079 w 7467600"/>
              <a:gd name="connsiteY560" fmla="*/ 2492508 h 6858000"/>
              <a:gd name="connsiteX561" fmla="*/ 5779325 w 7467600"/>
              <a:gd name="connsiteY561" fmla="*/ 2197069 h 6858000"/>
              <a:gd name="connsiteX562" fmla="*/ 5798671 w 7467600"/>
              <a:gd name="connsiteY562" fmla="*/ 1981601 h 6858000"/>
              <a:gd name="connsiteX563" fmla="*/ 5829202 w 7467600"/>
              <a:gd name="connsiteY563" fmla="*/ 1971679 h 6858000"/>
              <a:gd name="connsiteX564" fmla="*/ 5809558 w 7467600"/>
              <a:gd name="connsiteY564" fmla="*/ 2198043 h 6858000"/>
              <a:gd name="connsiteX565" fmla="*/ 5788653 w 7467600"/>
              <a:gd name="connsiteY565" fmla="*/ 2489430 h 6858000"/>
              <a:gd name="connsiteX566" fmla="*/ 5793439 w 7467600"/>
              <a:gd name="connsiteY566" fmla="*/ 2575235 h 6858000"/>
              <a:gd name="connsiteX567" fmla="*/ 5796837 w 7467600"/>
              <a:gd name="connsiteY567" fmla="*/ 2637633 h 6858000"/>
              <a:gd name="connsiteX568" fmla="*/ 5818614 w 7467600"/>
              <a:gd name="connsiteY568" fmla="*/ 2473055 h 6858000"/>
              <a:gd name="connsiteX569" fmla="*/ 5829202 w 7467600"/>
              <a:gd name="connsiteY569" fmla="*/ 1971679 h 6858000"/>
              <a:gd name="connsiteX570" fmla="*/ 5911389 w 7467600"/>
              <a:gd name="connsiteY570" fmla="*/ 1898371 h 6858000"/>
              <a:gd name="connsiteX571" fmla="*/ 6237627 w 7467600"/>
              <a:gd name="connsiteY571" fmla="*/ 2231921 h 6858000"/>
              <a:gd name="connsiteX572" fmla="*/ 5911389 w 7467600"/>
              <a:gd name="connsiteY572" fmla="*/ 1898371 h 6858000"/>
              <a:gd name="connsiteX573" fmla="*/ 6944437 w 7467600"/>
              <a:gd name="connsiteY573" fmla="*/ 1575402 h 6858000"/>
              <a:gd name="connsiteX574" fmla="*/ 6304730 w 7467600"/>
              <a:gd name="connsiteY574" fmla="*/ 1766654 h 6858000"/>
              <a:gd name="connsiteX575" fmla="*/ 6944437 w 7467600"/>
              <a:gd name="connsiteY575" fmla="*/ 1575402 h 6858000"/>
              <a:gd name="connsiteX576" fmla="*/ 7019523 w 7467600"/>
              <a:gd name="connsiteY576" fmla="*/ 1519450 h 6858000"/>
              <a:gd name="connsiteX577" fmla="*/ 6298091 w 7467600"/>
              <a:gd name="connsiteY577" fmla="*/ 1737122 h 6858000"/>
              <a:gd name="connsiteX578" fmla="*/ 7019523 w 7467600"/>
              <a:gd name="connsiteY578" fmla="*/ 1519450 h 6858000"/>
              <a:gd name="connsiteX579" fmla="*/ 2399523 w 7467600"/>
              <a:gd name="connsiteY579" fmla="*/ 1428234 h 6858000"/>
              <a:gd name="connsiteX580" fmla="*/ 2224982 w 7467600"/>
              <a:gd name="connsiteY580" fmla="*/ 1826201 h 6858000"/>
              <a:gd name="connsiteX581" fmla="*/ 2096099 w 7467600"/>
              <a:gd name="connsiteY581" fmla="*/ 2345900 h 6858000"/>
              <a:gd name="connsiteX582" fmla="*/ 2283317 w 7467600"/>
              <a:gd name="connsiteY582" fmla="*/ 1796925 h 6858000"/>
              <a:gd name="connsiteX583" fmla="*/ 2399523 w 7467600"/>
              <a:gd name="connsiteY583" fmla="*/ 1428234 h 6858000"/>
              <a:gd name="connsiteX584" fmla="*/ 2448558 w 7467600"/>
              <a:gd name="connsiteY584" fmla="*/ 1373435 h 6858000"/>
              <a:gd name="connsiteX585" fmla="*/ 2312521 w 7467600"/>
              <a:gd name="connsiteY585" fmla="*/ 1806140 h 6858000"/>
              <a:gd name="connsiteX586" fmla="*/ 2127533 w 7467600"/>
              <a:gd name="connsiteY586" fmla="*/ 2348380 h 6858000"/>
              <a:gd name="connsiteX587" fmla="*/ 2358080 w 7467600"/>
              <a:gd name="connsiteY587" fmla="*/ 1866134 h 6858000"/>
              <a:gd name="connsiteX588" fmla="*/ 2407436 w 7467600"/>
              <a:gd name="connsiteY588" fmla="*/ 1651070 h 6858000"/>
              <a:gd name="connsiteX589" fmla="*/ 2448558 w 7467600"/>
              <a:gd name="connsiteY589" fmla="*/ 1373435 h 6858000"/>
              <a:gd name="connsiteX590" fmla="*/ 278707 w 7467600"/>
              <a:gd name="connsiteY590" fmla="*/ 1352270 h 6858000"/>
              <a:gd name="connsiteX591" fmla="*/ 321570 w 7467600"/>
              <a:gd name="connsiteY591" fmla="*/ 1861610 h 6858000"/>
              <a:gd name="connsiteX592" fmla="*/ 294281 w 7467600"/>
              <a:gd name="connsiteY592" fmla="*/ 1440658 h 6858000"/>
              <a:gd name="connsiteX593" fmla="*/ 278707 w 7467600"/>
              <a:gd name="connsiteY593" fmla="*/ 1352270 h 6858000"/>
              <a:gd name="connsiteX594" fmla="*/ 1423821 w 7467600"/>
              <a:gd name="connsiteY594" fmla="*/ 1351958 h 6858000"/>
              <a:gd name="connsiteX595" fmla="*/ 1638521 w 7467600"/>
              <a:gd name="connsiteY595" fmla="*/ 1908470 h 6858000"/>
              <a:gd name="connsiteX596" fmla="*/ 1754199 w 7467600"/>
              <a:gd name="connsiteY596" fmla="*/ 2149284 h 6858000"/>
              <a:gd name="connsiteX597" fmla="*/ 1908359 w 7467600"/>
              <a:gd name="connsiteY597" fmla="*/ 2364988 h 6858000"/>
              <a:gd name="connsiteX598" fmla="*/ 1647661 w 7467600"/>
              <a:gd name="connsiteY598" fmla="*/ 1825945 h 6858000"/>
              <a:gd name="connsiteX599" fmla="*/ 1423821 w 7467600"/>
              <a:gd name="connsiteY599" fmla="*/ 1351958 h 6858000"/>
              <a:gd name="connsiteX600" fmla="*/ 1431890 w 7467600"/>
              <a:gd name="connsiteY600" fmla="*/ 1306475 h 6858000"/>
              <a:gd name="connsiteX601" fmla="*/ 1507597 w 7467600"/>
              <a:gd name="connsiteY601" fmla="*/ 1446132 h 6858000"/>
              <a:gd name="connsiteX602" fmla="*/ 1674586 w 7467600"/>
              <a:gd name="connsiteY602" fmla="*/ 1813832 h 6858000"/>
              <a:gd name="connsiteX603" fmla="*/ 1815950 w 7467600"/>
              <a:gd name="connsiteY603" fmla="*/ 2128564 h 6858000"/>
              <a:gd name="connsiteX604" fmla="*/ 1984242 w 7467600"/>
              <a:gd name="connsiteY604" fmla="*/ 2430829 h 6858000"/>
              <a:gd name="connsiteX605" fmla="*/ 2014023 w 7467600"/>
              <a:gd name="connsiteY605" fmla="*/ 2450995 h 6858000"/>
              <a:gd name="connsiteX606" fmla="*/ 1747337 w 7467600"/>
              <a:gd name="connsiteY606" fmla="*/ 1855264 h 6858000"/>
              <a:gd name="connsiteX607" fmla="*/ 1533749 w 7467600"/>
              <a:gd name="connsiteY607" fmla="*/ 1478656 h 6858000"/>
              <a:gd name="connsiteX608" fmla="*/ 1431890 w 7467600"/>
              <a:gd name="connsiteY608" fmla="*/ 1306475 h 6858000"/>
              <a:gd name="connsiteX609" fmla="*/ 5052692 w 7467600"/>
              <a:gd name="connsiteY609" fmla="*/ 1292994 h 6858000"/>
              <a:gd name="connsiteX610" fmla="*/ 5200661 w 7467600"/>
              <a:gd name="connsiteY610" fmla="*/ 1635186 h 6858000"/>
              <a:gd name="connsiteX611" fmla="*/ 5297138 w 7467600"/>
              <a:gd name="connsiteY611" fmla="*/ 1906351 h 6858000"/>
              <a:gd name="connsiteX612" fmla="*/ 5052692 w 7467600"/>
              <a:gd name="connsiteY612" fmla="*/ 1292994 h 6858000"/>
              <a:gd name="connsiteX613" fmla="*/ 5009948 w 7467600"/>
              <a:gd name="connsiteY613" fmla="*/ 1273619 h 6858000"/>
              <a:gd name="connsiteX614" fmla="*/ 5121777 w 7467600"/>
              <a:gd name="connsiteY614" fmla="*/ 1654213 h 6858000"/>
              <a:gd name="connsiteX615" fmla="*/ 5293545 w 7467600"/>
              <a:gd name="connsiteY615" fmla="*/ 2072247 h 6858000"/>
              <a:gd name="connsiteX616" fmla="*/ 5294042 w 7467600"/>
              <a:gd name="connsiteY616" fmla="*/ 2065019 h 6858000"/>
              <a:gd name="connsiteX617" fmla="*/ 5171936 w 7467600"/>
              <a:gd name="connsiteY617" fmla="*/ 1647613 h 6858000"/>
              <a:gd name="connsiteX618" fmla="*/ 5009948 w 7467600"/>
              <a:gd name="connsiteY618" fmla="*/ 1273619 h 6858000"/>
              <a:gd name="connsiteX619" fmla="*/ 655236 w 7467600"/>
              <a:gd name="connsiteY619" fmla="*/ 1268632 h 6858000"/>
              <a:gd name="connsiteX620" fmla="*/ 839521 w 7467600"/>
              <a:gd name="connsiteY620" fmla="*/ 1685315 h 6858000"/>
              <a:gd name="connsiteX621" fmla="*/ 1109416 w 7467600"/>
              <a:gd name="connsiteY621" fmla="*/ 2061663 h 6858000"/>
              <a:gd name="connsiteX622" fmla="*/ 1298300 w 7467600"/>
              <a:gd name="connsiteY622" fmla="*/ 2247742 h 6858000"/>
              <a:gd name="connsiteX623" fmla="*/ 1125871 w 7467600"/>
              <a:gd name="connsiteY623" fmla="*/ 1989513 h 6858000"/>
              <a:gd name="connsiteX624" fmla="*/ 981574 w 7467600"/>
              <a:gd name="connsiteY624" fmla="*/ 1783157 h 6858000"/>
              <a:gd name="connsiteX625" fmla="*/ 922198 w 7467600"/>
              <a:gd name="connsiteY625" fmla="*/ 1677437 h 6858000"/>
              <a:gd name="connsiteX626" fmla="*/ 869293 w 7467600"/>
              <a:gd name="connsiteY626" fmla="*/ 1583214 h 6858000"/>
              <a:gd name="connsiteX627" fmla="*/ 751431 w 7467600"/>
              <a:gd name="connsiteY627" fmla="*/ 1405731 h 6858000"/>
              <a:gd name="connsiteX628" fmla="*/ 655236 w 7467600"/>
              <a:gd name="connsiteY628" fmla="*/ 1268632 h 6858000"/>
              <a:gd name="connsiteX629" fmla="*/ 6516292 w 7467600"/>
              <a:gd name="connsiteY629" fmla="*/ 1263064 h 6858000"/>
              <a:gd name="connsiteX630" fmla="*/ 5736320 w 7467600"/>
              <a:gd name="connsiteY630" fmla="*/ 1501803 h 6858000"/>
              <a:gd name="connsiteX631" fmla="*/ 6516292 w 7467600"/>
              <a:gd name="connsiteY631" fmla="*/ 1263064 h 6858000"/>
              <a:gd name="connsiteX632" fmla="*/ 291466 w 7467600"/>
              <a:gd name="connsiteY632" fmla="*/ 1250369 h 6858000"/>
              <a:gd name="connsiteX633" fmla="*/ 323180 w 7467600"/>
              <a:gd name="connsiteY633" fmla="*/ 1435283 h 6858000"/>
              <a:gd name="connsiteX634" fmla="*/ 349381 w 7467600"/>
              <a:gd name="connsiteY634" fmla="*/ 1875041 h 6858000"/>
              <a:gd name="connsiteX635" fmla="*/ 374363 w 7467600"/>
              <a:gd name="connsiteY635" fmla="*/ 1506494 h 6858000"/>
              <a:gd name="connsiteX636" fmla="*/ 302168 w 7467600"/>
              <a:gd name="connsiteY636" fmla="*/ 1274495 h 6858000"/>
              <a:gd name="connsiteX637" fmla="*/ 291466 w 7467600"/>
              <a:gd name="connsiteY637" fmla="*/ 1250369 h 6858000"/>
              <a:gd name="connsiteX638" fmla="*/ 678222 w 7467600"/>
              <a:gd name="connsiteY638" fmla="*/ 1248670 h 6858000"/>
              <a:gd name="connsiteX639" fmla="*/ 775536 w 7467600"/>
              <a:gd name="connsiteY639" fmla="*/ 1388015 h 6858000"/>
              <a:gd name="connsiteX640" fmla="*/ 894529 w 7467600"/>
              <a:gd name="connsiteY640" fmla="*/ 1567739 h 6858000"/>
              <a:gd name="connsiteX641" fmla="*/ 948000 w 7467600"/>
              <a:gd name="connsiteY641" fmla="*/ 1663088 h 6858000"/>
              <a:gd name="connsiteX642" fmla="*/ 1006812 w 7467600"/>
              <a:gd name="connsiteY642" fmla="*/ 1767683 h 6858000"/>
              <a:gd name="connsiteX643" fmla="*/ 1149133 w 7467600"/>
              <a:gd name="connsiteY643" fmla="*/ 1971513 h 6858000"/>
              <a:gd name="connsiteX644" fmla="*/ 1333952 w 7467600"/>
              <a:gd name="connsiteY644" fmla="*/ 2251620 h 6858000"/>
              <a:gd name="connsiteX645" fmla="*/ 1337329 w 7467600"/>
              <a:gd name="connsiteY645" fmla="*/ 2258350 h 6858000"/>
              <a:gd name="connsiteX646" fmla="*/ 1014726 w 7467600"/>
              <a:gd name="connsiteY646" fmla="*/ 1615556 h 6858000"/>
              <a:gd name="connsiteX647" fmla="*/ 678222 w 7467600"/>
              <a:gd name="connsiteY647" fmla="*/ 1248670 h 6858000"/>
              <a:gd name="connsiteX648" fmla="*/ 6691602 w 7467600"/>
              <a:gd name="connsiteY648" fmla="*/ 1140573 h 6858000"/>
              <a:gd name="connsiteX649" fmla="*/ 6571100 w 7467600"/>
              <a:gd name="connsiteY649" fmla="*/ 1183662 h 6858000"/>
              <a:gd name="connsiteX650" fmla="*/ 6241687 w 7467600"/>
              <a:gd name="connsiteY650" fmla="*/ 1257600 h 6858000"/>
              <a:gd name="connsiteX651" fmla="*/ 5693009 w 7467600"/>
              <a:gd name="connsiteY651" fmla="*/ 1478256 h 6858000"/>
              <a:gd name="connsiteX652" fmla="*/ 6548420 w 7467600"/>
              <a:gd name="connsiteY652" fmla="*/ 1214599 h 6858000"/>
              <a:gd name="connsiteX653" fmla="*/ 6605473 w 7467600"/>
              <a:gd name="connsiteY653" fmla="*/ 1184686 h 6858000"/>
              <a:gd name="connsiteX654" fmla="*/ 6691602 w 7467600"/>
              <a:gd name="connsiteY654" fmla="*/ 1140573 h 6858000"/>
              <a:gd name="connsiteX655" fmla="*/ 4002475 w 7467600"/>
              <a:gd name="connsiteY655" fmla="*/ 1037802 h 6858000"/>
              <a:gd name="connsiteX656" fmla="*/ 4000324 w 7467600"/>
              <a:gd name="connsiteY656" fmla="*/ 1039362 h 6858000"/>
              <a:gd name="connsiteX657" fmla="*/ 4002862 w 7467600"/>
              <a:gd name="connsiteY657" fmla="*/ 1042866 h 6858000"/>
              <a:gd name="connsiteX658" fmla="*/ 4002475 w 7467600"/>
              <a:gd name="connsiteY658" fmla="*/ 1037802 h 6858000"/>
              <a:gd name="connsiteX659" fmla="*/ 506322 w 7467600"/>
              <a:gd name="connsiteY659" fmla="*/ 1020997 h 6858000"/>
              <a:gd name="connsiteX660" fmla="*/ 533068 w 7467600"/>
              <a:gd name="connsiteY660" fmla="*/ 1029409 h 6858000"/>
              <a:gd name="connsiteX661" fmla="*/ 1232525 w 7467600"/>
              <a:gd name="connsiteY661" fmla="*/ 1804675 h 6858000"/>
              <a:gd name="connsiteX662" fmla="*/ 1388858 w 7467600"/>
              <a:gd name="connsiteY662" fmla="*/ 2368011 h 6858000"/>
              <a:gd name="connsiteX663" fmla="*/ 1384098 w 7467600"/>
              <a:gd name="connsiteY663" fmla="*/ 2378125 h 6858000"/>
              <a:gd name="connsiteX664" fmla="*/ 1425393 w 7467600"/>
              <a:gd name="connsiteY664" fmla="*/ 2589124 h 6858000"/>
              <a:gd name="connsiteX665" fmla="*/ 1424001 w 7467600"/>
              <a:gd name="connsiteY665" fmla="*/ 2597541 h 6858000"/>
              <a:gd name="connsiteX666" fmla="*/ 2152729 w 7467600"/>
              <a:gd name="connsiteY666" fmla="*/ 2864487 h 6858000"/>
              <a:gd name="connsiteX667" fmla="*/ 2020609 w 7467600"/>
              <a:gd name="connsiteY667" fmla="*/ 2539671 h 6858000"/>
              <a:gd name="connsiteX668" fmla="*/ 2018920 w 7467600"/>
              <a:gd name="connsiteY668" fmla="*/ 2536309 h 6858000"/>
              <a:gd name="connsiteX669" fmla="*/ 1342441 w 7467600"/>
              <a:gd name="connsiteY669" fmla="*/ 1173017 h 6858000"/>
              <a:gd name="connsiteX670" fmla="*/ 1367925 w 7467600"/>
              <a:gd name="connsiteY670" fmla="*/ 1135648 h 6858000"/>
              <a:gd name="connsiteX671" fmla="*/ 1771401 w 7467600"/>
              <a:gd name="connsiteY671" fmla="*/ 1806673 h 6858000"/>
              <a:gd name="connsiteX672" fmla="*/ 1972385 w 7467600"/>
              <a:gd name="connsiteY672" fmla="*/ 2198735 h 6858000"/>
              <a:gd name="connsiteX673" fmla="*/ 2040892 w 7467600"/>
              <a:gd name="connsiteY673" fmla="*/ 2405205 h 6858000"/>
              <a:gd name="connsiteX674" fmla="*/ 2131689 w 7467600"/>
              <a:gd name="connsiteY674" fmla="*/ 1936926 h 6858000"/>
              <a:gd name="connsiteX675" fmla="*/ 2454820 w 7467600"/>
              <a:gd name="connsiteY675" fmla="*/ 1248808 h 6858000"/>
              <a:gd name="connsiteX676" fmla="*/ 2492512 w 7467600"/>
              <a:gd name="connsiteY676" fmla="*/ 1302920 h 6858000"/>
              <a:gd name="connsiteX677" fmla="*/ 2081216 w 7467600"/>
              <a:gd name="connsiteY677" fmla="*/ 2527513 h 6858000"/>
              <a:gd name="connsiteX678" fmla="*/ 2081211 w 7467600"/>
              <a:gd name="connsiteY678" fmla="*/ 2528916 h 6858000"/>
              <a:gd name="connsiteX679" fmla="*/ 2199067 w 7467600"/>
              <a:gd name="connsiteY679" fmla="*/ 2884061 h 6858000"/>
              <a:gd name="connsiteX680" fmla="*/ 3192586 w 7467600"/>
              <a:gd name="connsiteY680" fmla="*/ 3411496 h 6858000"/>
              <a:gd name="connsiteX681" fmla="*/ 3182620 w 7467600"/>
              <a:gd name="connsiteY681" fmla="*/ 3483279 h 6858000"/>
              <a:gd name="connsiteX682" fmla="*/ 2435119 w 7467600"/>
              <a:gd name="connsiteY682" fmla="*/ 3080173 h 6858000"/>
              <a:gd name="connsiteX683" fmla="*/ 2410152 w 7467600"/>
              <a:gd name="connsiteY683" fmla="*/ 3063751 h 6858000"/>
              <a:gd name="connsiteX684" fmla="*/ 2408099 w 7467600"/>
              <a:gd name="connsiteY684" fmla="*/ 3064403 h 6858000"/>
              <a:gd name="connsiteX685" fmla="*/ 2407218 w 7467600"/>
              <a:gd name="connsiteY685" fmla="*/ 3070324 h 6858000"/>
              <a:gd name="connsiteX686" fmla="*/ 2380138 w 7467600"/>
              <a:gd name="connsiteY686" fmla="*/ 3099341 h 6858000"/>
              <a:gd name="connsiteX687" fmla="*/ 1765923 w 7467600"/>
              <a:gd name="connsiteY687" fmla="*/ 3581043 h 6858000"/>
              <a:gd name="connsiteX688" fmla="*/ 1702258 w 7467600"/>
              <a:gd name="connsiteY688" fmla="*/ 3612286 h 6858000"/>
              <a:gd name="connsiteX689" fmla="*/ 1538370 w 7467600"/>
              <a:gd name="connsiteY689" fmla="*/ 3811804 h 6858000"/>
              <a:gd name="connsiteX690" fmla="*/ 542867 w 7467600"/>
              <a:gd name="connsiteY690" fmla="*/ 4944092 h 6858000"/>
              <a:gd name="connsiteX691" fmla="*/ 515800 w 7467600"/>
              <a:gd name="connsiteY691" fmla="*/ 4862180 h 6858000"/>
              <a:gd name="connsiteX692" fmla="*/ 909145 w 7467600"/>
              <a:gd name="connsiteY692" fmla="*/ 4199225 h 6858000"/>
              <a:gd name="connsiteX693" fmla="*/ 1214067 w 7467600"/>
              <a:gd name="connsiteY693" fmla="*/ 3908561 h 6858000"/>
              <a:gd name="connsiteX694" fmla="*/ 640967 w 7467600"/>
              <a:gd name="connsiteY694" fmla="*/ 4105601 h 6858000"/>
              <a:gd name="connsiteX695" fmla="*/ 112563 w 7467600"/>
              <a:gd name="connsiteY695" fmla="*/ 4396952 h 6858000"/>
              <a:gd name="connsiteX696" fmla="*/ 0 w 7467600"/>
              <a:gd name="connsiteY696" fmla="*/ 4466006 h 6858000"/>
              <a:gd name="connsiteX697" fmla="*/ 0 w 7467600"/>
              <a:gd name="connsiteY697" fmla="*/ 4233763 h 6858000"/>
              <a:gd name="connsiteX698" fmla="*/ 36881 w 7467600"/>
              <a:gd name="connsiteY698" fmla="*/ 4200118 h 6858000"/>
              <a:gd name="connsiteX699" fmla="*/ 910534 w 7467600"/>
              <a:gd name="connsiteY699" fmla="*/ 3629753 h 6858000"/>
              <a:gd name="connsiteX700" fmla="*/ 1578717 w 7467600"/>
              <a:gd name="connsiteY700" fmla="*/ 3575982 h 6858000"/>
              <a:gd name="connsiteX701" fmla="*/ 2338780 w 7467600"/>
              <a:gd name="connsiteY701" fmla="*/ 3033725 h 6858000"/>
              <a:gd name="connsiteX702" fmla="*/ 1807991 w 7467600"/>
              <a:gd name="connsiteY702" fmla="*/ 2807184 h 6858000"/>
              <a:gd name="connsiteX703" fmla="*/ 1416358 w 7467600"/>
              <a:gd name="connsiteY703" fmla="*/ 3112571 h 6858000"/>
              <a:gd name="connsiteX704" fmla="*/ 939066 w 7467600"/>
              <a:gd name="connsiteY704" fmla="*/ 3378798 h 6858000"/>
              <a:gd name="connsiteX705" fmla="*/ 115099 w 7467600"/>
              <a:gd name="connsiteY705" fmla="*/ 3607650 h 6858000"/>
              <a:gd name="connsiteX706" fmla="*/ 97284 w 7467600"/>
              <a:gd name="connsiteY706" fmla="*/ 3520393 h 6858000"/>
              <a:gd name="connsiteX707" fmla="*/ 922050 w 7467600"/>
              <a:gd name="connsiteY707" fmla="*/ 3074867 h 6858000"/>
              <a:gd name="connsiteX708" fmla="*/ 1405265 w 7467600"/>
              <a:gd name="connsiteY708" fmla="*/ 3016319 h 6858000"/>
              <a:gd name="connsiteX709" fmla="*/ 1407512 w 7467600"/>
              <a:gd name="connsiteY709" fmla="*/ 3018001 h 6858000"/>
              <a:gd name="connsiteX710" fmla="*/ 1726266 w 7467600"/>
              <a:gd name="connsiteY710" fmla="*/ 2777274 h 6858000"/>
              <a:gd name="connsiteX711" fmla="*/ 625390 w 7467600"/>
              <a:gd name="connsiteY711" fmla="*/ 2514541 h 6858000"/>
              <a:gd name="connsiteX712" fmla="*/ 619799 w 7467600"/>
              <a:gd name="connsiteY712" fmla="*/ 2527180 h 6858000"/>
              <a:gd name="connsiteX713" fmla="*/ 310030 w 7467600"/>
              <a:gd name="connsiteY713" fmla="*/ 2771818 h 6858000"/>
              <a:gd name="connsiteX714" fmla="*/ 173877 w 7467600"/>
              <a:gd name="connsiteY714" fmla="*/ 2937056 h 6858000"/>
              <a:gd name="connsiteX715" fmla="*/ 77889 w 7467600"/>
              <a:gd name="connsiteY715" fmla="*/ 3138440 h 6858000"/>
              <a:gd name="connsiteX716" fmla="*/ 0 w 7467600"/>
              <a:gd name="connsiteY716" fmla="*/ 3271395 h 6858000"/>
              <a:gd name="connsiteX717" fmla="*/ 0 w 7467600"/>
              <a:gd name="connsiteY717" fmla="*/ 3153002 h 6858000"/>
              <a:gd name="connsiteX718" fmla="*/ 2386 w 7467600"/>
              <a:gd name="connsiteY718" fmla="*/ 3149203 h 6858000"/>
              <a:gd name="connsiteX719" fmla="*/ 89753 w 7467600"/>
              <a:gd name="connsiteY719" fmla="*/ 2987702 h 6858000"/>
              <a:gd name="connsiteX720" fmla="*/ 76869 w 7467600"/>
              <a:gd name="connsiteY720" fmla="*/ 3005404 h 6858000"/>
              <a:gd name="connsiteX721" fmla="*/ 32049 w 7467600"/>
              <a:gd name="connsiteY721" fmla="*/ 3065814 h 6858000"/>
              <a:gd name="connsiteX722" fmla="*/ 0 w 7467600"/>
              <a:gd name="connsiteY722" fmla="*/ 3108744 h 6858000"/>
              <a:gd name="connsiteX723" fmla="*/ 0 w 7467600"/>
              <a:gd name="connsiteY723" fmla="*/ 3058059 h 6858000"/>
              <a:gd name="connsiteX724" fmla="*/ 7610 w 7467600"/>
              <a:gd name="connsiteY724" fmla="*/ 3047889 h 6858000"/>
              <a:gd name="connsiteX725" fmla="*/ 52419 w 7467600"/>
              <a:gd name="connsiteY725" fmla="*/ 2987479 h 6858000"/>
              <a:gd name="connsiteX726" fmla="*/ 59142 w 7467600"/>
              <a:gd name="connsiteY726" fmla="*/ 2978488 h 6858000"/>
              <a:gd name="connsiteX727" fmla="*/ 0 w 7467600"/>
              <a:gd name="connsiteY727" fmla="*/ 3015334 h 6858000"/>
              <a:gd name="connsiteX728" fmla="*/ 0 w 7467600"/>
              <a:gd name="connsiteY728" fmla="*/ 2914286 h 6858000"/>
              <a:gd name="connsiteX729" fmla="*/ 36383 w 7467600"/>
              <a:gd name="connsiteY729" fmla="*/ 2901128 h 6858000"/>
              <a:gd name="connsiteX730" fmla="*/ 156329 w 7467600"/>
              <a:gd name="connsiteY730" fmla="*/ 2840533 h 6858000"/>
              <a:gd name="connsiteX731" fmla="*/ 358355 w 7467600"/>
              <a:gd name="connsiteY731" fmla="*/ 2620471 h 6858000"/>
              <a:gd name="connsiteX732" fmla="*/ 510577 w 7467600"/>
              <a:gd name="connsiteY732" fmla="*/ 2501244 h 6858000"/>
              <a:gd name="connsiteX733" fmla="*/ 211967 w 7467600"/>
              <a:gd name="connsiteY733" fmla="*/ 2479171 h 6858000"/>
              <a:gd name="connsiteX734" fmla="*/ 0 w 7467600"/>
              <a:gd name="connsiteY734" fmla="*/ 2476398 h 6858000"/>
              <a:gd name="connsiteX735" fmla="*/ 0 w 7467600"/>
              <a:gd name="connsiteY735" fmla="*/ 2389189 h 6858000"/>
              <a:gd name="connsiteX736" fmla="*/ 103062 w 7467600"/>
              <a:gd name="connsiteY736" fmla="*/ 2389518 h 6858000"/>
              <a:gd name="connsiteX737" fmla="*/ 510734 w 7467600"/>
              <a:gd name="connsiteY737" fmla="*/ 2416201 h 6858000"/>
              <a:gd name="connsiteX738" fmla="*/ 279257 w 7467600"/>
              <a:gd name="connsiteY738" fmla="*/ 2092102 h 6858000"/>
              <a:gd name="connsiteX739" fmla="*/ 65265 w 7467600"/>
              <a:gd name="connsiteY739" fmla="*/ 2006049 h 6858000"/>
              <a:gd name="connsiteX740" fmla="*/ 0 w 7467600"/>
              <a:gd name="connsiteY740" fmla="*/ 1982532 h 6858000"/>
              <a:gd name="connsiteX741" fmla="*/ 0 w 7467600"/>
              <a:gd name="connsiteY741" fmla="*/ 1912789 h 6858000"/>
              <a:gd name="connsiteX742" fmla="*/ 97460 w 7467600"/>
              <a:gd name="connsiteY742" fmla="*/ 1953725 h 6858000"/>
              <a:gd name="connsiteX743" fmla="*/ 221272 w 7467600"/>
              <a:gd name="connsiteY743" fmla="*/ 1980766 h 6858000"/>
              <a:gd name="connsiteX744" fmla="*/ 116765 w 7467600"/>
              <a:gd name="connsiteY744" fmla="*/ 1911033 h 6858000"/>
              <a:gd name="connsiteX745" fmla="*/ 16405 w 7467600"/>
              <a:gd name="connsiteY745" fmla="*/ 1803412 h 6858000"/>
              <a:gd name="connsiteX746" fmla="*/ 0 w 7467600"/>
              <a:gd name="connsiteY746" fmla="*/ 1784777 h 6858000"/>
              <a:gd name="connsiteX747" fmla="*/ 0 w 7467600"/>
              <a:gd name="connsiteY747" fmla="*/ 1740082 h 6858000"/>
              <a:gd name="connsiteX748" fmla="*/ 39394 w 7467600"/>
              <a:gd name="connsiteY748" fmla="*/ 1784856 h 6858000"/>
              <a:gd name="connsiteX749" fmla="*/ 135813 w 7467600"/>
              <a:gd name="connsiteY749" fmla="*/ 1888838 h 6858000"/>
              <a:gd name="connsiteX750" fmla="*/ 242575 w 7467600"/>
              <a:gd name="connsiteY750" fmla="*/ 1958841 h 6858000"/>
              <a:gd name="connsiteX751" fmla="*/ 82197 w 7467600"/>
              <a:gd name="connsiteY751" fmla="*/ 1754826 h 6858000"/>
              <a:gd name="connsiteX752" fmla="*/ 0 w 7467600"/>
              <a:gd name="connsiteY752" fmla="*/ 1679650 h 6858000"/>
              <a:gd name="connsiteX753" fmla="*/ 0 w 7467600"/>
              <a:gd name="connsiteY753" fmla="*/ 1602463 h 6858000"/>
              <a:gd name="connsiteX754" fmla="*/ 84689 w 7467600"/>
              <a:gd name="connsiteY754" fmla="*/ 1677442 h 6858000"/>
              <a:gd name="connsiteX755" fmla="*/ 298437 w 7467600"/>
              <a:gd name="connsiteY755" fmla="*/ 1968019 h 6858000"/>
              <a:gd name="connsiteX756" fmla="*/ 227269 w 7467600"/>
              <a:gd name="connsiteY756" fmla="*/ 1114064 h 6858000"/>
              <a:gd name="connsiteX757" fmla="*/ 248003 w 7467600"/>
              <a:gd name="connsiteY757" fmla="*/ 1089613 h 6858000"/>
              <a:gd name="connsiteX758" fmla="*/ 427020 w 7467600"/>
              <a:gd name="connsiteY758" fmla="*/ 1619803 h 6858000"/>
              <a:gd name="connsiteX759" fmla="*/ 340345 w 7467600"/>
              <a:gd name="connsiteY759" fmla="*/ 2027739 h 6858000"/>
              <a:gd name="connsiteX760" fmla="*/ 360865 w 7467600"/>
              <a:gd name="connsiteY760" fmla="*/ 2044827 h 6858000"/>
              <a:gd name="connsiteX761" fmla="*/ 560414 w 7467600"/>
              <a:gd name="connsiteY761" fmla="*/ 2421457 h 6858000"/>
              <a:gd name="connsiteX762" fmla="*/ 1359703 w 7467600"/>
              <a:gd name="connsiteY762" fmla="*/ 2578554 h 6858000"/>
              <a:gd name="connsiteX763" fmla="*/ 1359422 w 7467600"/>
              <a:gd name="connsiteY763" fmla="*/ 2577994 h 6858000"/>
              <a:gd name="connsiteX764" fmla="*/ 828701 w 7467600"/>
              <a:gd name="connsiteY764" fmla="*/ 1839520 h 6858000"/>
              <a:gd name="connsiteX765" fmla="*/ 494427 w 7467600"/>
              <a:gd name="connsiteY765" fmla="*/ 1092333 h 6858000"/>
              <a:gd name="connsiteX766" fmla="*/ 506322 w 7467600"/>
              <a:gd name="connsiteY766" fmla="*/ 1020997 h 6858000"/>
              <a:gd name="connsiteX767" fmla="*/ 4570198 w 7467600"/>
              <a:gd name="connsiteY767" fmla="*/ 978081 h 6858000"/>
              <a:gd name="connsiteX768" fmla="*/ 4523691 w 7467600"/>
              <a:gd name="connsiteY768" fmla="*/ 1127776 h 6858000"/>
              <a:gd name="connsiteX769" fmla="*/ 4509875 w 7467600"/>
              <a:gd name="connsiteY769" fmla="*/ 1167552 h 6858000"/>
              <a:gd name="connsiteX770" fmla="*/ 4478168 w 7467600"/>
              <a:gd name="connsiteY770" fmla="*/ 1260735 h 6858000"/>
              <a:gd name="connsiteX771" fmla="*/ 4409309 w 7467600"/>
              <a:gd name="connsiteY771" fmla="*/ 1666996 h 6858000"/>
              <a:gd name="connsiteX772" fmla="*/ 4370031 w 7467600"/>
              <a:gd name="connsiteY772" fmla="*/ 1955666 h 6858000"/>
              <a:gd name="connsiteX773" fmla="*/ 4570198 w 7467600"/>
              <a:gd name="connsiteY773" fmla="*/ 978081 h 6858000"/>
              <a:gd name="connsiteX774" fmla="*/ 4557898 w 7467600"/>
              <a:gd name="connsiteY774" fmla="*/ 900011 h 6858000"/>
              <a:gd name="connsiteX775" fmla="*/ 4344840 w 7467600"/>
              <a:gd name="connsiteY775" fmla="*/ 1922038 h 6858000"/>
              <a:gd name="connsiteX776" fmla="*/ 4378710 w 7467600"/>
              <a:gd name="connsiteY776" fmla="*/ 1665516 h 6858000"/>
              <a:gd name="connsiteX777" fmla="*/ 4448798 w 7467600"/>
              <a:gd name="connsiteY777" fmla="*/ 1253024 h 6858000"/>
              <a:gd name="connsiteX778" fmla="*/ 4480315 w 7467600"/>
              <a:gd name="connsiteY778" fmla="*/ 1158454 h 6858000"/>
              <a:gd name="connsiteX779" fmla="*/ 4494133 w 7467600"/>
              <a:gd name="connsiteY779" fmla="*/ 1118676 h 6858000"/>
              <a:gd name="connsiteX780" fmla="*/ 4557898 w 7467600"/>
              <a:gd name="connsiteY780" fmla="*/ 900011 h 6858000"/>
              <a:gd name="connsiteX781" fmla="*/ 5870151 w 7467600"/>
              <a:gd name="connsiteY781" fmla="*/ 898890 h 6858000"/>
              <a:gd name="connsiteX782" fmla="*/ 5861335 w 7467600"/>
              <a:gd name="connsiteY782" fmla="*/ 899177 h 6858000"/>
              <a:gd name="connsiteX783" fmla="*/ 5843702 w 7467600"/>
              <a:gd name="connsiteY783" fmla="*/ 899748 h 6858000"/>
              <a:gd name="connsiteX784" fmla="*/ 5651107 w 7467600"/>
              <a:gd name="connsiteY784" fmla="*/ 920306 h 6858000"/>
              <a:gd name="connsiteX785" fmla="*/ 5459407 w 7467600"/>
              <a:gd name="connsiteY785" fmla="*/ 940975 h 6858000"/>
              <a:gd name="connsiteX786" fmla="*/ 5374846 w 7467600"/>
              <a:gd name="connsiteY786" fmla="*/ 941988 h 6858000"/>
              <a:gd name="connsiteX787" fmla="*/ 5256105 w 7467600"/>
              <a:gd name="connsiteY787" fmla="*/ 945632 h 6858000"/>
              <a:gd name="connsiteX788" fmla="*/ 5107071 w 7467600"/>
              <a:gd name="connsiteY788" fmla="*/ 969720 h 6858000"/>
              <a:gd name="connsiteX789" fmla="*/ 4998681 w 7467600"/>
              <a:gd name="connsiteY789" fmla="*/ 988771 h 6858000"/>
              <a:gd name="connsiteX790" fmla="*/ 5870151 w 7467600"/>
              <a:gd name="connsiteY790" fmla="*/ 898890 h 6858000"/>
              <a:gd name="connsiteX791" fmla="*/ 5504425 w 7467600"/>
              <a:gd name="connsiteY791" fmla="*/ 848067 h 6858000"/>
              <a:gd name="connsiteX792" fmla="*/ 4968849 w 7467600"/>
              <a:gd name="connsiteY792" fmla="*/ 962318 h 6858000"/>
              <a:gd name="connsiteX793" fmla="*/ 5104039 w 7467600"/>
              <a:gd name="connsiteY793" fmla="*/ 940634 h 6858000"/>
              <a:gd name="connsiteX794" fmla="*/ 5256311 w 7467600"/>
              <a:gd name="connsiteY794" fmla="*/ 916490 h 6858000"/>
              <a:gd name="connsiteX795" fmla="*/ 5377381 w 7467600"/>
              <a:gd name="connsiteY795" fmla="*/ 912671 h 6858000"/>
              <a:gd name="connsiteX796" fmla="*/ 5460148 w 7467600"/>
              <a:gd name="connsiteY796" fmla="*/ 911442 h 6858000"/>
              <a:gd name="connsiteX797" fmla="*/ 5648971 w 7467600"/>
              <a:gd name="connsiteY797" fmla="*/ 891331 h 6858000"/>
              <a:gd name="connsiteX798" fmla="*/ 5844807 w 7467600"/>
              <a:gd name="connsiteY798" fmla="*/ 870718 h 6858000"/>
              <a:gd name="connsiteX799" fmla="*/ 5862975 w 7467600"/>
              <a:gd name="connsiteY799" fmla="*/ 869756 h 6858000"/>
              <a:gd name="connsiteX800" fmla="*/ 5920887 w 7467600"/>
              <a:gd name="connsiteY800" fmla="*/ 865929 h 6858000"/>
              <a:gd name="connsiteX801" fmla="*/ 5504425 w 7467600"/>
              <a:gd name="connsiteY801" fmla="*/ 848067 h 6858000"/>
              <a:gd name="connsiteX802" fmla="*/ 3607114 w 7467600"/>
              <a:gd name="connsiteY802" fmla="*/ 467441 h 6858000"/>
              <a:gd name="connsiteX803" fmla="*/ 3296242 w 7467600"/>
              <a:gd name="connsiteY803" fmla="*/ 807991 h 6858000"/>
              <a:gd name="connsiteX804" fmla="*/ 3174674 w 7467600"/>
              <a:gd name="connsiteY804" fmla="*/ 919759 h 6858000"/>
              <a:gd name="connsiteX805" fmla="*/ 3042978 w 7467600"/>
              <a:gd name="connsiteY805" fmla="*/ 1054894 h 6858000"/>
              <a:gd name="connsiteX806" fmla="*/ 2968914 w 7467600"/>
              <a:gd name="connsiteY806" fmla="*/ 1133756 h 6858000"/>
              <a:gd name="connsiteX807" fmla="*/ 3103823 w 7467600"/>
              <a:gd name="connsiteY807" fmla="*/ 1026814 h 6858000"/>
              <a:gd name="connsiteX808" fmla="*/ 3607114 w 7467600"/>
              <a:gd name="connsiteY808" fmla="*/ 467441 h 6858000"/>
              <a:gd name="connsiteX809" fmla="*/ 3744487 w 7467600"/>
              <a:gd name="connsiteY809" fmla="*/ 383136 h 6858000"/>
              <a:gd name="connsiteX810" fmla="*/ 3970213 w 7467600"/>
              <a:gd name="connsiteY810" fmla="*/ 995559 h 6858000"/>
              <a:gd name="connsiteX811" fmla="*/ 3744487 w 7467600"/>
              <a:gd name="connsiteY811" fmla="*/ 383136 h 6858000"/>
              <a:gd name="connsiteX812" fmla="*/ 3624562 w 7467600"/>
              <a:gd name="connsiteY812" fmla="*/ 367041 h 6858000"/>
              <a:gd name="connsiteX813" fmla="*/ 3489712 w 7467600"/>
              <a:gd name="connsiteY813" fmla="*/ 485386 h 6858000"/>
              <a:gd name="connsiteX814" fmla="*/ 3182994 w 7467600"/>
              <a:gd name="connsiteY814" fmla="*/ 828265 h 6858000"/>
              <a:gd name="connsiteX815" fmla="*/ 2892114 w 7467600"/>
              <a:gd name="connsiteY815" fmla="*/ 1172635 h 6858000"/>
              <a:gd name="connsiteX816" fmla="*/ 3021459 w 7467600"/>
              <a:gd name="connsiteY816" fmla="*/ 1035385 h 6858000"/>
              <a:gd name="connsiteX817" fmla="*/ 3153873 w 7467600"/>
              <a:gd name="connsiteY817" fmla="*/ 898971 h 6858000"/>
              <a:gd name="connsiteX818" fmla="*/ 3276511 w 7467600"/>
              <a:gd name="connsiteY818" fmla="*/ 786423 h 6858000"/>
              <a:gd name="connsiteX819" fmla="*/ 3584154 w 7467600"/>
              <a:gd name="connsiteY819" fmla="*/ 448218 h 6858000"/>
              <a:gd name="connsiteX820" fmla="*/ 3624562 w 7467600"/>
              <a:gd name="connsiteY820" fmla="*/ 367041 h 6858000"/>
              <a:gd name="connsiteX821" fmla="*/ 3766672 w 7467600"/>
              <a:gd name="connsiteY821" fmla="*/ 359429 h 6858000"/>
              <a:gd name="connsiteX822" fmla="*/ 3996338 w 7467600"/>
              <a:gd name="connsiteY822" fmla="*/ 968237 h 6858000"/>
              <a:gd name="connsiteX823" fmla="*/ 3766672 w 7467600"/>
              <a:gd name="connsiteY823" fmla="*/ 359429 h 6858000"/>
              <a:gd name="connsiteX824" fmla="*/ 5805386 w 7467600"/>
              <a:gd name="connsiteY824" fmla="*/ 239240 h 6858000"/>
              <a:gd name="connsiteX825" fmla="*/ 5736947 w 7467600"/>
              <a:gd name="connsiteY825" fmla="*/ 261367 h 6858000"/>
              <a:gd name="connsiteX826" fmla="*/ 5427012 w 7467600"/>
              <a:gd name="connsiteY826" fmla="*/ 311272 h 6858000"/>
              <a:gd name="connsiteX827" fmla="*/ 5147818 w 7467600"/>
              <a:gd name="connsiteY827" fmla="*/ 322112 h 6858000"/>
              <a:gd name="connsiteX828" fmla="*/ 5060854 w 7467600"/>
              <a:gd name="connsiteY828" fmla="*/ 311882 h 6858000"/>
              <a:gd name="connsiteX829" fmla="*/ 4945989 w 7467600"/>
              <a:gd name="connsiteY829" fmla="*/ 300516 h 6858000"/>
              <a:gd name="connsiteX830" fmla="*/ 5410479 w 7467600"/>
              <a:gd name="connsiteY830" fmla="*/ 348434 h 6858000"/>
              <a:gd name="connsiteX831" fmla="*/ 5805386 w 7467600"/>
              <a:gd name="connsiteY831" fmla="*/ 239240 h 6858000"/>
              <a:gd name="connsiteX832" fmla="*/ 5905192 w 7467600"/>
              <a:gd name="connsiteY832" fmla="*/ 163079 h 6858000"/>
              <a:gd name="connsiteX833" fmla="*/ 5865655 w 7467600"/>
              <a:gd name="connsiteY833" fmla="*/ 171901 h 6858000"/>
              <a:gd name="connsiteX834" fmla="*/ 5259740 w 7467600"/>
              <a:gd name="connsiteY834" fmla="*/ 257013 h 6858000"/>
              <a:gd name="connsiteX835" fmla="*/ 5208466 w 7467600"/>
              <a:gd name="connsiteY835" fmla="*/ 257550 h 6858000"/>
              <a:gd name="connsiteX836" fmla="*/ 4980204 w 7467600"/>
              <a:gd name="connsiteY836" fmla="*/ 271903 h 6858000"/>
              <a:gd name="connsiteX837" fmla="*/ 5068068 w 7467600"/>
              <a:gd name="connsiteY837" fmla="*/ 282244 h 6858000"/>
              <a:gd name="connsiteX838" fmla="*/ 5153231 w 7467600"/>
              <a:gd name="connsiteY838" fmla="*/ 292240 h 6858000"/>
              <a:gd name="connsiteX839" fmla="*/ 5426491 w 7467600"/>
              <a:gd name="connsiteY839" fmla="*/ 281128 h 6858000"/>
              <a:gd name="connsiteX840" fmla="*/ 5731212 w 7467600"/>
              <a:gd name="connsiteY840" fmla="*/ 231951 h 6858000"/>
              <a:gd name="connsiteX841" fmla="*/ 5905192 w 7467600"/>
              <a:gd name="connsiteY841" fmla="*/ 163079 h 6858000"/>
              <a:gd name="connsiteX842" fmla="*/ 5944437 w 7467600"/>
              <a:gd name="connsiteY842" fmla="*/ 113829 h 6858000"/>
              <a:gd name="connsiteX843" fmla="*/ 5825032 w 7467600"/>
              <a:gd name="connsiteY843" fmla="*/ 146405 h 6858000"/>
              <a:gd name="connsiteX844" fmla="*/ 4955599 w 7467600"/>
              <a:gd name="connsiteY844" fmla="*/ 247008 h 6858000"/>
              <a:gd name="connsiteX845" fmla="*/ 5210104 w 7467600"/>
              <a:gd name="connsiteY845" fmla="*/ 228123 h 6858000"/>
              <a:gd name="connsiteX846" fmla="*/ 5261015 w 7467600"/>
              <a:gd name="connsiteY846" fmla="*/ 227087 h 6858000"/>
              <a:gd name="connsiteX847" fmla="*/ 5861181 w 7467600"/>
              <a:gd name="connsiteY847" fmla="*/ 143093 h 6858000"/>
              <a:gd name="connsiteX848" fmla="*/ 5961252 w 7467600"/>
              <a:gd name="connsiteY848" fmla="*/ 114820 h 6858000"/>
              <a:gd name="connsiteX849" fmla="*/ 5944437 w 7467600"/>
              <a:gd name="connsiteY849" fmla="*/ 113829 h 6858000"/>
              <a:gd name="connsiteX850" fmla="*/ 3882765 w 7467600"/>
              <a:gd name="connsiteY850" fmla="*/ 0 h 6858000"/>
              <a:gd name="connsiteX851" fmla="*/ 3995099 w 7467600"/>
              <a:gd name="connsiteY851" fmla="*/ 0 h 6858000"/>
              <a:gd name="connsiteX852" fmla="*/ 4163818 w 7467600"/>
              <a:gd name="connsiteY852" fmla="*/ 234104 h 6858000"/>
              <a:gd name="connsiteX853" fmla="*/ 4172099 w 7467600"/>
              <a:gd name="connsiteY853" fmla="*/ 234207 h 6858000"/>
              <a:gd name="connsiteX854" fmla="*/ 4784282 w 7467600"/>
              <a:gd name="connsiteY854" fmla="*/ 276561 h 6858000"/>
              <a:gd name="connsiteX855" fmla="*/ 4801687 w 7467600"/>
              <a:gd name="connsiteY855" fmla="*/ 267764 h 6858000"/>
              <a:gd name="connsiteX856" fmla="*/ 6082788 w 7467600"/>
              <a:gd name="connsiteY856" fmla="*/ 64119 h 6858000"/>
              <a:gd name="connsiteX857" fmla="*/ 6099442 w 7467600"/>
              <a:gd name="connsiteY857" fmla="*/ 82568 h 6858000"/>
              <a:gd name="connsiteX858" fmla="*/ 4804137 w 7467600"/>
              <a:gd name="connsiteY858" fmla="*/ 320931 h 6858000"/>
              <a:gd name="connsiteX859" fmla="*/ 4227047 w 7467600"/>
              <a:gd name="connsiteY859" fmla="*/ 313415 h 6858000"/>
              <a:gd name="connsiteX860" fmla="*/ 4346041 w 7467600"/>
              <a:gd name="connsiteY860" fmla="*/ 456086 h 6858000"/>
              <a:gd name="connsiteX861" fmla="*/ 4870967 w 7467600"/>
              <a:gd name="connsiteY861" fmla="*/ 963061 h 6858000"/>
              <a:gd name="connsiteX862" fmla="*/ 4889647 w 7467600"/>
              <a:gd name="connsiteY862" fmla="*/ 957147 h 6858000"/>
              <a:gd name="connsiteX863" fmla="*/ 5422504 w 7467600"/>
              <a:gd name="connsiteY863" fmla="*/ 805191 h 6858000"/>
              <a:gd name="connsiteX864" fmla="*/ 6087656 w 7467600"/>
              <a:gd name="connsiteY864" fmla="*/ 826703 h 6858000"/>
              <a:gd name="connsiteX865" fmla="*/ 6058717 w 7467600"/>
              <a:gd name="connsiteY865" fmla="*/ 865992 h 6858000"/>
              <a:gd name="connsiteX866" fmla="*/ 4974153 w 7467600"/>
              <a:gd name="connsiteY866" fmla="*/ 1045456 h 6858000"/>
              <a:gd name="connsiteX867" fmla="*/ 5627835 w 7467600"/>
              <a:gd name="connsiteY867" fmla="*/ 1472077 h 6858000"/>
              <a:gd name="connsiteX868" fmla="*/ 5629817 w 7467600"/>
              <a:gd name="connsiteY868" fmla="*/ 1471412 h 6858000"/>
              <a:gd name="connsiteX869" fmla="*/ 5634124 w 7467600"/>
              <a:gd name="connsiteY869" fmla="*/ 1470572 h 6858000"/>
              <a:gd name="connsiteX870" fmla="*/ 5755832 w 7467600"/>
              <a:gd name="connsiteY870" fmla="*/ 1383886 h 6858000"/>
              <a:gd name="connsiteX871" fmla="*/ 6014186 w 7467600"/>
              <a:gd name="connsiteY871" fmla="*/ 1279799 h 6858000"/>
              <a:gd name="connsiteX872" fmla="*/ 6901619 w 7467600"/>
              <a:gd name="connsiteY872" fmla="*/ 1047874 h 6858000"/>
              <a:gd name="connsiteX873" fmla="*/ 6931566 w 7467600"/>
              <a:gd name="connsiteY873" fmla="*/ 1062034 h 6858000"/>
              <a:gd name="connsiteX874" fmla="*/ 5790982 w 7467600"/>
              <a:gd name="connsiteY874" fmla="*/ 1561380 h 6858000"/>
              <a:gd name="connsiteX875" fmla="*/ 6188971 w 7467600"/>
              <a:gd name="connsiteY875" fmla="*/ 1755168 h 6858000"/>
              <a:gd name="connsiteX876" fmla="*/ 6202446 w 7467600"/>
              <a:gd name="connsiteY876" fmla="*/ 1752268 h 6858000"/>
              <a:gd name="connsiteX877" fmla="*/ 7179560 w 7467600"/>
              <a:gd name="connsiteY877" fmla="*/ 1467551 h 6858000"/>
              <a:gd name="connsiteX878" fmla="*/ 7158730 w 7467600"/>
              <a:gd name="connsiteY878" fmla="*/ 1507835 h 6858000"/>
              <a:gd name="connsiteX879" fmla="*/ 6326959 w 7467600"/>
              <a:gd name="connsiteY879" fmla="*/ 1817686 h 6858000"/>
              <a:gd name="connsiteX880" fmla="*/ 6537433 w 7467600"/>
              <a:gd name="connsiteY880" fmla="*/ 1907790 h 6858000"/>
              <a:gd name="connsiteX881" fmla="*/ 6550221 w 7467600"/>
              <a:gd name="connsiteY881" fmla="*/ 1910729 h 6858000"/>
              <a:gd name="connsiteX882" fmla="*/ 6964438 w 7467600"/>
              <a:gd name="connsiteY882" fmla="*/ 2209505 h 6858000"/>
              <a:gd name="connsiteX883" fmla="*/ 7367862 w 7467600"/>
              <a:gd name="connsiteY883" fmla="*/ 2806833 h 6858000"/>
              <a:gd name="connsiteX884" fmla="*/ 7364329 w 7467600"/>
              <a:gd name="connsiteY884" fmla="*/ 2826907 h 6858000"/>
              <a:gd name="connsiteX885" fmla="*/ 7290545 w 7467600"/>
              <a:gd name="connsiteY885" fmla="*/ 2850663 h 6858000"/>
              <a:gd name="connsiteX886" fmla="*/ 6472036 w 7467600"/>
              <a:gd name="connsiteY886" fmla="*/ 1959003 h 6858000"/>
              <a:gd name="connsiteX887" fmla="*/ 5792897 w 7467600"/>
              <a:gd name="connsiteY887" fmla="*/ 1647747 h 6858000"/>
              <a:gd name="connsiteX888" fmla="*/ 5842751 w 7467600"/>
              <a:gd name="connsiteY888" fmla="*/ 1816112 h 6858000"/>
              <a:gd name="connsiteX889" fmla="*/ 5847424 w 7467600"/>
              <a:gd name="connsiteY889" fmla="*/ 1815776 h 6858000"/>
              <a:gd name="connsiteX890" fmla="*/ 6399821 w 7467600"/>
              <a:gd name="connsiteY890" fmla="*/ 2344799 h 6858000"/>
              <a:gd name="connsiteX891" fmla="*/ 6323232 w 7467600"/>
              <a:gd name="connsiteY891" fmla="*/ 2389634 h 6858000"/>
              <a:gd name="connsiteX892" fmla="*/ 5942958 w 7467600"/>
              <a:gd name="connsiteY892" fmla="*/ 2077708 h 6858000"/>
              <a:gd name="connsiteX893" fmla="*/ 5921559 w 7467600"/>
              <a:gd name="connsiteY893" fmla="*/ 2378596 h 6858000"/>
              <a:gd name="connsiteX894" fmla="*/ 5817651 w 7467600"/>
              <a:gd name="connsiteY894" fmla="*/ 3023919 h 6858000"/>
              <a:gd name="connsiteX895" fmla="*/ 5729634 w 7467600"/>
              <a:gd name="connsiteY895" fmla="*/ 3051849 h 6858000"/>
              <a:gd name="connsiteX896" fmla="*/ 5611018 w 7467600"/>
              <a:gd name="connsiteY896" fmla="*/ 2316769 h 6858000"/>
              <a:gd name="connsiteX897" fmla="*/ 5687608 w 7467600"/>
              <a:gd name="connsiteY897" fmla="*/ 2039972 h 6858000"/>
              <a:gd name="connsiteX898" fmla="*/ 5657554 w 7467600"/>
              <a:gd name="connsiteY898" fmla="*/ 1576445 h 6858000"/>
              <a:gd name="connsiteX899" fmla="*/ 5150475 w 7467600"/>
              <a:gd name="connsiteY899" fmla="*/ 1274012 h 6858000"/>
              <a:gd name="connsiteX900" fmla="*/ 5349142 w 7467600"/>
              <a:gd name="connsiteY900" fmla="*/ 2204405 h 6858000"/>
              <a:gd name="connsiteX901" fmla="*/ 5262214 w 7467600"/>
              <a:gd name="connsiteY901" fmla="*/ 2233836 h 6858000"/>
              <a:gd name="connsiteX902" fmla="*/ 4981539 w 7467600"/>
              <a:gd name="connsiteY902" fmla="*/ 1542201 h 6858000"/>
              <a:gd name="connsiteX903" fmla="*/ 4958461 w 7467600"/>
              <a:gd name="connsiteY903" fmla="*/ 1136957 h 6858000"/>
              <a:gd name="connsiteX904" fmla="*/ 4655015 w 7467600"/>
              <a:gd name="connsiteY904" fmla="*/ 891426 h 6858000"/>
              <a:gd name="connsiteX905" fmla="*/ 4348002 w 7467600"/>
              <a:gd name="connsiteY905" fmla="*/ 2205895 h 6858000"/>
              <a:gd name="connsiteX906" fmla="*/ 4262250 w 7467600"/>
              <a:gd name="connsiteY906" fmla="*/ 2219972 h 6858000"/>
              <a:gd name="connsiteX907" fmla="*/ 4550611 w 7467600"/>
              <a:gd name="connsiteY907" fmla="*/ 817540 h 6858000"/>
              <a:gd name="connsiteX908" fmla="*/ 4564418 w 7467600"/>
              <a:gd name="connsiteY908" fmla="*/ 808293 h 6858000"/>
              <a:gd name="connsiteX909" fmla="*/ 4266388 w 7467600"/>
              <a:gd name="connsiteY909" fmla="*/ 500083 h 6858000"/>
              <a:gd name="connsiteX910" fmla="*/ 4032842 w 7467600"/>
              <a:gd name="connsiteY910" fmla="*/ 211809 h 6858000"/>
              <a:gd name="connsiteX911" fmla="*/ 3882765 w 7467600"/>
              <a:gd name="connsiteY911" fmla="*/ 0 h 6858000"/>
              <a:gd name="connsiteX912" fmla="*/ 3721337 w 7467600"/>
              <a:gd name="connsiteY912" fmla="*/ 0 h 6858000"/>
              <a:gd name="connsiteX913" fmla="*/ 3797544 w 7467600"/>
              <a:gd name="connsiteY913" fmla="*/ 0 h 6858000"/>
              <a:gd name="connsiteX914" fmla="*/ 3775734 w 7467600"/>
              <a:gd name="connsiteY914" fmla="*/ 95131 h 6858000"/>
              <a:gd name="connsiteX915" fmla="*/ 3724807 w 7467600"/>
              <a:gd name="connsiteY915" fmla="*/ 272257 h 6858000"/>
              <a:gd name="connsiteX916" fmla="*/ 3726844 w 7467600"/>
              <a:gd name="connsiteY916" fmla="*/ 282988 h 6858000"/>
              <a:gd name="connsiteX917" fmla="*/ 3742664 w 7467600"/>
              <a:gd name="connsiteY917" fmla="*/ 279918 h 6858000"/>
              <a:gd name="connsiteX918" fmla="*/ 4103910 w 7467600"/>
              <a:gd name="connsiteY918" fmla="*/ 1161917 h 6858000"/>
              <a:gd name="connsiteX919" fmla="*/ 4020269 w 7467600"/>
              <a:gd name="connsiteY919" fmla="*/ 1200406 h 6858000"/>
              <a:gd name="connsiteX920" fmla="*/ 3674882 w 7467600"/>
              <a:gd name="connsiteY920" fmla="*/ 488524 h 6858000"/>
              <a:gd name="connsiteX921" fmla="*/ 3132682 w 7467600"/>
              <a:gd name="connsiteY921" fmla="*/ 1072284 h 6858000"/>
              <a:gd name="connsiteX922" fmla="*/ 2716346 w 7467600"/>
              <a:gd name="connsiteY922" fmla="*/ 1276376 h 6858000"/>
              <a:gd name="connsiteX923" fmla="*/ 2716772 w 7467600"/>
              <a:gd name="connsiteY923" fmla="*/ 1255462 h 6858000"/>
              <a:gd name="connsiteX924" fmla="*/ 3471096 w 7467600"/>
              <a:gd name="connsiteY924" fmla="*/ 437072 h 6858000"/>
              <a:gd name="connsiteX925" fmla="*/ 3639057 w 7467600"/>
              <a:gd name="connsiteY925" fmla="*/ 286334 h 6858000"/>
              <a:gd name="connsiteX926" fmla="*/ 3640309 w 7467600"/>
              <a:gd name="connsiteY926" fmla="*/ 284664 h 6858000"/>
              <a:gd name="connsiteX927" fmla="*/ 3646022 w 7467600"/>
              <a:gd name="connsiteY927" fmla="*/ 276711 h 6858000"/>
              <a:gd name="connsiteX928" fmla="*/ 3707943 w 7467600"/>
              <a:gd name="connsiteY928" fmla="*/ 65958 h 6858000"/>
              <a:gd name="connsiteX929" fmla="*/ 3721337 w 7467600"/>
              <a:gd name="connsiteY929" fmla="*/ 0 h 6858000"/>
              <a:gd name="connsiteX930" fmla="*/ 2867960 w 7467600"/>
              <a:gd name="connsiteY930" fmla="*/ 0 h 6858000"/>
              <a:gd name="connsiteX931" fmla="*/ 2926351 w 7467600"/>
              <a:gd name="connsiteY931" fmla="*/ 0 h 6858000"/>
              <a:gd name="connsiteX932" fmla="*/ 2902823 w 7467600"/>
              <a:gd name="connsiteY932" fmla="*/ 262929 h 6858000"/>
              <a:gd name="connsiteX933" fmla="*/ 2940663 w 7467600"/>
              <a:gd name="connsiteY933" fmla="*/ 140884 h 6858000"/>
              <a:gd name="connsiteX934" fmla="*/ 2947039 w 7467600"/>
              <a:gd name="connsiteY934" fmla="*/ 122524 h 6858000"/>
              <a:gd name="connsiteX935" fmla="*/ 2984316 w 7467600"/>
              <a:gd name="connsiteY935" fmla="*/ 0 h 6858000"/>
              <a:gd name="connsiteX936" fmla="*/ 3016114 w 7467600"/>
              <a:gd name="connsiteY936" fmla="*/ 0 h 6858000"/>
              <a:gd name="connsiteX937" fmla="*/ 2979949 w 7467600"/>
              <a:gd name="connsiteY937" fmla="*/ 119274 h 6858000"/>
              <a:gd name="connsiteX938" fmla="*/ 3023879 w 7467600"/>
              <a:gd name="connsiteY938" fmla="*/ 0 h 6858000"/>
              <a:gd name="connsiteX939" fmla="*/ 3105400 w 7467600"/>
              <a:gd name="connsiteY939" fmla="*/ 0 h 6858000"/>
              <a:gd name="connsiteX940" fmla="*/ 3094669 w 7467600"/>
              <a:gd name="connsiteY940" fmla="*/ 30308 h 6858000"/>
              <a:gd name="connsiteX941" fmla="*/ 2901945 w 7467600"/>
              <a:gd name="connsiteY941" fmla="*/ 466538 h 6858000"/>
              <a:gd name="connsiteX942" fmla="*/ 2815209 w 7467600"/>
              <a:gd name="connsiteY942" fmla="*/ 497361 h 6858000"/>
              <a:gd name="connsiteX943" fmla="*/ 2844845 w 7467600"/>
              <a:gd name="connsiteY943" fmla="*/ 127638 h 6858000"/>
              <a:gd name="connsiteX944" fmla="*/ 2867960 w 7467600"/>
              <a:gd name="connsiteY944" fmla="*/ 0 h 6858000"/>
              <a:gd name="connsiteX945" fmla="*/ 1057230 w 7467600"/>
              <a:gd name="connsiteY945" fmla="*/ 0 h 6858000"/>
              <a:gd name="connsiteX946" fmla="*/ 1111003 w 7467600"/>
              <a:gd name="connsiteY946" fmla="*/ 0 h 6858000"/>
              <a:gd name="connsiteX947" fmla="*/ 1125553 w 7467600"/>
              <a:gd name="connsiteY947" fmla="*/ 52588 h 6858000"/>
              <a:gd name="connsiteX948" fmla="*/ 1304276 w 7467600"/>
              <a:gd name="connsiteY948" fmla="*/ 476275 h 6858000"/>
              <a:gd name="connsiteX949" fmla="*/ 1492066 w 7467600"/>
              <a:gd name="connsiteY949" fmla="*/ 886333 h 6858000"/>
              <a:gd name="connsiteX950" fmla="*/ 1423698 w 7467600"/>
              <a:gd name="connsiteY950" fmla="*/ 710817 h 6858000"/>
              <a:gd name="connsiteX951" fmla="*/ 1357609 w 7467600"/>
              <a:gd name="connsiteY951" fmla="*/ 532892 h 6858000"/>
              <a:gd name="connsiteX952" fmla="*/ 1309550 w 7467600"/>
              <a:gd name="connsiteY952" fmla="*/ 374031 h 6858000"/>
              <a:gd name="connsiteX953" fmla="*/ 1193673 w 7467600"/>
              <a:gd name="connsiteY953" fmla="*/ 49533 h 6858000"/>
              <a:gd name="connsiteX954" fmla="*/ 1164391 w 7467600"/>
              <a:gd name="connsiteY954" fmla="*/ 0 h 6858000"/>
              <a:gd name="connsiteX955" fmla="*/ 1200666 w 7467600"/>
              <a:gd name="connsiteY955" fmla="*/ 0 h 6858000"/>
              <a:gd name="connsiteX956" fmla="*/ 1223408 w 7467600"/>
              <a:gd name="connsiteY956" fmla="*/ 38996 h 6858000"/>
              <a:gd name="connsiteX957" fmla="*/ 1339635 w 7467600"/>
              <a:gd name="connsiteY957" fmla="*/ 365517 h 6858000"/>
              <a:gd name="connsiteX958" fmla="*/ 1387469 w 7467600"/>
              <a:gd name="connsiteY958" fmla="*/ 523079 h 6858000"/>
              <a:gd name="connsiteX959" fmla="*/ 1452685 w 7467600"/>
              <a:gd name="connsiteY959" fmla="*/ 699806 h 6858000"/>
              <a:gd name="connsiteX960" fmla="*/ 1492092 w 7467600"/>
              <a:gd name="connsiteY960" fmla="*/ 800424 h 6858000"/>
              <a:gd name="connsiteX961" fmla="*/ 1455302 w 7467600"/>
              <a:gd name="connsiteY961" fmla="*/ 632913 h 6858000"/>
              <a:gd name="connsiteX962" fmla="*/ 1222336 w 7467600"/>
              <a:gd name="connsiteY962" fmla="*/ 9480 h 6858000"/>
              <a:gd name="connsiteX963" fmla="*/ 1214634 w 7467600"/>
              <a:gd name="connsiteY963" fmla="*/ 0 h 6858000"/>
              <a:gd name="connsiteX964" fmla="*/ 1289827 w 7467600"/>
              <a:gd name="connsiteY964" fmla="*/ 0 h 6858000"/>
              <a:gd name="connsiteX965" fmla="*/ 1321076 w 7467600"/>
              <a:gd name="connsiteY965" fmla="*/ 59722 h 6858000"/>
              <a:gd name="connsiteX966" fmla="*/ 1512579 w 7467600"/>
              <a:gd name="connsiteY966" fmla="*/ 626441 h 6858000"/>
              <a:gd name="connsiteX967" fmla="*/ 1506076 w 7467600"/>
              <a:gd name="connsiteY967" fmla="*/ 1089289 h 6858000"/>
              <a:gd name="connsiteX968" fmla="*/ 1486346 w 7467600"/>
              <a:gd name="connsiteY968" fmla="*/ 1079919 h 6858000"/>
              <a:gd name="connsiteX969" fmla="*/ 1070511 w 7467600"/>
              <a:gd name="connsiteY969" fmla="*/ 48609 h 6858000"/>
              <a:gd name="connsiteX970" fmla="*/ 1057230 w 7467600"/>
              <a:gd name="connsiteY970" fmla="*/ 0 h 6858000"/>
              <a:gd name="connsiteX971" fmla="*/ 43151 w 7467600"/>
              <a:gd name="connsiteY971" fmla="*/ 0 h 6858000"/>
              <a:gd name="connsiteX972" fmla="*/ 95283 w 7467600"/>
              <a:gd name="connsiteY972" fmla="*/ 0 h 6858000"/>
              <a:gd name="connsiteX973" fmla="*/ 300708 w 7467600"/>
              <a:gd name="connsiteY973" fmla="*/ 154571 h 6858000"/>
              <a:gd name="connsiteX974" fmla="*/ 530414 w 7467600"/>
              <a:gd name="connsiteY974" fmla="*/ 354673 h 6858000"/>
              <a:gd name="connsiteX975" fmla="*/ 333785 w 7467600"/>
              <a:gd name="connsiteY975" fmla="*/ 161564 h 6858000"/>
              <a:gd name="connsiteX976" fmla="*/ 147005 w 7467600"/>
              <a:gd name="connsiteY976" fmla="*/ 0 h 6858000"/>
              <a:gd name="connsiteX977" fmla="*/ 272509 w 7467600"/>
              <a:gd name="connsiteY977" fmla="*/ 0 h 6858000"/>
              <a:gd name="connsiteX978" fmla="*/ 326276 w 7467600"/>
              <a:gd name="connsiteY978" fmla="*/ 45847 h 6858000"/>
              <a:gd name="connsiteX979" fmla="*/ 823759 w 7467600"/>
              <a:gd name="connsiteY979" fmla="*/ 574145 h 6858000"/>
              <a:gd name="connsiteX980" fmla="*/ 811254 w 7467600"/>
              <a:gd name="connsiteY980" fmla="*/ 665546 h 6858000"/>
              <a:gd name="connsiteX981" fmla="*/ 154042 w 7467600"/>
              <a:gd name="connsiteY981" fmla="*/ 261522 h 6858000"/>
              <a:gd name="connsiteX982" fmla="*/ 13550 w 7467600"/>
              <a:gd name="connsiteY982" fmla="*/ 158423 h 6858000"/>
              <a:gd name="connsiteX983" fmla="*/ 0 w 7467600"/>
              <a:gd name="connsiteY983" fmla="*/ 146618 h 6858000"/>
              <a:gd name="connsiteX984" fmla="*/ 0 w 7467600"/>
              <a:gd name="connsiteY984" fmla="*/ 59161 h 6858000"/>
              <a:gd name="connsiteX985" fmla="*/ 45427 w 7467600"/>
              <a:gd name="connsiteY985" fmla="*/ 101078 h 6858000"/>
              <a:gd name="connsiteX986" fmla="*/ 630103 w 7467600"/>
              <a:gd name="connsiteY986" fmla="*/ 485885 h 6858000"/>
              <a:gd name="connsiteX987" fmla="*/ 532040 w 7467600"/>
              <a:gd name="connsiteY987" fmla="*/ 399359 h 6858000"/>
              <a:gd name="connsiteX988" fmla="*/ 517618 w 7467600"/>
              <a:gd name="connsiteY988" fmla="*/ 385726 h 6858000"/>
              <a:gd name="connsiteX989" fmla="*/ 285074 w 7467600"/>
              <a:gd name="connsiteY989" fmla="*/ 182755 h 6858000"/>
              <a:gd name="connsiteX990" fmla="*/ 43151 w 7467600"/>
              <a:gd name="connsiteY990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312201 w 7467600"/>
              <a:gd name="connsiteY127" fmla="*/ 5128278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312201 w 7467600"/>
              <a:gd name="connsiteY133" fmla="*/ 5128278 h 6858000"/>
              <a:gd name="connsiteX134" fmla="*/ 1903353 w 7467600"/>
              <a:gd name="connsiteY134" fmla="*/ 5044827 h 6858000"/>
              <a:gd name="connsiteX135" fmla="*/ 1936931 w 7467600"/>
              <a:gd name="connsiteY135" fmla="*/ 5093954 h 6858000"/>
              <a:gd name="connsiteX136" fmla="*/ 2195868 w 7467600"/>
              <a:gd name="connsiteY136" fmla="*/ 5396574 h 6858000"/>
              <a:gd name="connsiteX137" fmla="*/ 2088852 w 7467600"/>
              <a:gd name="connsiteY137" fmla="*/ 5166123 h 6858000"/>
              <a:gd name="connsiteX138" fmla="*/ 1958241 w 7467600"/>
              <a:gd name="connsiteY138" fmla="*/ 5067955 h 6858000"/>
              <a:gd name="connsiteX139" fmla="*/ 1903353 w 7467600"/>
              <a:gd name="connsiteY139" fmla="*/ 5044827 h 6858000"/>
              <a:gd name="connsiteX140" fmla="*/ 1979378 w 7467600"/>
              <a:gd name="connsiteY140" fmla="*/ 4769504 h 6858000"/>
              <a:gd name="connsiteX141" fmla="*/ 2882120 w 7467600"/>
              <a:gd name="connsiteY141" fmla="*/ 5064547 h 6858000"/>
              <a:gd name="connsiteX142" fmla="*/ 2793103 w 7467600"/>
              <a:gd name="connsiteY142" fmla="*/ 5039699 h 6858000"/>
              <a:gd name="connsiteX143" fmla="*/ 2770041 w 7467600"/>
              <a:gd name="connsiteY143" fmla="*/ 5033634 h 6858000"/>
              <a:gd name="connsiteX144" fmla="*/ 1979378 w 7467600"/>
              <a:gd name="connsiteY144" fmla="*/ 4769504 h 6858000"/>
              <a:gd name="connsiteX145" fmla="*/ 1927410 w 7467600"/>
              <a:gd name="connsiteY145" fmla="*/ 4716164 h 6858000"/>
              <a:gd name="connsiteX146" fmla="*/ 1959587 w 7467600"/>
              <a:gd name="connsiteY146" fmla="*/ 4728849 h 6858000"/>
              <a:gd name="connsiteX147" fmla="*/ 2777707 w 7467600"/>
              <a:gd name="connsiteY147" fmla="*/ 5003991 h 6858000"/>
              <a:gd name="connsiteX148" fmla="*/ 2800768 w 7467600"/>
              <a:gd name="connsiteY148" fmla="*/ 5010056 h 6858000"/>
              <a:gd name="connsiteX149" fmla="*/ 2879408 w 7467600"/>
              <a:gd name="connsiteY149" fmla="*/ 5031590 h 6858000"/>
              <a:gd name="connsiteX150" fmla="*/ 2862295 w 7467600"/>
              <a:gd name="connsiteY150" fmla="*/ 5022958 h 6858000"/>
              <a:gd name="connsiteX151" fmla="*/ 2813343 w 7467600"/>
              <a:gd name="connsiteY151" fmla="*/ 4998369 h 6858000"/>
              <a:gd name="connsiteX152" fmla="*/ 2646245 w 7467600"/>
              <a:gd name="connsiteY152" fmla="*/ 4930999 h 6858000"/>
              <a:gd name="connsiteX153" fmla="*/ 1999243 w 7467600"/>
              <a:gd name="connsiteY153" fmla="*/ 4730524 h 6858000"/>
              <a:gd name="connsiteX154" fmla="*/ 1979527 w 7467600"/>
              <a:gd name="connsiteY154" fmla="*/ 4726651 h 6858000"/>
              <a:gd name="connsiteX155" fmla="*/ 1927410 w 7467600"/>
              <a:gd name="connsiteY155" fmla="*/ 4716164 h 6858000"/>
              <a:gd name="connsiteX156" fmla="*/ 1997014 w 7467600"/>
              <a:gd name="connsiteY156" fmla="*/ 4698007 h 6858000"/>
              <a:gd name="connsiteX157" fmla="*/ 2005458 w 7467600"/>
              <a:gd name="connsiteY157" fmla="*/ 4699540 h 6858000"/>
              <a:gd name="connsiteX158" fmla="*/ 2657186 w 7467600"/>
              <a:gd name="connsiteY158" fmla="*/ 4901687 h 6858000"/>
              <a:gd name="connsiteX159" fmla="*/ 2826662 w 7467600"/>
              <a:gd name="connsiteY159" fmla="*/ 4970362 h 6858000"/>
              <a:gd name="connsiteX160" fmla="*/ 2876100 w 7467600"/>
              <a:gd name="connsiteY160" fmla="*/ 4995397 h 6858000"/>
              <a:gd name="connsiteX161" fmla="*/ 3042600 w 7467600"/>
              <a:gd name="connsiteY161" fmla="*/ 5059532 h 6858000"/>
              <a:gd name="connsiteX162" fmla="*/ 1997014 w 7467600"/>
              <a:gd name="connsiteY162" fmla="*/ 4698007 h 6858000"/>
              <a:gd name="connsiteX163" fmla="*/ 2305292 w 7467600"/>
              <a:gd name="connsiteY163" fmla="*/ 4219492 h 6858000"/>
              <a:gd name="connsiteX164" fmla="*/ 3360922 w 7467600"/>
              <a:gd name="connsiteY164" fmla="*/ 4529373 h 6858000"/>
              <a:gd name="connsiteX165" fmla="*/ 3492420 w 7467600"/>
              <a:gd name="connsiteY165" fmla="*/ 4510145 h 6858000"/>
              <a:gd name="connsiteX166" fmla="*/ 3364086 w 7467600"/>
              <a:gd name="connsiteY166" fmla="*/ 4480340 h 6858000"/>
              <a:gd name="connsiteX167" fmla="*/ 3225818 w 7467600"/>
              <a:gd name="connsiteY167" fmla="*/ 4411822 h 6858000"/>
              <a:gd name="connsiteX168" fmla="*/ 3129696 w 7467600"/>
              <a:gd name="connsiteY168" fmla="*/ 4360704 h 6858000"/>
              <a:gd name="connsiteX169" fmla="*/ 2814545 w 7467600"/>
              <a:gd name="connsiteY169" fmla="*/ 4282955 h 6858000"/>
              <a:gd name="connsiteX170" fmla="*/ 2305292 w 7467600"/>
              <a:gd name="connsiteY170" fmla="*/ 4219492 h 6858000"/>
              <a:gd name="connsiteX171" fmla="*/ 2626982 w 7467600"/>
              <a:gd name="connsiteY171" fmla="*/ 4206450 h 6858000"/>
              <a:gd name="connsiteX172" fmla="*/ 2490617 w 7467600"/>
              <a:gd name="connsiteY172" fmla="*/ 4206951 h 6858000"/>
              <a:gd name="connsiteX173" fmla="*/ 2819869 w 7467600"/>
              <a:gd name="connsiteY173" fmla="*/ 4252936 h 6858000"/>
              <a:gd name="connsiteX174" fmla="*/ 3143018 w 7467600"/>
              <a:gd name="connsiteY174" fmla="*/ 4332698 h 6858000"/>
              <a:gd name="connsiteX175" fmla="*/ 3241520 w 7467600"/>
              <a:gd name="connsiteY175" fmla="*/ 4385112 h 6858000"/>
              <a:gd name="connsiteX176" fmla="*/ 3374575 w 7467600"/>
              <a:gd name="connsiteY176" fmla="*/ 4451517 h 6858000"/>
              <a:gd name="connsiteX177" fmla="*/ 3505221 w 7467600"/>
              <a:gd name="connsiteY177" fmla="*/ 4480757 h 6858000"/>
              <a:gd name="connsiteX178" fmla="*/ 2626982 w 7467600"/>
              <a:gd name="connsiteY178" fmla="*/ 4206450 h 6858000"/>
              <a:gd name="connsiteX179" fmla="*/ 1310106 w 7467600"/>
              <a:gd name="connsiteY179" fmla="*/ 3943217 h 6858000"/>
              <a:gd name="connsiteX180" fmla="*/ 854994 w 7467600"/>
              <a:gd name="connsiteY180" fmla="*/ 4399136 h 6858000"/>
              <a:gd name="connsiteX181" fmla="*/ 742462 w 7467600"/>
              <a:gd name="connsiteY181" fmla="*/ 4594648 h 6858000"/>
              <a:gd name="connsiteX182" fmla="*/ 820602 w 7467600"/>
              <a:gd name="connsiteY182" fmla="*/ 4485915 h 6858000"/>
              <a:gd name="connsiteX183" fmla="*/ 878295 w 7467600"/>
              <a:gd name="connsiteY183" fmla="*/ 4403594 h 6858000"/>
              <a:gd name="connsiteX184" fmla="*/ 1240607 w 7467600"/>
              <a:gd name="connsiteY184" fmla="*/ 4010401 h 6858000"/>
              <a:gd name="connsiteX185" fmla="*/ 1310106 w 7467600"/>
              <a:gd name="connsiteY185" fmla="*/ 3943217 h 6858000"/>
              <a:gd name="connsiteX186" fmla="*/ 1423113 w 7467600"/>
              <a:gd name="connsiteY186" fmla="*/ 3874565 h 6858000"/>
              <a:gd name="connsiteX187" fmla="*/ 1260565 w 7467600"/>
              <a:gd name="connsiteY187" fmla="*/ 4031982 h 6858000"/>
              <a:gd name="connsiteX188" fmla="*/ 901900 w 7467600"/>
              <a:gd name="connsiteY188" fmla="*/ 4421236 h 6858000"/>
              <a:gd name="connsiteX189" fmla="*/ 845044 w 7467600"/>
              <a:gd name="connsiteY189" fmla="*/ 4502436 h 6858000"/>
              <a:gd name="connsiteX190" fmla="*/ 685926 w 7467600"/>
              <a:gd name="connsiteY190" fmla="*/ 4703069 h 6858000"/>
              <a:gd name="connsiteX191" fmla="*/ 684248 w 7467600"/>
              <a:gd name="connsiteY191" fmla="*/ 4706721 h 6858000"/>
              <a:gd name="connsiteX192" fmla="*/ 1423113 w 7467600"/>
              <a:gd name="connsiteY192" fmla="*/ 3874565 h 6858000"/>
              <a:gd name="connsiteX193" fmla="*/ 3316479 w 7467600"/>
              <a:gd name="connsiteY193" fmla="*/ 3872136 h 6858000"/>
              <a:gd name="connsiteX194" fmla="*/ 3546806 w 7467600"/>
              <a:gd name="connsiteY194" fmla="*/ 4356139 h 6858000"/>
              <a:gd name="connsiteX195" fmla="*/ 3364433 w 7467600"/>
              <a:gd name="connsiteY195" fmla="*/ 3953121 h 6858000"/>
              <a:gd name="connsiteX196" fmla="*/ 3316479 w 7467600"/>
              <a:gd name="connsiteY196" fmla="*/ 3872136 h 6858000"/>
              <a:gd name="connsiteX197" fmla="*/ 3291335 w 7467600"/>
              <a:gd name="connsiteY197" fmla="*/ 3767420 h 6858000"/>
              <a:gd name="connsiteX198" fmla="*/ 3390805 w 7467600"/>
              <a:gd name="connsiteY198" fmla="*/ 3937163 h 6858000"/>
              <a:gd name="connsiteX199" fmla="*/ 3579062 w 7467600"/>
              <a:gd name="connsiteY199" fmla="*/ 4359040 h 6858000"/>
              <a:gd name="connsiteX200" fmla="*/ 3467355 w 7467600"/>
              <a:gd name="connsiteY200" fmla="*/ 3988130 h 6858000"/>
              <a:gd name="connsiteX201" fmla="*/ 3310753 w 7467600"/>
              <a:gd name="connsiteY201" fmla="*/ 3787140 h 6858000"/>
              <a:gd name="connsiteX202" fmla="*/ 3291335 w 7467600"/>
              <a:gd name="connsiteY202" fmla="*/ 3767420 h 6858000"/>
              <a:gd name="connsiteX203" fmla="*/ 1635889 w 7467600"/>
              <a:gd name="connsiteY203" fmla="*/ 3709494 h 6858000"/>
              <a:gd name="connsiteX204" fmla="*/ 1634800 w 7467600"/>
              <a:gd name="connsiteY204" fmla="*/ 3731111 h 6858000"/>
              <a:gd name="connsiteX205" fmla="*/ 1635889 w 7467600"/>
              <a:gd name="connsiteY205" fmla="*/ 3709494 h 6858000"/>
              <a:gd name="connsiteX206" fmla="*/ 1510397 w 7467600"/>
              <a:gd name="connsiteY206" fmla="*/ 3684705 h 6858000"/>
              <a:gd name="connsiteX207" fmla="*/ 1146550 w 7467600"/>
              <a:gd name="connsiteY207" fmla="*/ 3802012 h 6858000"/>
              <a:gd name="connsiteX208" fmla="*/ 698834 w 7467600"/>
              <a:gd name="connsiteY208" fmla="*/ 3952272 h 6858000"/>
              <a:gd name="connsiteX209" fmla="*/ 34256 w 7467600"/>
              <a:gd name="connsiteY209" fmla="*/ 4347603 h 6858000"/>
              <a:gd name="connsiteX210" fmla="*/ 527241 w 7467600"/>
              <a:gd name="connsiteY210" fmla="*/ 4065078 h 6858000"/>
              <a:gd name="connsiteX211" fmla="*/ 1510397 w 7467600"/>
              <a:gd name="connsiteY211" fmla="*/ 3684705 h 6858000"/>
              <a:gd name="connsiteX212" fmla="*/ 1313114 w 7467600"/>
              <a:gd name="connsiteY212" fmla="*/ 3655216 h 6858000"/>
              <a:gd name="connsiteX213" fmla="*/ 1109304 w 7467600"/>
              <a:gd name="connsiteY213" fmla="*/ 3669030 h 6858000"/>
              <a:gd name="connsiteX214" fmla="*/ 8129 w 7467600"/>
              <a:gd name="connsiteY214" fmla="*/ 4330519 h 6858000"/>
              <a:gd name="connsiteX215" fmla="*/ 687572 w 7467600"/>
              <a:gd name="connsiteY215" fmla="*/ 3925629 h 6858000"/>
              <a:gd name="connsiteX216" fmla="*/ 1138365 w 7467600"/>
              <a:gd name="connsiteY216" fmla="*/ 3774515 h 6858000"/>
              <a:gd name="connsiteX217" fmla="*/ 1505579 w 7467600"/>
              <a:gd name="connsiteY217" fmla="*/ 3655526 h 6858000"/>
              <a:gd name="connsiteX218" fmla="*/ 1313114 w 7467600"/>
              <a:gd name="connsiteY218" fmla="*/ 3655216 h 6858000"/>
              <a:gd name="connsiteX219" fmla="*/ 3655073 w 7467600"/>
              <a:gd name="connsiteY219" fmla="*/ 3650884 h 6858000"/>
              <a:gd name="connsiteX220" fmla="*/ 3989938 w 7467600"/>
              <a:gd name="connsiteY220" fmla="*/ 3991685 h 6858000"/>
              <a:gd name="connsiteX221" fmla="*/ 4393907 w 7467600"/>
              <a:gd name="connsiteY221" fmla="*/ 4261258 h 6858000"/>
              <a:gd name="connsiteX222" fmla="*/ 4648051 w 7467600"/>
              <a:gd name="connsiteY222" fmla="*/ 4374051 h 6858000"/>
              <a:gd name="connsiteX223" fmla="*/ 4383389 w 7467600"/>
              <a:gd name="connsiteY223" fmla="*/ 4184369 h 6858000"/>
              <a:gd name="connsiteX224" fmla="*/ 4165508 w 7467600"/>
              <a:gd name="connsiteY224" fmla="*/ 4035196 h 6858000"/>
              <a:gd name="connsiteX225" fmla="*/ 4068162 w 7467600"/>
              <a:gd name="connsiteY225" fmla="*/ 3953394 h 6858000"/>
              <a:gd name="connsiteX226" fmla="*/ 3981416 w 7467600"/>
              <a:gd name="connsiteY226" fmla="*/ 3880482 h 6858000"/>
              <a:gd name="connsiteX227" fmla="*/ 3800147 w 7467600"/>
              <a:gd name="connsiteY227" fmla="*/ 3749872 h 6858000"/>
              <a:gd name="connsiteX228" fmla="*/ 3655073 w 7467600"/>
              <a:gd name="connsiteY228" fmla="*/ 3650884 h 6858000"/>
              <a:gd name="connsiteX229" fmla="*/ 3670252 w 7467600"/>
              <a:gd name="connsiteY229" fmla="*/ 3622798 h 6858000"/>
              <a:gd name="connsiteX230" fmla="*/ 3817258 w 7467600"/>
              <a:gd name="connsiteY230" fmla="*/ 3723577 h 6858000"/>
              <a:gd name="connsiteX231" fmla="*/ 4000461 w 7467600"/>
              <a:gd name="connsiteY231" fmla="*/ 3855966 h 6858000"/>
              <a:gd name="connsiteX232" fmla="*/ 4088180 w 7467600"/>
              <a:gd name="connsiteY232" fmla="*/ 3929774 h 6858000"/>
              <a:gd name="connsiteX233" fmla="*/ 4184555 w 7467600"/>
              <a:gd name="connsiteY233" fmla="*/ 4010683 h 6858000"/>
              <a:gd name="connsiteX234" fmla="*/ 4399563 w 7467600"/>
              <a:gd name="connsiteY234" fmla="*/ 4158106 h 6858000"/>
              <a:gd name="connsiteX235" fmla="*/ 4684469 w 7467600"/>
              <a:gd name="connsiteY235" fmla="*/ 4364680 h 6858000"/>
              <a:gd name="connsiteX236" fmla="*/ 4690271 w 7467600"/>
              <a:gd name="connsiteY236" fmla="*/ 4370034 h 6858000"/>
              <a:gd name="connsiteX237" fmla="*/ 4136093 w 7467600"/>
              <a:gd name="connsiteY237" fmla="*/ 3858466 h 6858000"/>
              <a:gd name="connsiteX238" fmla="*/ 3670252 w 7467600"/>
              <a:gd name="connsiteY238" fmla="*/ 3622798 h 6858000"/>
              <a:gd name="connsiteX239" fmla="*/ 4440129 w 7467600"/>
              <a:gd name="connsiteY239" fmla="*/ 3448571 h 6858000"/>
              <a:gd name="connsiteX240" fmla="*/ 4856525 w 7467600"/>
              <a:gd name="connsiteY240" fmla="*/ 3915351 h 6858000"/>
              <a:gd name="connsiteX241" fmla="*/ 5059055 w 7467600"/>
              <a:gd name="connsiteY241" fmla="*/ 4108918 h 6858000"/>
              <a:gd name="connsiteX242" fmla="*/ 5290070 w 7467600"/>
              <a:gd name="connsiteY242" fmla="*/ 4263619 h 6858000"/>
              <a:gd name="connsiteX243" fmla="*/ 4834991 w 7467600"/>
              <a:gd name="connsiteY243" fmla="*/ 3830985 h 6858000"/>
              <a:gd name="connsiteX244" fmla="*/ 4440129 w 7467600"/>
              <a:gd name="connsiteY244" fmla="*/ 3448571 h 6858000"/>
              <a:gd name="connsiteX245" fmla="*/ 4441737 w 7467600"/>
              <a:gd name="connsiteY245" fmla="*/ 3399734 h 6858000"/>
              <a:gd name="connsiteX246" fmla="*/ 4431236 w 7467600"/>
              <a:gd name="connsiteY246" fmla="*/ 3400954 h 6858000"/>
              <a:gd name="connsiteX247" fmla="*/ 4557150 w 7467600"/>
              <a:gd name="connsiteY247" fmla="*/ 3510023 h 6858000"/>
              <a:gd name="connsiteX248" fmla="*/ 4856936 w 7467600"/>
              <a:gd name="connsiteY248" fmla="*/ 3809146 h 6858000"/>
              <a:gd name="connsiteX249" fmla="*/ 5111996 w 7467600"/>
              <a:gd name="connsiteY249" fmla="*/ 4065759 h 6858000"/>
              <a:gd name="connsiteX250" fmla="*/ 5388878 w 7467600"/>
              <a:gd name="connsiteY250" fmla="*/ 4300185 h 6858000"/>
              <a:gd name="connsiteX251" fmla="*/ 5425556 w 7467600"/>
              <a:gd name="connsiteY251" fmla="*/ 4308967 h 6858000"/>
              <a:gd name="connsiteX252" fmla="*/ 4943646 w 7467600"/>
              <a:gd name="connsiteY252" fmla="*/ 3822916 h 6858000"/>
              <a:gd name="connsiteX253" fmla="*/ 4594837 w 7467600"/>
              <a:gd name="connsiteY253" fmla="*/ 3532274 h 6858000"/>
              <a:gd name="connsiteX254" fmla="*/ 4441737 w 7467600"/>
              <a:gd name="connsiteY254" fmla="*/ 3399734 h 6858000"/>
              <a:gd name="connsiteX255" fmla="*/ 5425834 w 7467600"/>
              <a:gd name="connsiteY255" fmla="*/ 3162785 h 6858000"/>
              <a:gd name="connsiteX256" fmla="*/ 5401644 w 7467600"/>
              <a:gd name="connsiteY256" fmla="*/ 3617847 h 6858000"/>
              <a:gd name="connsiteX257" fmla="*/ 5467256 w 7467600"/>
              <a:gd name="connsiteY257" fmla="*/ 4175494 h 6858000"/>
              <a:gd name="connsiteX258" fmla="*/ 5448069 w 7467600"/>
              <a:gd name="connsiteY258" fmla="*/ 3567554 h 6858000"/>
              <a:gd name="connsiteX259" fmla="*/ 5425834 w 7467600"/>
              <a:gd name="connsiteY259" fmla="*/ 3162785 h 6858000"/>
              <a:gd name="connsiteX260" fmla="*/ 1318687 w 7467600"/>
              <a:gd name="connsiteY260" fmla="*/ 3113840 h 6858000"/>
              <a:gd name="connsiteX261" fmla="*/ 1066793 w 7467600"/>
              <a:gd name="connsiteY261" fmla="*/ 3212171 h 6858000"/>
              <a:gd name="connsiteX262" fmla="*/ 993319 w 7467600"/>
              <a:gd name="connsiteY262" fmla="*/ 3247648 h 6858000"/>
              <a:gd name="connsiteX263" fmla="*/ 853081 w 7467600"/>
              <a:gd name="connsiteY263" fmla="*/ 3312410 h 6858000"/>
              <a:gd name="connsiteX264" fmla="*/ 805957 w 7467600"/>
              <a:gd name="connsiteY264" fmla="*/ 3330443 h 6858000"/>
              <a:gd name="connsiteX265" fmla="*/ 1318687 w 7467600"/>
              <a:gd name="connsiteY265" fmla="*/ 3113840 h 6858000"/>
              <a:gd name="connsiteX266" fmla="*/ 5453702 w 7467600"/>
              <a:gd name="connsiteY266" fmla="*/ 3090882 h 6858000"/>
              <a:gd name="connsiteX267" fmla="*/ 5480135 w 7467600"/>
              <a:gd name="connsiteY267" fmla="*/ 3565802 h 6858000"/>
              <a:gd name="connsiteX268" fmla="*/ 5499023 w 7467600"/>
              <a:gd name="connsiteY268" fmla="*/ 4166310 h 6858000"/>
              <a:gd name="connsiteX269" fmla="*/ 5547022 w 7467600"/>
              <a:gd name="connsiteY269" fmla="*/ 3607838 h 6858000"/>
              <a:gd name="connsiteX270" fmla="*/ 5515964 w 7467600"/>
              <a:gd name="connsiteY270" fmla="*/ 3378541 h 6858000"/>
              <a:gd name="connsiteX271" fmla="*/ 5453702 w 7467600"/>
              <a:gd name="connsiteY271" fmla="*/ 3090882 h 6858000"/>
              <a:gd name="connsiteX272" fmla="*/ 1238695 w 7467600"/>
              <a:gd name="connsiteY272" fmla="*/ 3076820 h 6858000"/>
              <a:gd name="connsiteX273" fmla="*/ 716371 w 7467600"/>
              <a:gd name="connsiteY273" fmla="*/ 3293249 h 6858000"/>
              <a:gd name="connsiteX274" fmla="*/ 579522 w 7467600"/>
              <a:gd name="connsiteY274" fmla="*/ 3371759 h 6858000"/>
              <a:gd name="connsiteX275" fmla="*/ 600288 w 7467600"/>
              <a:gd name="connsiteY275" fmla="*/ 3365555 h 6858000"/>
              <a:gd name="connsiteX276" fmla="*/ 840692 w 7467600"/>
              <a:gd name="connsiteY276" fmla="*/ 3284921 h 6858000"/>
              <a:gd name="connsiteX277" fmla="*/ 979248 w 7467600"/>
              <a:gd name="connsiteY277" fmla="*/ 3221003 h 6858000"/>
              <a:gd name="connsiteX278" fmla="*/ 1053282 w 7467600"/>
              <a:gd name="connsiteY278" fmla="*/ 3185247 h 6858000"/>
              <a:gd name="connsiteX279" fmla="*/ 1320603 w 7467600"/>
              <a:gd name="connsiteY279" fmla="*/ 3081281 h 6858000"/>
              <a:gd name="connsiteX280" fmla="*/ 1238695 w 7467600"/>
              <a:gd name="connsiteY280" fmla="*/ 3076820 h 6858000"/>
              <a:gd name="connsiteX281" fmla="*/ 5425627 w 7467600"/>
              <a:gd name="connsiteY281" fmla="*/ 2954192 h 6858000"/>
              <a:gd name="connsiteX282" fmla="*/ 5470770 w 7467600"/>
              <a:gd name="connsiteY282" fmla="*/ 3005435 h 6858000"/>
              <a:gd name="connsiteX283" fmla="*/ 5519779 w 7467600"/>
              <a:gd name="connsiteY283" fmla="*/ 4359223 h 6858000"/>
              <a:gd name="connsiteX284" fmla="*/ 5520293 w 7467600"/>
              <a:gd name="connsiteY284" fmla="*/ 4360602 h 6858000"/>
              <a:gd name="connsiteX285" fmla="*/ 5767221 w 7467600"/>
              <a:gd name="connsiteY285" fmla="*/ 4665564 h 6858000"/>
              <a:gd name="connsiteX286" fmla="*/ 6937169 w 7467600"/>
              <a:gd name="connsiteY286" fmla="*/ 4815941 h 6858000"/>
              <a:gd name="connsiteX287" fmla="*/ 6953922 w 7467600"/>
              <a:gd name="connsiteY287" fmla="*/ 4890068 h 6858000"/>
              <a:gd name="connsiteX288" fmla="*/ 6071359 w 7467600"/>
              <a:gd name="connsiteY288" fmla="*/ 4770770 h 6858000"/>
              <a:gd name="connsiteX289" fmla="*/ 6038839 w 7467600"/>
              <a:gd name="connsiteY289" fmla="*/ 4764474 h 6858000"/>
              <a:gd name="connsiteX290" fmla="*/ 6038706 w 7467600"/>
              <a:gd name="connsiteY290" fmla="*/ 4763847 h 6858000"/>
              <a:gd name="connsiteX291" fmla="*/ 6037784 w 7467600"/>
              <a:gd name="connsiteY291" fmla="*/ 4764270 h 6858000"/>
              <a:gd name="connsiteX292" fmla="*/ 6038839 w 7467600"/>
              <a:gd name="connsiteY292" fmla="*/ 4764474 h 6858000"/>
              <a:gd name="connsiteX293" fmla="*/ 6040338 w 7467600"/>
              <a:gd name="connsiteY293" fmla="*/ 4771418 h 6858000"/>
              <a:gd name="connsiteX294" fmla="*/ 6024488 w 7467600"/>
              <a:gd name="connsiteY294" fmla="*/ 4809903 h 6858000"/>
              <a:gd name="connsiteX295" fmla="*/ 5599771 w 7467600"/>
              <a:gd name="connsiteY295" fmla="*/ 5509652 h 6858000"/>
              <a:gd name="connsiteX296" fmla="*/ 5548843 w 7467600"/>
              <a:gd name="connsiteY296" fmla="*/ 5563845 h 6858000"/>
              <a:gd name="connsiteX297" fmla="*/ 5940952 w 7467600"/>
              <a:gd name="connsiteY297" fmla="*/ 6250028 h 6858000"/>
              <a:gd name="connsiteX298" fmla="*/ 6043441 w 7467600"/>
              <a:gd name="connsiteY298" fmla="*/ 6665847 h 6858000"/>
              <a:gd name="connsiteX299" fmla="*/ 6093432 w 7467600"/>
              <a:gd name="connsiteY299" fmla="*/ 6858000 h 6858000"/>
              <a:gd name="connsiteX300" fmla="*/ 6034344 w 7467600"/>
              <a:gd name="connsiteY300" fmla="*/ 6858000 h 6858000"/>
              <a:gd name="connsiteX301" fmla="*/ 6026679 w 7467600"/>
              <a:gd name="connsiteY301" fmla="*/ 6836959 h 6858000"/>
              <a:gd name="connsiteX302" fmla="*/ 5800441 w 7467600"/>
              <a:gd name="connsiteY302" fmla="*/ 6335286 h 6858000"/>
              <a:gd name="connsiteX303" fmla="*/ 5526562 w 7467600"/>
              <a:gd name="connsiteY303" fmla="*/ 5705388 h 6858000"/>
              <a:gd name="connsiteX304" fmla="*/ 5519640 w 7467600"/>
              <a:gd name="connsiteY304" fmla="*/ 5683774 h 6858000"/>
              <a:gd name="connsiteX305" fmla="*/ 5844559 w 7467600"/>
              <a:gd name="connsiteY305" fmla="*/ 6553349 h 6858000"/>
              <a:gd name="connsiteX306" fmla="*/ 5975994 w 7467600"/>
              <a:gd name="connsiteY306" fmla="*/ 6858000 h 6858000"/>
              <a:gd name="connsiteX307" fmla="*/ 5898547 w 7467600"/>
              <a:gd name="connsiteY307" fmla="*/ 6858000 h 6858000"/>
              <a:gd name="connsiteX308" fmla="*/ 5682041 w 7467600"/>
              <a:gd name="connsiteY308" fmla="*/ 6355860 h 6858000"/>
              <a:gd name="connsiteX309" fmla="*/ 5461758 w 7467600"/>
              <a:gd name="connsiteY309" fmla="*/ 5820220 h 6858000"/>
              <a:gd name="connsiteX310" fmla="*/ 5237282 w 7467600"/>
              <a:gd name="connsiteY310" fmla="*/ 6579086 h 6858000"/>
              <a:gd name="connsiteX311" fmla="*/ 5115009 w 7467600"/>
              <a:gd name="connsiteY311" fmla="*/ 6858000 h 6858000"/>
              <a:gd name="connsiteX312" fmla="*/ 5028074 w 7467600"/>
              <a:gd name="connsiteY312" fmla="*/ 6858000 h 6858000"/>
              <a:gd name="connsiteX313" fmla="*/ 5079508 w 7467600"/>
              <a:gd name="connsiteY313" fmla="*/ 6749074 h 6858000"/>
              <a:gd name="connsiteX314" fmla="*/ 5371846 w 7467600"/>
              <a:gd name="connsiteY314" fmla="*/ 5924413 h 6858000"/>
              <a:gd name="connsiteX315" fmla="*/ 5270512 w 7467600"/>
              <a:gd name="connsiteY315" fmla="*/ 6138975 h 6858000"/>
              <a:gd name="connsiteX316" fmla="*/ 5062409 w 7467600"/>
              <a:gd name="connsiteY316" fmla="*/ 6653544 h 6858000"/>
              <a:gd name="connsiteX317" fmla="*/ 5036628 w 7467600"/>
              <a:gd name="connsiteY317" fmla="*/ 6754247 h 6858000"/>
              <a:gd name="connsiteX318" fmla="*/ 5009112 w 7467600"/>
              <a:gd name="connsiteY318" fmla="*/ 6858000 h 6858000"/>
              <a:gd name="connsiteX319" fmla="*/ 4976679 w 7467600"/>
              <a:gd name="connsiteY319" fmla="*/ 6858000 h 6858000"/>
              <a:gd name="connsiteX320" fmla="*/ 5006537 w 7467600"/>
              <a:gd name="connsiteY320" fmla="*/ 6747068 h 6858000"/>
              <a:gd name="connsiteX321" fmla="*/ 5032723 w 7467600"/>
              <a:gd name="connsiteY321" fmla="*/ 6644957 h 6858000"/>
              <a:gd name="connsiteX322" fmla="*/ 5242949 w 7467600"/>
              <a:gd name="connsiteY322" fmla="*/ 6125175 h 6858000"/>
              <a:gd name="connsiteX323" fmla="*/ 5286321 w 7467600"/>
              <a:gd name="connsiteY323" fmla="*/ 6033555 h 6858000"/>
              <a:gd name="connsiteX324" fmla="*/ 5008210 w 7467600"/>
              <a:gd name="connsiteY324" fmla="*/ 6649194 h 6858000"/>
              <a:gd name="connsiteX325" fmla="*/ 4986321 w 7467600"/>
              <a:gd name="connsiteY325" fmla="*/ 6765687 h 6858000"/>
              <a:gd name="connsiteX326" fmla="*/ 4973474 w 7467600"/>
              <a:gd name="connsiteY326" fmla="*/ 6858000 h 6858000"/>
              <a:gd name="connsiteX327" fmla="*/ 4907178 w 7467600"/>
              <a:gd name="connsiteY327" fmla="*/ 6858000 h 6858000"/>
              <a:gd name="connsiteX328" fmla="*/ 4910810 w 7467600"/>
              <a:gd name="connsiteY328" fmla="*/ 6829660 h 6858000"/>
              <a:gd name="connsiteX329" fmla="*/ 4987461 w 7467600"/>
              <a:gd name="connsiteY329" fmla="*/ 6432994 h 6858000"/>
              <a:gd name="connsiteX330" fmla="*/ 5179262 w 7467600"/>
              <a:gd name="connsiteY330" fmla="*/ 6035044 h 6858000"/>
              <a:gd name="connsiteX331" fmla="*/ 4689678 w 7467600"/>
              <a:gd name="connsiteY331" fmla="*/ 6440241 h 6858000"/>
              <a:gd name="connsiteX332" fmla="*/ 4477543 w 7467600"/>
              <a:gd name="connsiteY332" fmla="*/ 6674836 h 6858000"/>
              <a:gd name="connsiteX333" fmla="*/ 4329957 w 7467600"/>
              <a:gd name="connsiteY333" fmla="*/ 6858000 h 6858000"/>
              <a:gd name="connsiteX334" fmla="*/ 4218595 w 7467600"/>
              <a:gd name="connsiteY334" fmla="*/ 6858000 h 6858000"/>
              <a:gd name="connsiteX335" fmla="*/ 4368888 w 7467600"/>
              <a:gd name="connsiteY335" fmla="*/ 6668412 h 6858000"/>
              <a:gd name="connsiteX336" fmla="*/ 4563091 w 7467600"/>
              <a:gd name="connsiteY336" fmla="*/ 6442508 h 6858000"/>
              <a:gd name="connsiteX337" fmla="*/ 5387324 w 7467600"/>
              <a:gd name="connsiteY337" fmla="*/ 5705830 h 6858000"/>
              <a:gd name="connsiteX338" fmla="*/ 5073620 w 7467600"/>
              <a:gd name="connsiteY338" fmla="*/ 5955437 h 6858000"/>
              <a:gd name="connsiteX339" fmla="*/ 4689789 w 7467600"/>
              <a:gd name="connsiteY339" fmla="*/ 6268382 h 6858000"/>
              <a:gd name="connsiteX340" fmla="*/ 4418722 w 7467600"/>
              <a:gd name="connsiteY340" fmla="*/ 6570886 h 6858000"/>
              <a:gd name="connsiteX341" fmla="*/ 4214944 w 7467600"/>
              <a:gd name="connsiteY341" fmla="*/ 6858000 h 6858000"/>
              <a:gd name="connsiteX342" fmla="*/ 4177898 w 7467600"/>
              <a:gd name="connsiteY342" fmla="*/ 6858000 h 6858000"/>
              <a:gd name="connsiteX343" fmla="*/ 4391597 w 7467600"/>
              <a:gd name="connsiteY343" fmla="*/ 6556370 h 6858000"/>
              <a:gd name="connsiteX344" fmla="*/ 4668889 w 7467600"/>
              <a:gd name="connsiteY344" fmla="*/ 6246399 h 6858000"/>
              <a:gd name="connsiteX345" fmla="*/ 5055427 w 7467600"/>
              <a:gd name="connsiteY345" fmla="*/ 5931476 h 6858000"/>
              <a:gd name="connsiteX346" fmla="*/ 5371814 w 7467600"/>
              <a:gd name="connsiteY346" fmla="*/ 5678975 h 6858000"/>
              <a:gd name="connsiteX347" fmla="*/ 4987918 w 7467600"/>
              <a:gd name="connsiteY347" fmla="*/ 5838701 h 6858000"/>
              <a:gd name="connsiteX348" fmla="*/ 4317146 w 7467600"/>
              <a:gd name="connsiteY348" fmla="*/ 6587716 h 6858000"/>
              <a:gd name="connsiteX349" fmla="*/ 4171627 w 7467600"/>
              <a:gd name="connsiteY349" fmla="*/ 6858000 h 6858000"/>
              <a:gd name="connsiteX350" fmla="*/ 4081585 w 7467600"/>
              <a:gd name="connsiteY350" fmla="*/ 6858000 h 6858000"/>
              <a:gd name="connsiteX351" fmla="*/ 4238603 w 7467600"/>
              <a:gd name="connsiteY351" fmla="*/ 6559341 h 6858000"/>
              <a:gd name="connsiteX352" fmla="*/ 4778333 w 7467600"/>
              <a:gd name="connsiteY352" fmla="*/ 5873626 h 6858000"/>
              <a:gd name="connsiteX353" fmla="*/ 5414185 w 7467600"/>
              <a:gd name="connsiteY353" fmla="*/ 5573882 h 6858000"/>
              <a:gd name="connsiteX354" fmla="*/ 5959648 w 7467600"/>
              <a:gd name="connsiteY354" fmla="*/ 4760797 h 6858000"/>
              <a:gd name="connsiteX355" fmla="*/ 5355019 w 7467600"/>
              <a:gd name="connsiteY355" fmla="*/ 4734672 h 6858000"/>
              <a:gd name="connsiteX356" fmla="*/ 5083565 w 7467600"/>
              <a:gd name="connsiteY356" fmla="*/ 5179121 h 6858000"/>
              <a:gd name="connsiteX357" fmla="*/ 4713577 w 7467600"/>
              <a:gd name="connsiteY357" fmla="*/ 5616803 h 6858000"/>
              <a:gd name="connsiteX358" fmla="*/ 3989559 w 7467600"/>
              <a:gd name="connsiteY358" fmla="*/ 6145945 h 6858000"/>
              <a:gd name="connsiteX359" fmla="*/ 3939824 w 7467600"/>
              <a:gd name="connsiteY359" fmla="*/ 6066900 h 6858000"/>
              <a:gd name="connsiteX360" fmla="*/ 4584537 w 7467600"/>
              <a:gd name="connsiteY360" fmla="*/ 5324826 h 6858000"/>
              <a:gd name="connsiteX361" fmla="*/ 5037105 w 7467600"/>
              <a:gd name="connsiteY361" fmla="*/ 5088765 h 6858000"/>
              <a:gd name="connsiteX362" fmla="*/ 5039930 w 7467600"/>
              <a:gd name="connsiteY362" fmla="*/ 5089585 h 6858000"/>
              <a:gd name="connsiteX363" fmla="*/ 5263764 w 7467600"/>
              <a:gd name="connsiteY363" fmla="*/ 4735525 h 6858000"/>
              <a:gd name="connsiteX364" fmla="*/ 4086300 w 7467600"/>
              <a:gd name="connsiteY364" fmla="*/ 4884599 h 6858000"/>
              <a:gd name="connsiteX365" fmla="*/ 4085485 w 7467600"/>
              <a:gd name="connsiteY365" fmla="*/ 4899070 h 6858000"/>
              <a:gd name="connsiteX366" fmla="*/ 3871915 w 7467600"/>
              <a:gd name="connsiteY366" fmla="*/ 5253645 h 6858000"/>
              <a:gd name="connsiteX367" fmla="*/ 3799374 w 7467600"/>
              <a:gd name="connsiteY367" fmla="*/ 5466127 h 6858000"/>
              <a:gd name="connsiteX368" fmla="*/ 3498850 w 7467600"/>
              <a:gd name="connsiteY368" fmla="*/ 6661888 h 6858000"/>
              <a:gd name="connsiteX369" fmla="*/ 3399216 w 7467600"/>
              <a:gd name="connsiteY369" fmla="*/ 6858000 h 6858000"/>
              <a:gd name="connsiteX370" fmla="*/ 3303688 w 7467600"/>
              <a:gd name="connsiteY370" fmla="*/ 6858000 h 6858000"/>
              <a:gd name="connsiteX371" fmla="*/ 3391774 w 7467600"/>
              <a:gd name="connsiteY371" fmla="*/ 6697181 h 6858000"/>
              <a:gd name="connsiteX372" fmla="*/ 3735540 w 7467600"/>
              <a:gd name="connsiteY372" fmla="*/ 5546923 h 6858000"/>
              <a:gd name="connsiteX373" fmla="*/ 3729438 w 7467600"/>
              <a:gd name="connsiteY373" fmla="*/ 5569058 h 6858000"/>
              <a:gd name="connsiteX374" fmla="*/ 3707782 w 7467600"/>
              <a:gd name="connsiteY374" fmla="*/ 5644908 h 6858000"/>
              <a:gd name="connsiteX375" fmla="*/ 3583827 w 7467600"/>
              <a:gd name="connsiteY375" fmla="*/ 6039215 h 6858000"/>
              <a:gd name="connsiteX376" fmla="*/ 3547861 w 7467600"/>
              <a:gd name="connsiteY376" fmla="*/ 6129609 h 6858000"/>
              <a:gd name="connsiteX377" fmla="*/ 3490905 w 7467600"/>
              <a:gd name="connsiteY377" fmla="*/ 6277660 h 6858000"/>
              <a:gd name="connsiteX378" fmla="*/ 3455859 w 7467600"/>
              <a:gd name="connsiteY378" fmla="*/ 6391301 h 6858000"/>
              <a:gd name="connsiteX379" fmla="*/ 3429112 w 7467600"/>
              <a:gd name="connsiteY379" fmla="*/ 6479469 h 6858000"/>
              <a:gd name="connsiteX380" fmla="*/ 3304862 w 7467600"/>
              <a:gd name="connsiteY380" fmla="*/ 6796476 h 6858000"/>
              <a:gd name="connsiteX381" fmla="*/ 3276071 w 7467600"/>
              <a:gd name="connsiteY381" fmla="*/ 6858000 h 6858000"/>
              <a:gd name="connsiteX382" fmla="*/ 3240805 w 7467600"/>
              <a:gd name="connsiteY382" fmla="*/ 6858000 h 6858000"/>
              <a:gd name="connsiteX383" fmla="*/ 3275917 w 7467600"/>
              <a:gd name="connsiteY383" fmla="*/ 6783192 h 6858000"/>
              <a:gd name="connsiteX384" fmla="*/ 3399358 w 7467600"/>
              <a:gd name="connsiteY384" fmla="*/ 6469011 h 6858000"/>
              <a:gd name="connsiteX385" fmla="*/ 3425650 w 7467600"/>
              <a:gd name="connsiteY385" fmla="*/ 6381333 h 6858000"/>
              <a:gd name="connsiteX386" fmla="*/ 3460661 w 7467600"/>
              <a:gd name="connsiteY386" fmla="*/ 6266763 h 6858000"/>
              <a:gd name="connsiteX387" fmla="*/ 3518021 w 7467600"/>
              <a:gd name="connsiteY387" fmla="*/ 6117298 h 6858000"/>
              <a:gd name="connsiteX388" fmla="*/ 3554035 w 7467600"/>
              <a:gd name="connsiteY388" fmla="*/ 6027832 h 6858000"/>
              <a:gd name="connsiteX389" fmla="*/ 3677174 w 7467600"/>
              <a:gd name="connsiteY389" fmla="*/ 5636351 h 6858000"/>
              <a:gd name="connsiteX390" fmla="*/ 3698819 w 7467600"/>
              <a:gd name="connsiteY390" fmla="*/ 5560503 h 6858000"/>
              <a:gd name="connsiteX391" fmla="*/ 3702094 w 7467600"/>
              <a:gd name="connsiteY391" fmla="*/ 5549194 h 6858000"/>
              <a:gd name="connsiteX392" fmla="*/ 3398355 w 7467600"/>
              <a:gd name="connsiteY392" fmla="*/ 6094603 h 6858000"/>
              <a:gd name="connsiteX393" fmla="*/ 3193941 w 7467600"/>
              <a:gd name="connsiteY393" fmla="*/ 6798775 h 6858000"/>
              <a:gd name="connsiteX394" fmla="*/ 3184140 w 7467600"/>
              <a:gd name="connsiteY394" fmla="*/ 6858000 h 6858000"/>
              <a:gd name="connsiteX395" fmla="*/ 3099978 w 7467600"/>
              <a:gd name="connsiteY395" fmla="*/ 6858000 h 6858000"/>
              <a:gd name="connsiteX396" fmla="*/ 3101556 w 7467600"/>
              <a:gd name="connsiteY396" fmla="*/ 6843337 h 6858000"/>
              <a:gd name="connsiteX397" fmla="*/ 3370162 w 7467600"/>
              <a:gd name="connsiteY397" fmla="*/ 5785550 h 6858000"/>
              <a:gd name="connsiteX398" fmla="*/ 3746477 w 7467600"/>
              <a:gd name="connsiteY398" fmla="*/ 5377889 h 6858000"/>
              <a:gd name="connsiteX399" fmla="*/ 3863399 w 7467600"/>
              <a:gd name="connsiteY399" fmla="*/ 5087257 h 6858000"/>
              <a:gd name="connsiteX400" fmla="*/ 3968712 w 7467600"/>
              <a:gd name="connsiteY400" fmla="*/ 4913989 h 6858000"/>
              <a:gd name="connsiteX401" fmla="*/ 2792390 w 7467600"/>
              <a:gd name="connsiteY401" fmla="*/ 5382974 h 6858000"/>
              <a:gd name="connsiteX402" fmla="*/ 2714982 w 7467600"/>
              <a:gd name="connsiteY402" fmla="*/ 5427051 h 6858000"/>
              <a:gd name="connsiteX403" fmla="*/ 2813361 w 7467600"/>
              <a:gd name="connsiteY403" fmla="*/ 6023912 h 6858000"/>
              <a:gd name="connsiteX404" fmla="*/ 2688430 w 7467600"/>
              <a:gd name="connsiteY404" fmla="*/ 6801564 h 6858000"/>
              <a:gd name="connsiteX405" fmla="*/ 2629626 w 7467600"/>
              <a:gd name="connsiteY405" fmla="*/ 6763394 h 6858000"/>
              <a:gd name="connsiteX406" fmla="*/ 2565328 w 7467600"/>
              <a:gd name="connsiteY406" fmla="*/ 5516399 h 6858000"/>
              <a:gd name="connsiteX407" fmla="*/ 1922999 w 7467600"/>
              <a:gd name="connsiteY407" fmla="*/ 5980343 h 6858000"/>
              <a:gd name="connsiteX408" fmla="*/ 1950261 w 7467600"/>
              <a:gd name="connsiteY408" fmla="*/ 6405858 h 6858000"/>
              <a:gd name="connsiteX409" fmla="*/ 2365554 w 7467600"/>
              <a:gd name="connsiteY409" fmla="*/ 6759107 h 6858000"/>
              <a:gd name="connsiteX410" fmla="*/ 2424142 w 7467600"/>
              <a:gd name="connsiteY410" fmla="*/ 6858000 h 6858000"/>
              <a:gd name="connsiteX411" fmla="*/ 2395994 w 7467600"/>
              <a:gd name="connsiteY411" fmla="*/ 6858000 h 6858000"/>
              <a:gd name="connsiteX412" fmla="*/ 2392863 w 7467600"/>
              <a:gd name="connsiteY412" fmla="*/ 6852964 h 6858000"/>
              <a:gd name="connsiteX413" fmla="*/ 2017589 w 7467600"/>
              <a:gd name="connsiteY413" fmla="*/ 6493982 h 6858000"/>
              <a:gd name="connsiteX414" fmla="*/ 2147336 w 7467600"/>
              <a:gd name="connsiteY414" fmla="*/ 6594052 h 6858000"/>
              <a:gd name="connsiteX415" fmla="*/ 2207047 w 7467600"/>
              <a:gd name="connsiteY415" fmla="*/ 6654540 h 6858000"/>
              <a:gd name="connsiteX416" fmla="*/ 2299106 w 7467600"/>
              <a:gd name="connsiteY416" fmla="*/ 6778931 h 6858000"/>
              <a:gd name="connsiteX417" fmla="*/ 2314430 w 7467600"/>
              <a:gd name="connsiteY417" fmla="*/ 6801144 h 6858000"/>
              <a:gd name="connsiteX418" fmla="*/ 2352406 w 7467600"/>
              <a:gd name="connsiteY418" fmla="*/ 6858000 h 6858000"/>
              <a:gd name="connsiteX419" fmla="*/ 2314492 w 7467600"/>
              <a:gd name="connsiteY419" fmla="*/ 6858000 h 6858000"/>
              <a:gd name="connsiteX420" fmla="*/ 2288095 w 7467600"/>
              <a:gd name="connsiteY420" fmla="*/ 6818030 h 6858000"/>
              <a:gd name="connsiteX421" fmla="*/ 2272768 w 7467600"/>
              <a:gd name="connsiteY421" fmla="*/ 6795822 h 6858000"/>
              <a:gd name="connsiteX422" fmla="*/ 2182715 w 7467600"/>
              <a:gd name="connsiteY422" fmla="*/ 6675071 h 6858000"/>
              <a:gd name="connsiteX423" fmla="*/ 2032061 w 7467600"/>
              <a:gd name="connsiteY423" fmla="*/ 6541380 h 6858000"/>
              <a:gd name="connsiteX424" fmla="*/ 2257220 w 7467600"/>
              <a:gd name="connsiteY424" fmla="*/ 6826257 h 6858000"/>
              <a:gd name="connsiteX425" fmla="*/ 2281324 w 7467600"/>
              <a:gd name="connsiteY425" fmla="*/ 6858000 h 6858000"/>
              <a:gd name="connsiteX426" fmla="*/ 2242860 w 7467600"/>
              <a:gd name="connsiteY426" fmla="*/ 6858000 h 6858000"/>
              <a:gd name="connsiteX427" fmla="*/ 2232818 w 7467600"/>
              <a:gd name="connsiteY427" fmla="*/ 6844926 h 6858000"/>
              <a:gd name="connsiteX428" fmla="*/ 1990172 w 7467600"/>
              <a:gd name="connsiteY428" fmla="*/ 6542121 h 6858000"/>
              <a:gd name="connsiteX429" fmla="*/ 2124090 w 7467600"/>
              <a:gd name="connsiteY429" fmla="*/ 6761017 h 6858000"/>
              <a:gd name="connsiteX430" fmla="*/ 2200380 w 7467600"/>
              <a:gd name="connsiteY430" fmla="*/ 6858000 h 6858000"/>
              <a:gd name="connsiteX431" fmla="*/ 2147507 w 7467600"/>
              <a:gd name="connsiteY431" fmla="*/ 6858000 h 6858000"/>
              <a:gd name="connsiteX432" fmla="*/ 2070668 w 7467600"/>
              <a:gd name="connsiteY432" fmla="*/ 6761520 h 6858000"/>
              <a:gd name="connsiteX433" fmla="*/ 1975142 w 7467600"/>
              <a:gd name="connsiteY433" fmla="*/ 6585570 h 6858000"/>
              <a:gd name="connsiteX434" fmla="*/ 2050035 w 7467600"/>
              <a:gd name="connsiteY434" fmla="*/ 6813345 h 6858000"/>
              <a:gd name="connsiteX435" fmla="*/ 2063025 w 7467600"/>
              <a:gd name="connsiteY435" fmla="*/ 6858000 h 6858000"/>
              <a:gd name="connsiteX436" fmla="*/ 2021675 w 7467600"/>
              <a:gd name="connsiteY436" fmla="*/ 6858000 h 6858000"/>
              <a:gd name="connsiteX437" fmla="*/ 2019308 w 7467600"/>
              <a:gd name="connsiteY437" fmla="*/ 6847118 h 6858000"/>
              <a:gd name="connsiteX438" fmla="*/ 1938835 w 7467600"/>
              <a:gd name="connsiteY438" fmla="*/ 6551160 h 6858000"/>
              <a:gd name="connsiteX439" fmla="*/ 1953230 w 7467600"/>
              <a:gd name="connsiteY439" fmla="*/ 6759699 h 6858000"/>
              <a:gd name="connsiteX440" fmla="*/ 1956763 w 7467600"/>
              <a:gd name="connsiteY440" fmla="*/ 6778191 h 6858000"/>
              <a:gd name="connsiteX441" fmla="*/ 1967925 w 7467600"/>
              <a:gd name="connsiteY441" fmla="*/ 6858000 h 6858000"/>
              <a:gd name="connsiteX442" fmla="*/ 1936622 w 7467600"/>
              <a:gd name="connsiteY442" fmla="*/ 6858000 h 6858000"/>
              <a:gd name="connsiteX443" fmla="*/ 1926261 w 7467600"/>
              <a:gd name="connsiteY443" fmla="*/ 6784064 h 6858000"/>
              <a:gd name="connsiteX444" fmla="*/ 1922724 w 7467600"/>
              <a:gd name="connsiteY444" fmla="*/ 6765577 h 6858000"/>
              <a:gd name="connsiteX445" fmla="*/ 1904650 w 7467600"/>
              <a:gd name="connsiteY445" fmla="*/ 6639616 h 6858000"/>
              <a:gd name="connsiteX446" fmla="*/ 1885273 w 7467600"/>
              <a:gd name="connsiteY446" fmla="*/ 6858000 h 6858000"/>
              <a:gd name="connsiteX447" fmla="*/ 1854363 w 7467600"/>
              <a:gd name="connsiteY447" fmla="*/ 6858000 h 6858000"/>
              <a:gd name="connsiteX448" fmla="*/ 1880391 w 7467600"/>
              <a:gd name="connsiteY448" fmla="*/ 6603796 h 6858000"/>
              <a:gd name="connsiteX449" fmla="*/ 1818273 w 7467600"/>
              <a:gd name="connsiteY449" fmla="*/ 6715729 h 6858000"/>
              <a:gd name="connsiteX450" fmla="*/ 1794691 w 7467600"/>
              <a:gd name="connsiteY450" fmla="*/ 6843239 h 6858000"/>
              <a:gd name="connsiteX451" fmla="*/ 1794914 w 7467600"/>
              <a:gd name="connsiteY451" fmla="*/ 6858000 h 6858000"/>
              <a:gd name="connsiteX452" fmla="*/ 1746128 w 7467600"/>
              <a:gd name="connsiteY452" fmla="*/ 6858000 h 6858000"/>
              <a:gd name="connsiteX453" fmla="*/ 1753934 w 7467600"/>
              <a:gd name="connsiteY453" fmla="*/ 6724796 h 6858000"/>
              <a:gd name="connsiteX454" fmla="*/ 1792053 w 7467600"/>
              <a:gd name="connsiteY454" fmla="*/ 6572396 h 6858000"/>
              <a:gd name="connsiteX455" fmla="*/ 1862248 w 7467600"/>
              <a:gd name="connsiteY455" fmla="*/ 6266397 h 6858000"/>
              <a:gd name="connsiteX456" fmla="*/ 1862250 w 7467600"/>
              <a:gd name="connsiteY456" fmla="*/ 6033531 h 6858000"/>
              <a:gd name="connsiteX457" fmla="*/ 1211999 w 7467600"/>
              <a:gd name="connsiteY457" fmla="*/ 6683610 h 6858000"/>
              <a:gd name="connsiteX458" fmla="*/ 1213266 w 7467600"/>
              <a:gd name="connsiteY458" fmla="*/ 6691947 h 6858000"/>
              <a:gd name="connsiteX459" fmla="*/ 1203370 w 7467600"/>
              <a:gd name="connsiteY459" fmla="*/ 6850676 h 6858000"/>
              <a:gd name="connsiteX460" fmla="*/ 1203671 w 7467600"/>
              <a:gd name="connsiteY460" fmla="*/ 6858000 h 6858000"/>
              <a:gd name="connsiteX461" fmla="*/ 1143180 w 7467600"/>
              <a:gd name="connsiteY461" fmla="*/ 6858000 h 6858000"/>
              <a:gd name="connsiteX462" fmla="*/ 1142176 w 7467600"/>
              <a:gd name="connsiteY462" fmla="*/ 6766045 h 6858000"/>
              <a:gd name="connsiteX463" fmla="*/ 1067484 w 7467600"/>
              <a:gd name="connsiteY463" fmla="*/ 6858000 h 6858000"/>
              <a:gd name="connsiteX464" fmla="*/ 953928 w 7467600"/>
              <a:gd name="connsiteY464" fmla="*/ 6858000 h 6858000"/>
              <a:gd name="connsiteX465" fmla="*/ 959715 w 7467600"/>
              <a:gd name="connsiteY465" fmla="*/ 6850185 h 6858000"/>
              <a:gd name="connsiteX466" fmla="*/ 1483788 w 7467600"/>
              <a:gd name="connsiteY466" fmla="*/ 6259174 h 6858000"/>
              <a:gd name="connsiteX467" fmla="*/ 1100671 w 7467600"/>
              <a:gd name="connsiteY467" fmla="*/ 6252137 h 6858000"/>
              <a:gd name="connsiteX468" fmla="*/ 1090144 w 7467600"/>
              <a:gd name="connsiteY468" fmla="*/ 6256748 h 6858000"/>
              <a:gd name="connsiteX469" fmla="*/ 1095872 w 7467600"/>
              <a:gd name="connsiteY469" fmla="*/ 6271892 h 6858000"/>
              <a:gd name="connsiteX470" fmla="*/ 262785 w 7467600"/>
              <a:gd name="connsiteY470" fmla="*/ 6845450 h 6858000"/>
              <a:gd name="connsiteX471" fmla="*/ 209968 w 7467600"/>
              <a:gd name="connsiteY471" fmla="*/ 6770713 h 6858000"/>
              <a:gd name="connsiteX472" fmla="*/ 873460 w 7467600"/>
              <a:gd name="connsiteY472" fmla="*/ 6253768 h 6858000"/>
              <a:gd name="connsiteX473" fmla="*/ 192686 w 7467600"/>
              <a:gd name="connsiteY473" fmla="*/ 5849257 h 6858000"/>
              <a:gd name="connsiteX474" fmla="*/ 4696 w 7467600"/>
              <a:gd name="connsiteY474" fmla="*/ 5697668 h 6858000"/>
              <a:gd name="connsiteX475" fmla="*/ 0 w 7467600"/>
              <a:gd name="connsiteY475" fmla="*/ 5689984 h 6858000"/>
              <a:gd name="connsiteX476" fmla="*/ 0 w 7467600"/>
              <a:gd name="connsiteY476" fmla="*/ 5513472 h 6858000"/>
              <a:gd name="connsiteX477" fmla="*/ 174101 w 7467600"/>
              <a:gd name="connsiteY477" fmla="*/ 5620277 h 6858000"/>
              <a:gd name="connsiteX478" fmla="*/ 891800 w 7467600"/>
              <a:gd name="connsiteY478" fmla="*/ 6036935 h 6858000"/>
              <a:gd name="connsiteX479" fmla="*/ 1072219 w 7467600"/>
              <a:gd name="connsiteY479" fmla="*/ 6169443 h 6858000"/>
              <a:gd name="connsiteX480" fmla="*/ 1074117 w 7467600"/>
              <a:gd name="connsiteY480" fmla="*/ 6170301 h 6858000"/>
              <a:gd name="connsiteX481" fmla="*/ 1083114 w 7467600"/>
              <a:gd name="connsiteY481" fmla="*/ 6174131 h 6858000"/>
              <a:gd name="connsiteX482" fmla="*/ 1543010 w 7467600"/>
              <a:gd name="connsiteY482" fmla="*/ 6191140 h 6858000"/>
              <a:gd name="connsiteX483" fmla="*/ 1551080 w 7467600"/>
              <a:gd name="connsiteY483" fmla="*/ 6195006 h 6858000"/>
              <a:gd name="connsiteX484" fmla="*/ 2345443 w 7467600"/>
              <a:gd name="connsiteY484" fmla="*/ 5549882 h 6858000"/>
              <a:gd name="connsiteX485" fmla="*/ 1721499 w 7467600"/>
              <a:gd name="connsiteY485" fmla="*/ 5599969 h 6858000"/>
              <a:gd name="connsiteX486" fmla="*/ 767716 w 7467600"/>
              <a:gd name="connsiteY486" fmla="*/ 5472768 h 6858000"/>
              <a:gd name="connsiteX487" fmla="*/ 722147 w 7467600"/>
              <a:gd name="connsiteY487" fmla="*/ 5393091 h 6858000"/>
              <a:gd name="connsiteX488" fmla="*/ 1485552 w 7467600"/>
              <a:gd name="connsiteY488" fmla="*/ 5313202 h 6858000"/>
              <a:gd name="connsiteX489" fmla="*/ 2143004 w 7467600"/>
              <a:gd name="connsiteY489" fmla="*/ 5402420 h 6858000"/>
              <a:gd name="connsiteX490" fmla="*/ 1933391 w 7467600"/>
              <a:gd name="connsiteY490" fmla="*/ 5156971 h 6858000"/>
              <a:gd name="connsiteX491" fmla="*/ 1827118 w 7467600"/>
              <a:gd name="connsiteY491" fmla="*/ 4968410 h 6858000"/>
              <a:gd name="connsiteX492" fmla="*/ 1837349 w 7467600"/>
              <a:gd name="connsiteY492" fmla="*/ 4956357 h 6858000"/>
              <a:gd name="connsiteX493" fmla="*/ 2162835 w 7467600"/>
              <a:gd name="connsiteY493" fmla="*/ 5187853 h 6858000"/>
              <a:gd name="connsiteX494" fmla="*/ 2257167 w 7467600"/>
              <a:gd name="connsiteY494" fmla="*/ 5462123 h 6858000"/>
              <a:gd name="connsiteX495" fmla="*/ 2261598 w 7467600"/>
              <a:gd name="connsiteY495" fmla="*/ 5467998 h 6858000"/>
              <a:gd name="connsiteX496" fmla="*/ 2437177 w 7467600"/>
              <a:gd name="connsiteY496" fmla="*/ 5479608 h 6858000"/>
              <a:gd name="connsiteX497" fmla="*/ 2445247 w 7467600"/>
              <a:gd name="connsiteY497" fmla="*/ 5483476 h 6858000"/>
              <a:gd name="connsiteX498" fmla="*/ 2743626 w 7467600"/>
              <a:gd name="connsiteY498" fmla="*/ 5304819 h 6858000"/>
              <a:gd name="connsiteX499" fmla="*/ 3048102 w 7467600"/>
              <a:gd name="connsiteY499" fmla="*/ 5150595 h 6858000"/>
              <a:gd name="connsiteX500" fmla="*/ 1799414 w 7467600"/>
              <a:gd name="connsiteY500" fmla="*/ 4694732 h 6858000"/>
              <a:gd name="connsiteX501" fmla="*/ 1771735 w 7467600"/>
              <a:gd name="connsiteY501" fmla="*/ 4619929 h 6858000"/>
              <a:gd name="connsiteX502" fmla="*/ 3104273 w 7467600"/>
              <a:gd name="connsiteY502" fmla="*/ 5076159 h 6858000"/>
              <a:gd name="connsiteX503" fmla="*/ 3113245 w 7467600"/>
              <a:gd name="connsiteY503" fmla="*/ 5090705 h 6858000"/>
              <a:gd name="connsiteX504" fmla="*/ 3126294 w 7467600"/>
              <a:gd name="connsiteY504" fmla="*/ 5114400 h 6858000"/>
              <a:gd name="connsiteX505" fmla="*/ 3937433 w 7467600"/>
              <a:gd name="connsiteY505" fmla="*/ 4830473 h 6858000"/>
              <a:gd name="connsiteX506" fmla="*/ 3590475 w 7467600"/>
              <a:gd name="connsiteY506" fmla="*/ 4597974 h 6858000"/>
              <a:gd name="connsiteX507" fmla="*/ 3100264 w 7467600"/>
              <a:gd name="connsiteY507" fmla="*/ 4579845 h 6858000"/>
              <a:gd name="connsiteX508" fmla="*/ 2183576 w 7467600"/>
              <a:gd name="connsiteY508" fmla="*/ 4227150 h 6858000"/>
              <a:gd name="connsiteX509" fmla="*/ 2151029 w 7467600"/>
              <a:gd name="connsiteY509" fmla="*/ 4146947 h 6858000"/>
              <a:gd name="connsiteX510" fmla="*/ 3563434 w 7467600"/>
              <a:gd name="connsiteY510" fmla="*/ 4469115 h 6858000"/>
              <a:gd name="connsiteX511" fmla="*/ 3177952 w 7467600"/>
              <a:gd name="connsiteY511" fmla="*/ 3657386 h 6858000"/>
              <a:gd name="connsiteX512" fmla="*/ 3189263 w 7467600"/>
              <a:gd name="connsiteY512" fmla="*/ 3625726 h 6858000"/>
              <a:gd name="connsiteX513" fmla="*/ 3560912 w 7467600"/>
              <a:gd name="connsiteY513" fmla="*/ 4079863 h 6858000"/>
              <a:gd name="connsiteX514" fmla="*/ 3626636 w 7467600"/>
              <a:gd name="connsiteY514" fmla="*/ 4512230 h 6858000"/>
              <a:gd name="connsiteX515" fmla="*/ 3653088 w 7467600"/>
              <a:gd name="connsiteY515" fmla="*/ 4521417 h 6858000"/>
              <a:gd name="connsiteX516" fmla="*/ 3988128 w 7467600"/>
              <a:gd name="connsiteY516" fmla="*/ 4817267 h 6858000"/>
              <a:gd name="connsiteX517" fmla="*/ 4830582 w 7467600"/>
              <a:gd name="connsiteY517" fmla="*/ 4676000 h 6858000"/>
              <a:gd name="connsiteX518" fmla="*/ 4830100 w 7467600"/>
              <a:gd name="connsiteY518" fmla="*/ 4675554 h 6858000"/>
              <a:gd name="connsiteX519" fmla="*/ 4036318 w 7467600"/>
              <a:gd name="connsiteY519" fmla="*/ 4147013 h 6858000"/>
              <a:gd name="connsiteX520" fmla="*/ 3432098 w 7467600"/>
              <a:gd name="connsiteY520" fmla="*/ 3537312 h 6858000"/>
              <a:gd name="connsiteX521" fmla="*/ 3446761 w 7467600"/>
              <a:gd name="connsiteY521" fmla="*/ 3461278 h 6858000"/>
              <a:gd name="connsiteX522" fmla="*/ 4419733 w 7467600"/>
              <a:gd name="connsiteY522" fmla="*/ 3963555 h 6858000"/>
              <a:gd name="connsiteX523" fmla="*/ 4781371 w 7467600"/>
              <a:gd name="connsiteY523" fmla="*/ 4458604 h 6858000"/>
              <a:gd name="connsiteX524" fmla="*/ 4780440 w 7467600"/>
              <a:gd name="connsiteY524" fmla="*/ 4470290 h 6858000"/>
              <a:gd name="connsiteX525" fmla="*/ 4898954 w 7467600"/>
              <a:gd name="connsiteY525" fmla="*/ 4662092 h 6858000"/>
              <a:gd name="connsiteX526" fmla="*/ 4900699 w 7467600"/>
              <a:gd name="connsiteY526" fmla="*/ 4670867 h 6858000"/>
              <a:gd name="connsiteX527" fmla="*/ 5714511 w 7467600"/>
              <a:gd name="connsiteY527" fmla="*/ 4663483 h 6858000"/>
              <a:gd name="connsiteX528" fmla="*/ 5464793 w 7467600"/>
              <a:gd name="connsiteY528" fmla="*/ 4393556 h 6858000"/>
              <a:gd name="connsiteX529" fmla="*/ 5461897 w 7467600"/>
              <a:gd name="connsiteY529" fmla="*/ 4390879 h 6858000"/>
              <a:gd name="connsiteX530" fmla="*/ 4294126 w 7467600"/>
              <a:gd name="connsiteY530" fmla="*/ 3303048 h 6858000"/>
              <a:gd name="connsiteX531" fmla="*/ 4305321 w 7467600"/>
              <a:gd name="connsiteY531" fmla="*/ 3256953 h 6858000"/>
              <a:gd name="connsiteX532" fmla="*/ 4949299 w 7467600"/>
              <a:gd name="connsiteY532" fmla="*/ 3766336 h 6858000"/>
              <a:gd name="connsiteX533" fmla="*/ 5291452 w 7467600"/>
              <a:gd name="connsiteY533" fmla="*/ 4076801 h 6858000"/>
              <a:gd name="connsiteX534" fmla="*/ 5434998 w 7467600"/>
              <a:gd name="connsiteY534" fmla="*/ 4254100 h 6858000"/>
              <a:gd name="connsiteX535" fmla="*/ 5351015 w 7467600"/>
              <a:gd name="connsiteY535" fmla="*/ 3760989 h 6858000"/>
              <a:gd name="connsiteX536" fmla="*/ 5413780 w 7467600"/>
              <a:gd name="connsiteY536" fmla="*/ 2966265 h 6858000"/>
              <a:gd name="connsiteX537" fmla="*/ 5425627 w 7467600"/>
              <a:gd name="connsiteY537" fmla="*/ 2954192 h 6858000"/>
              <a:gd name="connsiteX538" fmla="*/ 6604735 w 7467600"/>
              <a:gd name="connsiteY538" fmla="*/ 2041381 h 6858000"/>
              <a:gd name="connsiteX539" fmla="*/ 7204487 w 7467600"/>
              <a:gd name="connsiteY539" fmla="*/ 2742112 h 6858000"/>
              <a:gd name="connsiteX540" fmla="*/ 7131592 w 7467600"/>
              <a:gd name="connsiteY540" fmla="*/ 2672096 h 6858000"/>
              <a:gd name="connsiteX541" fmla="*/ 6996344 w 7467600"/>
              <a:gd name="connsiteY541" fmla="*/ 2518310 h 6858000"/>
              <a:gd name="connsiteX542" fmla="*/ 6735495 w 7467600"/>
              <a:gd name="connsiteY542" fmla="*/ 2196890 h 6858000"/>
              <a:gd name="connsiteX543" fmla="*/ 6721901 w 7467600"/>
              <a:gd name="connsiteY543" fmla="*/ 2179274 h 6858000"/>
              <a:gd name="connsiteX544" fmla="*/ 6604735 w 7467600"/>
              <a:gd name="connsiteY544" fmla="*/ 2041381 h 6858000"/>
              <a:gd name="connsiteX545" fmla="*/ 6591670 w 7467600"/>
              <a:gd name="connsiteY545" fmla="*/ 1988277 h 6858000"/>
              <a:gd name="connsiteX546" fmla="*/ 6747349 w 7467600"/>
              <a:gd name="connsiteY546" fmla="*/ 2160069 h 6858000"/>
              <a:gd name="connsiteX547" fmla="*/ 6760943 w 7467600"/>
              <a:gd name="connsiteY547" fmla="*/ 2177686 h 6858000"/>
              <a:gd name="connsiteX548" fmla="*/ 7021065 w 7467600"/>
              <a:gd name="connsiteY548" fmla="*/ 2498102 h 6858000"/>
              <a:gd name="connsiteX549" fmla="*/ 7155223 w 7467600"/>
              <a:gd name="connsiteY549" fmla="*/ 2650386 h 6858000"/>
              <a:gd name="connsiteX550" fmla="*/ 7203167 w 7467600"/>
              <a:gd name="connsiteY550" fmla="*/ 2697288 h 6858000"/>
              <a:gd name="connsiteX551" fmla="*/ 6937703 w 7467600"/>
              <a:gd name="connsiteY551" fmla="*/ 2321981 h 6858000"/>
              <a:gd name="connsiteX552" fmla="*/ 6591670 w 7467600"/>
              <a:gd name="connsiteY552" fmla="*/ 1988277 h 6858000"/>
              <a:gd name="connsiteX553" fmla="*/ 5798671 w 7467600"/>
              <a:gd name="connsiteY553" fmla="*/ 1981601 h 6858000"/>
              <a:gd name="connsiteX554" fmla="*/ 5754709 w 7467600"/>
              <a:gd name="connsiteY554" fmla="*/ 2071454 h 6858000"/>
              <a:gd name="connsiteX555" fmla="*/ 5763044 w 7467600"/>
              <a:gd name="connsiteY555" fmla="*/ 2842206 h 6858000"/>
              <a:gd name="connsiteX556" fmla="*/ 5764974 w 7467600"/>
              <a:gd name="connsiteY556" fmla="*/ 2799609 h 6858000"/>
              <a:gd name="connsiteX557" fmla="*/ 5767665 w 7467600"/>
              <a:gd name="connsiteY557" fmla="*/ 2666409 h 6858000"/>
              <a:gd name="connsiteX558" fmla="*/ 5763055 w 7467600"/>
              <a:gd name="connsiteY558" fmla="*/ 2579705 h 6858000"/>
              <a:gd name="connsiteX559" fmla="*/ 5758079 w 7467600"/>
              <a:gd name="connsiteY559" fmla="*/ 2492508 h 6858000"/>
              <a:gd name="connsiteX560" fmla="*/ 5779325 w 7467600"/>
              <a:gd name="connsiteY560" fmla="*/ 2197069 h 6858000"/>
              <a:gd name="connsiteX561" fmla="*/ 5798671 w 7467600"/>
              <a:gd name="connsiteY561" fmla="*/ 1981601 h 6858000"/>
              <a:gd name="connsiteX562" fmla="*/ 5829202 w 7467600"/>
              <a:gd name="connsiteY562" fmla="*/ 1971679 h 6858000"/>
              <a:gd name="connsiteX563" fmla="*/ 5809558 w 7467600"/>
              <a:gd name="connsiteY563" fmla="*/ 2198043 h 6858000"/>
              <a:gd name="connsiteX564" fmla="*/ 5788653 w 7467600"/>
              <a:gd name="connsiteY564" fmla="*/ 2489430 h 6858000"/>
              <a:gd name="connsiteX565" fmla="*/ 5793439 w 7467600"/>
              <a:gd name="connsiteY565" fmla="*/ 2575235 h 6858000"/>
              <a:gd name="connsiteX566" fmla="*/ 5796837 w 7467600"/>
              <a:gd name="connsiteY566" fmla="*/ 2637633 h 6858000"/>
              <a:gd name="connsiteX567" fmla="*/ 5818614 w 7467600"/>
              <a:gd name="connsiteY567" fmla="*/ 2473055 h 6858000"/>
              <a:gd name="connsiteX568" fmla="*/ 5829202 w 7467600"/>
              <a:gd name="connsiteY568" fmla="*/ 1971679 h 6858000"/>
              <a:gd name="connsiteX569" fmla="*/ 5911389 w 7467600"/>
              <a:gd name="connsiteY569" fmla="*/ 1898371 h 6858000"/>
              <a:gd name="connsiteX570" fmla="*/ 6237627 w 7467600"/>
              <a:gd name="connsiteY570" fmla="*/ 2231921 h 6858000"/>
              <a:gd name="connsiteX571" fmla="*/ 5911389 w 7467600"/>
              <a:gd name="connsiteY571" fmla="*/ 1898371 h 6858000"/>
              <a:gd name="connsiteX572" fmla="*/ 6944437 w 7467600"/>
              <a:gd name="connsiteY572" fmla="*/ 1575402 h 6858000"/>
              <a:gd name="connsiteX573" fmla="*/ 6304730 w 7467600"/>
              <a:gd name="connsiteY573" fmla="*/ 1766654 h 6858000"/>
              <a:gd name="connsiteX574" fmla="*/ 6944437 w 7467600"/>
              <a:gd name="connsiteY574" fmla="*/ 1575402 h 6858000"/>
              <a:gd name="connsiteX575" fmla="*/ 7019523 w 7467600"/>
              <a:gd name="connsiteY575" fmla="*/ 1519450 h 6858000"/>
              <a:gd name="connsiteX576" fmla="*/ 6298091 w 7467600"/>
              <a:gd name="connsiteY576" fmla="*/ 1737122 h 6858000"/>
              <a:gd name="connsiteX577" fmla="*/ 7019523 w 7467600"/>
              <a:gd name="connsiteY577" fmla="*/ 1519450 h 6858000"/>
              <a:gd name="connsiteX578" fmla="*/ 2399523 w 7467600"/>
              <a:gd name="connsiteY578" fmla="*/ 1428234 h 6858000"/>
              <a:gd name="connsiteX579" fmla="*/ 2224982 w 7467600"/>
              <a:gd name="connsiteY579" fmla="*/ 1826201 h 6858000"/>
              <a:gd name="connsiteX580" fmla="*/ 2096099 w 7467600"/>
              <a:gd name="connsiteY580" fmla="*/ 2345900 h 6858000"/>
              <a:gd name="connsiteX581" fmla="*/ 2283317 w 7467600"/>
              <a:gd name="connsiteY581" fmla="*/ 1796925 h 6858000"/>
              <a:gd name="connsiteX582" fmla="*/ 2399523 w 7467600"/>
              <a:gd name="connsiteY582" fmla="*/ 1428234 h 6858000"/>
              <a:gd name="connsiteX583" fmla="*/ 2448558 w 7467600"/>
              <a:gd name="connsiteY583" fmla="*/ 1373435 h 6858000"/>
              <a:gd name="connsiteX584" fmla="*/ 2312521 w 7467600"/>
              <a:gd name="connsiteY584" fmla="*/ 1806140 h 6858000"/>
              <a:gd name="connsiteX585" fmla="*/ 2127533 w 7467600"/>
              <a:gd name="connsiteY585" fmla="*/ 2348380 h 6858000"/>
              <a:gd name="connsiteX586" fmla="*/ 2358080 w 7467600"/>
              <a:gd name="connsiteY586" fmla="*/ 1866134 h 6858000"/>
              <a:gd name="connsiteX587" fmla="*/ 2407436 w 7467600"/>
              <a:gd name="connsiteY587" fmla="*/ 1651070 h 6858000"/>
              <a:gd name="connsiteX588" fmla="*/ 2448558 w 7467600"/>
              <a:gd name="connsiteY588" fmla="*/ 1373435 h 6858000"/>
              <a:gd name="connsiteX589" fmla="*/ 278707 w 7467600"/>
              <a:gd name="connsiteY589" fmla="*/ 1352270 h 6858000"/>
              <a:gd name="connsiteX590" fmla="*/ 321570 w 7467600"/>
              <a:gd name="connsiteY590" fmla="*/ 1861610 h 6858000"/>
              <a:gd name="connsiteX591" fmla="*/ 294281 w 7467600"/>
              <a:gd name="connsiteY591" fmla="*/ 1440658 h 6858000"/>
              <a:gd name="connsiteX592" fmla="*/ 278707 w 7467600"/>
              <a:gd name="connsiteY592" fmla="*/ 1352270 h 6858000"/>
              <a:gd name="connsiteX593" fmla="*/ 1423821 w 7467600"/>
              <a:gd name="connsiteY593" fmla="*/ 1351958 h 6858000"/>
              <a:gd name="connsiteX594" fmla="*/ 1638521 w 7467600"/>
              <a:gd name="connsiteY594" fmla="*/ 1908470 h 6858000"/>
              <a:gd name="connsiteX595" fmla="*/ 1754199 w 7467600"/>
              <a:gd name="connsiteY595" fmla="*/ 2149284 h 6858000"/>
              <a:gd name="connsiteX596" fmla="*/ 1908359 w 7467600"/>
              <a:gd name="connsiteY596" fmla="*/ 2364988 h 6858000"/>
              <a:gd name="connsiteX597" fmla="*/ 1647661 w 7467600"/>
              <a:gd name="connsiteY597" fmla="*/ 1825945 h 6858000"/>
              <a:gd name="connsiteX598" fmla="*/ 1423821 w 7467600"/>
              <a:gd name="connsiteY598" fmla="*/ 1351958 h 6858000"/>
              <a:gd name="connsiteX599" fmla="*/ 1431890 w 7467600"/>
              <a:gd name="connsiteY599" fmla="*/ 1306475 h 6858000"/>
              <a:gd name="connsiteX600" fmla="*/ 1507597 w 7467600"/>
              <a:gd name="connsiteY600" fmla="*/ 1446132 h 6858000"/>
              <a:gd name="connsiteX601" fmla="*/ 1674586 w 7467600"/>
              <a:gd name="connsiteY601" fmla="*/ 1813832 h 6858000"/>
              <a:gd name="connsiteX602" fmla="*/ 1815950 w 7467600"/>
              <a:gd name="connsiteY602" fmla="*/ 2128564 h 6858000"/>
              <a:gd name="connsiteX603" fmla="*/ 1984242 w 7467600"/>
              <a:gd name="connsiteY603" fmla="*/ 2430829 h 6858000"/>
              <a:gd name="connsiteX604" fmla="*/ 2014023 w 7467600"/>
              <a:gd name="connsiteY604" fmla="*/ 2450995 h 6858000"/>
              <a:gd name="connsiteX605" fmla="*/ 1747337 w 7467600"/>
              <a:gd name="connsiteY605" fmla="*/ 1855264 h 6858000"/>
              <a:gd name="connsiteX606" fmla="*/ 1533749 w 7467600"/>
              <a:gd name="connsiteY606" fmla="*/ 1478656 h 6858000"/>
              <a:gd name="connsiteX607" fmla="*/ 1431890 w 7467600"/>
              <a:gd name="connsiteY607" fmla="*/ 1306475 h 6858000"/>
              <a:gd name="connsiteX608" fmla="*/ 5052692 w 7467600"/>
              <a:gd name="connsiteY608" fmla="*/ 1292994 h 6858000"/>
              <a:gd name="connsiteX609" fmla="*/ 5200661 w 7467600"/>
              <a:gd name="connsiteY609" fmla="*/ 1635186 h 6858000"/>
              <a:gd name="connsiteX610" fmla="*/ 5297138 w 7467600"/>
              <a:gd name="connsiteY610" fmla="*/ 1906351 h 6858000"/>
              <a:gd name="connsiteX611" fmla="*/ 5052692 w 7467600"/>
              <a:gd name="connsiteY611" fmla="*/ 1292994 h 6858000"/>
              <a:gd name="connsiteX612" fmla="*/ 5009948 w 7467600"/>
              <a:gd name="connsiteY612" fmla="*/ 1273619 h 6858000"/>
              <a:gd name="connsiteX613" fmla="*/ 5121777 w 7467600"/>
              <a:gd name="connsiteY613" fmla="*/ 1654213 h 6858000"/>
              <a:gd name="connsiteX614" fmla="*/ 5293545 w 7467600"/>
              <a:gd name="connsiteY614" fmla="*/ 2072247 h 6858000"/>
              <a:gd name="connsiteX615" fmla="*/ 5294042 w 7467600"/>
              <a:gd name="connsiteY615" fmla="*/ 2065019 h 6858000"/>
              <a:gd name="connsiteX616" fmla="*/ 5171936 w 7467600"/>
              <a:gd name="connsiteY616" fmla="*/ 1647613 h 6858000"/>
              <a:gd name="connsiteX617" fmla="*/ 5009948 w 7467600"/>
              <a:gd name="connsiteY617" fmla="*/ 1273619 h 6858000"/>
              <a:gd name="connsiteX618" fmla="*/ 655236 w 7467600"/>
              <a:gd name="connsiteY618" fmla="*/ 1268632 h 6858000"/>
              <a:gd name="connsiteX619" fmla="*/ 839521 w 7467600"/>
              <a:gd name="connsiteY619" fmla="*/ 1685315 h 6858000"/>
              <a:gd name="connsiteX620" fmla="*/ 1109416 w 7467600"/>
              <a:gd name="connsiteY620" fmla="*/ 2061663 h 6858000"/>
              <a:gd name="connsiteX621" fmla="*/ 1298300 w 7467600"/>
              <a:gd name="connsiteY621" fmla="*/ 2247742 h 6858000"/>
              <a:gd name="connsiteX622" fmla="*/ 1125871 w 7467600"/>
              <a:gd name="connsiteY622" fmla="*/ 1989513 h 6858000"/>
              <a:gd name="connsiteX623" fmla="*/ 981574 w 7467600"/>
              <a:gd name="connsiteY623" fmla="*/ 1783157 h 6858000"/>
              <a:gd name="connsiteX624" fmla="*/ 922198 w 7467600"/>
              <a:gd name="connsiteY624" fmla="*/ 1677437 h 6858000"/>
              <a:gd name="connsiteX625" fmla="*/ 869293 w 7467600"/>
              <a:gd name="connsiteY625" fmla="*/ 1583214 h 6858000"/>
              <a:gd name="connsiteX626" fmla="*/ 751431 w 7467600"/>
              <a:gd name="connsiteY626" fmla="*/ 1405731 h 6858000"/>
              <a:gd name="connsiteX627" fmla="*/ 655236 w 7467600"/>
              <a:gd name="connsiteY627" fmla="*/ 1268632 h 6858000"/>
              <a:gd name="connsiteX628" fmla="*/ 6516292 w 7467600"/>
              <a:gd name="connsiteY628" fmla="*/ 1263064 h 6858000"/>
              <a:gd name="connsiteX629" fmla="*/ 5736320 w 7467600"/>
              <a:gd name="connsiteY629" fmla="*/ 1501803 h 6858000"/>
              <a:gd name="connsiteX630" fmla="*/ 6516292 w 7467600"/>
              <a:gd name="connsiteY630" fmla="*/ 1263064 h 6858000"/>
              <a:gd name="connsiteX631" fmla="*/ 291466 w 7467600"/>
              <a:gd name="connsiteY631" fmla="*/ 1250369 h 6858000"/>
              <a:gd name="connsiteX632" fmla="*/ 323180 w 7467600"/>
              <a:gd name="connsiteY632" fmla="*/ 1435283 h 6858000"/>
              <a:gd name="connsiteX633" fmla="*/ 349381 w 7467600"/>
              <a:gd name="connsiteY633" fmla="*/ 1875041 h 6858000"/>
              <a:gd name="connsiteX634" fmla="*/ 374363 w 7467600"/>
              <a:gd name="connsiteY634" fmla="*/ 1506494 h 6858000"/>
              <a:gd name="connsiteX635" fmla="*/ 302168 w 7467600"/>
              <a:gd name="connsiteY635" fmla="*/ 1274495 h 6858000"/>
              <a:gd name="connsiteX636" fmla="*/ 291466 w 7467600"/>
              <a:gd name="connsiteY636" fmla="*/ 1250369 h 6858000"/>
              <a:gd name="connsiteX637" fmla="*/ 678222 w 7467600"/>
              <a:gd name="connsiteY637" fmla="*/ 1248670 h 6858000"/>
              <a:gd name="connsiteX638" fmla="*/ 775536 w 7467600"/>
              <a:gd name="connsiteY638" fmla="*/ 1388015 h 6858000"/>
              <a:gd name="connsiteX639" fmla="*/ 894529 w 7467600"/>
              <a:gd name="connsiteY639" fmla="*/ 1567739 h 6858000"/>
              <a:gd name="connsiteX640" fmla="*/ 948000 w 7467600"/>
              <a:gd name="connsiteY640" fmla="*/ 1663088 h 6858000"/>
              <a:gd name="connsiteX641" fmla="*/ 1006812 w 7467600"/>
              <a:gd name="connsiteY641" fmla="*/ 1767683 h 6858000"/>
              <a:gd name="connsiteX642" fmla="*/ 1149133 w 7467600"/>
              <a:gd name="connsiteY642" fmla="*/ 1971513 h 6858000"/>
              <a:gd name="connsiteX643" fmla="*/ 1333952 w 7467600"/>
              <a:gd name="connsiteY643" fmla="*/ 2251620 h 6858000"/>
              <a:gd name="connsiteX644" fmla="*/ 1337329 w 7467600"/>
              <a:gd name="connsiteY644" fmla="*/ 2258350 h 6858000"/>
              <a:gd name="connsiteX645" fmla="*/ 1014726 w 7467600"/>
              <a:gd name="connsiteY645" fmla="*/ 1615556 h 6858000"/>
              <a:gd name="connsiteX646" fmla="*/ 678222 w 7467600"/>
              <a:gd name="connsiteY646" fmla="*/ 1248670 h 6858000"/>
              <a:gd name="connsiteX647" fmla="*/ 6691602 w 7467600"/>
              <a:gd name="connsiteY647" fmla="*/ 1140573 h 6858000"/>
              <a:gd name="connsiteX648" fmla="*/ 6571100 w 7467600"/>
              <a:gd name="connsiteY648" fmla="*/ 1183662 h 6858000"/>
              <a:gd name="connsiteX649" fmla="*/ 6241687 w 7467600"/>
              <a:gd name="connsiteY649" fmla="*/ 1257600 h 6858000"/>
              <a:gd name="connsiteX650" fmla="*/ 5693009 w 7467600"/>
              <a:gd name="connsiteY650" fmla="*/ 1478256 h 6858000"/>
              <a:gd name="connsiteX651" fmla="*/ 6548420 w 7467600"/>
              <a:gd name="connsiteY651" fmla="*/ 1214599 h 6858000"/>
              <a:gd name="connsiteX652" fmla="*/ 6605473 w 7467600"/>
              <a:gd name="connsiteY652" fmla="*/ 1184686 h 6858000"/>
              <a:gd name="connsiteX653" fmla="*/ 6691602 w 7467600"/>
              <a:gd name="connsiteY653" fmla="*/ 1140573 h 6858000"/>
              <a:gd name="connsiteX654" fmla="*/ 4002475 w 7467600"/>
              <a:gd name="connsiteY654" fmla="*/ 1037802 h 6858000"/>
              <a:gd name="connsiteX655" fmla="*/ 4000324 w 7467600"/>
              <a:gd name="connsiteY655" fmla="*/ 1039362 h 6858000"/>
              <a:gd name="connsiteX656" fmla="*/ 4002862 w 7467600"/>
              <a:gd name="connsiteY656" fmla="*/ 1042866 h 6858000"/>
              <a:gd name="connsiteX657" fmla="*/ 4002475 w 7467600"/>
              <a:gd name="connsiteY657" fmla="*/ 1037802 h 6858000"/>
              <a:gd name="connsiteX658" fmla="*/ 506322 w 7467600"/>
              <a:gd name="connsiteY658" fmla="*/ 1020997 h 6858000"/>
              <a:gd name="connsiteX659" fmla="*/ 533068 w 7467600"/>
              <a:gd name="connsiteY659" fmla="*/ 1029409 h 6858000"/>
              <a:gd name="connsiteX660" fmla="*/ 1232525 w 7467600"/>
              <a:gd name="connsiteY660" fmla="*/ 1804675 h 6858000"/>
              <a:gd name="connsiteX661" fmla="*/ 1388858 w 7467600"/>
              <a:gd name="connsiteY661" fmla="*/ 2368011 h 6858000"/>
              <a:gd name="connsiteX662" fmla="*/ 1384098 w 7467600"/>
              <a:gd name="connsiteY662" fmla="*/ 2378125 h 6858000"/>
              <a:gd name="connsiteX663" fmla="*/ 1425393 w 7467600"/>
              <a:gd name="connsiteY663" fmla="*/ 2589124 h 6858000"/>
              <a:gd name="connsiteX664" fmla="*/ 1424001 w 7467600"/>
              <a:gd name="connsiteY664" fmla="*/ 2597541 h 6858000"/>
              <a:gd name="connsiteX665" fmla="*/ 2152729 w 7467600"/>
              <a:gd name="connsiteY665" fmla="*/ 2864487 h 6858000"/>
              <a:gd name="connsiteX666" fmla="*/ 2020609 w 7467600"/>
              <a:gd name="connsiteY666" fmla="*/ 2539671 h 6858000"/>
              <a:gd name="connsiteX667" fmla="*/ 2018920 w 7467600"/>
              <a:gd name="connsiteY667" fmla="*/ 2536309 h 6858000"/>
              <a:gd name="connsiteX668" fmla="*/ 1342441 w 7467600"/>
              <a:gd name="connsiteY668" fmla="*/ 1173017 h 6858000"/>
              <a:gd name="connsiteX669" fmla="*/ 1367925 w 7467600"/>
              <a:gd name="connsiteY669" fmla="*/ 1135648 h 6858000"/>
              <a:gd name="connsiteX670" fmla="*/ 1771401 w 7467600"/>
              <a:gd name="connsiteY670" fmla="*/ 1806673 h 6858000"/>
              <a:gd name="connsiteX671" fmla="*/ 1972385 w 7467600"/>
              <a:gd name="connsiteY671" fmla="*/ 2198735 h 6858000"/>
              <a:gd name="connsiteX672" fmla="*/ 2040892 w 7467600"/>
              <a:gd name="connsiteY672" fmla="*/ 2405205 h 6858000"/>
              <a:gd name="connsiteX673" fmla="*/ 2131689 w 7467600"/>
              <a:gd name="connsiteY673" fmla="*/ 1936926 h 6858000"/>
              <a:gd name="connsiteX674" fmla="*/ 2454820 w 7467600"/>
              <a:gd name="connsiteY674" fmla="*/ 1248808 h 6858000"/>
              <a:gd name="connsiteX675" fmla="*/ 2492512 w 7467600"/>
              <a:gd name="connsiteY675" fmla="*/ 1302920 h 6858000"/>
              <a:gd name="connsiteX676" fmla="*/ 2081216 w 7467600"/>
              <a:gd name="connsiteY676" fmla="*/ 2527513 h 6858000"/>
              <a:gd name="connsiteX677" fmla="*/ 2081211 w 7467600"/>
              <a:gd name="connsiteY677" fmla="*/ 2528916 h 6858000"/>
              <a:gd name="connsiteX678" fmla="*/ 2199067 w 7467600"/>
              <a:gd name="connsiteY678" fmla="*/ 2884061 h 6858000"/>
              <a:gd name="connsiteX679" fmla="*/ 3192586 w 7467600"/>
              <a:gd name="connsiteY679" fmla="*/ 3411496 h 6858000"/>
              <a:gd name="connsiteX680" fmla="*/ 3182620 w 7467600"/>
              <a:gd name="connsiteY680" fmla="*/ 3483279 h 6858000"/>
              <a:gd name="connsiteX681" fmla="*/ 2435119 w 7467600"/>
              <a:gd name="connsiteY681" fmla="*/ 3080173 h 6858000"/>
              <a:gd name="connsiteX682" fmla="*/ 2410152 w 7467600"/>
              <a:gd name="connsiteY682" fmla="*/ 3063751 h 6858000"/>
              <a:gd name="connsiteX683" fmla="*/ 2408099 w 7467600"/>
              <a:gd name="connsiteY683" fmla="*/ 3064403 h 6858000"/>
              <a:gd name="connsiteX684" fmla="*/ 2407218 w 7467600"/>
              <a:gd name="connsiteY684" fmla="*/ 3070324 h 6858000"/>
              <a:gd name="connsiteX685" fmla="*/ 2380138 w 7467600"/>
              <a:gd name="connsiteY685" fmla="*/ 3099341 h 6858000"/>
              <a:gd name="connsiteX686" fmla="*/ 1765923 w 7467600"/>
              <a:gd name="connsiteY686" fmla="*/ 3581043 h 6858000"/>
              <a:gd name="connsiteX687" fmla="*/ 1702258 w 7467600"/>
              <a:gd name="connsiteY687" fmla="*/ 3612286 h 6858000"/>
              <a:gd name="connsiteX688" fmla="*/ 1538370 w 7467600"/>
              <a:gd name="connsiteY688" fmla="*/ 3811804 h 6858000"/>
              <a:gd name="connsiteX689" fmla="*/ 542867 w 7467600"/>
              <a:gd name="connsiteY689" fmla="*/ 4944092 h 6858000"/>
              <a:gd name="connsiteX690" fmla="*/ 515800 w 7467600"/>
              <a:gd name="connsiteY690" fmla="*/ 4862180 h 6858000"/>
              <a:gd name="connsiteX691" fmla="*/ 909145 w 7467600"/>
              <a:gd name="connsiteY691" fmla="*/ 4199225 h 6858000"/>
              <a:gd name="connsiteX692" fmla="*/ 1214067 w 7467600"/>
              <a:gd name="connsiteY692" fmla="*/ 3908561 h 6858000"/>
              <a:gd name="connsiteX693" fmla="*/ 640967 w 7467600"/>
              <a:gd name="connsiteY693" fmla="*/ 4105601 h 6858000"/>
              <a:gd name="connsiteX694" fmla="*/ 112563 w 7467600"/>
              <a:gd name="connsiteY694" fmla="*/ 4396952 h 6858000"/>
              <a:gd name="connsiteX695" fmla="*/ 0 w 7467600"/>
              <a:gd name="connsiteY695" fmla="*/ 4466006 h 6858000"/>
              <a:gd name="connsiteX696" fmla="*/ 0 w 7467600"/>
              <a:gd name="connsiteY696" fmla="*/ 4233763 h 6858000"/>
              <a:gd name="connsiteX697" fmla="*/ 36881 w 7467600"/>
              <a:gd name="connsiteY697" fmla="*/ 4200118 h 6858000"/>
              <a:gd name="connsiteX698" fmla="*/ 910534 w 7467600"/>
              <a:gd name="connsiteY698" fmla="*/ 3629753 h 6858000"/>
              <a:gd name="connsiteX699" fmla="*/ 1578717 w 7467600"/>
              <a:gd name="connsiteY699" fmla="*/ 3575982 h 6858000"/>
              <a:gd name="connsiteX700" fmla="*/ 2338780 w 7467600"/>
              <a:gd name="connsiteY700" fmla="*/ 3033725 h 6858000"/>
              <a:gd name="connsiteX701" fmla="*/ 1807991 w 7467600"/>
              <a:gd name="connsiteY701" fmla="*/ 2807184 h 6858000"/>
              <a:gd name="connsiteX702" fmla="*/ 1416358 w 7467600"/>
              <a:gd name="connsiteY702" fmla="*/ 3112571 h 6858000"/>
              <a:gd name="connsiteX703" fmla="*/ 939066 w 7467600"/>
              <a:gd name="connsiteY703" fmla="*/ 3378798 h 6858000"/>
              <a:gd name="connsiteX704" fmla="*/ 115099 w 7467600"/>
              <a:gd name="connsiteY704" fmla="*/ 3607650 h 6858000"/>
              <a:gd name="connsiteX705" fmla="*/ 97284 w 7467600"/>
              <a:gd name="connsiteY705" fmla="*/ 3520393 h 6858000"/>
              <a:gd name="connsiteX706" fmla="*/ 922050 w 7467600"/>
              <a:gd name="connsiteY706" fmla="*/ 3074867 h 6858000"/>
              <a:gd name="connsiteX707" fmla="*/ 1405265 w 7467600"/>
              <a:gd name="connsiteY707" fmla="*/ 3016319 h 6858000"/>
              <a:gd name="connsiteX708" fmla="*/ 1407512 w 7467600"/>
              <a:gd name="connsiteY708" fmla="*/ 3018001 h 6858000"/>
              <a:gd name="connsiteX709" fmla="*/ 1726266 w 7467600"/>
              <a:gd name="connsiteY709" fmla="*/ 2777274 h 6858000"/>
              <a:gd name="connsiteX710" fmla="*/ 625390 w 7467600"/>
              <a:gd name="connsiteY710" fmla="*/ 2514541 h 6858000"/>
              <a:gd name="connsiteX711" fmla="*/ 619799 w 7467600"/>
              <a:gd name="connsiteY711" fmla="*/ 2527180 h 6858000"/>
              <a:gd name="connsiteX712" fmla="*/ 310030 w 7467600"/>
              <a:gd name="connsiteY712" fmla="*/ 2771818 h 6858000"/>
              <a:gd name="connsiteX713" fmla="*/ 173877 w 7467600"/>
              <a:gd name="connsiteY713" fmla="*/ 2937056 h 6858000"/>
              <a:gd name="connsiteX714" fmla="*/ 77889 w 7467600"/>
              <a:gd name="connsiteY714" fmla="*/ 3138440 h 6858000"/>
              <a:gd name="connsiteX715" fmla="*/ 0 w 7467600"/>
              <a:gd name="connsiteY715" fmla="*/ 3271395 h 6858000"/>
              <a:gd name="connsiteX716" fmla="*/ 0 w 7467600"/>
              <a:gd name="connsiteY716" fmla="*/ 3153002 h 6858000"/>
              <a:gd name="connsiteX717" fmla="*/ 2386 w 7467600"/>
              <a:gd name="connsiteY717" fmla="*/ 3149203 h 6858000"/>
              <a:gd name="connsiteX718" fmla="*/ 89753 w 7467600"/>
              <a:gd name="connsiteY718" fmla="*/ 2987702 h 6858000"/>
              <a:gd name="connsiteX719" fmla="*/ 76869 w 7467600"/>
              <a:gd name="connsiteY719" fmla="*/ 3005404 h 6858000"/>
              <a:gd name="connsiteX720" fmla="*/ 32049 w 7467600"/>
              <a:gd name="connsiteY720" fmla="*/ 3065814 h 6858000"/>
              <a:gd name="connsiteX721" fmla="*/ 0 w 7467600"/>
              <a:gd name="connsiteY721" fmla="*/ 3108744 h 6858000"/>
              <a:gd name="connsiteX722" fmla="*/ 0 w 7467600"/>
              <a:gd name="connsiteY722" fmla="*/ 3058059 h 6858000"/>
              <a:gd name="connsiteX723" fmla="*/ 7610 w 7467600"/>
              <a:gd name="connsiteY723" fmla="*/ 3047889 h 6858000"/>
              <a:gd name="connsiteX724" fmla="*/ 52419 w 7467600"/>
              <a:gd name="connsiteY724" fmla="*/ 2987479 h 6858000"/>
              <a:gd name="connsiteX725" fmla="*/ 59142 w 7467600"/>
              <a:gd name="connsiteY725" fmla="*/ 2978488 h 6858000"/>
              <a:gd name="connsiteX726" fmla="*/ 0 w 7467600"/>
              <a:gd name="connsiteY726" fmla="*/ 3015334 h 6858000"/>
              <a:gd name="connsiteX727" fmla="*/ 0 w 7467600"/>
              <a:gd name="connsiteY727" fmla="*/ 2914286 h 6858000"/>
              <a:gd name="connsiteX728" fmla="*/ 36383 w 7467600"/>
              <a:gd name="connsiteY728" fmla="*/ 2901128 h 6858000"/>
              <a:gd name="connsiteX729" fmla="*/ 156329 w 7467600"/>
              <a:gd name="connsiteY729" fmla="*/ 2840533 h 6858000"/>
              <a:gd name="connsiteX730" fmla="*/ 358355 w 7467600"/>
              <a:gd name="connsiteY730" fmla="*/ 2620471 h 6858000"/>
              <a:gd name="connsiteX731" fmla="*/ 510577 w 7467600"/>
              <a:gd name="connsiteY731" fmla="*/ 2501244 h 6858000"/>
              <a:gd name="connsiteX732" fmla="*/ 211967 w 7467600"/>
              <a:gd name="connsiteY732" fmla="*/ 2479171 h 6858000"/>
              <a:gd name="connsiteX733" fmla="*/ 0 w 7467600"/>
              <a:gd name="connsiteY733" fmla="*/ 2476398 h 6858000"/>
              <a:gd name="connsiteX734" fmla="*/ 0 w 7467600"/>
              <a:gd name="connsiteY734" fmla="*/ 2389189 h 6858000"/>
              <a:gd name="connsiteX735" fmla="*/ 103062 w 7467600"/>
              <a:gd name="connsiteY735" fmla="*/ 2389518 h 6858000"/>
              <a:gd name="connsiteX736" fmla="*/ 510734 w 7467600"/>
              <a:gd name="connsiteY736" fmla="*/ 2416201 h 6858000"/>
              <a:gd name="connsiteX737" fmla="*/ 279257 w 7467600"/>
              <a:gd name="connsiteY737" fmla="*/ 2092102 h 6858000"/>
              <a:gd name="connsiteX738" fmla="*/ 65265 w 7467600"/>
              <a:gd name="connsiteY738" fmla="*/ 2006049 h 6858000"/>
              <a:gd name="connsiteX739" fmla="*/ 0 w 7467600"/>
              <a:gd name="connsiteY739" fmla="*/ 1982532 h 6858000"/>
              <a:gd name="connsiteX740" fmla="*/ 0 w 7467600"/>
              <a:gd name="connsiteY740" fmla="*/ 1912789 h 6858000"/>
              <a:gd name="connsiteX741" fmla="*/ 97460 w 7467600"/>
              <a:gd name="connsiteY741" fmla="*/ 1953725 h 6858000"/>
              <a:gd name="connsiteX742" fmla="*/ 221272 w 7467600"/>
              <a:gd name="connsiteY742" fmla="*/ 1980766 h 6858000"/>
              <a:gd name="connsiteX743" fmla="*/ 116765 w 7467600"/>
              <a:gd name="connsiteY743" fmla="*/ 1911033 h 6858000"/>
              <a:gd name="connsiteX744" fmla="*/ 16405 w 7467600"/>
              <a:gd name="connsiteY744" fmla="*/ 1803412 h 6858000"/>
              <a:gd name="connsiteX745" fmla="*/ 0 w 7467600"/>
              <a:gd name="connsiteY745" fmla="*/ 1784777 h 6858000"/>
              <a:gd name="connsiteX746" fmla="*/ 0 w 7467600"/>
              <a:gd name="connsiteY746" fmla="*/ 1740082 h 6858000"/>
              <a:gd name="connsiteX747" fmla="*/ 39394 w 7467600"/>
              <a:gd name="connsiteY747" fmla="*/ 1784856 h 6858000"/>
              <a:gd name="connsiteX748" fmla="*/ 135813 w 7467600"/>
              <a:gd name="connsiteY748" fmla="*/ 1888838 h 6858000"/>
              <a:gd name="connsiteX749" fmla="*/ 242575 w 7467600"/>
              <a:gd name="connsiteY749" fmla="*/ 1958841 h 6858000"/>
              <a:gd name="connsiteX750" fmla="*/ 82197 w 7467600"/>
              <a:gd name="connsiteY750" fmla="*/ 1754826 h 6858000"/>
              <a:gd name="connsiteX751" fmla="*/ 0 w 7467600"/>
              <a:gd name="connsiteY751" fmla="*/ 1679650 h 6858000"/>
              <a:gd name="connsiteX752" fmla="*/ 0 w 7467600"/>
              <a:gd name="connsiteY752" fmla="*/ 1602463 h 6858000"/>
              <a:gd name="connsiteX753" fmla="*/ 84689 w 7467600"/>
              <a:gd name="connsiteY753" fmla="*/ 1677442 h 6858000"/>
              <a:gd name="connsiteX754" fmla="*/ 298437 w 7467600"/>
              <a:gd name="connsiteY754" fmla="*/ 1968019 h 6858000"/>
              <a:gd name="connsiteX755" fmla="*/ 227269 w 7467600"/>
              <a:gd name="connsiteY755" fmla="*/ 1114064 h 6858000"/>
              <a:gd name="connsiteX756" fmla="*/ 248003 w 7467600"/>
              <a:gd name="connsiteY756" fmla="*/ 1089613 h 6858000"/>
              <a:gd name="connsiteX757" fmla="*/ 427020 w 7467600"/>
              <a:gd name="connsiteY757" fmla="*/ 1619803 h 6858000"/>
              <a:gd name="connsiteX758" fmla="*/ 340345 w 7467600"/>
              <a:gd name="connsiteY758" fmla="*/ 2027739 h 6858000"/>
              <a:gd name="connsiteX759" fmla="*/ 360865 w 7467600"/>
              <a:gd name="connsiteY759" fmla="*/ 2044827 h 6858000"/>
              <a:gd name="connsiteX760" fmla="*/ 560414 w 7467600"/>
              <a:gd name="connsiteY760" fmla="*/ 2421457 h 6858000"/>
              <a:gd name="connsiteX761" fmla="*/ 1359703 w 7467600"/>
              <a:gd name="connsiteY761" fmla="*/ 2578554 h 6858000"/>
              <a:gd name="connsiteX762" fmla="*/ 1359422 w 7467600"/>
              <a:gd name="connsiteY762" fmla="*/ 2577994 h 6858000"/>
              <a:gd name="connsiteX763" fmla="*/ 828701 w 7467600"/>
              <a:gd name="connsiteY763" fmla="*/ 1839520 h 6858000"/>
              <a:gd name="connsiteX764" fmla="*/ 494427 w 7467600"/>
              <a:gd name="connsiteY764" fmla="*/ 1092333 h 6858000"/>
              <a:gd name="connsiteX765" fmla="*/ 506322 w 7467600"/>
              <a:gd name="connsiteY765" fmla="*/ 1020997 h 6858000"/>
              <a:gd name="connsiteX766" fmla="*/ 4570198 w 7467600"/>
              <a:gd name="connsiteY766" fmla="*/ 978081 h 6858000"/>
              <a:gd name="connsiteX767" fmla="*/ 4523691 w 7467600"/>
              <a:gd name="connsiteY767" fmla="*/ 1127776 h 6858000"/>
              <a:gd name="connsiteX768" fmla="*/ 4509875 w 7467600"/>
              <a:gd name="connsiteY768" fmla="*/ 1167552 h 6858000"/>
              <a:gd name="connsiteX769" fmla="*/ 4478168 w 7467600"/>
              <a:gd name="connsiteY769" fmla="*/ 1260735 h 6858000"/>
              <a:gd name="connsiteX770" fmla="*/ 4409309 w 7467600"/>
              <a:gd name="connsiteY770" fmla="*/ 1666996 h 6858000"/>
              <a:gd name="connsiteX771" fmla="*/ 4370031 w 7467600"/>
              <a:gd name="connsiteY771" fmla="*/ 1955666 h 6858000"/>
              <a:gd name="connsiteX772" fmla="*/ 4570198 w 7467600"/>
              <a:gd name="connsiteY772" fmla="*/ 978081 h 6858000"/>
              <a:gd name="connsiteX773" fmla="*/ 4557898 w 7467600"/>
              <a:gd name="connsiteY773" fmla="*/ 900011 h 6858000"/>
              <a:gd name="connsiteX774" fmla="*/ 4344840 w 7467600"/>
              <a:gd name="connsiteY774" fmla="*/ 1922038 h 6858000"/>
              <a:gd name="connsiteX775" fmla="*/ 4378710 w 7467600"/>
              <a:gd name="connsiteY775" fmla="*/ 1665516 h 6858000"/>
              <a:gd name="connsiteX776" fmla="*/ 4448798 w 7467600"/>
              <a:gd name="connsiteY776" fmla="*/ 1253024 h 6858000"/>
              <a:gd name="connsiteX777" fmla="*/ 4480315 w 7467600"/>
              <a:gd name="connsiteY777" fmla="*/ 1158454 h 6858000"/>
              <a:gd name="connsiteX778" fmla="*/ 4494133 w 7467600"/>
              <a:gd name="connsiteY778" fmla="*/ 1118676 h 6858000"/>
              <a:gd name="connsiteX779" fmla="*/ 4557898 w 7467600"/>
              <a:gd name="connsiteY779" fmla="*/ 900011 h 6858000"/>
              <a:gd name="connsiteX780" fmla="*/ 5870151 w 7467600"/>
              <a:gd name="connsiteY780" fmla="*/ 898890 h 6858000"/>
              <a:gd name="connsiteX781" fmla="*/ 5861335 w 7467600"/>
              <a:gd name="connsiteY781" fmla="*/ 899177 h 6858000"/>
              <a:gd name="connsiteX782" fmla="*/ 5843702 w 7467600"/>
              <a:gd name="connsiteY782" fmla="*/ 899748 h 6858000"/>
              <a:gd name="connsiteX783" fmla="*/ 5651107 w 7467600"/>
              <a:gd name="connsiteY783" fmla="*/ 920306 h 6858000"/>
              <a:gd name="connsiteX784" fmla="*/ 5459407 w 7467600"/>
              <a:gd name="connsiteY784" fmla="*/ 940975 h 6858000"/>
              <a:gd name="connsiteX785" fmla="*/ 5374846 w 7467600"/>
              <a:gd name="connsiteY785" fmla="*/ 941988 h 6858000"/>
              <a:gd name="connsiteX786" fmla="*/ 5256105 w 7467600"/>
              <a:gd name="connsiteY786" fmla="*/ 945632 h 6858000"/>
              <a:gd name="connsiteX787" fmla="*/ 5107071 w 7467600"/>
              <a:gd name="connsiteY787" fmla="*/ 969720 h 6858000"/>
              <a:gd name="connsiteX788" fmla="*/ 4998681 w 7467600"/>
              <a:gd name="connsiteY788" fmla="*/ 988771 h 6858000"/>
              <a:gd name="connsiteX789" fmla="*/ 5870151 w 7467600"/>
              <a:gd name="connsiteY789" fmla="*/ 898890 h 6858000"/>
              <a:gd name="connsiteX790" fmla="*/ 5504425 w 7467600"/>
              <a:gd name="connsiteY790" fmla="*/ 848067 h 6858000"/>
              <a:gd name="connsiteX791" fmla="*/ 4968849 w 7467600"/>
              <a:gd name="connsiteY791" fmla="*/ 962318 h 6858000"/>
              <a:gd name="connsiteX792" fmla="*/ 5104039 w 7467600"/>
              <a:gd name="connsiteY792" fmla="*/ 940634 h 6858000"/>
              <a:gd name="connsiteX793" fmla="*/ 5256311 w 7467600"/>
              <a:gd name="connsiteY793" fmla="*/ 916490 h 6858000"/>
              <a:gd name="connsiteX794" fmla="*/ 5377381 w 7467600"/>
              <a:gd name="connsiteY794" fmla="*/ 912671 h 6858000"/>
              <a:gd name="connsiteX795" fmla="*/ 5460148 w 7467600"/>
              <a:gd name="connsiteY795" fmla="*/ 911442 h 6858000"/>
              <a:gd name="connsiteX796" fmla="*/ 5648971 w 7467600"/>
              <a:gd name="connsiteY796" fmla="*/ 891331 h 6858000"/>
              <a:gd name="connsiteX797" fmla="*/ 5844807 w 7467600"/>
              <a:gd name="connsiteY797" fmla="*/ 870718 h 6858000"/>
              <a:gd name="connsiteX798" fmla="*/ 5862975 w 7467600"/>
              <a:gd name="connsiteY798" fmla="*/ 869756 h 6858000"/>
              <a:gd name="connsiteX799" fmla="*/ 5920887 w 7467600"/>
              <a:gd name="connsiteY799" fmla="*/ 865929 h 6858000"/>
              <a:gd name="connsiteX800" fmla="*/ 5504425 w 7467600"/>
              <a:gd name="connsiteY800" fmla="*/ 848067 h 6858000"/>
              <a:gd name="connsiteX801" fmla="*/ 3607114 w 7467600"/>
              <a:gd name="connsiteY801" fmla="*/ 467441 h 6858000"/>
              <a:gd name="connsiteX802" fmla="*/ 3296242 w 7467600"/>
              <a:gd name="connsiteY802" fmla="*/ 807991 h 6858000"/>
              <a:gd name="connsiteX803" fmla="*/ 3174674 w 7467600"/>
              <a:gd name="connsiteY803" fmla="*/ 919759 h 6858000"/>
              <a:gd name="connsiteX804" fmla="*/ 3042978 w 7467600"/>
              <a:gd name="connsiteY804" fmla="*/ 1054894 h 6858000"/>
              <a:gd name="connsiteX805" fmla="*/ 2968914 w 7467600"/>
              <a:gd name="connsiteY805" fmla="*/ 1133756 h 6858000"/>
              <a:gd name="connsiteX806" fmla="*/ 3103823 w 7467600"/>
              <a:gd name="connsiteY806" fmla="*/ 1026814 h 6858000"/>
              <a:gd name="connsiteX807" fmla="*/ 3607114 w 7467600"/>
              <a:gd name="connsiteY807" fmla="*/ 467441 h 6858000"/>
              <a:gd name="connsiteX808" fmla="*/ 3744487 w 7467600"/>
              <a:gd name="connsiteY808" fmla="*/ 383136 h 6858000"/>
              <a:gd name="connsiteX809" fmla="*/ 3970213 w 7467600"/>
              <a:gd name="connsiteY809" fmla="*/ 995559 h 6858000"/>
              <a:gd name="connsiteX810" fmla="*/ 3744487 w 7467600"/>
              <a:gd name="connsiteY810" fmla="*/ 383136 h 6858000"/>
              <a:gd name="connsiteX811" fmla="*/ 3624562 w 7467600"/>
              <a:gd name="connsiteY811" fmla="*/ 367041 h 6858000"/>
              <a:gd name="connsiteX812" fmla="*/ 3489712 w 7467600"/>
              <a:gd name="connsiteY812" fmla="*/ 485386 h 6858000"/>
              <a:gd name="connsiteX813" fmla="*/ 3182994 w 7467600"/>
              <a:gd name="connsiteY813" fmla="*/ 828265 h 6858000"/>
              <a:gd name="connsiteX814" fmla="*/ 2892114 w 7467600"/>
              <a:gd name="connsiteY814" fmla="*/ 1172635 h 6858000"/>
              <a:gd name="connsiteX815" fmla="*/ 3021459 w 7467600"/>
              <a:gd name="connsiteY815" fmla="*/ 1035385 h 6858000"/>
              <a:gd name="connsiteX816" fmla="*/ 3153873 w 7467600"/>
              <a:gd name="connsiteY816" fmla="*/ 898971 h 6858000"/>
              <a:gd name="connsiteX817" fmla="*/ 3276511 w 7467600"/>
              <a:gd name="connsiteY817" fmla="*/ 786423 h 6858000"/>
              <a:gd name="connsiteX818" fmla="*/ 3584154 w 7467600"/>
              <a:gd name="connsiteY818" fmla="*/ 448218 h 6858000"/>
              <a:gd name="connsiteX819" fmla="*/ 3624562 w 7467600"/>
              <a:gd name="connsiteY819" fmla="*/ 367041 h 6858000"/>
              <a:gd name="connsiteX820" fmla="*/ 3766672 w 7467600"/>
              <a:gd name="connsiteY820" fmla="*/ 359429 h 6858000"/>
              <a:gd name="connsiteX821" fmla="*/ 3996338 w 7467600"/>
              <a:gd name="connsiteY821" fmla="*/ 968237 h 6858000"/>
              <a:gd name="connsiteX822" fmla="*/ 3766672 w 7467600"/>
              <a:gd name="connsiteY822" fmla="*/ 359429 h 6858000"/>
              <a:gd name="connsiteX823" fmla="*/ 5805386 w 7467600"/>
              <a:gd name="connsiteY823" fmla="*/ 239240 h 6858000"/>
              <a:gd name="connsiteX824" fmla="*/ 5736947 w 7467600"/>
              <a:gd name="connsiteY824" fmla="*/ 261367 h 6858000"/>
              <a:gd name="connsiteX825" fmla="*/ 5427012 w 7467600"/>
              <a:gd name="connsiteY825" fmla="*/ 311272 h 6858000"/>
              <a:gd name="connsiteX826" fmla="*/ 5147818 w 7467600"/>
              <a:gd name="connsiteY826" fmla="*/ 322112 h 6858000"/>
              <a:gd name="connsiteX827" fmla="*/ 5060854 w 7467600"/>
              <a:gd name="connsiteY827" fmla="*/ 311882 h 6858000"/>
              <a:gd name="connsiteX828" fmla="*/ 4945989 w 7467600"/>
              <a:gd name="connsiteY828" fmla="*/ 300516 h 6858000"/>
              <a:gd name="connsiteX829" fmla="*/ 5410479 w 7467600"/>
              <a:gd name="connsiteY829" fmla="*/ 348434 h 6858000"/>
              <a:gd name="connsiteX830" fmla="*/ 5805386 w 7467600"/>
              <a:gd name="connsiteY830" fmla="*/ 239240 h 6858000"/>
              <a:gd name="connsiteX831" fmla="*/ 5905192 w 7467600"/>
              <a:gd name="connsiteY831" fmla="*/ 163079 h 6858000"/>
              <a:gd name="connsiteX832" fmla="*/ 5865655 w 7467600"/>
              <a:gd name="connsiteY832" fmla="*/ 171901 h 6858000"/>
              <a:gd name="connsiteX833" fmla="*/ 5259740 w 7467600"/>
              <a:gd name="connsiteY833" fmla="*/ 257013 h 6858000"/>
              <a:gd name="connsiteX834" fmla="*/ 5208466 w 7467600"/>
              <a:gd name="connsiteY834" fmla="*/ 257550 h 6858000"/>
              <a:gd name="connsiteX835" fmla="*/ 4980204 w 7467600"/>
              <a:gd name="connsiteY835" fmla="*/ 271903 h 6858000"/>
              <a:gd name="connsiteX836" fmla="*/ 5068068 w 7467600"/>
              <a:gd name="connsiteY836" fmla="*/ 282244 h 6858000"/>
              <a:gd name="connsiteX837" fmla="*/ 5153231 w 7467600"/>
              <a:gd name="connsiteY837" fmla="*/ 292240 h 6858000"/>
              <a:gd name="connsiteX838" fmla="*/ 5426491 w 7467600"/>
              <a:gd name="connsiteY838" fmla="*/ 281128 h 6858000"/>
              <a:gd name="connsiteX839" fmla="*/ 5731212 w 7467600"/>
              <a:gd name="connsiteY839" fmla="*/ 231951 h 6858000"/>
              <a:gd name="connsiteX840" fmla="*/ 5905192 w 7467600"/>
              <a:gd name="connsiteY840" fmla="*/ 163079 h 6858000"/>
              <a:gd name="connsiteX841" fmla="*/ 5944437 w 7467600"/>
              <a:gd name="connsiteY841" fmla="*/ 113829 h 6858000"/>
              <a:gd name="connsiteX842" fmla="*/ 5825032 w 7467600"/>
              <a:gd name="connsiteY842" fmla="*/ 146405 h 6858000"/>
              <a:gd name="connsiteX843" fmla="*/ 4955599 w 7467600"/>
              <a:gd name="connsiteY843" fmla="*/ 247008 h 6858000"/>
              <a:gd name="connsiteX844" fmla="*/ 5210104 w 7467600"/>
              <a:gd name="connsiteY844" fmla="*/ 228123 h 6858000"/>
              <a:gd name="connsiteX845" fmla="*/ 5261015 w 7467600"/>
              <a:gd name="connsiteY845" fmla="*/ 227087 h 6858000"/>
              <a:gd name="connsiteX846" fmla="*/ 5861181 w 7467600"/>
              <a:gd name="connsiteY846" fmla="*/ 143093 h 6858000"/>
              <a:gd name="connsiteX847" fmla="*/ 5961252 w 7467600"/>
              <a:gd name="connsiteY847" fmla="*/ 114820 h 6858000"/>
              <a:gd name="connsiteX848" fmla="*/ 5944437 w 7467600"/>
              <a:gd name="connsiteY848" fmla="*/ 113829 h 6858000"/>
              <a:gd name="connsiteX849" fmla="*/ 3882765 w 7467600"/>
              <a:gd name="connsiteY849" fmla="*/ 0 h 6858000"/>
              <a:gd name="connsiteX850" fmla="*/ 3995099 w 7467600"/>
              <a:gd name="connsiteY850" fmla="*/ 0 h 6858000"/>
              <a:gd name="connsiteX851" fmla="*/ 4163818 w 7467600"/>
              <a:gd name="connsiteY851" fmla="*/ 234104 h 6858000"/>
              <a:gd name="connsiteX852" fmla="*/ 4172099 w 7467600"/>
              <a:gd name="connsiteY852" fmla="*/ 234207 h 6858000"/>
              <a:gd name="connsiteX853" fmla="*/ 4784282 w 7467600"/>
              <a:gd name="connsiteY853" fmla="*/ 276561 h 6858000"/>
              <a:gd name="connsiteX854" fmla="*/ 4801687 w 7467600"/>
              <a:gd name="connsiteY854" fmla="*/ 267764 h 6858000"/>
              <a:gd name="connsiteX855" fmla="*/ 6082788 w 7467600"/>
              <a:gd name="connsiteY855" fmla="*/ 64119 h 6858000"/>
              <a:gd name="connsiteX856" fmla="*/ 6099442 w 7467600"/>
              <a:gd name="connsiteY856" fmla="*/ 82568 h 6858000"/>
              <a:gd name="connsiteX857" fmla="*/ 4804137 w 7467600"/>
              <a:gd name="connsiteY857" fmla="*/ 320931 h 6858000"/>
              <a:gd name="connsiteX858" fmla="*/ 4227047 w 7467600"/>
              <a:gd name="connsiteY858" fmla="*/ 313415 h 6858000"/>
              <a:gd name="connsiteX859" fmla="*/ 4346041 w 7467600"/>
              <a:gd name="connsiteY859" fmla="*/ 456086 h 6858000"/>
              <a:gd name="connsiteX860" fmla="*/ 4870967 w 7467600"/>
              <a:gd name="connsiteY860" fmla="*/ 963061 h 6858000"/>
              <a:gd name="connsiteX861" fmla="*/ 4889647 w 7467600"/>
              <a:gd name="connsiteY861" fmla="*/ 957147 h 6858000"/>
              <a:gd name="connsiteX862" fmla="*/ 5422504 w 7467600"/>
              <a:gd name="connsiteY862" fmla="*/ 805191 h 6858000"/>
              <a:gd name="connsiteX863" fmla="*/ 6087656 w 7467600"/>
              <a:gd name="connsiteY863" fmla="*/ 826703 h 6858000"/>
              <a:gd name="connsiteX864" fmla="*/ 6058717 w 7467600"/>
              <a:gd name="connsiteY864" fmla="*/ 865992 h 6858000"/>
              <a:gd name="connsiteX865" fmla="*/ 4974153 w 7467600"/>
              <a:gd name="connsiteY865" fmla="*/ 1045456 h 6858000"/>
              <a:gd name="connsiteX866" fmla="*/ 5627835 w 7467600"/>
              <a:gd name="connsiteY866" fmla="*/ 1472077 h 6858000"/>
              <a:gd name="connsiteX867" fmla="*/ 5629817 w 7467600"/>
              <a:gd name="connsiteY867" fmla="*/ 1471412 h 6858000"/>
              <a:gd name="connsiteX868" fmla="*/ 5634124 w 7467600"/>
              <a:gd name="connsiteY868" fmla="*/ 1470572 h 6858000"/>
              <a:gd name="connsiteX869" fmla="*/ 5755832 w 7467600"/>
              <a:gd name="connsiteY869" fmla="*/ 1383886 h 6858000"/>
              <a:gd name="connsiteX870" fmla="*/ 6014186 w 7467600"/>
              <a:gd name="connsiteY870" fmla="*/ 1279799 h 6858000"/>
              <a:gd name="connsiteX871" fmla="*/ 6901619 w 7467600"/>
              <a:gd name="connsiteY871" fmla="*/ 1047874 h 6858000"/>
              <a:gd name="connsiteX872" fmla="*/ 6931566 w 7467600"/>
              <a:gd name="connsiteY872" fmla="*/ 1062034 h 6858000"/>
              <a:gd name="connsiteX873" fmla="*/ 5790982 w 7467600"/>
              <a:gd name="connsiteY873" fmla="*/ 1561380 h 6858000"/>
              <a:gd name="connsiteX874" fmla="*/ 6188971 w 7467600"/>
              <a:gd name="connsiteY874" fmla="*/ 1755168 h 6858000"/>
              <a:gd name="connsiteX875" fmla="*/ 6202446 w 7467600"/>
              <a:gd name="connsiteY875" fmla="*/ 1752268 h 6858000"/>
              <a:gd name="connsiteX876" fmla="*/ 7179560 w 7467600"/>
              <a:gd name="connsiteY876" fmla="*/ 1467551 h 6858000"/>
              <a:gd name="connsiteX877" fmla="*/ 7158730 w 7467600"/>
              <a:gd name="connsiteY877" fmla="*/ 1507835 h 6858000"/>
              <a:gd name="connsiteX878" fmla="*/ 6326959 w 7467600"/>
              <a:gd name="connsiteY878" fmla="*/ 1817686 h 6858000"/>
              <a:gd name="connsiteX879" fmla="*/ 6537433 w 7467600"/>
              <a:gd name="connsiteY879" fmla="*/ 1907790 h 6858000"/>
              <a:gd name="connsiteX880" fmla="*/ 6550221 w 7467600"/>
              <a:gd name="connsiteY880" fmla="*/ 1910729 h 6858000"/>
              <a:gd name="connsiteX881" fmla="*/ 6964438 w 7467600"/>
              <a:gd name="connsiteY881" fmla="*/ 2209505 h 6858000"/>
              <a:gd name="connsiteX882" fmla="*/ 7367862 w 7467600"/>
              <a:gd name="connsiteY882" fmla="*/ 2806833 h 6858000"/>
              <a:gd name="connsiteX883" fmla="*/ 7364329 w 7467600"/>
              <a:gd name="connsiteY883" fmla="*/ 2826907 h 6858000"/>
              <a:gd name="connsiteX884" fmla="*/ 7290545 w 7467600"/>
              <a:gd name="connsiteY884" fmla="*/ 2850663 h 6858000"/>
              <a:gd name="connsiteX885" fmla="*/ 6472036 w 7467600"/>
              <a:gd name="connsiteY885" fmla="*/ 1959003 h 6858000"/>
              <a:gd name="connsiteX886" fmla="*/ 5792897 w 7467600"/>
              <a:gd name="connsiteY886" fmla="*/ 1647747 h 6858000"/>
              <a:gd name="connsiteX887" fmla="*/ 5842751 w 7467600"/>
              <a:gd name="connsiteY887" fmla="*/ 1816112 h 6858000"/>
              <a:gd name="connsiteX888" fmla="*/ 5847424 w 7467600"/>
              <a:gd name="connsiteY888" fmla="*/ 1815776 h 6858000"/>
              <a:gd name="connsiteX889" fmla="*/ 6399821 w 7467600"/>
              <a:gd name="connsiteY889" fmla="*/ 2344799 h 6858000"/>
              <a:gd name="connsiteX890" fmla="*/ 6323232 w 7467600"/>
              <a:gd name="connsiteY890" fmla="*/ 2389634 h 6858000"/>
              <a:gd name="connsiteX891" fmla="*/ 5942958 w 7467600"/>
              <a:gd name="connsiteY891" fmla="*/ 2077708 h 6858000"/>
              <a:gd name="connsiteX892" fmla="*/ 5921559 w 7467600"/>
              <a:gd name="connsiteY892" fmla="*/ 2378596 h 6858000"/>
              <a:gd name="connsiteX893" fmla="*/ 5817651 w 7467600"/>
              <a:gd name="connsiteY893" fmla="*/ 3023919 h 6858000"/>
              <a:gd name="connsiteX894" fmla="*/ 5729634 w 7467600"/>
              <a:gd name="connsiteY894" fmla="*/ 3051849 h 6858000"/>
              <a:gd name="connsiteX895" fmla="*/ 5611018 w 7467600"/>
              <a:gd name="connsiteY895" fmla="*/ 2316769 h 6858000"/>
              <a:gd name="connsiteX896" fmla="*/ 5687608 w 7467600"/>
              <a:gd name="connsiteY896" fmla="*/ 2039972 h 6858000"/>
              <a:gd name="connsiteX897" fmla="*/ 5657554 w 7467600"/>
              <a:gd name="connsiteY897" fmla="*/ 1576445 h 6858000"/>
              <a:gd name="connsiteX898" fmla="*/ 5150475 w 7467600"/>
              <a:gd name="connsiteY898" fmla="*/ 1274012 h 6858000"/>
              <a:gd name="connsiteX899" fmla="*/ 5349142 w 7467600"/>
              <a:gd name="connsiteY899" fmla="*/ 2204405 h 6858000"/>
              <a:gd name="connsiteX900" fmla="*/ 5262214 w 7467600"/>
              <a:gd name="connsiteY900" fmla="*/ 2233836 h 6858000"/>
              <a:gd name="connsiteX901" fmla="*/ 4981539 w 7467600"/>
              <a:gd name="connsiteY901" fmla="*/ 1542201 h 6858000"/>
              <a:gd name="connsiteX902" fmla="*/ 4958461 w 7467600"/>
              <a:gd name="connsiteY902" fmla="*/ 1136957 h 6858000"/>
              <a:gd name="connsiteX903" fmla="*/ 4655015 w 7467600"/>
              <a:gd name="connsiteY903" fmla="*/ 891426 h 6858000"/>
              <a:gd name="connsiteX904" fmla="*/ 4348002 w 7467600"/>
              <a:gd name="connsiteY904" fmla="*/ 2205895 h 6858000"/>
              <a:gd name="connsiteX905" fmla="*/ 4262250 w 7467600"/>
              <a:gd name="connsiteY905" fmla="*/ 2219972 h 6858000"/>
              <a:gd name="connsiteX906" fmla="*/ 4550611 w 7467600"/>
              <a:gd name="connsiteY906" fmla="*/ 817540 h 6858000"/>
              <a:gd name="connsiteX907" fmla="*/ 4564418 w 7467600"/>
              <a:gd name="connsiteY907" fmla="*/ 808293 h 6858000"/>
              <a:gd name="connsiteX908" fmla="*/ 4266388 w 7467600"/>
              <a:gd name="connsiteY908" fmla="*/ 500083 h 6858000"/>
              <a:gd name="connsiteX909" fmla="*/ 4032842 w 7467600"/>
              <a:gd name="connsiteY909" fmla="*/ 211809 h 6858000"/>
              <a:gd name="connsiteX910" fmla="*/ 3882765 w 7467600"/>
              <a:gd name="connsiteY910" fmla="*/ 0 h 6858000"/>
              <a:gd name="connsiteX911" fmla="*/ 3721337 w 7467600"/>
              <a:gd name="connsiteY911" fmla="*/ 0 h 6858000"/>
              <a:gd name="connsiteX912" fmla="*/ 3797544 w 7467600"/>
              <a:gd name="connsiteY912" fmla="*/ 0 h 6858000"/>
              <a:gd name="connsiteX913" fmla="*/ 3775734 w 7467600"/>
              <a:gd name="connsiteY913" fmla="*/ 95131 h 6858000"/>
              <a:gd name="connsiteX914" fmla="*/ 3724807 w 7467600"/>
              <a:gd name="connsiteY914" fmla="*/ 272257 h 6858000"/>
              <a:gd name="connsiteX915" fmla="*/ 3726844 w 7467600"/>
              <a:gd name="connsiteY915" fmla="*/ 282988 h 6858000"/>
              <a:gd name="connsiteX916" fmla="*/ 3742664 w 7467600"/>
              <a:gd name="connsiteY916" fmla="*/ 279918 h 6858000"/>
              <a:gd name="connsiteX917" fmla="*/ 4103910 w 7467600"/>
              <a:gd name="connsiteY917" fmla="*/ 1161917 h 6858000"/>
              <a:gd name="connsiteX918" fmla="*/ 4020269 w 7467600"/>
              <a:gd name="connsiteY918" fmla="*/ 1200406 h 6858000"/>
              <a:gd name="connsiteX919" fmla="*/ 3674882 w 7467600"/>
              <a:gd name="connsiteY919" fmla="*/ 488524 h 6858000"/>
              <a:gd name="connsiteX920" fmla="*/ 3132682 w 7467600"/>
              <a:gd name="connsiteY920" fmla="*/ 1072284 h 6858000"/>
              <a:gd name="connsiteX921" fmla="*/ 2716346 w 7467600"/>
              <a:gd name="connsiteY921" fmla="*/ 1276376 h 6858000"/>
              <a:gd name="connsiteX922" fmla="*/ 2716772 w 7467600"/>
              <a:gd name="connsiteY922" fmla="*/ 1255462 h 6858000"/>
              <a:gd name="connsiteX923" fmla="*/ 3471096 w 7467600"/>
              <a:gd name="connsiteY923" fmla="*/ 437072 h 6858000"/>
              <a:gd name="connsiteX924" fmla="*/ 3639057 w 7467600"/>
              <a:gd name="connsiteY924" fmla="*/ 286334 h 6858000"/>
              <a:gd name="connsiteX925" fmla="*/ 3640309 w 7467600"/>
              <a:gd name="connsiteY925" fmla="*/ 284664 h 6858000"/>
              <a:gd name="connsiteX926" fmla="*/ 3646022 w 7467600"/>
              <a:gd name="connsiteY926" fmla="*/ 276711 h 6858000"/>
              <a:gd name="connsiteX927" fmla="*/ 3707943 w 7467600"/>
              <a:gd name="connsiteY927" fmla="*/ 65958 h 6858000"/>
              <a:gd name="connsiteX928" fmla="*/ 3721337 w 7467600"/>
              <a:gd name="connsiteY928" fmla="*/ 0 h 6858000"/>
              <a:gd name="connsiteX929" fmla="*/ 2867960 w 7467600"/>
              <a:gd name="connsiteY929" fmla="*/ 0 h 6858000"/>
              <a:gd name="connsiteX930" fmla="*/ 2926351 w 7467600"/>
              <a:gd name="connsiteY930" fmla="*/ 0 h 6858000"/>
              <a:gd name="connsiteX931" fmla="*/ 2902823 w 7467600"/>
              <a:gd name="connsiteY931" fmla="*/ 262929 h 6858000"/>
              <a:gd name="connsiteX932" fmla="*/ 2940663 w 7467600"/>
              <a:gd name="connsiteY932" fmla="*/ 140884 h 6858000"/>
              <a:gd name="connsiteX933" fmla="*/ 2947039 w 7467600"/>
              <a:gd name="connsiteY933" fmla="*/ 122524 h 6858000"/>
              <a:gd name="connsiteX934" fmla="*/ 2984316 w 7467600"/>
              <a:gd name="connsiteY934" fmla="*/ 0 h 6858000"/>
              <a:gd name="connsiteX935" fmla="*/ 3016114 w 7467600"/>
              <a:gd name="connsiteY935" fmla="*/ 0 h 6858000"/>
              <a:gd name="connsiteX936" fmla="*/ 2979949 w 7467600"/>
              <a:gd name="connsiteY936" fmla="*/ 119274 h 6858000"/>
              <a:gd name="connsiteX937" fmla="*/ 3023879 w 7467600"/>
              <a:gd name="connsiteY937" fmla="*/ 0 h 6858000"/>
              <a:gd name="connsiteX938" fmla="*/ 3105400 w 7467600"/>
              <a:gd name="connsiteY938" fmla="*/ 0 h 6858000"/>
              <a:gd name="connsiteX939" fmla="*/ 3094669 w 7467600"/>
              <a:gd name="connsiteY939" fmla="*/ 30308 h 6858000"/>
              <a:gd name="connsiteX940" fmla="*/ 2901945 w 7467600"/>
              <a:gd name="connsiteY940" fmla="*/ 466538 h 6858000"/>
              <a:gd name="connsiteX941" fmla="*/ 2815209 w 7467600"/>
              <a:gd name="connsiteY941" fmla="*/ 497361 h 6858000"/>
              <a:gd name="connsiteX942" fmla="*/ 2844845 w 7467600"/>
              <a:gd name="connsiteY942" fmla="*/ 127638 h 6858000"/>
              <a:gd name="connsiteX943" fmla="*/ 2867960 w 7467600"/>
              <a:gd name="connsiteY943" fmla="*/ 0 h 6858000"/>
              <a:gd name="connsiteX944" fmla="*/ 1057230 w 7467600"/>
              <a:gd name="connsiteY944" fmla="*/ 0 h 6858000"/>
              <a:gd name="connsiteX945" fmla="*/ 1111003 w 7467600"/>
              <a:gd name="connsiteY945" fmla="*/ 0 h 6858000"/>
              <a:gd name="connsiteX946" fmla="*/ 1125553 w 7467600"/>
              <a:gd name="connsiteY946" fmla="*/ 52588 h 6858000"/>
              <a:gd name="connsiteX947" fmla="*/ 1304276 w 7467600"/>
              <a:gd name="connsiteY947" fmla="*/ 476275 h 6858000"/>
              <a:gd name="connsiteX948" fmla="*/ 1492066 w 7467600"/>
              <a:gd name="connsiteY948" fmla="*/ 886333 h 6858000"/>
              <a:gd name="connsiteX949" fmla="*/ 1423698 w 7467600"/>
              <a:gd name="connsiteY949" fmla="*/ 710817 h 6858000"/>
              <a:gd name="connsiteX950" fmla="*/ 1357609 w 7467600"/>
              <a:gd name="connsiteY950" fmla="*/ 532892 h 6858000"/>
              <a:gd name="connsiteX951" fmla="*/ 1309550 w 7467600"/>
              <a:gd name="connsiteY951" fmla="*/ 374031 h 6858000"/>
              <a:gd name="connsiteX952" fmla="*/ 1193673 w 7467600"/>
              <a:gd name="connsiteY952" fmla="*/ 49533 h 6858000"/>
              <a:gd name="connsiteX953" fmla="*/ 1164391 w 7467600"/>
              <a:gd name="connsiteY953" fmla="*/ 0 h 6858000"/>
              <a:gd name="connsiteX954" fmla="*/ 1200666 w 7467600"/>
              <a:gd name="connsiteY954" fmla="*/ 0 h 6858000"/>
              <a:gd name="connsiteX955" fmla="*/ 1223408 w 7467600"/>
              <a:gd name="connsiteY955" fmla="*/ 38996 h 6858000"/>
              <a:gd name="connsiteX956" fmla="*/ 1339635 w 7467600"/>
              <a:gd name="connsiteY956" fmla="*/ 365517 h 6858000"/>
              <a:gd name="connsiteX957" fmla="*/ 1387469 w 7467600"/>
              <a:gd name="connsiteY957" fmla="*/ 523079 h 6858000"/>
              <a:gd name="connsiteX958" fmla="*/ 1452685 w 7467600"/>
              <a:gd name="connsiteY958" fmla="*/ 699806 h 6858000"/>
              <a:gd name="connsiteX959" fmla="*/ 1492092 w 7467600"/>
              <a:gd name="connsiteY959" fmla="*/ 800424 h 6858000"/>
              <a:gd name="connsiteX960" fmla="*/ 1455302 w 7467600"/>
              <a:gd name="connsiteY960" fmla="*/ 632913 h 6858000"/>
              <a:gd name="connsiteX961" fmla="*/ 1222336 w 7467600"/>
              <a:gd name="connsiteY961" fmla="*/ 9480 h 6858000"/>
              <a:gd name="connsiteX962" fmla="*/ 1214634 w 7467600"/>
              <a:gd name="connsiteY962" fmla="*/ 0 h 6858000"/>
              <a:gd name="connsiteX963" fmla="*/ 1289827 w 7467600"/>
              <a:gd name="connsiteY963" fmla="*/ 0 h 6858000"/>
              <a:gd name="connsiteX964" fmla="*/ 1321076 w 7467600"/>
              <a:gd name="connsiteY964" fmla="*/ 59722 h 6858000"/>
              <a:gd name="connsiteX965" fmla="*/ 1512579 w 7467600"/>
              <a:gd name="connsiteY965" fmla="*/ 626441 h 6858000"/>
              <a:gd name="connsiteX966" fmla="*/ 1506076 w 7467600"/>
              <a:gd name="connsiteY966" fmla="*/ 1089289 h 6858000"/>
              <a:gd name="connsiteX967" fmla="*/ 1486346 w 7467600"/>
              <a:gd name="connsiteY967" fmla="*/ 1079919 h 6858000"/>
              <a:gd name="connsiteX968" fmla="*/ 1070511 w 7467600"/>
              <a:gd name="connsiteY968" fmla="*/ 48609 h 6858000"/>
              <a:gd name="connsiteX969" fmla="*/ 1057230 w 7467600"/>
              <a:gd name="connsiteY969" fmla="*/ 0 h 6858000"/>
              <a:gd name="connsiteX970" fmla="*/ 43151 w 7467600"/>
              <a:gd name="connsiteY970" fmla="*/ 0 h 6858000"/>
              <a:gd name="connsiteX971" fmla="*/ 95283 w 7467600"/>
              <a:gd name="connsiteY971" fmla="*/ 0 h 6858000"/>
              <a:gd name="connsiteX972" fmla="*/ 300708 w 7467600"/>
              <a:gd name="connsiteY972" fmla="*/ 154571 h 6858000"/>
              <a:gd name="connsiteX973" fmla="*/ 530414 w 7467600"/>
              <a:gd name="connsiteY973" fmla="*/ 354673 h 6858000"/>
              <a:gd name="connsiteX974" fmla="*/ 333785 w 7467600"/>
              <a:gd name="connsiteY974" fmla="*/ 161564 h 6858000"/>
              <a:gd name="connsiteX975" fmla="*/ 147005 w 7467600"/>
              <a:gd name="connsiteY975" fmla="*/ 0 h 6858000"/>
              <a:gd name="connsiteX976" fmla="*/ 272509 w 7467600"/>
              <a:gd name="connsiteY976" fmla="*/ 0 h 6858000"/>
              <a:gd name="connsiteX977" fmla="*/ 326276 w 7467600"/>
              <a:gd name="connsiteY977" fmla="*/ 45847 h 6858000"/>
              <a:gd name="connsiteX978" fmla="*/ 823759 w 7467600"/>
              <a:gd name="connsiteY978" fmla="*/ 574145 h 6858000"/>
              <a:gd name="connsiteX979" fmla="*/ 811254 w 7467600"/>
              <a:gd name="connsiteY979" fmla="*/ 665546 h 6858000"/>
              <a:gd name="connsiteX980" fmla="*/ 154042 w 7467600"/>
              <a:gd name="connsiteY980" fmla="*/ 261522 h 6858000"/>
              <a:gd name="connsiteX981" fmla="*/ 13550 w 7467600"/>
              <a:gd name="connsiteY981" fmla="*/ 158423 h 6858000"/>
              <a:gd name="connsiteX982" fmla="*/ 0 w 7467600"/>
              <a:gd name="connsiteY982" fmla="*/ 146618 h 6858000"/>
              <a:gd name="connsiteX983" fmla="*/ 0 w 7467600"/>
              <a:gd name="connsiteY983" fmla="*/ 59161 h 6858000"/>
              <a:gd name="connsiteX984" fmla="*/ 45427 w 7467600"/>
              <a:gd name="connsiteY984" fmla="*/ 101078 h 6858000"/>
              <a:gd name="connsiteX985" fmla="*/ 630103 w 7467600"/>
              <a:gd name="connsiteY985" fmla="*/ 485885 h 6858000"/>
              <a:gd name="connsiteX986" fmla="*/ 532040 w 7467600"/>
              <a:gd name="connsiteY986" fmla="*/ 399359 h 6858000"/>
              <a:gd name="connsiteX987" fmla="*/ 517618 w 7467600"/>
              <a:gd name="connsiteY987" fmla="*/ 385726 h 6858000"/>
              <a:gd name="connsiteX988" fmla="*/ 285074 w 7467600"/>
              <a:gd name="connsiteY988" fmla="*/ 182755 h 6858000"/>
              <a:gd name="connsiteX989" fmla="*/ 43151 w 7467600"/>
              <a:gd name="connsiteY989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312201 w 7467600"/>
              <a:gd name="connsiteY127" fmla="*/ 5128278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312201 w 7467600"/>
              <a:gd name="connsiteY132" fmla="*/ 5128278 h 6858000"/>
              <a:gd name="connsiteX133" fmla="*/ 1903353 w 7467600"/>
              <a:gd name="connsiteY133" fmla="*/ 5044827 h 6858000"/>
              <a:gd name="connsiteX134" fmla="*/ 1936931 w 7467600"/>
              <a:gd name="connsiteY134" fmla="*/ 5093954 h 6858000"/>
              <a:gd name="connsiteX135" fmla="*/ 2195868 w 7467600"/>
              <a:gd name="connsiteY135" fmla="*/ 5396574 h 6858000"/>
              <a:gd name="connsiteX136" fmla="*/ 2088852 w 7467600"/>
              <a:gd name="connsiteY136" fmla="*/ 5166123 h 6858000"/>
              <a:gd name="connsiteX137" fmla="*/ 1958241 w 7467600"/>
              <a:gd name="connsiteY137" fmla="*/ 5067955 h 6858000"/>
              <a:gd name="connsiteX138" fmla="*/ 1903353 w 7467600"/>
              <a:gd name="connsiteY138" fmla="*/ 5044827 h 6858000"/>
              <a:gd name="connsiteX139" fmla="*/ 1979378 w 7467600"/>
              <a:gd name="connsiteY139" fmla="*/ 4769504 h 6858000"/>
              <a:gd name="connsiteX140" fmla="*/ 2882120 w 7467600"/>
              <a:gd name="connsiteY140" fmla="*/ 5064547 h 6858000"/>
              <a:gd name="connsiteX141" fmla="*/ 2793103 w 7467600"/>
              <a:gd name="connsiteY141" fmla="*/ 5039699 h 6858000"/>
              <a:gd name="connsiteX142" fmla="*/ 2770041 w 7467600"/>
              <a:gd name="connsiteY142" fmla="*/ 5033634 h 6858000"/>
              <a:gd name="connsiteX143" fmla="*/ 1979378 w 7467600"/>
              <a:gd name="connsiteY143" fmla="*/ 4769504 h 6858000"/>
              <a:gd name="connsiteX144" fmla="*/ 1927410 w 7467600"/>
              <a:gd name="connsiteY144" fmla="*/ 4716164 h 6858000"/>
              <a:gd name="connsiteX145" fmla="*/ 1959587 w 7467600"/>
              <a:gd name="connsiteY145" fmla="*/ 4728849 h 6858000"/>
              <a:gd name="connsiteX146" fmla="*/ 2777707 w 7467600"/>
              <a:gd name="connsiteY146" fmla="*/ 5003991 h 6858000"/>
              <a:gd name="connsiteX147" fmla="*/ 2800768 w 7467600"/>
              <a:gd name="connsiteY147" fmla="*/ 5010056 h 6858000"/>
              <a:gd name="connsiteX148" fmla="*/ 2879408 w 7467600"/>
              <a:gd name="connsiteY148" fmla="*/ 5031590 h 6858000"/>
              <a:gd name="connsiteX149" fmla="*/ 2862295 w 7467600"/>
              <a:gd name="connsiteY149" fmla="*/ 5022958 h 6858000"/>
              <a:gd name="connsiteX150" fmla="*/ 2813343 w 7467600"/>
              <a:gd name="connsiteY150" fmla="*/ 4998369 h 6858000"/>
              <a:gd name="connsiteX151" fmla="*/ 2646245 w 7467600"/>
              <a:gd name="connsiteY151" fmla="*/ 4930999 h 6858000"/>
              <a:gd name="connsiteX152" fmla="*/ 1999243 w 7467600"/>
              <a:gd name="connsiteY152" fmla="*/ 4730524 h 6858000"/>
              <a:gd name="connsiteX153" fmla="*/ 1979527 w 7467600"/>
              <a:gd name="connsiteY153" fmla="*/ 4726651 h 6858000"/>
              <a:gd name="connsiteX154" fmla="*/ 1927410 w 7467600"/>
              <a:gd name="connsiteY154" fmla="*/ 4716164 h 6858000"/>
              <a:gd name="connsiteX155" fmla="*/ 1997014 w 7467600"/>
              <a:gd name="connsiteY155" fmla="*/ 4698007 h 6858000"/>
              <a:gd name="connsiteX156" fmla="*/ 2005458 w 7467600"/>
              <a:gd name="connsiteY156" fmla="*/ 4699540 h 6858000"/>
              <a:gd name="connsiteX157" fmla="*/ 2657186 w 7467600"/>
              <a:gd name="connsiteY157" fmla="*/ 4901687 h 6858000"/>
              <a:gd name="connsiteX158" fmla="*/ 2826662 w 7467600"/>
              <a:gd name="connsiteY158" fmla="*/ 4970362 h 6858000"/>
              <a:gd name="connsiteX159" fmla="*/ 2876100 w 7467600"/>
              <a:gd name="connsiteY159" fmla="*/ 4995397 h 6858000"/>
              <a:gd name="connsiteX160" fmla="*/ 3042600 w 7467600"/>
              <a:gd name="connsiteY160" fmla="*/ 5059532 h 6858000"/>
              <a:gd name="connsiteX161" fmla="*/ 1997014 w 7467600"/>
              <a:gd name="connsiteY161" fmla="*/ 4698007 h 6858000"/>
              <a:gd name="connsiteX162" fmla="*/ 2305292 w 7467600"/>
              <a:gd name="connsiteY162" fmla="*/ 4219492 h 6858000"/>
              <a:gd name="connsiteX163" fmla="*/ 3360922 w 7467600"/>
              <a:gd name="connsiteY163" fmla="*/ 4529373 h 6858000"/>
              <a:gd name="connsiteX164" fmla="*/ 3492420 w 7467600"/>
              <a:gd name="connsiteY164" fmla="*/ 4510145 h 6858000"/>
              <a:gd name="connsiteX165" fmla="*/ 3364086 w 7467600"/>
              <a:gd name="connsiteY165" fmla="*/ 4480340 h 6858000"/>
              <a:gd name="connsiteX166" fmla="*/ 3225818 w 7467600"/>
              <a:gd name="connsiteY166" fmla="*/ 4411822 h 6858000"/>
              <a:gd name="connsiteX167" fmla="*/ 3129696 w 7467600"/>
              <a:gd name="connsiteY167" fmla="*/ 4360704 h 6858000"/>
              <a:gd name="connsiteX168" fmla="*/ 2814545 w 7467600"/>
              <a:gd name="connsiteY168" fmla="*/ 4282955 h 6858000"/>
              <a:gd name="connsiteX169" fmla="*/ 2305292 w 7467600"/>
              <a:gd name="connsiteY169" fmla="*/ 4219492 h 6858000"/>
              <a:gd name="connsiteX170" fmla="*/ 2626982 w 7467600"/>
              <a:gd name="connsiteY170" fmla="*/ 4206450 h 6858000"/>
              <a:gd name="connsiteX171" fmla="*/ 2490617 w 7467600"/>
              <a:gd name="connsiteY171" fmla="*/ 4206951 h 6858000"/>
              <a:gd name="connsiteX172" fmla="*/ 2819869 w 7467600"/>
              <a:gd name="connsiteY172" fmla="*/ 4252936 h 6858000"/>
              <a:gd name="connsiteX173" fmla="*/ 3143018 w 7467600"/>
              <a:gd name="connsiteY173" fmla="*/ 4332698 h 6858000"/>
              <a:gd name="connsiteX174" fmla="*/ 3241520 w 7467600"/>
              <a:gd name="connsiteY174" fmla="*/ 4385112 h 6858000"/>
              <a:gd name="connsiteX175" fmla="*/ 3374575 w 7467600"/>
              <a:gd name="connsiteY175" fmla="*/ 4451517 h 6858000"/>
              <a:gd name="connsiteX176" fmla="*/ 3505221 w 7467600"/>
              <a:gd name="connsiteY176" fmla="*/ 4480757 h 6858000"/>
              <a:gd name="connsiteX177" fmla="*/ 2626982 w 7467600"/>
              <a:gd name="connsiteY177" fmla="*/ 4206450 h 6858000"/>
              <a:gd name="connsiteX178" fmla="*/ 1310106 w 7467600"/>
              <a:gd name="connsiteY178" fmla="*/ 3943217 h 6858000"/>
              <a:gd name="connsiteX179" fmla="*/ 854994 w 7467600"/>
              <a:gd name="connsiteY179" fmla="*/ 4399136 h 6858000"/>
              <a:gd name="connsiteX180" fmla="*/ 742462 w 7467600"/>
              <a:gd name="connsiteY180" fmla="*/ 4594648 h 6858000"/>
              <a:gd name="connsiteX181" fmla="*/ 820602 w 7467600"/>
              <a:gd name="connsiteY181" fmla="*/ 4485915 h 6858000"/>
              <a:gd name="connsiteX182" fmla="*/ 878295 w 7467600"/>
              <a:gd name="connsiteY182" fmla="*/ 4403594 h 6858000"/>
              <a:gd name="connsiteX183" fmla="*/ 1240607 w 7467600"/>
              <a:gd name="connsiteY183" fmla="*/ 4010401 h 6858000"/>
              <a:gd name="connsiteX184" fmla="*/ 1310106 w 7467600"/>
              <a:gd name="connsiteY184" fmla="*/ 3943217 h 6858000"/>
              <a:gd name="connsiteX185" fmla="*/ 1423113 w 7467600"/>
              <a:gd name="connsiteY185" fmla="*/ 3874565 h 6858000"/>
              <a:gd name="connsiteX186" fmla="*/ 1260565 w 7467600"/>
              <a:gd name="connsiteY186" fmla="*/ 4031982 h 6858000"/>
              <a:gd name="connsiteX187" fmla="*/ 901900 w 7467600"/>
              <a:gd name="connsiteY187" fmla="*/ 4421236 h 6858000"/>
              <a:gd name="connsiteX188" fmla="*/ 845044 w 7467600"/>
              <a:gd name="connsiteY188" fmla="*/ 4502436 h 6858000"/>
              <a:gd name="connsiteX189" fmla="*/ 685926 w 7467600"/>
              <a:gd name="connsiteY189" fmla="*/ 4703069 h 6858000"/>
              <a:gd name="connsiteX190" fmla="*/ 684248 w 7467600"/>
              <a:gd name="connsiteY190" fmla="*/ 4706721 h 6858000"/>
              <a:gd name="connsiteX191" fmla="*/ 1423113 w 7467600"/>
              <a:gd name="connsiteY191" fmla="*/ 3874565 h 6858000"/>
              <a:gd name="connsiteX192" fmla="*/ 3316479 w 7467600"/>
              <a:gd name="connsiteY192" fmla="*/ 3872136 h 6858000"/>
              <a:gd name="connsiteX193" fmla="*/ 3546806 w 7467600"/>
              <a:gd name="connsiteY193" fmla="*/ 4356139 h 6858000"/>
              <a:gd name="connsiteX194" fmla="*/ 3364433 w 7467600"/>
              <a:gd name="connsiteY194" fmla="*/ 3953121 h 6858000"/>
              <a:gd name="connsiteX195" fmla="*/ 3316479 w 7467600"/>
              <a:gd name="connsiteY195" fmla="*/ 3872136 h 6858000"/>
              <a:gd name="connsiteX196" fmla="*/ 3291335 w 7467600"/>
              <a:gd name="connsiteY196" fmla="*/ 3767420 h 6858000"/>
              <a:gd name="connsiteX197" fmla="*/ 3390805 w 7467600"/>
              <a:gd name="connsiteY197" fmla="*/ 3937163 h 6858000"/>
              <a:gd name="connsiteX198" fmla="*/ 3579062 w 7467600"/>
              <a:gd name="connsiteY198" fmla="*/ 4359040 h 6858000"/>
              <a:gd name="connsiteX199" fmla="*/ 3467355 w 7467600"/>
              <a:gd name="connsiteY199" fmla="*/ 3988130 h 6858000"/>
              <a:gd name="connsiteX200" fmla="*/ 3310753 w 7467600"/>
              <a:gd name="connsiteY200" fmla="*/ 3787140 h 6858000"/>
              <a:gd name="connsiteX201" fmla="*/ 3291335 w 7467600"/>
              <a:gd name="connsiteY201" fmla="*/ 3767420 h 6858000"/>
              <a:gd name="connsiteX202" fmla="*/ 1635889 w 7467600"/>
              <a:gd name="connsiteY202" fmla="*/ 3709494 h 6858000"/>
              <a:gd name="connsiteX203" fmla="*/ 1634800 w 7467600"/>
              <a:gd name="connsiteY203" fmla="*/ 3731111 h 6858000"/>
              <a:gd name="connsiteX204" fmla="*/ 1635889 w 7467600"/>
              <a:gd name="connsiteY204" fmla="*/ 3709494 h 6858000"/>
              <a:gd name="connsiteX205" fmla="*/ 1510397 w 7467600"/>
              <a:gd name="connsiteY205" fmla="*/ 3684705 h 6858000"/>
              <a:gd name="connsiteX206" fmla="*/ 1146550 w 7467600"/>
              <a:gd name="connsiteY206" fmla="*/ 3802012 h 6858000"/>
              <a:gd name="connsiteX207" fmla="*/ 698834 w 7467600"/>
              <a:gd name="connsiteY207" fmla="*/ 3952272 h 6858000"/>
              <a:gd name="connsiteX208" fmla="*/ 34256 w 7467600"/>
              <a:gd name="connsiteY208" fmla="*/ 4347603 h 6858000"/>
              <a:gd name="connsiteX209" fmla="*/ 527241 w 7467600"/>
              <a:gd name="connsiteY209" fmla="*/ 4065078 h 6858000"/>
              <a:gd name="connsiteX210" fmla="*/ 1510397 w 7467600"/>
              <a:gd name="connsiteY210" fmla="*/ 3684705 h 6858000"/>
              <a:gd name="connsiteX211" fmla="*/ 1313114 w 7467600"/>
              <a:gd name="connsiteY211" fmla="*/ 3655216 h 6858000"/>
              <a:gd name="connsiteX212" fmla="*/ 1109304 w 7467600"/>
              <a:gd name="connsiteY212" fmla="*/ 3669030 h 6858000"/>
              <a:gd name="connsiteX213" fmla="*/ 8129 w 7467600"/>
              <a:gd name="connsiteY213" fmla="*/ 4330519 h 6858000"/>
              <a:gd name="connsiteX214" fmla="*/ 687572 w 7467600"/>
              <a:gd name="connsiteY214" fmla="*/ 3925629 h 6858000"/>
              <a:gd name="connsiteX215" fmla="*/ 1138365 w 7467600"/>
              <a:gd name="connsiteY215" fmla="*/ 3774515 h 6858000"/>
              <a:gd name="connsiteX216" fmla="*/ 1505579 w 7467600"/>
              <a:gd name="connsiteY216" fmla="*/ 3655526 h 6858000"/>
              <a:gd name="connsiteX217" fmla="*/ 1313114 w 7467600"/>
              <a:gd name="connsiteY217" fmla="*/ 3655216 h 6858000"/>
              <a:gd name="connsiteX218" fmla="*/ 3655073 w 7467600"/>
              <a:gd name="connsiteY218" fmla="*/ 3650884 h 6858000"/>
              <a:gd name="connsiteX219" fmla="*/ 3989938 w 7467600"/>
              <a:gd name="connsiteY219" fmla="*/ 3991685 h 6858000"/>
              <a:gd name="connsiteX220" fmla="*/ 4393907 w 7467600"/>
              <a:gd name="connsiteY220" fmla="*/ 4261258 h 6858000"/>
              <a:gd name="connsiteX221" fmla="*/ 4648051 w 7467600"/>
              <a:gd name="connsiteY221" fmla="*/ 4374051 h 6858000"/>
              <a:gd name="connsiteX222" fmla="*/ 4383389 w 7467600"/>
              <a:gd name="connsiteY222" fmla="*/ 4184369 h 6858000"/>
              <a:gd name="connsiteX223" fmla="*/ 4165508 w 7467600"/>
              <a:gd name="connsiteY223" fmla="*/ 4035196 h 6858000"/>
              <a:gd name="connsiteX224" fmla="*/ 4068162 w 7467600"/>
              <a:gd name="connsiteY224" fmla="*/ 3953394 h 6858000"/>
              <a:gd name="connsiteX225" fmla="*/ 3981416 w 7467600"/>
              <a:gd name="connsiteY225" fmla="*/ 3880482 h 6858000"/>
              <a:gd name="connsiteX226" fmla="*/ 3800147 w 7467600"/>
              <a:gd name="connsiteY226" fmla="*/ 3749872 h 6858000"/>
              <a:gd name="connsiteX227" fmla="*/ 3655073 w 7467600"/>
              <a:gd name="connsiteY227" fmla="*/ 3650884 h 6858000"/>
              <a:gd name="connsiteX228" fmla="*/ 3670252 w 7467600"/>
              <a:gd name="connsiteY228" fmla="*/ 3622798 h 6858000"/>
              <a:gd name="connsiteX229" fmla="*/ 3817258 w 7467600"/>
              <a:gd name="connsiteY229" fmla="*/ 3723577 h 6858000"/>
              <a:gd name="connsiteX230" fmla="*/ 4000461 w 7467600"/>
              <a:gd name="connsiteY230" fmla="*/ 3855966 h 6858000"/>
              <a:gd name="connsiteX231" fmla="*/ 4088180 w 7467600"/>
              <a:gd name="connsiteY231" fmla="*/ 3929774 h 6858000"/>
              <a:gd name="connsiteX232" fmla="*/ 4184555 w 7467600"/>
              <a:gd name="connsiteY232" fmla="*/ 4010683 h 6858000"/>
              <a:gd name="connsiteX233" fmla="*/ 4399563 w 7467600"/>
              <a:gd name="connsiteY233" fmla="*/ 4158106 h 6858000"/>
              <a:gd name="connsiteX234" fmla="*/ 4684469 w 7467600"/>
              <a:gd name="connsiteY234" fmla="*/ 4364680 h 6858000"/>
              <a:gd name="connsiteX235" fmla="*/ 4690271 w 7467600"/>
              <a:gd name="connsiteY235" fmla="*/ 4370034 h 6858000"/>
              <a:gd name="connsiteX236" fmla="*/ 4136093 w 7467600"/>
              <a:gd name="connsiteY236" fmla="*/ 3858466 h 6858000"/>
              <a:gd name="connsiteX237" fmla="*/ 3670252 w 7467600"/>
              <a:gd name="connsiteY237" fmla="*/ 3622798 h 6858000"/>
              <a:gd name="connsiteX238" fmla="*/ 4440129 w 7467600"/>
              <a:gd name="connsiteY238" fmla="*/ 3448571 h 6858000"/>
              <a:gd name="connsiteX239" fmla="*/ 4856525 w 7467600"/>
              <a:gd name="connsiteY239" fmla="*/ 3915351 h 6858000"/>
              <a:gd name="connsiteX240" fmla="*/ 5059055 w 7467600"/>
              <a:gd name="connsiteY240" fmla="*/ 4108918 h 6858000"/>
              <a:gd name="connsiteX241" fmla="*/ 5290070 w 7467600"/>
              <a:gd name="connsiteY241" fmla="*/ 4263619 h 6858000"/>
              <a:gd name="connsiteX242" fmla="*/ 4834991 w 7467600"/>
              <a:gd name="connsiteY242" fmla="*/ 3830985 h 6858000"/>
              <a:gd name="connsiteX243" fmla="*/ 4440129 w 7467600"/>
              <a:gd name="connsiteY243" fmla="*/ 3448571 h 6858000"/>
              <a:gd name="connsiteX244" fmla="*/ 4441737 w 7467600"/>
              <a:gd name="connsiteY244" fmla="*/ 3399734 h 6858000"/>
              <a:gd name="connsiteX245" fmla="*/ 4431236 w 7467600"/>
              <a:gd name="connsiteY245" fmla="*/ 3400954 h 6858000"/>
              <a:gd name="connsiteX246" fmla="*/ 4557150 w 7467600"/>
              <a:gd name="connsiteY246" fmla="*/ 3510023 h 6858000"/>
              <a:gd name="connsiteX247" fmla="*/ 4856936 w 7467600"/>
              <a:gd name="connsiteY247" fmla="*/ 3809146 h 6858000"/>
              <a:gd name="connsiteX248" fmla="*/ 5111996 w 7467600"/>
              <a:gd name="connsiteY248" fmla="*/ 4065759 h 6858000"/>
              <a:gd name="connsiteX249" fmla="*/ 5388878 w 7467600"/>
              <a:gd name="connsiteY249" fmla="*/ 4300185 h 6858000"/>
              <a:gd name="connsiteX250" fmla="*/ 5425556 w 7467600"/>
              <a:gd name="connsiteY250" fmla="*/ 4308967 h 6858000"/>
              <a:gd name="connsiteX251" fmla="*/ 4943646 w 7467600"/>
              <a:gd name="connsiteY251" fmla="*/ 3822916 h 6858000"/>
              <a:gd name="connsiteX252" fmla="*/ 4594837 w 7467600"/>
              <a:gd name="connsiteY252" fmla="*/ 3532274 h 6858000"/>
              <a:gd name="connsiteX253" fmla="*/ 4441737 w 7467600"/>
              <a:gd name="connsiteY253" fmla="*/ 3399734 h 6858000"/>
              <a:gd name="connsiteX254" fmla="*/ 5425834 w 7467600"/>
              <a:gd name="connsiteY254" fmla="*/ 3162785 h 6858000"/>
              <a:gd name="connsiteX255" fmla="*/ 5401644 w 7467600"/>
              <a:gd name="connsiteY255" fmla="*/ 3617847 h 6858000"/>
              <a:gd name="connsiteX256" fmla="*/ 5467256 w 7467600"/>
              <a:gd name="connsiteY256" fmla="*/ 4175494 h 6858000"/>
              <a:gd name="connsiteX257" fmla="*/ 5448069 w 7467600"/>
              <a:gd name="connsiteY257" fmla="*/ 3567554 h 6858000"/>
              <a:gd name="connsiteX258" fmla="*/ 5425834 w 7467600"/>
              <a:gd name="connsiteY258" fmla="*/ 3162785 h 6858000"/>
              <a:gd name="connsiteX259" fmla="*/ 1318687 w 7467600"/>
              <a:gd name="connsiteY259" fmla="*/ 3113840 h 6858000"/>
              <a:gd name="connsiteX260" fmla="*/ 1066793 w 7467600"/>
              <a:gd name="connsiteY260" fmla="*/ 3212171 h 6858000"/>
              <a:gd name="connsiteX261" fmla="*/ 993319 w 7467600"/>
              <a:gd name="connsiteY261" fmla="*/ 3247648 h 6858000"/>
              <a:gd name="connsiteX262" fmla="*/ 853081 w 7467600"/>
              <a:gd name="connsiteY262" fmla="*/ 3312410 h 6858000"/>
              <a:gd name="connsiteX263" fmla="*/ 805957 w 7467600"/>
              <a:gd name="connsiteY263" fmla="*/ 3330443 h 6858000"/>
              <a:gd name="connsiteX264" fmla="*/ 1318687 w 7467600"/>
              <a:gd name="connsiteY264" fmla="*/ 3113840 h 6858000"/>
              <a:gd name="connsiteX265" fmla="*/ 5453702 w 7467600"/>
              <a:gd name="connsiteY265" fmla="*/ 3090882 h 6858000"/>
              <a:gd name="connsiteX266" fmla="*/ 5480135 w 7467600"/>
              <a:gd name="connsiteY266" fmla="*/ 3565802 h 6858000"/>
              <a:gd name="connsiteX267" fmla="*/ 5499023 w 7467600"/>
              <a:gd name="connsiteY267" fmla="*/ 4166310 h 6858000"/>
              <a:gd name="connsiteX268" fmla="*/ 5547022 w 7467600"/>
              <a:gd name="connsiteY268" fmla="*/ 3607838 h 6858000"/>
              <a:gd name="connsiteX269" fmla="*/ 5515964 w 7467600"/>
              <a:gd name="connsiteY269" fmla="*/ 3378541 h 6858000"/>
              <a:gd name="connsiteX270" fmla="*/ 5453702 w 7467600"/>
              <a:gd name="connsiteY270" fmla="*/ 3090882 h 6858000"/>
              <a:gd name="connsiteX271" fmla="*/ 1238695 w 7467600"/>
              <a:gd name="connsiteY271" fmla="*/ 3076820 h 6858000"/>
              <a:gd name="connsiteX272" fmla="*/ 716371 w 7467600"/>
              <a:gd name="connsiteY272" fmla="*/ 3293249 h 6858000"/>
              <a:gd name="connsiteX273" fmla="*/ 579522 w 7467600"/>
              <a:gd name="connsiteY273" fmla="*/ 3371759 h 6858000"/>
              <a:gd name="connsiteX274" fmla="*/ 600288 w 7467600"/>
              <a:gd name="connsiteY274" fmla="*/ 3365555 h 6858000"/>
              <a:gd name="connsiteX275" fmla="*/ 840692 w 7467600"/>
              <a:gd name="connsiteY275" fmla="*/ 3284921 h 6858000"/>
              <a:gd name="connsiteX276" fmla="*/ 979248 w 7467600"/>
              <a:gd name="connsiteY276" fmla="*/ 3221003 h 6858000"/>
              <a:gd name="connsiteX277" fmla="*/ 1053282 w 7467600"/>
              <a:gd name="connsiteY277" fmla="*/ 3185247 h 6858000"/>
              <a:gd name="connsiteX278" fmla="*/ 1320603 w 7467600"/>
              <a:gd name="connsiteY278" fmla="*/ 3081281 h 6858000"/>
              <a:gd name="connsiteX279" fmla="*/ 1238695 w 7467600"/>
              <a:gd name="connsiteY279" fmla="*/ 3076820 h 6858000"/>
              <a:gd name="connsiteX280" fmla="*/ 5425627 w 7467600"/>
              <a:gd name="connsiteY280" fmla="*/ 2954192 h 6858000"/>
              <a:gd name="connsiteX281" fmla="*/ 5470770 w 7467600"/>
              <a:gd name="connsiteY281" fmla="*/ 3005435 h 6858000"/>
              <a:gd name="connsiteX282" fmla="*/ 5519779 w 7467600"/>
              <a:gd name="connsiteY282" fmla="*/ 4359223 h 6858000"/>
              <a:gd name="connsiteX283" fmla="*/ 5520293 w 7467600"/>
              <a:gd name="connsiteY283" fmla="*/ 4360602 h 6858000"/>
              <a:gd name="connsiteX284" fmla="*/ 5767221 w 7467600"/>
              <a:gd name="connsiteY284" fmla="*/ 4665564 h 6858000"/>
              <a:gd name="connsiteX285" fmla="*/ 6937169 w 7467600"/>
              <a:gd name="connsiteY285" fmla="*/ 4815941 h 6858000"/>
              <a:gd name="connsiteX286" fmla="*/ 6953922 w 7467600"/>
              <a:gd name="connsiteY286" fmla="*/ 4890068 h 6858000"/>
              <a:gd name="connsiteX287" fmla="*/ 6071359 w 7467600"/>
              <a:gd name="connsiteY287" fmla="*/ 4770770 h 6858000"/>
              <a:gd name="connsiteX288" fmla="*/ 6038839 w 7467600"/>
              <a:gd name="connsiteY288" fmla="*/ 4764474 h 6858000"/>
              <a:gd name="connsiteX289" fmla="*/ 6038706 w 7467600"/>
              <a:gd name="connsiteY289" fmla="*/ 4763847 h 6858000"/>
              <a:gd name="connsiteX290" fmla="*/ 6037784 w 7467600"/>
              <a:gd name="connsiteY290" fmla="*/ 4764270 h 6858000"/>
              <a:gd name="connsiteX291" fmla="*/ 6038839 w 7467600"/>
              <a:gd name="connsiteY291" fmla="*/ 4764474 h 6858000"/>
              <a:gd name="connsiteX292" fmla="*/ 6040338 w 7467600"/>
              <a:gd name="connsiteY292" fmla="*/ 4771418 h 6858000"/>
              <a:gd name="connsiteX293" fmla="*/ 6024488 w 7467600"/>
              <a:gd name="connsiteY293" fmla="*/ 4809903 h 6858000"/>
              <a:gd name="connsiteX294" fmla="*/ 5599771 w 7467600"/>
              <a:gd name="connsiteY294" fmla="*/ 5509652 h 6858000"/>
              <a:gd name="connsiteX295" fmla="*/ 5548843 w 7467600"/>
              <a:gd name="connsiteY295" fmla="*/ 5563845 h 6858000"/>
              <a:gd name="connsiteX296" fmla="*/ 5940952 w 7467600"/>
              <a:gd name="connsiteY296" fmla="*/ 6250028 h 6858000"/>
              <a:gd name="connsiteX297" fmla="*/ 6043441 w 7467600"/>
              <a:gd name="connsiteY297" fmla="*/ 6665847 h 6858000"/>
              <a:gd name="connsiteX298" fmla="*/ 6093432 w 7467600"/>
              <a:gd name="connsiteY298" fmla="*/ 6858000 h 6858000"/>
              <a:gd name="connsiteX299" fmla="*/ 6034344 w 7467600"/>
              <a:gd name="connsiteY299" fmla="*/ 6858000 h 6858000"/>
              <a:gd name="connsiteX300" fmla="*/ 6026679 w 7467600"/>
              <a:gd name="connsiteY300" fmla="*/ 6836959 h 6858000"/>
              <a:gd name="connsiteX301" fmla="*/ 5800441 w 7467600"/>
              <a:gd name="connsiteY301" fmla="*/ 6335286 h 6858000"/>
              <a:gd name="connsiteX302" fmla="*/ 5526562 w 7467600"/>
              <a:gd name="connsiteY302" fmla="*/ 5705388 h 6858000"/>
              <a:gd name="connsiteX303" fmla="*/ 5519640 w 7467600"/>
              <a:gd name="connsiteY303" fmla="*/ 5683774 h 6858000"/>
              <a:gd name="connsiteX304" fmla="*/ 5844559 w 7467600"/>
              <a:gd name="connsiteY304" fmla="*/ 6553349 h 6858000"/>
              <a:gd name="connsiteX305" fmla="*/ 5975994 w 7467600"/>
              <a:gd name="connsiteY305" fmla="*/ 6858000 h 6858000"/>
              <a:gd name="connsiteX306" fmla="*/ 5898547 w 7467600"/>
              <a:gd name="connsiteY306" fmla="*/ 6858000 h 6858000"/>
              <a:gd name="connsiteX307" fmla="*/ 5682041 w 7467600"/>
              <a:gd name="connsiteY307" fmla="*/ 6355860 h 6858000"/>
              <a:gd name="connsiteX308" fmla="*/ 5461758 w 7467600"/>
              <a:gd name="connsiteY308" fmla="*/ 5820220 h 6858000"/>
              <a:gd name="connsiteX309" fmla="*/ 5237282 w 7467600"/>
              <a:gd name="connsiteY309" fmla="*/ 6579086 h 6858000"/>
              <a:gd name="connsiteX310" fmla="*/ 5115009 w 7467600"/>
              <a:gd name="connsiteY310" fmla="*/ 6858000 h 6858000"/>
              <a:gd name="connsiteX311" fmla="*/ 5028074 w 7467600"/>
              <a:gd name="connsiteY311" fmla="*/ 6858000 h 6858000"/>
              <a:gd name="connsiteX312" fmla="*/ 5079508 w 7467600"/>
              <a:gd name="connsiteY312" fmla="*/ 6749074 h 6858000"/>
              <a:gd name="connsiteX313" fmla="*/ 5371846 w 7467600"/>
              <a:gd name="connsiteY313" fmla="*/ 5924413 h 6858000"/>
              <a:gd name="connsiteX314" fmla="*/ 5270512 w 7467600"/>
              <a:gd name="connsiteY314" fmla="*/ 6138975 h 6858000"/>
              <a:gd name="connsiteX315" fmla="*/ 5062409 w 7467600"/>
              <a:gd name="connsiteY315" fmla="*/ 6653544 h 6858000"/>
              <a:gd name="connsiteX316" fmla="*/ 5036628 w 7467600"/>
              <a:gd name="connsiteY316" fmla="*/ 6754247 h 6858000"/>
              <a:gd name="connsiteX317" fmla="*/ 5009112 w 7467600"/>
              <a:gd name="connsiteY317" fmla="*/ 6858000 h 6858000"/>
              <a:gd name="connsiteX318" fmla="*/ 4976679 w 7467600"/>
              <a:gd name="connsiteY318" fmla="*/ 6858000 h 6858000"/>
              <a:gd name="connsiteX319" fmla="*/ 5006537 w 7467600"/>
              <a:gd name="connsiteY319" fmla="*/ 6747068 h 6858000"/>
              <a:gd name="connsiteX320" fmla="*/ 5032723 w 7467600"/>
              <a:gd name="connsiteY320" fmla="*/ 6644957 h 6858000"/>
              <a:gd name="connsiteX321" fmla="*/ 5242949 w 7467600"/>
              <a:gd name="connsiteY321" fmla="*/ 6125175 h 6858000"/>
              <a:gd name="connsiteX322" fmla="*/ 5286321 w 7467600"/>
              <a:gd name="connsiteY322" fmla="*/ 6033555 h 6858000"/>
              <a:gd name="connsiteX323" fmla="*/ 5008210 w 7467600"/>
              <a:gd name="connsiteY323" fmla="*/ 6649194 h 6858000"/>
              <a:gd name="connsiteX324" fmla="*/ 4986321 w 7467600"/>
              <a:gd name="connsiteY324" fmla="*/ 6765687 h 6858000"/>
              <a:gd name="connsiteX325" fmla="*/ 4973474 w 7467600"/>
              <a:gd name="connsiteY325" fmla="*/ 6858000 h 6858000"/>
              <a:gd name="connsiteX326" fmla="*/ 4907178 w 7467600"/>
              <a:gd name="connsiteY326" fmla="*/ 6858000 h 6858000"/>
              <a:gd name="connsiteX327" fmla="*/ 4910810 w 7467600"/>
              <a:gd name="connsiteY327" fmla="*/ 6829660 h 6858000"/>
              <a:gd name="connsiteX328" fmla="*/ 4987461 w 7467600"/>
              <a:gd name="connsiteY328" fmla="*/ 6432994 h 6858000"/>
              <a:gd name="connsiteX329" fmla="*/ 5179262 w 7467600"/>
              <a:gd name="connsiteY329" fmla="*/ 6035044 h 6858000"/>
              <a:gd name="connsiteX330" fmla="*/ 4689678 w 7467600"/>
              <a:gd name="connsiteY330" fmla="*/ 6440241 h 6858000"/>
              <a:gd name="connsiteX331" fmla="*/ 4477543 w 7467600"/>
              <a:gd name="connsiteY331" fmla="*/ 6674836 h 6858000"/>
              <a:gd name="connsiteX332" fmla="*/ 4329957 w 7467600"/>
              <a:gd name="connsiteY332" fmla="*/ 6858000 h 6858000"/>
              <a:gd name="connsiteX333" fmla="*/ 4218595 w 7467600"/>
              <a:gd name="connsiteY333" fmla="*/ 6858000 h 6858000"/>
              <a:gd name="connsiteX334" fmla="*/ 4368888 w 7467600"/>
              <a:gd name="connsiteY334" fmla="*/ 6668412 h 6858000"/>
              <a:gd name="connsiteX335" fmla="*/ 4563091 w 7467600"/>
              <a:gd name="connsiteY335" fmla="*/ 6442508 h 6858000"/>
              <a:gd name="connsiteX336" fmla="*/ 5387324 w 7467600"/>
              <a:gd name="connsiteY336" fmla="*/ 5705830 h 6858000"/>
              <a:gd name="connsiteX337" fmla="*/ 5073620 w 7467600"/>
              <a:gd name="connsiteY337" fmla="*/ 5955437 h 6858000"/>
              <a:gd name="connsiteX338" fmla="*/ 4689789 w 7467600"/>
              <a:gd name="connsiteY338" fmla="*/ 6268382 h 6858000"/>
              <a:gd name="connsiteX339" fmla="*/ 4418722 w 7467600"/>
              <a:gd name="connsiteY339" fmla="*/ 6570886 h 6858000"/>
              <a:gd name="connsiteX340" fmla="*/ 4214944 w 7467600"/>
              <a:gd name="connsiteY340" fmla="*/ 6858000 h 6858000"/>
              <a:gd name="connsiteX341" fmla="*/ 4177898 w 7467600"/>
              <a:gd name="connsiteY341" fmla="*/ 6858000 h 6858000"/>
              <a:gd name="connsiteX342" fmla="*/ 4391597 w 7467600"/>
              <a:gd name="connsiteY342" fmla="*/ 6556370 h 6858000"/>
              <a:gd name="connsiteX343" fmla="*/ 4668889 w 7467600"/>
              <a:gd name="connsiteY343" fmla="*/ 6246399 h 6858000"/>
              <a:gd name="connsiteX344" fmla="*/ 5055427 w 7467600"/>
              <a:gd name="connsiteY344" fmla="*/ 5931476 h 6858000"/>
              <a:gd name="connsiteX345" fmla="*/ 5371814 w 7467600"/>
              <a:gd name="connsiteY345" fmla="*/ 5678975 h 6858000"/>
              <a:gd name="connsiteX346" fmla="*/ 4987918 w 7467600"/>
              <a:gd name="connsiteY346" fmla="*/ 5838701 h 6858000"/>
              <a:gd name="connsiteX347" fmla="*/ 4317146 w 7467600"/>
              <a:gd name="connsiteY347" fmla="*/ 6587716 h 6858000"/>
              <a:gd name="connsiteX348" fmla="*/ 4171627 w 7467600"/>
              <a:gd name="connsiteY348" fmla="*/ 6858000 h 6858000"/>
              <a:gd name="connsiteX349" fmla="*/ 4081585 w 7467600"/>
              <a:gd name="connsiteY349" fmla="*/ 6858000 h 6858000"/>
              <a:gd name="connsiteX350" fmla="*/ 4238603 w 7467600"/>
              <a:gd name="connsiteY350" fmla="*/ 6559341 h 6858000"/>
              <a:gd name="connsiteX351" fmla="*/ 4778333 w 7467600"/>
              <a:gd name="connsiteY351" fmla="*/ 5873626 h 6858000"/>
              <a:gd name="connsiteX352" fmla="*/ 5414185 w 7467600"/>
              <a:gd name="connsiteY352" fmla="*/ 5573882 h 6858000"/>
              <a:gd name="connsiteX353" fmla="*/ 5959648 w 7467600"/>
              <a:gd name="connsiteY353" fmla="*/ 4760797 h 6858000"/>
              <a:gd name="connsiteX354" fmla="*/ 5355019 w 7467600"/>
              <a:gd name="connsiteY354" fmla="*/ 4734672 h 6858000"/>
              <a:gd name="connsiteX355" fmla="*/ 5083565 w 7467600"/>
              <a:gd name="connsiteY355" fmla="*/ 5179121 h 6858000"/>
              <a:gd name="connsiteX356" fmla="*/ 4713577 w 7467600"/>
              <a:gd name="connsiteY356" fmla="*/ 5616803 h 6858000"/>
              <a:gd name="connsiteX357" fmla="*/ 3989559 w 7467600"/>
              <a:gd name="connsiteY357" fmla="*/ 6145945 h 6858000"/>
              <a:gd name="connsiteX358" fmla="*/ 3939824 w 7467600"/>
              <a:gd name="connsiteY358" fmla="*/ 6066900 h 6858000"/>
              <a:gd name="connsiteX359" fmla="*/ 4584537 w 7467600"/>
              <a:gd name="connsiteY359" fmla="*/ 5324826 h 6858000"/>
              <a:gd name="connsiteX360" fmla="*/ 5037105 w 7467600"/>
              <a:gd name="connsiteY360" fmla="*/ 5088765 h 6858000"/>
              <a:gd name="connsiteX361" fmla="*/ 5039930 w 7467600"/>
              <a:gd name="connsiteY361" fmla="*/ 5089585 h 6858000"/>
              <a:gd name="connsiteX362" fmla="*/ 5263764 w 7467600"/>
              <a:gd name="connsiteY362" fmla="*/ 4735525 h 6858000"/>
              <a:gd name="connsiteX363" fmla="*/ 4086300 w 7467600"/>
              <a:gd name="connsiteY363" fmla="*/ 4884599 h 6858000"/>
              <a:gd name="connsiteX364" fmla="*/ 4085485 w 7467600"/>
              <a:gd name="connsiteY364" fmla="*/ 4899070 h 6858000"/>
              <a:gd name="connsiteX365" fmla="*/ 3871915 w 7467600"/>
              <a:gd name="connsiteY365" fmla="*/ 5253645 h 6858000"/>
              <a:gd name="connsiteX366" fmla="*/ 3799374 w 7467600"/>
              <a:gd name="connsiteY366" fmla="*/ 5466127 h 6858000"/>
              <a:gd name="connsiteX367" fmla="*/ 3498850 w 7467600"/>
              <a:gd name="connsiteY367" fmla="*/ 6661888 h 6858000"/>
              <a:gd name="connsiteX368" fmla="*/ 3399216 w 7467600"/>
              <a:gd name="connsiteY368" fmla="*/ 6858000 h 6858000"/>
              <a:gd name="connsiteX369" fmla="*/ 3303688 w 7467600"/>
              <a:gd name="connsiteY369" fmla="*/ 6858000 h 6858000"/>
              <a:gd name="connsiteX370" fmla="*/ 3391774 w 7467600"/>
              <a:gd name="connsiteY370" fmla="*/ 6697181 h 6858000"/>
              <a:gd name="connsiteX371" fmla="*/ 3735540 w 7467600"/>
              <a:gd name="connsiteY371" fmla="*/ 5546923 h 6858000"/>
              <a:gd name="connsiteX372" fmla="*/ 3729438 w 7467600"/>
              <a:gd name="connsiteY372" fmla="*/ 5569058 h 6858000"/>
              <a:gd name="connsiteX373" fmla="*/ 3707782 w 7467600"/>
              <a:gd name="connsiteY373" fmla="*/ 5644908 h 6858000"/>
              <a:gd name="connsiteX374" fmla="*/ 3583827 w 7467600"/>
              <a:gd name="connsiteY374" fmla="*/ 6039215 h 6858000"/>
              <a:gd name="connsiteX375" fmla="*/ 3547861 w 7467600"/>
              <a:gd name="connsiteY375" fmla="*/ 6129609 h 6858000"/>
              <a:gd name="connsiteX376" fmla="*/ 3490905 w 7467600"/>
              <a:gd name="connsiteY376" fmla="*/ 6277660 h 6858000"/>
              <a:gd name="connsiteX377" fmla="*/ 3455859 w 7467600"/>
              <a:gd name="connsiteY377" fmla="*/ 6391301 h 6858000"/>
              <a:gd name="connsiteX378" fmla="*/ 3429112 w 7467600"/>
              <a:gd name="connsiteY378" fmla="*/ 6479469 h 6858000"/>
              <a:gd name="connsiteX379" fmla="*/ 3304862 w 7467600"/>
              <a:gd name="connsiteY379" fmla="*/ 6796476 h 6858000"/>
              <a:gd name="connsiteX380" fmla="*/ 3276071 w 7467600"/>
              <a:gd name="connsiteY380" fmla="*/ 6858000 h 6858000"/>
              <a:gd name="connsiteX381" fmla="*/ 3240805 w 7467600"/>
              <a:gd name="connsiteY381" fmla="*/ 6858000 h 6858000"/>
              <a:gd name="connsiteX382" fmla="*/ 3275917 w 7467600"/>
              <a:gd name="connsiteY382" fmla="*/ 6783192 h 6858000"/>
              <a:gd name="connsiteX383" fmla="*/ 3399358 w 7467600"/>
              <a:gd name="connsiteY383" fmla="*/ 6469011 h 6858000"/>
              <a:gd name="connsiteX384" fmla="*/ 3425650 w 7467600"/>
              <a:gd name="connsiteY384" fmla="*/ 6381333 h 6858000"/>
              <a:gd name="connsiteX385" fmla="*/ 3460661 w 7467600"/>
              <a:gd name="connsiteY385" fmla="*/ 6266763 h 6858000"/>
              <a:gd name="connsiteX386" fmla="*/ 3518021 w 7467600"/>
              <a:gd name="connsiteY386" fmla="*/ 6117298 h 6858000"/>
              <a:gd name="connsiteX387" fmla="*/ 3554035 w 7467600"/>
              <a:gd name="connsiteY387" fmla="*/ 6027832 h 6858000"/>
              <a:gd name="connsiteX388" fmla="*/ 3677174 w 7467600"/>
              <a:gd name="connsiteY388" fmla="*/ 5636351 h 6858000"/>
              <a:gd name="connsiteX389" fmla="*/ 3698819 w 7467600"/>
              <a:gd name="connsiteY389" fmla="*/ 5560503 h 6858000"/>
              <a:gd name="connsiteX390" fmla="*/ 3702094 w 7467600"/>
              <a:gd name="connsiteY390" fmla="*/ 5549194 h 6858000"/>
              <a:gd name="connsiteX391" fmla="*/ 3398355 w 7467600"/>
              <a:gd name="connsiteY391" fmla="*/ 6094603 h 6858000"/>
              <a:gd name="connsiteX392" fmla="*/ 3193941 w 7467600"/>
              <a:gd name="connsiteY392" fmla="*/ 6798775 h 6858000"/>
              <a:gd name="connsiteX393" fmla="*/ 3184140 w 7467600"/>
              <a:gd name="connsiteY393" fmla="*/ 6858000 h 6858000"/>
              <a:gd name="connsiteX394" fmla="*/ 3099978 w 7467600"/>
              <a:gd name="connsiteY394" fmla="*/ 6858000 h 6858000"/>
              <a:gd name="connsiteX395" fmla="*/ 3101556 w 7467600"/>
              <a:gd name="connsiteY395" fmla="*/ 6843337 h 6858000"/>
              <a:gd name="connsiteX396" fmla="*/ 3370162 w 7467600"/>
              <a:gd name="connsiteY396" fmla="*/ 5785550 h 6858000"/>
              <a:gd name="connsiteX397" fmla="*/ 3746477 w 7467600"/>
              <a:gd name="connsiteY397" fmla="*/ 5377889 h 6858000"/>
              <a:gd name="connsiteX398" fmla="*/ 3863399 w 7467600"/>
              <a:gd name="connsiteY398" fmla="*/ 5087257 h 6858000"/>
              <a:gd name="connsiteX399" fmla="*/ 3968712 w 7467600"/>
              <a:gd name="connsiteY399" fmla="*/ 4913989 h 6858000"/>
              <a:gd name="connsiteX400" fmla="*/ 2792390 w 7467600"/>
              <a:gd name="connsiteY400" fmla="*/ 5382974 h 6858000"/>
              <a:gd name="connsiteX401" fmla="*/ 2714982 w 7467600"/>
              <a:gd name="connsiteY401" fmla="*/ 5427051 h 6858000"/>
              <a:gd name="connsiteX402" fmla="*/ 2813361 w 7467600"/>
              <a:gd name="connsiteY402" fmla="*/ 6023912 h 6858000"/>
              <a:gd name="connsiteX403" fmla="*/ 2688430 w 7467600"/>
              <a:gd name="connsiteY403" fmla="*/ 6801564 h 6858000"/>
              <a:gd name="connsiteX404" fmla="*/ 2629626 w 7467600"/>
              <a:gd name="connsiteY404" fmla="*/ 6763394 h 6858000"/>
              <a:gd name="connsiteX405" fmla="*/ 2565328 w 7467600"/>
              <a:gd name="connsiteY405" fmla="*/ 5516399 h 6858000"/>
              <a:gd name="connsiteX406" fmla="*/ 1922999 w 7467600"/>
              <a:gd name="connsiteY406" fmla="*/ 5980343 h 6858000"/>
              <a:gd name="connsiteX407" fmla="*/ 1950261 w 7467600"/>
              <a:gd name="connsiteY407" fmla="*/ 6405858 h 6858000"/>
              <a:gd name="connsiteX408" fmla="*/ 2365554 w 7467600"/>
              <a:gd name="connsiteY408" fmla="*/ 6759107 h 6858000"/>
              <a:gd name="connsiteX409" fmla="*/ 2424142 w 7467600"/>
              <a:gd name="connsiteY409" fmla="*/ 6858000 h 6858000"/>
              <a:gd name="connsiteX410" fmla="*/ 2395994 w 7467600"/>
              <a:gd name="connsiteY410" fmla="*/ 6858000 h 6858000"/>
              <a:gd name="connsiteX411" fmla="*/ 2392863 w 7467600"/>
              <a:gd name="connsiteY411" fmla="*/ 6852964 h 6858000"/>
              <a:gd name="connsiteX412" fmla="*/ 2017589 w 7467600"/>
              <a:gd name="connsiteY412" fmla="*/ 6493982 h 6858000"/>
              <a:gd name="connsiteX413" fmla="*/ 2147336 w 7467600"/>
              <a:gd name="connsiteY413" fmla="*/ 6594052 h 6858000"/>
              <a:gd name="connsiteX414" fmla="*/ 2207047 w 7467600"/>
              <a:gd name="connsiteY414" fmla="*/ 6654540 h 6858000"/>
              <a:gd name="connsiteX415" fmla="*/ 2299106 w 7467600"/>
              <a:gd name="connsiteY415" fmla="*/ 6778931 h 6858000"/>
              <a:gd name="connsiteX416" fmla="*/ 2314430 w 7467600"/>
              <a:gd name="connsiteY416" fmla="*/ 6801144 h 6858000"/>
              <a:gd name="connsiteX417" fmla="*/ 2352406 w 7467600"/>
              <a:gd name="connsiteY417" fmla="*/ 6858000 h 6858000"/>
              <a:gd name="connsiteX418" fmla="*/ 2314492 w 7467600"/>
              <a:gd name="connsiteY418" fmla="*/ 6858000 h 6858000"/>
              <a:gd name="connsiteX419" fmla="*/ 2288095 w 7467600"/>
              <a:gd name="connsiteY419" fmla="*/ 6818030 h 6858000"/>
              <a:gd name="connsiteX420" fmla="*/ 2272768 w 7467600"/>
              <a:gd name="connsiteY420" fmla="*/ 6795822 h 6858000"/>
              <a:gd name="connsiteX421" fmla="*/ 2182715 w 7467600"/>
              <a:gd name="connsiteY421" fmla="*/ 6675071 h 6858000"/>
              <a:gd name="connsiteX422" fmla="*/ 2032061 w 7467600"/>
              <a:gd name="connsiteY422" fmla="*/ 6541380 h 6858000"/>
              <a:gd name="connsiteX423" fmla="*/ 2257220 w 7467600"/>
              <a:gd name="connsiteY423" fmla="*/ 6826257 h 6858000"/>
              <a:gd name="connsiteX424" fmla="*/ 2281324 w 7467600"/>
              <a:gd name="connsiteY424" fmla="*/ 6858000 h 6858000"/>
              <a:gd name="connsiteX425" fmla="*/ 2242860 w 7467600"/>
              <a:gd name="connsiteY425" fmla="*/ 6858000 h 6858000"/>
              <a:gd name="connsiteX426" fmla="*/ 2232818 w 7467600"/>
              <a:gd name="connsiteY426" fmla="*/ 6844926 h 6858000"/>
              <a:gd name="connsiteX427" fmla="*/ 1990172 w 7467600"/>
              <a:gd name="connsiteY427" fmla="*/ 6542121 h 6858000"/>
              <a:gd name="connsiteX428" fmla="*/ 2124090 w 7467600"/>
              <a:gd name="connsiteY428" fmla="*/ 6761017 h 6858000"/>
              <a:gd name="connsiteX429" fmla="*/ 2200380 w 7467600"/>
              <a:gd name="connsiteY429" fmla="*/ 6858000 h 6858000"/>
              <a:gd name="connsiteX430" fmla="*/ 2147507 w 7467600"/>
              <a:gd name="connsiteY430" fmla="*/ 6858000 h 6858000"/>
              <a:gd name="connsiteX431" fmla="*/ 2070668 w 7467600"/>
              <a:gd name="connsiteY431" fmla="*/ 6761520 h 6858000"/>
              <a:gd name="connsiteX432" fmla="*/ 1975142 w 7467600"/>
              <a:gd name="connsiteY432" fmla="*/ 6585570 h 6858000"/>
              <a:gd name="connsiteX433" fmla="*/ 2050035 w 7467600"/>
              <a:gd name="connsiteY433" fmla="*/ 6813345 h 6858000"/>
              <a:gd name="connsiteX434" fmla="*/ 2063025 w 7467600"/>
              <a:gd name="connsiteY434" fmla="*/ 6858000 h 6858000"/>
              <a:gd name="connsiteX435" fmla="*/ 2021675 w 7467600"/>
              <a:gd name="connsiteY435" fmla="*/ 6858000 h 6858000"/>
              <a:gd name="connsiteX436" fmla="*/ 2019308 w 7467600"/>
              <a:gd name="connsiteY436" fmla="*/ 6847118 h 6858000"/>
              <a:gd name="connsiteX437" fmla="*/ 1938835 w 7467600"/>
              <a:gd name="connsiteY437" fmla="*/ 6551160 h 6858000"/>
              <a:gd name="connsiteX438" fmla="*/ 1953230 w 7467600"/>
              <a:gd name="connsiteY438" fmla="*/ 6759699 h 6858000"/>
              <a:gd name="connsiteX439" fmla="*/ 1956763 w 7467600"/>
              <a:gd name="connsiteY439" fmla="*/ 6778191 h 6858000"/>
              <a:gd name="connsiteX440" fmla="*/ 1967925 w 7467600"/>
              <a:gd name="connsiteY440" fmla="*/ 6858000 h 6858000"/>
              <a:gd name="connsiteX441" fmla="*/ 1936622 w 7467600"/>
              <a:gd name="connsiteY441" fmla="*/ 6858000 h 6858000"/>
              <a:gd name="connsiteX442" fmla="*/ 1926261 w 7467600"/>
              <a:gd name="connsiteY442" fmla="*/ 6784064 h 6858000"/>
              <a:gd name="connsiteX443" fmla="*/ 1922724 w 7467600"/>
              <a:gd name="connsiteY443" fmla="*/ 6765577 h 6858000"/>
              <a:gd name="connsiteX444" fmla="*/ 1904650 w 7467600"/>
              <a:gd name="connsiteY444" fmla="*/ 6639616 h 6858000"/>
              <a:gd name="connsiteX445" fmla="*/ 1885273 w 7467600"/>
              <a:gd name="connsiteY445" fmla="*/ 6858000 h 6858000"/>
              <a:gd name="connsiteX446" fmla="*/ 1854363 w 7467600"/>
              <a:gd name="connsiteY446" fmla="*/ 6858000 h 6858000"/>
              <a:gd name="connsiteX447" fmla="*/ 1880391 w 7467600"/>
              <a:gd name="connsiteY447" fmla="*/ 6603796 h 6858000"/>
              <a:gd name="connsiteX448" fmla="*/ 1818273 w 7467600"/>
              <a:gd name="connsiteY448" fmla="*/ 6715729 h 6858000"/>
              <a:gd name="connsiteX449" fmla="*/ 1794691 w 7467600"/>
              <a:gd name="connsiteY449" fmla="*/ 6843239 h 6858000"/>
              <a:gd name="connsiteX450" fmla="*/ 1794914 w 7467600"/>
              <a:gd name="connsiteY450" fmla="*/ 6858000 h 6858000"/>
              <a:gd name="connsiteX451" fmla="*/ 1746128 w 7467600"/>
              <a:gd name="connsiteY451" fmla="*/ 6858000 h 6858000"/>
              <a:gd name="connsiteX452" fmla="*/ 1753934 w 7467600"/>
              <a:gd name="connsiteY452" fmla="*/ 6724796 h 6858000"/>
              <a:gd name="connsiteX453" fmla="*/ 1792053 w 7467600"/>
              <a:gd name="connsiteY453" fmla="*/ 6572396 h 6858000"/>
              <a:gd name="connsiteX454" fmla="*/ 1862248 w 7467600"/>
              <a:gd name="connsiteY454" fmla="*/ 6266397 h 6858000"/>
              <a:gd name="connsiteX455" fmla="*/ 1862250 w 7467600"/>
              <a:gd name="connsiteY455" fmla="*/ 6033531 h 6858000"/>
              <a:gd name="connsiteX456" fmla="*/ 1211999 w 7467600"/>
              <a:gd name="connsiteY456" fmla="*/ 6683610 h 6858000"/>
              <a:gd name="connsiteX457" fmla="*/ 1213266 w 7467600"/>
              <a:gd name="connsiteY457" fmla="*/ 6691947 h 6858000"/>
              <a:gd name="connsiteX458" fmla="*/ 1203370 w 7467600"/>
              <a:gd name="connsiteY458" fmla="*/ 6850676 h 6858000"/>
              <a:gd name="connsiteX459" fmla="*/ 1203671 w 7467600"/>
              <a:gd name="connsiteY459" fmla="*/ 6858000 h 6858000"/>
              <a:gd name="connsiteX460" fmla="*/ 1143180 w 7467600"/>
              <a:gd name="connsiteY460" fmla="*/ 6858000 h 6858000"/>
              <a:gd name="connsiteX461" fmla="*/ 1142176 w 7467600"/>
              <a:gd name="connsiteY461" fmla="*/ 6766045 h 6858000"/>
              <a:gd name="connsiteX462" fmla="*/ 1067484 w 7467600"/>
              <a:gd name="connsiteY462" fmla="*/ 6858000 h 6858000"/>
              <a:gd name="connsiteX463" fmla="*/ 953928 w 7467600"/>
              <a:gd name="connsiteY463" fmla="*/ 6858000 h 6858000"/>
              <a:gd name="connsiteX464" fmla="*/ 959715 w 7467600"/>
              <a:gd name="connsiteY464" fmla="*/ 6850185 h 6858000"/>
              <a:gd name="connsiteX465" fmla="*/ 1483788 w 7467600"/>
              <a:gd name="connsiteY465" fmla="*/ 6259174 h 6858000"/>
              <a:gd name="connsiteX466" fmla="*/ 1100671 w 7467600"/>
              <a:gd name="connsiteY466" fmla="*/ 6252137 h 6858000"/>
              <a:gd name="connsiteX467" fmla="*/ 1090144 w 7467600"/>
              <a:gd name="connsiteY467" fmla="*/ 6256748 h 6858000"/>
              <a:gd name="connsiteX468" fmla="*/ 1095872 w 7467600"/>
              <a:gd name="connsiteY468" fmla="*/ 6271892 h 6858000"/>
              <a:gd name="connsiteX469" fmla="*/ 262785 w 7467600"/>
              <a:gd name="connsiteY469" fmla="*/ 6845450 h 6858000"/>
              <a:gd name="connsiteX470" fmla="*/ 209968 w 7467600"/>
              <a:gd name="connsiteY470" fmla="*/ 6770713 h 6858000"/>
              <a:gd name="connsiteX471" fmla="*/ 873460 w 7467600"/>
              <a:gd name="connsiteY471" fmla="*/ 6253768 h 6858000"/>
              <a:gd name="connsiteX472" fmla="*/ 192686 w 7467600"/>
              <a:gd name="connsiteY472" fmla="*/ 5849257 h 6858000"/>
              <a:gd name="connsiteX473" fmla="*/ 4696 w 7467600"/>
              <a:gd name="connsiteY473" fmla="*/ 5697668 h 6858000"/>
              <a:gd name="connsiteX474" fmla="*/ 0 w 7467600"/>
              <a:gd name="connsiteY474" fmla="*/ 5689984 h 6858000"/>
              <a:gd name="connsiteX475" fmla="*/ 0 w 7467600"/>
              <a:gd name="connsiteY475" fmla="*/ 5513472 h 6858000"/>
              <a:gd name="connsiteX476" fmla="*/ 174101 w 7467600"/>
              <a:gd name="connsiteY476" fmla="*/ 5620277 h 6858000"/>
              <a:gd name="connsiteX477" fmla="*/ 891800 w 7467600"/>
              <a:gd name="connsiteY477" fmla="*/ 6036935 h 6858000"/>
              <a:gd name="connsiteX478" fmla="*/ 1072219 w 7467600"/>
              <a:gd name="connsiteY478" fmla="*/ 6169443 h 6858000"/>
              <a:gd name="connsiteX479" fmla="*/ 1074117 w 7467600"/>
              <a:gd name="connsiteY479" fmla="*/ 6170301 h 6858000"/>
              <a:gd name="connsiteX480" fmla="*/ 1083114 w 7467600"/>
              <a:gd name="connsiteY480" fmla="*/ 6174131 h 6858000"/>
              <a:gd name="connsiteX481" fmla="*/ 1543010 w 7467600"/>
              <a:gd name="connsiteY481" fmla="*/ 6191140 h 6858000"/>
              <a:gd name="connsiteX482" fmla="*/ 1551080 w 7467600"/>
              <a:gd name="connsiteY482" fmla="*/ 6195006 h 6858000"/>
              <a:gd name="connsiteX483" fmla="*/ 2345443 w 7467600"/>
              <a:gd name="connsiteY483" fmla="*/ 5549882 h 6858000"/>
              <a:gd name="connsiteX484" fmla="*/ 1721499 w 7467600"/>
              <a:gd name="connsiteY484" fmla="*/ 5599969 h 6858000"/>
              <a:gd name="connsiteX485" fmla="*/ 767716 w 7467600"/>
              <a:gd name="connsiteY485" fmla="*/ 5472768 h 6858000"/>
              <a:gd name="connsiteX486" fmla="*/ 722147 w 7467600"/>
              <a:gd name="connsiteY486" fmla="*/ 5393091 h 6858000"/>
              <a:gd name="connsiteX487" fmla="*/ 1485552 w 7467600"/>
              <a:gd name="connsiteY487" fmla="*/ 5313202 h 6858000"/>
              <a:gd name="connsiteX488" fmla="*/ 2143004 w 7467600"/>
              <a:gd name="connsiteY488" fmla="*/ 5402420 h 6858000"/>
              <a:gd name="connsiteX489" fmla="*/ 1933391 w 7467600"/>
              <a:gd name="connsiteY489" fmla="*/ 5156971 h 6858000"/>
              <a:gd name="connsiteX490" fmla="*/ 1827118 w 7467600"/>
              <a:gd name="connsiteY490" fmla="*/ 4968410 h 6858000"/>
              <a:gd name="connsiteX491" fmla="*/ 1837349 w 7467600"/>
              <a:gd name="connsiteY491" fmla="*/ 4956357 h 6858000"/>
              <a:gd name="connsiteX492" fmla="*/ 2162835 w 7467600"/>
              <a:gd name="connsiteY492" fmla="*/ 5187853 h 6858000"/>
              <a:gd name="connsiteX493" fmla="*/ 2257167 w 7467600"/>
              <a:gd name="connsiteY493" fmla="*/ 5462123 h 6858000"/>
              <a:gd name="connsiteX494" fmla="*/ 2261598 w 7467600"/>
              <a:gd name="connsiteY494" fmla="*/ 5467998 h 6858000"/>
              <a:gd name="connsiteX495" fmla="*/ 2437177 w 7467600"/>
              <a:gd name="connsiteY495" fmla="*/ 5479608 h 6858000"/>
              <a:gd name="connsiteX496" fmla="*/ 2445247 w 7467600"/>
              <a:gd name="connsiteY496" fmla="*/ 5483476 h 6858000"/>
              <a:gd name="connsiteX497" fmla="*/ 2743626 w 7467600"/>
              <a:gd name="connsiteY497" fmla="*/ 5304819 h 6858000"/>
              <a:gd name="connsiteX498" fmla="*/ 3048102 w 7467600"/>
              <a:gd name="connsiteY498" fmla="*/ 5150595 h 6858000"/>
              <a:gd name="connsiteX499" fmla="*/ 1799414 w 7467600"/>
              <a:gd name="connsiteY499" fmla="*/ 4694732 h 6858000"/>
              <a:gd name="connsiteX500" fmla="*/ 1771735 w 7467600"/>
              <a:gd name="connsiteY500" fmla="*/ 4619929 h 6858000"/>
              <a:gd name="connsiteX501" fmla="*/ 3104273 w 7467600"/>
              <a:gd name="connsiteY501" fmla="*/ 5076159 h 6858000"/>
              <a:gd name="connsiteX502" fmla="*/ 3113245 w 7467600"/>
              <a:gd name="connsiteY502" fmla="*/ 5090705 h 6858000"/>
              <a:gd name="connsiteX503" fmla="*/ 3126294 w 7467600"/>
              <a:gd name="connsiteY503" fmla="*/ 5114400 h 6858000"/>
              <a:gd name="connsiteX504" fmla="*/ 3937433 w 7467600"/>
              <a:gd name="connsiteY504" fmla="*/ 4830473 h 6858000"/>
              <a:gd name="connsiteX505" fmla="*/ 3590475 w 7467600"/>
              <a:gd name="connsiteY505" fmla="*/ 4597974 h 6858000"/>
              <a:gd name="connsiteX506" fmla="*/ 3100264 w 7467600"/>
              <a:gd name="connsiteY506" fmla="*/ 4579845 h 6858000"/>
              <a:gd name="connsiteX507" fmla="*/ 2183576 w 7467600"/>
              <a:gd name="connsiteY507" fmla="*/ 4227150 h 6858000"/>
              <a:gd name="connsiteX508" fmla="*/ 2151029 w 7467600"/>
              <a:gd name="connsiteY508" fmla="*/ 4146947 h 6858000"/>
              <a:gd name="connsiteX509" fmla="*/ 3563434 w 7467600"/>
              <a:gd name="connsiteY509" fmla="*/ 4469115 h 6858000"/>
              <a:gd name="connsiteX510" fmla="*/ 3177952 w 7467600"/>
              <a:gd name="connsiteY510" fmla="*/ 3657386 h 6858000"/>
              <a:gd name="connsiteX511" fmla="*/ 3189263 w 7467600"/>
              <a:gd name="connsiteY511" fmla="*/ 3625726 h 6858000"/>
              <a:gd name="connsiteX512" fmla="*/ 3560912 w 7467600"/>
              <a:gd name="connsiteY512" fmla="*/ 4079863 h 6858000"/>
              <a:gd name="connsiteX513" fmla="*/ 3626636 w 7467600"/>
              <a:gd name="connsiteY513" fmla="*/ 4512230 h 6858000"/>
              <a:gd name="connsiteX514" fmla="*/ 3653088 w 7467600"/>
              <a:gd name="connsiteY514" fmla="*/ 4521417 h 6858000"/>
              <a:gd name="connsiteX515" fmla="*/ 3988128 w 7467600"/>
              <a:gd name="connsiteY515" fmla="*/ 4817267 h 6858000"/>
              <a:gd name="connsiteX516" fmla="*/ 4830582 w 7467600"/>
              <a:gd name="connsiteY516" fmla="*/ 4676000 h 6858000"/>
              <a:gd name="connsiteX517" fmla="*/ 4830100 w 7467600"/>
              <a:gd name="connsiteY517" fmla="*/ 4675554 h 6858000"/>
              <a:gd name="connsiteX518" fmla="*/ 4036318 w 7467600"/>
              <a:gd name="connsiteY518" fmla="*/ 4147013 h 6858000"/>
              <a:gd name="connsiteX519" fmla="*/ 3432098 w 7467600"/>
              <a:gd name="connsiteY519" fmla="*/ 3537312 h 6858000"/>
              <a:gd name="connsiteX520" fmla="*/ 3446761 w 7467600"/>
              <a:gd name="connsiteY520" fmla="*/ 3461278 h 6858000"/>
              <a:gd name="connsiteX521" fmla="*/ 4419733 w 7467600"/>
              <a:gd name="connsiteY521" fmla="*/ 3963555 h 6858000"/>
              <a:gd name="connsiteX522" fmla="*/ 4781371 w 7467600"/>
              <a:gd name="connsiteY522" fmla="*/ 4458604 h 6858000"/>
              <a:gd name="connsiteX523" fmla="*/ 4780440 w 7467600"/>
              <a:gd name="connsiteY523" fmla="*/ 4470290 h 6858000"/>
              <a:gd name="connsiteX524" fmla="*/ 4898954 w 7467600"/>
              <a:gd name="connsiteY524" fmla="*/ 4662092 h 6858000"/>
              <a:gd name="connsiteX525" fmla="*/ 4900699 w 7467600"/>
              <a:gd name="connsiteY525" fmla="*/ 4670867 h 6858000"/>
              <a:gd name="connsiteX526" fmla="*/ 5714511 w 7467600"/>
              <a:gd name="connsiteY526" fmla="*/ 4663483 h 6858000"/>
              <a:gd name="connsiteX527" fmla="*/ 5464793 w 7467600"/>
              <a:gd name="connsiteY527" fmla="*/ 4393556 h 6858000"/>
              <a:gd name="connsiteX528" fmla="*/ 5461897 w 7467600"/>
              <a:gd name="connsiteY528" fmla="*/ 4390879 h 6858000"/>
              <a:gd name="connsiteX529" fmla="*/ 4294126 w 7467600"/>
              <a:gd name="connsiteY529" fmla="*/ 3303048 h 6858000"/>
              <a:gd name="connsiteX530" fmla="*/ 4305321 w 7467600"/>
              <a:gd name="connsiteY530" fmla="*/ 3256953 h 6858000"/>
              <a:gd name="connsiteX531" fmla="*/ 4949299 w 7467600"/>
              <a:gd name="connsiteY531" fmla="*/ 3766336 h 6858000"/>
              <a:gd name="connsiteX532" fmla="*/ 5291452 w 7467600"/>
              <a:gd name="connsiteY532" fmla="*/ 4076801 h 6858000"/>
              <a:gd name="connsiteX533" fmla="*/ 5434998 w 7467600"/>
              <a:gd name="connsiteY533" fmla="*/ 4254100 h 6858000"/>
              <a:gd name="connsiteX534" fmla="*/ 5351015 w 7467600"/>
              <a:gd name="connsiteY534" fmla="*/ 3760989 h 6858000"/>
              <a:gd name="connsiteX535" fmla="*/ 5413780 w 7467600"/>
              <a:gd name="connsiteY535" fmla="*/ 2966265 h 6858000"/>
              <a:gd name="connsiteX536" fmla="*/ 5425627 w 7467600"/>
              <a:gd name="connsiteY536" fmla="*/ 2954192 h 6858000"/>
              <a:gd name="connsiteX537" fmla="*/ 6604735 w 7467600"/>
              <a:gd name="connsiteY537" fmla="*/ 2041381 h 6858000"/>
              <a:gd name="connsiteX538" fmla="*/ 7204487 w 7467600"/>
              <a:gd name="connsiteY538" fmla="*/ 2742112 h 6858000"/>
              <a:gd name="connsiteX539" fmla="*/ 7131592 w 7467600"/>
              <a:gd name="connsiteY539" fmla="*/ 2672096 h 6858000"/>
              <a:gd name="connsiteX540" fmla="*/ 6996344 w 7467600"/>
              <a:gd name="connsiteY540" fmla="*/ 2518310 h 6858000"/>
              <a:gd name="connsiteX541" fmla="*/ 6735495 w 7467600"/>
              <a:gd name="connsiteY541" fmla="*/ 2196890 h 6858000"/>
              <a:gd name="connsiteX542" fmla="*/ 6721901 w 7467600"/>
              <a:gd name="connsiteY542" fmla="*/ 2179274 h 6858000"/>
              <a:gd name="connsiteX543" fmla="*/ 6604735 w 7467600"/>
              <a:gd name="connsiteY543" fmla="*/ 2041381 h 6858000"/>
              <a:gd name="connsiteX544" fmla="*/ 6591670 w 7467600"/>
              <a:gd name="connsiteY544" fmla="*/ 1988277 h 6858000"/>
              <a:gd name="connsiteX545" fmla="*/ 6747349 w 7467600"/>
              <a:gd name="connsiteY545" fmla="*/ 2160069 h 6858000"/>
              <a:gd name="connsiteX546" fmla="*/ 6760943 w 7467600"/>
              <a:gd name="connsiteY546" fmla="*/ 2177686 h 6858000"/>
              <a:gd name="connsiteX547" fmla="*/ 7021065 w 7467600"/>
              <a:gd name="connsiteY547" fmla="*/ 2498102 h 6858000"/>
              <a:gd name="connsiteX548" fmla="*/ 7155223 w 7467600"/>
              <a:gd name="connsiteY548" fmla="*/ 2650386 h 6858000"/>
              <a:gd name="connsiteX549" fmla="*/ 7203167 w 7467600"/>
              <a:gd name="connsiteY549" fmla="*/ 2697288 h 6858000"/>
              <a:gd name="connsiteX550" fmla="*/ 6937703 w 7467600"/>
              <a:gd name="connsiteY550" fmla="*/ 2321981 h 6858000"/>
              <a:gd name="connsiteX551" fmla="*/ 6591670 w 7467600"/>
              <a:gd name="connsiteY551" fmla="*/ 1988277 h 6858000"/>
              <a:gd name="connsiteX552" fmla="*/ 5798671 w 7467600"/>
              <a:gd name="connsiteY552" fmla="*/ 1981601 h 6858000"/>
              <a:gd name="connsiteX553" fmla="*/ 5754709 w 7467600"/>
              <a:gd name="connsiteY553" fmla="*/ 2071454 h 6858000"/>
              <a:gd name="connsiteX554" fmla="*/ 5763044 w 7467600"/>
              <a:gd name="connsiteY554" fmla="*/ 2842206 h 6858000"/>
              <a:gd name="connsiteX555" fmla="*/ 5764974 w 7467600"/>
              <a:gd name="connsiteY555" fmla="*/ 2799609 h 6858000"/>
              <a:gd name="connsiteX556" fmla="*/ 5767665 w 7467600"/>
              <a:gd name="connsiteY556" fmla="*/ 2666409 h 6858000"/>
              <a:gd name="connsiteX557" fmla="*/ 5763055 w 7467600"/>
              <a:gd name="connsiteY557" fmla="*/ 2579705 h 6858000"/>
              <a:gd name="connsiteX558" fmla="*/ 5758079 w 7467600"/>
              <a:gd name="connsiteY558" fmla="*/ 2492508 h 6858000"/>
              <a:gd name="connsiteX559" fmla="*/ 5779325 w 7467600"/>
              <a:gd name="connsiteY559" fmla="*/ 2197069 h 6858000"/>
              <a:gd name="connsiteX560" fmla="*/ 5798671 w 7467600"/>
              <a:gd name="connsiteY560" fmla="*/ 1981601 h 6858000"/>
              <a:gd name="connsiteX561" fmla="*/ 5829202 w 7467600"/>
              <a:gd name="connsiteY561" fmla="*/ 1971679 h 6858000"/>
              <a:gd name="connsiteX562" fmla="*/ 5809558 w 7467600"/>
              <a:gd name="connsiteY562" fmla="*/ 2198043 h 6858000"/>
              <a:gd name="connsiteX563" fmla="*/ 5788653 w 7467600"/>
              <a:gd name="connsiteY563" fmla="*/ 2489430 h 6858000"/>
              <a:gd name="connsiteX564" fmla="*/ 5793439 w 7467600"/>
              <a:gd name="connsiteY564" fmla="*/ 2575235 h 6858000"/>
              <a:gd name="connsiteX565" fmla="*/ 5796837 w 7467600"/>
              <a:gd name="connsiteY565" fmla="*/ 2637633 h 6858000"/>
              <a:gd name="connsiteX566" fmla="*/ 5818614 w 7467600"/>
              <a:gd name="connsiteY566" fmla="*/ 2473055 h 6858000"/>
              <a:gd name="connsiteX567" fmla="*/ 5829202 w 7467600"/>
              <a:gd name="connsiteY567" fmla="*/ 1971679 h 6858000"/>
              <a:gd name="connsiteX568" fmla="*/ 5911389 w 7467600"/>
              <a:gd name="connsiteY568" fmla="*/ 1898371 h 6858000"/>
              <a:gd name="connsiteX569" fmla="*/ 6237627 w 7467600"/>
              <a:gd name="connsiteY569" fmla="*/ 2231921 h 6858000"/>
              <a:gd name="connsiteX570" fmla="*/ 5911389 w 7467600"/>
              <a:gd name="connsiteY570" fmla="*/ 1898371 h 6858000"/>
              <a:gd name="connsiteX571" fmla="*/ 6944437 w 7467600"/>
              <a:gd name="connsiteY571" fmla="*/ 1575402 h 6858000"/>
              <a:gd name="connsiteX572" fmla="*/ 6304730 w 7467600"/>
              <a:gd name="connsiteY572" fmla="*/ 1766654 h 6858000"/>
              <a:gd name="connsiteX573" fmla="*/ 6944437 w 7467600"/>
              <a:gd name="connsiteY573" fmla="*/ 1575402 h 6858000"/>
              <a:gd name="connsiteX574" fmla="*/ 7019523 w 7467600"/>
              <a:gd name="connsiteY574" fmla="*/ 1519450 h 6858000"/>
              <a:gd name="connsiteX575" fmla="*/ 6298091 w 7467600"/>
              <a:gd name="connsiteY575" fmla="*/ 1737122 h 6858000"/>
              <a:gd name="connsiteX576" fmla="*/ 7019523 w 7467600"/>
              <a:gd name="connsiteY576" fmla="*/ 1519450 h 6858000"/>
              <a:gd name="connsiteX577" fmla="*/ 2399523 w 7467600"/>
              <a:gd name="connsiteY577" fmla="*/ 1428234 h 6858000"/>
              <a:gd name="connsiteX578" fmla="*/ 2224982 w 7467600"/>
              <a:gd name="connsiteY578" fmla="*/ 1826201 h 6858000"/>
              <a:gd name="connsiteX579" fmla="*/ 2096099 w 7467600"/>
              <a:gd name="connsiteY579" fmla="*/ 2345900 h 6858000"/>
              <a:gd name="connsiteX580" fmla="*/ 2283317 w 7467600"/>
              <a:gd name="connsiteY580" fmla="*/ 1796925 h 6858000"/>
              <a:gd name="connsiteX581" fmla="*/ 2399523 w 7467600"/>
              <a:gd name="connsiteY581" fmla="*/ 1428234 h 6858000"/>
              <a:gd name="connsiteX582" fmla="*/ 2448558 w 7467600"/>
              <a:gd name="connsiteY582" fmla="*/ 1373435 h 6858000"/>
              <a:gd name="connsiteX583" fmla="*/ 2312521 w 7467600"/>
              <a:gd name="connsiteY583" fmla="*/ 1806140 h 6858000"/>
              <a:gd name="connsiteX584" fmla="*/ 2127533 w 7467600"/>
              <a:gd name="connsiteY584" fmla="*/ 2348380 h 6858000"/>
              <a:gd name="connsiteX585" fmla="*/ 2358080 w 7467600"/>
              <a:gd name="connsiteY585" fmla="*/ 1866134 h 6858000"/>
              <a:gd name="connsiteX586" fmla="*/ 2407436 w 7467600"/>
              <a:gd name="connsiteY586" fmla="*/ 1651070 h 6858000"/>
              <a:gd name="connsiteX587" fmla="*/ 2448558 w 7467600"/>
              <a:gd name="connsiteY587" fmla="*/ 1373435 h 6858000"/>
              <a:gd name="connsiteX588" fmla="*/ 278707 w 7467600"/>
              <a:gd name="connsiteY588" fmla="*/ 1352270 h 6858000"/>
              <a:gd name="connsiteX589" fmla="*/ 321570 w 7467600"/>
              <a:gd name="connsiteY589" fmla="*/ 1861610 h 6858000"/>
              <a:gd name="connsiteX590" fmla="*/ 294281 w 7467600"/>
              <a:gd name="connsiteY590" fmla="*/ 1440658 h 6858000"/>
              <a:gd name="connsiteX591" fmla="*/ 278707 w 7467600"/>
              <a:gd name="connsiteY591" fmla="*/ 1352270 h 6858000"/>
              <a:gd name="connsiteX592" fmla="*/ 1423821 w 7467600"/>
              <a:gd name="connsiteY592" fmla="*/ 1351958 h 6858000"/>
              <a:gd name="connsiteX593" fmla="*/ 1638521 w 7467600"/>
              <a:gd name="connsiteY593" fmla="*/ 1908470 h 6858000"/>
              <a:gd name="connsiteX594" fmla="*/ 1754199 w 7467600"/>
              <a:gd name="connsiteY594" fmla="*/ 2149284 h 6858000"/>
              <a:gd name="connsiteX595" fmla="*/ 1908359 w 7467600"/>
              <a:gd name="connsiteY595" fmla="*/ 2364988 h 6858000"/>
              <a:gd name="connsiteX596" fmla="*/ 1647661 w 7467600"/>
              <a:gd name="connsiteY596" fmla="*/ 1825945 h 6858000"/>
              <a:gd name="connsiteX597" fmla="*/ 1423821 w 7467600"/>
              <a:gd name="connsiteY597" fmla="*/ 1351958 h 6858000"/>
              <a:gd name="connsiteX598" fmla="*/ 1431890 w 7467600"/>
              <a:gd name="connsiteY598" fmla="*/ 1306475 h 6858000"/>
              <a:gd name="connsiteX599" fmla="*/ 1507597 w 7467600"/>
              <a:gd name="connsiteY599" fmla="*/ 1446132 h 6858000"/>
              <a:gd name="connsiteX600" fmla="*/ 1674586 w 7467600"/>
              <a:gd name="connsiteY600" fmla="*/ 1813832 h 6858000"/>
              <a:gd name="connsiteX601" fmla="*/ 1815950 w 7467600"/>
              <a:gd name="connsiteY601" fmla="*/ 2128564 h 6858000"/>
              <a:gd name="connsiteX602" fmla="*/ 1984242 w 7467600"/>
              <a:gd name="connsiteY602" fmla="*/ 2430829 h 6858000"/>
              <a:gd name="connsiteX603" fmla="*/ 2014023 w 7467600"/>
              <a:gd name="connsiteY603" fmla="*/ 2450995 h 6858000"/>
              <a:gd name="connsiteX604" fmla="*/ 1747337 w 7467600"/>
              <a:gd name="connsiteY604" fmla="*/ 1855264 h 6858000"/>
              <a:gd name="connsiteX605" fmla="*/ 1533749 w 7467600"/>
              <a:gd name="connsiteY605" fmla="*/ 1478656 h 6858000"/>
              <a:gd name="connsiteX606" fmla="*/ 1431890 w 7467600"/>
              <a:gd name="connsiteY606" fmla="*/ 1306475 h 6858000"/>
              <a:gd name="connsiteX607" fmla="*/ 5052692 w 7467600"/>
              <a:gd name="connsiteY607" fmla="*/ 1292994 h 6858000"/>
              <a:gd name="connsiteX608" fmla="*/ 5200661 w 7467600"/>
              <a:gd name="connsiteY608" fmla="*/ 1635186 h 6858000"/>
              <a:gd name="connsiteX609" fmla="*/ 5297138 w 7467600"/>
              <a:gd name="connsiteY609" fmla="*/ 1906351 h 6858000"/>
              <a:gd name="connsiteX610" fmla="*/ 5052692 w 7467600"/>
              <a:gd name="connsiteY610" fmla="*/ 1292994 h 6858000"/>
              <a:gd name="connsiteX611" fmla="*/ 5009948 w 7467600"/>
              <a:gd name="connsiteY611" fmla="*/ 1273619 h 6858000"/>
              <a:gd name="connsiteX612" fmla="*/ 5121777 w 7467600"/>
              <a:gd name="connsiteY612" fmla="*/ 1654213 h 6858000"/>
              <a:gd name="connsiteX613" fmla="*/ 5293545 w 7467600"/>
              <a:gd name="connsiteY613" fmla="*/ 2072247 h 6858000"/>
              <a:gd name="connsiteX614" fmla="*/ 5294042 w 7467600"/>
              <a:gd name="connsiteY614" fmla="*/ 2065019 h 6858000"/>
              <a:gd name="connsiteX615" fmla="*/ 5171936 w 7467600"/>
              <a:gd name="connsiteY615" fmla="*/ 1647613 h 6858000"/>
              <a:gd name="connsiteX616" fmla="*/ 5009948 w 7467600"/>
              <a:gd name="connsiteY616" fmla="*/ 1273619 h 6858000"/>
              <a:gd name="connsiteX617" fmla="*/ 655236 w 7467600"/>
              <a:gd name="connsiteY617" fmla="*/ 1268632 h 6858000"/>
              <a:gd name="connsiteX618" fmla="*/ 839521 w 7467600"/>
              <a:gd name="connsiteY618" fmla="*/ 1685315 h 6858000"/>
              <a:gd name="connsiteX619" fmla="*/ 1109416 w 7467600"/>
              <a:gd name="connsiteY619" fmla="*/ 2061663 h 6858000"/>
              <a:gd name="connsiteX620" fmla="*/ 1298300 w 7467600"/>
              <a:gd name="connsiteY620" fmla="*/ 2247742 h 6858000"/>
              <a:gd name="connsiteX621" fmla="*/ 1125871 w 7467600"/>
              <a:gd name="connsiteY621" fmla="*/ 1989513 h 6858000"/>
              <a:gd name="connsiteX622" fmla="*/ 981574 w 7467600"/>
              <a:gd name="connsiteY622" fmla="*/ 1783157 h 6858000"/>
              <a:gd name="connsiteX623" fmla="*/ 922198 w 7467600"/>
              <a:gd name="connsiteY623" fmla="*/ 1677437 h 6858000"/>
              <a:gd name="connsiteX624" fmla="*/ 869293 w 7467600"/>
              <a:gd name="connsiteY624" fmla="*/ 1583214 h 6858000"/>
              <a:gd name="connsiteX625" fmla="*/ 751431 w 7467600"/>
              <a:gd name="connsiteY625" fmla="*/ 1405731 h 6858000"/>
              <a:gd name="connsiteX626" fmla="*/ 655236 w 7467600"/>
              <a:gd name="connsiteY626" fmla="*/ 1268632 h 6858000"/>
              <a:gd name="connsiteX627" fmla="*/ 6516292 w 7467600"/>
              <a:gd name="connsiteY627" fmla="*/ 1263064 h 6858000"/>
              <a:gd name="connsiteX628" fmla="*/ 5736320 w 7467600"/>
              <a:gd name="connsiteY628" fmla="*/ 1501803 h 6858000"/>
              <a:gd name="connsiteX629" fmla="*/ 6516292 w 7467600"/>
              <a:gd name="connsiteY629" fmla="*/ 1263064 h 6858000"/>
              <a:gd name="connsiteX630" fmla="*/ 291466 w 7467600"/>
              <a:gd name="connsiteY630" fmla="*/ 1250369 h 6858000"/>
              <a:gd name="connsiteX631" fmla="*/ 323180 w 7467600"/>
              <a:gd name="connsiteY631" fmla="*/ 1435283 h 6858000"/>
              <a:gd name="connsiteX632" fmla="*/ 349381 w 7467600"/>
              <a:gd name="connsiteY632" fmla="*/ 1875041 h 6858000"/>
              <a:gd name="connsiteX633" fmla="*/ 374363 w 7467600"/>
              <a:gd name="connsiteY633" fmla="*/ 1506494 h 6858000"/>
              <a:gd name="connsiteX634" fmla="*/ 302168 w 7467600"/>
              <a:gd name="connsiteY634" fmla="*/ 1274495 h 6858000"/>
              <a:gd name="connsiteX635" fmla="*/ 291466 w 7467600"/>
              <a:gd name="connsiteY635" fmla="*/ 1250369 h 6858000"/>
              <a:gd name="connsiteX636" fmla="*/ 678222 w 7467600"/>
              <a:gd name="connsiteY636" fmla="*/ 1248670 h 6858000"/>
              <a:gd name="connsiteX637" fmla="*/ 775536 w 7467600"/>
              <a:gd name="connsiteY637" fmla="*/ 1388015 h 6858000"/>
              <a:gd name="connsiteX638" fmla="*/ 894529 w 7467600"/>
              <a:gd name="connsiteY638" fmla="*/ 1567739 h 6858000"/>
              <a:gd name="connsiteX639" fmla="*/ 948000 w 7467600"/>
              <a:gd name="connsiteY639" fmla="*/ 1663088 h 6858000"/>
              <a:gd name="connsiteX640" fmla="*/ 1006812 w 7467600"/>
              <a:gd name="connsiteY640" fmla="*/ 1767683 h 6858000"/>
              <a:gd name="connsiteX641" fmla="*/ 1149133 w 7467600"/>
              <a:gd name="connsiteY641" fmla="*/ 1971513 h 6858000"/>
              <a:gd name="connsiteX642" fmla="*/ 1333952 w 7467600"/>
              <a:gd name="connsiteY642" fmla="*/ 2251620 h 6858000"/>
              <a:gd name="connsiteX643" fmla="*/ 1337329 w 7467600"/>
              <a:gd name="connsiteY643" fmla="*/ 2258350 h 6858000"/>
              <a:gd name="connsiteX644" fmla="*/ 1014726 w 7467600"/>
              <a:gd name="connsiteY644" fmla="*/ 1615556 h 6858000"/>
              <a:gd name="connsiteX645" fmla="*/ 678222 w 7467600"/>
              <a:gd name="connsiteY645" fmla="*/ 1248670 h 6858000"/>
              <a:gd name="connsiteX646" fmla="*/ 6691602 w 7467600"/>
              <a:gd name="connsiteY646" fmla="*/ 1140573 h 6858000"/>
              <a:gd name="connsiteX647" fmla="*/ 6571100 w 7467600"/>
              <a:gd name="connsiteY647" fmla="*/ 1183662 h 6858000"/>
              <a:gd name="connsiteX648" fmla="*/ 6241687 w 7467600"/>
              <a:gd name="connsiteY648" fmla="*/ 1257600 h 6858000"/>
              <a:gd name="connsiteX649" fmla="*/ 5693009 w 7467600"/>
              <a:gd name="connsiteY649" fmla="*/ 1478256 h 6858000"/>
              <a:gd name="connsiteX650" fmla="*/ 6548420 w 7467600"/>
              <a:gd name="connsiteY650" fmla="*/ 1214599 h 6858000"/>
              <a:gd name="connsiteX651" fmla="*/ 6605473 w 7467600"/>
              <a:gd name="connsiteY651" fmla="*/ 1184686 h 6858000"/>
              <a:gd name="connsiteX652" fmla="*/ 6691602 w 7467600"/>
              <a:gd name="connsiteY652" fmla="*/ 1140573 h 6858000"/>
              <a:gd name="connsiteX653" fmla="*/ 4002475 w 7467600"/>
              <a:gd name="connsiteY653" fmla="*/ 1037802 h 6858000"/>
              <a:gd name="connsiteX654" fmla="*/ 4000324 w 7467600"/>
              <a:gd name="connsiteY654" fmla="*/ 1039362 h 6858000"/>
              <a:gd name="connsiteX655" fmla="*/ 4002862 w 7467600"/>
              <a:gd name="connsiteY655" fmla="*/ 1042866 h 6858000"/>
              <a:gd name="connsiteX656" fmla="*/ 4002475 w 7467600"/>
              <a:gd name="connsiteY656" fmla="*/ 1037802 h 6858000"/>
              <a:gd name="connsiteX657" fmla="*/ 506322 w 7467600"/>
              <a:gd name="connsiteY657" fmla="*/ 1020997 h 6858000"/>
              <a:gd name="connsiteX658" fmla="*/ 533068 w 7467600"/>
              <a:gd name="connsiteY658" fmla="*/ 1029409 h 6858000"/>
              <a:gd name="connsiteX659" fmla="*/ 1232525 w 7467600"/>
              <a:gd name="connsiteY659" fmla="*/ 1804675 h 6858000"/>
              <a:gd name="connsiteX660" fmla="*/ 1388858 w 7467600"/>
              <a:gd name="connsiteY660" fmla="*/ 2368011 h 6858000"/>
              <a:gd name="connsiteX661" fmla="*/ 1384098 w 7467600"/>
              <a:gd name="connsiteY661" fmla="*/ 2378125 h 6858000"/>
              <a:gd name="connsiteX662" fmla="*/ 1425393 w 7467600"/>
              <a:gd name="connsiteY662" fmla="*/ 2589124 h 6858000"/>
              <a:gd name="connsiteX663" fmla="*/ 1424001 w 7467600"/>
              <a:gd name="connsiteY663" fmla="*/ 2597541 h 6858000"/>
              <a:gd name="connsiteX664" fmla="*/ 2152729 w 7467600"/>
              <a:gd name="connsiteY664" fmla="*/ 2864487 h 6858000"/>
              <a:gd name="connsiteX665" fmla="*/ 2020609 w 7467600"/>
              <a:gd name="connsiteY665" fmla="*/ 2539671 h 6858000"/>
              <a:gd name="connsiteX666" fmla="*/ 2018920 w 7467600"/>
              <a:gd name="connsiteY666" fmla="*/ 2536309 h 6858000"/>
              <a:gd name="connsiteX667" fmla="*/ 1342441 w 7467600"/>
              <a:gd name="connsiteY667" fmla="*/ 1173017 h 6858000"/>
              <a:gd name="connsiteX668" fmla="*/ 1367925 w 7467600"/>
              <a:gd name="connsiteY668" fmla="*/ 1135648 h 6858000"/>
              <a:gd name="connsiteX669" fmla="*/ 1771401 w 7467600"/>
              <a:gd name="connsiteY669" fmla="*/ 1806673 h 6858000"/>
              <a:gd name="connsiteX670" fmla="*/ 1972385 w 7467600"/>
              <a:gd name="connsiteY670" fmla="*/ 2198735 h 6858000"/>
              <a:gd name="connsiteX671" fmla="*/ 2040892 w 7467600"/>
              <a:gd name="connsiteY671" fmla="*/ 2405205 h 6858000"/>
              <a:gd name="connsiteX672" fmla="*/ 2131689 w 7467600"/>
              <a:gd name="connsiteY672" fmla="*/ 1936926 h 6858000"/>
              <a:gd name="connsiteX673" fmla="*/ 2454820 w 7467600"/>
              <a:gd name="connsiteY673" fmla="*/ 1248808 h 6858000"/>
              <a:gd name="connsiteX674" fmla="*/ 2492512 w 7467600"/>
              <a:gd name="connsiteY674" fmla="*/ 1302920 h 6858000"/>
              <a:gd name="connsiteX675" fmla="*/ 2081216 w 7467600"/>
              <a:gd name="connsiteY675" fmla="*/ 2527513 h 6858000"/>
              <a:gd name="connsiteX676" fmla="*/ 2081211 w 7467600"/>
              <a:gd name="connsiteY676" fmla="*/ 2528916 h 6858000"/>
              <a:gd name="connsiteX677" fmla="*/ 2199067 w 7467600"/>
              <a:gd name="connsiteY677" fmla="*/ 2884061 h 6858000"/>
              <a:gd name="connsiteX678" fmla="*/ 3192586 w 7467600"/>
              <a:gd name="connsiteY678" fmla="*/ 3411496 h 6858000"/>
              <a:gd name="connsiteX679" fmla="*/ 3182620 w 7467600"/>
              <a:gd name="connsiteY679" fmla="*/ 3483279 h 6858000"/>
              <a:gd name="connsiteX680" fmla="*/ 2435119 w 7467600"/>
              <a:gd name="connsiteY680" fmla="*/ 3080173 h 6858000"/>
              <a:gd name="connsiteX681" fmla="*/ 2410152 w 7467600"/>
              <a:gd name="connsiteY681" fmla="*/ 3063751 h 6858000"/>
              <a:gd name="connsiteX682" fmla="*/ 2408099 w 7467600"/>
              <a:gd name="connsiteY682" fmla="*/ 3064403 h 6858000"/>
              <a:gd name="connsiteX683" fmla="*/ 2407218 w 7467600"/>
              <a:gd name="connsiteY683" fmla="*/ 3070324 h 6858000"/>
              <a:gd name="connsiteX684" fmla="*/ 2380138 w 7467600"/>
              <a:gd name="connsiteY684" fmla="*/ 3099341 h 6858000"/>
              <a:gd name="connsiteX685" fmla="*/ 1765923 w 7467600"/>
              <a:gd name="connsiteY685" fmla="*/ 3581043 h 6858000"/>
              <a:gd name="connsiteX686" fmla="*/ 1702258 w 7467600"/>
              <a:gd name="connsiteY686" fmla="*/ 3612286 h 6858000"/>
              <a:gd name="connsiteX687" fmla="*/ 1538370 w 7467600"/>
              <a:gd name="connsiteY687" fmla="*/ 3811804 h 6858000"/>
              <a:gd name="connsiteX688" fmla="*/ 542867 w 7467600"/>
              <a:gd name="connsiteY688" fmla="*/ 4944092 h 6858000"/>
              <a:gd name="connsiteX689" fmla="*/ 515800 w 7467600"/>
              <a:gd name="connsiteY689" fmla="*/ 4862180 h 6858000"/>
              <a:gd name="connsiteX690" fmla="*/ 909145 w 7467600"/>
              <a:gd name="connsiteY690" fmla="*/ 4199225 h 6858000"/>
              <a:gd name="connsiteX691" fmla="*/ 1214067 w 7467600"/>
              <a:gd name="connsiteY691" fmla="*/ 3908561 h 6858000"/>
              <a:gd name="connsiteX692" fmla="*/ 640967 w 7467600"/>
              <a:gd name="connsiteY692" fmla="*/ 4105601 h 6858000"/>
              <a:gd name="connsiteX693" fmla="*/ 112563 w 7467600"/>
              <a:gd name="connsiteY693" fmla="*/ 4396952 h 6858000"/>
              <a:gd name="connsiteX694" fmla="*/ 0 w 7467600"/>
              <a:gd name="connsiteY694" fmla="*/ 4466006 h 6858000"/>
              <a:gd name="connsiteX695" fmla="*/ 0 w 7467600"/>
              <a:gd name="connsiteY695" fmla="*/ 4233763 h 6858000"/>
              <a:gd name="connsiteX696" fmla="*/ 36881 w 7467600"/>
              <a:gd name="connsiteY696" fmla="*/ 4200118 h 6858000"/>
              <a:gd name="connsiteX697" fmla="*/ 910534 w 7467600"/>
              <a:gd name="connsiteY697" fmla="*/ 3629753 h 6858000"/>
              <a:gd name="connsiteX698" fmla="*/ 1578717 w 7467600"/>
              <a:gd name="connsiteY698" fmla="*/ 3575982 h 6858000"/>
              <a:gd name="connsiteX699" fmla="*/ 2338780 w 7467600"/>
              <a:gd name="connsiteY699" fmla="*/ 3033725 h 6858000"/>
              <a:gd name="connsiteX700" fmla="*/ 1807991 w 7467600"/>
              <a:gd name="connsiteY700" fmla="*/ 2807184 h 6858000"/>
              <a:gd name="connsiteX701" fmla="*/ 1416358 w 7467600"/>
              <a:gd name="connsiteY701" fmla="*/ 3112571 h 6858000"/>
              <a:gd name="connsiteX702" fmla="*/ 939066 w 7467600"/>
              <a:gd name="connsiteY702" fmla="*/ 3378798 h 6858000"/>
              <a:gd name="connsiteX703" fmla="*/ 115099 w 7467600"/>
              <a:gd name="connsiteY703" fmla="*/ 3607650 h 6858000"/>
              <a:gd name="connsiteX704" fmla="*/ 97284 w 7467600"/>
              <a:gd name="connsiteY704" fmla="*/ 3520393 h 6858000"/>
              <a:gd name="connsiteX705" fmla="*/ 922050 w 7467600"/>
              <a:gd name="connsiteY705" fmla="*/ 3074867 h 6858000"/>
              <a:gd name="connsiteX706" fmla="*/ 1405265 w 7467600"/>
              <a:gd name="connsiteY706" fmla="*/ 3016319 h 6858000"/>
              <a:gd name="connsiteX707" fmla="*/ 1407512 w 7467600"/>
              <a:gd name="connsiteY707" fmla="*/ 3018001 h 6858000"/>
              <a:gd name="connsiteX708" fmla="*/ 1726266 w 7467600"/>
              <a:gd name="connsiteY708" fmla="*/ 2777274 h 6858000"/>
              <a:gd name="connsiteX709" fmla="*/ 625390 w 7467600"/>
              <a:gd name="connsiteY709" fmla="*/ 2514541 h 6858000"/>
              <a:gd name="connsiteX710" fmla="*/ 619799 w 7467600"/>
              <a:gd name="connsiteY710" fmla="*/ 2527180 h 6858000"/>
              <a:gd name="connsiteX711" fmla="*/ 310030 w 7467600"/>
              <a:gd name="connsiteY711" fmla="*/ 2771818 h 6858000"/>
              <a:gd name="connsiteX712" fmla="*/ 173877 w 7467600"/>
              <a:gd name="connsiteY712" fmla="*/ 2937056 h 6858000"/>
              <a:gd name="connsiteX713" fmla="*/ 77889 w 7467600"/>
              <a:gd name="connsiteY713" fmla="*/ 3138440 h 6858000"/>
              <a:gd name="connsiteX714" fmla="*/ 0 w 7467600"/>
              <a:gd name="connsiteY714" fmla="*/ 3271395 h 6858000"/>
              <a:gd name="connsiteX715" fmla="*/ 0 w 7467600"/>
              <a:gd name="connsiteY715" fmla="*/ 3153002 h 6858000"/>
              <a:gd name="connsiteX716" fmla="*/ 2386 w 7467600"/>
              <a:gd name="connsiteY716" fmla="*/ 3149203 h 6858000"/>
              <a:gd name="connsiteX717" fmla="*/ 89753 w 7467600"/>
              <a:gd name="connsiteY717" fmla="*/ 2987702 h 6858000"/>
              <a:gd name="connsiteX718" fmla="*/ 76869 w 7467600"/>
              <a:gd name="connsiteY718" fmla="*/ 3005404 h 6858000"/>
              <a:gd name="connsiteX719" fmla="*/ 32049 w 7467600"/>
              <a:gd name="connsiteY719" fmla="*/ 3065814 h 6858000"/>
              <a:gd name="connsiteX720" fmla="*/ 0 w 7467600"/>
              <a:gd name="connsiteY720" fmla="*/ 3108744 h 6858000"/>
              <a:gd name="connsiteX721" fmla="*/ 0 w 7467600"/>
              <a:gd name="connsiteY721" fmla="*/ 3058059 h 6858000"/>
              <a:gd name="connsiteX722" fmla="*/ 7610 w 7467600"/>
              <a:gd name="connsiteY722" fmla="*/ 3047889 h 6858000"/>
              <a:gd name="connsiteX723" fmla="*/ 52419 w 7467600"/>
              <a:gd name="connsiteY723" fmla="*/ 2987479 h 6858000"/>
              <a:gd name="connsiteX724" fmla="*/ 59142 w 7467600"/>
              <a:gd name="connsiteY724" fmla="*/ 2978488 h 6858000"/>
              <a:gd name="connsiteX725" fmla="*/ 0 w 7467600"/>
              <a:gd name="connsiteY725" fmla="*/ 3015334 h 6858000"/>
              <a:gd name="connsiteX726" fmla="*/ 0 w 7467600"/>
              <a:gd name="connsiteY726" fmla="*/ 2914286 h 6858000"/>
              <a:gd name="connsiteX727" fmla="*/ 36383 w 7467600"/>
              <a:gd name="connsiteY727" fmla="*/ 2901128 h 6858000"/>
              <a:gd name="connsiteX728" fmla="*/ 156329 w 7467600"/>
              <a:gd name="connsiteY728" fmla="*/ 2840533 h 6858000"/>
              <a:gd name="connsiteX729" fmla="*/ 358355 w 7467600"/>
              <a:gd name="connsiteY729" fmla="*/ 2620471 h 6858000"/>
              <a:gd name="connsiteX730" fmla="*/ 510577 w 7467600"/>
              <a:gd name="connsiteY730" fmla="*/ 2501244 h 6858000"/>
              <a:gd name="connsiteX731" fmla="*/ 211967 w 7467600"/>
              <a:gd name="connsiteY731" fmla="*/ 2479171 h 6858000"/>
              <a:gd name="connsiteX732" fmla="*/ 0 w 7467600"/>
              <a:gd name="connsiteY732" fmla="*/ 2476398 h 6858000"/>
              <a:gd name="connsiteX733" fmla="*/ 0 w 7467600"/>
              <a:gd name="connsiteY733" fmla="*/ 2389189 h 6858000"/>
              <a:gd name="connsiteX734" fmla="*/ 103062 w 7467600"/>
              <a:gd name="connsiteY734" fmla="*/ 2389518 h 6858000"/>
              <a:gd name="connsiteX735" fmla="*/ 510734 w 7467600"/>
              <a:gd name="connsiteY735" fmla="*/ 2416201 h 6858000"/>
              <a:gd name="connsiteX736" fmla="*/ 279257 w 7467600"/>
              <a:gd name="connsiteY736" fmla="*/ 2092102 h 6858000"/>
              <a:gd name="connsiteX737" fmla="*/ 65265 w 7467600"/>
              <a:gd name="connsiteY737" fmla="*/ 2006049 h 6858000"/>
              <a:gd name="connsiteX738" fmla="*/ 0 w 7467600"/>
              <a:gd name="connsiteY738" fmla="*/ 1982532 h 6858000"/>
              <a:gd name="connsiteX739" fmla="*/ 0 w 7467600"/>
              <a:gd name="connsiteY739" fmla="*/ 1912789 h 6858000"/>
              <a:gd name="connsiteX740" fmla="*/ 97460 w 7467600"/>
              <a:gd name="connsiteY740" fmla="*/ 1953725 h 6858000"/>
              <a:gd name="connsiteX741" fmla="*/ 221272 w 7467600"/>
              <a:gd name="connsiteY741" fmla="*/ 1980766 h 6858000"/>
              <a:gd name="connsiteX742" fmla="*/ 116765 w 7467600"/>
              <a:gd name="connsiteY742" fmla="*/ 1911033 h 6858000"/>
              <a:gd name="connsiteX743" fmla="*/ 16405 w 7467600"/>
              <a:gd name="connsiteY743" fmla="*/ 1803412 h 6858000"/>
              <a:gd name="connsiteX744" fmla="*/ 0 w 7467600"/>
              <a:gd name="connsiteY744" fmla="*/ 1784777 h 6858000"/>
              <a:gd name="connsiteX745" fmla="*/ 0 w 7467600"/>
              <a:gd name="connsiteY745" fmla="*/ 1740082 h 6858000"/>
              <a:gd name="connsiteX746" fmla="*/ 39394 w 7467600"/>
              <a:gd name="connsiteY746" fmla="*/ 1784856 h 6858000"/>
              <a:gd name="connsiteX747" fmla="*/ 135813 w 7467600"/>
              <a:gd name="connsiteY747" fmla="*/ 1888838 h 6858000"/>
              <a:gd name="connsiteX748" fmla="*/ 242575 w 7467600"/>
              <a:gd name="connsiteY748" fmla="*/ 1958841 h 6858000"/>
              <a:gd name="connsiteX749" fmla="*/ 82197 w 7467600"/>
              <a:gd name="connsiteY749" fmla="*/ 1754826 h 6858000"/>
              <a:gd name="connsiteX750" fmla="*/ 0 w 7467600"/>
              <a:gd name="connsiteY750" fmla="*/ 1679650 h 6858000"/>
              <a:gd name="connsiteX751" fmla="*/ 0 w 7467600"/>
              <a:gd name="connsiteY751" fmla="*/ 1602463 h 6858000"/>
              <a:gd name="connsiteX752" fmla="*/ 84689 w 7467600"/>
              <a:gd name="connsiteY752" fmla="*/ 1677442 h 6858000"/>
              <a:gd name="connsiteX753" fmla="*/ 298437 w 7467600"/>
              <a:gd name="connsiteY753" fmla="*/ 1968019 h 6858000"/>
              <a:gd name="connsiteX754" fmla="*/ 227269 w 7467600"/>
              <a:gd name="connsiteY754" fmla="*/ 1114064 h 6858000"/>
              <a:gd name="connsiteX755" fmla="*/ 248003 w 7467600"/>
              <a:gd name="connsiteY755" fmla="*/ 1089613 h 6858000"/>
              <a:gd name="connsiteX756" fmla="*/ 427020 w 7467600"/>
              <a:gd name="connsiteY756" fmla="*/ 1619803 h 6858000"/>
              <a:gd name="connsiteX757" fmla="*/ 340345 w 7467600"/>
              <a:gd name="connsiteY757" fmla="*/ 2027739 h 6858000"/>
              <a:gd name="connsiteX758" fmla="*/ 360865 w 7467600"/>
              <a:gd name="connsiteY758" fmla="*/ 2044827 h 6858000"/>
              <a:gd name="connsiteX759" fmla="*/ 560414 w 7467600"/>
              <a:gd name="connsiteY759" fmla="*/ 2421457 h 6858000"/>
              <a:gd name="connsiteX760" fmla="*/ 1359703 w 7467600"/>
              <a:gd name="connsiteY760" fmla="*/ 2578554 h 6858000"/>
              <a:gd name="connsiteX761" fmla="*/ 1359422 w 7467600"/>
              <a:gd name="connsiteY761" fmla="*/ 2577994 h 6858000"/>
              <a:gd name="connsiteX762" fmla="*/ 828701 w 7467600"/>
              <a:gd name="connsiteY762" fmla="*/ 1839520 h 6858000"/>
              <a:gd name="connsiteX763" fmla="*/ 494427 w 7467600"/>
              <a:gd name="connsiteY763" fmla="*/ 1092333 h 6858000"/>
              <a:gd name="connsiteX764" fmla="*/ 506322 w 7467600"/>
              <a:gd name="connsiteY764" fmla="*/ 1020997 h 6858000"/>
              <a:gd name="connsiteX765" fmla="*/ 4570198 w 7467600"/>
              <a:gd name="connsiteY765" fmla="*/ 978081 h 6858000"/>
              <a:gd name="connsiteX766" fmla="*/ 4523691 w 7467600"/>
              <a:gd name="connsiteY766" fmla="*/ 1127776 h 6858000"/>
              <a:gd name="connsiteX767" fmla="*/ 4509875 w 7467600"/>
              <a:gd name="connsiteY767" fmla="*/ 1167552 h 6858000"/>
              <a:gd name="connsiteX768" fmla="*/ 4478168 w 7467600"/>
              <a:gd name="connsiteY768" fmla="*/ 1260735 h 6858000"/>
              <a:gd name="connsiteX769" fmla="*/ 4409309 w 7467600"/>
              <a:gd name="connsiteY769" fmla="*/ 1666996 h 6858000"/>
              <a:gd name="connsiteX770" fmla="*/ 4370031 w 7467600"/>
              <a:gd name="connsiteY770" fmla="*/ 1955666 h 6858000"/>
              <a:gd name="connsiteX771" fmla="*/ 4570198 w 7467600"/>
              <a:gd name="connsiteY771" fmla="*/ 978081 h 6858000"/>
              <a:gd name="connsiteX772" fmla="*/ 4557898 w 7467600"/>
              <a:gd name="connsiteY772" fmla="*/ 900011 h 6858000"/>
              <a:gd name="connsiteX773" fmla="*/ 4344840 w 7467600"/>
              <a:gd name="connsiteY773" fmla="*/ 1922038 h 6858000"/>
              <a:gd name="connsiteX774" fmla="*/ 4378710 w 7467600"/>
              <a:gd name="connsiteY774" fmla="*/ 1665516 h 6858000"/>
              <a:gd name="connsiteX775" fmla="*/ 4448798 w 7467600"/>
              <a:gd name="connsiteY775" fmla="*/ 1253024 h 6858000"/>
              <a:gd name="connsiteX776" fmla="*/ 4480315 w 7467600"/>
              <a:gd name="connsiteY776" fmla="*/ 1158454 h 6858000"/>
              <a:gd name="connsiteX777" fmla="*/ 4494133 w 7467600"/>
              <a:gd name="connsiteY777" fmla="*/ 1118676 h 6858000"/>
              <a:gd name="connsiteX778" fmla="*/ 4557898 w 7467600"/>
              <a:gd name="connsiteY778" fmla="*/ 900011 h 6858000"/>
              <a:gd name="connsiteX779" fmla="*/ 5870151 w 7467600"/>
              <a:gd name="connsiteY779" fmla="*/ 898890 h 6858000"/>
              <a:gd name="connsiteX780" fmla="*/ 5861335 w 7467600"/>
              <a:gd name="connsiteY780" fmla="*/ 899177 h 6858000"/>
              <a:gd name="connsiteX781" fmla="*/ 5843702 w 7467600"/>
              <a:gd name="connsiteY781" fmla="*/ 899748 h 6858000"/>
              <a:gd name="connsiteX782" fmla="*/ 5651107 w 7467600"/>
              <a:gd name="connsiteY782" fmla="*/ 920306 h 6858000"/>
              <a:gd name="connsiteX783" fmla="*/ 5459407 w 7467600"/>
              <a:gd name="connsiteY783" fmla="*/ 940975 h 6858000"/>
              <a:gd name="connsiteX784" fmla="*/ 5374846 w 7467600"/>
              <a:gd name="connsiteY784" fmla="*/ 941988 h 6858000"/>
              <a:gd name="connsiteX785" fmla="*/ 5256105 w 7467600"/>
              <a:gd name="connsiteY785" fmla="*/ 945632 h 6858000"/>
              <a:gd name="connsiteX786" fmla="*/ 5107071 w 7467600"/>
              <a:gd name="connsiteY786" fmla="*/ 969720 h 6858000"/>
              <a:gd name="connsiteX787" fmla="*/ 4998681 w 7467600"/>
              <a:gd name="connsiteY787" fmla="*/ 988771 h 6858000"/>
              <a:gd name="connsiteX788" fmla="*/ 5870151 w 7467600"/>
              <a:gd name="connsiteY788" fmla="*/ 898890 h 6858000"/>
              <a:gd name="connsiteX789" fmla="*/ 5504425 w 7467600"/>
              <a:gd name="connsiteY789" fmla="*/ 848067 h 6858000"/>
              <a:gd name="connsiteX790" fmla="*/ 4968849 w 7467600"/>
              <a:gd name="connsiteY790" fmla="*/ 962318 h 6858000"/>
              <a:gd name="connsiteX791" fmla="*/ 5104039 w 7467600"/>
              <a:gd name="connsiteY791" fmla="*/ 940634 h 6858000"/>
              <a:gd name="connsiteX792" fmla="*/ 5256311 w 7467600"/>
              <a:gd name="connsiteY792" fmla="*/ 916490 h 6858000"/>
              <a:gd name="connsiteX793" fmla="*/ 5377381 w 7467600"/>
              <a:gd name="connsiteY793" fmla="*/ 912671 h 6858000"/>
              <a:gd name="connsiteX794" fmla="*/ 5460148 w 7467600"/>
              <a:gd name="connsiteY794" fmla="*/ 911442 h 6858000"/>
              <a:gd name="connsiteX795" fmla="*/ 5648971 w 7467600"/>
              <a:gd name="connsiteY795" fmla="*/ 891331 h 6858000"/>
              <a:gd name="connsiteX796" fmla="*/ 5844807 w 7467600"/>
              <a:gd name="connsiteY796" fmla="*/ 870718 h 6858000"/>
              <a:gd name="connsiteX797" fmla="*/ 5862975 w 7467600"/>
              <a:gd name="connsiteY797" fmla="*/ 869756 h 6858000"/>
              <a:gd name="connsiteX798" fmla="*/ 5920887 w 7467600"/>
              <a:gd name="connsiteY798" fmla="*/ 865929 h 6858000"/>
              <a:gd name="connsiteX799" fmla="*/ 5504425 w 7467600"/>
              <a:gd name="connsiteY799" fmla="*/ 848067 h 6858000"/>
              <a:gd name="connsiteX800" fmla="*/ 3607114 w 7467600"/>
              <a:gd name="connsiteY800" fmla="*/ 467441 h 6858000"/>
              <a:gd name="connsiteX801" fmla="*/ 3296242 w 7467600"/>
              <a:gd name="connsiteY801" fmla="*/ 807991 h 6858000"/>
              <a:gd name="connsiteX802" fmla="*/ 3174674 w 7467600"/>
              <a:gd name="connsiteY802" fmla="*/ 919759 h 6858000"/>
              <a:gd name="connsiteX803" fmla="*/ 3042978 w 7467600"/>
              <a:gd name="connsiteY803" fmla="*/ 1054894 h 6858000"/>
              <a:gd name="connsiteX804" fmla="*/ 2968914 w 7467600"/>
              <a:gd name="connsiteY804" fmla="*/ 1133756 h 6858000"/>
              <a:gd name="connsiteX805" fmla="*/ 3103823 w 7467600"/>
              <a:gd name="connsiteY805" fmla="*/ 1026814 h 6858000"/>
              <a:gd name="connsiteX806" fmla="*/ 3607114 w 7467600"/>
              <a:gd name="connsiteY806" fmla="*/ 467441 h 6858000"/>
              <a:gd name="connsiteX807" fmla="*/ 3744487 w 7467600"/>
              <a:gd name="connsiteY807" fmla="*/ 383136 h 6858000"/>
              <a:gd name="connsiteX808" fmla="*/ 3970213 w 7467600"/>
              <a:gd name="connsiteY808" fmla="*/ 995559 h 6858000"/>
              <a:gd name="connsiteX809" fmla="*/ 3744487 w 7467600"/>
              <a:gd name="connsiteY809" fmla="*/ 383136 h 6858000"/>
              <a:gd name="connsiteX810" fmla="*/ 3624562 w 7467600"/>
              <a:gd name="connsiteY810" fmla="*/ 367041 h 6858000"/>
              <a:gd name="connsiteX811" fmla="*/ 3489712 w 7467600"/>
              <a:gd name="connsiteY811" fmla="*/ 485386 h 6858000"/>
              <a:gd name="connsiteX812" fmla="*/ 3182994 w 7467600"/>
              <a:gd name="connsiteY812" fmla="*/ 828265 h 6858000"/>
              <a:gd name="connsiteX813" fmla="*/ 2892114 w 7467600"/>
              <a:gd name="connsiteY813" fmla="*/ 1172635 h 6858000"/>
              <a:gd name="connsiteX814" fmla="*/ 3021459 w 7467600"/>
              <a:gd name="connsiteY814" fmla="*/ 1035385 h 6858000"/>
              <a:gd name="connsiteX815" fmla="*/ 3153873 w 7467600"/>
              <a:gd name="connsiteY815" fmla="*/ 898971 h 6858000"/>
              <a:gd name="connsiteX816" fmla="*/ 3276511 w 7467600"/>
              <a:gd name="connsiteY816" fmla="*/ 786423 h 6858000"/>
              <a:gd name="connsiteX817" fmla="*/ 3584154 w 7467600"/>
              <a:gd name="connsiteY817" fmla="*/ 448218 h 6858000"/>
              <a:gd name="connsiteX818" fmla="*/ 3624562 w 7467600"/>
              <a:gd name="connsiteY818" fmla="*/ 367041 h 6858000"/>
              <a:gd name="connsiteX819" fmla="*/ 3766672 w 7467600"/>
              <a:gd name="connsiteY819" fmla="*/ 359429 h 6858000"/>
              <a:gd name="connsiteX820" fmla="*/ 3996338 w 7467600"/>
              <a:gd name="connsiteY820" fmla="*/ 968237 h 6858000"/>
              <a:gd name="connsiteX821" fmla="*/ 3766672 w 7467600"/>
              <a:gd name="connsiteY821" fmla="*/ 359429 h 6858000"/>
              <a:gd name="connsiteX822" fmla="*/ 5805386 w 7467600"/>
              <a:gd name="connsiteY822" fmla="*/ 239240 h 6858000"/>
              <a:gd name="connsiteX823" fmla="*/ 5736947 w 7467600"/>
              <a:gd name="connsiteY823" fmla="*/ 261367 h 6858000"/>
              <a:gd name="connsiteX824" fmla="*/ 5427012 w 7467600"/>
              <a:gd name="connsiteY824" fmla="*/ 311272 h 6858000"/>
              <a:gd name="connsiteX825" fmla="*/ 5147818 w 7467600"/>
              <a:gd name="connsiteY825" fmla="*/ 322112 h 6858000"/>
              <a:gd name="connsiteX826" fmla="*/ 5060854 w 7467600"/>
              <a:gd name="connsiteY826" fmla="*/ 311882 h 6858000"/>
              <a:gd name="connsiteX827" fmla="*/ 4945989 w 7467600"/>
              <a:gd name="connsiteY827" fmla="*/ 300516 h 6858000"/>
              <a:gd name="connsiteX828" fmla="*/ 5410479 w 7467600"/>
              <a:gd name="connsiteY828" fmla="*/ 348434 h 6858000"/>
              <a:gd name="connsiteX829" fmla="*/ 5805386 w 7467600"/>
              <a:gd name="connsiteY829" fmla="*/ 239240 h 6858000"/>
              <a:gd name="connsiteX830" fmla="*/ 5905192 w 7467600"/>
              <a:gd name="connsiteY830" fmla="*/ 163079 h 6858000"/>
              <a:gd name="connsiteX831" fmla="*/ 5865655 w 7467600"/>
              <a:gd name="connsiteY831" fmla="*/ 171901 h 6858000"/>
              <a:gd name="connsiteX832" fmla="*/ 5259740 w 7467600"/>
              <a:gd name="connsiteY832" fmla="*/ 257013 h 6858000"/>
              <a:gd name="connsiteX833" fmla="*/ 5208466 w 7467600"/>
              <a:gd name="connsiteY833" fmla="*/ 257550 h 6858000"/>
              <a:gd name="connsiteX834" fmla="*/ 4980204 w 7467600"/>
              <a:gd name="connsiteY834" fmla="*/ 271903 h 6858000"/>
              <a:gd name="connsiteX835" fmla="*/ 5068068 w 7467600"/>
              <a:gd name="connsiteY835" fmla="*/ 282244 h 6858000"/>
              <a:gd name="connsiteX836" fmla="*/ 5153231 w 7467600"/>
              <a:gd name="connsiteY836" fmla="*/ 292240 h 6858000"/>
              <a:gd name="connsiteX837" fmla="*/ 5426491 w 7467600"/>
              <a:gd name="connsiteY837" fmla="*/ 281128 h 6858000"/>
              <a:gd name="connsiteX838" fmla="*/ 5731212 w 7467600"/>
              <a:gd name="connsiteY838" fmla="*/ 231951 h 6858000"/>
              <a:gd name="connsiteX839" fmla="*/ 5905192 w 7467600"/>
              <a:gd name="connsiteY839" fmla="*/ 163079 h 6858000"/>
              <a:gd name="connsiteX840" fmla="*/ 5944437 w 7467600"/>
              <a:gd name="connsiteY840" fmla="*/ 113829 h 6858000"/>
              <a:gd name="connsiteX841" fmla="*/ 5825032 w 7467600"/>
              <a:gd name="connsiteY841" fmla="*/ 146405 h 6858000"/>
              <a:gd name="connsiteX842" fmla="*/ 4955599 w 7467600"/>
              <a:gd name="connsiteY842" fmla="*/ 247008 h 6858000"/>
              <a:gd name="connsiteX843" fmla="*/ 5210104 w 7467600"/>
              <a:gd name="connsiteY843" fmla="*/ 228123 h 6858000"/>
              <a:gd name="connsiteX844" fmla="*/ 5261015 w 7467600"/>
              <a:gd name="connsiteY844" fmla="*/ 227087 h 6858000"/>
              <a:gd name="connsiteX845" fmla="*/ 5861181 w 7467600"/>
              <a:gd name="connsiteY845" fmla="*/ 143093 h 6858000"/>
              <a:gd name="connsiteX846" fmla="*/ 5961252 w 7467600"/>
              <a:gd name="connsiteY846" fmla="*/ 114820 h 6858000"/>
              <a:gd name="connsiteX847" fmla="*/ 5944437 w 7467600"/>
              <a:gd name="connsiteY847" fmla="*/ 113829 h 6858000"/>
              <a:gd name="connsiteX848" fmla="*/ 3882765 w 7467600"/>
              <a:gd name="connsiteY848" fmla="*/ 0 h 6858000"/>
              <a:gd name="connsiteX849" fmla="*/ 3995099 w 7467600"/>
              <a:gd name="connsiteY849" fmla="*/ 0 h 6858000"/>
              <a:gd name="connsiteX850" fmla="*/ 4163818 w 7467600"/>
              <a:gd name="connsiteY850" fmla="*/ 234104 h 6858000"/>
              <a:gd name="connsiteX851" fmla="*/ 4172099 w 7467600"/>
              <a:gd name="connsiteY851" fmla="*/ 234207 h 6858000"/>
              <a:gd name="connsiteX852" fmla="*/ 4784282 w 7467600"/>
              <a:gd name="connsiteY852" fmla="*/ 276561 h 6858000"/>
              <a:gd name="connsiteX853" fmla="*/ 4801687 w 7467600"/>
              <a:gd name="connsiteY853" fmla="*/ 267764 h 6858000"/>
              <a:gd name="connsiteX854" fmla="*/ 6082788 w 7467600"/>
              <a:gd name="connsiteY854" fmla="*/ 64119 h 6858000"/>
              <a:gd name="connsiteX855" fmla="*/ 6099442 w 7467600"/>
              <a:gd name="connsiteY855" fmla="*/ 82568 h 6858000"/>
              <a:gd name="connsiteX856" fmla="*/ 4804137 w 7467600"/>
              <a:gd name="connsiteY856" fmla="*/ 320931 h 6858000"/>
              <a:gd name="connsiteX857" fmla="*/ 4227047 w 7467600"/>
              <a:gd name="connsiteY857" fmla="*/ 313415 h 6858000"/>
              <a:gd name="connsiteX858" fmla="*/ 4346041 w 7467600"/>
              <a:gd name="connsiteY858" fmla="*/ 456086 h 6858000"/>
              <a:gd name="connsiteX859" fmla="*/ 4870967 w 7467600"/>
              <a:gd name="connsiteY859" fmla="*/ 963061 h 6858000"/>
              <a:gd name="connsiteX860" fmla="*/ 4889647 w 7467600"/>
              <a:gd name="connsiteY860" fmla="*/ 957147 h 6858000"/>
              <a:gd name="connsiteX861" fmla="*/ 5422504 w 7467600"/>
              <a:gd name="connsiteY861" fmla="*/ 805191 h 6858000"/>
              <a:gd name="connsiteX862" fmla="*/ 6087656 w 7467600"/>
              <a:gd name="connsiteY862" fmla="*/ 826703 h 6858000"/>
              <a:gd name="connsiteX863" fmla="*/ 6058717 w 7467600"/>
              <a:gd name="connsiteY863" fmla="*/ 865992 h 6858000"/>
              <a:gd name="connsiteX864" fmla="*/ 4974153 w 7467600"/>
              <a:gd name="connsiteY864" fmla="*/ 1045456 h 6858000"/>
              <a:gd name="connsiteX865" fmla="*/ 5627835 w 7467600"/>
              <a:gd name="connsiteY865" fmla="*/ 1472077 h 6858000"/>
              <a:gd name="connsiteX866" fmla="*/ 5629817 w 7467600"/>
              <a:gd name="connsiteY866" fmla="*/ 1471412 h 6858000"/>
              <a:gd name="connsiteX867" fmla="*/ 5634124 w 7467600"/>
              <a:gd name="connsiteY867" fmla="*/ 1470572 h 6858000"/>
              <a:gd name="connsiteX868" fmla="*/ 5755832 w 7467600"/>
              <a:gd name="connsiteY868" fmla="*/ 1383886 h 6858000"/>
              <a:gd name="connsiteX869" fmla="*/ 6014186 w 7467600"/>
              <a:gd name="connsiteY869" fmla="*/ 1279799 h 6858000"/>
              <a:gd name="connsiteX870" fmla="*/ 6901619 w 7467600"/>
              <a:gd name="connsiteY870" fmla="*/ 1047874 h 6858000"/>
              <a:gd name="connsiteX871" fmla="*/ 6931566 w 7467600"/>
              <a:gd name="connsiteY871" fmla="*/ 1062034 h 6858000"/>
              <a:gd name="connsiteX872" fmla="*/ 5790982 w 7467600"/>
              <a:gd name="connsiteY872" fmla="*/ 1561380 h 6858000"/>
              <a:gd name="connsiteX873" fmla="*/ 6188971 w 7467600"/>
              <a:gd name="connsiteY873" fmla="*/ 1755168 h 6858000"/>
              <a:gd name="connsiteX874" fmla="*/ 6202446 w 7467600"/>
              <a:gd name="connsiteY874" fmla="*/ 1752268 h 6858000"/>
              <a:gd name="connsiteX875" fmla="*/ 7179560 w 7467600"/>
              <a:gd name="connsiteY875" fmla="*/ 1467551 h 6858000"/>
              <a:gd name="connsiteX876" fmla="*/ 7158730 w 7467600"/>
              <a:gd name="connsiteY876" fmla="*/ 1507835 h 6858000"/>
              <a:gd name="connsiteX877" fmla="*/ 6326959 w 7467600"/>
              <a:gd name="connsiteY877" fmla="*/ 1817686 h 6858000"/>
              <a:gd name="connsiteX878" fmla="*/ 6537433 w 7467600"/>
              <a:gd name="connsiteY878" fmla="*/ 1907790 h 6858000"/>
              <a:gd name="connsiteX879" fmla="*/ 6550221 w 7467600"/>
              <a:gd name="connsiteY879" fmla="*/ 1910729 h 6858000"/>
              <a:gd name="connsiteX880" fmla="*/ 6964438 w 7467600"/>
              <a:gd name="connsiteY880" fmla="*/ 2209505 h 6858000"/>
              <a:gd name="connsiteX881" fmla="*/ 7367862 w 7467600"/>
              <a:gd name="connsiteY881" fmla="*/ 2806833 h 6858000"/>
              <a:gd name="connsiteX882" fmla="*/ 7364329 w 7467600"/>
              <a:gd name="connsiteY882" fmla="*/ 2826907 h 6858000"/>
              <a:gd name="connsiteX883" fmla="*/ 7290545 w 7467600"/>
              <a:gd name="connsiteY883" fmla="*/ 2850663 h 6858000"/>
              <a:gd name="connsiteX884" fmla="*/ 6472036 w 7467600"/>
              <a:gd name="connsiteY884" fmla="*/ 1959003 h 6858000"/>
              <a:gd name="connsiteX885" fmla="*/ 5792897 w 7467600"/>
              <a:gd name="connsiteY885" fmla="*/ 1647747 h 6858000"/>
              <a:gd name="connsiteX886" fmla="*/ 5842751 w 7467600"/>
              <a:gd name="connsiteY886" fmla="*/ 1816112 h 6858000"/>
              <a:gd name="connsiteX887" fmla="*/ 5847424 w 7467600"/>
              <a:gd name="connsiteY887" fmla="*/ 1815776 h 6858000"/>
              <a:gd name="connsiteX888" fmla="*/ 6399821 w 7467600"/>
              <a:gd name="connsiteY888" fmla="*/ 2344799 h 6858000"/>
              <a:gd name="connsiteX889" fmla="*/ 6323232 w 7467600"/>
              <a:gd name="connsiteY889" fmla="*/ 2389634 h 6858000"/>
              <a:gd name="connsiteX890" fmla="*/ 5942958 w 7467600"/>
              <a:gd name="connsiteY890" fmla="*/ 2077708 h 6858000"/>
              <a:gd name="connsiteX891" fmla="*/ 5921559 w 7467600"/>
              <a:gd name="connsiteY891" fmla="*/ 2378596 h 6858000"/>
              <a:gd name="connsiteX892" fmla="*/ 5817651 w 7467600"/>
              <a:gd name="connsiteY892" fmla="*/ 3023919 h 6858000"/>
              <a:gd name="connsiteX893" fmla="*/ 5729634 w 7467600"/>
              <a:gd name="connsiteY893" fmla="*/ 3051849 h 6858000"/>
              <a:gd name="connsiteX894" fmla="*/ 5611018 w 7467600"/>
              <a:gd name="connsiteY894" fmla="*/ 2316769 h 6858000"/>
              <a:gd name="connsiteX895" fmla="*/ 5687608 w 7467600"/>
              <a:gd name="connsiteY895" fmla="*/ 2039972 h 6858000"/>
              <a:gd name="connsiteX896" fmla="*/ 5657554 w 7467600"/>
              <a:gd name="connsiteY896" fmla="*/ 1576445 h 6858000"/>
              <a:gd name="connsiteX897" fmla="*/ 5150475 w 7467600"/>
              <a:gd name="connsiteY897" fmla="*/ 1274012 h 6858000"/>
              <a:gd name="connsiteX898" fmla="*/ 5349142 w 7467600"/>
              <a:gd name="connsiteY898" fmla="*/ 2204405 h 6858000"/>
              <a:gd name="connsiteX899" fmla="*/ 5262214 w 7467600"/>
              <a:gd name="connsiteY899" fmla="*/ 2233836 h 6858000"/>
              <a:gd name="connsiteX900" fmla="*/ 4981539 w 7467600"/>
              <a:gd name="connsiteY900" fmla="*/ 1542201 h 6858000"/>
              <a:gd name="connsiteX901" fmla="*/ 4958461 w 7467600"/>
              <a:gd name="connsiteY901" fmla="*/ 1136957 h 6858000"/>
              <a:gd name="connsiteX902" fmla="*/ 4655015 w 7467600"/>
              <a:gd name="connsiteY902" fmla="*/ 891426 h 6858000"/>
              <a:gd name="connsiteX903" fmla="*/ 4348002 w 7467600"/>
              <a:gd name="connsiteY903" fmla="*/ 2205895 h 6858000"/>
              <a:gd name="connsiteX904" fmla="*/ 4262250 w 7467600"/>
              <a:gd name="connsiteY904" fmla="*/ 2219972 h 6858000"/>
              <a:gd name="connsiteX905" fmla="*/ 4550611 w 7467600"/>
              <a:gd name="connsiteY905" fmla="*/ 817540 h 6858000"/>
              <a:gd name="connsiteX906" fmla="*/ 4564418 w 7467600"/>
              <a:gd name="connsiteY906" fmla="*/ 808293 h 6858000"/>
              <a:gd name="connsiteX907" fmla="*/ 4266388 w 7467600"/>
              <a:gd name="connsiteY907" fmla="*/ 500083 h 6858000"/>
              <a:gd name="connsiteX908" fmla="*/ 4032842 w 7467600"/>
              <a:gd name="connsiteY908" fmla="*/ 211809 h 6858000"/>
              <a:gd name="connsiteX909" fmla="*/ 3882765 w 7467600"/>
              <a:gd name="connsiteY909" fmla="*/ 0 h 6858000"/>
              <a:gd name="connsiteX910" fmla="*/ 3721337 w 7467600"/>
              <a:gd name="connsiteY910" fmla="*/ 0 h 6858000"/>
              <a:gd name="connsiteX911" fmla="*/ 3797544 w 7467600"/>
              <a:gd name="connsiteY911" fmla="*/ 0 h 6858000"/>
              <a:gd name="connsiteX912" fmla="*/ 3775734 w 7467600"/>
              <a:gd name="connsiteY912" fmla="*/ 95131 h 6858000"/>
              <a:gd name="connsiteX913" fmla="*/ 3724807 w 7467600"/>
              <a:gd name="connsiteY913" fmla="*/ 272257 h 6858000"/>
              <a:gd name="connsiteX914" fmla="*/ 3726844 w 7467600"/>
              <a:gd name="connsiteY914" fmla="*/ 282988 h 6858000"/>
              <a:gd name="connsiteX915" fmla="*/ 3742664 w 7467600"/>
              <a:gd name="connsiteY915" fmla="*/ 279918 h 6858000"/>
              <a:gd name="connsiteX916" fmla="*/ 4103910 w 7467600"/>
              <a:gd name="connsiteY916" fmla="*/ 1161917 h 6858000"/>
              <a:gd name="connsiteX917" fmla="*/ 4020269 w 7467600"/>
              <a:gd name="connsiteY917" fmla="*/ 1200406 h 6858000"/>
              <a:gd name="connsiteX918" fmla="*/ 3674882 w 7467600"/>
              <a:gd name="connsiteY918" fmla="*/ 488524 h 6858000"/>
              <a:gd name="connsiteX919" fmla="*/ 3132682 w 7467600"/>
              <a:gd name="connsiteY919" fmla="*/ 1072284 h 6858000"/>
              <a:gd name="connsiteX920" fmla="*/ 2716346 w 7467600"/>
              <a:gd name="connsiteY920" fmla="*/ 1276376 h 6858000"/>
              <a:gd name="connsiteX921" fmla="*/ 2716772 w 7467600"/>
              <a:gd name="connsiteY921" fmla="*/ 1255462 h 6858000"/>
              <a:gd name="connsiteX922" fmla="*/ 3471096 w 7467600"/>
              <a:gd name="connsiteY922" fmla="*/ 437072 h 6858000"/>
              <a:gd name="connsiteX923" fmla="*/ 3639057 w 7467600"/>
              <a:gd name="connsiteY923" fmla="*/ 286334 h 6858000"/>
              <a:gd name="connsiteX924" fmla="*/ 3640309 w 7467600"/>
              <a:gd name="connsiteY924" fmla="*/ 284664 h 6858000"/>
              <a:gd name="connsiteX925" fmla="*/ 3646022 w 7467600"/>
              <a:gd name="connsiteY925" fmla="*/ 276711 h 6858000"/>
              <a:gd name="connsiteX926" fmla="*/ 3707943 w 7467600"/>
              <a:gd name="connsiteY926" fmla="*/ 65958 h 6858000"/>
              <a:gd name="connsiteX927" fmla="*/ 3721337 w 7467600"/>
              <a:gd name="connsiteY927" fmla="*/ 0 h 6858000"/>
              <a:gd name="connsiteX928" fmla="*/ 2867960 w 7467600"/>
              <a:gd name="connsiteY928" fmla="*/ 0 h 6858000"/>
              <a:gd name="connsiteX929" fmla="*/ 2926351 w 7467600"/>
              <a:gd name="connsiteY929" fmla="*/ 0 h 6858000"/>
              <a:gd name="connsiteX930" fmla="*/ 2902823 w 7467600"/>
              <a:gd name="connsiteY930" fmla="*/ 262929 h 6858000"/>
              <a:gd name="connsiteX931" fmla="*/ 2940663 w 7467600"/>
              <a:gd name="connsiteY931" fmla="*/ 140884 h 6858000"/>
              <a:gd name="connsiteX932" fmla="*/ 2947039 w 7467600"/>
              <a:gd name="connsiteY932" fmla="*/ 122524 h 6858000"/>
              <a:gd name="connsiteX933" fmla="*/ 2984316 w 7467600"/>
              <a:gd name="connsiteY933" fmla="*/ 0 h 6858000"/>
              <a:gd name="connsiteX934" fmla="*/ 3016114 w 7467600"/>
              <a:gd name="connsiteY934" fmla="*/ 0 h 6858000"/>
              <a:gd name="connsiteX935" fmla="*/ 2979949 w 7467600"/>
              <a:gd name="connsiteY935" fmla="*/ 119274 h 6858000"/>
              <a:gd name="connsiteX936" fmla="*/ 3023879 w 7467600"/>
              <a:gd name="connsiteY936" fmla="*/ 0 h 6858000"/>
              <a:gd name="connsiteX937" fmla="*/ 3105400 w 7467600"/>
              <a:gd name="connsiteY937" fmla="*/ 0 h 6858000"/>
              <a:gd name="connsiteX938" fmla="*/ 3094669 w 7467600"/>
              <a:gd name="connsiteY938" fmla="*/ 30308 h 6858000"/>
              <a:gd name="connsiteX939" fmla="*/ 2901945 w 7467600"/>
              <a:gd name="connsiteY939" fmla="*/ 466538 h 6858000"/>
              <a:gd name="connsiteX940" fmla="*/ 2815209 w 7467600"/>
              <a:gd name="connsiteY940" fmla="*/ 497361 h 6858000"/>
              <a:gd name="connsiteX941" fmla="*/ 2844845 w 7467600"/>
              <a:gd name="connsiteY941" fmla="*/ 127638 h 6858000"/>
              <a:gd name="connsiteX942" fmla="*/ 2867960 w 7467600"/>
              <a:gd name="connsiteY942" fmla="*/ 0 h 6858000"/>
              <a:gd name="connsiteX943" fmla="*/ 1057230 w 7467600"/>
              <a:gd name="connsiteY943" fmla="*/ 0 h 6858000"/>
              <a:gd name="connsiteX944" fmla="*/ 1111003 w 7467600"/>
              <a:gd name="connsiteY944" fmla="*/ 0 h 6858000"/>
              <a:gd name="connsiteX945" fmla="*/ 1125553 w 7467600"/>
              <a:gd name="connsiteY945" fmla="*/ 52588 h 6858000"/>
              <a:gd name="connsiteX946" fmla="*/ 1304276 w 7467600"/>
              <a:gd name="connsiteY946" fmla="*/ 476275 h 6858000"/>
              <a:gd name="connsiteX947" fmla="*/ 1492066 w 7467600"/>
              <a:gd name="connsiteY947" fmla="*/ 886333 h 6858000"/>
              <a:gd name="connsiteX948" fmla="*/ 1423698 w 7467600"/>
              <a:gd name="connsiteY948" fmla="*/ 710817 h 6858000"/>
              <a:gd name="connsiteX949" fmla="*/ 1357609 w 7467600"/>
              <a:gd name="connsiteY949" fmla="*/ 532892 h 6858000"/>
              <a:gd name="connsiteX950" fmla="*/ 1309550 w 7467600"/>
              <a:gd name="connsiteY950" fmla="*/ 374031 h 6858000"/>
              <a:gd name="connsiteX951" fmla="*/ 1193673 w 7467600"/>
              <a:gd name="connsiteY951" fmla="*/ 49533 h 6858000"/>
              <a:gd name="connsiteX952" fmla="*/ 1164391 w 7467600"/>
              <a:gd name="connsiteY952" fmla="*/ 0 h 6858000"/>
              <a:gd name="connsiteX953" fmla="*/ 1200666 w 7467600"/>
              <a:gd name="connsiteY953" fmla="*/ 0 h 6858000"/>
              <a:gd name="connsiteX954" fmla="*/ 1223408 w 7467600"/>
              <a:gd name="connsiteY954" fmla="*/ 38996 h 6858000"/>
              <a:gd name="connsiteX955" fmla="*/ 1339635 w 7467600"/>
              <a:gd name="connsiteY955" fmla="*/ 365517 h 6858000"/>
              <a:gd name="connsiteX956" fmla="*/ 1387469 w 7467600"/>
              <a:gd name="connsiteY956" fmla="*/ 523079 h 6858000"/>
              <a:gd name="connsiteX957" fmla="*/ 1452685 w 7467600"/>
              <a:gd name="connsiteY957" fmla="*/ 699806 h 6858000"/>
              <a:gd name="connsiteX958" fmla="*/ 1492092 w 7467600"/>
              <a:gd name="connsiteY958" fmla="*/ 800424 h 6858000"/>
              <a:gd name="connsiteX959" fmla="*/ 1455302 w 7467600"/>
              <a:gd name="connsiteY959" fmla="*/ 632913 h 6858000"/>
              <a:gd name="connsiteX960" fmla="*/ 1222336 w 7467600"/>
              <a:gd name="connsiteY960" fmla="*/ 9480 h 6858000"/>
              <a:gd name="connsiteX961" fmla="*/ 1214634 w 7467600"/>
              <a:gd name="connsiteY961" fmla="*/ 0 h 6858000"/>
              <a:gd name="connsiteX962" fmla="*/ 1289827 w 7467600"/>
              <a:gd name="connsiteY962" fmla="*/ 0 h 6858000"/>
              <a:gd name="connsiteX963" fmla="*/ 1321076 w 7467600"/>
              <a:gd name="connsiteY963" fmla="*/ 59722 h 6858000"/>
              <a:gd name="connsiteX964" fmla="*/ 1512579 w 7467600"/>
              <a:gd name="connsiteY964" fmla="*/ 626441 h 6858000"/>
              <a:gd name="connsiteX965" fmla="*/ 1506076 w 7467600"/>
              <a:gd name="connsiteY965" fmla="*/ 1089289 h 6858000"/>
              <a:gd name="connsiteX966" fmla="*/ 1486346 w 7467600"/>
              <a:gd name="connsiteY966" fmla="*/ 1079919 h 6858000"/>
              <a:gd name="connsiteX967" fmla="*/ 1070511 w 7467600"/>
              <a:gd name="connsiteY967" fmla="*/ 48609 h 6858000"/>
              <a:gd name="connsiteX968" fmla="*/ 1057230 w 7467600"/>
              <a:gd name="connsiteY968" fmla="*/ 0 h 6858000"/>
              <a:gd name="connsiteX969" fmla="*/ 43151 w 7467600"/>
              <a:gd name="connsiteY969" fmla="*/ 0 h 6858000"/>
              <a:gd name="connsiteX970" fmla="*/ 95283 w 7467600"/>
              <a:gd name="connsiteY970" fmla="*/ 0 h 6858000"/>
              <a:gd name="connsiteX971" fmla="*/ 300708 w 7467600"/>
              <a:gd name="connsiteY971" fmla="*/ 154571 h 6858000"/>
              <a:gd name="connsiteX972" fmla="*/ 530414 w 7467600"/>
              <a:gd name="connsiteY972" fmla="*/ 354673 h 6858000"/>
              <a:gd name="connsiteX973" fmla="*/ 333785 w 7467600"/>
              <a:gd name="connsiteY973" fmla="*/ 161564 h 6858000"/>
              <a:gd name="connsiteX974" fmla="*/ 147005 w 7467600"/>
              <a:gd name="connsiteY974" fmla="*/ 0 h 6858000"/>
              <a:gd name="connsiteX975" fmla="*/ 272509 w 7467600"/>
              <a:gd name="connsiteY975" fmla="*/ 0 h 6858000"/>
              <a:gd name="connsiteX976" fmla="*/ 326276 w 7467600"/>
              <a:gd name="connsiteY976" fmla="*/ 45847 h 6858000"/>
              <a:gd name="connsiteX977" fmla="*/ 823759 w 7467600"/>
              <a:gd name="connsiteY977" fmla="*/ 574145 h 6858000"/>
              <a:gd name="connsiteX978" fmla="*/ 811254 w 7467600"/>
              <a:gd name="connsiteY978" fmla="*/ 665546 h 6858000"/>
              <a:gd name="connsiteX979" fmla="*/ 154042 w 7467600"/>
              <a:gd name="connsiteY979" fmla="*/ 261522 h 6858000"/>
              <a:gd name="connsiteX980" fmla="*/ 13550 w 7467600"/>
              <a:gd name="connsiteY980" fmla="*/ 158423 h 6858000"/>
              <a:gd name="connsiteX981" fmla="*/ 0 w 7467600"/>
              <a:gd name="connsiteY981" fmla="*/ 146618 h 6858000"/>
              <a:gd name="connsiteX982" fmla="*/ 0 w 7467600"/>
              <a:gd name="connsiteY982" fmla="*/ 59161 h 6858000"/>
              <a:gd name="connsiteX983" fmla="*/ 45427 w 7467600"/>
              <a:gd name="connsiteY983" fmla="*/ 101078 h 6858000"/>
              <a:gd name="connsiteX984" fmla="*/ 630103 w 7467600"/>
              <a:gd name="connsiteY984" fmla="*/ 485885 h 6858000"/>
              <a:gd name="connsiteX985" fmla="*/ 532040 w 7467600"/>
              <a:gd name="connsiteY985" fmla="*/ 399359 h 6858000"/>
              <a:gd name="connsiteX986" fmla="*/ 517618 w 7467600"/>
              <a:gd name="connsiteY986" fmla="*/ 385726 h 6858000"/>
              <a:gd name="connsiteX987" fmla="*/ 285074 w 7467600"/>
              <a:gd name="connsiteY987" fmla="*/ 182755 h 6858000"/>
              <a:gd name="connsiteX988" fmla="*/ 43151 w 7467600"/>
              <a:gd name="connsiteY988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312201 w 7467600"/>
              <a:gd name="connsiteY127" fmla="*/ 5128278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312201 w 7467600"/>
              <a:gd name="connsiteY131" fmla="*/ 5128278 h 6858000"/>
              <a:gd name="connsiteX132" fmla="*/ 1903353 w 7467600"/>
              <a:gd name="connsiteY132" fmla="*/ 5044827 h 6858000"/>
              <a:gd name="connsiteX133" fmla="*/ 1936931 w 7467600"/>
              <a:gd name="connsiteY133" fmla="*/ 5093954 h 6858000"/>
              <a:gd name="connsiteX134" fmla="*/ 2195868 w 7467600"/>
              <a:gd name="connsiteY134" fmla="*/ 5396574 h 6858000"/>
              <a:gd name="connsiteX135" fmla="*/ 2088852 w 7467600"/>
              <a:gd name="connsiteY135" fmla="*/ 5166123 h 6858000"/>
              <a:gd name="connsiteX136" fmla="*/ 1958241 w 7467600"/>
              <a:gd name="connsiteY136" fmla="*/ 5067955 h 6858000"/>
              <a:gd name="connsiteX137" fmla="*/ 1903353 w 7467600"/>
              <a:gd name="connsiteY137" fmla="*/ 5044827 h 6858000"/>
              <a:gd name="connsiteX138" fmla="*/ 1979378 w 7467600"/>
              <a:gd name="connsiteY138" fmla="*/ 4769504 h 6858000"/>
              <a:gd name="connsiteX139" fmla="*/ 2882120 w 7467600"/>
              <a:gd name="connsiteY139" fmla="*/ 5064547 h 6858000"/>
              <a:gd name="connsiteX140" fmla="*/ 2793103 w 7467600"/>
              <a:gd name="connsiteY140" fmla="*/ 5039699 h 6858000"/>
              <a:gd name="connsiteX141" fmla="*/ 2770041 w 7467600"/>
              <a:gd name="connsiteY141" fmla="*/ 5033634 h 6858000"/>
              <a:gd name="connsiteX142" fmla="*/ 1979378 w 7467600"/>
              <a:gd name="connsiteY142" fmla="*/ 4769504 h 6858000"/>
              <a:gd name="connsiteX143" fmla="*/ 1927410 w 7467600"/>
              <a:gd name="connsiteY143" fmla="*/ 4716164 h 6858000"/>
              <a:gd name="connsiteX144" fmla="*/ 1959587 w 7467600"/>
              <a:gd name="connsiteY144" fmla="*/ 4728849 h 6858000"/>
              <a:gd name="connsiteX145" fmla="*/ 2777707 w 7467600"/>
              <a:gd name="connsiteY145" fmla="*/ 5003991 h 6858000"/>
              <a:gd name="connsiteX146" fmla="*/ 2800768 w 7467600"/>
              <a:gd name="connsiteY146" fmla="*/ 5010056 h 6858000"/>
              <a:gd name="connsiteX147" fmla="*/ 2879408 w 7467600"/>
              <a:gd name="connsiteY147" fmla="*/ 5031590 h 6858000"/>
              <a:gd name="connsiteX148" fmla="*/ 2862295 w 7467600"/>
              <a:gd name="connsiteY148" fmla="*/ 5022958 h 6858000"/>
              <a:gd name="connsiteX149" fmla="*/ 2813343 w 7467600"/>
              <a:gd name="connsiteY149" fmla="*/ 4998369 h 6858000"/>
              <a:gd name="connsiteX150" fmla="*/ 2646245 w 7467600"/>
              <a:gd name="connsiteY150" fmla="*/ 4930999 h 6858000"/>
              <a:gd name="connsiteX151" fmla="*/ 1999243 w 7467600"/>
              <a:gd name="connsiteY151" fmla="*/ 4730524 h 6858000"/>
              <a:gd name="connsiteX152" fmla="*/ 1979527 w 7467600"/>
              <a:gd name="connsiteY152" fmla="*/ 4726651 h 6858000"/>
              <a:gd name="connsiteX153" fmla="*/ 1927410 w 7467600"/>
              <a:gd name="connsiteY153" fmla="*/ 4716164 h 6858000"/>
              <a:gd name="connsiteX154" fmla="*/ 1997014 w 7467600"/>
              <a:gd name="connsiteY154" fmla="*/ 4698007 h 6858000"/>
              <a:gd name="connsiteX155" fmla="*/ 2005458 w 7467600"/>
              <a:gd name="connsiteY155" fmla="*/ 4699540 h 6858000"/>
              <a:gd name="connsiteX156" fmla="*/ 2657186 w 7467600"/>
              <a:gd name="connsiteY156" fmla="*/ 4901687 h 6858000"/>
              <a:gd name="connsiteX157" fmla="*/ 2826662 w 7467600"/>
              <a:gd name="connsiteY157" fmla="*/ 4970362 h 6858000"/>
              <a:gd name="connsiteX158" fmla="*/ 2876100 w 7467600"/>
              <a:gd name="connsiteY158" fmla="*/ 4995397 h 6858000"/>
              <a:gd name="connsiteX159" fmla="*/ 3042600 w 7467600"/>
              <a:gd name="connsiteY159" fmla="*/ 5059532 h 6858000"/>
              <a:gd name="connsiteX160" fmla="*/ 1997014 w 7467600"/>
              <a:gd name="connsiteY160" fmla="*/ 4698007 h 6858000"/>
              <a:gd name="connsiteX161" fmla="*/ 2305292 w 7467600"/>
              <a:gd name="connsiteY161" fmla="*/ 4219492 h 6858000"/>
              <a:gd name="connsiteX162" fmla="*/ 3360922 w 7467600"/>
              <a:gd name="connsiteY162" fmla="*/ 4529373 h 6858000"/>
              <a:gd name="connsiteX163" fmla="*/ 3492420 w 7467600"/>
              <a:gd name="connsiteY163" fmla="*/ 4510145 h 6858000"/>
              <a:gd name="connsiteX164" fmla="*/ 3364086 w 7467600"/>
              <a:gd name="connsiteY164" fmla="*/ 4480340 h 6858000"/>
              <a:gd name="connsiteX165" fmla="*/ 3225818 w 7467600"/>
              <a:gd name="connsiteY165" fmla="*/ 4411822 h 6858000"/>
              <a:gd name="connsiteX166" fmla="*/ 3129696 w 7467600"/>
              <a:gd name="connsiteY166" fmla="*/ 4360704 h 6858000"/>
              <a:gd name="connsiteX167" fmla="*/ 2814545 w 7467600"/>
              <a:gd name="connsiteY167" fmla="*/ 4282955 h 6858000"/>
              <a:gd name="connsiteX168" fmla="*/ 2305292 w 7467600"/>
              <a:gd name="connsiteY168" fmla="*/ 4219492 h 6858000"/>
              <a:gd name="connsiteX169" fmla="*/ 2626982 w 7467600"/>
              <a:gd name="connsiteY169" fmla="*/ 4206450 h 6858000"/>
              <a:gd name="connsiteX170" fmla="*/ 2490617 w 7467600"/>
              <a:gd name="connsiteY170" fmla="*/ 4206951 h 6858000"/>
              <a:gd name="connsiteX171" fmla="*/ 2819869 w 7467600"/>
              <a:gd name="connsiteY171" fmla="*/ 4252936 h 6858000"/>
              <a:gd name="connsiteX172" fmla="*/ 3143018 w 7467600"/>
              <a:gd name="connsiteY172" fmla="*/ 4332698 h 6858000"/>
              <a:gd name="connsiteX173" fmla="*/ 3241520 w 7467600"/>
              <a:gd name="connsiteY173" fmla="*/ 4385112 h 6858000"/>
              <a:gd name="connsiteX174" fmla="*/ 3374575 w 7467600"/>
              <a:gd name="connsiteY174" fmla="*/ 4451517 h 6858000"/>
              <a:gd name="connsiteX175" fmla="*/ 3505221 w 7467600"/>
              <a:gd name="connsiteY175" fmla="*/ 4480757 h 6858000"/>
              <a:gd name="connsiteX176" fmla="*/ 2626982 w 7467600"/>
              <a:gd name="connsiteY176" fmla="*/ 4206450 h 6858000"/>
              <a:gd name="connsiteX177" fmla="*/ 1310106 w 7467600"/>
              <a:gd name="connsiteY177" fmla="*/ 3943217 h 6858000"/>
              <a:gd name="connsiteX178" fmla="*/ 854994 w 7467600"/>
              <a:gd name="connsiteY178" fmla="*/ 4399136 h 6858000"/>
              <a:gd name="connsiteX179" fmla="*/ 742462 w 7467600"/>
              <a:gd name="connsiteY179" fmla="*/ 4594648 h 6858000"/>
              <a:gd name="connsiteX180" fmla="*/ 820602 w 7467600"/>
              <a:gd name="connsiteY180" fmla="*/ 4485915 h 6858000"/>
              <a:gd name="connsiteX181" fmla="*/ 878295 w 7467600"/>
              <a:gd name="connsiteY181" fmla="*/ 4403594 h 6858000"/>
              <a:gd name="connsiteX182" fmla="*/ 1240607 w 7467600"/>
              <a:gd name="connsiteY182" fmla="*/ 4010401 h 6858000"/>
              <a:gd name="connsiteX183" fmla="*/ 1310106 w 7467600"/>
              <a:gd name="connsiteY183" fmla="*/ 3943217 h 6858000"/>
              <a:gd name="connsiteX184" fmla="*/ 1423113 w 7467600"/>
              <a:gd name="connsiteY184" fmla="*/ 3874565 h 6858000"/>
              <a:gd name="connsiteX185" fmla="*/ 1260565 w 7467600"/>
              <a:gd name="connsiteY185" fmla="*/ 4031982 h 6858000"/>
              <a:gd name="connsiteX186" fmla="*/ 901900 w 7467600"/>
              <a:gd name="connsiteY186" fmla="*/ 4421236 h 6858000"/>
              <a:gd name="connsiteX187" fmla="*/ 845044 w 7467600"/>
              <a:gd name="connsiteY187" fmla="*/ 4502436 h 6858000"/>
              <a:gd name="connsiteX188" fmla="*/ 685926 w 7467600"/>
              <a:gd name="connsiteY188" fmla="*/ 4703069 h 6858000"/>
              <a:gd name="connsiteX189" fmla="*/ 684248 w 7467600"/>
              <a:gd name="connsiteY189" fmla="*/ 4706721 h 6858000"/>
              <a:gd name="connsiteX190" fmla="*/ 1423113 w 7467600"/>
              <a:gd name="connsiteY190" fmla="*/ 3874565 h 6858000"/>
              <a:gd name="connsiteX191" fmla="*/ 3316479 w 7467600"/>
              <a:gd name="connsiteY191" fmla="*/ 3872136 h 6858000"/>
              <a:gd name="connsiteX192" fmla="*/ 3546806 w 7467600"/>
              <a:gd name="connsiteY192" fmla="*/ 4356139 h 6858000"/>
              <a:gd name="connsiteX193" fmla="*/ 3364433 w 7467600"/>
              <a:gd name="connsiteY193" fmla="*/ 3953121 h 6858000"/>
              <a:gd name="connsiteX194" fmla="*/ 3316479 w 7467600"/>
              <a:gd name="connsiteY194" fmla="*/ 3872136 h 6858000"/>
              <a:gd name="connsiteX195" fmla="*/ 3291335 w 7467600"/>
              <a:gd name="connsiteY195" fmla="*/ 3767420 h 6858000"/>
              <a:gd name="connsiteX196" fmla="*/ 3390805 w 7467600"/>
              <a:gd name="connsiteY196" fmla="*/ 3937163 h 6858000"/>
              <a:gd name="connsiteX197" fmla="*/ 3579062 w 7467600"/>
              <a:gd name="connsiteY197" fmla="*/ 4359040 h 6858000"/>
              <a:gd name="connsiteX198" fmla="*/ 3467355 w 7467600"/>
              <a:gd name="connsiteY198" fmla="*/ 3988130 h 6858000"/>
              <a:gd name="connsiteX199" fmla="*/ 3310753 w 7467600"/>
              <a:gd name="connsiteY199" fmla="*/ 3787140 h 6858000"/>
              <a:gd name="connsiteX200" fmla="*/ 3291335 w 7467600"/>
              <a:gd name="connsiteY200" fmla="*/ 3767420 h 6858000"/>
              <a:gd name="connsiteX201" fmla="*/ 1635889 w 7467600"/>
              <a:gd name="connsiteY201" fmla="*/ 3709494 h 6858000"/>
              <a:gd name="connsiteX202" fmla="*/ 1634800 w 7467600"/>
              <a:gd name="connsiteY202" fmla="*/ 3731111 h 6858000"/>
              <a:gd name="connsiteX203" fmla="*/ 1635889 w 7467600"/>
              <a:gd name="connsiteY203" fmla="*/ 3709494 h 6858000"/>
              <a:gd name="connsiteX204" fmla="*/ 1510397 w 7467600"/>
              <a:gd name="connsiteY204" fmla="*/ 3684705 h 6858000"/>
              <a:gd name="connsiteX205" fmla="*/ 1146550 w 7467600"/>
              <a:gd name="connsiteY205" fmla="*/ 3802012 h 6858000"/>
              <a:gd name="connsiteX206" fmla="*/ 698834 w 7467600"/>
              <a:gd name="connsiteY206" fmla="*/ 3952272 h 6858000"/>
              <a:gd name="connsiteX207" fmla="*/ 34256 w 7467600"/>
              <a:gd name="connsiteY207" fmla="*/ 4347603 h 6858000"/>
              <a:gd name="connsiteX208" fmla="*/ 527241 w 7467600"/>
              <a:gd name="connsiteY208" fmla="*/ 4065078 h 6858000"/>
              <a:gd name="connsiteX209" fmla="*/ 1510397 w 7467600"/>
              <a:gd name="connsiteY209" fmla="*/ 3684705 h 6858000"/>
              <a:gd name="connsiteX210" fmla="*/ 1313114 w 7467600"/>
              <a:gd name="connsiteY210" fmla="*/ 3655216 h 6858000"/>
              <a:gd name="connsiteX211" fmla="*/ 1109304 w 7467600"/>
              <a:gd name="connsiteY211" fmla="*/ 3669030 h 6858000"/>
              <a:gd name="connsiteX212" fmla="*/ 8129 w 7467600"/>
              <a:gd name="connsiteY212" fmla="*/ 4330519 h 6858000"/>
              <a:gd name="connsiteX213" fmla="*/ 687572 w 7467600"/>
              <a:gd name="connsiteY213" fmla="*/ 3925629 h 6858000"/>
              <a:gd name="connsiteX214" fmla="*/ 1138365 w 7467600"/>
              <a:gd name="connsiteY214" fmla="*/ 3774515 h 6858000"/>
              <a:gd name="connsiteX215" fmla="*/ 1505579 w 7467600"/>
              <a:gd name="connsiteY215" fmla="*/ 3655526 h 6858000"/>
              <a:gd name="connsiteX216" fmla="*/ 1313114 w 7467600"/>
              <a:gd name="connsiteY216" fmla="*/ 3655216 h 6858000"/>
              <a:gd name="connsiteX217" fmla="*/ 3655073 w 7467600"/>
              <a:gd name="connsiteY217" fmla="*/ 3650884 h 6858000"/>
              <a:gd name="connsiteX218" fmla="*/ 3989938 w 7467600"/>
              <a:gd name="connsiteY218" fmla="*/ 3991685 h 6858000"/>
              <a:gd name="connsiteX219" fmla="*/ 4393907 w 7467600"/>
              <a:gd name="connsiteY219" fmla="*/ 4261258 h 6858000"/>
              <a:gd name="connsiteX220" fmla="*/ 4648051 w 7467600"/>
              <a:gd name="connsiteY220" fmla="*/ 4374051 h 6858000"/>
              <a:gd name="connsiteX221" fmla="*/ 4383389 w 7467600"/>
              <a:gd name="connsiteY221" fmla="*/ 4184369 h 6858000"/>
              <a:gd name="connsiteX222" fmla="*/ 4165508 w 7467600"/>
              <a:gd name="connsiteY222" fmla="*/ 4035196 h 6858000"/>
              <a:gd name="connsiteX223" fmla="*/ 4068162 w 7467600"/>
              <a:gd name="connsiteY223" fmla="*/ 3953394 h 6858000"/>
              <a:gd name="connsiteX224" fmla="*/ 3981416 w 7467600"/>
              <a:gd name="connsiteY224" fmla="*/ 3880482 h 6858000"/>
              <a:gd name="connsiteX225" fmla="*/ 3800147 w 7467600"/>
              <a:gd name="connsiteY225" fmla="*/ 3749872 h 6858000"/>
              <a:gd name="connsiteX226" fmla="*/ 3655073 w 7467600"/>
              <a:gd name="connsiteY226" fmla="*/ 3650884 h 6858000"/>
              <a:gd name="connsiteX227" fmla="*/ 3670252 w 7467600"/>
              <a:gd name="connsiteY227" fmla="*/ 3622798 h 6858000"/>
              <a:gd name="connsiteX228" fmla="*/ 3817258 w 7467600"/>
              <a:gd name="connsiteY228" fmla="*/ 3723577 h 6858000"/>
              <a:gd name="connsiteX229" fmla="*/ 4000461 w 7467600"/>
              <a:gd name="connsiteY229" fmla="*/ 3855966 h 6858000"/>
              <a:gd name="connsiteX230" fmla="*/ 4088180 w 7467600"/>
              <a:gd name="connsiteY230" fmla="*/ 3929774 h 6858000"/>
              <a:gd name="connsiteX231" fmla="*/ 4184555 w 7467600"/>
              <a:gd name="connsiteY231" fmla="*/ 4010683 h 6858000"/>
              <a:gd name="connsiteX232" fmla="*/ 4399563 w 7467600"/>
              <a:gd name="connsiteY232" fmla="*/ 4158106 h 6858000"/>
              <a:gd name="connsiteX233" fmla="*/ 4684469 w 7467600"/>
              <a:gd name="connsiteY233" fmla="*/ 4364680 h 6858000"/>
              <a:gd name="connsiteX234" fmla="*/ 4690271 w 7467600"/>
              <a:gd name="connsiteY234" fmla="*/ 4370034 h 6858000"/>
              <a:gd name="connsiteX235" fmla="*/ 4136093 w 7467600"/>
              <a:gd name="connsiteY235" fmla="*/ 3858466 h 6858000"/>
              <a:gd name="connsiteX236" fmla="*/ 3670252 w 7467600"/>
              <a:gd name="connsiteY236" fmla="*/ 3622798 h 6858000"/>
              <a:gd name="connsiteX237" fmla="*/ 4440129 w 7467600"/>
              <a:gd name="connsiteY237" fmla="*/ 3448571 h 6858000"/>
              <a:gd name="connsiteX238" fmla="*/ 4856525 w 7467600"/>
              <a:gd name="connsiteY238" fmla="*/ 3915351 h 6858000"/>
              <a:gd name="connsiteX239" fmla="*/ 5059055 w 7467600"/>
              <a:gd name="connsiteY239" fmla="*/ 4108918 h 6858000"/>
              <a:gd name="connsiteX240" fmla="*/ 5290070 w 7467600"/>
              <a:gd name="connsiteY240" fmla="*/ 4263619 h 6858000"/>
              <a:gd name="connsiteX241" fmla="*/ 4834991 w 7467600"/>
              <a:gd name="connsiteY241" fmla="*/ 3830985 h 6858000"/>
              <a:gd name="connsiteX242" fmla="*/ 4440129 w 7467600"/>
              <a:gd name="connsiteY242" fmla="*/ 3448571 h 6858000"/>
              <a:gd name="connsiteX243" fmla="*/ 4441737 w 7467600"/>
              <a:gd name="connsiteY243" fmla="*/ 3399734 h 6858000"/>
              <a:gd name="connsiteX244" fmla="*/ 4431236 w 7467600"/>
              <a:gd name="connsiteY244" fmla="*/ 3400954 h 6858000"/>
              <a:gd name="connsiteX245" fmla="*/ 4557150 w 7467600"/>
              <a:gd name="connsiteY245" fmla="*/ 3510023 h 6858000"/>
              <a:gd name="connsiteX246" fmla="*/ 4856936 w 7467600"/>
              <a:gd name="connsiteY246" fmla="*/ 3809146 h 6858000"/>
              <a:gd name="connsiteX247" fmla="*/ 5111996 w 7467600"/>
              <a:gd name="connsiteY247" fmla="*/ 4065759 h 6858000"/>
              <a:gd name="connsiteX248" fmla="*/ 5388878 w 7467600"/>
              <a:gd name="connsiteY248" fmla="*/ 4300185 h 6858000"/>
              <a:gd name="connsiteX249" fmla="*/ 5425556 w 7467600"/>
              <a:gd name="connsiteY249" fmla="*/ 4308967 h 6858000"/>
              <a:gd name="connsiteX250" fmla="*/ 4943646 w 7467600"/>
              <a:gd name="connsiteY250" fmla="*/ 3822916 h 6858000"/>
              <a:gd name="connsiteX251" fmla="*/ 4594837 w 7467600"/>
              <a:gd name="connsiteY251" fmla="*/ 3532274 h 6858000"/>
              <a:gd name="connsiteX252" fmla="*/ 4441737 w 7467600"/>
              <a:gd name="connsiteY252" fmla="*/ 3399734 h 6858000"/>
              <a:gd name="connsiteX253" fmla="*/ 5425834 w 7467600"/>
              <a:gd name="connsiteY253" fmla="*/ 3162785 h 6858000"/>
              <a:gd name="connsiteX254" fmla="*/ 5401644 w 7467600"/>
              <a:gd name="connsiteY254" fmla="*/ 3617847 h 6858000"/>
              <a:gd name="connsiteX255" fmla="*/ 5467256 w 7467600"/>
              <a:gd name="connsiteY255" fmla="*/ 4175494 h 6858000"/>
              <a:gd name="connsiteX256" fmla="*/ 5448069 w 7467600"/>
              <a:gd name="connsiteY256" fmla="*/ 3567554 h 6858000"/>
              <a:gd name="connsiteX257" fmla="*/ 5425834 w 7467600"/>
              <a:gd name="connsiteY257" fmla="*/ 3162785 h 6858000"/>
              <a:gd name="connsiteX258" fmla="*/ 1318687 w 7467600"/>
              <a:gd name="connsiteY258" fmla="*/ 3113840 h 6858000"/>
              <a:gd name="connsiteX259" fmla="*/ 1066793 w 7467600"/>
              <a:gd name="connsiteY259" fmla="*/ 3212171 h 6858000"/>
              <a:gd name="connsiteX260" fmla="*/ 993319 w 7467600"/>
              <a:gd name="connsiteY260" fmla="*/ 3247648 h 6858000"/>
              <a:gd name="connsiteX261" fmla="*/ 853081 w 7467600"/>
              <a:gd name="connsiteY261" fmla="*/ 3312410 h 6858000"/>
              <a:gd name="connsiteX262" fmla="*/ 805957 w 7467600"/>
              <a:gd name="connsiteY262" fmla="*/ 3330443 h 6858000"/>
              <a:gd name="connsiteX263" fmla="*/ 1318687 w 7467600"/>
              <a:gd name="connsiteY263" fmla="*/ 3113840 h 6858000"/>
              <a:gd name="connsiteX264" fmla="*/ 5453702 w 7467600"/>
              <a:gd name="connsiteY264" fmla="*/ 3090882 h 6858000"/>
              <a:gd name="connsiteX265" fmla="*/ 5480135 w 7467600"/>
              <a:gd name="connsiteY265" fmla="*/ 3565802 h 6858000"/>
              <a:gd name="connsiteX266" fmla="*/ 5499023 w 7467600"/>
              <a:gd name="connsiteY266" fmla="*/ 4166310 h 6858000"/>
              <a:gd name="connsiteX267" fmla="*/ 5547022 w 7467600"/>
              <a:gd name="connsiteY267" fmla="*/ 3607838 h 6858000"/>
              <a:gd name="connsiteX268" fmla="*/ 5515964 w 7467600"/>
              <a:gd name="connsiteY268" fmla="*/ 3378541 h 6858000"/>
              <a:gd name="connsiteX269" fmla="*/ 5453702 w 7467600"/>
              <a:gd name="connsiteY269" fmla="*/ 3090882 h 6858000"/>
              <a:gd name="connsiteX270" fmla="*/ 1238695 w 7467600"/>
              <a:gd name="connsiteY270" fmla="*/ 3076820 h 6858000"/>
              <a:gd name="connsiteX271" fmla="*/ 716371 w 7467600"/>
              <a:gd name="connsiteY271" fmla="*/ 3293249 h 6858000"/>
              <a:gd name="connsiteX272" fmla="*/ 579522 w 7467600"/>
              <a:gd name="connsiteY272" fmla="*/ 3371759 h 6858000"/>
              <a:gd name="connsiteX273" fmla="*/ 600288 w 7467600"/>
              <a:gd name="connsiteY273" fmla="*/ 3365555 h 6858000"/>
              <a:gd name="connsiteX274" fmla="*/ 840692 w 7467600"/>
              <a:gd name="connsiteY274" fmla="*/ 3284921 h 6858000"/>
              <a:gd name="connsiteX275" fmla="*/ 979248 w 7467600"/>
              <a:gd name="connsiteY275" fmla="*/ 3221003 h 6858000"/>
              <a:gd name="connsiteX276" fmla="*/ 1053282 w 7467600"/>
              <a:gd name="connsiteY276" fmla="*/ 3185247 h 6858000"/>
              <a:gd name="connsiteX277" fmla="*/ 1320603 w 7467600"/>
              <a:gd name="connsiteY277" fmla="*/ 3081281 h 6858000"/>
              <a:gd name="connsiteX278" fmla="*/ 1238695 w 7467600"/>
              <a:gd name="connsiteY278" fmla="*/ 3076820 h 6858000"/>
              <a:gd name="connsiteX279" fmla="*/ 5425627 w 7467600"/>
              <a:gd name="connsiteY279" fmla="*/ 2954192 h 6858000"/>
              <a:gd name="connsiteX280" fmla="*/ 5470770 w 7467600"/>
              <a:gd name="connsiteY280" fmla="*/ 3005435 h 6858000"/>
              <a:gd name="connsiteX281" fmla="*/ 5519779 w 7467600"/>
              <a:gd name="connsiteY281" fmla="*/ 4359223 h 6858000"/>
              <a:gd name="connsiteX282" fmla="*/ 5520293 w 7467600"/>
              <a:gd name="connsiteY282" fmla="*/ 4360602 h 6858000"/>
              <a:gd name="connsiteX283" fmla="*/ 5767221 w 7467600"/>
              <a:gd name="connsiteY283" fmla="*/ 4665564 h 6858000"/>
              <a:gd name="connsiteX284" fmla="*/ 6937169 w 7467600"/>
              <a:gd name="connsiteY284" fmla="*/ 4815941 h 6858000"/>
              <a:gd name="connsiteX285" fmla="*/ 6953922 w 7467600"/>
              <a:gd name="connsiteY285" fmla="*/ 4890068 h 6858000"/>
              <a:gd name="connsiteX286" fmla="*/ 6071359 w 7467600"/>
              <a:gd name="connsiteY286" fmla="*/ 4770770 h 6858000"/>
              <a:gd name="connsiteX287" fmla="*/ 6038839 w 7467600"/>
              <a:gd name="connsiteY287" fmla="*/ 4764474 h 6858000"/>
              <a:gd name="connsiteX288" fmla="*/ 6038706 w 7467600"/>
              <a:gd name="connsiteY288" fmla="*/ 4763847 h 6858000"/>
              <a:gd name="connsiteX289" fmla="*/ 6037784 w 7467600"/>
              <a:gd name="connsiteY289" fmla="*/ 4764270 h 6858000"/>
              <a:gd name="connsiteX290" fmla="*/ 6038839 w 7467600"/>
              <a:gd name="connsiteY290" fmla="*/ 4764474 h 6858000"/>
              <a:gd name="connsiteX291" fmla="*/ 6040338 w 7467600"/>
              <a:gd name="connsiteY291" fmla="*/ 4771418 h 6858000"/>
              <a:gd name="connsiteX292" fmla="*/ 6024488 w 7467600"/>
              <a:gd name="connsiteY292" fmla="*/ 4809903 h 6858000"/>
              <a:gd name="connsiteX293" fmla="*/ 5599771 w 7467600"/>
              <a:gd name="connsiteY293" fmla="*/ 5509652 h 6858000"/>
              <a:gd name="connsiteX294" fmla="*/ 5548843 w 7467600"/>
              <a:gd name="connsiteY294" fmla="*/ 5563845 h 6858000"/>
              <a:gd name="connsiteX295" fmla="*/ 5940952 w 7467600"/>
              <a:gd name="connsiteY295" fmla="*/ 6250028 h 6858000"/>
              <a:gd name="connsiteX296" fmla="*/ 6043441 w 7467600"/>
              <a:gd name="connsiteY296" fmla="*/ 6665847 h 6858000"/>
              <a:gd name="connsiteX297" fmla="*/ 6093432 w 7467600"/>
              <a:gd name="connsiteY297" fmla="*/ 6858000 h 6858000"/>
              <a:gd name="connsiteX298" fmla="*/ 6034344 w 7467600"/>
              <a:gd name="connsiteY298" fmla="*/ 6858000 h 6858000"/>
              <a:gd name="connsiteX299" fmla="*/ 6026679 w 7467600"/>
              <a:gd name="connsiteY299" fmla="*/ 6836959 h 6858000"/>
              <a:gd name="connsiteX300" fmla="*/ 5800441 w 7467600"/>
              <a:gd name="connsiteY300" fmla="*/ 6335286 h 6858000"/>
              <a:gd name="connsiteX301" fmla="*/ 5526562 w 7467600"/>
              <a:gd name="connsiteY301" fmla="*/ 5705388 h 6858000"/>
              <a:gd name="connsiteX302" fmla="*/ 5519640 w 7467600"/>
              <a:gd name="connsiteY302" fmla="*/ 5683774 h 6858000"/>
              <a:gd name="connsiteX303" fmla="*/ 5844559 w 7467600"/>
              <a:gd name="connsiteY303" fmla="*/ 6553349 h 6858000"/>
              <a:gd name="connsiteX304" fmla="*/ 5975994 w 7467600"/>
              <a:gd name="connsiteY304" fmla="*/ 6858000 h 6858000"/>
              <a:gd name="connsiteX305" fmla="*/ 5898547 w 7467600"/>
              <a:gd name="connsiteY305" fmla="*/ 6858000 h 6858000"/>
              <a:gd name="connsiteX306" fmla="*/ 5682041 w 7467600"/>
              <a:gd name="connsiteY306" fmla="*/ 6355860 h 6858000"/>
              <a:gd name="connsiteX307" fmla="*/ 5461758 w 7467600"/>
              <a:gd name="connsiteY307" fmla="*/ 5820220 h 6858000"/>
              <a:gd name="connsiteX308" fmla="*/ 5237282 w 7467600"/>
              <a:gd name="connsiteY308" fmla="*/ 6579086 h 6858000"/>
              <a:gd name="connsiteX309" fmla="*/ 5115009 w 7467600"/>
              <a:gd name="connsiteY309" fmla="*/ 6858000 h 6858000"/>
              <a:gd name="connsiteX310" fmla="*/ 5028074 w 7467600"/>
              <a:gd name="connsiteY310" fmla="*/ 6858000 h 6858000"/>
              <a:gd name="connsiteX311" fmla="*/ 5079508 w 7467600"/>
              <a:gd name="connsiteY311" fmla="*/ 6749074 h 6858000"/>
              <a:gd name="connsiteX312" fmla="*/ 5371846 w 7467600"/>
              <a:gd name="connsiteY312" fmla="*/ 5924413 h 6858000"/>
              <a:gd name="connsiteX313" fmla="*/ 5270512 w 7467600"/>
              <a:gd name="connsiteY313" fmla="*/ 6138975 h 6858000"/>
              <a:gd name="connsiteX314" fmla="*/ 5062409 w 7467600"/>
              <a:gd name="connsiteY314" fmla="*/ 6653544 h 6858000"/>
              <a:gd name="connsiteX315" fmla="*/ 5036628 w 7467600"/>
              <a:gd name="connsiteY315" fmla="*/ 6754247 h 6858000"/>
              <a:gd name="connsiteX316" fmla="*/ 5009112 w 7467600"/>
              <a:gd name="connsiteY316" fmla="*/ 6858000 h 6858000"/>
              <a:gd name="connsiteX317" fmla="*/ 4976679 w 7467600"/>
              <a:gd name="connsiteY317" fmla="*/ 6858000 h 6858000"/>
              <a:gd name="connsiteX318" fmla="*/ 5006537 w 7467600"/>
              <a:gd name="connsiteY318" fmla="*/ 6747068 h 6858000"/>
              <a:gd name="connsiteX319" fmla="*/ 5032723 w 7467600"/>
              <a:gd name="connsiteY319" fmla="*/ 6644957 h 6858000"/>
              <a:gd name="connsiteX320" fmla="*/ 5242949 w 7467600"/>
              <a:gd name="connsiteY320" fmla="*/ 6125175 h 6858000"/>
              <a:gd name="connsiteX321" fmla="*/ 5286321 w 7467600"/>
              <a:gd name="connsiteY321" fmla="*/ 6033555 h 6858000"/>
              <a:gd name="connsiteX322" fmla="*/ 5008210 w 7467600"/>
              <a:gd name="connsiteY322" fmla="*/ 6649194 h 6858000"/>
              <a:gd name="connsiteX323" fmla="*/ 4986321 w 7467600"/>
              <a:gd name="connsiteY323" fmla="*/ 6765687 h 6858000"/>
              <a:gd name="connsiteX324" fmla="*/ 4973474 w 7467600"/>
              <a:gd name="connsiteY324" fmla="*/ 6858000 h 6858000"/>
              <a:gd name="connsiteX325" fmla="*/ 4907178 w 7467600"/>
              <a:gd name="connsiteY325" fmla="*/ 6858000 h 6858000"/>
              <a:gd name="connsiteX326" fmla="*/ 4910810 w 7467600"/>
              <a:gd name="connsiteY326" fmla="*/ 6829660 h 6858000"/>
              <a:gd name="connsiteX327" fmla="*/ 4987461 w 7467600"/>
              <a:gd name="connsiteY327" fmla="*/ 6432994 h 6858000"/>
              <a:gd name="connsiteX328" fmla="*/ 5179262 w 7467600"/>
              <a:gd name="connsiteY328" fmla="*/ 6035044 h 6858000"/>
              <a:gd name="connsiteX329" fmla="*/ 4689678 w 7467600"/>
              <a:gd name="connsiteY329" fmla="*/ 6440241 h 6858000"/>
              <a:gd name="connsiteX330" fmla="*/ 4477543 w 7467600"/>
              <a:gd name="connsiteY330" fmla="*/ 6674836 h 6858000"/>
              <a:gd name="connsiteX331" fmla="*/ 4329957 w 7467600"/>
              <a:gd name="connsiteY331" fmla="*/ 6858000 h 6858000"/>
              <a:gd name="connsiteX332" fmla="*/ 4218595 w 7467600"/>
              <a:gd name="connsiteY332" fmla="*/ 6858000 h 6858000"/>
              <a:gd name="connsiteX333" fmla="*/ 4368888 w 7467600"/>
              <a:gd name="connsiteY333" fmla="*/ 6668412 h 6858000"/>
              <a:gd name="connsiteX334" fmla="*/ 4563091 w 7467600"/>
              <a:gd name="connsiteY334" fmla="*/ 6442508 h 6858000"/>
              <a:gd name="connsiteX335" fmla="*/ 5387324 w 7467600"/>
              <a:gd name="connsiteY335" fmla="*/ 5705830 h 6858000"/>
              <a:gd name="connsiteX336" fmla="*/ 5073620 w 7467600"/>
              <a:gd name="connsiteY336" fmla="*/ 5955437 h 6858000"/>
              <a:gd name="connsiteX337" fmla="*/ 4689789 w 7467600"/>
              <a:gd name="connsiteY337" fmla="*/ 6268382 h 6858000"/>
              <a:gd name="connsiteX338" fmla="*/ 4418722 w 7467600"/>
              <a:gd name="connsiteY338" fmla="*/ 6570886 h 6858000"/>
              <a:gd name="connsiteX339" fmla="*/ 4214944 w 7467600"/>
              <a:gd name="connsiteY339" fmla="*/ 6858000 h 6858000"/>
              <a:gd name="connsiteX340" fmla="*/ 4177898 w 7467600"/>
              <a:gd name="connsiteY340" fmla="*/ 6858000 h 6858000"/>
              <a:gd name="connsiteX341" fmla="*/ 4391597 w 7467600"/>
              <a:gd name="connsiteY341" fmla="*/ 6556370 h 6858000"/>
              <a:gd name="connsiteX342" fmla="*/ 4668889 w 7467600"/>
              <a:gd name="connsiteY342" fmla="*/ 6246399 h 6858000"/>
              <a:gd name="connsiteX343" fmla="*/ 5055427 w 7467600"/>
              <a:gd name="connsiteY343" fmla="*/ 5931476 h 6858000"/>
              <a:gd name="connsiteX344" fmla="*/ 5371814 w 7467600"/>
              <a:gd name="connsiteY344" fmla="*/ 5678975 h 6858000"/>
              <a:gd name="connsiteX345" fmla="*/ 4987918 w 7467600"/>
              <a:gd name="connsiteY345" fmla="*/ 5838701 h 6858000"/>
              <a:gd name="connsiteX346" fmla="*/ 4317146 w 7467600"/>
              <a:gd name="connsiteY346" fmla="*/ 6587716 h 6858000"/>
              <a:gd name="connsiteX347" fmla="*/ 4171627 w 7467600"/>
              <a:gd name="connsiteY347" fmla="*/ 6858000 h 6858000"/>
              <a:gd name="connsiteX348" fmla="*/ 4081585 w 7467600"/>
              <a:gd name="connsiteY348" fmla="*/ 6858000 h 6858000"/>
              <a:gd name="connsiteX349" fmla="*/ 4238603 w 7467600"/>
              <a:gd name="connsiteY349" fmla="*/ 6559341 h 6858000"/>
              <a:gd name="connsiteX350" fmla="*/ 4778333 w 7467600"/>
              <a:gd name="connsiteY350" fmla="*/ 5873626 h 6858000"/>
              <a:gd name="connsiteX351" fmla="*/ 5414185 w 7467600"/>
              <a:gd name="connsiteY351" fmla="*/ 5573882 h 6858000"/>
              <a:gd name="connsiteX352" fmla="*/ 5959648 w 7467600"/>
              <a:gd name="connsiteY352" fmla="*/ 4760797 h 6858000"/>
              <a:gd name="connsiteX353" fmla="*/ 5355019 w 7467600"/>
              <a:gd name="connsiteY353" fmla="*/ 4734672 h 6858000"/>
              <a:gd name="connsiteX354" fmla="*/ 5083565 w 7467600"/>
              <a:gd name="connsiteY354" fmla="*/ 5179121 h 6858000"/>
              <a:gd name="connsiteX355" fmla="*/ 4713577 w 7467600"/>
              <a:gd name="connsiteY355" fmla="*/ 5616803 h 6858000"/>
              <a:gd name="connsiteX356" fmla="*/ 3989559 w 7467600"/>
              <a:gd name="connsiteY356" fmla="*/ 6145945 h 6858000"/>
              <a:gd name="connsiteX357" fmla="*/ 3939824 w 7467600"/>
              <a:gd name="connsiteY357" fmla="*/ 6066900 h 6858000"/>
              <a:gd name="connsiteX358" fmla="*/ 4584537 w 7467600"/>
              <a:gd name="connsiteY358" fmla="*/ 5324826 h 6858000"/>
              <a:gd name="connsiteX359" fmla="*/ 5037105 w 7467600"/>
              <a:gd name="connsiteY359" fmla="*/ 5088765 h 6858000"/>
              <a:gd name="connsiteX360" fmla="*/ 5039930 w 7467600"/>
              <a:gd name="connsiteY360" fmla="*/ 5089585 h 6858000"/>
              <a:gd name="connsiteX361" fmla="*/ 5263764 w 7467600"/>
              <a:gd name="connsiteY361" fmla="*/ 4735525 h 6858000"/>
              <a:gd name="connsiteX362" fmla="*/ 4086300 w 7467600"/>
              <a:gd name="connsiteY362" fmla="*/ 4884599 h 6858000"/>
              <a:gd name="connsiteX363" fmla="*/ 4085485 w 7467600"/>
              <a:gd name="connsiteY363" fmla="*/ 4899070 h 6858000"/>
              <a:gd name="connsiteX364" fmla="*/ 3871915 w 7467600"/>
              <a:gd name="connsiteY364" fmla="*/ 5253645 h 6858000"/>
              <a:gd name="connsiteX365" fmla="*/ 3799374 w 7467600"/>
              <a:gd name="connsiteY365" fmla="*/ 5466127 h 6858000"/>
              <a:gd name="connsiteX366" fmla="*/ 3498850 w 7467600"/>
              <a:gd name="connsiteY366" fmla="*/ 6661888 h 6858000"/>
              <a:gd name="connsiteX367" fmla="*/ 3399216 w 7467600"/>
              <a:gd name="connsiteY367" fmla="*/ 6858000 h 6858000"/>
              <a:gd name="connsiteX368" fmla="*/ 3303688 w 7467600"/>
              <a:gd name="connsiteY368" fmla="*/ 6858000 h 6858000"/>
              <a:gd name="connsiteX369" fmla="*/ 3391774 w 7467600"/>
              <a:gd name="connsiteY369" fmla="*/ 6697181 h 6858000"/>
              <a:gd name="connsiteX370" fmla="*/ 3735540 w 7467600"/>
              <a:gd name="connsiteY370" fmla="*/ 5546923 h 6858000"/>
              <a:gd name="connsiteX371" fmla="*/ 3729438 w 7467600"/>
              <a:gd name="connsiteY371" fmla="*/ 5569058 h 6858000"/>
              <a:gd name="connsiteX372" fmla="*/ 3707782 w 7467600"/>
              <a:gd name="connsiteY372" fmla="*/ 5644908 h 6858000"/>
              <a:gd name="connsiteX373" fmla="*/ 3583827 w 7467600"/>
              <a:gd name="connsiteY373" fmla="*/ 6039215 h 6858000"/>
              <a:gd name="connsiteX374" fmla="*/ 3547861 w 7467600"/>
              <a:gd name="connsiteY374" fmla="*/ 6129609 h 6858000"/>
              <a:gd name="connsiteX375" fmla="*/ 3490905 w 7467600"/>
              <a:gd name="connsiteY375" fmla="*/ 6277660 h 6858000"/>
              <a:gd name="connsiteX376" fmla="*/ 3455859 w 7467600"/>
              <a:gd name="connsiteY376" fmla="*/ 6391301 h 6858000"/>
              <a:gd name="connsiteX377" fmla="*/ 3429112 w 7467600"/>
              <a:gd name="connsiteY377" fmla="*/ 6479469 h 6858000"/>
              <a:gd name="connsiteX378" fmla="*/ 3304862 w 7467600"/>
              <a:gd name="connsiteY378" fmla="*/ 6796476 h 6858000"/>
              <a:gd name="connsiteX379" fmla="*/ 3276071 w 7467600"/>
              <a:gd name="connsiteY379" fmla="*/ 6858000 h 6858000"/>
              <a:gd name="connsiteX380" fmla="*/ 3240805 w 7467600"/>
              <a:gd name="connsiteY380" fmla="*/ 6858000 h 6858000"/>
              <a:gd name="connsiteX381" fmla="*/ 3275917 w 7467600"/>
              <a:gd name="connsiteY381" fmla="*/ 6783192 h 6858000"/>
              <a:gd name="connsiteX382" fmla="*/ 3399358 w 7467600"/>
              <a:gd name="connsiteY382" fmla="*/ 6469011 h 6858000"/>
              <a:gd name="connsiteX383" fmla="*/ 3425650 w 7467600"/>
              <a:gd name="connsiteY383" fmla="*/ 6381333 h 6858000"/>
              <a:gd name="connsiteX384" fmla="*/ 3460661 w 7467600"/>
              <a:gd name="connsiteY384" fmla="*/ 6266763 h 6858000"/>
              <a:gd name="connsiteX385" fmla="*/ 3518021 w 7467600"/>
              <a:gd name="connsiteY385" fmla="*/ 6117298 h 6858000"/>
              <a:gd name="connsiteX386" fmla="*/ 3554035 w 7467600"/>
              <a:gd name="connsiteY386" fmla="*/ 6027832 h 6858000"/>
              <a:gd name="connsiteX387" fmla="*/ 3677174 w 7467600"/>
              <a:gd name="connsiteY387" fmla="*/ 5636351 h 6858000"/>
              <a:gd name="connsiteX388" fmla="*/ 3698819 w 7467600"/>
              <a:gd name="connsiteY388" fmla="*/ 5560503 h 6858000"/>
              <a:gd name="connsiteX389" fmla="*/ 3702094 w 7467600"/>
              <a:gd name="connsiteY389" fmla="*/ 5549194 h 6858000"/>
              <a:gd name="connsiteX390" fmla="*/ 3398355 w 7467600"/>
              <a:gd name="connsiteY390" fmla="*/ 6094603 h 6858000"/>
              <a:gd name="connsiteX391" fmla="*/ 3193941 w 7467600"/>
              <a:gd name="connsiteY391" fmla="*/ 6798775 h 6858000"/>
              <a:gd name="connsiteX392" fmla="*/ 3184140 w 7467600"/>
              <a:gd name="connsiteY392" fmla="*/ 6858000 h 6858000"/>
              <a:gd name="connsiteX393" fmla="*/ 3099978 w 7467600"/>
              <a:gd name="connsiteY393" fmla="*/ 6858000 h 6858000"/>
              <a:gd name="connsiteX394" fmla="*/ 3101556 w 7467600"/>
              <a:gd name="connsiteY394" fmla="*/ 6843337 h 6858000"/>
              <a:gd name="connsiteX395" fmla="*/ 3370162 w 7467600"/>
              <a:gd name="connsiteY395" fmla="*/ 5785550 h 6858000"/>
              <a:gd name="connsiteX396" fmla="*/ 3746477 w 7467600"/>
              <a:gd name="connsiteY396" fmla="*/ 5377889 h 6858000"/>
              <a:gd name="connsiteX397" fmla="*/ 3863399 w 7467600"/>
              <a:gd name="connsiteY397" fmla="*/ 5087257 h 6858000"/>
              <a:gd name="connsiteX398" fmla="*/ 3968712 w 7467600"/>
              <a:gd name="connsiteY398" fmla="*/ 4913989 h 6858000"/>
              <a:gd name="connsiteX399" fmla="*/ 2792390 w 7467600"/>
              <a:gd name="connsiteY399" fmla="*/ 5382974 h 6858000"/>
              <a:gd name="connsiteX400" fmla="*/ 2714982 w 7467600"/>
              <a:gd name="connsiteY400" fmla="*/ 5427051 h 6858000"/>
              <a:gd name="connsiteX401" fmla="*/ 2813361 w 7467600"/>
              <a:gd name="connsiteY401" fmla="*/ 6023912 h 6858000"/>
              <a:gd name="connsiteX402" fmla="*/ 2688430 w 7467600"/>
              <a:gd name="connsiteY402" fmla="*/ 6801564 h 6858000"/>
              <a:gd name="connsiteX403" fmla="*/ 2629626 w 7467600"/>
              <a:gd name="connsiteY403" fmla="*/ 6763394 h 6858000"/>
              <a:gd name="connsiteX404" fmla="*/ 2565328 w 7467600"/>
              <a:gd name="connsiteY404" fmla="*/ 5516399 h 6858000"/>
              <a:gd name="connsiteX405" fmla="*/ 1922999 w 7467600"/>
              <a:gd name="connsiteY405" fmla="*/ 5980343 h 6858000"/>
              <a:gd name="connsiteX406" fmla="*/ 1950261 w 7467600"/>
              <a:gd name="connsiteY406" fmla="*/ 6405858 h 6858000"/>
              <a:gd name="connsiteX407" fmla="*/ 2365554 w 7467600"/>
              <a:gd name="connsiteY407" fmla="*/ 6759107 h 6858000"/>
              <a:gd name="connsiteX408" fmla="*/ 2424142 w 7467600"/>
              <a:gd name="connsiteY408" fmla="*/ 6858000 h 6858000"/>
              <a:gd name="connsiteX409" fmla="*/ 2395994 w 7467600"/>
              <a:gd name="connsiteY409" fmla="*/ 6858000 h 6858000"/>
              <a:gd name="connsiteX410" fmla="*/ 2392863 w 7467600"/>
              <a:gd name="connsiteY410" fmla="*/ 6852964 h 6858000"/>
              <a:gd name="connsiteX411" fmla="*/ 2017589 w 7467600"/>
              <a:gd name="connsiteY411" fmla="*/ 6493982 h 6858000"/>
              <a:gd name="connsiteX412" fmla="*/ 2147336 w 7467600"/>
              <a:gd name="connsiteY412" fmla="*/ 6594052 h 6858000"/>
              <a:gd name="connsiteX413" fmla="*/ 2207047 w 7467600"/>
              <a:gd name="connsiteY413" fmla="*/ 6654540 h 6858000"/>
              <a:gd name="connsiteX414" fmla="*/ 2299106 w 7467600"/>
              <a:gd name="connsiteY414" fmla="*/ 6778931 h 6858000"/>
              <a:gd name="connsiteX415" fmla="*/ 2314430 w 7467600"/>
              <a:gd name="connsiteY415" fmla="*/ 6801144 h 6858000"/>
              <a:gd name="connsiteX416" fmla="*/ 2352406 w 7467600"/>
              <a:gd name="connsiteY416" fmla="*/ 6858000 h 6858000"/>
              <a:gd name="connsiteX417" fmla="*/ 2314492 w 7467600"/>
              <a:gd name="connsiteY417" fmla="*/ 6858000 h 6858000"/>
              <a:gd name="connsiteX418" fmla="*/ 2288095 w 7467600"/>
              <a:gd name="connsiteY418" fmla="*/ 6818030 h 6858000"/>
              <a:gd name="connsiteX419" fmla="*/ 2272768 w 7467600"/>
              <a:gd name="connsiteY419" fmla="*/ 6795822 h 6858000"/>
              <a:gd name="connsiteX420" fmla="*/ 2182715 w 7467600"/>
              <a:gd name="connsiteY420" fmla="*/ 6675071 h 6858000"/>
              <a:gd name="connsiteX421" fmla="*/ 2032061 w 7467600"/>
              <a:gd name="connsiteY421" fmla="*/ 6541380 h 6858000"/>
              <a:gd name="connsiteX422" fmla="*/ 2257220 w 7467600"/>
              <a:gd name="connsiteY422" fmla="*/ 6826257 h 6858000"/>
              <a:gd name="connsiteX423" fmla="*/ 2281324 w 7467600"/>
              <a:gd name="connsiteY423" fmla="*/ 6858000 h 6858000"/>
              <a:gd name="connsiteX424" fmla="*/ 2242860 w 7467600"/>
              <a:gd name="connsiteY424" fmla="*/ 6858000 h 6858000"/>
              <a:gd name="connsiteX425" fmla="*/ 2232818 w 7467600"/>
              <a:gd name="connsiteY425" fmla="*/ 6844926 h 6858000"/>
              <a:gd name="connsiteX426" fmla="*/ 1990172 w 7467600"/>
              <a:gd name="connsiteY426" fmla="*/ 6542121 h 6858000"/>
              <a:gd name="connsiteX427" fmla="*/ 2124090 w 7467600"/>
              <a:gd name="connsiteY427" fmla="*/ 6761017 h 6858000"/>
              <a:gd name="connsiteX428" fmla="*/ 2200380 w 7467600"/>
              <a:gd name="connsiteY428" fmla="*/ 6858000 h 6858000"/>
              <a:gd name="connsiteX429" fmla="*/ 2147507 w 7467600"/>
              <a:gd name="connsiteY429" fmla="*/ 6858000 h 6858000"/>
              <a:gd name="connsiteX430" fmla="*/ 2070668 w 7467600"/>
              <a:gd name="connsiteY430" fmla="*/ 6761520 h 6858000"/>
              <a:gd name="connsiteX431" fmla="*/ 1975142 w 7467600"/>
              <a:gd name="connsiteY431" fmla="*/ 6585570 h 6858000"/>
              <a:gd name="connsiteX432" fmla="*/ 2050035 w 7467600"/>
              <a:gd name="connsiteY432" fmla="*/ 6813345 h 6858000"/>
              <a:gd name="connsiteX433" fmla="*/ 2063025 w 7467600"/>
              <a:gd name="connsiteY433" fmla="*/ 6858000 h 6858000"/>
              <a:gd name="connsiteX434" fmla="*/ 2021675 w 7467600"/>
              <a:gd name="connsiteY434" fmla="*/ 6858000 h 6858000"/>
              <a:gd name="connsiteX435" fmla="*/ 2019308 w 7467600"/>
              <a:gd name="connsiteY435" fmla="*/ 6847118 h 6858000"/>
              <a:gd name="connsiteX436" fmla="*/ 1938835 w 7467600"/>
              <a:gd name="connsiteY436" fmla="*/ 6551160 h 6858000"/>
              <a:gd name="connsiteX437" fmla="*/ 1953230 w 7467600"/>
              <a:gd name="connsiteY437" fmla="*/ 6759699 h 6858000"/>
              <a:gd name="connsiteX438" fmla="*/ 1956763 w 7467600"/>
              <a:gd name="connsiteY438" fmla="*/ 6778191 h 6858000"/>
              <a:gd name="connsiteX439" fmla="*/ 1967925 w 7467600"/>
              <a:gd name="connsiteY439" fmla="*/ 6858000 h 6858000"/>
              <a:gd name="connsiteX440" fmla="*/ 1936622 w 7467600"/>
              <a:gd name="connsiteY440" fmla="*/ 6858000 h 6858000"/>
              <a:gd name="connsiteX441" fmla="*/ 1926261 w 7467600"/>
              <a:gd name="connsiteY441" fmla="*/ 6784064 h 6858000"/>
              <a:gd name="connsiteX442" fmla="*/ 1922724 w 7467600"/>
              <a:gd name="connsiteY442" fmla="*/ 6765577 h 6858000"/>
              <a:gd name="connsiteX443" fmla="*/ 1904650 w 7467600"/>
              <a:gd name="connsiteY443" fmla="*/ 6639616 h 6858000"/>
              <a:gd name="connsiteX444" fmla="*/ 1885273 w 7467600"/>
              <a:gd name="connsiteY444" fmla="*/ 6858000 h 6858000"/>
              <a:gd name="connsiteX445" fmla="*/ 1854363 w 7467600"/>
              <a:gd name="connsiteY445" fmla="*/ 6858000 h 6858000"/>
              <a:gd name="connsiteX446" fmla="*/ 1880391 w 7467600"/>
              <a:gd name="connsiteY446" fmla="*/ 6603796 h 6858000"/>
              <a:gd name="connsiteX447" fmla="*/ 1818273 w 7467600"/>
              <a:gd name="connsiteY447" fmla="*/ 6715729 h 6858000"/>
              <a:gd name="connsiteX448" fmla="*/ 1794691 w 7467600"/>
              <a:gd name="connsiteY448" fmla="*/ 6843239 h 6858000"/>
              <a:gd name="connsiteX449" fmla="*/ 1794914 w 7467600"/>
              <a:gd name="connsiteY449" fmla="*/ 6858000 h 6858000"/>
              <a:gd name="connsiteX450" fmla="*/ 1746128 w 7467600"/>
              <a:gd name="connsiteY450" fmla="*/ 6858000 h 6858000"/>
              <a:gd name="connsiteX451" fmla="*/ 1753934 w 7467600"/>
              <a:gd name="connsiteY451" fmla="*/ 6724796 h 6858000"/>
              <a:gd name="connsiteX452" fmla="*/ 1792053 w 7467600"/>
              <a:gd name="connsiteY452" fmla="*/ 6572396 h 6858000"/>
              <a:gd name="connsiteX453" fmla="*/ 1862248 w 7467600"/>
              <a:gd name="connsiteY453" fmla="*/ 6266397 h 6858000"/>
              <a:gd name="connsiteX454" fmla="*/ 1862250 w 7467600"/>
              <a:gd name="connsiteY454" fmla="*/ 6033531 h 6858000"/>
              <a:gd name="connsiteX455" fmla="*/ 1211999 w 7467600"/>
              <a:gd name="connsiteY455" fmla="*/ 6683610 h 6858000"/>
              <a:gd name="connsiteX456" fmla="*/ 1213266 w 7467600"/>
              <a:gd name="connsiteY456" fmla="*/ 6691947 h 6858000"/>
              <a:gd name="connsiteX457" fmla="*/ 1203370 w 7467600"/>
              <a:gd name="connsiteY457" fmla="*/ 6850676 h 6858000"/>
              <a:gd name="connsiteX458" fmla="*/ 1203671 w 7467600"/>
              <a:gd name="connsiteY458" fmla="*/ 6858000 h 6858000"/>
              <a:gd name="connsiteX459" fmla="*/ 1143180 w 7467600"/>
              <a:gd name="connsiteY459" fmla="*/ 6858000 h 6858000"/>
              <a:gd name="connsiteX460" fmla="*/ 1142176 w 7467600"/>
              <a:gd name="connsiteY460" fmla="*/ 6766045 h 6858000"/>
              <a:gd name="connsiteX461" fmla="*/ 1067484 w 7467600"/>
              <a:gd name="connsiteY461" fmla="*/ 6858000 h 6858000"/>
              <a:gd name="connsiteX462" fmla="*/ 953928 w 7467600"/>
              <a:gd name="connsiteY462" fmla="*/ 6858000 h 6858000"/>
              <a:gd name="connsiteX463" fmla="*/ 959715 w 7467600"/>
              <a:gd name="connsiteY463" fmla="*/ 6850185 h 6858000"/>
              <a:gd name="connsiteX464" fmla="*/ 1483788 w 7467600"/>
              <a:gd name="connsiteY464" fmla="*/ 6259174 h 6858000"/>
              <a:gd name="connsiteX465" fmla="*/ 1100671 w 7467600"/>
              <a:gd name="connsiteY465" fmla="*/ 6252137 h 6858000"/>
              <a:gd name="connsiteX466" fmla="*/ 1090144 w 7467600"/>
              <a:gd name="connsiteY466" fmla="*/ 6256748 h 6858000"/>
              <a:gd name="connsiteX467" fmla="*/ 1095872 w 7467600"/>
              <a:gd name="connsiteY467" fmla="*/ 6271892 h 6858000"/>
              <a:gd name="connsiteX468" fmla="*/ 262785 w 7467600"/>
              <a:gd name="connsiteY468" fmla="*/ 6845450 h 6858000"/>
              <a:gd name="connsiteX469" fmla="*/ 209968 w 7467600"/>
              <a:gd name="connsiteY469" fmla="*/ 6770713 h 6858000"/>
              <a:gd name="connsiteX470" fmla="*/ 873460 w 7467600"/>
              <a:gd name="connsiteY470" fmla="*/ 6253768 h 6858000"/>
              <a:gd name="connsiteX471" fmla="*/ 192686 w 7467600"/>
              <a:gd name="connsiteY471" fmla="*/ 5849257 h 6858000"/>
              <a:gd name="connsiteX472" fmla="*/ 4696 w 7467600"/>
              <a:gd name="connsiteY472" fmla="*/ 5697668 h 6858000"/>
              <a:gd name="connsiteX473" fmla="*/ 0 w 7467600"/>
              <a:gd name="connsiteY473" fmla="*/ 5689984 h 6858000"/>
              <a:gd name="connsiteX474" fmla="*/ 0 w 7467600"/>
              <a:gd name="connsiteY474" fmla="*/ 5513472 h 6858000"/>
              <a:gd name="connsiteX475" fmla="*/ 174101 w 7467600"/>
              <a:gd name="connsiteY475" fmla="*/ 5620277 h 6858000"/>
              <a:gd name="connsiteX476" fmla="*/ 891800 w 7467600"/>
              <a:gd name="connsiteY476" fmla="*/ 6036935 h 6858000"/>
              <a:gd name="connsiteX477" fmla="*/ 1072219 w 7467600"/>
              <a:gd name="connsiteY477" fmla="*/ 6169443 h 6858000"/>
              <a:gd name="connsiteX478" fmla="*/ 1074117 w 7467600"/>
              <a:gd name="connsiteY478" fmla="*/ 6170301 h 6858000"/>
              <a:gd name="connsiteX479" fmla="*/ 1083114 w 7467600"/>
              <a:gd name="connsiteY479" fmla="*/ 6174131 h 6858000"/>
              <a:gd name="connsiteX480" fmla="*/ 1543010 w 7467600"/>
              <a:gd name="connsiteY480" fmla="*/ 6191140 h 6858000"/>
              <a:gd name="connsiteX481" fmla="*/ 1551080 w 7467600"/>
              <a:gd name="connsiteY481" fmla="*/ 6195006 h 6858000"/>
              <a:gd name="connsiteX482" fmla="*/ 2345443 w 7467600"/>
              <a:gd name="connsiteY482" fmla="*/ 5549882 h 6858000"/>
              <a:gd name="connsiteX483" fmla="*/ 1721499 w 7467600"/>
              <a:gd name="connsiteY483" fmla="*/ 5599969 h 6858000"/>
              <a:gd name="connsiteX484" fmla="*/ 767716 w 7467600"/>
              <a:gd name="connsiteY484" fmla="*/ 5472768 h 6858000"/>
              <a:gd name="connsiteX485" fmla="*/ 722147 w 7467600"/>
              <a:gd name="connsiteY485" fmla="*/ 5393091 h 6858000"/>
              <a:gd name="connsiteX486" fmla="*/ 1485552 w 7467600"/>
              <a:gd name="connsiteY486" fmla="*/ 5313202 h 6858000"/>
              <a:gd name="connsiteX487" fmla="*/ 2143004 w 7467600"/>
              <a:gd name="connsiteY487" fmla="*/ 5402420 h 6858000"/>
              <a:gd name="connsiteX488" fmla="*/ 1933391 w 7467600"/>
              <a:gd name="connsiteY488" fmla="*/ 5156971 h 6858000"/>
              <a:gd name="connsiteX489" fmla="*/ 1827118 w 7467600"/>
              <a:gd name="connsiteY489" fmla="*/ 4968410 h 6858000"/>
              <a:gd name="connsiteX490" fmla="*/ 1837349 w 7467600"/>
              <a:gd name="connsiteY490" fmla="*/ 4956357 h 6858000"/>
              <a:gd name="connsiteX491" fmla="*/ 2162835 w 7467600"/>
              <a:gd name="connsiteY491" fmla="*/ 5187853 h 6858000"/>
              <a:gd name="connsiteX492" fmla="*/ 2257167 w 7467600"/>
              <a:gd name="connsiteY492" fmla="*/ 5462123 h 6858000"/>
              <a:gd name="connsiteX493" fmla="*/ 2261598 w 7467600"/>
              <a:gd name="connsiteY493" fmla="*/ 5467998 h 6858000"/>
              <a:gd name="connsiteX494" fmla="*/ 2437177 w 7467600"/>
              <a:gd name="connsiteY494" fmla="*/ 5479608 h 6858000"/>
              <a:gd name="connsiteX495" fmla="*/ 2445247 w 7467600"/>
              <a:gd name="connsiteY495" fmla="*/ 5483476 h 6858000"/>
              <a:gd name="connsiteX496" fmla="*/ 2743626 w 7467600"/>
              <a:gd name="connsiteY496" fmla="*/ 5304819 h 6858000"/>
              <a:gd name="connsiteX497" fmla="*/ 3048102 w 7467600"/>
              <a:gd name="connsiteY497" fmla="*/ 5150595 h 6858000"/>
              <a:gd name="connsiteX498" fmla="*/ 1799414 w 7467600"/>
              <a:gd name="connsiteY498" fmla="*/ 4694732 h 6858000"/>
              <a:gd name="connsiteX499" fmla="*/ 1771735 w 7467600"/>
              <a:gd name="connsiteY499" fmla="*/ 4619929 h 6858000"/>
              <a:gd name="connsiteX500" fmla="*/ 3104273 w 7467600"/>
              <a:gd name="connsiteY500" fmla="*/ 5076159 h 6858000"/>
              <a:gd name="connsiteX501" fmla="*/ 3113245 w 7467600"/>
              <a:gd name="connsiteY501" fmla="*/ 5090705 h 6858000"/>
              <a:gd name="connsiteX502" fmla="*/ 3126294 w 7467600"/>
              <a:gd name="connsiteY502" fmla="*/ 5114400 h 6858000"/>
              <a:gd name="connsiteX503" fmla="*/ 3937433 w 7467600"/>
              <a:gd name="connsiteY503" fmla="*/ 4830473 h 6858000"/>
              <a:gd name="connsiteX504" fmla="*/ 3590475 w 7467600"/>
              <a:gd name="connsiteY504" fmla="*/ 4597974 h 6858000"/>
              <a:gd name="connsiteX505" fmla="*/ 3100264 w 7467600"/>
              <a:gd name="connsiteY505" fmla="*/ 4579845 h 6858000"/>
              <a:gd name="connsiteX506" fmla="*/ 2183576 w 7467600"/>
              <a:gd name="connsiteY506" fmla="*/ 4227150 h 6858000"/>
              <a:gd name="connsiteX507" fmla="*/ 2151029 w 7467600"/>
              <a:gd name="connsiteY507" fmla="*/ 4146947 h 6858000"/>
              <a:gd name="connsiteX508" fmla="*/ 3563434 w 7467600"/>
              <a:gd name="connsiteY508" fmla="*/ 4469115 h 6858000"/>
              <a:gd name="connsiteX509" fmla="*/ 3177952 w 7467600"/>
              <a:gd name="connsiteY509" fmla="*/ 3657386 h 6858000"/>
              <a:gd name="connsiteX510" fmla="*/ 3189263 w 7467600"/>
              <a:gd name="connsiteY510" fmla="*/ 3625726 h 6858000"/>
              <a:gd name="connsiteX511" fmla="*/ 3560912 w 7467600"/>
              <a:gd name="connsiteY511" fmla="*/ 4079863 h 6858000"/>
              <a:gd name="connsiteX512" fmla="*/ 3626636 w 7467600"/>
              <a:gd name="connsiteY512" fmla="*/ 4512230 h 6858000"/>
              <a:gd name="connsiteX513" fmla="*/ 3653088 w 7467600"/>
              <a:gd name="connsiteY513" fmla="*/ 4521417 h 6858000"/>
              <a:gd name="connsiteX514" fmla="*/ 3988128 w 7467600"/>
              <a:gd name="connsiteY514" fmla="*/ 4817267 h 6858000"/>
              <a:gd name="connsiteX515" fmla="*/ 4830582 w 7467600"/>
              <a:gd name="connsiteY515" fmla="*/ 4676000 h 6858000"/>
              <a:gd name="connsiteX516" fmla="*/ 4830100 w 7467600"/>
              <a:gd name="connsiteY516" fmla="*/ 4675554 h 6858000"/>
              <a:gd name="connsiteX517" fmla="*/ 4036318 w 7467600"/>
              <a:gd name="connsiteY517" fmla="*/ 4147013 h 6858000"/>
              <a:gd name="connsiteX518" fmla="*/ 3432098 w 7467600"/>
              <a:gd name="connsiteY518" fmla="*/ 3537312 h 6858000"/>
              <a:gd name="connsiteX519" fmla="*/ 3446761 w 7467600"/>
              <a:gd name="connsiteY519" fmla="*/ 3461278 h 6858000"/>
              <a:gd name="connsiteX520" fmla="*/ 4419733 w 7467600"/>
              <a:gd name="connsiteY520" fmla="*/ 3963555 h 6858000"/>
              <a:gd name="connsiteX521" fmla="*/ 4781371 w 7467600"/>
              <a:gd name="connsiteY521" fmla="*/ 4458604 h 6858000"/>
              <a:gd name="connsiteX522" fmla="*/ 4780440 w 7467600"/>
              <a:gd name="connsiteY522" fmla="*/ 4470290 h 6858000"/>
              <a:gd name="connsiteX523" fmla="*/ 4898954 w 7467600"/>
              <a:gd name="connsiteY523" fmla="*/ 4662092 h 6858000"/>
              <a:gd name="connsiteX524" fmla="*/ 4900699 w 7467600"/>
              <a:gd name="connsiteY524" fmla="*/ 4670867 h 6858000"/>
              <a:gd name="connsiteX525" fmla="*/ 5714511 w 7467600"/>
              <a:gd name="connsiteY525" fmla="*/ 4663483 h 6858000"/>
              <a:gd name="connsiteX526" fmla="*/ 5464793 w 7467600"/>
              <a:gd name="connsiteY526" fmla="*/ 4393556 h 6858000"/>
              <a:gd name="connsiteX527" fmla="*/ 5461897 w 7467600"/>
              <a:gd name="connsiteY527" fmla="*/ 4390879 h 6858000"/>
              <a:gd name="connsiteX528" fmla="*/ 4294126 w 7467600"/>
              <a:gd name="connsiteY528" fmla="*/ 3303048 h 6858000"/>
              <a:gd name="connsiteX529" fmla="*/ 4305321 w 7467600"/>
              <a:gd name="connsiteY529" fmla="*/ 3256953 h 6858000"/>
              <a:gd name="connsiteX530" fmla="*/ 4949299 w 7467600"/>
              <a:gd name="connsiteY530" fmla="*/ 3766336 h 6858000"/>
              <a:gd name="connsiteX531" fmla="*/ 5291452 w 7467600"/>
              <a:gd name="connsiteY531" fmla="*/ 4076801 h 6858000"/>
              <a:gd name="connsiteX532" fmla="*/ 5434998 w 7467600"/>
              <a:gd name="connsiteY532" fmla="*/ 4254100 h 6858000"/>
              <a:gd name="connsiteX533" fmla="*/ 5351015 w 7467600"/>
              <a:gd name="connsiteY533" fmla="*/ 3760989 h 6858000"/>
              <a:gd name="connsiteX534" fmla="*/ 5413780 w 7467600"/>
              <a:gd name="connsiteY534" fmla="*/ 2966265 h 6858000"/>
              <a:gd name="connsiteX535" fmla="*/ 5425627 w 7467600"/>
              <a:gd name="connsiteY535" fmla="*/ 2954192 h 6858000"/>
              <a:gd name="connsiteX536" fmla="*/ 6604735 w 7467600"/>
              <a:gd name="connsiteY536" fmla="*/ 2041381 h 6858000"/>
              <a:gd name="connsiteX537" fmla="*/ 7204487 w 7467600"/>
              <a:gd name="connsiteY537" fmla="*/ 2742112 h 6858000"/>
              <a:gd name="connsiteX538" fmla="*/ 7131592 w 7467600"/>
              <a:gd name="connsiteY538" fmla="*/ 2672096 h 6858000"/>
              <a:gd name="connsiteX539" fmla="*/ 6996344 w 7467600"/>
              <a:gd name="connsiteY539" fmla="*/ 2518310 h 6858000"/>
              <a:gd name="connsiteX540" fmla="*/ 6735495 w 7467600"/>
              <a:gd name="connsiteY540" fmla="*/ 2196890 h 6858000"/>
              <a:gd name="connsiteX541" fmla="*/ 6721901 w 7467600"/>
              <a:gd name="connsiteY541" fmla="*/ 2179274 h 6858000"/>
              <a:gd name="connsiteX542" fmla="*/ 6604735 w 7467600"/>
              <a:gd name="connsiteY542" fmla="*/ 2041381 h 6858000"/>
              <a:gd name="connsiteX543" fmla="*/ 6591670 w 7467600"/>
              <a:gd name="connsiteY543" fmla="*/ 1988277 h 6858000"/>
              <a:gd name="connsiteX544" fmla="*/ 6747349 w 7467600"/>
              <a:gd name="connsiteY544" fmla="*/ 2160069 h 6858000"/>
              <a:gd name="connsiteX545" fmla="*/ 6760943 w 7467600"/>
              <a:gd name="connsiteY545" fmla="*/ 2177686 h 6858000"/>
              <a:gd name="connsiteX546" fmla="*/ 7021065 w 7467600"/>
              <a:gd name="connsiteY546" fmla="*/ 2498102 h 6858000"/>
              <a:gd name="connsiteX547" fmla="*/ 7155223 w 7467600"/>
              <a:gd name="connsiteY547" fmla="*/ 2650386 h 6858000"/>
              <a:gd name="connsiteX548" fmla="*/ 7203167 w 7467600"/>
              <a:gd name="connsiteY548" fmla="*/ 2697288 h 6858000"/>
              <a:gd name="connsiteX549" fmla="*/ 6937703 w 7467600"/>
              <a:gd name="connsiteY549" fmla="*/ 2321981 h 6858000"/>
              <a:gd name="connsiteX550" fmla="*/ 6591670 w 7467600"/>
              <a:gd name="connsiteY550" fmla="*/ 1988277 h 6858000"/>
              <a:gd name="connsiteX551" fmla="*/ 5798671 w 7467600"/>
              <a:gd name="connsiteY551" fmla="*/ 1981601 h 6858000"/>
              <a:gd name="connsiteX552" fmla="*/ 5754709 w 7467600"/>
              <a:gd name="connsiteY552" fmla="*/ 2071454 h 6858000"/>
              <a:gd name="connsiteX553" fmla="*/ 5763044 w 7467600"/>
              <a:gd name="connsiteY553" fmla="*/ 2842206 h 6858000"/>
              <a:gd name="connsiteX554" fmla="*/ 5764974 w 7467600"/>
              <a:gd name="connsiteY554" fmla="*/ 2799609 h 6858000"/>
              <a:gd name="connsiteX555" fmla="*/ 5767665 w 7467600"/>
              <a:gd name="connsiteY555" fmla="*/ 2666409 h 6858000"/>
              <a:gd name="connsiteX556" fmla="*/ 5763055 w 7467600"/>
              <a:gd name="connsiteY556" fmla="*/ 2579705 h 6858000"/>
              <a:gd name="connsiteX557" fmla="*/ 5758079 w 7467600"/>
              <a:gd name="connsiteY557" fmla="*/ 2492508 h 6858000"/>
              <a:gd name="connsiteX558" fmla="*/ 5779325 w 7467600"/>
              <a:gd name="connsiteY558" fmla="*/ 2197069 h 6858000"/>
              <a:gd name="connsiteX559" fmla="*/ 5798671 w 7467600"/>
              <a:gd name="connsiteY559" fmla="*/ 1981601 h 6858000"/>
              <a:gd name="connsiteX560" fmla="*/ 5829202 w 7467600"/>
              <a:gd name="connsiteY560" fmla="*/ 1971679 h 6858000"/>
              <a:gd name="connsiteX561" fmla="*/ 5809558 w 7467600"/>
              <a:gd name="connsiteY561" fmla="*/ 2198043 h 6858000"/>
              <a:gd name="connsiteX562" fmla="*/ 5788653 w 7467600"/>
              <a:gd name="connsiteY562" fmla="*/ 2489430 h 6858000"/>
              <a:gd name="connsiteX563" fmla="*/ 5793439 w 7467600"/>
              <a:gd name="connsiteY563" fmla="*/ 2575235 h 6858000"/>
              <a:gd name="connsiteX564" fmla="*/ 5796837 w 7467600"/>
              <a:gd name="connsiteY564" fmla="*/ 2637633 h 6858000"/>
              <a:gd name="connsiteX565" fmla="*/ 5818614 w 7467600"/>
              <a:gd name="connsiteY565" fmla="*/ 2473055 h 6858000"/>
              <a:gd name="connsiteX566" fmla="*/ 5829202 w 7467600"/>
              <a:gd name="connsiteY566" fmla="*/ 1971679 h 6858000"/>
              <a:gd name="connsiteX567" fmla="*/ 5911389 w 7467600"/>
              <a:gd name="connsiteY567" fmla="*/ 1898371 h 6858000"/>
              <a:gd name="connsiteX568" fmla="*/ 6237627 w 7467600"/>
              <a:gd name="connsiteY568" fmla="*/ 2231921 h 6858000"/>
              <a:gd name="connsiteX569" fmla="*/ 5911389 w 7467600"/>
              <a:gd name="connsiteY569" fmla="*/ 1898371 h 6858000"/>
              <a:gd name="connsiteX570" fmla="*/ 6944437 w 7467600"/>
              <a:gd name="connsiteY570" fmla="*/ 1575402 h 6858000"/>
              <a:gd name="connsiteX571" fmla="*/ 6304730 w 7467600"/>
              <a:gd name="connsiteY571" fmla="*/ 1766654 h 6858000"/>
              <a:gd name="connsiteX572" fmla="*/ 6944437 w 7467600"/>
              <a:gd name="connsiteY572" fmla="*/ 1575402 h 6858000"/>
              <a:gd name="connsiteX573" fmla="*/ 7019523 w 7467600"/>
              <a:gd name="connsiteY573" fmla="*/ 1519450 h 6858000"/>
              <a:gd name="connsiteX574" fmla="*/ 6298091 w 7467600"/>
              <a:gd name="connsiteY574" fmla="*/ 1737122 h 6858000"/>
              <a:gd name="connsiteX575" fmla="*/ 7019523 w 7467600"/>
              <a:gd name="connsiteY575" fmla="*/ 1519450 h 6858000"/>
              <a:gd name="connsiteX576" fmla="*/ 2399523 w 7467600"/>
              <a:gd name="connsiteY576" fmla="*/ 1428234 h 6858000"/>
              <a:gd name="connsiteX577" fmla="*/ 2224982 w 7467600"/>
              <a:gd name="connsiteY577" fmla="*/ 1826201 h 6858000"/>
              <a:gd name="connsiteX578" fmla="*/ 2096099 w 7467600"/>
              <a:gd name="connsiteY578" fmla="*/ 2345900 h 6858000"/>
              <a:gd name="connsiteX579" fmla="*/ 2283317 w 7467600"/>
              <a:gd name="connsiteY579" fmla="*/ 1796925 h 6858000"/>
              <a:gd name="connsiteX580" fmla="*/ 2399523 w 7467600"/>
              <a:gd name="connsiteY580" fmla="*/ 1428234 h 6858000"/>
              <a:gd name="connsiteX581" fmla="*/ 2448558 w 7467600"/>
              <a:gd name="connsiteY581" fmla="*/ 1373435 h 6858000"/>
              <a:gd name="connsiteX582" fmla="*/ 2312521 w 7467600"/>
              <a:gd name="connsiteY582" fmla="*/ 1806140 h 6858000"/>
              <a:gd name="connsiteX583" fmla="*/ 2127533 w 7467600"/>
              <a:gd name="connsiteY583" fmla="*/ 2348380 h 6858000"/>
              <a:gd name="connsiteX584" fmla="*/ 2358080 w 7467600"/>
              <a:gd name="connsiteY584" fmla="*/ 1866134 h 6858000"/>
              <a:gd name="connsiteX585" fmla="*/ 2407436 w 7467600"/>
              <a:gd name="connsiteY585" fmla="*/ 1651070 h 6858000"/>
              <a:gd name="connsiteX586" fmla="*/ 2448558 w 7467600"/>
              <a:gd name="connsiteY586" fmla="*/ 1373435 h 6858000"/>
              <a:gd name="connsiteX587" fmla="*/ 278707 w 7467600"/>
              <a:gd name="connsiteY587" fmla="*/ 1352270 h 6858000"/>
              <a:gd name="connsiteX588" fmla="*/ 321570 w 7467600"/>
              <a:gd name="connsiteY588" fmla="*/ 1861610 h 6858000"/>
              <a:gd name="connsiteX589" fmla="*/ 294281 w 7467600"/>
              <a:gd name="connsiteY589" fmla="*/ 1440658 h 6858000"/>
              <a:gd name="connsiteX590" fmla="*/ 278707 w 7467600"/>
              <a:gd name="connsiteY590" fmla="*/ 1352270 h 6858000"/>
              <a:gd name="connsiteX591" fmla="*/ 1423821 w 7467600"/>
              <a:gd name="connsiteY591" fmla="*/ 1351958 h 6858000"/>
              <a:gd name="connsiteX592" fmla="*/ 1638521 w 7467600"/>
              <a:gd name="connsiteY592" fmla="*/ 1908470 h 6858000"/>
              <a:gd name="connsiteX593" fmla="*/ 1754199 w 7467600"/>
              <a:gd name="connsiteY593" fmla="*/ 2149284 h 6858000"/>
              <a:gd name="connsiteX594" fmla="*/ 1908359 w 7467600"/>
              <a:gd name="connsiteY594" fmla="*/ 2364988 h 6858000"/>
              <a:gd name="connsiteX595" fmla="*/ 1647661 w 7467600"/>
              <a:gd name="connsiteY595" fmla="*/ 1825945 h 6858000"/>
              <a:gd name="connsiteX596" fmla="*/ 1423821 w 7467600"/>
              <a:gd name="connsiteY596" fmla="*/ 1351958 h 6858000"/>
              <a:gd name="connsiteX597" fmla="*/ 1431890 w 7467600"/>
              <a:gd name="connsiteY597" fmla="*/ 1306475 h 6858000"/>
              <a:gd name="connsiteX598" fmla="*/ 1507597 w 7467600"/>
              <a:gd name="connsiteY598" fmla="*/ 1446132 h 6858000"/>
              <a:gd name="connsiteX599" fmla="*/ 1674586 w 7467600"/>
              <a:gd name="connsiteY599" fmla="*/ 1813832 h 6858000"/>
              <a:gd name="connsiteX600" fmla="*/ 1815950 w 7467600"/>
              <a:gd name="connsiteY600" fmla="*/ 2128564 h 6858000"/>
              <a:gd name="connsiteX601" fmla="*/ 1984242 w 7467600"/>
              <a:gd name="connsiteY601" fmla="*/ 2430829 h 6858000"/>
              <a:gd name="connsiteX602" fmla="*/ 2014023 w 7467600"/>
              <a:gd name="connsiteY602" fmla="*/ 2450995 h 6858000"/>
              <a:gd name="connsiteX603" fmla="*/ 1747337 w 7467600"/>
              <a:gd name="connsiteY603" fmla="*/ 1855264 h 6858000"/>
              <a:gd name="connsiteX604" fmla="*/ 1533749 w 7467600"/>
              <a:gd name="connsiteY604" fmla="*/ 1478656 h 6858000"/>
              <a:gd name="connsiteX605" fmla="*/ 1431890 w 7467600"/>
              <a:gd name="connsiteY605" fmla="*/ 1306475 h 6858000"/>
              <a:gd name="connsiteX606" fmla="*/ 5052692 w 7467600"/>
              <a:gd name="connsiteY606" fmla="*/ 1292994 h 6858000"/>
              <a:gd name="connsiteX607" fmla="*/ 5200661 w 7467600"/>
              <a:gd name="connsiteY607" fmla="*/ 1635186 h 6858000"/>
              <a:gd name="connsiteX608" fmla="*/ 5297138 w 7467600"/>
              <a:gd name="connsiteY608" fmla="*/ 1906351 h 6858000"/>
              <a:gd name="connsiteX609" fmla="*/ 5052692 w 7467600"/>
              <a:gd name="connsiteY609" fmla="*/ 1292994 h 6858000"/>
              <a:gd name="connsiteX610" fmla="*/ 5009948 w 7467600"/>
              <a:gd name="connsiteY610" fmla="*/ 1273619 h 6858000"/>
              <a:gd name="connsiteX611" fmla="*/ 5121777 w 7467600"/>
              <a:gd name="connsiteY611" fmla="*/ 1654213 h 6858000"/>
              <a:gd name="connsiteX612" fmla="*/ 5293545 w 7467600"/>
              <a:gd name="connsiteY612" fmla="*/ 2072247 h 6858000"/>
              <a:gd name="connsiteX613" fmla="*/ 5294042 w 7467600"/>
              <a:gd name="connsiteY613" fmla="*/ 2065019 h 6858000"/>
              <a:gd name="connsiteX614" fmla="*/ 5171936 w 7467600"/>
              <a:gd name="connsiteY614" fmla="*/ 1647613 h 6858000"/>
              <a:gd name="connsiteX615" fmla="*/ 5009948 w 7467600"/>
              <a:gd name="connsiteY615" fmla="*/ 1273619 h 6858000"/>
              <a:gd name="connsiteX616" fmla="*/ 655236 w 7467600"/>
              <a:gd name="connsiteY616" fmla="*/ 1268632 h 6858000"/>
              <a:gd name="connsiteX617" fmla="*/ 839521 w 7467600"/>
              <a:gd name="connsiteY617" fmla="*/ 1685315 h 6858000"/>
              <a:gd name="connsiteX618" fmla="*/ 1109416 w 7467600"/>
              <a:gd name="connsiteY618" fmla="*/ 2061663 h 6858000"/>
              <a:gd name="connsiteX619" fmla="*/ 1298300 w 7467600"/>
              <a:gd name="connsiteY619" fmla="*/ 2247742 h 6858000"/>
              <a:gd name="connsiteX620" fmla="*/ 1125871 w 7467600"/>
              <a:gd name="connsiteY620" fmla="*/ 1989513 h 6858000"/>
              <a:gd name="connsiteX621" fmla="*/ 981574 w 7467600"/>
              <a:gd name="connsiteY621" fmla="*/ 1783157 h 6858000"/>
              <a:gd name="connsiteX622" fmla="*/ 922198 w 7467600"/>
              <a:gd name="connsiteY622" fmla="*/ 1677437 h 6858000"/>
              <a:gd name="connsiteX623" fmla="*/ 869293 w 7467600"/>
              <a:gd name="connsiteY623" fmla="*/ 1583214 h 6858000"/>
              <a:gd name="connsiteX624" fmla="*/ 751431 w 7467600"/>
              <a:gd name="connsiteY624" fmla="*/ 1405731 h 6858000"/>
              <a:gd name="connsiteX625" fmla="*/ 655236 w 7467600"/>
              <a:gd name="connsiteY625" fmla="*/ 1268632 h 6858000"/>
              <a:gd name="connsiteX626" fmla="*/ 6516292 w 7467600"/>
              <a:gd name="connsiteY626" fmla="*/ 1263064 h 6858000"/>
              <a:gd name="connsiteX627" fmla="*/ 5736320 w 7467600"/>
              <a:gd name="connsiteY627" fmla="*/ 1501803 h 6858000"/>
              <a:gd name="connsiteX628" fmla="*/ 6516292 w 7467600"/>
              <a:gd name="connsiteY628" fmla="*/ 1263064 h 6858000"/>
              <a:gd name="connsiteX629" fmla="*/ 291466 w 7467600"/>
              <a:gd name="connsiteY629" fmla="*/ 1250369 h 6858000"/>
              <a:gd name="connsiteX630" fmla="*/ 323180 w 7467600"/>
              <a:gd name="connsiteY630" fmla="*/ 1435283 h 6858000"/>
              <a:gd name="connsiteX631" fmla="*/ 349381 w 7467600"/>
              <a:gd name="connsiteY631" fmla="*/ 1875041 h 6858000"/>
              <a:gd name="connsiteX632" fmla="*/ 374363 w 7467600"/>
              <a:gd name="connsiteY632" fmla="*/ 1506494 h 6858000"/>
              <a:gd name="connsiteX633" fmla="*/ 302168 w 7467600"/>
              <a:gd name="connsiteY633" fmla="*/ 1274495 h 6858000"/>
              <a:gd name="connsiteX634" fmla="*/ 291466 w 7467600"/>
              <a:gd name="connsiteY634" fmla="*/ 1250369 h 6858000"/>
              <a:gd name="connsiteX635" fmla="*/ 678222 w 7467600"/>
              <a:gd name="connsiteY635" fmla="*/ 1248670 h 6858000"/>
              <a:gd name="connsiteX636" fmla="*/ 775536 w 7467600"/>
              <a:gd name="connsiteY636" fmla="*/ 1388015 h 6858000"/>
              <a:gd name="connsiteX637" fmla="*/ 894529 w 7467600"/>
              <a:gd name="connsiteY637" fmla="*/ 1567739 h 6858000"/>
              <a:gd name="connsiteX638" fmla="*/ 948000 w 7467600"/>
              <a:gd name="connsiteY638" fmla="*/ 1663088 h 6858000"/>
              <a:gd name="connsiteX639" fmla="*/ 1006812 w 7467600"/>
              <a:gd name="connsiteY639" fmla="*/ 1767683 h 6858000"/>
              <a:gd name="connsiteX640" fmla="*/ 1149133 w 7467600"/>
              <a:gd name="connsiteY640" fmla="*/ 1971513 h 6858000"/>
              <a:gd name="connsiteX641" fmla="*/ 1333952 w 7467600"/>
              <a:gd name="connsiteY641" fmla="*/ 2251620 h 6858000"/>
              <a:gd name="connsiteX642" fmla="*/ 1337329 w 7467600"/>
              <a:gd name="connsiteY642" fmla="*/ 2258350 h 6858000"/>
              <a:gd name="connsiteX643" fmla="*/ 1014726 w 7467600"/>
              <a:gd name="connsiteY643" fmla="*/ 1615556 h 6858000"/>
              <a:gd name="connsiteX644" fmla="*/ 678222 w 7467600"/>
              <a:gd name="connsiteY644" fmla="*/ 1248670 h 6858000"/>
              <a:gd name="connsiteX645" fmla="*/ 6691602 w 7467600"/>
              <a:gd name="connsiteY645" fmla="*/ 1140573 h 6858000"/>
              <a:gd name="connsiteX646" fmla="*/ 6571100 w 7467600"/>
              <a:gd name="connsiteY646" fmla="*/ 1183662 h 6858000"/>
              <a:gd name="connsiteX647" fmla="*/ 6241687 w 7467600"/>
              <a:gd name="connsiteY647" fmla="*/ 1257600 h 6858000"/>
              <a:gd name="connsiteX648" fmla="*/ 5693009 w 7467600"/>
              <a:gd name="connsiteY648" fmla="*/ 1478256 h 6858000"/>
              <a:gd name="connsiteX649" fmla="*/ 6548420 w 7467600"/>
              <a:gd name="connsiteY649" fmla="*/ 1214599 h 6858000"/>
              <a:gd name="connsiteX650" fmla="*/ 6605473 w 7467600"/>
              <a:gd name="connsiteY650" fmla="*/ 1184686 h 6858000"/>
              <a:gd name="connsiteX651" fmla="*/ 6691602 w 7467600"/>
              <a:gd name="connsiteY651" fmla="*/ 1140573 h 6858000"/>
              <a:gd name="connsiteX652" fmla="*/ 4002475 w 7467600"/>
              <a:gd name="connsiteY652" fmla="*/ 1037802 h 6858000"/>
              <a:gd name="connsiteX653" fmla="*/ 4000324 w 7467600"/>
              <a:gd name="connsiteY653" fmla="*/ 1039362 h 6858000"/>
              <a:gd name="connsiteX654" fmla="*/ 4002862 w 7467600"/>
              <a:gd name="connsiteY654" fmla="*/ 1042866 h 6858000"/>
              <a:gd name="connsiteX655" fmla="*/ 4002475 w 7467600"/>
              <a:gd name="connsiteY655" fmla="*/ 1037802 h 6858000"/>
              <a:gd name="connsiteX656" fmla="*/ 506322 w 7467600"/>
              <a:gd name="connsiteY656" fmla="*/ 1020997 h 6858000"/>
              <a:gd name="connsiteX657" fmla="*/ 533068 w 7467600"/>
              <a:gd name="connsiteY657" fmla="*/ 1029409 h 6858000"/>
              <a:gd name="connsiteX658" fmla="*/ 1232525 w 7467600"/>
              <a:gd name="connsiteY658" fmla="*/ 1804675 h 6858000"/>
              <a:gd name="connsiteX659" fmla="*/ 1388858 w 7467600"/>
              <a:gd name="connsiteY659" fmla="*/ 2368011 h 6858000"/>
              <a:gd name="connsiteX660" fmla="*/ 1384098 w 7467600"/>
              <a:gd name="connsiteY660" fmla="*/ 2378125 h 6858000"/>
              <a:gd name="connsiteX661" fmla="*/ 1425393 w 7467600"/>
              <a:gd name="connsiteY661" fmla="*/ 2589124 h 6858000"/>
              <a:gd name="connsiteX662" fmla="*/ 1424001 w 7467600"/>
              <a:gd name="connsiteY662" fmla="*/ 2597541 h 6858000"/>
              <a:gd name="connsiteX663" fmla="*/ 2152729 w 7467600"/>
              <a:gd name="connsiteY663" fmla="*/ 2864487 h 6858000"/>
              <a:gd name="connsiteX664" fmla="*/ 2020609 w 7467600"/>
              <a:gd name="connsiteY664" fmla="*/ 2539671 h 6858000"/>
              <a:gd name="connsiteX665" fmla="*/ 2018920 w 7467600"/>
              <a:gd name="connsiteY665" fmla="*/ 2536309 h 6858000"/>
              <a:gd name="connsiteX666" fmla="*/ 1342441 w 7467600"/>
              <a:gd name="connsiteY666" fmla="*/ 1173017 h 6858000"/>
              <a:gd name="connsiteX667" fmla="*/ 1367925 w 7467600"/>
              <a:gd name="connsiteY667" fmla="*/ 1135648 h 6858000"/>
              <a:gd name="connsiteX668" fmla="*/ 1771401 w 7467600"/>
              <a:gd name="connsiteY668" fmla="*/ 1806673 h 6858000"/>
              <a:gd name="connsiteX669" fmla="*/ 1972385 w 7467600"/>
              <a:gd name="connsiteY669" fmla="*/ 2198735 h 6858000"/>
              <a:gd name="connsiteX670" fmla="*/ 2040892 w 7467600"/>
              <a:gd name="connsiteY670" fmla="*/ 2405205 h 6858000"/>
              <a:gd name="connsiteX671" fmla="*/ 2131689 w 7467600"/>
              <a:gd name="connsiteY671" fmla="*/ 1936926 h 6858000"/>
              <a:gd name="connsiteX672" fmla="*/ 2454820 w 7467600"/>
              <a:gd name="connsiteY672" fmla="*/ 1248808 h 6858000"/>
              <a:gd name="connsiteX673" fmla="*/ 2492512 w 7467600"/>
              <a:gd name="connsiteY673" fmla="*/ 1302920 h 6858000"/>
              <a:gd name="connsiteX674" fmla="*/ 2081216 w 7467600"/>
              <a:gd name="connsiteY674" fmla="*/ 2527513 h 6858000"/>
              <a:gd name="connsiteX675" fmla="*/ 2081211 w 7467600"/>
              <a:gd name="connsiteY675" fmla="*/ 2528916 h 6858000"/>
              <a:gd name="connsiteX676" fmla="*/ 2199067 w 7467600"/>
              <a:gd name="connsiteY676" fmla="*/ 2884061 h 6858000"/>
              <a:gd name="connsiteX677" fmla="*/ 3192586 w 7467600"/>
              <a:gd name="connsiteY677" fmla="*/ 3411496 h 6858000"/>
              <a:gd name="connsiteX678" fmla="*/ 3182620 w 7467600"/>
              <a:gd name="connsiteY678" fmla="*/ 3483279 h 6858000"/>
              <a:gd name="connsiteX679" fmla="*/ 2435119 w 7467600"/>
              <a:gd name="connsiteY679" fmla="*/ 3080173 h 6858000"/>
              <a:gd name="connsiteX680" fmla="*/ 2410152 w 7467600"/>
              <a:gd name="connsiteY680" fmla="*/ 3063751 h 6858000"/>
              <a:gd name="connsiteX681" fmla="*/ 2408099 w 7467600"/>
              <a:gd name="connsiteY681" fmla="*/ 3064403 h 6858000"/>
              <a:gd name="connsiteX682" fmla="*/ 2407218 w 7467600"/>
              <a:gd name="connsiteY682" fmla="*/ 3070324 h 6858000"/>
              <a:gd name="connsiteX683" fmla="*/ 2380138 w 7467600"/>
              <a:gd name="connsiteY683" fmla="*/ 3099341 h 6858000"/>
              <a:gd name="connsiteX684" fmla="*/ 1765923 w 7467600"/>
              <a:gd name="connsiteY684" fmla="*/ 3581043 h 6858000"/>
              <a:gd name="connsiteX685" fmla="*/ 1702258 w 7467600"/>
              <a:gd name="connsiteY685" fmla="*/ 3612286 h 6858000"/>
              <a:gd name="connsiteX686" fmla="*/ 1538370 w 7467600"/>
              <a:gd name="connsiteY686" fmla="*/ 3811804 h 6858000"/>
              <a:gd name="connsiteX687" fmla="*/ 542867 w 7467600"/>
              <a:gd name="connsiteY687" fmla="*/ 4944092 h 6858000"/>
              <a:gd name="connsiteX688" fmla="*/ 515800 w 7467600"/>
              <a:gd name="connsiteY688" fmla="*/ 4862180 h 6858000"/>
              <a:gd name="connsiteX689" fmla="*/ 909145 w 7467600"/>
              <a:gd name="connsiteY689" fmla="*/ 4199225 h 6858000"/>
              <a:gd name="connsiteX690" fmla="*/ 1214067 w 7467600"/>
              <a:gd name="connsiteY690" fmla="*/ 3908561 h 6858000"/>
              <a:gd name="connsiteX691" fmla="*/ 640967 w 7467600"/>
              <a:gd name="connsiteY691" fmla="*/ 4105601 h 6858000"/>
              <a:gd name="connsiteX692" fmla="*/ 112563 w 7467600"/>
              <a:gd name="connsiteY692" fmla="*/ 4396952 h 6858000"/>
              <a:gd name="connsiteX693" fmla="*/ 0 w 7467600"/>
              <a:gd name="connsiteY693" fmla="*/ 4466006 h 6858000"/>
              <a:gd name="connsiteX694" fmla="*/ 0 w 7467600"/>
              <a:gd name="connsiteY694" fmla="*/ 4233763 h 6858000"/>
              <a:gd name="connsiteX695" fmla="*/ 36881 w 7467600"/>
              <a:gd name="connsiteY695" fmla="*/ 4200118 h 6858000"/>
              <a:gd name="connsiteX696" fmla="*/ 910534 w 7467600"/>
              <a:gd name="connsiteY696" fmla="*/ 3629753 h 6858000"/>
              <a:gd name="connsiteX697" fmla="*/ 1578717 w 7467600"/>
              <a:gd name="connsiteY697" fmla="*/ 3575982 h 6858000"/>
              <a:gd name="connsiteX698" fmla="*/ 2338780 w 7467600"/>
              <a:gd name="connsiteY698" fmla="*/ 3033725 h 6858000"/>
              <a:gd name="connsiteX699" fmla="*/ 1807991 w 7467600"/>
              <a:gd name="connsiteY699" fmla="*/ 2807184 h 6858000"/>
              <a:gd name="connsiteX700" fmla="*/ 1416358 w 7467600"/>
              <a:gd name="connsiteY700" fmla="*/ 3112571 h 6858000"/>
              <a:gd name="connsiteX701" fmla="*/ 939066 w 7467600"/>
              <a:gd name="connsiteY701" fmla="*/ 3378798 h 6858000"/>
              <a:gd name="connsiteX702" fmla="*/ 115099 w 7467600"/>
              <a:gd name="connsiteY702" fmla="*/ 3607650 h 6858000"/>
              <a:gd name="connsiteX703" fmla="*/ 97284 w 7467600"/>
              <a:gd name="connsiteY703" fmla="*/ 3520393 h 6858000"/>
              <a:gd name="connsiteX704" fmla="*/ 922050 w 7467600"/>
              <a:gd name="connsiteY704" fmla="*/ 3074867 h 6858000"/>
              <a:gd name="connsiteX705" fmla="*/ 1405265 w 7467600"/>
              <a:gd name="connsiteY705" fmla="*/ 3016319 h 6858000"/>
              <a:gd name="connsiteX706" fmla="*/ 1407512 w 7467600"/>
              <a:gd name="connsiteY706" fmla="*/ 3018001 h 6858000"/>
              <a:gd name="connsiteX707" fmla="*/ 1726266 w 7467600"/>
              <a:gd name="connsiteY707" fmla="*/ 2777274 h 6858000"/>
              <a:gd name="connsiteX708" fmla="*/ 625390 w 7467600"/>
              <a:gd name="connsiteY708" fmla="*/ 2514541 h 6858000"/>
              <a:gd name="connsiteX709" fmla="*/ 619799 w 7467600"/>
              <a:gd name="connsiteY709" fmla="*/ 2527180 h 6858000"/>
              <a:gd name="connsiteX710" fmla="*/ 310030 w 7467600"/>
              <a:gd name="connsiteY710" fmla="*/ 2771818 h 6858000"/>
              <a:gd name="connsiteX711" fmla="*/ 173877 w 7467600"/>
              <a:gd name="connsiteY711" fmla="*/ 2937056 h 6858000"/>
              <a:gd name="connsiteX712" fmla="*/ 77889 w 7467600"/>
              <a:gd name="connsiteY712" fmla="*/ 3138440 h 6858000"/>
              <a:gd name="connsiteX713" fmla="*/ 0 w 7467600"/>
              <a:gd name="connsiteY713" fmla="*/ 3271395 h 6858000"/>
              <a:gd name="connsiteX714" fmla="*/ 0 w 7467600"/>
              <a:gd name="connsiteY714" fmla="*/ 3153002 h 6858000"/>
              <a:gd name="connsiteX715" fmla="*/ 2386 w 7467600"/>
              <a:gd name="connsiteY715" fmla="*/ 3149203 h 6858000"/>
              <a:gd name="connsiteX716" fmla="*/ 89753 w 7467600"/>
              <a:gd name="connsiteY716" fmla="*/ 2987702 h 6858000"/>
              <a:gd name="connsiteX717" fmla="*/ 76869 w 7467600"/>
              <a:gd name="connsiteY717" fmla="*/ 3005404 h 6858000"/>
              <a:gd name="connsiteX718" fmla="*/ 32049 w 7467600"/>
              <a:gd name="connsiteY718" fmla="*/ 3065814 h 6858000"/>
              <a:gd name="connsiteX719" fmla="*/ 0 w 7467600"/>
              <a:gd name="connsiteY719" fmla="*/ 3108744 h 6858000"/>
              <a:gd name="connsiteX720" fmla="*/ 0 w 7467600"/>
              <a:gd name="connsiteY720" fmla="*/ 3058059 h 6858000"/>
              <a:gd name="connsiteX721" fmla="*/ 7610 w 7467600"/>
              <a:gd name="connsiteY721" fmla="*/ 3047889 h 6858000"/>
              <a:gd name="connsiteX722" fmla="*/ 52419 w 7467600"/>
              <a:gd name="connsiteY722" fmla="*/ 2987479 h 6858000"/>
              <a:gd name="connsiteX723" fmla="*/ 59142 w 7467600"/>
              <a:gd name="connsiteY723" fmla="*/ 2978488 h 6858000"/>
              <a:gd name="connsiteX724" fmla="*/ 0 w 7467600"/>
              <a:gd name="connsiteY724" fmla="*/ 3015334 h 6858000"/>
              <a:gd name="connsiteX725" fmla="*/ 0 w 7467600"/>
              <a:gd name="connsiteY725" fmla="*/ 2914286 h 6858000"/>
              <a:gd name="connsiteX726" fmla="*/ 36383 w 7467600"/>
              <a:gd name="connsiteY726" fmla="*/ 2901128 h 6858000"/>
              <a:gd name="connsiteX727" fmla="*/ 156329 w 7467600"/>
              <a:gd name="connsiteY727" fmla="*/ 2840533 h 6858000"/>
              <a:gd name="connsiteX728" fmla="*/ 358355 w 7467600"/>
              <a:gd name="connsiteY728" fmla="*/ 2620471 h 6858000"/>
              <a:gd name="connsiteX729" fmla="*/ 510577 w 7467600"/>
              <a:gd name="connsiteY729" fmla="*/ 2501244 h 6858000"/>
              <a:gd name="connsiteX730" fmla="*/ 211967 w 7467600"/>
              <a:gd name="connsiteY730" fmla="*/ 2479171 h 6858000"/>
              <a:gd name="connsiteX731" fmla="*/ 0 w 7467600"/>
              <a:gd name="connsiteY731" fmla="*/ 2476398 h 6858000"/>
              <a:gd name="connsiteX732" fmla="*/ 0 w 7467600"/>
              <a:gd name="connsiteY732" fmla="*/ 2389189 h 6858000"/>
              <a:gd name="connsiteX733" fmla="*/ 103062 w 7467600"/>
              <a:gd name="connsiteY733" fmla="*/ 2389518 h 6858000"/>
              <a:gd name="connsiteX734" fmla="*/ 510734 w 7467600"/>
              <a:gd name="connsiteY734" fmla="*/ 2416201 h 6858000"/>
              <a:gd name="connsiteX735" fmla="*/ 279257 w 7467600"/>
              <a:gd name="connsiteY735" fmla="*/ 2092102 h 6858000"/>
              <a:gd name="connsiteX736" fmla="*/ 65265 w 7467600"/>
              <a:gd name="connsiteY736" fmla="*/ 2006049 h 6858000"/>
              <a:gd name="connsiteX737" fmla="*/ 0 w 7467600"/>
              <a:gd name="connsiteY737" fmla="*/ 1982532 h 6858000"/>
              <a:gd name="connsiteX738" fmla="*/ 0 w 7467600"/>
              <a:gd name="connsiteY738" fmla="*/ 1912789 h 6858000"/>
              <a:gd name="connsiteX739" fmla="*/ 97460 w 7467600"/>
              <a:gd name="connsiteY739" fmla="*/ 1953725 h 6858000"/>
              <a:gd name="connsiteX740" fmla="*/ 221272 w 7467600"/>
              <a:gd name="connsiteY740" fmla="*/ 1980766 h 6858000"/>
              <a:gd name="connsiteX741" fmla="*/ 116765 w 7467600"/>
              <a:gd name="connsiteY741" fmla="*/ 1911033 h 6858000"/>
              <a:gd name="connsiteX742" fmla="*/ 16405 w 7467600"/>
              <a:gd name="connsiteY742" fmla="*/ 1803412 h 6858000"/>
              <a:gd name="connsiteX743" fmla="*/ 0 w 7467600"/>
              <a:gd name="connsiteY743" fmla="*/ 1784777 h 6858000"/>
              <a:gd name="connsiteX744" fmla="*/ 0 w 7467600"/>
              <a:gd name="connsiteY744" fmla="*/ 1740082 h 6858000"/>
              <a:gd name="connsiteX745" fmla="*/ 39394 w 7467600"/>
              <a:gd name="connsiteY745" fmla="*/ 1784856 h 6858000"/>
              <a:gd name="connsiteX746" fmla="*/ 135813 w 7467600"/>
              <a:gd name="connsiteY746" fmla="*/ 1888838 h 6858000"/>
              <a:gd name="connsiteX747" fmla="*/ 242575 w 7467600"/>
              <a:gd name="connsiteY747" fmla="*/ 1958841 h 6858000"/>
              <a:gd name="connsiteX748" fmla="*/ 82197 w 7467600"/>
              <a:gd name="connsiteY748" fmla="*/ 1754826 h 6858000"/>
              <a:gd name="connsiteX749" fmla="*/ 0 w 7467600"/>
              <a:gd name="connsiteY749" fmla="*/ 1679650 h 6858000"/>
              <a:gd name="connsiteX750" fmla="*/ 0 w 7467600"/>
              <a:gd name="connsiteY750" fmla="*/ 1602463 h 6858000"/>
              <a:gd name="connsiteX751" fmla="*/ 84689 w 7467600"/>
              <a:gd name="connsiteY751" fmla="*/ 1677442 h 6858000"/>
              <a:gd name="connsiteX752" fmla="*/ 298437 w 7467600"/>
              <a:gd name="connsiteY752" fmla="*/ 1968019 h 6858000"/>
              <a:gd name="connsiteX753" fmla="*/ 227269 w 7467600"/>
              <a:gd name="connsiteY753" fmla="*/ 1114064 h 6858000"/>
              <a:gd name="connsiteX754" fmla="*/ 248003 w 7467600"/>
              <a:gd name="connsiteY754" fmla="*/ 1089613 h 6858000"/>
              <a:gd name="connsiteX755" fmla="*/ 427020 w 7467600"/>
              <a:gd name="connsiteY755" fmla="*/ 1619803 h 6858000"/>
              <a:gd name="connsiteX756" fmla="*/ 340345 w 7467600"/>
              <a:gd name="connsiteY756" fmla="*/ 2027739 h 6858000"/>
              <a:gd name="connsiteX757" fmla="*/ 360865 w 7467600"/>
              <a:gd name="connsiteY757" fmla="*/ 2044827 h 6858000"/>
              <a:gd name="connsiteX758" fmla="*/ 560414 w 7467600"/>
              <a:gd name="connsiteY758" fmla="*/ 2421457 h 6858000"/>
              <a:gd name="connsiteX759" fmla="*/ 1359703 w 7467600"/>
              <a:gd name="connsiteY759" fmla="*/ 2578554 h 6858000"/>
              <a:gd name="connsiteX760" fmla="*/ 1359422 w 7467600"/>
              <a:gd name="connsiteY760" fmla="*/ 2577994 h 6858000"/>
              <a:gd name="connsiteX761" fmla="*/ 828701 w 7467600"/>
              <a:gd name="connsiteY761" fmla="*/ 1839520 h 6858000"/>
              <a:gd name="connsiteX762" fmla="*/ 494427 w 7467600"/>
              <a:gd name="connsiteY762" fmla="*/ 1092333 h 6858000"/>
              <a:gd name="connsiteX763" fmla="*/ 506322 w 7467600"/>
              <a:gd name="connsiteY763" fmla="*/ 1020997 h 6858000"/>
              <a:gd name="connsiteX764" fmla="*/ 4570198 w 7467600"/>
              <a:gd name="connsiteY764" fmla="*/ 978081 h 6858000"/>
              <a:gd name="connsiteX765" fmla="*/ 4523691 w 7467600"/>
              <a:gd name="connsiteY765" fmla="*/ 1127776 h 6858000"/>
              <a:gd name="connsiteX766" fmla="*/ 4509875 w 7467600"/>
              <a:gd name="connsiteY766" fmla="*/ 1167552 h 6858000"/>
              <a:gd name="connsiteX767" fmla="*/ 4478168 w 7467600"/>
              <a:gd name="connsiteY767" fmla="*/ 1260735 h 6858000"/>
              <a:gd name="connsiteX768" fmla="*/ 4409309 w 7467600"/>
              <a:gd name="connsiteY768" fmla="*/ 1666996 h 6858000"/>
              <a:gd name="connsiteX769" fmla="*/ 4370031 w 7467600"/>
              <a:gd name="connsiteY769" fmla="*/ 1955666 h 6858000"/>
              <a:gd name="connsiteX770" fmla="*/ 4570198 w 7467600"/>
              <a:gd name="connsiteY770" fmla="*/ 978081 h 6858000"/>
              <a:gd name="connsiteX771" fmla="*/ 4557898 w 7467600"/>
              <a:gd name="connsiteY771" fmla="*/ 900011 h 6858000"/>
              <a:gd name="connsiteX772" fmla="*/ 4344840 w 7467600"/>
              <a:gd name="connsiteY772" fmla="*/ 1922038 h 6858000"/>
              <a:gd name="connsiteX773" fmla="*/ 4378710 w 7467600"/>
              <a:gd name="connsiteY773" fmla="*/ 1665516 h 6858000"/>
              <a:gd name="connsiteX774" fmla="*/ 4448798 w 7467600"/>
              <a:gd name="connsiteY774" fmla="*/ 1253024 h 6858000"/>
              <a:gd name="connsiteX775" fmla="*/ 4480315 w 7467600"/>
              <a:gd name="connsiteY775" fmla="*/ 1158454 h 6858000"/>
              <a:gd name="connsiteX776" fmla="*/ 4494133 w 7467600"/>
              <a:gd name="connsiteY776" fmla="*/ 1118676 h 6858000"/>
              <a:gd name="connsiteX777" fmla="*/ 4557898 w 7467600"/>
              <a:gd name="connsiteY777" fmla="*/ 900011 h 6858000"/>
              <a:gd name="connsiteX778" fmla="*/ 5870151 w 7467600"/>
              <a:gd name="connsiteY778" fmla="*/ 898890 h 6858000"/>
              <a:gd name="connsiteX779" fmla="*/ 5861335 w 7467600"/>
              <a:gd name="connsiteY779" fmla="*/ 899177 h 6858000"/>
              <a:gd name="connsiteX780" fmla="*/ 5843702 w 7467600"/>
              <a:gd name="connsiteY780" fmla="*/ 899748 h 6858000"/>
              <a:gd name="connsiteX781" fmla="*/ 5651107 w 7467600"/>
              <a:gd name="connsiteY781" fmla="*/ 920306 h 6858000"/>
              <a:gd name="connsiteX782" fmla="*/ 5459407 w 7467600"/>
              <a:gd name="connsiteY782" fmla="*/ 940975 h 6858000"/>
              <a:gd name="connsiteX783" fmla="*/ 5374846 w 7467600"/>
              <a:gd name="connsiteY783" fmla="*/ 941988 h 6858000"/>
              <a:gd name="connsiteX784" fmla="*/ 5256105 w 7467600"/>
              <a:gd name="connsiteY784" fmla="*/ 945632 h 6858000"/>
              <a:gd name="connsiteX785" fmla="*/ 5107071 w 7467600"/>
              <a:gd name="connsiteY785" fmla="*/ 969720 h 6858000"/>
              <a:gd name="connsiteX786" fmla="*/ 4998681 w 7467600"/>
              <a:gd name="connsiteY786" fmla="*/ 988771 h 6858000"/>
              <a:gd name="connsiteX787" fmla="*/ 5870151 w 7467600"/>
              <a:gd name="connsiteY787" fmla="*/ 898890 h 6858000"/>
              <a:gd name="connsiteX788" fmla="*/ 5504425 w 7467600"/>
              <a:gd name="connsiteY788" fmla="*/ 848067 h 6858000"/>
              <a:gd name="connsiteX789" fmla="*/ 4968849 w 7467600"/>
              <a:gd name="connsiteY789" fmla="*/ 962318 h 6858000"/>
              <a:gd name="connsiteX790" fmla="*/ 5104039 w 7467600"/>
              <a:gd name="connsiteY790" fmla="*/ 940634 h 6858000"/>
              <a:gd name="connsiteX791" fmla="*/ 5256311 w 7467600"/>
              <a:gd name="connsiteY791" fmla="*/ 916490 h 6858000"/>
              <a:gd name="connsiteX792" fmla="*/ 5377381 w 7467600"/>
              <a:gd name="connsiteY792" fmla="*/ 912671 h 6858000"/>
              <a:gd name="connsiteX793" fmla="*/ 5460148 w 7467600"/>
              <a:gd name="connsiteY793" fmla="*/ 911442 h 6858000"/>
              <a:gd name="connsiteX794" fmla="*/ 5648971 w 7467600"/>
              <a:gd name="connsiteY794" fmla="*/ 891331 h 6858000"/>
              <a:gd name="connsiteX795" fmla="*/ 5844807 w 7467600"/>
              <a:gd name="connsiteY795" fmla="*/ 870718 h 6858000"/>
              <a:gd name="connsiteX796" fmla="*/ 5862975 w 7467600"/>
              <a:gd name="connsiteY796" fmla="*/ 869756 h 6858000"/>
              <a:gd name="connsiteX797" fmla="*/ 5920887 w 7467600"/>
              <a:gd name="connsiteY797" fmla="*/ 865929 h 6858000"/>
              <a:gd name="connsiteX798" fmla="*/ 5504425 w 7467600"/>
              <a:gd name="connsiteY798" fmla="*/ 848067 h 6858000"/>
              <a:gd name="connsiteX799" fmla="*/ 3607114 w 7467600"/>
              <a:gd name="connsiteY799" fmla="*/ 467441 h 6858000"/>
              <a:gd name="connsiteX800" fmla="*/ 3296242 w 7467600"/>
              <a:gd name="connsiteY800" fmla="*/ 807991 h 6858000"/>
              <a:gd name="connsiteX801" fmla="*/ 3174674 w 7467600"/>
              <a:gd name="connsiteY801" fmla="*/ 919759 h 6858000"/>
              <a:gd name="connsiteX802" fmla="*/ 3042978 w 7467600"/>
              <a:gd name="connsiteY802" fmla="*/ 1054894 h 6858000"/>
              <a:gd name="connsiteX803" fmla="*/ 2968914 w 7467600"/>
              <a:gd name="connsiteY803" fmla="*/ 1133756 h 6858000"/>
              <a:gd name="connsiteX804" fmla="*/ 3103823 w 7467600"/>
              <a:gd name="connsiteY804" fmla="*/ 1026814 h 6858000"/>
              <a:gd name="connsiteX805" fmla="*/ 3607114 w 7467600"/>
              <a:gd name="connsiteY805" fmla="*/ 467441 h 6858000"/>
              <a:gd name="connsiteX806" fmla="*/ 3744487 w 7467600"/>
              <a:gd name="connsiteY806" fmla="*/ 383136 h 6858000"/>
              <a:gd name="connsiteX807" fmla="*/ 3970213 w 7467600"/>
              <a:gd name="connsiteY807" fmla="*/ 995559 h 6858000"/>
              <a:gd name="connsiteX808" fmla="*/ 3744487 w 7467600"/>
              <a:gd name="connsiteY808" fmla="*/ 383136 h 6858000"/>
              <a:gd name="connsiteX809" fmla="*/ 3624562 w 7467600"/>
              <a:gd name="connsiteY809" fmla="*/ 367041 h 6858000"/>
              <a:gd name="connsiteX810" fmla="*/ 3489712 w 7467600"/>
              <a:gd name="connsiteY810" fmla="*/ 485386 h 6858000"/>
              <a:gd name="connsiteX811" fmla="*/ 3182994 w 7467600"/>
              <a:gd name="connsiteY811" fmla="*/ 828265 h 6858000"/>
              <a:gd name="connsiteX812" fmla="*/ 2892114 w 7467600"/>
              <a:gd name="connsiteY812" fmla="*/ 1172635 h 6858000"/>
              <a:gd name="connsiteX813" fmla="*/ 3021459 w 7467600"/>
              <a:gd name="connsiteY813" fmla="*/ 1035385 h 6858000"/>
              <a:gd name="connsiteX814" fmla="*/ 3153873 w 7467600"/>
              <a:gd name="connsiteY814" fmla="*/ 898971 h 6858000"/>
              <a:gd name="connsiteX815" fmla="*/ 3276511 w 7467600"/>
              <a:gd name="connsiteY815" fmla="*/ 786423 h 6858000"/>
              <a:gd name="connsiteX816" fmla="*/ 3584154 w 7467600"/>
              <a:gd name="connsiteY816" fmla="*/ 448218 h 6858000"/>
              <a:gd name="connsiteX817" fmla="*/ 3624562 w 7467600"/>
              <a:gd name="connsiteY817" fmla="*/ 367041 h 6858000"/>
              <a:gd name="connsiteX818" fmla="*/ 3766672 w 7467600"/>
              <a:gd name="connsiteY818" fmla="*/ 359429 h 6858000"/>
              <a:gd name="connsiteX819" fmla="*/ 3996338 w 7467600"/>
              <a:gd name="connsiteY819" fmla="*/ 968237 h 6858000"/>
              <a:gd name="connsiteX820" fmla="*/ 3766672 w 7467600"/>
              <a:gd name="connsiteY820" fmla="*/ 359429 h 6858000"/>
              <a:gd name="connsiteX821" fmla="*/ 5805386 w 7467600"/>
              <a:gd name="connsiteY821" fmla="*/ 239240 h 6858000"/>
              <a:gd name="connsiteX822" fmla="*/ 5736947 w 7467600"/>
              <a:gd name="connsiteY822" fmla="*/ 261367 h 6858000"/>
              <a:gd name="connsiteX823" fmla="*/ 5427012 w 7467600"/>
              <a:gd name="connsiteY823" fmla="*/ 311272 h 6858000"/>
              <a:gd name="connsiteX824" fmla="*/ 5147818 w 7467600"/>
              <a:gd name="connsiteY824" fmla="*/ 322112 h 6858000"/>
              <a:gd name="connsiteX825" fmla="*/ 5060854 w 7467600"/>
              <a:gd name="connsiteY825" fmla="*/ 311882 h 6858000"/>
              <a:gd name="connsiteX826" fmla="*/ 4945989 w 7467600"/>
              <a:gd name="connsiteY826" fmla="*/ 300516 h 6858000"/>
              <a:gd name="connsiteX827" fmla="*/ 5410479 w 7467600"/>
              <a:gd name="connsiteY827" fmla="*/ 348434 h 6858000"/>
              <a:gd name="connsiteX828" fmla="*/ 5805386 w 7467600"/>
              <a:gd name="connsiteY828" fmla="*/ 239240 h 6858000"/>
              <a:gd name="connsiteX829" fmla="*/ 5905192 w 7467600"/>
              <a:gd name="connsiteY829" fmla="*/ 163079 h 6858000"/>
              <a:gd name="connsiteX830" fmla="*/ 5865655 w 7467600"/>
              <a:gd name="connsiteY830" fmla="*/ 171901 h 6858000"/>
              <a:gd name="connsiteX831" fmla="*/ 5259740 w 7467600"/>
              <a:gd name="connsiteY831" fmla="*/ 257013 h 6858000"/>
              <a:gd name="connsiteX832" fmla="*/ 5208466 w 7467600"/>
              <a:gd name="connsiteY832" fmla="*/ 257550 h 6858000"/>
              <a:gd name="connsiteX833" fmla="*/ 4980204 w 7467600"/>
              <a:gd name="connsiteY833" fmla="*/ 271903 h 6858000"/>
              <a:gd name="connsiteX834" fmla="*/ 5068068 w 7467600"/>
              <a:gd name="connsiteY834" fmla="*/ 282244 h 6858000"/>
              <a:gd name="connsiteX835" fmla="*/ 5153231 w 7467600"/>
              <a:gd name="connsiteY835" fmla="*/ 292240 h 6858000"/>
              <a:gd name="connsiteX836" fmla="*/ 5426491 w 7467600"/>
              <a:gd name="connsiteY836" fmla="*/ 281128 h 6858000"/>
              <a:gd name="connsiteX837" fmla="*/ 5731212 w 7467600"/>
              <a:gd name="connsiteY837" fmla="*/ 231951 h 6858000"/>
              <a:gd name="connsiteX838" fmla="*/ 5905192 w 7467600"/>
              <a:gd name="connsiteY838" fmla="*/ 163079 h 6858000"/>
              <a:gd name="connsiteX839" fmla="*/ 5944437 w 7467600"/>
              <a:gd name="connsiteY839" fmla="*/ 113829 h 6858000"/>
              <a:gd name="connsiteX840" fmla="*/ 5825032 w 7467600"/>
              <a:gd name="connsiteY840" fmla="*/ 146405 h 6858000"/>
              <a:gd name="connsiteX841" fmla="*/ 4955599 w 7467600"/>
              <a:gd name="connsiteY841" fmla="*/ 247008 h 6858000"/>
              <a:gd name="connsiteX842" fmla="*/ 5210104 w 7467600"/>
              <a:gd name="connsiteY842" fmla="*/ 228123 h 6858000"/>
              <a:gd name="connsiteX843" fmla="*/ 5261015 w 7467600"/>
              <a:gd name="connsiteY843" fmla="*/ 227087 h 6858000"/>
              <a:gd name="connsiteX844" fmla="*/ 5861181 w 7467600"/>
              <a:gd name="connsiteY844" fmla="*/ 143093 h 6858000"/>
              <a:gd name="connsiteX845" fmla="*/ 5961252 w 7467600"/>
              <a:gd name="connsiteY845" fmla="*/ 114820 h 6858000"/>
              <a:gd name="connsiteX846" fmla="*/ 5944437 w 7467600"/>
              <a:gd name="connsiteY846" fmla="*/ 113829 h 6858000"/>
              <a:gd name="connsiteX847" fmla="*/ 3882765 w 7467600"/>
              <a:gd name="connsiteY847" fmla="*/ 0 h 6858000"/>
              <a:gd name="connsiteX848" fmla="*/ 3995099 w 7467600"/>
              <a:gd name="connsiteY848" fmla="*/ 0 h 6858000"/>
              <a:gd name="connsiteX849" fmla="*/ 4163818 w 7467600"/>
              <a:gd name="connsiteY849" fmla="*/ 234104 h 6858000"/>
              <a:gd name="connsiteX850" fmla="*/ 4172099 w 7467600"/>
              <a:gd name="connsiteY850" fmla="*/ 234207 h 6858000"/>
              <a:gd name="connsiteX851" fmla="*/ 4784282 w 7467600"/>
              <a:gd name="connsiteY851" fmla="*/ 276561 h 6858000"/>
              <a:gd name="connsiteX852" fmla="*/ 4801687 w 7467600"/>
              <a:gd name="connsiteY852" fmla="*/ 267764 h 6858000"/>
              <a:gd name="connsiteX853" fmla="*/ 6082788 w 7467600"/>
              <a:gd name="connsiteY853" fmla="*/ 64119 h 6858000"/>
              <a:gd name="connsiteX854" fmla="*/ 6099442 w 7467600"/>
              <a:gd name="connsiteY854" fmla="*/ 82568 h 6858000"/>
              <a:gd name="connsiteX855" fmla="*/ 4804137 w 7467600"/>
              <a:gd name="connsiteY855" fmla="*/ 320931 h 6858000"/>
              <a:gd name="connsiteX856" fmla="*/ 4227047 w 7467600"/>
              <a:gd name="connsiteY856" fmla="*/ 313415 h 6858000"/>
              <a:gd name="connsiteX857" fmla="*/ 4346041 w 7467600"/>
              <a:gd name="connsiteY857" fmla="*/ 456086 h 6858000"/>
              <a:gd name="connsiteX858" fmla="*/ 4870967 w 7467600"/>
              <a:gd name="connsiteY858" fmla="*/ 963061 h 6858000"/>
              <a:gd name="connsiteX859" fmla="*/ 4889647 w 7467600"/>
              <a:gd name="connsiteY859" fmla="*/ 957147 h 6858000"/>
              <a:gd name="connsiteX860" fmla="*/ 5422504 w 7467600"/>
              <a:gd name="connsiteY860" fmla="*/ 805191 h 6858000"/>
              <a:gd name="connsiteX861" fmla="*/ 6087656 w 7467600"/>
              <a:gd name="connsiteY861" fmla="*/ 826703 h 6858000"/>
              <a:gd name="connsiteX862" fmla="*/ 6058717 w 7467600"/>
              <a:gd name="connsiteY862" fmla="*/ 865992 h 6858000"/>
              <a:gd name="connsiteX863" fmla="*/ 4974153 w 7467600"/>
              <a:gd name="connsiteY863" fmla="*/ 1045456 h 6858000"/>
              <a:gd name="connsiteX864" fmla="*/ 5627835 w 7467600"/>
              <a:gd name="connsiteY864" fmla="*/ 1472077 h 6858000"/>
              <a:gd name="connsiteX865" fmla="*/ 5629817 w 7467600"/>
              <a:gd name="connsiteY865" fmla="*/ 1471412 h 6858000"/>
              <a:gd name="connsiteX866" fmla="*/ 5634124 w 7467600"/>
              <a:gd name="connsiteY866" fmla="*/ 1470572 h 6858000"/>
              <a:gd name="connsiteX867" fmla="*/ 5755832 w 7467600"/>
              <a:gd name="connsiteY867" fmla="*/ 1383886 h 6858000"/>
              <a:gd name="connsiteX868" fmla="*/ 6014186 w 7467600"/>
              <a:gd name="connsiteY868" fmla="*/ 1279799 h 6858000"/>
              <a:gd name="connsiteX869" fmla="*/ 6901619 w 7467600"/>
              <a:gd name="connsiteY869" fmla="*/ 1047874 h 6858000"/>
              <a:gd name="connsiteX870" fmla="*/ 6931566 w 7467600"/>
              <a:gd name="connsiteY870" fmla="*/ 1062034 h 6858000"/>
              <a:gd name="connsiteX871" fmla="*/ 5790982 w 7467600"/>
              <a:gd name="connsiteY871" fmla="*/ 1561380 h 6858000"/>
              <a:gd name="connsiteX872" fmla="*/ 6188971 w 7467600"/>
              <a:gd name="connsiteY872" fmla="*/ 1755168 h 6858000"/>
              <a:gd name="connsiteX873" fmla="*/ 6202446 w 7467600"/>
              <a:gd name="connsiteY873" fmla="*/ 1752268 h 6858000"/>
              <a:gd name="connsiteX874" fmla="*/ 7179560 w 7467600"/>
              <a:gd name="connsiteY874" fmla="*/ 1467551 h 6858000"/>
              <a:gd name="connsiteX875" fmla="*/ 7158730 w 7467600"/>
              <a:gd name="connsiteY875" fmla="*/ 1507835 h 6858000"/>
              <a:gd name="connsiteX876" fmla="*/ 6326959 w 7467600"/>
              <a:gd name="connsiteY876" fmla="*/ 1817686 h 6858000"/>
              <a:gd name="connsiteX877" fmla="*/ 6537433 w 7467600"/>
              <a:gd name="connsiteY877" fmla="*/ 1907790 h 6858000"/>
              <a:gd name="connsiteX878" fmla="*/ 6550221 w 7467600"/>
              <a:gd name="connsiteY878" fmla="*/ 1910729 h 6858000"/>
              <a:gd name="connsiteX879" fmla="*/ 6964438 w 7467600"/>
              <a:gd name="connsiteY879" fmla="*/ 2209505 h 6858000"/>
              <a:gd name="connsiteX880" fmla="*/ 7367862 w 7467600"/>
              <a:gd name="connsiteY880" fmla="*/ 2806833 h 6858000"/>
              <a:gd name="connsiteX881" fmla="*/ 7364329 w 7467600"/>
              <a:gd name="connsiteY881" fmla="*/ 2826907 h 6858000"/>
              <a:gd name="connsiteX882" fmla="*/ 7290545 w 7467600"/>
              <a:gd name="connsiteY882" fmla="*/ 2850663 h 6858000"/>
              <a:gd name="connsiteX883" fmla="*/ 6472036 w 7467600"/>
              <a:gd name="connsiteY883" fmla="*/ 1959003 h 6858000"/>
              <a:gd name="connsiteX884" fmla="*/ 5792897 w 7467600"/>
              <a:gd name="connsiteY884" fmla="*/ 1647747 h 6858000"/>
              <a:gd name="connsiteX885" fmla="*/ 5842751 w 7467600"/>
              <a:gd name="connsiteY885" fmla="*/ 1816112 h 6858000"/>
              <a:gd name="connsiteX886" fmla="*/ 5847424 w 7467600"/>
              <a:gd name="connsiteY886" fmla="*/ 1815776 h 6858000"/>
              <a:gd name="connsiteX887" fmla="*/ 6399821 w 7467600"/>
              <a:gd name="connsiteY887" fmla="*/ 2344799 h 6858000"/>
              <a:gd name="connsiteX888" fmla="*/ 6323232 w 7467600"/>
              <a:gd name="connsiteY888" fmla="*/ 2389634 h 6858000"/>
              <a:gd name="connsiteX889" fmla="*/ 5942958 w 7467600"/>
              <a:gd name="connsiteY889" fmla="*/ 2077708 h 6858000"/>
              <a:gd name="connsiteX890" fmla="*/ 5921559 w 7467600"/>
              <a:gd name="connsiteY890" fmla="*/ 2378596 h 6858000"/>
              <a:gd name="connsiteX891" fmla="*/ 5817651 w 7467600"/>
              <a:gd name="connsiteY891" fmla="*/ 3023919 h 6858000"/>
              <a:gd name="connsiteX892" fmla="*/ 5729634 w 7467600"/>
              <a:gd name="connsiteY892" fmla="*/ 3051849 h 6858000"/>
              <a:gd name="connsiteX893" fmla="*/ 5611018 w 7467600"/>
              <a:gd name="connsiteY893" fmla="*/ 2316769 h 6858000"/>
              <a:gd name="connsiteX894" fmla="*/ 5687608 w 7467600"/>
              <a:gd name="connsiteY894" fmla="*/ 2039972 h 6858000"/>
              <a:gd name="connsiteX895" fmla="*/ 5657554 w 7467600"/>
              <a:gd name="connsiteY895" fmla="*/ 1576445 h 6858000"/>
              <a:gd name="connsiteX896" fmla="*/ 5150475 w 7467600"/>
              <a:gd name="connsiteY896" fmla="*/ 1274012 h 6858000"/>
              <a:gd name="connsiteX897" fmla="*/ 5349142 w 7467600"/>
              <a:gd name="connsiteY897" fmla="*/ 2204405 h 6858000"/>
              <a:gd name="connsiteX898" fmla="*/ 5262214 w 7467600"/>
              <a:gd name="connsiteY898" fmla="*/ 2233836 h 6858000"/>
              <a:gd name="connsiteX899" fmla="*/ 4981539 w 7467600"/>
              <a:gd name="connsiteY899" fmla="*/ 1542201 h 6858000"/>
              <a:gd name="connsiteX900" fmla="*/ 4958461 w 7467600"/>
              <a:gd name="connsiteY900" fmla="*/ 1136957 h 6858000"/>
              <a:gd name="connsiteX901" fmla="*/ 4655015 w 7467600"/>
              <a:gd name="connsiteY901" fmla="*/ 891426 h 6858000"/>
              <a:gd name="connsiteX902" fmla="*/ 4348002 w 7467600"/>
              <a:gd name="connsiteY902" fmla="*/ 2205895 h 6858000"/>
              <a:gd name="connsiteX903" fmla="*/ 4262250 w 7467600"/>
              <a:gd name="connsiteY903" fmla="*/ 2219972 h 6858000"/>
              <a:gd name="connsiteX904" fmla="*/ 4550611 w 7467600"/>
              <a:gd name="connsiteY904" fmla="*/ 817540 h 6858000"/>
              <a:gd name="connsiteX905" fmla="*/ 4564418 w 7467600"/>
              <a:gd name="connsiteY905" fmla="*/ 808293 h 6858000"/>
              <a:gd name="connsiteX906" fmla="*/ 4266388 w 7467600"/>
              <a:gd name="connsiteY906" fmla="*/ 500083 h 6858000"/>
              <a:gd name="connsiteX907" fmla="*/ 4032842 w 7467600"/>
              <a:gd name="connsiteY907" fmla="*/ 211809 h 6858000"/>
              <a:gd name="connsiteX908" fmla="*/ 3882765 w 7467600"/>
              <a:gd name="connsiteY908" fmla="*/ 0 h 6858000"/>
              <a:gd name="connsiteX909" fmla="*/ 3721337 w 7467600"/>
              <a:gd name="connsiteY909" fmla="*/ 0 h 6858000"/>
              <a:gd name="connsiteX910" fmla="*/ 3797544 w 7467600"/>
              <a:gd name="connsiteY910" fmla="*/ 0 h 6858000"/>
              <a:gd name="connsiteX911" fmla="*/ 3775734 w 7467600"/>
              <a:gd name="connsiteY911" fmla="*/ 95131 h 6858000"/>
              <a:gd name="connsiteX912" fmla="*/ 3724807 w 7467600"/>
              <a:gd name="connsiteY912" fmla="*/ 272257 h 6858000"/>
              <a:gd name="connsiteX913" fmla="*/ 3726844 w 7467600"/>
              <a:gd name="connsiteY913" fmla="*/ 282988 h 6858000"/>
              <a:gd name="connsiteX914" fmla="*/ 3742664 w 7467600"/>
              <a:gd name="connsiteY914" fmla="*/ 279918 h 6858000"/>
              <a:gd name="connsiteX915" fmla="*/ 4103910 w 7467600"/>
              <a:gd name="connsiteY915" fmla="*/ 1161917 h 6858000"/>
              <a:gd name="connsiteX916" fmla="*/ 4020269 w 7467600"/>
              <a:gd name="connsiteY916" fmla="*/ 1200406 h 6858000"/>
              <a:gd name="connsiteX917" fmla="*/ 3674882 w 7467600"/>
              <a:gd name="connsiteY917" fmla="*/ 488524 h 6858000"/>
              <a:gd name="connsiteX918" fmla="*/ 3132682 w 7467600"/>
              <a:gd name="connsiteY918" fmla="*/ 1072284 h 6858000"/>
              <a:gd name="connsiteX919" fmla="*/ 2716346 w 7467600"/>
              <a:gd name="connsiteY919" fmla="*/ 1276376 h 6858000"/>
              <a:gd name="connsiteX920" fmla="*/ 2716772 w 7467600"/>
              <a:gd name="connsiteY920" fmla="*/ 1255462 h 6858000"/>
              <a:gd name="connsiteX921" fmla="*/ 3471096 w 7467600"/>
              <a:gd name="connsiteY921" fmla="*/ 437072 h 6858000"/>
              <a:gd name="connsiteX922" fmla="*/ 3639057 w 7467600"/>
              <a:gd name="connsiteY922" fmla="*/ 286334 h 6858000"/>
              <a:gd name="connsiteX923" fmla="*/ 3640309 w 7467600"/>
              <a:gd name="connsiteY923" fmla="*/ 284664 h 6858000"/>
              <a:gd name="connsiteX924" fmla="*/ 3646022 w 7467600"/>
              <a:gd name="connsiteY924" fmla="*/ 276711 h 6858000"/>
              <a:gd name="connsiteX925" fmla="*/ 3707943 w 7467600"/>
              <a:gd name="connsiteY925" fmla="*/ 65958 h 6858000"/>
              <a:gd name="connsiteX926" fmla="*/ 3721337 w 7467600"/>
              <a:gd name="connsiteY926" fmla="*/ 0 h 6858000"/>
              <a:gd name="connsiteX927" fmla="*/ 2867960 w 7467600"/>
              <a:gd name="connsiteY927" fmla="*/ 0 h 6858000"/>
              <a:gd name="connsiteX928" fmla="*/ 2926351 w 7467600"/>
              <a:gd name="connsiteY928" fmla="*/ 0 h 6858000"/>
              <a:gd name="connsiteX929" fmla="*/ 2902823 w 7467600"/>
              <a:gd name="connsiteY929" fmla="*/ 262929 h 6858000"/>
              <a:gd name="connsiteX930" fmla="*/ 2940663 w 7467600"/>
              <a:gd name="connsiteY930" fmla="*/ 140884 h 6858000"/>
              <a:gd name="connsiteX931" fmla="*/ 2947039 w 7467600"/>
              <a:gd name="connsiteY931" fmla="*/ 122524 h 6858000"/>
              <a:gd name="connsiteX932" fmla="*/ 2984316 w 7467600"/>
              <a:gd name="connsiteY932" fmla="*/ 0 h 6858000"/>
              <a:gd name="connsiteX933" fmla="*/ 3016114 w 7467600"/>
              <a:gd name="connsiteY933" fmla="*/ 0 h 6858000"/>
              <a:gd name="connsiteX934" fmla="*/ 2979949 w 7467600"/>
              <a:gd name="connsiteY934" fmla="*/ 119274 h 6858000"/>
              <a:gd name="connsiteX935" fmla="*/ 3023879 w 7467600"/>
              <a:gd name="connsiteY935" fmla="*/ 0 h 6858000"/>
              <a:gd name="connsiteX936" fmla="*/ 3105400 w 7467600"/>
              <a:gd name="connsiteY936" fmla="*/ 0 h 6858000"/>
              <a:gd name="connsiteX937" fmla="*/ 3094669 w 7467600"/>
              <a:gd name="connsiteY937" fmla="*/ 30308 h 6858000"/>
              <a:gd name="connsiteX938" fmla="*/ 2901945 w 7467600"/>
              <a:gd name="connsiteY938" fmla="*/ 466538 h 6858000"/>
              <a:gd name="connsiteX939" fmla="*/ 2815209 w 7467600"/>
              <a:gd name="connsiteY939" fmla="*/ 497361 h 6858000"/>
              <a:gd name="connsiteX940" fmla="*/ 2844845 w 7467600"/>
              <a:gd name="connsiteY940" fmla="*/ 127638 h 6858000"/>
              <a:gd name="connsiteX941" fmla="*/ 2867960 w 7467600"/>
              <a:gd name="connsiteY941" fmla="*/ 0 h 6858000"/>
              <a:gd name="connsiteX942" fmla="*/ 1057230 w 7467600"/>
              <a:gd name="connsiteY942" fmla="*/ 0 h 6858000"/>
              <a:gd name="connsiteX943" fmla="*/ 1111003 w 7467600"/>
              <a:gd name="connsiteY943" fmla="*/ 0 h 6858000"/>
              <a:gd name="connsiteX944" fmla="*/ 1125553 w 7467600"/>
              <a:gd name="connsiteY944" fmla="*/ 52588 h 6858000"/>
              <a:gd name="connsiteX945" fmla="*/ 1304276 w 7467600"/>
              <a:gd name="connsiteY945" fmla="*/ 476275 h 6858000"/>
              <a:gd name="connsiteX946" fmla="*/ 1492066 w 7467600"/>
              <a:gd name="connsiteY946" fmla="*/ 886333 h 6858000"/>
              <a:gd name="connsiteX947" fmla="*/ 1423698 w 7467600"/>
              <a:gd name="connsiteY947" fmla="*/ 710817 h 6858000"/>
              <a:gd name="connsiteX948" fmla="*/ 1357609 w 7467600"/>
              <a:gd name="connsiteY948" fmla="*/ 532892 h 6858000"/>
              <a:gd name="connsiteX949" fmla="*/ 1309550 w 7467600"/>
              <a:gd name="connsiteY949" fmla="*/ 374031 h 6858000"/>
              <a:gd name="connsiteX950" fmla="*/ 1193673 w 7467600"/>
              <a:gd name="connsiteY950" fmla="*/ 49533 h 6858000"/>
              <a:gd name="connsiteX951" fmla="*/ 1164391 w 7467600"/>
              <a:gd name="connsiteY951" fmla="*/ 0 h 6858000"/>
              <a:gd name="connsiteX952" fmla="*/ 1200666 w 7467600"/>
              <a:gd name="connsiteY952" fmla="*/ 0 h 6858000"/>
              <a:gd name="connsiteX953" fmla="*/ 1223408 w 7467600"/>
              <a:gd name="connsiteY953" fmla="*/ 38996 h 6858000"/>
              <a:gd name="connsiteX954" fmla="*/ 1339635 w 7467600"/>
              <a:gd name="connsiteY954" fmla="*/ 365517 h 6858000"/>
              <a:gd name="connsiteX955" fmla="*/ 1387469 w 7467600"/>
              <a:gd name="connsiteY955" fmla="*/ 523079 h 6858000"/>
              <a:gd name="connsiteX956" fmla="*/ 1452685 w 7467600"/>
              <a:gd name="connsiteY956" fmla="*/ 699806 h 6858000"/>
              <a:gd name="connsiteX957" fmla="*/ 1492092 w 7467600"/>
              <a:gd name="connsiteY957" fmla="*/ 800424 h 6858000"/>
              <a:gd name="connsiteX958" fmla="*/ 1455302 w 7467600"/>
              <a:gd name="connsiteY958" fmla="*/ 632913 h 6858000"/>
              <a:gd name="connsiteX959" fmla="*/ 1222336 w 7467600"/>
              <a:gd name="connsiteY959" fmla="*/ 9480 h 6858000"/>
              <a:gd name="connsiteX960" fmla="*/ 1214634 w 7467600"/>
              <a:gd name="connsiteY960" fmla="*/ 0 h 6858000"/>
              <a:gd name="connsiteX961" fmla="*/ 1289827 w 7467600"/>
              <a:gd name="connsiteY961" fmla="*/ 0 h 6858000"/>
              <a:gd name="connsiteX962" fmla="*/ 1321076 w 7467600"/>
              <a:gd name="connsiteY962" fmla="*/ 59722 h 6858000"/>
              <a:gd name="connsiteX963" fmla="*/ 1512579 w 7467600"/>
              <a:gd name="connsiteY963" fmla="*/ 626441 h 6858000"/>
              <a:gd name="connsiteX964" fmla="*/ 1506076 w 7467600"/>
              <a:gd name="connsiteY964" fmla="*/ 1089289 h 6858000"/>
              <a:gd name="connsiteX965" fmla="*/ 1486346 w 7467600"/>
              <a:gd name="connsiteY965" fmla="*/ 1079919 h 6858000"/>
              <a:gd name="connsiteX966" fmla="*/ 1070511 w 7467600"/>
              <a:gd name="connsiteY966" fmla="*/ 48609 h 6858000"/>
              <a:gd name="connsiteX967" fmla="*/ 1057230 w 7467600"/>
              <a:gd name="connsiteY967" fmla="*/ 0 h 6858000"/>
              <a:gd name="connsiteX968" fmla="*/ 43151 w 7467600"/>
              <a:gd name="connsiteY968" fmla="*/ 0 h 6858000"/>
              <a:gd name="connsiteX969" fmla="*/ 95283 w 7467600"/>
              <a:gd name="connsiteY969" fmla="*/ 0 h 6858000"/>
              <a:gd name="connsiteX970" fmla="*/ 300708 w 7467600"/>
              <a:gd name="connsiteY970" fmla="*/ 154571 h 6858000"/>
              <a:gd name="connsiteX971" fmla="*/ 530414 w 7467600"/>
              <a:gd name="connsiteY971" fmla="*/ 354673 h 6858000"/>
              <a:gd name="connsiteX972" fmla="*/ 333785 w 7467600"/>
              <a:gd name="connsiteY972" fmla="*/ 161564 h 6858000"/>
              <a:gd name="connsiteX973" fmla="*/ 147005 w 7467600"/>
              <a:gd name="connsiteY973" fmla="*/ 0 h 6858000"/>
              <a:gd name="connsiteX974" fmla="*/ 272509 w 7467600"/>
              <a:gd name="connsiteY974" fmla="*/ 0 h 6858000"/>
              <a:gd name="connsiteX975" fmla="*/ 326276 w 7467600"/>
              <a:gd name="connsiteY975" fmla="*/ 45847 h 6858000"/>
              <a:gd name="connsiteX976" fmla="*/ 823759 w 7467600"/>
              <a:gd name="connsiteY976" fmla="*/ 574145 h 6858000"/>
              <a:gd name="connsiteX977" fmla="*/ 811254 w 7467600"/>
              <a:gd name="connsiteY977" fmla="*/ 665546 h 6858000"/>
              <a:gd name="connsiteX978" fmla="*/ 154042 w 7467600"/>
              <a:gd name="connsiteY978" fmla="*/ 261522 h 6858000"/>
              <a:gd name="connsiteX979" fmla="*/ 13550 w 7467600"/>
              <a:gd name="connsiteY979" fmla="*/ 158423 h 6858000"/>
              <a:gd name="connsiteX980" fmla="*/ 0 w 7467600"/>
              <a:gd name="connsiteY980" fmla="*/ 146618 h 6858000"/>
              <a:gd name="connsiteX981" fmla="*/ 0 w 7467600"/>
              <a:gd name="connsiteY981" fmla="*/ 59161 h 6858000"/>
              <a:gd name="connsiteX982" fmla="*/ 45427 w 7467600"/>
              <a:gd name="connsiteY982" fmla="*/ 101078 h 6858000"/>
              <a:gd name="connsiteX983" fmla="*/ 630103 w 7467600"/>
              <a:gd name="connsiteY983" fmla="*/ 485885 h 6858000"/>
              <a:gd name="connsiteX984" fmla="*/ 532040 w 7467600"/>
              <a:gd name="connsiteY984" fmla="*/ 399359 h 6858000"/>
              <a:gd name="connsiteX985" fmla="*/ 517618 w 7467600"/>
              <a:gd name="connsiteY985" fmla="*/ 385726 h 6858000"/>
              <a:gd name="connsiteX986" fmla="*/ 285074 w 7467600"/>
              <a:gd name="connsiteY986" fmla="*/ 182755 h 6858000"/>
              <a:gd name="connsiteX987" fmla="*/ 43151 w 7467600"/>
              <a:gd name="connsiteY987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312201 w 7467600"/>
              <a:gd name="connsiteY127" fmla="*/ 5128278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312201 w 7467600"/>
              <a:gd name="connsiteY130" fmla="*/ 5128278 h 6858000"/>
              <a:gd name="connsiteX131" fmla="*/ 1903353 w 7467600"/>
              <a:gd name="connsiteY131" fmla="*/ 5044827 h 6858000"/>
              <a:gd name="connsiteX132" fmla="*/ 1936931 w 7467600"/>
              <a:gd name="connsiteY132" fmla="*/ 5093954 h 6858000"/>
              <a:gd name="connsiteX133" fmla="*/ 2195868 w 7467600"/>
              <a:gd name="connsiteY133" fmla="*/ 5396574 h 6858000"/>
              <a:gd name="connsiteX134" fmla="*/ 2088852 w 7467600"/>
              <a:gd name="connsiteY134" fmla="*/ 5166123 h 6858000"/>
              <a:gd name="connsiteX135" fmla="*/ 1958241 w 7467600"/>
              <a:gd name="connsiteY135" fmla="*/ 5067955 h 6858000"/>
              <a:gd name="connsiteX136" fmla="*/ 1903353 w 7467600"/>
              <a:gd name="connsiteY136" fmla="*/ 5044827 h 6858000"/>
              <a:gd name="connsiteX137" fmla="*/ 1979378 w 7467600"/>
              <a:gd name="connsiteY137" fmla="*/ 4769504 h 6858000"/>
              <a:gd name="connsiteX138" fmla="*/ 2882120 w 7467600"/>
              <a:gd name="connsiteY138" fmla="*/ 5064547 h 6858000"/>
              <a:gd name="connsiteX139" fmla="*/ 2793103 w 7467600"/>
              <a:gd name="connsiteY139" fmla="*/ 5039699 h 6858000"/>
              <a:gd name="connsiteX140" fmla="*/ 2770041 w 7467600"/>
              <a:gd name="connsiteY140" fmla="*/ 5033634 h 6858000"/>
              <a:gd name="connsiteX141" fmla="*/ 1979378 w 7467600"/>
              <a:gd name="connsiteY141" fmla="*/ 4769504 h 6858000"/>
              <a:gd name="connsiteX142" fmla="*/ 1927410 w 7467600"/>
              <a:gd name="connsiteY142" fmla="*/ 4716164 h 6858000"/>
              <a:gd name="connsiteX143" fmla="*/ 1959587 w 7467600"/>
              <a:gd name="connsiteY143" fmla="*/ 4728849 h 6858000"/>
              <a:gd name="connsiteX144" fmla="*/ 2777707 w 7467600"/>
              <a:gd name="connsiteY144" fmla="*/ 5003991 h 6858000"/>
              <a:gd name="connsiteX145" fmla="*/ 2800768 w 7467600"/>
              <a:gd name="connsiteY145" fmla="*/ 5010056 h 6858000"/>
              <a:gd name="connsiteX146" fmla="*/ 2879408 w 7467600"/>
              <a:gd name="connsiteY146" fmla="*/ 5031590 h 6858000"/>
              <a:gd name="connsiteX147" fmla="*/ 2862295 w 7467600"/>
              <a:gd name="connsiteY147" fmla="*/ 5022958 h 6858000"/>
              <a:gd name="connsiteX148" fmla="*/ 2813343 w 7467600"/>
              <a:gd name="connsiteY148" fmla="*/ 4998369 h 6858000"/>
              <a:gd name="connsiteX149" fmla="*/ 2646245 w 7467600"/>
              <a:gd name="connsiteY149" fmla="*/ 4930999 h 6858000"/>
              <a:gd name="connsiteX150" fmla="*/ 1999243 w 7467600"/>
              <a:gd name="connsiteY150" fmla="*/ 4730524 h 6858000"/>
              <a:gd name="connsiteX151" fmla="*/ 1979527 w 7467600"/>
              <a:gd name="connsiteY151" fmla="*/ 4726651 h 6858000"/>
              <a:gd name="connsiteX152" fmla="*/ 1927410 w 7467600"/>
              <a:gd name="connsiteY152" fmla="*/ 4716164 h 6858000"/>
              <a:gd name="connsiteX153" fmla="*/ 1997014 w 7467600"/>
              <a:gd name="connsiteY153" fmla="*/ 4698007 h 6858000"/>
              <a:gd name="connsiteX154" fmla="*/ 2005458 w 7467600"/>
              <a:gd name="connsiteY154" fmla="*/ 4699540 h 6858000"/>
              <a:gd name="connsiteX155" fmla="*/ 2657186 w 7467600"/>
              <a:gd name="connsiteY155" fmla="*/ 4901687 h 6858000"/>
              <a:gd name="connsiteX156" fmla="*/ 2826662 w 7467600"/>
              <a:gd name="connsiteY156" fmla="*/ 4970362 h 6858000"/>
              <a:gd name="connsiteX157" fmla="*/ 2876100 w 7467600"/>
              <a:gd name="connsiteY157" fmla="*/ 4995397 h 6858000"/>
              <a:gd name="connsiteX158" fmla="*/ 3042600 w 7467600"/>
              <a:gd name="connsiteY158" fmla="*/ 5059532 h 6858000"/>
              <a:gd name="connsiteX159" fmla="*/ 1997014 w 7467600"/>
              <a:gd name="connsiteY159" fmla="*/ 4698007 h 6858000"/>
              <a:gd name="connsiteX160" fmla="*/ 2305292 w 7467600"/>
              <a:gd name="connsiteY160" fmla="*/ 4219492 h 6858000"/>
              <a:gd name="connsiteX161" fmla="*/ 3360922 w 7467600"/>
              <a:gd name="connsiteY161" fmla="*/ 4529373 h 6858000"/>
              <a:gd name="connsiteX162" fmla="*/ 3492420 w 7467600"/>
              <a:gd name="connsiteY162" fmla="*/ 4510145 h 6858000"/>
              <a:gd name="connsiteX163" fmla="*/ 3364086 w 7467600"/>
              <a:gd name="connsiteY163" fmla="*/ 4480340 h 6858000"/>
              <a:gd name="connsiteX164" fmla="*/ 3225818 w 7467600"/>
              <a:gd name="connsiteY164" fmla="*/ 4411822 h 6858000"/>
              <a:gd name="connsiteX165" fmla="*/ 3129696 w 7467600"/>
              <a:gd name="connsiteY165" fmla="*/ 4360704 h 6858000"/>
              <a:gd name="connsiteX166" fmla="*/ 2814545 w 7467600"/>
              <a:gd name="connsiteY166" fmla="*/ 4282955 h 6858000"/>
              <a:gd name="connsiteX167" fmla="*/ 2305292 w 7467600"/>
              <a:gd name="connsiteY167" fmla="*/ 4219492 h 6858000"/>
              <a:gd name="connsiteX168" fmla="*/ 2626982 w 7467600"/>
              <a:gd name="connsiteY168" fmla="*/ 4206450 h 6858000"/>
              <a:gd name="connsiteX169" fmla="*/ 2490617 w 7467600"/>
              <a:gd name="connsiteY169" fmla="*/ 4206951 h 6858000"/>
              <a:gd name="connsiteX170" fmla="*/ 2819869 w 7467600"/>
              <a:gd name="connsiteY170" fmla="*/ 4252936 h 6858000"/>
              <a:gd name="connsiteX171" fmla="*/ 3143018 w 7467600"/>
              <a:gd name="connsiteY171" fmla="*/ 4332698 h 6858000"/>
              <a:gd name="connsiteX172" fmla="*/ 3241520 w 7467600"/>
              <a:gd name="connsiteY172" fmla="*/ 4385112 h 6858000"/>
              <a:gd name="connsiteX173" fmla="*/ 3374575 w 7467600"/>
              <a:gd name="connsiteY173" fmla="*/ 4451517 h 6858000"/>
              <a:gd name="connsiteX174" fmla="*/ 3505221 w 7467600"/>
              <a:gd name="connsiteY174" fmla="*/ 4480757 h 6858000"/>
              <a:gd name="connsiteX175" fmla="*/ 2626982 w 7467600"/>
              <a:gd name="connsiteY175" fmla="*/ 4206450 h 6858000"/>
              <a:gd name="connsiteX176" fmla="*/ 1310106 w 7467600"/>
              <a:gd name="connsiteY176" fmla="*/ 3943217 h 6858000"/>
              <a:gd name="connsiteX177" fmla="*/ 854994 w 7467600"/>
              <a:gd name="connsiteY177" fmla="*/ 4399136 h 6858000"/>
              <a:gd name="connsiteX178" fmla="*/ 742462 w 7467600"/>
              <a:gd name="connsiteY178" fmla="*/ 4594648 h 6858000"/>
              <a:gd name="connsiteX179" fmla="*/ 820602 w 7467600"/>
              <a:gd name="connsiteY179" fmla="*/ 4485915 h 6858000"/>
              <a:gd name="connsiteX180" fmla="*/ 878295 w 7467600"/>
              <a:gd name="connsiteY180" fmla="*/ 4403594 h 6858000"/>
              <a:gd name="connsiteX181" fmla="*/ 1240607 w 7467600"/>
              <a:gd name="connsiteY181" fmla="*/ 4010401 h 6858000"/>
              <a:gd name="connsiteX182" fmla="*/ 1310106 w 7467600"/>
              <a:gd name="connsiteY182" fmla="*/ 3943217 h 6858000"/>
              <a:gd name="connsiteX183" fmla="*/ 1423113 w 7467600"/>
              <a:gd name="connsiteY183" fmla="*/ 3874565 h 6858000"/>
              <a:gd name="connsiteX184" fmla="*/ 1260565 w 7467600"/>
              <a:gd name="connsiteY184" fmla="*/ 4031982 h 6858000"/>
              <a:gd name="connsiteX185" fmla="*/ 901900 w 7467600"/>
              <a:gd name="connsiteY185" fmla="*/ 4421236 h 6858000"/>
              <a:gd name="connsiteX186" fmla="*/ 845044 w 7467600"/>
              <a:gd name="connsiteY186" fmla="*/ 4502436 h 6858000"/>
              <a:gd name="connsiteX187" fmla="*/ 685926 w 7467600"/>
              <a:gd name="connsiteY187" fmla="*/ 4703069 h 6858000"/>
              <a:gd name="connsiteX188" fmla="*/ 684248 w 7467600"/>
              <a:gd name="connsiteY188" fmla="*/ 4706721 h 6858000"/>
              <a:gd name="connsiteX189" fmla="*/ 1423113 w 7467600"/>
              <a:gd name="connsiteY189" fmla="*/ 3874565 h 6858000"/>
              <a:gd name="connsiteX190" fmla="*/ 3316479 w 7467600"/>
              <a:gd name="connsiteY190" fmla="*/ 3872136 h 6858000"/>
              <a:gd name="connsiteX191" fmla="*/ 3546806 w 7467600"/>
              <a:gd name="connsiteY191" fmla="*/ 4356139 h 6858000"/>
              <a:gd name="connsiteX192" fmla="*/ 3364433 w 7467600"/>
              <a:gd name="connsiteY192" fmla="*/ 3953121 h 6858000"/>
              <a:gd name="connsiteX193" fmla="*/ 3316479 w 7467600"/>
              <a:gd name="connsiteY193" fmla="*/ 3872136 h 6858000"/>
              <a:gd name="connsiteX194" fmla="*/ 3291335 w 7467600"/>
              <a:gd name="connsiteY194" fmla="*/ 3767420 h 6858000"/>
              <a:gd name="connsiteX195" fmla="*/ 3390805 w 7467600"/>
              <a:gd name="connsiteY195" fmla="*/ 3937163 h 6858000"/>
              <a:gd name="connsiteX196" fmla="*/ 3579062 w 7467600"/>
              <a:gd name="connsiteY196" fmla="*/ 4359040 h 6858000"/>
              <a:gd name="connsiteX197" fmla="*/ 3467355 w 7467600"/>
              <a:gd name="connsiteY197" fmla="*/ 3988130 h 6858000"/>
              <a:gd name="connsiteX198" fmla="*/ 3310753 w 7467600"/>
              <a:gd name="connsiteY198" fmla="*/ 3787140 h 6858000"/>
              <a:gd name="connsiteX199" fmla="*/ 3291335 w 7467600"/>
              <a:gd name="connsiteY199" fmla="*/ 3767420 h 6858000"/>
              <a:gd name="connsiteX200" fmla="*/ 1635889 w 7467600"/>
              <a:gd name="connsiteY200" fmla="*/ 3709494 h 6858000"/>
              <a:gd name="connsiteX201" fmla="*/ 1634800 w 7467600"/>
              <a:gd name="connsiteY201" fmla="*/ 3731111 h 6858000"/>
              <a:gd name="connsiteX202" fmla="*/ 1635889 w 7467600"/>
              <a:gd name="connsiteY202" fmla="*/ 3709494 h 6858000"/>
              <a:gd name="connsiteX203" fmla="*/ 1510397 w 7467600"/>
              <a:gd name="connsiteY203" fmla="*/ 3684705 h 6858000"/>
              <a:gd name="connsiteX204" fmla="*/ 1146550 w 7467600"/>
              <a:gd name="connsiteY204" fmla="*/ 3802012 h 6858000"/>
              <a:gd name="connsiteX205" fmla="*/ 698834 w 7467600"/>
              <a:gd name="connsiteY205" fmla="*/ 3952272 h 6858000"/>
              <a:gd name="connsiteX206" fmla="*/ 34256 w 7467600"/>
              <a:gd name="connsiteY206" fmla="*/ 4347603 h 6858000"/>
              <a:gd name="connsiteX207" fmla="*/ 527241 w 7467600"/>
              <a:gd name="connsiteY207" fmla="*/ 4065078 h 6858000"/>
              <a:gd name="connsiteX208" fmla="*/ 1510397 w 7467600"/>
              <a:gd name="connsiteY208" fmla="*/ 3684705 h 6858000"/>
              <a:gd name="connsiteX209" fmla="*/ 1313114 w 7467600"/>
              <a:gd name="connsiteY209" fmla="*/ 3655216 h 6858000"/>
              <a:gd name="connsiteX210" fmla="*/ 1109304 w 7467600"/>
              <a:gd name="connsiteY210" fmla="*/ 3669030 h 6858000"/>
              <a:gd name="connsiteX211" fmla="*/ 8129 w 7467600"/>
              <a:gd name="connsiteY211" fmla="*/ 4330519 h 6858000"/>
              <a:gd name="connsiteX212" fmla="*/ 687572 w 7467600"/>
              <a:gd name="connsiteY212" fmla="*/ 3925629 h 6858000"/>
              <a:gd name="connsiteX213" fmla="*/ 1138365 w 7467600"/>
              <a:gd name="connsiteY213" fmla="*/ 3774515 h 6858000"/>
              <a:gd name="connsiteX214" fmla="*/ 1505579 w 7467600"/>
              <a:gd name="connsiteY214" fmla="*/ 3655526 h 6858000"/>
              <a:gd name="connsiteX215" fmla="*/ 1313114 w 7467600"/>
              <a:gd name="connsiteY215" fmla="*/ 3655216 h 6858000"/>
              <a:gd name="connsiteX216" fmla="*/ 3655073 w 7467600"/>
              <a:gd name="connsiteY216" fmla="*/ 3650884 h 6858000"/>
              <a:gd name="connsiteX217" fmla="*/ 3989938 w 7467600"/>
              <a:gd name="connsiteY217" fmla="*/ 3991685 h 6858000"/>
              <a:gd name="connsiteX218" fmla="*/ 4393907 w 7467600"/>
              <a:gd name="connsiteY218" fmla="*/ 4261258 h 6858000"/>
              <a:gd name="connsiteX219" fmla="*/ 4648051 w 7467600"/>
              <a:gd name="connsiteY219" fmla="*/ 4374051 h 6858000"/>
              <a:gd name="connsiteX220" fmla="*/ 4383389 w 7467600"/>
              <a:gd name="connsiteY220" fmla="*/ 4184369 h 6858000"/>
              <a:gd name="connsiteX221" fmla="*/ 4165508 w 7467600"/>
              <a:gd name="connsiteY221" fmla="*/ 4035196 h 6858000"/>
              <a:gd name="connsiteX222" fmla="*/ 4068162 w 7467600"/>
              <a:gd name="connsiteY222" fmla="*/ 3953394 h 6858000"/>
              <a:gd name="connsiteX223" fmla="*/ 3981416 w 7467600"/>
              <a:gd name="connsiteY223" fmla="*/ 3880482 h 6858000"/>
              <a:gd name="connsiteX224" fmla="*/ 3800147 w 7467600"/>
              <a:gd name="connsiteY224" fmla="*/ 3749872 h 6858000"/>
              <a:gd name="connsiteX225" fmla="*/ 3655073 w 7467600"/>
              <a:gd name="connsiteY225" fmla="*/ 3650884 h 6858000"/>
              <a:gd name="connsiteX226" fmla="*/ 3670252 w 7467600"/>
              <a:gd name="connsiteY226" fmla="*/ 3622798 h 6858000"/>
              <a:gd name="connsiteX227" fmla="*/ 3817258 w 7467600"/>
              <a:gd name="connsiteY227" fmla="*/ 3723577 h 6858000"/>
              <a:gd name="connsiteX228" fmla="*/ 4000461 w 7467600"/>
              <a:gd name="connsiteY228" fmla="*/ 3855966 h 6858000"/>
              <a:gd name="connsiteX229" fmla="*/ 4088180 w 7467600"/>
              <a:gd name="connsiteY229" fmla="*/ 3929774 h 6858000"/>
              <a:gd name="connsiteX230" fmla="*/ 4184555 w 7467600"/>
              <a:gd name="connsiteY230" fmla="*/ 4010683 h 6858000"/>
              <a:gd name="connsiteX231" fmla="*/ 4399563 w 7467600"/>
              <a:gd name="connsiteY231" fmla="*/ 4158106 h 6858000"/>
              <a:gd name="connsiteX232" fmla="*/ 4684469 w 7467600"/>
              <a:gd name="connsiteY232" fmla="*/ 4364680 h 6858000"/>
              <a:gd name="connsiteX233" fmla="*/ 4690271 w 7467600"/>
              <a:gd name="connsiteY233" fmla="*/ 4370034 h 6858000"/>
              <a:gd name="connsiteX234" fmla="*/ 4136093 w 7467600"/>
              <a:gd name="connsiteY234" fmla="*/ 3858466 h 6858000"/>
              <a:gd name="connsiteX235" fmla="*/ 3670252 w 7467600"/>
              <a:gd name="connsiteY235" fmla="*/ 3622798 h 6858000"/>
              <a:gd name="connsiteX236" fmla="*/ 4440129 w 7467600"/>
              <a:gd name="connsiteY236" fmla="*/ 3448571 h 6858000"/>
              <a:gd name="connsiteX237" fmla="*/ 4856525 w 7467600"/>
              <a:gd name="connsiteY237" fmla="*/ 3915351 h 6858000"/>
              <a:gd name="connsiteX238" fmla="*/ 5059055 w 7467600"/>
              <a:gd name="connsiteY238" fmla="*/ 4108918 h 6858000"/>
              <a:gd name="connsiteX239" fmla="*/ 5290070 w 7467600"/>
              <a:gd name="connsiteY239" fmla="*/ 4263619 h 6858000"/>
              <a:gd name="connsiteX240" fmla="*/ 4834991 w 7467600"/>
              <a:gd name="connsiteY240" fmla="*/ 3830985 h 6858000"/>
              <a:gd name="connsiteX241" fmla="*/ 4440129 w 7467600"/>
              <a:gd name="connsiteY241" fmla="*/ 3448571 h 6858000"/>
              <a:gd name="connsiteX242" fmla="*/ 4441737 w 7467600"/>
              <a:gd name="connsiteY242" fmla="*/ 3399734 h 6858000"/>
              <a:gd name="connsiteX243" fmla="*/ 4431236 w 7467600"/>
              <a:gd name="connsiteY243" fmla="*/ 3400954 h 6858000"/>
              <a:gd name="connsiteX244" fmla="*/ 4557150 w 7467600"/>
              <a:gd name="connsiteY244" fmla="*/ 3510023 h 6858000"/>
              <a:gd name="connsiteX245" fmla="*/ 4856936 w 7467600"/>
              <a:gd name="connsiteY245" fmla="*/ 3809146 h 6858000"/>
              <a:gd name="connsiteX246" fmla="*/ 5111996 w 7467600"/>
              <a:gd name="connsiteY246" fmla="*/ 4065759 h 6858000"/>
              <a:gd name="connsiteX247" fmla="*/ 5388878 w 7467600"/>
              <a:gd name="connsiteY247" fmla="*/ 4300185 h 6858000"/>
              <a:gd name="connsiteX248" fmla="*/ 5425556 w 7467600"/>
              <a:gd name="connsiteY248" fmla="*/ 4308967 h 6858000"/>
              <a:gd name="connsiteX249" fmla="*/ 4943646 w 7467600"/>
              <a:gd name="connsiteY249" fmla="*/ 3822916 h 6858000"/>
              <a:gd name="connsiteX250" fmla="*/ 4594837 w 7467600"/>
              <a:gd name="connsiteY250" fmla="*/ 3532274 h 6858000"/>
              <a:gd name="connsiteX251" fmla="*/ 4441737 w 7467600"/>
              <a:gd name="connsiteY251" fmla="*/ 3399734 h 6858000"/>
              <a:gd name="connsiteX252" fmla="*/ 5425834 w 7467600"/>
              <a:gd name="connsiteY252" fmla="*/ 3162785 h 6858000"/>
              <a:gd name="connsiteX253" fmla="*/ 5401644 w 7467600"/>
              <a:gd name="connsiteY253" fmla="*/ 3617847 h 6858000"/>
              <a:gd name="connsiteX254" fmla="*/ 5467256 w 7467600"/>
              <a:gd name="connsiteY254" fmla="*/ 4175494 h 6858000"/>
              <a:gd name="connsiteX255" fmla="*/ 5448069 w 7467600"/>
              <a:gd name="connsiteY255" fmla="*/ 3567554 h 6858000"/>
              <a:gd name="connsiteX256" fmla="*/ 5425834 w 7467600"/>
              <a:gd name="connsiteY256" fmla="*/ 3162785 h 6858000"/>
              <a:gd name="connsiteX257" fmla="*/ 1318687 w 7467600"/>
              <a:gd name="connsiteY257" fmla="*/ 3113840 h 6858000"/>
              <a:gd name="connsiteX258" fmla="*/ 1066793 w 7467600"/>
              <a:gd name="connsiteY258" fmla="*/ 3212171 h 6858000"/>
              <a:gd name="connsiteX259" fmla="*/ 993319 w 7467600"/>
              <a:gd name="connsiteY259" fmla="*/ 3247648 h 6858000"/>
              <a:gd name="connsiteX260" fmla="*/ 853081 w 7467600"/>
              <a:gd name="connsiteY260" fmla="*/ 3312410 h 6858000"/>
              <a:gd name="connsiteX261" fmla="*/ 805957 w 7467600"/>
              <a:gd name="connsiteY261" fmla="*/ 3330443 h 6858000"/>
              <a:gd name="connsiteX262" fmla="*/ 1318687 w 7467600"/>
              <a:gd name="connsiteY262" fmla="*/ 3113840 h 6858000"/>
              <a:gd name="connsiteX263" fmla="*/ 5453702 w 7467600"/>
              <a:gd name="connsiteY263" fmla="*/ 3090882 h 6858000"/>
              <a:gd name="connsiteX264" fmla="*/ 5480135 w 7467600"/>
              <a:gd name="connsiteY264" fmla="*/ 3565802 h 6858000"/>
              <a:gd name="connsiteX265" fmla="*/ 5499023 w 7467600"/>
              <a:gd name="connsiteY265" fmla="*/ 4166310 h 6858000"/>
              <a:gd name="connsiteX266" fmla="*/ 5547022 w 7467600"/>
              <a:gd name="connsiteY266" fmla="*/ 3607838 h 6858000"/>
              <a:gd name="connsiteX267" fmla="*/ 5515964 w 7467600"/>
              <a:gd name="connsiteY267" fmla="*/ 3378541 h 6858000"/>
              <a:gd name="connsiteX268" fmla="*/ 5453702 w 7467600"/>
              <a:gd name="connsiteY268" fmla="*/ 3090882 h 6858000"/>
              <a:gd name="connsiteX269" fmla="*/ 1238695 w 7467600"/>
              <a:gd name="connsiteY269" fmla="*/ 3076820 h 6858000"/>
              <a:gd name="connsiteX270" fmla="*/ 716371 w 7467600"/>
              <a:gd name="connsiteY270" fmla="*/ 3293249 h 6858000"/>
              <a:gd name="connsiteX271" fmla="*/ 579522 w 7467600"/>
              <a:gd name="connsiteY271" fmla="*/ 3371759 h 6858000"/>
              <a:gd name="connsiteX272" fmla="*/ 600288 w 7467600"/>
              <a:gd name="connsiteY272" fmla="*/ 3365555 h 6858000"/>
              <a:gd name="connsiteX273" fmla="*/ 840692 w 7467600"/>
              <a:gd name="connsiteY273" fmla="*/ 3284921 h 6858000"/>
              <a:gd name="connsiteX274" fmla="*/ 979248 w 7467600"/>
              <a:gd name="connsiteY274" fmla="*/ 3221003 h 6858000"/>
              <a:gd name="connsiteX275" fmla="*/ 1053282 w 7467600"/>
              <a:gd name="connsiteY275" fmla="*/ 3185247 h 6858000"/>
              <a:gd name="connsiteX276" fmla="*/ 1320603 w 7467600"/>
              <a:gd name="connsiteY276" fmla="*/ 3081281 h 6858000"/>
              <a:gd name="connsiteX277" fmla="*/ 1238695 w 7467600"/>
              <a:gd name="connsiteY277" fmla="*/ 3076820 h 6858000"/>
              <a:gd name="connsiteX278" fmla="*/ 5425627 w 7467600"/>
              <a:gd name="connsiteY278" fmla="*/ 2954192 h 6858000"/>
              <a:gd name="connsiteX279" fmla="*/ 5470770 w 7467600"/>
              <a:gd name="connsiteY279" fmla="*/ 3005435 h 6858000"/>
              <a:gd name="connsiteX280" fmla="*/ 5519779 w 7467600"/>
              <a:gd name="connsiteY280" fmla="*/ 4359223 h 6858000"/>
              <a:gd name="connsiteX281" fmla="*/ 5520293 w 7467600"/>
              <a:gd name="connsiteY281" fmla="*/ 4360602 h 6858000"/>
              <a:gd name="connsiteX282" fmla="*/ 5767221 w 7467600"/>
              <a:gd name="connsiteY282" fmla="*/ 4665564 h 6858000"/>
              <a:gd name="connsiteX283" fmla="*/ 6937169 w 7467600"/>
              <a:gd name="connsiteY283" fmla="*/ 4815941 h 6858000"/>
              <a:gd name="connsiteX284" fmla="*/ 6953922 w 7467600"/>
              <a:gd name="connsiteY284" fmla="*/ 4890068 h 6858000"/>
              <a:gd name="connsiteX285" fmla="*/ 6071359 w 7467600"/>
              <a:gd name="connsiteY285" fmla="*/ 4770770 h 6858000"/>
              <a:gd name="connsiteX286" fmla="*/ 6038839 w 7467600"/>
              <a:gd name="connsiteY286" fmla="*/ 4764474 h 6858000"/>
              <a:gd name="connsiteX287" fmla="*/ 6038706 w 7467600"/>
              <a:gd name="connsiteY287" fmla="*/ 4763847 h 6858000"/>
              <a:gd name="connsiteX288" fmla="*/ 6037784 w 7467600"/>
              <a:gd name="connsiteY288" fmla="*/ 4764270 h 6858000"/>
              <a:gd name="connsiteX289" fmla="*/ 6038839 w 7467600"/>
              <a:gd name="connsiteY289" fmla="*/ 4764474 h 6858000"/>
              <a:gd name="connsiteX290" fmla="*/ 6040338 w 7467600"/>
              <a:gd name="connsiteY290" fmla="*/ 4771418 h 6858000"/>
              <a:gd name="connsiteX291" fmla="*/ 6024488 w 7467600"/>
              <a:gd name="connsiteY291" fmla="*/ 4809903 h 6858000"/>
              <a:gd name="connsiteX292" fmla="*/ 5599771 w 7467600"/>
              <a:gd name="connsiteY292" fmla="*/ 5509652 h 6858000"/>
              <a:gd name="connsiteX293" fmla="*/ 5548843 w 7467600"/>
              <a:gd name="connsiteY293" fmla="*/ 5563845 h 6858000"/>
              <a:gd name="connsiteX294" fmla="*/ 5940952 w 7467600"/>
              <a:gd name="connsiteY294" fmla="*/ 6250028 h 6858000"/>
              <a:gd name="connsiteX295" fmla="*/ 6043441 w 7467600"/>
              <a:gd name="connsiteY295" fmla="*/ 6665847 h 6858000"/>
              <a:gd name="connsiteX296" fmla="*/ 6093432 w 7467600"/>
              <a:gd name="connsiteY296" fmla="*/ 6858000 h 6858000"/>
              <a:gd name="connsiteX297" fmla="*/ 6034344 w 7467600"/>
              <a:gd name="connsiteY297" fmla="*/ 6858000 h 6858000"/>
              <a:gd name="connsiteX298" fmla="*/ 6026679 w 7467600"/>
              <a:gd name="connsiteY298" fmla="*/ 6836959 h 6858000"/>
              <a:gd name="connsiteX299" fmla="*/ 5800441 w 7467600"/>
              <a:gd name="connsiteY299" fmla="*/ 6335286 h 6858000"/>
              <a:gd name="connsiteX300" fmla="*/ 5526562 w 7467600"/>
              <a:gd name="connsiteY300" fmla="*/ 5705388 h 6858000"/>
              <a:gd name="connsiteX301" fmla="*/ 5519640 w 7467600"/>
              <a:gd name="connsiteY301" fmla="*/ 5683774 h 6858000"/>
              <a:gd name="connsiteX302" fmla="*/ 5844559 w 7467600"/>
              <a:gd name="connsiteY302" fmla="*/ 6553349 h 6858000"/>
              <a:gd name="connsiteX303" fmla="*/ 5975994 w 7467600"/>
              <a:gd name="connsiteY303" fmla="*/ 6858000 h 6858000"/>
              <a:gd name="connsiteX304" fmla="*/ 5898547 w 7467600"/>
              <a:gd name="connsiteY304" fmla="*/ 6858000 h 6858000"/>
              <a:gd name="connsiteX305" fmla="*/ 5682041 w 7467600"/>
              <a:gd name="connsiteY305" fmla="*/ 6355860 h 6858000"/>
              <a:gd name="connsiteX306" fmla="*/ 5461758 w 7467600"/>
              <a:gd name="connsiteY306" fmla="*/ 5820220 h 6858000"/>
              <a:gd name="connsiteX307" fmla="*/ 5237282 w 7467600"/>
              <a:gd name="connsiteY307" fmla="*/ 6579086 h 6858000"/>
              <a:gd name="connsiteX308" fmla="*/ 5115009 w 7467600"/>
              <a:gd name="connsiteY308" fmla="*/ 6858000 h 6858000"/>
              <a:gd name="connsiteX309" fmla="*/ 5028074 w 7467600"/>
              <a:gd name="connsiteY309" fmla="*/ 6858000 h 6858000"/>
              <a:gd name="connsiteX310" fmla="*/ 5079508 w 7467600"/>
              <a:gd name="connsiteY310" fmla="*/ 6749074 h 6858000"/>
              <a:gd name="connsiteX311" fmla="*/ 5371846 w 7467600"/>
              <a:gd name="connsiteY311" fmla="*/ 5924413 h 6858000"/>
              <a:gd name="connsiteX312" fmla="*/ 5270512 w 7467600"/>
              <a:gd name="connsiteY312" fmla="*/ 6138975 h 6858000"/>
              <a:gd name="connsiteX313" fmla="*/ 5062409 w 7467600"/>
              <a:gd name="connsiteY313" fmla="*/ 6653544 h 6858000"/>
              <a:gd name="connsiteX314" fmla="*/ 5036628 w 7467600"/>
              <a:gd name="connsiteY314" fmla="*/ 6754247 h 6858000"/>
              <a:gd name="connsiteX315" fmla="*/ 5009112 w 7467600"/>
              <a:gd name="connsiteY315" fmla="*/ 6858000 h 6858000"/>
              <a:gd name="connsiteX316" fmla="*/ 4976679 w 7467600"/>
              <a:gd name="connsiteY316" fmla="*/ 6858000 h 6858000"/>
              <a:gd name="connsiteX317" fmla="*/ 5006537 w 7467600"/>
              <a:gd name="connsiteY317" fmla="*/ 6747068 h 6858000"/>
              <a:gd name="connsiteX318" fmla="*/ 5032723 w 7467600"/>
              <a:gd name="connsiteY318" fmla="*/ 6644957 h 6858000"/>
              <a:gd name="connsiteX319" fmla="*/ 5242949 w 7467600"/>
              <a:gd name="connsiteY319" fmla="*/ 6125175 h 6858000"/>
              <a:gd name="connsiteX320" fmla="*/ 5286321 w 7467600"/>
              <a:gd name="connsiteY320" fmla="*/ 6033555 h 6858000"/>
              <a:gd name="connsiteX321" fmla="*/ 5008210 w 7467600"/>
              <a:gd name="connsiteY321" fmla="*/ 6649194 h 6858000"/>
              <a:gd name="connsiteX322" fmla="*/ 4986321 w 7467600"/>
              <a:gd name="connsiteY322" fmla="*/ 6765687 h 6858000"/>
              <a:gd name="connsiteX323" fmla="*/ 4973474 w 7467600"/>
              <a:gd name="connsiteY323" fmla="*/ 6858000 h 6858000"/>
              <a:gd name="connsiteX324" fmla="*/ 4907178 w 7467600"/>
              <a:gd name="connsiteY324" fmla="*/ 6858000 h 6858000"/>
              <a:gd name="connsiteX325" fmla="*/ 4910810 w 7467600"/>
              <a:gd name="connsiteY325" fmla="*/ 6829660 h 6858000"/>
              <a:gd name="connsiteX326" fmla="*/ 4987461 w 7467600"/>
              <a:gd name="connsiteY326" fmla="*/ 6432994 h 6858000"/>
              <a:gd name="connsiteX327" fmla="*/ 5179262 w 7467600"/>
              <a:gd name="connsiteY327" fmla="*/ 6035044 h 6858000"/>
              <a:gd name="connsiteX328" fmla="*/ 4689678 w 7467600"/>
              <a:gd name="connsiteY328" fmla="*/ 6440241 h 6858000"/>
              <a:gd name="connsiteX329" fmla="*/ 4477543 w 7467600"/>
              <a:gd name="connsiteY329" fmla="*/ 6674836 h 6858000"/>
              <a:gd name="connsiteX330" fmla="*/ 4329957 w 7467600"/>
              <a:gd name="connsiteY330" fmla="*/ 6858000 h 6858000"/>
              <a:gd name="connsiteX331" fmla="*/ 4218595 w 7467600"/>
              <a:gd name="connsiteY331" fmla="*/ 6858000 h 6858000"/>
              <a:gd name="connsiteX332" fmla="*/ 4368888 w 7467600"/>
              <a:gd name="connsiteY332" fmla="*/ 6668412 h 6858000"/>
              <a:gd name="connsiteX333" fmla="*/ 4563091 w 7467600"/>
              <a:gd name="connsiteY333" fmla="*/ 6442508 h 6858000"/>
              <a:gd name="connsiteX334" fmla="*/ 5387324 w 7467600"/>
              <a:gd name="connsiteY334" fmla="*/ 5705830 h 6858000"/>
              <a:gd name="connsiteX335" fmla="*/ 5073620 w 7467600"/>
              <a:gd name="connsiteY335" fmla="*/ 5955437 h 6858000"/>
              <a:gd name="connsiteX336" fmla="*/ 4689789 w 7467600"/>
              <a:gd name="connsiteY336" fmla="*/ 6268382 h 6858000"/>
              <a:gd name="connsiteX337" fmla="*/ 4418722 w 7467600"/>
              <a:gd name="connsiteY337" fmla="*/ 6570886 h 6858000"/>
              <a:gd name="connsiteX338" fmla="*/ 4214944 w 7467600"/>
              <a:gd name="connsiteY338" fmla="*/ 6858000 h 6858000"/>
              <a:gd name="connsiteX339" fmla="*/ 4177898 w 7467600"/>
              <a:gd name="connsiteY339" fmla="*/ 6858000 h 6858000"/>
              <a:gd name="connsiteX340" fmla="*/ 4391597 w 7467600"/>
              <a:gd name="connsiteY340" fmla="*/ 6556370 h 6858000"/>
              <a:gd name="connsiteX341" fmla="*/ 4668889 w 7467600"/>
              <a:gd name="connsiteY341" fmla="*/ 6246399 h 6858000"/>
              <a:gd name="connsiteX342" fmla="*/ 5055427 w 7467600"/>
              <a:gd name="connsiteY342" fmla="*/ 5931476 h 6858000"/>
              <a:gd name="connsiteX343" fmla="*/ 5371814 w 7467600"/>
              <a:gd name="connsiteY343" fmla="*/ 5678975 h 6858000"/>
              <a:gd name="connsiteX344" fmla="*/ 4987918 w 7467600"/>
              <a:gd name="connsiteY344" fmla="*/ 5838701 h 6858000"/>
              <a:gd name="connsiteX345" fmla="*/ 4317146 w 7467600"/>
              <a:gd name="connsiteY345" fmla="*/ 6587716 h 6858000"/>
              <a:gd name="connsiteX346" fmla="*/ 4171627 w 7467600"/>
              <a:gd name="connsiteY346" fmla="*/ 6858000 h 6858000"/>
              <a:gd name="connsiteX347" fmla="*/ 4081585 w 7467600"/>
              <a:gd name="connsiteY347" fmla="*/ 6858000 h 6858000"/>
              <a:gd name="connsiteX348" fmla="*/ 4238603 w 7467600"/>
              <a:gd name="connsiteY348" fmla="*/ 6559341 h 6858000"/>
              <a:gd name="connsiteX349" fmla="*/ 4778333 w 7467600"/>
              <a:gd name="connsiteY349" fmla="*/ 5873626 h 6858000"/>
              <a:gd name="connsiteX350" fmla="*/ 5414185 w 7467600"/>
              <a:gd name="connsiteY350" fmla="*/ 5573882 h 6858000"/>
              <a:gd name="connsiteX351" fmla="*/ 5959648 w 7467600"/>
              <a:gd name="connsiteY351" fmla="*/ 4760797 h 6858000"/>
              <a:gd name="connsiteX352" fmla="*/ 5355019 w 7467600"/>
              <a:gd name="connsiteY352" fmla="*/ 4734672 h 6858000"/>
              <a:gd name="connsiteX353" fmla="*/ 5083565 w 7467600"/>
              <a:gd name="connsiteY353" fmla="*/ 5179121 h 6858000"/>
              <a:gd name="connsiteX354" fmla="*/ 4713577 w 7467600"/>
              <a:gd name="connsiteY354" fmla="*/ 5616803 h 6858000"/>
              <a:gd name="connsiteX355" fmla="*/ 3989559 w 7467600"/>
              <a:gd name="connsiteY355" fmla="*/ 6145945 h 6858000"/>
              <a:gd name="connsiteX356" fmla="*/ 3939824 w 7467600"/>
              <a:gd name="connsiteY356" fmla="*/ 6066900 h 6858000"/>
              <a:gd name="connsiteX357" fmla="*/ 4584537 w 7467600"/>
              <a:gd name="connsiteY357" fmla="*/ 5324826 h 6858000"/>
              <a:gd name="connsiteX358" fmla="*/ 5037105 w 7467600"/>
              <a:gd name="connsiteY358" fmla="*/ 5088765 h 6858000"/>
              <a:gd name="connsiteX359" fmla="*/ 5039930 w 7467600"/>
              <a:gd name="connsiteY359" fmla="*/ 5089585 h 6858000"/>
              <a:gd name="connsiteX360" fmla="*/ 5263764 w 7467600"/>
              <a:gd name="connsiteY360" fmla="*/ 4735525 h 6858000"/>
              <a:gd name="connsiteX361" fmla="*/ 4086300 w 7467600"/>
              <a:gd name="connsiteY361" fmla="*/ 4884599 h 6858000"/>
              <a:gd name="connsiteX362" fmla="*/ 4085485 w 7467600"/>
              <a:gd name="connsiteY362" fmla="*/ 4899070 h 6858000"/>
              <a:gd name="connsiteX363" fmla="*/ 3871915 w 7467600"/>
              <a:gd name="connsiteY363" fmla="*/ 5253645 h 6858000"/>
              <a:gd name="connsiteX364" fmla="*/ 3799374 w 7467600"/>
              <a:gd name="connsiteY364" fmla="*/ 5466127 h 6858000"/>
              <a:gd name="connsiteX365" fmla="*/ 3498850 w 7467600"/>
              <a:gd name="connsiteY365" fmla="*/ 6661888 h 6858000"/>
              <a:gd name="connsiteX366" fmla="*/ 3399216 w 7467600"/>
              <a:gd name="connsiteY366" fmla="*/ 6858000 h 6858000"/>
              <a:gd name="connsiteX367" fmla="*/ 3303688 w 7467600"/>
              <a:gd name="connsiteY367" fmla="*/ 6858000 h 6858000"/>
              <a:gd name="connsiteX368" fmla="*/ 3391774 w 7467600"/>
              <a:gd name="connsiteY368" fmla="*/ 6697181 h 6858000"/>
              <a:gd name="connsiteX369" fmla="*/ 3735540 w 7467600"/>
              <a:gd name="connsiteY369" fmla="*/ 5546923 h 6858000"/>
              <a:gd name="connsiteX370" fmla="*/ 3729438 w 7467600"/>
              <a:gd name="connsiteY370" fmla="*/ 5569058 h 6858000"/>
              <a:gd name="connsiteX371" fmla="*/ 3707782 w 7467600"/>
              <a:gd name="connsiteY371" fmla="*/ 5644908 h 6858000"/>
              <a:gd name="connsiteX372" fmla="*/ 3583827 w 7467600"/>
              <a:gd name="connsiteY372" fmla="*/ 6039215 h 6858000"/>
              <a:gd name="connsiteX373" fmla="*/ 3547861 w 7467600"/>
              <a:gd name="connsiteY373" fmla="*/ 6129609 h 6858000"/>
              <a:gd name="connsiteX374" fmla="*/ 3490905 w 7467600"/>
              <a:gd name="connsiteY374" fmla="*/ 6277660 h 6858000"/>
              <a:gd name="connsiteX375" fmla="*/ 3455859 w 7467600"/>
              <a:gd name="connsiteY375" fmla="*/ 6391301 h 6858000"/>
              <a:gd name="connsiteX376" fmla="*/ 3429112 w 7467600"/>
              <a:gd name="connsiteY376" fmla="*/ 6479469 h 6858000"/>
              <a:gd name="connsiteX377" fmla="*/ 3304862 w 7467600"/>
              <a:gd name="connsiteY377" fmla="*/ 6796476 h 6858000"/>
              <a:gd name="connsiteX378" fmla="*/ 3276071 w 7467600"/>
              <a:gd name="connsiteY378" fmla="*/ 6858000 h 6858000"/>
              <a:gd name="connsiteX379" fmla="*/ 3240805 w 7467600"/>
              <a:gd name="connsiteY379" fmla="*/ 6858000 h 6858000"/>
              <a:gd name="connsiteX380" fmla="*/ 3275917 w 7467600"/>
              <a:gd name="connsiteY380" fmla="*/ 6783192 h 6858000"/>
              <a:gd name="connsiteX381" fmla="*/ 3399358 w 7467600"/>
              <a:gd name="connsiteY381" fmla="*/ 6469011 h 6858000"/>
              <a:gd name="connsiteX382" fmla="*/ 3425650 w 7467600"/>
              <a:gd name="connsiteY382" fmla="*/ 6381333 h 6858000"/>
              <a:gd name="connsiteX383" fmla="*/ 3460661 w 7467600"/>
              <a:gd name="connsiteY383" fmla="*/ 6266763 h 6858000"/>
              <a:gd name="connsiteX384" fmla="*/ 3518021 w 7467600"/>
              <a:gd name="connsiteY384" fmla="*/ 6117298 h 6858000"/>
              <a:gd name="connsiteX385" fmla="*/ 3554035 w 7467600"/>
              <a:gd name="connsiteY385" fmla="*/ 6027832 h 6858000"/>
              <a:gd name="connsiteX386" fmla="*/ 3677174 w 7467600"/>
              <a:gd name="connsiteY386" fmla="*/ 5636351 h 6858000"/>
              <a:gd name="connsiteX387" fmla="*/ 3698819 w 7467600"/>
              <a:gd name="connsiteY387" fmla="*/ 5560503 h 6858000"/>
              <a:gd name="connsiteX388" fmla="*/ 3702094 w 7467600"/>
              <a:gd name="connsiteY388" fmla="*/ 5549194 h 6858000"/>
              <a:gd name="connsiteX389" fmla="*/ 3398355 w 7467600"/>
              <a:gd name="connsiteY389" fmla="*/ 6094603 h 6858000"/>
              <a:gd name="connsiteX390" fmla="*/ 3193941 w 7467600"/>
              <a:gd name="connsiteY390" fmla="*/ 6798775 h 6858000"/>
              <a:gd name="connsiteX391" fmla="*/ 3184140 w 7467600"/>
              <a:gd name="connsiteY391" fmla="*/ 6858000 h 6858000"/>
              <a:gd name="connsiteX392" fmla="*/ 3099978 w 7467600"/>
              <a:gd name="connsiteY392" fmla="*/ 6858000 h 6858000"/>
              <a:gd name="connsiteX393" fmla="*/ 3101556 w 7467600"/>
              <a:gd name="connsiteY393" fmla="*/ 6843337 h 6858000"/>
              <a:gd name="connsiteX394" fmla="*/ 3370162 w 7467600"/>
              <a:gd name="connsiteY394" fmla="*/ 5785550 h 6858000"/>
              <a:gd name="connsiteX395" fmla="*/ 3746477 w 7467600"/>
              <a:gd name="connsiteY395" fmla="*/ 5377889 h 6858000"/>
              <a:gd name="connsiteX396" fmla="*/ 3863399 w 7467600"/>
              <a:gd name="connsiteY396" fmla="*/ 5087257 h 6858000"/>
              <a:gd name="connsiteX397" fmla="*/ 3968712 w 7467600"/>
              <a:gd name="connsiteY397" fmla="*/ 4913989 h 6858000"/>
              <a:gd name="connsiteX398" fmla="*/ 2792390 w 7467600"/>
              <a:gd name="connsiteY398" fmla="*/ 5382974 h 6858000"/>
              <a:gd name="connsiteX399" fmla="*/ 2714982 w 7467600"/>
              <a:gd name="connsiteY399" fmla="*/ 5427051 h 6858000"/>
              <a:gd name="connsiteX400" fmla="*/ 2813361 w 7467600"/>
              <a:gd name="connsiteY400" fmla="*/ 6023912 h 6858000"/>
              <a:gd name="connsiteX401" fmla="*/ 2688430 w 7467600"/>
              <a:gd name="connsiteY401" fmla="*/ 6801564 h 6858000"/>
              <a:gd name="connsiteX402" fmla="*/ 2629626 w 7467600"/>
              <a:gd name="connsiteY402" fmla="*/ 6763394 h 6858000"/>
              <a:gd name="connsiteX403" fmla="*/ 2565328 w 7467600"/>
              <a:gd name="connsiteY403" fmla="*/ 5516399 h 6858000"/>
              <a:gd name="connsiteX404" fmla="*/ 1922999 w 7467600"/>
              <a:gd name="connsiteY404" fmla="*/ 5980343 h 6858000"/>
              <a:gd name="connsiteX405" fmla="*/ 1950261 w 7467600"/>
              <a:gd name="connsiteY405" fmla="*/ 6405858 h 6858000"/>
              <a:gd name="connsiteX406" fmla="*/ 2365554 w 7467600"/>
              <a:gd name="connsiteY406" fmla="*/ 6759107 h 6858000"/>
              <a:gd name="connsiteX407" fmla="*/ 2424142 w 7467600"/>
              <a:gd name="connsiteY407" fmla="*/ 6858000 h 6858000"/>
              <a:gd name="connsiteX408" fmla="*/ 2395994 w 7467600"/>
              <a:gd name="connsiteY408" fmla="*/ 6858000 h 6858000"/>
              <a:gd name="connsiteX409" fmla="*/ 2392863 w 7467600"/>
              <a:gd name="connsiteY409" fmla="*/ 6852964 h 6858000"/>
              <a:gd name="connsiteX410" fmla="*/ 2017589 w 7467600"/>
              <a:gd name="connsiteY410" fmla="*/ 6493982 h 6858000"/>
              <a:gd name="connsiteX411" fmla="*/ 2147336 w 7467600"/>
              <a:gd name="connsiteY411" fmla="*/ 6594052 h 6858000"/>
              <a:gd name="connsiteX412" fmla="*/ 2207047 w 7467600"/>
              <a:gd name="connsiteY412" fmla="*/ 6654540 h 6858000"/>
              <a:gd name="connsiteX413" fmla="*/ 2299106 w 7467600"/>
              <a:gd name="connsiteY413" fmla="*/ 6778931 h 6858000"/>
              <a:gd name="connsiteX414" fmla="*/ 2314430 w 7467600"/>
              <a:gd name="connsiteY414" fmla="*/ 6801144 h 6858000"/>
              <a:gd name="connsiteX415" fmla="*/ 2352406 w 7467600"/>
              <a:gd name="connsiteY415" fmla="*/ 6858000 h 6858000"/>
              <a:gd name="connsiteX416" fmla="*/ 2314492 w 7467600"/>
              <a:gd name="connsiteY416" fmla="*/ 6858000 h 6858000"/>
              <a:gd name="connsiteX417" fmla="*/ 2288095 w 7467600"/>
              <a:gd name="connsiteY417" fmla="*/ 6818030 h 6858000"/>
              <a:gd name="connsiteX418" fmla="*/ 2272768 w 7467600"/>
              <a:gd name="connsiteY418" fmla="*/ 6795822 h 6858000"/>
              <a:gd name="connsiteX419" fmla="*/ 2182715 w 7467600"/>
              <a:gd name="connsiteY419" fmla="*/ 6675071 h 6858000"/>
              <a:gd name="connsiteX420" fmla="*/ 2032061 w 7467600"/>
              <a:gd name="connsiteY420" fmla="*/ 6541380 h 6858000"/>
              <a:gd name="connsiteX421" fmla="*/ 2257220 w 7467600"/>
              <a:gd name="connsiteY421" fmla="*/ 6826257 h 6858000"/>
              <a:gd name="connsiteX422" fmla="*/ 2281324 w 7467600"/>
              <a:gd name="connsiteY422" fmla="*/ 6858000 h 6858000"/>
              <a:gd name="connsiteX423" fmla="*/ 2242860 w 7467600"/>
              <a:gd name="connsiteY423" fmla="*/ 6858000 h 6858000"/>
              <a:gd name="connsiteX424" fmla="*/ 2232818 w 7467600"/>
              <a:gd name="connsiteY424" fmla="*/ 6844926 h 6858000"/>
              <a:gd name="connsiteX425" fmla="*/ 1990172 w 7467600"/>
              <a:gd name="connsiteY425" fmla="*/ 6542121 h 6858000"/>
              <a:gd name="connsiteX426" fmla="*/ 2124090 w 7467600"/>
              <a:gd name="connsiteY426" fmla="*/ 6761017 h 6858000"/>
              <a:gd name="connsiteX427" fmla="*/ 2200380 w 7467600"/>
              <a:gd name="connsiteY427" fmla="*/ 6858000 h 6858000"/>
              <a:gd name="connsiteX428" fmla="*/ 2147507 w 7467600"/>
              <a:gd name="connsiteY428" fmla="*/ 6858000 h 6858000"/>
              <a:gd name="connsiteX429" fmla="*/ 2070668 w 7467600"/>
              <a:gd name="connsiteY429" fmla="*/ 6761520 h 6858000"/>
              <a:gd name="connsiteX430" fmla="*/ 1975142 w 7467600"/>
              <a:gd name="connsiteY430" fmla="*/ 6585570 h 6858000"/>
              <a:gd name="connsiteX431" fmla="*/ 2050035 w 7467600"/>
              <a:gd name="connsiteY431" fmla="*/ 6813345 h 6858000"/>
              <a:gd name="connsiteX432" fmla="*/ 2063025 w 7467600"/>
              <a:gd name="connsiteY432" fmla="*/ 6858000 h 6858000"/>
              <a:gd name="connsiteX433" fmla="*/ 2021675 w 7467600"/>
              <a:gd name="connsiteY433" fmla="*/ 6858000 h 6858000"/>
              <a:gd name="connsiteX434" fmla="*/ 2019308 w 7467600"/>
              <a:gd name="connsiteY434" fmla="*/ 6847118 h 6858000"/>
              <a:gd name="connsiteX435" fmla="*/ 1938835 w 7467600"/>
              <a:gd name="connsiteY435" fmla="*/ 6551160 h 6858000"/>
              <a:gd name="connsiteX436" fmla="*/ 1953230 w 7467600"/>
              <a:gd name="connsiteY436" fmla="*/ 6759699 h 6858000"/>
              <a:gd name="connsiteX437" fmla="*/ 1956763 w 7467600"/>
              <a:gd name="connsiteY437" fmla="*/ 6778191 h 6858000"/>
              <a:gd name="connsiteX438" fmla="*/ 1967925 w 7467600"/>
              <a:gd name="connsiteY438" fmla="*/ 6858000 h 6858000"/>
              <a:gd name="connsiteX439" fmla="*/ 1936622 w 7467600"/>
              <a:gd name="connsiteY439" fmla="*/ 6858000 h 6858000"/>
              <a:gd name="connsiteX440" fmla="*/ 1926261 w 7467600"/>
              <a:gd name="connsiteY440" fmla="*/ 6784064 h 6858000"/>
              <a:gd name="connsiteX441" fmla="*/ 1922724 w 7467600"/>
              <a:gd name="connsiteY441" fmla="*/ 6765577 h 6858000"/>
              <a:gd name="connsiteX442" fmla="*/ 1904650 w 7467600"/>
              <a:gd name="connsiteY442" fmla="*/ 6639616 h 6858000"/>
              <a:gd name="connsiteX443" fmla="*/ 1885273 w 7467600"/>
              <a:gd name="connsiteY443" fmla="*/ 6858000 h 6858000"/>
              <a:gd name="connsiteX444" fmla="*/ 1854363 w 7467600"/>
              <a:gd name="connsiteY444" fmla="*/ 6858000 h 6858000"/>
              <a:gd name="connsiteX445" fmla="*/ 1880391 w 7467600"/>
              <a:gd name="connsiteY445" fmla="*/ 6603796 h 6858000"/>
              <a:gd name="connsiteX446" fmla="*/ 1818273 w 7467600"/>
              <a:gd name="connsiteY446" fmla="*/ 6715729 h 6858000"/>
              <a:gd name="connsiteX447" fmla="*/ 1794691 w 7467600"/>
              <a:gd name="connsiteY447" fmla="*/ 6843239 h 6858000"/>
              <a:gd name="connsiteX448" fmla="*/ 1794914 w 7467600"/>
              <a:gd name="connsiteY448" fmla="*/ 6858000 h 6858000"/>
              <a:gd name="connsiteX449" fmla="*/ 1746128 w 7467600"/>
              <a:gd name="connsiteY449" fmla="*/ 6858000 h 6858000"/>
              <a:gd name="connsiteX450" fmla="*/ 1753934 w 7467600"/>
              <a:gd name="connsiteY450" fmla="*/ 6724796 h 6858000"/>
              <a:gd name="connsiteX451" fmla="*/ 1792053 w 7467600"/>
              <a:gd name="connsiteY451" fmla="*/ 6572396 h 6858000"/>
              <a:gd name="connsiteX452" fmla="*/ 1862248 w 7467600"/>
              <a:gd name="connsiteY452" fmla="*/ 6266397 h 6858000"/>
              <a:gd name="connsiteX453" fmla="*/ 1862250 w 7467600"/>
              <a:gd name="connsiteY453" fmla="*/ 6033531 h 6858000"/>
              <a:gd name="connsiteX454" fmla="*/ 1211999 w 7467600"/>
              <a:gd name="connsiteY454" fmla="*/ 6683610 h 6858000"/>
              <a:gd name="connsiteX455" fmla="*/ 1213266 w 7467600"/>
              <a:gd name="connsiteY455" fmla="*/ 6691947 h 6858000"/>
              <a:gd name="connsiteX456" fmla="*/ 1203370 w 7467600"/>
              <a:gd name="connsiteY456" fmla="*/ 6850676 h 6858000"/>
              <a:gd name="connsiteX457" fmla="*/ 1203671 w 7467600"/>
              <a:gd name="connsiteY457" fmla="*/ 6858000 h 6858000"/>
              <a:gd name="connsiteX458" fmla="*/ 1143180 w 7467600"/>
              <a:gd name="connsiteY458" fmla="*/ 6858000 h 6858000"/>
              <a:gd name="connsiteX459" fmla="*/ 1142176 w 7467600"/>
              <a:gd name="connsiteY459" fmla="*/ 6766045 h 6858000"/>
              <a:gd name="connsiteX460" fmla="*/ 1067484 w 7467600"/>
              <a:gd name="connsiteY460" fmla="*/ 6858000 h 6858000"/>
              <a:gd name="connsiteX461" fmla="*/ 953928 w 7467600"/>
              <a:gd name="connsiteY461" fmla="*/ 6858000 h 6858000"/>
              <a:gd name="connsiteX462" fmla="*/ 959715 w 7467600"/>
              <a:gd name="connsiteY462" fmla="*/ 6850185 h 6858000"/>
              <a:gd name="connsiteX463" fmla="*/ 1483788 w 7467600"/>
              <a:gd name="connsiteY463" fmla="*/ 6259174 h 6858000"/>
              <a:gd name="connsiteX464" fmla="*/ 1100671 w 7467600"/>
              <a:gd name="connsiteY464" fmla="*/ 6252137 h 6858000"/>
              <a:gd name="connsiteX465" fmla="*/ 1090144 w 7467600"/>
              <a:gd name="connsiteY465" fmla="*/ 6256748 h 6858000"/>
              <a:gd name="connsiteX466" fmla="*/ 1095872 w 7467600"/>
              <a:gd name="connsiteY466" fmla="*/ 6271892 h 6858000"/>
              <a:gd name="connsiteX467" fmla="*/ 262785 w 7467600"/>
              <a:gd name="connsiteY467" fmla="*/ 6845450 h 6858000"/>
              <a:gd name="connsiteX468" fmla="*/ 209968 w 7467600"/>
              <a:gd name="connsiteY468" fmla="*/ 6770713 h 6858000"/>
              <a:gd name="connsiteX469" fmla="*/ 873460 w 7467600"/>
              <a:gd name="connsiteY469" fmla="*/ 6253768 h 6858000"/>
              <a:gd name="connsiteX470" fmla="*/ 192686 w 7467600"/>
              <a:gd name="connsiteY470" fmla="*/ 5849257 h 6858000"/>
              <a:gd name="connsiteX471" fmla="*/ 4696 w 7467600"/>
              <a:gd name="connsiteY471" fmla="*/ 5697668 h 6858000"/>
              <a:gd name="connsiteX472" fmla="*/ 0 w 7467600"/>
              <a:gd name="connsiteY472" fmla="*/ 5689984 h 6858000"/>
              <a:gd name="connsiteX473" fmla="*/ 0 w 7467600"/>
              <a:gd name="connsiteY473" fmla="*/ 5513472 h 6858000"/>
              <a:gd name="connsiteX474" fmla="*/ 174101 w 7467600"/>
              <a:gd name="connsiteY474" fmla="*/ 5620277 h 6858000"/>
              <a:gd name="connsiteX475" fmla="*/ 891800 w 7467600"/>
              <a:gd name="connsiteY475" fmla="*/ 6036935 h 6858000"/>
              <a:gd name="connsiteX476" fmla="*/ 1072219 w 7467600"/>
              <a:gd name="connsiteY476" fmla="*/ 6169443 h 6858000"/>
              <a:gd name="connsiteX477" fmla="*/ 1074117 w 7467600"/>
              <a:gd name="connsiteY477" fmla="*/ 6170301 h 6858000"/>
              <a:gd name="connsiteX478" fmla="*/ 1083114 w 7467600"/>
              <a:gd name="connsiteY478" fmla="*/ 6174131 h 6858000"/>
              <a:gd name="connsiteX479" fmla="*/ 1543010 w 7467600"/>
              <a:gd name="connsiteY479" fmla="*/ 6191140 h 6858000"/>
              <a:gd name="connsiteX480" fmla="*/ 1551080 w 7467600"/>
              <a:gd name="connsiteY480" fmla="*/ 6195006 h 6858000"/>
              <a:gd name="connsiteX481" fmla="*/ 2345443 w 7467600"/>
              <a:gd name="connsiteY481" fmla="*/ 5549882 h 6858000"/>
              <a:gd name="connsiteX482" fmla="*/ 1721499 w 7467600"/>
              <a:gd name="connsiteY482" fmla="*/ 5599969 h 6858000"/>
              <a:gd name="connsiteX483" fmla="*/ 767716 w 7467600"/>
              <a:gd name="connsiteY483" fmla="*/ 5472768 h 6858000"/>
              <a:gd name="connsiteX484" fmla="*/ 722147 w 7467600"/>
              <a:gd name="connsiteY484" fmla="*/ 5393091 h 6858000"/>
              <a:gd name="connsiteX485" fmla="*/ 1485552 w 7467600"/>
              <a:gd name="connsiteY485" fmla="*/ 5313202 h 6858000"/>
              <a:gd name="connsiteX486" fmla="*/ 2143004 w 7467600"/>
              <a:gd name="connsiteY486" fmla="*/ 5402420 h 6858000"/>
              <a:gd name="connsiteX487" fmla="*/ 1933391 w 7467600"/>
              <a:gd name="connsiteY487" fmla="*/ 5156971 h 6858000"/>
              <a:gd name="connsiteX488" fmla="*/ 1827118 w 7467600"/>
              <a:gd name="connsiteY488" fmla="*/ 4968410 h 6858000"/>
              <a:gd name="connsiteX489" fmla="*/ 1837349 w 7467600"/>
              <a:gd name="connsiteY489" fmla="*/ 4956357 h 6858000"/>
              <a:gd name="connsiteX490" fmla="*/ 2162835 w 7467600"/>
              <a:gd name="connsiteY490" fmla="*/ 5187853 h 6858000"/>
              <a:gd name="connsiteX491" fmla="*/ 2257167 w 7467600"/>
              <a:gd name="connsiteY491" fmla="*/ 5462123 h 6858000"/>
              <a:gd name="connsiteX492" fmla="*/ 2261598 w 7467600"/>
              <a:gd name="connsiteY492" fmla="*/ 5467998 h 6858000"/>
              <a:gd name="connsiteX493" fmla="*/ 2437177 w 7467600"/>
              <a:gd name="connsiteY493" fmla="*/ 5479608 h 6858000"/>
              <a:gd name="connsiteX494" fmla="*/ 2445247 w 7467600"/>
              <a:gd name="connsiteY494" fmla="*/ 5483476 h 6858000"/>
              <a:gd name="connsiteX495" fmla="*/ 2743626 w 7467600"/>
              <a:gd name="connsiteY495" fmla="*/ 5304819 h 6858000"/>
              <a:gd name="connsiteX496" fmla="*/ 3048102 w 7467600"/>
              <a:gd name="connsiteY496" fmla="*/ 5150595 h 6858000"/>
              <a:gd name="connsiteX497" fmla="*/ 1799414 w 7467600"/>
              <a:gd name="connsiteY497" fmla="*/ 4694732 h 6858000"/>
              <a:gd name="connsiteX498" fmla="*/ 1771735 w 7467600"/>
              <a:gd name="connsiteY498" fmla="*/ 4619929 h 6858000"/>
              <a:gd name="connsiteX499" fmla="*/ 3104273 w 7467600"/>
              <a:gd name="connsiteY499" fmla="*/ 5076159 h 6858000"/>
              <a:gd name="connsiteX500" fmla="*/ 3113245 w 7467600"/>
              <a:gd name="connsiteY500" fmla="*/ 5090705 h 6858000"/>
              <a:gd name="connsiteX501" fmla="*/ 3126294 w 7467600"/>
              <a:gd name="connsiteY501" fmla="*/ 5114400 h 6858000"/>
              <a:gd name="connsiteX502" fmla="*/ 3937433 w 7467600"/>
              <a:gd name="connsiteY502" fmla="*/ 4830473 h 6858000"/>
              <a:gd name="connsiteX503" fmla="*/ 3590475 w 7467600"/>
              <a:gd name="connsiteY503" fmla="*/ 4597974 h 6858000"/>
              <a:gd name="connsiteX504" fmla="*/ 3100264 w 7467600"/>
              <a:gd name="connsiteY504" fmla="*/ 4579845 h 6858000"/>
              <a:gd name="connsiteX505" fmla="*/ 2183576 w 7467600"/>
              <a:gd name="connsiteY505" fmla="*/ 4227150 h 6858000"/>
              <a:gd name="connsiteX506" fmla="*/ 2151029 w 7467600"/>
              <a:gd name="connsiteY506" fmla="*/ 4146947 h 6858000"/>
              <a:gd name="connsiteX507" fmla="*/ 3563434 w 7467600"/>
              <a:gd name="connsiteY507" fmla="*/ 4469115 h 6858000"/>
              <a:gd name="connsiteX508" fmla="*/ 3177952 w 7467600"/>
              <a:gd name="connsiteY508" fmla="*/ 3657386 h 6858000"/>
              <a:gd name="connsiteX509" fmla="*/ 3189263 w 7467600"/>
              <a:gd name="connsiteY509" fmla="*/ 3625726 h 6858000"/>
              <a:gd name="connsiteX510" fmla="*/ 3560912 w 7467600"/>
              <a:gd name="connsiteY510" fmla="*/ 4079863 h 6858000"/>
              <a:gd name="connsiteX511" fmla="*/ 3626636 w 7467600"/>
              <a:gd name="connsiteY511" fmla="*/ 4512230 h 6858000"/>
              <a:gd name="connsiteX512" fmla="*/ 3653088 w 7467600"/>
              <a:gd name="connsiteY512" fmla="*/ 4521417 h 6858000"/>
              <a:gd name="connsiteX513" fmla="*/ 3988128 w 7467600"/>
              <a:gd name="connsiteY513" fmla="*/ 4817267 h 6858000"/>
              <a:gd name="connsiteX514" fmla="*/ 4830582 w 7467600"/>
              <a:gd name="connsiteY514" fmla="*/ 4676000 h 6858000"/>
              <a:gd name="connsiteX515" fmla="*/ 4830100 w 7467600"/>
              <a:gd name="connsiteY515" fmla="*/ 4675554 h 6858000"/>
              <a:gd name="connsiteX516" fmla="*/ 4036318 w 7467600"/>
              <a:gd name="connsiteY516" fmla="*/ 4147013 h 6858000"/>
              <a:gd name="connsiteX517" fmla="*/ 3432098 w 7467600"/>
              <a:gd name="connsiteY517" fmla="*/ 3537312 h 6858000"/>
              <a:gd name="connsiteX518" fmla="*/ 3446761 w 7467600"/>
              <a:gd name="connsiteY518" fmla="*/ 3461278 h 6858000"/>
              <a:gd name="connsiteX519" fmla="*/ 4419733 w 7467600"/>
              <a:gd name="connsiteY519" fmla="*/ 3963555 h 6858000"/>
              <a:gd name="connsiteX520" fmla="*/ 4781371 w 7467600"/>
              <a:gd name="connsiteY520" fmla="*/ 4458604 h 6858000"/>
              <a:gd name="connsiteX521" fmla="*/ 4780440 w 7467600"/>
              <a:gd name="connsiteY521" fmla="*/ 4470290 h 6858000"/>
              <a:gd name="connsiteX522" fmla="*/ 4898954 w 7467600"/>
              <a:gd name="connsiteY522" fmla="*/ 4662092 h 6858000"/>
              <a:gd name="connsiteX523" fmla="*/ 4900699 w 7467600"/>
              <a:gd name="connsiteY523" fmla="*/ 4670867 h 6858000"/>
              <a:gd name="connsiteX524" fmla="*/ 5714511 w 7467600"/>
              <a:gd name="connsiteY524" fmla="*/ 4663483 h 6858000"/>
              <a:gd name="connsiteX525" fmla="*/ 5464793 w 7467600"/>
              <a:gd name="connsiteY525" fmla="*/ 4393556 h 6858000"/>
              <a:gd name="connsiteX526" fmla="*/ 5461897 w 7467600"/>
              <a:gd name="connsiteY526" fmla="*/ 4390879 h 6858000"/>
              <a:gd name="connsiteX527" fmla="*/ 4294126 w 7467600"/>
              <a:gd name="connsiteY527" fmla="*/ 3303048 h 6858000"/>
              <a:gd name="connsiteX528" fmla="*/ 4305321 w 7467600"/>
              <a:gd name="connsiteY528" fmla="*/ 3256953 h 6858000"/>
              <a:gd name="connsiteX529" fmla="*/ 4949299 w 7467600"/>
              <a:gd name="connsiteY529" fmla="*/ 3766336 h 6858000"/>
              <a:gd name="connsiteX530" fmla="*/ 5291452 w 7467600"/>
              <a:gd name="connsiteY530" fmla="*/ 4076801 h 6858000"/>
              <a:gd name="connsiteX531" fmla="*/ 5434998 w 7467600"/>
              <a:gd name="connsiteY531" fmla="*/ 4254100 h 6858000"/>
              <a:gd name="connsiteX532" fmla="*/ 5351015 w 7467600"/>
              <a:gd name="connsiteY532" fmla="*/ 3760989 h 6858000"/>
              <a:gd name="connsiteX533" fmla="*/ 5413780 w 7467600"/>
              <a:gd name="connsiteY533" fmla="*/ 2966265 h 6858000"/>
              <a:gd name="connsiteX534" fmla="*/ 5425627 w 7467600"/>
              <a:gd name="connsiteY534" fmla="*/ 2954192 h 6858000"/>
              <a:gd name="connsiteX535" fmla="*/ 6604735 w 7467600"/>
              <a:gd name="connsiteY535" fmla="*/ 2041381 h 6858000"/>
              <a:gd name="connsiteX536" fmla="*/ 7204487 w 7467600"/>
              <a:gd name="connsiteY536" fmla="*/ 2742112 h 6858000"/>
              <a:gd name="connsiteX537" fmla="*/ 7131592 w 7467600"/>
              <a:gd name="connsiteY537" fmla="*/ 2672096 h 6858000"/>
              <a:gd name="connsiteX538" fmla="*/ 6996344 w 7467600"/>
              <a:gd name="connsiteY538" fmla="*/ 2518310 h 6858000"/>
              <a:gd name="connsiteX539" fmla="*/ 6735495 w 7467600"/>
              <a:gd name="connsiteY539" fmla="*/ 2196890 h 6858000"/>
              <a:gd name="connsiteX540" fmla="*/ 6721901 w 7467600"/>
              <a:gd name="connsiteY540" fmla="*/ 2179274 h 6858000"/>
              <a:gd name="connsiteX541" fmla="*/ 6604735 w 7467600"/>
              <a:gd name="connsiteY541" fmla="*/ 2041381 h 6858000"/>
              <a:gd name="connsiteX542" fmla="*/ 6591670 w 7467600"/>
              <a:gd name="connsiteY542" fmla="*/ 1988277 h 6858000"/>
              <a:gd name="connsiteX543" fmla="*/ 6747349 w 7467600"/>
              <a:gd name="connsiteY543" fmla="*/ 2160069 h 6858000"/>
              <a:gd name="connsiteX544" fmla="*/ 6760943 w 7467600"/>
              <a:gd name="connsiteY544" fmla="*/ 2177686 h 6858000"/>
              <a:gd name="connsiteX545" fmla="*/ 7021065 w 7467600"/>
              <a:gd name="connsiteY545" fmla="*/ 2498102 h 6858000"/>
              <a:gd name="connsiteX546" fmla="*/ 7155223 w 7467600"/>
              <a:gd name="connsiteY546" fmla="*/ 2650386 h 6858000"/>
              <a:gd name="connsiteX547" fmla="*/ 7203167 w 7467600"/>
              <a:gd name="connsiteY547" fmla="*/ 2697288 h 6858000"/>
              <a:gd name="connsiteX548" fmla="*/ 6937703 w 7467600"/>
              <a:gd name="connsiteY548" fmla="*/ 2321981 h 6858000"/>
              <a:gd name="connsiteX549" fmla="*/ 6591670 w 7467600"/>
              <a:gd name="connsiteY549" fmla="*/ 1988277 h 6858000"/>
              <a:gd name="connsiteX550" fmla="*/ 5798671 w 7467600"/>
              <a:gd name="connsiteY550" fmla="*/ 1981601 h 6858000"/>
              <a:gd name="connsiteX551" fmla="*/ 5754709 w 7467600"/>
              <a:gd name="connsiteY551" fmla="*/ 2071454 h 6858000"/>
              <a:gd name="connsiteX552" fmla="*/ 5763044 w 7467600"/>
              <a:gd name="connsiteY552" fmla="*/ 2842206 h 6858000"/>
              <a:gd name="connsiteX553" fmla="*/ 5764974 w 7467600"/>
              <a:gd name="connsiteY553" fmla="*/ 2799609 h 6858000"/>
              <a:gd name="connsiteX554" fmla="*/ 5767665 w 7467600"/>
              <a:gd name="connsiteY554" fmla="*/ 2666409 h 6858000"/>
              <a:gd name="connsiteX555" fmla="*/ 5763055 w 7467600"/>
              <a:gd name="connsiteY555" fmla="*/ 2579705 h 6858000"/>
              <a:gd name="connsiteX556" fmla="*/ 5758079 w 7467600"/>
              <a:gd name="connsiteY556" fmla="*/ 2492508 h 6858000"/>
              <a:gd name="connsiteX557" fmla="*/ 5779325 w 7467600"/>
              <a:gd name="connsiteY557" fmla="*/ 2197069 h 6858000"/>
              <a:gd name="connsiteX558" fmla="*/ 5798671 w 7467600"/>
              <a:gd name="connsiteY558" fmla="*/ 1981601 h 6858000"/>
              <a:gd name="connsiteX559" fmla="*/ 5829202 w 7467600"/>
              <a:gd name="connsiteY559" fmla="*/ 1971679 h 6858000"/>
              <a:gd name="connsiteX560" fmla="*/ 5809558 w 7467600"/>
              <a:gd name="connsiteY560" fmla="*/ 2198043 h 6858000"/>
              <a:gd name="connsiteX561" fmla="*/ 5788653 w 7467600"/>
              <a:gd name="connsiteY561" fmla="*/ 2489430 h 6858000"/>
              <a:gd name="connsiteX562" fmla="*/ 5793439 w 7467600"/>
              <a:gd name="connsiteY562" fmla="*/ 2575235 h 6858000"/>
              <a:gd name="connsiteX563" fmla="*/ 5796837 w 7467600"/>
              <a:gd name="connsiteY563" fmla="*/ 2637633 h 6858000"/>
              <a:gd name="connsiteX564" fmla="*/ 5818614 w 7467600"/>
              <a:gd name="connsiteY564" fmla="*/ 2473055 h 6858000"/>
              <a:gd name="connsiteX565" fmla="*/ 5829202 w 7467600"/>
              <a:gd name="connsiteY565" fmla="*/ 1971679 h 6858000"/>
              <a:gd name="connsiteX566" fmla="*/ 5911389 w 7467600"/>
              <a:gd name="connsiteY566" fmla="*/ 1898371 h 6858000"/>
              <a:gd name="connsiteX567" fmla="*/ 6237627 w 7467600"/>
              <a:gd name="connsiteY567" fmla="*/ 2231921 h 6858000"/>
              <a:gd name="connsiteX568" fmla="*/ 5911389 w 7467600"/>
              <a:gd name="connsiteY568" fmla="*/ 1898371 h 6858000"/>
              <a:gd name="connsiteX569" fmla="*/ 6944437 w 7467600"/>
              <a:gd name="connsiteY569" fmla="*/ 1575402 h 6858000"/>
              <a:gd name="connsiteX570" fmla="*/ 6304730 w 7467600"/>
              <a:gd name="connsiteY570" fmla="*/ 1766654 h 6858000"/>
              <a:gd name="connsiteX571" fmla="*/ 6944437 w 7467600"/>
              <a:gd name="connsiteY571" fmla="*/ 1575402 h 6858000"/>
              <a:gd name="connsiteX572" fmla="*/ 7019523 w 7467600"/>
              <a:gd name="connsiteY572" fmla="*/ 1519450 h 6858000"/>
              <a:gd name="connsiteX573" fmla="*/ 6298091 w 7467600"/>
              <a:gd name="connsiteY573" fmla="*/ 1737122 h 6858000"/>
              <a:gd name="connsiteX574" fmla="*/ 7019523 w 7467600"/>
              <a:gd name="connsiteY574" fmla="*/ 1519450 h 6858000"/>
              <a:gd name="connsiteX575" fmla="*/ 2399523 w 7467600"/>
              <a:gd name="connsiteY575" fmla="*/ 1428234 h 6858000"/>
              <a:gd name="connsiteX576" fmla="*/ 2224982 w 7467600"/>
              <a:gd name="connsiteY576" fmla="*/ 1826201 h 6858000"/>
              <a:gd name="connsiteX577" fmla="*/ 2096099 w 7467600"/>
              <a:gd name="connsiteY577" fmla="*/ 2345900 h 6858000"/>
              <a:gd name="connsiteX578" fmla="*/ 2283317 w 7467600"/>
              <a:gd name="connsiteY578" fmla="*/ 1796925 h 6858000"/>
              <a:gd name="connsiteX579" fmla="*/ 2399523 w 7467600"/>
              <a:gd name="connsiteY579" fmla="*/ 1428234 h 6858000"/>
              <a:gd name="connsiteX580" fmla="*/ 2448558 w 7467600"/>
              <a:gd name="connsiteY580" fmla="*/ 1373435 h 6858000"/>
              <a:gd name="connsiteX581" fmla="*/ 2312521 w 7467600"/>
              <a:gd name="connsiteY581" fmla="*/ 1806140 h 6858000"/>
              <a:gd name="connsiteX582" fmla="*/ 2127533 w 7467600"/>
              <a:gd name="connsiteY582" fmla="*/ 2348380 h 6858000"/>
              <a:gd name="connsiteX583" fmla="*/ 2358080 w 7467600"/>
              <a:gd name="connsiteY583" fmla="*/ 1866134 h 6858000"/>
              <a:gd name="connsiteX584" fmla="*/ 2407436 w 7467600"/>
              <a:gd name="connsiteY584" fmla="*/ 1651070 h 6858000"/>
              <a:gd name="connsiteX585" fmla="*/ 2448558 w 7467600"/>
              <a:gd name="connsiteY585" fmla="*/ 1373435 h 6858000"/>
              <a:gd name="connsiteX586" fmla="*/ 278707 w 7467600"/>
              <a:gd name="connsiteY586" fmla="*/ 1352270 h 6858000"/>
              <a:gd name="connsiteX587" fmla="*/ 321570 w 7467600"/>
              <a:gd name="connsiteY587" fmla="*/ 1861610 h 6858000"/>
              <a:gd name="connsiteX588" fmla="*/ 294281 w 7467600"/>
              <a:gd name="connsiteY588" fmla="*/ 1440658 h 6858000"/>
              <a:gd name="connsiteX589" fmla="*/ 278707 w 7467600"/>
              <a:gd name="connsiteY589" fmla="*/ 1352270 h 6858000"/>
              <a:gd name="connsiteX590" fmla="*/ 1423821 w 7467600"/>
              <a:gd name="connsiteY590" fmla="*/ 1351958 h 6858000"/>
              <a:gd name="connsiteX591" fmla="*/ 1638521 w 7467600"/>
              <a:gd name="connsiteY591" fmla="*/ 1908470 h 6858000"/>
              <a:gd name="connsiteX592" fmla="*/ 1754199 w 7467600"/>
              <a:gd name="connsiteY592" fmla="*/ 2149284 h 6858000"/>
              <a:gd name="connsiteX593" fmla="*/ 1908359 w 7467600"/>
              <a:gd name="connsiteY593" fmla="*/ 2364988 h 6858000"/>
              <a:gd name="connsiteX594" fmla="*/ 1647661 w 7467600"/>
              <a:gd name="connsiteY594" fmla="*/ 1825945 h 6858000"/>
              <a:gd name="connsiteX595" fmla="*/ 1423821 w 7467600"/>
              <a:gd name="connsiteY595" fmla="*/ 1351958 h 6858000"/>
              <a:gd name="connsiteX596" fmla="*/ 1431890 w 7467600"/>
              <a:gd name="connsiteY596" fmla="*/ 1306475 h 6858000"/>
              <a:gd name="connsiteX597" fmla="*/ 1507597 w 7467600"/>
              <a:gd name="connsiteY597" fmla="*/ 1446132 h 6858000"/>
              <a:gd name="connsiteX598" fmla="*/ 1674586 w 7467600"/>
              <a:gd name="connsiteY598" fmla="*/ 1813832 h 6858000"/>
              <a:gd name="connsiteX599" fmla="*/ 1815950 w 7467600"/>
              <a:gd name="connsiteY599" fmla="*/ 2128564 h 6858000"/>
              <a:gd name="connsiteX600" fmla="*/ 1984242 w 7467600"/>
              <a:gd name="connsiteY600" fmla="*/ 2430829 h 6858000"/>
              <a:gd name="connsiteX601" fmla="*/ 2014023 w 7467600"/>
              <a:gd name="connsiteY601" fmla="*/ 2450995 h 6858000"/>
              <a:gd name="connsiteX602" fmla="*/ 1747337 w 7467600"/>
              <a:gd name="connsiteY602" fmla="*/ 1855264 h 6858000"/>
              <a:gd name="connsiteX603" fmla="*/ 1533749 w 7467600"/>
              <a:gd name="connsiteY603" fmla="*/ 1478656 h 6858000"/>
              <a:gd name="connsiteX604" fmla="*/ 1431890 w 7467600"/>
              <a:gd name="connsiteY604" fmla="*/ 1306475 h 6858000"/>
              <a:gd name="connsiteX605" fmla="*/ 5052692 w 7467600"/>
              <a:gd name="connsiteY605" fmla="*/ 1292994 h 6858000"/>
              <a:gd name="connsiteX606" fmla="*/ 5200661 w 7467600"/>
              <a:gd name="connsiteY606" fmla="*/ 1635186 h 6858000"/>
              <a:gd name="connsiteX607" fmla="*/ 5297138 w 7467600"/>
              <a:gd name="connsiteY607" fmla="*/ 1906351 h 6858000"/>
              <a:gd name="connsiteX608" fmla="*/ 5052692 w 7467600"/>
              <a:gd name="connsiteY608" fmla="*/ 1292994 h 6858000"/>
              <a:gd name="connsiteX609" fmla="*/ 5009948 w 7467600"/>
              <a:gd name="connsiteY609" fmla="*/ 1273619 h 6858000"/>
              <a:gd name="connsiteX610" fmla="*/ 5121777 w 7467600"/>
              <a:gd name="connsiteY610" fmla="*/ 1654213 h 6858000"/>
              <a:gd name="connsiteX611" fmla="*/ 5293545 w 7467600"/>
              <a:gd name="connsiteY611" fmla="*/ 2072247 h 6858000"/>
              <a:gd name="connsiteX612" fmla="*/ 5294042 w 7467600"/>
              <a:gd name="connsiteY612" fmla="*/ 2065019 h 6858000"/>
              <a:gd name="connsiteX613" fmla="*/ 5171936 w 7467600"/>
              <a:gd name="connsiteY613" fmla="*/ 1647613 h 6858000"/>
              <a:gd name="connsiteX614" fmla="*/ 5009948 w 7467600"/>
              <a:gd name="connsiteY614" fmla="*/ 1273619 h 6858000"/>
              <a:gd name="connsiteX615" fmla="*/ 655236 w 7467600"/>
              <a:gd name="connsiteY615" fmla="*/ 1268632 h 6858000"/>
              <a:gd name="connsiteX616" fmla="*/ 839521 w 7467600"/>
              <a:gd name="connsiteY616" fmla="*/ 1685315 h 6858000"/>
              <a:gd name="connsiteX617" fmla="*/ 1109416 w 7467600"/>
              <a:gd name="connsiteY617" fmla="*/ 2061663 h 6858000"/>
              <a:gd name="connsiteX618" fmla="*/ 1298300 w 7467600"/>
              <a:gd name="connsiteY618" fmla="*/ 2247742 h 6858000"/>
              <a:gd name="connsiteX619" fmla="*/ 1125871 w 7467600"/>
              <a:gd name="connsiteY619" fmla="*/ 1989513 h 6858000"/>
              <a:gd name="connsiteX620" fmla="*/ 981574 w 7467600"/>
              <a:gd name="connsiteY620" fmla="*/ 1783157 h 6858000"/>
              <a:gd name="connsiteX621" fmla="*/ 922198 w 7467600"/>
              <a:gd name="connsiteY621" fmla="*/ 1677437 h 6858000"/>
              <a:gd name="connsiteX622" fmla="*/ 869293 w 7467600"/>
              <a:gd name="connsiteY622" fmla="*/ 1583214 h 6858000"/>
              <a:gd name="connsiteX623" fmla="*/ 751431 w 7467600"/>
              <a:gd name="connsiteY623" fmla="*/ 1405731 h 6858000"/>
              <a:gd name="connsiteX624" fmla="*/ 655236 w 7467600"/>
              <a:gd name="connsiteY624" fmla="*/ 1268632 h 6858000"/>
              <a:gd name="connsiteX625" fmla="*/ 6516292 w 7467600"/>
              <a:gd name="connsiteY625" fmla="*/ 1263064 h 6858000"/>
              <a:gd name="connsiteX626" fmla="*/ 5736320 w 7467600"/>
              <a:gd name="connsiteY626" fmla="*/ 1501803 h 6858000"/>
              <a:gd name="connsiteX627" fmla="*/ 6516292 w 7467600"/>
              <a:gd name="connsiteY627" fmla="*/ 1263064 h 6858000"/>
              <a:gd name="connsiteX628" fmla="*/ 291466 w 7467600"/>
              <a:gd name="connsiteY628" fmla="*/ 1250369 h 6858000"/>
              <a:gd name="connsiteX629" fmla="*/ 323180 w 7467600"/>
              <a:gd name="connsiteY629" fmla="*/ 1435283 h 6858000"/>
              <a:gd name="connsiteX630" fmla="*/ 349381 w 7467600"/>
              <a:gd name="connsiteY630" fmla="*/ 1875041 h 6858000"/>
              <a:gd name="connsiteX631" fmla="*/ 374363 w 7467600"/>
              <a:gd name="connsiteY631" fmla="*/ 1506494 h 6858000"/>
              <a:gd name="connsiteX632" fmla="*/ 302168 w 7467600"/>
              <a:gd name="connsiteY632" fmla="*/ 1274495 h 6858000"/>
              <a:gd name="connsiteX633" fmla="*/ 291466 w 7467600"/>
              <a:gd name="connsiteY633" fmla="*/ 1250369 h 6858000"/>
              <a:gd name="connsiteX634" fmla="*/ 678222 w 7467600"/>
              <a:gd name="connsiteY634" fmla="*/ 1248670 h 6858000"/>
              <a:gd name="connsiteX635" fmla="*/ 775536 w 7467600"/>
              <a:gd name="connsiteY635" fmla="*/ 1388015 h 6858000"/>
              <a:gd name="connsiteX636" fmla="*/ 894529 w 7467600"/>
              <a:gd name="connsiteY636" fmla="*/ 1567739 h 6858000"/>
              <a:gd name="connsiteX637" fmla="*/ 948000 w 7467600"/>
              <a:gd name="connsiteY637" fmla="*/ 1663088 h 6858000"/>
              <a:gd name="connsiteX638" fmla="*/ 1006812 w 7467600"/>
              <a:gd name="connsiteY638" fmla="*/ 1767683 h 6858000"/>
              <a:gd name="connsiteX639" fmla="*/ 1149133 w 7467600"/>
              <a:gd name="connsiteY639" fmla="*/ 1971513 h 6858000"/>
              <a:gd name="connsiteX640" fmla="*/ 1333952 w 7467600"/>
              <a:gd name="connsiteY640" fmla="*/ 2251620 h 6858000"/>
              <a:gd name="connsiteX641" fmla="*/ 1337329 w 7467600"/>
              <a:gd name="connsiteY641" fmla="*/ 2258350 h 6858000"/>
              <a:gd name="connsiteX642" fmla="*/ 1014726 w 7467600"/>
              <a:gd name="connsiteY642" fmla="*/ 1615556 h 6858000"/>
              <a:gd name="connsiteX643" fmla="*/ 678222 w 7467600"/>
              <a:gd name="connsiteY643" fmla="*/ 1248670 h 6858000"/>
              <a:gd name="connsiteX644" fmla="*/ 6691602 w 7467600"/>
              <a:gd name="connsiteY644" fmla="*/ 1140573 h 6858000"/>
              <a:gd name="connsiteX645" fmla="*/ 6571100 w 7467600"/>
              <a:gd name="connsiteY645" fmla="*/ 1183662 h 6858000"/>
              <a:gd name="connsiteX646" fmla="*/ 6241687 w 7467600"/>
              <a:gd name="connsiteY646" fmla="*/ 1257600 h 6858000"/>
              <a:gd name="connsiteX647" fmla="*/ 5693009 w 7467600"/>
              <a:gd name="connsiteY647" fmla="*/ 1478256 h 6858000"/>
              <a:gd name="connsiteX648" fmla="*/ 6548420 w 7467600"/>
              <a:gd name="connsiteY648" fmla="*/ 1214599 h 6858000"/>
              <a:gd name="connsiteX649" fmla="*/ 6605473 w 7467600"/>
              <a:gd name="connsiteY649" fmla="*/ 1184686 h 6858000"/>
              <a:gd name="connsiteX650" fmla="*/ 6691602 w 7467600"/>
              <a:gd name="connsiteY650" fmla="*/ 1140573 h 6858000"/>
              <a:gd name="connsiteX651" fmla="*/ 4002475 w 7467600"/>
              <a:gd name="connsiteY651" fmla="*/ 1037802 h 6858000"/>
              <a:gd name="connsiteX652" fmla="*/ 4000324 w 7467600"/>
              <a:gd name="connsiteY652" fmla="*/ 1039362 h 6858000"/>
              <a:gd name="connsiteX653" fmla="*/ 4002862 w 7467600"/>
              <a:gd name="connsiteY653" fmla="*/ 1042866 h 6858000"/>
              <a:gd name="connsiteX654" fmla="*/ 4002475 w 7467600"/>
              <a:gd name="connsiteY654" fmla="*/ 1037802 h 6858000"/>
              <a:gd name="connsiteX655" fmla="*/ 506322 w 7467600"/>
              <a:gd name="connsiteY655" fmla="*/ 1020997 h 6858000"/>
              <a:gd name="connsiteX656" fmla="*/ 533068 w 7467600"/>
              <a:gd name="connsiteY656" fmla="*/ 1029409 h 6858000"/>
              <a:gd name="connsiteX657" fmla="*/ 1232525 w 7467600"/>
              <a:gd name="connsiteY657" fmla="*/ 1804675 h 6858000"/>
              <a:gd name="connsiteX658" fmla="*/ 1388858 w 7467600"/>
              <a:gd name="connsiteY658" fmla="*/ 2368011 h 6858000"/>
              <a:gd name="connsiteX659" fmla="*/ 1384098 w 7467600"/>
              <a:gd name="connsiteY659" fmla="*/ 2378125 h 6858000"/>
              <a:gd name="connsiteX660" fmla="*/ 1425393 w 7467600"/>
              <a:gd name="connsiteY660" fmla="*/ 2589124 h 6858000"/>
              <a:gd name="connsiteX661" fmla="*/ 1424001 w 7467600"/>
              <a:gd name="connsiteY661" fmla="*/ 2597541 h 6858000"/>
              <a:gd name="connsiteX662" fmla="*/ 2152729 w 7467600"/>
              <a:gd name="connsiteY662" fmla="*/ 2864487 h 6858000"/>
              <a:gd name="connsiteX663" fmla="*/ 2020609 w 7467600"/>
              <a:gd name="connsiteY663" fmla="*/ 2539671 h 6858000"/>
              <a:gd name="connsiteX664" fmla="*/ 2018920 w 7467600"/>
              <a:gd name="connsiteY664" fmla="*/ 2536309 h 6858000"/>
              <a:gd name="connsiteX665" fmla="*/ 1342441 w 7467600"/>
              <a:gd name="connsiteY665" fmla="*/ 1173017 h 6858000"/>
              <a:gd name="connsiteX666" fmla="*/ 1367925 w 7467600"/>
              <a:gd name="connsiteY666" fmla="*/ 1135648 h 6858000"/>
              <a:gd name="connsiteX667" fmla="*/ 1771401 w 7467600"/>
              <a:gd name="connsiteY667" fmla="*/ 1806673 h 6858000"/>
              <a:gd name="connsiteX668" fmla="*/ 1972385 w 7467600"/>
              <a:gd name="connsiteY668" fmla="*/ 2198735 h 6858000"/>
              <a:gd name="connsiteX669" fmla="*/ 2040892 w 7467600"/>
              <a:gd name="connsiteY669" fmla="*/ 2405205 h 6858000"/>
              <a:gd name="connsiteX670" fmla="*/ 2131689 w 7467600"/>
              <a:gd name="connsiteY670" fmla="*/ 1936926 h 6858000"/>
              <a:gd name="connsiteX671" fmla="*/ 2454820 w 7467600"/>
              <a:gd name="connsiteY671" fmla="*/ 1248808 h 6858000"/>
              <a:gd name="connsiteX672" fmla="*/ 2492512 w 7467600"/>
              <a:gd name="connsiteY672" fmla="*/ 1302920 h 6858000"/>
              <a:gd name="connsiteX673" fmla="*/ 2081216 w 7467600"/>
              <a:gd name="connsiteY673" fmla="*/ 2527513 h 6858000"/>
              <a:gd name="connsiteX674" fmla="*/ 2081211 w 7467600"/>
              <a:gd name="connsiteY674" fmla="*/ 2528916 h 6858000"/>
              <a:gd name="connsiteX675" fmla="*/ 2199067 w 7467600"/>
              <a:gd name="connsiteY675" fmla="*/ 2884061 h 6858000"/>
              <a:gd name="connsiteX676" fmla="*/ 3192586 w 7467600"/>
              <a:gd name="connsiteY676" fmla="*/ 3411496 h 6858000"/>
              <a:gd name="connsiteX677" fmla="*/ 3182620 w 7467600"/>
              <a:gd name="connsiteY677" fmla="*/ 3483279 h 6858000"/>
              <a:gd name="connsiteX678" fmla="*/ 2435119 w 7467600"/>
              <a:gd name="connsiteY678" fmla="*/ 3080173 h 6858000"/>
              <a:gd name="connsiteX679" fmla="*/ 2410152 w 7467600"/>
              <a:gd name="connsiteY679" fmla="*/ 3063751 h 6858000"/>
              <a:gd name="connsiteX680" fmla="*/ 2408099 w 7467600"/>
              <a:gd name="connsiteY680" fmla="*/ 3064403 h 6858000"/>
              <a:gd name="connsiteX681" fmla="*/ 2407218 w 7467600"/>
              <a:gd name="connsiteY681" fmla="*/ 3070324 h 6858000"/>
              <a:gd name="connsiteX682" fmla="*/ 2380138 w 7467600"/>
              <a:gd name="connsiteY682" fmla="*/ 3099341 h 6858000"/>
              <a:gd name="connsiteX683" fmla="*/ 1765923 w 7467600"/>
              <a:gd name="connsiteY683" fmla="*/ 3581043 h 6858000"/>
              <a:gd name="connsiteX684" fmla="*/ 1702258 w 7467600"/>
              <a:gd name="connsiteY684" fmla="*/ 3612286 h 6858000"/>
              <a:gd name="connsiteX685" fmla="*/ 1538370 w 7467600"/>
              <a:gd name="connsiteY685" fmla="*/ 3811804 h 6858000"/>
              <a:gd name="connsiteX686" fmla="*/ 542867 w 7467600"/>
              <a:gd name="connsiteY686" fmla="*/ 4944092 h 6858000"/>
              <a:gd name="connsiteX687" fmla="*/ 515800 w 7467600"/>
              <a:gd name="connsiteY687" fmla="*/ 4862180 h 6858000"/>
              <a:gd name="connsiteX688" fmla="*/ 909145 w 7467600"/>
              <a:gd name="connsiteY688" fmla="*/ 4199225 h 6858000"/>
              <a:gd name="connsiteX689" fmla="*/ 1214067 w 7467600"/>
              <a:gd name="connsiteY689" fmla="*/ 3908561 h 6858000"/>
              <a:gd name="connsiteX690" fmla="*/ 640967 w 7467600"/>
              <a:gd name="connsiteY690" fmla="*/ 4105601 h 6858000"/>
              <a:gd name="connsiteX691" fmla="*/ 112563 w 7467600"/>
              <a:gd name="connsiteY691" fmla="*/ 4396952 h 6858000"/>
              <a:gd name="connsiteX692" fmla="*/ 0 w 7467600"/>
              <a:gd name="connsiteY692" fmla="*/ 4466006 h 6858000"/>
              <a:gd name="connsiteX693" fmla="*/ 0 w 7467600"/>
              <a:gd name="connsiteY693" fmla="*/ 4233763 h 6858000"/>
              <a:gd name="connsiteX694" fmla="*/ 36881 w 7467600"/>
              <a:gd name="connsiteY694" fmla="*/ 4200118 h 6858000"/>
              <a:gd name="connsiteX695" fmla="*/ 910534 w 7467600"/>
              <a:gd name="connsiteY695" fmla="*/ 3629753 h 6858000"/>
              <a:gd name="connsiteX696" fmla="*/ 1578717 w 7467600"/>
              <a:gd name="connsiteY696" fmla="*/ 3575982 h 6858000"/>
              <a:gd name="connsiteX697" fmla="*/ 2338780 w 7467600"/>
              <a:gd name="connsiteY697" fmla="*/ 3033725 h 6858000"/>
              <a:gd name="connsiteX698" fmla="*/ 1807991 w 7467600"/>
              <a:gd name="connsiteY698" fmla="*/ 2807184 h 6858000"/>
              <a:gd name="connsiteX699" fmla="*/ 1416358 w 7467600"/>
              <a:gd name="connsiteY699" fmla="*/ 3112571 h 6858000"/>
              <a:gd name="connsiteX700" fmla="*/ 939066 w 7467600"/>
              <a:gd name="connsiteY700" fmla="*/ 3378798 h 6858000"/>
              <a:gd name="connsiteX701" fmla="*/ 115099 w 7467600"/>
              <a:gd name="connsiteY701" fmla="*/ 3607650 h 6858000"/>
              <a:gd name="connsiteX702" fmla="*/ 97284 w 7467600"/>
              <a:gd name="connsiteY702" fmla="*/ 3520393 h 6858000"/>
              <a:gd name="connsiteX703" fmla="*/ 922050 w 7467600"/>
              <a:gd name="connsiteY703" fmla="*/ 3074867 h 6858000"/>
              <a:gd name="connsiteX704" fmla="*/ 1405265 w 7467600"/>
              <a:gd name="connsiteY704" fmla="*/ 3016319 h 6858000"/>
              <a:gd name="connsiteX705" fmla="*/ 1407512 w 7467600"/>
              <a:gd name="connsiteY705" fmla="*/ 3018001 h 6858000"/>
              <a:gd name="connsiteX706" fmla="*/ 1726266 w 7467600"/>
              <a:gd name="connsiteY706" fmla="*/ 2777274 h 6858000"/>
              <a:gd name="connsiteX707" fmla="*/ 625390 w 7467600"/>
              <a:gd name="connsiteY707" fmla="*/ 2514541 h 6858000"/>
              <a:gd name="connsiteX708" fmla="*/ 619799 w 7467600"/>
              <a:gd name="connsiteY708" fmla="*/ 2527180 h 6858000"/>
              <a:gd name="connsiteX709" fmla="*/ 310030 w 7467600"/>
              <a:gd name="connsiteY709" fmla="*/ 2771818 h 6858000"/>
              <a:gd name="connsiteX710" fmla="*/ 173877 w 7467600"/>
              <a:gd name="connsiteY710" fmla="*/ 2937056 h 6858000"/>
              <a:gd name="connsiteX711" fmla="*/ 77889 w 7467600"/>
              <a:gd name="connsiteY711" fmla="*/ 3138440 h 6858000"/>
              <a:gd name="connsiteX712" fmla="*/ 0 w 7467600"/>
              <a:gd name="connsiteY712" fmla="*/ 3271395 h 6858000"/>
              <a:gd name="connsiteX713" fmla="*/ 0 w 7467600"/>
              <a:gd name="connsiteY713" fmla="*/ 3153002 h 6858000"/>
              <a:gd name="connsiteX714" fmla="*/ 2386 w 7467600"/>
              <a:gd name="connsiteY714" fmla="*/ 3149203 h 6858000"/>
              <a:gd name="connsiteX715" fmla="*/ 89753 w 7467600"/>
              <a:gd name="connsiteY715" fmla="*/ 2987702 h 6858000"/>
              <a:gd name="connsiteX716" fmla="*/ 76869 w 7467600"/>
              <a:gd name="connsiteY716" fmla="*/ 3005404 h 6858000"/>
              <a:gd name="connsiteX717" fmla="*/ 32049 w 7467600"/>
              <a:gd name="connsiteY717" fmla="*/ 3065814 h 6858000"/>
              <a:gd name="connsiteX718" fmla="*/ 0 w 7467600"/>
              <a:gd name="connsiteY718" fmla="*/ 3108744 h 6858000"/>
              <a:gd name="connsiteX719" fmla="*/ 0 w 7467600"/>
              <a:gd name="connsiteY719" fmla="*/ 3058059 h 6858000"/>
              <a:gd name="connsiteX720" fmla="*/ 7610 w 7467600"/>
              <a:gd name="connsiteY720" fmla="*/ 3047889 h 6858000"/>
              <a:gd name="connsiteX721" fmla="*/ 52419 w 7467600"/>
              <a:gd name="connsiteY721" fmla="*/ 2987479 h 6858000"/>
              <a:gd name="connsiteX722" fmla="*/ 59142 w 7467600"/>
              <a:gd name="connsiteY722" fmla="*/ 2978488 h 6858000"/>
              <a:gd name="connsiteX723" fmla="*/ 0 w 7467600"/>
              <a:gd name="connsiteY723" fmla="*/ 3015334 h 6858000"/>
              <a:gd name="connsiteX724" fmla="*/ 0 w 7467600"/>
              <a:gd name="connsiteY724" fmla="*/ 2914286 h 6858000"/>
              <a:gd name="connsiteX725" fmla="*/ 36383 w 7467600"/>
              <a:gd name="connsiteY725" fmla="*/ 2901128 h 6858000"/>
              <a:gd name="connsiteX726" fmla="*/ 156329 w 7467600"/>
              <a:gd name="connsiteY726" fmla="*/ 2840533 h 6858000"/>
              <a:gd name="connsiteX727" fmla="*/ 358355 w 7467600"/>
              <a:gd name="connsiteY727" fmla="*/ 2620471 h 6858000"/>
              <a:gd name="connsiteX728" fmla="*/ 510577 w 7467600"/>
              <a:gd name="connsiteY728" fmla="*/ 2501244 h 6858000"/>
              <a:gd name="connsiteX729" fmla="*/ 211967 w 7467600"/>
              <a:gd name="connsiteY729" fmla="*/ 2479171 h 6858000"/>
              <a:gd name="connsiteX730" fmla="*/ 0 w 7467600"/>
              <a:gd name="connsiteY730" fmla="*/ 2476398 h 6858000"/>
              <a:gd name="connsiteX731" fmla="*/ 0 w 7467600"/>
              <a:gd name="connsiteY731" fmla="*/ 2389189 h 6858000"/>
              <a:gd name="connsiteX732" fmla="*/ 103062 w 7467600"/>
              <a:gd name="connsiteY732" fmla="*/ 2389518 h 6858000"/>
              <a:gd name="connsiteX733" fmla="*/ 510734 w 7467600"/>
              <a:gd name="connsiteY733" fmla="*/ 2416201 h 6858000"/>
              <a:gd name="connsiteX734" fmla="*/ 279257 w 7467600"/>
              <a:gd name="connsiteY734" fmla="*/ 2092102 h 6858000"/>
              <a:gd name="connsiteX735" fmla="*/ 65265 w 7467600"/>
              <a:gd name="connsiteY735" fmla="*/ 2006049 h 6858000"/>
              <a:gd name="connsiteX736" fmla="*/ 0 w 7467600"/>
              <a:gd name="connsiteY736" fmla="*/ 1982532 h 6858000"/>
              <a:gd name="connsiteX737" fmla="*/ 0 w 7467600"/>
              <a:gd name="connsiteY737" fmla="*/ 1912789 h 6858000"/>
              <a:gd name="connsiteX738" fmla="*/ 97460 w 7467600"/>
              <a:gd name="connsiteY738" fmla="*/ 1953725 h 6858000"/>
              <a:gd name="connsiteX739" fmla="*/ 221272 w 7467600"/>
              <a:gd name="connsiteY739" fmla="*/ 1980766 h 6858000"/>
              <a:gd name="connsiteX740" fmla="*/ 116765 w 7467600"/>
              <a:gd name="connsiteY740" fmla="*/ 1911033 h 6858000"/>
              <a:gd name="connsiteX741" fmla="*/ 16405 w 7467600"/>
              <a:gd name="connsiteY741" fmla="*/ 1803412 h 6858000"/>
              <a:gd name="connsiteX742" fmla="*/ 0 w 7467600"/>
              <a:gd name="connsiteY742" fmla="*/ 1784777 h 6858000"/>
              <a:gd name="connsiteX743" fmla="*/ 0 w 7467600"/>
              <a:gd name="connsiteY743" fmla="*/ 1740082 h 6858000"/>
              <a:gd name="connsiteX744" fmla="*/ 39394 w 7467600"/>
              <a:gd name="connsiteY744" fmla="*/ 1784856 h 6858000"/>
              <a:gd name="connsiteX745" fmla="*/ 135813 w 7467600"/>
              <a:gd name="connsiteY745" fmla="*/ 1888838 h 6858000"/>
              <a:gd name="connsiteX746" fmla="*/ 242575 w 7467600"/>
              <a:gd name="connsiteY746" fmla="*/ 1958841 h 6858000"/>
              <a:gd name="connsiteX747" fmla="*/ 82197 w 7467600"/>
              <a:gd name="connsiteY747" fmla="*/ 1754826 h 6858000"/>
              <a:gd name="connsiteX748" fmla="*/ 0 w 7467600"/>
              <a:gd name="connsiteY748" fmla="*/ 1679650 h 6858000"/>
              <a:gd name="connsiteX749" fmla="*/ 0 w 7467600"/>
              <a:gd name="connsiteY749" fmla="*/ 1602463 h 6858000"/>
              <a:gd name="connsiteX750" fmla="*/ 84689 w 7467600"/>
              <a:gd name="connsiteY750" fmla="*/ 1677442 h 6858000"/>
              <a:gd name="connsiteX751" fmla="*/ 298437 w 7467600"/>
              <a:gd name="connsiteY751" fmla="*/ 1968019 h 6858000"/>
              <a:gd name="connsiteX752" fmla="*/ 227269 w 7467600"/>
              <a:gd name="connsiteY752" fmla="*/ 1114064 h 6858000"/>
              <a:gd name="connsiteX753" fmla="*/ 248003 w 7467600"/>
              <a:gd name="connsiteY753" fmla="*/ 1089613 h 6858000"/>
              <a:gd name="connsiteX754" fmla="*/ 427020 w 7467600"/>
              <a:gd name="connsiteY754" fmla="*/ 1619803 h 6858000"/>
              <a:gd name="connsiteX755" fmla="*/ 340345 w 7467600"/>
              <a:gd name="connsiteY755" fmla="*/ 2027739 h 6858000"/>
              <a:gd name="connsiteX756" fmla="*/ 360865 w 7467600"/>
              <a:gd name="connsiteY756" fmla="*/ 2044827 h 6858000"/>
              <a:gd name="connsiteX757" fmla="*/ 560414 w 7467600"/>
              <a:gd name="connsiteY757" fmla="*/ 2421457 h 6858000"/>
              <a:gd name="connsiteX758" fmla="*/ 1359703 w 7467600"/>
              <a:gd name="connsiteY758" fmla="*/ 2578554 h 6858000"/>
              <a:gd name="connsiteX759" fmla="*/ 1359422 w 7467600"/>
              <a:gd name="connsiteY759" fmla="*/ 2577994 h 6858000"/>
              <a:gd name="connsiteX760" fmla="*/ 828701 w 7467600"/>
              <a:gd name="connsiteY760" fmla="*/ 1839520 h 6858000"/>
              <a:gd name="connsiteX761" fmla="*/ 494427 w 7467600"/>
              <a:gd name="connsiteY761" fmla="*/ 1092333 h 6858000"/>
              <a:gd name="connsiteX762" fmla="*/ 506322 w 7467600"/>
              <a:gd name="connsiteY762" fmla="*/ 1020997 h 6858000"/>
              <a:gd name="connsiteX763" fmla="*/ 4570198 w 7467600"/>
              <a:gd name="connsiteY763" fmla="*/ 978081 h 6858000"/>
              <a:gd name="connsiteX764" fmla="*/ 4523691 w 7467600"/>
              <a:gd name="connsiteY764" fmla="*/ 1127776 h 6858000"/>
              <a:gd name="connsiteX765" fmla="*/ 4509875 w 7467600"/>
              <a:gd name="connsiteY765" fmla="*/ 1167552 h 6858000"/>
              <a:gd name="connsiteX766" fmla="*/ 4478168 w 7467600"/>
              <a:gd name="connsiteY766" fmla="*/ 1260735 h 6858000"/>
              <a:gd name="connsiteX767" fmla="*/ 4409309 w 7467600"/>
              <a:gd name="connsiteY767" fmla="*/ 1666996 h 6858000"/>
              <a:gd name="connsiteX768" fmla="*/ 4370031 w 7467600"/>
              <a:gd name="connsiteY768" fmla="*/ 1955666 h 6858000"/>
              <a:gd name="connsiteX769" fmla="*/ 4570198 w 7467600"/>
              <a:gd name="connsiteY769" fmla="*/ 978081 h 6858000"/>
              <a:gd name="connsiteX770" fmla="*/ 4557898 w 7467600"/>
              <a:gd name="connsiteY770" fmla="*/ 900011 h 6858000"/>
              <a:gd name="connsiteX771" fmla="*/ 4344840 w 7467600"/>
              <a:gd name="connsiteY771" fmla="*/ 1922038 h 6858000"/>
              <a:gd name="connsiteX772" fmla="*/ 4378710 w 7467600"/>
              <a:gd name="connsiteY772" fmla="*/ 1665516 h 6858000"/>
              <a:gd name="connsiteX773" fmla="*/ 4448798 w 7467600"/>
              <a:gd name="connsiteY773" fmla="*/ 1253024 h 6858000"/>
              <a:gd name="connsiteX774" fmla="*/ 4480315 w 7467600"/>
              <a:gd name="connsiteY774" fmla="*/ 1158454 h 6858000"/>
              <a:gd name="connsiteX775" fmla="*/ 4494133 w 7467600"/>
              <a:gd name="connsiteY775" fmla="*/ 1118676 h 6858000"/>
              <a:gd name="connsiteX776" fmla="*/ 4557898 w 7467600"/>
              <a:gd name="connsiteY776" fmla="*/ 900011 h 6858000"/>
              <a:gd name="connsiteX777" fmla="*/ 5870151 w 7467600"/>
              <a:gd name="connsiteY777" fmla="*/ 898890 h 6858000"/>
              <a:gd name="connsiteX778" fmla="*/ 5861335 w 7467600"/>
              <a:gd name="connsiteY778" fmla="*/ 899177 h 6858000"/>
              <a:gd name="connsiteX779" fmla="*/ 5843702 w 7467600"/>
              <a:gd name="connsiteY779" fmla="*/ 899748 h 6858000"/>
              <a:gd name="connsiteX780" fmla="*/ 5651107 w 7467600"/>
              <a:gd name="connsiteY780" fmla="*/ 920306 h 6858000"/>
              <a:gd name="connsiteX781" fmla="*/ 5459407 w 7467600"/>
              <a:gd name="connsiteY781" fmla="*/ 940975 h 6858000"/>
              <a:gd name="connsiteX782" fmla="*/ 5374846 w 7467600"/>
              <a:gd name="connsiteY782" fmla="*/ 941988 h 6858000"/>
              <a:gd name="connsiteX783" fmla="*/ 5256105 w 7467600"/>
              <a:gd name="connsiteY783" fmla="*/ 945632 h 6858000"/>
              <a:gd name="connsiteX784" fmla="*/ 5107071 w 7467600"/>
              <a:gd name="connsiteY784" fmla="*/ 969720 h 6858000"/>
              <a:gd name="connsiteX785" fmla="*/ 4998681 w 7467600"/>
              <a:gd name="connsiteY785" fmla="*/ 988771 h 6858000"/>
              <a:gd name="connsiteX786" fmla="*/ 5870151 w 7467600"/>
              <a:gd name="connsiteY786" fmla="*/ 898890 h 6858000"/>
              <a:gd name="connsiteX787" fmla="*/ 5504425 w 7467600"/>
              <a:gd name="connsiteY787" fmla="*/ 848067 h 6858000"/>
              <a:gd name="connsiteX788" fmla="*/ 4968849 w 7467600"/>
              <a:gd name="connsiteY788" fmla="*/ 962318 h 6858000"/>
              <a:gd name="connsiteX789" fmla="*/ 5104039 w 7467600"/>
              <a:gd name="connsiteY789" fmla="*/ 940634 h 6858000"/>
              <a:gd name="connsiteX790" fmla="*/ 5256311 w 7467600"/>
              <a:gd name="connsiteY790" fmla="*/ 916490 h 6858000"/>
              <a:gd name="connsiteX791" fmla="*/ 5377381 w 7467600"/>
              <a:gd name="connsiteY791" fmla="*/ 912671 h 6858000"/>
              <a:gd name="connsiteX792" fmla="*/ 5460148 w 7467600"/>
              <a:gd name="connsiteY792" fmla="*/ 911442 h 6858000"/>
              <a:gd name="connsiteX793" fmla="*/ 5648971 w 7467600"/>
              <a:gd name="connsiteY793" fmla="*/ 891331 h 6858000"/>
              <a:gd name="connsiteX794" fmla="*/ 5844807 w 7467600"/>
              <a:gd name="connsiteY794" fmla="*/ 870718 h 6858000"/>
              <a:gd name="connsiteX795" fmla="*/ 5862975 w 7467600"/>
              <a:gd name="connsiteY795" fmla="*/ 869756 h 6858000"/>
              <a:gd name="connsiteX796" fmla="*/ 5920887 w 7467600"/>
              <a:gd name="connsiteY796" fmla="*/ 865929 h 6858000"/>
              <a:gd name="connsiteX797" fmla="*/ 5504425 w 7467600"/>
              <a:gd name="connsiteY797" fmla="*/ 848067 h 6858000"/>
              <a:gd name="connsiteX798" fmla="*/ 3607114 w 7467600"/>
              <a:gd name="connsiteY798" fmla="*/ 467441 h 6858000"/>
              <a:gd name="connsiteX799" fmla="*/ 3296242 w 7467600"/>
              <a:gd name="connsiteY799" fmla="*/ 807991 h 6858000"/>
              <a:gd name="connsiteX800" fmla="*/ 3174674 w 7467600"/>
              <a:gd name="connsiteY800" fmla="*/ 919759 h 6858000"/>
              <a:gd name="connsiteX801" fmla="*/ 3042978 w 7467600"/>
              <a:gd name="connsiteY801" fmla="*/ 1054894 h 6858000"/>
              <a:gd name="connsiteX802" fmla="*/ 2968914 w 7467600"/>
              <a:gd name="connsiteY802" fmla="*/ 1133756 h 6858000"/>
              <a:gd name="connsiteX803" fmla="*/ 3103823 w 7467600"/>
              <a:gd name="connsiteY803" fmla="*/ 1026814 h 6858000"/>
              <a:gd name="connsiteX804" fmla="*/ 3607114 w 7467600"/>
              <a:gd name="connsiteY804" fmla="*/ 467441 h 6858000"/>
              <a:gd name="connsiteX805" fmla="*/ 3744487 w 7467600"/>
              <a:gd name="connsiteY805" fmla="*/ 383136 h 6858000"/>
              <a:gd name="connsiteX806" fmla="*/ 3970213 w 7467600"/>
              <a:gd name="connsiteY806" fmla="*/ 995559 h 6858000"/>
              <a:gd name="connsiteX807" fmla="*/ 3744487 w 7467600"/>
              <a:gd name="connsiteY807" fmla="*/ 383136 h 6858000"/>
              <a:gd name="connsiteX808" fmla="*/ 3624562 w 7467600"/>
              <a:gd name="connsiteY808" fmla="*/ 367041 h 6858000"/>
              <a:gd name="connsiteX809" fmla="*/ 3489712 w 7467600"/>
              <a:gd name="connsiteY809" fmla="*/ 485386 h 6858000"/>
              <a:gd name="connsiteX810" fmla="*/ 3182994 w 7467600"/>
              <a:gd name="connsiteY810" fmla="*/ 828265 h 6858000"/>
              <a:gd name="connsiteX811" fmla="*/ 2892114 w 7467600"/>
              <a:gd name="connsiteY811" fmla="*/ 1172635 h 6858000"/>
              <a:gd name="connsiteX812" fmla="*/ 3021459 w 7467600"/>
              <a:gd name="connsiteY812" fmla="*/ 1035385 h 6858000"/>
              <a:gd name="connsiteX813" fmla="*/ 3153873 w 7467600"/>
              <a:gd name="connsiteY813" fmla="*/ 898971 h 6858000"/>
              <a:gd name="connsiteX814" fmla="*/ 3276511 w 7467600"/>
              <a:gd name="connsiteY814" fmla="*/ 786423 h 6858000"/>
              <a:gd name="connsiteX815" fmla="*/ 3584154 w 7467600"/>
              <a:gd name="connsiteY815" fmla="*/ 448218 h 6858000"/>
              <a:gd name="connsiteX816" fmla="*/ 3624562 w 7467600"/>
              <a:gd name="connsiteY816" fmla="*/ 367041 h 6858000"/>
              <a:gd name="connsiteX817" fmla="*/ 3766672 w 7467600"/>
              <a:gd name="connsiteY817" fmla="*/ 359429 h 6858000"/>
              <a:gd name="connsiteX818" fmla="*/ 3996338 w 7467600"/>
              <a:gd name="connsiteY818" fmla="*/ 968237 h 6858000"/>
              <a:gd name="connsiteX819" fmla="*/ 3766672 w 7467600"/>
              <a:gd name="connsiteY819" fmla="*/ 359429 h 6858000"/>
              <a:gd name="connsiteX820" fmla="*/ 5805386 w 7467600"/>
              <a:gd name="connsiteY820" fmla="*/ 239240 h 6858000"/>
              <a:gd name="connsiteX821" fmla="*/ 5736947 w 7467600"/>
              <a:gd name="connsiteY821" fmla="*/ 261367 h 6858000"/>
              <a:gd name="connsiteX822" fmla="*/ 5427012 w 7467600"/>
              <a:gd name="connsiteY822" fmla="*/ 311272 h 6858000"/>
              <a:gd name="connsiteX823" fmla="*/ 5147818 w 7467600"/>
              <a:gd name="connsiteY823" fmla="*/ 322112 h 6858000"/>
              <a:gd name="connsiteX824" fmla="*/ 5060854 w 7467600"/>
              <a:gd name="connsiteY824" fmla="*/ 311882 h 6858000"/>
              <a:gd name="connsiteX825" fmla="*/ 4945989 w 7467600"/>
              <a:gd name="connsiteY825" fmla="*/ 300516 h 6858000"/>
              <a:gd name="connsiteX826" fmla="*/ 5410479 w 7467600"/>
              <a:gd name="connsiteY826" fmla="*/ 348434 h 6858000"/>
              <a:gd name="connsiteX827" fmla="*/ 5805386 w 7467600"/>
              <a:gd name="connsiteY827" fmla="*/ 239240 h 6858000"/>
              <a:gd name="connsiteX828" fmla="*/ 5905192 w 7467600"/>
              <a:gd name="connsiteY828" fmla="*/ 163079 h 6858000"/>
              <a:gd name="connsiteX829" fmla="*/ 5865655 w 7467600"/>
              <a:gd name="connsiteY829" fmla="*/ 171901 h 6858000"/>
              <a:gd name="connsiteX830" fmla="*/ 5259740 w 7467600"/>
              <a:gd name="connsiteY830" fmla="*/ 257013 h 6858000"/>
              <a:gd name="connsiteX831" fmla="*/ 5208466 w 7467600"/>
              <a:gd name="connsiteY831" fmla="*/ 257550 h 6858000"/>
              <a:gd name="connsiteX832" fmla="*/ 4980204 w 7467600"/>
              <a:gd name="connsiteY832" fmla="*/ 271903 h 6858000"/>
              <a:gd name="connsiteX833" fmla="*/ 5068068 w 7467600"/>
              <a:gd name="connsiteY833" fmla="*/ 282244 h 6858000"/>
              <a:gd name="connsiteX834" fmla="*/ 5153231 w 7467600"/>
              <a:gd name="connsiteY834" fmla="*/ 292240 h 6858000"/>
              <a:gd name="connsiteX835" fmla="*/ 5426491 w 7467600"/>
              <a:gd name="connsiteY835" fmla="*/ 281128 h 6858000"/>
              <a:gd name="connsiteX836" fmla="*/ 5731212 w 7467600"/>
              <a:gd name="connsiteY836" fmla="*/ 231951 h 6858000"/>
              <a:gd name="connsiteX837" fmla="*/ 5905192 w 7467600"/>
              <a:gd name="connsiteY837" fmla="*/ 163079 h 6858000"/>
              <a:gd name="connsiteX838" fmla="*/ 5944437 w 7467600"/>
              <a:gd name="connsiteY838" fmla="*/ 113829 h 6858000"/>
              <a:gd name="connsiteX839" fmla="*/ 5825032 w 7467600"/>
              <a:gd name="connsiteY839" fmla="*/ 146405 h 6858000"/>
              <a:gd name="connsiteX840" fmla="*/ 4955599 w 7467600"/>
              <a:gd name="connsiteY840" fmla="*/ 247008 h 6858000"/>
              <a:gd name="connsiteX841" fmla="*/ 5210104 w 7467600"/>
              <a:gd name="connsiteY841" fmla="*/ 228123 h 6858000"/>
              <a:gd name="connsiteX842" fmla="*/ 5261015 w 7467600"/>
              <a:gd name="connsiteY842" fmla="*/ 227087 h 6858000"/>
              <a:gd name="connsiteX843" fmla="*/ 5861181 w 7467600"/>
              <a:gd name="connsiteY843" fmla="*/ 143093 h 6858000"/>
              <a:gd name="connsiteX844" fmla="*/ 5961252 w 7467600"/>
              <a:gd name="connsiteY844" fmla="*/ 114820 h 6858000"/>
              <a:gd name="connsiteX845" fmla="*/ 5944437 w 7467600"/>
              <a:gd name="connsiteY845" fmla="*/ 113829 h 6858000"/>
              <a:gd name="connsiteX846" fmla="*/ 3882765 w 7467600"/>
              <a:gd name="connsiteY846" fmla="*/ 0 h 6858000"/>
              <a:gd name="connsiteX847" fmla="*/ 3995099 w 7467600"/>
              <a:gd name="connsiteY847" fmla="*/ 0 h 6858000"/>
              <a:gd name="connsiteX848" fmla="*/ 4163818 w 7467600"/>
              <a:gd name="connsiteY848" fmla="*/ 234104 h 6858000"/>
              <a:gd name="connsiteX849" fmla="*/ 4172099 w 7467600"/>
              <a:gd name="connsiteY849" fmla="*/ 234207 h 6858000"/>
              <a:gd name="connsiteX850" fmla="*/ 4784282 w 7467600"/>
              <a:gd name="connsiteY850" fmla="*/ 276561 h 6858000"/>
              <a:gd name="connsiteX851" fmla="*/ 4801687 w 7467600"/>
              <a:gd name="connsiteY851" fmla="*/ 267764 h 6858000"/>
              <a:gd name="connsiteX852" fmla="*/ 6082788 w 7467600"/>
              <a:gd name="connsiteY852" fmla="*/ 64119 h 6858000"/>
              <a:gd name="connsiteX853" fmla="*/ 6099442 w 7467600"/>
              <a:gd name="connsiteY853" fmla="*/ 82568 h 6858000"/>
              <a:gd name="connsiteX854" fmla="*/ 4804137 w 7467600"/>
              <a:gd name="connsiteY854" fmla="*/ 320931 h 6858000"/>
              <a:gd name="connsiteX855" fmla="*/ 4227047 w 7467600"/>
              <a:gd name="connsiteY855" fmla="*/ 313415 h 6858000"/>
              <a:gd name="connsiteX856" fmla="*/ 4346041 w 7467600"/>
              <a:gd name="connsiteY856" fmla="*/ 456086 h 6858000"/>
              <a:gd name="connsiteX857" fmla="*/ 4870967 w 7467600"/>
              <a:gd name="connsiteY857" fmla="*/ 963061 h 6858000"/>
              <a:gd name="connsiteX858" fmla="*/ 4889647 w 7467600"/>
              <a:gd name="connsiteY858" fmla="*/ 957147 h 6858000"/>
              <a:gd name="connsiteX859" fmla="*/ 5422504 w 7467600"/>
              <a:gd name="connsiteY859" fmla="*/ 805191 h 6858000"/>
              <a:gd name="connsiteX860" fmla="*/ 6087656 w 7467600"/>
              <a:gd name="connsiteY860" fmla="*/ 826703 h 6858000"/>
              <a:gd name="connsiteX861" fmla="*/ 6058717 w 7467600"/>
              <a:gd name="connsiteY861" fmla="*/ 865992 h 6858000"/>
              <a:gd name="connsiteX862" fmla="*/ 4974153 w 7467600"/>
              <a:gd name="connsiteY862" fmla="*/ 1045456 h 6858000"/>
              <a:gd name="connsiteX863" fmla="*/ 5627835 w 7467600"/>
              <a:gd name="connsiteY863" fmla="*/ 1472077 h 6858000"/>
              <a:gd name="connsiteX864" fmla="*/ 5629817 w 7467600"/>
              <a:gd name="connsiteY864" fmla="*/ 1471412 h 6858000"/>
              <a:gd name="connsiteX865" fmla="*/ 5634124 w 7467600"/>
              <a:gd name="connsiteY865" fmla="*/ 1470572 h 6858000"/>
              <a:gd name="connsiteX866" fmla="*/ 5755832 w 7467600"/>
              <a:gd name="connsiteY866" fmla="*/ 1383886 h 6858000"/>
              <a:gd name="connsiteX867" fmla="*/ 6014186 w 7467600"/>
              <a:gd name="connsiteY867" fmla="*/ 1279799 h 6858000"/>
              <a:gd name="connsiteX868" fmla="*/ 6901619 w 7467600"/>
              <a:gd name="connsiteY868" fmla="*/ 1047874 h 6858000"/>
              <a:gd name="connsiteX869" fmla="*/ 6931566 w 7467600"/>
              <a:gd name="connsiteY869" fmla="*/ 1062034 h 6858000"/>
              <a:gd name="connsiteX870" fmla="*/ 5790982 w 7467600"/>
              <a:gd name="connsiteY870" fmla="*/ 1561380 h 6858000"/>
              <a:gd name="connsiteX871" fmla="*/ 6188971 w 7467600"/>
              <a:gd name="connsiteY871" fmla="*/ 1755168 h 6858000"/>
              <a:gd name="connsiteX872" fmla="*/ 6202446 w 7467600"/>
              <a:gd name="connsiteY872" fmla="*/ 1752268 h 6858000"/>
              <a:gd name="connsiteX873" fmla="*/ 7179560 w 7467600"/>
              <a:gd name="connsiteY873" fmla="*/ 1467551 h 6858000"/>
              <a:gd name="connsiteX874" fmla="*/ 7158730 w 7467600"/>
              <a:gd name="connsiteY874" fmla="*/ 1507835 h 6858000"/>
              <a:gd name="connsiteX875" fmla="*/ 6326959 w 7467600"/>
              <a:gd name="connsiteY875" fmla="*/ 1817686 h 6858000"/>
              <a:gd name="connsiteX876" fmla="*/ 6537433 w 7467600"/>
              <a:gd name="connsiteY876" fmla="*/ 1907790 h 6858000"/>
              <a:gd name="connsiteX877" fmla="*/ 6550221 w 7467600"/>
              <a:gd name="connsiteY877" fmla="*/ 1910729 h 6858000"/>
              <a:gd name="connsiteX878" fmla="*/ 6964438 w 7467600"/>
              <a:gd name="connsiteY878" fmla="*/ 2209505 h 6858000"/>
              <a:gd name="connsiteX879" fmla="*/ 7367862 w 7467600"/>
              <a:gd name="connsiteY879" fmla="*/ 2806833 h 6858000"/>
              <a:gd name="connsiteX880" fmla="*/ 7364329 w 7467600"/>
              <a:gd name="connsiteY880" fmla="*/ 2826907 h 6858000"/>
              <a:gd name="connsiteX881" fmla="*/ 7290545 w 7467600"/>
              <a:gd name="connsiteY881" fmla="*/ 2850663 h 6858000"/>
              <a:gd name="connsiteX882" fmla="*/ 6472036 w 7467600"/>
              <a:gd name="connsiteY882" fmla="*/ 1959003 h 6858000"/>
              <a:gd name="connsiteX883" fmla="*/ 5792897 w 7467600"/>
              <a:gd name="connsiteY883" fmla="*/ 1647747 h 6858000"/>
              <a:gd name="connsiteX884" fmla="*/ 5842751 w 7467600"/>
              <a:gd name="connsiteY884" fmla="*/ 1816112 h 6858000"/>
              <a:gd name="connsiteX885" fmla="*/ 5847424 w 7467600"/>
              <a:gd name="connsiteY885" fmla="*/ 1815776 h 6858000"/>
              <a:gd name="connsiteX886" fmla="*/ 6399821 w 7467600"/>
              <a:gd name="connsiteY886" fmla="*/ 2344799 h 6858000"/>
              <a:gd name="connsiteX887" fmla="*/ 6323232 w 7467600"/>
              <a:gd name="connsiteY887" fmla="*/ 2389634 h 6858000"/>
              <a:gd name="connsiteX888" fmla="*/ 5942958 w 7467600"/>
              <a:gd name="connsiteY888" fmla="*/ 2077708 h 6858000"/>
              <a:gd name="connsiteX889" fmla="*/ 5921559 w 7467600"/>
              <a:gd name="connsiteY889" fmla="*/ 2378596 h 6858000"/>
              <a:gd name="connsiteX890" fmla="*/ 5817651 w 7467600"/>
              <a:gd name="connsiteY890" fmla="*/ 3023919 h 6858000"/>
              <a:gd name="connsiteX891" fmla="*/ 5729634 w 7467600"/>
              <a:gd name="connsiteY891" fmla="*/ 3051849 h 6858000"/>
              <a:gd name="connsiteX892" fmla="*/ 5611018 w 7467600"/>
              <a:gd name="connsiteY892" fmla="*/ 2316769 h 6858000"/>
              <a:gd name="connsiteX893" fmla="*/ 5687608 w 7467600"/>
              <a:gd name="connsiteY893" fmla="*/ 2039972 h 6858000"/>
              <a:gd name="connsiteX894" fmla="*/ 5657554 w 7467600"/>
              <a:gd name="connsiteY894" fmla="*/ 1576445 h 6858000"/>
              <a:gd name="connsiteX895" fmla="*/ 5150475 w 7467600"/>
              <a:gd name="connsiteY895" fmla="*/ 1274012 h 6858000"/>
              <a:gd name="connsiteX896" fmla="*/ 5349142 w 7467600"/>
              <a:gd name="connsiteY896" fmla="*/ 2204405 h 6858000"/>
              <a:gd name="connsiteX897" fmla="*/ 5262214 w 7467600"/>
              <a:gd name="connsiteY897" fmla="*/ 2233836 h 6858000"/>
              <a:gd name="connsiteX898" fmla="*/ 4981539 w 7467600"/>
              <a:gd name="connsiteY898" fmla="*/ 1542201 h 6858000"/>
              <a:gd name="connsiteX899" fmla="*/ 4958461 w 7467600"/>
              <a:gd name="connsiteY899" fmla="*/ 1136957 h 6858000"/>
              <a:gd name="connsiteX900" fmla="*/ 4655015 w 7467600"/>
              <a:gd name="connsiteY900" fmla="*/ 891426 h 6858000"/>
              <a:gd name="connsiteX901" fmla="*/ 4348002 w 7467600"/>
              <a:gd name="connsiteY901" fmla="*/ 2205895 h 6858000"/>
              <a:gd name="connsiteX902" fmla="*/ 4262250 w 7467600"/>
              <a:gd name="connsiteY902" fmla="*/ 2219972 h 6858000"/>
              <a:gd name="connsiteX903" fmla="*/ 4550611 w 7467600"/>
              <a:gd name="connsiteY903" fmla="*/ 817540 h 6858000"/>
              <a:gd name="connsiteX904" fmla="*/ 4564418 w 7467600"/>
              <a:gd name="connsiteY904" fmla="*/ 808293 h 6858000"/>
              <a:gd name="connsiteX905" fmla="*/ 4266388 w 7467600"/>
              <a:gd name="connsiteY905" fmla="*/ 500083 h 6858000"/>
              <a:gd name="connsiteX906" fmla="*/ 4032842 w 7467600"/>
              <a:gd name="connsiteY906" fmla="*/ 211809 h 6858000"/>
              <a:gd name="connsiteX907" fmla="*/ 3882765 w 7467600"/>
              <a:gd name="connsiteY907" fmla="*/ 0 h 6858000"/>
              <a:gd name="connsiteX908" fmla="*/ 3721337 w 7467600"/>
              <a:gd name="connsiteY908" fmla="*/ 0 h 6858000"/>
              <a:gd name="connsiteX909" fmla="*/ 3797544 w 7467600"/>
              <a:gd name="connsiteY909" fmla="*/ 0 h 6858000"/>
              <a:gd name="connsiteX910" fmla="*/ 3775734 w 7467600"/>
              <a:gd name="connsiteY910" fmla="*/ 95131 h 6858000"/>
              <a:gd name="connsiteX911" fmla="*/ 3724807 w 7467600"/>
              <a:gd name="connsiteY911" fmla="*/ 272257 h 6858000"/>
              <a:gd name="connsiteX912" fmla="*/ 3726844 w 7467600"/>
              <a:gd name="connsiteY912" fmla="*/ 282988 h 6858000"/>
              <a:gd name="connsiteX913" fmla="*/ 3742664 w 7467600"/>
              <a:gd name="connsiteY913" fmla="*/ 279918 h 6858000"/>
              <a:gd name="connsiteX914" fmla="*/ 4103910 w 7467600"/>
              <a:gd name="connsiteY914" fmla="*/ 1161917 h 6858000"/>
              <a:gd name="connsiteX915" fmla="*/ 4020269 w 7467600"/>
              <a:gd name="connsiteY915" fmla="*/ 1200406 h 6858000"/>
              <a:gd name="connsiteX916" fmla="*/ 3674882 w 7467600"/>
              <a:gd name="connsiteY916" fmla="*/ 488524 h 6858000"/>
              <a:gd name="connsiteX917" fmla="*/ 3132682 w 7467600"/>
              <a:gd name="connsiteY917" fmla="*/ 1072284 h 6858000"/>
              <a:gd name="connsiteX918" fmla="*/ 2716346 w 7467600"/>
              <a:gd name="connsiteY918" fmla="*/ 1276376 h 6858000"/>
              <a:gd name="connsiteX919" fmla="*/ 2716772 w 7467600"/>
              <a:gd name="connsiteY919" fmla="*/ 1255462 h 6858000"/>
              <a:gd name="connsiteX920" fmla="*/ 3471096 w 7467600"/>
              <a:gd name="connsiteY920" fmla="*/ 437072 h 6858000"/>
              <a:gd name="connsiteX921" fmla="*/ 3639057 w 7467600"/>
              <a:gd name="connsiteY921" fmla="*/ 286334 h 6858000"/>
              <a:gd name="connsiteX922" fmla="*/ 3640309 w 7467600"/>
              <a:gd name="connsiteY922" fmla="*/ 284664 h 6858000"/>
              <a:gd name="connsiteX923" fmla="*/ 3646022 w 7467600"/>
              <a:gd name="connsiteY923" fmla="*/ 276711 h 6858000"/>
              <a:gd name="connsiteX924" fmla="*/ 3707943 w 7467600"/>
              <a:gd name="connsiteY924" fmla="*/ 65958 h 6858000"/>
              <a:gd name="connsiteX925" fmla="*/ 3721337 w 7467600"/>
              <a:gd name="connsiteY925" fmla="*/ 0 h 6858000"/>
              <a:gd name="connsiteX926" fmla="*/ 2867960 w 7467600"/>
              <a:gd name="connsiteY926" fmla="*/ 0 h 6858000"/>
              <a:gd name="connsiteX927" fmla="*/ 2926351 w 7467600"/>
              <a:gd name="connsiteY927" fmla="*/ 0 h 6858000"/>
              <a:gd name="connsiteX928" fmla="*/ 2902823 w 7467600"/>
              <a:gd name="connsiteY928" fmla="*/ 262929 h 6858000"/>
              <a:gd name="connsiteX929" fmla="*/ 2940663 w 7467600"/>
              <a:gd name="connsiteY929" fmla="*/ 140884 h 6858000"/>
              <a:gd name="connsiteX930" fmla="*/ 2947039 w 7467600"/>
              <a:gd name="connsiteY930" fmla="*/ 122524 h 6858000"/>
              <a:gd name="connsiteX931" fmla="*/ 2984316 w 7467600"/>
              <a:gd name="connsiteY931" fmla="*/ 0 h 6858000"/>
              <a:gd name="connsiteX932" fmla="*/ 3016114 w 7467600"/>
              <a:gd name="connsiteY932" fmla="*/ 0 h 6858000"/>
              <a:gd name="connsiteX933" fmla="*/ 2979949 w 7467600"/>
              <a:gd name="connsiteY933" fmla="*/ 119274 h 6858000"/>
              <a:gd name="connsiteX934" fmla="*/ 3023879 w 7467600"/>
              <a:gd name="connsiteY934" fmla="*/ 0 h 6858000"/>
              <a:gd name="connsiteX935" fmla="*/ 3105400 w 7467600"/>
              <a:gd name="connsiteY935" fmla="*/ 0 h 6858000"/>
              <a:gd name="connsiteX936" fmla="*/ 3094669 w 7467600"/>
              <a:gd name="connsiteY936" fmla="*/ 30308 h 6858000"/>
              <a:gd name="connsiteX937" fmla="*/ 2901945 w 7467600"/>
              <a:gd name="connsiteY937" fmla="*/ 466538 h 6858000"/>
              <a:gd name="connsiteX938" fmla="*/ 2815209 w 7467600"/>
              <a:gd name="connsiteY938" fmla="*/ 497361 h 6858000"/>
              <a:gd name="connsiteX939" fmla="*/ 2844845 w 7467600"/>
              <a:gd name="connsiteY939" fmla="*/ 127638 h 6858000"/>
              <a:gd name="connsiteX940" fmla="*/ 2867960 w 7467600"/>
              <a:gd name="connsiteY940" fmla="*/ 0 h 6858000"/>
              <a:gd name="connsiteX941" fmla="*/ 1057230 w 7467600"/>
              <a:gd name="connsiteY941" fmla="*/ 0 h 6858000"/>
              <a:gd name="connsiteX942" fmla="*/ 1111003 w 7467600"/>
              <a:gd name="connsiteY942" fmla="*/ 0 h 6858000"/>
              <a:gd name="connsiteX943" fmla="*/ 1125553 w 7467600"/>
              <a:gd name="connsiteY943" fmla="*/ 52588 h 6858000"/>
              <a:gd name="connsiteX944" fmla="*/ 1304276 w 7467600"/>
              <a:gd name="connsiteY944" fmla="*/ 476275 h 6858000"/>
              <a:gd name="connsiteX945" fmla="*/ 1492066 w 7467600"/>
              <a:gd name="connsiteY945" fmla="*/ 886333 h 6858000"/>
              <a:gd name="connsiteX946" fmla="*/ 1423698 w 7467600"/>
              <a:gd name="connsiteY946" fmla="*/ 710817 h 6858000"/>
              <a:gd name="connsiteX947" fmla="*/ 1357609 w 7467600"/>
              <a:gd name="connsiteY947" fmla="*/ 532892 h 6858000"/>
              <a:gd name="connsiteX948" fmla="*/ 1309550 w 7467600"/>
              <a:gd name="connsiteY948" fmla="*/ 374031 h 6858000"/>
              <a:gd name="connsiteX949" fmla="*/ 1193673 w 7467600"/>
              <a:gd name="connsiteY949" fmla="*/ 49533 h 6858000"/>
              <a:gd name="connsiteX950" fmla="*/ 1164391 w 7467600"/>
              <a:gd name="connsiteY950" fmla="*/ 0 h 6858000"/>
              <a:gd name="connsiteX951" fmla="*/ 1200666 w 7467600"/>
              <a:gd name="connsiteY951" fmla="*/ 0 h 6858000"/>
              <a:gd name="connsiteX952" fmla="*/ 1223408 w 7467600"/>
              <a:gd name="connsiteY952" fmla="*/ 38996 h 6858000"/>
              <a:gd name="connsiteX953" fmla="*/ 1339635 w 7467600"/>
              <a:gd name="connsiteY953" fmla="*/ 365517 h 6858000"/>
              <a:gd name="connsiteX954" fmla="*/ 1387469 w 7467600"/>
              <a:gd name="connsiteY954" fmla="*/ 523079 h 6858000"/>
              <a:gd name="connsiteX955" fmla="*/ 1452685 w 7467600"/>
              <a:gd name="connsiteY955" fmla="*/ 699806 h 6858000"/>
              <a:gd name="connsiteX956" fmla="*/ 1492092 w 7467600"/>
              <a:gd name="connsiteY956" fmla="*/ 800424 h 6858000"/>
              <a:gd name="connsiteX957" fmla="*/ 1455302 w 7467600"/>
              <a:gd name="connsiteY957" fmla="*/ 632913 h 6858000"/>
              <a:gd name="connsiteX958" fmla="*/ 1222336 w 7467600"/>
              <a:gd name="connsiteY958" fmla="*/ 9480 h 6858000"/>
              <a:gd name="connsiteX959" fmla="*/ 1214634 w 7467600"/>
              <a:gd name="connsiteY959" fmla="*/ 0 h 6858000"/>
              <a:gd name="connsiteX960" fmla="*/ 1289827 w 7467600"/>
              <a:gd name="connsiteY960" fmla="*/ 0 h 6858000"/>
              <a:gd name="connsiteX961" fmla="*/ 1321076 w 7467600"/>
              <a:gd name="connsiteY961" fmla="*/ 59722 h 6858000"/>
              <a:gd name="connsiteX962" fmla="*/ 1512579 w 7467600"/>
              <a:gd name="connsiteY962" fmla="*/ 626441 h 6858000"/>
              <a:gd name="connsiteX963" fmla="*/ 1506076 w 7467600"/>
              <a:gd name="connsiteY963" fmla="*/ 1089289 h 6858000"/>
              <a:gd name="connsiteX964" fmla="*/ 1486346 w 7467600"/>
              <a:gd name="connsiteY964" fmla="*/ 1079919 h 6858000"/>
              <a:gd name="connsiteX965" fmla="*/ 1070511 w 7467600"/>
              <a:gd name="connsiteY965" fmla="*/ 48609 h 6858000"/>
              <a:gd name="connsiteX966" fmla="*/ 1057230 w 7467600"/>
              <a:gd name="connsiteY966" fmla="*/ 0 h 6858000"/>
              <a:gd name="connsiteX967" fmla="*/ 43151 w 7467600"/>
              <a:gd name="connsiteY967" fmla="*/ 0 h 6858000"/>
              <a:gd name="connsiteX968" fmla="*/ 95283 w 7467600"/>
              <a:gd name="connsiteY968" fmla="*/ 0 h 6858000"/>
              <a:gd name="connsiteX969" fmla="*/ 300708 w 7467600"/>
              <a:gd name="connsiteY969" fmla="*/ 154571 h 6858000"/>
              <a:gd name="connsiteX970" fmla="*/ 530414 w 7467600"/>
              <a:gd name="connsiteY970" fmla="*/ 354673 h 6858000"/>
              <a:gd name="connsiteX971" fmla="*/ 333785 w 7467600"/>
              <a:gd name="connsiteY971" fmla="*/ 161564 h 6858000"/>
              <a:gd name="connsiteX972" fmla="*/ 147005 w 7467600"/>
              <a:gd name="connsiteY972" fmla="*/ 0 h 6858000"/>
              <a:gd name="connsiteX973" fmla="*/ 272509 w 7467600"/>
              <a:gd name="connsiteY973" fmla="*/ 0 h 6858000"/>
              <a:gd name="connsiteX974" fmla="*/ 326276 w 7467600"/>
              <a:gd name="connsiteY974" fmla="*/ 45847 h 6858000"/>
              <a:gd name="connsiteX975" fmla="*/ 823759 w 7467600"/>
              <a:gd name="connsiteY975" fmla="*/ 574145 h 6858000"/>
              <a:gd name="connsiteX976" fmla="*/ 811254 w 7467600"/>
              <a:gd name="connsiteY976" fmla="*/ 665546 h 6858000"/>
              <a:gd name="connsiteX977" fmla="*/ 154042 w 7467600"/>
              <a:gd name="connsiteY977" fmla="*/ 261522 h 6858000"/>
              <a:gd name="connsiteX978" fmla="*/ 13550 w 7467600"/>
              <a:gd name="connsiteY978" fmla="*/ 158423 h 6858000"/>
              <a:gd name="connsiteX979" fmla="*/ 0 w 7467600"/>
              <a:gd name="connsiteY979" fmla="*/ 146618 h 6858000"/>
              <a:gd name="connsiteX980" fmla="*/ 0 w 7467600"/>
              <a:gd name="connsiteY980" fmla="*/ 59161 h 6858000"/>
              <a:gd name="connsiteX981" fmla="*/ 45427 w 7467600"/>
              <a:gd name="connsiteY981" fmla="*/ 101078 h 6858000"/>
              <a:gd name="connsiteX982" fmla="*/ 630103 w 7467600"/>
              <a:gd name="connsiteY982" fmla="*/ 485885 h 6858000"/>
              <a:gd name="connsiteX983" fmla="*/ 532040 w 7467600"/>
              <a:gd name="connsiteY983" fmla="*/ 399359 h 6858000"/>
              <a:gd name="connsiteX984" fmla="*/ 517618 w 7467600"/>
              <a:gd name="connsiteY984" fmla="*/ 385726 h 6858000"/>
              <a:gd name="connsiteX985" fmla="*/ 285074 w 7467600"/>
              <a:gd name="connsiteY985" fmla="*/ 182755 h 6858000"/>
              <a:gd name="connsiteX986" fmla="*/ 43151 w 7467600"/>
              <a:gd name="connsiteY986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312201 w 7467600"/>
              <a:gd name="connsiteY127" fmla="*/ 5128278 h 6858000"/>
              <a:gd name="connsiteX128" fmla="*/ 7450656 w 7467600"/>
              <a:gd name="connsiteY128" fmla="*/ 5134750 h 6858000"/>
              <a:gd name="connsiteX129" fmla="*/ 7312201 w 7467600"/>
              <a:gd name="connsiteY129" fmla="*/ 5128278 h 6858000"/>
              <a:gd name="connsiteX130" fmla="*/ 1903353 w 7467600"/>
              <a:gd name="connsiteY130" fmla="*/ 5044827 h 6858000"/>
              <a:gd name="connsiteX131" fmla="*/ 1936931 w 7467600"/>
              <a:gd name="connsiteY131" fmla="*/ 5093954 h 6858000"/>
              <a:gd name="connsiteX132" fmla="*/ 2195868 w 7467600"/>
              <a:gd name="connsiteY132" fmla="*/ 5396574 h 6858000"/>
              <a:gd name="connsiteX133" fmla="*/ 2088852 w 7467600"/>
              <a:gd name="connsiteY133" fmla="*/ 5166123 h 6858000"/>
              <a:gd name="connsiteX134" fmla="*/ 1958241 w 7467600"/>
              <a:gd name="connsiteY134" fmla="*/ 5067955 h 6858000"/>
              <a:gd name="connsiteX135" fmla="*/ 1903353 w 7467600"/>
              <a:gd name="connsiteY135" fmla="*/ 5044827 h 6858000"/>
              <a:gd name="connsiteX136" fmla="*/ 1979378 w 7467600"/>
              <a:gd name="connsiteY136" fmla="*/ 4769504 h 6858000"/>
              <a:gd name="connsiteX137" fmla="*/ 2882120 w 7467600"/>
              <a:gd name="connsiteY137" fmla="*/ 5064547 h 6858000"/>
              <a:gd name="connsiteX138" fmla="*/ 2793103 w 7467600"/>
              <a:gd name="connsiteY138" fmla="*/ 5039699 h 6858000"/>
              <a:gd name="connsiteX139" fmla="*/ 2770041 w 7467600"/>
              <a:gd name="connsiteY139" fmla="*/ 5033634 h 6858000"/>
              <a:gd name="connsiteX140" fmla="*/ 1979378 w 7467600"/>
              <a:gd name="connsiteY140" fmla="*/ 4769504 h 6858000"/>
              <a:gd name="connsiteX141" fmla="*/ 1927410 w 7467600"/>
              <a:gd name="connsiteY141" fmla="*/ 4716164 h 6858000"/>
              <a:gd name="connsiteX142" fmla="*/ 1959587 w 7467600"/>
              <a:gd name="connsiteY142" fmla="*/ 4728849 h 6858000"/>
              <a:gd name="connsiteX143" fmla="*/ 2777707 w 7467600"/>
              <a:gd name="connsiteY143" fmla="*/ 5003991 h 6858000"/>
              <a:gd name="connsiteX144" fmla="*/ 2800768 w 7467600"/>
              <a:gd name="connsiteY144" fmla="*/ 5010056 h 6858000"/>
              <a:gd name="connsiteX145" fmla="*/ 2879408 w 7467600"/>
              <a:gd name="connsiteY145" fmla="*/ 5031590 h 6858000"/>
              <a:gd name="connsiteX146" fmla="*/ 2862295 w 7467600"/>
              <a:gd name="connsiteY146" fmla="*/ 5022958 h 6858000"/>
              <a:gd name="connsiteX147" fmla="*/ 2813343 w 7467600"/>
              <a:gd name="connsiteY147" fmla="*/ 4998369 h 6858000"/>
              <a:gd name="connsiteX148" fmla="*/ 2646245 w 7467600"/>
              <a:gd name="connsiteY148" fmla="*/ 4930999 h 6858000"/>
              <a:gd name="connsiteX149" fmla="*/ 1999243 w 7467600"/>
              <a:gd name="connsiteY149" fmla="*/ 4730524 h 6858000"/>
              <a:gd name="connsiteX150" fmla="*/ 1979527 w 7467600"/>
              <a:gd name="connsiteY150" fmla="*/ 4726651 h 6858000"/>
              <a:gd name="connsiteX151" fmla="*/ 1927410 w 7467600"/>
              <a:gd name="connsiteY151" fmla="*/ 4716164 h 6858000"/>
              <a:gd name="connsiteX152" fmla="*/ 1997014 w 7467600"/>
              <a:gd name="connsiteY152" fmla="*/ 4698007 h 6858000"/>
              <a:gd name="connsiteX153" fmla="*/ 2005458 w 7467600"/>
              <a:gd name="connsiteY153" fmla="*/ 4699540 h 6858000"/>
              <a:gd name="connsiteX154" fmla="*/ 2657186 w 7467600"/>
              <a:gd name="connsiteY154" fmla="*/ 4901687 h 6858000"/>
              <a:gd name="connsiteX155" fmla="*/ 2826662 w 7467600"/>
              <a:gd name="connsiteY155" fmla="*/ 4970362 h 6858000"/>
              <a:gd name="connsiteX156" fmla="*/ 2876100 w 7467600"/>
              <a:gd name="connsiteY156" fmla="*/ 4995397 h 6858000"/>
              <a:gd name="connsiteX157" fmla="*/ 3042600 w 7467600"/>
              <a:gd name="connsiteY157" fmla="*/ 5059532 h 6858000"/>
              <a:gd name="connsiteX158" fmla="*/ 1997014 w 7467600"/>
              <a:gd name="connsiteY158" fmla="*/ 4698007 h 6858000"/>
              <a:gd name="connsiteX159" fmla="*/ 2305292 w 7467600"/>
              <a:gd name="connsiteY159" fmla="*/ 4219492 h 6858000"/>
              <a:gd name="connsiteX160" fmla="*/ 3360922 w 7467600"/>
              <a:gd name="connsiteY160" fmla="*/ 4529373 h 6858000"/>
              <a:gd name="connsiteX161" fmla="*/ 3492420 w 7467600"/>
              <a:gd name="connsiteY161" fmla="*/ 4510145 h 6858000"/>
              <a:gd name="connsiteX162" fmla="*/ 3364086 w 7467600"/>
              <a:gd name="connsiteY162" fmla="*/ 4480340 h 6858000"/>
              <a:gd name="connsiteX163" fmla="*/ 3225818 w 7467600"/>
              <a:gd name="connsiteY163" fmla="*/ 4411822 h 6858000"/>
              <a:gd name="connsiteX164" fmla="*/ 3129696 w 7467600"/>
              <a:gd name="connsiteY164" fmla="*/ 4360704 h 6858000"/>
              <a:gd name="connsiteX165" fmla="*/ 2814545 w 7467600"/>
              <a:gd name="connsiteY165" fmla="*/ 4282955 h 6858000"/>
              <a:gd name="connsiteX166" fmla="*/ 2305292 w 7467600"/>
              <a:gd name="connsiteY166" fmla="*/ 4219492 h 6858000"/>
              <a:gd name="connsiteX167" fmla="*/ 2626982 w 7467600"/>
              <a:gd name="connsiteY167" fmla="*/ 4206450 h 6858000"/>
              <a:gd name="connsiteX168" fmla="*/ 2490617 w 7467600"/>
              <a:gd name="connsiteY168" fmla="*/ 4206951 h 6858000"/>
              <a:gd name="connsiteX169" fmla="*/ 2819869 w 7467600"/>
              <a:gd name="connsiteY169" fmla="*/ 4252936 h 6858000"/>
              <a:gd name="connsiteX170" fmla="*/ 3143018 w 7467600"/>
              <a:gd name="connsiteY170" fmla="*/ 4332698 h 6858000"/>
              <a:gd name="connsiteX171" fmla="*/ 3241520 w 7467600"/>
              <a:gd name="connsiteY171" fmla="*/ 4385112 h 6858000"/>
              <a:gd name="connsiteX172" fmla="*/ 3374575 w 7467600"/>
              <a:gd name="connsiteY172" fmla="*/ 4451517 h 6858000"/>
              <a:gd name="connsiteX173" fmla="*/ 3505221 w 7467600"/>
              <a:gd name="connsiteY173" fmla="*/ 4480757 h 6858000"/>
              <a:gd name="connsiteX174" fmla="*/ 2626982 w 7467600"/>
              <a:gd name="connsiteY174" fmla="*/ 4206450 h 6858000"/>
              <a:gd name="connsiteX175" fmla="*/ 1310106 w 7467600"/>
              <a:gd name="connsiteY175" fmla="*/ 3943217 h 6858000"/>
              <a:gd name="connsiteX176" fmla="*/ 854994 w 7467600"/>
              <a:gd name="connsiteY176" fmla="*/ 4399136 h 6858000"/>
              <a:gd name="connsiteX177" fmla="*/ 742462 w 7467600"/>
              <a:gd name="connsiteY177" fmla="*/ 4594648 h 6858000"/>
              <a:gd name="connsiteX178" fmla="*/ 820602 w 7467600"/>
              <a:gd name="connsiteY178" fmla="*/ 4485915 h 6858000"/>
              <a:gd name="connsiteX179" fmla="*/ 878295 w 7467600"/>
              <a:gd name="connsiteY179" fmla="*/ 4403594 h 6858000"/>
              <a:gd name="connsiteX180" fmla="*/ 1240607 w 7467600"/>
              <a:gd name="connsiteY180" fmla="*/ 4010401 h 6858000"/>
              <a:gd name="connsiteX181" fmla="*/ 1310106 w 7467600"/>
              <a:gd name="connsiteY181" fmla="*/ 3943217 h 6858000"/>
              <a:gd name="connsiteX182" fmla="*/ 1423113 w 7467600"/>
              <a:gd name="connsiteY182" fmla="*/ 3874565 h 6858000"/>
              <a:gd name="connsiteX183" fmla="*/ 1260565 w 7467600"/>
              <a:gd name="connsiteY183" fmla="*/ 4031982 h 6858000"/>
              <a:gd name="connsiteX184" fmla="*/ 901900 w 7467600"/>
              <a:gd name="connsiteY184" fmla="*/ 4421236 h 6858000"/>
              <a:gd name="connsiteX185" fmla="*/ 845044 w 7467600"/>
              <a:gd name="connsiteY185" fmla="*/ 4502436 h 6858000"/>
              <a:gd name="connsiteX186" fmla="*/ 685926 w 7467600"/>
              <a:gd name="connsiteY186" fmla="*/ 4703069 h 6858000"/>
              <a:gd name="connsiteX187" fmla="*/ 684248 w 7467600"/>
              <a:gd name="connsiteY187" fmla="*/ 4706721 h 6858000"/>
              <a:gd name="connsiteX188" fmla="*/ 1423113 w 7467600"/>
              <a:gd name="connsiteY188" fmla="*/ 3874565 h 6858000"/>
              <a:gd name="connsiteX189" fmla="*/ 3316479 w 7467600"/>
              <a:gd name="connsiteY189" fmla="*/ 3872136 h 6858000"/>
              <a:gd name="connsiteX190" fmla="*/ 3546806 w 7467600"/>
              <a:gd name="connsiteY190" fmla="*/ 4356139 h 6858000"/>
              <a:gd name="connsiteX191" fmla="*/ 3364433 w 7467600"/>
              <a:gd name="connsiteY191" fmla="*/ 3953121 h 6858000"/>
              <a:gd name="connsiteX192" fmla="*/ 3316479 w 7467600"/>
              <a:gd name="connsiteY192" fmla="*/ 3872136 h 6858000"/>
              <a:gd name="connsiteX193" fmla="*/ 3291335 w 7467600"/>
              <a:gd name="connsiteY193" fmla="*/ 3767420 h 6858000"/>
              <a:gd name="connsiteX194" fmla="*/ 3390805 w 7467600"/>
              <a:gd name="connsiteY194" fmla="*/ 3937163 h 6858000"/>
              <a:gd name="connsiteX195" fmla="*/ 3579062 w 7467600"/>
              <a:gd name="connsiteY195" fmla="*/ 4359040 h 6858000"/>
              <a:gd name="connsiteX196" fmla="*/ 3467355 w 7467600"/>
              <a:gd name="connsiteY196" fmla="*/ 3988130 h 6858000"/>
              <a:gd name="connsiteX197" fmla="*/ 3310753 w 7467600"/>
              <a:gd name="connsiteY197" fmla="*/ 3787140 h 6858000"/>
              <a:gd name="connsiteX198" fmla="*/ 3291335 w 7467600"/>
              <a:gd name="connsiteY198" fmla="*/ 3767420 h 6858000"/>
              <a:gd name="connsiteX199" fmla="*/ 1635889 w 7467600"/>
              <a:gd name="connsiteY199" fmla="*/ 3709494 h 6858000"/>
              <a:gd name="connsiteX200" fmla="*/ 1634800 w 7467600"/>
              <a:gd name="connsiteY200" fmla="*/ 3731111 h 6858000"/>
              <a:gd name="connsiteX201" fmla="*/ 1635889 w 7467600"/>
              <a:gd name="connsiteY201" fmla="*/ 3709494 h 6858000"/>
              <a:gd name="connsiteX202" fmla="*/ 1510397 w 7467600"/>
              <a:gd name="connsiteY202" fmla="*/ 3684705 h 6858000"/>
              <a:gd name="connsiteX203" fmla="*/ 1146550 w 7467600"/>
              <a:gd name="connsiteY203" fmla="*/ 3802012 h 6858000"/>
              <a:gd name="connsiteX204" fmla="*/ 698834 w 7467600"/>
              <a:gd name="connsiteY204" fmla="*/ 3952272 h 6858000"/>
              <a:gd name="connsiteX205" fmla="*/ 34256 w 7467600"/>
              <a:gd name="connsiteY205" fmla="*/ 4347603 h 6858000"/>
              <a:gd name="connsiteX206" fmla="*/ 527241 w 7467600"/>
              <a:gd name="connsiteY206" fmla="*/ 4065078 h 6858000"/>
              <a:gd name="connsiteX207" fmla="*/ 1510397 w 7467600"/>
              <a:gd name="connsiteY207" fmla="*/ 3684705 h 6858000"/>
              <a:gd name="connsiteX208" fmla="*/ 1313114 w 7467600"/>
              <a:gd name="connsiteY208" fmla="*/ 3655216 h 6858000"/>
              <a:gd name="connsiteX209" fmla="*/ 1109304 w 7467600"/>
              <a:gd name="connsiteY209" fmla="*/ 3669030 h 6858000"/>
              <a:gd name="connsiteX210" fmla="*/ 8129 w 7467600"/>
              <a:gd name="connsiteY210" fmla="*/ 4330519 h 6858000"/>
              <a:gd name="connsiteX211" fmla="*/ 687572 w 7467600"/>
              <a:gd name="connsiteY211" fmla="*/ 3925629 h 6858000"/>
              <a:gd name="connsiteX212" fmla="*/ 1138365 w 7467600"/>
              <a:gd name="connsiteY212" fmla="*/ 3774515 h 6858000"/>
              <a:gd name="connsiteX213" fmla="*/ 1505579 w 7467600"/>
              <a:gd name="connsiteY213" fmla="*/ 3655526 h 6858000"/>
              <a:gd name="connsiteX214" fmla="*/ 1313114 w 7467600"/>
              <a:gd name="connsiteY214" fmla="*/ 3655216 h 6858000"/>
              <a:gd name="connsiteX215" fmla="*/ 3655073 w 7467600"/>
              <a:gd name="connsiteY215" fmla="*/ 3650884 h 6858000"/>
              <a:gd name="connsiteX216" fmla="*/ 3989938 w 7467600"/>
              <a:gd name="connsiteY216" fmla="*/ 3991685 h 6858000"/>
              <a:gd name="connsiteX217" fmla="*/ 4393907 w 7467600"/>
              <a:gd name="connsiteY217" fmla="*/ 4261258 h 6858000"/>
              <a:gd name="connsiteX218" fmla="*/ 4648051 w 7467600"/>
              <a:gd name="connsiteY218" fmla="*/ 4374051 h 6858000"/>
              <a:gd name="connsiteX219" fmla="*/ 4383389 w 7467600"/>
              <a:gd name="connsiteY219" fmla="*/ 4184369 h 6858000"/>
              <a:gd name="connsiteX220" fmla="*/ 4165508 w 7467600"/>
              <a:gd name="connsiteY220" fmla="*/ 4035196 h 6858000"/>
              <a:gd name="connsiteX221" fmla="*/ 4068162 w 7467600"/>
              <a:gd name="connsiteY221" fmla="*/ 3953394 h 6858000"/>
              <a:gd name="connsiteX222" fmla="*/ 3981416 w 7467600"/>
              <a:gd name="connsiteY222" fmla="*/ 3880482 h 6858000"/>
              <a:gd name="connsiteX223" fmla="*/ 3800147 w 7467600"/>
              <a:gd name="connsiteY223" fmla="*/ 3749872 h 6858000"/>
              <a:gd name="connsiteX224" fmla="*/ 3655073 w 7467600"/>
              <a:gd name="connsiteY224" fmla="*/ 3650884 h 6858000"/>
              <a:gd name="connsiteX225" fmla="*/ 3670252 w 7467600"/>
              <a:gd name="connsiteY225" fmla="*/ 3622798 h 6858000"/>
              <a:gd name="connsiteX226" fmla="*/ 3817258 w 7467600"/>
              <a:gd name="connsiteY226" fmla="*/ 3723577 h 6858000"/>
              <a:gd name="connsiteX227" fmla="*/ 4000461 w 7467600"/>
              <a:gd name="connsiteY227" fmla="*/ 3855966 h 6858000"/>
              <a:gd name="connsiteX228" fmla="*/ 4088180 w 7467600"/>
              <a:gd name="connsiteY228" fmla="*/ 3929774 h 6858000"/>
              <a:gd name="connsiteX229" fmla="*/ 4184555 w 7467600"/>
              <a:gd name="connsiteY229" fmla="*/ 4010683 h 6858000"/>
              <a:gd name="connsiteX230" fmla="*/ 4399563 w 7467600"/>
              <a:gd name="connsiteY230" fmla="*/ 4158106 h 6858000"/>
              <a:gd name="connsiteX231" fmla="*/ 4684469 w 7467600"/>
              <a:gd name="connsiteY231" fmla="*/ 4364680 h 6858000"/>
              <a:gd name="connsiteX232" fmla="*/ 4690271 w 7467600"/>
              <a:gd name="connsiteY232" fmla="*/ 4370034 h 6858000"/>
              <a:gd name="connsiteX233" fmla="*/ 4136093 w 7467600"/>
              <a:gd name="connsiteY233" fmla="*/ 3858466 h 6858000"/>
              <a:gd name="connsiteX234" fmla="*/ 3670252 w 7467600"/>
              <a:gd name="connsiteY234" fmla="*/ 3622798 h 6858000"/>
              <a:gd name="connsiteX235" fmla="*/ 4440129 w 7467600"/>
              <a:gd name="connsiteY235" fmla="*/ 3448571 h 6858000"/>
              <a:gd name="connsiteX236" fmla="*/ 4856525 w 7467600"/>
              <a:gd name="connsiteY236" fmla="*/ 3915351 h 6858000"/>
              <a:gd name="connsiteX237" fmla="*/ 5059055 w 7467600"/>
              <a:gd name="connsiteY237" fmla="*/ 4108918 h 6858000"/>
              <a:gd name="connsiteX238" fmla="*/ 5290070 w 7467600"/>
              <a:gd name="connsiteY238" fmla="*/ 4263619 h 6858000"/>
              <a:gd name="connsiteX239" fmla="*/ 4834991 w 7467600"/>
              <a:gd name="connsiteY239" fmla="*/ 3830985 h 6858000"/>
              <a:gd name="connsiteX240" fmla="*/ 4440129 w 7467600"/>
              <a:gd name="connsiteY240" fmla="*/ 3448571 h 6858000"/>
              <a:gd name="connsiteX241" fmla="*/ 4441737 w 7467600"/>
              <a:gd name="connsiteY241" fmla="*/ 3399734 h 6858000"/>
              <a:gd name="connsiteX242" fmla="*/ 4431236 w 7467600"/>
              <a:gd name="connsiteY242" fmla="*/ 3400954 h 6858000"/>
              <a:gd name="connsiteX243" fmla="*/ 4557150 w 7467600"/>
              <a:gd name="connsiteY243" fmla="*/ 3510023 h 6858000"/>
              <a:gd name="connsiteX244" fmla="*/ 4856936 w 7467600"/>
              <a:gd name="connsiteY244" fmla="*/ 3809146 h 6858000"/>
              <a:gd name="connsiteX245" fmla="*/ 5111996 w 7467600"/>
              <a:gd name="connsiteY245" fmla="*/ 4065759 h 6858000"/>
              <a:gd name="connsiteX246" fmla="*/ 5388878 w 7467600"/>
              <a:gd name="connsiteY246" fmla="*/ 4300185 h 6858000"/>
              <a:gd name="connsiteX247" fmla="*/ 5425556 w 7467600"/>
              <a:gd name="connsiteY247" fmla="*/ 4308967 h 6858000"/>
              <a:gd name="connsiteX248" fmla="*/ 4943646 w 7467600"/>
              <a:gd name="connsiteY248" fmla="*/ 3822916 h 6858000"/>
              <a:gd name="connsiteX249" fmla="*/ 4594837 w 7467600"/>
              <a:gd name="connsiteY249" fmla="*/ 3532274 h 6858000"/>
              <a:gd name="connsiteX250" fmla="*/ 4441737 w 7467600"/>
              <a:gd name="connsiteY250" fmla="*/ 3399734 h 6858000"/>
              <a:gd name="connsiteX251" fmla="*/ 5425834 w 7467600"/>
              <a:gd name="connsiteY251" fmla="*/ 3162785 h 6858000"/>
              <a:gd name="connsiteX252" fmla="*/ 5401644 w 7467600"/>
              <a:gd name="connsiteY252" fmla="*/ 3617847 h 6858000"/>
              <a:gd name="connsiteX253" fmla="*/ 5467256 w 7467600"/>
              <a:gd name="connsiteY253" fmla="*/ 4175494 h 6858000"/>
              <a:gd name="connsiteX254" fmla="*/ 5448069 w 7467600"/>
              <a:gd name="connsiteY254" fmla="*/ 3567554 h 6858000"/>
              <a:gd name="connsiteX255" fmla="*/ 5425834 w 7467600"/>
              <a:gd name="connsiteY255" fmla="*/ 3162785 h 6858000"/>
              <a:gd name="connsiteX256" fmla="*/ 1318687 w 7467600"/>
              <a:gd name="connsiteY256" fmla="*/ 3113840 h 6858000"/>
              <a:gd name="connsiteX257" fmla="*/ 1066793 w 7467600"/>
              <a:gd name="connsiteY257" fmla="*/ 3212171 h 6858000"/>
              <a:gd name="connsiteX258" fmla="*/ 993319 w 7467600"/>
              <a:gd name="connsiteY258" fmla="*/ 3247648 h 6858000"/>
              <a:gd name="connsiteX259" fmla="*/ 853081 w 7467600"/>
              <a:gd name="connsiteY259" fmla="*/ 3312410 h 6858000"/>
              <a:gd name="connsiteX260" fmla="*/ 805957 w 7467600"/>
              <a:gd name="connsiteY260" fmla="*/ 3330443 h 6858000"/>
              <a:gd name="connsiteX261" fmla="*/ 1318687 w 7467600"/>
              <a:gd name="connsiteY261" fmla="*/ 3113840 h 6858000"/>
              <a:gd name="connsiteX262" fmla="*/ 5453702 w 7467600"/>
              <a:gd name="connsiteY262" fmla="*/ 3090882 h 6858000"/>
              <a:gd name="connsiteX263" fmla="*/ 5480135 w 7467600"/>
              <a:gd name="connsiteY263" fmla="*/ 3565802 h 6858000"/>
              <a:gd name="connsiteX264" fmla="*/ 5499023 w 7467600"/>
              <a:gd name="connsiteY264" fmla="*/ 4166310 h 6858000"/>
              <a:gd name="connsiteX265" fmla="*/ 5547022 w 7467600"/>
              <a:gd name="connsiteY265" fmla="*/ 3607838 h 6858000"/>
              <a:gd name="connsiteX266" fmla="*/ 5515964 w 7467600"/>
              <a:gd name="connsiteY266" fmla="*/ 3378541 h 6858000"/>
              <a:gd name="connsiteX267" fmla="*/ 5453702 w 7467600"/>
              <a:gd name="connsiteY267" fmla="*/ 3090882 h 6858000"/>
              <a:gd name="connsiteX268" fmla="*/ 1238695 w 7467600"/>
              <a:gd name="connsiteY268" fmla="*/ 3076820 h 6858000"/>
              <a:gd name="connsiteX269" fmla="*/ 716371 w 7467600"/>
              <a:gd name="connsiteY269" fmla="*/ 3293249 h 6858000"/>
              <a:gd name="connsiteX270" fmla="*/ 579522 w 7467600"/>
              <a:gd name="connsiteY270" fmla="*/ 3371759 h 6858000"/>
              <a:gd name="connsiteX271" fmla="*/ 600288 w 7467600"/>
              <a:gd name="connsiteY271" fmla="*/ 3365555 h 6858000"/>
              <a:gd name="connsiteX272" fmla="*/ 840692 w 7467600"/>
              <a:gd name="connsiteY272" fmla="*/ 3284921 h 6858000"/>
              <a:gd name="connsiteX273" fmla="*/ 979248 w 7467600"/>
              <a:gd name="connsiteY273" fmla="*/ 3221003 h 6858000"/>
              <a:gd name="connsiteX274" fmla="*/ 1053282 w 7467600"/>
              <a:gd name="connsiteY274" fmla="*/ 3185247 h 6858000"/>
              <a:gd name="connsiteX275" fmla="*/ 1320603 w 7467600"/>
              <a:gd name="connsiteY275" fmla="*/ 3081281 h 6858000"/>
              <a:gd name="connsiteX276" fmla="*/ 1238695 w 7467600"/>
              <a:gd name="connsiteY276" fmla="*/ 3076820 h 6858000"/>
              <a:gd name="connsiteX277" fmla="*/ 5425627 w 7467600"/>
              <a:gd name="connsiteY277" fmla="*/ 2954192 h 6858000"/>
              <a:gd name="connsiteX278" fmla="*/ 5470770 w 7467600"/>
              <a:gd name="connsiteY278" fmla="*/ 3005435 h 6858000"/>
              <a:gd name="connsiteX279" fmla="*/ 5519779 w 7467600"/>
              <a:gd name="connsiteY279" fmla="*/ 4359223 h 6858000"/>
              <a:gd name="connsiteX280" fmla="*/ 5520293 w 7467600"/>
              <a:gd name="connsiteY280" fmla="*/ 4360602 h 6858000"/>
              <a:gd name="connsiteX281" fmla="*/ 5767221 w 7467600"/>
              <a:gd name="connsiteY281" fmla="*/ 4665564 h 6858000"/>
              <a:gd name="connsiteX282" fmla="*/ 6937169 w 7467600"/>
              <a:gd name="connsiteY282" fmla="*/ 4815941 h 6858000"/>
              <a:gd name="connsiteX283" fmla="*/ 6953922 w 7467600"/>
              <a:gd name="connsiteY283" fmla="*/ 4890068 h 6858000"/>
              <a:gd name="connsiteX284" fmla="*/ 6071359 w 7467600"/>
              <a:gd name="connsiteY284" fmla="*/ 4770770 h 6858000"/>
              <a:gd name="connsiteX285" fmla="*/ 6038839 w 7467600"/>
              <a:gd name="connsiteY285" fmla="*/ 4764474 h 6858000"/>
              <a:gd name="connsiteX286" fmla="*/ 6038706 w 7467600"/>
              <a:gd name="connsiteY286" fmla="*/ 4763847 h 6858000"/>
              <a:gd name="connsiteX287" fmla="*/ 6037784 w 7467600"/>
              <a:gd name="connsiteY287" fmla="*/ 4764270 h 6858000"/>
              <a:gd name="connsiteX288" fmla="*/ 6038839 w 7467600"/>
              <a:gd name="connsiteY288" fmla="*/ 4764474 h 6858000"/>
              <a:gd name="connsiteX289" fmla="*/ 6040338 w 7467600"/>
              <a:gd name="connsiteY289" fmla="*/ 4771418 h 6858000"/>
              <a:gd name="connsiteX290" fmla="*/ 6024488 w 7467600"/>
              <a:gd name="connsiteY290" fmla="*/ 4809903 h 6858000"/>
              <a:gd name="connsiteX291" fmla="*/ 5599771 w 7467600"/>
              <a:gd name="connsiteY291" fmla="*/ 5509652 h 6858000"/>
              <a:gd name="connsiteX292" fmla="*/ 5548843 w 7467600"/>
              <a:gd name="connsiteY292" fmla="*/ 5563845 h 6858000"/>
              <a:gd name="connsiteX293" fmla="*/ 5940952 w 7467600"/>
              <a:gd name="connsiteY293" fmla="*/ 6250028 h 6858000"/>
              <a:gd name="connsiteX294" fmla="*/ 6043441 w 7467600"/>
              <a:gd name="connsiteY294" fmla="*/ 6665847 h 6858000"/>
              <a:gd name="connsiteX295" fmla="*/ 6093432 w 7467600"/>
              <a:gd name="connsiteY295" fmla="*/ 6858000 h 6858000"/>
              <a:gd name="connsiteX296" fmla="*/ 6034344 w 7467600"/>
              <a:gd name="connsiteY296" fmla="*/ 6858000 h 6858000"/>
              <a:gd name="connsiteX297" fmla="*/ 6026679 w 7467600"/>
              <a:gd name="connsiteY297" fmla="*/ 6836959 h 6858000"/>
              <a:gd name="connsiteX298" fmla="*/ 5800441 w 7467600"/>
              <a:gd name="connsiteY298" fmla="*/ 6335286 h 6858000"/>
              <a:gd name="connsiteX299" fmla="*/ 5526562 w 7467600"/>
              <a:gd name="connsiteY299" fmla="*/ 5705388 h 6858000"/>
              <a:gd name="connsiteX300" fmla="*/ 5519640 w 7467600"/>
              <a:gd name="connsiteY300" fmla="*/ 5683774 h 6858000"/>
              <a:gd name="connsiteX301" fmla="*/ 5844559 w 7467600"/>
              <a:gd name="connsiteY301" fmla="*/ 6553349 h 6858000"/>
              <a:gd name="connsiteX302" fmla="*/ 5975994 w 7467600"/>
              <a:gd name="connsiteY302" fmla="*/ 6858000 h 6858000"/>
              <a:gd name="connsiteX303" fmla="*/ 5898547 w 7467600"/>
              <a:gd name="connsiteY303" fmla="*/ 6858000 h 6858000"/>
              <a:gd name="connsiteX304" fmla="*/ 5682041 w 7467600"/>
              <a:gd name="connsiteY304" fmla="*/ 6355860 h 6858000"/>
              <a:gd name="connsiteX305" fmla="*/ 5461758 w 7467600"/>
              <a:gd name="connsiteY305" fmla="*/ 5820220 h 6858000"/>
              <a:gd name="connsiteX306" fmla="*/ 5237282 w 7467600"/>
              <a:gd name="connsiteY306" fmla="*/ 6579086 h 6858000"/>
              <a:gd name="connsiteX307" fmla="*/ 5115009 w 7467600"/>
              <a:gd name="connsiteY307" fmla="*/ 6858000 h 6858000"/>
              <a:gd name="connsiteX308" fmla="*/ 5028074 w 7467600"/>
              <a:gd name="connsiteY308" fmla="*/ 6858000 h 6858000"/>
              <a:gd name="connsiteX309" fmla="*/ 5079508 w 7467600"/>
              <a:gd name="connsiteY309" fmla="*/ 6749074 h 6858000"/>
              <a:gd name="connsiteX310" fmla="*/ 5371846 w 7467600"/>
              <a:gd name="connsiteY310" fmla="*/ 5924413 h 6858000"/>
              <a:gd name="connsiteX311" fmla="*/ 5270512 w 7467600"/>
              <a:gd name="connsiteY311" fmla="*/ 6138975 h 6858000"/>
              <a:gd name="connsiteX312" fmla="*/ 5062409 w 7467600"/>
              <a:gd name="connsiteY312" fmla="*/ 6653544 h 6858000"/>
              <a:gd name="connsiteX313" fmla="*/ 5036628 w 7467600"/>
              <a:gd name="connsiteY313" fmla="*/ 6754247 h 6858000"/>
              <a:gd name="connsiteX314" fmla="*/ 5009112 w 7467600"/>
              <a:gd name="connsiteY314" fmla="*/ 6858000 h 6858000"/>
              <a:gd name="connsiteX315" fmla="*/ 4976679 w 7467600"/>
              <a:gd name="connsiteY315" fmla="*/ 6858000 h 6858000"/>
              <a:gd name="connsiteX316" fmla="*/ 5006537 w 7467600"/>
              <a:gd name="connsiteY316" fmla="*/ 6747068 h 6858000"/>
              <a:gd name="connsiteX317" fmla="*/ 5032723 w 7467600"/>
              <a:gd name="connsiteY317" fmla="*/ 6644957 h 6858000"/>
              <a:gd name="connsiteX318" fmla="*/ 5242949 w 7467600"/>
              <a:gd name="connsiteY318" fmla="*/ 6125175 h 6858000"/>
              <a:gd name="connsiteX319" fmla="*/ 5286321 w 7467600"/>
              <a:gd name="connsiteY319" fmla="*/ 6033555 h 6858000"/>
              <a:gd name="connsiteX320" fmla="*/ 5008210 w 7467600"/>
              <a:gd name="connsiteY320" fmla="*/ 6649194 h 6858000"/>
              <a:gd name="connsiteX321" fmla="*/ 4986321 w 7467600"/>
              <a:gd name="connsiteY321" fmla="*/ 6765687 h 6858000"/>
              <a:gd name="connsiteX322" fmla="*/ 4973474 w 7467600"/>
              <a:gd name="connsiteY322" fmla="*/ 6858000 h 6858000"/>
              <a:gd name="connsiteX323" fmla="*/ 4907178 w 7467600"/>
              <a:gd name="connsiteY323" fmla="*/ 6858000 h 6858000"/>
              <a:gd name="connsiteX324" fmla="*/ 4910810 w 7467600"/>
              <a:gd name="connsiteY324" fmla="*/ 6829660 h 6858000"/>
              <a:gd name="connsiteX325" fmla="*/ 4987461 w 7467600"/>
              <a:gd name="connsiteY325" fmla="*/ 6432994 h 6858000"/>
              <a:gd name="connsiteX326" fmla="*/ 5179262 w 7467600"/>
              <a:gd name="connsiteY326" fmla="*/ 6035044 h 6858000"/>
              <a:gd name="connsiteX327" fmla="*/ 4689678 w 7467600"/>
              <a:gd name="connsiteY327" fmla="*/ 6440241 h 6858000"/>
              <a:gd name="connsiteX328" fmla="*/ 4477543 w 7467600"/>
              <a:gd name="connsiteY328" fmla="*/ 6674836 h 6858000"/>
              <a:gd name="connsiteX329" fmla="*/ 4329957 w 7467600"/>
              <a:gd name="connsiteY329" fmla="*/ 6858000 h 6858000"/>
              <a:gd name="connsiteX330" fmla="*/ 4218595 w 7467600"/>
              <a:gd name="connsiteY330" fmla="*/ 6858000 h 6858000"/>
              <a:gd name="connsiteX331" fmla="*/ 4368888 w 7467600"/>
              <a:gd name="connsiteY331" fmla="*/ 6668412 h 6858000"/>
              <a:gd name="connsiteX332" fmla="*/ 4563091 w 7467600"/>
              <a:gd name="connsiteY332" fmla="*/ 6442508 h 6858000"/>
              <a:gd name="connsiteX333" fmla="*/ 5387324 w 7467600"/>
              <a:gd name="connsiteY333" fmla="*/ 5705830 h 6858000"/>
              <a:gd name="connsiteX334" fmla="*/ 5073620 w 7467600"/>
              <a:gd name="connsiteY334" fmla="*/ 5955437 h 6858000"/>
              <a:gd name="connsiteX335" fmla="*/ 4689789 w 7467600"/>
              <a:gd name="connsiteY335" fmla="*/ 6268382 h 6858000"/>
              <a:gd name="connsiteX336" fmla="*/ 4418722 w 7467600"/>
              <a:gd name="connsiteY336" fmla="*/ 6570886 h 6858000"/>
              <a:gd name="connsiteX337" fmla="*/ 4214944 w 7467600"/>
              <a:gd name="connsiteY337" fmla="*/ 6858000 h 6858000"/>
              <a:gd name="connsiteX338" fmla="*/ 4177898 w 7467600"/>
              <a:gd name="connsiteY338" fmla="*/ 6858000 h 6858000"/>
              <a:gd name="connsiteX339" fmla="*/ 4391597 w 7467600"/>
              <a:gd name="connsiteY339" fmla="*/ 6556370 h 6858000"/>
              <a:gd name="connsiteX340" fmla="*/ 4668889 w 7467600"/>
              <a:gd name="connsiteY340" fmla="*/ 6246399 h 6858000"/>
              <a:gd name="connsiteX341" fmla="*/ 5055427 w 7467600"/>
              <a:gd name="connsiteY341" fmla="*/ 5931476 h 6858000"/>
              <a:gd name="connsiteX342" fmla="*/ 5371814 w 7467600"/>
              <a:gd name="connsiteY342" fmla="*/ 5678975 h 6858000"/>
              <a:gd name="connsiteX343" fmla="*/ 4987918 w 7467600"/>
              <a:gd name="connsiteY343" fmla="*/ 5838701 h 6858000"/>
              <a:gd name="connsiteX344" fmla="*/ 4317146 w 7467600"/>
              <a:gd name="connsiteY344" fmla="*/ 6587716 h 6858000"/>
              <a:gd name="connsiteX345" fmla="*/ 4171627 w 7467600"/>
              <a:gd name="connsiteY345" fmla="*/ 6858000 h 6858000"/>
              <a:gd name="connsiteX346" fmla="*/ 4081585 w 7467600"/>
              <a:gd name="connsiteY346" fmla="*/ 6858000 h 6858000"/>
              <a:gd name="connsiteX347" fmla="*/ 4238603 w 7467600"/>
              <a:gd name="connsiteY347" fmla="*/ 6559341 h 6858000"/>
              <a:gd name="connsiteX348" fmla="*/ 4778333 w 7467600"/>
              <a:gd name="connsiteY348" fmla="*/ 5873626 h 6858000"/>
              <a:gd name="connsiteX349" fmla="*/ 5414185 w 7467600"/>
              <a:gd name="connsiteY349" fmla="*/ 5573882 h 6858000"/>
              <a:gd name="connsiteX350" fmla="*/ 5959648 w 7467600"/>
              <a:gd name="connsiteY350" fmla="*/ 4760797 h 6858000"/>
              <a:gd name="connsiteX351" fmla="*/ 5355019 w 7467600"/>
              <a:gd name="connsiteY351" fmla="*/ 4734672 h 6858000"/>
              <a:gd name="connsiteX352" fmla="*/ 5083565 w 7467600"/>
              <a:gd name="connsiteY352" fmla="*/ 5179121 h 6858000"/>
              <a:gd name="connsiteX353" fmla="*/ 4713577 w 7467600"/>
              <a:gd name="connsiteY353" fmla="*/ 5616803 h 6858000"/>
              <a:gd name="connsiteX354" fmla="*/ 3989559 w 7467600"/>
              <a:gd name="connsiteY354" fmla="*/ 6145945 h 6858000"/>
              <a:gd name="connsiteX355" fmla="*/ 3939824 w 7467600"/>
              <a:gd name="connsiteY355" fmla="*/ 6066900 h 6858000"/>
              <a:gd name="connsiteX356" fmla="*/ 4584537 w 7467600"/>
              <a:gd name="connsiteY356" fmla="*/ 5324826 h 6858000"/>
              <a:gd name="connsiteX357" fmla="*/ 5037105 w 7467600"/>
              <a:gd name="connsiteY357" fmla="*/ 5088765 h 6858000"/>
              <a:gd name="connsiteX358" fmla="*/ 5039930 w 7467600"/>
              <a:gd name="connsiteY358" fmla="*/ 5089585 h 6858000"/>
              <a:gd name="connsiteX359" fmla="*/ 5263764 w 7467600"/>
              <a:gd name="connsiteY359" fmla="*/ 4735525 h 6858000"/>
              <a:gd name="connsiteX360" fmla="*/ 4086300 w 7467600"/>
              <a:gd name="connsiteY360" fmla="*/ 4884599 h 6858000"/>
              <a:gd name="connsiteX361" fmla="*/ 4085485 w 7467600"/>
              <a:gd name="connsiteY361" fmla="*/ 4899070 h 6858000"/>
              <a:gd name="connsiteX362" fmla="*/ 3871915 w 7467600"/>
              <a:gd name="connsiteY362" fmla="*/ 5253645 h 6858000"/>
              <a:gd name="connsiteX363" fmla="*/ 3799374 w 7467600"/>
              <a:gd name="connsiteY363" fmla="*/ 5466127 h 6858000"/>
              <a:gd name="connsiteX364" fmla="*/ 3498850 w 7467600"/>
              <a:gd name="connsiteY364" fmla="*/ 6661888 h 6858000"/>
              <a:gd name="connsiteX365" fmla="*/ 3399216 w 7467600"/>
              <a:gd name="connsiteY365" fmla="*/ 6858000 h 6858000"/>
              <a:gd name="connsiteX366" fmla="*/ 3303688 w 7467600"/>
              <a:gd name="connsiteY366" fmla="*/ 6858000 h 6858000"/>
              <a:gd name="connsiteX367" fmla="*/ 3391774 w 7467600"/>
              <a:gd name="connsiteY367" fmla="*/ 6697181 h 6858000"/>
              <a:gd name="connsiteX368" fmla="*/ 3735540 w 7467600"/>
              <a:gd name="connsiteY368" fmla="*/ 5546923 h 6858000"/>
              <a:gd name="connsiteX369" fmla="*/ 3729438 w 7467600"/>
              <a:gd name="connsiteY369" fmla="*/ 5569058 h 6858000"/>
              <a:gd name="connsiteX370" fmla="*/ 3707782 w 7467600"/>
              <a:gd name="connsiteY370" fmla="*/ 5644908 h 6858000"/>
              <a:gd name="connsiteX371" fmla="*/ 3583827 w 7467600"/>
              <a:gd name="connsiteY371" fmla="*/ 6039215 h 6858000"/>
              <a:gd name="connsiteX372" fmla="*/ 3547861 w 7467600"/>
              <a:gd name="connsiteY372" fmla="*/ 6129609 h 6858000"/>
              <a:gd name="connsiteX373" fmla="*/ 3490905 w 7467600"/>
              <a:gd name="connsiteY373" fmla="*/ 6277660 h 6858000"/>
              <a:gd name="connsiteX374" fmla="*/ 3455859 w 7467600"/>
              <a:gd name="connsiteY374" fmla="*/ 6391301 h 6858000"/>
              <a:gd name="connsiteX375" fmla="*/ 3429112 w 7467600"/>
              <a:gd name="connsiteY375" fmla="*/ 6479469 h 6858000"/>
              <a:gd name="connsiteX376" fmla="*/ 3304862 w 7467600"/>
              <a:gd name="connsiteY376" fmla="*/ 6796476 h 6858000"/>
              <a:gd name="connsiteX377" fmla="*/ 3276071 w 7467600"/>
              <a:gd name="connsiteY377" fmla="*/ 6858000 h 6858000"/>
              <a:gd name="connsiteX378" fmla="*/ 3240805 w 7467600"/>
              <a:gd name="connsiteY378" fmla="*/ 6858000 h 6858000"/>
              <a:gd name="connsiteX379" fmla="*/ 3275917 w 7467600"/>
              <a:gd name="connsiteY379" fmla="*/ 6783192 h 6858000"/>
              <a:gd name="connsiteX380" fmla="*/ 3399358 w 7467600"/>
              <a:gd name="connsiteY380" fmla="*/ 6469011 h 6858000"/>
              <a:gd name="connsiteX381" fmla="*/ 3425650 w 7467600"/>
              <a:gd name="connsiteY381" fmla="*/ 6381333 h 6858000"/>
              <a:gd name="connsiteX382" fmla="*/ 3460661 w 7467600"/>
              <a:gd name="connsiteY382" fmla="*/ 6266763 h 6858000"/>
              <a:gd name="connsiteX383" fmla="*/ 3518021 w 7467600"/>
              <a:gd name="connsiteY383" fmla="*/ 6117298 h 6858000"/>
              <a:gd name="connsiteX384" fmla="*/ 3554035 w 7467600"/>
              <a:gd name="connsiteY384" fmla="*/ 6027832 h 6858000"/>
              <a:gd name="connsiteX385" fmla="*/ 3677174 w 7467600"/>
              <a:gd name="connsiteY385" fmla="*/ 5636351 h 6858000"/>
              <a:gd name="connsiteX386" fmla="*/ 3698819 w 7467600"/>
              <a:gd name="connsiteY386" fmla="*/ 5560503 h 6858000"/>
              <a:gd name="connsiteX387" fmla="*/ 3702094 w 7467600"/>
              <a:gd name="connsiteY387" fmla="*/ 5549194 h 6858000"/>
              <a:gd name="connsiteX388" fmla="*/ 3398355 w 7467600"/>
              <a:gd name="connsiteY388" fmla="*/ 6094603 h 6858000"/>
              <a:gd name="connsiteX389" fmla="*/ 3193941 w 7467600"/>
              <a:gd name="connsiteY389" fmla="*/ 6798775 h 6858000"/>
              <a:gd name="connsiteX390" fmla="*/ 3184140 w 7467600"/>
              <a:gd name="connsiteY390" fmla="*/ 6858000 h 6858000"/>
              <a:gd name="connsiteX391" fmla="*/ 3099978 w 7467600"/>
              <a:gd name="connsiteY391" fmla="*/ 6858000 h 6858000"/>
              <a:gd name="connsiteX392" fmla="*/ 3101556 w 7467600"/>
              <a:gd name="connsiteY392" fmla="*/ 6843337 h 6858000"/>
              <a:gd name="connsiteX393" fmla="*/ 3370162 w 7467600"/>
              <a:gd name="connsiteY393" fmla="*/ 5785550 h 6858000"/>
              <a:gd name="connsiteX394" fmla="*/ 3746477 w 7467600"/>
              <a:gd name="connsiteY394" fmla="*/ 5377889 h 6858000"/>
              <a:gd name="connsiteX395" fmla="*/ 3863399 w 7467600"/>
              <a:gd name="connsiteY395" fmla="*/ 5087257 h 6858000"/>
              <a:gd name="connsiteX396" fmla="*/ 3968712 w 7467600"/>
              <a:gd name="connsiteY396" fmla="*/ 4913989 h 6858000"/>
              <a:gd name="connsiteX397" fmla="*/ 2792390 w 7467600"/>
              <a:gd name="connsiteY397" fmla="*/ 5382974 h 6858000"/>
              <a:gd name="connsiteX398" fmla="*/ 2714982 w 7467600"/>
              <a:gd name="connsiteY398" fmla="*/ 5427051 h 6858000"/>
              <a:gd name="connsiteX399" fmla="*/ 2813361 w 7467600"/>
              <a:gd name="connsiteY399" fmla="*/ 6023912 h 6858000"/>
              <a:gd name="connsiteX400" fmla="*/ 2688430 w 7467600"/>
              <a:gd name="connsiteY400" fmla="*/ 6801564 h 6858000"/>
              <a:gd name="connsiteX401" fmla="*/ 2629626 w 7467600"/>
              <a:gd name="connsiteY401" fmla="*/ 6763394 h 6858000"/>
              <a:gd name="connsiteX402" fmla="*/ 2565328 w 7467600"/>
              <a:gd name="connsiteY402" fmla="*/ 5516399 h 6858000"/>
              <a:gd name="connsiteX403" fmla="*/ 1922999 w 7467600"/>
              <a:gd name="connsiteY403" fmla="*/ 5980343 h 6858000"/>
              <a:gd name="connsiteX404" fmla="*/ 1950261 w 7467600"/>
              <a:gd name="connsiteY404" fmla="*/ 6405858 h 6858000"/>
              <a:gd name="connsiteX405" fmla="*/ 2365554 w 7467600"/>
              <a:gd name="connsiteY405" fmla="*/ 6759107 h 6858000"/>
              <a:gd name="connsiteX406" fmla="*/ 2424142 w 7467600"/>
              <a:gd name="connsiteY406" fmla="*/ 6858000 h 6858000"/>
              <a:gd name="connsiteX407" fmla="*/ 2395994 w 7467600"/>
              <a:gd name="connsiteY407" fmla="*/ 6858000 h 6858000"/>
              <a:gd name="connsiteX408" fmla="*/ 2392863 w 7467600"/>
              <a:gd name="connsiteY408" fmla="*/ 6852964 h 6858000"/>
              <a:gd name="connsiteX409" fmla="*/ 2017589 w 7467600"/>
              <a:gd name="connsiteY409" fmla="*/ 6493982 h 6858000"/>
              <a:gd name="connsiteX410" fmla="*/ 2147336 w 7467600"/>
              <a:gd name="connsiteY410" fmla="*/ 6594052 h 6858000"/>
              <a:gd name="connsiteX411" fmla="*/ 2207047 w 7467600"/>
              <a:gd name="connsiteY411" fmla="*/ 6654540 h 6858000"/>
              <a:gd name="connsiteX412" fmla="*/ 2299106 w 7467600"/>
              <a:gd name="connsiteY412" fmla="*/ 6778931 h 6858000"/>
              <a:gd name="connsiteX413" fmla="*/ 2314430 w 7467600"/>
              <a:gd name="connsiteY413" fmla="*/ 6801144 h 6858000"/>
              <a:gd name="connsiteX414" fmla="*/ 2352406 w 7467600"/>
              <a:gd name="connsiteY414" fmla="*/ 6858000 h 6858000"/>
              <a:gd name="connsiteX415" fmla="*/ 2314492 w 7467600"/>
              <a:gd name="connsiteY415" fmla="*/ 6858000 h 6858000"/>
              <a:gd name="connsiteX416" fmla="*/ 2288095 w 7467600"/>
              <a:gd name="connsiteY416" fmla="*/ 6818030 h 6858000"/>
              <a:gd name="connsiteX417" fmla="*/ 2272768 w 7467600"/>
              <a:gd name="connsiteY417" fmla="*/ 6795822 h 6858000"/>
              <a:gd name="connsiteX418" fmla="*/ 2182715 w 7467600"/>
              <a:gd name="connsiteY418" fmla="*/ 6675071 h 6858000"/>
              <a:gd name="connsiteX419" fmla="*/ 2032061 w 7467600"/>
              <a:gd name="connsiteY419" fmla="*/ 6541380 h 6858000"/>
              <a:gd name="connsiteX420" fmla="*/ 2257220 w 7467600"/>
              <a:gd name="connsiteY420" fmla="*/ 6826257 h 6858000"/>
              <a:gd name="connsiteX421" fmla="*/ 2281324 w 7467600"/>
              <a:gd name="connsiteY421" fmla="*/ 6858000 h 6858000"/>
              <a:gd name="connsiteX422" fmla="*/ 2242860 w 7467600"/>
              <a:gd name="connsiteY422" fmla="*/ 6858000 h 6858000"/>
              <a:gd name="connsiteX423" fmla="*/ 2232818 w 7467600"/>
              <a:gd name="connsiteY423" fmla="*/ 6844926 h 6858000"/>
              <a:gd name="connsiteX424" fmla="*/ 1990172 w 7467600"/>
              <a:gd name="connsiteY424" fmla="*/ 6542121 h 6858000"/>
              <a:gd name="connsiteX425" fmla="*/ 2124090 w 7467600"/>
              <a:gd name="connsiteY425" fmla="*/ 6761017 h 6858000"/>
              <a:gd name="connsiteX426" fmla="*/ 2200380 w 7467600"/>
              <a:gd name="connsiteY426" fmla="*/ 6858000 h 6858000"/>
              <a:gd name="connsiteX427" fmla="*/ 2147507 w 7467600"/>
              <a:gd name="connsiteY427" fmla="*/ 6858000 h 6858000"/>
              <a:gd name="connsiteX428" fmla="*/ 2070668 w 7467600"/>
              <a:gd name="connsiteY428" fmla="*/ 6761520 h 6858000"/>
              <a:gd name="connsiteX429" fmla="*/ 1975142 w 7467600"/>
              <a:gd name="connsiteY429" fmla="*/ 6585570 h 6858000"/>
              <a:gd name="connsiteX430" fmla="*/ 2050035 w 7467600"/>
              <a:gd name="connsiteY430" fmla="*/ 6813345 h 6858000"/>
              <a:gd name="connsiteX431" fmla="*/ 2063025 w 7467600"/>
              <a:gd name="connsiteY431" fmla="*/ 6858000 h 6858000"/>
              <a:gd name="connsiteX432" fmla="*/ 2021675 w 7467600"/>
              <a:gd name="connsiteY432" fmla="*/ 6858000 h 6858000"/>
              <a:gd name="connsiteX433" fmla="*/ 2019308 w 7467600"/>
              <a:gd name="connsiteY433" fmla="*/ 6847118 h 6858000"/>
              <a:gd name="connsiteX434" fmla="*/ 1938835 w 7467600"/>
              <a:gd name="connsiteY434" fmla="*/ 6551160 h 6858000"/>
              <a:gd name="connsiteX435" fmla="*/ 1953230 w 7467600"/>
              <a:gd name="connsiteY435" fmla="*/ 6759699 h 6858000"/>
              <a:gd name="connsiteX436" fmla="*/ 1956763 w 7467600"/>
              <a:gd name="connsiteY436" fmla="*/ 6778191 h 6858000"/>
              <a:gd name="connsiteX437" fmla="*/ 1967925 w 7467600"/>
              <a:gd name="connsiteY437" fmla="*/ 6858000 h 6858000"/>
              <a:gd name="connsiteX438" fmla="*/ 1936622 w 7467600"/>
              <a:gd name="connsiteY438" fmla="*/ 6858000 h 6858000"/>
              <a:gd name="connsiteX439" fmla="*/ 1926261 w 7467600"/>
              <a:gd name="connsiteY439" fmla="*/ 6784064 h 6858000"/>
              <a:gd name="connsiteX440" fmla="*/ 1922724 w 7467600"/>
              <a:gd name="connsiteY440" fmla="*/ 6765577 h 6858000"/>
              <a:gd name="connsiteX441" fmla="*/ 1904650 w 7467600"/>
              <a:gd name="connsiteY441" fmla="*/ 6639616 h 6858000"/>
              <a:gd name="connsiteX442" fmla="*/ 1885273 w 7467600"/>
              <a:gd name="connsiteY442" fmla="*/ 6858000 h 6858000"/>
              <a:gd name="connsiteX443" fmla="*/ 1854363 w 7467600"/>
              <a:gd name="connsiteY443" fmla="*/ 6858000 h 6858000"/>
              <a:gd name="connsiteX444" fmla="*/ 1880391 w 7467600"/>
              <a:gd name="connsiteY444" fmla="*/ 6603796 h 6858000"/>
              <a:gd name="connsiteX445" fmla="*/ 1818273 w 7467600"/>
              <a:gd name="connsiteY445" fmla="*/ 6715729 h 6858000"/>
              <a:gd name="connsiteX446" fmla="*/ 1794691 w 7467600"/>
              <a:gd name="connsiteY446" fmla="*/ 6843239 h 6858000"/>
              <a:gd name="connsiteX447" fmla="*/ 1794914 w 7467600"/>
              <a:gd name="connsiteY447" fmla="*/ 6858000 h 6858000"/>
              <a:gd name="connsiteX448" fmla="*/ 1746128 w 7467600"/>
              <a:gd name="connsiteY448" fmla="*/ 6858000 h 6858000"/>
              <a:gd name="connsiteX449" fmla="*/ 1753934 w 7467600"/>
              <a:gd name="connsiteY449" fmla="*/ 6724796 h 6858000"/>
              <a:gd name="connsiteX450" fmla="*/ 1792053 w 7467600"/>
              <a:gd name="connsiteY450" fmla="*/ 6572396 h 6858000"/>
              <a:gd name="connsiteX451" fmla="*/ 1862248 w 7467600"/>
              <a:gd name="connsiteY451" fmla="*/ 6266397 h 6858000"/>
              <a:gd name="connsiteX452" fmla="*/ 1862250 w 7467600"/>
              <a:gd name="connsiteY452" fmla="*/ 6033531 h 6858000"/>
              <a:gd name="connsiteX453" fmla="*/ 1211999 w 7467600"/>
              <a:gd name="connsiteY453" fmla="*/ 6683610 h 6858000"/>
              <a:gd name="connsiteX454" fmla="*/ 1213266 w 7467600"/>
              <a:gd name="connsiteY454" fmla="*/ 6691947 h 6858000"/>
              <a:gd name="connsiteX455" fmla="*/ 1203370 w 7467600"/>
              <a:gd name="connsiteY455" fmla="*/ 6850676 h 6858000"/>
              <a:gd name="connsiteX456" fmla="*/ 1203671 w 7467600"/>
              <a:gd name="connsiteY456" fmla="*/ 6858000 h 6858000"/>
              <a:gd name="connsiteX457" fmla="*/ 1143180 w 7467600"/>
              <a:gd name="connsiteY457" fmla="*/ 6858000 h 6858000"/>
              <a:gd name="connsiteX458" fmla="*/ 1142176 w 7467600"/>
              <a:gd name="connsiteY458" fmla="*/ 6766045 h 6858000"/>
              <a:gd name="connsiteX459" fmla="*/ 1067484 w 7467600"/>
              <a:gd name="connsiteY459" fmla="*/ 6858000 h 6858000"/>
              <a:gd name="connsiteX460" fmla="*/ 953928 w 7467600"/>
              <a:gd name="connsiteY460" fmla="*/ 6858000 h 6858000"/>
              <a:gd name="connsiteX461" fmla="*/ 959715 w 7467600"/>
              <a:gd name="connsiteY461" fmla="*/ 6850185 h 6858000"/>
              <a:gd name="connsiteX462" fmla="*/ 1483788 w 7467600"/>
              <a:gd name="connsiteY462" fmla="*/ 6259174 h 6858000"/>
              <a:gd name="connsiteX463" fmla="*/ 1100671 w 7467600"/>
              <a:gd name="connsiteY463" fmla="*/ 6252137 h 6858000"/>
              <a:gd name="connsiteX464" fmla="*/ 1090144 w 7467600"/>
              <a:gd name="connsiteY464" fmla="*/ 6256748 h 6858000"/>
              <a:gd name="connsiteX465" fmla="*/ 1095872 w 7467600"/>
              <a:gd name="connsiteY465" fmla="*/ 6271892 h 6858000"/>
              <a:gd name="connsiteX466" fmla="*/ 262785 w 7467600"/>
              <a:gd name="connsiteY466" fmla="*/ 6845450 h 6858000"/>
              <a:gd name="connsiteX467" fmla="*/ 209968 w 7467600"/>
              <a:gd name="connsiteY467" fmla="*/ 6770713 h 6858000"/>
              <a:gd name="connsiteX468" fmla="*/ 873460 w 7467600"/>
              <a:gd name="connsiteY468" fmla="*/ 6253768 h 6858000"/>
              <a:gd name="connsiteX469" fmla="*/ 192686 w 7467600"/>
              <a:gd name="connsiteY469" fmla="*/ 5849257 h 6858000"/>
              <a:gd name="connsiteX470" fmla="*/ 4696 w 7467600"/>
              <a:gd name="connsiteY470" fmla="*/ 5697668 h 6858000"/>
              <a:gd name="connsiteX471" fmla="*/ 0 w 7467600"/>
              <a:gd name="connsiteY471" fmla="*/ 5689984 h 6858000"/>
              <a:gd name="connsiteX472" fmla="*/ 0 w 7467600"/>
              <a:gd name="connsiteY472" fmla="*/ 5513472 h 6858000"/>
              <a:gd name="connsiteX473" fmla="*/ 174101 w 7467600"/>
              <a:gd name="connsiteY473" fmla="*/ 5620277 h 6858000"/>
              <a:gd name="connsiteX474" fmla="*/ 891800 w 7467600"/>
              <a:gd name="connsiteY474" fmla="*/ 6036935 h 6858000"/>
              <a:gd name="connsiteX475" fmla="*/ 1072219 w 7467600"/>
              <a:gd name="connsiteY475" fmla="*/ 6169443 h 6858000"/>
              <a:gd name="connsiteX476" fmla="*/ 1074117 w 7467600"/>
              <a:gd name="connsiteY476" fmla="*/ 6170301 h 6858000"/>
              <a:gd name="connsiteX477" fmla="*/ 1083114 w 7467600"/>
              <a:gd name="connsiteY477" fmla="*/ 6174131 h 6858000"/>
              <a:gd name="connsiteX478" fmla="*/ 1543010 w 7467600"/>
              <a:gd name="connsiteY478" fmla="*/ 6191140 h 6858000"/>
              <a:gd name="connsiteX479" fmla="*/ 1551080 w 7467600"/>
              <a:gd name="connsiteY479" fmla="*/ 6195006 h 6858000"/>
              <a:gd name="connsiteX480" fmla="*/ 2345443 w 7467600"/>
              <a:gd name="connsiteY480" fmla="*/ 5549882 h 6858000"/>
              <a:gd name="connsiteX481" fmla="*/ 1721499 w 7467600"/>
              <a:gd name="connsiteY481" fmla="*/ 5599969 h 6858000"/>
              <a:gd name="connsiteX482" fmla="*/ 767716 w 7467600"/>
              <a:gd name="connsiteY482" fmla="*/ 5472768 h 6858000"/>
              <a:gd name="connsiteX483" fmla="*/ 722147 w 7467600"/>
              <a:gd name="connsiteY483" fmla="*/ 5393091 h 6858000"/>
              <a:gd name="connsiteX484" fmla="*/ 1485552 w 7467600"/>
              <a:gd name="connsiteY484" fmla="*/ 5313202 h 6858000"/>
              <a:gd name="connsiteX485" fmla="*/ 2143004 w 7467600"/>
              <a:gd name="connsiteY485" fmla="*/ 5402420 h 6858000"/>
              <a:gd name="connsiteX486" fmla="*/ 1933391 w 7467600"/>
              <a:gd name="connsiteY486" fmla="*/ 5156971 h 6858000"/>
              <a:gd name="connsiteX487" fmla="*/ 1827118 w 7467600"/>
              <a:gd name="connsiteY487" fmla="*/ 4968410 h 6858000"/>
              <a:gd name="connsiteX488" fmla="*/ 1837349 w 7467600"/>
              <a:gd name="connsiteY488" fmla="*/ 4956357 h 6858000"/>
              <a:gd name="connsiteX489" fmla="*/ 2162835 w 7467600"/>
              <a:gd name="connsiteY489" fmla="*/ 5187853 h 6858000"/>
              <a:gd name="connsiteX490" fmla="*/ 2257167 w 7467600"/>
              <a:gd name="connsiteY490" fmla="*/ 5462123 h 6858000"/>
              <a:gd name="connsiteX491" fmla="*/ 2261598 w 7467600"/>
              <a:gd name="connsiteY491" fmla="*/ 5467998 h 6858000"/>
              <a:gd name="connsiteX492" fmla="*/ 2437177 w 7467600"/>
              <a:gd name="connsiteY492" fmla="*/ 5479608 h 6858000"/>
              <a:gd name="connsiteX493" fmla="*/ 2445247 w 7467600"/>
              <a:gd name="connsiteY493" fmla="*/ 5483476 h 6858000"/>
              <a:gd name="connsiteX494" fmla="*/ 2743626 w 7467600"/>
              <a:gd name="connsiteY494" fmla="*/ 5304819 h 6858000"/>
              <a:gd name="connsiteX495" fmla="*/ 3048102 w 7467600"/>
              <a:gd name="connsiteY495" fmla="*/ 5150595 h 6858000"/>
              <a:gd name="connsiteX496" fmla="*/ 1799414 w 7467600"/>
              <a:gd name="connsiteY496" fmla="*/ 4694732 h 6858000"/>
              <a:gd name="connsiteX497" fmla="*/ 1771735 w 7467600"/>
              <a:gd name="connsiteY497" fmla="*/ 4619929 h 6858000"/>
              <a:gd name="connsiteX498" fmla="*/ 3104273 w 7467600"/>
              <a:gd name="connsiteY498" fmla="*/ 5076159 h 6858000"/>
              <a:gd name="connsiteX499" fmla="*/ 3113245 w 7467600"/>
              <a:gd name="connsiteY499" fmla="*/ 5090705 h 6858000"/>
              <a:gd name="connsiteX500" fmla="*/ 3126294 w 7467600"/>
              <a:gd name="connsiteY500" fmla="*/ 5114400 h 6858000"/>
              <a:gd name="connsiteX501" fmla="*/ 3937433 w 7467600"/>
              <a:gd name="connsiteY501" fmla="*/ 4830473 h 6858000"/>
              <a:gd name="connsiteX502" fmla="*/ 3590475 w 7467600"/>
              <a:gd name="connsiteY502" fmla="*/ 4597974 h 6858000"/>
              <a:gd name="connsiteX503" fmla="*/ 3100264 w 7467600"/>
              <a:gd name="connsiteY503" fmla="*/ 4579845 h 6858000"/>
              <a:gd name="connsiteX504" fmla="*/ 2183576 w 7467600"/>
              <a:gd name="connsiteY504" fmla="*/ 4227150 h 6858000"/>
              <a:gd name="connsiteX505" fmla="*/ 2151029 w 7467600"/>
              <a:gd name="connsiteY505" fmla="*/ 4146947 h 6858000"/>
              <a:gd name="connsiteX506" fmla="*/ 3563434 w 7467600"/>
              <a:gd name="connsiteY506" fmla="*/ 4469115 h 6858000"/>
              <a:gd name="connsiteX507" fmla="*/ 3177952 w 7467600"/>
              <a:gd name="connsiteY507" fmla="*/ 3657386 h 6858000"/>
              <a:gd name="connsiteX508" fmla="*/ 3189263 w 7467600"/>
              <a:gd name="connsiteY508" fmla="*/ 3625726 h 6858000"/>
              <a:gd name="connsiteX509" fmla="*/ 3560912 w 7467600"/>
              <a:gd name="connsiteY509" fmla="*/ 4079863 h 6858000"/>
              <a:gd name="connsiteX510" fmla="*/ 3626636 w 7467600"/>
              <a:gd name="connsiteY510" fmla="*/ 4512230 h 6858000"/>
              <a:gd name="connsiteX511" fmla="*/ 3653088 w 7467600"/>
              <a:gd name="connsiteY511" fmla="*/ 4521417 h 6858000"/>
              <a:gd name="connsiteX512" fmla="*/ 3988128 w 7467600"/>
              <a:gd name="connsiteY512" fmla="*/ 4817267 h 6858000"/>
              <a:gd name="connsiteX513" fmla="*/ 4830582 w 7467600"/>
              <a:gd name="connsiteY513" fmla="*/ 4676000 h 6858000"/>
              <a:gd name="connsiteX514" fmla="*/ 4830100 w 7467600"/>
              <a:gd name="connsiteY514" fmla="*/ 4675554 h 6858000"/>
              <a:gd name="connsiteX515" fmla="*/ 4036318 w 7467600"/>
              <a:gd name="connsiteY515" fmla="*/ 4147013 h 6858000"/>
              <a:gd name="connsiteX516" fmla="*/ 3432098 w 7467600"/>
              <a:gd name="connsiteY516" fmla="*/ 3537312 h 6858000"/>
              <a:gd name="connsiteX517" fmla="*/ 3446761 w 7467600"/>
              <a:gd name="connsiteY517" fmla="*/ 3461278 h 6858000"/>
              <a:gd name="connsiteX518" fmla="*/ 4419733 w 7467600"/>
              <a:gd name="connsiteY518" fmla="*/ 3963555 h 6858000"/>
              <a:gd name="connsiteX519" fmla="*/ 4781371 w 7467600"/>
              <a:gd name="connsiteY519" fmla="*/ 4458604 h 6858000"/>
              <a:gd name="connsiteX520" fmla="*/ 4780440 w 7467600"/>
              <a:gd name="connsiteY520" fmla="*/ 4470290 h 6858000"/>
              <a:gd name="connsiteX521" fmla="*/ 4898954 w 7467600"/>
              <a:gd name="connsiteY521" fmla="*/ 4662092 h 6858000"/>
              <a:gd name="connsiteX522" fmla="*/ 4900699 w 7467600"/>
              <a:gd name="connsiteY522" fmla="*/ 4670867 h 6858000"/>
              <a:gd name="connsiteX523" fmla="*/ 5714511 w 7467600"/>
              <a:gd name="connsiteY523" fmla="*/ 4663483 h 6858000"/>
              <a:gd name="connsiteX524" fmla="*/ 5464793 w 7467600"/>
              <a:gd name="connsiteY524" fmla="*/ 4393556 h 6858000"/>
              <a:gd name="connsiteX525" fmla="*/ 5461897 w 7467600"/>
              <a:gd name="connsiteY525" fmla="*/ 4390879 h 6858000"/>
              <a:gd name="connsiteX526" fmla="*/ 4294126 w 7467600"/>
              <a:gd name="connsiteY526" fmla="*/ 3303048 h 6858000"/>
              <a:gd name="connsiteX527" fmla="*/ 4305321 w 7467600"/>
              <a:gd name="connsiteY527" fmla="*/ 3256953 h 6858000"/>
              <a:gd name="connsiteX528" fmla="*/ 4949299 w 7467600"/>
              <a:gd name="connsiteY528" fmla="*/ 3766336 h 6858000"/>
              <a:gd name="connsiteX529" fmla="*/ 5291452 w 7467600"/>
              <a:gd name="connsiteY529" fmla="*/ 4076801 h 6858000"/>
              <a:gd name="connsiteX530" fmla="*/ 5434998 w 7467600"/>
              <a:gd name="connsiteY530" fmla="*/ 4254100 h 6858000"/>
              <a:gd name="connsiteX531" fmla="*/ 5351015 w 7467600"/>
              <a:gd name="connsiteY531" fmla="*/ 3760989 h 6858000"/>
              <a:gd name="connsiteX532" fmla="*/ 5413780 w 7467600"/>
              <a:gd name="connsiteY532" fmla="*/ 2966265 h 6858000"/>
              <a:gd name="connsiteX533" fmla="*/ 5425627 w 7467600"/>
              <a:gd name="connsiteY533" fmla="*/ 2954192 h 6858000"/>
              <a:gd name="connsiteX534" fmla="*/ 6604735 w 7467600"/>
              <a:gd name="connsiteY534" fmla="*/ 2041381 h 6858000"/>
              <a:gd name="connsiteX535" fmla="*/ 7204487 w 7467600"/>
              <a:gd name="connsiteY535" fmla="*/ 2742112 h 6858000"/>
              <a:gd name="connsiteX536" fmla="*/ 7131592 w 7467600"/>
              <a:gd name="connsiteY536" fmla="*/ 2672096 h 6858000"/>
              <a:gd name="connsiteX537" fmla="*/ 6996344 w 7467600"/>
              <a:gd name="connsiteY537" fmla="*/ 2518310 h 6858000"/>
              <a:gd name="connsiteX538" fmla="*/ 6735495 w 7467600"/>
              <a:gd name="connsiteY538" fmla="*/ 2196890 h 6858000"/>
              <a:gd name="connsiteX539" fmla="*/ 6721901 w 7467600"/>
              <a:gd name="connsiteY539" fmla="*/ 2179274 h 6858000"/>
              <a:gd name="connsiteX540" fmla="*/ 6604735 w 7467600"/>
              <a:gd name="connsiteY540" fmla="*/ 2041381 h 6858000"/>
              <a:gd name="connsiteX541" fmla="*/ 6591670 w 7467600"/>
              <a:gd name="connsiteY541" fmla="*/ 1988277 h 6858000"/>
              <a:gd name="connsiteX542" fmla="*/ 6747349 w 7467600"/>
              <a:gd name="connsiteY542" fmla="*/ 2160069 h 6858000"/>
              <a:gd name="connsiteX543" fmla="*/ 6760943 w 7467600"/>
              <a:gd name="connsiteY543" fmla="*/ 2177686 h 6858000"/>
              <a:gd name="connsiteX544" fmla="*/ 7021065 w 7467600"/>
              <a:gd name="connsiteY544" fmla="*/ 2498102 h 6858000"/>
              <a:gd name="connsiteX545" fmla="*/ 7155223 w 7467600"/>
              <a:gd name="connsiteY545" fmla="*/ 2650386 h 6858000"/>
              <a:gd name="connsiteX546" fmla="*/ 7203167 w 7467600"/>
              <a:gd name="connsiteY546" fmla="*/ 2697288 h 6858000"/>
              <a:gd name="connsiteX547" fmla="*/ 6937703 w 7467600"/>
              <a:gd name="connsiteY547" fmla="*/ 2321981 h 6858000"/>
              <a:gd name="connsiteX548" fmla="*/ 6591670 w 7467600"/>
              <a:gd name="connsiteY548" fmla="*/ 1988277 h 6858000"/>
              <a:gd name="connsiteX549" fmla="*/ 5798671 w 7467600"/>
              <a:gd name="connsiteY549" fmla="*/ 1981601 h 6858000"/>
              <a:gd name="connsiteX550" fmla="*/ 5754709 w 7467600"/>
              <a:gd name="connsiteY550" fmla="*/ 2071454 h 6858000"/>
              <a:gd name="connsiteX551" fmla="*/ 5763044 w 7467600"/>
              <a:gd name="connsiteY551" fmla="*/ 2842206 h 6858000"/>
              <a:gd name="connsiteX552" fmla="*/ 5764974 w 7467600"/>
              <a:gd name="connsiteY552" fmla="*/ 2799609 h 6858000"/>
              <a:gd name="connsiteX553" fmla="*/ 5767665 w 7467600"/>
              <a:gd name="connsiteY553" fmla="*/ 2666409 h 6858000"/>
              <a:gd name="connsiteX554" fmla="*/ 5763055 w 7467600"/>
              <a:gd name="connsiteY554" fmla="*/ 2579705 h 6858000"/>
              <a:gd name="connsiteX555" fmla="*/ 5758079 w 7467600"/>
              <a:gd name="connsiteY555" fmla="*/ 2492508 h 6858000"/>
              <a:gd name="connsiteX556" fmla="*/ 5779325 w 7467600"/>
              <a:gd name="connsiteY556" fmla="*/ 2197069 h 6858000"/>
              <a:gd name="connsiteX557" fmla="*/ 5798671 w 7467600"/>
              <a:gd name="connsiteY557" fmla="*/ 1981601 h 6858000"/>
              <a:gd name="connsiteX558" fmla="*/ 5829202 w 7467600"/>
              <a:gd name="connsiteY558" fmla="*/ 1971679 h 6858000"/>
              <a:gd name="connsiteX559" fmla="*/ 5809558 w 7467600"/>
              <a:gd name="connsiteY559" fmla="*/ 2198043 h 6858000"/>
              <a:gd name="connsiteX560" fmla="*/ 5788653 w 7467600"/>
              <a:gd name="connsiteY560" fmla="*/ 2489430 h 6858000"/>
              <a:gd name="connsiteX561" fmla="*/ 5793439 w 7467600"/>
              <a:gd name="connsiteY561" fmla="*/ 2575235 h 6858000"/>
              <a:gd name="connsiteX562" fmla="*/ 5796837 w 7467600"/>
              <a:gd name="connsiteY562" fmla="*/ 2637633 h 6858000"/>
              <a:gd name="connsiteX563" fmla="*/ 5818614 w 7467600"/>
              <a:gd name="connsiteY563" fmla="*/ 2473055 h 6858000"/>
              <a:gd name="connsiteX564" fmla="*/ 5829202 w 7467600"/>
              <a:gd name="connsiteY564" fmla="*/ 1971679 h 6858000"/>
              <a:gd name="connsiteX565" fmla="*/ 5911389 w 7467600"/>
              <a:gd name="connsiteY565" fmla="*/ 1898371 h 6858000"/>
              <a:gd name="connsiteX566" fmla="*/ 6237627 w 7467600"/>
              <a:gd name="connsiteY566" fmla="*/ 2231921 h 6858000"/>
              <a:gd name="connsiteX567" fmla="*/ 5911389 w 7467600"/>
              <a:gd name="connsiteY567" fmla="*/ 1898371 h 6858000"/>
              <a:gd name="connsiteX568" fmla="*/ 6944437 w 7467600"/>
              <a:gd name="connsiteY568" fmla="*/ 1575402 h 6858000"/>
              <a:gd name="connsiteX569" fmla="*/ 6304730 w 7467600"/>
              <a:gd name="connsiteY569" fmla="*/ 1766654 h 6858000"/>
              <a:gd name="connsiteX570" fmla="*/ 6944437 w 7467600"/>
              <a:gd name="connsiteY570" fmla="*/ 1575402 h 6858000"/>
              <a:gd name="connsiteX571" fmla="*/ 7019523 w 7467600"/>
              <a:gd name="connsiteY571" fmla="*/ 1519450 h 6858000"/>
              <a:gd name="connsiteX572" fmla="*/ 6298091 w 7467600"/>
              <a:gd name="connsiteY572" fmla="*/ 1737122 h 6858000"/>
              <a:gd name="connsiteX573" fmla="*/ 7019523 w 7467600"/>
              <a:gd name="connsiteY573" fmla="*/ 1519450 h 6858000"/>
              <a:gd name="connsiteX574" fmla="*/ 2399523 w 7467600"/>
              <a:gd name="connsiteY574" fmla="*/ 1428234 h 6858000"/>
              <a:gd name="connsiteX575" fmla="*/ 2224982 w 7467600"/>
              <a:gd name="connsiteY575" fmla="*/ 1826201 h 6858000"/>
              <a:gd name="connsiteX576" fmla="*/ 2096099 w 7467600"/>
              <a:gd name="connsiteY576" fmla="*/ 2345900 h 6858000"/>
              <a:gd name="connsiteX577" fmla="*/ 2283317 w 7467600"/>
              <a:gd name="connsiteY577" fmla="*/ 1796925 h 6858000"/>
              <a:gd name="connsiteX578" fmla="*/ 2399523 w 7467600"/>
              <a:gd name="connsiteY578" fmla="*/ 1428234 h 6858000"/>
              <a:gd name="connsiteX579" fmla="*/ 2448558 w 7467600"/>
              <a:gd name="connsiteY579" fmla="*/ 1373435 h 6858000"/>
              <a:gd name="connsiteX580" fmla="*/ 2312521 w 7467600"/>
              <a:gd name="connsiteY580" fmla="*/ 1806140 h 6858000"/>
              <a:gd name="connsiteX581" fmla="*/ 2127533 w 7467600"/>
              <a:gd name="connsiteY581" fmla="*/ 2348380 h 6858000"/>
              <a:gd name="connsiteX582" fmla="*/ 2358080 w 7467600"/>
              <a:gd name="connsiteY582" fmla="*/ 1866134 h 6858000"/>
              <a:gd name="connsiteX583" fmla="*/ 2407436 w 7467600"/>
              <a:gd name="connsiteY583" fmla="*/ 1651070 h 6858000"/>
              <a:gd name="connsiteX584" fmla="*/ 2448558 w 7467600"/>
              <a:gd name="connsiteY584" fmla="*/ 1373435 h 6858000"/>
              <a:gd name="connsiteX585" fmla="*/ 278707 w 7467600"/>
              <a:gd name="connsiteY585" fmla="*/ 1352270 h 6858000"/>
              <a:gd name="connsiteX586" fmla="*/ 321570 w 7467600"/>
              <a:gd name="connsiteY586" fmla="*/ 1861610 h 6858000"/>
              <a:gd name="connsiteX587" fmla="*/ 294281 w 7467600"/>
              <a:gd name="connsiteY587" fmla="*/ 1440658 h 6858000"/>
              <a:gd name="connsiteX588" fmla="*/ 278707 w 7467600"/>
              <a:gd name="connsiteY588" fmla="*/ 1352270 h 6858000"/>
              <a:gd name="connsiteX589" fmla="*/ 1423821 w 7467600"/>
              <a:gd name="connsiteY589" fmla="*/ 1351958 h 6858000"/>
              <a:gd name="connsiteX590" fmla="*/ 1638521 w 7467600"/>
              <a:gd name="connsiteY590" fmla="*/ 1908470 h 6858000"/>
              <a:gd name="connsiteX591" fmla="*/ 1754199 w 7467600"/>
              <a:gd name="connsiteY591" fmla="*/ 2149284 h 6858000"/>
              <a:gd name="connsiteX592" fmla="*/ 1908359 w 7467600"/>
              <a:gd name="connsiteY592" fmla="*/ 2364988 h 6858000"/>
              <a:gd name="connsiteX593" fmla="*/ 1647661 w 7467600"/>
              <a:gd name="connsiteY593" fmla="*/ 1825945 h 6858000"/>
              <a:gd name="connsiteX594" fmla="*/ 1423821 w 7467600"/>
              <a:gd name="connsiteY594" fmla="*/ 1351958 h 6858000"/>
              <a:gd name="connsiteX595" fmla="*/ 1431890 w 7467600"/>
              <a:gd name="connsiteY595" fmla="*/ 1306475 h 6858000"/>
              <a:gd name="connsiteX596" fmla="*/ 1507597 w 7467600"/>
              <a:gd name="connsiteY596" fmla="*/ 1446132 h 6858000"/>
              <a:gd name="connsiteX597" fmla="*/ 1674586 w 7467600"/>
              <a:gd name="connsiteY597" fmla="*/ 1813832 h 6858000"/>
              <a:gd name="connsiteX598" fmla="*/ 1815950 w 7467600"/>
              <a:gd name="connsiteY598" fmla="*/ 2128564 h 6858000"/>
              <a:gd name="connsiteX599" fmla="*/ 1984242 w 7467600"/>
              <a:gd name="connsiteY599" fmla="*/ 2430829 h 6858000"/>
              <a:gd name="connsiteX600" fmla="*/ 2014023 w 7467600"/>
              <a:gd name="connsiteY600" fmla="*/ 2450995 h 6858000"/>
              <a:gd name="connsiteX601" fmla="*/ 1747337 w 7467600"/>
              <a:gd name="connsiteY601" fmla="*/ 1855264 h 6858000"/>
              <a:gd name="connsiteX602" fmla="*/ 1533749 w 7467600"/>
              <a:gd name="connsiteY602" fmla="*/ 1478656 h 6858000"/>
              <a:gd name="connsiteX603" fmla="*/ 1431890 w 7467600"/>
              <a:gd name="connsiteY603" fmla="*/ 1306475 h 6858000"/>
              <a:gd name="connsiteX604" fmla="*/ 5052692 w 7467600"/>
              <a:gd name="connsiteY604" fmla="*/ 1292994 h 6858000"/>
              <a:gd name="connsiteX605" fmla="*/ 5200661 w 7467600"/>
              <a:gd name="connsiteY605" fmla="*/ 1635186 h 6858000"/>
              <a:gd name="connsiteX606" fmla="*/ 5297138 w 7467600"/>
              <a:gd name="connsiteY606" fmla="*/ 1906351 h 6858000"/>
              <a:gd name="connsiteX607" fmla="*/ 5052692 w 7467600"/>
              <a:gd name="connsiteY607" fmla="*/ 1292994 h 6858000"/>
              <a:gd name="connsiteX608" fmla="*/ 5009948 w 7467600"/>
              <a:gd name="connsiteY608" fmla="*/ 1273619 h 6858000"/>
              <a:gd name="connsiteX609" fmla="*/ 5121777 w 7467600"/>
              <a:gd name="connsiteY609" fmla="*/ 1654213 h 6858000"/>
              <a:gd name="connsiteX610" fmla="*/ 5293545 w 7467600"/>
              <a:gd name="connsiteY610" fmla="*/ 2072247 h 6858000"/>
              <a:gd name="connsiteX611" fmla="*/ 5294042 w 7467600"/>
              <a:gd name="connsiteY611" fmla="*/ 2065019 h 6858000"/>
              <a:gd name="connsiteX612" fmla="*/ 5171936 w 7467600"/>
              <a:gd name="connsiteY612" fmla="*/ 1647613 h 6858000"/>
              <a:gd name="connsiteX613" fmla="*/ 5009948 w 7467600"/>
              <a:gd name="connsiteY613" fmla="*/ 1273619 h 6858000"/>
              <a:gd name="connsiteX614" fmla="*/ 655236 w 7467600"/>
              <a:gd name="connsiteY614" fmla="*/ 1268632 h 6858000"/>
              <a:gd name="connsiteX615" fmla="*/ 839521 w 7467600"/>
              <a:gd name="connsiteY615" fmla="*/ 1685315 h 6858000"/>
              <a:gd name="connsiteX616" fmla="*/ 1109416 w 7467600"/>
              <a:gd name="connsiteY616" fmla="*/ 2061663 h 6858000"/>
              <a:gd name="connsiteX617" fmla="*/ 1298300 w 7467600"/>
              <a:gd name="connsiteY617" fmla="*/ 2247742 h 6858000"/>
              <a:gd name="connsiteX618" fmla="*/ 1125871 w 7467600"/>
              <a:gd name="connsiteY618" fmla="*/ 1989513 h 6858000"/>
              <a:gd name="connsiteX619" fmla="*/ 981574 w 7467600"/>
              <a:gd name="connsiteY619" fmla="*/ 1783157 h 6858000"/>
              <a:gd name="connsiteX620" fmla="*/ 922198 w 7467600"/>
              <a:gd name="connsiteY620" fmla="*/ 1677437 h 6858000"/>
              <a:gd name="connsiteX621" fmla="*/ 869293 w 7467600"/>
              <a:gd name="connsiteY621" fmla="*/ 1583214 h 6858000"/>
              <a:gd name="connsiteX622" fmla="*/ 751431 w 7467600"/>
              <a:gd name="connsiteY622" fmla="*/ 1405731 h 6858000"/>
              <a:gd name="connsiteX623" fmla="*/ 655236 w 7467600"/>
              <a:gd name="connsiteY623" fmla="*/ 1268632 h 6858000"/>
              <a:gd name="connsiteX624" fmla="*/ 6516292 w 7467600"/>
              <a:gd name="connsiteY624" fmla="*/ 1263064 h 6858000"/>
              <a:gd name="connsiteX625" fmla="*/ 5736320 w 7467600"/>
              <a:gd name="connsiteY625" fmla="*/ 1501803 h 6858000"/>
              <a:gd name="connsiteX626" fmla="*/ 6516292 w 7467600"/>
              <a:gd name="connsiteY626" fmla="*/ 1263064 h 6858000"/>
              <a:gd name="connsiteX627" fmla="*/ 291466 w 7467600"/>
              <a:gd name="connsiteY627" fmla="*/ 1250369 h 6858000"/>
              <a:gd name="connsiteX628" fmla="*/ 323180 w 7467600"/>
              <a:gd name="connsiteY628" fmla="*/ 1435283 h 6858000"/>
              <a:gd name="connsiteX629" fmla="*/ 349381 w 7467600"/>
              <a:gd name="connsiteY629" fmla="*/ 1875041 h 6858000"/>
              <a:gd name="connsiteX630" fmla="*/ 374363 w 7467600"/>
              <a:gd name="connsiteY630" fmla="*/ 1506494 h 6858000"/>
              <a:gd name="connsiteX631" fmla="*/ 302168 w 7467600"/>
              <a:gd name="connsiteY631" fmla="*/ 1274495 h 6858000"/>
              <a:gd name="connsiteX632" fmla="*/ 291466 w 7467600"/>
              <a:gd name="connsiteY632" fmla="*/ 1250369 h 6858000"/>
              <a:gd name="connsiteX633" fmla="*/ 678222 w 7467600"/>
              <a:gd name="connsiteY633" fmla="*/ 1248670 h 6858000"/>
              <a:gd name="connsiteX634" fmla="*/ 775536 w 7467600"/>
              <a:gd name="connsiteY634" fmla="*/ 1388015 h 6858000"/>
              <a:gd name="connsiteX635" fmla="*/ 894529 w 7467600"/>
              <a:gd name="connsiteY635" fmla="*/ 1567739 h 6858000"/>
              <a:gd name="connsiteX636" fmla="*/ 948000 w 7467600"/>
              <a:gd name="connsiteY636" fmla="*/ 1663088 h 6858000"/>
              <a:gd name="connsiteX637" fmla="*/ 1006812 w 7467600"/>
              <a:gd name="connsiteY637" fmla="*/ 1767683 h 6858000"/>
              <a:gd name="connsiteX638" fmla="*/ 1149133 w 7467600"/>
              <a:gd name="connsiteY638" fmla="*/ 1971513 h 6858000"/>
              <a:gd name="connsiteX639" fmla="*/ 1333952 w 7467600"/>
              <a:gd name="connsiteY639" fmla="*/ 2251620 h 6858000"/>
              <a:gd name="connsiteX640" fmla="*/ 1337329 w 7467600"/>
              <a:gd name="connsiteY640" fmla="*/ 2258350 h 6858000"/>
              <a:gd name="connsiteX641" fmla="*/ 1014726 w 7467600"/>
              <a:gd name="connsiteY641" fmla="*/ 1615556 h 6858000"/>
              <a:gd name="connsiteX642" fmla="*/ 678222 w 7467600"/>
              <a:gd name="connsiteY642" fmla="*/ 1248670 h 6858000"/>
              <a:gd name="connsiteX643" fmla="*/ 6691602 w 7467600"/>
              <a:gd name="connsiteY643" fmla="*/ 1140573 h 6858000"/>
              <a:gd name="connsiteX644" fmla="*/ 6571100 w 7467600"/>
              <a:gd name="connsiteY644" fmla="*/ 1183662 h 6858000"/>
              <a:gd name="connsiteX645" fmla="*/ 6241687 w 7467600"/>
              <a:gd name="connsiteY645" fmla="*/ 1257600 h 6858000"/>
              <a:gd name="connsiteX646" fmla="*/ 5693009 w 7467600"/>
              <a:gd name="connsiteY646" fmla="*/ 1478256 h 6858000"/>
              <a:gd name="connsiteX647" fmla="*/ 6548420 w 7467600"/>
              <a:gd name="connsiteY647" fmla="*/ 1214599 h 6858000"/>
              <a:gd name="connsiteX648" fmla="*/ 6605473 w 7467600"/>
              <a:gd name="connsiteY648" fmla="*/ 1184686 h 6858000"/>
              <a:gd name="connsiteX649" fmla="*/ 6691602 w 7467600"/>
              <a:gd name="connsiteY649" fmla="*/ 1140573 h 6858000"/>
              <a:gd name="connsiteX650" fmla="*/ 4002475 w 7467600"/>
              <a:gd name="connsiteY650" fmla="*/ 1037802 h 6858000"/>
              <a:gd name="connsiteX651" fmla="*/ 4000324 w 7467600"/>
              <a:gd name="connsiteY651" fmla="*/ 1039362 h 6858000"/>
              <a:gd name="connsiteX652" fmla="*/ 4002862 w 7467600"/>
              <a:gd name="connsiteY652" fmla="*/ 1042866 h 6858000"/>
              <a:gd name="connsiteX653" fmla="*/ 4002475 w 7467600"/>
              <a:gd name="connsiteY653" fmla="*/ 1037802 h 6858000"/>
              <a:gd name="connsiteX654" fmla="*/ 506322 w 7467600"/>
              <a:gd name="connsiteY654" fmla="*/ 1020997 h 6858000"/>
              <a:gd name="connsiteX655" fmla="*/ 533068 w 7467600"/>
              <a:gd name="connsiteY655" fmla="*/ 1029409 h 6858000"/>
              <a:gd name="connsiteX656" fmla="*/ 1232525 w 7467600"/>
              <a:gd name="connsiteY656" fmla="*/ 1804675 h 6858000"/>
              <a:gd name="connsiteX657" fmla="*/ 1388858 w 7467600"/>
              <a:gd name="connsiteY657" fmla="*/ 2368011 h 6858000"/>
              <a:gd name="connsiteX658" fmla="*/ 1384098 w 7467600"/>
              <a:gd name="connsiteY658" fmla="*/ 2378125 h 6858000"/>
              <a:gd name="connsiteX659" fmla="*/ 1425393 w 7467600"/>
              <a:gd name="connsiteY659" fmla="*/ 2589124 h 6858000"/>
              <a:gd name="connsiteX660" fmla="*/ 1424001 w 7467600"/>
              <a:gd name="connsiteY660" fmla="*/ 2597541 h 6858000"/>
              <a:gd name="connsiteX661" fmla="*/ 2152729 w 7467600"/>
              <a:gd name="connsiteY661" fmla="*/ 2864487 h 6858000"/>
              <a:gd name="connsiteX662" fmla="*/ 2020609 w 7467600"/>
              <a:gd name="connsiteY662" fmla="*/ 2539671 h 6858000"/>
              <a:gd name="connsiteX663" fmla="*/ 2018920 w 7467600"/>
              <a:gd name="connsiteY663" fmla="*/ 2536309 h 6858000"/>
              <a:gd name="connsiteX664" fmla="*/ 1342441 w 7467600"/>
              <a:gd name="connsiteY664" fmla="*/ 1173017 h 6858000"/>
              <a:gd name="connsiteX665" fmla="*/ 1367925 w 7467600"/>
              <a:gd name="connsiteY665" fmla="*/ 1135648 h 6858000"/>
              <a:gd name="connsiteX666" fmla="*/ 1771401 w 7467600"/>
              <a:gd name="connsiteY666" fmla="*/ 1806673 h 6858000"/>
              <a:gd name="connsiteX667" fmla="*/ 1972385 w 7467600"/>
              <a:gd name="connsiteY667" fmla="*/ 2198735 h 6858000"/>
              <a:gd name="connsiteX668" fmla="*/ 2040892 w 7467600"/>
              <a:gd name="connsiteY668" fmla="*/ 2405205 h 6858000"/>
              <a:gd name="connsiteX669" fmla="*/ 2131689 w 7467600"/>
              <a:gd name="connsiteY669" fmla="*/ 1936926 h 6858000"/>
              <a:gd name="connsiteX670" fmla="*/ 2454820 w 7467600"/>
              <a:gd name="connsiteY670" fmla="*/ 1248808 h 6858000"/>
              <a:gd name="connsiteX671" fmla="*/ 2492512 w 7467600"/>
              <a:gd name="connsiteY671" fmla="*/ 1302920 h 6858000"/>
              <a:gd name="connsiteX672" fmla="*/ 2081216 w 7467600"/>
              <a:gd name="connsiteY672" fmla="*/ 2527513 h 6858000"/>
              <a:gd name="connsiteX673" fmla="*/ 2081211 w 7467600"/>
              <a:gd name="connsiteY673" fmla="*/ 2528916 h 6858000"/>
              <a:gd name="connsiteX674" fmla="*/ 2199067 w 7467600"/>
              <a:gd name="connsiteY674" fmla="*/ 2884061 h 6858000"/>
              <a:gd name="connsiteX675" fmla="*/ 3192586 w 7467600"/>
              <a:gd name="connsiteY675" fmla="*/ 3411496 h 6858000"/>
              <a:gd name="connsiteX676" fmla="*/ 3182620 w 7467600"/>
              <a:gd name="connsiteY676" fmla="*/ 3483279 h 6858000"/>
              <a:gd name="connsiteX677" fmla="*/ 2435119 w 7467600"/>
              <a:gd name="connsiteY677" fmla="*/ 3080173 h 6858000"/>
              <a:gd name="connsiteX678" fmla="*/ 2410152 w 7467600"/>
              <a:gd name="connsiteY678" fmla="*/ 3063751 h 6858000"/>
              <a:gd name="connsiteX679" fmla="*/ 2408099 w 7467600"/>
              <a:gd name="connsiteY679" fmla="*/ 3064403 h 6858000"/>
              <a:gd name="connsiteX680" fmla="*/ 2407218 w 7467600"/>
              <a:gd name="connsiteY680" fmla="*/ 3070324 h 6858000"/>
              <a:gd name="connsiteX681" fmla="*/ 2380138 w 7467600"/>
              <a:gd name="connsiteY681" fmla="*/ 3099341 h 6858000"/>
              <a:gd name="connsiteX682" fmla="*/ 1765923 w 7467600"/>
              <a:gd name="connsiteY682" fmla="*/ 3581043 h 6858000"/>
              <a:gd name="connsiteX683" fmla="*/ 1702258 w 7467600"/>
              <a:gd name="connsiteY683" fmla="*/ 3612286 h 6858000"/>
              <a:gd name="connsiteX684" fmla="*/ 1538370 w 7467600"/>
              <a:gd name="connsiteY684" fmla="*/ 3811804 h 6858000"/>
              <a:gd name="connsiteX685" fmla="*/ 542867 w 7467600"/>
              <a:gd name="connsiteY685" fmla="*/ 4944092 h 6858000"/>
              <a:gd name="connsiteX686" fmla="*/ 515800 w 7467600"/>
              <a:gd name="connsiteY686" fmla="*/ 4862180 h 6858000"/>
              <a:gd name="connsiteX687" fmla="*/ 909145 w 7467600"/>
              <a:gd name="connsiteY687" fmla="*/ 4199225 h 6858000"/>
              <a:gd name="connsiteX688" fmla="*/ 1214067 w 7467600"/>
              <a:gd name="connsiteY688" fmla="*/ 3908561 h 6858000"/>
              <a:gd name="connsiteX689" fmla="*/ 640967 w 7467600"/>
              <a:gd name="connsiteY689" fmla="*/ 4105601 h 6858000"/>
              <a:gd name="connsiteX690" fmla="*/ 112563 w 7467600"/>
              <a:gd name="connsiteY690" fmla="*/ 4396952 h 6858000"/>
              <a:gd name="connsiteX691" fmla="*/ 0 w 7467600"/>
              <a:gd name="connsiteY691" fmla="*/ 4466006 h 6858000"/>
              <a:gd name="connsiteX692" fmla="*/ 0 w 7467600"/>
              <a:gd name="connsiteY692" fmla="*/ 4233763 h 6858000"/>
              <a:gd name="connsiteX693" fmla="*/ 36881 w 7467600"/>
              <a:gd name="connsiteY693" fmla="*/ 4200118 h 6858000"/>
              <a:gd name="connsiteX694" fmla="*/ 910534 w 7467600"/>
              <a:gd name="connsiteY694" fmla="*/ 3629753 h 6858000"/>
              <a:gd name="connsiteX695" fmla="*/ 1578717 w 7467600"/>
              <a:gd name="connsiteY695" fmla="*/ 3575982 h 6858000"/>
              <a:gd name="connsiteX696" fmla="*/ 2338780 w 7467600"/>
              <a:gd name="connsiteY696" fmla="*/ 3033725 h 6858000"/>
              <a:gd name="connsiteX697" fmla="*/ 1807991 w 7467600"/>
              <a:gd name="connsiteY697" fmla="*/ 2807184 h 6858000"/>
              <a:gd name="connsiteX698" fmla="*/ 1416358 w 7467600"/>
              <a:gd name="connsiteY698" fmla="*/ 3112571 h 6858000"/>
              <a:gd name="connsiteX699" fmla="*/ 939066 w 7467600"/>
              <a:gd name="connsiteY699" fmla="*/ 3378798 h 6858000"/>
              <a:gd name="connsiteX700" fmla="*/ 115099 w 7467600"/>
              <a:gd name="connsiteY700" fmla="*/ 3607650 h 6858000"/>
              <a:gd name="connsiteX701" fmla="*/ 97284 w 7467600"/>
              <a:gd name="connsiteY701" fmla="*/ 3520393 h 6858000"/>
              <a:gd name="connsiteX702" fmla="*/ 922050 w 7467600"/>
              <a:gd name="connsiteY702" fmla="*/ 3074867 h 6858000"/>
              <a:gd name="connsiteX703" fmla="*/ 1405265 w 7467600"/>
              <a:gd name="connsiteY703" fmla="*/ 3016319 h 6858000"/>
              <a:gd name="connsiteX704" fmla="*/ 1407512 w 7467600"/>
              <a:gd name="connsiteY704" fmla="*/ 3018001 h 6858000"/>
              <a:gd name="connsiteX705" fmla="*/ 1726266 w 7467600"/>
              <a:gd name="connsiteY705" fmla="*/ 2777274 h 6858000"/>
              <a:gd name="connsiteX706" fmla="*/ 625390 w 7467600"/>
              <a:gd name="connsiteY706" fmla="*/ 2514541 h 6858000"/>
              <a:gd name="connsiteX707" fmla="*/ 619799 w 7467600"/>
              <a:gd name="connsiteY707" fmla="*/ 2527180 h 6858000"/>
              <a:gd name="connsiteX708" fmla="*/ 310030 w 7467600"/>
              <a:gd name="connsiteY708" fmla="*/ 2771818 h 6858000"/>
              <a:gd name="connsiteX709" fmla="*/ 173877 w 7467600"/>
              <a:gd name="connsiteY709" fmla="*/ 2937056 h 6858000"/>
              <a:gd name="connsiteX710" fmla="*/ 77889 w 7467600"/>
              <a:gd name="connsiteY710" fmla="*/ 3138440 h 6858000"/>
              <a:gd name="connsiteX711" fmla="*/ 0 w 7467600"/>
              <a:gd name="connsiteY711" fmla="*/ 3271395 h 6858000"/>
              <a:gd name="connsiteX712" fmla="*/ 0 w 7467600"/>
              <a:gd name="connsiteY712" fmla="*/ 3153002 h 6858000"/>
              <a:gd name="connsiteX713" fmla="*/ 2386 w 7467600"/>
              <a:gd name="connsiteY713" fmla="*/ 3149203 h 6858000"/>
              <a:gd name="connsiteX714" fmla="*/ 89753 w 7467600"/>
              <a:gd name="connsiteY714" fmla="*/ 2987702 h 6858000"/>
              <a:gd name="connsiteX715" fmla="*/ 76869 w 7467600"/>
              <a:gd name="connsiteY715" fmla="*/ 3005404 h 6858000"/>
              <a:gd name="connsiteX716" fmla="*/ 32049 w 7467600"/>
              <a:gd name="connsiteY716" fmla="*/ 3065814 h 6858000"/>
              <a:gd name="connsiteX717" fmla="*/ 0 w 7467600"/>
              <a:gd name="connsiteY717" fmla="*/ 3108744 h 6858000"/>
              <a:gd name="connsiteX718" fmla="*/ 0 w 7467600"/>
              <a:gd name="connsiteY718" fmla="*/ 3058059 h 6858000"/>
              <a:gd name="connsiteX719" fmla="*/ 7610 w 7467600"/>
              <a:gd name="connsiteY719" fmla="*/ 3047889 h 6858000"/>
              <a:gd name="connsiteX720" fmla="*/ 52419 w 7467600"/>
              <a:gd name="connsiteY720" fmla="*/ 2987479 h 6858000"/>
              <a:gd name="connsiteX721" fmla="*/ 59142 w 7467600"/>
              <a:gd name="connsiteY721" fmla="*/ 2978488 h 6858000"/>
              <a:gd name="connsiteX722" fmla="*/ 0 w 7467600"/>
              <a:gd name="connsiteY722" fmla="*/ 3015334 h 6858000"/>
              <a:gd name="connsiteX723" fmla="*/ 0 w 7467600"/>
              <a:gd name="connsiteY723" fmla="*/ 2914286 h 6858000"/>
              <a:gd name="connsiteX724" fmla="*/ 36383 w 7467600"/>
              <a:gd name="connsiteY724" fmla="*/ 2901128 h 6858000"/>
              <a:gd name="connsiteX725" fmla="*/ 156329 w 7467600"/>
              <a:gd name="connsiteY725" fmla="*/ 2840533 h 6858000"/>
              <a:gd name="connsiteX726" fmla="*/ 358355 w 7467600"/>
              <a:gd name="connsiteY726" fmla="*/ 2620471 h 6858000"/>
              <a:gd name="connsiteX727" fmla="*/ 510577 w 7467600"/>
              <a:gd name="connsiteY727" fmla="*/ 2501244 h 6858000"/>
              <a:gd name="connsiteX728" fmla="*/ 211967 w 7467600"/>
              <a:gd name="connsiteY728" fmla="*/ 2479171 h 6858000"/>
              <a:gd name="connsiteX729" fmla="*/ 0 w 7467600"/>
              <a:gd name="connsiteY729" fmla="*/ 2476398 h 6858000"/>
              <a:gd name="connsiteX730" fmla="*/ 0 w 7467600"/>
              <a:gd name="connsiteY730" fmla="*/ 2389189 h 6858000"/>
              <a:gd name="connsiteX731" fmla="*/ 103062 w 7467600"/>
              <a:gd name="connsiteY731" fmla="*/ 2389518 h 6858000"/>
              <a:gd name="connsiteX732" fmla="*/ 510734 w 7467600"/>
              <a:gd name="connsiteY732" fmla="*/ 2416201 h 6858000"/>
              <a:gd name="connsiteX733" fmla="*/ 279257 w 7467600"/>
              <a:gd name="connsiteY733" fmla="*/ 2092102 h 6858000"/>
              <a:gd name="connsiteX734" fmla="*/ 65265 w 7467600"/>
              <a:gd name="connsiteY734" fmla="*/ 2006049 h 6858000"/>
              <a:gd name="connsiteX735" fmla="*/ 0 w 7467600"/>
              <a:gd name="connsiteY735" fmla="*/ 1982532 h 6858000"/>
              <a:gd name="connsiteX736" fmla="*/ 0 w 7467600"/>
              <a:gd name="connsiteY736" fmla="*/ 1912789 h 6858000"/>
              <a:gd name="connsiteX737" fmla="*/ 97460 w 7467600"/>
              <a:gd name="connsiteY737" fmla="*/ 1953725 h 6858000"/>
              <a:gd name="connsiteX738" fmla="*/ 221272 w 7467600"/>
              <a:gd name="connsiteY738" fmla="*/ 1980766 h 6858000"/>
              <a:gd name="connsiteX739" fmla="*/ 116765 w 7467600"/>
              <a:gd name="connsiteY739" fmla="*/ 1911033 h 6858000"/>
              <a:gd name="connsiteX740" fmla="*/ 16405 w 7467600"/>
              <a:gd name="connsiteY740" fmla="*/ 1803412 h 6858000"/>
              <a:gd name="connsiteX741" fmla="*/ 0 w 7467600"/>
              <a:gd name="connsiteY741" fmla="*/ 1784777 h 6858000"/>
              <a:gd name="connsiteX742" fmla="*/ 0 w 7467600"/>
              <a:gd name="connsiteY742" fmla="*/ 1740082 h 6858000"/>
              <a:gd name="connsiteX743" fmla="*/ 39394 w 7467600"/>
              <a:gd name="connsiteY743" fmla="*/ 1784856 h 6858000"/>
              <a:gd name="connsiteX744" fmla="*/ 135813 w 7467600"/>
              <a:gd name="connsiteY744" fmla="*/ 1888838 h 6858000"/>
              <a:gd name="connsiteX745" fmla="*/ 242575 w 7467600"/>
              <a:gd name="connsiteY745" fmla="*/ 1958841 h 6858000"/>
              <a:gd name="connsiteX746" fmla="*/ 82197 w 7467600"/>
              <a:gd name="connsiteY746" fmla="*/ 1754826 h 6858000"/>
              <a:gd name="connsiteX747" fmla="*/ 0 w 7467600"/>
              <a:gd name="connsiteY747" fmla="*/ 1679650 h 6858000"/>
              <a:gd name="connsiteX748" fmla="*/ 0 w 7467600"/>
              <a:gd name="connsiteY748" fmla="*/ 1602463 h 6858000"/>
              <a:gd name="connsiteX749" fmla="*/ 84689 w 7467600"/>
              <a:gd name="connsiteY749" fmla="*/ 1677442 h 6858000"/>
              <a:gd name="connsiteX750" fmla="*/ 298437 w 7467600"/>
              <a:gd name="connsiteY750" fmla="*/ 1968019 h 6858000"/>
              <a:gd name="connsiteX751" fmla="*/ 227269 w 7467600"/>
              <a:gd name="connsiteY751" fmla="*/ 1114064 h 6858000"/>
              <a:gd name="connsiteX752" fmla="*/ 248003 w 7467600"/>
              <a:gd name="connsiteY752" fmla="*/ 1089613 h 6858000"/>
              <a:gd name="connsiteX753" fmla="*/ 427020 w 7467600"/>
              <a:gd name="connsiteY753" fmla="*/ 1619803 h 6858000"/>
              <a:gd name="connsiteX754" fmla="*/ 340345 w 7467600"/>
              <a:gd name="connsiteY754" fmla="*/ 2027739 h 6858000"/>
              <a:gd name="connsiteX755" fmla="*/ 360865 w 7467600"/>
              <a:gd name="connsiteY755" fmla="*/ 2044827 h 6858000"/>
              <a:gd name="connsiteX756" fmla="*/ 560414 w 7467600"/>
              <a:gd name="connsiteY756" fmla="*/ 2421457 h 6858000"/>
              <a:gd name="connsiteX757" fmla="*/ 1359703 w 7467600"/>
              <a:gd name="connsiteY757" fmla="*/ 2578554 h 6858000"/>
              <a:gd name="connsiteX758" fmla="*/ 1359422 w 7467600"/>
              <a:gd name="connsiteY758" fmla="*/ 2577994 h 6858000"/>
              <a:gd name="connsiteX759" fmla="*/ 828701 w 7467600"/>
              <a:gd name="connsiteY759" fmla="*/ 1839520 h 6858000"/>
              <a:gd name="connsiteX760" fmla="*/ 494427 w 7467600"/>
              <a:gd name="connsiteY760" fmla="*/ 1092333 h 6858000"/>
              <a:gd name="connsiteX761" fmla="*/ 506322 w 7467600"/>
              <a:gd name="connsiteY761" fmla="*/ 1020997 h 6858000"/>
              <a:gd name="connsiteX762" fmla="*/ 4570198 w 7467600"/>
              <a:gd name="connsiteY762" fmla="*/ 978081 h 6858000"/>
              <a:gd name="connsiteX763" fmla="*/ 4523691 w 7467600"/>
              <a:gd name="connsiteY763" fmla="*/ 1127776 h 6858000"/>
              <a:gd name="connsiteX764" fmla="*/ 4509875 w 7467600"/>
              <a:gd name="connsiteY764" fmla="*/ 1167552 h 6858000"/>
              <a:gd name="connsiteX765" fmla="*/ 4478168 w 7467600"/>
              <a:gd name="connsiteY765" fmla="*/ 1260735 h 6858000"/>
              <a:gd name="connsiteX766" fmla="*/ 4409309 w 7467600"/>
              <a:gd name="connsiteY766" fmla="*/ 1666996 h 6858000"/>
              <a:gd name="connsiteX767" fmla="*/ 4370031 w 7467600"/>
              <a:gd name="connsiteY767" fmla="*/ 1955666 h 6858000"/>
              <a:gd name="connsiteX768" fmla="*/ 4570198 w 7467600"/>
              <a:gd name="connsiteY768" fmla="*/ 978081 h 6858000"/>
              <a:gd name="connsiteX769" fmla="*/ 4557898 w 7467600"/>
              <a:gd name="connsiteY769" fmla="*/ 900011 h 6858000"/>
              <a:gd name="connsiteX770" fmla="*/ 4344840 w 7467600"/>
              <a:gd name="connsiteY770" fmla="*/ 1922038 h 6858000"/>
              <a:gd name="connsiteX771" fmla="*/ 4378710 w 7467600"/>
              <a:gd name="connsiteY771" fmla="*/ 1665516 h 6858000"/>
              <a:gd name="connsiteX772" fmla="*/ 4448798 w 7467600"/>
              <a:gd name="connsiteY772" fmla="*/ 1253024 h 6858000"/>
              <a:gd name="connsiteX773" fmla="*/ 4480315 w 7467600"/>
              <a:gd name="connsiteY773" fmla="*/ 1158454 h 6858000"/>
              <a:gd name="connsiteX774" fmla="*/ 4494133 w 7467600"/>
              <a:gd name="connsiteY774" fmla="*/ 1118676 h 6858000"/>
              <a:gd name="connsiteX775" fmla="*/ 4557898 w 7467600"/>
              <a:gd name="connsiteY775" fmla="*/ 900011 h 6858000"/>
              <a:gd name="connsiteX776" fmla="*/ 5870151 w 7467600"/>
              <a:gd name="connsiteY776" fmla="*/ 898890 h 6858000"/>
              <a:gd name="connsiteX777" fmla="*/ 5861335 w 7467600"/>
              <a:gd name="connsiteY777" fmla="*/ 899177 h 6858000"/>
              <a:gd name="connsiteX778" fmla="*/ 5843702 w 7467600"/>
              <a:gd name="connsiteY778" fmla="*/ 899748 h 6858000"/>
              <a:gd name="connsiteX779" fmla="*/ 5651107 w 7467600"/>
              <a:gd name="connsiteY779" fmla="*/ 920306 h 6858000"/>
              <a:gd name="connsiteX780" fmla="*/ 5459407 w 7467600"/>
              <a:gd name="connsiteY780" fmla="*/ 940975 h 6858000"/>
              <a:gd name="connsiteX781" fmla="*/ 5374846 w 7467600"/>
              <a:gd name="connsiteY781" fmla="*/ 941988 h 6858000"/>
              <a:gd name="connsiteX782" fmla="*/ 5256105 w 7467600"/>
              <a:gd name="connsiteY782" fmla="*/ 945632 h 6858000"/>
              <a:gd name="connsiteX783" fmla="*/ 5107071 w 7467600"/>
              <a:gd name="connsiteY783" fmla="*/ 969720 h 6858000"/>
              <a:gd name="connsiteX784" fmla="*/ 4998681 w 7467600"/>
              <a:gd name="connsiteY784" fmla="*/ 988771 h 6858000"/>
              <a:gd name="connsiteX785" fmla="*/ 5870151 w 7467600"/>
              <a:gd name="connsiteY785" fmla="*/ 898890 h 6858000"/>
              <a:gd name="connsiteX786" fmla="*/ 5504425 w 7467600"/>
              <a:gd name="connsiteY786" fmla="*/ 848067 h 6858000"/>
              <a:gd name="connsiteX787" fmla="*/ 4968849 w 7467600"/>
              <a:gd name="connsiteY787" fmla="*/ 962318 h 6858000"/>
              <a:gd name="connsiteX788" fmla="*/ 5104039 w 7467600"/>
              <a:gd name="connsiteY788" fmla="*/ 940634 h 6858000"/>
              <a:gd name="connsiteX789" fmla="*/ 5256311 w 7467600"/>
              <a:gd name="connsiteY789" fmla="*/ 916490 h 6858000"/>
              <a:gd name="connsiteX790" fmla="*/ 5377381 w 7467600"/>
              <a:gd name="connsiteY790" fmla="*/ 912671 h 6858000"/>
              <a:gd name="connsiteX791" fmla="*/ 5460148 w 7467600"/>
              <a:gd name="connsiteY791" fmla="*/ 911442 h 6858000"/>
              <a:gd name="connsiteX792" fmla="*/ 5648971 w 7467600"/>
              <a:gd name="connsiteY792" fmla="*/ 891331 h 6858000"/>
              <a:gd name="connsiteX793" fmla="*/ 5844807 w 7467600"/>
              <a:gd name="connsiteY793" fmla="*/ 870718 h 6858000"/>
              <a:gd name="connsiteX794" fmla="*/ 5862975 w 7467600"/>
              <a:gd name="connsiteY794" fmla="*/ 869756 h 6858000"/>
              <a:gd name="connsiteX795" fmla="*/ 5920887 w 7467600"/>
              <a:gd name="connsiteY795" fmla="*/ 865929 h 6858000"/>
              <a:gd name="connsiteX796" fmla="*/ 5504425 w 7467600"/>
              <a:gd name="connsiteY796" fmla="*/ 848067 h 6858000"/>
              <a:gd name="connsiteX797" fmla="*/ 3607114 w 7467600"/>
              <a:gd name="connsiteY797" fmla="*/ 467441 h 6858000"/>
              <a:gd name="connsiteX798" fmla="*/ 3296242 w 7467600"/>
              <a:gd name="connsiteY798" fmla="*/ 807991 h 6858000"/>
              <a:gd name="connsiteX799" fmla="*/ 3174674 w 7467600"/>
              <a:gd name="connsiteY799" fmla="*/ 919759 h 6858000"/>
              <a:gd name="connsiteX800" fmla="*/ 3042978 w 7467600"/>
              <a:gd name="connsiteY800" fmla="*/ 1054894 h 6858000"/>
              <a:gd name="connsiteX801" fmla="*/ 2968914 w 7467600"/>
              <a:gd name="connsiteY801" fmla="*/ 1133756 h 6858000"/>
              <a:gd name="connsiteX802" fmla="*/ 3103823 w 7467600"/>
              <a:gd name="connsiteY802" fmla="*/ 1026814 h 6858000"/>
              <a:gd name="connsiteX803" fmla="*/ 3607114 w 7467600"/>
              <a:gd name="connsiteY803" fmla="*/ 467441 h 6858000"/>
              <a:gd name="connsiteX804" fmla="*/ 3744487 w 7467600"/>
              <a:gd name="connsiteY804" fmla="*/ 383136 h 6858000"/>
              <a:gd name="connsiteX805" fmla="*/ 3970213 w 7467600"/>
              <a:gd name="connsiteY805" fmla="*/ 995559 h 6858000"/>
              <a:gd name="connsiteX806" fmla="*/ 3744487 w 7467600"/>
              <a:gd name="connsiteY806" fmla="*/ 383136 h 6858000"/>
              <a:gd name="connsiteX807" fmla="*/ 3624562 w 7467600"/>
              <a:gd name="connsiteY807" fmla="*/ 367041 h 6858000"/>
              <a:gd name="connsiteX808" fmla="*/ 3489712 w 7467600"/>
              <a:gd name="connsiteY808" fmla="*/ 485386 h 6858000"/>
              <a:gd name="connsiteX809" fmla="*/ 3182994 w 7467600"/>
              <a:gd name="connsiteY809" fmla="*/ 828265 h 6858000"/>
              <a:gd name="connsiteX810" fmla="*/ 2892114 w 7467600"/>
              <a:gd name="connsiteY810" fmla="*/ 1172635 h 6858000"/>
              <a:gd name="connsiteX811" fmla="*/ 3021459 w 7467600"/>
              <a:gd name="connsiteY811" fmla="*/ 1035385 h 6858000"/>
              <a:gd name="connsiteX812" fmla="*/ 3153873 w 7467600"/>
              <a:gd name="connsiteY812" fmla="*/ 898971 h 6858000"/>
              <a:gd name="connsiteX813" fmla="*/ 3276511 w 7467600"/>
              <a:gd name="connsiteY813" fmla="*/ 786423 h 6858000"/>
              <a:gd name="connsiteX814" fmla="*/ 3584154 w 7467600"/>
              <a:gd name="connsiteY814" fmla="*/ 448218 h 6858000"/>
              <a:gd name="connsiteX815" fmla="*/ 3624562 w 7467600"/>
              <a:gd name="connsiteY815" fmla="*/ 367041 h 6858000"/>
              <a:gd name="connsiteX816" fmla="*/ 3766672 w 7467600"/>
              <a:gd name="connsiteY816" fmla="*/ 359429 h 6858000"/>
              <a:gd name="connsiteX817" fmla="*/ 3996338 w 7467600"/>
              <a:gd name="connsiteY817" fmla="*/ 968237 h 6858000"/>
              <a:gd name="connsiteX818" fmla="*/ 3766672 w 7467600"/>
              <a:gd name="connsiteY818" fmla="*/ 359429 h 6858000"/>
              <a:gd name="connsiteX819" fmla="*/ 5805386 w 7467600"/>
              <a:gd name="connsiteY819" fmla="*/ 239240 h 6858000"/>
              <a:gd name="connsiteX820" fmla="*/ 5736947 w 7467600"/>
              <a:gd name="connsiteY820" fmla="*/ 261367 h 6858000"/>
              <a:gd name="connsiteX821" fmla="*/ 5427012 w 7467600"/>
              <a:gd name="connsiteY821" fmla="*/ 311272 h 6858000"/>
              <a:gd name="connsiteX822" fmla="*/ 5147818 w 7467600"/>
              <a:gd name="connsiteY822" fmla="*/ 322112 h 6858000"/>
              <a:gd name="connsiteX823" fmla="*/ 5060854 w 7467600"/>
              <a:gd name="connsiteY823" fmla="*/ 311882 h 6858000"/>
              <a:gd name="connsiteX824" fmla="*/ 4945989 w 7467600"/>
              <a:gd name="connsiteY824" fmla="*/ 300516 h 6858000"/>
              <a:gd name="connsiteX825" fmla="*/ 5410479 w 7467600"/>
              <a:gd name="connsiteY825" fmla="*/ 348434 h 6858000"/>
              <a:gd name="connsiteX826" fmla="*/ 5805386 w 7467600"/>
              <a:gd name="connsiteY826" fmla="*/ 239240 h 6858000"/>
              <a:gd name="connsiteX827" fmla="*/ 5905192 w 7467600"/>
              <a:gd name="connsiteY827" fmla="*/ 163079 h 6858000"/>
              <a:gd name="connsiteX828" fmla="*/ 5865655 w 7467600"/>
              <a:gd name="connsiteY828" fmla="*/ 171901 h 6858000"/>
              <a:gd name="connsiteX829" fmla="*/ 5259740 w 7467600"/>
              <a:gd name="connsiteY829" fmla="*/ 257013 h 6858000"/>
              <a:gd name="connsiteX830" fmla="*/ 5208466 w 7467600"/>
              <a:gd name="connsiteY830" fmla="*/ 257550 h 6858000"/>
              <a:gd name="connsiteX831" fmla="*/ 4980204 w 7467600"/>
              <a:gd name="connsiteY831" fmla="*/ 271903 h 6858000"/>
              <a:gd name="connsiteX832" fmla="*/ 5068068 w 7467600"/>
              <a:gd name="connsiteY832" fmla="*/ 282244 h 6858000"/>
              <a:gd name="connsiteX833" fmla="*/ 5153231 w 7467600"/>
              <a:gd name="connsiteY833" fmla="*/ 292240 h 6858000"/>
              <a:gd name="connsiteX834" fmla="*/ 5426491 w 7467600"/>
              <a:gd name="connsiteY834" fmla="*/ 281128 h 6858000"/>
              <a:gd name="connsiteX835" fmla="*/ 5731212 w 7467600"/>
              <a:gd name="connsiteY835" fmla="*/ 231951 h 6858000"/>
              <a:gd name="connsiteX836" fmla="*/ 5905192 w 7467600"/>
              <a:gd name="connsiteY836" fmla="*/ 163079 h 6858000"/>
              <a:gd name="connsiteX837" fmla="*/ 5944437 w 7467600"/>
              <a:gd name="connsiteY837" fmla="*/ 113829 h 6858000"/>
              <a:gd name="connsiteX838" fmla="*/ 5825032 w 7467600"/>
              <a:gd name="connsiteY838" fmla="*/ 146405 h 6858000"/>
              <a:gd name="connsiteX839" fmla="*/ 4955599 w 7467600"/>
              <a:gd name="connsiteY839" fmla="*/ 247008 h 6858000"/>
              <a:gd name="connsiteX840" fmla="*/ 5210104 w 7467600"/>
              <a:gd name="connsiteY840" fmla="*/ 228123 h 6858000"/>
              <a:gd name="connsiteX841" fmla="*/ 5261015 w 7467600"/>
              <a:gd name="connsiteY841" fmla="*/ 227087 h 6858000"/>
              <a:gd name="connsiteX842" fmla="*/ 5861181 w 7467600"/>
              <a:gd name="connsiteY842" fmla="*/ 143093 h 6858000"/>
              <a:gd name="connsiteX843" fmla="*/ 5961252 w 7467600"/>
              <a:gd name="connsiteY843" fmla="*/ 114820 h 6858000"/>
              <a:gd name="connsiteX844" fmla="*/ 5944437 w 7467600"/>
              <a:gd name="connsiteY844" fmla="*/ 113829 h 6858000"/>
              <a:gd name="connsiteX845" fmla="*/ 3882765 w 7467600"/>
              <a:gd name="connsiteY845" fmla="*/ 0 h 6858000"/>
              <a:gd name="connsiteX846" fmla="*/ 3995099 w 7467600"/>
              <a:gd name="connsiteY846" fmla="*/ 0 h 6858000"/>
              <a:gd name="connsiteX847" fmla="*/ 4163818 w 7467600"/>
              <a:gd name="connsiteY847" fmla="*/ 234104 h 6858000"/>
              <a:gd name="connsiteX848" fmla="*/ 4172099 w 7467600"/>
              <a:gd name="connsiteY848" fmla="*/ 234207 h 6858000"/>
              <a:gd name="connsiteX849" fmla="*/ 4784282 w 7467600"/>
              <a:gd name="connsiteY849" fmla="*/ 276561 h 6858000"/>
              <a:gd name="connsiteX850" fmla="*/ 4801687 w 7467600"/>
              <a:gd name="connsiteY850" fmla="*/ 267764 h 6858000"/>
              <a:gd name="connsiteX851" fmla="*/ 6082788 w 7467600"/>
              <a:gd name="connsiteY851" fmla="*/ 64119 h 6858000"/>
              <a:gd name="connsiteX852" fmla="*/ 6099442 w 7467600"/>
              <a:gd name="connsiteY852" fmla="*/ 82568 h 6858000"/>
              <a:gd name="connsiteX853" fmla="*/ 4804137 w 7467600"/>
              <a:gd name="connsiteY853" fmla="*/ 320931 h 6858000"/>
              <a:gd name="connsiteX854" fmla="*/ 4227047 w 7467600"/>
              <a:gd name="connsiteY854" fmla="*/ 313415 h 6858000"/>
              <a:gd name="connsiteX855" fmla="*/ 4346041 w 7467600"/>
              <a:gd name="connsiteY855" fmla="*/ 456086 h 6858000"/>
              <a:gd name="connsiteX856" fmla="*/ 4870967 w 7467600"/>
              <a:gd name="connsiteY856" fmla="*/ 963061 h 6858000"/>
              <a:gd name="connsiteX857" fmla="*/ 4889647 w 7467600"/>
              <a:gd name="connsiteY857" fmla="*/ 957147 h 6858000"/>
              <a:gd name="connsiteX858" fmla="*/ 5422504 w 7467600"/>
              <a:gd name="connsiteY858" fmla="*/ 805191 h 6858000"/>
              <a:gd name="connsiteX859" fmla="*/ 6087656 w 7467600"/>
              <a:gd name="connsiteY859" fmla="*/ 826703 h 6858000"/>
              <a:gd name="connsiteX860" fmla="*/ 6058717 w 7467600"/>
              <a:gd name="connsiteY860" fmla="*/ 865992 h 6858000"/>
              <a:gd name="connsiteX861" fmla="*/ 4974153 w 7467600"/>
              <a:gd name="connsiteY861" fmla="*/ 1045456 h 6858000"/>
              <a:gd name="connsiteX862" fmla="*/ 5627835 w 7467600"/>
              <a:gd name="connsiteY862" fmla="*/ 1472077 h 6858000"/>
              <a:gd name="connsiteX863" fmla="*/ 5629817 w 7467600"/>
              <a:gd name="connsiteY863" fmla="*/ 1471412 h 6858000"/>
              <a:gd name="connsiteX864" fmla="*/ 5634124 w 7467600"/>
              <a:gd name="connsiteY864" fmla="*/ 1470572 h 6858000"/>
              <a:gd name="connsiteX865" fmla="*/ 5755832 w 7467600"/>
              <a:gd name="connsiteY865" fmla="*/ 1383886 h 6858000"/>
              <a:gd name="connsiteX866" fmla="*/ 6014186 w 7467600"/>
              <a:gd name="connsiteY866" fmla="*/ 1279799 h 6858000"/>
              <a:gd name="connsiteX867" fmla="*/ 6901619 w 7467600"/>
              <a:gd name="connsiteY867" fmla="*/ 1047874 h 6858000"/>
              <a:gd name="connsiteX868" fmla="*/ 6931566 w 7467600"/>
              <a:gd name="connsiteY868" fmla="*/ 1062034 h 6858000"/>
              <a:gd name="connsiteX869" fmla="*/ 5790982 w 7467600"/>
              <a:gd name="connsiteY869" fmla="*/ 1561380 h 6858000"/>
              <a:gd name="connsiteX870" fmla="*/ 6188971 w 7467600"/>
              <a:gd name="connsiteY870" fmla="*/ 1755168 h 6858000"/>
              <a:gd name="connsiteX871" fmla="*/ 6202446 w 7467600"/>
              <a:gd name="connsiteY871" fmla="*/ 1752268 h 6858000"/>
              <a:gd name="connsiteX872" fmla="*/ 7179560 w 7467600"/>
              <a:gd name="connsiteY872" fmla="*/ 1467551 h 6858000"/>
              <a:gd name="connsiteX873" fmla="*/ 7158730 w 7467600"/>
              <a:gd name="connsiteY873" fmla="*/ 1507835 h 6858000"/>
              <a:gd name="connsiteX874" fmla="*/ 6326959 w 7467600"/>
              <a:gd name="connsiteY874" fmla="*/ 1817686 h 6858000"/>
              <a:gd name="connsiteX875" fmla="*/ 6537433 w 7467600"/>
              <a:gd name="connsiteY875" fmla="*/ 1907790 h 6858000"/>
              <a:gd name="connsiteX876" fmla="*/ 6550221 w 7467600"/>
              <a:gd name="connsiteY876" fmla="*/ 1910729 h 6858000"/>
              <a:gd name="connsiteX877" fmla="*/ 6964438 w 7467600"/>
              <a:gd name="connsiteY877" fmla="*/ 2209505 h 6858000"/>
              <a:gd name="connsiteX878" fmla="*/ 7367862 w 7467600"/>
              <a:gd name="connsiteY878" fmla="*/ 2806833 h 6858000"/>
              <a:gd name="connsiteX879" fmla="*/ 7364329 w 7467600"/>
              <a:gd name="connsiteY879" fmla="*/ 2826907 h 6858000"/>
              <a:gd name="connsiteX880" fmla="*/ 7290545 w 7467600"/>
              <a:gd name="connsiteY880" fmla="*/ 2850663 h 6858000"/>
              <a:gd name="connsiteX881" fmla="*/ 6472036 w 7467600"/>
              <a:gd name="connsiteY881" fmla="*/ 1959003 h 6858000"/>
              <a:gd name="connsiteX882" fmla="*/ 5792897 w 7467600"/>
              <a:gd name="connsiteY882" fmla="*/ 1647747 h 6858000"/>
              <a:gd name="connsiteX883" fmla="*/ 5842751 w 7467600"/>
              <a:gd name="connsiteY883" fmla="*/ 1816112 h 6858000"/>
              <a:gd name="connsiteX884" fmla="*/ 5847424 w 7467600"/>
              <a:gd name="connsiteY884" fmla="*/ 1815776 h 6858000"/>
              <a:gd name="connsiteX885" fmla="*/ 6399821 w 7467600"/>
              <a:gd name="connsiteY885" fmla="*/ 2344799 h 6858000"/>
              <a:gd name="connsiteX886" fmla="*/ 6323232 w 7467600"/>
              <a:gd name="connsiteY886" fmla="*/ 2389634 h 6858000"/>
              <a:gd name="connsiteX887" fmla="*/ 5942958 w 7467600"/>
              <a:gd name="connsiteY887" fmla="*/ 2077708 h 6858000"/>
              <a:gd name="connsiteX888" fmla="*/ 5921559 w 7467600"/>
              <a:gd name="connsiteY888" fmla="*/ 2378596 h 6858000"/>
              <a:gd name="connsiteX889" fmla="*/ 5817651 w 7467600"/>
              <a:gd name="connsiteY889" fmla="*/ 3023919 h 6858000"/>
              <a:gd name="connsiteX890" fmla="*/ 5729634 w 7467600"/>
              <a:gd name="connsiteY890" fmla="*/ 3051849 h 6858000"/>
              <a:gd name="connsiteX891" fmla="*/ 5611018 w 7467600"/>
              <a:gd name="connsiteY891" fmla="*/ 2316769 h 6858000"/>
              <a:gd name="connsiteX892" fmla="*/ 5687608 w 7467600"/>
              <a:gd name="connsiteY892" fmla="*/ 2039972 h 6858000"/>
              <a:gd name="connsiteX893" fmla="*/ 5657554 w 7467600"/>
              <a:gd name="connsiteY893" fmla="*/ 1576445 h 6858000"/>
              <a:gd name="connsiteX894" fmla="*/ 5150475 w 7467600"/>
              <a:gd name="connsiteY894" fmla="*/ 1274012 h 6858000"/>
              <a:gd name="connsiteX895" fmla="*/ 5349142 w 7467600"/>
              <a:gd name="connsiteY895" fmla="*/ 2204405 h 6858000"/>
              <a:gd name="connsiteX896" fmla="*/ 5262214 w 7467600"/>
              <a:gd name="connsiteY896" fmla="*/ 2233836 h 6858000"/>
              <a:gd name="connsiteX897" fmla="*/ 4981539 w 7467600"/>
              <a:gd name="connsiteY897" fmla="*/ 1542201 h 6858000"/>
              <a:gd name="connsiteX898" fmla="*/ 4958461 w 7467600"/>
              <a:gd name="connsiteY898" fmla="*/ 1136957 h 6858000"/>
              <a:gd name="connsiteX899" fmla="*/ 4655015 w 7467600"/>
              <a:gd name="connsiteY899" fmla="*/ 891426 h 6858000"/>
              <a:gd name="connsiteX900" fmla="*/ 4348002 w 7467600"/>
              <a:gd name="connsiteY900" fmla="*/ 2205895 h 6858000"/>
              <a:gd name="connsiteX901" fmla="*/ 4262250 w 7467600"/>
              <a:gd name="connsiteY901" fmla="*/ 2219972 h 6858000"/>
              <a:gd name="connsiteX902" fmla="*/ 4550611 w 7467600"/>
              <a:gd name="connsiteY902" fmla="*/ 817540 h 6858000"/>
              <a:gd name="connsiteX903" fmla="*/ 4564418 w 7467600"/>
              <a:gd name="connsiteY903" fmla="*/ 808293 h 6858000"/>
              <a:gd name="connsiteX904" fmla="*/ 4266388 w 7467600"/>
              <a:gd name="connsiteY904" fmla="*/ 500083 h 6858000"/>
              <a:gd name="connsiteX905" fmla="*/ 4032842 w 7467600"/>
              <a:gd name="connsiteY905" fmla="*/ 211809 h 6858000"/>
              <a:gd name="connsiteX906" fmla="*/ 3882765 w 7467600"/>
              <a:gd name="connsiteY906" fmla="*/ 0 h 6858000"/>
              <a:gd name="connsiteX907" fmla="*/ 3721337 w 7467600"/>
              <a:gd name="connsiteY907" fmla="*/ 0 h 6858000"/>
              <a:gd name="connsiteX908" fmla="*/ 3797544 w 7467600"/>
              <a:gd name="connsiteY908" fmla="*/ 0 h 6858000"/>
              <a:gd name="connsiteX909" fmla="*/ 3775734 w 7467600"/>
              <a:gd name="connsiteY909" fmla="*/ 95131 h 6858000"/>
              <a:gd name="connsiteX910" fmla="*/ 3724807 w 7467600"/>
              <a:gd name="connsiteY910" fmla="*/ 272257 h 6858000"/>
              <a:gd name="connsiteX911" fmla="*/ 3726844 w 7467600"/>
              <a:gd name="connsiteY911" fmla="*/ 282988 h 6858000"/>
              <a:gd name="connsiteX912" fmla="*/ 3742664 w 7467600"/>
              <a:gd name="connsiteY912" fmla="*/ 279918 h 6858000"/>
              <a:gd name="connsiteX913" fmla="*/ 4103910 w 7467600"/>
              <a:gd name="connsiteY913" fmla="*/ 1161917 h 6858000"/>
              <a:gd name="connsiteX914" fmla="*/ 4020269 w 7467600"/>
              <a:gd name="connsiteY914" fmla="*/ 1200406 h 6858000"/>
              <a:gd name="connsiteX915" fmla="*/ 3674882 w 7467600"/>
              <a:gd name="connsiteY915" fmla="*/ 488524 h 6858000"/>
              <a:gd name="connsiteX916" fmla="*/ 3132682 w 7467600"/>
              <a:gd name="connsiteY916" fmla="*/ 1072284 h 6858000"/>
              <a:gd name="connsiteX917" fmla="*/ 2716346 w 7467600"/>
              <a:gd name="connsiteY917" fmla="*/ 1276376 h 6858000"/>
              <a:gd name="connsiteX918" fmla="*/ 2716772 w 7467600"/>
              <a:gd name="connsiteY918" fmla="*/ 1255462 h 6858000"/>
              <a:gd name="connsiteX919" fmla="*/ 3471096 w 7467600"/>
              <a:gd name="connsiteY919" fmla="*/ 437072 h 6858000"/>
              <a:gd name="connsiteX920" fmla="*/ 3639057 w 7467600"/>
              <a:gd name="connsiteY920" fmla="*/ 286334 h 6858000"/>
              <a:gd name="connsiteX921" fmla="*/ 3640309 w 7467600"/>
              <a:gd name="connsiteY921" fmla="*/ 284664 h 6858000"/>
              <a:gd name="connsiteX922" fmla="*/ 3646022 w 7467600"/>
              <a:gd name="connsiteY922" fmla="*/ 276711 h 6858000"/>
              <a:gd name="connsiteX923" fmla="*/ 3707943 w 7467600"/>
              <a:gd name="connsiteY923" fmla="*/ 65958 h 6858000"/>
              <a:gd name="connsiteX924" fmla="*/ 3721337 w 7467600"/>
              <a:gd name="connsiteY924" fmla="*/ 0 h 6858000"/>
              <a:gd name="connsiteX925" fmla="*/ 2867960 w 7467600"/>
              <a:gd name="connsiteY925" fmla="*/ 0 h 6858000"/>
              <a:gd name="connsiteX926" fmla="*/ 2926351 w 7467600"/>
              <a:gd name="connsiteY926" fmla="*/ 0 h 6858000"/>
              <a:gd name="connsiteX927" fmla="*/ 2902823 w 7467600"/>
              <a:gd name="connsiteY927" fmla="*/ 262929 h 6858000"/>
              <a:gd name="connsiteX928" fmla="*/ 2940663 w 7467600"/>
              <a:gd name="connsiteY928" fmla="*/ 140884 h 6858000"/>
              <a:gd name="connsiteX929" fmla="*/ 2947039 w 7467600"/>
              <a:gd name="connsiteY929" fmla="*/ 122524 h 6858000"/>
              <a:gd name="connsiteX930" fmla="*/ 2984316 w 7467600"/>
              <a:gd name="connsiteY930" fmla="*/ 0 h 6858000"/>
              <a:gd name="connsiteX931" fmla="*/ 3016114 w 7467600"/>
              <a:gd name="connsiteY931" fmla="*/ 0 h 6858000"/>
              <a:gd name="connsiteX932" fmla="*/ 2979949 w 7467600"/>
              <a:gd name="connsiteY932" fmla="*/ 119274 h 6858000"/>
              <a:gd name="connsiteX933" fmla="*/ 3023879 w 7467600"/>
              <a:gd name="connsiteY933" fmla="*/ 0 h 6858000"/>
              <a:gd name="connsiteX934" fmla="*/ 3105400 w 7467600"/>
              <a:gd name="connsiteY934" fmla="*/ 0 h 6858000"/>
              <a:gd name="connsiteX935" fmla="*/ 3094669 w 7467600"/>
              <a:gd name="connsiteY935" fmla="*/ 30308 h 6858000"/>
              <a:gd name="connsiteX936" fmla="*/ 2901945 w 7467600"/>
              <a:gd name="connsiteY936" fmla="*/ 466538 h 6858000"/>
              <a:gd name="connsiteX937" fmla="*/ 2815209 w 7467600"/>
              <a:gd name="connsiteY937" fmla="*/ 497361 h 6858000"/>
              <a:gd name="connsiteX938" fmla="*/ 2844845 w 7467600"/>
              <a:gd name="connsiteY938" fmla="*/ 127638 h 6858000"/>
              <a:gd name="connsiteX939" fmla="*/ 2867960 w 7467600"/>
              <a:gd name="connsiteY939" fmla="*/ 0 h 6858000"/>
              <a:gd name="connsiteX940" fmla="*/ 1057230 w 7467600"/>
              <a:gd name="connsiteY940" fmla="*/ 0 h 6858000"/>
              <a:gd name="connsiteX941" fmla="*/ 1111003 w 7467600"/>
              <a:gd name="connsiteY941" fmla="*/ 0 h 6858000"/>
              <a:gd name="connsiteX942" fmla="*/ 1125553 w 7467600"/>
              <a:gd name="connsiteY942" fmla="*/ 52588 h 6858000"/>
              <a:gd name="connsiteX943" fmla="*/ 1304276 w 7467600"/>
              <a:gd name="connsiteY943" fmla="*/ 476275 h 6858000"/>
              <a:gd name="connsiteX944" fmla="*/ 1492066 w 7467600"/>
              <a:gd name="connsiteY944" fmla="*/ 886333 h 6858000"/>
              <a:gd name="connsiteX945" fmla="*/ 1423698 w 7467600"/>
              <a:gd name="connsiteY945" fmla="*/ 710817 h 6858000"/>
              <a:gd name="connsiteX946" fmla="*/ 1357609 w 7467600"/>
              <a:gd name="connsiteY946" fmla="*/ 532892 h 6858000"/>
              <a:gd name="connsiteX947" fmla="*/ 1309550 w 7467600"/>
              <a:gd name="connsiteY947" fmla="*/ 374031 h 6858000"/>
              <a:gd name="connsiteX948" fmla="*/ 1193673 w 7467600"/>
              <a:gd name="connsiteY948" fmla="*/ 49533 h 6858000"/>
              <a:gd name="connsiteX949" fmla="*/ 1164391 w 7467600"/>
              <a:gd name="connsiteY949" fmla="*/ 0 h 6858000"/>
              <a:gd name="connsiteX950" fmla="*/ 1200666 w 7467600"/>
              <a:gd name="connsiteY950" fmla="*/ 0 h 6858000"/>
              <a:gd name="connsiteX951" fmla="*/ 1223408 w 7467600"/>
              <a:gd name="connsiteY951" fmla="*/ 38996 h 6858000"/>
              <a:gd name="connsiteX952" fmla="*/ 1339635 w 7467600"/>
              <a:gd name="connsiteY952" fmla="*/ 365517 h 6858000"/>
              <a:gd name="connsiteX953" fmla="*/ 1387469 w 7467600"/>
              <a:gd name="connsiteY953" fmla="*/ 523079 h 6858000"/>
              <a:gd name="connsiteX954" fmla="*/ 1452685 w 7467600"/>
              <a:gd name="connsiteY954" fmla="*/ 699806 h 6858000"/>
              <a:gd name="connsiteX955" fmla="*/ 1492092 w 7467600"/>
              <a:gd name="connsiteY955" fmla="*/ 800424 h 6858000"/>
              <a:gd name="connsiteX956" fmla="*/ 1455302 w 7467600"/>
              <a:gd name="connsiteY956" fmla="*/ 632913 h 6858000"/>
              <a:gd name="connsiteX957" fmla="*/ 1222336 w 7467600"/>
              <a:gd name="connsiteY957" fmla="*/ 9480 h 6858000"/>
              <a:gd name="connsiteX958" fmla="*/ 1214634 w 7467600"/>
              <a:gd name="connsiteY958" fmla="*/ 0 h 6858000"/>
              <a:gd name="connsiteX959" fmla="*/ 1289827 w 7467600"/>
              <a:gd name="connsiteY959" fmla="*/ 0 h 6858000"/>
              <a:gd name="connsiteX960" fmla="*/ 1321076 w 7467600"/>
              <a:gd name="connsiteY960" fmla="*/ 59722 h 6858000"/>
              <a:gd name="connsiteX961" fmla="*/ 1512579 w 7467600"/>
              <a:gd name="connsiteY961" fmla="*/ 626441 h 6858000"/>
              <a:gd name="connsiteX962" fmla="*/ 1506076 w 7467600"/>
              <a:gd name="connsiteY962" fmla="*/ 1089289 h 6858000"/>
              <a:gd name="connsiteX963" fmla="*/ 1486346 w 7467600"/>
              <a:gd name="connsiteY963" fmla="*/ 1079919 h 6858000"/>
              <a:gd name="connsiteX964" fmla="*/ 1070511 w 7467600"/>
              <a:gd name="connsiteY964" fmla="*/ 48609 h 6858000"/>
              <a:gd name="connsiteX965" fmla="*/ 1057230 w 7467600"/>
              <a:gd name="connsiteY965" fmla="*/ 0 h 6858000"/>
              <a:gd name="connsiteX966" fmla="*/ 43151 w 7467600"/>
              <a:gd name="connsiteY966" fmla="*/ 0 h 6858000"/>
              <a:gd name="connsiteX967" fmla="*/ 95283 w 7467600"/>
              <a:gd name="connsiteY967" fmla="*/ 0 h 6858000"/>
              <a:gd name="connsiteX968" fmla="*/ 300708 w 7467600"/>
              <a:gd name="connsiteY968" fmla="*/ 154571 h 6858000"/>
              <a:gd name="connsiteX969" fmla="*/ 530414 w 7467600"/>
              <a:gd name="connsiteY969" fmla="*/ 354673 h 6858000"/>
              <a:gd name="connsiteX970" fmla="*/ 333785 w 7467600"/>
              <a:gd name="connsiteY970" fmla="*/ 161564 h 6858000"/>
              <a:gd name="connsiteX971" fmla="*/ 147005 w 7467600"/>
              <a:gd name="connsiteY971" fmla="*/ 0 h 6858000"/>
              <a:gd name="connsiteX972" fmla="*/ 272509 w 7467600"/>
              <a:gd name="connsiteY972" fmla="*/ 0 h 6858000"/>
              <a:gd name="connsiteX973" fmla="*/ 326276 w 7467600"/>
              <a:gd name="connsiteY973" fmla="*/ 45847 h 6858000"/>
              <a:gd name="connsiteX974" fmla="*/ 823759 w 7467600"/>
              <a:gd name="connsiteY974" fmla="*/ 574145 h 6858000"/>
              <a:gd name="connsiteX975" fmla="*/ 811254 w 7467600"/>
              <a:gd name="connsiteY975" fmla="*/ 665546 h 6858000"/>
              <a:gd name="connsiteX976" fmla="*/ 154042 w 7467600"/>
              <a:gd name="connsiteY976" fmla="*/ 261522 h 6858000"/>
              <a:gd name="connsiteX977" fmla="*/ 13550 w 7467600"/>
              <a:gd name="connsiteY977" fmla="*/ 158423 h 6858000"/>
              <a:gd name="connsiteX978" fmla="*/ 0 w 7467600"/>
              <a:gd name="connsiteY978" fmla="*/ 146618 h 6858000"/>
              <a:gd name="connsiteX979" fmla="*/ 0 w 7467600"/>
              <a:gd name="connsiteY979" fmla="*/ 59161 h 6858000"/>
              <a:gd name="connsiteX980" fmla="*/ 45427 w 7467600"/>
              <a:gd name="connsiteY980" fmla="*/ 101078 h 6858000"/>
              <a:gd name="connsiteX981" fmla="*/ 630103 w 7467600"/>
              <a:gd name="connsiteY981" fmla="*/ 485885 h 6858000"/>
              <a:gd name="connsiteX982" fmla="*/ 532040 w 7467600"/>
              <a:gd name="connsiteY982" fmla="*/ 399359 h 6858000"/>
              <a:gd name="connsiteX983" fmla="*/ 517618 w 7467600"/>
              <a:gd name="connsiteY983" fmla="*/ 385726 h 6858000"/>
              <a:gd name="connsiteX984" fmla="*/ 285074 w 7467600"/>
              <a:gd name="connsiteY984" fmla="*/ 182755 h 6858000"/>
              <a:gd name="connsiteX985" fmla="*/ 43151 w 7467600"/>
              <a:gd name="connsiteY985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1903353 w 7467600"/>
              <a:gd name="connsiteY127" fmla="*/ 5044827 h 6858000"/>
              <a:gd name="connsiteX128" fmla="*/ 1936931 w 7467600"/>
              <a:gd name="connsiteY128" fmla="*/ 5093954 h 6858000"/>
              <a:gd name="connsiteX129" fmla="*/ 2195868 w 7467600"/>
              <a:gd name="connsiteY129" fmla="*/ 5396574 h 6858000"/>
              <a:gd name="connsiteX130" fmla="*/ 2088852 w 7467600"/>
              <a:gd name="connsiteY130" fmla="*/ 5166123 h 6858000"/>
              <a:gd name="connsiteX131" fmla="*/ 1958241 w 7467600"/>
              <a:gd name="connsiteY131" fmla="*/ 5067955 h 6858000"/>
              <a:gd name="connsiteX132" fmla="*/ 1903353 w 7467600"/>
              <a:gd name="connsiteY132" fmla="*/ 5044827 h 6858000"/>
              <a:gd name="connsiteX133" fmla="*/ 1979378 w 7467600"/>
              <a:gd name="connsiteY133" fmla="*/ 4769504 h 6858000"/>
              <a:gd name="connsiteX134" fmla="*/ 2882120 w 7467600"/>
              <a:gd name="connsiteY134" fmla="*/ 5064547 h 6858000"/>
              <a:gd name="connsiteX135" fmla="*/ 2793103 w 7467600"/>
              <a:gd name="connsiteY135" fmla="*/ 5039699 h 6858000"/>
              <a:gd name="connsiteX136" fmla="*/ 2770041 w 7467600"/>
              <a:gd name="connsiteY136" fmla="*/ 5033634 h 6858000"/>
              <a:gd name="connsiteX137" fmla="*/ 1979378 w 7467600"/>
              <a:gd name="connsiteY137" fmla="*/ 4769504 h 6858000"/>
              <a:gd name="connsiteX138" fmla="*/ 1927410 w 7467600"/>
              <a:gd name="connsiteY138" fmla="*/ 4716164 h 6858000"/>
              <a:gd name="connsiteX139" fmla="*/ 1959587 w 7467600"/>
              <a:gd name="connsiteY139" fmla="*/ 4728849 h 6858000"/>
              <a:gd name="connsiteX140" fmla="*/ 2777707 w 7467600"/>
              <a:gd name="connsiteY140" fmla="*/ 5003991 h 6858000"/>
              <a:gd name="connsiteX141" fmla="*/ 2800768 w 7467600"/>
              <a:gd name="connsiteY141" fmla="*/ 5010056 h 6858000"/>
              <a:gd name="connsiteX142" fmla="*/ 2879408 w 7467600"/>
              <a:gd name="connsiteY142" fmla="*/ 5031590 h 6858000"/>
              <a:gd name="connsiteX143" fmla="*/ 2862295 w 7467600"/>
              <a:gd name="connsiteY143" fmla="*/ 5022958 h 6858000"/>
              <a:gd name="connsiteX144" fmla="*/ 2813343 w 7467600"/>
              <a:gd name="connsiteY144" fmla="*/ 4998369 h 6858000"/>
              <a:gd name="connsiteX145" fmla="*/ 2646245 w 7467600"/>
              <a:gd name="connsiteY145" fmla="*/ 4930999 h 6858000"/>
              <a:gd name="connsiteX146" fmla="*/ 1999243 w 7467600"/>
              <a:gd name="connsiteY146" fmla="*/ 4730524 h 6858000"/>
              <a:gd name="connsiteX147" fmla="*/ 1979527 w 7467600"/>
              <a:gd name="connsiteY147" fmla="*/ 4726651 h 6858000"/>
              <a:gd name="connsiteX148" fmla="*/ 1927410 w 7467600"/>
              <a:gd name="connsiteY148" fmla="*/ 4716164 h 6858000"/>
              <a:gd name="connsiteX149" fmla="*/ 1997014 w 7467600"/>
              <a:gd name="connsiteY149" fmla="*/ 4698007 h 6858000"/>
              <a:gd name="connsiteX150" fmla="*/ 2005458 w 7467600"/>
              <a:gd name="connsiteY150" fmla="*/ 4699540 h 6858000"/>
              <a:gd name="connsiteX151" fmla="*/ 2657186 w 7467600"/>
              <a:gd name="connsiteY151" fmla="*/ 4901687 h 6858000"/>
              <a:gd name="connsiteX152" fmla="*/ 2826662 w 7467600"/>
              <a:gd name="connsiteY152" fmla="*/ 4970362 h 6858000"/>
              <a:gd name="connsiteX153" fmla="*/ 2876100 w 7467600"/>
              <a:gd name="connsiteY153" fmla="*/ 4995397 h 6858000"/>
              <a:gd name="connsiteX154" fmla="*/ 3042600 w 7467600"/>
              <a:gd name="connsiteY154" fmla="*/ 5059532 h 6858000"/>
              <a:gd name="connsiteX155" fmla="*/ 1997014 w 7467600"/>
              <a:gd name="connsiteY155" fmla="*/ 4698007 h 6858000"/>
              <a:gd name="connsiteX156" fmla="*/ 2305292 w 7467600"/>
              <a:gd name="connsiteY156" fmla="*/ 4219492 h 6858000"/>
              <a:gd name="connsiteX157" fmla="*/ 3360922 w 7467600"/>
              <a:gd name="connsiteY157" fmla="*/ 4529373 h 6858000"/>
              <a:gd name="connsiteX158" fmla="*/ 3492420 w 7467600"/>
              <a:gd name="connsiteY158" fmla="*/ 4510145 h 6858000"/>
              <a:gd name="connsiteX159" fmla="*/ 3364086 w 7467600"/>
              <a:gd name="connsiteY159" fmla="*/ 4480340 h 6858000"/>
              <a:gd name="connsiteX160" fmla="*/ 3225818 w 7467600"/>
              <a:gd name="connsiteY160" fmla="*/ 4411822 h 6858000"/>
              <a:gd name="connsiteX161" fmla="*/ 3129696 w 7467600"/>
              <a:gd name="connsiteY161" fmla="*/ 4360704 h 6858000"/>
              <a:gd name="connsiteX162" fmla="*/ 2814545 w 7467600"/>
              <a:gd name="connsiteY162" fmla="*/ 4282955 h 6858000"/>
              <a:gd name="connsiteX163" fmla="*/ 2305292 w 7467600"/>
              <a:gd name="connsiteY163" fmla="*/ 4219492 h 6858000"/>
              <a:gd name="connsiteX164" fmla="*/ 2626982 w 7467600"/>
              <a:gd name="connsiteY164" fmla="*/ 4206450 h 6858000"/>
              <a:gd name="connsiteX165" fmla="*/ 2490617 w 7467600"/>
              <a:gd name="connsiteY165" fmla="*/ 4206951 h 6858000"/>
              <a:gd name="connsiteX166" fmla="*/ 2819869 w 7467600"/>
              <a:gd name="connsiteY166" fmla="*/ 4252936 h 6858000"/>
              <a:gd name="connsiteX167" fmla="*/ 3143018 w 7467600"/>
              <a:gd name="connsiteY167" fmla="*/ 4332698 h 6858000"/>
              <a:gd name="connsiteX168" fmla="*/ 3241520 w 7467600"/>
              <a:gd name="connsiteY168" fmla="*/ 4385112 h 6858000"/>
              <a:gd name="connsiteX169" fmla="*/ 3374575 w 7467600"/>
              <a:gd name="connsiteY169" fmla="*/ 4451517 h 6858000"/>
              <a:gd name="connsiteX170" fmla="*/ 3505221 w 7467600"/>
              <a:gd name="connsiteY170" fmla="*/ 4480757 h 6858000"/>
              <a:gd name="connsiteX171" fmla="*/ 2626982 w 7467600"/>
              <a:gd name="connsiteY171" fmla="*/ 4206450 h 6858000"/>
              <a:gd name="connsiteX172" fmla="*/ 1310106 w 7467600"/>
              <a:gd name="connsiteY172" fmla="*/ 3943217 h 6858000"/>
              <a:gd name="connsiteX173" fmla="*/ 854994 w 7467600"/>
              <a:gd name="connsiteY173" fmla="*/ 4399136 h 6858000"/>
              <a:gd name="connsiteX174" fmla="*/ 742462 w 7467600"/>
              <a:gd name="connsiteY174" fmla="*/ 4594648 h 6858000"/>
              <a:gd name="connsiteX175" fmla="*/ 820602 w 7467600"/>
              <a:gd name="connsiteY175" fmla="*/ 4485915 h 6858000"/>
              <a:gd name="connsiteX176" fmla="*/ 878295 w 7467600"/>
              <a:gd name="connsiteY176" fmla="*/ 4403594 h 6858000"/>
              <a:gd name="connsiteX177" fmla="*/ 1240607 w 7467600"/>
              <a:gd name="connsiteY177" fmla="*/ 4010401 h 6858000"/>
              <a:gd name="connsiteX178" fmla="*/ 1310106 w 7467600"/>
              <a:gd name="connsiteY178" fmla="*/ 3943217 h 6858000"/>
              <a:gd name="connsiteX179" fmla="*/ 1423113 w 7467600"/>
              <a:gd name="connsiteY179" fmla="*/ 3874565 h 6858000"/>
              <a:gd name="connsiteX180" fmla="*/ 1260565 w 7467600"/>
              <a:gd name="connsiteY180" fmla="*/ 4031982 h 6858000"/>
              <a:gd name="connsiteX181" fmla="*/ 901900 w 7467600"/>
              <a:gd name="connsiteY181" fmla="*/ 4421236 h 6858000"/>
              <a:gd name="connsiteX182" fmla="*/ 845044 w 7467600"/>
              <a:gd name="connsiteY182" fmla="*/ 4502436 h 6858000"/>
              <a:gd name="connsiteX183" fmla="*/ 685926 w 7467600"/>
              <a:gd name="connsiteY183" fmla="*/ 4703069 h 6858000"/>
              <a:gd name="connsiteX184" fmla="*/ 684248 w 7467600"/>
              <a:gd name="connsiteY184" fmla="*/ 4706721 h 6858000"/>
              <a:gd name="connsiteX185" fmla="*/ 1423113 w 7467600"/>
              <a:gd name="connsiteY185" fmla="*/ 3874565 h 6858000"/>
              <a:gd name="connsiteX186" fmla="*/ 3316479 w 7467600"/>
              <a:gd name="connsiteY186" fmla="*/ 3872136 h 6858000"/>
              <a:gd name="connsiteX187" fmla="*/ 3546806 w 7467600"/>
              <a:gd name="connsiteY187" fmla="*/ 4356139 h 6858000"/>
              <a:gd name="connsiteX188" fmla="*/ 3364433 w 7467600"/>
              <a:gd name="connsiteY188" fmla="*/ 3953121 h 6858000"/>
              <a:gd name="connsiteX189" fmla="*/ 3316479 w 7467600"/>
              <a:gd name="connsiteY189" fmla="*/ 3872136 h 6858000"/>
              <a:gd name="connsiteX190" fmla="*/ 3291335 w 7467600"/>
              <a:gd name="connsiteY190" fmla="*/ 3767420 h 6858000"/>
              <a:gd name="connsiteX191" fmla="*/ 3390805 w 7467600"/>
              <a:gd name="connsiteY191" fmla="*/ 3937163 h 6858000"/>
              <a:gd name="connsiteX192" fmla="*/ 3579062 w 7467600"/>
              <a:gd name="connsiteY192" fmla="*/ 4359040 h 6858000"/>
              <a:gd name="connsiteX193" fmla="*/ 3467355 w 7467600"/>
              <a:gd name="connsiteY193" fmla="*/ 3988130 h 6858000"/>
              <a:gd name="connsiteX194" fmla="*/ 3310753 w 7467600"/>
              <a:gd name="connsiteY194" fmla="*/ 3787140 h 6858000"/>
              <a:gd name="connsiteX195" fmla="*/ 3291335 w 7467600"/>
              <a:gd name="connsiteY195" fmla="*/ 3767420 h 6858000"/>
              <a:gd name="connsiteX196" fmla="*/ 1635889 w 7467600"/>
              <a:gd name="connsiteY196" fmla="*/ 3709494 h 6858000"/>
              <a:gd name="connsiteX197" fmla="*/ 1634800 w 7467600"/>
              <a:gd name="connsiteY197" fmla="*/ 3731111 h 6858000"/>
              <a:gd name="connsiteX198" fmla="*/ 1635889 w 7467600"/>
              <a:gd name="connsiteY198" fmla="*/ 3709494 h 6858000"/>
              <a:gd name="connsiteX199" fmla="*/ 1510397 w 7467600"/>
              <a:gd name="connsiteY199" fmla="*/ 3684705 h 6858000"/>
              <a:gd name="connsiteX200" fmla="*/ 1146550 w 7467600"/>
              <a:gd name="connsiteY200" fmla="*/ 3802012 h 6858000"/>
              <a:gd name="connsiteX201" fmla="*/ 698834 w 7467600"/>
              <a:gd name="connsiteY201" fmla="*/ 3952272 h 6858000"/>
              <a:gd name="connsiteX202" fmla="*/ 34256 w 7467600"/>
              <a:gd name="connsiteY202" fmla="*/ 4347603 h 6858000"/>
              <a:gd name="connsiteX203" fmla="*/ 527241 w 7467600"/>
              <a:gd name="connsiteY203" fmla="*/ 4065078 h 6858000"/>
              <a:gd name="connsiteX204" fmla="*/ 1510397 w 7467600"/>
              <a:gd name="connsiteY204" fmla="*/ 3684705 h 6858000"/>
              <a:gd name="connsiteX205" fmla="*/ 1313114 w 7467600"/>
              <a:gd name="connsiteY205" fmla="*/ 3655216 h 6858000"/>
              <a:gd name="connsiteX206" fmla="*/ 1109304 w 7467600"/>
              <a:gd name="connsiteY206" fmla="*/ 3669030 h 6858000"/>
              <a:gd name="connsiteX207" fmla="*/ 8129 w 7467600"/>
              <a:gd name="connsiteY207" fmla="*/ 4330519 h 6858000"/>
              <a:gd name="connsiteX208" fmla="*/ 687572 w 7467600"/>
              <a:gd name="connsiteY208" fmla="*/ 3925629 h 6858000"/>
              <a:gd name="connsiteX209" fmla="*/ 1138365 w 7467600"/>
              <a:gd name="connsiteY209" fmla="*/ 3774515 h 6858000"/>
              <a:gd name="connsiteX210" fmla="*/ 1505579 w 7467600"/>
              <a:gd name="connsiteY210" fmla="*/ 3655526 h 6858000"/>
              <a:gd name="connsiteX211" fmla="*/ 1313114 w 7467600"/>
              <a:gd name="connsiteY211" fmla="*/ 3655216 h 6858000"/>
              <a:gd name="connsiteX212" fmla="*/ 3655073 w 7467600"/>
              <a:gd name="connsiteY212" fmla="*/ 3650884 h 6858000"/>
              <a:gd name="connsiteX213" fmla="*/ 3989938 w 7467600"/>
              <a:gd name="connsiteY213" fmla="*/ 3991685 h 6858000"/>
              <a:gd name="connsiteX214" fmla="*/ 4393907 w 7467600"/>
              <a:gd name="connsiteY214" fmla="*/ 4261258 h 6858000"/>
              <a:gd name="connsiteX215" fmla="*/ 4648051 w 7467600"/>
              <a:gd name="connsiteY215" fmla="*/ 4374051 h 6858000"/>
              <a:gd name="connsiteX216" fmla="*/ 4383389 w 7467600"/>
              <a:gd name="connsiteY216" fmla="*/ 4184369 h 6858000"/>
              <a:gd name="connsiteX217" fmla="*/ 4165508 w 7467600"/>
              <a:gd name="connsiteY217" fmla="*/ 4035196 h 6858000"/>
              <a:gd name="connsiteX218" fmla="*/ 4068162 w 7467600"/>
              <a:gd name="connsiteY218" fmla="*/ 3953394 h 6858000"/>
              <a:gd name="connsiteX219" fmla="*/ 3981416 w 7467600"/>
              <a:gd name="connsiteY219" fmla="*/ 3880482 h 6858000"/>
              <a:gd name="connsiteX220" fmla="*/ 3800147 w 7467600"/>
              <a:gd name="connsiteY220" fmla="*/ 3749872 h 6858000"/>
              <a:gd name="connsiteX221" fmla="*/ 3655073 w 7467600"/>
              <a:gd name="connsiteY221" fmla="*/ 3650884 h 6858000"/>
              <a:gd name="connsiteX222" fmla="*/ 3670252 w 7467600"/>
              <a:gd name="connsiteY222" fmla="*/ 3622798 h 6858000"/>
              <a:gd name="connsiteX223" fmla="*/ 3817258 w 7467600"/>
              <a:gd name="connsiteY223" fmla="*/ 3723577 h 6858000"/>
              <a:gd name="connsiteX224" fmla="*/ 4000461 w 7467600"/>
              <a:gd name="connsiteY224" fmla="*/ 3855966 h 6858000"/>
              <a:gd name="connsiteX225" fmla="*/ 4088180 w 7467600"/>
              <a:gd name="connsiteY225" fmla="*/ 3929774 h 6858000"/>
              <a:gd name="connsiteX226" fmla="*/ 4184555 w 7467600"/>
              <a:gd name="connsiteY226" fmla="*/ 4010683 h 6858000"/>
              <a:gd name="connsiteX227" fmla="*/ 4399563 w 7467600"/>
              <a:gd name="connsiteY227" fmla="*/ 4158106 h 6858000"/>
              <a:gd name="connsiteX228" fmla="*/ 4684469 w 7467600"/>
              <a:gd name="connsiteY228" fmla="*/ 4364680 h 6858000"/>
              <a:gd name="connsiteX229" fmla="*/ 4690271 w 7467600"/>
              <a:gd name="connsiteY229" fmla="*/ 4370034 h 6858000"/>
              <a:gd name="connsiteX230" fmla="*/ 4136093 w 7467600"/>
              <a:gd name="connsiteY230" fmla="*/ 3858466 h 6858000"/>
              <a:gd name="connsiteX231" fmla="*/ 3670252 w 7467600"/>
              <a:gd name="connsiteY231" fmla="*/ 3622798 h 6858000"/>
              <a:gd name="connsiteX232" fmla="*/ 4440129 w 7467600"/>
              <a:gd name="connsiteY232" fmla="*/ 3448571 h 6858000"/>
              <a:gd name="connsiteX233" fmla="*/ 4856525 w 7467600"/>
              <a:gd name="connsiteY233" fmla="*/ 3915351 h 6858000"/>
              <a:gd name="connsiteX234" fmla="*/ 5059055 w 7467600"/>
              <a:gd name="connsiteY234" fmla="*/ 4108918 h 6858000"/>
              <a:gd name="connsiteX235" fmla="*/ 5290070 w 7467600"/>
              <a:gd name="connsiteY235" fmla="*/ 4263619 h 6858000"/>
              <a:gd name="connsiteX236" fmla="*/ 4834991 w 7467600"/>
              <a:gd name="connsiteY236" fmla="*/ 3830985 h 6858000"/>
              <a:gd name="connsiteX237" fmla="*/ 4440129 w 7467600"/>
              <a:gd name="connsiteY237" fmla="*/ 3448571 h 6858000"/>
              <a:gd name="connsiteX238" fmla="*/ 4441737 w 7467600"/>
              <a:gd name="connsiteY238" fmla="*/ 3399734 h 6858000"/>
              <a:gd name="connsiteX239" fmla="*/ 4431236 w 7467600"/>
              <a:gd name="connsiteY239" fmla="*/ 3400954 h 6858000"/>
              <a:gd name="connsiteX240" fmla="*/ 4557150 w 7467600"/>
              <a:gd name="connsiteY240" fmla="*/ 3510023 h 6858000"/>
              <a:gd name="connsiteX241" fmla="*/ 4856936 w 7467600"/>
              <a:gd name="connsiteY241" fmla="*/ 3809146 h 6858000"/>
              <a:gd name="connsiteX242" fmla="*/ 5111996 w 7467600"/>
              <a:gd name="connsiteY242" fmla="*/ 4065759 h 6858000"/>
              <a:gd name="connsiteX243" fmla="*/ 5388878 w 7467600"/>
              <a:gd name="connsiteY243" fmla="*/ 4300185 h 6858000"/>
              <a:gd name="connsiteX244" fmla="*/ 5425556 w 7467600"/>
              <a:gd name="connsiteY244" fmla="*/ 4308967 h 6858000"/>
              <a:gd name="connsiteX245" fmla="*/ 4943646 w 7467600"/>
              <a:gd name="connsiteY245" fmla="*/ 3822916 h 6858000"/>
              <a:gd name="connsiteX246" fmla="*/ 4594837 w 7467600"/>
              <a:gd name="connsiteY246" fmla="*/ 3532274 h 6858000"/>
              <a:gd name="connsiteX247" fmla="*/ 4441737 w 7467600"/>
              <a:gd name="connsiteY247" fmla="*/ 3399734 h 6858000"/>
              <a:gd name="connsiteX248" fmla="*/ 5425834 w 7467600"/>
              <a:gd name="connsiteY248" fmla="*/ 3162785 h 6858000"/>
              <a:gd name="connsiteX249" fmla="*/ 5401644 w 7467600"/>
              <a:gd name="connsiteY249" fmla="*/ 3617847 h 6858000"/>
              <a:gd name="connsiteX250" fmla="*/ 5467256 w 7467600"/>
              <a:gd name="connsiteY250" fmla="*/ 4175494 h 6858000"/>
              <a:gd name="connsiteX251" fmla="*/ 5448069 w 7467600"/>
              <a:gd name="connsiteY251" fmla="*/ 3567554 h 6858000"/>
              <a:gd name="connsiteX252" fmla="*/ 5425834 w 7467600"/>
              <a:gd name="connsiteY252" fmla="*/ 3162785 h 6858000"/>
              <a:gd name="connsiteX253" fmla="*/ 1318687 w 7467600"/>
              <a:gd name="connsiteY253" fmla="*/ 3113840 h 6858000"/>
              <a:gd name="connsiteX254" fmla="*/ 1066793 w 7467600"/>
              <a:gd name="connsiteY254" fmla="*/ 3212171 h 6858000"/>
              <a:gd name="connsiteX255" fmla="*/ 993319 w 7467600"/>
              <a:gd name="connsiteY255" fmla="*/ 3247648 h 6858000"/>
              <a:gd name="connsiteX256" fmla="*/ 853081 w 7467600"/>
              <a:gd name="connsiteY256" fmla="*/ 3312410 h 6858000"/>
              <a:gd name="connsiteX257" fmla="*/ 805957 w 7467600"/>
              <a:gd name="connsiteY257" fmla="*/ 3330443 h 6858000"/>
              <a:gd name="connsiteX258" fmla="*/ 1318687 w 7467600"/>
              <a:gd name="connsiteY258" fmla="*/ 3113840 h 6858000"/>
              <a:gd name="connsiteX259" fmla="*/ 5453702 w 7467600"/>
              <a:gd name="connsiteY259" fmla="*/ 3090882 h 6858000"/>
              <a:gd name="connsiteX260" fmla="*/ 5480135 w 7467600"/>
              <a:gd name="connsiteY260" fmla="*/ 3565802 h 6858000"/>
              <a:gd name="connsiteX261" fmla="*/ 5499023 w 7467600"/>
              <a:gd name="connsiteY261" fmla="*/ 4166310 h 6858000"/>
              <a:gd name="connsiteX262" fmla="*/ 5547022 w 7467600"/>
              <a:gd name="connsiteY262" fmla="*/ 3607838 h 6858000"/>
              <a:gd name="connsiteX263" fmla="*/ 5515964 w 7467600"/>
              <a:gd name="connsiteY263" fmla="*/ 3378541 h 6858000"/>
              <a:gd name="connsiteX264" fmla="*/ 5453702 w 7467600"/>
              <a:gd name="connsiteY264" fmla="*/ 3090882 h 6858000"/>
              <a:gd name="connsiteX265" fmla="*/ 1238695 w 7467600"/>
              <a:gd name="connsiteY265" fmla="*/ 3076820 h 6858000"/>
              <a:gd name="connsiteX266" fmla="*/ 716371 w 7467600"/>
              <a:gd name="connsiteY266" fmla="*/ 3293249 h 6858000"/>
              <a:gd name="connsiteX267" fmla="*/ 579522 w 7467600"/>
              <a:gd name="connsiteY267" fmla="*/ 3371759 h 6858000"/>
              <a:gd name="connsiteX268" fmla="*/ 600288 w 7467600"/>
              <a:gd name="connsiteY268" fmla="*/ 3365555 h 6858000"/>
              <a:gd name="connsiteX269" fmla="*/ 840692 w 7467600"/>
              <a:gd name="connsiteY269" fmla="*/ 3284921 h 6858000"/>
              <a:gd name="connsiteX270" fmla="*/ 979248 w 7467600"/>
              <a:gd name="connsiteY270" fmla="*/ 3221003 h 6858000"/>
              <a:gd name="connsiteX271" fmla="*/ 1053282 w 7467600"/>
              <a:gd name="connsiteY271" fmla="*/ 3185247 h 6858000"/>
              <a:gd name="connsiteX272" fmla="*/ 1320603 w 7467600"/>
              <a:gd name="connsiteY272" fmla="*/ 3081281 h 6858000"/>
              <a:gd name="connsiteX273" fmla="*/ 1238695 w 7467600"/>
              <a:gd name="connsiteY273" fmla="*/ 3076820 h 6858000"/>
              <a:gd name="connsiteX274" fmla="*/ 5425627 w 7467600"/>
              <a:gd name="connsiteY274" fmla="*/ 2954192 h 6858000"/>
              <a:gd name="connsiteX275" fmla="*/ 5470770 w 7467600"/>
              <a:gd name="connsiteY275" fmla="*/ 3005435 h 6858000"/>
              <a:gd name="connsiteX276" fmla="*/ 5519779 w 7467600"/>
              <a:gd name="connsiteY276" fmla="*/ 4359223 h 6858000"/>
              <a:gd name="connsiteX277" fmla="*/ 5520293 w 7467600"/>
              <a:gd name="connsiteY277" fmla="*/ 4360602 h 6858000"/>
              <a:gd name="connsiteX278" fmla="*/ 5767221 w 7467600"/>
              <a:gd name="connsiteY278" fmla="*/ 4665564 h 6858000"/>
              <a:gd name="connsiteX279" fmla="*/ 6937169 w 7467600"/>
              <a:gd name="connsiteY279" fmla="*/ 4815941 h 6858000"/>
              <a:gd name="connsiteX280" fmla="*/ 6953922 w 7467600"/>
              <a:gd name="connsiteY280" fmla="*/ 4890068 h 6858000"/>
              <a:gd name="connsiteX281" fmla="*/ 6071359 w 7467600"/>
              <a:gd name="connsiteY281" fmla="*/ 4770770 h 6858000"/>
              <a:gd name="connsiteX282" fmla="*/ 6038839 w 7467600"/>
              <a:gd name="connsiteY282" fmla="*/ 4764474 h 6858000"/>
              <a:gd name="connsiteX283" fmla="*/ 6038706 w 7467600"/>
              <a:gd name="connsiteY283" fmla="*/ 4763847 h 6858000"/>
              <a:gd name="connsiteX284" fmla="*/ 6037784 w 7467600"/>
              <a:gd name="connsiteY284" fmla="*/ 4764270 h 6858000"/>
              <a:gd name="connsiteX285" fmla="*/ 6038839 w 7467600"/>
              <a:gd name="connsiteY285" fmla="*/ 4764474 h 6858000"/>
              <a:gd name="connsiteX286" fmla="*/ 6040338 w 7467600"/>
              <a:gd name="connsiteY286" fmla="*/ 4771418 h 6858000"/>
              <a:gd name="connsiteX287" fmla="*/ 6024488 w 7467600"/>
              <a:gd name="connsiteY287" fmla="*/ 4809903 h 6858000"/>
              <a:gd name="connsiteX288" fmla="*/ 5599771 w 7467600"/>
              <a:gd name="connsiteY288" fmla="*/ 5509652 h 6858000"/>
              <a:gd name="connsiteX289" fmla="*/ 5548843 w 7467600"/>
              <a:gd name="connsiteY289" fmla="*/ 5563845 h 6858000"/>
              <a:gd name="connsiteX290" fmla="*/ 5940952 w 7467600"/>
              <a:gd name="connsiteY290" fmla="*/ 6250028 h 6858000"/>
              <a:gd name="connsiteX291" fmla="*/ 6043441 w 7467600"/>
              <a:gd name="connsiteY291" fmla="*/ 6665847 h 6858000"/>
              <a:gd name="connsiteX292" fmla="*/ 6093432 w 7467600"/>
              <a:gd name="connsiteY292" fmla="*/ 6858000 h 6858000"/>
              <a:gd name="connsiteX293" fmla="*/ 6034344 w 7467600"/>
              <a:gd name="connsiteY293" fmla="*/ 6858000 h 6858000"/>
              <a:gd name="connsiteX294" fmla="*/ 6026679 w 7467600"/>
              <a:gd name="connsiteY294" fmla="*/ 6836959 h 6858000"/>
              <a:gd name="connsiteX295" fmla="*/ 5800441 w 7467600"/>
              <a:gd name="connsiteY295" fmla="*/ 6335286 h 6858000"/>
              <a:gd name="connsiteX296" fmla="*/ 5526562 w 7467600"/>
              <a:gd name="connsiteY296" fmla="*/ 5705388 h 6858000"/>
              <a:gd name="connsiteX297" fmla="*/ 5519640 w 7467600"/>
              <a:gd name="connsiteY297" fmla="*/ 5683774 h 6858000"/>
              <a:gd name="connsiteX298" fmla="*/ 5844559 w 7467600"/>
              <a:gd name="connsiteY298" fmla="*/ 6553349 h 6858000"/>
              <a:gd name="connsiteX299" fmla="*/ 5975994 w 7467600"/>
              <a:gd name="connsiteY299" fmla="*/ 6858000 h 6858000"/>
              <a:gd name="connsiteX300" fmla="*/ 5898547 w 7467600"/>
              <a:gd name="connsiteY300" fmla="*/ 6858000 h 6858000"/>
              <a:gd name="connsiteX301" fmla="*/ 5682041 w 7467600"/>
              <a:gd name="connsiteY301" fmla="*/ 6355860 h 6858000"/>
              <a:gd name="connsiteX302" fmla="*/ 5461758 w 7467600"/>
              <a:gd name="connsiteY302" fmla="*/ 5820220 h 6858000"/>
              <a:gd name="connsiteX303" fmla="*/ 5237282 w 7467600"/>
              <a:gd name="connsiteY303" fmla="*/ 6579086 h 6858000"/>
              <a:gd name="connsiteX304" fmla="*/ 5115009 w 7467600"/>
              <a:gd name="connsiteY304" fmla="*/ 6858000 h 6858000"/>
              <a:gd name="connsiteX305" fmla="*/ 5028074 w 7467600"/>
              <a:gd name="connsiteY305" fmla="*/ 6858000 h 6858000"/>
              <a:gd name="connsiteX306" fmla="*/ 5079508 w 7467600"/>
              <a:gd name="connsiteY306" fmla="*/ 6749074 h 6858000"/>
              <a:gd name="connsiteX307" fmla="*/ 5371846 w 7467600"/>
              <a:gd name="connsiteY307" fmla="*/ 5924413 h 6858000"/>
              <a:gd name="connsiteX308" fmla="*/ 5270512 w 7467600"/>
              <a:gd name="connsiteY308" fmla="*/ 6138975 h 6858000"/>
              <a:gd name="connsiteX309" fmla="*/ 5062409 w 7467600"/>
              <a:gd name="connsiteY309" fmla="*/ 6653544 h 6858000"/>
              <a:gd name="connsiteX310" fmla="*/ 5036628 w 7467600"/>
              <a:gd name="connsiteY310" fmla="*/ 6754247 h 6858000"/>
              <a:gd name="connsiteX311" fmla="*/ 5009112 w 7467600"/>
              <a:gd name="connsiteY311" fmla="*/ 6858000 h 6858000"/>
              <a:gd name="connsiteX312" fmla="*/ 4976679 w 7467600"/>
              <a:gd name="connsiteY312" fmla="*/ 6858000 h 6858000"/>
              <a:gd name="connsiteX313" fmla="*/ 5006537 w 7467600"/>
              <a:gd name="connsiteY313" fmla="*/ 6747068 h 6858000"/>
              <a:gd name="connsiteX314" fmla="*/ 5032723 w 7467600"/>
              <a:gd name="connsiteY314" fmla="*/ 6644957 h 6858000"/>
              <a:gd name="connsiteX315" fmla="*/ 5242949 w 7467600"/>
              <a:gd name="connsiteY315" fmla="*/ 6125175 h 6858000"/>
              <a:gd name="connsiteX316" fmla="*/ 5286321 w 7467600"/>
              <a:gd name="connsiteY316" fmla="*/ 6033555 h 6858000"/>
              <a:gd name="connsiteX317" fmla="*/ 5008210 w 7467600"/>
              <a:gd name="connsiteY317" fmla="*/ 6649194 h 6858000"/>
              <a:gd name="connsiteX318" fmla="*/ 4986321 w 7467600"/>
              <a:gd name="connsiteY318" fmla="*/ 6765687 h 6858000"/>
              <a:gd name="connsiteX319" fmla="*/ 4973474 w 7467600"/>
              <a:gd name="connsiteY319" fmla="*/ 6858000 h 6858000"/>
              <a:gd name="connsiteX320" fmla="*/ 4907178 w 7467600"/>
              <a:gd name="connsiteY320" fmla="*/ 6858000 h 6858000"/>
              <a:gd name="connsiteX321" fmla="*/ 4910810 w 7467600"/>
              <a:gd name="connsiteY321" fmla="*/ 6829660 h 6858000"/>
              <a:gd name="connsiteX322" fmla="*/ 4987461 w 7467600"/>
              <a:gd name="connsiteY322" fmla="*/ 6432994 h 6858000"/>
              <a:gd name="connsiteX323" fmla="*/ 5179262 w 7467600"/>
              <a:gd name="connsiteY323" fmla="*/ 6035044 h 6858000"/>
              <a:gd name="connsiteX324" fmla="*/ 4689678 w 7467600"/>
              <a:gd name="connsiteY324" fmla="*/ 6440241 h 6858000"/>
              <a:gd name="connsiteX325" fmla="*/ 4477543 w 7467600"/>
              <a:gd name="connsiteY325" fmla="*/ 6674836 h 6858000"/>
              <a:gd name="connsiteX326" fmla="*/ 4329957 w 7467600"/>
              <a:gd name="connsiteY326" fmla="*/ 6858000 h 6858000"/>
              <a:gd name="connsiteX327" fmla="*/ 4218595 w 7467600"/>
              <a:gd name="connsiteY327" fmla="*/ 6858000 h 6858000"/>
              <a:gd name="connsiteX328" fmla="*/ 4368888 w 7467600"/>
              <a:gd name="connsiteY328" fmla="*/ 6668412 h 6858000"/>
              <a:gd name="connsiteX329" fmla="*/ 4563091 w 7467600"/>
              <a:gd name="connsiteY329" fmla="*/ 6442508 h 6858000"/>
              <a:gd name="connsiteX330" fmla="*/ 5387324 w 7467600"/>
              <a:gd name="connsiteY330" fmla="*/ 5705830 h 6858000"/>
              <a:gd name="connsiteX331" fmla="*/ 5073620 w 7467600"/>
              <a:gd name="connsiteY331" fmla="*/ 5955437 h 6858000"/>
              <a:gd name="connsiteX332" fmla="*/ 4689789 w 7467600"/>
              <a:gd name="connsiteY332" fmla="*/ 6268382 h 6858000"/>
              <a:gd name="connsiteX333" fmla="*/ 4418722 w 7467600"/>
              <a:gd name="connsiteY333" fmla="*/ 6570886 h 6858000"/>
              <a:gd name="connsiteX334" fmla="*/ 4214944 w 7467600"/>
              <a:gd name="connsiteY334" fmla="*/ 6858000 h 6858000"/>
              <a:gd name="connsiteX335" fmla="*/ 4177898 w 7467600"/>
              <a:gd name="connsiteY335" fmla="*/ 6858000 h 6858000"/>
              <a:gd name="connsiteX336" fmla="*/ 4391597 w 7467600"/>
              <a:gd name="connsiteY336" fmla="*/ 6556370 h 6858000"/>
              <a:gd name="connsiteX337" fmla="*/ 4668889 w 7467600"/>
              <a:gd name="connsiteY337" fmla="*/ 6246399 h 6858000"/>
              <a:gd name="connsiteX338" fmla="*/ 5055427 w 7467600"/>
              <a:gd name="connsiteY338" fmla="*/ 5931476 h 6858000"/>
              <a:gd name="connsiteX339" fmla="*/ 5371814 w 7467600"/>
              <a:gd name="connsiteY339" fmla="*/ 5678975 h 6858000"/>
              <a:gd name="connsiteX340" fmla="*/ 4987918 w 7467600"/>
              <a:gd name="connsiteY340" fmla="*/ 5838701 h 6858000"/>
              <a:gd name="connsiteX341" fmla="*/ 4317146 w 7467600"/>
              <a:gd name="connsiteY341" fmla="*/ 6587716 h 6858000"/>
              <a:gd name="connsiteX342" fmla="*/ 4171627 w 7467600"/>
              <a:gd name="connsiteY342" fmla="*/ 6858000 h 6858000"/>
              <a:gd name="connsiteX343" fmla="*/ 4081585 w 7467600"/>
              <a:gd name="connsiteY343" fmla="*/ 6858000 h 6858000"/>
              <a:gd name="connsiteX344" fmla="*/ 4238603 w 7467600"/>
              <a:gd name="connsiteY344" fmla="*/ 6559341 h 6858000"/>
              <a:gd name="connsiteX345" fmla="*/ 4778333 w 7467600"/>
              <a:gd name="connsiteY345" fmla="*/ 5873626 h 6858000"/>
              <a:gd name="connsiteX346" fmla="*/ 5414185 w 7467600"/>
              <a:gd name="connsiteY346" fmla="*/ 5573882 h 6858000"/>
              <a:gd name="connsiteX347" fmla="*/ 5959648 w 7467600"/>
              <a:gd name="connsiteY347" fmla="*/ 4760797 h 6858000"/>
              <a:gd name="connsiteX348" fmla="*/ 5355019 w 7467600"/>
              <a:gd name="connsiteY348" fmla="*/ 4734672 h 6858000"/>
              <a:gd name="connsiteX349" fmla="*/ 5083565 w 7467600"/>
              <a:gd name="connsiteY349" fmla="*/ 5179121 h 6858000"/>
              <a:gd name="connsiteX350" fmla="*/ 4713577 w 7467600"/>
              <a:gd name="connsiteY350" fmla="*/ 5616803 h 6858000"/>
              <a:gd name="connsiteX351" fmla="*/ 3989559 w 7467600"/>
              <a:gd name="connsiteY351" fmla="*/ 6145945 h 6858000"/>
              <a:gd name="connsiteX352" fmla="*/ 3939824 w 7467600"/>
              <a:gd name="connsiteY352" fmla="*/ 6066900 h 6858000"/>
              <a:gd name="connsiteX353" fmla="*/ 4584537 w 7467600"/>
              <a:gd name="connsiteY353" fmla="*/ 5324826 h 6858000"/>
              <a:gd name="connsiteX354" fmla="*/ 5037105 w 7467600"/>
              <a:gd name="connsiteY354" fmla="*/ 5088765 h 6858000"/>
              <a:gd name="connsiteX355" fmla="*/ 5039930 w 7467600"/>
              <a:gd name="connsiteY355" fmla="*/ 5089585 h 6858000"/>
              <a:gd name="connsiteX356" fmla="*/ 5263764 w 7467600"/>
              <a:gd name="connsiteY356" fmla="*/ 4735525 h 6858000"/>
              <a:gd name="connsiteX357" fmla="*/ 4086300 w 7467600"/>
              <a:gd name="connsiteY357" fmla="*/ 4884599 h 6858000"/>
              <a:gd name="connsiteX358" fmla="*/ 4085485 w 7467600"/>
              <a:gd name="connsiteY358" fmla="*/ 4899070 h 6858000"/>
              <a:gd name="connsiteX359" fmla="*/ 3871915 w 7467600"/>
              <a:gd name="connsiteY359" fmla="*/ 5253645 h 6858000"/>
              <a:gd name="connsiteX360" fmla="*/ 3799374 w 7467600"/>
              <a:gd name="connsiteY360" fmla="*/ 5466127 h 6858000"/>
              <a:gd name="connsiteX361" fmla="*/ 3498850 w 7467600"/>
              <a:gd name="connsiteY361" fmla="*/ 6661888 h 6858000"/>
              <a:gd name="connsiteX362" fmla="*/ 3399216 w 7467600"/>
              <a:gd name="connsiteY362" fmla="*/ 6858000 h 6858000"/>
              <a:gd name="connsiteX363" fmla="*/ 3303688 w 7467600"/>
              <a:gd name="connsiteY363" fmla="*/ 6858000 h 6858000"/>
              <a:gd name="connsiteX364" fmla="*/ 3391774 w 7467600"/>
              <a:gd name="connsiteY364" fmla="*/ 6697181 h 6858000"/>
              <a:gd name="connsiteX365" fmla="*/ 3735540 w 7467600"/>
              <a:gd name="connsiteY365" fmla="*/ 5546923 h 6858000"/>
              <a:gd name="connsiteX366" fmla="*/ 3729438 w 7467600"/>
              <a:gd name="connsiteY366" fmla="*/ 5569058 h 6858000"/>
              <a:gd name="connsiteX367" fmla="*/ 3707782 w 7467600"/>
              <a:gd name="connsiteY367" fmla="*/ 5644908 h 6858000"/>
              <a:gd name="connsiteX368" fmla="*/ 3583827 w 7467600"/>
              <a:gd name="connsiteY368" fmla="*/ 6039215 h 6858000"/>
              <a:gd name="connsiteX369" fmla="*/ 3547861 w 7467600"/>
              <a:gd name="connsiteY369" fmla="*/ 6129609 h 6858000"/>
              <a:gd name="connsiteX370" fmla="*/ 3490905 w 7467600"/>
              <a:gd name="connsiteY370" fmla="*/ 6277660 h 6858000"/>
              <a:gd name="connsiteX371" fmla="*/ 3455859 w 7467600"/>
              <a:gd name="connsiteY371" fmla="*/ 6391301 h 6858000"/>
              <a:gd name="connsiteX372" fmla="*/ 3429112 w 7467600"/>
              <a:gd name="connsiteY372" fmla="*/ 6479469 h 6858000"/>
              <a:gd name="connsiteX373" fmla="*/ 3304862 w 7467600"/>
              <a:gd name="connsiteY373" fmla="*/ 6796476 h 6858000"/>
              <a:gd name="connsiteX374" fmla="*/ 3276071 w 7467600"/>
              <a:gd name="connsiteY374" fmla="*/ 6858000 h 6858000"/>
              <a:gd name="connsiteX375" fmla="*/ 3240805 w 7467600"/>
              <a:gd name="connsiteY375" fmla="*/ 6858000 h 6858000"/>
              <a:gd name="connsiteX376" fmla="*/ 3275917 w 7467600"/>
              <a:gd name="connsiteY376" fmla="*/ 6783192 h 6858000"/>
              <a:gd name="connsiteX377" fmla="*/ 3399358 w 7467600"/>
              <a:gd name="connsiteY377" fmla="*/ 6469011 h 6858000"/>
              <a:gd name="connsiteX378" fmla="*/ 3425650 w 7467600"/>
              <a:gd name="connsiteY378" fmla="*/ 6381333 h 6858000"/>
              <a:gd name="connsiteX379" fmla="*/ 3460661 w 7467600"/>
              <a:gd name="connsiteY379" fmla="*/ 6266763 h 6858000"/>
              <a:gd name="connsiteX380" fmla="*/ 3518021 w 7467600"/>
              <a:gd name="connsiteY380" fmla="*/ 6117298 h 6858000"/>
              <a:gd name="connsiteX381" fmla="*/ 3554035 w 7467600"/>
              <a:gd name="connsiteY381" fmla="*/ 6027832 h 6858000"/>
              <a:gd name="connsiteX382" fmla="*/ 3677174 w 7467600"/>
              <a:gd name="connsiteY382" fmla="*/ 5636351 h 6858000"/>
              <a:gd name="connsiteX383" fmla="*/ 3698819 w 7467600"/>
              <a:gd name="connsiteY383" fmla="*/ 5560503 h 6858000"/>
              <a:gd name="connsiteX384" fmla="*/ 3702094 w 7467600"/>
              <a:gd name="connsiteY384" fmla="*/ 5549194 h 6858000"/>
              <a:gd name="connsiteX385" fmla="*/ 3398355 w 7467600"/>
              <a:gd name="connsiteY385" fmla="*/ 6094603 h 6858000"/>
              <a:gd name="connsiteX386" fmla="*/ 3193941 w 7467600"/>
              <a:gd name="connsiteY386" fmla="*/ 6798775 h 6858000"/>
              <a:gd name="connsiteX387" fmla="*/ 3184140 w 7467600"/>
              <a:gd name="connsiteY387" fmla="*/ 6858000 h 6858000"/>
              <a:gd name="connsiteX388" fmla="*/ 3099978 w 7467600"/>
              <a:gd name="connsiteY388" fmla="*/ 6858000 h 6858000"/>
              <a:gd name="connsiteX389" fmla="*/ 3101556 w 7467600"/>
              <a:gd name="connsiteY389" fmla="*/ 6843337 h 6858000"/>
              <a:gd name="connsiteX390" fmla="*/ 3370162 w 7467600"/>
              <a:gd name="connsiteY390" fmla="*/ 5785550 h 6858000"/>
              <a:gd name="connsiteX391" fmla="*/ 3746477 w 7467600"/>
              <a:gd name="connsiteY391" fmla="*/ 5377889 h 6858000"/>
              <a:gd name="connsiteX392" fmla="*/ 3863399 w 7467600"/>
              <a:gd name="connsiteY392" fmla="*/ 5087257 h 6858000"/>
              <a:gd name="connsiteX393" fmla="*/ 3968712 w 7467600"/>
              <a:gd name="connsiteY393" fmla="*/ 4913989 h 6858000"/>
              <a:gd name="connsiteX394" fmla="*/ 2792390 w 7467600"/>
              <a:gd name="connsiteY394" fmla="*/ 5382974 h 6858000"/>
              <a:gd name="connsiteX395" fmla="*/ 2714982 w 7467600"/>
              <a:gd name="connsiteY395" fmla="*/ 5427051 h 6858000"/>
              <a:gd name="connsiteX396" fmla="*/ 2813361 w 7467600"/>
              <a:gd name="connsiteY396" fmla="*/ 6023912 h 6858000"/>
              <a:gd name="connsiteX397" fmla="*/ 2688430 w 7467600"/>
              <a:gd name="connsiteY397" fmla="*/ 6801564 h 6858000"/>
              <a:gd name="connsiteX398" fmla="*/ 2629626 w 7467600"/>
              <a:gd name="connsiteY398" fmla="*/ 6763394 h 6858000"/>
              <a:gd name="connsiteX399" fmla="*/ 2565328 w 7467600"/>
              <a:gd name="connsiteY399" fmla="*/ 5516399 h 6858000"/>
              <a:gd name="connsiteX400" fmla="*/ 1922999 w 7467600"/>
              <a:gd name="connsiteY400" fmla="*/ 5980343 h 6858000"/>
              <a:gd name="connsiteX401" fmla="*/ 1950261 w 7467600"/>
              <a:gd name="connsiteY401" fmla="*/ 6405858 h 6858000"/>
              <a:gd name="connsiteX402" fmla="*/ 2365554 w 7467600"/>
              <a:gd name="connsiteY402" fmla="*/ 6759107 h 6858000"/>
              <a:gd name="connsiteX403" fmla="*/ 2424142 w 7467600"/>
              <a:gd name="connsiteY403" fmla="*/ 6858000 h 6858000"/>
              <a:gd name="connsiteX404" fmla="*/ 2395994 w 7467600"/>
              <a:gd name="connsiteY404" fmla="*/ 6858000 h 6858000"/>
              <a:gd name="connsiteX405" fmla="*/ 2392863 w 7467600"/>
              <a:gd name="connsiteY405" fmla="*/ 6852964 h 6858000"/>
              <a:gd name="connsiteX406" fmla="*/ 2017589 w 7467600"/>
              <a:gd name="connsiteY406" fmla="*/ 6493982 h 6858000"/>
              <a:gd name="connsiteX407" fmla="*/ 2147336 w 7467600"/>
              <a:gd name="connsiteY407" fmla="*/ 6594052 h 6858000"/>
              <a:gd name="connsiteX408" fmla="*/ 2207047 w 7467600"/>
              <a:gd name="connsiteY408" fmla="*/ 6654540 h 6858000"/>
              <a:gd name="connsiteX409" fmla="*/ 2299106 w 7467600"/>
              <a:gd name="connsiteY409" fmla="*/ 6778931 h 6858000"/>
              <a:gd name="connsiteX410" fmla="*/ 2314430 w 7467600"/>
              <a:gd name="connsiteY410" fmla="*/ 6801144 h 6858000"/>
              <a:gd name="connsiteX411" fmla="*/ 2352406 w 7467600"/>
              <a:gd name="connsiteY411" fmla="*/ 6858000 h 6858000"/>
              <a:gd name="connsiteX412" fmla="*/ 2314492 w 7467600"/>
              <a:gd name="connsiteY412" fmla="*/ 6858000 h 6858000"/>
              <a:gd name="connsiteX413" fmla="*/ 2288095 w 7467600"/>
              <a:gd name="connsiteY413" fmla="*/ 6818030 h 6858000"/>
              <a:gd name="connsiteX414" fmla="*/ 2272768 w 7467600"/>
              <a:gd name="connsiteY414" fmla="*/ 6795822 h 6858000"/>
              <a:gd name="connsiteX415" fmla="*/ 2182715 w 7467600"/>
              <a:gd name="connsiteY415" fmla="*/ 6675071 h 6858000"/>
              <a:gd name="connsiteX416" fmla="*/ 2032061 w 7467600"/>
              <a:gd name="connsiteY416" fmla="*/ 6541380 h 6858000"/>
              <a:gd name="connsiteX417" fmla="*/ 2257220 w 7467600"/>
              <a:gd name="connsiteY417" fmla="*/ 6826257 h 6858000"/>
              <a:gd name="connsiteX418" fmla="*/ 2281324 w 7467600"/>
              <a:gd name="connsiteY418" fmla="*/ 6858000 h 6858000"/>
              <a:gd name="connsiteX419" fmla="*/ 2242860 w 7467600"/>
              <a:gd name="connsiteY419" fmla="*/ 6858000 h 6858000"/>
              <a:gd name="connsiteX420" fmla="*/ 2232818 w 7467600"/>
              <a:gd name="connsiteY420" fmla="*/ 6844926 h 6858000"/>
              <a:gd name="connsiteX421" fmla="*/ 1990172 w 7467600"/>
              <a:gd name="connsiteY421" fmla="*/ 6542121 h 6858000"/>
              <a:gd name="connsiteX422" fmla="*/ 2124090 w 7467600"/>
              <a:gd name="connsiteY422" fmla="*/ 6761017 h 6858000"/>
              <a:gd name="connsiteX423" fmla="*/ 2200380 w 7467600"/>
              <a:gd name="connsiteY423" fmla="*/ 6858000 h 6858000"/>
              <a:gd name="connsiteX424" fmla="*/ 2147507 w 7467600"/>
              <a:gd name="connsiteY424" fmla="*/ 6858000 h 6858000"/>
              <a:gd name="connsiteX425" fmla="*/ 2070668 w 7467600"/>
              <a:gd name="connsiteY425" fmla="*/ 6761520 h 6858000"/>
              <a:gd name="connsiteX426" fmla="*/ 1975142 w 7467600"/>
              <a:gd name="connsiteY426" fmla="*/ 6585570 h 6858000"/>
              <a:gd name="connsiteX427" fmla="*/ 2050035 w 7467600"/>
              <a:gd name="connsiteY427" fmla="*/ 6813345 h 6858000"/>
              <a:gd name="connsiteX428" fmla="*/ 2063025 w 7467600"/>
              <a:gd name="connsiteY428" fmla="*/ 6858000 h 6858000"/>
              <a:gd name="connsiteX429" fmla="*/ 2021675 w 7467600"/>
              <a:gd name="connsiteY429" fmla="*/ 6858000 h 6858000"/>
              <a:gd name="connsiteX430" fmla="*/ 2019308 w 7467600"/>
              <a:gd name="connsiteY430" fmla="*/ 6847118 h 6858000"/>
              <a:gd name="connsiteX431" fmla="*/ 1938835 w 7467600"/>
              <a:gd name="connsiteY431" fmla="*/ 6551160 h 6858000"/>
              <a:gd name="connsiteX432" fmla="*/ 1953230 w 7467600"/>
              <a:gd name="connsiteY432" fmla="*/ 6759699 h 6858000"/>
              <a:gd name="connsiteX433" fmla="*/ 1956763 w 7467600"/>
              <a:gd name="connsiteY433" fmla="*/ 6778191 h 6858000"/>
              <a:gd name="connsiteX434" fmla="*/ 1967925 w 7467600"/>
              <a:gd name="connsiteY434" fmla="*/ 6858000 h 6858000"/>
              <a:gd name="connsiteX435" fmla="*/ 1936622 w 7467600"/>
              <a:gd name="connsiteY435" fmla="*/ 6858000 h 6858000"/>
              <a:gd name="connsiteX436" fmla="*/ 1926261 w 7467600"/>
              <a:gd name="connsiteY436" fmla="*/ 6784064 h 6858000"/>
              <a:gd name="connsiteX437" fmla="*/ 1922724 w 7467600"/>
              <a:gd name="connsiteY437" fmla="*/ 6765577 h 6858000"/>
              <a:gd name="connsiteX438" fmla="*/ 1904650 w 7467600"/>
              <a:gd name="connsiteY438" fmla="*/ 6639616 h 6858000"/>
              <a:gd name="connsiteX439" fmla="*/ 1885273 w 7467600"/>
              <a:gd name="connsiteY439" fmla="*/ 6858000 h 6858000"/>
              <a:gd name="connsiteX440" fmla="*/ 1854363 w 7467600"/>
              <a:gd name="connsiteY440" fmla="*/ 6858000 h 6858000"/>
              <a:gd name="connsiteX441" fmla="*/ 1880391 w 7467600"/>
              <a:gd name="connsiteY441" fmla="*/ 6603796 h 6858000"/>
              <a:gd name="connsiteX442" fmla="*/ 1818273 w 7467600"/>
              <a:gd name="connsiteY442" fmla="*/ 6715729 h 6858000"/>
              <a:gd name="connsiteX443" fmla="*/ 1794691 w 7467600"/>
              <a:gd name="connsiteY443" fmla="*/ 6843239 h 6858000"/>
              <a:gd name="connsiteX444" fmla="*/ 1794914 w 7467600"/>
              <a:gd name="connsiteY444" fmla="*/ 6858000 h 6858000"/>
              <a:gd name="connsiteX445" fmla="*/ 1746128 w 7467600"/>
              <a:gd name="connsiteY445" fmla="*/ 6858000 h 6858000"/>
              <a:gd name="connsiteX446" fmla="*/ 1753934 w 7467600"/>
              <a:gd name="connsiteY446" fmla="*/ 6724796 h 6858000"/>
              <a:gd name="connsiteX447" fmla="*/ 1792053 w 7467600"/>
              <a:gd name="connsiteY447" fmla="*/ 6572396 h 6858000"/>
              <a:gd name="connsiteX448" fmla="*/ 1862248 w 7467600"/>
              <a:gd name="connsiteY448" fmla="*/ 6266397 h 6858000"/>
              <a:gd name="connsiteX449" fmla="*/ 1862250 w 7467600"/>
              <a:gd name="connsiteY449" fmla="*/ 6033531 h 6858000"/>
              <a:gd name="connsiteX450" fmla="*/ 1211999 w 7467600"/>
              <a:gd name="connsiteY450" fmla="*/ 6683610 h 6858000"/>
              <a:gd name="connsiteX451" fmla="*/ 1213266 w 7467600"/>
              <a:gd name="connsiteY451" fmla="*/ 6691947 h 6858000"/>
              <a:gd name="connsiteX452" fmla="*/ 1203370 w 7467600"/>
              <a:gd name="connsiteY452" fmla="*/ 6850676 h 6858000"/>
              <a:gd name="connsiteX453" fmla="*/ 1203671 w 7467600"/>
              <a:gd name="connsiteY453" fmla="*/ 6858000 h 6858000"/>
              <a:gd name="connsiteX454" fmla="*/ 1143180 w 7467600"/>
              <a:gd name="connsiteY454" fmla="*/ 6858000 h 6858000"/>
              <a:gd name="connsiteX455" fmla="*/ 1142176 w 7467600"/>
              <a:gd name="connsiteY455" fmla="*/ 6766045 h 6858000"/>
              <a:gd name="connsiteX456" fmla="*/ 1067484 w 7467600"/>
              <a:gd name="connsiteY456" fmla="*/ 6858000 h 6858000"/>
              <a:gd name="connsiteX457" fmla="*/ 953928 w 7467600"/>
              <a:gd name="connsiteY457" fmla="*/ 6858000 h 6858000"/>
              <a:gd name="connsiteX458" fmla="*/ 959715 w 7467600"/>
              <a:gd name="connsiteY458" fmla="*/ 6850185 h 6858000"/>
              <a:gd name="connsiteX459" fmla="*/ 1483788 w 7467600"/>
              <a:gd name="connsiteY459" fmla="*/ 6259174 h 6858000"/>
              <a:gd name="connsiteX460" fmla="*/ 1100671 w 7467600"/>
              <a:gd name="connsiteY460" fmla="*/ 6252137 h 6858000"/>
              <a:gd name="connsiteX461" fmla="*/ 1090144 w 7467600"/>
              <a:gd name="connsiteY461" fmla="*/ 6256748 h 6858000"/>
              <a:gd name="connsiteX462" fmla="*/ 1095872 w 7467600"/>
              <a:gd name="connsiteY462" fmla="*/ 6271892 h 6858000"/>
              <a:gd name="connsiteX463" fmla="*/ 262785 w 7467600"/>
              <a:gd name="connsiteY463" fmla="*/ 6845450 h 6858000"/>
              <a:gd name="connsiteX464" fmla="*/ 209968 w 7467600"/>
              <a:gd name="connsiteY464" fmla="*/ 6770713 h 6858000"/>
              <a:gd name="connsiteX465" fmla="*/ 873460 w 7467600"/>
              <a:gd name="connsiteY465" fmla="*/ 6253768 h 6858000"/>
              <a:gd name="connsiteX466" fmla="*/ 192686 w 7467600"/>
              <a:gd name="connsiteY466" fmla="*/ 5849257 h 6858000"/>
              <a:gd name="connsiteX467" fmla="*/ 4696 w 7467600"/>
              <a:gd name="connsiteY467" fmla="*/ 5697668 h 6858000"/>
              <a:gd name="connsiteX468" fmla="*/ 0 w 7467600"/>
              <a:gd name="connsiteY468" fmla="*/ 5689984 h 6858000"/>
              <a:gd name="connsiteX469" fmla="*/ 0 w 7467600"/>
              <a:gd name="connsiteY469" fmla="*/ 5513472 h 6858000"/>
              <a:gd name="connsiteX470" fmla="*/ 174101 w 7467600"/>
              <a:gd name="connsiteY470" fmla="*/ 5620277 h 6858000"/>
              <a:gd name="connsiteX471" fmla="*/ 891800 w 7467600"/>
              <a:gd name="connsiteY471" fmla="*/ 6036935 h 6858000"/>
              <a:gd name="connsiteX472" fmla="*/ 1072219 w 7467600"/>
              <a:gd name="connsiteY472" fmla="*/ 6169443 h 6858000"/>
              <a:gd name="connsiteX473" fmla="*/ 1074117 w 7467600"/>
              <a:gd name="connsiteY473" fmla="*/ 6170301 h 6858000"/>
              <a:gd name="connsiteX474" fmla="*/ 1083114 w 7467600"/>
              <a:gd name="connsiteY474" fmla="*/ 6174131 h 6858000"/>
              <a:gd name="connsiteX475" fmla="*/ 1543010 w 7467600"/>
              <a:gd name="connsiteY475" fmla="*/ 6191140 h 6858000"/>
              <a:gd name="connsiteX476" fmla="*/ 1551080 w 7467600"/>
              <a:gd name="connsiteY476" fmla="*/ 6195006 h 6858000"/>
              <a:gd name="connsiteX477" fmla="*/ 2345443 w 7467600"/>
              <a:gd name="connsiteY477" fmla="*/ 5549882 h 6858000"/>
              <a:gd name="connsiteX478" fmla="*/ 1721499 w 7467600"/>
              <a:gd name="connsiteY478" fmla="*/ 5599969 h 6858000"/>
              <a:gd name="connsiteX479" fmla="*/ 767716 w 7467600"/>
              <a:gd name="connsiteY479" fmla="*/ 5472768 h 6858000"/>
              <a:gd name="connsiteX480" fmla="*/ 722147 w 7467600"/>
              <a:gd name="connsiteY480" fmla="*/ 5393091 h 6858000"/>
              <a:gd name="connsiteX481" fmla="*/ 1485552 w 7467600"/>
              <a:gd name="connsiteY481" fmla="*/ 5313202 h 6858000"/>
              <a:gd name="connsiteX482" fmla="*/ 2143004 w 7467600"/>
              <a:gd name="connsiteY482" fmla="*/ 5402420 h 6858000"/>
              <a:gd name="connsiteX483" fmla="*/ 1933391 w 7467600"/>
              <a:gd name="connsiteY483" fmla="*/ 5156971 h 6858000"/>
              <a:gd name="connsiteX484" fmla="*/ 1827118 w 7467600"/>
              <a:gd name="connsiteY484" fmla="*/ 4968410 h 6858000"/>
              <a:gd name="connsiteX485" fmla="*/ 1837349 w 7467600"/>
              <a:gd name="connsiteY485" fmla="*/ 4956357 h 6858000"/>
              <a:gd name="connsiteX486" fmla="*/ 2162835 w 7467600"/>
              <a:gd name="connsiteY486" fmla="*/ 5187853 h 6858000"/>
              <a:gd name="connsiteX487" fmla="*/ 2257167 w 7467600"/>
              <a:gd name="connsiteY487" fmla="*/ 5462123 h 6858000"/>
              <a:gd name="connsiteX488" fmla="*/ 2261598 w 7467600"/>
              <a:gd name="connsiteY488" fmla="*/ 5467998 h 6858000"/>
              <a:gd name="connsiteX489" fmla="*/ 2437177 w 7467600"/>
              <a:gd name="connsiteY489" fmla="*/ 5479608 h 6858000"/>
              <a:gd name="connsiteX490" fmla="*/ 2445247 w 7467600"/>
              <a:gd name="connsiteY490" fmla="*/ 5483476 h 6858000"/>
              <a:gd name="connsiteX491" fmla="*/ 2743626 w 7467600"/>
              <a:gd name="connsiteY491" fmla="*/ 5304819 h 6858000"/>
              <a:gd name="connsiteX492" fmla="*/ 3048102 w 7467600"/>
              <a:gd name="connsiteY492" fmla="*/ 5150595 h 6858000"/>
              <a:gd name="connsiteX493" fmla="*/ 1799414 w 7467600"/>
              <a:gd name="connsiteY493" fmla="*/ 4694732 h 6858000"/>
              <a:gd name="connsiteX494" fmla="*/ 1771735 w 7467600"/>
              <a:gd name="connsiteY494" fmla="*/ 4619929 h 6858000"/>
              <a:gd name="connsiteX495" fmla="*/ 3104273 w 7467600"/>
              <a:gd name="connsiteY495" fmla="*/ 5076159 h 6858000"/>
              <a:gd name="connsiteX496" fmla="*/ 3113245 w 7467600"/>
              <a:gd name="connsiteY496" fmla="*/ 5090705 h 6858000"/>
              <a:gd name="connsiteX497" fmla="*/ 3126294 w 7467600"/>
              <a:gd name="connsiteY497" fmla="*/ 5114400 h 6858000"/>
              <a:gd name="connsiteX498" fmla="*/ 3937433 w 7467600"/>
              <a:gd name="connsiteY498" fmla="*/ 4830473 h 6858000"/>
              <a:gd name="connsiteX499" fmla="*/ 3590475 w 7467600"/>
              <a:gd name="connsiteY499" fmla="*/ 4597974 h 6858000"/>
              <a:gd name="connsiteX500" fmla="*/ 3100264 w 7467600"/>
              <a:gd name="connsiteY500" fmla="*/ 4579845 h 6858000"/>
              <a:gd name="connsiteX501" fmla="*/ 2183576 w 7467600"/>
              <a:gd name="connsiteY501" fmla="*/ 4227150 h 6858000"/>
              <a:gd name="connsiteX502" fmla="*/ 2151029 w 7467600"/>
              <a:gd name="connsiteY502" fmla="*/ 4146947 h 6858000"/>
              <a:gd name="connsiteX503" fmla="*/ 3563434 w 7467600"/>
              <a:gd name="connsiteY503" fmla="*/ 4469115 h 6858000"/>
              <a:gd name="connsiteX504" fmla="*/ 3177952 w 7467600"/>
              <a:gd name="connsiteY504" fmla="*/ 3657386 h 6858000"/>
              <a:gd name="connsiteX505" fmla="*/ 3189263 w 7467600"/>
              <a:gd name="connsiteY505" fmla="*/ 3625726 h 6858000"/>
              <a:gd name="connsiteX506" fmla="*/ 3560912 w 7467600"/>
              <a:gd name="connsiteY506" fmla="*/ 4079863 h 6858000"/>
              <a:gd name="connsiteX507" fmla="*/ 3626636 w 7467600"/>
              <a:gd name="connsiteY507" fmla="*/ 4512230 h 6858000"/>
              <a:gd name="connsiteX508" fmla="*/ 3653088 w 7467600"/>
              <a:gd name="connsiteY508" fmla="*/ 4521417 h 6858000"/>
              <a:gd name="connsiteX509" fmla="*/ 3988128 w 7467600"/>
              <a:gd name="connsiteY509" fmla="*/ 4817267 h 6858000"/>
              <a:gd name="connsiteX510" fmla="*/ 4830582 w 7467600"/>
              <a:gd name="connsiteY510" fmla="*/ 4676000 h 6858000"/>
              <a:gd name="connsiteX511" fmla="*/ 4830100 w 7467600"/>
              <a:gd name="connsiteY511" fmla="*/ 4675554 h 6858000"/>
              <a:gd name="connsiteX512" fmla="*/ 4036318 w 7467600"/>
              <a:gd name="connsiteY512" fmla="*/ 4147013 h 6858000"/>
              <a:gd name="connsiteX513" fmla="*/ 3432098 w 7467600"/>
              <a:gd name="connsiteY513" fmla="*/ 3537312 h 6858000"/>
              <a:gd name="connsiteX514" fmla="*/ 3446761 w 7467600"/>
              <a:gd name="connsiteY514" fmla="*/ 3461278 h 6858000"/>
              <a:gd name="connsiteX515" fmla="*/ 4419733 w 7467600"/>
              <a:gd name="connsiteY515" fmla="*/ 3963555 h 6858000"/>
              <a:gd name="connsiteX516" fmla="*/ 4781371 w 7467600"/>
              <a:gd name="connsiteY516" fmla="*/ 4458604 h 6858000"/>
              <a:gd name="connsiteX517" fmla="*/ 4780440 w 7467600"/>
              <a:gd name="connsiteY517" fmla="*/ 4470290 h 6858000"/>
              <a:gd name="connsiteX518" fmla="*/ 4898954 w 7467600"/>
              <a:gd name="connsiteY518" fmla="*/ 4662092 h 6858000"/>
              <a:gd name="connsiteX519" fmla="*/ 4900699 w 7467600"/>
              <a:gd name="connsiteY519" fmla="*/ 4670867 h 6858000"/>
              <a:gd name="connsiteX520" fmla="*/ 5714511 w 7467600"/>
              <a:gd name="connsiteY520" fmla="*/ 4663483 h 6858000"/>
              <a:gd name="connsiteX521" fmla="*/ 5464793 w 7467600"/>
              <a:gd name="connsiteY521" fmla="*/ 4393556 h 6858000"/>
              <a:gd name="connsiteX522" fmla="*/ 5461897 w 7467600"/>
              <a:gd name="connsiteY522" fmla="*/ 4390879 h 6858000"/>
              <a:gd name="connsiteX523" fmla="*/ 4294126 w 7467600"/>
              <a:gd name="connsiteY523" fmla="*/ 3303048 h 6858000"/>
              <a:gd name="connsiteX524" fmla="*/ 4305321 w 7467600"/>
              <a:gd name="connsiteY524" fmla="*/ 3256953 h 6858000"/>
              <a:gd name="connsiteX525" fmla="*/ 4949299 w 7467600"/>
              <a:gd name="connsiteY525" fmla="*/ 3766336 h 6858000"/>
              <a:gd name="connsiteX526" fmla="*/ 5291452 w 7467600"/>
              <a:gd name="connsiteY526" fmla="*/ 4076801 h 6858000"/>
              <a:gd name="connsiteX527" fmla="*/ 5434998 w 7467600"/>
              <a:gd name="connsiteY527" fmla="*/ 4254100 h 6858000"/>
              <a:gd name="connsiteX528" fmla="*/ 5351015 w 7467600"/>
              <a:gd name="connsiteY528" fmla="*/ 3760989 h 6858000"/>
              <a:gd name="connsiteX529" fmla="*/ 5413780 w 7467600"/>
              <a:gd name="connsiteY529" fmla="*/ 2966265 h 6858000"/>
              <a:gd name="connsiteX530" fmla="*/ 5425627 w 7467600"/>
              <a:gd name="connsiteY530" fmla="*/ 2954192 h 6858000"/>
              <a:gd name="connsiteX531" fmla="*/ 6604735 w 7467600"/>
              <a:gd name="connsiteY531" fmla="*/ 2041381 h 6858000"/>
              <a:gd name="connsiteX532" fmla="*/ 7204487 w 7467600"/>
              <a:gd name="connsiteY532" fmla="*/ 2742112 h 6858000"/>
              <a:gd name="connsiteX533" fmla="*/ 7131592 w 7467600"/>
              <a:gd name="connsiteY533" fmla="*/ 2672096 h 6858000"/>
              <a:gd name="connsiteX534" fmla="*/ 6996344 w 7467600"/>
              <a:gd name="connsiteY534" fmla="*/ 2518310 h 6858000"/>
              <a:gd name="connsiteX535" fmla="*/ 6735495 w 7467600"/>
              <a:gd name="connsiteY535" fmla="*/ 2196890 h 6858000"/>
              <a:gd name="connsiteX536" fmla="*/ 6721901 w 7467600"/>
              <a:gd name="connsiteY536" fmla="*/ 2179274 h 6858000"/>
              <a:gd name="connsiteX537" fmla="*/ 6604735 w 7467600"/>
              <a:gd name="connsiteY537" fmla="*/ 2041381 h 6858000"/>
              <a:gd name="connsiteX538" fmla="*/ 6591670 w 7467600"/>
              <a:gd name="connsiteY538" fmla="*/ 1988277 h 6858000"/>
              <a:gd name="connsiteX539" fmla="*/ 6747349 w 7467600"/>
              <a:gd name="connsiteY539" fmla="*/ 2160069 h 6858000"/>
              <a:gd name="connsiteX540" fmla="*/ 6760943 w 7467600"/>
              <a:gd name="connsiteY540" fmla="*/ 2177686 h 6858000"/>
              <a:gd name="connsiteX541" fmla="*/ 7021065 w 7467600"/>
              <a:gd name="connsiteY541" fmla="*/ 2498102 h 6858000"/>
              <a:gd name="connsiteX542" fmla="*/ 7155223 w 7467600"/>
              <a:gd name="connsiteY542" fmla="*/ 2650386 h 6858000"/>
              <a:gd name="connsiteX543" fmla="*/ 7203167 w 7467600"/>
              <a:gd name="connsiteY543" fmla="*/ 2697288 h 6858000"/>
              <a:gd name="connsiteX544" fmla="*/ 6937703 w 7467600"/>
              <a:gd name="connsiteY544" fmla="*/ 2321981 h 6858000"/>
              <a:gd name="connsiteX545" fmla="*/ 6591670 w 7467600"/>
              <a:gd name="connsiteY545" fmla="*/ 1988277 h 6858000"/>
              <a:gd name="connsiteX546" fmla="*/ 5798671 w 7467600"/>
              <a:gd name="connsiteY546" fmla="*/ 1981601 h 6858000"/>
              <a:gd name="connsiteX547" fmla="*/ 5754709 w 7467600"/>
              <a:gd name="connsiteY547" fmla="*/ 2071454 h 6858000"/>
              <a:gd name="connsiteX548" fmla="*/ 5763044 w 7467600"/>
              <a:gd name="connsiteY548" fmla="*/ 2842206 h 6858000"/>
              <a:gd name="connsiteX549" fmla="*/ 5764974 w 7467600"/>
              <a:gd name="connsiteY549" fmla="*/ 2799609 h 6858000"/>
              <a:gd name="connsiteX550" fmla="*/ 5767665 w 7467600"/>
              <a:gd name="connsiteY550" fmla="*/ 2666409 h 6858000"/>
              <a:gd name="connsiteX551" fmla="*/ 5763055 w 7467600"/>
              <a:gd name="connsiteY551" fmla="*/ 2579705 h 6858000"/>
              <a:gd name="connsiteX552" fmla="*/ 5758079 w 7467600"/>
              <a:gd name="connsiteY552" fmla="*/ 2492508 h 6858000"/>
              <a:gd name="connsiteX553" fmla="*/ 5779325 w 7467600"/>
              <a:gd name="connsiteY553" fmla="*/ 2197069 h 6858000"/>
              <a:gd name="connsiteX554" fmla="*/ 5798671 w 7467600"/>
              <a:gd name="connsiteY554" fmla="*/ 1981601 h 6858000"/>
              <a:gd name="connsiteX555" fmla="*/ 5829202 w 7467600"/>
              <a:gd name="connsiteY555" fmla="*/ 1971679 h 6858000"/>
              <a:gd name="connsiteX556" fmla="*/ 5809558 w 7467600"/>
              <a:gd name="connsiteY556" fmla="*/ 2198043 h 6858000"/>
              <a:gd name="connsiteX557" fmla="*/ 5788653 w 7467600"/>
              <a:gd name="connsiteY557" fmla="*/ 2489430 h 6858000"/>
              <a:gd name="connsiteX558" fmla="*/ 5793439 w 7467600"/>
              <a:gd name="connsiteY558" fmla="*/ 2575235 h 6858000"/>
              <a:gd name="connsiteX559" fmla="*/ 5796837 w 7467600"/>
              <a:gd name="connsiteY559" fmla="*/ 2637633 h 6858000"/>
              <a:gd name="connsiteX560" fmla="*/ 5818614 w 7467600"/>
              <a:gd name="connsiteY560" fmla="*/ 2473055 h 6858000"/>
              <a:gd name="connsiteX561" fmla="*/ 5829202 w 7467600"/>
              <a:gd name="connsiteY561" fmla="*/ 1971679 h 6858000"/>
              <a:gd name="connsiteX562" fmla="*/ 5911389 w 7467600"/>
              <a:gd name="connsiteY562" fmla="*/ 1898371 h 6858000"/>
              <a:gd name="connsiteX563" fmla="*/ 6237627 w 7467600"/>
              <a:gd name="connsiteY563" fmla="*/ 2231921 h 6858000"/>
              <a:gd name="connsiteX564" fmla="*/ 5911389 w 7467600"/>
              <a:gd name="connsiteY564" fmla="*/ 1898371 h 6858000"/>
              <a:gd name="connsiteX565" fmla="*/ 6944437 w 7467600"/>
              <a:gd name="connsiteY565" fmla="*/ 1575402 h 6858000"/>
              <a:gd name="connsiteX566" fmla="*/ 6304730 w 7467600"/>
              <a:gd name="connsiteY566" fmla="*/ 1766654 h 6858000"/>
              <a:gd name="connsiteX567" fmla="*/ 6944437 w 7467600"/>
              <a:gd name="connsiteY567" fmla="*/ 1575402 h 6858000"/>
              <a:gd name="connsiteX568" fmla="*/ 7019523 w 7467600"/>
              <a:gd name="connsiteY568" fmla="*/ 1519450 h 6858000"/>
              <a:gd name="connsiteX569" fmla="*/ 6298091 w 7467600"/>
              <a:gd name="connsiteY569" fmla="*/ 1737122 h 6858000"/>
              <a:gd name="connsiteX570" fmla="*/ 7019523 w 7467600"/>
              <a:gd name="connsiteY570" fmla="*/ 1519450 h 6858000"/>
              <a:gd name="connsiteX571" fmla="*/ 2399523 w 7467600"/>
              <a:gd name="connsiteY571" fmla="*/ 1428234 h 6858000"/>
              <a:gd name="connsiteX572" fmla="*/ 2224982 w 7467600"/>
              <a:gd name="connsiteY572" fmla="*/ 1826201 h 6858000"/>
              <a:gd name="connsiteX573" fmla="*/ 2096099 w 7467600"/>
              <a:gd name="connsiteY573" fmla="*/ 2345900 h 6858000"/>
              <a:gd name="connsiteX574" fmla="*/ 2283317 w 7467600"/>
              <a:gd name="connsiteY574" fmla="*/ 1796925 h 6858000"/>
              <a:gd name="connsiteX575" fmla="*/ 2399523 w 7467600"/>
              <a:gd name="connsiteY575" fmla="*/ 1428234 h 6858000"/>
              <a:gd name="connsiteX576" fmla="*/ 2448558 w 7467600"/>
              <a:gd name="connsiteY576" fmla="*/ 1373435 h 6858000"/>
              <a:gd name="connsiteX577" fmla="*/ 2312521 w 7467600"/>
              <a:gd name="connsiteY577" fmla="*/ 1806140 h 6858000"/>
              <a:gd name="connsiteX578" fmla="*/ 2127533 w 7467600"/>
              <a:gd name="connsiteY578" fmla="*/ 2348380 h 6858000"/>
              <a:gd name="connsiteX579" fmla="*/ 2358080 w 7467600"/>
              <a:gd name="connsiteY579" fmla="*/ 1866134 h 6858000"/>
              <a:gd name="connsiteX580" fmla="*/ 2407436 w 7467600"/>
              <a:gd name="connsiteY580" fmla="*/ 1651070 h 6858000"/>
              <a:gd name="connsiteX581" fmla="*/ 2448558 w 7467600"/>
              <a:gd name="connsiteY581" fmla="*/ 1373435 h 6858000"/>
              <a:gd name="connsiteX582" fmla="*/ 278707 w 7467600"/>
              <a:gd name="connsiteY582" fmla="*/ 1352270 h 6858000"/>
              <a:gd name="connsiteX583" fmla="*/ 321570 w 7467600"/>
              <a:gd name="connsiteY583" fmla="*/ 1861610 h 6858000"/>
              <a:gd name="connsiteX584" fmla="*/ 294281 w 7467600"/>
              <a:gd name="connsiteY584" fmla="*/ 1440658 h 6858000"/>
              <a:gd name="connsiteX585" fmla="*/ 278707 w 7467600"/>
              <a:gd name="connsiteY585" fmla="*/ 1352270 h 6858000"/>
              <a:gd name="connsiteX586" fmla="*/ 1423821 w 7467600"/>
              <a:gd name="connsiteY586" fmla="*/ 1351958 h 6858000"/>
              <a:gd name="connsiteX587" fmla="*/ 1638521 w 7467600"/>
              <a:gd name="connsiteY587" fmla="*/ 1908470 h 6858000"/>
              <a:gd name="connsiteX588" fmla="*/ 1754199 w 7467600"/>
              <a:gd name="connsiteY588" fmla="*/ 2149284 h 6858000"/>
              <a:gd name="connsiteX589" fmla="*/ 1908359 w 7467600"/>
              <a:gd name="connsiteY589" fmla="*/ 2364988 h 6858000"/>
              <a:gd name="connsiteX590" fmla="*/ 1647661 w 7467600"/>
              <a:gd name="connsiteY590" fmla="*/ 1825945 h 6858000"/>
              <a:gd name="connsiteX591" fmla="*/ 1423821 w 7467600"/>
              <a:gd name="connsiteY591" fmla="*/ 1351958 h 6858000"/>
              <a:gd name="connsiteX592" fmla="*/ 1431890 w 7467600"/>
              <a:gd name="connsiteY592" fmla="*/ 1306475 h 6858000"/>
              <a:gd name="connsiteX593" fmla="*/ 1507597 w 7467600"/>
              <a:gd name="connsiteY593" fmla="*/ 1446132 h 6858000"/>
              <a:gd name="connsiteX594" fmla="*/ 1674586 w 7467600"/>
              <a:gd name="connsiteY594" fmla="*/ 1813832 h 6858000"/>
              <a:gd name="connsiteX595" fmla="*/ 1815950 w 7467600"/>
              <a:gd name="connsiteY595" fmla="*/ 2128564 h 6858000"/>
              <a:gd name="connsiteX596" fmla="*/ 1984242 w 7467600"/>
              <a:gd name="connsiteY596" fmla="*/ 2430829 h 6858000"/>
              <a:gd name="connsiteX597" fmla="*/ 2014023 w 7467600"/>
              <a:gd name="connsiteY597" fmla="*/ 2450995 h 6858000"/>
              <a:gd name="connsiteX598" fmla="*/ 1747337 w 7467600"/>
              <a:gd name="connsiteY598" fmla="*/ 1855264 h 6858000"/>
              <a:gd name="connsiteX599" fmla="*/ 1533749 w 7467600"/>
              <a:gd name="connsiteY599" fmla="*/ 1478656 h 6858000"/>
              <a:gd name="connsiteX600" fmla="*/ 1431890 w 7467600"/>
              <a:gd name="connsiteY600" fmla="*/ 1306475 h 6858000"/>
              <a:gd name="connsiteX601" fmla="*/ 5052692 w 7467600"/>
              <a:gd name="connsiteY601" fmla="*/ 1292994 h 6858000"/>
              <a:gd name="connsiteX602" fmla="*/ 5200661 w 7467600"/>
              <a:gd name="connsiteY602" fmla="*/ 1635186 h 6858000"/>
              <a:gd name="connsiteX603" fmla="*/ 5297138 w 7467600"/>
              <a:gd name="connsiteY603" fmla="*/ 1906351 h 6858000"/>
              <a:gd name="connsiteX604" fmla="*/ 5052692 w 7467600"/>
              <a:gd name="connsiteY604" fmla="*/ 1292994 h 6858000"/>
              <a:gd name="connsiteX605" fmla="*/ 5009948 w 7467600"/>
              <a:gd name="connsiteY605" fmla="*/ 1273619 h 6858000"/>
              <a:gd name="connsiteX606" fmla="*/ 5121777 w 7467600"/>
              <a:gd name="connsiteY606" fmla="*/ 1654213 h 6858000"/>
              <a:gd name="connsiteX607" fmla="*/ 5293545 w 7467600"/>
              <a:gd name="connsiteY607" fmla="*/ 2072247 h 6858000"/>
              <a:gd name="connsiteX608" fmla="*/ 5294042 w 7467600"/>
              <a:gd name="connsiteY608" fmla="*/ 2065019 h 6858000"/>
              <a:gd name="connsiteX609" fmla="*/ 5171936 w 7467600"/>
              <a:gd name="connsiteY609" fmla="*/ 1647613 h 6858000"/>
              <a:gd name="connsiteX610" fmla="*/ 5009948 w 7467600"/>
              <a:gd name="connsiteY610" fmla="*/ 1273619 h 6858000"/>
              <a:gd name="connsiteX611" fmla="*/ 655236 w 7467600"/>
              <a:gd name="connsiteY611" fmla="*/ 1268632 h 6858000"/>
              <a:gd name="connsiteX612" fmla="*/ 839521 w 7467600"/>
              <a:gd name="connsiteY612" fmla="*/ 1685315 h 6858000"/>
              <a:gd name="connsiteX613" fmla="*/ 1109416 w 7467600"/>
              <a:gd name="connsiteY613" fmla="*/ 2061663 h 6858000"/>
              <a:gd name="connsiteX614" fmla="*/ 1298300 w 7467600"/>
              <a:gd name="connsiteY614" fmla="*/ 2247742 h 6858000"/>
              <a:gd name="connsiteX615" fmla="*/ 1125871 w 7467600"/>
              <a:gd name="connsiteY615" fmla="*/ 1989513 h 6858000"/>
              <a:gd name="connsiteX616" fmla="*/ 981574 w 7467600"/>
              <a:gd name="connsiteY616" fmla="*/ 1783157 h 6858000"/>
              <a:gd name="connsiteX617" fmla="*/ 922198 w 7467600"/>
              <a:gd name="connsiteY617" fmla="*/ 1677437 h 6858000"/>
              <a:gd name="connsiteX618" fmla="*/ 869293 w 7467600"/>
              <a:gd name="connsiteY618" fmla="*/ 1583214 h 6858000"/>
              <a:gd name="connsiteX619" fmla="*/ 751431 w 7467600"/>
              <a:gd name="connsiteY619" fmla="*/ 1405731 h 6858000"/>
              <a:gd name="connsiteX620" fmla="*/ 655236 w 7467600"/>
              <a:gd name="connsiteY620" fmla="*/ 1268632 h 6858000"/>
              <a:gd name="connsiteX621" fmla="*/ 6516292 w 7467600"/>
              <a:gd name="connsiteY621" fmla="*/ 1263064 h 6858000"/>
              <a:gd name="connsiteX622" fmla="*/ 5736320 w 7467600"/>
              <a:gd name="connsiteY622" fmla="*/ 1501803 h 6858000"/>
              <a:gd name="connsiteX623" fmla="*/ 6516292 w 7467600"/>
              <a:gd name="connsiteY623" fmla="*/ 1263064 h 6858000"/>
              <a:gd name="connsiteX624" fmla="*/ 291466 w 7467600"/>
              <a:gd name="connsiteY624" fmla="*/ 1250369 h 6858000"/>
              <a:gd name="connsiteX625" fmla="*/ 323180 w 7467600"/>
              <a:gd name="connsiteY625" fmla="*/ 1435283 h 6858000"/>
              <a:gd name="connsiteX626" fmla="*/ 349381 w 7467600"/>
              <a:gd name="connsiteY626" fmla="*/ 1875041 h 6858000"/>
              <a:gd name="connsiteX627" fmla="*/ 374363 w 7467600"/>
              <a:gd name="connsiteY627" fmla="*/ 1506494 h 6858000"/>
              <a:gd name="connsiteX628" fmla="*/ 302168 w 7467600"/>
              <a:gd name="connsiteY628" fmla="*/ 1274495 h 6858000"/>
              <a:gd name="connsiteX629" fmla="*/ 291466 w 7467600"/>
              <a:gd name="connsiteY629" fmla="*/ 1250369 h 6858000"/>
              <a:gd name="connsiteX630" fmla="*/ 678222 w 7467600"/>
              <a:gd name="connsiteY630" fmla="*/ 1248670 h 6858000"/>
              <a:gd name="connsiteX631" fmla="*/ 775536 w 7467600"/>
              <a:gd name="connsiteY631" fmla="*/ 1388015 h 6858000"/>
              <a:gd name="connsiteX632" fmla="*/ 894529 w 7467600"/>
              <a:gd name="connsiteY632" fmla="*/ 1567739 h 6858000"/>
              <a:gd name="connsiteX633" fmla="*/ 948000 w 7467600"/>
              <a:gd name="connsiteY633" fmla="*/ 1663088 h 6858000"/>
              <a:gd name="connsiteX634" fmla="*/ 1006812 w 7467600"/>
              <a:gd name="connsiteY634" fmla="*/ 1767683 h 6858000"/>
              <a:gd name="connsiteX635" fmla="*/ 1149133 w 7467600"/>
              <a:gd name="connsiteY635" fmla="*/ 1971513 h 6858000"/>
              <a:gd name="connsiteX636" fmla="*/ 1333952 w 7467600"/>
              <a:gd name="connsiteY636" fmla="*/ 2251620 h 6858000"/>
              <a:gd name="connsiteX637" fmla="*/ 1337329 w 7467600"/>
              <a:gd name="connsiteY637" fmla="*/ 2258350 h 6858000"/>
              <a:gd name="connsiteX638" fmla="*/ 1014726 w 7467600"/>
              <a:gd name="connsiteY638" fmla="*/ 1615556 h 6858000"/>
              <a:gd name="connsiteX639" fmla="*/ 678222 w 7467600"/>
              <a:gd name="connsiteY639" fmla="*/ 1248670 h 6858000"/>
              <a:gd name="connsiteX640" fmla="*/ 6691602 w 7467600"/>
              <a:gd name="connsiteY640" fmla="*/ 1140573 h 6858000"/>
              <a:gd name="connsiteX641" fmla="*/ 6571100 w 7467600"/>
              <a:gd name="connsiteY641" fmla="*/ 1183662 h 6858000"/>
              <a:gd name="connsiteX642" fmla="*/ 6241687 w 7467600"/>
              <a:gd name="connsiteY642" fmla="*/ 1257600 h 6858000"/>
              <a:gd name="connsiteX643" fmla="*/ 5693009 w 7467600"/>
              <a:gd name="connsiteY643" fmla="*/ 1478256 h 6858000"/>
              <a:gd name="connsiteX644" fmla="*/ 6548420 w 7467600"/>
              <a:gd name="connsiteY644" fmla="*/ 1214599 h 6858000"/>
              <a:gd name="connsiteX645" fmla="*/ 6605473 w 7467600"/>
              <a:gd name="connsiteY645" fmla="*/ 1184686 h 6858000"/>
              <a:gd name="connsiteX646" fmla="*/ 6691602 w 7467600"/>
              <a:gd name="connsiteY646" fmla="*/ 1140573 h 6858000"/>
              <a:gd name="connsiteX647" fmla="*/ 4002475 w 7467600"/>
              <a:gd name="connsiteY647" fmla="*/ 1037802 h 6858000"/>
              <a:gd name="connsiteX648" fmla="*/ 4000324 w 7467600"/>
              <a:gd name="connsiteY648" fmla="*/ 1039362 h 6858000"/>
              <a:gd name="connsiteX649" fmla="*/ 4002862 w 7467600"/>
              <a:gd name="connsiteY649" fmla="*/ 1042866 h 6858000"/>
              <a:gd name="connsiteX650" fmla="*/ 4002475 w 7467600"/>
              <a:gd name="connsiteY650" fmla="*/ 1037802 h 6858000"/>
              <a:gd name="connsiteX651" fmla="*/ 506322 w 7467600"/>
              <a:gd name="connsiteY651" fmla="*/ 1020997 h 6858000"/>
              <a:gd name="connsiteX652" fmla="*/ 533068 w 7467600"/>
              <a:gd name="connsiteY652" fmla="*/ 1029409 h 6858000"/>
              <a:gd name="connsiteX653" fmla="*/ 1232525 w 7467600"/>
              <a:gd name="connsiteY653" fmla="*/ 1804675 h 6858000"/>
              <a:gd name="connsiteX654" fmla="*/ 1388858 w 7467600"/>
              <a:gd name="connsiteY654" fmla="*/ 2368011 h 6858000"/>
              <a:gd name="connsiteX655" fmla="*/ 1384098 w 7467600"/>
              <a:gd name="connsiteY655" fmla="*/ 2378125 h 6858000"/>
              <a:gd name="connsiteX656" fmla="*/ 1425393 w 7467600"/>
              <a:gd name="connsiteY656" fmla="*/ 2589124 h 6858000"/>
              <a:gd name="connsiteX657" fmla="*/ 1424001 w 7467600"/>
              <a:gd name="connsiteY657" fmla="*/ 2597541 h 6858000"/>
              <a:gd name="connsiteX658" fmla="*/ 2152729 w 7467600"/>
              <a:gd name="connsiteY658" fmla="*/ 2864487 h 6858000"/>
              <a:gd name="connsiteX659" fmla="*/ 2020609 w 7467600"/>
              <a:gd name="connsiteY659" fmla="*/ 2539671 h 6858000"/>
              <a:gd name="connsiteX660" fmla="*/ 2018920 w 7467600"/>
              <a:gd name="connsiteY660" fmla="*/ 2536309 h 6858000"/>
              <a:gd name="connsiteX661" fmla="*/ 1342441 w 7467600"/>
              <a:gd name="connsiteY661" fmla="*/ 1173017 h 6858000"/>
              <a:gd name="connsiteX662" fmla="*/ 1367925 w 7467600"/>
              <a:gd name="connsiteY662" fmla="*/ 1135648 h 6858000"/>
              <a:gd name="connsiteX663" fmla="*/ 1771401 w 7467600"/>
              <a:gd name="connsiteY663" fmla="*/ 1806673 h 6858000"/>
              <a:gd name="connsiteX664" fmla="*/ 1972385 w 7467600"/>
              <a:gd name="connsiteY664" fmla="*/ 2198735 h 6858000"/>
              <a:gd name="connsiteX665" fmla="*/ 2040892 w 7467600"/>
              <a:gd name="connsiteY665" fmla="*/ 2405205 h 6858000"/>
              <a:gd name="connsiteX666" fmla="*/ 2131689 w 7467600"/>
              <a:gd name="connsiteY666" fmla="*/ 1936926 h 6858000"/>
              <a:gd name="connsiteX667" fmla="*/ 2454820 w 7467600"/>
              <a:gd name="connsiteY667" fmla="*/ 1248808 h 6858000"/>
              <a:gd name="connsiteX668" fmla="*/ 2492512 w 7467600"/>
              <a:gd name="connsiteY668" fmla="*/ 1302920 h 6858000"/>
              <a:gd name="connsiteX669" fmla="*/ 2081216 w 7467600"/>
              <a:gd name="connsiteY669" fmla="*/ 2527513 h 6858000"/>
              <a:gd name="connsiteX670" fmla="*/ 2081211 w 7467600"/>
              <a:gd name="connsiteY670" fmla="*/ 2528916 h 6858000"/>
              <a:gd name="connsiteX671" fmla="*/ 2199067 w 7467600"/>
              <a:gd name="connsiteY671" fmla="*/ 2884061 h 6858000"/>
              <a:gd name="connsiteX672" fmla="*/ 3192586 w 7467600"/>
              <a:gd name="connsiteY672" fmla="*/ 3411496 h 6858000"/>
              <a:gd name="connsiteX673" fmla="*/ 3182620 w 7467600"/>
              <a:gd name="connsiteY673" fmla="*/ 3483279 h 6858000"/>
              <a:gd name="connsiteX674" fmla="*/ 2435119 w 7467600"/>
              <a:gd name="connsiteY674" fmla="*/ 3080173 h 6858000"/>
              <a:gd name="connsiteX675" fmla="*/ 2410152 w 7467600"/>
              <a:gd name="connsiteY675" fmla="*/ 3063751 h 6858000"/>
              <a:gd name="connsiteX676" fmla="*/ 2408099 w 7467600"/>
              <a:gd name="connsiteY676" fmla="*/ 3064403 h 6858000"/>
              <a:gd name="connsiteX677" fmla="*/ 2407218 w 7467600"/>
              <a:gd name="connsiteY677" fmla="*/ 3070324 h 6858000"/>
              <a:gd name="connsiteX678" fmla="*/ 2380138 w 7467600"/>
              <a:gd name="connsiteY678" fmla="*/ 3099341 h 6858000"/>
              <a:gd name="connsiteX679" fmla="*/ 1765923 w 7467600"/>
              <a:gd name="connsiteY679" fmla="*/ 3581043 h 6858000"/>
              <a:gd name="connsiteX680" fmla="*/ 1702258 w 7467600"/>
              <a:gd name="connsiteY680" fmla="*/ 3612286 h 6858000"/>
              <a:gd name="connsiteX681" fmla="*/ 1538370 w 7467600"/>
              <a:gd name="connsiteY681" fmla="*/ 3811804 h 6858000"/>
              <a:gd name="connsiteX682" fmla="*/ 542867 w 7467600"/>
              <a:gd name="connsiteY682" fmla="*/ 4944092 h 6858000"/>
              <a:gd name="connsiteX683" fmla="*/ 515800 w 7467600"/>
              <a:gd name="connsiteY683" fmla="*/ 4862180 h 6858000"/>
              <a:gd name="connsiteX684" fmla="*/ 909145 w 7467600"/>
              <a:gd name="connsiteY684" fmla="*/ 4199225 h 6858000"/>
              <a:gd name="connsiteX685" fmla="*/ 1214067 w 7467600"/>
              <a:gd name="connsiteY685" fmla="*/ 3908561 h 6858000"/>
              <a:gd name="connsiteX686" fmla="*/ 640967 w 7467600"/>
              <a:gd name="connsiteY686" fmla="*/ 4105601 h 6858000"/>
              <a:gd name="connsiteX687" fmla="*/ 112563 w 7467600"/>
              <a:gd name="connsiteY687" fmla="*/ 4396952 h 6858000"/>
              <a:gd name="connsiteX688" fmla="*/ 0 w 7467600"/>
              <a:gd name="connsiteY688" fmla="*/ 4466006 h 6858000"/>
              <a:gd name="connsiteX689" fmla="*/ 0 w 7467600"/>
              <a:gd name="connsiteY689" fmla="*/ 4233763 h 6858000"/>
              <a:gd name="connsiteX690" fmla="*/ 36881 w 7467600"/>
              <a:gd name="connsiteY690" fmla="*/ 4200118 h 6858000"/>
              <a:gd name="connsiteX691" fmla="*/ 910534 w 7467600"/>
              <a:gd name="connsiteY691" fmla="*/ 3629753 h 6858000"/>
              <a:gd name="connsiteX692" fmla="*/ 1578717 w 7467600"/>
              <a:gd name="connsiteY692" fmla="*/ 3575982 h 6858000"/>
              <a:gd name="connsiteX693" fmla="*/ 2338780 w 7467600"/>
              <a:gd name="connsiteY693" fmla="*/ 3033725 h 6858000"/>
              <a:gd name="connsiteX694" fmla="*/ 1807991 w 7467600"/>
              <a:gd name="connsiteY694" fmla="*/ 2807184 h 6858000"/>
              <a:gd name="connsiteX695" fmla="*/ 1416358 w 7467600"/>
              <a:gd name="connsiteY695" fmla="*/ 3112571 h 6858000"/>
              <a:gd name="connsiteX696" fmla="*/ 939066 w 7467600"/>
              <a:gd name="connsiteY696" fmla="*/ 3378798 h 6858000"/>
              <a:gd name="connsiteX697" fmla="*/ 115099 w 7467600"/>
              <a:gd name="connsiteY697" fmla="*/ 3607650 h 6858000"/>
              <a:gd name="connsiteX698" fmla="*/ 97284 w 7467600"/>
              <a:gd name="connsiteY698" fmla="*/ 3520393 h 6858000"/>
              <a:gd name="connsiteX699" fmla="*/ 922050 w 7467600"/>
              <a:gd name="connsiteY699" fmla="*/ 3074867 h 6858000"/>
              <a:gd name="connsiteX700" fmla="*/ 1405265 w 7467600"/>
              <a:gd name="connsiteY700" fmla="*/ 3016319 h 6858000"/>
              <a:gd name="connsiteX701" fmla="*/ 1407512 w 7467600"/>
              <a:gd name="connsiteY701" fmla="*/ 3018001 h 6858000"/>
              <a:gd name="connsiteX702" fmla="*/ 1726266 w 7467600"/>
              <a:gd name="connsiteY702" fmla="*/ 2777274 h 6858000"/>
              <a:gd name="connsiteX703" fmla="*/ 625390 w 7467600"/>
              <a:gd name="connsiteY703" fmla="*/ 2514541 h 6858000"/>
              <a:gd name="connsiteX704" fmla="*/ 619799 w 7467600"/>
              <a:gd name="connsiteY704" fmla="*/ 2527180 h 6858000"/>
              <a:gd name="connsiteX705" fmla="*/ 310030 w 7467600"/>
              <a:gd name="connsiteY705" fmla="*/ 2771818 h 6858000"/>
              <a:gd name="connsiteX706" fmla="*/ 173877 w 7467600"/>
              <a:gd name="connsiteY706" fmla="*/ 2937056 h 6858000"/>
              <a:gd name="connsiteX707" fmla="*/ 77889 w 7467600"/>
              <a:gd name="connsiteY707" fmla="*/ 3138440 h 6858000"/>
              <a:gd name="connsiteX708" fmla="*/ 0 w 7467600"/>
              <a:gd name="connsiteY708" fmla="*/ 3271395 h 6858000"/>
              <a:gd name="connsiteX709" fmla="*/ 0 w 7467600"/>
              <a:gd name="connsiteY709" fmla="*/ 3153002 h 6858000"/>
              <a:gd name="connsiteX710" fmla="*/ 2386 w 7467600"/>
              <a:gd name="connsiteY710" fmla="*/ 3149203 h 6858000"/>
              <a:gd name="connsiteX711" fmla="*/ 89753 w 7467600"/>
              <a:gd name="connsiteY711" fmla="*/ 2987702 h 6858000"/>
              <a:gd name="connsiteX712" fmla="*/ 76869 w 7467600"/>
              <a:gd name="connsiteY712" fmla="*/ 3005404 h 6858000"/>
              <a:gd name="connsiteX713" fmla="*/ 32049 w 7467600"/>
              <a:gd name="connsiteY713" fmla="*/ 3065814 h 6858000"/>
              <a:gd name="connsiteX714" fmla="*/ 0 w 7467600"/>
              <a:gd name="connsiteY714" fmla="*/ 3108744 h 6858000"/>
              <a:gd name="connsiteX715" fmla="*/ 0 w 7467600"/>
              <a:gd name="connsiteY715" fmla="*/ 3058059 h 6858000"/>
              <a:gd name="connsiteX716" fmla="*/ 7610 w 7467600"/>
              <a:gd name="connsiteY716" fmla="*/ 3047889 h 6858000"/>
              <a:gd name="connsiteX717" fmla="*/ 52419 w 7467600"/>
              <a:gd name="connsiteY717" fmla="*/ 2987479 h 6858000"/>
              <a:gd name="connsiteX718" fmla="*/ 59142 w 7467600"/>
              <a:gd name="connsiteY718" fmla="*/ 2978488 h 6858000"/>
              <a:gd name="connsiteX719" fmla="*/ 0 w 7467600"/>
              <a:gd name="connsiteY719" fmla="*/ 3015334 h 6858000"/>
              <a:gd name="connsiteX720" fmla="*/ 0 w 7467600"/>
              <a:gd name="connsiteY720" fmla="*/ 2914286 h 6858000"/>
              <a:gd name="connsiteX721" fmla="*/ 36383 w 7467600"/>
              <a:gd name="connsiteY721" fmla="*/ 2901128 h 6858000"/>
              <a:gd name="connsiteX722" fmla="*/ 156329 w 7467600"/>
              <a:gd name="connsiteY722" fmla="*/ 2840533 h 6858000"/>
              <a:gd name="connsiteX723" fmla="*/ 358355 w 7467600"/>
              <a:gd name="connsiteY723" fmla="*/ 2620471 h 6858000"/>
              <a:gd name="connsiteX724" fmla="*/ 510577 w 7467600"/>
              <a:gd name="connsiteY724" fmla="*/ 2501244 h 6858000"/>
              <a:gd name="connsiteX725" fmla="*/ 211967 w 7467600"/>
              <a:gd name="connsiteY725" fmla="*/ 2479171 h 6858000"/>
              <a:gd name="connsiteX726" fmla="*/ 0 w 7467600"/>
              <a:gd name="connsiteY726" fmla="*/ 2476398 h 6858000"/>
              <a:gd name="connsiteX727" fmla="*/ 0 w 7467600"/>
              <a:gd name="connsiteY727" fmla="*/ 2389189 h 6858000"/>
              <a:gd name="connsiteX728" fmla="*/ 103062 w 7467600"/>
              <a:gd name="connsiteY728" fmla="*/ 2389518 h 6858000"/>
              <a:gd name="connsiteX729" fmla="*/ 510734 w 7467600"/>
              <a:gd name="connsiteY729" fmla="*/ 2416201 h 6858000"/>
              <a:gd name="connsiteX730" fmla="*/ 279257 w 7467600"/>
              <a:gd name="connsiteY730" fmla="*/ 2092102 h 6858000"/>
              <a:gd name="connsiteX731" fmla="*/ 65265 w 7467600"/>
              <a:gd name="connsiteY731" fmla="*/ 2006049 h 6858000"/>
              <a:gd name="connsiteX732" fmla="*/ 0 w 7467600"/>
              <a:gd name="connsiteY732" fmla="*/ 1982532 h 6858000"/>
              <a:gd name="connsiteX733" fmla="*/ 0 w 7467600"/>
              <a:gd name="connsiteY733" fmla="*/ 1912789 h 6858000"/>
              <a:gd name="connsiteX734" fmla="*/ 97460 w 7467600"/>
              <a:gd name="connsiteY734" fmla="*/ 1953725 h 6858000"/>
              <a:gd name="connsiteX735" fmla="*/ 221272 w 7467600"/>
              <a:gd name="connsiteY735" fmla="*/ 1980766 h 6858000"/>
              <a:gd name="connsiteX736" fmla="*/ 116765 w 7467600"/>
              <a:gd name="connsiteY736" fmla="*/ 1911033 h 6858000"/>
              <a:gd name="connsiteX737" fmla="*/ 16405 w 7467600"/>
              <a:gd name="connsiteY737" fmla="*/ 1803412 h 6858000"/>
              <a:gd name="connsiteX738" fmla="*/ 0 w 7467600"/>
              <a:gd name="connsiteY738" fmla="*/ 1784777 h 6858000"/>
              <a:gd name="connsiteX739" fmla="*/ 0 w 7467600"/>
              <a:gd name="connsiteY739" fmla="*/ 1740082 h 6858000"/>
              <a:gd name="connsiteX740" fmla="*/ 39394 w 7467600"/>
              <a:gd name="connsiteY740" fmla="*/ 1784856 h 6858000"/>
              <a:gd name="connsiteX741" fmla="*/ 135813 w 7467600"/>
              <a:gd name="connsiteY741" fmla="*/ 1888838 h 6858000"/>
              <a:gd name="connsiteX742" fmla="*/ 242575 w 7467600"/>
              <a:gd name="connsiteY742" fmla="*/ 1958841 h 6858000"/>
              <a:gd name="connsiteX743" fmla="*/ 82197 w 7467600"/>
              <a:gd name="connsiteY743" fmla="*/ 1754826 h 6858000"/>
              <a:gd name="connsiteX744" fmla="*/ 0 w 7467600"/>
              <a:gd name="connsiteY744" fmla="*/ 1679650 h 6858000"/>
              <a:gd name="connsiteX745" fmla="*/ 0 w 7467600"/>
              <a:gd name="connsiteY745" fmla="*/ 1602463 h 6858000"/>
              <a:gd name="connsiteX746" fmla="*/ 84689 w 7467600"/>
              <a:gd name="connsiteY746" fmla="*/ 1677442 h 6858000"/>
              <a:gd name="connsiteX747" fmla="*/ 298437 w 7467600"/>
              <a:gd name="connsiteY747" fmla="*/ 1968019 h 6858000"/>
              <a:gd name="connsiteX748" fmla="*/ 227269 w 7467600"/>
              <a:gd name="connsiteY748" fmla="*/ 1114064 h 6858000"/>
              <a:gd name="connsiteX749" fmla="*/ 248003 w 7467600"/>
              <a:gd name="connsiteY749" fmla="*/ 1089613 h 6858000"/>
              <a:gd name="connsiteX750" fmla="*/ 427020 w 7467600"/>
              <a:gd name="connsiteY750" fmla="*/ 1619803 h 6858000"/>
              <a:gd name="connsiteX751" fmla="*/ 340345 w 7467600"/>
              <a:gd name="connsiteY751" fmla="*/ 2027739 h 6858000"/>
              <a:gd name="connsiteX752" fmla="*/ 360865 w 7467600"/>
              <a:gd name="connsiteY752" fmla="*/ 2044827 h 6858000"/>
              <a:gd name="connsiteX753" fmla="*/ 560414 w 7467600"/>
              <a:gd name="connsiteY753" fmla="*/ 2421457 h 6858000"/>
              <a:gd name="connsiteX754" fmla="*/ 1359703 w 7467600"/>
              <a:gd name="connsiteY754" fmla="*/ 2578554 h 6858000"/>
              <a:gd name="connsiteX755" fmla="*/ 1359422 w 7467600"/>
              <a:gd name="connsiteY755" fmla="*/ 2577994 h 6858000"/>
              <a:gd name="connsiteX756" fmla="*/ 828701 w 7467600"/>
              <a:gd name="connsiteY756" fmla="*/ 1839520 h 6858000"/>
              <a:gd name="connsiteX757" fmla="*/ 494427 w 7467600"/>
              <a:gd name="connsiteY757" fmla="*/ 1092333 h 6858000"/>
              <a:gd name="connsiteX758" fmla="*/ 506322 w 7467600"/>
              <a:gd name="connsiteY758" fmla="*/ 1020997 h 6858000"/>
              <a:gd name="connsiteX759" fmla="*/ 4570198 w 7467600"/>
              <a:gd name="connsiteY759" fmla="*/ 978081 h 6858000"/>
              <a:gd name="connsiteX760" fmla="*/ 4523691 w 7467600"/>
              <a:gd name="connsiteY760" fmla="*/ 1127776 h 6858000"/>
              <a:gd name="connsiteX761" fmla="*/ 4509875 w 7467600"/>
              <a:gd name="connsiteY761" fmla="*/ 1167552 h 6858000"/>
              <a:gd name="connsiteX762" fmla="*/ 4478168 w 7467600"/>
              <a:gd name="connsiteY762" fmla="*/ 1260735 h 6858000"/>
              <a:gd name="connsiteX763" fmla="*/ 4409309 w 7467600"/>
              <a:gd name="connsiteY763" fmla="*/ 1666996 h 6858000"/>
              <a:gd name="connsiteX764" fmla="*/ 4370031 w 7467600"/>
              <a:gd name="connsiteY764" fmla="*/ 1955666 h 6858000"/>
              <a:gd name="connsiteX765" fmla="*/ 4570198 w 7467600"/>
              <a:gd name="connsiteY765" fmla="*/ 978081 h 6858000"/>
              <a:gd name="connsiteX766" fmla="*/ 4557898 w 7467600"/>
              <a:gd name="connsiteY766" fmla="*/ 900011 h 6858000"/>
              <a:gd name="connsiteX767" fmla="*/ 4344840 w 7467600"/>
              <a:gd name="connsiteY767" fmla="*/ 1922038 h 6858000"/>
              <a:gd name="connsiteX768" fmla="*/ 4378710 w 7467600"/>
              <a:gd name="connsiteY768" fmla="*/ 1665516 h 6858000"/>
              <a:gd name="connsiteX769" fmla="*/ 4448798 w 7467600"/>
              <a:gd name="connsiteY769" fmla="*/ 1253024 h 6858000"/>
              <a:gd name="connsiteX770" fmla="*/ 4480315 w 7467600"/>
              <a:gd name="connsiteY770" fmla="*/ 1158454 h 6858000"/>
              <a:gd name="connsiteX771" fmla="*/ 4494133 w 7467600"/>
              <a:gd name="connsiteY771" fmla="*/ 1118676 h 6858000"/>
              <a:gd name="connsiteX772" fmla="*/ 4557898 w 7467600"/>
              <a:gd name="connsiteY772" fmla="*/ 900011 h 6858000"/>
              <a:gd name="connsiteX773" fmla="*/ 5870151 w 7467600"/>
              <a:gd name="connsiteY773" fmla="*/ 898890 h 6858000"/>
              <a:gd name="connsiteX774" fmla="*/ 5861335 w 7467600"/>
              <a:gd name="connsiteY774" fmla="*/ 899177 h 6858000"/>
              <a:gd name="connsiteX775" fmla="*/ 5843702 w 7467600"/>
              <a:gd name="connsiteY775" fmla="*/ 899748 h 6858000"/>
              <a:gd name="connsiteX776" fmla="*/ 5651107 w 7467600"/>
              <a:gd name="connsiteY776" fmla="*/ 920306 h 6858000"/>
              <a:gd name="connsiteX777" fmla="*/ 5459407 w 7467600"/>
              <a:gd name="connsiteY777" fmla="*/ 940975 h 6858000"/>
              <a:gd name="connsiteX778" fmla="*/ 5374846 w 7467600"/>
              <a:gd name="connsiteY778" fmla="*/ 941988 h 6858000"/>
              <a:gd name="connsiteX779" fmla="*/ 5256105 w 7467600"/>
              <a:gd name="connsiteY779" fmla="*/ 945632 h 6858000"/>
              <a:gd name="connsiteX780" fmla="*/ 5107071 w 7467600"/>
              <a:gd name="connsiteY780" fmla="*/ 969720 h 6858000"/>
              <a:gd name="connsiteX781" fmla="*/ 4998681 w 7467600"/>
              <a:gd name="connsiteY781" fmla="*/ 988771 h 6858000"/>
              <a:gd name="connsiteX782" fmla="*/ 5870151 w 7467600"/>
              <a:gd name="connsiteY782" fmla="*/ 898890 h 6858000"/>
              <a:gd name="connsiteX783" fmla="*/ 5504425 w 7467600"/>
              <a:gd name="connsiteY783" fmla="*/ 848067 h 6858000"/>
              <a:gd name="connsiteX784" fmla="*/ 4968849 w 7467600"/>
              <a:gd name="connsiteY784" fmla="*/ 962318 h 6858000"/>
              <a:gd name="connsiteX785" fmla="*/ 5104039 w 7467600"/>
              <a:gd name="connsiteY785" fmla="*/ 940634 h 6858000"/>
              <a:gd name="connsiteX786" fmla="*/ 5256311 w 7467600"/>
              <a:gd name="connsiteY786" fmla="*/ 916490 h 6858000"/>
              <a:gd name="connsiteX787" fmla="*/ 5377381 w 7467600"/>
              <a:gd name="connsiteY787" fmla="*/ 912671 h 6858000"/>
              <a:gd name="connsiteX788" fmla="*/ 5460148 w 7467600"/>
              <a:gd name="connsiteY788" fmla="*/ 911442 h 6858000"/>
              <a:gd name="connsiteX789" fmla="*/ 5648971 w 7467600"/>
              <a:gd name="connsiteY789" fmla="*/ 891331 h 6858000"/>
              <a:gd name="connsiteX790" fmla="*/ 5844807 w 7467600"/>
              <a:gd name="connsiteY790" fmla="*/ 870718 h 6858000"/>
              <a:gd name="connsiteX791" fmla="*/ 5862975 w 7467600"/>
              <a:gd name="connsiteY791" fmla="*/ 869756 h 6858000"/>
              <a:gd name="connsiteX792" fmla="*/ 5920887 w 7467600"/>
              <a:gd name="connsiteY792" fmla="*/ 865929 h 6858000"/>
              <a:gd name="connsiteX793" fmla="*/ 5504425 w 7467600"/>
              <a:gd name="connsiteY793" fmla="*/ 848067 h 6858000"/>
              <a:gd name="connsiteX794" fmla="*/ 3607114 w 7467600"/>
              <a:gd name="connsiteY794" fmla="*/ 467441 h 6858000"/>
              <a:gd name="connsiteX795" fmla="*/ 3296242 w 7467600"/>
              <a:gd name="connsiteY795" fmla="*/ 807991 h 6858000"/>
              <a:gd name="connsiteX796" fmla="*/ 3174674 w 7467600"/>
              <a:gd name="connsiteY796" fmla="*/ 919759 h 6858000"/>
              <a:gd name="connsiteX797" fmla="*/ 3042978 w 7467600"/>
              <a:gd name="connsiteY797" fmla="*/ 1054894 h 6858000"/>
              <a:gd name="connsiteX798" fmla="*/ 2968914 w 7467600"/>
              <a:gd name="connsiteY798" fmla="*/ 1133756 h 6858000"/>
              <a:gd name="connsiteX799" fmla="*/ 3103823 w 7467600"/>
              <a:gd name="connsiteY799" fmla="*/ 1026814 h 6858000"/>
              <a:gd name="connsiteX800" fmla="*/ 3607114 w 7467600"/>
              <a:gd name="connsiteY800" fmla="*/ 467441 h 6858000"/>
              <a:gd name="connsiteX801" fmla="*/ 3744487 w 7467600"/>
              <a:gd name="connsiteY801" fmla="*/ 383136 h 6858000"/>
              <a:gd name="connsiteX802" fmla="*/ 3970213 w 7467600"/>
              <a:gd name="connsiteY802" fmla="*/ 995559 h 6858000"/>
              <a:gd name="connsiteX803" fmla="*/ 3744487 w 7467600"/>
              <a:gd name="connsiteY803" fmla="*/ 383136 h 6858000"/>
              <a:gd name="connsiteX804" fmla="*/ 3624562 w 7467600"/>
              <a:gd name="connsiteY804" fmla="*/ 367041 h 6858000"/>
              <a:gd name="connsiteX805" fmla="*/ 3489712 w 7467600"/>
              <a:gd name="connsiteY805" fmla="*/ 485386 h 6858000"/>
              <a:gd name="connsiteX806" fmla="*/ 3182994 w 7467600"/>
              <a:gd name="connsiteY806" fmla="*/ 828265 h 6858000"/>
              <a:gd name="connsiteX807" fmla="*/ 2892114 w 7467600"/>
              <a:gd name="connsiteY807" fmla="*/ 1172635 h 6858000"/>
              <a:gd name="connsiteX808" fmla="*/ 3021459 w 7467600"/>
              <a:gd name="connsiteY808" fmla="*/ 1035385 h 6858000"/>
              <a:gd name="connsiteX809" fmla="*/ 3153873 w 7467600"/>
              <a:gd name="connsiteY809" fmla="*/ 898971 h 6858000"/>
              <a:gd name="connsiteX810" fmla="*/ 3276511 w 7467600"/>
              <a:gd name="connsiteY810" fmla="*/ 786423 h 6858000"/>
              <a:gd name="connsiteX811" fmla="*/ 3584154 w 7467600"/>
              <a:gd name="connsiteY811" fmla="*/ 448218 h 6858000"/>
              <a:gd name="connsiteX812" fmla="*/ 3624562 w 7467600"/>
              <a:gd name="connsiteY812" fmla="*/ 367041 h 6858000"/>
              <a:gd name="connsiteX813" fmla="*/ 3766672 w 7467600"/>
              <a:gd name="connsiteY813" fmla="*/ 359429 h 6858000"/>
              <a:gd name="connsiteX814" fmla="*/ 3996338 w 7467600"/>
              <a:gd name="connsiteY814" fmla="*/ 968237 h 6858000"/>
              <a:gd name="connsiteX815" fmla="*/ 3766672 w 7467600"/>
              <a:gd name="connsiteY815" fmla="*/ 359429 h 6858000"/>
              <a:gd name="connsiteX816" fmla="*/ 5805386 w 7467600"/>
              <a:gd name="connsiteY816" fmla="*/ 239240 h 6858000"/>
              <a:gd name="connsiteX817" fmla="*/ 5736947 w 7467600"/>
              <a:gd name="connsiteY817" fmla="*/ 261367 h 6858000"/>
              <a:gd name="connsiteX818" fmla="*/ 5427012 w 7467600"/>
              <a:gd name="connsiteY818" fmla="*/ 311272 h 6858000"/>
              <a:gd name="connsiteX819" fmla="*/ 5147818 w 7467600"/>
              <a:gd name="connsiteY819" fmla="*/ 322112 h 6858000"/>
              <a:gd name="connsiteX820" fmla="*/ 5060854 w 7467600"/>
              <a:gd name="connsiteY820" fmla="*/ 311882 h 6858000"/>
              <a:gd name="connsiteX821" fmla="*/ 4945989 w 7467600"/>
              <a:gd name="connsiteY821" fmla="*/ 300516 h 6858000"/>
              <a:gd name="connsiteX822" fmla="*/ 5410479 w 7467600"/>
              <a:gd name="connsiteY822" fmla="*/ 348434 h 6858000"/>
              <a:gd name="connsiteX823" fmla="*/ 5805386 w 7467600"/>
              <a:gd name="connsiteY823" fmla="*/ 239240 h 6858000"/>
              <a:gd name="connsiteX824" fmla="*/ 5905192 w 7467600"/>
              <a:gd name="connsiteY824" fmla="*/ 163079 h 6858000"/>
              <a:gd name="connsiteX825" fmla="*/ 5865655 w 7467600"/>
              <a:gd name="connsiteY825" fmla="*/ 171901 h 6858000"/>
              <a:gd name="connsiteX826" fmla="*/ 5259740 w 7467600"/>
              <a:gd name="connsiteY826" fmla="*/ 257013 h 6858000"/>
              <a:gd name="connsiteX827" fmla="*/ 5208466 w 7467600"/>
              <a:gd name="connsiteY827" fmla="*/ 257550 h 6858000"/>
              <a:gd name="connsiteX828" fmla="*/ 4980204 w 7467600"/>
              <a:gd name="connsiteY828" fmla="*/ 271903 h 6858000"/>
              <a:gd name="connsiteX829" fmla="*/ 5068068 w 7467600"/>
              <a:gd name="connsiteY829" fmla="*/ 282244 h 6858000"/>
              <a:gd name="connsiteX830" fmla="*/ 5153231 w 7467600"/>
              <a:gd name="connsiteY830" fmla="*/ 292240 h 6858000"/>
              <a:gd name="connsiteX831" fmla="*/ 5426491 w 7467600"/>
              <a:gd name="connsiteY831" fmla="*/ 281128 h 6858000"/>
              <a:gd name="connsiteX832" fmla="*/ 5731212 w 7467600"/>
              <a:gd name="connsiteY832" fmla="*/ 231951 h 6858000"/>
              <a:gd name="connsiteX833" fmla="*/ 5905192 w 7467600"/>
              <a:gd name="connsiteY833" fmla="*/ 163079 h 6858000"/>
              <a:gd name="connsiteX834" fmla="*/ 5944437 w 7467600"/>
              <a:gd name="connsiteY834" fmla="*/ 113829 h 6858000"/>
              <a:gd name="connsiteX835" fmla="*/ 5825032 w 7467600"/>
              <a:gd name="connsiteY835" fmla="*/ 146405 h 6858000"/>
              <a:gd name="connsiteX836" fmla="*/ 4955599 w 7467600"/>
              <a:gd name="connsiteY836" fmla="*/ 247008 h 6858000"/>
              <a:gd name="connsiteX837" fmla="*/ 5210104 w 7467600"/>
              <a:gd name="connsiteY837" fmla="*/ 228123 h 6858000"/>
              <a:gd name="connsiteX838" fmla="*/ 5261015 w 7467600"/>
              <a:gd name="connsiteY838" fmla="*/ 227087 h 6858000"/>
              <a:gd name="connsiteX839" fmla="*/ 5861181 w 7467600"/>
              <a:gd name="connsiteY839" fmla="*/ 143093 h 6858000"/>
              <a:gd name="connsiteX840" fmla="*/ 5961252 w 7467600"/>
              <a:gd name="connsiteY840" fmla="*/ 114820 h 6858000"/>
              <a:gd name="connsiteX841" fmla="*/ 5944437 w 7467600"/>
              <a:gd name="connsiteY841" fmla="*/ 113829 h 6858000"/>
              <a:gd name="connsiteX842" fmla="*/ 3882765 w 7467600"/>
              <a:gd name="connsiteY842" fmla="*/ 0 h 6858000"/>
              <a:gd name="connsiteX843" fmla="*/ 3995099 w 7467600"/>
              <a:gd name="connsiteY843" fmla="*/ 0 h 6858000"/>
              <a:gd name="connsiteX844" fmla="*/ 4163818 w 7467600"/>
              <a:gd name="connsiteY844" fmla="*/ 234104 h 6858000"/>
              <a:gd name="connsiteX845" fmla="*/ 4172099 w 7467600"/>
              <a:gd name="connsiteY845" fmla="*/ 234207 h 6858000"/>
              <a:gd name="connsiteX846" fmla="*/ 4784282 w 7467600"/>
              <a:gd name="connsiteY846" fmla="*/ 276561 h 6858000"/>
              <a:gd name="connsiteX847" fmla="*/ 4801687 w 7467600"/>
              <a:gd name="connsiteY847" fmla="*/ 267764 h 6858000"/>
              <a:gd name="connsiteX848" fmla="*/ 6082788 w 7467600"/>
              <a:gd name="connsiteY848" fmla="*/ 64119 h 6858000"/>
              <a:gd name="connsiteX849" fmla="*/ 6099442 w 7467600"/>
              <a:gd name="connsiteY849" fmla="*/ 82568 h 6858000"/>
              <a:gd name="connsiteX850" fmla="*/ 4804137 w 7467600"/>
              <a:gd name="connsiteY850" fmla="*/ 320931 h 6858000"/>
              <a:gd name="connsiteX851" fmla="*/ 4227047 w 7467600"/>
              <a:gd name="connsiteY851" fmla="*/ 313415 h 6858000"/>
              <a:gd name="connsiteX852" fmla="*/ 4346041 w 7467600"/>
              <a:gd name="connsiteY852" fmla="*/ 456086 h 6858000"/>
              <a:gd name="connsiteX853" fmla="*/ 4870967 w 7467600"/>
              <a:gd name="connsiteY853" fmla="*/ 963061 h 6858000"/>
              <a:gd name="connsiteX854" fmla="*/ 4889647 w 7467600"/>
              <a:gd name="connsiteY854" fmla="*/ 957147 h 6858000"/>
              <a:gd name="connsiteX855" fmla="*/ 5422504 w 7467600"/>
              <a:gd name="connsiteY855" fmla="*/ 805191 h 6858000"/>
              <a:gd name="connsiteX856" fmla="*/ 6087656 w 7467600"/>
              <a:gd name="connsiteY856" fmla="*/ 826703 h 6858000"/>
              <a:gd name="connsiteX857" fmla="*/ 6058717 w 7467600"/>
              <a:gd name="connsiteY857" fmla="*/ 865992 h 6858000"/>
              <a:gd name="connsiteX858" fmla="*/ 4974153 w 7467600"/>
              <a:gd name="connsiteY858" fmla="*/ 1045456 h 6858000"/>
              <a:gd name="connsiteX859" fmla="*/ 5627835 w 7467600"/>
              <a:gd name="connsiteY859" fmla="*/ 1472077 h 6858000"/>
              <a:gd name="connsiteX860" fmla="*/ 5629817 w 7467600"/>
              <a:gd name="connsiteY860" fmla="*/ 1471412 h 6858000"/>
              <a:gd name="connsiteX861" fmla="*/ 5634124 w 7467600"/>
              <a:gd name="connsiteY861" fmla="*/ 1470572 h 6858000"/>
              <a:gd name="connsiteX862" fmla="*/ 5755832 w 7467600"/>
              <a:gd name="connsiteY862" fmla="*/ 1383886 h 6858000"/>
              <a:gd name="connsiteX863" fmla="*/ 6014186 w 7467600"/>
              <a:gd name="connsiteY863" fmla="*/ 1279799 h 6858000"/>
              <a:gd name="connsiteX864" fmla="*/ 6901619 w 7467600"/>
              <a:gd name="connsiteY864" fmla="*/ 1047874 h 6858000"/>
              <a:gd name="connsiteX865" fmla="*/ 6931566 w 7467600"/>
              <a:gd name="connsiteY865" fmla="*/ 1062034 h 6858000"/>
              <a:gd name="connsiteX866" fmla="*/ 5790982 w 7467600"/>
              <a:gd name="connsiteY866" fmla="*/ 1561380 h 6858000"/>
              <a:gd name="connsiteX867" fmla="*/ 6188971 w 7467600"/>
              <a:gd name="connsiteY867" fmla="*/ 1755168 h 6858000"/>
              <a:gd name="connsiteX868" fmla="*/ 6202446 w 7467600"/>
              <a:gd name="connsiteY868" fmla="*/ 1752268 h 6858000"/>
              <a:gd name="connsiteX869" fmla="*/ 7179560 w 7467600"/>
              <a:gd name="connsiteY869" fmla="*/ 1467551 h 6858000"/>
              <a:gd name="connsiteX870" fmla="*/ 7158730 w 7467600"/>
              <a:gd name="connsiteY870" fmla="*/ 1507835 h 6858000"/>
              <a:gd name="connsiteX871" fmla="*/ 6326959 w 7467600"/>
              <a:gd name="connsiteY871" fmla="*/ 1817686 h 6858000"/>
              <a:gd name="connsiteX872" fmla="*/ 6537433 w 7467600"/>
              <a:gd name="connsiteY872" fmla="*/ 1907790 h 6858000"/>
              <a:gd name="connsiteX873" fmla="*/ 6550221 w 7467600"/>
              <a:gd name="connsiteY873" fmla="*/ 1910729 h 6858000"/>
              <a:gd name="connsiteX874" fmla="*/ 6964438 w 7467600"/>
              <a:gd name="connsiteY874" fmla="*/ 2209505 h 6858000"/>
              <a:gd name="connsiteX875" fmla="*/ 7367862 w 7467600"/>
              <a:gd name="connsiteY875" fmla="*/ 2806833 h 6858000"/>
              <a:gd name="connsiteX876" fmla="*/ 7364329 w 7467600"/>
              <a:gd name="connsiteY876" fmla="*/ 2826907 h 6858000"/>
              <a:gd name="connsiteX877" fmla="*/ 7290545 w 7467600"/>
              <a:gd name="connsiteY877" fmla="*/ 2850663 h 6858000"/>
              <a:gd name="connsiteX878" fmla="*/ 6472036 w 7467600"/>
              <a:gd name="connsiteY878" fmla="*/ 1959003 h 6858000"/>
              <a:gd name="connsiteX879" fmla="*/ 5792897 w 7467600"/>
              <a:gd name="connsiteY879" fmla="*/ 1647747 h 6858000"/>
              <a:gd name="connsiteX880" fmla="*/ 5842751 w 7467600"/>
              <a:gd name="connsiteY880" fmla="*/ 1816112 h 6858000"/>
              <a:gd name="connsiteX881" fmla="*/ 5847424 w 7467600"/>
              <a:gd name="connsiteY881" fmla="*/ 1815776 h 6858000"/>
              <a:gd name="connsiteX882" fmla="*/ 6399821 w 7467600"/>
              <a:gd name="connsiteY882" fmla="*/ 2344799 h 6858000"/>
              <a:gd name="connsiteX883" fmla="*/ 6323232 w 7467600"/>
              <a:gd name="connsiteY883" fmla="*/ 2389634 h 6858000"/>
              <a:gd name="connsiteX884" fmla="*/ 5942958 w 7467600"/>
              <a:gd name="connsiteY884" fmla="*/ 2077708 h 6858000"/>
              <a:gd name="connsiteX885" fmla="*/ 5921559 w 7467600"/>
              <a:gd name="connsiteY885" fmla="*/ 2378596 h 6858000"/>
              <a:gd name="connsiteX886" fmla="*/ 5817651 w 7467600"/>
              <a:gd name="connsiteY886" fmla="*/ 3023919 h 6858000"/>
              <a:gd name="connsiteX887" fmla="*/ 5729634 w 7467600"/>
              <a:gd name="connsiteY887" fmla="*/ 3051849 h 6858000"/>
              <a:gd name="connsiteX888" fmla="*/ 5611018 w 7467600"/>
              <a:gd name="connsiteY888" fmla="*/ 2316769 h 6858000"/>
              <a:gd name="connsiteX889" fmla="*/ 5687608 w 7467600"/>
              <a:gd name="connsiteY889" fmla="*/ 2039972 h 6858000"/>
              <a:gd name="connsiteX890" fmla="*/ 5657554 w 7467600"/>
              <a:gd name="connsiteY890" fmla="*/ 1576445 h 6858000"/>
              <a:gd name="connsiteX891" fmla="*/ 5150475 w 7467600"/>
              <a:gd name="connsiteY891" fmla="*/ 1274012 h 6858000"/>
              <a:gd name="connsiteX892" fmla="*/ 5349142 w 7467600"/>
              <a:gd name="connsiteY892" fmla="*/ 2204405 h 6858000"/>
              <a:gd name="connsiteX893" fmla="*/ 5262214 w 7467600"/>
              <a:gd name="connsiteY893" fmla="*/ 2233836 h 6858000"/>
              <a:gd name="connsiteX894" fmla="*/ 4981539 w 7467600"/>
              <a:gd name="connsiteY894" fmla="*/ 1542201 h 6858000"/>
              <a:gd name="connsiteX895" fmla="*/ 4958461 w 7467600"/>
              <a:gd name="connsiteY895" fmla="*/ 1136957 h 6858000"/>
              <a:gd name="connsiteX896" fmla="*/ 4655015 w 7467600"/>
              <a:gd name="connsiteY896" fmla="*/ 891426 h 6858000"/>
              <a:gd name="connsiteX897" fmla="*/ 4348002 w 7467600"/>
              <a:gd name="connsiteY897" fmla="*/ 2205895 h 6858000"/>
              <a:gd name="connsiteX898" fmla="*/ 4262250 w 7467600"/>
              <a:gd name="connsiteY898" fmla="*/ 2219972 h 6858000"/>
              <a:gd name="connsiteX899" fmla="*/ 4550611 w 7467600"/>
              <a:gd name="connsiteY899" fmla="*/ 817540 h 6858000"/>
              <a:gd name="connsiteX900" fmla="*/ 4564418 w 7467600"/>
              <a:gd name="connsiteY900" fmla="*/ 808293 h 6858000"/>
              <a:gd name="connsiteX901" fmla="*/ 4266388 w 7467600"/>
              <a:gd name="connsiteY901" fmla="*/ 500083 h 6858000"/>
              <a:gd name="connsiteX902" fmla="*/ 4032842 w 7467600"/>
              <a:gd name="connsiteY902" fmla="*/ 211809 h 6858000"/>
              <a:gd name="connsiteX903" fmla="*/ 3882765 w 7467600"/>
              <a:gd name="connsiteY903" fmla="*/ 0 h 6858000"/>
              <a:gd name="connsiteX904" fmla="*/ 3721337 w 7467600"/>
              <a:gd name="connsiteY904" fmla="*/ 0 h 6858000"/>
              <a:gd name="connsiteX905" fmla="*/ 3797544 w 7467600"/>
              <a:gd name="connsiteY905" fmla="*/ 0 h 6858000"/>
              <a:gd name="connsiteX906" fmla="*/ 3775734 w 7467600"/>
              <a:gd name="connsiteY906" fmla="*/ 95131 h 6858000"/>
              <a:gd name="connsiteX907" fmla="*/ 3724807 w 7467600"/>
              <a:gd name="connsiteY907" fmla="*/ 272257 h 6858000"/>
              <a:gd name="connsiteX908" fmla="*/ 3726844 w 7467600"/>
              <a:gd name="connsiteY908" fmla="*/ 282988 h 6858000"/>
              <a:gd name="connsiteX909" fmla="*/ 3742664 w 7467600"/>
              <a:gd name="connsiteY909" fmla="*/ 279918 h 6858000"/>
              <a:gd name="connsiteX910" fmla="*/ 4103910 w 7467600"/>
              <a:gd name="connsiteY910" fmla="*/ 1161917 h 6858000"/>
              <a:gd name="connsiteX911" fmla="*/ 4020269 w 7467600"/>
              <a:gd name="connsiteY911" fmla="*/ 1200406 h 6858000"/>
              <a:gd name="connsiteX912" fmla="*/ 3674882 w 7467600"/>
              <a:gd name="connsiteY912" fmla="*/ 488524 h 6858000"/>
              <a:gd name="connsiteX913" fmla="*/ 3132682 w 7467600"/>
              <a:gd name="connsiteY913" fmla="*/ 1072284 h 6858000"/>
              <a:gd name="connsiteX914" fmla="*/ 2716346 w 7467600"/>
              <a:gd name="connsiteY914" fmla="*/ 1276376 h 6858000"/>
              <a:gd name="connsiteX915" fmla="*/ 2716772 w 7467600"/>
              <a:gd name="connsiteY915" fmla="*/ 1255462 h 6858000"/>
              <a:gd name="connsiteX916" fmla="*/ 3471096 w 7467600"/>
              <a:gd name="connsiteY916" fmla="*/ 437072 h 6858000"/>
              <a:gd name="connsiteX917" fmla="*/ 3639057 w 7467600"/>
              <a:gd name="connsiteY917" fmla="*/ 286334 h 6858000"/>
              <a:gd name="connsiteX918" fmla="*/ 3640309 w 7467600"/>
              <a:gd name="connsiteY918" fmla="*/ 284664 h 6858000"/>
              <a:gd name="connsiteX919" fmla="*/ 3646022 w 7467600"/>
              <a:gd name="connsiteY919" fmla="*/ 276711 h 6858000"/>
              <a:gd name="connsiteX920" fmla="*/ 3707943 w 7467600"/>
              <a:gd name="connsiteY920" fmla="*/ 65958 h 6858000"/>
              <a:gd name="connsiteX921" fmla="*/ 3721337 w 7467600"/>
              <a:gd name="connsiteY921" fmla="*/ 0 h 6858000"/>
              <a:gd name="connsiteX922" fmla="*/ 2867960 w 7467600"/>
              <a:gd name="connsiteY922" fmla="*/ 0 h 6858000"/>
              <a:gd name="connsiteX923" fmla="*/ 2926351 w 7467600"/>
              <a:gd name="connsiteY923" fmla="*/ 0 h 6858000"/>
              <a:gd name="connsiteX924" fmla="*/ 2902823 w 7467600"/>
              <a:gd name="connsiteY924" fmla="*/ 262929 h 6858000"/>
              <a:gd name="connsiteX925" fmla="*/ 2940663 w 7467600"/>
              <a:gd name="connsiteY925" fmla="*/ 140884 h 6858000"/>
              <a:gd name="connsiteX926" fmla="*/ 2947039 w 7467600"/>
              <a:gd name="connsiteY926" fmla="*/ 122524 h 6858000"/>
              <a:gd name="connsiteX927" fmla="*/ 2984316 w 7467600"/>
              <a:gd name="connsiteY927" fmla="*/ 0 h 6858000"/>
              <a:gd name="connsiteX928" fmla="*/ 3016114 w 7467600"/>
              <a:gd name="connsiteY928" fmla="*/ 0 h 6858000"/>
              <a:gd name="connsiteX929" fmla="*/ 2979949 w 7467600"/>
              <a:gd name="connsiteY929" fmla="*/ 119274 h 6858000"/>
              <a:gd name="connsiteX930" fmla="*/ 3023879 w 7467600"/>
              <a:gd name="connsiteY930" fmla="*/ 0 h 6858000"/>
              <a:gd name="connsiteX931" fmla="*/ 3105400 w 7467600"/>
              <a:gd name="connsiteY931" fmla="*/ 0 h 6858000"/>
              <a:gd name="connsiteX932" fmla="*/ 3094669 w 7467600"/>
              <a:gd name="connsiteY932" fmla="*/ 30308 h 6858000"/>
              <a:gd name="connsiteX933" fmla="*/ 2901945 w 7467600"/>
              <a:gd name="connsiteY933" fmla="*/ 466538 h 6858000"/>
              <a:gd name="connsiteX934" fmla="*/ 2815209 w 7467600"/>
              <a:gd name="connsiteY934" fmla="*/ 497361 h 6858000"/>
              <a:gd name="connsiteX935" fmla="*/ 2844845 w 7467600"/>
              <a:gd name="connsiteY935" fmla="*/ 127638 h 6858000"/>
              <a:gd name="connsiteX936" fmla="*/ 2867960 w 7467600"/>
              <a:gd name="connsiteY936" fmla="*/ 0 h 6858000"/>
              <a:gd name="connsiteX937" fmla="*/ 1057230 w 7467600"/>
              <a:gd name="connsiteY937" fmla="*/ 0 h 6858000"/>
              <a:gd name="connsiteX938" fmla="*/ 1111003 w 7467600"/>
              <a:gd name="connsiteY938" fmla="*/ 0 h 6858000"/>
              <a:gd name="connsiteX939" fmla="*/ 1125553 w 7467600"/>
              <a:gd name="connsiteY939" fmla="*/ 52588 h 6858000"/>
              <a:gd name="connsiteX940" fmla="*/ 1304276 w 7467600"/>
              <a:gd name="connsiteY940" fmla="*/ 476275 h 6858000"/>
              <a:gd name="connsiteX941" fmla="*/ 1492066 w 7467600"/>
              <a:gd name="connsiteY941" fmla="*/ 886333 h 6858000"/>
              <a:gd name="connsiteX942" fmla="*/ 1423698 w 7467600"/>
              <a:gd name="connsiteY942" fmla="*/ 710817 h 6858000"/>
              <a:gd name="connsiteX943" fmla="*/ 1357609 w 7467600"/>
              <a:gd name="connsiteY943" fmla="*/ 532892 h 6858000"/>
              <a:gd name="connsiteX944" fmla="*/ 1309550 w 7467600"/>
              <a:gd name="connsiteY944" fmla="*/ 374031 h 6858000"/>
              <a:gd name="connsiteX945" fmla="*/ 1193673 w 7467600"/>
              <a:gd name="connsiteY945" fmla="*/ 49533 h 6858000"/>
              <a:gd name="connsiteX946" fmla="*/ 1164391 w 7467600"/>
              <a:gd name="connsiteY946" fmla="*/ 0 h 6858000"/>
              <a:gd name="connsiteX947" fmla="*/ 1200666 w 7467600"/>
              <a:gd name="connsiteY947" fmla="*/ 0 h 6858000"/>
              <a:gd name="connsiteX948" fmla="*/ 1223408 w 7467600"/>
              <a:gd name="connsiteY948" fmla="*/ 38996 h 6858000"/>
              <a:gd name="connsiteX949" fmla="*/ 1339635 w 7467600"/>
              <a:gd name="connsiteY949" fmla="*/ 365517 h 6858000"/>
              <a:gd name="connsiteX950" fmla="*/ 1387469 w 7467600"/>
              <a:gd name="connsiteY950" fmla="*/ 523079 h 6858000"/>
              <a:gd name="connsiteX951" fmla="*/ 1452685 w 7467600"/>
              <a:gd name="connsiteY951" fmla="*/ 699806 h 6858000"/>
              <a:gd name="connsiteX952" fmla="*/ 1492092 w 7467600"/>
              <a:gd name="connsiteY952" fmla="*/ 800424 h 6858000"/>
              <a:gd name="connsiteX953" fmla="*/ 1455302 w 7467600"/>
              <a:gd name="connsiteY953" fmla="*/ 632913 h 6858000"/>
              <a:gd name="connsiteX954" fmla="*/ 1222336 w 7467600"/>
              <a:gd name="connsiteY954" fmla="*/ 9480 h 6858000"/>
              <a:gd name="connsiteX955" fmla="*/ 1214634 w 7467600"/>
              <a:gd name="connsiteY955" fmla="*/ 0 h 6858000"/>
              <a:gd name="connsiteX956" fmla="*/ 1289827 w 7467600"/>
              <a:gd name="connsiteY956" fmla="*/ 0 h 6858000"/>
              <a:gd name="connsiteX957" fmla="*/ 1321076 w 7467600"/>
              <a:gd name="connsiteY957" fmla="*/ 59722 h 6858000"/>
              <a:gd name="connsiteX958" fmla="*/ 1512579 w 7467600"/>
              <a:gd name="connsiteY958" fmla="*/ 626441 h 6858000"/>
              <a:gd name="connsiteX959" fmla="*/ 1506076 w 7467600"/>
              <a:gd name="connsiteY959" fmla="*/ 1089289 h 6858000"/>
              <a:gd name="connsiteX960" fmla="*/ 1486346 w 7467600"/>
              <a:gd name="connsiteY960" fmla="*/ 1079919 h 6858000"/>
              <a:gd name="connsiteX961" fmla="*/ 1070511 w 7467600"/>
              <a:gd name="connsiteY961" fmla="*/ 48609 h 6858000"/>
              <a:gd name="connsiteX962" fmla="*/ 1057230 w 7467600"/>
              <a:gd name="connsiteY962" fmla="*/ 0 h 6858000"/>
              <a:gd name="connsiteX963" fmla="*/ 43151 w 7467600"/>
              <a:gd name="connsiteY963" fmla="*/ 0 h 6858000"/>
              <a:gd name="connsiteX964" fmla="*/ 95283 w 7467600"/>
              <a:gd name="connsiteY964" fmla="*/ 0 h 6858000"/>
              <a:gd name="connsiteX965" fmla="*/ 300708 w 7467600"/>
              <a:gd name="connsiteY965" fmla="*/ 154571 h 6858000"/>
              <a:gd name="connsiteX966" fmla="*/ 530414 w 7467600"/>
              <a:gd name="connsiteY966" fmla="*/ 354673 h 6858000"/>
              <a:gd name="connsiteX967" fmla="*/ 333785 w 7467600"/>
              <a:gd name="connsiteY967" fmla="*/ 161564 h 6858000"/>
              <a:gd name="connsiteX968" fmla="*/ 147005 w 7467600"/>
              <a:gd name="connsiteY968" fmla="*/ 0 h 6858000"/>
              <a:gd name="connsiteX969" fmla="*/ 272509 w 7467600"/>
              <a:gd name="connsiteY969" fmla="*/ 0 h 6858000"/>
              <a:gd name="connsiteX970" fmla="*/ 326276 w 7467600"/>
              <a:gd name="connsiteY970" fmla="*/ 45847 h 6858000"/>
              <a:gd name="connsiteX971" fmla="*/ 823759 w 7467600"/>
              <a:gd name="connsiteY971" fmla="*/ 574145 h 6858000"/>
              <a:gd name="connsiteX972" fmla="*/ 811254 w 7467600"/>
              <a:gd name="connsiteY972" fmla="*/ 665546 h 6858000"/>
              <a:gd name="connsiteX973" fmla="*/ 154042 w 7467600"/>
              <a:gd name="connsiteY973" fmla="*/ 261522 h 6858000"/>
              <a:gd name="connsiteX974" fmla="*/ 13550 w 7467600"/>
              <a:gd name="connsiteY974" fmla="*/ 158423 h 6858000"/>
              <a:gd name="connsiteX975" fmla="*/ 0 w 7467600"/>
              <a:gd name="connsiteY975" fmla="*/ 146618 h 6858000"/>
              <a:gd name="connsiteX976" fmla="*/ 0 w 7467600"/>
              <a:gd name="connsiteY976" fmla="*/ 59161 h 6858000"/>
              <a:gd name="connsiteX977" fmla="*/ 45427 w 7467600"/>
              <a:gd name="connsiteY977" fmla="*/ 101078 h 6858000"/>
              <a:gd name="connsiteX978" fmla="*/ 630103 w 7467600"/>
              <a:gd name="connsiteY978" fmla="*/ 485885 h 6858000"/>
              <a:gd name="connsiteX979" fmla="*/ 532040 w 7467600"/>
              <a:gd name="connsiteY979" fmla="*/ 399359 h 6858000"/>
              <a:gd name="connsiteX980" fmla="*/ 517618 w 7467600"/>
              <a:gd name="connsiteY980" fmla="*/ 385726 h 6858000"/>
              <a:gd name="connsiteX981" fmla="*/ 285074 w 7467600"/>
              <a:gd name="connsiteY981" fmla="*/ 182755 h 6858000"/>
              <a:gd name="connsiteX982" fmla="*/ 43151 w 7467600"/>
              <a:gd name="connsiteY982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44835 w 7467600"/>
              <a:gd name="connsiteY76" fmla="*/ 5424988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1456157 w 7467600"/>
              <a:gd name="connsiteY103" fmla="*/ 5371404 h 6858000"/>
              <a:gd name="connsiteX104" fmla="*/ 1244432 w 7467600"/>
              <a:gd name="connsiteY104" fmla="*/ 5385601 h 6858000"/>
              <a:gd name="connsiteX105" fmla="*/ 973990 w 7467600"/>
              <a:gd name="connsiteY105" fmla="*/ 5424940 h 6858000"/>
              <a:gd name="connsiteX106" fmla="*/ 1103809 w 7467600"/>
              <a:gd name="connsiteY106" fmla="*/ 5433720 h 6858000"/>
              <a:gd name="connsiteX107" fmla="*/ 1123454 w 7467600"/>
              <a:gd name="connsiteY107" fmla="*/ 5435727 h 6858000"/>
              <a:gd name="connsiteX108" fmla="*/ 1737017 w 7467600"/>
              <a:gd name="connsiteY108" fmla="*/ 5452183 h 6858000"/>
              <a:gd name="connsiteX109" fmla="*/ 1824397 w 7467600"/>
              <a:gd name="connsiteY109" fmla="*/ 5447757 h 6858000"/>
              <a:gd name="connsiteX110" fmla="*/ 2070059 w 7467600"/>
              <a:gd name="connsiteY110" fmla="*/ 5441660 h 6858000"/>
              <a:gd name="connsiteX111" fmla="*/ 1456157 w 7467600"/>
              <a:gd name="connsiteY111" fmla="*/ 5371404 h 6858000"/>
              <a:gd name="connsiteX112" fmla="*/ 4988186 w 7467600"/>
              <a:gd name="connsiteY112" fmla="*/ 5216467 h 6858000"/>
              <a:gd name="connsiteX113" fmla="*/ 4777334 w 7467600"/>
              <a:gd name="connsiteY113" fmla="*/ 5406072 h 6858000"/>
              <a:gd name="connsiteX114" fmla="*/ 4718341 w 7467600"/>
              <a:gd name="connsiteY114" fmla="*/ 5468043 h 6858000"/>
              <a:gd name="connsiteX115" fmla="*/ 4604655 w 7467600"/>
              <a:gd name="connsiteY115" fmla="*/ 5583434 h 6858000"/>
              <a:gd name="connsiteX116" fmla="*/ 4565074 w 7467600"/>
              <a:gd name="connsiteY116" fmla="*/ 5618550 h 6858000"/>
              <a:gd name="connsiteX117" fmla="*/ 4988186 w 7467600"/>
              <a:gd name="connsiteY117" fmla="*/ 5216467 h 6858000"/>
              <a:gd name="connsiteX118" fmla="*/ 4978032 w 7467600"/>
              <a:gd name="connsiteY118" fmla="*/ 5183809 h 6858000"/>
              <a:gd name="connsiteX119" fmla="*/ 4463413 w 7467600"/>
              <a:gd name="connsiteY119" fmla="*/ 5615162 h 6858000"/>
              <a:gd name="connsiteX120" fmla="*/ 4358134 w 7467600"/>
              <a:gd name="connsiteY120" fmla="*/ 5742791 h 6858000"/>
              <a:gd name="connsiteX121" fmla="*/ 4376219 w 7467600"/>
              <a:gd name="connsiteY121" fmla="*/ 5729027 h 6858000"/>
              <a:gd name="connsiteX122" fmla="*/ 4582340 w 7467600"/>
              <a:gd name="connsiteY122" fmla="*/ 5561037 h 6858000"/>
              <a:gd name="connsiteX123" fmla="*/ 4694684 w 7467600"/>
              <a:gd name="connsiteY123" fmla="*/ 5447098 h 6858000"/>
              <a:gd name="connsiteX124" fmla="*/ 4754123 w 7467600"/>
              <a:gd name="connsiteY124" fmla="*/ 5384643 h 6858000"/>
              <a:gd name="connsiteX125" fmla="*/ 4978032 w 7467600"/>
              <a:gd name="connsiteY125" fmla="*/ 5183809 h 6858000"/>
              <a:gd name="connsiteX126" fmla="*/ 1903353 w 7467600"/>
              <a:gd name="connsiteY126" fmla="*/ 5044827 h 6858000"/>
              <a:gd name="connsiteX127" fmla="*/ 1936931 w 7467600"/>
              <a:gd name="connsiteY127" fmla="*/ 5093954 h 6858000"/>
              <a:gd name="connsiteX128" fmla="*/ 2195868 w 7467600"/>
              <a:gd name="connsiteY128" fmla="*/ 5396574 h 6858000"/>
              <a:gd name="connsiteX129" fmla="*/ 2088852 w 7467600"/>
              <a:gd name="connsiteY129" fmla="*/ 5166123 h 6858000"/>
              <a:gd name="connsiteX130" fmla="*/ 1958241 w 7467600"/>
              <a:gd name="connsiteY130" fmla="*/ 5067955 h 6858000"/>
              <a:gd name="connsiteX131" fmla="*/ 1903353 w 7467600"/>
              <a:gd name="connsiteY131" fmla="*/ 5044827 h 6858000"/>
              <a:gd name="connsiteX132" fmla="*/ 1979378 w 7467600"/>
              <a:gd name="connsiteY132" fmla="*/ 4769504 h 6858000"/>
              <a:gd name="connsiteX133" fmla="*/ 2882120 w 7467600"/>
              <a:gd name="connsiteY133" fmla="*/ 5064547 h 6858000"/>
              <a:gd name="connsiteX134" fmla="*/ 2793103 w 7467600"/>
              <a:gd name="connsiteY134" fmla="*/ 5039699 h 6858000"/>
              <a:gd name="connsiteX135" fmla="*/ 2770041 w 7467600"/>
              <a:gd name="connsiteY135" fmla="*/ 5033634 h 6858000"/>
              <a:gd name="connsiteX136" fmla="*/ 1979378 w 7467600"/>
              <a:gd name="connsiteY136" fmla="*/ 4769504 h 6858000"/>
              <a:gd name="connsiteX137" fmla="*/ 1927410 w 7467600"/>
              <a:gd name="connsiteY137" fmla="*/ 4716164 h 6858000"/>
              <a:gd name="connsiteX138" fmla="*/ 1959587 w 7467600"/>
              <a:gd name="connsiteY138" fmla="*/ 4728849 h 6858000"/>
              <a:gd name="connsiteX139" fmla="*/ 2777707 w 7467600"/>
              <a:gd name="connsiteY139" fmla="*/ 5003991 h 6858000"/>
              <a:gd name="connsiteX140" fmla="*/ 2800768 w 7467600"/>
              <a:gd name="connsiteY140" fmla="*/ 5010056 h 6858000"/>
              <a:gd name="connsiteX141" fmla="*/ 2879408 w 7467600"/>
              <a:gd name="connsiteY141" fmla="*/ 5031590 h 6858000"/>
              <a:gd name="connsiteX142" fmla="*/ 2862295 w 7467600"/>
              <a:gd name="connsiteY142" fmla="*/ 5022958 h 6858000"/>
              <a:gd name="connsiteX143" fmla="*/ 2813343 w 7467600"/>
              <a:gd name="connsiteY143" fmla="*/ 4998369 h 6858000"/>
              <a:gd name="connsiteX144" fmla="*/ 2646245 w 7467600"/>
              <a:gd name="connsiteY144" fmla="*/ 4930999 h 6858000"/>
              <a:gd name="connsiteX145" fmla="*/ 1999243 w 7467600"/>
              <a:gd name="connsiteY145" fmla="*/ 4730524 h 6858000"/>
              <a:gd name="connsiteX146" fmla="*/ 1979527 w 7467600"/>
              <a:gd name="connsiteY146" fmla="*/ 4726651 h 6858000"/>
              <a:gd name="connsiteX147" fmla="*/ 1927410 w 7467600"/>
              <a:gd name="connsiteY147" fmla="*/ 4716164 h 6858000"/>
              <a:gd name="connsiteX148" fmla="*/ 1997014 w 7467600"/>
              <a:gd name="connsiteY148" fmla="*/ 4698007 h 6858000"/>
              <a:gd name="connsiteX149" fmla="*/ 2005458 w 7467600"/>
              <a:gd name="connsiteY149" fmla="*/ 4699540 h 6858000"/>
              <a:gd name="connsiteX150" fmla="*/ 2657186 w 7467600"/>
              <a:gd name="connsiteY150" fmla="*/ 4901687 h 6858000"/>
              <a:gd name="connsiteX151" fmla="*/ 2826662 w 7467600"/>
              <a:gd name="connsiteY151" fmla="*/ 4970362 h 6858000"/>
              <a:gd name="connsiteX152" fmla="*/ 2876100 w 7467600"/>
              <a:gd name="connsiteY152" fmla="*/ 4995397 h 6858000"/>
              <a:gd name="connsiteX153" fmla="*/ 3042600 w 7467600"/>
              <a:gd name="connsiteY153" fmla="*/ 5059532 h 6858000"/>
              <a:gd name="connsiteX154" fmla="*/ 1997014 w 7467600"/>
              <a:gd name="connsiteY154" fmla="*/ 4698007 h 6858000"/>
              <a:gd name="connsiteX155" fmla="*/ 2305292 w 7467600"/>
              <a:gd name="connsiteY155" fmla="*/ 4219492 h 6858000"/>
              <a:gd name="connsiteX156" fmla="*/ 3360922 w 7467600"/>
              <a:gd name="connsiteY156" fmla="*/ 4529373 h 6858000"/>
              <a:gd name="connsiteX157" fmla="*/ 3492420 w 7467600"/>
              <a:gd name="connsiteY157" fmla="*/ 4510145 h 6858000"/>
              <a:gd name="connsiteX158" fmla="*/ 3364086 w 7467600"/>
              <a:gd name="connsiteY158" fmla="*/ 4480340 h 6858000"/>
              <a:gd name="connsiteX159" fmla="*/ 3225818 w 7467600"/>
              <a:gd name="connsiteY159" fmla="*/ 4411822 h 6858000"/>
              <a:gd name="connsiteX160" fmla="*/ 3129696 w 7467600"/>
              <a:gd name="connsiteY160" fmla="*/ 4360704 h 6858000"/>
              <a:gd name="connsiteX161" fmla="*/ 2814545 w 7467600"/>
              <a:gd name="connsiteY161" fmla="*/ 4282955 h 6858000"/>
              <a:gd name="connsiteX162" fmla="*/ 2305292 w 7467600"/>
              <a:gd name="connsiteY162" fmla="*/ 4219492 h 6858000"/>
              <a:gd name="connsiteX163" fmla="*/ 2626982 w 7467600"/>
              <a:gd name="connsiteY163" fmla="*/ 4206450 h 6858000"/>
              <a:gd name="connsiteX164" fmla="*/ 2490617 w 7467600"/>
              <a:gd name="connsiteY164" fmla="*/ 4206951 h 6858000"/>
              <a:gd name="connsiteX165" fmla="*/ 2819869 w 7467600"/>
              <a:gd name="connsiteY165" fmla="*/ 4252936 h 6858000"/>
              <a:gd name="connsiteX166" fmla="*/ 3143018 w 7467600"/>
              <a:gd name="connsiteY166" fmla="*/ 4332698 h 6858000"/>
              <a:gd name="connsiteX167" fmla="*/ 3241520 w 7467600"/>
              <a:gd name="connsiteY167" fmla="*/ 4385112 h 6858000"/>
              <a:gd name="connsiteX168" fmla="*/ 3374575 w 7467600"/>
              <a:gd name="connsiteY168" fmla="*/ 4451517 h 6858000"/>
              <a:gd name="connsiteX169" fmla="*/ 3505221 w 7467600"/>
              <a:gd name="connsiteY169" fmla="*/ 4480757 h 6858000"/>
              <a:gd name="connsiteX170" fmla="*/ 2626982 w 7467600"/>
              <a:gd name="connsiteY170" fmla="*/ 4206450 h 6858000"/>
              <a:gd name="connsiteX171" fmla="*/ 1310106 w 7467600"/>
              <a:gd name="connsiteY171" fmla="*/ 3943217 h 6858000"/>
              <a:gd name="connsiteX172" fmla="*/ 854994 w 7467600"/>
              <a:gd name="connsiteY172" fmla="*/ 4399136 h 6858000"/>
              <a:gd name="connsiteX173" fmla="*/ 742462 w 7467600"/>
              <a:gd name="connsiteY173" fmla="*/ 4594648 h 6858000"/>
              <a:gd name="connsiteX174" fmla="*/ 820602 w 7467600"/>
              <a:gd name="connsiteY174" fmla="*/ 4485915 h 6858000"/>
              <a:gd name="connsiteX175" fmla="*/ 878295 w 7467600"/>
              <a:gd name="connsiteY175" fmla="*/ 4403594 h 6858000"/>
              <a:gd name="connsiteX176" fmla="*/ 1240607 w 7467600"/>
              <a:gd name="connsiteY176" fmla="*/ 4010401 h 6858000"/>
              <a:gd name="connsiteX177" fmla="*/ 1310106 w 7467600"/>
              <a:gd name="connsiteY177" fmla="*/ 3943217 h 6858000"/>
              <a:gd name="connsiteX178" fmla="*/ 1423113 w 7467600"/>
              <a:gd name="connsiteY178" fmla="*/ 3874565 h 6858000"/>
              <a:gd name="connsiteX179" fmla="*/ 1260565 w 7467600"/>
              <a:gd name="connsiteY179" fmla="*/ 4031982 h 6858000"/>
              <a:gd name="connsiteX180" fmla="*/ 901900 w 7467600"/>
              <a:gd name="connsiteY180" fmla="*/ 4421236 h 6858000"/>
              <a:gd name="connsiteX181" fmla="*/ 845044 w 7467600"/>
              <a:gd name="connsiteY181" fmla="*/ 4502436 h 6858000"/>
              <a:gd name="connsiteX182" fmla="*/ 685926 w 7467600"/>
              <a:gd name="connsiteY182" fmla="*/ 4703069 h 6858000"/>
              <a:gd name="connsiteX183" fmla="*/ 684248 w 7467600"/>
              <a:gd name="connsiteY183" fmla="*/ 4706721 h 6858000"/>
              <a:gd name="connsiteX184" fmla="*/ 1423113 w 7467600"/>
              <a:gd name="connsiteY184" fmla="*/ 3874565 h 6858000"/>
              <a:gd name="connsiteX185" fmla="*/ 3316479 w 7467600"/>
              <a:gd name="connsiteY185" fmla="*/ 3872136 h 6858000"/>
              <a:gd name="connsiteX186" fmla="*/ 3546806 w 7467600"/>
              <a:gd name="connsiteY186" fmla="*/ 4356139 h 6858000"/>
              <a:gd name="connsiteX187" fmla="*/ 3364433 w 7467600"/>
              <a:gd name="connsiteY187" fmla="*/ 3953121 h 6858000"/>
              <a:gd name="connsiteX188" fmla="*/ 3316479 w 7467600"/>
              <a:gd name="connsiteY188" fmla="*/ 3872136 h 6858000"/>
              <a:gd name="connsiteX189" fmla="*/ 3291335 w 7467600"/>
              <a:gd name="connsiteY189" fmla="*/ 3767420 h 6858000"/>
              <a:gd name="connsiteX190" fmla="*/ 3390805 w 7467600"/>
              <a:gd name="connsiteY190" fmla="*/ 3937163 h 6858000"/>
              <a:gd name="connsiteX191" fmla="*/ 3579062 w 7467600"/>
              <a:gd name="connsiteY191" fmla="*/ 4359040 h 6858000"/>
              <a:gd name="connsiteX192" fmla="*/ 3467355 w 7467600"/>
              <a:gd name="connsiteY192" fmla="*/ 3988130 h 6858000"/>
              <a:gd name="connsiteX193" fmla="*/ 3310753 w 7467600"/>
              <a:gd name="connsiteY193" fmla="*/ 3787140 h 6858000"/>
              <a:gd name="connsiteX194" fmla="*/ 3291335 w 7467600"/>
              <a:gd name="connsiteY194" fmla="*/ 3767420 h 6858000"/>
              <a:gd name="connsiteX195" fmla="*/ 1635889 w 7467600"/>
              <a:gd name="connsiteY195" fmla="*/ 3709494 h 6858000"/>
              <a:gd name="connsiteX196" fmla="*/ 1634800 w 7467600"/>
              <a:gd name="connsiteY196" fmla="*/ 3731111 h 6858000"/>
              <a:gd name="connsiteX197" fmla="*/ 1635889 w 7467600"/>
              <a:gd name="connsiteY197" fmla="*/ 3709494 h 6858000"/>
              <a:gd name="connsiteX198" fmla="*/ 1510397 w 7467600"/>
              <a:gd name="connsiteY198" fmla="*/ 3684705 h 6858000"/>
              <a:gd name="connsiteX199" fmla="*/ 1146550 w 7467600"/>
              <a:gd name="connsiteY199" fmla="*/ 3802012 h 6858000"/>
              <a:gd name="connsiteX200" fmla="*/ 698834 w 7467600"/>
              <a:gd name="connsiteY200" fmla="*/ 3952272 h 6858000"/>
              <a:gd name="connsiteX201" fmla="*/ 34256 w 7467600"/>
              <a:gd name="connsiteY201" fmla="*/ 4347603 h 6858000"/>
              <a:gd name="connsiteX202" fmla="*/ 527241 w 7467600"/>
              <a:gd name="connsiteY202" fmla="*/ 4065078 h 6858000"/>
              <a:gd name="connsiteX203" fmla="*/ 1510397 w 7467600"/>
              <a:gd name="connsiteY203" fmla="*/ 3684705 h 6858000"/>
              <a:gd name="connsiteX204" fmla="*/ 1313114 w 7467600"/>
              <a:gd name="connsiteY204" fmla="*/ 3655216 h 6858000"/>
              <a:gd name="connsiteX205" fmla="*/ 1109304 w 7467600"/>
              <a:gd name="connsiteY205" fmla="*/ 3669030 h 6858000"/>
              <a:gd name="connsiteX206" fmla="*/ 8129 w 7467600"/>
              <a:gd name="connsiteY206" fmla="*/ 4330519 h 6858000"/>
              <a:gd name="connsiteX207" fmla="*/ 687572 w 7467600"/>
              <a:gd name="connsiteY207" fmla="*/ 3925629 h 6858000"/>
              <a:gd name="connsiteX208" fmla="*/ 1138365 w 7467600"/>
              <a:gd name="connsiteY208" fmla="*/ 3774515 h 6858000"/>
              <a:gd name="connsiteX209" fmla="*/ 1505579 w 7467600"/>
              <a:gd name="connsiteY209" fmla="*/ 3655526 h 6858000"/>
              <a:gd name="connsiteX210" fmla="*/ 1313114 w 7467600"/>
              <a:gd name="connsiteY210" fmla="*/ 3655216 h 6858000"/>
              <a:gd name="connsiteX211" fmla="*/ 3655073 w 7467600"/>
              <a:gd name="connsiteY211" fmla="*/ 3650884 h 6858000"/>
              <a:gd name="connsiteX212" fmla="*/ 3989938 w 7467600"/>
              <a:gd name="connsiteY212" fmla="*/ 3991685 h 6858000"/>
              <a:gd name="connsiteX213" fmla="*/ 4393907 w 7467600"/>
              <a:gd name="connsiteY213" fmla="*/ 4261258 h 6858000"/>
              <a:gd name="connsiteX214" fmla="*/ 4648051 w 7467600"/>
              <a:gd name="connsiteY214" fmla="*/ 4374051 h 6858000"/>
              <a:gd name="connsiteX215" fmla="*/ 4383389 w 7467600"/>
              <a:gd name="connsiteY215" fmla="*/ 4184369 h 6858000"/>
              <a:gd name="connsiteX216" fmla="*/ 4165508 w 7467600"/>
              <a:gd name="connsiteY216" fmla="*/ 4035196 h 6858000"/>
              <a:gd name="connsiteX217" fmla="*/ 4068162 w 7467600"/>
              <a:gd name="connsiteY217" fmla="*/ 3953394 h 6858000"/>
              <a:gd name="connsiteX218" fmla="*/ 3981416 w 7467600"/>
              <a:gd name="connsiteY218" fmla="*/ 3880482 h 6858000"/>
              <a:gd name="connsiteX219" fmla="*/ 3800147 w 7467600"/>
              <a:gd name="connsiteY219" fmla="*/ 3749872 h 6858000"/>
              <a:gd name="connsiteX220" fmla="*/ 3655073 w 7467600"/>
              <a:gd name="connsiteY220" fmla="*/ 3650884 h 6858000"/>
              <a:gd name="connsiteX221" fmla="*/ 3670252 w 7467600"/>
              <a:gd name="connsiteY221" fmla="*/ 3622798 h 6858000"/>
              <a:gd name="connsiteX222" fmla="*/ 3817258 w 7467600"/>
              <a:gd name="connsiteY222" fmla="*/ 3723577 h 6858000"/>
              <a:gd name="connsiteX223" fmla="*/ 4000461 w 7467600"/>
              <a:gd name="connsiteY223" fmla="*/ 3855966 h 6858000"/>
              <a:gd name="connsiteX224" fmla="*/ 4088180 w 7467600"/>
              <a:gd name="connsiteY224" fmla="*/ 3929774 h 6858000"/>
              <a:gd name="connsiteX225" fmla="*/ 4184555 w 7467600"/>
              <a:gd name="connsiteY225" fmla="*/ 4010683 h 6858000"/>
              <a:gd name="connsiteX226" fmla="*/ 4399563 w 7467600"/>
              <a:gd name="connsiteY226" fmla="*/ 4158106 h 6858000"/>
              <a:gd name="connsiteX227" fmla="*/ 4684469 w 7467600"/>
              <a:gd name="connsiteY227" fmla="*/ 4364680 h 6858000"/>
              <a:gd name="connsiteX228" fmla="*/ 4690271 w 7467600"/>
              <a:gd name="connsiteY228" fmla="*/ 4370034 h 6858000"/>
              <a:gd name="connsiteX229" fmla="*/ 4136093 w 7467600"/>
              <a:gd name="connsiteY229" fmla="*/ 3858466 h 6858000"/>
              <a:gd name="connsiteX230" fmla="*/ 3670252 w 7467600"/>
              <a:gd name="connsiteY230" fmla="*/ 3622798 h 6858000"/>
              <a:gd name="connsiteX231" fmla="*/ 4440129 w 7467600"/>
              <a:gd name="connsiteY231" fmla="*/ 3448571 h 6858000"/>
              <a:gd name="connsiteX232" fmla="*/ 4856525 w 7467600"/>
              <a:gd name="connsiteY232" fmla="*/ 3915351 h 6858000"/>
              <a:gd name="connsiteX233" fmla="*/ 5059055 w 7467600"/>
              <a:gd name="connsiteY233" fmla="*/ 4108918 h 6858000"/>
              <a:gd name="connsiteX234" fmla="*/ 5290070 w 7467600"/>
              <a:gd name="connsiteY234" fmla="*/ 4263619 h 6858000"/>
              <a:gd name="connsiteX235" fmla="*/ 4834991 w 7467600"/>
              <a:gd name="connsiteY235" fmla="*/ 3830985 h 6858000"/>
              <a:gd name="connsiteX236" fmla="*/ 4440129 w 7467600"/>
              <a:gd name="connsiteY236" fmla="*/ 3448571 h 6858000"/>
              <a:gd name="connsiteX237" fmla="*/ 4441737 w 7467600"/>
              <a:gd name="connsiteY237" fmla="*/ 3399734 h 6858000"/>
              <a:gd name="connsiteX238" fmla="*/ 4431236 w 7467600"/>
              <a:gd name="connsiteY238" fmla="*/ 3400954 h 6858000"/>
              <a:gd name="connsiteX239" fmla="*/ 4557150 w 7467600"/>
              <a:gd name="connsiteY239" fmla="*/ 3510023 h 6858000"/>
              <a:gd name="connsiteX240" fmla="*/ 4856936 w 7467600"/>
              <a:gd name="connsiteY240" fmla="*/ 3809146 h 6858000"/>
              <a:gd name="connsiteX241" fmla="*/ 5111996 w 7467600"/>
              <a:gd name="connsiteY241" fmla="*/ 4065759 h 6858000"/>
              <a:gd name="connsiteX242" fmla="*/ 5388878 w 7467600"/>
              <a:gd name="connsiteY242" fmla="*/ 4300185 h 6858000"/>
              <a:gd name="connsiteX243" fmla="*/ 5425556 w 7467600"/>
              <a:gd name="connsiteY243" fmla="*/ 4308967 h 6858000"/>
              <a:gd name="connsiteX244" fmla="*/ 4943646 w 7467600"/>
              <a:gd name="connsiteY244" fmla="*/ 3822916 h 6858000"/>
              <a:gd name="connsiteX245" fmla="*/ 4594837 w 7467600"/>
              <a:gd name="connsiteY245" fmla="*/ 3532274 h 6858000"/>
              <a:gd name="connsiteX246" fmla="*/ 4441737 w 7467600"/>
              <a:gd name="connsiteY246" fmla="*/ 3399734 h 6858000"/>
              <a:gd name="connsiteX247" fmla="*/ 5425834 w 7467600"/>
              <a:gd name="connsiteY247" fmla="*/ 3162785 h 6858000"/>
              <a:gd name="connsiteX248" fmla="*/ 5401644 w 7467600"/>
              <a:gd name="connsiteY248" fmla="*/ 3617847 h 6858000"/>
              <a:gd name="connsiteX249" fmla="*/ 5467256 w 7467600"/>
              <a:gd name="connsiteY249" fmla="*/ 4175494 h 6858000"/>
              <a:gd name="connsiteX250" fmla="*/ 5448069 w 7467600"/>
              <a:gd name="connsiteY250" fmla="*/ 3567554 h 6858000"/>
              <a:gd name="connsiteX251" fmla="*/ 5425834 w 7467600"/>
              <a:gd name="connsiteY251" fmla="*/ 3162785 h 6858000"/>
              <a:gd name="connsiteX252" fmla="*/ 1318687 w 7467600"/>
              <a:gd name="connsiteY252" fmla="*/ 3113840 h 6858000"/>
              <a:gd name="connsiteX253" fmla="*/ 1066793 w 7467600"/>
              <a:gd name="connsiteY253" fmla="*/ 3212171 h 6858000"/>
              <a:gd name="connsiteX254" fmla="*/ 993319 w 7467600"/>
              <a:gd name="connsiteY254" fmla="*/ 3247648 h 6858000"/>
              <a:gd name="connsiteX255" fmla="*/ 853081 w 7467600"/>
              <a:gd name="connsiteY255" fmla="*/ 3312410 h 6858000"/>
              <a:gd name="connsiteX256" fmla="*/ 805957 w 7467600"/>
              <a:gd name="connsiteY256" fmla="*/ 3330443 h 6858000"/>
              <a:gd name="connsiteX257" fmla="*/ 1318687 w 7467600"/>
              <a:gd name="connsiteY257" fmla="*/ 3113840 h 6858000"/>
              <a:gd name="connsiteX258" fmla="*/ 5453702 w 7467600"/>
              <a:gd name="connsiteY258" fmla="*/ 3090882 h 6858000"/>
              <a:gd name="connsiteX259" fmla="*/ 5480135 w 7467600"/>
              <a:gd name="connsiteY259" fmla="*/ 3565802 h 6858000"/>
              <a:gd name="connsiteX260" fmla="*/ 5499023 w 7467600"/>
              <a:gd name="connsiteY260" fmla="*/ 4166310 h 6858000"/>
              <a:gd name="connsiteX261" fmla="*/ 5547022 w 7467600"/>
              <a:gd name="connsiteY261" fmla="*/ 3607838 h 6858000"/>
              <a:gd name="connsiteX262" fmla="*/ 5515964 w 7467600"/>
              <a:gd name="connsiteY262" fmla="*/ 3378541 h 6858000"/>
              <a:gd name="connsiteX263" fmla="*/ 5453702 w 7467600"/>
              <a:gd name="connsiteY263" fmla="*/ 3090882 h 6858000"/>
              <a:gd name="connsiteX264" fmla="*/ 1238695 w 7467600"/>
              <a:gd name="connsiteY264" fmla="*/ 3076820 h 6858000"/>
              <a:gd name="connsiteX265" fmla="*/ 716371 w 7467600"/>
              <a:gd name="connsiteY265" fmla="*/ 3293249 h 6858000"/>
              <a:gd name="connsiteX266" fmla="*/ 579522 w 7467600"/>
              <a:gd name="connsiteY266" fmla="*/ 3371759 h 6858000"/>
              <a:gd name="connsiteX267" fmla="*/ 600288 w 7467600"/>
              <a:gd name="connsiteY267" fmla="*/ 3365555 h 6858000"/>
              <a:gd name="connsiteX268" fmla="*/ 840692 w 7467600"/>
              <a:gd name="connsiteY268" fmla="*/ 3284921 h 6858000"/>
              <a:gd name="connsiteX269" fmla="*/ 979248 w 7467600"/>
              <a:gd name="connsiteY269" fmla="*/ 3221003 h 6858000"/>
              <a:gd name="connsiteX270" fmla="*/ 1053282 w 7467600"/>
              <a:gd name="connsiteY270" fmla="*/ 3185247 h 6858000"/>
              <a:gd name="connsiteX271" fmla="*/ 1320603 w 7467600"/>
              <a:gd name="connsiteY271" fmla="*/ 3081281 h 6858000"/>
              <a:gd name="connsiteX272" fmla="*/ 1238695 w 7467600"/>
              <a:gd name="connsiteY272" fmla="*/ 3076820 h 6858000"/>
              <a:gd name="connsiteX273" fmla="*/ 5425627 w 7467600"/>
              <a:gd name="connsiteY273" fmla="*/ 2954192 h 6858000"/>
              <a:gd name="connsiteX274" fmla="*/ 5470770 w 7467600"/>
              <a:gd name="connsiteY274" fmla="*/ 3005435 h 6858000"/>
              <a:gd name="connsiteX275" fmla="*/ 5519779 w 7467600"/>
              <a:gd name="connsiteY275" fmla="*/ 4359223 h 6858000"/>
              <a:gd name="connsiteX276" fmla="*/ 5520293 w 7467600"/>
              <a:gd name="connsiteY276" fmla="*/ 4360602 h 6858000"/>
              <a:gd name="connsiteX277" fmla="*/ 5767221 w 7467600"/>
              <a:gd name="connsiteY277" fmla="*/ 4665564 h 6858000"/>
              <a:gd name="connsiteX278" fmla="*/ 6937169 w 7467600"/>
              <a:gd name="connsiteY278" fmla="*/ 4815941 h 6858000"/>
              <a:gd name="connsiteX279" fmla="*/ 6953922 w 7467600"/>
              <a:gd name="connsiteY279" fmla="*/ 4890068 h 6858000"/>
              <a:gd name="connsiteX280" fmla="*/ 6071359 w 7467600"/>
              <a:gd name="connsiteY280" fmla="*/ 4770770 h 6858000"/>
              <a:gd name="connsiteX281" fmla="*/ 6038839 w 7467600"/>
              <a:gd name="connsiteY281" fmla="*/ 4764474 h 6858000"/>
              <a:gd name="connsiteX282" fmla="*/ 6038706 w 7467600"/>
              <a:gd name="connsiteY282" fmla="*/ 4763847 h 6858000"/>
              <a:gd name="connsiteX283" fmla="*/ 6037784 w 7467600"/>
              <a:gd name="connsiteY283" fmla="*/ 4764270 h 6858000"/>
              <a:gd name="connsiteX284" fmla="*/ 6038839 w 7467600"/>
              <a:gd name="connsiteY284" fmla="*/ 4764474 h 6858000"/>
              <a:gd name="connsiteX285" fmla="*/ 6040338 w 7467600"/>
              <a:gd name="connsiteY285" fmla="*/ 4771418 h 6858000"/>
              <a:gd name="connsiteX286" fmla="*/ 6024488 w 7467600"/>
              <a:gd name="connsiteY286" fmla="*/ 4809903 h 6858000"/>
              <a:gd name="connsiteX287" fmla="*/ 5599771 w 7467600"/>
              <a:gd name="connsiteY287" fmla="*/ 5509652 h 6858000"/>
              <a:gd name="connsiteX288" fmla="*/ 5548843 w 7467600"/>
              <a:gd name="connsiteY288" fmla="*/ 5563845 h 6858000"/>
              <a:gd name="connsiteX289" fmla="*/ 5940952 w 7467600"/>
              <a:gd name="connsiteY289" fmla="*/ 6250028 h 6858000"/>
              <a:gd name="connsiteX290" fmla="*/ 6043441 w 7467600"/>
              <a:gd name="connsiteY290" fmla="*/ 6665847 h 6858000"/>
              <a:gd name="connsiteX291" fmla="*/ 6093432 w 7467600"/>
              <a:gd name="connsiteY291" fmla="*/ 6858000 h 6858000"/>
              <a:gd name="connsiteX292" fmla="*/ 6034344 w 7467600"/>
              <a:gd name="connsiteY292" fmla="*/ 6858000 h 6858000"/>
              <a:gd name="connsiteX293" fmla="*/ 6026679 w 7467600"/>
              <a:gd name="connsiteY293" fmla="*/ 6836959 h 6858000"/>
              <a:gd name="connsiteX294" fmla="*/ 5800441 w 7467600"/>
              <a:gd name="connsiteY294" fmla="*/ 6335286 h 6858000"/>
              <a:gd name="connsiteX295" fmla="*/ 5526562 w 7467600"/>
              <a:gd name="connsiteY295" fmla="*/ 5705388 h 6858000"/>
              <a:gd name="connsiteX296" fmla="*/ 5519640 w 7467600"/>
              <a:gd name="connsiteY296" fmla="*/ 5683774 h 6858000"/>
              <a:gd name="connsiteX297" fmla="*/ 5844559 w 7467600"/>
              <a:gd name="connsiteY297" fmla="*/ 6553349 h 6858000"/>
              <a:gd name="connsiteX298" fmla="*/ 5975994 w 7467600"/>
              <a:gd name="connsiteY298" fmla="*/ 6858000 h 6858000"/>
              <a:gd name="connsiteX299" fmla="*/ 5898547 w 7467600"/>
              <a:gd name="connsiteY299" fmla="*/ 6858000 h 6858000"/>
              <a:gd name="connsiteX300" fmla="*/ 5682041 w 7467600"/>
              <a:gd name="connsiteY300" fmla="*/ 6355860 h 6858000"/>
              <a:gd name="connsiteX301" fmla="*/ 5461758 w 7467600"/>
              <a:gd name="connsiteY301" fmla="*/ 5820220 h 6858000"/>
              <a:gd name="connsiteX302" fmla="*/ 5237282 w 7467600"/>
              <a:gd name="connsiteY302" fmla="*/ 6579086 h 6858000"/>
              <a:gd name="connsiteX303" fmla="*/ 5115009 w 7467600"/>
              <a:gd name="connsiteY303" fmla="*/ 6858000 h 6858000"/>
              <a:gd name="connsiteX304" fmla="*/ 5028074 w 7467600"/>
              <a:gd name="connsiteY304" fmla="*/ 6858000 h 6858000"/>
              <a:gd name="connsiteX305" fmla="*/ 5079508 w 7467600"/>
              <a:gd name="connsiteY305" fmla="*/ 6749074 h 6858000"/>
              <a:gd name="connsiteX306" fmla="*/ 5371846 w 7467600"/>
              <a:gd name="connsiteY306" fmla="*/ 5924413 h 6858000"/>
              <a:gd name="connsiteX307" fmla="*/ 5270512 w 7467600"/>
              <a:gd name="connsiteY307" fmla="*/ 6138975 h 6858000"/>
              <a:gd name="connsiteX308" fmla="*/ 5062409 w 7467600"/>
              <a:gd name="connsiteY308" fmla="*/ 6653544 h 6858000"/>
              <a:gd name="connsiteX309" fmla="*/ 5036628 w 7467600"/>
              <a:gd name="connsiteY309" fmla="*/ 6754247 h 6858000"/>
              <a:gd name="connsiteX310" fmla="*/ 5009112 w 7467600"/>
              <a:gd name="connsiteY310" fmla="*/ 6858000 h 6858000"/>
              <a:gd name="connsiteX311" fmla="*/ 4976679 w 7467600"/>
              <a:gd name="connsiteY311" fmla="*/ 6858000 h 6858000"/>
              <a:gd name="connsiteX312" fmla="*/ 5006537 w 7467600"/>
              <a:gd name="connsiteY312" fmla="*/ 6747068 h 6858000"/>
              <a:gd name="connsiteX313" fmla="*/ 5032723 w 7467600"/>
              <a:gd name="connsiteY313" fmla="*/ 6644957 h 6858000"/>
              <a:gd name="connsiteX314" fmla="*/ 5242949 w 7467600"/>
              <a:gd name="connsiteY314" fmla="*/ 6125175 h 6858000"/>
              <a:gd name="connsiteX315" fmla="*/ 5286321 w 7467600"/>
              <a:gd name="connsiteY315" fmla="*/ 6033555 h 6858000"/>
              <a:gd name="connsiteX316" fmla="*/ 5008210 w 7467600"/>
              <a:gd name="connsiteY316" fmla="*/ 6649194 h 6858000"/>
              <a:gd name="connsiteX317" fmla="*/ 4986321 w 7467600"/>
              <a:gd name="connsiteY317" fmla="*/ 6765687 h 6858000"/>
              <a:gd name="connsiteX318" fmla="*/ 4973474 w 7467600"/>
              <a:gd name="connsiteY318" fmla="*/ 6858000 h 6858000"/>
              <a:gd name="connsiteX319" fmla="*/ 4907178 w 7467600"/>
              <a:gd name="connsiteY319" fmla="*/ 6858000 h 6858000"/>
              <a:gd name="connsiteX320" fmla="*/ 4910810 w 7467600"/>
              <a:gd name="connsiteY320" fmla="*/ 6829660 h 6858000"/>
              <a:gd name="connsiteX321" fmla="*/ 4987461 w 7467600"/>
              <a:gd name="connsiteY321" fmla="*/ 6432994 h 6858000"/>
              <a:gd name="connsiteX322" fmla="*/ 5179262 w 7467600"/>
              <a:gd name="connsiteY322" fmla="*/ 6035044 h 6858000"/>
              <a:gd name="connsiteX323" fmla="*/ 4689678 w 7467600"/>
              <a:gd name="connsiteY323" fmla="*/ 6440241 h 6858000"/>
              <a:gd name="connsiteX324" fmla="*/ 4477543 w 7467600"/>
              <a:gd name="connsiteY324" fmla="*/ 6674836 h 6858000"/>
              <a:gd name="connsiteX325" fmla="*/ 4329957 w 7467600"/>
              <a:gd name="connsiteY325" fmla="*/ 6858000 h 6858000"/>
              <a:gd name="connsiteX326" fmla="*/ 4218595 w 7467600"/>
              <a:gd name="connsiteY326" fmla="*/ 6858000 h 6858000"/>
              <a:gd name="connsiteX327" fmla="*/ 4368888 w 7467600"/>
              <a:gd name="connsiteY327" fmla="*/ 6668412 h 6858000"/>
              <a:gd name="connsiteX328" fmla="*/ 4563091 w 7467600"/>
              <a:gd name="connsiteY328" fmla="*/ 6442508 h 6858000"/>
              <a:gd name="connsiteX329" fmla="*/ 5387324 w 7467600"/>
              <a:gd name="connsiteY329" fmla="*/ 5705830 h 6858000"/>
              <a:gd name="connsiteX330" fmla="*/ 5073620 w 7467600"/>
              <a:gd name="connsiteY330" fmla="*/ 5955437 h 6858000"/>
              <a:gd name="connsiteX331" fmla="*/ 4689789 w 7467600"/>
              <a:gd name="connsiteY331" fmla="*/ 6268382 h 6858000"/>
              <a:gd name="connsiteX332" fmla="*/ 4418722 w 7467600"/>
              <a:gd name="connsiteY332" fmla="*/ 6570886 h 6858000"/>
              <a:gd name="connsiteX333" fmla="*/ 4214944 w 7467600"/>
              <a:gd name="connsiteY333" fmla="*/ 6858000 h 6858000"/>
              <a:gd name="connsiteX334" fmla="*/ 4177898 w 7467600"/>
              <a:gd name="connsiteY334" fmla="*/ 6858000 h 6858000"/>
              <a:gd name="connsiteX335" fmla="*/ 4391597 w 7467600"/>
              <a:gd name="connsiteY335" fmla="*/ 6556370 h 6858000"/>
              <a:gd name="connsiteX336" fmla="*/ 4668889 w 7467600"/>
              <a:gd name="connsiteY336" fmla="*/ 6246399 h 6858000"/>
              <a:gd name="connsiteX337" fmla="*/ 5055427 w 7467600"/>
              <a:gd name="connsiteY337" fmla="*/ 5931476 h 6858000"/>
              <a:gd name="connsiteX338" fmla="*/ 5371814 w 7467600"/>
              <a:gd name="connsiteY338" fmla="*/ 5678975 h 6858000"/>
              <a:gd name="connsiteX339" fmla="*/ 4987918 w 7467600"/>
              <a:gd name="connsiteY339" fmla="*/ 5838701 h 6858000"/>
              <a:gd name="connsiteX340" fmla="*/ 4317146 w 7467600"/>
              <a:gd name="connsiteY340" fmla="*/ 6587716 h 6858000"/>
              <a:gd name="connsiteX341" fmla="*/ 4171627 w 7467600"/>
              <a:gd name="connsiteY341" fmla="*/ 6858000 h 6858000"/>
              <a:gd name="connsiteX342" fmla="*/ 4081585 w 7467600"/>
              <a:gd name="connsiteY342" fmla="*/ 6858000 h 6858000"/>
              <a:gd name="connsiteX343" fmla="*/ 4238603 w 7467600"/>
              <a:gd name="connsiteY343" fmla="*/ 6559341 h 6858000"/>
              <a:gd name="connsiteX344" fmla="*/ 4778333 w 7467600"/>
              <a:gd name="connsiteY344" fmla="*/ 5873626 h 6858000"/>
              <a:gd name="connsiteX345" fmla="*/ 5414185 w 7467600"/>
              <a:gd name="connsiteY345" fmla="*/ 5573882 h 6858000"/>
              <a:gd name="connsiteX346" fmla="*/ 5959648 w 7467600"/>
              <a:gd name="connsiteY346" fmla="*/ 4760797 h 6858000"/>
              <a:gd name="connsiteX347" fmla="*/ 5355019 w 7467600"/>
              <a:gd name="connsiteY347" fmla="*/ 4734672 h 6858000"/>
              <a:gd name="connsiteX348" fmla="*/ 5083565 w 7467600"/>
              <a:gd name="connsiteY348" fmla="*/ 5179121 h 6858000"/>
              <a:gd name="connsiteX349" fmla="*/ 4713577 w 7467600"/>
              <a:gd name="connsiteY349" fmla="*/ 5616803 h 6858000"/>
              <a:gd name="connsiteX350" fmla="*/ 3989559 w 7467600"/>
              <a:gd name="connsiteY350" fmla="*/ 6145945 h 6858000"/>
              <a:gd name="connsiteX351" fmla="*/ 3939824 w 7467600"/>
              <a:gd name="connsiteY351" fmla="*/ 6066900 h 6858000"/>
              <a:gd name="connsiteX352" fmla="*/ 4584537 w 7467600"/>
              <a:gd name="connsiteY352" fmla="*/ 5324826 h 6858000"/>
              <a:gd name="connsiteX353" fmla="*/ 5037105 w 7467600"/>
              <a:gd name="connsiteY353" fmla="*/ 5088765 h 6858000"/>
              <a:gd name="connsiteX354" fmla="*/ 5039930 w 7467600"/>
              <a:gd name="connsiteY354" fmla="*/ 5089585 h 6858000"/>
              <a:gd name="connsiteX355" fmla="*/ 5263764 w 7467600"/>
              <a:gd name="connsiteY355" fmla="*/ 4735525 h 6858000"/>
              <a:gd name="connsiteX356" fmla="*/ 4086300 w 7467600"/>
              <a:gd name="connsiteY356" fmla="*/ 4884599 h 6858000"/>
              <a:gd name="connsiteX357" fmla="*/ 4085485 w 7467600"/>
              <a:gd name="connsiteY357" fmla="*/ 4899070 h 6858000"/>
              <a:gd name="connsiteX358" fmla="*/ 3871915 w 7467600"/>
              <a:gd name="connsiteY358" fmla="*/ 5253645 h 6858000"/>
              <a:gd name="connsiteX359" fmla="*/ 3799374 w 7467600"/>
              <a:gd name="connsiteY359" fmla="*/ 5466127 h 6858000"/>
              <a:gd name="connsiteX360" fmla="*/ 3498850 w 7467600"/>
              <a:gd name="connsiteY360" fmla="*/ 6661888 h 6858000"/>
              <a:gd name="connsiteX361" fmla="*/ 3399216 w 7467600"/>
              <a:gd name="connsiteY361" fmla="*/ 6858000 h 6858000"/>
              <a:gd name="connsiteX362" fmla="*/ 3303688 w 7467600"/>
              <a:gd name="connsiteY362" fmla="*/ 6858000 h 6858000"/>
              <a:gd name="connsiteX363" fmla="*/ 3391774 w 7467600"/>
              <a:gd name="connsiteY363" fmla="*/ 6697181 h 6858000"/>
              <a:gd name="connsiteX364" fmla="*/ 3735540 w 7467600"/>
              <a:gd name="connsiteY364" fmla="*/ 5546923 h 6858000"/>
              <a:gd name="connsiteX365" fmla="*/ 3729438 w 7467600"/>
              <a:gd name="connsiteY365" fmla="*/ 5569058 h 6858000"/>
              <a:gd name="connsiteX366" fmla="*/ 3707782 w 7467600"/>
              <a:gd name="connsiteY366" fmla="*/ 5644908 h 6858000"/>
              <a:gd name="connsiteX367" fmla="*/ 3583827 w 7467600"/>
              <a:gd name="connsiteY367" fmla="*/ 6039215 h 6858000"/>
              <a:gd name="connsiteX368" fmla="*/ 3547861 w 7467600"/>
              <a:gd name="connsiteY368" fmla="*/ 6129609 h 6858000"/>
              <a:gd name="connsiteX369" fmla="*/ 3490905 w 7467600"/>
              <a:gd name="connsiteY369" fmla="*/ 6277660 h 6858000"/>
              <a:gd name="connsiteX370" fmla="*/ 3455859 w 7467600"/>
              <a:gd name="connsiteY370" fmla="*/ 6391301 h 6858000"/>
              <a:gd name="connsiteX371" fmla="*/ 3429112 w 7467600"/>
              <a:gd name="connsiteY371" fmla="*/ 6479469 h 6858000"/>
              <a:gd name="connsiteX372" fmla="*/ 3304862 w 7467600"/>
              <a:gd name="connsiteY372" fmla="*/ 6796476 h 6858000"/>
              <a:gd name="connsiteX373" fmla="*/ 3276071 w 7467600"/>
              <a:gd name="connsiteY373" fmla="*/ 6858000 h 6858000"/>
              <a:gd name="connsiteX374" fmla="*/ 3240805 w 7467600"/>
              <a:gd name="connsiteY374" fmla="*/ 6858000 h 6858000"/>
              <a:gd name="connsiteX375" fmla="*/ 3275917 w 7467600"/>
              <a:gd name="connsiteY375" fmla="*/ 6783192 h 6858000"/>
              <a:gd name="connsiteX376" fmla="*/ 3399358 w 7467600"/>
              <a:gd name="connsiteY376" fmla="*/ 6469011 h 6858000"/>
              <a:gd name="connsiteX377" fmla="*/ 3425650 w 7467600"/>
              <a:gd name="connsiteY377" fmla="*/ 6381333 h 6858000"/>
              <a:gd name="connsiteX378" fmla="*/ 3460661 w 7467600"/>
              <a:gd name="connsiteY378" fmla="*/ 6266763 h 6858000"/>
              <a:gd name="connsiteX379" fmla="*/ 3518021 w 7467600"/>
              <a:gd name="connsiteY379" fmla="*/ 6117298 h 6858000"/>
              <a:gd name="connsiteX380" fmla="*/ 3554035 w 7467600"/>
              <a:gd name="connsiteY380" fmla="*/ 6027832 h 6858000"/>
              <a:gd name="connsiteX381" fmla="*/ 3677174 w 7467600"/>
              <a:gd name="connsiteY381" fmla="*/ 5636351 h 6858000"/>
              <a:gd name="connsiteX382" fmla="*/ 3698819 w 7467600"/>
              <a:gd name="connsiteY382" fmla="*/ 5560503 h 6858000"/>
              <a:gd name="connsiteX383" fmla="*/ 3702094 w 7467600"/>
              <a:gd name="connsiteY383" fmla="*/ 5549194 h 6858000"/>
              <a:gd name="connsiteX384" fmla="*/ 3398355 w 7467600"/>
              <a:gd name="connsiteY384" fmla="*/ 6094603 h 6858000"/>
              <a:gd name="connsiteX385" fmla="*/ 3193941 w 7467600"/>
              <a:gd name="connsiteY385" fmla="*/ 6798775 h 6858000"/>
              <a:gd name="connsiteX386" fmla="*/ 3184140 w 7467600"/>
              <a:gd name="connsiteY386" fmla="*/ 6858000 h 6858000"/>
              <a:gd name="connsiteX387" fmla="*/ 3099978 w 7467600"/>
              <a:gd name="connsiteY387" fmla="*/ 6858000 h 6858000"/>
              <a:gd name="connsiteX388" fmla="*/ 3101556 w 7467600"/>
              <a:gd name="connsiteY388" fmla="*/ 6843337 h 6858000"/>
              <a:gd name="connsiteX389" fmla="*/ 3370162 w 7467600"/>
              <a:gd name="connsiteY389" fmla="*/ 5785550 h 6858000"/>
              <a:gd name="connsiteX390" fmla="*/ 3746477 w 7467600"/>
              <a:gd name="connsiteY390" fmla="*/ 5377889 h 6858000"/>
              <a:gd name="connsiteX391" fmla="*/ 3863399 w 7467600"/>
              <a:gd name="connsiteY391" fmla="*/ 5087257 h 6858000"/>
              <a:gd name="connsiteX392" fmla="*/ 3968712 w 7467600"/>
              <a:gd name="connsiteY392" fmla="*/ 4913989 h 6858000"/>
              <a:gd name="connsiteX393" fmla="*/ 2792390 w 7467600"/>
              <a:gd name="connsiteY393" fmla="*/ 5382974 h 6858000"/>
              <a:gd name="connsiteX394" fmla="*/ 2714982 w 7467600"/>
              <a:gd name="connsiteY394" fmla="*/ 5427051 h 6858000"/>
              <a:gd name="connsiteX395" fmla="*/ 2813361 w 7467600"/>
              <a:gd name="connsiteY395" fmla="*/ 6023912 h 6858000"/>
              <a:gd name="connsiteX396" fmla="*/ 2688430 w 7467600"/>
              <a:gd name="connsiteY396" fmla="*/ 6801564 h 6858000"/>
              <a:gd name="connsiteX397" fmla="*/ 2629626 w 7467600"/>
              <a:gd name="connsiteY397" fmla="*/ 6763394 h 6858000"/>
              <a:gd name="connsiteX398" fmla="*/ 2565328 w 7467600"/>
              <a:gd name="connsiteY398" fmla="*/ 5516399 h 6858000"/>
              <a:gd name="connsiteX399" fmla="*/ 1922999 w 7467600"/>
              <a:gd name="connsiteY399" fmla="*/ 5980343 h 6858000"/>
              <a:gd name="connsiteX400" fmla="*/ 1950261 w 7467600"/>
              <a:gd name="connsiteY400" fmla="*/ 6405858 h 6858000"/>
              <a:gd name="connsiteX401" fmla="*/ 2365554 w 7467600"/>
              <a:gd name="connsiteY401" fmla="*/ 6759107 h 6858000"/>
              <a:gd name="connsiteX402" fmla="*/ 2424142 w 7467600"/>
              <a:gd name="connsiteY402" fmla="*/ 6858000 h 6858000"/>
              <a:gd name="connsiteX403" fmla="*/ 2395994 w 7467600"/>
              <a:gd name="connsiteY403" fmla="*/ 6858000 h 6858000"/>
              <a:gd name="connsiteX404" fmla="*/ 2392863 w 7467600"/>
              <a:gd name="connsiteY404" fmla="*/ 6852964 h 6858000"/>
              <a:gd name="connsiteX405" fmla="*/ 2017589 w 7467600"/>
              <a:gd name="connsiteY405" fmla="*/ 6493982 h 6858000"/>
              <a:gd name="connsiteX406" fmla="*/ 2147336 w 7467600"/>
              <a:gd name="connsiteY406" fmla="*/ 6594052 h 6858000"/>
              <a:gd name="connsiteX407" fmla="*/ 2207047 w 7467600"/>
              <a:gd name="connsiteY407" fmla="*/ 6654540 h 6858000"/>
              <a:gd name="connsiteX408" fmla="*/ 2299106 w 7467600"/>
              <a:gd name="connsiteY408" fmla="*/ 6778931 h 6858000"/>
              <a:gd name="connsiteX409" fmla="*/ 2314430 w 7467600"/>
              <a:gd name="connsiteY409" fmla="*/ 6801144 h 6858000"/>
              <a:gd name="connsiteX410" fmla="*/ 2352406 w 7467600"/>
              <a:gd name="connsiteY410" fmla="*/ 6858000 h 6858000"/>
              <a:gd name="connsiteX411" fmla="*/ 2314492 w 7467600"/>
              <a:gd name="connsiteY411" fmla="*/ 6858000 h 6858000"/>
              <a:gd name="connsiteX412" fmla="*/ 2288095 w 7467600"/>
              <a:gd name="connsiteY412" fmla="*/ 6818030 h 6858000"/>
              <a:gd name="connsiteX413" fmla="*/ 2272768 w 7467600"/>
              <a:gd name="connsiteY413" fmla="*/ 6795822 h 6858000"/>
              <a:gd name="connsiteX414" fmla="*/ 2182715 w 7467600"/>
              <a:gd name="connsiteY414" fmla="*/ 6675071 h 6858000"/>
              <a:gd name="connsiteX415" fmla="*/ 2032061 w 7467600"/>
              <a:gd name="connsiteY415" fmla="*/ 6541380 h 6858000"/>
              <a:gd name="connsiteX416" fmla="*/ 2257220 w 7467600"/>
              <a:gd name="connsiteY416" fmla="*/ 6826257 h 6858000"/>
              <a:gd name="connsiteX417" fmla="*/ 2281324 w 7467600"/>
              <a:gd name="connsiteY417" fmla="*/ 6858000 h 6858000"/>
              <a:gd name="connsiteX418" fmla="*/ 2242860 w 7467600"/>
              <a:gd name="connsiteY418" fmla="*/ 6858000 h 6858000"/>
              <a:gd name="connsiteX419" fmla="*/ 2232818 w 7467600"/>
              <a:gd name="connsiteY419" fmla="*/ 6844926 h 6858000"/>
              <a:gd name="connsiteX420" fmla="*/ 1990172 w 7467600"/>
              <a:gd name="connsiteY420" fmla="*/ 6542121 h 6858000"/>
              <a:gd name="connsiteX421" fmla="*/ 2124090 w 7467600"/>
              <a:gd name="connsiteY421" fmla="*/ 6761017 h 6858000"/>
              <a:gd name="connsiteX422" fmla="*/ 2200380 w 7467600"/>
              <a:gd name="connsiteY422" fmla="*/ 6858000 h 6858000"/>
              <a:gd name="connsiteX423" fmla="*/ 2147507 w 7467600"/>
              <a:gd name="connsiteY423" fmla="*/ 6858000 h 6858000"/>
              <a:gd name="connsiteX424" fmla="*/ 2070668 w 7467600"/>
              <a:gd name="connsiteY424" fmla="*/ 6761520 h 6858000"/>
              <a:gd name="connsiteX425" fmla="*/ 1975142 w 7467600"/>
              <a:gd name="connsiteY425" fmla="*/ 6585570 h 6858000"/>
              <a:gd name="connsiteX426" fmla="*/ 2050035 w 7467600"/>
              <a:gd name="connsiteY426" fmla="*/ 6813345 h 6858000"/>
              <a:gd name="connsiteX427" fmla="*/ 2063025 w 7467600"/>
              <a:gd name="connsiteY427" fmla="*/ 6858000 h 6858000"/>
              <a:gd name="connsiteX428" fmla="*/ 2021675 w 7467600"/>
              <a:gd name="connsiteY428" fmla="*/ 6858000 h 6858000"/>
              <a:gd name="connsiteX429" fmla="*/ 2019308 w 7467600"/>
              <a:gd name="connsiteY429" fmla="*/ 6847118 h 6858000"/>
              <a:gd name="connsiteX430" fmla="*/ 1938835 w 7467600"/>
              <a:gd name="connsiteY430" fmla="*/ 6551160 h 6858000"/>
              <a:gd name="connsiteX431" fmla="*/ 1953230 w 7467600"/>
              <a:gd name="connsiteY431" fmla="*/ 6759699 h 6858000"/>
              <a:gd name="connsiteX432" fmla="*/ 1956763 w 7467600"/>
              <a:gd name="connsiteY432" fmla="*/ 6778191 h 6858000"/>
              <a:gd name="connsiteX433" fmla="*/ 1967925 w 7467600"/>
              <a:gd name="connsiteY433" fmla="*/ 6858000 h 6858000"/>
              <a:gd name="connsiteX434" fmla="*/ 1936622 w 7467600"/>
              <a:gd name="connsiteY434" fmla="*/ 6858000 h 6858000"/>
              <a:gd name="connsiteX435" fmla="*/ 1926261 w 7467600"/>
              <a:gd name="connsiteY435" fmla="*/ 6784064 h 6858000"/>
              <a:gd name="connsiteX436" fmla="*/ 1922724 w 7467600"/>
              <a:gd name="connsiteY436" fmla="*/ 6765577 h 6858000"/>
              <a:gd name="connsiteX437" fmla="*/ 1904650 w 7467600"/>
              <a:gd name="connsiteY437" fmla="*/ 6639616 h 6858000"/>
              <a:gd name="connsiteX438" fmla="*/ 1885273 w 7467600"/>
              <a:gd name="connsiteY438" fmla="*/ 6858000 h 6858000"/>
              <a:gd name="connsiteX439" fmla="*/ 1854363 w 7467600"/>
              <a:gd name="connsiteY439" fmla="*/ 6858000 h 6858000"/>
              <a:gd name="connsiteX440" fmla="*/ 1880391 w 7467600"/>
              <a:gd name="connsiteY440" fmla="*/ 6603796 h 6858000"/>
              <a:gd name="connsiteX441" fmla="*/ 1818273 w 7467600"/>
              <a:gd name="connsiteY441" fmla="*/ 6715729 h 6858000"/>
              <a:gd name="connsiteX442" fmla="*/ 1794691 w 7467600"/>
              <a:gd name="connsiteY442" fmla="*/ 6843239 h 6858000"/>
              <a:gd name="connsiteX443" fmla="*/ 1794914 w 7467600"/>
              <a:gd name="connsiteY443" fmla="*/ 6858000 h 6858000"/>
              <a:gd name="connsiteX444" fmla="*/ 1746128 w 7467600"/>
              <a:gd name="connsiteY444" fmla="*/ 6858000 h 6858000"/>
              <a:gd name="connsiteX445" fmla="*/ 1753934 w 7467600"/>
              <a:gd name="connsiteY445" fmla="*/ 6724796 h 6858000"/>
              <a:gd name="connsiteX446" fmla="*/ 1792053 w 7467600"/>
              <a:gd name="connsiteY446" fmla="*/ 6572396 h 6858000"/>
              <a:gd name="connsiteX447" fmla="*/ 1862248 w 7467600"/>
              <a:gd name="connsiteY447" fmla="*/ 6266397 h 6858000"/>
              <a:gd name="connsiteX448" fmla="*/ 1862250 w 7467600"/>
              <a:gd name="connsiteY448" fmla="*/ 6033531 h 6858000"/>
              <a:gd name="connsiteX449" fmla="*/ 1211999 w 7467600"/>
              <a:gd name="connsiteY449" fmla="*/ 6683610 h 6858000"/>
              <a:gd name="connsiteX450" fmla="*/ 1213266 w 7467600"/>
              <a:gd name="connsiteY450" fmla="*/ 6691947 h 6858000"/>
              <a:gd name="connsiteX451" fmla="*/ 1203370 w 7467600"/>
              <a:gd name="connsiteY451" fmla="*/ 6850676 h 6858000"/>
              <a:gd name="connsiteX452" fmla="*/ 1203671 w 7467600"/>
              <a:gd name="connsiteY452" fmla="*/ 6858000 h 6858000"/>
              <a:gd name="connsiteX453" fmla="*/ 1143180 w 7467600"/>
              <a:gd name="connsiteY453" fmla="*/ 6858000 h 6858000"/>
              <a:gd name="connsiteX454" fmla="*/ 1142176 w 7467600"/>
              <a:gd name="connsiteY454" fmla="*/ 6766045 h 6858000"/>
              <a:gd name="connsiteX455" fmla="*/ 1067484 w 7467600"/>
              <a:gd name="connsiteY455" fmla="*/ 6858000 h 6858000"/>
              <a:gd name="connsiteX456" fmla="*/ 953928 w 7467600"/>
              <a:gd name="connsiteY456" fmla="*/ 6858000 h 6858000"/>
              <a:gd name="connsiteX457" fmla="*/ 959715 w 7467600"/>
              <a:gd name="connsiteY457" fmla="*/ 6850185 h 6858000"/>
              <a:gd name="connsiteX458" fmla="*/ 1483788 w 7467600"/>
              <a:gd name="connsiteY458" fmla="*/ 6259174 h 6858000"/>
              <a:gd name="connsiteX459" fmla="*/ 1100671 w 7467600"/>
              <a:gd name="connsiteY459" fmla="*/ 6252137 h 6858000"/>
              <a:gd name="connsiteX460" fmla="*/ 1090144 w 7467600"/>
              <a:gd name="connsiteY460" fmla="*/ 6256748 h 6858000"/>
              <a:gd name="connsiteX461" fmla="*/ 1095872 w 7467600"/>
              <a:gd name="connsiteY461" fmla="*/ 6271892 h 6858000"/>
              <a:gd name="connsiteX462" fmla="*/ 262785 w 7467600"/>
              <a:gd name="connsiteY462" fmla="*/ 6845450 h 6858000"/>
              <a:gd name="connsiteX463" fmla="*/ 209968 w 7467600"/>
              <a:gd name="connsiteY463" fmla="*/ 6770713 h 6858000"/>
              <a:gd name="connsiteX464" fmla="*/ 873460 w 7467600"/>
              <a:gd name="connsiteY464" fmla="*/ 6253768 h 6858000"/>
              <a:gd name="connsiteX465" fmla="*/ 192686 w 7467600"/>
              <a:gd name="connsiteY465" fmla="*/ 5849257 h 6858000"/>
              <a:gd name="connsiteX466" fmla="*/ 4696 w 7467600"/>
              <a:gd name="connsiteY466" fmla="*/ 5697668 h 6858000"/>
              <a:gd name="connsiteX467" fmla="*/ 0 w 7467600"/>
              <a:gd name="connsiteY467" fmla="*/ 5689984 h 6858000"/>
              <a:gd name="connsiteX468" fmla="*/ 0 w 7467600"/>
              <a:gd name="connsiteY468" fmla="*/ 5513472 h 6858000"/>
              <a:gd name="connsiteX469" fmla="*/ 174101 w 7467600"/>
              <a:gd name="connsiteY469" fmla="*/ 5620277 h 6858000"/>
              <a:gd name="connsiteX470" fmla="*/ 891800 w 7467600"/>
              <a:gd name="connsiteY470" fmla="*/ 6036935 h 6858000"/>
              <a:gd name="connsiteX471" fmla="*/ 1072219 w 7467600"/>
              <a:gd name="connsiteY471" fmla="*/ 6169443 h 6858000"/>
              <a:gd name="connsiteX472" fmla="*/ 1074117 w 7467600"/>
              <a:gd name="connsiteY472" fmla="*/ 6170301 h 6858000"/>
              <a:gd name="connsiteX473" fmla="*/ 1083114 w 7467600"/>
              <a:gd name="connsiteY473" fmla="*/ 6174131 h 6858000"/>
              <a:gd name="connsiteX474" fmla="*/ 1543010 w 7467600"/>
              <a:gd name="connsiteY474" fmla="*/ 6191140 h 6858000"/>
              <a:gd name="connsiteX475" fmla="*/ 1551080 w 7467600"/>
              <a:gd name="connsiteY475" fmla="*/ 6195006 h 6858000"/>
              <a:gd name="connsiteX476" fmla="*/ 2345443 w 7467600"/>
              <a:gd name="connsiteY476" fmla="*/ 5549882 h 6858000"/>
              <a:gd name="connsiteX477" fmla="*/ 1721499 w 7467600"/>
              <a:gd name="connsiteY477" fmla="*/ 5599969 h 6858000"/>
              <a:gd name="connsiteX478" fmla="*/ 767716 w 7467600"/>
              <a:gd name="connsiteY478" fmla="*/ 5472768 h 6858000"/>
              <a:gd name="connsiteX479" fmla="*/ 722147 w 7467600"/>
              <a:gd name="connsiteY479" fmla="*/ 5393091 h 6858000"/>
              <a:gd name="connsiteX480" fmla="*/ 1485552 w 7467600"/>
              <a:gd name="connsiteY480" fmla="*/ 5313202 h 6858000"/>
              <a:gd name="connsiteX481" fmla="*/ 2143004 w 7467600"/>
              <a:gd name="connsiteY481" fmla="*/ 5402420 h 6858000"/>
              <a:gd name="connsiteX482" fmla="*/ 1933391 w 7467600"/>
              <a:gd name="connsiteY482" fmla="*/ 5156971 h 6858000"/>
              <a:gd name="connsiteX483" fmla="*/ 1827118 w 7467600"/>
              <a:gd name="connsiteY483" fmla="*/ 4968410 h 6858000"/>
              <a:gd name="connsiteX484" fmla="*/ 1837349 w 7467600"/>
              <a:gd name="connsiteY484" fmla="*/ 4956357 h 6858000"/>
              <a:gd name="connsiteX485" fmla="*/ 2162835 w 7467600"/>
              <a:gd name="connsiteY485" fmla="*/ 5187853 h 6858000"/>
              <a:gd name="connsiteX486" fmla="*/ 2257167 w 7467600"/>
              <a:gd name="connsiteY486" fmla="*/ 5462123 h 6858000"/>
              <a:gd name="connsiteX487" fmla="*/ 2261598 w 7467600"/>
              <a:gd name="connsiteY487" fmla="*/ 5467998 h 6858000"/>
              <a:gd name="connsiteX488" fmla="*/ 2437177 w 7467600"/>
              <a:gd name="connsiteY488" fmla="*/ 5479608 h 6858000"/>
              <a:gd name="connsiteX489" fmla="*/ 2445247 w 7467600"/>
              <a:gd name="connsiteY489" fmla="*/ 5483476 h 6858000"/>
              <a:gd name="connsiteX490" fmla="*/ 2743626 w 7467600"/>
              <a:gd name="connsiteY490" fmla="*/ 5304819 h 6858000"/>
              <a:gd name="connsiteX491" fmla="*/ 3048102 w 7467600"/>
              <a:gd name="connsiteY491" fmla="*/ 5150595 h 6858000"/>
              <a:gd name="connsiteX492" fmla="*/ 1799414 w 7467600"/>
              <a:gd name="connsiteY492" fmla="*/ 4694732 h 6858000"/>
              <a:gd name="connsiteX493" fmla="*/ 1771735 w 7467600"/>
              <a:gd name="connsiteY493" fmla="*/ 4619929 h 6858000"/>
              <a:gd name="connsiteX494" fmla="*/ 3104273 w 7467600"/>
              <a:gd name="connsiteY494" fmla="*/ 5076159 h 6858000"/>
              <a:gd name="connsiteX495" fmla="*/ 3113245 w 7467600"/>
              <a:gd name="connsiteY495" fmla="*/ 5090705 h 6858000"/>
              <a:gd name="connsiteX496" fmla="*/ 3126294 w 7467600"/>
              <a:gd name="connsiteY496" fmla="*/ 5114400 h 6858000"/>
              <a:gd name="connsiteX497" fmla="*/ 3937433 w 7467600"/>
              <a:gd name="connsiteY497" fmla="*/ 4830473 h 6858000"/>
              <a:gd name="connsiteX498" fmla="*/ 3590475 w 7467600"/>
              <a:gd name="connsiteY498" fmla="*/ 4597974 h 6858000"/>
              <a:gd name="connsiteX499" fmla="*/ 3100264 w 7467600"/>
              <a:gd name="connsiteY499" fmla="*/ 4579845 h 6858000"/>
              <a:gd name="connsiteX500" fmla="*/ 2183576 w 7467600"/>
              <a:gd name="connsiteY500" fmla="*/ 4227150 h 6858000"/>
              <a:gd name="connsiteX501" fmla="*/ 2151029 w 7467600"/>
              <a:gd name="connsiteY501" fmla="*/ 4146947 h 6858000"/>
              <a:gd name="connsiteX502" fmla="*/ 3563434 w 7467600"/>
              <a:gd name="connsiteY502" fmla="*/ 4469115 h 6858000"/>
              <a:gd name="connsiteX503" fmla="*/ 3177952 w 7467600"/>
              <a:gd name="connsiteY503" fmla="*/ 3657386 h 6858000"/>
              <a:gd name="connsiteX504" fmla="*/ 3189263 w 7467600"/>
              <a:gd name="connsiteY504" fmla="*/ 3625726 h 6858000"/>
              <a:gd name="connsiteX505" fmla="*/ 3560912 w 7467600"/>
              <a:gd name="connsiteY505" fmla="*/ 4079863 h 6858000"/>
              <a:gd name="connsiteX506" fmla="*/ 3626636 w 7467600"/>
              <a:gd name="connsiteY506" fmla="*/ 4512230 h 6858000"/>
              <a:gd name="connsiteX507" fmla="*/ 3653088 w 7467600"/>
              <a:gd name="connsiteY507" fmla="*/ 4521417 h 6858000"/>
              <a:gd name="connsiteX508" fmla="*/ 3988128 w 7467600"/>
              <a:gd name="connsiteY508" fmla="*/ 4817267 h 6858000"/>
              <a:gd name="connsiteX509" fmla="*/ 4830582 w 7467600"/>
              <a:gd name="connsiteY509" fmla="*/ 4676000 h 6858000"/>
              <a:gd name="connsiteX510" fmla="*/ 4830100 w 7467600"/>
              <a:gd name="connsiteY510" fmla="*/ 4675554 h 6858000"/>
              <a:gd name="connsiteX511" fmla="*/ 4036318 w 7467600"/>
              <a:gd name="connsiteY511" fmla="*/ 4147013 h 6858000"/>
              <a:gd name="connsiteX512" fmla="*/ 3432098 w 7467600"/>
              <a:gd name="connsiteY512" fmla="*/ 3537312 h 6858000"/>
              <a:gd name="connsiteX513" fmla="*/ 3446761 w 7467600"/>
              <a:gd name="connsiteY513" fmla="*/ 3461278 h 6858000"/>
              <a:gd name="connsiteX514" fmla="*/ 4419733 w 7467600"/>
              <a:gd name="connsiteY514" fmla="*/ 3963555 h 6858000"/>
              <a:gd name="connsiteX515" fmla="*/ 4781371 w 7467600"/>
              <a:gd name="connsiteY515" fmla="*/ 4458604 h 6858000"/>
              <a:gd name="connsiteX516" fmla="*/ 4780440 w 7467600"/>
              <a:gd name="connsiteY516" fmla="*/ 4470290 h 6858000"/>
              <a:gd name="connsiteX517" fmla="*/ 4898954 w 7467600"/>
              <a:gd name="connsiteY517" fmla="*/ 4662092 h 6858000"/>
              <a:gd name="connsiteX518" fmla="*/ 4900699 w 7467600"/>
              <a:gd name="connsiteY518" fmla="*/ 4670867 h 6858000"/>
              <a:gd name="connsiteX519" fmla="*/ 5714511 w 7467600"/>
              <a:gd name="connsiteY519" fmla="*/ 4663483 h 6858000"/>
              <a:gd name="connsiteX520" fmla="*/ 5464793 w 7467600"/>
              <a:gd name="connsiteY520" fmla="*/ 4393556 h 6858000"/>
              <a:gd name="connsiteX521" fmla="*/ 5461897 w 7467600"/>
              <a:gd name="connsiteY521" fmla="*/ 4390879 h 6858000"/>
              <a:gd name="connsiteX522" fmla="*/ 4294126 w 7467600"/>
              <a:gd name="connsiteY522" fmla="*/ 3303048 h 6858000"/>
              <a:gd name="connsiteX523" fmla="*/ 4305321 w 7467600"/>
              <a:gd name="connsiteY523" fmla="*/ 3256953 h 6858000"/>
              <a:gd name="connsiteX524" fmla="*/ 4949299 w 7467600"/>
              <a:gd name="connsiteY524" fmla="*/ 3766336 h 6858000"/>
              <a:gd name="connsiteX525" fmla="*/ 5291452 w 7467600"/>
              <a:gd name="connsiteY525" fmla="*/ 4076801 h 6858000"/>
              <a:gd name="connsiteX526" fmla="*/ 5434998 w 7467600"/>
              <a:gd name="connsiteY526" fmla="*/ 4254100 h 6858000"/>
              <a:gd name="connsiteX527" fmla="*/ 5351015 w 7467600"/>
              <a:gd name="connsiteY527" fmla="*/ 3760989 h 6858000"/>
              <a:gd name="connsiteX528" fmla="*/ 5413780 w 7467600"/>
              <a:gd name="connsiteY528" fmla="*/ 2966265 h 6858000"/>
              <a:gd name="connsiteX529" fmla="*/ 5425627 w 7467600"/>
              <a:gd name="connsiteY529" fmla="*/ 2954192 h 6858000"/>
              <a:gd name="connsiteX530" fmla="*/ 6604735 w 7467600"/>
              <a:gd name="connsiteY530" fmla="*/ 2041381 h 6858000"/>
              <a:gd name="connsiteX531" fmla="*/ 7204487 w 7467600"/>
              <a:gd name="connsiteY531" fmla="*/ 2742112 h 6858000"/>
              <a:gd name="connsiteX532" fmla="*/ 7131592 w 7467600"/>
              <a:gd name="connsiteY532" fmla="*/ 2672096 h 6858000"/>
              <a:gd name="connsiteX533" fmla="*/ 6996344 w 7467600"/>
              <a:gd name="connsiteY533" fmla="*/ 2518310 h 6858000"/>
              <a:gd name="connsiteX534" fmla="*/ 6735495 w 7467600"/>
              <a:gd name="connsiteY534" fmla="*/ 2196890 h 6858000"/>
              <a:gd name="connsiteX535" fmla="*/ 6721901 w 7467600"/>
              <a:gd name="connsiteY535" fmla="*/ 2179274 h 6858000"/>
              <a:gd name="connsiteX536" fmla="*/ 6604735 w 7467600"/>
              <a:gd name="connsiteY536" fmla="*/ 2041381 h 6858000"/>
              <a:gd name="connsiteX537" fmla="*/ 6591670 w 7467600"/>
              <a:gd name="connsiteY537" fmla="*/ 1988277 h 6858000"/>
              <a:gd name="connsiteX538" fmla="*/ 6747349 w 7467600"/>
              <a:gd name="connsiteY538" fmla="*/ 2160069 h 6858000"/>
              <a:gd name="connsiteX539" fmla="*/ 6760943 w 7467600"/>
              <a:gd name="connsiteY539" fmla="*/ 2177686 h 6858000"/>
              <a:gd name="connsiteX540" fmla="*/ 7021065 w 7467600"/>
              <a:gd name="connsiteY540" fmla="*/ 2498102 h 6858000"/>
              <a:gd name="connsiteX541" fmla="*/ 7155223 w 7467600"/>
              <a:gd name="connsiteY541" fmla="*/ 2650386 h 6858000"/>
              <a:gd name="connsiteX542" fmla="*/ 7203167 w 7467600"/>
              <a:gd name="connsiteY542" fmla="*/ 2697288 h 6858000"/>
              <a:gd name="connsiteX543" fmla="*/ 6937703 w 7467600"/>
              <a:gd name="connsiteY543" fmla="*/ 2321981 h 6858000"/>
              <a:gd name="connsiteX544" fmla="*/ 6591670 w 7467600"/>
              <a:gd name="connsiteY544" fmla="*/ 1988277 h 6858000"/>
              <a:gd name="connsiteX545" fmla="*/ 5798671 w 7467600"/>
              <a:gd name="connsiteY545" fmla="*/ 1981601 h 6858000"/>
              <a:gd name="connsiteX546" fmla="*/ 5754709 w 7467600"/>
              <a:gd name="connsiteY546" fmla="*/ 2071454 h 6858000"/>
              <a:gd name="connsiteX547" fmla="*/ 5763044 w 7467600"/>
              <a:gd name="connsiteY547" fmla="*/ 2842206 h 6858000"/>
              <a:gd name="connsiteX548" fmla="*/ 5764974 w 7467600"/>
              <a:gd name="connsiteY548" fmla="*/ 2799609 h 6858000"/>
              <a:gd name="connsiteX549" fmla="*/ 5767665 w 7467600"/>
              <a:gd name="connsiteY549" fmla="*/ 2666409 h 6858000"/>
              <a:gd name="connsiteX550" fmla="*/ 5763055 w 7467600"/>
              <a:gd name="connsiteY550" fmla="*/ 2579705 h 6858000"/>
              <a:gd name="connsiteX551" fmla="*/ 5758079 w 7467600"/>
              <a:gd name="connsiteY551" fmla="*/ 2492508 h 6858000"/>
              <a:gd name="connsiteX552" fmla="*/ 5779325 w 7467600"/>
              <a:gd name="connsiteY552" fmla="*/ 2197069 h 6858000"/>
              <a:gd name="connsiteX553" fmla="*/ 5798671 w 7467600"/>
              <a:gd name="connsiteY553" fmla="*/ 1981601 h 6858000"/>
              <a:gd name="connsiteX554" fmla="*/ 5829202 w 7467600"/>
              <a:gd name="connsiteY554" fmla="*/ 1971679 h 6858000"/>
              <a:gd name="connsiteX555" fmla="*/ 5809558 w 7467600"/>
              <a:gd name="connsiteY555" fmla="*/ 2198043 h 6858000"/>
              <a:gd name="connsiteX556" fmla="*/ 5788653 w 7467600"/>
              <a:gd name="connsiteY556" fmla="*/ 2489430 h 6858000"/>
              <a:gd name="connsiteX557" fmla="*/ 5793439 w 7467600"/>
              <a:gd name="connsiteY557" fmla="*/ 2575235 h 6858000"/>
              <a:gd name="connsiteX558" fmla="*/ 5796837 w 7467600"/>
              <a:gd name="connsiteY558" fmla="*/ 2637633 h 6858000"/>
              <a:gd name="connsiteX559" fmla="*/ 5818614 w 7467600"/>
              <a:gd name="connsiteY559" fmla="*/ 2473055 h 6858000"/>
              <a:gd name="connsiteX560" fmla="*/ 5829202 w 7467600"/>
              <a:gd name="connsiteY560" fmla="*/ 1971679 h 6858000"/>
              <a:gd name="connsiteX561" fmla="*/ 5911389 w 7467600"/>
              <a:gd name="connsiteY561" fmla="*/ 1898371 h 6858000"/>
              <a:gd name="connsiteX562" fmla="*/ 6237627 w 7467600"/>
              <a:gd name="connsiteY562" fmla="*/ 2231921 h 6858000"/>
              <a:gd name="connsiteX563" fmla="*/ 5911389 w 7467600"/>
              <a:gd name="connsiteY563" fmla="*/ 1898371 h 6858000"/>
              <a:gd name="connsiteX564" fmla="*/ 6944437 w 7467600"/>
              <a:gd name="connsiteY564" fmla="*/ 1575402 h 6858000"/>
              <a:gd name="connsiteX565" fmla="*/ 6304730 w 7467600"/>
              <a:gd name="connsiteY565" fmla="*/ 1766654 h 6858000"/>
              <a:gd name="connsiteX566" fmla="*/ 6944437 w 7467600"/>
              <a:gd name="connsiteY566" fmla="*/ 1575402 h 6858000"/>
              <a:gd name="connsiteX567" fmla="*/ 7019523 w 7467600"/>
              <a:gd name="connsiteY567" fmla="*/ 1519450 h 6858000"/>
              <a:gd name="connsiteX568" fmla="*/ 6298091 w 7467600"/>
              <a:gd name="connsiteY568" fmla="*/ 1737122 h 6858000"/>
              <a:gd name="connsiteX569" fmla="*/ 7019523 w 7467600"/>
              <a:gd name="connsiteY569" fmla="*/ 1519450 h 6858000"/>
              <a:gd name="connsiteX570" fmla="*/ 2399523 w 7467600"/>
              <a:gd name="connsiteY570" fmla="*/ 1428234 h 6858000"/>
              <a:gd name="connsiteX571" fmla="*/ 2224982 w 7467600"/>
              <a:gd name="connsiteY571" fmla="*/ 1826201 h 6858000"/>
              <a:gd name="connsiteX572" fmla="*/ 2096099 w 7467600"/>
              <a:gd name="connsiteY572" fmla="*/ 2345900 h 6858000"/>
              <a:gd name="connsiteX573" fmla="*/ 2283317 w 7467600"/>
              <a:gd name="connsiteY573" fmla="*/ 1796925 h 6858000"/>
              <a:gd name="connsiteX574" fmla="*/ 2399523 w 7467600"/>
              <a:gd name="connsiteY574" fmla="*/ 1428234 h 6858000"/>
              <a:gd name="connsiteX575" fmla="*/ 2448558 w 7467600"/>
              <a:gd name="connsiteY575" fmla="*/ 1373435 h 6858000"/>
              <a:gd name="connsiteX576" fmla="*/ 2312521 w 7467600"/>
              <a:gd name="connsiteY576" fmla="*/ 1806140 h 6858000"/>
              <a:gd name="connsiteX577" fmla="*/ 2127533 w 7467600"/>
              <a:gd name="connsiteY577" fmla="*/ 2348380 h 6858000"/>
              <a:gd name="connsiteX578" fmla="*/ 2358080 w 7467600"/>
              <a:gd name="connsiteY578" fmla="*/ 1866134 h 6858000"/>
              <a:gd name="connsiteX579" fmla="*/ 2407436 w 7467600"/>
              <a:gd name="connsiteY579" fmla="*/ 1651070 h 6858000"/>
              <a:gd name="connsiteX580" fmla="*/ 2448558 w 7467600"/>
              <a:gd name="connsiteY580" fmla="*/ 1373435 h 6858000"/>
              <a:gd name="connsiteX581" fmla="*/ 278707 w 7467600"/>
              <a:gd name="connsiteY581" fmla="*/ 1352270 h 6858000"/>
              <a:gd name="connsiteX582" fmla="*/ 321570 w 7467600"/>
              <a:gd name="connsiteY582" fmla="*/ 1861610 h 6858000"/>
              <a:gd name="connsiteX583" fmla="*/ 294281 w 7467600"/>
              <a:gd name="connsiteY583" fmla="*/ 1440658 h 6858000"/>
              <a:gd name="connsiteX584" fmla="*/ 278707 w 7467600"/>
              <a:gd name="connsiteY584" fmla="*/ 1352270 h 6858000"/>
              <a:gd name="connsiteX585" fmla="*/ 1423821 w 7467600"/>
              <a:gd name="connsiteY585" fmla="*/ 1351958 h 6858000"/>
              <a:gd name="connsiteX586" fmla="*/ 1638521 w 7467600"/>
              <a:gd name="connsiteY586" fmla="*/ 1908470 h 6858000"/>
              <a:gd name="connsiteX587" fmla="*/ 1754199 w 7467600"/>
              <a:gd name="connsiteY587" fmla="*/ 2149284 h 6858000"/>
              <a:gd name="connsiteX588" fmla="*/ 1908359 w 7467600"/>
              <a:gd name="connsiteY588" fmla="*/ 2364988 h 6858000"/>
              <a:gd name="connsiteX589" fmla="*/ 1647661 w 7467600"/>
              <a:gd name="connsiteY589" fmla="*/ 1825945 h 6858000"/>
              <a:gd name="connsiteX590" fmla="*/ 1423821 w 7467600"/>
              <a:gd name="connsiteY590" fmla="*/ 1351958 h 6858000"/>
              <a:gd name="connsiteX591" fmla="*/ 1431890 w 7467600"/>
              <a:gd name="connsiteY591" fmla="*/ 1306475 h 6858000"/>
              <a:gd name="connsiteX592" fmla="*/ 1507597 w 7467600"/>
              <a:gd name="connsiteY592" fmla="*/ 1446132 h 6858000"/>
              <a:gd name="connsiteX593" fmla="*/ 1674586 w 7467600"/>
              <a:gd name="connsiteY593" fmla="*/ 1813832 h 6858000"/>
              <a:gd name="connsiteX594" fmla="*/ 1815950 w 7467600"/>
              <a:gd name="connsiteY594" fmla="*/ 2128564 h 6858000"/>
              <a:gd name="connsiteX595" fmla="*/ 1984242 w 7467600"/>
              <a:gd name="connsiteY595" fmla="*/ 2430829 h 6858000"/>
              <a:gd name="connsiteX596" fmla="*/ 2014023 w 7467600"/>
              <a:gd name="connsiteY596" fmla="*/ 2450995 h 6858000"/>
              <a:gd name="connsiteX597" fmla="*/ 1747337 w 7467600"/>
              <a:gd name="connsiteY597" fmla="*/ 1855264 h 6858000"/>
              <a:gd name="connsiteX598" fmla="*/ 1533749 w 7467600"/>
              <a:gd name="connsiteY598" fmla="*/ 1478656 h 6858000"/>
              <a:gd name="connsiteX599" fmla="*/ 1431890 w 7467600"/>
              <a:gd name="connsiteY599" fmla="*/ 1306475 h 6858000"/>
              <a:gd name="connsiteX600" fmla="*/ 5052692 w 7467600"/>
              <a:gd name="connsiteY600" fmla="*/ 1292994 h 6858000"/>
              <a:gd name="connsiteX601" fmla="*/ 5200661 w 7467600"/>
              <a:gd name="connsiteY601" fmla="*/ 1635186 h 6858000"/>
              <a:gd name="connsiteX602" fmla="*/ 5297138 w 7467600"/>
              <a:gd name="connsiteY602" fmla="*/ 1906351 h 6858000"/>
              <a:gd name="connsiteX603" fmla="*/ 5052692 w 7467600"/>
              <a:gd name="connsiteY603" fmla="*/ 1292994 h 6858000"/>
              <a:gd name="connsiteX604" fmla="*/ 5009948 w 7467600"/>
              <a:gd name="connsiteY604" fmla="*/ 1273619 h 6858000"/>
              <a:gd name="connsiteX605" fmla="*/ 5121777 w 7467600"/>
              <a:gd name="connsiteY605" fmla="*/ 1654213 h 6858000"/>
              <a:gd name="connsiteX606" fmla="*/ 5293545 w 7467600"/>
              <a:gd name="connsiteY606" fmla="*/ 2072247 h 6858000"/>
              <a:gd name="connsiteX607" fmla="*/ 5294042 w 7467600"/>
              <a:gd name="connsiteY607" fmla="*/ 2065019 h 6858000"/>
              <a:gd name="connsiteX608" fmla="*/ 5171936 w 7467600"/>
              <a:gd name="connsiteY608" fmla="*/ 1647613 h 6858000"/>
              <a:gd name="connsiteX609" fmla="*/ 5009948 w 7467600"/>
              <a:gd name="connsiteY609" fmla="*/ 1273619 h 6858000"/>
              <a:gd name="connsiteX610" fmla="*/ 655236 w 7467600"/>
              <a:gd name="connsiteY610" fmla="*/ 1268632 h 6858000"/>
              <a:gd name="connsiteX611" fmla="*/ 839521 w 7467600"/>
              <a:gd name="connsiteY611" fmla="*/ 1685315 h 6858000"/>
              <a:gd name="connsiteX612" fmla="*/ 1109416 w 7467600"/>
              <a:gd name="connsiteY612" fmla="*/ 2061663 h 6858000"/>
              <a:gd name="connsiteX613" fmla="*/ 1298300 w 7467600"/>
              <a:gd name="connsiteY613" fmla="*/ 2247742 h 6858000"/>
              <a:gd name="connsiteX614" fmla="*/ 1125871 w 7467600"/>
              <a:gd name="connsiteY614" fmla="*/ 1989513 h 6858000"/>
              <a:gd name="connsiteX615" fmla="*/ 981574 w 7467600"/>
              <a:gd name="connsiteY615" fmla="*/ 1783157 h 6858000"/>
              <a:gd name="connsiteX616" fmla="*/ 922198 w 7467600"/>
              <a:gd name="connsiteY616" fmla="*/ 1677437 h 6858000"/>
              <a:gd name="connsiteX617" fmla="*/ 869293 w 7467600"/>
              <a:gd name="connsiteY617" fmla="*/ 1583214 h 6858000"/>
              <a:gd name="connsiteX618" fmla="*/ 751431 w 7467600"/>
              <a:gd name="connsiteY618" fmla="*/ 1405731 h 6858000"/>
              <a:gd name="connsiteX619" fmla="*/ 655236 w 7467600"/>
              <a:gd name="connsiteY619" fmla="*/ 1268632 h 6858000"/>
              <a:gd name="connsiteX620" fmla="*/ 6516292 w 7467600"/>
              <a:gd name="connsiteY620" fmla="*/ 1263064 h 6858000"/>
              <a:gd name="connsiteX621" fmla="*/ 5736320 w 7467600"/>
              <a:gd name="connsiteY621" fmla="*/ 1501803 h 6858000"/>
              <a:gd name="connsiteX622" fmla="*/ 6516292 w 7467600"/>
              <a:gd name="connsiteY622" fmla="*/ 1263064 h 6858000"/>
              <a:gd name="connsiteX623" fmla="*/ 291466 w 7467600"/>
              <a:gd name="connsiteY623" fmla="*/ 1250369 h 6858000"/>
              <a:gd name="connsiteX624" fmla="*/ 323180 w 7467600"/>
              <a:gd name="connsiteY624" fmla="*/ 1435283 h 6858000"/>
              <a:gd name="connsiteX625" fmla="*/ 349381 w 7467600"/>
              <a:gd name="connsiteY625" fmla="*/ 1875041 h 6858000"/>
              <a:gd name="connsiteX626" fmla="*/ 374363 w 7467600"/>
              <a:gd name="connsiteY626" fmla="*/ 1506494 h 6858000"/>
              <a:gd name="connsiteX627" fmla="*/ 302168 w 7467600"/>
              <a:gd name="connsiteY627" fmla="*/ 1274495 h 6858000"/>
              <a:gd name="connsiteX628" fmla="*/ 291466 w 7467600"/>
              <a:gd name="connsiteY628" fmla="*/ 1250369 h 6858000"/>
              <a:gd name="connsiteX629" fmla="*/ 678222 w 7467600"/>
              <a:gd name="connsiteY629" fmla="*/ 1248670 h 6858000"/>
              <a:gd name="connsiteX630" fmla="*/ 775536 w 7467600"/>
              <a:gd name="connsiteY630" fmla="*/ 1388015 h 6858000"/>
              <a:gd name="connsiteX631" fmla="*/ 894529 w 7467600"/>
              <a:gd name="connsiteY631" fmla="*/ 1567739 h 6858000"/>
              <a:gd name="connsiteX632" fmla="*/ 948000 w 7467600"/>
              <a:gd name="connsiteY632" fmla="*/ 1663088 h 6858000"/>
              <a:gd name="connsiteX633" fmla="*/ 1006812 w 7467600"/>
              <a:gd name="connsiteY633" fmla="*/ 1767683 h 6858000"/>
              <a:gd name="connsiteX634" fmla="*/ 1149133 w 7467600"/>
              <a:gd name="connsiteY634" fmla="*/ 1971513 h 6858000"/>
              <a:gd name="connsiteX635" fmla="*/ 1333952 w 7467600"/>
              <a:gd name="connsiteY635" fmla="*/ 2251620 h 6858000"/>
              <a:gd name="connsiteX636" fmla="*/ 1337329 w 7467600"/>
              <a:gd name="connsiteY636" fmla="*/ 2258350 h 6858000"/>
              <a:gd name="connsiteX637" fmla="*/ 1014726 w 7467600"/>
              <a:gd name="connsiteY637" fmla="*/ 1615556 h 6858000"/>
              <a:gd name="connsiteX638" fmla="*/ 678222 w 7467600"/>
              <a:gd name="connsiteY638" fmla="*/ 1248670 h 6858000"/>
              <a:gd name="connsiteX639" fmla="*/ 6691602 w 7467600"/>
              <a:gd name="connsiteY639" fmla="*/ 1140573 h 6858000"/>
              <a:gd name="connsiteX640" fmla="*/ 6571100 w 7467600"/>
              <a:gd name="connsiteY640" fmla="*/ 1183662 h 6858000"/>
              <a:gd name="connsiteX641" fmla="*/ 6241687 w 7467600"/>
              <a:gd name="connsiteY641" fmla="*/ 1257600 h 6858000"/>
              <a:gd name="connsiteX642" fmla="*/ 5693009 w 7467600"/>
              <a:gd name="connsiteY642" fmla="*/ 1478256 h 6858000"/>
              <a:gd name="connsiteX643" fmla="*/ 6548420 w 7467600"/>
              <a:gd name="connsiteY643" fmla="*/ 1214599 h 6858000"/>
              <a:gd name="connsiteX644" fmla="*/ 6605473 w 7467600"/>
              <a:gd name="connsiteY644" fmla="*/ 1184686 h 6858000"/>
              <a:gd name="connsiteX645" fmla="*/ 6691602 w 7467600"/>
              <a:gd name="connsiteY645" fmla="*/ 1140573 h 6858000"/>
              <a:gd name="connsiteX646" fmla="*/ 4002475 w 7467600"/>
              <a:gd name="connsiteY646" fmla="*/ 1037802 h 6858000"/>
              <a:gd name="connsiteX647" fmla="*/ 4000324 w 7467600"/>
              <a:gd name="connsiteY647" fmla="*/ 1039362 h 6858000"/>
              <a:gd name="connsiteX648" fmla="*/ 4002862 w 7467600"/>
              <a:gd name="connsiteY648" fmla="*/ 1042866 h 6858000"/>
              <a:gd name="connsiteX649" fmla="*/ 4002475 w 7467600"/>
              <a:gd name="connsiteY649" fmla="*/ 1037802 h 6858000"/>
              <a:gd name="connsiteX650" fmla="*/ 506322 w 7467600"/>
              <a:gd name="connsiteY650" fmla="*/ 1020997 h 6858000"/>
              <a:gd name="connsiteX651" fmla="*/ 533068 w 7467600"/>
              <a:gd name="connsiteY651" fmla="*/ 1029409 h 6858000"/>
              <a:gd name="connsiteX652" fmla="*/ 1232525 w 7467600"/>
              <a:gd name="connsiteY652" fmla="*/ 1804675 h 6858000"/>
              <a:gd name="connsiteX653" fmla="*/ 1388858 w 7467600"/>
              <a:gd name="connsiteY653" fmla="*/ 2368011 h 6858000"/>
              <a:gd name="connsiteX654" fmla="*/ 1384098 w 7467600"/>
              <a:gd name="connsiteY654" fmla="*/ 2378125 h 6858000"/>
              <a:gd name="connsiteX655" fmla="*/ 1425393 w 7467600"/>
              <a:gd name="connsiteY655" fmla="*/ 2589124 h 6858000"/>
              <a:gd name="connsiteX656" fmla="*/ 1424001 w 7467600"/>
              <a:gd name="connsiteY656" fmla="*/ 2597541 h 6858000"/>
              <a:gd name="connsiteX657" fmla="*/ 2152729 w 7467600"/>
              <a:gd name="connsiteY657" fmla="*/ 2864487 h 6858000"/>
              <a:gd name="connsiteX658" fmla="*/ 2020609 w 7467600"/>
              <a:gd name="connsiteY658" fmla="*/ 2539671 h 6858000"/>
              <a:gd name="connsiteX659" fmla="*/ 2018920 w 7467600"/>
              <a:gd name="connsiteY659" fmla="*/ 2536309 h 6858000"/>
              <a:gd name="connsiteX660" fmla="*/ 1342441 w 7467600"/>
              <a:gd name="connsiteY660" fmla="*/ 1173017 h 6858000"/>
              <a:gd name="connsiteX661" fmla="*/ 1367925 w 7467600"/>
              <a:gd name="connsiteY661" fmla="*/ 1135648 h 6858000"/>
              <a:gd name="connsiteX662" fmla="*/ 1771401 w 7467600"/>
              <a:gd name="connsiteY662" fmla="*/ 1806673 h 6858000"/>
              <a:gd name="connsiteX663" fmla="*/ 1972385 w 7467600"/>
              <a:gd name="connsiteY663" fmla="*/ 2198735 h 6858000"/>
              <a:gd name="connsiteX664" fmla="*/ 2040892 w 7467600"/>
              <a:gd name="connsiteY664" fmla="*/ 2405205 h 6858000"/>
              <a:gd name="connsiteX665" fmla="*/ 2131689 w 7467600"/>
              <a:gd name="connsiteY665" fmla="*/ 1936926 h 6858000"/>
              <a:gd name="connsiteX666" fmla="*/ 2454820 w 7467600"/>
              <a:gd name="connsiteY666" fmla="*/ 1248808 h 6858000"/>
              <a:gd name="connsiteX667" fmla="*/ 2492512 w 7467600"/>
              <a:gd name="connsiteY667" fmla="*/ 1302920 h 6858000"/>
              <a:gd name="connsiteX668" fmla="*/ 2081216 w 7467600"/>
              <a:gd name="connsiteY668" fmla="*/ 2527513 h 6858000"/>
              <a:gd name="connsiteX669" fmla="*/ 2081211 w 7467600"/>
              <a:gd name="connsiteY669" fmla="*/ 2528916 h 6858000"/>
              <a:gd name="connsiteX670" fmla="*/ 2199067 w 7467600"/>
              <a:gd name="connsiteY670" fmla="*/ 2884061 h 6858000"/>
              <a:gd name="connsiteX671" fmla="*/ 3192586 w 7467600"/>
              <a:gd name="connsiteY671" fmla="*/ 3411496 h 6858000"/>
              <a:gd name="connsiteX672" fmla="*/ 3182620 w 7467600"/>
              <a:gd name="connsiteY672" fmla="*/ 3483279 h 6858000"/>
              <a:gd name="connsiteX673" fmla="*/ 2435119 w 7467600"/>
              <a:gd name="connsiteY673" fmla="*/ 3080173 h 6858000"/>
              <a:gd name="connsiteX674" fmla="*/ 2410152 w 7467600"/>
              <a:gd name="connsiteY674" fmla="*/ 3063751 h 6858000"/>
              <a:gd name="connsiteX675" fmla="*/ 2408099 w 7467600"/>
              <a:gd name="connsiteY675" fmla="*/ 3064403 h 6858000"/>
              <a:gd name="connsiteX676" fmla="*/ 2407218 w 7467600"/>
              <a:gd name="connsiteY676" fmla="*/ 3070324 h 6858000"/>
              <a:gd name="connsiteX677" fmla="*/ 2380138 w 7467600"/>
              <a:gd name="connsiteY677" fmla="*/ 3099341 h 6858000"/>
              <a:gd name="connsiteX678" fmla="*/ 1765923 w 7467600"/>
              <a:gd name="connsiteY678" fmla="*/ 3581043 h 6858000"/>
              <a:gd name="connsiteX679" fmla="*/ 1702258 w 7467600"/>
              <a:gd name="connsiteY679" fmla="*/ 3612286 h 6858000"/>
              <a:gd name="connsiteX680" fmla="*/ 1538370 w 7467600"/>
              <a:gd name="connsiteY680" fmla="*/ 3811804 h 6858000"/>
              <a:gd name="connsiteX681" fmla="*/ 542867 w 7467600"/>
              <a:gd name="connsiteY681" fmla="*/ 4944092 h 6858000"/>
              <a:gd name="connsiteX682" fmla="*/ 515800 w 7467600"/>
              <a:gd name="connsiteY682" fmla="*/ 4862180 h 6858000"/>
              <a:gd name="connsiteX683" fmla="*/ 909145 w 7467600"/>
              <a:gd name="connsiteY683" fmla="*/ 4199225 h 6858000"/>
              <a:gd name="connsiteX684" fmla="*/ 1214067 w 7467600"/>
              <a:gd name="connsiteY684" fmla="*/ 3908561 h 6858000"/>
              <a:gd name="connsiteX685" fmla="*/ 640967 w 7467600"/>
              <a:gd name="connsiteY685" fmla="*/ 4105601 h 6858000"/>
              <a:gd name="connsiteX686" fmla="*/ 112563 w 7467600"/>
              <a:gd name="connsiteY686" fmla="*/ 4396952 h 6858000"/>
              <a:gd name="connsiteX687" fmla="*/ 0 w 7467600"/>
              <a:gd name="connsiteY687" fmla="*/ 4466006 h 6858000"/>
              <a:gd name="connsiteX688" fmla="*/ 0 w 7467600"/>
              <a:gd name="connsiteY688" fmla="*/ 4233763 h 6858000"/>
              <a:gd name="connsiteX689" fmla="*/ 36881 w 7467600"/>
              <a:gd name="connsiteY689" fmla="*/ 4200118 h 6858000"/>
              <a:gd name="connsiteX690" fmla="*/ 910534 w 7467600"/>
              <a:gd name="connsiteY690" fmla="*/ 3629753 h 6858000"/>
              <a:gd name="connsiteX691" fmla="*/ 1578717 w 7467600"/>
              <a:gd name="connsiteY691" fmla="*/ 3575982 h 6858000"/>
              <a:gd name="connsiteX692" fmla="*/ 2338780 w 7467600"/>
              <a:gd name="connsiteY692" fmla="*/ 3033725 h 6858000"/>
              <a:gd name="connsiteX693" fmla="*/ 1807991 w 7467600"/>
              <a:gd name="connsiteY693" fmla="*/ 2807184 h 6858000"/>
              <a:gd name="connsiteX694" fmla="*/ 1416358 w 7467600"/>
              <a:gd name="connsiteY694" fmla="*/ 3112571 h 6858000"/>
              <a:gd name="connsiteX695" fmla="*/ 939066 w 7467600"/>
              <a:gd name="connsiteY695" fmla="*/ 3378798 h 6858000"/>
              <a:gd name="connsiteX696" fmla="*/ 115099 w 7467600"/>
              <a:gd name="connsiteY696" fmla="*/ 3607650 h 6858000"/>
              <a:gd name="connsiteX697" fmla="*/ 97284 w 7467600"/>
              <a:gd name="connsiteY697" fmla="*/ 3520393 h 6858000"/>
              <a:gd name="connsiteX698" fmla="*/ 922050 w 7467600"/>
              <a:gd name="connsiteY698" fmla="*/ 3074867 h 6858000"/>
              <a:gd name="connsiteX699" fmla="*/ 1405265 w 7467600"/>
              <a:gd name="connsiteY699" fmla="*/ 3016319 h 6858000"/>
              <a:gd name="connsiteX700" fmla="*/ 1407512 w 7467600"/>
              <a:gd name="connsiteY700" fmla="*/ 3018001 h 6858000"/>
              <a:gd name="connsiteX701" fmla="*/ 1726266 w 7467600"/>
              <a:gd name="connsiteY701" fmla="*/ 2777274 h 6858000"/>
              <a:gd name="connsiteX702" fmla="*/ 625390 w 7467600"/>
              <a:gd name="connsiteY702" fmla="*/ 2514541 h 6858000"/>
              <a:gd name="connsiteX703" fmla="*/ 619799 w 7467600"/>
              <a:gd name="connsiteY703" fmla="*/ 2527180 h 6858000"/>
              <a:gd name="connsiteX704" fmla="*/ 310030 w 7467600"/>
              <a:gd name="connsiteY704" fmla="*/ 2771818 h 6858000"/>
              <a:gd name="connsiteX705" fmla="*/ 173877 w 7467600"/>
              <a:gd name="connsiteY705" fmla="*/ 2937056 h 6858000"/>
              <a:gd name="connsiteX706" fmla="*/ 77889 w 7467600"/>
              <a:gd name="connsiteY706" fmla="*/ 3138440 h 6858000"/>
              <a:gd name="connsiteX707" fmla="*/ 0 w 7467600"/>
              <a:gd name="connsiteY707" fmla="*/ 3271395 h 6858000"/>
              <a:gd name="connsiteX708" fmla="*/ 0 w 7467600"/>
              <a:gd name="connsiteY708" fmla="*/ 3153002 h 6858000"/>
              <a:gd name="connsiteX709" fmla="*/ 2386 w 7467600"/>
              <a:gd name="connsiteY709" fmla="*/ 3149203 h 6858000"/>
              <a:gd name="connsiteX710" fmla="*/ 89753 w 7467600"/>
              <a:gd name="connsiteY710" fmla="*/ 2987702 h 6858000"/>
              <a:gd name="connsiteX711" fmla="*/ 76869 w 7467600"/>
              <a:gd name="connsiteY711" fmla="*/ 3005404 h 6858000"/>
              <a:gd name="connsiteX712" fmla="*/ 32049 w 7467600"/>
              <a:gd name="connsiteY712" fmla="*/ 3065814 h 6858000"/>
              <a:gd name="connsiteX713" fmla="*/ 0 w 7467600"/>
              <a:gd name="connsiteY713" fmla="*/ 3108744 h 6858000"/>
              <a:gd name="connsiteX714" fmla="*/ 0 w 7467600"/>
              <a:gd name="connsiteY714" fmla="*/ 3058059 h 6858000"/>
              <a:gd name="connsiteX715" fmla="*/ 7610 w 7467600"/>
              <a:gd name="connsiteY715" fmla="*/ 3047889 h 6858000"/>
              <a:gd name="connsiteX716" fmla="*/ 52419 w 7467600"/>
              <a:gd name="connsiteY716" fmla="*/ 2987479 h 6858000"/>
              <a:gd name="connsiteX717" fmla="*/ 59142 w 7467600"/>
              <a:gd name="connsiteY717" fmla="*/ 2978488 h 6858000"/>
              <a:gd name="connsiteX718" fmla="*/ 0 w 7467600"/>
              <a:gd name="connsiteY718" fmla="*/ 3015334 h 6858000"/>
              <a:gd name="connsiteX719" fmla="*/ 0 w 7467600"/>
              <a:gd name="connsiteY719" fmla="*/ 2914286 h 6858000"/>
              <a:gd name="connsiteX720" fmla="*/ 36383 w 7467600"/>
              <a:gd name="connsiteY720" fmla="*/ 2901128 h 6858000"/>
              <a:gd name="connsiteX721" fmla="*/ 156329 w 7467600"/>
              <a:gd name="connsiteY721" fmla="*/ 2840533 h 6858000"/>
              <a:gd name="connsiteX722" fmla="*/ 358355 w 7467600"/>
              <a:gd name="connsiteY722" fmla="*/ 2620471 h 6858000"/>
              <a:gd name="connsiteX723" fmla="*/ 510577 w 7467600"/>
              <a:gd name="connsiteY723" fmla="*/ 2501244 h 6858000"/>
              <a:gd name="connsiteX724" fmla="*/ 211967 w 7467600"/>
              <a:gd name="connsiteY724" fmla="*/ 2479171 h 6858000"/>
              <a:gd name="connsiteX725" fmla="*/ 0 w 7467600"/>
              <a:gd name="connsiteY725" fmla="*/ 2476398 h 6858000"/>
              <a:gd name="connsiteX726" fmla="*/ 0 w 7467600"/>
              <a:gd name="connsiteY726" fmla="*/ 2389189 h 6858000"/>
              <a:gd name="connsiteX727" fmla="*/ 103062 w 7467600"/>
              <a:gd name="connsiteY727" fmla="*/ 2389518 h 6858000"/>
              <a:gd name="connsiteX728" fmla="*/ 510734 w 7467600"/>
              <a:gd name="connsiteY728" fmla="*/ 2416201 h 6858000"/>
              <a:gd name="connsiteX729" fmla="*/ 279257 w 7467600"/>
              <a:gd name="connsiteY729" fmla="*/ 2092102 h 6858000"/>
              <a:gd name="connsiteX730" fmla="*/ 65265 w 7467600"/>
              <a:gd name="connsiteY730" fmla="*/ 2006049 h 6858000"/>
              <a:gd name="connsiteX731" fmla="*/ 0 w 7467600"/>
              <a:gd name="connsiteY731" fmla="*/ 1982532 h 6858000"/>
              <a:gd name="connsiteX732" fmla="*/ 0 w 7467600"/>
              <a:gd name="connsiteY732" fmla="*/ 1912789 h 6858000"/>
              <a:gd name="connsiteX733" fmla="*/ 97460 w 7467600"/>
              <a:gd name="connsiteY733" fmla="*/ 1953725 h 6858000"/>
              <a:gd name="connsiteX734" fmla="*/ 221272 w 7467600"/>
              <a:gd name="connsiteY734" fmla="*/ 1980766 h 6858000"/>
              <a:gd name="connsiteX735" fmla="*/ 116765 w 7467600"/>
              <a:gd name="connsiteY735" fmla="*/ 1911033 h 6858000"/>
              <a:gd name="connsiteX736" fmla="*/ 16405 w 7467600"/>
              <a:gd name="connsiteY736" fmla="*/ 1803412 h 6858000"/>
              <a:gd name="connsiteX737" fmla="*/ 0 w 7467600"/>
              <a:gd name="connsiteY737" fmla="*/ 1784777 h 6858000"/>
              <a:gd name="connsiteX738" fmla="*/ 0 w 7467600"/>
              <a:gd name="connsiteY738" fmla="*/ 1740082 h 6858000"/>
              <a:gd name="connsiteX739" fmla="*/ 39394 w 7467600"/>
              <a:gd name="connsiteY739" fmla="*/ 1784856 h 6858000"/>
              <a:gd name="connsiteX740" fmla="*/ 135813 w 7467600"/>
              <a:gd name="connsiteY740" fmla="*/ 1888838 h 6858000"/>
              <a:gd name="connsiteX741" fmla="*/ 242575 w 7467600"/>
              <a:gd name="connsiteY741" fmla="*/ 1958841 h 6858000"/>
              <a:gd name="connsiteX742" fmla="*/ 82197 w 7467600"/>
              <a:gd name="connsiteY742" fmla="*/ 1754826 h 6858000"/>
              <a:gd name="connsiteX743" fmla="*/ 0 w 7467600"/>
              <a:gd name="connsiteY743" fmla="*/ 1679650 h 6858000"/>
              <a:gd name="connsiteX744" fmla="*/ 0 w 7467600"/>
              <a:gd name="connsiteY744" fmla="*/ 1602463 h 6858000"/>
              <a:gd name="connsiteX745" fmla="*/ 84689 w 7467600"/>
              <a:gd name="connsiteY745" fmla="*/ 1677442 h 6858000"/>
              <a:gd name="connsiteX746" fmla="*/ 298437 w 7467600"/>
              <a:gd name="connsiteY746" fmla="*/ 1968019 h 6858000"/>
              <a:gd name="connsiteX747" fmla="*/ 227269 w 7467600"/>
              <a:gd name="connsiteY747" fmla="*/ 1114064 h 6858000"/>
              <a:gd name="connsiteX748" fmla="*/ 248003 w 7467600"/>
              <a:gd name="connsiteY748" fmla="*/ 1089613 h 6858000"/>
              <a:gd name="connsiteX749" fmla="*/ 427020 w 7467600"/>
              <a:gd name="connsiteY749" fmla="*/ 1619803 h 6858000"/>
              <a:gd name="connsiteX750" fmla="*/ 340345 w 7467600"/>
              <a:gd name="connsiteY750" fmla="*/ 2027739 h 6858000"/>
              <a:gd name="connsiteX751" fmla="*/ 360865 w 7467600"/>
              <a:gd name="connsiteY751" fmla="*/ 2044827 h 6858000"/>
              <a:gd name="connsiteX752" fmla="*/ 560414 w 7467600"/>
              <a:gd name="connsiteY752" fmla="*/ 2421457 h 6858000"/>
              <a:gd name="connsiteX753" fmla="*/ 1359703 w 7467600"/>
              <a:gd name="connsiteY753" fmla="*/ 2578554 h 6858000"/>
              <a:gd name="connsiteX754" fmla="*/ 1359422 w 7467600"/>
              <a:gd name="connsiteY754" fmla="*/ 2577994 h 6858000"/>
              <a:gd name="connsiteX755" fmla="*/ 828701 w 7467600"/>
              <a:gd name="connsiteY755" fmla="*/ 1839520 h 6858000"/>
              <a:gd name="connsiteX756" fmla="*/ 494427 w 7467600"/>
              <a:gd name="connsiteY756" fmla="*/ 1092333 h 6858000"/>
              <a:gd name="connsiteX757" fmla="*/ 506322 w 7467600"/>
              <a:gd name="connsiteY757" fmla="*/ 1020997 h 6858000"/>
              <a:gd name="connsiteX758" fmla="*/ 4570198 w 7467600"/>
              <a:gd name="connsiteY758" fmla="*/ 978081 h 6858000"/>
              <a:gd name="connsiteX759" fmla="*/ 4523691 w 7467600"/>
              <a:gd name="connsiteY759" fmla="*/ 1127776 h 6858000"/>
              <a:gd name="connsiteX760" fmla="*/ 4509875 w 7467600"/>
              <a:gd name="connsiteY760" fmla="*/ 1167552 h 6858000"/>
              <a:gd name="connsiteX761" fmla="*/ 4478168 w 7467600"/>
              <a:gd name="connsiteY761" fmla="*/ 1260735 h 6858000"/>
              <a:gd name="connsiteX762" fmla="*/ 4409309 w 7467600"/>
              <a:gd name="connsiteY762" fmla="*/ 1666996 h 6858000"/>
              <a:gd name="connsiteX763" fmla="*/ 4370031 w 7467600"/>
              <a:gd name="connsiteY763" fmla="*/ 1955666 h 6858000"/>
              <a:gd name="connsiteX764" fmla="*/ 4570198 w 7467600"/>
              <a:gd name="connsiteY764" fmla="*/ 978081 h 6858000"/>
              <a:gd name="connsiteX765" fmla="*/ 4557898 w 7467600"/>
              <a:gd name="connsiteY765" fmla="*/ 900011 h 6858000"/>
              <a:gd name="connsiteX766" fmla="*/ 4344840 w 7467600"/>
              <a:gd name="connsiteY766" fmla="*/ 1922038 h 6858000"/>
              <a:gd name="connsiteX767" fmla="*/ 4378710 w 7467600"/>
              <a:gd name="connsiteY767" fmla="*/ 1665516 h 6858000"/>
              <a:gd name="connsiteX768" fmla="*/ 4448798 w 7467600"/>
              <a:gd name="connsiteY768" fmla="*/ 1253024 h 6858000"/>
              <a:gd name="connsiteX769" fmla="*/ 4480315 w 7467600"/>
              <a:gd name="connsiteY769" fmla="*/ 1158454 h 6858000"/>
              <a:gd name="connsiteX770" fmla="*/ 4494133 w 7467600"/>
              <a:gd name="connsiteY770" fmla="*/ 1118676 h 6858000"/>
              <a:gd name="connsiteX771" fmla="*/ 4557898 w 7467600"/>
              <a:gd name="connsiteY771" fmla="*/ 900011 h 6858000"/>
              <a:gd name="connsiteX772" fmla="*/ 5870151 w 7467600"/>
              <a:gd name="connsiteY772" fmla="*/ 898890 h 6858000"/>
              <a:gd name="connsiteX773" fmla="*/ 5861335 w 7467600"/>
              <a:gd name="connsiteY773" fmla="*/ 899177 h 6858000"/>
              <a:gd name="connsiteX774" fmla="*/ 5843702 w 7467600"/>
              <a:gd name="connsiteY774" fmla="*/ 899748 h 6858000"/>
              <a:gd name="connsiteX775" fmla="*/ 5651107 w 7467600"/>
              <a:gd name="connsiteY775" fmla="*/ 920306 h 6858000"/>
              <a:gd name="connsiteX776" fmla="*/ 5459407 w 7467600"/>
              <a:gd name="connsiteY776" fmla="*/ 940975 h 6858000"/>
              <a:gd name="connsiteX777" fmla="*/ 5374846 w 7467600"/>
              <a:gd name="connsiteY777" fmla="*/ 941988 h 6858000"/>
              <a:gd name="connsiteX778" fmla="*/ 5256105 w 7467600"/>
              <a:gd name="connsiteY778" fmla="*/ 945632 h 6858000"/>
              <a:gd name="connsiteX779" fmla="*/ 5107071 w 7467600"/>
              <a:gd name="connsiteY779" fmla="*/ 969720 h 6858000"/>
              <a:gd name="connsiteX780" fmla="*/ 4998681 w 7467600"/>
              <a:gd name="connsiteY780" fmla="*/ 988771 h 6858000"/>
              <a:gd name="connsiteX781" fmla="*/ 5870151 w 7467600"/>
              <a:gd name="connsiteY781" fmla="*/ 898890 h 6858000"/>
              <a:gd name="connsiteX782" fmla="*/ 5504425 w 7467600"/>
              <a:gd name="connsiteY782" fmla="*/ 848067 h 6858000"/>
              <a:gd name="connsiteX783" fmla="*/ 4968849 w 7467600"/>
              <a:gd name="connsiteY783" fmla="*/ 962318 h 6858000"/>
              <a:gd name="connsiteX784" fmla="*/ 5104039 w 7467600"/>
              <a:gd name="connsiteY784" fmla="*/ 940634 h 6858000"/>
              <a:gd name="connsiteX785" fmla="*/ 5256311 w 7467600"/>
              <a:gd name="connsiteY785" fmla="*/ 916490 h 6858000"/>
              <a:gd name="connsiteX786" fmla="*/ 5377381 w 7467600"/>
              <a:gd name="connsiteY786" fmla="*/ 912671 h 6858000"/>
              <a:gd name="connsiteX787" fmla="*/ 5460148 w 7467600"/>
              <a:gd name="connsiteY787" fmla="*/ 911442 h 6858000"/>
              <a:gd name="connsiteX788" fmla="*/ 5648971 w 7467600"/>
              <a:gd name="connsiteY788" fmla="*/ 891331 h 6858000"/>
              <a:gd name="connsiteX789" fmla="*/ 5844807 w 7467600"/>
              <a:gd name="connsiteY789" fmla="*/ 870718 h 6858000"/>
              <a:gd name="connsiteX790" fmla="*/ 5862975 w 7467600"/>
              <a:gd name="connsiteY790" fmla="*/ 869756 h 6858000"/>
              <a:gd name="connsiteX791" fmla="*/ 5920887 w 7467600"/>
              <a:gd name="connsiteY791" fmla="*/ 865929 h 6858000"/>
              <a:gd name="connsiteX792" fmla="*/ 5504425 w 7467600"/>
              <a:gd name="connsiteY792" fmla="*/ 848067 h 6858000"/>
              <a:gd name="connsiteX793" fmla="*/ 3607114 w 7467600"/>
              <a:gd name="connsiteY793" fmla="*/ 467441 h 6858000"/>
              <a:gd name="connsiteX794" fmla="*/ 3296242 w 7467600"/>
              <a:gd name="connsiteY794" fmla="*/ 807991 h 6858000"/>
              <a:gd name="connsiteX795" fmla="*/ 3174674 w 7467600"/>
              <a:gd name="connsiteY795" fmla="*/ 919759 h 6858000"/>
              <a:gd name="connsiteX796" fmla="*/ 3042978 w 7467600"/>
              <a:gd name="connsiteY796" fmla="*/ 1054894 h 6858000"/>
              <a:gd name="connsiteX797" fmla="*/ 2968914 w 7467600"/>
              <a:gd name="connsiteY797" fmla="*/ 1133756 h 6858000"/>
              <a:gd name="connsiteX798" fmla="*/ 3103823 w 7467600"/>
              <a:gd name="connsiteY798" fmla="*/ 1026814 h 6858000"/>
              <a:gd name="connsiteX799" fmla="*/ 3607114 w 7467600"/>
              <a:gd name="connsiteY799" fmla="*/ 467441 h 6858000"/>
              <a:gd name="connsiteX800" fmla="*/ 3744487 w 7467600"/>
              <a:gd name="connsiteY800" fmla="*/ 383136 h 6858000"/>
              <a:gd name="connsiteX801" fmla="*/ 3970213 w 7467600"/>
              <a:gd name="connsiteY801" fmla="*/ 995559 h 6858000"/>
              <a:gd name="connsiteX802" fmla="*/ 3744487 w 7467600"/>
              <a:gd name="connsiteY802" fmla="*/ 383136 h 6858000"/>
              <a:gd name="connsiteX803" fmla="*/ 3624562 w 7467600"/>
              <a:gd name="connsiteY803" fmla="*/ 367041 h 6858000"/>
              <a:gd name="connsiteX804" fmla="*/ 3489712 w 7467600"/>
              <a:gd name="connsiteY804" fmla="*/ 485386 h 6858000"/>
              <a:gd name="connsiteX805" fmla="*/ 3182994 w 7467600"/>
              <a:gd name="connsiteY805" fmla="*/ 828265 h 6858000"/>
              <a:gd name="connsiteX806" fmla="*/ 2892114 w 7467600"/>
              <a:gd name="connsiteY806" fmla="*/ 1172635 h 6858000"/>
              <a:gd name="connsiteX807" fmla="*/ 3021459 w 7467600"/>
              <a:gd name="connsiteY807" fmla="*/ 1035385 h 6858000"/>
              <a:gd name="connsiteX808" fmla="*/ 3153873 w 7467600"/>
              <a:gd name="connsiteY808" fmla="*/ 898971 h 6858000"/>
              <a:gd name="connsiteX809" fmla="*/ 3276511 w 7467600"/>
              <a:gd name="connsiteY809" fmla="*/ 786423 h 6858000"/>
              <a:gd name="connsiteX810" fmla="*/ 3584154 w 7467600"/>
              <a:gd name="connsiteY810" fmla="*/ 448218 h 6858000"/>
              <a:gd name="connsiteX811" fmla="*/ 3624562 w 7467600"/>
              <a:gd name="connsiteY811" fmla="*/ 367041 h 6858000"/>
              <a:gd name="connsiteX812" fmla="*/ 3766672 w 7467600"/>
              <a:gd name="connsiteY812" fmla="*/ 359429 h 6858000"/>
              <a:gd name="connsiteX813" fmla="*/ 3996338 w 7467600"/>
              <a:gd name="connsiteY813" fmla="*/ 968237 h 6858000"/>
              <a:gd name="connsiteX814" fmla="*/ 3766672 w 7467600"/>
              <a:gd name="connsiteY814" fmla="*/ 359429 h 6858000"/>
              <a:gd name="connsiteX815" fmla="*/ 5805386 w 7467600"/>
              <a:gd name="connsiteY815" fmla="*/ 239240 h 6858000"/>
              <a:gd name="connsiteX816" fmla="*/ 5736947 w 7467600"/>
              <a:gd name="connsiteY816" fmla="*/ 261367 h 6858000"/>
              <a:gd name="connsiteX817" fmla="*/ 5427012 w 7467600"/>
              <a:gd name="connsiteY817" fmla="*/ 311272 h 6858000"/>
              <a:gd name="connsiteX818" fmla="*/ 5147818 w 7467600"/>
              <a:gd name="connsiteY818" fmla="*/ 322112 h 6858000"/>
              <a:gd name="connsiteX819" fmla="*/ 5060854 w 7467600"/>
              <a:gd name="connsiteY819" fmla="*/ 311882 h 6858000"/>
              <a:gd name="connsiteX820" fmla="*/ 4945989 w 7467600"/>
              <a:gd name="connsiteY820" fmla="*/ 300516 h 6858000"/>
              <a:gd name="connsiteX821" fmla="*/ 5410479 w 7467600"/>
              <a:gd name="connsiteY821" fmla="*/ 348434 h 6858000"/>
              <a:gd name="connsiteX822" fmla="*/ 5805386 w 7467600"/>
              <a:gd name="connsiteY822" fmla="*/ 239240 h 6858000"/>
              <a:gd name="connsiteX823" fmla="*/ 5905192 w 7467600"/>
              <a:gd name="connsiteY823" fmla="*/ 163079 h 6858000"/>
              <a:gd name="connsiteX824" fmla="*/ 5865655 w 7467600"/>
              <a:gd name="connsiteY824" fmla="*/ 171901 h 6858000"/>
              <a:gd name="connsiteX825" fmla="*/ 5259740 w 7467600"/>
              <a:gd name="connsiteY825" fmla="*/ 257013 h 6858000"/>
              <a:gd name="connsiteX826" fmla="*/ 5208466 w 7467600"/>
              <a:gd name="connsiteY826" fmla="*/ 257550 h 6858000"/>
              <a:gd name="connsiteX827" fmla="*/ 4980204 w 7467600"/>
              <a:gd name="connsiteY827" fmla="*/ 271903 h 6858000"/>
              <a:gd name="connsiteX828" fmla="*/ 5068068 w 7467600"/>
              <a:gd name="connsiteY828" fmla="*/ 282244 h 6858000"/>
              <a:gd name="connsiteX829" fmla="*/ 5153231 w 7467600"/>
              <a:gd name="connsiteY829" fmla="*/ 292240 h 6858000"/>
              <a:gd name="connsiteX830" fmla="*/ 5426491 w 7467600"/>
              <a:gd name="connsiteY830" fmla="*/ 281128 h 6858000"/>
              <a:gd name="connsiteX831" fmla="*/ 5731212 w 7467600"/>
              <a:gd name="connsiteY831" fmla="*/ 231951 h 6858000"/>
              <a:gd name="connsiteX832" fmla="*/ 5905192 w 7467600"/>
              <a:gd name="connsiteY832" fmla="*/ 163079 h 6858000"/>
              <a:gd name="connsiteX833" fmla="*/ 5944437 w 7467600"/>
              <a:gd name="connsiteY833" fmla="*/ 113829 h 6858000"/>
              <a:gd name="connsiteX834" fmla="*/ 5825032 w 7467600"/>
              <a:gd name="connsiteY834" fmla="*/ 146405 h 6858000"/>
              <a:gd name="connsiteX835" fmla="*/ 4955599 w 7467600"/>
              <a:gd name="connsiteY835" fmla="*/ 247008 h 6858000"/>
              <a:gd name="connsiteX836" fmla="*/ 5210104 w 7467600"/>
              <a:gd name="connsiteY836" fmla="*/ 228123 h 6858000"/>
              <a:gd name="connsiteX837" fmla="*/ 5261015 w 7467600"/>
              <a:gd name="connsiteY837" fmla="*/ 227087 h 6858000"/>
              <a:gd name="connsiteX838" fmla="*/ 5861181 w 7467600"/>
              <a:gd name="connsiteY838" fmla="*/ 143093 h 6858000"/>
              <a:gd name="connsiteX839" fmla="*/ 5961252 w 7467600"/>
              <a:gd name="connsiteY839" fmla="*/ 114820 h 6858000"/>
              <a:gd name="connsiteX840" fmla="*/ 5944437 w 7467600"/>
              <a:gd name="connsiteY840" fmla="*/ 113829 h 6858000"/>
              <a:gd name="connsiteX841" fmla="*/ 3882765 w 7467600"/>
              <a:gd name="connsiteY841" fmla="*/ 0 h 6858000"/>
              <a:gd name="connsiteX842" fmla="*/ 3995099 w 7467600"/>
              <a:gd name="connsiteY842" fmla="*/ 0 h 6858000"/>
              <a:gd name="connsiteX843" fmla="*/ 4163818 w 7467600"/>
              <a:gd name="connsiteY843" fmla="*/ 234104 h 6858000"/>
              <a:gd name="connsiteX844" fmla="*/ 4172099 w 7467600"/>
              <a:gd name="connsiteY844" fmla="*/ 234207 h 6858000"/>
              <a:gd name="connsiteX845" fmla="*/ 4784282 w 7467600"/>
              <a:gd name="connsiteY845" fmla="*/ 276561 h 6858000"/>
              <a:gd name="connsiteX846" fmla="*/ 4801687 w 7467600"/>
              <a:gd name="connsiteY846" fmla="*/ 267764 h 6858000"/>
              <a:gd name="connsiteX847" fmla="*/ 6082788 w 7467600"/>
              <a:gd name="connsiteY847" fmla="*/ 64119 h 6858000"/>
              <a:gd name="connsiteX848" fmla="*/ 6099442 w 7467600"/>
              <a:gd name="connsiteY848" fmla="*/ 82568 h 6858000"/>
              <a:gd name="connsiteX849" fmla="*/ 4804137 w 7467600"/>
              <a:gd name="connsiteY849" fmla="*/ 320931 h 6858000"/>
              <a:gd name="connsiteX850" fmla="*/ 4227047 w 7467600"/>
              <a:gd name="connsiteY850" fmla="*/ 313415 h 6858000"/>
              <a:gd name="connsiteX851" fmla="*/ 4346041 w 7467600"/>
              <a:gd name="connsiteY851" fmla="*/ 456086 h 6858000"/>
              <a:gd name="connsiteX852" fmla="*/ 4870967 w 7467600"/>
              <a:gd name="connsiteY852" fmla="*/ 963061 h 6858000"/>
              <a:gd name="connsiteX853" fmla="*/ 4889647 w 7467600"/>
              <a:gd name="connsiteY853" fmla="*/ 957147 h 6858000"/>
              <a:gd name="connsiteX854" fmla="*/ 5422504 w 7467600"/>
              <a:gd name="connsiteY854" fmla="*/ 805191 h 6858000"/>
              <a:gd name="connsiteX855" fmla="*/ 6087656 w 7467600"/>
              <a:gd name="connsiteY855" fmla="*/ 826703 h 6858000"/>
              <a:gd name="connsiteX856" fmla="*/ 6058717 w 7467600"/>
              <a:gd name="connsiteY856" fmla="*/ 865992 h 6858000"/>
              <a:gd name="connsiteX857" fmla="*/ 4974153 w 7467600"/>
              <a:gd name="connsiteY857" fmla="*/ 1045456 h 6858000"/>
              <a:gd name="connsiteX858" fmla="*/ 5627835 w 7467600"/>
              <a:gd name="connsiteY858" fmla="*/ 1472077 h 6858000"/>
              <a:gd name="connsiteX859" fmla="*/ 5629817 w 7467600"/>
              <a:gd name="connsiteY859" fmla="*/ 1471412 h 6858000"/>
              <a:gd name="connsiteX860" fmla="*/ 5634124 w 7467600"/>
              <a:gd name="connsiteY860" fmla="*/ 1470572 h 6858000"/>
              <a:gd name="connsiteX861" fmla="*/ 5755832 w 7467600"/>
              <a:gd name="connsiteY861" fmla="*/ 1383886 h 6858000"/>
              <a:gd name="connsiteX862" fmla="*/ 6014186 w 7467600"/>
              <a:gd name="connsiteY862" fmla="*/ 1279799 h 6858000"/>
              <a:gd name="connsiteX863" fmla="*/ 6901619 w 7467600"/>
              <a:gd name="connsiteY863" fmla="*/ 1047874 h 6858000"/>
              <a:gd name="connsiteX864" fmla="*/ 6931566 w 7467600"/>
              <a:gd name="connsiteY864" fmla="*/ 1062034 h 6858000"/>
              <a:gd name="connsiteX865" fmla="*/ 5790982 w 7467600"/>
              <a:gd name="connsiteY865" fmla="*/ 1561380 h 6858000"/>
              <a:gd name="connsiteX866" fmla="*/ 6188971 w 7467600"/>
              <a:gd name="connsiteY866" fmla="*/ 1755168 h 6858000"/>
              <a:gd name="connsiteX867" fmla="*/ 6202446 w 7467600"/>
              <a:gd name="connsiteY867" fmla="*/ 1752268 h 6858000"/>
              <a:gd name="connsiteX868" fmla="*/ 7179560 w 7467600"/>
              <a:gd name="connsiteY868" fmla="*/ 1467551 h 6858000"/>
              <a:gd name="connsiteX869" fmla="*/ 7158730 w 7467600"/>
              <a:gd name="connsiteY869" fmla="*/ 1507835 h 6858000"/>
              <a:gd name="connsiteX870" fmla="*/ 6326959 w 7467600"/>
              <a:gd name="connsiteY870" fmla="*/ 1817686 h 6858000"/>
              <a:gd name="connsiteX871" fmla="*/ 6537433 w 7467600"/>
              <a:gd name="connsiteY871" fmla="*/ 1907790 h 6858000"/>
              <a:gd name="connsiteX872" fmla="*/ 6550221 w 7467600"/>
              <a:gd name="connsiteY872" fmla="*/ 1910729 h 6858000"/>
              <a:gd name="connsiteX873" fmla="*/ 6964438 w 7467600"/>
              <a:gd name="connsiteY873" fmla="*/ 2209505 h 6858000"/>
              <a:gd name="connsiteX874" fmla="*/ 7367862 w 7467600"/>
              <a:gd name="connsiteY874" fmla="*/ 2806833 h 6858000"/>
              <a:gd name="connsiteX875" fmla="*/ 7364329 w 7467600"/>
              <a:gd name="connsiteY875" fmla="*/ 2826907 h 6858000"/>
              <a:gd name="connsiteX876" fmla="*/ 7290545 w 7467600"/>
              <a:gd name="connsiteY876" fmla="*/ 2850663 h 6858000"/>
              <a:gd name="connsiteX877" fmla="*/ 6472036 w 7467600"/>
              <a:gd name="connsiteY877" fmla="*/ 1959003 h 6858000"/>
              <a:gd name="connsiteX878" fmla="*/ 5792897 w 7467600"/>
              <a:gd name="connsiteY878" fmla="*/ 1647747 h 6858000"/>
              <a:gd name="connsiteX879" fmla="*/ 5842751 w 7467600"/>
              <a:gd name="connsiteY879" fmla="*/ 1816112 h 6858000"/>
              <a:gd name="connsiteX880" fmla="*/ 5847424 w 7467600"/>
              <a:gd name="connsiteY880" fmla="*/ 1815776 h 6858000"/>
              <a:gd name="connsiteX881" fmla="*/ 6399821 w 7467600"/>
              <a:gd name="connsiteY881" fmla="*/ 2344799 h 6858000"/>
              <a:gd name="connsiteX882" fmla="*/ 6323232 w 7467600"/>
              <a:gd name="connsiteY882" fmla="*/ 2389634 h 6858000"/>
              <a:gd name="connsiteX883" fmla="*/ 5942958 w 7467600"/>
              <a:gd name="connsiteY883" fmla="*/ 2077708 h 6858000"/>
              <a:gd name="connsiteX884" fmla="*/ 5921559 w 7467600"/>
              <a:gd name="connsiteY884" fmla="*/ 2378596 h 6858000"/>
              <a:gd name="connsiteX885" fmla="*/ 5817651 w 7467600"/>
              <a:gd name="connsiteY885" fmla="*/ 3023919 h 6858000"/>
              <a:gd name="connsiteX886" fmla="*/ 5729634 w 7467600"/>
              <a:gd name="connsiteY886" fmla="*/ 3051849 h 6858000"/>
              <a:gd name="connsiteX887" fmla="*/ 5611018 w 7467600"/>
              <a:gd name="connsiteY887" fmla="*/ 2316769 h 6858000"/>
              <a:gd name="connsiteX888" fmla="*/ 5687608 w 7467600"/>
              <a:gd name="connsiteY888" fmla="*/ 2039972 h 6858000"/>
              <a:gd name="connsiteX889" fmla="*/ 5657554 w 7467600"/>
              <a:gd name="connsiteY889" fmla="*/ 1576445 h 6858000"/>
              <a:gd name="connsiteX890" fmla="*/ 5150475 w 7467600"/>
              <a:gd name="connsiteY890" fmla="*/ 1274012 h 6858000"/>
              <a:gd name="connsiteX891" fmla="*/ 5349142 w 7467600"/>
              <a:gd name="connsiteY891" fmla="*/ 2204405 h 6858000"/>
              <a:gd name="connsiteX892" fmla="*/ 5262214 w 7467600"/>
              <a:gd name="connsiteY892" fmla="*/ 2233836 h 6858000"/>
              <a:gd name="connsiteX893" fmla="*/ 4981539 w 7467600"/>
              <a:gd name="connsiteY893" fmla="*/ 1542201 h 6858000"/>
              <a:gd name="connsiteX894" fmla="*/ 4958461 w 7467600"/>
              <a:gd name="connsiteY894" fmla="*/ 1136957 h 6858000"/>
              <a:gd name="connsiteX895" fmla="*/ 4655015 w 7467600"/>
              <a:gd name="connsiteY895" fmla="*/ 891426 h 6858000"/>
              <a:gd name="connsiteX896" fmla="*/ 4348002 w 7467600"/>
              <a:gd name="connsiteY896" fmla="*/ 2205895 h 6858000"/>
              <a:gd name="connsiteX897" fmla="*/ 4262250 w 7467600"/>
              <a:gd name="connsiteY897" fmla="*/ 2219972 h 6858000"/>
              <a:gd name="connsiteX898" fmla="*/ 4550611 w 7467600"/>
              <a:gd name="connsiteY898" fmla="*/ 817540 h 6858000"/>
              <a:gd name="connsiteX899" fmla="*/ 4564418 w 7467600"/>
              <a:gd name="connsiteY899" fmla="*/ 808293 h 6858000"/>
              <a:gd name="connsiteX900" fmla="*/ 4266388 w 7467600"/>
              <a:gd name="connsiteY900" fmla="*/ 500083 h 6858000"/>
              <a:gd name="connsiteX901" fmla="*/ 4032842 w 7467600"/>
              <a:gd name="connsiteY901" fmla="*/ 211809 h 6858000"/>
              <a:gd name="connsiteX902" fmla="*/ 3882765 w 7467600"/>
              <a:gd name="connsiteY902" fmla="*/ 0 h 6858000"/>
              <a:gd name="connsiteX903" fmla="*/ 3721337 w 7467600"/>
              <a:gd name="connsiteY903" fmla="*/ 0 h 6858000"/>
              <a:gd name="connsiteX904" fmla="*/ 3797544 w 7467600"/>
              <a:gd name="connsiteY904" fmla="*/ 0 h 6858000"/>
              <a:gd name="connsiteX905" fmla="*/ 3775734 w 7467600"/>
              <a:gd name="connsiteY905" fmla="*/ 95131 h 6858000"/>
              <a:gd name="connsiteX906" fmla="*/ 3724807 w 7467600"/>
              <a:gd name="connsiteY906" fmla="*/ 272257 h 6858000"/>
              <a:gd name="connsiteX907" fmla="*/ 3726844 w 7467600"/>
              <a:gd name="connsiteY907" fmla="*/ 282988 h 6858000"/>
              <a:gd name="connsiteX908" fmla="*/ 3742664 w 7467600"/>
              <a:gd name="connsiteY908" fmla="*/ 279918 h 6858000"/>
              <a:gd name="connsiteX909" fmla="*/ 4103910 w 7467600"/>
              <a:gd name="connsiteY909" fmla="*/ 1161917 h 6858000"/>
              <a:gd name="connsiteX910" fmla="*/ 4020269 w 7467600"/>
              <a:gd name="connsiteY910" fmla="*/ 1200406 h 6858000"/>
              <a:gd name="connsiteX911" fmla="*/ 3674882 w 7467600"/>
              <a:gd name="connsiteY911" fmla="*/ 488524 h 6858000"/>
              <a:gd name="connsiteX912" fmla="*/ 3132682 w 7467600"/>
              <a:gd name="connsiteY912" fmla="*/ 1072284 h 6858000"/>
              <a:gd name="connsiteX913" fmla="*/ 2716346 w 7467600"/>
              <a:gd name="connsiteY913" fmla="*/ 1276376 h 6858000"/>
              <a:gd name="connsiteX914" fmla="*/ 2716772 w 7467600"/>
              <a:gd name="connsiteY914" fmla="*/ 1255462 h 6858000"/>
              <a:gd name="connsiteX915" fmla="*/ 3471096 w 7467600"/>
              <a:gd name="connsiteY915" fmla="*/ 437072 h 6858000"/>
              <a:gd name="connsiteX916" fmla="*/ 3639057 w 7467600"/>
              <a:gd name="connsiteY916" fmla="*/ 286334 h 6858000"/>
              <a:gd name="connsiteX917" fmla="*/ 3640309 w 7467600"/>
              <a:gd name="connsiteY917" fmla="*/ 284664 h 6858000"/>
              <a:gd name="connsiteX918" fmla="*/ 3646022 w 7467600"/>
              <a:gd name="connsiteY918" fmla="*/ 276711 h 6858000"/>
              <a:gd name="connsiteX919" fmla="*/ 3707943 w 7467600"/>
              <a:gd name="connsiteY919" fmla="*/ 65958 h 6858000"/>
              <a:gd name="connsiteX920" fmla="*/ 3721337 w 7467600"/>
              <a:gd name="connsiteY920" fmla="*/ 0 h 6858000"/>
              <a:gd name="connsiteX921" fmla="*/ 2867960 w 7467600"/>
              <a:gd name="connsiteY921" fmla="*/ 0 h 6858000"/>
              <a:gd name="connsiteX922" fmla="*/ 2926351 w 7467600"/>
              <a:gd name="connsiteY922" fmla="*/ 0 h 6858000"/>
              <a:gd name="connsiteX923" fmla="*/ 2902823 w 7467600"/>
              <a:gd name="connsiteY923" fmla="*/ 262929 h 6858000"/>
              <a:gd name="connsiteX924" fmla="*/ 2940663 w 7467600"/>
              <a:gd name="connsiteY924" fmla="*/ 140884 h 6858000"/>
              <a:gd name="connsiteX925" fmla="*/ 2947039 w 7467600"/>
              <a:gd name="connsiteY925" fmla="*/ 122524 h 6858000"/>
              <a:gd name="connsiteX926" fmla="*/ 2984316 w 7467600"/>
              <a:gd name="connsiteY926" fmla="*/ 0 h 6858000"/>
              <a:gd name="connsiteX927" fmla="*/ 3016114 w 7467600"/>
              <a:gd name="connsiteY927" fmla="*/ 0 h 6858000"/>
              <a:gd name="connsiteX928" fmla="*/ 2979949 w 7467600"/>
              <a:gd name="connsiteY928" fmla="*/ 119274 h 6858000"/>
              <a:gd name="connsiteX929" fmla="*/ 3023879 w 7467600"/>
              <a:gd name="connsiteY929" fmla="*/ 0 h 6858000"/>
              <a:gd name="connsiteX930" fmla="*/ 3105400 w 7467600"/>
              <a:gd name="connsiteY930" fmla="*/ 0 h 6858000"/>
              <a:gd name="connsiteX931" fmla="*/ 3094669 w 7467600"/>
              <a:gd name="connsiteY931" fmla="*/ 30308 h 6858000"/>
              <a:gd name="connsiteX932" fmla="*/ 2901945 w 7467600"/>
              <a:gd name="connsiteY932" fmla="*/ 466538 h 6858000"/>
              <a:gd name="connsiteX933" fmla="*/ 2815209 w 7467600"/>
              <a:gd name="connsiteY933" fmla="*/ 497361 h 6858000"/>
              <a:gd name="connsiteX934" fmla="*/ 2844845 w 7467600"/>
              <a:gd name="connsiteY934" fmla="*/ 127638 h 6858000"/>
              <a:gd name="connsiteX935" fmla="*/ 2867960 w 7467600"/>
              <a:gd name="connsiteY935" fmla="*/ 0 h 6858000"/>
              <a:gd name="connsiteX936" fmla="*/ 1057230 w 7467600"/>
              <a:gd name="connsiteY936" fmla="*/ 0 h 6858000"/>
              <a:gd name="connsiteX937" fmla="*/ 1111003 w 7467600"/>
              <a:gd name="connsiteY937" fmla="*/ 0 h 6858000"/>
              <a:gd name="connsiteX938" fmla="*/ 1125553 w 7467600"/>
              <a:gd name="connsiteY938" fmla="*/ 52588 h 6858000"/>
              <a:gd name="connsiteX939" fmla="*/ 1304276 w 7467600"/>
              <a:gd name="connsiteY939" fmla="*/ 476275 h 6858000"/>
              <a:gd name="connsiteX940" fmla="*/ 1492066 w 7467600"/>
              <a:gd name="connsiteY940" fmla="*/ 886333 h 6858000"/>
              <a:gd name="connsiteX941" fmla="*/ 1423698 w 7467600"/>
              <a:gd name="connsiteY941" fmla="*/ 710817 h 6858000"/>
              <a:gd name="connsiteX942" fmla="*/ 1357609 w 7467600"/>
              <a:gd name="connsiteY942" fmla="*/ 532892 h 6858000"/>
              <a:gd name="connsiteX943" fmla="*/ 1309550 w 7467600"/>
              <a:gd name="connsiteY943" fmla="*/ 374031 h 6858000"/>
              <a:gd name="connsiteX944" fmla="*/ 1193673 w 7467600"/>
              <a:gd name="connsiteY944" fmla="*/ 49533 h 6858000"/>
              <a:gd name="connsiteX945" fmla="*/ 1164391 w 7467600"/>
              <a:gd name="connsiteY945" fmla="*/ 0 h 6858000"/>
              <a:gd name="connsiteX946" fmla="*/ 1200666 w 7467600"/>
              <a:gd name="connsiteY946" fmla="*/ 0 h 6858000"/>
              <a:gd name="connsiteX947" fmla="*/ 1223408 w 7467600"/>
              <a:gd name="connsiteY947" fmla="*/ 38996 h 6858000"/>
              <a:gd name="connsiteX948" fmla="*/ 1339635 w 7467600"/>
              <a:gd name="connsiteY948" fmla="*/ 365517 h 6858000"/>
              <a:gd name="connsiteX949" fmla="*/ 1387469 w 7467600"/>
              <a:gd name="connsiteY949" fmla="*/ 523079 h 6858000"/>
              <a:gd name="connsiteX950" fmla="*/ 1452685 w 7467600"/>
              <a:gd name="connsiteY950" fmla="*/ 699806 h 6858000"/>
              <a:gd name="connsiteX951" fmla="*/ 1492092 w 7467600"/>
              <a:gd name="connsiteY951" fmla="*/ 800424 h 6858000"/>
              <a:gd name="connsiteX952" fmla="*/ 1455302 w 7467600"/>
              <a:gd name="connsiteY952" fmla="*/ 632913 h 6858000"/>
              <a:gd name="connsiteX953" fmla="*/ 1222336 w 7467600"/>
              <a:gd name="connsiteY953" fmla="*/ 9480 h 6858000"/>
              <a:gd name="connsiteX954" fmla="*/ 1214634 w 7467600"/>
              <a:gd name="connsiteY954" fmla="*/ 0 h 6858000"/>
              <a:gd name="connsiteX955" fmla="*/ 1289827 w 7467600"/>
              <a:gd name="connsiteY955" fmla="*/ 0 h 6858000"/>
              <a:gd name="connsiteX956" fmla="*/ 1321076 w 7467600"/>
              <a:gd name="connsiteY956" fmla="*/ 59722 h 6858000"/>
              <a:gd name="connsiteX957" fmla="*/ 1512579 w 7467600"/>
              <a:gd name="connsiteY957" fmla="*/ 626441 h 6858000"/>
              <a:gd name="connsiteX958" fmla="*/ 1506076 w 7467600"/>
              <a:gd name="connsiteY958" fmla="*/ 1089289 h 6858000"/>
              <a:gd name="connsiteX959" fmla="*/ 1486346 w 7467600"/>
              <a:gd name="connsiteY959" fmla="*/ 1079919 h 6858000"/>
              <a:gd name="connsiteX960" fmla="*/ 1070511 w 7467600"/>
              <a:gd name="connsiteY960" fmla="*/ 48609 h 6858000"/>
              <a:gd name="connsiteX961" fmla="*/ 1057230 w 7467600"/>
              <a:gd name="connsiteY961" fmla="*/ 0 h 6858000"/>
              <a:gd name="connsiteX962" fmla="*/ 43151 w 7467600"/>
              <a:gd name="connsiteY962" fmla="*/ 0 h 6858000"/>
              <a:gd name="connsiteX963" fmla="*/ 95283 w 7467600"/>
              <a:gd name="connsiteY963" fmla="*/ 0 h 6858000"/>
              <a:gd name="connsiteX964" fmla="*/ 300708 w 7467600"/>
              <a:gd name="connsiteY964" fmla="*/ 154571 h 6858000"/>
              <a:gd name="connsiteX965" fmla="*/ 530414 w 7467600"/>
              <a:gd name="connsiteY965" fmla="*/ 354673 h 6858000"/>
              <a:gd name="connsiteX966" fmla="*/ 333785 w 7467600"/>
              <a:gd name="connsiteY966" fmla="*/ 161564 h 6858000"/>
              <a:gd name="connsiteX967" fmla="*/ 147005 w 7467600"/>
              <a:gd name="connsiteY967" fmla="*/ 0 h 6858000"/>
              <a:gd name="connsiteX968" fmla="*/ 272509 w 7467600"/>
              <a:gd name="connsiteY968" fmla="*/ 0 h 6858000"/>
              <a:gd name="connsiteX969" fmla="*/ 326276 w 7467600"/>
              <a:gd name="connsiteY969" fmla="*/ 45847 h 6858000"/>
              <a:gd name="connsiteX970" fmla="*/ 823759 w 7467600"/>
              <a:gd name="connsiteY970" fmla="*/ 574145 h 6858000"/>
              <a:gd name="connsiteX971" fmla="*/ 811254 w 7467600"/>
              <a:gd name="connsiteY971" fmla="*/ 665546 h 6858000"/>
              <a:gd name="connsiteX972" fmla="*/ 154042 w 7467600"/>
              <a:gd name="connsiteY972" fmla="*/ 261522 h 6858000"/>
              <a:gd name="connsiteX973" fmla="*/ 13550 w 7467600"/>
              <a:gd name="connsiteY973" fmla="*/ 158423 h 6858000"/>
              <a:gd name="connsiteX974" fmla="*/ 0 w 7467600"/>
              <a:gd name="connsiteY974" fmla="*/ 146618 h 6858000"/>
              <a:gd name="connsiteX975" fmla="*/ 0 w 7467600"/>
              <a:gd name="connsiteY975" fmla="*/ 59161 h 6858000"/>
              <a:gd name="connsiteX976" fmla="*/ 45427 w 7467600"/>
              <a:gd name="connsiteY976" fmla="*/ 101078 h 6858000"/>
              <a:gd name="connsiteX977" fmla="*/ 630103 w 7467600"/>
              <a:gd name="connsiteY977" fmla="*/ 485885 h 6858000"/>
              <a:gd name="connsiteX978" fmla="*/ 532040 w 7467600"/>
              <a:gd name="connsiteY978" fmla="*/ 399359 h 6858000"/>
              <a:gd name="connsiteX979" fmla="*/ 517618 w 7467600"/>
              <a:gd name="connsiteY979" fmla="*/ 385726 h 6858000"/>
              <a:gd name="connsiteX980" fmla="*/ 285074 w 7467600"/>
              <a:gd name="connsiteY980" fmla="*/ 182755 h 6858000"/>
              <a:gd name="connsiteX981" fmla="*/ 43151 w 7467600"/>
              <a:gd name="connsiteY981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44835 w 7467600"/>
              <a:gd name="connsiteY76" fmla="*/ 5424988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356878 w 7467600"/>
              <a:gd name="connsiteY90" fmla="*/ 5981332 h 6858000"/>
              <a:gd name="connsiteX91" fmla="*/ 7467600 w 7467600"/>
              <a:gd name="connsiteY91" fmla="*/ 6117703 h 6858000"/>
              <a:gd name="connsiteX92" fmla="*/ 7467600 w 7467600"/>
              <a:gd name="connsiteY92" fmla="*/ 6163634 h 6858000"/>
              <a:gd name="connsiteX93" fmla="*/ 7403637 w 7467600"/>
              <a:gd name="connsiteY93" fmla="*/ 6083957 h 6858000"/>
              <a:gd name="connsiteX94" fmla="*/ 7254615 w 7467600"/>
              <a:gd name="connsiteY94" fmla="*/ 5911918 h 6858000"/>
              <a:gd name="connsiteX95" fmla="*/ 7312589 w 7467600"/>
              <a:gd name="connsiteY95" fmla="*/ 5982309 h 6858000"/>
              <a:gd name="connsiteX96" fmla="*/ 7448321 w 7467600"/>
              <a:gd name="connsiteY96" fmla="*/ 6190991 h 6858000"/>
              <a:gd name="connsiteX97" fmla="*/ 7467600 w 7467600"/>
              <a:gd name="connsiteY97" fmla="*/ 6221686 h 6858000"/>
              <a:gd name="connsiteX98" fmla="*/ 7467600 w 7467600"/>
              <a:gd name="connsiteY98" fmla="*/ 6334256 h 6858000"/>
              <a:gd name="connsiteX99" fmla="*/ 7454976 w 7467600"/>
              <a:gd name="connsiteY99" fmla="*/ 6318297 h 6858000"/>
              <a:gd name="connsiteX100" fmla="*/ 7042773 w 7467600"/>
              <a:gd name="connsiteY100" fmla="*/ 5734011 h 6858000"/>
              <a:gd name="connsiteX101" fmla="*/ 6844835 w 7467600"/>
              <a:gd name="connsiteY101" fmla="*/ 5424988 h 6858000"/>
              <a:gd name="connsiteX102" fmla="*/ 1456157 w 7467600"/>
              <a:gd name="connsiteY102" fmla="*/ 5371404 h 6858000"/>
              <a:gd name="connsiteX103" fmla="*/ 1244432 w 7467600"/>
              <a:gd name="connsiteY103" fmla="*/ 5385601 h 6858000"/>
              <a:gd name="connsiteX104" fmla="*/ 973990 w 7467600"/>
              <a:gd name="connsiteY104" fmla="*/ 5424940 h 6858000"/>
              <a:gd name="connsiteX105" fmla="*/ 1103809 w 7467600"/>
              <a:gd name="connsiteY105" fmla="*/ 5433720 h 6858000"/>
              <a:gd name="connsiteX106" fmla="*/ 1123454 w 7467600"/>
              <a:gd name="connsiteY106" fmla="*/ 5435727 h 6858000"/>
              <a:gd name="connsiteX107" fmla="*/ 1737017 w 7467600"/>
              <a:gd name="connsiteY107" fmla="*/ 5452183 h 6858000"/>
              <a:gd name="connsiteX108" fmla="*/ 1824397 w 7467600"/>
              <a:gd name="connsiteY108" fmla="*/ 5447757 h 6858000"/>
              <a:gd name="connsiteX109" fmla="*/ 2070059 w 7467600"/>
              <a:gd name="connsiteY109" fmla="*/ 5441660 h 6858000"/>
              <a:gd name="connsiteX110" fmla="*/ 1456157 w 7467600"/>
              <a:gd name="connsiteY110" fmla="*/ 5371404 h 6858000"/>
              <a:gd name="connsiteX111" fmla="*/ 4988186 w 7467600"/>
              <a:gd name="connsiteY111" fmla="*/ 5216467 h 6858000"/>
              <a:gd name="connsiteX112" fmla="*/ 4777334 w 7467600"/>
              <a:gd name="connsiteY112" fmla="*/ 5406072 h 6858000"/>
              <a:gd name="connsiteX113" fmla="*/ 4718341 w 7467600"/>
              <a:gd name="connsiteY113" fmla="*/ 5468043 h 6858000"/>
              <a:gd name="connsiteX114" fmla="*/ 4604655 w 7467600"/>
              <a:gd name="connsiteY114" fmla="*/ 5583434 h 6858000"/>
              <a:gd name="connsiteX115" fmla="*/ 4565074 w 7467600"/>
              <a:gd name="connsiteY115" fmla="*/ 5618550 h 6858000"/>
              <a:gd name="connsiteX116" fmla="*/ 4988186 w 7467600"/>
              <a:gd name="connsiteY116" fmla="*/ 5216467 h 6858000"/>
              <a:gd name="connsiteX117" fmla="*/ 4978032 w 7467600"/>
              <a:gd name="connsiteY117" fmla="*/ 5183809 h 6858000"/>
              <a:gd name="connsiteX118" fmla="*/ 4463413 w 7467600"/>
              <a:gd name="connsiteY118" fmla="*/ 5615162 h 6858000"/>
              <a:gd name="connsiteX119" fmla="*/ 4358134 w 7467600"/>
              <a:gd name="connsiteY119" fmla="*/ 5742791 h 6858000"/>
              <a:gd name="connsiteX120" fmla="*/ 4376219 w 7467600"/>
              <a:gd name="connsiteY120" fmla="*/ 5729027 h 6858000"/>
              <a:gd name="connsiteX121" fmla="*/ 4582340 w 7467600"/>
              <a:gd name="connsiteY121" fmla="*/ 5561037 h 6858000"/>
              <a:gd name="connsiteX122" fmla="*/ 4694684 w 7467600"/>
              <a:gd name="connsiteY122" fmla="*/ 5447098 h 6858000"/>
              <a:gd name="connsiteX123" fmla="*/ 4754123 w 7467600"/>
              <a:gd name="connsiteY123" fmla="*/ 5384643 h 6858000"/>
              <a:gd name="connsiteX124" fmla="*/ 4978032 w 7467600"/>
              <a:gd name="connsiteY124" fmla="*/ 5183809 h 6858000"/>
              <a:gd name="connsiteX125" fmla="*/ 1903353 w 7467600"/>
              <a:gd name="connsiteY125" fmla="*/ 5044827 h 6858000"/>
              <a:gd name="connsiteX126" fmla="*/ 1936931 w 7467600"/>
              <a:gd name="connsiteY126" fmla="*/ 5093954 h 6858000"/>
              <a:gd name="connsiteX127" fmla="*/ 2195868 w 7467600"/>
              <a:gd name="connsiteY127" fmla="*/ 5396574 h 6858000"/>
              <a:gd name="connsiteX128" fmla="*/ 2088852 w 7467600"/>
              <a:gd name="connsiteY128" fmla="*/ 5166123 h 6858000"/>
              <a:gd name="connsiteX129" fmla="*/ 1958241 w 7467600"/>
              <a:gd name="connsiteY129" fmla="*/ 5067955 h 6858000"/>
              <a:gd name="connsiteX130" fmla="*/ 1903353 w 7467600"/>
              <a:gd name="connsiteY130" fmla="*/ 5044827 h 6858000"/>
              <a:gd name="connsiteX131" fmla="*/ 1979378 w 7467600"/>
              <a:gd name="connsiteY131" fmla="*/ 4769504 h 6858000"/>
              <a:gd name="connsiteX132" fmla="*/ 2882120 w 7467600"/>
              <a:gd name="connsiteY132" fmla="*/ 5064547 h 6858000"/>
              <a:gd name="connsiteX133" fmla="*/ 2793103 w 7467600"/>
              <a:gd name="connsiteY133" fmla="*/ 5039699 h 6858000"/>
              <a:gd name="connsiteX134" fmla="*/ 2770041 w 7467600"/>
              <a:gd name="connsiteY134" fmla="*/ 5033634 h 6858000"/>
              <a:gd name="connsiteX135" fmla="*/ 1979378 w 7467600"/>
              <a:gd name="connsiteY135" fmla="*/ 4769504 h 6858000"/>
              <a:gd name="connsiteX136" fmla="*/ 1927410 w 7467600"/>
              <a:gd name="connsiteY136" fmla="*/ 4716164 h 6858000"/>
              <a:gd name="connsiteX137" fmla="*/ 1959587 w 7467600"/>
              <a:gd name="connsiteY137" fmla="*/ 4728849 h 6858000"/>
              <a:gd name="connsiteX138" fmla="*/ 2777707 w 7467600"/>
              <a:gd name="connsiteY138" fmla="*/ 5003991 h 6858000"/>
              <a:gd name="connsiteX139" fmla="*/ 2800768 w 7467600"/>
              <a:gd name="connsiteY139" fmla="*/ 5010056 h 6858000"/>
              <a:gd name="connsiteX140" fmla="*/ 2879408 w 7467600"/>
              <a:gd name="connsiteY140" fmla="*/ 5031590 h 6858000"/>
              <a:gd name="connsiteX141" fmla="*/ 2862295 w 7467600"/>
              <a:gd name="connsiteY141" fmla="*/ 5022958 h 6858000"/>
              <a:gd name="connsiteX142" fmla="*/ 2813343 w 7467600"/>
              <a:gd name="connsiteY142" fmla="*/ 4998369 h 6858000"/>
              <a:gd name="connsiteX143" fmla="*/ 2646245 w 7467600"/>
              <a:gd name="connsiteY143" fmla="*/ 4930999 h 6858000"/>
              <a:gd name="connsiteX144" fmla="*/ 1999243 w 7467600"/>
              <a:gd name="connsiteY144" fmla="*/ 4730524 h 6858000"/>
              <a:gd name="connsiteX145" fmla="*/ 1979527 w 7467600"/>
              <a:gd name="connsiteY145" fmla="*/ 4726651 h 6858000"/>
              <a:gd name="connsiteX146" fmla="*/ 1927410 w 7467600"/>
              <a:gd name="connsiteY146" fmla="*/ 4716164 h 6858000"/>
              <a:gd name="connsiteX147" fmla="*/ 1997014 w 7467600"/>
              <a:gd name="connsiteY147" fmla="*/ 4698007 h 6858000"/>
              <a:gd name="connsiteX148" fmla="*/ 2005458 w 7467600"/>
              <a:gd name="connsiteY148" fmla="*/ 4699540 h 6858000"/>
              <a:gd name="connsiteX149" fmla="*/ 2657186 w 7467600"/>
              <a:gd name="connsiteY149" fmla="*/ 4901687 h 6858000"/>
              <a:gd name="connsiteX150" fmla="*/ 2826662 w 7467600"/>
              <a:gd name="connsiteY150" fmla="*/ 4970362 h 6858000"/>
              <a:gd name="connsiteX151" fmla="*/ 2876100 w 7467600"/>
              <a:gd name="connsiteY151" fmla="*/ 4995397 h 6858000"/>
              <a:gd name="connsiteX152" fmla="*/ 3042600 w 7467600"/>
              <a:gd name="connsiteY152" fmla="*/ 5059532 h 6858000"/>
              <a:gd name="connsiteX153" fmla="*/ 1997014 w 7467600"/>
              <a:gd name="connsiteY153" fmla="*/ 4698007 h 6858000"/>
              <a:gd name="connsiteX154" fmla="*/ 2305292 w 7467600"/>
              <a:gd name="connsiteY154" fmla="*/ 4219492 h 6858000"/>
              <a:gd name="connsiteX155" fmla="*/ 3360922 w 7467600"/>
              <a:gd name="connsiteY155" fmla="*/ 4529373 h 6858000"/>
              <a:gd name="connsiteX156" fmla="*/ 3492420 w 7467600"/>
              <a:gd name="connsiteY156" fmla="*/ 4510145 h 6858000"/>
              <a:gd name="connsiteX157" fmla="*/ 3364086 w 7467600"/>
              <a:gd name="connsiteY157" fmla="*/ 4480340 h 6858000"/>
              <a:gd name="connsiteX158" fmla="*/ 3225818 w 7467600"/>
              <a:gd name="connsiteY158" fmla="*/ 4411822 h 6858000"/>
              <a:gd name="connsiteX159" fmla="*/ 3129696 w 7467600"/>
              <a:gd name="connsiteY159" fmla="*/ 4360704 h 6858000"/>
              <a:gd name="connsiteX160" fmla="*/ 2814545 w 7467600"/>
              <a:gd name="connsiteY160" fmla="*/ 4282955 h 6858000"/>
              <a:gd name="connsiteX161" fmla="*/ 2305292 w 7467600"/>
              <a:gd name="connsiteY161" fmla="*/ 4219492 h 6858000"/>
              <a:gd name="connsiteX162" fmla="*/ 2626982 w 7467600"/>
              <a:gd name="connsiteY162" fmla="*/ 4206450 h 6858000"/>
              <a:gd name="connsiteX163" fmla="*/ 2490617 w 7467600"/>
              <a:gd name="connsiteY163" fmla="*/ 4206951 h 6858000"/>
              <a:gd name="connsiteX164" fmla="*/ 2819869 w 7467600"/>
              <a:gd name="connsiteY164" fmla="*/ 4252936 h 6858000"/>
              <a:gd name="connsiteX165" fmla="*/ 3143018 w 7467600"/>
              <a:gd name="connsiteY165" fmla="*/ 4332698 h 6858000"/>
              <a:gd name="connsiteX166" fmla="*/ 3241520 w 7467600"/>
              <a:gd name="connsiteY166" fmla="*/ 4385112 h 6858000"/>
              <a:gd name="connsiteX167" fmla="*/ 3374575 w 7467600"/>
              <a:gd name="connsiteY167" fmla="*/ 4451517 h 6858000"/>
              <a:gd name="connsiteX168" fmla="*/ 3505221 w 7467600"/>
              <a:gd name="connsiteY168" fmla="*/ 4480757 h 6858000"/>
              <a:gd name="connsiteX169" fmla="*/ 2626982 w 7467600"/>
              <a:gd name="connsiteY169" fmla="*/ 4206450 h 6858000"/>
              <a:gd name="connsiteX170" fmla="*/ 1310106 w 7467600"/>
              <a:gd name="connsiteY170" fmla="*/ 3943217 h 6858000"/>
              <a:gd name="connsiteX171" fmla="*/ 854994 w 7467600"/>
              <a:gd name="connsiteY171" fmla="*/ 4399136 h 6858000"/>
              <a:gd name="connsiteX172" fmla="*/ 742462 w 7467600"/>
              <a:gd name="connsiteY172" fmla="*/ 4594648 h 6858000"/>
              <a:gd name="connsiteX173" fmla="*/ 820602 w 7467600"/>
              <a:gd name="connsiteY173" fmla="*/ 4485915 h 6858000"/>
              <a:gd name="connsiteX174" fmla="*/ 878295 w 7467600"/>
              <a:gd name="connsiteY174" fmla="*/ 4403594 h 6858000"/>
              <a:gd name="connsiteX175" fmla="*/ 1240607 w 7467600"/>
              <a:gd name="connsiteY175" fmla="*/ 4010401 h 6858000"/>
              <a:gd name="connsiteX176" fmla="*/ 1310106 w 7467600"/>
              <a:gd name="connsiteY176" fmla="*/ 3943217 h 6858000"/>
              <a:gd name="connsiteX177" fmla="*/ 1423113 w 7467600"/>
              <a:gd name="connsiteY177" fmla="*/ 3874565 h 6858000"/>
              <a:gd name="connsiteX178" fmla="*/ 1260565 w 7467600"/>
              <a:gd name="connsiteY178" fmla="*/ 4031982 h 6858000"/>
              <a:gd name="connsiteX179" fmla="*/ 901900 w 7467600"/>
              <a:gd name="connsiteY179" fmla="*/ 4421236 h 6858000"/>
              <a:gd name="connsiteX180" fmla="*/ 845044 w 7467600"/>
              <a:gd name="connsiteY180" fmla="*/ 4502436 h 6858000"/>
              <a:gd name="connsiteX181" fmla="*/ 685926 w 7467600"/>
              <a:gd name="connsiteY181" fmla="*/ 4703069 h 6858000"/>
              <a:gd name="connsiteX182" fmla="*/ 684248 w 7467600"/>
              <a:gd name="connsiteY182" fmla="*/ 4706721 h 6858000"/>
              <a:gd name="connsiteX183" fmla="*/ 1423113 w 7467600"/>
              <a:gd name="connsiteY183" fmla="*/ 3874565 h 6858000"/>
              <a:gd name="connsiteX184" fmla="*/ 3316479 w 7467600"/>
              <a:gd name="connsiteY184" fmla="*/ 3872136 h 6858000"/>
              <a:gd name="connsiteX185" fmla="*/ 3546806 w 7467600"/>
              <a:gd name="connsiteY185" fmla="*/ 4356139 h 6858000"/>
              <a:gd name="connsiteX186" fmla="*/ 3364433 w 7467600"/>
              <a:gd name="connsiteY186" fmla="*/ 3953121 h 6858000"/>
              <a:gd name="connsiteX187" fmla="*/ 3316479 w 7467600"/>
              <a:gd name="connsiteY187" fmla="*/ 3872136 h 6858000"/>
              <a:gd name="connsiteX188" fmla="*/ 3291335 w 7467600"/>
              <a:gd name="connsiteY188" fmla="*/ 3767420 h 6858000"/>
              <a:gd name="connsiteX189" fmla="*/ 3390805 w 7467600"/>
              <a:gd name="connsiteY189" fmla="*/ 3937163 h 6858000"/>
              <a:gd name="connsiteX190" fmla="*/ 3579062 w 7467600"/>
              <a:gd name="connsiteY190" fmla="*/ 4359040 h 6858000"/>
              <a:gd name="connsiteX191" fmla="*/ 3467355 w 7467600"/>
              <a:gd name="connsiteY191" fmla="*/ 3988130 h 6858000"/>
              <a:gd name="connsiteX192" fmla="*/ 3310753 w 7467600"/>
              <a:gd name="connsiteY192" fmla="*/ 3787140 h 6858000"/>
              <a:gd name="connsiteX193" fmla="*/ 3291335 w 7467600"/>
              <a:gd name="connsiteY193" fmla="*/ 3767420 h 6858000"/>
              <a:gd name="connsiteX194" fmla="*/ 1635889 w 7467600"/>
              <a:gd name="connsiteY194" fmla="*/ 3709494 h 6858000"/>
              <a:gd name="connsiteX195" fmla="*/ 1634800 w 7467600"/>
              <a:gd name="connsiteY195" fmla="*/ 3731111 h 6858000"/>
              <a:gd name="connsiteX196" fmla="*/ 1635889 w 7467600"/>
              <a:gd name="connsiteY196" fmla="*/ 3709494 h 6858000"/>
              <a:gd name="connsiteX197" fmla="*/ 1510397 w 7467600"/>
              <a:gd name="connsiteY197" fmla="*/ 3684705 h 6858000"/>
              <a:gd name="connsiteX198" fmla="*/ 1146550 w 7467600"/>
              <a:gd name="connsiteY198" fmla="*/ 3802012 h 6858000"/>
              <a:gd name="connsiteX199" fmla="*/ 698834 w 7467600"/>
              <a:gd name="connsiteY199" fmla="*/ 3952272 h 6858000"/>
              <a:gd name="connsiteX200" fmla="*/ 34256 w 7467600"/>
              <a:gd name="connsiteY200" fmla="*/ 4347603 h 6858000"/>
              <a:gd name="connsiteX201" fmla="*/ 527241 w 7467600"/>
              <a:gd name="connsiteY201" fmla="*/ 4065078 h 6858000"/>
              <a:gd name="connsiteX202" fmla="*/ 1510397 w 7467600"/>
              <a:gd name="connsiteY202" fmla="*/ 3684705 h 6858000"/>
              <a:gd name="connsiteX203" fmla="*/ 1313114 w 7467600"/>
              <a:gd name="connsiteY203" fmla="*/ 3655216 h 6858000"/>
              <a:gd name="connsiteX204" fmla="*/ 1109304 w 7467600"/>
              <a:gd name="connsiteY204" fmla="*/ 3669030 h 6858000"/>
              <a:gd name="connsiteX205" fmla="*/ 8129 w 7467600"/>
              <a:gd name="connsiteY205" fmla="*/ 4330519 h 6858000"/>
              <a:gd name="connsiteX206" fmla="*/ 687572 w 7467600"/>
              <a:gd name="connsiteY206" fmla="*/ 3925629 h 6858000"/>
              <a:gd name="connsiteX207" fmla="*/ 1138365 w 7467600"/>
              <a:gd name="connsiteY207" fmla="*/ 3774515 h 6858000"/>
              <a:gd name="connsiteX208" fmla="*/ 1505579 w 7467600"/>
              <a:gd name="connsiteY208" fmla="*/ 3655526 h 6858000"/>
              <a:gd name="connsiteX209" fmla="*/ 1313114 w 7467600"/>
              <a:gd name="connsiteY209" fmla="*/ 3655216 h 6858000"/>
              <a:gd name="connsiteX210" fmla="*/ 3655073 w 7467600"/>
              <a:gd name="connsiteY210" fmla="*/ 3650884 h 6858000"/>
              <a:gd name="connsiteX211" fmla="*/ 3989938 w 7467600"/>
              <a:gd name="connsiteY211" fmla="*/ 3991685 h 6858000"/>
              <a:gd name="connsiteX212" fmla="*/ 4393907 w 7467600"/>
              <a:gd name="connsiteY212" fmla="*/ 4261258 h 6858000"/>
              <a:gd name="connsiteX213" fmla="*/ 4648051 w 7467600"/>
              <a:gd name="connsiteY213" fmla="*/ 4374051 h 6858000"/>
              <a:gd name="connsiteX214" fmla="*/ 4383389 w 7467600"/>
              <a:gd name="connsiteY214" fmla="*/ 4184369 h 6858000"/>
              <a:gd name="connsiteX215" fmla="*/ 4165508 w 7467600"/>
              <a:gd name="connsiteY215" fmla="*/ 4035196 h 6858000"/>
              <a:gd name="connsiteX216" fmla="*/ 4068162 w 7467600"/>
              <a:gd name="connsiteY216" fmla="*/ 3953394 h 6858000"/>
              <a:gd name="connsiteX217" fmla="*/ 3981416 w 7467600"/>
              <a:gd name="connsiteY217" fmla="*/ 3880482 h 6858000"/>
              <a:gd name="connsiteX218" fmla="*/ 3800147 w 7467600"/>
              <a:gd name="connsiteY218" fmla="*/ 3749872 h 6858000"/>
              <a:gd name="connsiteX219" fmla="*/ 3655073 w 7467600"/>
              <a:gd name="connsiteY219" fmla="*/ 3650884 h 6858000"/>
              <a:gd name="connsiteX220" fmla="*/ 3670252 w 7467600"/>
              <a:gd name="connsiteY220" fmla="*/ 3622798 h 6858000"/>
              <a:gd name="connsiteX221" fmla="*/ 3817258 w 7467600"/>
              <a:gd name="connsiteY221" fmla="*/ 3723577 h 6858000"/>
              <a:gd name="connsiteX222" fmla="*/ 4000461 w 7467600"/>
              <a:gd name="connsiteY222" fmla="*/ 3855966 h 6858000"/>
              <a:gd name="connsiteX223" fmla="*/ 4088180 w 7467600"/>
              <a:gd name="connsiteY223" fmla="*/ 3929774 h 6858000"/>
              <a:gd name="connsiteX224" fmla="*/ 4184555 w 7467600"/>
              <a:gd name="connsiteY224" fmla="*/ 4010683 h 6858000"/>
              <a:gd name="connsiteX225" fmla="*/ 4399563 w 7467600"/>
              <a:gd name="connsiteY225" fmla="*/ 4158106 h 6858000"/>
              <a:gd name="connsiteX226" fmla="*/ 4684469 w 7467600"/>
              <a:gd name="connsiteY226" fmla="*/ 4364680 h 6858000"/>
              <a:gd name="connsiteX227" fmla="*/ 4690271 w 7467600"/>
              <a:gd name="connsiteY227" fmla="*/ 4370034 h 6858000"/>
              <a:gd name="connsiteX228" fmla="*/ 4136093 w 7467600"/>
              <a:gd name="connsiteY228" fmla="*/ 3858466 h 6858000"/>
              <a:gd name="connsiteX229" fmla="*/ 3670252 w 7467600"/>
              <a:gd name="connsiteY229" fmla="*/ 3622798 h 6858000"/>
              <a:gd name="connsiteX230" fmla="*/ 4440129 w 7467600"/>
              <a:gd name="connsiteY230" fmla="*/ 3448571 h 6858000"/>
              <a:gd name="connsiteX231" fmla="*/ 4856525 w 7467600"/>
              <a:gd name="connsiteY231" fmla="*/ 3915351 h 6858000"/>
              <a:gd name="connsiteX232" fmla="*/ 5059055 w 7467600"/>
              <a:gd name="connsiteY232" fmla="*/ 4108918 h 6858000"/>
              <a:gd name="connsiteX233" fmla="*/ 5290070 w 7467600"/>
              <a:gd name="connsiteY233" fmla="*/ 4263619 h 6858000"/>
              <a:gd name="connsiteX234" fmla="*/ 4834991 w 7467600"/>
              <a:gd name="connsiteY234" fmla="*/ 3830985 h 6858000"/>
              <a:gd name="connsiteX235" fmla="*/ 4440129 w 7467600"/>
              <a:gd name="connsiteY235" fmla="*/ 3448571 h 6858000"/>
              <a:gd name="connsiteX236" fmla="*/ 4441737 w 7467600"/>
              <a:gd name="connsiteY236" fmla="*/ 3399734 h 6858000"/>
              <a:gd name="connsiteX237" fmla="*/ 4431236 w 7467600"/>
              <a:gd name="connsiteY237" fmla="*/ 3400954 h 6858000"/>
              <a:gd name="connsiteX238" fmla="*/ 4557150 w 7467600"/>
              <a:gd name="connsiteY238" fmla="*/ 3510023 h 6858000"/>
              <a:gd name="connsiteX239" fmla="*/ 4856936 w 7467600"/>
              <a:gd name="connsiteY239" fmla="*/ 3809146 h 6858000"/>
              <a:gd name="connsiteX240" fmla="*/ 5111996 w 7467600"/>
              <a:gd name="connsiteY240" fmla="*/ 4065759 h 6858000"/>
              <a:gd name="connsiteX241" fmla="*/ 5388878 w 7467600"/>
              <a:gd name="connsiteY241" fmla="*/ 4300185 h 6858000"/>
              <a:gd name="connsiteX242" fmla="*/ 5425556 w 7467600"/>
              <a:gd name="connsiteY242" fmla="*/ 4308967 h 6858000"/>
              <a:gd name="connsiteX243" fmla="*/ 4943646 w 7467600"/>
              <a:gd name="connsiteY243" fmla="*/ 3822916 h 6858000"/>
              <a:gd name="connsiteX244" fmla="*/ 4594837 w 7467600"/>
              <a:gd name="connsiteY244" fmla="*/ 3532274 h 6858000"/>
              <a:gd name="connsiteX245" fmla="*/ 4441737 w 7467600"/>
              <a:gd name="connsiteY245" fmla="*/ 3399734 h 6858000"/>
              <a:gd name="connsiteX246" fmla="*/ 5425834 w 7467600"/>
              <a:gd name="connsiteY246" fmla="*/ 3162785 h 6858000"/>
              <a:gd name="connsiteX247" fmla="*/ 5401644 w 7467600"/>
              <a:gd name="connsiteY247" fmla="*/ 3617847 h 6858000"/>
              <a:gd name="connsiteX248" fmla="*/ 5467256 w 7467600"/>
              <a:gd name="connsiteY248" fmla="*/ 4175494 h 6858000"/>
              <a:gd name="connsiteX249" fmla="*/ 5448069 w 7467600"/>
              <a:gd name="connsiteY249" fmla="*/ 3567554 h 6858000"/>
              <a:gd name="connsiteX250" fmla="*/ 5425834 w 7467600"/>
              <a:gd name="connsiteY250" fmla="*/ 3162785 h 6858000"/>
              <a:gd name="connsiteX251" fmla="*/ 1318687 w 7467600"/>
              <a:gd name="connsiteY251" fmla="*/ 3113840 h 6858000"/>
              <a:gd name="connsiteX252" fmla="*/ 1066793 w 7467600"/>
              <a:gd name="connsiteY252" fmla="*/ 3212171 h 6858000"/>
              <a:gd name="connsiteX253" fmla="*/ 993319 w 7467600"/>
              <a:gd name="connsiteY253" fmla="*/ 3247648 h 6858000"/>
              <a:gd name="connsiteX254" fmla="*/ 853081 w 7467600"/>
              <a:gd name="connsiteY254" fmla="*/ 3312410 h 6858000"/>
              <a:gd name="connsiteX255" fmla="*/ 805957 w 7467600"/>
              <a:gd name="connsiteY255" fmla="*/ 3330443 h 6858000"/>
              <a:gd name="connsiteX256" fmla="*/ 1318687 w 7467600"/>
              <a:gd name="connsiteY256" fmla="*/ 3113840 h 6858000"/>
              <a:gd name="connsiteX257" fmla="*/ 5453702 w 7467600"/>
              <a:gd name="connsiteY257" fmla="*/ 3090882 h 6858000"/>
              <a:gd name="connsiteX258" fmla="*/ 5480135 w 7467600"/>
              <a:gd name="connsiteY258" fmla="*/ 3565802 h 6858000"/>
              <a:gd name="connsiteX259" fmla="*/ 5499023 w 7467600"/>
              <a:gd name="connsiteY259" fmla="*/ 4166310 h 6858000"/>
              <a:gd name="connsiteX260" fmla="*/ 5547022 w 7467600"/>
              <a:gd name="connsiteY260" fmla="*/ 3607838 h 6858000"/>
              <a:gd name="connsiteX261" fmla="*/ 5515964 w 7467600"/>
              <a:gd name="connsiteY261" fmla="*/ 3378541 h 6858000"/>
              <a:gd name="connsiteX262" fmla="*/ 5453702 w 7467600"/>
              <a:gd name="connsiteY262" fmla="*/ 3090882 h 6858000"/>
              <a:gd name="connsiteX263" fmla="*/ 1238695 w 7467600"/>
              <a:gd name="connsiteY263" fmla="*/ 3076820 h 6858000"/>
              <a:gd name="connsiteX264" fmla="*/ 716371 w 7467600"/>
              <a:gd name="connsiteY264" fmla="*/ 3293249 h 6858000"/>
              <a:gd name="connsiteX265" fmla="*/ 579522 w 7467600"/>
              <a:gd name="connsiteY265" fmla="*/ 3371759 h 6858000"/>
              <a:gd name="connsiteX266" fmla="*/ 600288 w 7467600"/>
              <a:gd name="connsiteY266" fmla="*/ 3365555 h 6858000"/>
              <a:gd name="connsiteX267" fmla="*/ 840692 w 7467600"/>
              <a:gd name="connsiteY267" fmla="*/ 3284921 h 6858000"/>
              <a:gd name="connsiteX268" fmla="*/ 979248 w 7467600"/>
              <a:gd name="connsiteY268" fmla="*/ 3221003 h 6858000"/>
              <a:gd name="connsiteX269" fmla="*/ 1053282 w 7467600"/>
              <a:gd name="connsiteY269" fmla="*/ 3185247 h 6858000"/>
              <a:gd name="connsiteX270" fmla="*/ 1320603 w 7467600"/>
              <a:gd name="connsiteY270" fmla="*/ 3081281 h 6858000"/>
              <a:gd name="connsiteX271" fmla="*/ 1238695 w 7467600"/>
              <a:gd name="connsiteY271" fmla="*/ 3076820 h 6858000"/>
              <a:gd name="connsiteX272" fmla="*/ 5425627 w 7467600"/>
              <a:gd name="connsiteY272" fmla="*/ 2954192 h 6858000"/>
              <a:gd name="connsiteX273" fmla="*/ 5470770 w 7467600"/>
              <a:gd name="connsiteY273" fmla="*/ 3005435 h 6858000"/>
              <a:gd name="connsiteX274" fmla="*/ 5519779 w 7467600"/>
              <a:gd name="connsiteY274" fmla="*/ 4359223 h 6858000"/>
              <a:gd name="connsiteX275" fmla="*/ 5520293 w 7467600"/>
              <a:gd name="connsiteY275" fmla="*/ 4360602 h 6858000"/>
              <a:gd name="connsiteX276" fmla="*/ 5767221 w 7467600"/>
              <a:gd name="connsiteY276" fmla="*/ 4665564 h 6858000"/>
              <a:gd name="connsiteX277" fmla="*/ 6937169 w 7467600"/>
              <a:gd name="connsiteY277" fmla="*/ 4815941 h 6858000"/>
              <a:gd name="connsiteX278" fmla="*/ 6953922 w 7467600"/>
              <a:gd name="connsiteY278" fmla="*/ 4890068 h 6858000"/>
              <a:gd name="connsiteX279" fmla="*/ 6071359 w 7467600"/>
              <a:gd name="connsiteY279" fmla="*/ 4770770 h 6858000"/>
              <a:gd name="connsiteX280" fmla="*/ 6038839 w 7467600"/>
              <a:gd name="connsiteY280" fmla="*/ 4764474 h 6858000"/>
              <a:gd name="connsiteX281" fmla="*/ 6038706 w 7467600"/>
              <a:gd name="connsiteY281" fmla="*/ 4763847 h 6858000"/>
              <a:gd name="connsiteX282" fmla="*/ 6037784 w 7467600"/>
              <a:gd name="connsiteY282" fmla="*/ 4764270 h 6858000"/>
              <a:gd name="connsiteX283" fmla="*/ 6038839 w 7467600"/>
              <a:gd name="connsiteY283" fmla="*/ 4764474 h 6858000"/>
              <a:gd name="connsiteX284" fmla="*/ 6040338 w 7467600"/>
              <a:gd name="connsiteY284" fmla="*/ 4771418 h 6858000"/>
              <a:gd name="connsiteX285" fmla="*/ 6024488 w 7467600"/>
              <a:gd name="connsiteY285" fmla="*/ 4809903 h 6858000"/>
              <a:gd name="connsiteX286" fmla="*/ 5599771 w 7467600"/>
              <a:gd name="connsiteY286" fmla="*/ 5509652 h 6858000"/>
              <a:gd name="connsiteX287" fmla="*/ 5548843 w 7467600"/>
              <a:gd name="connsiteY287" fmla="*/ 5563845 h 6858000"/>
              <a:gd name="connsiteX288" fmla="*/ 5940952 w 7467600"/>
              <a:gd name="connsiteY288" fmla="*/ 6250028 h 6858000"/>
              <a:gd name="connsiteX289" fmla="*/ 6043441 w 7467600"/>
              <a:gd name="connsiteY289" fmla="*/ 6665847 h 6858000"/>
              <a:gd name="connsiteX290" fmla="*/ 6093432 w 7467600"/>
              <a:gd name="connsiteY290" fmla="*/ 6858000 h 6858000"/>
              <a:gd name="connsiteX291" fmla="*/ 6034344 w 7467600"/>
              <a:gd name="connsiteY291" fmla="*/ 6858000 h 6858000"/>
              <a:gd name="connsiteX292" fmla="*/ 6026679 w 7467600"/>
              <a:gd name="connsiteY292" fmla="*/ 6836959 h 6858000"/>
              <a:gd name="connsiteX293" fmla="*/ 5800441 w 7467600"/>
              <a:gd name="connsiteY293" fmla="*/ 6335286 h 6858000"/>
              <a:gd name="connsiteX294" fmla="*/ 5526562 w 7467600"/>
              <a:gd name="connsiteY294" fmla="*/ 5705388 h 6858000"/>
              <a:gd name="connsiteX295" fmla="*/ 5519640 w 7467600"/>
              <a:gd name="connsiteY295" fmla="*/ 5683774 h 6858000"/>
              <a:gd name="connsiteX296" fmla="*/ 5844559 w 7467600"/>
              <a:gd name="connsiteY296" fmla="*/ 6553349 h 6858000"/>
              <a:gd name="connsiteX297" fmla="*/ 5975994 w 7467600"/>
              <a:gd name="connsiteY297" fmla="*/ 6858000 h 6858000"/>
              <a:gd name="connsiteX298" fmla="*/ 5898547 w 7467600"/>
              <a:gd name="connsiteY298" fmla="*/ 6858000 h 6858000"/>
              <a:gd name="connsiteX299" fmla="*/ 5682041 w 7467600"/>
              <a:gd name="connsiteY299" fmla="*/ 6355860 h 6858000"/>
              <a:gd name="connsiteX300" fmla="*/ 5461758 w 7467600"/>
              <a:gd name="connsiteY300" fmla="*/ 5820220 h 6858000"/>
              <a:gd name="connsiteX301" fmla="*/ 5237282 w 7467600"/>
              <a:gd name="connsiteY301" fmla="*/ 6579086 h 6858000"/>
              <a:gd name="connsiteX302" fmla="*/ 5115009 w 7467600"/>
              <a:gd name="connsiteY302" fmla="*/ 6858000 h 6858000"/>
              <a:gd name="connsiteX303" fmla="*/ 5028074 w 7467600"/>
              <a:gd name="connsiteY303" fmla="*/ 6858000 h 6858000"/>
              <a:gd name="connsiteX304" fmla="*/ 5079508 w 7467600"/>
              <a:gd name="connsiteY304" fmla="*/ 6749074 h 6858000"/>
              <a:gd name="connsiteX305" fmla="*/ 5371846 w 7467600"/>
              <a:gd name="connsiteY305" fmla="*/ 5924413 h 6858000"/>
              <a:gd name="connsiteX306" fmla="*/ 5270512 w 7467600"/>
              <a:gd name="connsiteY306" fmla="*/ 6138975 h 6858000"/>
              <a:gd name="connsiteX307" fmla="*/ 5062409 w 7467600"/>
              <a:gd name="connsiteY307" fmla="*/ 6653544 h 6858000"/>
              <a:gd name="connsiteX308" fmla="*/ 5036628 w 7467600"/>
              <a:gd name="connsiteY308" fmla="*/ 6754247 h 6858000"/>
              <a:gd name="connsiteX309" fmla="*/ 5009112 w 7467600"/>
              <a:gd name="connsiteY309" fmla="*/ 6858000 h 6858000"/>
              <a:gd name="connsiteX310" fmla="*/ 4976679 w 7467600"/>
              <a:gd name="connsiteY310" fmla="*/ 6858000 h 6858000"/>
              <a:gd name="connsiteX311" fmla="*/ 5006537 w 7467600"/>
              <a:gd name="connsiteY311" fmla="*/ 6747068 h 6858000"/>
              <a:gd name="connsiteX312" fmla="*/ 5032723 w 7467600"/>
              <a:gd name="connsiteY312" fmla="*/ 6644957 h 6858000"/>
              <a:gd name="connsiteX313" fmla="*/ 5242949 w 7467600"/>
              <a:gd name="connsiteY313" fmla="*/ 6125175 h 6858000"/>
              <a:gd name="connsiteX314" fmla="*/ 5286321 w 7467600"/>
              <a:gd name="connsiteY314" fmla="*/ 6033555 h 6858000"/>
              <a:gd name="connsiteX315" fmla="*/ 5008210 w 7467600"/>
              <a:gd name="connsiteY315" fmla="*/ 6649194 h 6858000"/>
              <a:gd name="connsiteX316" fmla="*/ 4986321 w 7467600"/>
              <a:gd name="connsiteY316" fmla="*/ 6765687 h 6858000"/>
              <a:gd name="connsiteX317" fmla="*/ 4973474 w 7467600"/>
              <a:gd name="connsiteY317" fmla="*/ 6858000 h 6858000"/>
              <a:gd name="connsiteX318" fmla="*/ 4907178 w 7467600"/>
              <a:gd name="connsiteY318" fmla="*/ 6858000 h 6858000"/>
              <a:gd name="connsiteX319" fmla="*/ 4910810 w 7467600"/>
              <a:gd name="connsiteY319" fmla="*/ 6829660 h 6858000"/>
              <a:gd name="connsiteX320" fmla="*/ 4987461 w 7467600"/>
              <a:gd name="connsiteY320" fmla="*/ 6432994 h 6858000"/>
              <a:gd name="connsiteX321" fmla="*/ 5179262 w 7467600"/>
              <a:gd name="connsiteY321" fmla="*/ 6035044 h 6858000"/>
              <a:gd name="connsiteX322" fmla="*/ 4689678 w 7467600"/>
              <a:gd name="connsiteY322" fmla="*/ 6440241 h 6858000"/>
              <a:gd name="connsiteX323" fmla="*/ 4477543 w 7467600"/>
              <a:gd name="connsiteY323" fmla="*/ 6674836 h 6858000"/>
              <a:gd name="connsiteX324" fmla="*/ 4329957 w 7467600"/>
              <a:gd name="connsiteY324" fmla="*/ 6858000 h 6858000"/>
              <a:gd name="connsiteX325" fmla="*/ 4218595 w 7467600"/>
              <a:gd name="connsiteY325" fmla="*/ 6858000 h 6858000"/>
              <a:gd name="connsiteX326" fmla="*/ 4368888 w 7467600"/>
              <a:gd name="connsiteY326" fmla="*/ 6668412 h 6858000"/>
              <a:gd name="connsiteX327" fmla="*/ 4563091 w 7467600"/>
              <a:gd name="connsiteY327" fmla="*/ 6442508 h 6858000"/>
              <a:gd name="connsiteX328" fmla="*/ 5387324 w 7467600"/>
              <a:gd name="connsiteY328" fmla="*/ 5705830 h 6858000"/>
              <a:gd name="connsiteX329" fmla="*/ 5073620 w 7467600"/>
              <a:gd name="connsiteY329" fmla="*/ 5955437 h 6858000"/>
              <a:gd name="connsiteX330" fmla="*/ 4689789 w 7467600"/>
              <a:gd name="connsiteY330" fmla="*/ 6268382 h 6858000"/>
              <a:gd name="connsiteX331" fmla="*/ 4418722 w 7467600"/>
              <a:gd name="connsiteY331" fmla="*/ 6570886 h 6858000"/>
              <a:gd name="connsiteX332" fmla="*/ 4214944 w 7467600"/>
              <a:gd name="connsiteY332" fmla="*/ 6858000 h 6858000"/>
              <a:gd name="connsiteX333" fmla="*/ 4177898 w 7467600"/>
              <a:gd name="connsiteY333" fmla="*/ 6858000 h 6858000"/>
              <a:gd name="connsiteX334" fmla="*/ 4391597 w 7467600"/>
              <a:gd name="connsiteY334" fmla="*/ 6556370 h 6858000"/>
              <a:gd name="connsiteX335" fmla="*/ 4668889 w 7467600"/>
              <a:gd name="connsiteY335" fmla="*/ 6246399 h 6858000"/>
              <a:gd name="connsiteX336" fmla="*/ 5055427 w 7467600"/>
              <a:gd name="connsiteY336" fmla="*/ 5931476 h 6858000"/>
              <a:gd name="connsiteX337" fmla="*/ 5371814 w 7467600"/>
              <a:gd name="connsiteY337" fmla="*/ 5678975 h 6858000"/>
              <a:gd name="connsiteX338" fmla="*/ 4987918 w 7467600"/>
              <a:gd name="connsiteY338" fmla="*/ 5838701 h 6858000"/>
              <a:gd name="connsiteX339" fmla="*/ 4317146 w 7467600"/>
              <a:gd name="connsiteY339" fmla="*/ 6587716 h 6858000"/>
              <a:gd name="connsiteX340" fmla="*/ 4171627 w 7467600"/>
              <a:gd name="connsiteY340" fmla="*/ 6858000 h 6858000"/>
              <a:gd name="connsiteX341" fmla="*/ 4081585 w 7467600"/>
              <a:gd name="connsiteY341" fmla="*/ 6858000 h 6858000"/>
              <a:gd name="connsiteX342" fmla="*/ 4238603 w 7467600"/>
              <a:gd name="connsiteY342" fmla="*/ 6559341 h 6858000"/>
              <a:gd name="connsiteX343" fmla="*/ 4778333 w 7467600"/>
              <a:gd name="connsiteY343" fmla="*/ 5873626 h 6858000"/>
              <a:gd name="connsiteX344" fmla="*/ 5414185 w 7467600"/>
              <a:gd name="connsiteY344" fmla="*/ 5573882 h 6858000"/>
              <a:gd name="connsiteX345" fmla="*/ 5959648 w 7467600"/>
              <a:gd name="connsiteY345" fmla="*/ 4760797 h 6858000"/>
              <a:gd name="connsiteX346" fmla="*/ 5355019 w 7467600"/>
              <a:gd name="connsiteY346" fmla="*/ 4734672 h 6858000"/>
              <a:gd name="connsiteX347" fmla="*/ 5083565 w 7467600"/>
              <a:gd name="connsiteY347" fmla="*/ 5179121 h 6858000"/>
              <a:gd name="connsiteX348" fmla="*/ 4713577 w 7467600"/>
              <a:gd name="connsiteY348" fmla="*/ 5616803 h 6858000"/>
              <a:gd name="connsiteX349" fmla="*/ 3989559 w 7467600"/>
              <a:gd name="connsiteY349" fmla="*/ 6145945 h 6858000"/>
              <a:gd name="connsiteX350" fmla="*/ 3939824 w 7467600"/>
              <a:gd name="connsiteY350" fmla="*/ 6066900 h 6858000"/>
              <a:gd name="connsiteX351" fmla="*/ 4584537 w 7467600"/>
              <a:gd name="connsiteY351" fmla="*/ 5324826 h 6858000"/>
              <a:gd name="connsiteX352" fmla="*/ 5037105 w 7467600"/>
              <a:gd name="connsiteY352" fmla="*/ 5088765 h 6858000"/>
              <a:gd name="connsiteX353" fmla="*/ 5039930 w 7467600"/>
              <a:gd name="connsiteY353" fmla="*/ 5089585 h 6858000"/>
              <a:gd name="connsiteX354" fmla="*/ 5263764 w 7467600"/>
              <a:gd name="connsiteY354" fmla="*/ 4735525 h 6858000"/>
              <a:gd name="connsiteX355" fmla="*/ 4086300 w 7467600"/>
              <a:gd name="connsiteY355" fmla="*/ 4884599 h 6858000"/>
              <a:gd name="connsiteX356" fmla="*/ 4085485 w 7467600"/>
              <a:gd name="connsiteY356" fmla="*/ 4899070 h 6858000"/>
              <a:gd name="connsiteX357" fmla="*/ 3871915 w 7467600"/>
              <a:gd name="connsiteY357" fmla="*/ 5253645 h 6858000"/>
              <a:gd name="connsiteX358" fmla="*/ 3799374 w 7467600"/>
              <a:gd name="connsiteY358" fmla="*/ 5466127 h 6858000"/>
              <a:gd name="connsiteX359" fmla="*/ 3498850 w 7467600"/>
              <a:gd name="connsiteY359" fmla="*/ 6661888 h 6858000"/>
              <a:gd name="connsiteX360" fmla="*/ 3399216 w 7467600"/>
              <a:gd name="connsiteY360" fmla="*/ 6858000 h 6858000"/>
              <a:gd name="connsiteX361" fmla="*/ 3303688 w 7467600"/>
              <a:gd name="connsiteY361" fmla="*/ 6858000 h 6858000"/>
              <a:gd name="connsiteX362" fmla="*/ 3391774 w 7467600"/>
              <a:gd name="connsiteY362" fmla="*/ 6697181 h 6858000"/>
              <a:gd name="connsiteX363" fmla="*/ 3735540 w 7467600"/>
              <a:gd name="connsiteY363" fmla="*/ 5546923 h 6858000"/>
              <a:gd name="connsiteX364" fmla="*/ 3729438 w 7467600"/>
              <a:gd name="connsiteY364" fmla="*/ 5569058 h 6858000"/>
              <a:gd name="connsiteX365" fmla="*/ 3707782 w 7467600"/>
              <a:gd name="connsiteY365" fmla="*/ 5644908 h 6858000"/>
              <a:gd name="connsiteX366" fmla="*/ 3583827 w 7467600"/>
              <a:gd name="connsiteY366" fmla="*/ 6039215 h 6858000"/>
              <a:gd name="connsiteX367" fmla="*/ 3547861 w 7467600"/>
              <a:gd name="connsiteY367" fmla="*/ 6129609 h 6858000"/>
              <a:gd name="connsiteX368" fmla="*/ 3490905 w 7467600"/>
              <a:gd name="connsiteY368" fmla="*/ 6277660 h 6858000"/>
              <a:gd name="connsiteX369" fmla="*/ 3455859 w 7467600"/>
              <a:gd name="connsiteY369" fmla="*/ 6391301 h 6858000"/>
              <a:gd name="connsiteX370" fmla="*/ 3429112 w 7467600"/>
              <a:gd name="connsiteY370" fmla="*/ 6479469 h 6858000"/>
              <a:gd name="connsiteX371" fmla="*/ 3304862 w 7467600"/>
              <a:gd name="connsiteY371" fmla="*/ 6796476 h 6858000"/>
              <a:gd name="connsiteX372" fmla="*/ 3276071 w 7467600"/>
              <a:gd name="connsiteY372" fmla="*/ 6858000 h 6858000"/>
              <a:gd name="connsiteX373" fmla="*/ 3240805 w 7467600"/>
              <a:gd name="connsiteY373" fmla="*/ 6858000 h 6858000"/>
              <a:gd name="connsiteX374" fmla="*/ 3275917 w 7467600"/>
              <a:gd name="connsiteY374" fmla="*/ 6783192 h 6858000"/>
              <a:gd name="connsiteX375" fmla="*/ 3399358 w 7467600"/>
              <a:gd name="connsiteY375" fmla="*/ 6469011 h 6858000"/>
              <a:gd name="connsiteX376" fmla="*/ 3425650 w 7467600"/>
              <a:gd name="connsiteY376" fmla="*/ 6381333 h 6858000"/>
              <a:gd name="connsiteX377" fmla="*/ 3460661 w 7467600"/>
              <a:gd name="connsiteY377" fmla="*/ 6266763 h 6858000"/>
              <a:gd name="connsiteX378" fmla="*/ 3518021 w 7467600"/>
              <a:gd name="connsiteY378" fmla="*/ 6117298 h 6858000"/>
              <a:gd name="connsiteX379" fmla="*/ 3554035 w 7467600"/>
              <a:gd name="connsiteY379" fmla="*/ 6027832 h 6858000"/>
              <a:gd name="connsiteX380" fmla="*/ 3677174 w 7467600"/>
              <a:gd name="connsiteY380" fmla="*/ 5636351 h 6858000"/>
              <a:gd name="connsiteX381" fmla="*/ 3698819 w 7467600"/>
              <a:gd name="connsiteY381" fmla="*/ 5560503 h 6858000"/>
              <a:gd name="connsiteX382" fmla="*/ 3702094 w 7467600"/>
              <a:gd name="connsiteY382" fmla="*/ 5549194 h 6858000"/>
              <a:gd name="connsiteX383" fmla="*/ 3398355 w 7467600"/>
              <a:gd name="connsiteY383" fmla="*/ 6094603 h 6858000"/>
              <a:gd name="connsiteX384" fmla="*/ 3193941 w 7467600"/>
              <a:gd name="connsiteY384" fmla="*/ 6798775 h 6858000"/>
              <a:gd name="connsiteX385" fmla="*/ 3184140 w 7467600"/>
              <a:gd name="connsiteY385" fmla="*/ 6858000 h 6858000"/>
              <a:gd name="connsiteX386" fmla="*/ 3099978 w 7467600"/>
              <a:gd name="connsiteY386" fmla="*/ 6858000 h 6858000"/>
              <a:gd name="connsiteX387" fmla="*/ 3101556 w 7467600"/>
              <a:gd name="connsiteY387" fmla="*/ 6843337 h 6858000"/>
              <a:gd name="connsiteX388" fmla="*/ 3370162 w 7467600"/>
              <a:gd name="connsiteY388" fmla="*/ 5785550 h 6858000"/>
              <a:gd name="connsiteX389" fmla="*/ 3746477 w 7467600"/>
              <a:gd name="connsiteY389" fmla="*/ 5377889 h 6858000"/>
              <a:gd name="connsiteX390" fmla="*/ 3863399 w 7467600"/>
              <a:gd name="connsiteY390" fmla="*/ 5087257 h 6858000"/>
              <a:gd name="connsiteX391" fmla="*/ 3968712 w 7467600"/>
              <a:gd name="connsiteY391" fmla="*/ 4913989 h 6858000"/>
              <a:gd name="connsiteX392" fmla="*/ 2792390 w 7467600"/>
              <a:gd name="connsiteY392" fmla="*/ 5382974 h 6858000"/>
              <a:gd name="connsiteX393" fmla="*/ 2714982 w 7467600"/>
              <a:gd name="connsiteY393" fmla="*/ 5427051 h 6858000"/>
              <a:gd name="connsiteX394" fmla="*/ 2813361 w 7467600"/>
              <a:gd name="connsiteY394" fmla="*/ 6023912 h 6858000"/>
              <a:gd name="connsiteX395" fmla="*/ 2688430 w 7467600"/>
              <a:gd name="connsiteY395" fmla="*/ 6801564 h 6858000"/>
              <a:gd name="connsiteX396" fmla="*/ 2629626 w 7467600"/>
              <a:gd name="connsiteY396" fmla="*/ 6763394 h 6858000"/>
              <a:gd name="connsiteX397" fmla="*/ 2565328 w 7467600"/>
              <a:gd name="connsiteY397" fmla="*/ 5516399 h 6858000"/>
              <a:gd name="connsiteX398" fmla="*/ 1922999 w 7467600"/>
              <a:gd name="connsiteY398" fmla="*/ 5980343 h 6858000"/>
              <a:gd name="connsiteX399" fmla="*/ 1950261 w 7467600"/>
              <a:gd name="connsiteY399" fmla="*/ 6405858 h 6858000"/>
              <a:gd name="connsiteX400" fmla="*/ 2365554 w 7467600"/>
              <a:gd name="connsiteY400" fmla="*/ 6759107 h 6858000"/>
              <a:gd name="connsiteX401" fmla="*/ 2424142 w 7467600"/>
              <a:gd name="connsiteY401" fmla="*/ 6858000 h 6858000"/>
              <a:gd name="connsiteX402" fmla="*/ 2395994 w 7467600"/>
              <a:gd name="connsiteY402" fmla="*/ 6858000 h 6858000"/>
              <a:gd name="connsiteX403" fmla="*/ 2392863 w 7467600"/>
              <a:gd name="connsiteY403" fmla="*/ 6852964 h 6858000"/>
              <a:gd name="connsiteX404" fmla="*/ 2017589 w 7467600"/>
              <a:gd name="connsiteY404" fmla="*/ 6493982 h 6858000"/>
              <a:gd name="connsiteX405" fmla="*/ 2147336 w 7467600"/>
              <a:gd name="connsiteY405" fmla="*/ 6594052 h 6858000"/>
              <a:gd name="connsiteX406" fmla="*/ 2207047 w 7467600"/>
              <a:gd name="connsiteY406" fmla="*/ 6654540 h 6858000"/>
              <a:gd name="connsiteX407" fmla="*/ 2299106 w 7467600"/>
              <a:gd name="connsiteY407" fmla="*/ 6778931 h 6858000"/>
              <a:gd name="connsiteX408" fmla="*/ 2314430 w 7467600"/>
              <a:gd name="connsiteY408" fmla="*/ 6801144 h 6858000"/>
              <a:gd name="connsiteX409" fmla="*/ 2352406 w 7467600"/>
              <a:gd name="connsiteY409" fmla="*/ 6858000 h 6858000"/>
              <a:gd name="connsiteX410" fmla="*/ 2314492 w 7467600"/>
              <a:gd name="connsiteY410" fmla="*/ 6858000 h 6858000"/>
              <a:gd name="connsiteX411" fmla="*/ 2288095 w 7467600"/>
              <a:gd name="connsiteY411" fmla="*/ 6818030 h 6858000"/>
              <a:gd name="connsiteX412" fmla="*/ 2272768 w 7467600"/>
              <a:gd name="connsiteY412" fmla="*/ 6795822 h 6858000"/>
              <a:gd name="connsiteX413" fmla="*/ 2182715 w 7467600"/>
              <a:gd name="connsiteY413" fmla="*/ 6675071 h 6858000"/>
              <a:gd name="connsiteX414" fmla="*/ 2032061 w 7467600"/>
              <a:gd name="connsiteY414" fmla="*/ 6541380 h 6858000"/>
              <a:gd name="connsiteX415" fmla="*/ 2257220 w 7467600"/>
              <a:gd name="connsiteY415" fmla="*/ 6826257 h 6858000"/>
              <a:gd name="connsiteX416" fmla="*/ 2281324 w 7467600"/>
              <a:gd name="connsiteY416" fmla="*/ 6858000 h 6858000"/>
              <a:gd name="connsiteX417" fmla="*/ 2242860 w 7467600"/>
              <a:gd name="connsiteY417" fmla="*/ 6858000 h 6858000"/>
              <a:gd name="connsiteX418" fmla="*/ 2232818 w 7467600"/>
              <a:gd name="connsiteY418" fmla="*/ 6844926 h 6858000"/>
              <a:gd name="connsiteX419" fmla="*/ 1990172 w 7467600"/>
              <a:gd name="connsiteY419" fmla="*/ 6542121 h 6858000"/>
              <a:gd name="connsiteX420" fmla="*/ 2124090 w 7467600"/>
              <a:gd name="connsiteY420" fmla="*/ 6761017 h 6858000"/>
              <a:gd name="connsiteX421" fmla="*/ 2200380 w 7467600"/>
              <a:gd name="connsiteY421" fmla="*/ 6858000 h 6858000"/>
              <a:gd name="connsiteX422" fmla="*/ 2147507 w 7467600"/>
              <a:gd name="connsiteY422" fmla="*/ 6858000 h 6858000"/>
              <a:gd name="connsiteX423" fmla="*/ 2070668 w 7467600"/>
              <a:gd name="connsiteY423" fmla="*/ 6761520 h 6858000"/>
              <a:gd name="connsiteX424" fmla="*/ 1975142 w 7467600"/>
              <a:gd name="connsiteY424" fmla="*/ 6585570 h 6858000"/>
              <a:gd name="connsiteX425" fmla="*/ 2050035 w 7467600"/>
              <a:gd name="connsiteY425" fmla="*/ 6813345 h 6858000"/>
              <a:gd name="connsiteX426" fmla="*/ 2063025 w 7467600"/>
              <a:gd name="connsiteY426" fmla="*/ 6858000 h 6858000"/>
              <a:gd name="connsiteX427" fmla="*/ 2021675 w 7467600"/>
              <a:gd name="connsiteY427" fmla="*/ 6858000 h 6858000"/>
              <a:gd name="connsiteX428" fmla="*/ 2019308 w 7467600"/>
              <a:gd name="connsiteY428" fmla="*/ 6847118 h 6858000"/>
              <a:gd name="connsiteX429" fmla="*/ 1938835 w 7467600"/>
              <a:gd name="connsiteY429" fmla="*/ 6551160 h 6858000"/>
              <a:gd name="connsiteX430" fmla="*/ 1953230 w 7467600"/>
              <a:gd name="connsiteY430" fmla="*/ 6759699 h 6858000"/>
              <a:gd name="connsiteX431" fmla="*/ 1956763 w 7467600"/>
              <a:gd name="connsiteY431" fmla="*/ 6778191 h 6858000"/>
              <a:gd name="connsiteX432" fmla="*/ 1967925 w 7467600"/>
              <a:gd name="connsiteY432" fmla="*/ 6858000 h 6858000"/>
              <a:gd name="connsiteX433" fmla="*/ 1936622 w 7467600"/>
              <a:gd name="connsiteY433" fmla="*/ 6858000 h 6858000"/>
              <a:gd name="connsiteX434" fmla="*/ 1926261 w 7467600"/>
              <a:gd name="connsiteY434" fmla="*/ 6784064 h 6858000"/>
              <a:gd name="connsiteX435" fmla="*/ 1922724 w 7467600"/>
              <a:gd name="connsiteY435" fmla="*/ 6765577 h 6858000"/>
              <a:gd name="connsiteX436" fmla="*/ 1904650 w 7467600"/>
              <a:gd name="connsiteY436" fmla="*/ 6639616 h 6858000"/>
              <a:gd name="connsiteX437" fmla="*/ 1885273 w 7467600"/>
              <a:gd name="connsiteY437" fmla="*/ 6858000 h 6858000"/>
              <a:gd name="connsiteX438" fmla="*/ 1854363 w 7467600"/>
              <a:gd name="connsiteY438" fmla="*/ 6858000 h 6858000"/>
              <a:gd name="connsiteX439" fmla="*/ 1880391 w 7467600"/>
              <a:gd name="connsiteY439" fmla="*/ 6603796 h 6858000"/>
              <a:gd name="connsiteX440" fmla="*/ 1818273 w 7467600"/>
              <a:gd name="connsiteY440" fmla="*/ 6715729 h 6858000"/>
              <a:gd name="connsiteX441" fmla="*/ 1794691 w 7467600"/>
              <a:gd name="connsiteY441" fmla="*/ 6843239 h 6858000"/>
              <a:gd name="connsiteX442" fmla="*/ 1794914 w 7467600"/>
              <a:gd name="connsiteY442" fmla="*/ 6858000 h 6858000"/>
              <a:gd name="connsiteX443" fmla="*/ 1746128 w 7467600"/>
              <a:gd name="connsiteY443" fmla="*/ 6858000 h 6858000"/>
              <a:gd name="connsiteX444" fmla="*/ 1753934 w 7467600"/>
              <a:gd name="connsiteY444" fmla="*/ 6724796 h 6858000"/>
              <a:gd name="connsiteX445" fmla="*/ 1792053 w 7467600"/>
              <a:gd name="connsiteY445" fmla="*/ 6572396 h 6858000"/>
              <a:gd name="connsiteX446" fmla="*/ 1862248 w 7467600"/>
              <a:gd name="connsiteY446" fmla="*/ 6266397 h 6858000"/>
              <a:gd name="connsiteX447" fmla="*/ 1862250 w 7467600"/>
              <a:gd name="connsiteY447" fmla="*/ 6033531 h 6858000"/>
              <a:gd name="connsiteX448" fmla="*/ 1211999 w 7467600"/>
              <a:gd name="connsiteY448" fmla="*/ 6683610 h 6858000"/>
              <a:gd name="connsiteX449" fmla="*/ 1213266 w 7467600"/>
              <a:gd name="connsiteY449" fmla="*/ 6691947 h 6858000"/>
              <a:gd name="connsiteX450" fmla="*/ 1203370 w 7467600"/>
              <a:gd name="connsiteY450" fmla="*/ 6850676 h 6858000"/>
              <a:gd name="connsiteX451" fmla="*/ 1203671 w 7467600"/>
              <a:gd name="connsiteY451" fmla="*/ 6858000 h 6858000"/>
              <a:gd name="connsiteX452" fmla="*/ 1143180 w 7467600"/>
              <a:gd name="connsiteY452" fmla="*/ 6858000 h 6858000"/>
              <a:gd name="connsiteX453" fmla="*/ 1142176 w 7467600"/>
              <a:gd name="connsiteY453" fmla="*/ 6766045 h 6858000"/>
              <a:gd name="connsiteX454" fmla="*/ 1067484 w 7467600"/>
              <a:gd name="connsiteY454" fmla="*/ 6858000 h 6858000"/>
              <a:gd name="connsiteX455" fmla="*/ 953928 w 7467600"/>
              <a:gd name="connsiteY455" fmla="*/ 6858000 h 6858000"/>
              <a:gd name="connsiteX456" fmla="*/ 959715 w 7467600"/>
              <a:gd name="connsiteY456" fmla="*/ 6850185 h 6858000"/>
              <a:gd name="connsiteX457" fmla="*/ 1483788 w 7467600"/>
              <a:gd name="connsiteY457" fmla="*/ 6259174 h 6858000"/>
              <a:gd name="connsiteX458" fmla="*/ 1100671 w 7467600"/>
              <a:gd name="connsiteY458" fmla="*/ 6252137 h 6858000"/>
              <a:gd name="connsiteX459" fmla="*/ 1090144 w 7467600"/>
              <a:gd name="connsiteY459" fmla="*/ 6256748 h 6858000"/>
              <a:gd name="connsiteX460" fmla="*/ 1095872 w 7467600"/>
              <a:gd name="connsiteY460" fmla="*/ 6271892 h 6858000"/>
              <a:gd name="connsiteX461" fmla="*/ 262785 w 7467600"/>
              <a:gd name="connsiteY461" fmla="*/ 6845450 h 6858000"/>
              <a:gd name="connsiteX462" fmla="*/ 209968 w 7467600"/>
              <a:gd name="connsiteY462" fmla="*/ 6770713 h 6858000"/>
              <a:gd name="connsiteX463" fmla="*/ 873460 w 7467600"/>
              <a:gd name="connsiteY463" fmla="*/ 6253768 h 6858000"/>
              <a:gd name="connsiteX464" fmla="*/ 192686 w 7467600"/>
              <a:gd name="connsiteY464" fmla="*/ 5849257 h 6858000"/>
              <a:gd name="connsiteX465" fmla="*/ 4696 w 7467600"/>
              <a:gd name="connsiteY465" fmla="*/ 5697668 h 6858000"/>
              <a:gd name="connsiteX466" fmla="*/ 0 w 7467600"/>
              <a:gd name="connsiteY466" fmla="*/ 5689984 h 6858000"/>
              <a:gd name="connsiteX467" fmla="*/ 0 w 7467600"/>
              <a:gd name="connsiteY467" fmla="*/ 5513472 h 6858000"/>
              <a:gd name="connsiteX468" fmla="*/ 174101 w 7467600"/>
              <a:gd name="connsiteY468" fmla="*/ 5620277 h 6858000"/>
              <a:gd name="connsiteX469" fmla="*/ 891800 w 7467600"/>
              <a:gd name="connsiteY469" fmla="*/ 6036935 h 6858000"/>
              <a:gd name="connsiteX470" fmla="*/ 1072219 w 7467600"/>
              <a:gd name="connsiteY470" fmla="*/ 6169443 h 6858000"/>
              <a:gd name="connsiteX471" fmla="*/ 1074117 w 7467600"/>
              <a:gd name="connsiteY471" fmla="*/ 6170301 h 6858000"/>
              <a:gd name="connsiteX472" fmla="*/ 1083114 w 7467600"/>
              <a:gd name="connsiteY472" fmla="*/ 6174131 h 6858000"/>
              <a:gd name="connsiteX473" fmla="*/ 1543010 w 7467600"/>
              <a:gd name="connsiteY473" fmla="*/ 6191140 h 6858000"/>
              <a:gd name="connsiteX474" fmla="*/ 1551080 w 7467600"/>
              <a:gd name="connsiteY474" fmla="*/ 6195006 h 6858000"/>
              <a:gd name="connsiteX475" fmla="*/ 2345443 w 7467600"/>
              <a:gd name="connsiteY475" fmla="*/ 5549882 h 6858000"/>
              <a:gd name="connsiteX476" fmla="*/ 1721499 w 7467600"/>
              <a:gd name="connsiteY476" fmla="*/ 5599969 h 6858000"/>
              <a:gd name="connsiteX477" fmla="*/ 767716 w 7467600"/>
              <a:gd name="connsiteY477" fmla="*/ 5472768 h 6858000"/>
              <a:gd name="connsiteX478" fmla="*/ 722147 w 7467600"/>
              <a:gd name="connsiteY478" fmla="*/ 5393091 h 6858000"/>
              <a:gd name="connsiteX479" fmla="*/ 1485552 w 7467600"/>
              <a:gd name="connsiteY479" fmla="*/ 5313202 h 6858000"/>
              <a:gd name="connsiteX480" fmla="*/ 2143004 w 7467600"/>
              <a:gd name="connsiteY480" fmla="*/ 5402420 h 6858000"/>
              <a:gd name="connsiteX481" fmla="*/ 1933391 w 7467600"/>
              <a:gd name="connsiteY481" fmla="*/ 5156971 h 6858000"/>
              <a:gd name="connsiteX482" fmla="*/ 1827118 w 7467600"/>
              <a:gd name="connsiteY482" fmla="*/ 4968410 h 6858000"/>
              <a:gd name="connsiteX483" fmla="*/ 1837349 w 7467600"/>
              <a:gd name="connsiteY483" fmla="*/ 4956357 h 6858000"/>
              <a:gd name="connsiteX484" fmla="*/ 2162835 w 7467600"/>
              <a:gd name="connsiteY484" fmla="*/ 5187853 h 6858000"/>
              <a:gd name="connsiteX485" fmla="*/ 2257167 w 7467600"/>
              <a:gd name="connsiteY485" fmla="*/ 5462123 h 6858000"/>
              <a:gd name="connsiteX486" fmla="*/ 2261598 w 7467600"/>
              <a:gd name="connsiteY486" fmla="*/ 5467998 h 6858000"/>
              <a:gd name="connsiteX487" fmla="*/ 2437177 w 7467600"/>
              <a:gd name="connsiteY487" fmla="*/ 5479608 h 6858000"/>
              <a:gd name="connsiteX488" fmla="*/ 2445247 w 7467600"/>
              <a:gd name="connsiteY488" fmla="*/ 5483476 h 6858000"/>
              <a:gd name="connsiteX489" fmla="*/ 2743626 w 7467600"/>
              <a:gd name="connsiteY489" fmla="*/ 5304819 h 6858000"/>
              <a:gd name="connsiteX490" fmla="*/ 3048102 w 7467600"/>
              <a:gd name="connsiteY490" fmla="*/ 5150595 h 6858000"/>
              <a:gd name="connsiteX491" fmla="*/ 1799414 w 7467600"/>
              <a:gd name="connsiteY491" fmla="*/ 4694732 h 6858000"/>
              <a:gd name="connsiteX492" fmla="*/ 1771735 w 7467600"/>
              <a:gd name="connsiteY492" fmla="*/ 4619929 h 6858000"/>
              <a:gd name="connsiteX493" fmla="*/ 3104273 w 7467600"/>
              <a:gd name="connsiteY493" fmla="*/ 5076159 h 6858000"/>
              <a:gd name="connsiteX494" fmla="*/ 3113245 w 7467600"/>
              <a:gd name="connsiteY494" fmla="*/ 5090705 h 6858000"/>
              <a:gd name="connsiteX495" fmla="*/ 3126294 w 7467600"/>
              <a:gd name="connsiteY495" fmla="*/ 5114400 h 6858000"/>
              <a:gd name="connsiteX496" fmla="*/ 3937433 w 7467600"/>
              <a:gd name="connsiteY496" fmla="*/ 4830473 h 6858000"/>
              <a:gd name="connsiteX497" fmla="*/ 3590475 w 7467600"/>
              <a:gd name="connsiteY497" fmla="*/ 4597974 h 6858000"/>
              <a:gd name="connsiteX498" fmla="*/ 3100264 w 7467600"/>
              <a:gd name="connsiteY498" fmla="*/ 4579845 h 6858000"/>
              <a:gd name="connsiteX499" fmla="*/ 2183576 w 7467600"/>
              <a:gd name="connsiteY499" fmla="*/ 4227150 h 6858000"/>
              <a:gd name="connsiteX500" fmla="*/ 2151029 w 7467600"/>
              <a:gd name="connsiteY500" fmla="*/ 4146947 h 6858000"/>
              <a:gd name="connsiteX501" fmla="*/ 3563434 w 7467600"/>
              <a:gd name="connsiteY501" fmla="*/ 4469115 h 6858000"/>
              <a:gd name="connsiteX502" fmla="*/ 3177952 w 7467600"/>
              <a:gd name="connsiteY502" fmla="*/ 3657386 h 6858000"/>
              <a:gd name="connsiteX503" fmla="*/ 3189263 w 7467600"/>
              <a:gd name="connsiteY503" fmla="*/ 3625726 h 6858000"/>
              <a:gd name="connsiteX504" fmla="*/ 3560912 w 7467600"/>
              <a:gd name="connsiteY504" fmla="*/ 4079863 h 6858000"/>
              <a:gd name="connsiteX505" fmla="*/ 3626636 w 7467600"/>
              <a:gd name="connsiteY505" fmla="*/ 4512230 h 6858000"/>
              <a:gd name="connsiteX506" fmla="*/ 3653088 w 7467600"/>
              <a:gd name="connsiteY506" fmla="*/ 4521417 h 6858000"/>
              <a:gd name="connsiteX507" fmla="*/ 3988128 w 7467600"/>
              <a:gd name="connsiteY507" fmla="*/ 4817267 h 6858000"/>
              <a:gd name="connsiteX508" fmla="*/ 4830582 w 7467600"/>
              <a:gd name="connsiteY508" fmla="*/ 4676000 h 6858000"/>
              <a:gd name="connsiteX509" fmla="*/ 4830100 w 7467600"/>
              <a:gd name="connsiteY509" fmla="*/ 4675554 h 6858000"/>
              <a:gd name="connsiteX510" fmla="*/ 4036318 w 7467600"/>
              <a:gd name="connsiteY510" fmla="*/ 4147013 h 6858000"/>
              <a:gd name="connsiteX511" fmla="*/ 3432098 w 7467600"/>
              <a:gd name="connsiteY511" fmla="*/ 3537312 h 6858000"/>
              <a:gd name="connsiteX512" fmla="*/ 3446761 w 7467600"/>
              <a:gd name="connsiteY512" fmla="*/ 3461278 h 6858000"/>
              <a:gd name="connsiteX513" fmla="*/ 4419733 w 7467600"/>
              <a:gd name="connsiteY513" fmla="*/ 3963555 h 6858000"/>
              <a:gd name="connsiteX514" fmla="*/ 4781371 w 7467600"/>
              <a:gd name="connsiteY514" fmla="*/ 4458604 h 6858000"/>
              <a:gd name="connsiteX515" fmla="*/ 4780440 w 7467600"/>
              <a:gd name="connsiteY515" fmla="*/ 4470290 h 6858000"/>
              <a:gd name="connsiteX516" fmla="*/ 4898954 w 7467600"/>
              <a:gd name="connsiteY516" fmla="*/ 4662092 h 6858000"/>
              <a:gd name="connsiteX517" fmla="*/ 4900699 w 7467600"/>
              <a:gd name="connsiteY517" fmla="*/ 4670867 h 6858000"/>
              <a:gd name="connsiteX518" fmla="*/ 5714511 w 7467600"/>
              <a:gd name="connsiteY518" fmla="*/ 4663483 h 6858000"/>
              <a:gd name="connsiteX519" fmla="*/ 5464793 w 7467600"/>
              <a:gd name="connsiteY519" fmla="*/ 4393556 h 6858000"/>
              <a:gd name="connsiteX520" fmla="*/ 5461897 w 7467600"/>
              <a:gd name="connsiteY520" fmla="*/ 4390879 h 6858000"/>
              <a:gd name="connsiteX521" fmla="*/ 4294126 w 7467600"/>
              <a:gd name="connsiteY521" fmla="*/ 3303048 h 6858000"/>
              <a:gd name="connsiteX522" fmla="*/ 4305321 w 7467600"/>
              <a:gd name="connsiteY522" fmla="*/ 3256953 h 6858000"/>
              <a:gd name="connsiteX523" fmla="*/ 4949299 w 7467600"/>
              <a:gd name="connsiteY523" fmla="*/ 3766336 h 6858000"/>
              <a:gd name="connsiteX524" fmla="*/ 5291452 w 7467600"/>
              <a:gd name="connsiteY524" fmla="*/ 4076801 h 6858000"/>
              <a:gd name="connsiteX525" fmla="*/ 5434998 w 7467600"/>
              <a:gd name="connsiteY525" fmla="*/ 4254100 h 6858000"/>
              <a:gd name="connsiteX526" fmla="*/ 5351015 w 7467600"/>
              <a:gd name="connsiteY526" fmla="*/ 3760989 h 6858000"/>
              <a:gd name="connsiteX527" fmla="*/ 5413780 w 7467600"/>
              <a:gd name="connsiteY527" fmla="*/ 2966265 h 6858000"/>
              <a:gd name="connsiteX528" fmla="*/ 5425627 w 7467600"/>
              <a:gd name="connsiteY528" fmla="*/ 2954192 h 6858000"/>
              <a:gd name="connsiteX529" fmla="*/ 6604735 w 7467600"/>
              <a:gd name="connsiteY529" fmla="*/ 2041381 h 6858000"/>
              <a:gd name="connsiteX530" fmla="*/ 7204487 w 7467600"/>
              <a:gd name="connsiteY530" fmla="*/ 2742112 h 6858000"/>
              <a:gd name="connsiteX531" fmla="*/ 7131592 w 7467600"/>
              <a:gd name="connsiteY531" fmla="*/ 2672096 h 6858000"/>
              <a:gd name="connsiteX532" fmla="*/ 6996344 w 7467600"/>
              <a:gd name="connsiteY532" fmla="*/ 2518310 h 6858000"/>
              <a:gd name="connsiteX533" fmla="*/ 6735495 w 7467600"/>
              <a:gd name="connsiteY533" fmla="*/ 2196890 h 6858000"/>
              <a:gd name="connsiteX534" fmla="*/ 6721901 w 7467600"/>
              <a:gd name="connsiteY534" fmla="*/ 2179274 h 6858000"/>
              <a:gd name="connsiteX535" fmla="*/ 6604735 w 7467600"/>
              <a:gd name="connsiteY535" fmla="*/ 2041381 h 6858000"/>
              <a:gd name="connsiteX536" fmla="*/ 6591670 w 7467600"/>
              <a:gd name="connsiteY536" fmla="*/ 1988277 h 6858000"/>
              <a:gd name="connsiteX537" fmla="*/ 6747349 w 7467600"/>
              <a:gd name="connsiteY537" fmla="*/ 2160069 h 6858000"/>
              <a:gd name="connsiteX538" fmla="*/ 6760943 w 7467600"/>
              <a:gd name="connsiteY538" fmla="*/ 2177686 h 6858000"/>
              <a:gd name="connsiteX539" fmla="*/ 7021065 w 7467600"/>
              <a:gd name="connsiteY539" fmla="*/ 2498102 h 6858000"/>
              <a:gd name="connsiteX540" fmla="*/ 7155223 w 7467600"/>
              <a:gd name="connsiteY540" fmla="*/ 2650386 h 6858000"/>
              <a:gd name="connsiteX541" fmla="*/ 7203167 w 7467600"/>
              <a:gd name="connsiteY541" fmla="*/ 2697288 h 6858000"/>
              <a:gd name="connsiteX542" fmla="*/ 6937703 w 7467600"/>
              <a:gd name="connsiteY542" fmla="*/ 2321981 h 6858000"/>
              <a:gd name="connsiteX543" fmla="*/ 6591670 w 7467600"/>
              <a:gd name="connsiteY543" fmla="*/ 1988277 h 6858000"/>
              <a:gd name="connsiteX544" fmla="*/ 5798671 w 7467600"/>
              <a:gd name="connsiteY544" fmla="*/ 1981601 h 6858000"/>
              <a:gd name="connsiteX545" fmla="*/ 5754709 w 7467600"/>
              <a:gd name="connsiteY545" fmla="*/ 2071454 h 6858000"/>
              <a:gd name="connsiteX546" fmla="*/ 5763044 w 7467600"/>
              <a:gd name="connsiteY546" fmla="*/ 2842206 h 6858000"/>
              <a:gd name="connsiteX547" fmla="*/ 5764974 w 7467600"/>
              <a:gd name="connsiteY547" fmla="*/ 2799609 h 6858000"/>
              <a:gd name="connsiteX548" fmla="*/ 5767665 w 7467600"/>
              <a:gd name="connsiteY548" fmla="*/ 2666409 h 6858000"/>
              <a:gd name="connsiteX549" fmla="*/ 5763055 w 7467600"/>
              <a:gd name="connsiteY549" fmla="*/ 2579705 h 6858000"/>
              <a:gd name="connsiteX550" fmla="*/ 5758079 w 7467600"/>
              <a:gd name="connsiteY550" fmla="*/ 2492508 h 6858000"/>
              <a:gd name="connsiteX551" fmla="*/ 5779325 w 7467600"/>
              <a:gd name="connsiteY551" fmla="*/ 2197069 h 6858000"/>
              <a:gd name="connsiteX552" fmla="*/ 5798671 w 7467600"/>
              <a:gd name="connsiteY552" fmla="*/ 1981601 h 6858000"/>
              <a:gd name="connsiteX553" fmla="*/ 5829202 w 7467600"/>
              <a:gd name="connsiteY553" fmla="*/ 1971679 h 6858000"/>
              <a:gd name="connsiteX554" fmla="*/ 5809558 w 7467600"/>
              <a:gd name="connsiteY554" fmla="*/ 2198043 h 6858000"/>
              <a:gd name="connsiteX555" fmla="*/ 5788653 w 7467600"/>
              <a:gd name="connsiteY555" fmla="*/ 2489430 h 6858000"/>
              <a:gd name="connsiteX556" fmla="*/ 5793439 w 7467600"/>
              <a:gd name="connsiteY556" fmla="*/ 2575235 h 6858000"/>
              <a:gd name="connsiteX557" fmla="*/ 5796837 w 7467600"/>
              <a:gd name="connsiteY557" fmla="*/ 2637633 h 6858000"/>
              <a:gd name="connsiteX558" fmla="*/ 5818614 w 7467600"/>
              <a:gd name="connsiteY558" fmla="*/ 2473055 h 6858000"/>
              <a:gd name="connsiteX559" fmla="*/ 5829202 w 7467600"/>
              <a:gd name="connsiteY559" fmla="*/ 1971679 h 6858000"/>
              <a:gd name="connsiteX560" fmla="*/ 5911389 w 7467600"/>
              <a:gd name="connsiteY560" fmla="*/ 1898371 h 6858000"/>
              <a:gd name="connsiteX561" fmla="*/ 6237627 w 7467600"/>
              <a:gd name="connsiteY561" fmla="*/ 2231921 h 6858000"/>
              <a:gd name="connsiteX562" fmla="*/ 5911389 w 7467600"/>
              <a:gd name="connsiteY562" fmla="*/ 1898371 h 6858000"/>
              <a:gd name="connsiteX563" fmla="*/ 6944437 w 7467600"/>
              <a:gd name="connsiteY563" fmla="*/ 1575402 h 6858000"/>
              <a:gd name="connsiteX564" fmla="*/ 6304730 w 7467600"/>
              <a:gd name="connsiteY564" fmla="*/ 1766654 h 6858000"/>
              <a:gd name="connsiteX565" fmla="*/ 6944437 w 7467600"/>
              <a:gd name="connsiteY565" fmla="*/ 1575402 h 6858000"/>
              <a:gd name="connsiteX566" fmla="*/ 7019523 w 7467600"/>
              <a:gd name="connsiteY566" fmla="*/ 1519450 h 6858000"/>
              <a:gd name="connsiteX567" fmla="*/ 6298091 w 7467600"/>
              <a:gd name="connsiteY567" fmla="*/ 1737122 h 6858000"/>
              <a:gd name="connsiteX568" fmla="*/ 7019523 w 7467600"/>
              <a:gd name="connsiteY568" fmla="*/ 1519450 h 6858000"/>
              <a:gd name="connsiteX569" fmla="*/ 2399523 w 7467600"/>
              <a:gd name="connsiteY569" fmla="*/ 1428234 h 6858000"/>
              <a:gd name="connsiteX570" fmla="*/ 2224982 w 7467600"/>
              <a:gd name="connsiteY570" fmla="*/ 1826201 h 6858000"/>
              <a:gd name="connsiteX571" fmla="*/ 2096099 w 7467600"/>
              <a:gd name="connsiteY571" fmla="*/ 2345900 h 6858000"/>
              <a:gd name="connsiteX572" fmla="*/ 2283317 w 7467600"/>
              <a:gd name="connsiteY572" fmla="*/ 1796925 h 6858000"/>
              <a:gd name="connsiteX573" fmla="*/ 2399523 w 7467600"/>
              <a:gd name="connsiteY573" fmla="*/ 1428234 h 6858000"/>
              <a:gd name="connsiteX574" fmla="*/ 2448558 w 7467600"/>
              <a:gd name="connsiteY574" fmla="*/ 1373435 h 6858000"/>
              <a:gd name="connsiteX575" fmla="*/ 2312521 w 7467600"/>
              <a:gd name="connsiteY575" fmla="*/ 1806140 h 6858000"/>
              <a:gd name="connsiteX576" fmla="*/ 2127533 w 7467600"/>
              <a:gd name="connsiteY576" fmla="*/ 2348380 h 6858000"/>
              <a:gd name="connsiteX577" fmla="*/ 2358080 w 7467600"/>
              <a:gd name="connsiteY577" fmla="*/ 1866134 h 6858000"/>
              <a:gd name="connsiteX578" fmla="*/ 2407436 w 7467600"/>
              <a:gd name="connsiteY578" fmla="*/ 1651070 h 6858000"/>
              <a:gd name="connsiteX579" fmla="*/ 2448558 w 7467600"/>
              <a:gd name="connsiteY579" fmla="*/ 1373435 h 6858000"/>
              <a:gd name="connsiteX580" fmla="*/ 278707 w 7467600"/>
              <a:gd name="connsiteY580" fmla="*/ 1352270 h 6858000"/>
              <a:gd name="connsiteX581" fmla="*/ 321570 w 7467600"/>
              <a:gd name="connsiteY581" fmla="*/ 1861610 h 6858000"/>
              <a:gd name="connsiteX582" fmla="*/ 294281 w 7467600"/>
              <a:gd name="connsiteY582" fmla="*/ 1440658 h 6858000"/>
              <a:gd name="connsiteX583" fmla="*/ 278707 w 7467600"/>
              <a:gd name="connsiteY583" fmla="*/ 1352270 h 6858000"/>
              <a:gd name="connsiteX584" fmla="*/ 1423821 w 7467600"/>
              <a:gd name="connsiteY584" fmla="*/ 1351958 h 6858000"/>
              <a:gd name="connsiteX585" fmla="*/ 1638521 w 7467600"/>
              <a:gd name="connsiteY585" fmla="*/ 1908470 h 6858000"/>
              <a:gd name="connsiteX586" fmla="*/ 1754199 w 7467600"/>
              <a:gd name="connsiteY586" fmla="*/ 2149284 h 6858000"/>
              <a:gd name="connsiteX587" fmla="*/ 1908359 w 7467600"/>
              <a:gd name="connsiteY587" fmla="*/ 2364988 h 6858000"/>
              <a:gd name="connsiteX588" fmla="*/ 1647661 w 7467600"/>
              <a:gd name="connsiteY588" fmla="*/ 1825945 h 6858000"/>
              <a:gd name="connsiteX589" fmla="*/ 1423821 w 7467600"/>
              <a:gd name="connsiteY589" fmla="*/ 1351958 h 6858000"/>
              <a:gd name="connsiteX590" fmla="*/ 1431890 w 7467600"/>
              <a:gd name="connsiteY590" fmla="*/ 1306475 h 6858000"/>
              <a:gd name="connsiteX591" fmla="*/ 1507597 w 7467600"/>
              <a:gd name="connsiteY591" fmla="*/ 1446132 h 6858000"/>
              <a:gd name="connsiteX592" fmla="*/ 1674586 w 7467600"/>
              <a:gd name="connsiteY592" fmla="*/ 1813832 h 6858000"/>
              <a:gd name="connsiteX593" fmla="*/ 1815950 w 7467600"/>
              <a:gd name="connsiteY593" fmla="*/ 2128564 h 6858000"/>
              <a:gd name="connsiteX594" fmla="*/ 1984242 w 7467600"/>
              <a:gd name="connsiteY594" fmla="*/ 2430829 h 6858000"/>
              <a:gd name="connsiteX595" fmla="*/ 2014023 w 7467600"/>
              <a:gd name="connsiteY595" fmla="*/ 2450995 h 6858000"/>
              <a:gd name="connsiteX596" fmla="*/ 1747337 w 7467600"/>
              <a:gd name="connsiteY596" fmla="*/ 1855264 h 6858000"/>
              <a:gd name="connsiteX597" fmla="*/ 1533749 w 7467600"/>
              <a:gd name="connsiteY597" fmla="*/ 1478656 h 6858000"/>
              <a:gd name="connsiteX598" fmla="*/ 1431890 w 7467600"/>
              <a:gd name="connsiteY598" fmla="*/ 1306475 h 6858000"/>
              <a:gd name="connsiteX599" fmla="*/ 5052692 w 7467600"/>
              <a:gd name="connsiteY599" fmla="*/ 1292994 h 6858000"/>
              <a:gd name="connsiteX600" fmla="*/ 5200661 w 7467600"/>
              <a:gd name="connsiteY600" fmla="*/ 1635186 h 6858000"/>
              <a:gd name="connsiteX601" fmla="*/ 5297138 w 7467600"/>
              <a:gd name="connsiteY601" fmla="*/ 1906351 h 6858000"/>
              <a:gd name="connsiteX602" fmla="*/ 5052692 w 7467600"/>
              <a:gd name="connsiteY602" fmla="*/ 1292994 h 6858000"/>
              <a:gd name="connsiteX603" fmla="*/ 5009948 w 7467600"/>
              <a:gd name="connsiteY603" fmla="*/ 1273619 h 6858000"/>
              <a:gd name="connsiteX604" fmla="*/ 5121777 w 7467600"/>
              <a:gd name="connsiteY604" fmla="*/ 1654213 h 6858000"/>
              <a:gd name="connsiteX605" fmla="*/ 5293545 w 7467600"/>
              <a:gd name="connsiteY605" fmla="*/ 2072247 h 6858000"/>
              <a:gd name="connsiteX606" fmla="*/ 5294042 w 7467600"/>
              <a:gd name="connsiteY606" fmla="*/ 2065019 h 6858000"/>
              <a:gd name="connsiteX607" fmla="*/ 5171936 w 7467600"/>
              <a:gd name="connsiteY607" fmla="*/ 1647613 h 6858000"/>
              <a:gd name="connsiteX608" fmla="*/ 5009948 w 7467600"/>
              <a:gd name="connsiteY608" fmla="*/ 1273619 h 6858000"/>
              <a:gd name="connsiteX609" fmla="*/ 655236 w 7467600"/>
              <a:gd name="connsiteY609" fmla="*/ 1268632 h 6858000"/>
              <a:gd name="connsiteX610" fmla="*/ 839521 w 7467600"/>
              <a:gd name="connsiteY610" fmla="*/ 1685315 h 6858000"/>
              <a:gd name="connsiteX611" fmla="*/ 1109416 w 7467600"/>
              <a:gd name="connsiteY611" fmla="*/ 2061663 h 6858000"/>
              <a:gd name="connsiteX612" fmla="*/ 1298300 w 7467600"/>
              <a:gd name="connsiteY612" fmla="*/ 2247742 h 6858000"/>
              <a:gd name="connsiteX613" fmla="*/ 1125871 w 7467600"/>
              <a:gd name="connsiteY613" fmla="*/ 1989513 h 6858000"/>
              <a:gd name="connsiteX614" fmla="*/ 981574 w 7467600"/>
              <a:gd name="connsiteY614" fmla="*/ 1783157 h 6858000"/>
              <a:gd name="connsiteX615" fmla="*/ 922198 w 7467600"/>
              <a:gd name="connsiteY615" fmla="*/ 1677437 h 6858000"/>
              <a:gd name="connsiteX616" fmla="*/ 869293 w 7467600"/>
              <a:gd name="connsiteY616" fmla="*/ 1583214 h 6858000"/>
              <a:gd name="connsiteX617" fmla="*/ 751431 w 7467600"/>
              <a:gd name="connsiteY617" fmla="*/ 1405731 h 6858000"/>
              <a:gd name="connsiteX618" fmla="*/ 655236 w 7467600"/>
              <a:gd name="connsiteY618" fmla="*/ 1268632 h 6858000"/>
              <a:gd name="connsiteX619" fmla="*/ 6516292 w 7467600"/>
              <a:gd name="connsiteY619" fmla="*/ 1263064 h 6858000"/>
              <a:gd name="connsiteX620" fmla="*/ 5736320 w 7467600"/>
              <a:gd name="connsiteY620" fmla="*/ 1501803 h 6858000"/>
              <a:gd name="connsiteX621" fmla="*/ 6516292 w 7467600"/>
              <a:gd name="connsiteY621" fmla="*/ 1263064 h 6858000"/>
              <a:gd name="connsiteX622" fmla="*/ 291466 w 7467600"/>
              <a:gd name="connsiteY622" fmla="*/ 1250369 h 6858000"/>
              <a:gd name="connsiteX623" fmla="*/ 323180 w 7467600"/>
              <a:gd name="connsiteY623" fmla="*/ 1435283 h 6858000"/>
              <a:gd name="connsiteX624" fmla="*/ 349381 w 7467600"/>
              <a:gd name="connsiteY624" fmla="*/ 1875041 h 6858000"/>
              <a:gd name="connsiteX625" fmla="*/ 374363 w 7467600"/>
              <a:gd name="connsiteY625" fmla="*/ 1506494 h 6858000"/>
              <a:gd name="connsiteX626" fmla="*/ 302168 w 7467600"/>
              <a:gd name="connsiteY626" fmla="*/ 1274495 h 6858000"/>
              <a:gd name="connsiteX627" fmla="*/ 291466 w 7467600"/>
              <a:gd name="connsiteY627" fmla="*/ 1250369 h 6858000"/>
              <a:gd name="connsiteX628" fmla="*/ 678222 w 7467600"/>
              <a:gd name="connsiteY628" fmla="*/ 1248670 h 6858000"/>
              <a:gd name="connsiteX629" fmla="*/ 775536 w 7467600"/>
              <a:gd name="connsiteY629" fmla="*/ 1388015 h 6858000"/>
              <a:gd name="connsiteX630" fmla="*/ 894529 w 7467600"/>
              <a:gd name="connsiteY630" fmla="*/ 1567739 h 6858000"/>
              <a:gd name="connsiteX631" fmla="*/ 948000 w 7467600"/>
              <a:gd name="connsiteY631" fmla="*/ 1663088 h 6858000"/>
              <a:gd name="connsiteX632" fmla="*/ 1006812 w 7467600"/>
              <a:gd name="connsiteY632" fmla="*/ 1767683 h 6858000"/>
              <a:gd name="connsiteX633" fmla="*/ 1149133 w 7467600"/>
              <a:gd name="connsiteY633" fmla="*/ 1971513 h 6858000"/>
              <a:gd name="connsiteX634" fmla="*/ 1333952 w 7467600"/>
              <a:gd name="connsiteY634" fmla="*/ 2251620 h 6858000"/>
              <a:gd name="connsiteX635" fmla="*/ 1337329 w 7467600"/>
              <a:gd name="connsiteY635" fmla="*/ 2258350 h 6858000"/>
              <a:gd name="connsiteX636" fmla="*/ 1014726 w 7467600"/>
              <a:gd name="connsiteY636" fmla="*/ 1615556 h 6858000"/>
              <a:gd name="connsiteX637" fmla="*/ 678222 w 7467600"/>
              <a:gd name="connsiteY637" fmla="*/ 1248670 h 6858000"/>
              <a:gd name="connsiteX638" fmla="*/ 6691602 w 7467600"/>
              <a:gd name="connsiteY638" fmla="*/ 1140573 h 6858000"/>
              <a:gd name="connsiteX639" fmla="*/ 6571100 w 7467600"/>
              <a:gd name="connsiteY639" fmla="*/ 1183662 h 6858000"/>
              <a:gd name="connsiteX640" fmla="*/ 6241687 w 7467600"/>
              <a:gd name="connsiteY640" fmla="*/ 1257600 h 6858000"/>
              <a:gd name="connsiteX641" fmla="*/ 5693009 w 7467600"/>
              <a:gd name="connsiteY641" fmla="*/ 1478256 h 6858000"/>
              <a:gd name="connsiteX642" fmla="*/ 6548420 w 7467600"/>
              <a:gd name="connsiteY642" fmla="*/ 1214599 h 6858000"/>
              <a:gd name="connsiteX643" fmla="*/ 6605473 w 7467600"/>
              <a:gd name="connsiteY643" fmla="*/ 1184686 h 6858000"/>
              <a:gd name="connsiteX644" fmla="*/ 6691602 w 7467600"/>
              <a:gd name="connsiteY644" fmla="*/ 1140573 h 6858000"/>
              <a:gd name="connsiteX645" fmla="*/ 4002475 w 7467600"/>
              <a:gd name="connsiteY645" fmla="*/ 1037802 h 6858000"/>
              <a:gd name="connsiteX646" fmla="*/ 4000324 w 7467600"/>
              <a:gd name="connsiteY646" fmla="*/ 1039362 h 6858000"/>
              <a:gd name="connsiteX647" fmla="*/ 4002862 w 7467600"/>
              <a:gd name="connsiteY647" fmla="*/ 1042866 h 6858000"/>
              <a:gd name="connsiteX648" fmla="*/ 4002475 w 7467600"/>
              <a:gd name="connsiteY648" fmla="*/ 1037802 h 6858000"/>
              <a:gd name="connsiteX649" fmla="*/ 506322 w 7467600"/>
              <a:gd name="connsiteY649" fmla="*/ 1020997 h 6858000"/>
              <a:gd name="connsiteX650" fmla="*/ 533068 w 7467600"/>
              <a:gd name="connsiteY650" fmla="*/ 1029409 h 6858000"/>
              <a:gd name="connsiteX651" fmla="*/ 1232525 w 7467600"/>
              <a:gd name="connsiteY651" fmla="*/ 1804675 h 6858000"/>
              <a:gd name="connsiteX652" fmla="*/ 1388858 w 7467600"/>
              <a:gd name="connsiteY652" fmla="*/ 2368011 h 6858000"/>
              <a:gd name="connsiteX653" fmla="*/ 1384098 w 7467600"/>
              <a:gd name="connsiteY653" fmla="*/ 2378125 h 6858000"/>
              <a:gd name="connsiteX654" fmla="*/ 1425393 w 7467600"/>
              <a:gd name="connsiteY654" fmla="*/ 2589124 h 6858000"/>
              <a:gd name="connsiteX655" fmla="*/ 1424001 w 7467600"/>
              <a:gd name="connsiteY655" fmla="*/ 2597541 h 6858000"/>
              <a:gd name="connsiteX656" fmla="*/ 2152729 w 7467600"/>
              <a:gd name="connsiteY656" fmla="*/ 2864487 h 6858000"/>
              <a:gd name="connsiteX657" fmla="*/ 2020609 w 7467600"/>
              <a:gd name="connsiteY657" fmla="*/ 2539671 h 6858000"/>
              <a:gd name="connsiteX658" fmla="*/ 2018920 w 7467600"/>
              <a:gd name="connsiteY658" fmla="*/ 2536309 h 6858000"/>
              <a:gd name="connsiteX659" fmla="*/ 1342441 w 7467600"/>
              <a:gd name="connsiteY659" fmla="*/ 1173017 h 6858000"/>
              <a:gd name="connsiteX660" fmla="*/ 1367925 w 7467600"/>
              <a:gd name="connsiteY660" fmla="*/ 1135648 h 6858000"/>
              <a:gd name="connsiteX661" fmla="*/ 1771401 w 7467600"/>
              <a:gd name="connsiteY661" fmla="*/ 1806673 h 6858000"/>
              <a:gd name="connsiteX662" fmla="*/ 1972385 w 7467600"/>
              <a:gd name="connsiteY662" fmla="*/ 2198735 h 6858000"/>
              <a:gd name="connsiteX663" fmla="*/ 2040892 w 7467600"/>
              <a:gd name="connsiteY663" fmla="*/ 2405205 h 6858000"/>
              <a:gd name="connsiteX664" fmla="*/ 2131689 w 7467600"/>
              <a:gd name="connsiteY664" fmla="*/ 1936926 h 6858000"/>
              <a:gd name="connsiteX665" fmla="*/ 2454820 w 7467600"/>
              <a:gd name="connsiteY665" fmla="*/ 1248808 h 6858000"/>
              <a:gd name="connsiteX666" fmla="*/ 2492512 w 7467600"/>
              <a:gd name="connsiteY666" fmla="*/ 1302920 h 6858000"/>
              <a:gd name="connsiteX667" fmla="*/ 2081216 w 7467600"/>
              <a:gd name="connsiteY667" fmla="*/ 2527513 h 6858000"/>
              <a:gd name="connsiteX668" fmla="*/ 2081211 w 7467600"/>
              <a:gd name="connsiteY668" fmla="*/ 2528916 h 6858000"/>
              <a:gd name="connsiteX669" fmla="*/ 2199067 w 7467600"/>
              <a:gd name="connsiteY669" fmla="*/ 2884061 h 6858000"/>
              <a:gd name="connsiteX670" fmla="*/ 3192586 w 7467600"/>
              <a:gd name="connsiteY670" fmla="*/ 3411496 h 6858000"/>
              <a:gd name="connsiteX671" fmla="*/ 3182620 w 7467600"/>
              <a:gd name="connsiteY671" fmla="*/ 3483279 h 6858000"/>
              <a:gd name="connsiteX672" fmla="*/ 2435119 w 7467600"/>
              <a:gd name="connsiteY672" fmla="*/ 3080173 h 6858000"/>
              <a:gd name="connsiteX673" fmla="*/ 2410152 w 7467600"/>
              <a:gd name="connsiteY673" fmla="*/ 3063751 h 6858000"/>
              <a:gd name="connsiteX674" fmla="*/ 2408099 w 7467600"/>
              <a:gd name="connsiteY674" fmla="*/ 3064403 h 6858000"/>
              <a:gd name="connsiteX675" fmla="*/ 2407218 w 7467600"/>
              <a:gd name="connsiteY675" fmla="*/ 3070324 h 6858000"/>
              <a:gd name="connsiteX676" fmla="*/ 2380138 w 7467600"/>
              <a:gd name="connsiteY676" fmla="*/ 3099341 h 6858000"/>
              <a:gd name="connsiteX677" fmla="*/ 1765923 w 7467600"/>
              <a:gd name="connsiteY677" fmla="*/ 3581043 h 6858000"/>
              <a:gd name="connsiteX678" fmla="*/ 1702258 w 7467600"/>
              <a:gd name="connsiteY678" fmla="*/ 3612286 h 6858000"/>
              <a:gd name="connsiteX679" fmla="*/ 1538370 w 7467600"/>
              <a:gd name="connsiteY679" fmla="*/ 3811804 h 6858000"/>
              <a:gd name="connsiteX680" fmla="*/ 542867 w 7467600"/>
              <a:gd name="connsiteY680" fmla="*/ 4944092 h 6858000"/>
              <a:gd name="connsiteX681" fmla="*/ 515800 w 7467600"/>
              <a:gd name="connsiteY681" fmla="*/ 4862180 h 6858000"/>
              <a:gd name="connsiteX682" fmla="*/ 909145 w 7467600"/>
              <a:gd name="connsiteY682" fmla="*/ 4199225 h 6858000"/>
              <a:gd name="connsiteX683" fmla="*/ 1214067 w 7467600"/>
              <a:gd name="connsiteY683" fmla="*/ 3908561 h 6858000"/>
              <a:gd name="connsiteX684" fmla="*/ 640967 w 7467600"/>
              <a:gd name="connsiteY684" fmla="*/ 4105601 h 6858000"/>
              <a:gd name="connsiteX685" fmla="*/ 112563 w 7467600"/>
              <a:gd name="connsiteY685" fmla="*/ 4396952 h 6858000"/>
              <a:gd name="connsiteX686" fmla="*/ 0 w 7467600"/>
              <a:gd name="connsiteY686" fmla="*/ 4466006 h 6858000"/>
              <a:gd name="connsiteX687" fmla="*/ 0 w 7467600"/>
              <a:gd name="connsiteY687" fmla="*/ 4233763 h 6858000"/>
              <a:gd name="connsiteX688" fmla="*/ 36881 w 7467600"/>
              <a:gd name="connsiteY688" fmla="*/ 4200118 h 6858000"/>
              <a:gd name="connsiteX689" fmla="*/ 910534 w 7467600"/>
              <a:gd name="connsiteY689" fmla="*/ 3629753 h 6858000"/>
              <a:gd name="connsiteX690" fmla="*/ 1578717 w 7467600"/>
              <a:gd name="connsiteY690" fmla="*/ 3575982 h 6858000"/>
              <a:gd name="connsiteX691" fmla="*/ 2338780 w 7467600"/>
              <a:gd name="connsiteY691" fmla="*/ 3033725 h 6858000"/>
              <a:gd name="connsiteX692" fmla="*/ 1807991 w 7467600"/>
              <a:gd name="connsiteY692" fmla="*/ 2807184 h 6858000"/>
              <a:gd name="connsiteX693" fmla="*/ 1416358 w 7467600"/>
              <a:gd name="connsiteY693" fmla="*/ 3112571 h 6858000"/>
              <a:gd name="connsiteX694" fmla="*/ 939066 w 7467600"/>
              <a:gd name="connsiteY694" fmla="*/ 3378798 h 6858000"/>
              <a:gd name="connsiteX695" fmla="*/ 115099 w 7467600"/>
              <a:gd name="connsiteY695" fmla="*/ 3607650 h 6858000"/>
              <a:gd name="connsiteX696" fmla="*/ 97284 w 7467600"/>
              <a:gd name="connsiteY696" fmla="*/ 3520393 h 6858000"/>
              <a:gd name="connsiteX697" fmla="*/ 922050 w 7467600"/>
              <a:gd name="connsiteY697" fmla="*/ 3074867 h 6858000"/>
              <a:gd name="connsiteX698" fmla="*/ 1405265 w 7467600"/>
              <a:gd name="connsiteY698" fmla="*/ 3016319 h 6858000"/>
              <a:gd name="connsiteX699" fmla="*/ 1407512 w 7467600"/>
              <a:gd name="connsiteY699" fmla="*/ 3018001 h 6858000"/>
              <a:gd name="connsiteX700" fmla="*/ 1726266 w 7467600"/>
              <a:gd name="connsiteY700" fmla="*/ 2777274 h 6858000"/>
              <a:gd name="connsiteX701" fmla="*/ 625390 w 7467600"/>
              <a:gd name="connsiteY701" fmla="*/ 2514541 h 6858000"/>
              <a:gd name="connsiteX702" fmla="*/ 619799 w 7467600"/>
              <a:gd name="connsiteY702" fmla="*/ 2527180 h 6858000"/>
              <a:gd name="connsiteX703" fmla="*/ 310030 w 7467600"/>
              <a:gd name="connsiteY703" fmla="*/ 2771818 h 6858000"/>
              <a:gd name="connsiteX704" fmla="*/ 173877 w 7467600"/>
              <a:gd name="connsiteY704" fmla="*/ 2937056 h 6858000"/>
              <a:gd name="connsiteX705" fmla="*/ 77889 w 7467600"/>
              <a:gd name="connsiteY705" fmla="*/ 3138440 h 6858000"/>
              <a:gd name="connsiteX706" fmla="*/ 0 w 7467600"/>
              <a:gd name="connsiteY706" fmla="*/ 3271395 h 6858000"/>
              <a:gd name="connsiteX707" fmla="*/ 0 w 7467600"/>
              <a:gd name="connsiteY707" fmla="*/ 3153002 h 6858000"/>
              <a:gd name="connsiteX708" fmla="*/ 2386 w 7467600"/>
              <a:gd name="connsiteY708" fmla="*/ 3149203 h 6858000"/>
              <a:gd name="connsiteX709" fmla="*/ 89753 w 7467600"/>
              <a:gd name="connsiteY709" fmla="*/ 2987702 h 6858000"/>
              <a:gd name="connsiteX710" fmla="*/ 76869 w 7467600"/>
              <a:gd name="connsiteY710" fmla="*/ 3005404 h 6858000"/>
              <a:gd name="connsiteX711" fmla="*/ 32049 w 7467600"/>
              <a:gd name="connsiteY711" fmla="*/ 3065814 h 6858000"/>
              <a:gd name="connsiteX712" fmla="*/ 0 w 7467600"/>
              <a:gd name="connsiteY712" fmla="*/ 3108744 h 6858000"/>
              <a:gd name="connsiteX713" fmla="*/ 0 w 7467600"/>
              <a:gd name="connsiteY713" fmla="*/ 3058059 h 6858000"/>
              <a:gd name="connsiteX714" fmla="*/ 7610 w 7467600"/>
              <a:gd name="connsiteY714" fmla="*/ 3047889 h 6858000"/>
              <a:gd name="connsiteX715" fmla="*/ 52419 w 7467600"/>
              <a:gd name="connsiteY715" fmla="*/ 2987479 h 6858000"/>
              <a:gd name="connsiteX716" fmla="*/ 59142 w 7467600"/>
              <a:gd name="connsiteY716" fmla="*/ 2978488 h 6858000"/>
              <a:gd name="connsiteX717" fmla="*/ 0 w 7467600"/>
              <a:gd name="connsiteY717" fmla="*/ 3015334 h 6858000"/>
              <a:gd name="connsiteX718" fmla="*/ 0 w 7467600"/>
              <a:gd name="connsiteY718" fmla="*/ 2914286 h 6858000"/>
              <a:gd name="connsiteX719" fmla="*/ 36383 w 7467600"/>
              <a:gd name="connsiteY719" fmla="*/ 2901128 h 6858000"/>
              <a:gd name="connsiteX720" fmla="*/ 156329 w 7467600"/>
              <a:gd name="connsiteY720" fmla="*/ 2840533 h 6858000"/>
              <a:gd name="connsiteX721" fmla="*/ 358355 w 7467600"/>
              <a:gd name="connsiteY721" fmla="*/ 2620471 h 6858000"/>
              <a:gd name="connsiteX722" fmla="*/ 510577 w 7467600"/>
              <a:gd name="connsiteY722" fmla="*/ 2501244 h 6858000"/>
              <a:gd name="connsiteX723" fmla="*/ 211967 w 7467600"/>
              <a:gd name="connsiteY723" fmla="*/ 2479171 h 6858000"/>
              <a:gd name="connsiteX724" fmla="*/ 0 w 7467600"/>
              <a:gd name="connsiteY724" fmla="*/ 2476398 h 6858000"/>
              <a:gd name="connsiteX725" fmla="*/ 0 w 7467600"/>
              <a:gd name="connsiteY725" fmla="*/ 2389189 h 6858000"/>
              <a:gd name="connsiteX726" fmla="*/ 103062 w 7467600"/>
              <a:gd name="connsiteY726" fmla="*/ 2389518 h 6858000"/>
              <a:gd name="connsiteX727" fmla="*/ 510734 w 7467600"/>
              <a:gd name="connsiteY727" fmla="*/ 2416201 h 6858000"/>
              <a:gd name="connsiteX728" fmla="*/ 279257 w 7467600"/>
              <a:gd name="connsiteY728" fmla="*/ 2092102 h 6858000"/>
              <a:gd name="connsiteX729" fmla="*/ 65265 w 7467600"/>
              <a:gd name="connsiteY729" fmla="*/ 2006049 h 6858000"/>
              <a:gd name="connsiteX730" fmla="*/ 0 w 7467600"/>
              <a:gd name="connsiteY730" fmla="*/ 1982532 h 6858000"/>
              <a:gd name="connsiteX731" fmla="*/ 0 w 7467600"/>
              <a:gd name="connsiteY731" fmla="*/ 1912789 h 6858000"/>
              <a:gd name="connsiteX732" fmla="*/ 97460 w 7467600"/>
              <a:gd name="connsiteY732" fmla="*/ 1953725 h 6858000"/>
              <a:gd name="connsiteX733" fmla="*/ 221272 w 7467600"/>
              <a:gd name="connsiteY733" fmla="*/ 1980766 h 6858000"/>
              <a:gd name="connsiteX734" fmla="*/ 116765 w 7467600"/>
              <a:gd name="connsiteY734" fmla="*/ 1911033 h 6858000"/>
              <a:gd name="connsiteX735" fmla="*/ 16405 w 7467600"/>
              <a:gd name="connsiteY735" fmla="*/ 1803412 h 6858000"/>
              <a:gd name="connsiteX736" fmla="*/ 0 w 7467600"/>
              <a:gd name="connsiteY736" fmla="*/ 1784777 h 6858000"/>
              <a:gd name="connsiteX737" fmla="*/ 0 w 7467600"/>
              <a:gd name="connsiteY737" fmla="*/ 1740082 h 6858000"/>
              <a:gd name="connsiteX738" fmla="*/ 39394 w 7467600"/>
              <a:gd name="connsiteY738" fmla="*/ 1784856 h 6858000"/>
              <a:gd name="connsiteX739" fmla="*/ 135813 w 7467600"/>
              <a:gd name="connsiteY739" fmla="*/ 1888838 h 6858000"/>
              <a:gd name="connsiteX740" fmla="*/ 242575 w 7467600"/>
              <a:gd name="connsiteY740" fmla="*/ 1958841 h 6858000"/>
              <a:gd name="connsiteX741" fmla="*/ 82197 w 7467600"/>
              <a:gd name="connsiteY741" fmla="*/ 1754826 h 6858000"/>
              <a:gd name="connsiteX742" fmla="*/ 0 w 7467600"/>
              <a:gd name="connsiteY742" fmla="*/ 1679650 h 6858000"/>
              <a:gd name="connsiteX743" fmla="*/ 0 w 7467600"/>
              <a:gd name="connsiteY743" fmla="*/ 1602463 h 6858000"/>
              <a:gd name="connsiteX744" fmla="*/ 84689 w 7467600"/>
              <a:gd name="connsiteY744" fmla="*/ 1677442 h 6858000"/>
              <a:gd name="connsiteX745" fmla="*/ 298437 w 7467600"/>
              <a:gd name="connsiteY745" fmla="*/ 1968019 h 6858000"/>
              <a:gd name="connsiteX746" fmla="*/ 227269 w 7467600"/>
              <a:gd name="connsiteY746" fmla="*/ 1114064 h 6858000"/>
              <a:gd name="connsiteX747" fmla="*/ 248003 w 7467600"/>
              <a:gd name="connsiteY747" fmla="*/ 1089613 h 6858000"/>
              <a:gd name="connsiteX748" fmla="*/ 427020 w 7467600"/>
              <a:gd name="connsiteY748" fmla="*/ 1619803 h 6858000"/>
              <a:gd name="connsiteX749" fmla="*/ 340345 w 7467600"/>
              <a:gd name="connsiteY749" fmla="*/ 2027739 h 6858000"/>
              <a:gd name="connsiteX750" fmla="*/ 360865 w 7467600"/>
              <a:gd name="connsiteY750" fmla="*/ 2044827 h 6858000"/>
              <a:gd name="connsiteX751" fmla="*/ 560414 w 7467600"/>
              <a:gd name="connsiteY751" fmla="*/ 2421457 h 6858000"/>
              <a:gd name="connsiteX752" fmla="*/ 1359703 w 7467600"/>
              <a:gd name="connsiteY752" fmla="*/ 2578554 h 6858000"/>
              <a:gd name="connsiteX753" fmla="*/ 1359422 w 7467600"/>
              <a:gd name="connsiteY753" fmla="*/ 2577994 h 6858000"/>
              <a:gd name="connsiteX754" fmla="*/ 828701 w 7467600"/>
              <a:gd name="connsiteY754" fmla="*/ 1839520 h 6858000"/>
              <a:gd name="connsiteX755" fmla="*/ 494427 w 7467600"/>
              <a:gd name="connsiteY755" fmla="*/ 1092333 h 6858000"/>
              <a:gd name="connsiteX756" fmla="*/ 506322 w 7467600"/>
              <a:gd name="connsiteY756" fmla="*/ 1020997 h 6858000"/>
              <a:gd name="connsiteX757" fmla="*/ 4570198 w 7467600"/>
              <a:gd name="connsiteY757" fmla="*/ 978081 h 6858000"/>
              <a:gd name="connsiteX758" fmla="*/ 4523691 w 7467600"/>
              <a:gd name="connsiteY758" fmla="*/ 1127776 h 6858000"/>
              <a:gd name="connsiteX759" fmla="*/ 4509875 w 7467600"/>
              <a:gd name="connsiteY759" fmla="*/ 1167552 h 6858000"/>
              <a:gd name="connsiteX760" fmla="*/ 4478168 w 7467600"/>
              <a:gd name="connsiteY760" fmla="*/ 1260735 h 6858000"/>
              <a:gd name="connsiteX761" fmla="*/ 4409309 w 7467600"/>
              <a:gd name="connsiteY761" fmla="*/ 1666996 h 6858000"/>
              <a:gd name="connsiteX762" fmla="*/ 4370031 w 7467600"/>
              <a:gd name="connsiteY762" fmla="*/ 1955666 h 6858000"/>
              <a:gd name="connsiteX763" fmla="*/ 4570198 w 7467600"/>
              <a:gd name="connsiteY763" fmla="*/ 978081 h 6858000"/>
              <a:gd name="connsiteX764" fmla="*/ 4557898 w 7467600"/>
              <a:gd name="connsiteY764" fmla="*/ 900011 h 6858000"/>
              <a:gd name="connsiteX765" fmla="*/ 4344840 w 7467600"/>
              <a:gd name="connsiteY765" fmla="*/ 1922038 h 6858000"/>
              <a:gd name="connsiteX766" fmla="*/ 4378710 w 7467600"/>
              <a:gd name="connsiteY766" fmla="*/ 1665516 h 6858000"/>
              <a:gd name="connsiteX767" fmla="*/ 4448798 w 7467600"/>
              <a:gd name="connsiteY767" fmla="*/ 1253024 h 6858000"/>
              <a:gd name="connsiteX768" fmla="*/ 4480315 w 7467600"/>
              <a:gd name="connsiteY768" fmla="*/ 1158454 h 6858000"/>
              <a:gd name="connsiteX769" fmla="*/ 4494133 w 7467600"/>
              <a:gd name="connsiteY769" fmla="*/ 1118676 h 6858000"/>
              <a:gd name="connsiteX770" fmla="*/ 4557898 w 7467600"/>
              <a:gd name="connsiteY770" fmla="*/ 900011 h 6858000"/>
              <a:gd name="connsiteX771" fmla="*/ 5870151 w 7467600"/>
              <a:gd name="connsiteY771" fmla="*/ 898890 h 6858000"/>
              <a:gd name="connsiteX772" fmla="*/ 5861335 w 7467600"/>
              <a:gd name="connsiteY772" fmla="*/ 899177 h 6858000"/>
              <a:gd name="connsiteX773" fmla="*/ 5843702 w 7467600"/>
              <a:gd name="connsiteY773" fmla="*/ 899748 h 6858000"/>
              <a:gd name="connsiteX774" fmla="*/ 5651107 w 7467600"/>
              <a:gd name="connsiteY774" fmla="*/ 920306 h 6858000"/>
              <a:gd name="connsiteX775" fmla="*/ 5459407 w 7467600"/>
              <a:gd name="connsiteY775" fmla="*/ 940975 h 6858000"/>
              <a:gd name="connsiteX776" fmla="*/ 5374846 w 7467600"/>
              <a:gd name="connsiteY776" fmla="*/ 941988 h 6858000"/>
              <a:gd name="connsiteX777" fmla="*/ 5256105 w 7467600"/>
              <a:gd name="connsiteY777" fmla="*/ 945632 h 6858000"/>
              <a:gd name="connsiteX778" fmla="*/ 5107071 w 7467600"/>
              <a:gd name="connsiteY778" fmla="*/ 969720 h 6858000"/>
              <a:gd name="connsiteX779" fmla="*/ 4998681 w 7467600"/>
              <a:gd name="connsiteY779" fmla="*/ 988771 h 6858000"/>
              <a:gd name="connsiteX780" fmla="*/ 5870151 w 7467600"/>
              <a:gd name="connsiteY780" fmla="*/ 898890 h 6858000"/>
              <a:gd name="connsiteX781" fmla="*/ 5504425 w 7467600"/>
              <a:gd name="connsiteY781" fmla="*/ 848067 h 6858000"/>
              <a:gd name="connsiteX782" fmla="*/ 4968849 w 7467600"/>
              <a:gd name="connsiteY782" fmla="*/ 962318 h 6858000"/>
              <a:gd name="connsiteX783" fmla="*/ 5104039 w 7467600"/>
              <a:gd name="connsiteY783" fmla="*/ 940634 h 6858000"/>
              <a:gd name="connsiteX784" fmla="*/ 5256311 w 7467600"/>
              <a:gd name="connsiteY784" fmla="*/ 916490 h 6858000"/>
              <a:gd name="connsiteX785" fmla="*/ 5377381 w 7467600"/>
              <a:gd name="connsiteY785" fmla="*/ 912671 h 6858000"/>
              <a:gd name="connsiteX786" fmla="*/ 5460148 w 7467600"/>
              <a:gd name="connsiteY786" fmla="*/ 911442 h 6858000"/>
              <a:gd name="connsiteX787" fmla="*/ 5648971 w 7467600"/>
              <a:gd name="connsiteY787" fmla="*/ 891331 h 6858000"/>
              <a:gd name="connsiteX788" fmla="*/ 5844807 w 7467600"/>
              <a:gd name="connsiteY788" fmla="*/ 870718 h 6858000"/>
              <a:gd name="connsiteX789" fmla="*/ 5862975 w 7467600"/>
              <a:gd name="connsiteY789" fmla="*/ 869756 h 6858000"/>
              <a:gd name="connsiteX790" fmla="*/ 5920887 w 7467600"/>
              <a:gd name="connsiteY790" fmla="*/ 865929 h 6858000"/>
              <a:gd name="connsiteX791" fmla="*/ 5504425 w 7467600"/>
              <a:gd name="connsiteY791" fmla="*/ 848067 h 6858000"/>
              <a:gd name="connsiteX792" fmla="*/ 3607114 w 7467600"/>
              <a:gd name="connsiteY792" fmla="*/ 467441 h 6858000"/>
              <a:gd name="connsiteX793" fmla="*/ 3296242 w 7467600"/>
              <a:gd name="connsiteY793" fmla="*/ 807991 h 6858000"/>
              <a:gd name="connsiteX794" fmla="*/ 3174674 w 7467600"/>
              <a:gd name="connsiteY794" fmla="*/ 919759 h 6858000"/>
              <a:gd name="connsiteX795" fmla="*/ 3042978 w 7467600"/>
              <a:gd name="connsiteY795" fmla="*/ 1054894 h 6858000"/>
              <a:gd name="connsiteX796" fmla="*/ 2968914 w 7467600"/>
              <a:gd name="connsiteY796" fmla="*/ 1133756 h 6858000"/>
              <a:gd name="connsiteX797" fmla="*/ 3103823 w 7467600"/>
              <a:gd name="connsiteY797" fmla="*/ 1026814 h 6858000"/>
              <a:gd name="connsiteX798" fmla="*/ 3607114 w 7467600"/>
              <a:gd name="connsiteY798" fmla="*/ 467441 h 6858000"/>
              <a:gd name="connsiteX799" fmla="*/ 3744487 w 7467600"/>
              <a:gd name="connsiteY799" fmla="*/ 383136 h 6858000"/>
              <a:gd name="connsiteX800" fmla="*/ 3970213 w 7467600"/>
              <a:gd name="connsiteY800" fmla="*/ 995559 h 6858000"/>
              <a:gd name="connsiteX801" fmla="*/ 3744487 w 7467600"/>
              <a:gd name="connsiteY801" fmla="*/ 383136 h 6858000"/>
              <a:gd name="connsiteX802" fmla="*/ 3624562 w 7467600"/>
              <a:gd name="connsiteY802" fmla="*/ 367041 h 6858000"/>
              <a:gd name="connsiteX803" fmla="*/ 3489712 w 7467600"/>
              <a:gd name="connsiteY803" fmla="*/ 485386 h 6858000"/>
              <a:gd name="connsiteX804" fmla="*/ 3182994 w 7467600"/>
              <a:gd name="connsiteY804" fmla="*/ 828265 h 6858000"/>
              <a:gd name="connsiteX805" fmla="*/ 2892114 w 7467600"/>
              <a:gd name="connsiteY805" fmla="*/ 1172635 h 6858000"/>
              <a:gd name="connsiteX806" fmla="*/ 3021459 w 7467600"/>
              <a:gd name="connsiteY806" fmla="*/ 1035385 h 6858000"/>
              <a:gd name="connsiteX807" fmla="*/ 3153873 w 7467600"/>
              <a:gd name="connsiteY807" fmla="*/ 898971 h 6858000"/>
              <a:gd name="connsiteX808" fmla="*/ 3276511 w 7467600"/>
              <a:gd name="connsiteY808" fmla="*/ 786423 h 6858000"/>
              <a:gd name="connsiteX809" fmla="*/ 3584154 w 7467600"/>
              <a:gd name="connsiteY809" fmla="*/ 448218 h 6858000"/>
              <a:gd name="connsiteX810" fmla="*/ 3624562 w 7467600"/>
              <a:gd name="connsiteY810" fmla="*/ 367041 h 6858000"/>
              <a:gd name="connsiteX811" fmla="*/ 3766672 w 7467600"/>
              <a:gd name="connsiteY811" fmla="*/ 359429 h 6858000"/>
              <a:gd name="connsiteX812" fmla="*/ 3996338 w 7467600"/>
              <a:gd name="connsiteY812" fmla="*/ 968237 h 6858000"/>
              <a:gd name="connsiteX813" fmla="*/ 3766672 w 7467600"/>
              <a:gd name="connsiteY813" fmla="*/ 359429 h 6858000"/>
              <a:gd name="connsiteX814" fmla="*/ 5805386 w 7467600"/>
              <a:gd name="connsiteY814" fmla="*/ 239240 h 6858000"/>
              <a:gd name="connsiteX815" fmla="*/ 5736947 w 7467600"/>
              <a:gd name="connsiteY815" fmla="*/ 261367 h 6858000"/>
              <a:gd name="connsiteX816" fmla="*/ 5427012 w 7467600"/>
              <a:gd name="connsiteY816" fmla="*/ 311272 h 6858000"/>
              <a:gd name="connsiteX817" fmla="*/ 5147818 w 7467600"/>
              <a:gd name="connsiteY817" fmla="*/ 322112 h 6858000"/>
              <a:gd name="connsiteX818" fmla="*/ 5060854 w 7467600"/>
              <a:gd name="connsiteY818" fmla="*/ 311882 h 6858000"/>
              <a:gd name="connsiteX819" fmla="*/ 4945989 w 7467600"/>
              <a:gd name="connsiteY819" fmla="*/ 300516 h 6858000"/>
              <a:gd name="connsiteX820" fmla="*/ 5410479 w 7467600"/>
              <a:gd name="connsiteY820" fmla="*/ 348434 h 6858000"/>
              <a:gd name="connsiteX821" fmla="*/ 5805386 w 7467600"/>
              <a:gd name="connsiteY821" fmla="*/ 239240 h 6858000"/>
              <a:gd name="connsiteX822" fmla="*/ 5905192 w 7467600"/>
              <a:gd name="connsiteY822" fmla="*/ 163079 h 6858000"/>
              <a:gd name="connsiteX823" fmla="*/ 5865655 w 7467600"/>
              <a:gd name="connsiteY823" fmla="*/ 171901 h 6858000"/>
              <a:gd name="connsiteX824" fmla="*/ 5259740 w 7467600"/>
              <a:gd name="connsiteY824" fmla="*/ 257013 h 6858000"/>
              <a:gd name="connsiteX825" fmla="*/ 5208466 w 7467600"/>
              <a:gd name="connsiteY825" fmla="*/ 257550 h 6858000"/>
              <a:gd name="connsiteX826" fmla="*/ 4980204 w 7467600"/>
              <a:gd name="connsiteY826" fmla="*/ 271903 h 6858000"/>
              <a:gd name="connsiteX827" fmla="*/ 5068068 w 7467600"/>
              <a:gd name="connsiteY827" fmla="*/ 282244 h 6858000"/>
              <a:gd name="connsiteX828" fmla="*/ 5153231 w 7467600"/>
              <a:gd name="connsiteY828" fmla="*/ 292240 h 6858000"/>
              <a:gd name="connsiteX829" fmla="*/ 5426491 w 7467600"/>
              <a:gd name="connsiteY829" fmla="*/ 281128 h 6858000"/>
              <a:gd name="connsiteX830" fmla="*/ 5731212 w 7467600"/>
              <a:gd name="connsiteY830" fmla="*/ 231951 h 6858000"/>
              <a:gd name="connsiteX831" fmla="*/ 5905192 w 7467600"/>
              <a:gd name="connsiteY831" fmla="*/ 163079 h 6858000"/>
              <a:gd name="connsiteX832" fmla="*/ 5944437 w 7467600"/>
              <a:gd name="connsiteY832" fmla="*/ 113829 h 6858000"/>
              <a:gd name="connsiteX833" fmla="*/ 5825032 w 7467600"/>
              <a:gd name="connsiteY833" fmla="*/ 146405 h 6858000"/>
              <a:gd name="connsiteX834" fmla="*/ 4955599 w 7467600"/>
              <a:gd name="connsiteY834" fmla="*/ 247008 h 6858000"/>
              <a:gd name="connsiteX835" fmla="*/ 5210104 w 7467600"/>
              <a:gd name="connsiteY835" fmla="*/ 228123 h 6858000"/>
              <a:gd name="connsiteX836" fmla="*/ 5261015 w 7467600"/>
              <a:gd name="connsiteY836" fmla="*/ 227087 h 6858000"/>
              <a:gd name="connsiteX837" fmla="*/ 5861181 w 7467600"/>
              <a:gd name="connsiteY837" fmla="*/ 143093 h 6858000"/>
              <a:gd name="connsiteX838" fmla="*/ 5961252 w 7467600"/>
              <a:gd name="connsiteY838" fmla="*/ 114820 h 6858000"/>
              <a:gd name="connsiteX839" fmla="*/ 5944437 w 7467600"/>
              <a:gd name="connsiteY839" fmla="*/ 113829 h 6858000"/>
              <a:gd name="connsiteX840" fmla="*/ 3882765 w 7467600"/>
              <a:gd name="connsiteY840" fmla="*/ 0 h 6858000"/>
              <a:gd name="connsiteX841" fmla="*/ 3995099 w 7467600"/>
              <a:gd name="connsiteY841" fmla="*/ 0 h 6858000"/>
              <a:gd name="connsiteX842" fmla="*/ 4163818 w 7467600"/>
              <a:gd name="connsiteY842" fmla="*/ 234104 h 6858000"/>
              <a:gd name="connsiteX843" fmla="*/ 4172099 w 7467600"/>
              <a:gd name="connsiteY843" fmla="*/ 234207 h 6858000"/>
              <a:gd name="connsiteX844" fmla="*/ 4784282 w 7467600"/>
              <a:gd name="connsiteY844" fmla="*/ 276561 h 6858000"/>
              <a:gd name="connsiteX845" fmla="*/ 4801687 w 7467600"/>
              <a:gd name="connsiteY845" fmla="*/ 267764 h 6858000"/>
              <a:gd name="connsiteX846" fmla="*/ 6082788 w 7467600"/>
              <a:gd name="connsiteY846" fmla="*/ 64119 h 6858000"/>
              <a:gd name="connsiteX847" fmla="*/ 6099442 w 7467600"/>
              <a:gd name="connsiteY847" fmla="*/ 82568 h 6858000"/>
              <a:gd name="connsiteX848" fmla="*/ 4804137 w 7467600"/>
              <a:gd name="connsiteY848" fmla="*/ 320931 h 6858000"/>
              <a:gd name="connsiteX849" fmla="*/ 4227047 w 7467600"/>
              <a:gd name="connsiteY849" fmla="*/ 313415 h 6858000"/>
              <a:gd name="connsiteX850" fmla="*/ 4346041 w 7467600"/>
              <a:gd name="connsiteY850" fmla="*/ 456086 h 6858000"/>
              <a:gd name="connsiteX851" fmla="*/ 4870967 w 7467600"/>
              <a:gd name="connsiteY851" fmla="*/ 963061 h 6858000"/>
              <a:gd name="connsiteX852" fmla="*/ 4889647 w 7467600"/>
              <a:gd name="connsiteY852" fmla="*/ 957147 h 6858000"/>
              <a:gd name="connsiteX853" fmla="*/ 5422504 w 7467600"/>
              <a:gd name="connsiteY853" fmla="*/ 805191 h 6858000"/>
              <a:gd name="connsiteX854" fmla="*/ 6087656 w 7467600"/>
              <a:gd name="connsiteY854" fmla="*/ 826703 h 6858000"/>
              <a:gd name="connsiteX855" fmla="*/ 6058717 w 7467600"/>
              <a:gd name="connsiteY855" fmla="*/ 865992 h 6858000"/>
              <a:gd name="connsiteX856" fmla="*/ 4974153 w 7467600"/>
              <a:gd name="connsiteY856" fmla="*/ 1045456 h 6858000"/>
              <a:gd name="connsiteX857" fmla="*/ 5627835 w 7467600"/>
              <a:gd name="connsiteY857" fmla="*/ 1472077 h 6858000"/>
              <a:gd name="connsiteX858" fmla="*/ 5629817 w 7467600"/>
              <a:gd name="connsiteY858" fmla="*/ 1471412 h 6858000"/>
              <a:gd name="connsiteX859" fmla="*/ 5634124 w 7467600"/>
              <a:gd name="connsiteY859" fmla="*/ 1470572 h 6858000"/>
              <a:gd name="connsiteX860" fmla="*/ 5755832 w 7467600"/>
              <a:gd name="connsiteY860" fmla="*/ 1383886 h 6858000"/>
              <a:gd name="connsiteX861" fmla="*/ 6014186 w 7467600"/>
              <a:gd name="connsiteY861" fmla="*/ 1279799 h 6858000"/>
              <a:gd name="connsiteX862" fmla="*/ 6901619 w 7467600"/>
              <a:gd name="connsiteY862" fmla="*/ 1047874 h 6858000"/>
              <a:gd name="connsiteX863" fmla="*/ 6931566 w 7467600"/>
              <a:gd name="connsiteY863" fmla="*/ 1062034 h 6858000"/>
              <a:gd name="connsiteX864" fmla="*/ 5790982 w 7467600"/>
              <a:gd name="connsiteY864" fmla="*/ 1561380 h 6858000"/>
              <a:gd name="connsiteX865" fmla="*/ 6188971 w 7467600"/>
              <a:gd name="connsiteY865" fmla="*/ 1755168 h 6858000"/>
              <a:gd name="connsiteX866" fmla="*/ 6202446 w 7467600"/>
              <a:gd name="connsiteY866" fmla="*/ 1752268 h 6858000"/>
              <a:gd name="connsiteX867" fmla="*/ 7179560 w 7467600"/>
              <a:gd name="connsiteY867" fmla="*/ 1467551 h 6858000"/>
              <a:gd name="connsiteX868" fmla="*/ 7158730 w 7467600"/>
              <a:gd name="connsiteY868" fmla="*/ 1507835 h 6858000"/>
              <a:gd name="connsiteX869" fmla="*/ 6326959 w 7467600"/>
              <a:gd name="connsiteY869" fmla="*/ 1817686 h 6858000"/>
              <a:gd name="connsiteX870" fmla="*/ 6537433 w 7467600"/>
              <a:gd name="connsiteY870" fmla="*/ 1907790 h 6858000"/>
              <a:gd name="connsiteX871" fmla="*/ 6550221 w 7467600"/>
              <a:gd name="connsiteY871" fmla="*/ 1910729 h 6858000"/>
              <a:gd name="connsiteX872" fmla="*/ 6964438 w 7467600"/>
              <a:gd name="connsiteY872" fmla="*/ 2209505 h 6858000"/>
              <a:gd name="connsiteX873" fmla="*/ 7367862 w 7467600"/>
              <a:gd name="connsiteY873" fmla="*/ 2806833 h 6858000"/>
              <a:gd name="connsiteX874" fmla="*/ 7364329 w 7467600"/>
              <a:gd name="connsiteY874" fmla="*/ 2826907 h 6858000"/>
              <a:gd name="connsiteX875" fmla="*/ 7290545 w 7467600"/>
              <a:gd name="connsiteY875" fmla="*/ 2850663 h 6858000"/>
              <a:gd name="connsiteX876" fmla="*/ 6472036 w 7467600"/>
              <a:gd name="connsiteY876" fmla="*/ 1959003 h 6858000"/>
              <a:gd name="connsiteX877" fmla="*/ 5792897 w 7467600"/>
              <a:gd name="connsiteY877" fmla="*/ 1647747 h 6858000"/>
              <a:gd name="connsiteX878" fmla="*/ 5842751 w 7467600"/>
              <a:gd name="connsiteY878" fmla="*/ 1816112 h 6858000"/>
              <a:gd name="connsiteX879" fmla="*/ 5847424 w 7467600"/>
              <a:gd name="connsiteY879" fmla="*/ 1815776 h 6858000"/>
              <a:gd name="connsiteX880" fmla="*/ 6399821 w 7467600"/>
              <a:gd name="connsiteY880" fmla="*/ 2344799 h 6858000"/>
              <a:gd name="connsiteX881" fmla="*/ 6323232 w 7467600"/>
              <a:gd name="connsiteY881" fmla="*/ 2389634 h 6858000"/>
              <a:gd name="connsiteX882" fmla="*/ 5942958 w 7467600"/>
              <a:gd name="connsiteY882" fmla="*/ 2077708 h 6858000"/>
              <a:gd name="connsiteX883" fmla="*/ 5921559 w 7467600"/>
              <a:gd name="connsiteY883" fmla="*/ 2378596 h 6858000"/>
              <a:gd name="connsiteX884" fmla="*/ 5817651 w 7467600"/>
              <a:gd name="connsiteY884" fmla="*/ 3023919 h 6858000"/>
              <a:gd name="connsiteX885" fmla="*/ 5729634 w 7467600"/>
              <a:gd name="connsiteY885" fmla="*/ 3051849 h 6858000"/>
              <a:gd name="connsiteX886" fmla="*/ 5611018 w 7467600"/>
              <a:gd name="connsiteY886" fmla="*/ 2316769 h 6858000"/>
              <a:gd name="connsiteX887" fmla="*/ 5687608 w 7467600"/>
              <a:gd name="connsiteY887" fmla="*/ 2039972 h 6858000"/>
              <a:gd name="connsiteX888" fmla="*/ 5657554 w 7467600"/>
              <a:gd name="connsiteY888" fmla="*/ 1576445 h 6858000"/>
              <a:gd name="connsiteX889" fmla="*/ 5150475 w 7467600"/>
              <a:gd name="connsiteY889" fmla="*/ 1274012 h 6858000"/>
              <a:gd name="connsiteX890" fmla="*/ 5349142 w 7467600"/>
              <a:gd name="connsiteY890" fmla="*/ 2204405 h 6858000"/>
              <a:gd name="connsiteX891" fmla="*/ 5262214 w 7467600"/>
              <a:gd name="connsiteY891" fmla="*/ 2233836 h 6858000"/>
              <a:gd name="connsiteX892" fmla="*/ 4981539 w 7467600"/>
              <a:gd name="connsiteY892" fmla="*/ 1542201 h 6858000"/>
              <a:gd name="connsiteX893" fmla="*/ 4958461 w 7467600"/>
              <a:gd name="connsiteY893" fmla="*/ 1136957 h 6858000"/>
              <a:gd name="connsiteX894" fmla="*/ 4655015 w 7467600"/>
              <a:gd name="connsiteY894" fmla="*/ 891426 h 6858000"/>
              <a:gd name="connsiteX895" fmla="*/ 4348002 w 7467600"/>
              <a:gd name="connsiteY895" fmla="*/ 2205895 h 6858000"/>
              <a:gd name="connsiteX896" fmla="*/ 4262250 w 7467600"/>
              <a:gd name="connsiteY896" fmla="*/ 2219972 h 6858000"/>
              <a:gd name="connsiteX897" fmla="*/ 4550611 w 7467600"/>
              <a:gd name="connsiteY897" fmla="*/ 817540 h 6858000"/>
              <a:gd name="connsiteX898" fmla="*/ 4564418 w 7467600"/>
              <a:gd name="connsiteY898" fmla="*/ 808293 h 6858000"/>
              <a:gd name="connsiteX899" fmla="*/ 4266388 w 7467600"/>
              <a:gd name="connsiteY899" fmla="*/ 500083 h 6858000"/>
              <a:gd name="connsiteX900" fmla="*/ 4032842 w 7467600"/>
              <a:gd name="connsiteY900" fmla="*/ 211809 h 6858000"/>
              <a:gd name="connsiteX901" fmla="*/ 3882765 w 7467600"/>
              <a:gd name="connsiteY901" fmla="*/ 0 h 6858000"/>
              <a:gd name="connsiteX902" fmla="*/ 3721337 w 7467600"/>
              <a:gd name="connsiteY902" fmla="*/ 0 h 6858000"/>
              <a:gd name="connsiteX903" fmla="*/ 3797544 w 7467600"/>
              <a:gd name="connsiteY903" fmla="*/ 0 h 6858000"/>
              <a:gd name="connsiteX904" fmla="*/ 3775734 w 7467600"/>
              <a:gd name="connsiteY904" fmla="*/ 95131 h 6858000"/>
              <a:gd name="connsiteX905" fmla="*/ 3724807 w 7467600"/>
              <a:gd name="connsiteY905" fmla="*/ 272257 h 6858000"/>
              <a:gd name="connsiteX906" fmla="*/ 3726844 w 7467600"/>
              <a:gd name="connsiteY906" fmla="*/ 282988 h 6858000"/>
              <a:gd name="connsiteX907" fmla="*/ 3742664 w 7467600"/>
              <a:gd name="connsiteY907" fmla="*/ 279918 h 6858000"/>
              <a:gd name="connsiteX908" fmla="*/ 4103910 w 7467600"/>
              <a:gd name="connsiteY908" fmla="*/ 1161917 h 6858000"/>
              <a:gd name="connsiteX909" fmla="*/ 4020269 w 7467600"/>
              <a:gd name="connsiteY909" fmla="*/ 1200406 h 6858000"/>
              <a:gd name="connsiteX910" fmla="*/ 3674882 w 7467600"/>
              <a:gd name="connsiteY910" fmla="*/ 488524 h 6858000"/>
              <a:gd name="connsiteX911" fmla="*/ 3132682 w 7467600"/>
              <a:gd name="connsiteY911" fmla="*/ 1072284 h 6858000"/>
              <a:gd name="connsiteX912" fmla="*/ 2716346 w 7467600"/>
              <a:gd name="connsiteY912" fmla="*/ 1276376 h 6858000"/>
              <a:gd name="connsiteX913" fmla="*/ 2716772 w 7467600"/>
              <a:gd name="connsiteY913" fmla="*/ 1255462 h 6858000"/>
              <a:gd name="connsiteX914" fmla="*/ 3471096 w 7467600"/>
              <a:gd name="connsiteY914" fmla="*/ 437072 h 6858000"/>
              <a:gd name="connsiteX915" fmla="*/ 3639057 w 7467600"/>
              <a:gd name="connsiteY915" fmla="*/ 286334 h 6858000"/>
              <a:gd name="connsiteX916" fmla="*/ 3640309 w 7467600"/>
              <a:gd name="connsiteY916" fmla="*/ 284664 h 6858000"/>
              <a:gd name="connsiteX917" fmla="*/ 3646022 w 7467600"/>
              <a:gd name="connsiteY917" fmla="*/ 276711 h 6858000"/>
              <a:gd name="connsiteX918" fmla="*/ 3707943 w 7467600"/>
              <a:gd name="connsiteY918" fmla="*/ 65958 h 6858000"/>
              <a:gd name="connsiteX919" fmla="*/ 3721337 w 7467600"/>
              <a:gd name="connsiteY919" fmla="*/ 0 h 6858000"/>
              <a:gd name="connsiteX920" fmla="*/ 2867960 w 7467600"/>
              <a:gd name="connsiteY920" fmla="*/ 0 h 6858000"/>
              <a:gd name="connsiteX921" fmla="*/ 2926351 w 7467600"/>
              <a:gd name="connsiteY921" fmla="*/ 0 h 6858000"/>
              <a:gd name="connsiteX922" fmla="*/ 2902823 w 7467600"/>
              <a:gd name="connsiteY922" fmla="*/ 262929 h 6858000"/>
              <a:gd name="connsiteX923" fmla="*/ 2940663 w 7467600"/>
              <a:gd name="connsiteY923" fmla="*/ 140884 h 6858000"/>
              <a:gd name="connsiteX924" fmla="*/ 2947039 w 7467600"/>
              <a:gd name="connsiteY924" fmla="*/ 122524 h 6858000"/>
              <a:gd name="connsiteX925" fmla="*/ 2984316 w 7467600"/>
              <a:gd name="connsiteY925" fmla="*/ 0 h 6858000"/>
              <a:gd name="connsiteX926" fmla="*/ 3016114 w 7467600"/>
              <a:gd name="connsiteY926" fmla="*/ 0 h 6858000"/>
              <a:gd name="connsiteX927" fmla="*/ 2979949 w 7467600"/>
              <a:gd name="connsiteY927" fmla="*/ 119274 h 6858000"/>
              <a:gd name="connsiteX928" fmla="*/ 3023879 w 7467600"/>
              <a:gd name="connsiteY928" fmla="*/ 0 h 6858000"/>
              <a:gd name="connsiteX929" fmla="*/ 3105400 w 7467600"/>
              <a:gd name="connsiteY929" fmla="*/ 0 h 6858000"/>
              <a:gd name="connsiteX930" fmla="*/ 3094669 w 7467600"/>
              <a:gd name="connsiteY930" fmla="*/ 30308 h 6858000"/>
              <a:gd name="connsiteX931" fmla="*/ 2901945 w 7467600"/>
              <a:gd name="connsiteY931" fmla="*/ 466538 h 6858000"/>
              <a:gd name="connsiteX932" fmla="*/ 2815209 w 7467600"/>
              <a:gd name="connsiteY932" fmla="*/ 497361 h 6858000"/>
              <a:gd name="connsiteX933" fmla="*/ 2844845 w 7467600"/>
              <a:gd name="connsiteY933" fmla="*/ 127638 h 6858000"/>
              <a:gd name="connsiteX934" fmla="*/ 2867960 w 7467600"/>
              <a:gd name="connsiteY934" fmla="*/ 0 h 6858000"/>
              <a:gd name="connsiteX935" fmla="*/ 1057230 w 7467600"/>
              <a:gd name="connsiteY935" fmla="*/ 0 h 6858000"/>
              <a:gd name="connsiteX936" fmla="*/ 1111003 w 7467600"/>
              <a:gd name="connsiteY936" fmla="*/ 0 h 6858000"/>
              <a:gd name="connsiteX937" fmla="*/ 1125553 w 7467600"/>
              <a:gd name="connsiteY937" fmla="*/ 52588 h 6858000"/>
              <a:gd name="connsiteX938" fmla="*/ 1304276 w 7467600"/>
              <a:gd name="connsiteY938" fmla="*/ 476275 h 6858000"/>
              <a:gd name="connsiteX939" fmla="*/ 1492066 w 7467600"/>
              <a:gd name="connsiteY939" fmla="*/ 886333 h 6858000"/>
              <a:gd name="connsiteX940" fmla="*/ 1423698 w 7467600"/>
              <a:gd name="connsiteY940" fmla="*/ 710817 h 6858000"/>
              <a:gd name="connsiteX941" fmla="*/ 1357609 w 7467600"/>
              <a:gd name="connsiteY941" fmla="*/ 532892 h 6858000"/>
              <a:gd name="connsiteX942" fmla="*/ 1309550 w 7467600"/>
              <a:gd name="connsiteY942" fmla="*/ 374031 h 6858000"/>
              <a:gd name="connsiteX943" fmla="*/ 1193673 w 7467600"/>
              <a:gd name="connsiteY943" fmla="*/ 49533 h 6858000"/>
              <a:gd name="connsiteX944" fmla="*/ 1164391 w 7467600"/>
              <a:gd name="connsiteY944" fmla="*/ 0 h 6858000"/>
              <a:gd name="connsiteX945" fmla="*/ 1200666 w 7467600"/>
              <a:gd name="connsiteY945" fmla="*/ 0 h 6858000"/>
              <a:gd name="connsiteX946" fmla="*/ 1223408 w 7467600"/>
              <a:gd name="connsiteY946" fmla="*/ 38996 h 6858000"/>
              <a:gd name="connsiteX947" fmla="*/ 1339635 w 7467600"/>
              <a:gd name="connsiteY947" fmla="*/ 365517 h 6858000"/>
              <a:gd name="connsiteX948" fmla="*/ 1387469 w 7467600"/>
              <a:gd name="connsiteY948" fmla="*/ 523079 h 6858000"/>
              <a:gd name="connsiteX949" fmla="*/ 1452685 w 7467600"/>
              <a:gd name="connsiteY949" fmla="*/ 699806 h 6858000"/>
              <a:gd name="connsiteX950" fmla="*/ 1492092 w 7467600"/>
              <a:gd name="connsiteY950" fmla="*/ 800424 h 6858000"/>
              <a:gd name="connsiteX951" fmla="*/ 1455302 w 7467600"/>
              <a:gd name="connsiteY951" fmla="*/ 632913 h 6858000"/>
              <a:gd name="connsiteX952" fmla="*/ 1222336 w 7467600"/>
              <a:gd name="connsiteY952" fmla="*/ 9480 h 6858000"/>
              <a:gd name="connsiteX953" fmla="*/ 1214634 w 7467600"/>
              <a:gd name="connsiteY953" fmla="*/ 0 h 6858000"/>
              <a:gd name="connsiteX954" fmla="*/ 1289827 w 7467600"/>
              <a:gd name="connsiteY954" fmla="*/ 0 h 6858000"/>
              <a:gd name="connsiteX955" fmla="*/ 1321076 w 7467600"/>
              <a:gd name="connsiteY955" fmla="*/ 59722 h 6858000"/>
              <a:gd name="connsiteX956" fmla="*/ 1512579 w 7467600"/>
              <a:gd name="connsiteY956" fmla="*/ 626441 h 6858000"/>
              <a:gd name="connsiteX957" fmla="*/ 1506076 w 7467600"/>
              <a:gd name="connsiteY957" fmla="*/ 1089289 h 6858000"/>
              <a:gd name="connsiteX958" fmla="*/ 1486346 w 7467600"/>
              <a:gd name="connsiteY958" fmla="*/ 1079919 h 6858000"/>
              <a:gd name="connsiteX959" fmla="*/ 1070511 w 7467600"/>
              <a:gd name="connsiteY959" fmla="*/ 48609 h 6858000"/>
              <a:gd name="connsiteX960" fmla="*/ 1057230 w 7467600"/>
              <a:gd name="connsiteY960" fmla="*/ 0 h 6858000"/>
              <a:gd name="connsiteX961" fmla="*/ 43151 w 7467600"/>
              <a:gd name="connsiteY961" fmla="*/ 0 h 6858000"/>
              <a:gd name="connsiteX962" fmla="*/ 95283 w 7467600"/>
              <a:gd name="connsiteY962" fmla="*/ 0 h 6858000"/>
              <a:gd name="connsiteX963" fmla="*/ 300708 w 7467600"/>
              <a:gd name="connsiteY963" fmla="*/ 154571 h 6858000"/>
              <a:gd name="connsiteX964" fmla="*/ 530414 w 7467600"/>
              <a:gd name="connsiteY964" fmla="*/ 354673 h 6858000"/>
              <a:gd name="connsiteX965" fmla="*/ 333785 w 7467600"/>
              <a:gd name="connsiteY965" fmla="*/ 161564 h 6858000"/>
              <a:gd name="connsiteX966" fmla="*/ 147005 w 7467600"/>
              <a:gd name="connsiteY966" fmla="*/ 0 h 6858000"/>
              <a:gd name="connsiteX967" fmla="*/ 272509 w 7467600"/>
              <a:gd name="connsiteY967" fmla="*/ 0 h 6858000"/>
              <a:gd name="connsiteX968" fmla="*/ 326276 w 7467600"/>
              <a:gd name="connsiteY968" fmla="*/ 45847 h 6858000"/>
              <a:gd name="connsiteX969" fmla="*/ 823759 w 7467600"/>
              <a:gd name="connsiteY969" fmla="*/ 574145 h 6858000"/>
              <a:gd name="connsiteX970" fmla="*/ 811254 w 7467600"/>
              <a:gd name="connsiteY970" fmla="*/ 665546 h 6858000"/>
              <a:gd name="connsiteX971" fmla="*/ 154042 w 7467600"/>
              <a:gd name="connsiteY971" fmla="*/ 261522 h 6858000"/>
              <a:gd name="connsiteX972" fmla="*/ 13550 w 7467600"/>
              <a:gd name="connsiteY972" fmla="*/ 158423 h 6858000"/>
              <a:gd name="connsiteX973" fmla="*/ 0 w 7467600"/>
              <a:gd name="connsiteY973" fmla="*/ 146618 h 6858000"/>
              <a:gd name="connsiteX974" fmla="*/ 0 w 7467600"/>
              <a:gd name="connsiteY974" fmla="*/ 59161 h 6858000"/>
              <a:gd name="connsiteX975" fmla="*/ 45427 w 7467600"/>
              <a:gd name="connsiteY975" fmla="*/ 101078 h 6858000"/>
              <a:gd name="connsiteX976" fmla="*/ 630103 w 7467600"/>
              <a:gd name="connsiteY976" fmla="*/ 485885 h 6858000"/>
              <a:gd name="connsiteX977" fmla="*/ 532040 w 7467600"/>
              <a:gd name="connsiteY977" fmla="*/ 399359 h 6858000"/>
              <a:gd name="connsiteX978" fmla="*/ 517618 w 7467600"/>
              <a:gd name="connsiteY978" fmla="*/ 385726 h 6858000"/>
              <a:gd name="connsiteX979" fmla="*/ 285074 w 7467600"/>
              <a:gd name="connsiteY979" fmla="*/ 182755 h 6858000"/>
              <a:gd name="connsiteX980" fmla="*/ 43151 w 7467600"/>
              <a:gd name="connsiteY980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1019354 w 7467600"/>
              <a:gd name="connsiteY22" fmla="*/ 6315006 h 6858000"/>
              <a:gd name="connsiteX23" fmla="*/ 441046 w 7467600"/>
              <a:gd name="connsiteY23" fmla="*/ 6691153 h 6858000"/>
              <a:gd name="connsiteX24" fmla="*/ 1019354 w 7467600"/>
              <a:gd name="connsiteY24" fmla="*/ 6315006 h 6858000"/>
              <a:gd name="connsiteX25" fmla="*/ 991680 w 7467600"/>
              <a:gd name="connsiteY25" fmla="*/ 6298413 h 6858000"/>
              <a:gd name="connsiteX26" fmla="*/ 409060 w 7467600"/>
              <a:gd name="connsiteY26" fmla="*/ 6671470 h 6858000"/>
              <a:gd name="connsiteX27" fmla="*/ 991680 w 7467600"/>
              <a:gd name="connsiteY27" fmla="*/ 6298413 h 6858000"/>
              <a:gd name="connsiteX28" fmla="*/ 103333 w 7467600"/>
              <a:gd name="connsiteY28" fmla="*/ 5699602 h 6858000"/>
              <a:gd name="connsiteX29" fmla="*/ 233938 w 7467600"/>
              <a:gd name="connsiteY29" fmla="*/ 5809416 h 6858000"/>
              <a:gd name="connsiteX30" fmla="*/ 883580 w 7467600"/>
              <a:gd name="connsiteY30" fmla="*/ 6180710 h 6858000"/>
              <a:gd name="connsiteX31" fmla="*/ 487337 w 7467600"/>
              <a:gd name="connsiteY31" fmla="*/ 5950182 h 6858000"/>
              <a:gd name="connsiteX32" fmla="*/ 354051 w 7467600"/>
              <a:gd name="connsiteY32" fmla="*/ 5854912 h 6858000"/>
              <a:gd name="connsiteX33" fmla="*/ 195436 w 7467600"/>
              <a:gd name="connsiteY33" fmla="*/ 5755068 h 6858000"/>
              <a:gd name="connsiteX34" fmla="*/ 103333 w 7467600"/>
              <a:gd name="connsiteY34" fmla="*/ 5699602 h 6858000"/>
              <a:gd name="connsiteX35" fmla="*/ 5539432 w 7467600"/>
              <a:gd name="connsiteY35" fmla="*/ 5642928 h 6858000"/>
              <a:gd name="connsiteX36" fmla="*/ 5555462 w 7467600"/>
              <a:gd name="connsiteY36" fmla="*/ 5694454 h 6858000"/>
              <a:gd name="connsiteX37" fmla="*/ 5828270 w 7467600"/>
              <a:gd name="connsiteY37" fmla="*/ 6320663 h 6858000"/>
              <a:gd name="connsiteX38" fmla="*/ 5947416 w 7467600"/>
              <a:gd name="connsiteY38" fmla="*/ 6574846 h 6858000"/>
              <a:gd name="connsiteX39" fmla="*/ 5539432 w 7467600"/>
              <a:gd name="connsiteY39" fmla="*/ 5642928 h 6858000"/>
              <a:gd name="connsiteX40" fmla="*/ 51253 w 7467600"/>
              <a:gd name="connsiteY40" fmla="*/ 5631825 h 6858000"/>
              <a:gd name="connsiteX41" fmla="*/ 211622 w 7467600"/>
              <a:gd name="connsiteY41" fmla="*/ 5728803 h 6858000"/>
              <a:gd name="connsiteX42" fmla="*/ 371652 w 7467600"/>
              <a:gd name="connsiteY42" fmla="*/ 5829062 h 6858000"/>
              <a:gd name="connsiteX43" fmla="*/ 505903 w 7467600"/>
              <a:gd name="connsiteY43" fmla="*/ 5925221 h 6858000"/>
              <a:gd name="connsiteX44" fmla="*/ 899240 w 7467600"/>
              <a:gd name="connsiteY44" fmla="*/ 6153068 h 6858000"/>
              <a:gd name="connsiteX45" fmla="*/ 988114 w 7467600"/>
              <a:gd name="connsiteY45" fmla="*/ 6174204 h 6858000"/>
              <a:gd name="connsiteX46" fmla="*/ 845971 w 7467600"/>
              <a:gd name="connsiteY46" fmla="*/ 6067177 h 6858000"/>
              <a:gd name="connsiteX47" fmla="*/ 448057 w 7467600"/>
              <a:gd name="connsiteY47" fmla="*/ 5841376 h 6858000"/>
              <a:gd name="connsiteX48" fmla="*/ 51253 w 7467600"/>
              <a:gd name="connsiteY48" fmla="*/ 5631825 h 6858000"/>
              <a:gd name="connsiteX49" fmla="*/ 2606687 w 7467600"/>
              <a:gd name="connsiteY49" fmla="*/ 5630718 h 6858000"/>
              <a:gd name="connsiteX50" fmla="*/ 2645658 w 7467600"/>
              <a:gd name="connsiteY50" fmla="*/ 6640259 h 6858000"/>
              <a:gd name="connsiteX51" fmla="*/ 2606687 w 7467600"/>
              <a:gd name="connsiteY51" fmla="*/ 5630718 h 6858000"/>
              <a:gd name="connsiteX52" fmla="*/ 3642057 w 7467600"/>
              <a:gd name="connsiteY52" fmla="*/ 5573487 h 6858000"/>
              <a:gd name="connsiteX53" fmla="*/ 3632981 w 7467600"/>
              <a:gd name="connsiteY53" fmla="*/ 5579437 h 6858000"/>
              <a:gd name="connsiteX54" fmla="*/ 3382436 w 7467600"/>
              <a:gd name="connsiteY54" fmla="*/ 5952726 h 6858000"/>
              <a:gd name="connsiteX55" fmla="*/ 3191929 w 7467600"/>
              <a:gd name="connsiteY55" fmla="*/ 6662669 h 6858000"/>
              <a:gd name="connsiteX56" fmla="*/ 3369898 w 7467600"/>
              <a:gd name="connsiteY56" fmla="*/ 6081771 h 6858000"/>
              <a:gd name="connsiteX57" fmla="*/ 3642057 w 7467600"/>
              <a:gd name="connsiteY57" fmla="*/ 5573487 h 6858000"/>
              <a:gd name="connsiteX58" fmla="*/ 2650666 w 7467600"/>
              <a:gd name="connsiteY58" fmla="*/ 5530686 h 6858000"/>
              <a:gd name="connsiteX59" fmla="*/ 2650249 w 7467600"/>
              <a:gd name="connsiteY59" fmla="*/ 5532101 h 6858000"/>
              <a:gd name="connsiteX60" fmla="*/ 2663808 w 7467600"/>
              <a:gd name="connsiteY60" fmla="*/ 6535215 h 6858000"/>
              <a:gd name="connsiteX61" fmla="*/ 2665418 w 7467600"/>
              <a:gd name="connsiteY61" fmla="*/ 6132756 h 6858000"/>
              <a:gd name="connsiteX62" fmla="*/ 2650666 w 7467600"/>
              <a:gd name="connsiteY62" fmla="*/ 5530686 h 6858000"/>
              <a:gd name="connsiteX63" fmla="*/ 2680277 w 7467600"/>
              <a:gd name="connsiteY63" fmla="*/ 5479204 h 6858000"/>
              <a:gd name="connsiteX64" fmla="*/ 2678972 w 7467600"/>
              <a:gd name="connsiteY64" fmla="*/ 5481582 h 6858000"/>
              <a:gd name="connsiteX65" fmla="*/ 2696666 w 7467600"/>
              <a:gd name="connsiteY65" fmla="*/ 6133836 h 6858000"/>
              <a:gd name="connsiteX66" fmla="*/ 2695769 w 7467600"/>
              <a:gd name="connsiteY66" fmla="*/ 6390955 h 6858000"/>
              <a:gd name="connsiteX67" fmla="*/ 2739893 w 7467600"/>
              <a:gd name="connsiteY67" fmla="*/ 6108357 h 6858000"/>
              <a:gd name="connsiteX68" fmla="*/ 2680277 w 7467600"/>
              <a:gd name="connsiteY68" fmla="*/ 5479204 h 6858000"/>
              <a:gd name="connsiteX69" fmla="*/ 1132195 w 7467600"/>
              <a:gd name="connsiteY69" fmla="*/ 5467980 h 6858000"/>
              <a:gd name="connsiteX70" fmla="*/ 1679056 w 7467600"/>
              <a:gd name="connsiteY70" fmla="*/ 5516907 h 6858000"/>
              <a:gd name="connsiteX71" fmla="*/ 2128648 w 7467600"/>
              <a:gd name="connsiteY71" fmla="*/ 5474249 h 6858000"/>
              <a:gd name="connsiteX72" fmla="*/ 1825619 w 7467600"/>
              <a:gd name="connsiteY72" fmla="*/ 5478447 h 6858000"/>
              <a:gd name="connsiteX73" fmla="*/ 1737798 w 7467600"/>
              <a:gd name="connsiteY73" fmla="*/ 5483353 h 6858000"/>
              <a:gd name="connsiteX74" fmla="*/ 1132195 w 7467600"/>
              <a:gd name="connsiteY74" fmla="*/ 5467980 h 6858000"/>
              <a:gd name="connsiteX75" fmla="*/ 6844835 w 7467600"/>
              <a:gd name="connsiteY75" fmla="*/ 5424988 h 6858000"/>
              <a:gd name="connsiteX76" fmla="*/ 6879594 w 7467600"/>
              <a:gd name="connsiteY76" fmla="*/ 5424547 h 6858000"/>
              <a:gd name="connsiteX77" fmla="*/ 7379510 w 7467600"/>
              <a:gd name="connsiteY77" fmla="*/ 5755454 h 6858000"/>
              <a:gd name="connsiteX78" fmla="*/ 7467600 w 7467600"/>
              <a:gd name="connsiteY78" fmla="*/ 5845526 h 6858000"/>
              <a:gd name="connsiteX79" fmla="*/ 7467600 w 7467600"/>
              <a:gd name="connsiteY79" fmla="*/ 5925131 h 6858000"/>
              <a:gd name="connsiteX80" fmla="*/ 7271900 w 7467600"/>
              <a:gd name="connsiteY80" fmla="*/ 5734551 h 6858000"/>
              <a:gd name="connsiteX81" fmla="*/ 7015907 w 7467600"/>
              <a:gd name="connsiteY81" fmla="*/ 5541548 h 6858000"/>
              <a:gd name="connsiteX82" fmla="*/ 7259646 w 7467600"/>
              <a:gd name="connsiteY82" fmla="*/ 5765985 h 6858000"/>
              <a:gd name="connsiteX83" fmla="*/ 7467600 w 7467600"/>
              <a:gd name="connsiteY83" fmla="*/ 5971257 h 6858000"/>
              <a:gd name="connsiteX84" fmla="*/ 7467600 w 7467600"/>
              <a:gd name="connsiteY84" fmla="*/ 6012219 h 6858000"/>
              <a:gd name="connsiteX85" fmla="*/ 7240170 w 7467600"/>
              <a:gd name="connsiteY85" fmla="*/ 5787985 h 6858000"/>
              <a:gd name="connsiteX86" fmla="*/ 6946849 w 7467600"/>
              <a:gd name="connsiteY86" fmla="*/ 5523271 h 6858000"/>
              <a:gd name="connsiteX87" fmla="*/ 6946972 w 7467600"/>
              <a:gd name="connsiteY87" fmla="*/ 5526491 h 6858000"/>
              <a:gd name="connsiteX88" fmla="*/ 7105827 w 7467600"/>
              <a:gd name="connsiteY88" fmla="*/ 5718700 h 6858000"/>
              <a:gd name="connsiteX89" fmla="*/ 7356878 w 7467600"/>
              <a:gd name="connsiteY89" fmla="*/ 5981332 h 6858000"/>
              <a:gd name="connsiteX90" fmla="*/ 7467600 w 7467600"/>
              <a:gd name="connsiteY90" fmla="*/ 6117703 h 6858000"/>
              <a:gd name="connsiteX91" fmla="*/ 7467600 w 7467600"/>
              <a:gd name="connsiteY91" fmla="*/ 6163634 h 6858000"/>
              <a:gd name="connsiteX92" fmla="*/ 7403637 w 7467600"/>
              <a:gd name="connsiteY92" fmla="*/ 6083957 h 6858000"/>
              <a:gd name="connsiteX93" fmla="*/ 7254615 w 7467600"/>
              <a:gd name="connsiteY93" fmla="*/ 5911918 h 6858000"/>
              <a:gd name="connsiteX94" fmla="*/ 7312589 w 7467600"/>
              <a:gd name="connsiteY94" fmla="*/ 5982309 h 6858000"/>
              <a:gd name="connsiteX95" fmla="*/ 7448321 w 7467600"/>
              <a:gd name="connsiteY95" fmla="*/ 6190991 h 6858000"/>
              <a:gd name="connsiteX96" fmla="*/ 7467600 w 7467600"/>
              <a:gd name="connsiteY96" fmla="*/ 6221686 h 6858000"/>
              <a:gd name="connsiteX97" fmla="*/ 7467600 w 7467600"/>
              <a:gd name="connsiteY97" fmla="*/ 6334256 h 6858000"/>
              <a:gd name="connsiteX98" fmla="*/ 7454976 w 7467600"/>
              <a:gd name="connsiteY98" fmla="*/ 6318297 h 6858000"/>
              <a:gd name="connsiteX99" fmla="*/ 7042773 w 7467600"/>
              <a:gd name="connsiteY99" fmla="*/ 5734011 h 6858000"/>
              <a:gd name="connsiteX100" fmla="*/ 6844835 w 7467600"/>
              <a:gd name="connsiteY100" fmla="*/ 5424988 h 6858000"/>
              <a:gd name="connsiteX101" fmla="*/ 1456157 w 7467600"/>
              <a:gd name="connsiteY101" fmla="*/ 5371404 h 6858000"/>
              <a:gd name="connsiteX102" fmla="*/ 1244432 w 7467600"/>
              <a:gd name="connsiteY102" fmla="*/ 5385601 h 6858000"/>
              <a:gd name="connsiteX103" fmla="*/ 973990 w 7467600"/>
              <a:gd name="connsiteY103" fmla="*/ 5424940 h 6858000"/>
              <a:gd name="connsiteX104" fmla="*/ 1103809 w 7467600"/>
              <a:gd name="connsiteY104" fmla="*/ 5433720 h 6858000"/>
              <a:gd name="connsiteX105" fmla="*/ 1123454 w 7467600"/>
              <a:gd name="connsiteY105" fmla="*/ 5435727 h 6858000"/>
              <a:gd name="connsiteX106" fmla="*/ 1737017 w 7467600"/>
              <a:gd name="connsiteY106" fmla="*/ 5452183 h 6858000"/>
              <a:gd name="connsiteX107" fmla="*/ 1824397 w 7467600"/>
              <a:gd name="connsiteY107" fmla="*/ 5447757 h 6858000"/>
              <a:gd name="connsiteX108" fmla="*/ 2070059 w 7467600"/>
              <a:gd name="connsiteY108" fmla="*/ 5441660 h 6858000"/>
              <a:gd name="connsiteX109" fmla="*/ 1456157 w 7467600"/>
              <a:gd name="connsiteY109" fmla="*/ 5371404 h 6858000"/>
              <a:gd name="connsiteX110" fmla="*/ 4988186 w 7467600"/>
              <a:gd name="connsiteY110" fmla="*/ 5216467 h 6858000"/>
              <a:gd name="connsiteX111" fmla="*/ 4777334 w 7467600"/>
              <a:gd name="connsiteY111" fmla="*/ 5406072 h 6858000"/>
              <a:gd name="connsiteX112" fmla="*/ 4718341 w 7467600"/>
              <a:gd name="connsiteY112" fmla="*/ 5468043 h 6858000"/>
              <a:gd name="connsiteX113" fmla="*/ 4604655 w 7467600"/>
              <a:gd name="connsiteY113" fmla="*/ 5583434 h 6858000"/>
              <a:gd name="connsiteX114" fmla="*/ 4565074 w 7467600"/>
              <a:gd name="connsiteY114" fmla="*/ 5618550 h 6858000"/>
              <a:gd name="connsiteX115" fmla="*/ 4988186 w 7467600"/>
              <a:gd name="connsiteY115" fmla="*/ 5216467 h 6858000"/>
              <a:gd name="connsiteX116" fmla="*/ 4978032 w 7467600"/>
              <a:gd name="connsiteY116" fmla="*/ 5183809 h 6858000"/>
              <a:gd name="connsiteX117" fmla="*/ 4463413 w 7467600"/>
              <a:gd name="connsiteY117" fmla="*/ 5615162 h 6858000"/>
              <a:gd name="connsiteX118" fmla="*/ 4358134 w 7467600"/>
              <a:gd name="connsiteY118" fmla="*/ 5742791 h 6858000"/>
              <a:gd name="connsiteX119" fmla="*/ 4376219 w 7467600"/>
              <a:gd name="connsiteY119" fmla="*/ 5729027 h 6858000"/>
              <a:gd name="connsiteX120" fmla="*/ 4582340 w 7467600"/>
              <a:gd name="connsiteY120" fmla="*/ 5561037 h 6858000"/>
              <a:gd name="connsiteX121" fmla="*/ 4694684 w 7467600"/>
              <a:gd name="connsiteY121" fmla="*/ 5447098 h 6858000"/>
              <a:gd name="connsiteX122" fmla="*/ 4754123 w 7467600"/>
              <a:gd name="connsiteY122" fmla="*/ 5384643 h 6858000"/>
              <a:gd name="connsiteX123" fmla="*/ 4978032 w 7467600"/>
              <a:gd name="connsiteY123" fmla="*/ 5183809 h 6858000"/>
              <a:gd name="connsiteX124" fmla="*/ 1903353 w 7467600"/>
              <a:gd name="connsiteY124" fmla="*/ 5044827 h 6858000"/>
              <a:gd name="connsiteX125" fmla="*/ 1936931 w 7467600"/>
              <a:gd name="connsiteY125" fmla="*/ 5093954 h 6858000"/>
              <a:gd name="connsiteX126" fmla="*/ 2195868 w 7467600"/>
              <a:gd name="connsiteY126" fmla="*/ 5396574 h 6858000"/>
              <a:gd name="connsiteX127" fmla="*/ 2088852 w 7467600"/>
              <a:gd name="connsiteY127" fmla="*/ 5166123 h 6858000"/>
              <a:gd name="connsiteX128" fmla="*/ 1958241 w 7467600"/>
              <a:gd name="connsiteY128" fmla="*/ 5067955 h 6858000"/>
              <a:gd name="connsiteX129" fmla="*/ 1903353 w 7467600"/>
              <a:gd name="connsiteY129" fmla="*/ 5044827 h 6858000"/>
              <a:gd name="connsiteX130" fmla="*/ 1979378 w 7467600"/>
              <a:gd name="connsiteY130" fmla="*/ 4769504 h 6858000"/>
              <a:gd name="connsiteX131" fmla="*/ 2882120 w 7467600"/>
              <a:gd name="connsiteY131" fmla="*/ 5064547 h 6858000"/>
              <a:gd name="connsiteX132" fmla="*/ 2793103 w 7467600"/>
              <a:gd name="connsiteY132" fmla="*/ 5039699 h 6858000"/>
              <a:gd name="connsiteX133" fmla="*/ 2770041 w 7467600"/>
              <a:gd name="connsiteY133" fmla="*/ 5033634 h 6858000"/>
              <a:gd name="connsiteX134" fmla="*/ 1979378 w 7467600"/>
              <a:gd name="connsiteY134" fmla="*/ 4769504 h 6858000"/>
              <a:gd name="connsiteX135" fmla="*/ 1927410 w 7467600"/>
              <a:gd name="connsiteY135" fmla="*/ 4716164 h 6858000"/>
              <a:gd name="connsiteX136" fmla="*/ 1959587 w 7467600"/>
              <a:gd name="connsiteY136" fmla="*/ 4728849 h 6858000"/>
              <a:gd name="connsiteX137" fmla="*/ 2777707 w 7467600"/>
              <a:gd name="connsiteY137" fmla="*/ 5003991 h 6858000"/>
              <a:gd name="connsiteX138" fmla="*/ 2800768 w 7467600"/>
              <a:gd name="connsiteY138" fmla="*/ 5010056 h 6858000"/>
              <a:gd name="connsiteX139" fmla="*/ 2879408 w 7467600"/>
              <a:gd name="connsiteY139" fmla="*/ 5031590 h 6858000"/>
              <a:gd name="connsiteX140" fmla="*/ 2862295 w 7467600"/>
              <a:gd name="connsiteY140" fmla="*/ 5022958 h 6858000"/>
              <a:gd name="connsiteX141" fmla="*/ 2813343 w 7467600"/>
              <a:gd name="connsiteY141" fmla="*/ 4998369 h 6858000"/>
              <a:gd name="connsiteX142" fmla="*/ 2646245 w 7467600"/>
              <a:gd name="connsiteY142" fmla="*/ 4930999 h 6858000"/>
              <a:gd name="connsiteX143" fmla="*/ 1999243 w 7467600"/>
              <a:gd name="connsiteY143" fmla="*/ 4730524 h 6858000"/>
              <a:gd name="connsiteX144" fmla="*/ 1979527 w 7467600"/>
              <a:gd name="connsiteY144" fmla="*/ 4726651 h 6858000"/>
              <a:gd name="connsiteX145" fmla="*/ 1927410 w 7467600"/>
              <a:gd name="connsiteY145" fmla="*/ 4716164 h 6858000"/>
              <a:gd name="connsiteX146" fmla="*/ 1997014 w 7467600"/>
              <a:gd name="connsiteY146" fmla="*/ 4698007 h 6858000"/>
              <a:gd name="connsiteX147" fmla="*/ 2005458 w 7467600"/>
              <a:gd name="connsiteY147" fmla="*/ 4699540 h 6858000"/>
              <a:gd name="connsiteX148" fmla="*/ 2657186 w 7467600"/>
              <a:gd name="connsiteY148" fmla="*/ 4901687 h 6858000"/>
              <a:gd name="connsiteX149" fmla="*/ 2826662 w 7467600"/>
              <a:gd name="connsiteY149" fmla="*/ 4970362 h 6858000"/>
              <a:gd name="connsiteX150" fmla="*/ 2876100 w 7467600"/>
              <a:gd name="connsiteY150" fmla="*/ 4995397 h 6858000"/>
              <a:gd name="connsiteX151" fmla="*/ 3042600 w 7467600"/>
              <a:gd name="connsiteY151" fmla="*/ 5059532 h 6858000"/>
              <a:gd name="connsiteX152" fmla="*/ 1997014 w 7467600"/>
              <a:gd name="connsiteY152" fmla="*/ 4698007 h 6858000"/>
              <a:gd name="connsiteX153" fmla="*/ 2305292 w 7467600"/>
              <a:gd name="connsiteY153" fmla="*/ 4219492 h 6858000"/>
              <a:gd name="connsiteX154" fmla="*/ 3360922 w 7467600"/>
              <a:gd name="connsiteY154" fmla="*/ 4529373 h 6858000"/>
              <a:gd name="connsiteX155" fmla="*/ 3492420 w 7467600"/>
              <a:gd name="connsiteY155" fmla="*/ 4510145 h 6858000"/>
              <a:gd name="connsiteX156" fmla="*/ 3364086 w 7467600"/>
              <a:gd name="connsiteY156" fmla="*/ 4480340 h 6858000"/>
              <a:gd name="connsiteX157" fmla="*/ 3225818 w 7467600"/>
              <a:gd name="connsiteY157" fmla="*/ 4411822 h 6858000"/>
              <a:gd name="connsiteX158" fmla="*/ 3129696 w 7467600"/>
              <a:gd name="connsiteY158" fmla="*/ 4360704 h 6858000"/>
              <a:gd name="connsiteX159" fmla="*/ 2814545 w 7467600"/>
              <a:gd name="connsiteY159" fmla="*/ 4282955 h 6858000"/>
              <a:gd name="connsiteX160" fmla="*/ 2305292 w 7467600"/>
              <a:gd name="connsiteY160" fmla="*/ 4219492 h 6858000"/>
              <a:gd name="connsiteX161" fmla="*/ 2626982 w 7467600"/>
              <a:gd name="connsiteY161" fmla="*/ 4206450 h 6858000"/>
              <a:gd name="connsiteX162" fmla="*/ 2490617 w 7467600"/>
              <a:gd name="connsiteY162" fmla="*/ 4206951 h 6858000"/>
              <a:gd name="connsiteX163" fmla="*/ 2819869 w 7467600"/>
              <a:gd name="connsiteY163" fmla="*/ 4252936 h 6858000"/>
              <a:gd name="connsiteX164" fmla="*/ 3143018 w 7467600"/>
              <a:gd name="connsiteY164" fmla="*/ 4332698 h 6858000"/>
              <a:gd name="connsiteX165" fmla="*/ 3241520 w 7467600"/>
              <a:gd name="connsiteY165" fmla="*/ 4385112 h 6858000"/>
              <a:gd name="connsiteX166" fmla="*/ 3374575 w 7467600"/>
              <a:gd name="connsiteY166" fmla="*/ 4451517 h 6858000"/>
              <a:gd name="connsiteX167" fmla="*/ 3505221 w 7467600"/>
              <a:gd name="connsiteY167" fmla="*/ 4480757 h 6858000"/>
              <a:gd name="connsiteX168" fmla="*/ 2626982 w 7467600"/>
              <a:gd name="connsiteY168" fmla="*/ 4206450 h 6858000"/>
              <a:gd name="connsiteX169" fmla="*/ 1310106 w 7467600"/>
              <a:gd name="connsiteY169" fmla="*/ 3943217 h 6858000"/>
              <a:gd name="connsiteX170" fmla="*/ 854994 w 7467600"/>
              <a:gd name="connsiteY170" fmla="*/ 4399136 h 6858000"/>
              <a:gd name="connsiteX171" fmla="*/ 742462 w 7467600"/>
              <a:gd name="connsiteY171" fmla="*/ 4594648 h 6858000"/>
              <a:gd name="connsiteX172" fmla="*/ 820602 w 7467600"/>
              <a:gd name="connsiteY172" fmla="*/ 4485915 h 6858000"/>
              <a:gd name="connsiteX173" fmla="*/ 878295 w 7467600"/>
              <a:gd name="connsiteY173" fmla="*/ 4403594 h 6858000"/>
              <a:gd name="connsiteX174" fmla="*/ 1240607 w 7467600"/>
              <a:gd name="connsiteY174" fmla="*/ 4010401 h 6858000"/>
              <a:gd name="connsiteX175" fmla="*/ 1310106 w 7467600"/>
              <a:gd name="connsiteY175" fmla="*/ 3943217 h 6858000"/>
              <a:gd name="connsiteX176" fmla="*/ 1423113 w 7467600"/>
              <a:gd name="connsiteY176" fmla="*/ 3874565 h 6858000"/>
              <a:gd name="connsiteX177" fmla="*/ 1260565 w 7467600"/>
              <a:gd name="connsiteY177" fmla="*/ 4031982 h 6858000"/>
              <a:gd name="connsiteX178" fmla="*/ 901900 w 7467600"/>
              <a:gd name="connsiteY178" fmla="*/ 4421236 h 6858000"/>
              <a:gd name="connsiteX179" fmla="*/ 845044 w 7467600"/>
              <a:gd name="connsiteY179" fmla="*/ 4502436 h 6858000"/>
              <a:gd name="connsiteX180" fmla="*/ 685926 w 7467600"/>
              <a:gd name="connsiteY180" fmla="*/ 4703069 h 6858000"/>
              <a:gd name="connsiteX181" fmla="*/ 684248 w 7467600"/>
              <a:gd name="connsiteY181" fmla="*/ 4706721 h 6858000"/>
              <a:gd name="connsiteX182" fmla="*/ 1423113 w 7467600"/>
              <a:gd name="connsiteY182" fmla="*/ 3874565 h 6858000"/>
              <a:gd name="connsiteX183" fmla="*/ 3316479 w 7467600"/>
              <a:gd name="connsiteY183" fmla="*/ 3872136 h 6858000"/>
              <a:gd name="connsiteX184" fmla="*/ 3546806 w 7467600"/>
              <a:gd name="connsiteY184" fmla="*/ 4356139 h 6858000"/>
              <a:gd name="connsiteX185" fmla="*/ 3364433 w 7467600"/>
              <a:gd name="connsiteY185" fmla="*/ 3953121 h 6858000"/>
              <a:gd name="connsiteX186" fmla="*/ 3316479 w 7467600"/>
              <a:gd name="connsiteY186" fmla="*/ 3872136 h 6858000"/>
              <a:gd name="connsiteX187" fmla="*/ 3291335 w 7467600"/>
              <a:gd name="connsiteY187" fmla="*/ 3767420 h 6858000"/>
              <a:gd name="connsiteX188" fmla="*/ 3390805 w 7467600"/>
              <a:gd name="connsiteY188" fmla="*/ 3937163 h 6858000"/>
              <a:gd name="connsiteX189" fmla="*/ 3579062 w 7467600"/>
              <a:gd name="connsiteY189" fmla="*/ 4359040 h 6858000"/>
              <a:gd name="connsiteX190" fmla="*/ 3467355 w 7467600"/>
              <a:gd name="connsiteY190" fmla="*/ 3988130 h 6858000"/>
              <a:gd name="connsiteX191" fmla="*/ 3310753 w 7467600"/>
              <a:gd name="connsiteY191" fmla="*/ 3787140 h 6858000"/>
              <a:gd name="connsiteX192" fmla="*/ 3291335 w 7467600"/>
              <a:gd name="connsiteY192" fmla="*/ 3767420 h 6858000"/>
              <a:gd name="connsiteX193" fmla="*/ 1635889 w 7467600"/>
              <a:gd name="connsiteY193" fmla="*/ 3709494 h 6858000"/>
              <a:gd name="connsiteX194" fmla="*/ 1634800 w 7467600"/>
              <a:gd name="connsiteY194" fmla="*/ 3731111 h 6858000"/>
              <a:gd name="connsiteX195" fmla="*/ 1635889 w 7467600"/>
              <a:gd name="connsiteY195" fmla="*/ 3709494 h 6858000"/>
              <a:gd name="connsiteX196" fmla="*/ 1510397 w 7467600"/>
              <a:gd name="connsiteY196" fmla="*/ 3684705 h 6858000"/>
              <a:gd name="connsiteX197" fmla="*/ 1146550 w 7467600"/>
              <a:gd name="connsiteY197" fmla="*/ 3802012 h 6858000"/>
              <a:gd name="connsiteX198" fmla="*/ 698834 w 7467600"/>
              <a:gd name="connsiteY198" fmla="*/ 3952272 h 6858000"/>
              <a:gd name="connsiteX199" fmla="*/ 34256 w 7467600"/>
              <a:gd name="connsiteY199" fmla="*/ 4347603 h 6858000"/>
              <a:gd name="connsiteX200" fmla="*/ 527241 w 7467600"/>
              <a:gd name="connsiteY200" fmla="*/ 4065078 h 6858000"/>
              <a:gd name="connsiteX201" fmla="*/ 1510397 w 7467600"/>
              <a:gd name="connsiteY201" fmla="*/ 3684705 h 6858000"/>
              <a:gd name="connsiteX202" fmla="*/ 1313114 w 7467600"/>
              <a:gd name="connsiteY202" fmla="*/ 3655216 h 6858000"/>
              <a:gd name="connsiteX203" fmla="*/ 1109304 w 7467600"/>
              <a:gd name="connsiteY203" fmla="*/ 3669030 h 6858000"/>
              <a:gd name="connsiteX204" fmla="*/ 8129 w 7467600"/>
              <a:gd name="connsiteY204" fmla="*/ 4330519 h 6858000"/>
              <a:gd name="connsiteX205" fmla="*/ 687572 w 7467600"/>
              <a:gd name="connsiteY205" fmla="*/ 3925629 h 6858000"/>
              <a:gd name="connsiteX206" fmla="*/ 1138365 w 7467600"/>
              <a:gd name="connsiteY206" fmla="*/ 3774515 h 6858000"/>
              <a:gd name="connsiteX207" fmla="*/ 1505579 w 7467600"/>
              <a:gd name="connsiteY207" fmla="*/ 3655526 h 6858000"/>
              <a:gd name="connsiteX208" fmla="*/ 1313114 w 7467600"/>
              <a:gd name="connsiteY208" fmla="*/ 3655216 h 6858000"/>
              <a:gd name="connsiteX209" fmla="*/ 3655073 w 7467600"/>
              <a:gd name="connsiteY209" fmla="*/ 3650884 h 6858000"/>
              <a:gd name="connsiteX210" fmla="*/ 3989938 w 7467600"/>
              <a:gd name="connsiteY210" fmla="*/ 3991685 h 6858000"/>
              <a:gd name="connsiteX211" fmla="*/ 4393907 w 7467600"/>
              <a:gd name="connsiteY211" fmla="*/ 4261258 h 6858000"/>
              <a:gd name="connsiteX212" fmla="*/ 4648051 w 7467600"/>
              <a:gd name="connsiteY212" fmla="*/ 4374051 h 6858000"/>
              <a:gd name="connsiteX213" fmla="*/ 4383389 w 7467600"/>
              <a:gd name="connsiteY213" fmla="*/ 4184369 h 6858000"/>
              <a:gd name="connsiteX214" fmla="*/ 4165508 w 7467600"/>
              <a:gd name="connsiteY214" fmla="*/ 4035196 h 6858000"/>
              <a:gd name="connsiteX215" fmla="*/ 4068162 w 7467600"/>
              <a:gd name="connsiteY215" fmla="*/ 3953394 h 6858000"/>
              <a:gd name="connsiteX216" fmla="*/ 3981416 w 7467600"/>
              <a:gd name="connsiteY216" fmla="*/ 3880482 h 6858000"/>
              <a:gd name="connsiteX217" fmla="*/ 3800147 w 7467600"/>
              <a:gd name="connsiteY217" fmla="*/ 3749872 h 6858000"/>
              <a:gd name="connsiteX218" fmla="*/ 3655073 w 7467600"/>
              <a:gd name="connsiteY218" fmla="*/ 3650884 h 6858000"/>
              <a:gd name="connsiteX219" fmla="*/ 3670252 w 7467600"/>
              <a:gd name="connsiteY219" fmla="*/ 3622798 h 6858000"/>
              <a:gd name="connsiteX220" fmla="*/ 3817258 w 7467600"/>
              <a:gd name="connsiteY220" fmla="*/ 3723577 h 6858000"/>
              <a:gd name="connsiteX221" fmla="*/ 4000461 w 7467600"/>
              <a:gd name="connsiteY221" fmla="*/ 3855966 h 6858000"/>
              <a:gd name="connsiteX222" fmla="*/ 4088180 w 7467600"/>
              <a:gd name="connsiteY222" fmla="*/ 3929774 h 6858000"/>
              <a:gd name="connsiteX223" fmla="*/ 4184555 w 7467600"/>
              <a:gd name="connsiteY223" fmla="*/ 4010683 h 6858000"/>
              <a:gd name="connsiteX224" fmla="*/ 4399563 w 7467600"/>
              <a:gd name="connsiteY224" fmla="*/ 4158106 h 6858000"/>
              <a:gd name="connsiteX225" fmla="*/ 4684469 w 7467600"/>
              <a:gd name="connsiteY225" fmla="*/ 4364680 h 6858000"/>
              <a:gd name="connsiteX226" fmla="*/ 4690271 w 7467600"/>
              <a:gd name="connsiteY226" fmla="*/ 4370034 h 6858000"/>
              <a:gd name="connsiteX227" fmla="*/ 4136093 w 7467600"/>
              <a:gd name="connsiteY227" fmla="*/ 3858466 h 6858000"/>
              <a:gd name="connsiteX228" fmla="*/ 3670252 w 7467600"/>
              <a:gd name="connsiteY228" fmla="*/ 3622798 h 6858000"/>
              <a:gd name="connsiteX229" fmla="*/ 4440129 w 7467600"/>
              <a:gd name="connsiteY229" fmla="*/ 3448571 h 6858000"/>
              <a:gd name="connsiteX230" fmla="*/ 4856525 w 7467600"/>
              <a:gd name="connsiteY230" fmla="*/ 3915351 h 6858000"/>
              <a:gd name="connsiteX231" fmla="*/ 5059055 w 7467600"/>
              <a:gd name="connsiteY231" fmla="*/ 4108918 h 6858000"/>
              <a:gd name="connsiteX232" fmla="*/ 5290070 w 7467600"/>
              <a:gd name="connsiteY232" fmla="*/ 4263619 h 6858000"/>
              <a:gd name="connsiteX233" fmla="*/ 4834991 w 7467600"/>
              <a:gd name="connsiteY233" fmla="*/ 3830985 h 6858000"/>
              <a:gd name="connsiteX234" fmla="*/ 4440129 w 7467600"/>
              <a:gd name="connsiteY234" fmla="*/ 3448571 h 6858000"/>
              <a:gd name="connsiteX235" fmla="*/ 4441737 w 7467600"/>
              <a:gd name="connsiteY235" fmla="*/ 3399734 h 6858000"/>
              <a:gd name="connsiteX236" fmla="*/ 4431236 w 7467600"/>
              <a:gd name="connsiteY236" fmla="*/ 3400954 h 6858000"/>
              <a:gd name="connsiteX237" fmla="*/ 4557150 w 7467600"/>
              <a:gd name="connsiteY237" fmla="*/ 3510023 h 6858000"/>
              <a:gd name="connsiteX238" fmla="*/ 4856936 w 7467600"/>
              <a:gd name="connsiteY238" fmla="*/ 3809146 h 6858000"/>
              <a:gd name="connsiteX239" fmla="*/ 5111996 w 7467600"/>
              <a:gd name="connsiteY239" fmla="*/ 4065759 h 6858000"/>
              <a:gd name="connsiteX240" fmla="*/ 5388878 w 7467600"/>
              <a:gd name="connsiteY240" fmla="*/ 4300185 h 6858000"/>
              <a:gd name="connsiteX241" fmla="*/ 5425556 w 7467600"/>
              <a:gd name="connsiteY241" fmla="*/ 4308967 h 6858000"/>
              <a:gd name="connsiteX242" fmla="*/ 4943646 w 7467600"/>
              <a:gd name="connsiteY242" fmla="*/ 3822916 h 6858000"/>
              <a:gd name="connsiteX243" fmla="*/ 4594837 w 7467600"/>
              <a:gd name="connsiteY243" fmla="*/ 3532274 h 6858000"/>
              <a:gd name="connsiteX244" fmla="*/ 4441737 w 7467600"/>
              <a:gd name="connsiteY244" fmla="*/ 3399734 h 6858000"/>
              <a:gd name="connsiteX245" fmla="*/ 5425834 w 7467600"/>
              <a:gd name="connsiteY245" fmla="*/ 3162785 h 6858000"/>
              <a:gd name="connsiteX246" fmla="*/ 5401644 w 7467600"/>
              <a:gd name="connsiteY246" fmla="*/ 3617847 h 6858000"/>
              <a:gd name="connsiteX247" fmla="*/ 5467256 w 7467600"/>
              <a:gd name="connsiteY247" fmla="*/ 4175494 h 6858000"/>
              <a:gd name="connsiteX248" fmla="*/ 5448069 w 7467600"/>
              <a:gd name="connsiteY248" fmla="*/ 3567554 h 6858000"/>
              <a:gd name="connsiteX249" fmla="*/ 5425834 w 7467600"/>
              <a:gd name="connsiteY249" fmla="*/ 3162785 h 6858000"/>
              <a:gd name="connsiteX250" fmla="*/ 1318687 w 7467600"/>
              <a:gd name="connsiteY250" fmla="*/ 3113840 h 6858000"/>
              <a:gd name="connsiteX251" fmla="*/ 1066793 w 7467600"/>
              <a:gd name="connsiteY251" fmla="*/ 3212171 h 6858000"/>
              <a:gd name="connsiteX252" fmla="*/ 993319 w 7467600"/>
              <a:gd name="connsiteY252" fmla="*/ 3247648 h 6858000"/>
              <a:gd name="connsiteX253" fmla="*/ 853081 w 7467600"/>
              <a:gd name="connsiteY253" fmla="*/ 3312410 h 6858000"/>
              <a:gd name="connsiteX254" fmla="*/ 805957 w 7467600"/>
              <a:gd name="connsiteY254" fmla="*/ 3330443 h 6858000"/>
              <a:gd name="connsiteX255" fmla="*/ 1318687 w 7467600"/>
              <a:gd name="connsiteY255" fmla="*/ 3113840 h 6858000"/>
              <a:gd name="connsiteX256" fmla="*/ 5453702 w 7467600"/>
              <a:gd name="connsiteY256" fmla="*/ 3090882 h 6858000"/>
              <a:gd name="connsiteX257" fmla="*/ 5480135 w 7467600"/>
              <a:gd name="connsiteY257" fmla="*/ 3565802 h 6858000"/>
              <a:gd name="connsiteX258" fmla="*/ 5499023 w 7467600"/>
              <a:gd name="connsiteY258" fmla="*/ 4166310 h 6858000"/>
              <a:gd name="connsiteX259" fmla="*/ 5547022 w 7467600"/>
              <a:gd name="connsiteY259" fmla="*/ 3607838 h 6858000"/>
              <a:gd name="connsiteX260" fmla="*/ 5515964 w 7467600"/>
              <a:gd name="connsiteY260" fmla="*/ 3378541 h 6858000"/>
              <a:gd name="connsiteX261" fmla="*/ 5453702 w 7467600"/>
              <a:gd name="connsiteY261" fmla="*/ 3090882 h 6858000"/>
              <a:gd name="connsiteX262" fmla="*/ 1238695 w 7467600"/>
              <a:gd name="connsiteY262" fmla="*/ 3076820 h 6858000"/>
              <a:gd name="connsiteX263" fmla="*/ 716371 w 7467600"/>
              <a:gd name="connsiteY263" fmla="*/ 3293249 h 6858000"/>
              <a:gd name="connsiteX264" fmla="*/ 579522 w 7467600"/>
              <a:gd name="connsiteY264" fmla="*/ 3371759 h 6858000"/>
              <a:gd name="connsiteX265" fmla="*/ 600288 w 7467600"/>
              <a:gd name="connsiteY265" fmla="*/ 3365555 h 6858000"/>
              <a:gd name="connsiteX266" fmla="*/ 840692 w 7467600"/>
              <a:gd name="connsiteY266" fmla="*/ 3284921 h 6858000"/>
              <a:gd name="connsiteX267" fmla="*/ 979248 w 7467600"/>
              <a:gd name="connsiteY267" fmla="*/ 3221003 h 6858000"/>
              <a:gd name="connsiteX268" fmla="*/ 1053282 w 7467600"/>
              <a:gd name="connsiteY268" fmla="*/ 3185247 h 6858000"/>
              <a:gd name="connsiteX269" fmla="*/ 1320603 w 7467600"/>
              <a:gd name="connsiteY269" fmla="*/ 3081281 h 6858000"/>
              <a:gd name="connsiteX270" fmla="*/ 1238695 w 7467600"/>
              <a:gd name="connsiteY270" fmla="*/ 3076820 h 6858000"/>
              <a:gd name="connsiteX271" fmla="*/ 5425627 w 7467600"/>
              <a:gd name="connsiteY271" fmla="*/ 2954192 h 6858000"/>
              <a:gd name="connsiteX272" fmla="*/ 5470770 w 7467600"/>
              <a:gd name="connsiteY272" fmla="*/ 3005435 h 6858000"/>
              <a:gd name="connsiteX273" fmla="*/ 5519779 w 7467600"/>
              <a:gd name="connsiteY273" fmla="*/ 4359223 h 6858000"/>
              <a:gd name="connsiteX274" fmla="*/ 5520293 w 7467600"/>
              <a:gd name="connsiteY274" fmla="*/ 4360602 h 6858000"/>
              <a:gd name="connsiteX275" fmla="*/ 5767221 w 7467600"/>
              <a:gd name="connsiteY275" fmla="*/ 4665564 h 6858000"/>
              <a:gd name="connsiteX276" fmla="*/ 6937169 w 7467600"/>
              <a:gd name="connsiteY276" fmla="*/ 4815941 h 6858000"/>
              <a:gd name="connsiteX277" fmla="*/ 6953922 w 7467600"/>
              <a:gd name="connsiteY277" fmla="*/ 4890068 h 6858000"/>
              <a:gd name="connsiteX278" fmla="*/ 6071359 w 7467600"/>
              <a:gd name="connsiteY278" fmla="*/ 4770770 h 6858000"/>
              <a:gd name="connsiteX279" fmla="*/ 6038839 w 7467600"/>
              <a:gd name="connsiteY279" fmla="*/ 4764474 h 6858000"/>
              <a:gd name="connsiteX280" fmla="*/ 6038706 w 7467600"/>
              <a:gd name="connsiteY280" fmla="*/ 4763847 h 6858000"/>
              <a:gd name="connsiteX281" fmla="*/ 6037784 w 7467600"/>
              <a:gd name="connsiteY281" fmla="*/ 4764270 h 6858000"/>
              <a:gd name="connsiteX282" fmla="*/ 6038839 w 7467600"/>
              <a:gd name="connsiteY282" fmla="*/ 4764474 h 6858000"/>
              <a:gd name="connsiteX283" fmla="*/ 6040338 w 7467600"/>
              <a:gd name="connsiteY283" fmla="*/ 4771418 h 6858000"/>
              <a:gd name="connsiteX284" fmla="*/ 6024488 w 7467600"/>
              <a:gd name="connsiteY284" fmla="*/ 4809903 h 6858000"/>
              <a:gd name="connsiteX285" fmla="*/ 5599771 w 7467600"/>
              <a:gd name="connsiteY285" fmla="*/ 5509652 h 6858000"/>
              <a:gd name="connsiteX286" fmla="*/ 5548843 w 7467600"/>
              <a:gd name="connsiteY286" fmla="*/ 5563845 h 6858000"/>
              <a:gd name="connsiteX287" fmla="*/ 5940952 w 7467600"/>
              <a:gd name="connsiteY287" fmla="*/ 6250028 h 6858000"/>
              <a:gd name="connsiteX288" fmla="*/ 6043441 w 7467600"/>
              <a:gd name="connsiteY288" fmla="*/ 6665847 h 6858000"/>
              <a:gd name="connsiteX289" fmla="*/ 6093432 w 7467600"/>
              <a:gd name="connsiteY289" fmla="*/ 6858000 h 6858000"/>
              <a:gd name="connsiteX290" fmla="*/ 6034344 w 7467600"/>
              <a:gd name="connsiteY290" fmla="*/ 6858000 h 6858000"/>
              <a:gd name="connsiteX291" fmla="*/ 6026679 w 7467600"/>
              <a:gd name="connsiteY291" fmla="*/ 6836959 h 6858000"/>
              <a:gd name="connsiteX292" fmla="*/ 5800441 w 7467600"/>
              <a:gd name="connsiteY292" fmla="*/ 6335286 h 6858000"/>
              <a:gd name="connsiteX293" fmla="*/ 5526562 w 7467600"/>
              <a:gd name="connsiteY293" fmla="*/ 5705388 h 6858000"/>
              <a:gd name="connsiteX294" fmla="*/ 5519640 w 7467600"/>
              <a:gd name="connsiteY294" fmla="*/ 5683774 h 6858000"/>
              <a:gd name="connsiteX295" fmla="*/ 5844559 w 7467600"/>
              <a:gd name="connsiteY295" fmla="*/ 6553349 h 6858000"/>
              <a:gd name="connsiteX296" fmla="*/ 5975994 w 7467600"/>
              <a:gd name="connsiteY296" fmla="*/ 6858000 h 6858000"/>
              <a:gd name="connsiteX297" fmla="*/ 5898547 w 7467600"/>
              <a:gd name="connsiteY297" fmla="*/ 6858000 h 6858000"/>
              <a:gd name="connsiteX298" fmla="*/ 5682041 w 7467600"/>
              <a:gd name="connsiteY298" fmla="*/ 6355860 h 6858000"/>
              <a:gd name="connsiteX299" fmla="*/ 5461758 w 7467600"/>
              <a:gd name="connsiteY299" fmla="*/ 5820220 h 6858000"/>
              <a:gd name="connsiteX300" fmla="*/ 5237282 w 7467600"/>
              <a:gd name="connsiteY300" fmla="*/ 6579086 h 6858000"/>
              <a:gd name="connsiteX301" fmla="*/ 5115009 w 7467600"/>
              <a:gd name="connsiteY301" fmla="*/ 6858000 h 6858000"/>
              <a:gd name="connsiteX302" fmla="*/ 5028074 w 7467600"/>
              <a:gd name="connsiteY302" fmla="*/ 6858000 h 6858000"/>
              <a:gd name="connsiteX303" fmla="*/ 5079508 w 7467600"/>
              <a:gd name="connsiteY303" fmla="*/ 6749074 h 6858000"/>
              <a:gd name="connsiteX304" fmla="*/ 5371846 w 7467600"/>
              <a:gd name="connsiteY304" fmla="*/ 5924413 h 6858000"/>
              <a:gd name="connsiteX305" fmla="*/ 5270512 w 7467600"/>
              <a:gd name="connsiteY305" fmla="*/ 6138975 h 6858000"/>
              <a:gd name="connsiteX306" fmla="*/ 5062409 w 7467600"/>
              <a:gd name="connsiteY306" fmla="*/ 6653544 h 6858000"/>
              <a:gd name="connsiteX307" fmla="*/ 5036628 w 7467600"/>
              <a:gd name="connsiteY307" fmla="*/ 6754247 h 6858000"/>
              <a:gd name="connsiteX308" fmla="*/ 5009112 w 7467600"/>
              <a:gd name="connsiteY308" fmla="*/ 6858000 h 6858000"/>
              <a:gd name="connsiteX309" fmla="*/ 4976679 w 7467600"/>
              <a:gd name="connsiteY309" fmla="*/ 6858000 h 6858000"/>
              <a:gd name="connsiteX310" fmla="*/ 5006537 w 7467600"/>
              <a:gd name="connsiteY310" fmla="*/ 6747068 h 6858000"/>
              <a:gd name="connsiteX311" fmla="*/ 5032723 w 7467600"/>
              <a:gd name="connsiteY311" fmla="*/ 6644957 h 6858000"/>
              <a:gd name="connsiteX312" fmla="*/ 5242949 w 7467600"/>
              <a:gd name="connsiteY312" fmla="*/ 6125175 h 6858000"/>
              <a:gd name="connsiteX313" fmla="*/ 5286321 w 7467600"/>
              <a:gd name="connsiteY313" fmla="*/ 6033555 h 6858000"/>
              <a:gd name="connsiteX314" fmla="*/ 5008210 w 7467600"/>
              <a:gd name="connsiteY314" fmla="*/ 6649194 h 6858000"/>
              <a:gd name="connsiteX315" fmla="*/ 4986321 w 7467600"/>
              <a:gd name="connsiteY315" fmla="*/ 6765687 h 6858000"/>
              <a:gd name="connsiteX316" fmla="*/ 4973474 w 7467600"/>
              <a:gd name="connsiteY316" fmla="*/ 6858000 h 6858000"/>
              <a:gd name="connsiteX317" fmla="*/ 4907178 w 7467600"/>
              <a:gd name="connsiteY317" fmla="*/ 6858000 h 6858000"/>
              <a:gd name="connsiteX318" fmla="*/ 4910810 w 7467600"/>
              <a:gd name="connsiteY318" fmla="*/ 6829660 h 6858000"/>
              <a:gd name="connsiteX319" fmla="*/ 4987461 w 7467600"/>
              <a:gd name="connsiteY319" fmla="*/ 6432994 h 6858000"/>
              <a:gd name="connsiteX320" fmla="*/ 5179262 w 7467600"/>
              <a:gd name="connsiteY320" fmla="*/ 6035044 h 6858000"/>
              <a:gd name="connsiteX321" fmla="*/ 4689678 w 7467600"/>
              <a:gd name="connsiteY321" fmla="*/ 6440241 h 6858000"/>
              <a:gd name="connsiteX322" fmla="*/ 4477543 w 7467600"/>
              <a:gd name="connsiteY322" fmla="*/ 6674836 h 6858000"/>
              <a:gd name="connsiteX323" fmla="*/ 4329957 w 7467600"/>
              <a:gd name="connsiteY323" fmla="*/ 6858000 h 6858000"/>
              <a:gd name="connsiteX324" fmla="*/ 4218595 w 7467600"/>
              <a:gd name="connsiteY324" fmla="*/ 6858000 h 6858000"/>
              <a:gd name="connsiteX325" fmla="*/ 4368888 w 7467600"/>
              <a:gd name="connsiteY325" fmla="*/ 6668412 h 6858000"/>
              <a:gd name="connsiteX326" fmla="*/ 4563091 w 7467600"/>
              <a:gd name="connsiteY326" fmla="*/ 6442508 h 6858000"/>
              <a:gd name="connsiteX327" fmla="*/ 5387324 w 7467600"/>
              <a:gd name="connsiteY327" fmla="*/ 5705830 h 6858000"/>
              <a:gd name="connsiteX328" fmla="*/ 5073620 w 7467600"/>
              <a:gd name="connsiteY328" fmla="*/ 5955437 h 6858000"/>
              <a:gd name="connsiteX329" fmla="*/ 4689789 w 7467600"/>
              <a:gd name="connsiteY329" fmla="*/ 6268382 h 6858000"/>
              <a:gd name="connsiteX330" fmla="*/ 4418722 w 7467600"/>
              <a:gd name="connsiteY330" fmla="*/ 6570886 h 6858000"/>
              <a:gd name="connsiteX331" fmla="*/ 4214944 w 7467600"/>
              <a:gd name="connsiteY331" fmla="*/ 6858000 h 6858000"/>
              <a:gd name="connsiteX332" fmla="*/ 4177898 w 7467600"/>
              <a:gd name="connsiteY332" fmla="*/ 6858000 h 6858000"/>
              <a:gd name="connsiteX333" fmla="*/ 4391597 w 7467600"/>
              <a:gd name="connsiteY333" fmla="*/ 6556370 h 6858000"/>
              <a:gd name="connsiteX334" fmla="*/ 4668889 w 7467600"/>
              <a:gd name="connsiteY334" fmla="*/ 6246399 h 6858000"/>
              <a:gd name="connsiteX335" fmla="*/ 5055427 w 7467600"/>
              <a:gd name="connsiteY335" fmla="*/ 5931476 h 6858000"/>
              <a:gd name="connsiteX336" fmla="*/ 5371814 w 7467600"/>
              <a:gd name="connsiteY336" fmla="*/ 5678975 h 6858000"/>
              <a:gd name="connsiteX337" fmla="*/ 4987918 w 7467600"/>
              <a:gd name="connsiteY337" fmla="*/ 5838701 h 6858000"/>
              <a:gd name="connsiteX338" fmla="*/ 4317146 w 7467600"/>
              <a:gd name="connsiteY338" fmla="*/ 6587716 h 6858000"/>
              <a:gd name="connsiteX339" fmla="*/ 4171627 w 7467600"/>
              <a:gd name="connsiteY339" fmla="*/ 6858000 h 6858000"/>
              <a:gd name="connsiteX340" fmla="*/ 4081585 w 7467600"/>
              <a:gd name="connsiteY340" fmla="*/ 6858000 h 6858000"/>
              <a:gd name="connsiteX341" fmla="*/ 4238603 w 7467600"/>
              <a:gd name="connsiteY341" fmla="*/ 6559341 h 6858000"/>
              <a:gd name="connsiteX342" fmla="*/ 4778333 w 7467600"/>
              <a:gd name="connsiteY342" fmla="*/ 5873626 h 6858000"/>
              <a:gd name="connsiteX343" fmla="*/ 5414185 w 7467600"/>
              <a:gd name="connsiteY343" fmla="*/ 5573882 h 6858000"/>
              <a:gd name="connsiteX344" fmla="*/ 5959648 w 7467600"/>
              <a:gd name="connsiteY344" fmla="*/ 4760797 h 6858000"/>
              <a:gd name="connsiteX345" fmla="*/ 5355019 w 7467600"/>
              <a:gd name="connsiteY345" fmla="*/ 4734672 h 6858000"/>
              <a:gd name="connsiteX346" fmla="*/ 5083565 w 7467600"/>
              <a:gd name="connsiteY346" fmla="*/ 5179121 h 6858000"/>
              <a:gd name="connsiteX347" fmla="*/ 4713577 w 7467600"/>
              <a:gd name="connsiteY347" fmla="*/ 5616803 h 6858000"/>
              <a:gd name="connsiteX348" fmla="*/ 3989559 w 7467600"/>
              <a:gd name="connsiteY348" fmla="*/ 6145945 h 6858000"/>
              <a:gd name="connsiteX349" fmla="*/ 3939824 w 7467600"/>
              <a:gd name="connsiteY349" fmla="*/ 6066900 h 6858000"/>
              <a:gd name="connsiteX350" fmla="*/ 4584537 w 7467600"/>
              <a:gd name="connsiteY350" fmla="*/ 5324826 h 6858000"/>
              <a:gd name="connsiteX351" fmla="*/ 5037105 w 7467600"/>
              <a:gd name="connsiteY351" fmla="*/ 5088765 h 6858000"/>
              <a:gd name="connsiteX352" fmla="*/ 5039930 w 7467600"/>
              <a:gd name="connsiteY352" fmla="*/ 5089585 h 6858000"/>
              <a:gd name="connsiteX353" fmla="*/ 5263764 w 7467600"/>
              <a:gd name="connsiteY353" fmla="*/ 4735525 h 6858000"/>
              <a:gd name="connsiteX354" fmla="*/ 4086300 w 7467600"/>
              <a:gd name="connsiteY354" fmla="*/ 4884599 h 6858000"/>
              <a:gd name="connsiteX355" fmla="*/ 4085485 w 7467600"/>
              <a:gd name="connsiteY355" fmla="*/ 4899070 h 6858000"/>
              <a:gd name="connsiteX356" fmla="*/ 3871915 w 7467600"/>
              <a:gd name="connsiteY356" fmla="*/ 5253645 h 6858000"/>
              <a:gd name="connsiteX357" fmla="*/ 3799374 w 7467600"/>
              <a:gd name="connsiteY357" fmla="*/ 5466127 h 6858000"/>
              <a:gd name="connsiteX358" fmla="*/ 3498850 w 7467600"/>
              <a:gd name="connsiteY358" fmla="*/ 6661888 h 6858000"/>
              <a:gd name="connsiteX359" fmla="*/ 3399216 w 7467600"/>
              <a:gd name="connsiteY359" fmla="*/ 6858000 h 6858000"/>
              <a:gd name="connsiteX360" fmla="*/ 3303688 w 7467600"/>
              <a:gd name="connsiteY360" fmla="*/ 6858000 h 6858000"/>
              <a:gd name="connsiteX361" fmla="*/ 3391774 w 7467600"/>
              <a:gd name="connsiteY361" fmla="*/ 6697181 h 6858000"/>
              <a:gd name="connsiteX362" fmla="*/ 3735540 w 7467600"/>
              <a:gd name="connsiteY362" fmla="*/ 5546923 h 6858000"/>
              <a:gd name="connsiteX363" fmla="*/ 3729438 w 7467600"/>
              <a:gd name="connsiteY363" fmla="*/ 5569058 h 6858000"/>
              <a:gd name="connsiteX364" fmla="*/ 3707782 w 7467600"/>
              <a:gd name="connsiteY364" fmla="*/ 5644908 h 6858000"/>
              <a:gd name="connsiteX365" fmla="*/ 3583827 w 7467600"/>
              <a:gd name="connsiteY365" fmla="*/ 6039215 h 6858000"/>
              <a:gd name="connsiteX366" fmla="*/ 3547861 w 7467600"/>
              <a:gd name="connsiteY366" fmla="*/ 6129609 h 6858000"/>
              <a:gd name="connsiteX367" fmla="*/ 3490905 w 7467600"/>
              <a:gd name="connsiteY367" fmla="*/ 6277660 h 6858000"/>
              <a:gd name="connsiteX368" fmla="*/ 3455859 w 7467600"/>
              <a:gd name="connsiteY368" fmla="*/ 6391301 h 6858000"/>
              <a:gd name="connsiteX369" fmla="*/ 3429112 w 7467600"/>
              <a:gd name="connsiteY369" fmla="*/ 6479469 h 6858000"/>
              <a:gd name="connsiteX370" fmla="*/ 3304862 w 7467600"/>
              <a:gd name="connsiteY370" fmla="*/ 6796476 h 6858000"/>
              <a:gd name="connsiteX371" fmla="*/ 3276071 w 7467600"/>
              <a:gd name="connsiteY371" fmla="*/ 6858000 h 6858000"/>
              <a:gd name="connsiteX372" fmla="*/ 3240805 w 7467600"/>
              <a:gd name="connsiteY372" fmla="*/ 6858000 h 6858000"/>
              <a:gd name="connsiteX373" fmla="*/ 3275917 w 7467600"/>
              <a:gd name="connsiteY373" fmla="*/ 6783192 h 6858000"/>
              <a:gd name="connsiteX374" fmla="*/ 3399358 w 7467600"/>
              <a:gd name="connsiteY374" fmla="*/ 6469011 h 6858000"/>
              <a:gd name="connsiteX375" fmla="*/ 3425650 w 7467600"/>
              <a:gd name="connsiteY375" fmla="*/ 6381333 h 6858000"/>
              <a:gd name="connsiteX376" fmla="*/ 3460661 w 7467600"/>
              <a:gd name="connsiteY376" fmla="*/ 6266763 h 6858000"/>
              <a:gd name="connsiteX377" fmla="*/ 3518021 w 7467600"/>
              <a:gd name="connsiteY377" fmla="*/ 6117298 h 6858000"/>
              <a:gd name="connsiteX378" fmla="*/ 3554035 w 7467600"/>
              <a:gd name="connsiteY378" fmla="*/ 6027832 h 6858000"/>
              <a:gd name="connsiteX379" fmla="*/ 3677174 w 7467600"/>
              <a:gd name="connsiteY379" fmla="*/ 5636351 h 6858000"/>
              <a:gd name="connsiteX380" fmla="*/ 3698819 w 7467600"/>
              <a:gd name="connsiteY380" fmla="*/ 5560503 h 6858000"/>
              <a:gd name="connsiteX381" fmla="*/ 3702094 w 7467600"/>
              <a:gd name="connsiteY381" fmla="*/ 5549194 h 6858000"/>
              <a:gd name="connsiteX382" fmla="*/ 3398355 w 7467600"/>
              <a:gd name="connsiteY382" fmla="*/ 6094603 h 6858000"/>
              <a:gd name="connsiteX383" fmla="*/ 3193941 w 7467600"/>
              <a:gd name="connsiteY383" fmla="*/ 6798775 h 6858000"/>
              <a:gd name="connsiteX384" fmla="*/ 3184140 w 7467600"/>
              <a:gd name="connsiteY384" fmla="*/ 6858000 h 6858000"/>
              <a:gd name="connsiteX385" fmla="*/ 3099978 w 7467600"/>
              <a:gd name="connsiteY385" fmla="*/ 6858000 h 6858000"/>
              <a:gd name="connsiteX386" fmla="*/ 3101556 w 7467600"/>
              <a:gd name="connsiteY386" fmla="*/ 6843337 h 6858000"/>
              <a:gd name="connsiteX387" fmla="*/ 3370162 w 7467600"/>
              <a:gd name="connsiteY387" fmla="*/ 5785550 h 6858000"/>
              <a:gd name="connsiteX388" fmla="*/ 3746477 w 7467600"/>
              <a:gd name="connsiteY388" fmla="*/ 5377889 h 6858000"/>
              <a:gd name="connsiteX389" fmla="*/ 3863399 w 7467600"/>
              <a:gd name="connsiteY389" fmla="*/ 5087257 h 6858000"/>
              <a:gd name="connsiteX390" fmla="*/ 3968712 w 7467600"/>
              <a:gd name="connsiteY390" fmla="*/ 4913989 h 6858000"/>
              <a:gd name="connsiteX391" fmla="*/ 2792390 w 7467600"/>
              <a:gd name="connsiteY391" fmla="*/ 5382974 h 6858000"/>
              <a:gd name="connsiteX392" fmla="*/ 2714982 w 7467600"/>
              <a:gd name="connsiteY392" fmla="*/ 5427051 h 6858000"/>
              <a:gd name="connsiteX393" fmla="*/ 2813361 w 7467600"/>
              <a:gd name="connsiteY393" fmla="*/ 6023912 h 6858000"/>
              <a:gd name="connsiteX394" fmla="*/ 2688430 w 7467600"/>
              <a:gd name="connsiteY394" fmla="*/ 6801564 h 6858000"/>
              <a:gd name="connsiteX395" fmla="*/ 2629626 w 7467600"/>
              <a:gd name="connsiteY395" fmla="*/ 6763394 h 6858000"/>
              <a:gd name="connsiteX396" fmla="*/ 2565328 w 7467600"/>
              <a:gd name="connsiteY396" fmla="*/ 5516399 h 6858000"/>
              <a:gd name="connsiteX397" fmla="*/ 1922999 w 7467600"/>
              <a:gd name="connsiteY397" fmla="*/ 5980343 h 6858000"/>
              <a:gd name="connsiteX398" fmla="*/ 1950261 w 7467600"/>
              <a:gd name="connsiteY398" fmla="*/ 6405858 h 6858000"/>
              <a:gd name="connsiteX399" fmla="*/ 2365554 w 7467600"/>
              <a:gd name="connsiteY399" fmla="*/ 6759107 h 6858000"/>
              <a:gd name="connsiteX400" fmla="*/ 2424142 w 7467600"/>
              <a:gd name="connsiteY400" fmla="*/ 6858000 h 6858000"/>
              <a:gd name="connsiteX401" fmla="*/ 2395994 w 7467600"/>
              <a:gd name="connsiteY401" fmla="*/ 6858000 h 6858000"/>
              <a:gd name="connsiteX402" fmla="*/ 2392863 w 7467600"/>
              <a:gd name="connsiteY402" fmla="*/ 6852964 h 6858000"/>
              <a:gd name="connsiteX403" fmla="*/ 2017589 w 7467600"/>
              <a:gd name="connsiteY403" fmla="*/ 6493982 h 6858000"/>
              <a:gd name="connsiteX404" fmla="*/ 2147336 w 7467600"/>
              <a:gd name="connsiteY404" fmla="*/ 6594052 h 6858000"/>
              <a:gd name="connsiteX405" fmla="*/ 2207047 w 7467600"/>
              <a:gd name="connsiteY405" fmla="*/ 6654540 h 6858000"/>
              <a:gd name="connsiteX406" fmla="*/ 2299106 w 7467600"/>
              <a:gd name="connsiteY406" fmla="*/ 6778931 h 6858000"/>
              <a:gd name="connsiteX407" fmla="*/ 2314430 w 7467600"/>
              <a:gd name="connsiteY407" fmla="*/ 6801144 h 6858000"/>
              <a:gd name="connsiteX408" fmla="*/ 2352406 w 7467600"/>
              <a:gd name="connsiteY408" fmla="*/ 6858000 h 6858000"/>
              <a:gd name="connsiteX409" fmla="*/ 2314492 w 7467600"/>
              <a:gd name="connsiteY409" fmla="*/ 6858000 h 6858000"/>
              <a:gd name="connsiteX410" fmla="*/ 2288095 w 7467600"/>
              <a:gd name="connsiteY410" fmla="*/ 6818030 h 6858000"/>
              <a:gd name="connsiteX411" fmla="*/ 2272768 w 7467600"/>
              <a:gd name="connsiteY411" fmla="*/ 6795822 h 6858000"/>
              <a:gd name="connsiteX412" fmla="*/ 2182715 w 7467600"/>
              <a:gd name="connsiteY412" fmla="*/ 6675071 h 6858000"/>
              <a:gd name="connsiteX413" fmla="*/ 2032061 w 7467600"/>
              <a:gd name="connsiteY413" fmla="*/ 6541380 h 6858000"/>
              <a:gd name="connsiteX414" fmla="*/ 2257220 w 7467600"/>
              <a:gd name="connsiteY414" fmla="*/ 6826257 h 6858000"/>
              <a:gd name="connsiteX415" fmla="*/ 2281324 w 7467600"/>
              <a:gd name="connsiteY415" fmla="*/ 6858000 h 6858000"/>
              <a:gd name="connsiteX416" fmla="*/ 2242860 w 7467600"/>
              <a:gd name="connsiteY416" fmla="*/ 6858000 h 6858000"/>
              <a:gd name="connsiteX417" fmla="*/ 2232818 w 7467600"/>
              <a:gd name="connsiteY417" fmla="*/ 6844926 h 6858000"/>
              <a:gd name="connsiteX418" fmla="*/ 1990172 w 7467600"/>
              <a:gd name="connsiteY418" fmla="*/ 6542121 h 6858000"/>
              <a:gd name="connsiteX419" fmla="*/ 2124090 w 7467600"/>
              <a:gd name="connsiteY419" fmla="*/ 6761017 h 6858000"/>
              <a:gd name="connsiteX420" fmla="*/ 2200380 w 7467600"/>
              <a:gd name="connsiteY420" fmla="*/ 6858000 h 6858000"/>
              <a:gd name="connsiteX421" fmla="*/ 2147507 w 7467600"/>
              <a:gd name="connsiteY421" fmla="*/ 6858000 h 6858000"/>
              <a:gd name="connsiteX422" fmla="*/ 2070668 w 7467600"/>
              <a:gd name="connsiteY422" fmla="*/ 6761520 h 6858000"/>
              <a:gd name="connsiteX423" fmla="*/ 1975142 w 7467600"/>
              <a:gd name="connsiteY423" fmla="*/ 6585570 h 6858000"/>
              <a:gd name="connsiteX424" fmla="*/ 2050035 w 7467600"/>
              <a:gd name="connsiteY424" fmla="*/ 6813345 h 6858000"/>
              <a:gd name="connsiteX425" fmla="*/ 2063025 w 7467600"/>
              <a:gd name="connsiteY425" fmla="*/ 6858000 h 6858000"/>
              <a:gd name="connsiteX426" fmla="*/ 2021675 w 7467600"/>
              <a:gd name="connsiteY426" fmla="*/ 6858000 h 6858000"/>
              <a:gd name="connsiteX427" fmla="*/ 2019308 w 7467600"/>
              <a:gd name="connsiteY427" fmla="*/ 6847118 h 6858000"/>
              <a:gd name="connsiteX428" fmla="*/ 1938835 w 7467600"/>
              <a:gd name="connsiteY428" fmla="*/ 6551160 h 6858000"/>
              <a:gd name="connsiteX429" fmla="*/ 1953230 w 7467600"/>
              <a:gd name="connsiteY429" fmla="*/ 6759699 h 6858000"/>
              <a:gd name="connsiteX430" fmla="*/ 1956763 w 7467600"/>
              <a:gd name="connsiteY430" fmla="*/ 6778191 h 6858000"/>
              <a:gd name="connsiteX431" fmla="*/ 1967925 w 7467600"/>
              <a:gd name="connsiteY431" fmla="*/ 6858000 h 6858000"/>
              <a:gd name="connsiteX432" fmla="*/ 1936622 w 7467600"/>
              <a:gd name="connsiteY432" fmla="*/ 6858000 h 6858000"/>
              <a:gd name="connsiteX433" fmla="*/ 1926261 w 7467600"/>
              <a:gd name="connsiteY433" fmla="*/ 6784064 h 6858000"/>
              <a:gd name="connsiteX434" fmla="*/ 1922724 w 7467600"/>
              <a:gd name="connsiteY434" fmla="*/ 6765577 h 6858000"/>
              <a:gd name="connsiteX435" fmla="*/ 1904650 w 7467600"/>
              <a:gd name="connsiteY435" fmla="*/ 6639616 h 6858000"/>
              <a:gd name="connsiteX436" fmla="*/ 1885273 w 7467600"/>
              <a:gd name="connsiteY436" fmla="*/ 6858000 h 6858000"/>
              <a:gd name="connsiteX437" fmla="*/ 1854363 w 7467600"/>
              <a:gd name="connsiteY437" fmla="*/ 6858000 h 6858000"/>
              <a:gd name="connsiteX438" fmla="*/ 1880391 w 7467600"/>
              <a:gd name="connsiteY438" fmla="*/ 6603796 h 6858000"/>
              <a:gd name="connsiteX439" fmla="*/ 1818273 w 7467600"/>
              <a:gd name="connsiteY439" fmla="*/ 6715729 h 6858000"/>
              <a:gd name="connsiteX440" fmla="*/ 1794691 w 7467600"/>
              <a:gd name="connsiteY440" fmla="*/ 6843239 h 6858000"/>
              <a:gd name="connsiteX441" fmla="*/ 1794914 w 7467600"/>
              <a:gd name="connsiteY441" fmla="*/ 6858000 h 6858000"/>
              <a:gd name="connsiteX442" fmla="*/ 1746128 w 7467600"/>
              <a:gd name="connsiteY442" fmla="*/ 6858000 h 6858000"/>
              <a:gd name="connsiteX443" fmla="*/ 1753934 w 7467600"/>
              <a:gd name="connsiteY443" fmla="*/ 6724796 h 6858000"/>
              <a:gd name="connsiteX444" fmla="*/ 1792053 w 7467600"/>
              <a:gd name="connsiteY444" fmla="*/ 6572396 h 6858000"/>
              <a:gd name="connsiteX445" fmla="*/ 1862248 w 7467600"/>
              <a:gd name="connsiteY445" fmla="*/ 6266397 h 6858000"/>
              <a:gd name="connsiteX446" fmla="*/ 1862250 w 7467600"/>
              <a:gd name="connsiteY446" fmla="*/ 6033531 h 6858000"/>
              <a:gd name="connsiteX447" fmla="*/ 1211999 w 7467600"/>
              <a:gd name="connsiteY447" fmla="*/ 6683610 h 6858000"/>
              <a:gd name="connsiteX448" fmla="*/ 1213266 w 7467600"/>
              <a:gd name="connsiteY448" fmla="*/ 6691947 h 6858000"/>
              <a:gd name="connsiteX449" fmla="*/ 1203370 w 7467600"/>
              <a:gd name="connsiteY449" fmla="*/ 6850676 h 6858000"/>
              <a:gd name="connsiteX450" fmla="*/ 1203671 w 7467600"/>
              <a:gd name="connsiteY450" fmla="*/ 6858000 h 6858000"/>
              <a:gd name="connsiteX451" fmla="*/ 1143180 w 7467600"/>
              <a:gd name="connsiteY451" fmla="*/ 6858000 h 6858000"/>
              <a:gd name="connsiteX452" fmla="*/ 1142176 w 7467600"/>
              <a:gd name="connsiteY452" fmla="*/ 6766045 h 6858000"/>
              <a:gd name="connsiteX453" fmla="*/ 1067484 w 7467600"/>
              <a:gd name="connsiteY453" fmla="*/ 6858000 h 6858000"/>
              <a:gd name="connsiteX454" fmla="*/ 953928 w 7467600"/>
              <a:gd name="connsiteY454" fmla="*/ 6858000 h 6858000"/>
              <a:gd name="connsiteX455" fmla="*/ 959715 w 7467600"/>
              <a:gd name="connsiteY455" fmla="*/ 6850185 h 6858000"/>
              <a:gd name="connsiteX456" fmla="*/ 1483788 w 7467600"/>
              <a:gd name="connsiteY456" fmla="*/ 6259174 h 6858000"/>
              <a:gd name="connsiteX457" fmla="*/ 1100671 w 7467600"/>
              <a:gd name="connsiteY457" fmla="*/ 6252137 h 6858000"/>
              <a:gd name="connsiteX458" fmla="*/ 1090144 w 7467600"/>
              <a:gd name="connsiteY458" fmla="*/ 6256748 h 6858000"/>
              <a:gd name="connsiteX459" fmla="*/ 1095872 w 7467600"/>
              <a:gd name="connsiteY459" fmla="*/ 6271892 h 6858000"/>
              <a:gd name="connsiteX460" fmla="*/ 262785 w 7467600"/>
              <a:gd name="connsiteY460" fmla="*/ 6845450 h 6858000"/>
              <a:gd name="connsiteX461" fmla="*/ 209968 w 7467600"/>
              <a:gd name="connsiteY461" fmla="*/ 6770713 h 6858000"/>
              <a:gd name="connsiteX462" fmla="*/ 873460 w 7467600"/>
              <a:gd name="connsiteY462" fmla="*/ 6253768 h 6858000"/>
              <a:gd name="connsiteX463" fmla="*/ 192686 w 7467600"/>
              <a:gd name="connsiteY463" fmla="*/ 5849257 h 6858000"/>
              <a:gd name="connsiteX464" fmla="*/ 4696 w 7467600"/>
              <a:gd name="connsiteY464" fmla="*/ 5697668 h 6858000"/>
              <a:gd name="connsiteX465" fmla="*/ 0 w 7467600"/>
              <a:gd name="connsiteY465" fmla="*/ 5689984 h 6858000"/>
              <a:gd name="connsiteX466" fmla="*/ 0 w 7467600"/>
              <a:gd name="connsiteY466" fmla="*/ 5513472 h 6858000"/>
              <a:gd name="connsiteX467" fmla="*/ 174101 w 7467600"/>
              <a:gd name="connsiteY467" fmla="*/ 5620277 h 6858000"/>
              <a:gd name="connsiteX468" fmla="*/ 891800 w 7467600"/>
              <a:gd name="connsiteY468" fmla="*/ 6036935 h 6858000"/>
              <a:gd name="connsiteX469" fmla="*/ 1072219 w 7467600"/>
              <a:gd name="connsiteY469" fmla="*/ 6169443 h 6858000"/>
              <a:gd name="connsiteX470" fmla="*/ 1074117 w 7467600"/>
              <a:gd name="connsiteY470" fmla="*/ 6170301 h 6858000"/>
              <a:gd name="connsiteX471" fmla="*/ 1083114 w 7467600"/>
              <a:gd name="connsiteY471" fmla="*/ 6174131 h 6858000"/>
              <a:gd name="connsiteX472" fmla="*/ 1543010 w 7467600"/>
              <a:gd name="connsiteY472" fmla="*/ 6191140 h 6858000"/>
              <a:gd name="connsiteX473" fmla="*/ 1551080 w 7467600"/>
              <a:gd name="connsiteY473" fmla="*/ 6195006 h 6858000"/>
              <a:gd name="connsiteX474" fmla="*/ 2345443 w 7467600"/>
              <a:gd name="connsiteY474" fmla="*/ 5549882 h 6858000"/>
              <a:gd name="connsiteX475" fmla="*/ 1721499 w 7467600"/>
              <a:gd name="connsiteY475" fmla="*/ 5599969 h 6858000"/>
              <a:gd name="connsiteX476" fmla="*/ 767716 w 7467600"/>
              <a:gd name="connsiteY476" fmla="*/ 5472768 h 6858000"/>
              <a:gd name="connsiteX477" fmla="*/ 722147 w 7467600"/>
              <a:gd name="connsiteY477" fmla="*/ 5393091 h 6858000"/>
              <a:gd name="connsiteX478" fmla="*/ 1485552 w 7467600"/>
              <a:gd name="connsiteY478" fmla="*/ 5313202 h 6858000"/>
              <a:gd name="connsiteX479" fmla="*/ 2143004 w 7467600"/>
              <a:gd name="connsiteY479" fmla="*/ 5402420 h 6858000"/>
              <a:gd name="connsiteX480" fmla="*/ 1933391 w 7467600"/>
              <a:gd name="connsiteY480" fmla="*/ 5156971 h 6858000"/>
              <a:gd name="connsiteX481" fmla="*/ 1827118 w 7467600"/>
              <a:gd name="connsiteY481" fmla="*/ 4968410 h 6858000"/>
              <a:gd name="connsiteX482" fmla="*/ 1837349 w 7467600"/>
              <a:gd name="connsiteY482" fmla="*/ 4956357 h 6858000"/>
              <a:gd name="connsiteX483" fmla="*/ 2162835 w 7467600"/>
              <a:gd name="connsiteY483" fmla="*/ 5187853 h 6858000"/>
              <a:gd name="connsiteX484" fmla="*/ 2257167 w 7467600"/>
              <a:gd name="connsiteY484" fmla="*/ 5462123 h 6858000"/>
              <a:gd name="connsiteX485" fmla="*/ 2261598 w 7467600"/>
              <a:gd name="connsiteY485" fmla="*/ 5467998 h 6858000"/>
              <a:gd name="connsiteX486" fmla="*/ 2437177 w 7467600"/>
              <a:gd name="connsiteY486" fmla="*/ 5479608 h 6858000"/>
              <a:gd name="connsiteX487" fmla="*/ 2445247 w 7467600"/>
              <a:gd name="connsiteY487" fmla="*/ 5483476 h 6858000"/>
              <a:gd name="connsiteX488" fmla="*/ 2743626 w 7467600"/>
              <a:gd name="connsiteY488" fmla="*/ 5304819 h 6858000"/>
              <a:gd name="connsiteX489" fmla="*/ 3048102 w 7467600"/>
              <a:gd name="connsiteY489" fmla="*/ 5150595 h 6858000"/>
              <a:gd name="connsiteX490" fmla="*/ 1799414 w 7467600"/>
              <a:gd name="connsiteY490" fmla="*/ 4694732 h 6858000"/>
              <a:gd name="connsiteX491" fmla="*/ 1771735 w 7467600"/>
              <a:gd name="connsiteY491" fmla="*/ 4619929 h 6858000"/>
              <a:gd name="connsiteX492" fmla="*/ 3104273 w 7467600"/>
              <a:gd name="connsiteY492" fmla="*/ 5076159 h 6858000"/>
              <a:gd name="connsiteX493" fmla="*/ 3113245 w 7467600"/>
              <a:gd name="connsiteY493" fmla="*/ 5090705 h 6858000"/>
              <a:gd name="connsiteX494" fmla="*/ 3126294 w 7467600"/>
              <a:gd name="connsiteY494" fmla="*/ 5114400 h 6858000"/>
              <a:gd name="connsiteX495" fmla="*/ 3937433 w 7467600"/>
              <a:gd name="connsiteY495" fmla="*/ 4830473 h 6858000"/>
              <a:gd name="connsiteX496" fmla="*/ 3590475 w 7467600"/>
              <a:gd name="connsiteY496" fmla="*/ 4597974 h 6858000"/>
              <a:gd name="connsiteX497" fmla="*/ 3100264 w 7467600"/>
              <a:gd name="connsiteY497" fmla="*/ 4579845 h 6858000"/>
              <a:gd name="connsiteX498" fmla="*/ 2183576 w 7467600"/>
              <a:gd name="connsiteY498" fmla="*/ 4227150 h 6858000"/>
              <a:gd name="connsiteX499" fmla="*/ 2151029 w 7467600"/>
              <a:gd name="connsiteY499" fmla="*/ 4146947 h 6858000"/>
              <a:gd name="connsiteX500" fmla="*/ 3563434 w 7467600"/>
              <a:gd name="connsiteY500" fmla="*/ 4469115 h 6858000"/>
              <a:gd name="connsiteX501" fmla="*/ 3177952 w 7467600"/>
              <a:gd name="connsiteY501" fmla="*/ 3657386 h 6858000"/>
              <a:gd name="connsiteX502" fmla="*/ 3189263 w 7467600"/>
              <a:gd name="connsiteY502" fmla="*/ 3625726 h 6858000"/>
              <a:gd name="connsiteX503" fmla="*/ 3560912 w 7467600"/>
              <a:gd name="connsiteY503" fmla="*/ 4079863 h 6858000"/>
              <a:gd name="connsiteX504" fmla="*/ 3626636 w 7467600"/>
              <a:gd name="connsiteY504" fmla="*/ 4512230 h 6858000"/>
              <a:gd name="connsiteX505" fmla="*/ 3653088 w 7467600"/>
              <a:gd name="connsiteY505" fmla="*/ 4521417 h 6858000"/>
              <a:gd name="connsiteX506" fmla="*/ 3988128 w 7467600"/>
              <a:gd name="connsiteY506" fmla="*/ 4817267 h 6858000"/>
              <a:gd name="connsiteX507" fmla="*/ 4830582 w 7467600"/>
              <a:gd name="connsiteY507" fmla="*/ 4676000 h 6858000"/>
              <a:gd name="connsiteX508" fmla="*/ 4830100 w 7467600"/>
              <a:gd name="connsiteY508" fmla="*/ 4675554 h 6858000"/>
              <a:gd name="connsiteX509" fmla="*/ 4036318 w 7467600"/>
              <a:gd name="connsiteY509" fmla="*/ 4147013 h 6858000"/>
              <a:gd name="connsiteX510" fmla="*/ 3432098 w 7467600"/>
              <a:gd name="connsiteY510" fmla="*/ 3537312 h 6858000"/>
              <a:gd name="connsiteX511" fmla="*/ 3446761 w 7467600"/>
              <a:gd name="connsiteY511" fmla="*/ 3461278 h 6858000"/>
              <a:gd name="connsiteX512" fmla="*/ 4419733 w 7467600"/>
              <a:gd name="connsiteY512" fmla="*/ 3963555 h 6858000"/>
              <a:gd name="connsiteX513" fmla="*/ 4781371 w 7467600"/>
              <a:gd name="connsiteY513" fmla="*/ 4458604 h 6858000"/>
              <a:gd name="connsiteX514" fmla="*/ 4780440 w 7467600"/>
              <a:gd name="connsiteY514" fmla="*/ 4470290 h 6858000"/>
              <a:gd name="connsiteX515" fmla="*/ 4898954 w 7467600"/>
              <a:gd name="connsiteY515" fmla="*/ 4662092 h 6858000"/>
              <a:gd name="connsiteX516" fmla="*/ 4900699 w 7467600"/>
              <a:gd name="connsiteY516" fmla="*/ 4670867 h 6858000"/>
              <a:gd name="connsiteX517" fmla="*/ 5714511 w 7467600"/>
              <a:gd name="connsiteY517" fmla="*/ 4663483 h 6858000"/>
              <a:gd name="connsiteX518" fmla="*/ 5464793 w 7467600"/>
              <a:gd name="connsiteY518" fmla="*/ 4393556 h 6858000"/>
              <a:gd name="connsiteX519" fmla="*/ 5461897 w 7467600"/>
              <a:gd name="connsiteY519" fmla="*/ 4390879 h 6858000"/>
              <a:gd name="connsiteX520" fmla="*/ 4294126 w 7467600"/>
              <a:gd name="connsiteY520" fmla="*/ 3303048 h 6858000"/>
              <a:gd name="connsiteX521" fmla="*/ 4305321 w 7467600"/>
              <a:gd name="connsiteY521" fmla="*/ 3256953 h 6858000"/>
              <a:gd name="connsiteX522" fmla="*/ 4949299 w 7467600"/>
              <a:gd name="connsiteY522" fmla="*/ 3766336 h 6858000"/>
              <a:gd name="connsiteX523" fmla="*/ 5291452 w 7467600"/>
              <a:gd name="connsiteY523" fmla="*/ 4076801 h 6858000"/>
              <a:gd name="connsiteX524" fmla="*/ 5434998 w 7467600"/>
              <a:gd name="connsiteY524" fmla="*/ 4254100 h 6858000"/>
              <a:gd name="connsiteX525" fmla="*/ 5351015 w 7467600"/>
              <a:gd name="connsiteY525" fmla="*/ 3760989 h 6858000"/>
              <a:gd name="connsiteX526" fmla="*/ 5413780 w 7467600"/>
              <a:gd name="connsiteY526" fmla="*/ 2966265 h 6858000"/>
              <a:gd name="connsiteX527" fmla="*/ 5425627 w 7467600"/>
              <a:gd name="connsiteY527" fmla="*/ 2954192 h 6858000"/>
              <a:gd name="connsiteX528" fmla="*/ 6604735 w 7467600"/>
              <a:gd name="connsiteY528" fmla="*/ 2041381 h 6858000"/>
              <a:gd name="connsiteX529" fmla="*/ 7204487 w 7467600"/>
              <a:gd name="connsiteY529" fmla="*/ 2742112 h 6858000"/>
              <a:gd name="connsiteX530" fmla="*/ 7131592 w 7467600"/>
              <a:gd name="connsiteY530" fmla="*/ 2672096 h 6858000"/>
              <a:gd name="connsiteX531" fmla="*/ 6996344 w 7467600"/>
              <a:gd name="connsiteY531" fmla="*/ 2518310 h 6858000"/>
              <a:gd name="connsiteX532" fmla="*/ 6735495 w 7467600"/>
              <a:gd name="connsiteY532" fmla="*/ 2196890 h 6858000"/>
              <a:gd name="connsiteX533" fmla="*/ 6721901 w 7467600"/>
              <a:gd name="connsiteY533" fmla="*/ 2179274 h 6858000"/>
              <a:gd name="connsiteX534" fmla="*/ 6604735 w 7467600"/>
              <a:gd name="connsiteY534" fmla="*/ 2041381 h 6858000"/>
              <a:gd name="connsiteX535" fmla="*/ 6591670 w 7467600"/>
              <a:gd name="connsiteY535" fmla="*/ 1988277 h 6858000"/>
              <a:gd name="connsiteX536" fmla="*/ 6747349 w 7467600"/>
              <a:gd name="connsiteY536" fmla="*/ 2160069 h 6858000"/>
              <a:gd name="connsiteX537" fmla="*/ 6760943 w 7467600"/>
              <a:gd name="connsiteY537" fmla="*/ 2177686 h 6858000"/>
              <a:gd name="connsiteX538" fmla="*/ 7021065 w 7467600"/>
              <a:gd name="connsiteY538" fmla="*/ 2498102 h 6858000"/>
              <a:gd name="connsiteX539" fmla="*/ 7155223 w 7467600"/>
              <a:gd name="connsiteY539" fmla="*/ 2650386 h 6858000"/>
              <a:gd name="connsiteX540" fmla="*/ 7203167 w 7467600"/>
              <a:gd name="connsiteY540" fmla="*/ 2697288 h 6858000"/>
              <a:gd name="connsiteX541" fmla="*/ 6937703 w 7467600"/>
              <a:gd name="connsiteY541" fmla="*/ 2321981 h 6858000"/>
              <a:gd name="connsiteX542" fmla="*/ 6591670 w 7467600"/>
              <a:gd name="connsiteY542" fmla="*/ 1988277 h 6858000"/>
              <a:gd name="connsiteX543" fmla="*/ 5798671 w 7467600"/>
              <a:gd name="connsiteY543" fmla="*/ 1981601 h 6858000"/>
              <a:gd name="connsiteX544" fmla="*/ 5754709 w 7467600"/>
              <a:gd name="connsiteY544" fmla="*/ 2071454 h 6858000"/>
              <a:gd name="connsiteX545" fmla="*/ 5763044 w 7467600"/>
              <a:gd name="connsiteY545" fmla="*/ 2842206 h 6858000"/>
              <a:gd name="connsiteX546" fmla="*/ 5764974 w 7467600"/>
              <a:gd name="connsiteY546" fmla="*/ 2799609 h 6858000"/>
              <a:gd name="connsiteX547" fmla="*/ 5767665 w 7467600"/>
              <a:gd name="connsiteY547" fmla="*/ 2666409 h 6858000"/>
              <a:gd name="connsiteX548" fmla="*/ 5763055 w 7467600"/>
              <a:gd name="connsiteY548" fmla="*/ 2579705 h 6858000"/>
              <a:gd name="connsiteX549" fmla="*/ 5758079 w 7467600"/>
              <a:gd name="connsiteY549" fmla="*/ 2492508 h 6858000"/>
              <a:gd name="connsiteX550" fmla="*/ 5779325 w 7467600"/>
              <a:gd name="connsiteY550" fmla="*/ 2197069 h 6858000"/>
              <a:gd name="connsiteX551" fmla="*/ 5798671 w 7467600"/>
              <a:gd name="connsiteY551" fmla="*/ 1981601 h 6858000"/>
              <a:gd name="connsiteX552" fmla="*/ 5829202 w 7467600"/>
              <a:gd name="connsiteY552" fmla="*/ 1971679 h 6858000"/>
              <a:gd name="connsiteX553" fmla="*/ 5809558 w 7467600"/>
              <a:gd name="connsiteY553" fmla="*/ 2198043 h 6858000"/>
              <a:gd name="connsiteX554" fmla="*/ 5788653 w 7467600"/>
              <a:gd name="connsiteY554" fmla="*/ 2489430 h 6858000"/>
              <a:gd name="connsiteX555" fmla="*/ 5793439 w 7467600"/>
              <a:gd name="connsiteY555" fmla="*/ 2575235 h 6858000"/>
              <a:gd name="connsiteX556" fmla="*/ 5796837 w 7467600"/>
              <a:gd name="connsiteY556" fmla="*/ 2637633 h 6858000"/>
              <a:gd name="connsiteX557" fmla="*/ 5818614 w 7467600"/>
              <a:gd name="connsiteY557" fmla="*/ 2473055 h 6858000"/>
              <a:gd name="connsiteX558" fmla="*/ 5829202 w 7467600"/>
              <a:gd name="connsiteY558" fmla="*/ 1971679 h 6858000"/>
              <a:gd name="connsiteX559" fmla="*/ 5911389 w 7467600"/>
              <a:gd name="connsiteY559" fmla="*/ 1898371 h 6858000"/>
              <a:gd name="connsiteX560" fmla="*/ 6237627 w 7467600"/>
              <a:gd name="connsiteY560" fmla="*/ 2231921 h 6858000"/>
              <a:gd name="connsiteX561" fmla="*/ 5911389 w 7467600"/>
              <a:gd name="connsiteY561" fmla="*/ 1898371 h 6858000"/>
              <a:gd name="connsiteX562" fmla="*/ 6944437 w 7467600"/>
              <a:gd name="connsiteY562" fmla="*/ 1575402 h 6858000"/>
              <a:gd name="connsiteX563" fmla="*/ 6304730 w 7467600"/>
              <a:gd name="connsiteY563" fmla="*/ 1766654 h 6858000"/>
              <a:gd name="connsiteX564" fmla="*/ 6944437 w 7467600"/>
              <a:gd name="connsiteY564" fmla="*/ 1575402 h 6858000"/>
              <a:gd name="connsiteX565" fmla="*/ 7019523 w 7467600"/>
              <a:gd name="connsiteY565" fmla="*/ 1519450 h 6858000"/>
              <a:gd name="connsiteX566" fmla="*/ 6298091 w 7467600"/>
              <a:gd name="connsiteY566" fmla="*/ 1737122 h 6858000"/>
              <a:gd name="connsiteX567" fmla="*/ 7019523 w 7467600"/>
              <a:gd name="connsiteY567" fmla="*/ 1519450 h 6858000"/>
              <a:gd name="connsiteX568" fmla="*/ 2399523 w 7467600"/>
              <a:gd name="connsiteY568" fmla="*/ 1428234 h 6858000"/>
              <a:gd name="connsiteX569" fmla="*/ 2224982 w 7467600"/>
              <a:gd name="connsiteY569" fmla="*/ 1826201 h 6858000"/>
              <a:gd name="connsiteX570" fmla="*/ 2096099 w 7467600"/>
              <a:gd name="connsiteY570" fmla="*/ 2345900 h 6858000"/>
              <a:gd name="connsiteX571" fmla="*/ 2283317 w 7467600"/>
              <a:gd name="connsiteY571" fmla="*/ 1796925 h 6858000"/>
              <a:gd name="connsiteX572" fmla="*/ 2399523 w 7467600"/>
              <a:gd name="connsiteY572" fmla="*/ 1428234 h 6858000"/>
              <a:gd name="connsiteX573" fmla="*/ 2448558 w 7467600"/>
              <a:gd name="connsiteY573" fmla="*/ 1373435 h 6858000"/>
              <a:gd name="connsiteX574" fmla="*/ 2312521 w 7467600"/>
              <a:gd name="connsiteY574" fmla="*/ 1806140 h 6858000"/>
              <a:gd name="connsiteX575" fmla="*/ 2127533 w 7467600"/>
              <a:gd name="connsiteY575" fmla="*/ 2348380 h 6858000"/>
              <a:gd name="connsiteX576" fmla="*/ 2358080 w 7467600"/>
              <a:gd name="connsiteY576" fmla="*/ 1866134 h 6858000"/>
              <a:gd name="connsiteX577" fmla="*/ 2407436 w 7467600"/>
              <a:gd name="connsiteY577" fmla="*/ 1651070 h 6858000"/>
              <a:gd name="connsiteX578" fmla="*/ 2448558 w 7467600"/>
              <a:gd name="connsiteY578" fmla="*/ 1373435 h 6858000"/>
              <a:gd name="connsiteX579" fmla="*/ 278707 w 7467600"/>
              <a:gd name="connsiteY579" fmla="*/ 1352270 h 6858000"/>
              <a:gd name="connsiteX580" fmla="*/ 321570 w 7467600"/>
              <a:gd name="connsiteY580" fmla="*/ 1861610 h 6858000"/>
              <a:gd name="connsiteX581" fmla="*/ 294281 w 7467600"/>
              <a:gd name="connsiteY581" fmla="*/ 1440658 h 6858000"/>
              <a:gd name="connsiteX582" fmla="*/ 278707 w 7467600"/>
              <a:gd name="connsiteY582" fmla="*/ 1352270 h 6858000"/>
              <a:gd name="connsiteX583" fmla="*/ 1423821 w 7467600"/>
              <a:gd name="connsiteY583" fmla="*/ 1351958 h 6858000"/>
              <a:gd name="connsiteX584" fmla="*/ 1638521 w 7467600"/>
              <a:gd name="connsiteY584" fmla="*/ 1908470 h 6858000"/>
              <a:gd name="connsiteX585" fmla="*/ 1754199 w 7467600"/>
              <a:gd name="connsiteY585" fmla="*/ 2149284 h 6858000"/>
              <a:gd name="connsiteX586" fmla="*/ 1908359 w 7467600"/>
              <a:gd name="connsiteY586" fmla="*/ 2364988 h 6858000"/>
              <a:gd name="connsiteX587" fmla="*/ 1647661 w 7467600"/>
              <a:gd name="connsiteY587" fmla="*/ 1825945 h 6858000"/>
              <a:gd name="connsiteX588" fmla="*/ 1423821 w 7467600"/>
              <a:gd name="connsiteY588" fmla="*/ 1351958 h 6858000"/>
              <a:gd name="connsiteX589" fmla="*/ 1431890 w 7467600"/>
              <a:gd name="connsiteY589" fmla="*/ 1306475 h 6858000"/>
              <a:gd name="connsiteX590" fmla="*/ 1507597 w 7467600"/>
              <a:gd name="connsiteY590" fmla="*/ 1446132 h 6858000"/>
              <a:gd name="connsiteX591" fmla="*/ 1674586 w 7467600"/>
              <a:gd name="connsiteY591" fmla="*/ 1813832 h 6858000"/>
              <a:gd name="connsiteX592" fmla="*/ 1815950 w 7467600"/>
              <a:gd name="connsiteY592" fmla="*/ 2128564 h 6858000"/>
              <a:gd name="connsiteX593" fmla="*/ 1984242 w 7467600"/>
              <a:gd name="connsiteY593" fmla="*/ 2430829 h 6858000"/>
              <a:gd name="connsiteX594" fmla="*/ 2014023 w 7467600"/>
              <a:gd name="connsiteY594" fmla="*/ 2450995 h 6858000"/>
              <a:gd name="connsiteX595" fmla="*/ 1747337 w 7467600"/>
              <a:gd name="connsiteY595" fmla="*/ 1855264 h 6858000"/>
              <a:gd name="connsiteX596" fmla="*/ 1533749 w 7467600"/>
              <a:gd name="connsiteY596" fmla="*/ 1478656 h 6858000"/>
              <a:gd name="connsiteX597" fmla="*/ 1431890 w 7467600"/>
              <a:gd name="connsiteY597" fmla="*/ 1306475 h 6858000"/>
              <a:gd name="connsiteX598" fmla="*/ 5052692 w 7467600"/>
              <a:gd name="connsiteY598" fmla="*/ 1292994 h 6858000"/>
              <a:gd name="connsiteX599" fmla="*/ 5200661 w 7467600"/>
              <a:gd name="connsiteY599" fmla="*/ 1635186 h 6858000"/>
              <a:gd name="connsiteX600" fmla="*/ 5297138 w 7467600"/>
              <a:gd name="connsiteY600" fmla="*/ 1906351 h 6858000"/>
              <a:gd name="connsiteX601" fmla="*/ 5052692 w 7467600"/>
              <a:gd name="connsiteY601" fmla="*/ 1292994 h 6858000"/>
              <a:gd name="connsiteX602" fmla="*/ 5009948 w 7467600"/>
              <a:gd name="connsiteY602" fmla="*/ 1273619 h 6858000"/>
              <a:gd name="connsiteX603" fmla="*/ 5121777 w 7467600"/>
              <a:gd name="connsiteY603" fmla="*/ 1654213 h 6858000"/>
              <a:gd name="connsiteX604" fmla="*/ 5293545 w 7467600"/>
              <a:gd name="connsiteY604" fmla="*/ 2072247 h 6858000"/>
              <a:gd name="connsiteX605" fmla="*/ 5294042 w 7467600"/>
              <a:gd name="connsiteY605" fmla="*/ 2065019 h 6858000"/>
              <a:gd name="connsiteX606" fmla="*/ 5171936 w 7467600"/>
              <a:gd name="connsiteY606" fmla="*/ 1647613 h 6858000"/>
              <a:gd name="connsiteX607" fmla="*/ 5009948 w 7467600"/>
              <a:gd name="connsiteY607" fmla="*/ 1273619 h 6858000"/>
              <a:gd name="connsiteX608" fmla="*/ 655236 w 7467600"/>
              <a:gd name="connsiteY608" fmla="*/ 1268632 h 6858000"/>
              <a:gd name="connsiteX609" fmla="*/ 839521 w 7467600"/>
              <a:gd name="connsiteY609" fmla="*/ 1685315 h 6858000"/>
              <a:gd name="connsiteX610" fmla="*/ 1109416 w 7467600"/>
              <a:gd name="connsiteY610" fmla="*/ 2061663 h 6858000"/>
              <a:gd name="connsiteX611" fmla="*/ 1298300 w 7467600"/>
              <a:gd name="connsiteY611" fmla="*/ 2247742 h 6858000"/>
              <a:gd name="connsiteX612" fmla="*/ 1125871 w 7467600"/>
              <a:gd name="connsiteY612" fmla="*/ 1989513 h 6858000"/>
              <a:gd name="connsiteX613" fmla="*/ 981574 w 7467600"/>
              <a:gd name="connsiteY613" fmla="*/ 1783157 h 6858000"/>
              <a:gd name="connsiteX614" fmla="*/ 922198 w 7467600"/>
              <a:gd name="connsiteY614" fmla="*/ 1677437 h 6858000"/>
              <a:gd name="connsiteX615" fmla="*/ 869293 w 7467600"/>
              <a:gd name="connsiteY615" fmla="*/ 1583214 h 6858000"/>
              <a:gd name="connsiteX616" fmla="*/ 751431 w 7467600"/>
              <a:gd name="connsiteY616" fmla="*/ 1405731 h 6858000"/>
              <a:gd name="connsiteX617" fmla="*/ 655236 w 7467600"/>
              <a:gd name="connsiteY617" fmla="*/ 1268632 h 6858000"/>
              <a:gd name="connsiteX618" fmla="*/ 6516292 w 7467600"/>
              <a:gd name="connsiteY618" fmla="*/ 1263064 h 6858000"/>
              <a:gd name="connsiteX619" fmla="*/ 5736320 w 7467600"/>
              <a:gd name="connsiteY619" fmla="*/ 1501803 h 6858000"/>
              <a:gd name="connsiteX620" fmla="*/ 6516292 w 7467600"/>
              <a:gd name="connsiteY620" fmla="*/ 1263064 h 6858000"/>
              <a:gd name="connsiteX621" fmla="*/ 291466 w 7467600"/>
              <a:gd name="connsiteY621" fmla="*/ 1250369 h 6858000"/>
              <a:gd name="connsiteX622" fmla="*/ 323180 w 7467600"/>
              <a:gd name="connsiteY622" fmla="*/ 1435283 h 6858000"/>
              <a:gd name="connsiteX623" fmla="*/ 349381 w 7467600"/>
              <a:gd name="connsiteY623" fmla="*/ 1875041 h 6858000"/>
              <a:gd name="connsiteX624" fmla="*/ 374363 w 7467600"/>
              <a:gd name="connsiteY624" fmla="*/ 1506494 h 6858000"/>
              <a:gd name="connsiteX625" fmla="*/ 302168 w 7467600"/>
              <a:gd name="connsiteY625" fmla="*/ 1274495 h 6858000"/>
              <a:gd name="connsiteX626" fmla="*/ 291466 w 7467600"/>
              <a:gd name="connsiteY626" fmla="*/ 1250369 h 6858000"/>
              <a:gd name="connsiteX627" fmla="*/ 678222 w 7467600"/>
              <a:gd name="connsiteY627" fmla="*/ 1248670 h 6858000"/>
              <a:gd name="connsiteX628" fmla="*/ 775536 w 7467600"/>
              <a:gd name="connsiteY628" fmla="*/ 1388015 h 6858000"/>
              <a:gd name="connsiteX629" fmla="*/ 894529 w 7467600"/>
              <a:gd name="connsiteY629" fmla="*/ 1567739 h 6858000"/>
              <a:gd name="connsiteX630" fmla="*/ 948000 w 7467600"/>
              <a:gd name="connsiteY630" fmla="*/ 1663088 h 6858000"/>
              <a:gd name="connsiteX631" fmla="*/ 1006812 w 7467600"/>
              <a:gd name="connsiteY631" fmla="*/ 1767683 h 6858000"/>
              <a:gd name="connsiteX632" fmla="*/ 1149133 w 7467600"/>
              <a:gd name="connsiteY632" fmla="*/ 1971513 h 6858000"/>
              <a:gd name="connsiteX633" fmla="*/ 1333952 w 7467600"/>
              <a:gd name="connsiteY633" fmla="*/ 2251620 h 6858000"/>
              <a:gd name="connsiteX634" fmla="*/ 1337329 w 7467600"/>
              <a:gd name="connsiteY634" fmla="*/ 2258350 h 6858000"/>
              <a:gd name="connsiteX635" fmla="*/ 1014726 w 7467600"/>
              <a:gd name="connsiteY635" fmla="*/ 1615556 h 6858000"/>
              <a:gd name="connsiteX636" fmla="*/ 678222 w 7467600"/>
              <a:gd name="connsiteY636" fmla="*/ 1248670 h 6858000"/>
              <a:gd name="connsiteX637" fmla="*/ 6691602 w 7467600"/>
              <a:gd name="connsiteY637" fmla="*/ 1140573 h 6858000"/>
              <a:gd name="connsiteX638" fmla="*/ 6571100 w 7467600"/>
              <a:gd name="connsiteY638" fmla="*/ 1183662 h 6858000"/>
              <a:gd name="connsiteX639" fmla="*/ 6241687 w 7467600"/>
              <a:gd name="connsiteY639" fmla="*/ 1257600 h 6858000"/>
              <a:gd name="connsiteX640" fmla="*/ 5693009 w 7467600"/>
              <a:gd name="connsiteY640" fmla="*/ 1478256 h 6858000"/>
              <a:gd name="connsiteX641" fmla="*/ 6548420 w 7467600"/>
              <a:gd name="connsiteY641" fmla="*/ 1214599 h 6858000"/>
              <a:gd name="connsiteX642" fmla="*/ 6605473 w 7467600"/>
              <a:gd name="connsiteY642" fmla="*/ 1184686 h 6858000"/>
              <a:gd name="connsiteX643" fmla="*/ 6691602 w 7467600"/>
              <a:gd name="connsiteY643" fmla="*/ 1140573 h 6858000"/>
              <a:gd name="connsiteX644" fmla="*/ 4002475 w 7467600"/>
              <a:gd name="connsiteY644" fmla="*/ 1037802 h 6858000"/>
              <a:gd name="connsiteX645" fmla="*/ 4000324 w 7467600"/>
              <a:gd name="connsiteY645" fmla="*/ 1039362 h 6858000"/>
              <a:gd name="connsiteX646" fmla="*/ 4002862 w 7467600"/>
              <a:gd name="connsiteY646" fmla="*/ 1042866 h 6858000"/>
              <a:gd name="connsiteX647" fmla="*/ 4002475 w 7467600"/>
              <a:gd name="connsiteY647" fmla="*/ 1037802 h 6858000"/>
              <a:gd name="connsiteX648" fmla="*/ 506322 w 7467600"/>
              <a:gd name="connsiteY648" fmla="*/ 1020997 h 6858000"/>
              <a:gd name="connsiteX649" fmla="*/ 533068 w 7467600"/>
              <a:gd name="connsiteY649" fmla="*/ 1029409 h 6858000"/>
              <a:gd name="connsiteX650" fmla="*/ 1232525 w 7467600"/>
              <a:gd name="connsiteY650" fmla="*/ 1804675 h 6858000"/>
              <a:gd name="connsiteX651" fmla="*/ 1388858 w 7467600"/>
              <a:gd name="connsiteY651" fmla="*/ 2368011 h 6858000"/>
              <a:gd name="connsiteX652" fmla="*/ 1384098 w 7467600"/>
              <a:gd name="connsiteY652" fmla="*/ 2378125 h 6858000"/>
              <a:gd name="connsiteX653" fmla="*/ 1425393 w 7467600"/>
              <a:gd name="connsiteY653" fmla="*/ 2589124 h 6858000"/>
              <a:gd name="connsiteX654" fmla="*/ 1424001 w 7467600"/>
              <a:gd name="connsiteY654" fmla="*/ 2597541 h 6858000"/>
              <a:gd name="connsiteX655" fmla="*/ 2152729 w 7467600"/>
              <a:gd name="connsiteY655" fmla="*/ 2864487 h 6858000"/>
              <a:gd name="connsiteX656" fmla="*/ 2020609 w 7467600"/>
              <a:gd name="connsiteY656" fmla="*/ 2539671 h 6858000"/>
              <a:gd name="connsiteX657" fmla="*/ 2018920 w 7467600"/>
              <a:gd name="connsiteY657" fmla="*/ 2536309 h 6858000"/>
              <a:gd name="connsiteX658" fmla="*/ 1342441 w 7467600"/>
              <a:gd name="connsiteY658" fmla="*/ 1173017 h 6858000"/>
              <a:gd name="connsiteX659" fmla="*/ 1367925 w 7467600"/>
              <a:gd name="connsiteY659" fmla="*/ 1135648 h 6858000"/>
              <a:gd name="connsiteX660" fmla="*/ 1771401 w 7467600"/>
              <a:gd name="connsiteY660" fmla="*/ 1806673 h 6858000"/>
              <a:gd name="connsiteX661" fmla="*/ 1972385 w 7467600"/>
              <a:gd name="connsiteY661" fmla="*/ 2198735 h 6858000"/>
              <a:gd name="connsiteX662" fmla="*/ 2040892 w 7467600"/>
              <a:gd name="connsiteY662" fmla="*/ 2405205 h 6858000"/>
              <a:gd name="connsiteX663" fmla="*/ 2131689 w 7467600"/>
              <a:gd name="connsiteY663" fmla="*/ 1936926 h 6858000"/>
              <a:gd name="connsiteX664" fmla="*/ 2454820 w 7467600"/>
              <a:gd name="connsiteY664" fmla="*/ 1248808 h 6858000"/>
              <a:gd name="connsiteX665" fmla="*/ 2492512 w 7467600"/>
              <a:gd name="connsiteY665" fmla="*/ 1302920 h 6858000"/>
              <a:gd name="connsiteX666" fmla="*/ 2081216 w 7467600"/>
              <a:gd name="connsiteY666" fmla="*/ 2527513 h 6858000"/>
              <a:gd name="connsiteX667" fmla="*/ 2081211 w 7467600"/>
              <a:gd name="connsiteY667" fmla="*/ 2528916 h 6858000"/>
              <a:gd name="connsiteX668" fmla="*/ 2199067 w 7467600"/>
              <a:gd name="connsiteY668" fmla="*/ 2884061 h 6858000"/>
              <a:gd name="connsiteX669" fmla="*/ 3192586 w 7467600"/>
              <a:gd name="connsiteY669" fmla="*/ 3411496 h 6858000"/>
              <a:gd name="connsiteX670" fmla="*/ 3182620 w 7467600"/>
              <a:gd name="connsiteY670" fmla="*/ 3483279 h 6858000"/>
              <a:gd name="connsiteX671" fmla="*/ 2435119 w 7467600"/>
              <a:gd name="connsiteY671" fmla="*/ 3080173 h 6858000"/>
              <a:gd name="connsiteX672" fmla="*/ 2410152 w 7467600"/>
              <a:gd name="connsiteY672" fmla="*/ 3063751 h 6858000"/>
              <a:gd name="connsiteX673" fmla="*/ 2408099 w 7467600"/>
              <a:gd name="connsiteY673" fmla="*/ 3064403 h 6858000"/>
              <a:gd name="connsiteX674" fmla="*/ 2407218 w 7467600"/>
              <a:gd name="connsiteY674" fmla="*/ 3070324 h 6858000"/>
              <a:gd name="connsiteX675" fmla="*/ 2380138 w 7467600"/>
              <a:gd name="connsiteY675" fmla="*/ 3099341 h 6858000"/>
              <a:gd name="connsiteX676" fmla="*/ 1765923 w 7467600"/>
              <a:gd name="connsiteY676" fmla="*/ 3581043 h 6858000"/>
              <a:gd name="connsiteX677" fmla="*/ 1702258 w 7467600"/>
              <a:gd name="connsiteY677" fmla="*/ 3612286 h 6858000"/>
              <a:gd name="connsiteX678" fmla="*/ 1538370 w 7467600"/>
              <a:gd name="connsiteY678" fmla="*/ 3811804 h 6858000"/>
              <a:gd name="connsiteX679" fmla="*/ 542867 w 7467600"/>
              <a:gd name="connsiteY679" fmla="*/ 4944092 h 6858000"/>
              <a:gd name="connsiteX680" fmla="*/ 515800 w 7467600"/>
              <a:gd name="connsiteY680" fmla="*/ 4862180 h 6858000"/>
              <a:gd name="connsiteX681" fmla="*/ 909145 w 7467600"/>
              <a:gd name="connsiteY681" fmla="*/ 4199225 h 6858000"/>
              <a:gd name="connsiteX682" fmla="*/ 1214067 w 7467600"/>
              <a:gd name="connsiteY682" fmla="*/ 3908561 h 6858000"/>
              <a:gd name="connsiteX683" fmla="*/ 640967 w 7467600"/>
              <a:gd name="connsiteY683" fmla="*/ 4105601 h 6858000"/>
              <a:gd name="connsiteX684" fmla="*/ 112563 w 7467600"/>
              <a:gd name="connsiteY684" fmla="*/ 4396952 h 6858000"/>
              <a:gd name="connsiteX685" fmla="*/ 0 w 7467600"/>
              <a:gd name="connsiteY685" fmla="*/ 4466006 h 6858000"/>
              <a:gd name="connsiteX686" fmla="*/ 0 w 7467600"/>
              <a:gd name="connsiteY686" fmla="*/ 4233763 h 6858000"/>
              <a:gd name="connsiteX687" fmla="*/ 36881 w 7467600"/>
              <a:gd name="connsiteY687" fmla="*/ 4200118 h 6858000"/>
              <a:gd name="connsiteX688" fmla="*/ 910534 w 7467600"/>
              <a:gd name="connsiteY688" fmla="*/ 3629753 h 6858000"/>
              <a:gd name="connsiteX689" fmla="*/ 1578717 w 7467600"/>
              <a:gd name="connsiteY689" fmla="*/ 3575982 h 6858000"/>
              <a:gd name="connsiteX690" fmla="*/ 2338780 w 7467600"/>
              <a:gd name="connsiteY690" fmla="*/ 3033725 h 6858000"/>
              <a:gd name="connsiteX691" fmla="*/ 1807991 w 7467600"/>
              <a:gd name="connsiteY691" fmla="*/ 2807184 h 6858000"/>
              <a:gd name="connsiteX692" fmla="*/ 1416358 w 7467600"/>
              <a:gd name="connsiteY692" fmla="*/ 3112571 h 6858000"/>
              <a:gd name="connsiteX693" fmla="*/ 939066 w 7467600"/>
              <a:gd name="connsiteY693" fmla="*/ 3378798 h 6858000"/>
              <a:gd name="connsiteX694" fmla="*/ 115099 w 7467600"/>
              <a:gd name="connsiteY694" fmla="*/ 3607650 h 6858000"/>
              <a:gd name="connsiteX695" fmla="*/ 97284 w 7467600"/>
              <a:gd name="connsiteY695" fmla="*/ 3520393 h 6858000"/>
              <a:gd name="connsiteX696" fmla="*/ 922050 w 7467600"/>
              <a:gd name="connsiteY696" fmla="*/ 3074867 h 6858000"/>
              <a:gd name="connsiteX697" fmla="*/ 1405265 w 7467600"/>
              <a:gd name="connsiteY697" fmla="*/ 3016319 h 6858000"/>
              <a:gd name="connsiteX698" fmla="*/ 1407512 w 7467600"/>
              <a:gd name="connsiteY698" fmla="*/ 3018001 h 6858000"/>
              <a:gd name="connsiteX699" fmla="*/ 1726266 w 7467600"/>
              <a:gd name="connsiteY699" fmla="*/ 2777274 h 6858000"/>
              <a:gd name="connsiteX700" fmla="*/ 625390 w 7467600"/>
              <a:gd name="connsiteY700" fmla="*/ 2514541 h 6858000"/>
              <a:gd name="connsiteX701" fmla="*/ 619799 w 7467600"/>
              <a:gd name="connsiteY701" fmla="*/ 2527180 h 6858000"/>
              <a:gd name="connsiteX702" fmla="*/ 310030 w 7467600"/>
              <a:gd name="connsiteY702" fmla="*/ 2771818 h 6858000"/>
              <a:gd name="connsiteX703" fmla="*/ 173877 w 7467600"/>
              <a:gd name="connsiteY703" fmla="*/ 2937056 h 6858000"/>
              <a:gd name="connsiteX704" fmla="*/ 77889 w 7467600"/>
              <a:gd name="connsiteY704" fmla="*/ 3138440 h 6858000"/>
              <a:gd name="connsiteX705" fmla="*/ 0 w 7467600"/>
              <a:gd name="connsiteY705" fmla="*/ 3271395 h 6858000"/>
              <a:gd name="connsiteX706" fmla="*/ 0 w 7467600"/>
              <a:gd name="connsiteY706" fmla="*/ 3153002 h 6858000"/>
              <a:gd name="connsiteX707" fmla="*/ 2386 w 7467600"/>
              <a:gd name="connsiteY707" fmla="*/ 3149203 h 6858000"/>
              <a:gd name="connsiteX708" fmla="*/ 89753 w 7467600"/>
              <a:gd name="connsiteY708" fmla="*/ 2987702 h 6858000"/>
              <a:gd name="connsiteX709" fmla="*/ 76869 w 7467600"/>
              <a:gd name="connsiteY709" fmla="*/ 3005404 h 6858000"/>
              <a:gd name="connsiteX710" fmla="*/ 32049 w 7467600"/>
              <a:gd name="connsiteY710" fmla="*/ 3065814 h 6858000"/>
              <a:gd name="connsiteX711" fmla="*/ 0 w 7467600"/>
              <a:gd name="connsiteY711" fmla="*/ 3108744 h 6858000"/>
              <a:gd name="connsiteX712" fmla="*/ 0 w 7467600"/>
              <a:gd name="connsiteY712" fmla="*/ 3058059 h 6858000"/>
              <a:gd name="connsiteX713" fmla="*/ 7610 w 7467600"/>
              <a:gd name="connsiteY713" fmla="*/ 3047889 h 6858000"/>
              <a:gd name="connsiteX714" fmla="*/ 52419 w 7467600"/>
              <a:gd name="connsiteY714" fmla="*/ 2987479 h 6858000"/>
              <a:gd name="connsiteX715" fmla="*/ 59142 w 7467600"/>
              <a:gd name="connsiteY715" fmla="*/ 2978488 h 6858000"/>
              <a:gd name="connsiteX716" fmla="*/ 0 w 7467600"/>
              <a:gd name="connsiteY716" fmla="*/ 3015334 h 6858000"/>
              <a:gd name="connsiteX717" fmla="*/ 0 w 7467600"/>
              <a:gd name="connsiteY717" fmla="*/ 2914286 h 6858000"/>
              <a:gd name="connsiteX718" fmla="*/ 36383 w 7467600"/>
              <a:gd name="connsiteY718" fmla="*/ 2901128 h 6858000"/>
              <a:gd name="connsiteX719" fmla="*/ 156329 w 7467600"/>
              <a:gd name="connsiteY719" fmla="*/ 2840533 h 6858000"/>
              <a:gd name="connsiteX720" fmla="*/ 358355 w 7467600"/>
              <a:gd name="connsiteY720" fmla="*/ 2620471 h 6858000"/>
              <a:gd name="connsiteX721" fmla="*/ 510577 w 7467600"/>
              <a:gd name="connsiteY721" fmla="*/ 2501244 h 6858000"/>
              <a:gd name="connsiteX722" fmla="*/ 211967 w 7467600"/>
              <a:gd name="connsiteY722" fmla="*/ 2479171 h 6858000"/>
              <a:gd name="connsiteX723" fmla="*/ 0 w 7467600"/>
              <a:gd name="connsiteY723" fmla="*/ 2476398 h 6858000"/>
              <a:gd name="connsiteX724" fmla="*/ 0 w 7467600"/>
              <a:gd name="connsiteY724" fmla="*/ 2389189 h 6858000"/>
              <a:gd name="connsiteX725" fmla="*/ 103062 w 7467600"/>
              <a:gd name="connsiteY725" fmla="*/ 2389518 h 6858000"/>
              <a:gd name="connsiteX726" fmla="*/ 510734 w 7467600"/>
              <a:gd name="connsiteY726" fmla="*/ 2416201 h 6858000"/>
              <a:gd name="connsiteX727" fmla="*/ 279257 w 7467600"/>
              <a:gd name="connsiteY727" fmla="*/ 2092102 h 6858000"/>
              <a:gd name="connsiteX728" fmla="*/ 65265 w 7467600"/>
              <a:gd name="connsiteY728" fmla="*/ 2006049 h 6858000"/>
              <a:gd name="connsiteX729" fmla="*/ 0 w 7467600"/>
              <a:gd name="connsiteY729" fmla="*/ 1982532 h 6858000"/>
              <a:gd name="connsiteX730" fmla="*/ 0 w 7467600"/>
              <a:gd name="connsiteY730" fmla="*/ 1912789 h 6858000"/>
              <a:gd name="connsiteX731" fmla="*/ 97460 w 7467600"/>
              <a:gd name="connsiteY731" fmla="*/ 1953725 h 6858000"/>
              <a:gd name="connsiteX732" fmla="*/ 221272 w 7467600"/>
              <a:gd name="connsiteY732" fmla="*/ 1980766 h 6858000"/>
              <a:gd name="connsiteX733" fmla="*/ 116765 w 7467600"/>
              <a:gd name="connsiteY733" fmla="*/ 1911033 h 6858000"/>
              <a:gd name="connsiteX734" fmla="*/ 16405 w 7467600"/>
              <a:gd name="connsiteY734" fmla="*/ 1803412 h 6858000"/>
              <a:gd name="connsiteX735" fmla="*/ 0 w 7467600"/>
              <a:gd name="connsiteY735" fmla="*/ 1784777 h 6858000"/>
              <a:gd name="connsiteX736" fmla="*/ 0 w 7467600"/>
              <a:gd name="connsiteY736" fmla="*/ 1740082 h 6858000"/>
              <a:gd name="connsiteX737" fmla="*/ 39394 w 7467600"/>
              <a:gd name="connsiteY737" fmla="*/ 1784856 h 6858000"/>
              <a:gd name="connsiteX738" fmla="*/ 135813 w 7467600"/>
              <a:gd name="connsiteY738" fmla="*/ 1888838 h 6858000"/>
              <a:gd name="connsiteX739" fmla="*/ 242575 w 7467600"/>
              <a:gd name="connsiteY739" fmla="*/ 1958841 h 6858000"/>
              <a:gd name="connsiteX740" fmla="*/ 82197 w 7467600"/>
              <a:gd name="connsiteY740" fmla="*/ 1754826 h 6858000"/>
              <a:gd name="connsiteX741" fmla="*/ 0 w 7467600"/>
              <a:gd name="connsiteY741" fmla="*/ 1679650 h 6858000"/>
              <a:gd name="connsiteX742" fmla="*/ 0 w 7467600"/>
              <a:gd name="connsiteY742" fmla="*/ 1602463 h 6858000"/>
              <a:gd name="connsiteX743" fmla="*/ 84689 w 7467600"/>
              <a:gd name="connsiteY743" fmla="*/ 1677442 h 6858000"/>
              <a:gd name="connsiteX744" fmla="*/ 298437 w 7467600"/>
              <a:gd name="connsiteY744" fmla="*/ 1968019 h 6858000"/>
              <a:gd name="connsiteX745" fmla="*/ 227269 w 7467600"/>
              <a:gd name="connsiteY745" fmla="*/ 1114064 h 6858000"/>
              <a:gd name="connsiteX746" fmla="*/ 248003 w 7467600"/>
              <a:gd name="connsiteY746" fmla="*/ 1089613 h 6858000"/>
              <a:gd name="connsiteX747" fmla="*/ 427020 w 7467600"/>
              <a:gd name="connsiteY747" fmla="*/ 1619803 h 6858000"/>
              <a:gd name="connsiteX748" fmla="*/ 340345 w 7467600"/>
              <a:gd name="connsiteY748" fmla="*/ 2027739 h 6858000"/>
              <a:gd name="connsiteX749" fmla="*/ 360865 w 7467600"/>
              <a:gd name="connsiteY749" fmla="*/ 2044827 h 6858000"/>
              <a:gd name="connsiteX750" fmla="*/ 560414 w 7467600"/>
              <a:gd name="connsiteY750" fmla="*/ 2421457 h 6858000"/>
              <a:gd name="connsiteX751" fmla="*/ 1359703 w 7467600"/>
              <a:gd name="connsiteY751" fmla="*/ 2578554 h 6858000"/>
              <a:gd name="connsiteX752" fmla="*/ 1359422 w 7467600"/>
              <a:gd name="connsiteY752" fmla="*/ 2577994 h 6858000"/>
              <a:gd name="connsiteX753" fmla="*/ 828701 w 7467600"/>
              <a:gd name="connsiteY753" fmla="*/ 1839520 h 6858000"/>
              <a:gd name="connsiteX754" fmla="*/ 494427 w 7467600"/>
              <a:gd name="connsiteY754" fmla="*/ 1092333 h 6858000"/>
              <a:gd name="connsiteX755" fmla="*/ 506322 w 7467600"/>
              <a:gd name="connsiteY755" fmla="*/ 1020997 h 6858000"/>
              <a:gd name="connsiteX756" fmla="*/ 4570198 w 7467600"/>
              <a:gd name="connsiteY756" fmla="*/ 978081 h 6858000"/>
              <a:gd name="connsiteX757" fmla="*/ 4523691 w 7467600"/>
              <a:gd name="connsiteY757" fmla="*/ 1127776 h 6858000"/>
              <a:gd name="connsiteX758" fmla="*/ 4509875 w 7467600"/>
              <a:gd name="connsiteY758" fmla="*/ 1167552 h 6858000"/>
              <a:gd name="connsiteX759" fmla="*/ 4478168 w 7467600"/>
              <a:gd name="connsiteY759" fmla="*/ 1260735 h 6858000"/>
              <a:gd name="connsiteX760" fmla="*/ 4409309 w 7467600"/>
              <a:gd name="connsiteY760" fmla="*/ 1666996 h 6858000"/>
              <a:gd name="connsiteX761" fmla="*/ 4370031 w 7467600"/>
              <a:gd name="connsiteY761" fmla="*/ 1955666 h 6858000"/>
              <a:gd name="connsiteX762" fmla="*/ 4570198 w 7467600"/>
              <a:gd name="connsiteY762" fmla="*/ 978081 h 6858000"/>
              <a:gd name="connsiteX763" fmla="*/ 4557898 w 7467600"/>
              <a:gd name="connsiteY763" fmla="*/ 900011 h 6858000"/>
              <a:gd name="connsiteX764" fmla="*/ 4344840 w 7467600"/>
              <a:gd name="connsiteY764" fmla="*/ 1922038 h 6858000"/>
              <a:gd name="connsiteX765" fmla="*/ 4378710 w 7467600"/>
              <a:gd name="connsiteY765" fmla="*/ 1665516 h 6858000"/>
              <a:gd name="connsiteX766" fmla="*/ 4448798 w 7467600"/>
              <a:gd name="connsiteY766" fmla="*/ 1253024 h 6858000"/>
              <a:gd name="connsiteX767" fmla="*/ 4480315 w 7467600"/>
              <a:gd name="connsiteY767" fmla="*/ 1158454 h 6858000"/>
              <a:gd name="connsiteX768" fmla="*/ 4494133 w 7467600"/>
              <a:gd name="connsiteY768" fmla="*/ 1118676 h 6858000"/>
              <a:gd name="connsiteX769" fmla="*/ 4557898 w 7467600"/>
              <a:gd name="connsiteY769" fmla="*/ 900011 h 6858000"/>
              <a:gd name="connsiteX770" fmla="*/ 5870151 w 7467600"/>
              <a:gd name="connsiteY770" fmla="*/ 898890 h 6858000"/>
              <a:gd name="connsiteX771" fmla="*/ 5861335 w 7467600"/>
              <a:gd name="connsiteY771" fmla="*/ 899177 h 6858000"/>
              <a:gd name="connsiteX772" fmla="*/ 5843702 w 7467600"/>
              <a:gd name="connsiteY772" fmla="*/ 899748 h 6858000"/>
              <a:gd name="connsiteX773" fmla="*/ 5651107 w 7467600"/>
              <a:gd name="connsiteY773" fmla="*/ 920306 h 6858000"/>
              <a:gd name="connsiteX774" fmla="*/ 5459407 w 7467600"/>
              <a:gd name="connsiteY774" fmla="*/ 940975 h 6858000"/>
              <a:gd name="connsiteX775" fmla="*/ 5374846 w 7467600"/>
              <a:gd name="connsiteY775" fmla="*/ 941988 h 6858000"/>
              <a:gd name="connsiteX776" fmla="*/ 5256105 w 7467600"/>
              <a:gd name="connsiteY776" fmla="*/ 945632 h 6858000"/>
              <a:gd name="connsiteX777" fmla="*/ 5107071 w 7467600"/>
              <a:gd name="connsiteY777" fmla="*/ 969720 h 6858000"/>
              <a:gd name="connsiteX778" fmla="*/ 4998681 w 7467600"/>
              <a:gd name="connsiteY778" fmla="*/ 988771 h 6858000"/>
              <a:gd name="connsiteX779" fmla="*/ 5870151 w 7467600"/>
              <a:gd name="connsiteY779" fmla="*/ 898890 h 6858000"/>
              <a:gd name="connsiteX780" fmla="*/ 5504425 w 7467600"/>
              <a:gd name="connsiteY780" fmla="*/ 848067 h 6858000"/>
              <a:gd name="connsiteX781" fmla="*/ 4968849 w 7467600"/>
              <a:gd name="connsiteY781" fmla="*/ 962318 h 6858000"/>
              <a:gd name="connsiteX782" fmla="*/ 5104039 w 7467600"/>
              <a:gd name="connsiteY782" fmla="*/ 940634 h 6858000"/>
              <a:gd name="connsiteX783" fmla="*/ 5256311 w 7467600"/>
              <a:gd name="connsiteY783" fmla="*/ 916490 h 6858000"/>
              <a:gd name="connsiteX784" fmla="*/ 5377381 w 7467600"/>
              <a:gd name="connsiteY784" fmla="*/ 912671 h 6858000"/>
              <a:gd name="connsiteX785" fmla="*/ 5460148 w 7467600"/>
              <a:gd name="connsiteY785" fmla="*/ 911442 h 6858000"/>
              <a:gd name="connsiteX786" fmla="*/ 5648971 w 7467600"/>
              <a:gd name="connsiteY786" fmla="*/ 891331 h 6858000"/>
              <a:gd name="connsiteX787" fmla="*/ 5844807 w 7467600"/>
              <a:gd name="connsiteY787" fmla="*/ 870718 h 6858000"/>
              <a:gd name="connsiteX788" fmla="*/ 5862975 w 7467600"/>
              <a:gd name="connsiteY788" fmla="*/ 869756 h 6858000"/>
              <a:gd name="connsiteX789" fmla="*/ 5920887 w 7467600"/>
              <a:gd name="connsiteY789" fmla="*/ 865929 h 6858000"/>
              <a:gd name="connsiteX790" fmla="*/ 5504425 w 7467600"/>
              <a:gd name="connsiteY790" fmla="*/ 848067 h 6858000"/>
              <a:gd name="connsiteX791" fmla="*/ 3607114 w 7467600"/>
              <a:gd name="connsiteY791" fmla="*/ 467441 h 6858000"/>
              <a:gd name="connsiteX792" fmla="*/ 3296242 w 7467600"/>
              <a:gd name="connsiteY792" fmla="*/ 807991 h 6858000"/>
              <a:gd name="connsiteX793" fmla="*/ 3174674 w 7467600"/>
              <a:gd name="connsiteY793" fmla="*/ 919759 h 6858000"/>
              <a:gd name="connsiteX794" fmla="*/ 3042978 w 7467600"/>
              <a:gd name="connsiteY794" fmla="*/ 1054894 h 6858000"/>
              <a:gd name="connsiteX795" fmla="*/ 2968914 w 7467600"/>
              <a:gd name="connsiteY795" fmla="*/ 1133756 h 6858000"/>
              <a:gd name="connsiteX796" fmla="*/ 3103823 w 7467600"/>
              <a:gd name="connsiteY796" fmla="*/ 1026814 h 6858000"/>
              <a:gd name="connsiteX797" fmla="*/ 3607114 w 7467600"/>
              <a:gd name="connsiteY797" fmla="*/ 467441 h 6858000"/>
              <a:gd name="connsiteX798" fmla="*/ 3744487 w 7467600"/>
              <a:gd name="connsiteY798" fmla="*/ 383136 h 6858000"/>
              <a:gd name="connsiteX799" fmla="*/ 3970213 w 7467600"/>
              <a:gd name="connsiteY799" fmla="*/ 995559 h 6858000"/>
              <a:gd name="connsiteX800" fmla="*/ 3744487 w 7467600"/>
              <a:gd name="connsiteY800" fmla="*/ 383136 h 6858000"/>
              <a:gd name="connsiteX801" fmla="*/ 3624562 w 7467600"/>
              <a:gd name="connsiteY801" fmla="*/ 367041 h 6858000"/>
              <a:gd name="connsiteX802" fmla="*/ 3489712 w 7467600"/>
              <a:gd name="connsiteY802" fmla="*/ 485386 h 6858000"/>
              <a:gd name="connsiteX803" fmla="*/ 3182994 w 7467600"/>
              <a:gd name="connsiteY803" fmla="*/ 828265 h 6858000"/>
              <a:gd name="connsiteX804" fmla="*/ 2892114 w 7467600"/>
              <a:gd name="connsiteY804" fmla="*/ 1172635 h 6858000"/>
              <a:gd name="connsiteX805" fmla="*/ 3021459 w 7467600"/>
              <a:gd name="connsiteY805" fmla="*/ 1035385 h 6858000"/>
              <a:gd name="connsiteX806" fmla="*/ 3153873 w 7467600"/>
              <a:gd name="connsiteY806" fmla="*/ 898971 h 6858000"/>
              <a:gd name="connsiteX807" fmla="*/ 3276511 w 7467600"/>
              <a:gd name="connsiteY807" fmla="*/ 786423 h 6858000"/>
              <a:gd name="connsiteX808" fmla="*/ 3584154 w 7467600"/>
              <a:gd name="connsiteY808" fmla="*/ 448218 h 6858000"/>
              <a:gd name="connsiteX809" fmla="*/ 3624562 w 7467600"/>
              <a:gd name="connsiteY809" fmla="*/ 367041 h 6858000"/>
              <a:gd name="connsiteX810" fmla="*/ 3766672 w 7467600"/>
              <a:gd name="connsiteY810" fmla="*/ 359429 h 6858000"/>
              <a:gd name="connsiteX811" fmla="*/ 3996338 w 7467600"/>
              <a:gd name="connsiteY811" fmla="*/ 968237 h 6858000"/>
              <a:gd name="connsiteX812" fmla="*/ 3766672 w 7467600"/>
              <a:gd name="connsiteY812" fmla="*/ 359429 h 6858000"/>
              <a:gd name="connsiteX813" fmla="*/ 5805386 w 7467600"/>
              <a:gd name="connsiteY813" fmla="*/ 239240 h 6858000"/>
              <a:gd name="connsiteX814" fmla="*/ 5736947 w 7467600"/>
              <a:gd name="connsiteY814" fmla="*/ 261367 h 6858000"/>
              <a:gd name="connsiteX815" fmla="*/ 5427012 w 7467600"/>
              <a:gd name="connsiteY815" fmla="*/ 311272 h 6858000"/>
              <a:gd name="connsiteX816" fmla="*/ 5147818 w 7467600"/>
              <a:gd name="connsiteY816" fmla="*/ 322112 h 6858000"/>
              <a:gd name="connsiteX817" fmla="*/ 5060854 w 7467600"/>
              <a:gd name="connsiteY817" fmla="*/ 311882 h 6858000"/>
              <a:gd name="connsiteX818" fmla="*/ 4945989 w 7467600"/>
              <a:gd name="connsiteY818" fmla="*/ 300516 h 6858000"/>
              <a:gd name="connsiteX819" fmla="*/ 5410479 w 7467600"/>
              <a:gd name="connsiteY819" fmla="*/ 348434 h 6858000"/>
              <a:gd name="connsiteX820" fmla="*/ 5805386 w 7467600"/>
              <a:gd name="connsiteY820" fmla="*/ 239240 h 6858000"/>
              <a:gd name="connsiteX821" fmla="*/ 5905192 w 7467600"/>
              <a:gd name="connsiteY821" fmla="*/ 163079 h 6858000"/>
              <a:gd name="connsiteX822" fmla="*/ 5865655 w 7467600"/>
              <a:gd name="connsiteY822" fmla="*/ 171901 h 6858000"/>
              <a:gd name="connsiteX823" fmla="*/ 5259740 w 7467600"/>
              <a:gd name="connsiteY823" fmla="*/ 257013 h 6858000"/>
              <a:gd name="connsiteX824" fmla="*/ 5208466 w 7467600"/>
              <a:gd name="connsiteY824" fmla="*/ 257550 h 6858000"/>
              <a:gd name="connsiteX825" fmla="*/ 4980204 w 7467600"/>
              <a:gd name="connsiteY825" fmla="*/ 271903 h 6858000"/>
              <a:gd name="connsiteX826" fmla="*/ 5068068 w 7467600"/>
              <a:gd name="connsiteY826" fmla="*/ 282244 h 6858000"/>
              <a:gd name="connsiteX827" fmla="*/ 5153231 w 7467600"/>
              <a:gd name="connsiteY827" fmla="*/ 292240 h 6858000"/>
              <a:gd name="connsiteX828" fmla="*/ 5426491 w 7467600"/>
              <a:gd name="connsiteY828" fmla="*/ 281128 h 6858000"/>
              <a:gd name="connsiteX829" fmla="*/ 5731212 w 7467600"/>
              <a:gd name="connsiteY829" fmla="*/ 231951 h 6858000"/>
              <a:gd name="connsiteX830" fmla="*/ 5905192 w 7467600"/>
              <a:gd name="connsiteY830" fmla="*/ 163079 h 6858000"/>
              <a:gd name="connsiteX831" fmla="*/ 5944437 w 7467600"/>
              <a:gd name="connsiteY831" fmla="*/ 113829 h 6858000"/>
              <a:gd name="connsiteX832" fmla="*/ 5825032 w 7467600"/>
              <a:gd name="connsiteY832" fmla="*/ 146405 h 6858000"/>
              <a:gd name="connsiteX833" fmla="*/ 4955599 w 7467600"/>
              <a:gd name="connsiteY833" fmla="*/ 247008 h 6858000"/>
              <a:gd name="connsiteX834" fmla="*/ 5210104 w 7467600"/>
              <a:gd name="connsiteY834" fmla="*/ 228123 h 6858000"/>
              <a:gd name="connsiteX835" fmla="*/ 5261015 w 7467600"/>
              <a:gd name="connsiteY835" fmla="*/ 227087 h 6858000"/>
              <a:gd name="connsiteX836" fmla="*/ 5861181 w 7467600"/>
              <a:gd name="connsiteY836" fmla="*/ 143093 h 6858000"/>
              <a:gd name="connsiteX837" fmla="*/ 5961252 w 7467600"/>
              <a:gd name="connsiteY837" fmla="*/ 114820 h 6858000"/>
              <a:gd name="connsiteX838" fmla="*/ 5944437 w 7467600"/>
              <a:gd name="connsiteY838" fmla="*/ 113829 h 6858000"/>
              <a:gd name="connsiteX839" fmla="*/ 3882765 w 7467600"/>
              <a:gd name="connsiteY839" fmla="*/ 0 h 6858000"/>
              <a:gd name="connsiteX840" fmla="*/ 3995099 w 7467600"/>
              <a:gd name="connsiteY840" fmla="*/ 0 h 6858000"/>
              <a:gd name="connsiteX841" fmla="*/ 4163818 w 7467600"/>
              <a:gd name="connsiteY841" fmla="*/ 234104 h 6858000"/>
              <a:gd name="connsiteX842" fmla="*/ 4172099 w 7467600"/>
              <a:gd name="connsiteY842" fmla="*/ 234207 h 6858000"/>
              <a:gd name="connsiteX843" fmla="*/ 4784282 w 7467600"/>
              <a:gd name="connsiteY843" fmla="*/ 276561 h 6858000"/>
              <a:gd name="connsiteX844" fmla="*/ 4801687 w 7467600"/>
              <a:gd name="connsiteY844" fmla="*/ 267764 h 6858000"/>
              <a:gd name="connsiteX845" fmla="*/ 6082788 w 7467600"/>
              <a:gd name="connsiteY845" fmla="*/ 64119 h 6858000"/>
              <a:gd name="connsiteX846" fmla="*/ 6099442 w 7467600"/>
              <a:gd name="connsiteY846" fmla="*/ 82568 h 6858000"/>
              <a:gd name="connsiteX847" fmla="*/ 4804137 w 7467600"/>
              <a:gd name="connsiteY847" fmla="*/ 320931 h 6858000"/>
              <a:gd name="connsiteX848" fmla="*/ 4227047 w 7467600"/>
              <a:gd name="connsiteY848" fmla="*/ 313415 h 6858000"/>
              <a:gd name="connsiteX849" fmla="*/ 4346041 w 7467600"/>
              <a:gd name="connsiteY849" fmla="*/ 456086 h 6858000"/>
              <a:gd name="connsiteX850" fmla="*/ 4870967 w 7467600"/>
              <a:gd name="connsiteY850" fmla="*/ 963061 h 6858000"/>
              <a:gd name="connsiteX851" fmla="*/ 4889647 w 7467600"/>
              <a:gd name="connsiteY851" fmla="*/ 957147 h 6858000"/>
              <a:gd name="connsiteX852" fmla="*/ 5422504 w 7467600"/>
              <a:gd name="connsiteY852" fmla="*/ 805191 h 6858000"/>
              <a:gd name="connsiteX853" fmla="*/ 6087656 w 7467600"/>
              <a:gd name="connsiteY853" fmla="*/ 826703 h 6858000"/>
              <a:gd name="connsiteX854" fmla="*/ 6058717 w 7467600"/>
              <a:gd name="connsiteY854" fmla="*/ 865992 h 6858000"/>
              <a:gd name="connsiteX855" fmla="*/ 4974153 w 7467600"/>
              <a:gd name="connsiteY855" fmla="*/ 1045456 h 6858000"/>
              <a:gd name="connsiteX856" fmla="*/ 5627835 w 7467600"/>
              <a:gd name="connsiteY856" fmla="*/ 1472077 h 6858000"/>
              <a:gd name="connsiteX857" fmla="*/ 5629817 w 7467600"/>
              <a:gd name="connsiteY857" fmla="*/ 1471412 h 6858000"/>
              <a:gd name="connsiteX858" fmla="*/ 5634124 w 7467600"/>
              <a:gd name="connsiteY858" fmla="*/ 1470572 h 6858000"/>
              <a:gd name="connsiteX859" fmla="*/ 5755832 w 7467600"/>
              <a:gd name="connsiteY859" fmla="*/ 1383886 h 6858000"/>
              <a:gd name="connsiteX860" fmla="*/ 6014186 w 7467600"/>
              <a:gd name="connsiteY860" fmla="*/ 1279799 h 6858000"/>
              <a:gd name="connsiteX861" fmla="*/ 6901619 w 7467600"/>
              <a:gd name="connsiteY861" fmla="*/ 1047874 h 6858000"/>
              <a:gd name="connsiteX862" fmla="*/ 6931566 w 7467600"/>
              <a:gd name="connsiteY862" fmla="*/ 1062034 h 6858000"/>
              <a:gd name="connsiteX863" fmla="*/ 5790982 w 7467600"/>
              <a:gd name="connsiteY863" fmla="*/ 1561380 h 6858000"/>
              <a:gd name="connsiteX864" fmla="*/ 6188971 w 7467600"/>
              <a:gd name="connsiteY864" fmla="*/ 1755168 h 6858000"/>
              <a:gd name="connsiteX865" fmla="*/ 6202446 w 7467600"/>
              <a:gd name="connsiteY865" fmla="*/ 1752268 h 6858000"/>
              <a:gd name="connsiteX866" fmla="*/ 7179560 w 7467600"/>
              <a:gd name="connsiteY866" fmla="*/ 1467551 h 6858000"/>
              <a:gd name="connsiteX867" fmla="*/ 7158730 w 7467600"/>
              <a:gd name="connsiteY867" fmla="*/ 1507835 h 6858000"/>
              <a:gd name="connsiteX868" fmla="*/ 6326959 w 7467600"/>
              <a:gd name="connsiteY868" fmla="*/ 1817686 h 6858000"/>
              <a:gd name="connsiteX869" fmla="*/ 6537433 w 7467600"/>
              <a:gd name="connsiteY869" fmla="*/ 1907790 h 6858000"/>
              <a:gd name="connsiteX870" fmla="*/ 6550221 w 7467600"/>
              <a:gd name="connsiteY870" fmla="*/ 1910729 h 6858000"/>
              <a:gd name="connsiteX871" fmla="*/ 6964438 w 7467600"/>
              <a:gd name="connsiteY871" fmla="*/ 2209505 h 6858000"/>
              <a:gd name="connsiteX872" fmla="*/ 7367862 w 7467600"/>
              <a:gd name="connsiteY872" fmla="*/ 2806833 h 6858000"/>
              <a:gd name="connsiteX873" fmla="*/ 7364329 w 7467600"/>
              <a:gd name="connsiteY873" fmla="*/ 2826907 h 6858000"/>
              <a:gd name="connsiteX874" fmla="*/ 7290545 w 7467600"/>
              <a:gd name="connsiteY874" fmla="*/ 2850663 h 6858000"/>
              <a:gd name="connsiteX875" fmla="*/ 6472036 w 7467600"/>
              <a:gd name="connsiteY875" fmla="*/ 1959003 h 6858000"/>
              <a:gd name="connsiteX876" fmla="*/ 5792897 w 7467600"/>
              <a:gd name="connsiteY876" fmla="*/ 1647747 h 6858000"/>
              <a:gd name="connsiteX877" fmla="*/ 5842751 w 7467600"/>
              <a:gd name="connsiteY877" fmla="*/ 1816112 h 6858000"/>
              <a:gd name="connsiteX878" fmla="*/ 5847424 w 7467600"/>
              <a:gd name="connsiteY878" fmla="*/ 1815776 h 6858000"/>
              <a:gd name="connsiteX879" fmla="*/ 6399821 w 7467600"/>
              <a:gd name="connsiteY879" fmla="*/ 2344799 h 6858000"/>
              <a:gd name="connsiteX880" fmla="*/ 6323232 w 7467600"/>
              <a:gd name="connsiteY880" fmla="*/ 2389634 h 6858000"/>
              <a:gd name="connsiteX881" fmla="*/ 5942958 w 7467600"/>
              <a:gd name="connsiteY881" fmla="*/ 2077708 h 6858000"/>
              <a:gd name="connsiteX882" fmla="*/ 5921559 w 7467600"/>
              <a:gd name="connsiteY882" fmla="*/ 2378596 h 6858000"/>
              <a:gd name="connsiteX883" fmla="*/ 5817651 w 7467600"/>
              <a:gd name="connsiteY883" fmla="*/ 3023919 h 6858000"/>
              <a:gd name="connsiteX884" fmla="*/ 5729634 w 7467600"/>
              <a:gd name="connsiteY884" fmla="*/ 3051849 h 6858000"/>
              <a:gd name="connsiteX885" fmla="*/ 5611018 w 7467600"/>
              <a:gd name="connsiteY885" fmla="*/ 2316769 h 6858000"/>
              <a:gd name="connsiteX886" fmla="*/ 5687608 w 7467600"/>
              <a:gd name="connsiteY886" fmla="*/ 2039972 h 6858000"/>
              <a:gd name="connsiteX887" fmla="*/ 5657554 w 7467600"/>
              <a:gd name="connsiteY887" fmla="*/ 1576445 h 6858000"/>
              <a:gd name="connsiteX888" fmla="*/ 5150475 w 7467600"/>
              <a:gd name="connsiteY888" fmla="*/ 1274012 h 6858000"/>
              <a:gd name="connsiteX889" fmla="*/ 5349142 w 7467600"/>
              <a:gd name="connsiteY889" fmla="*/ 2204405 h 6858000"/>
              <a:gd name="connsiteX890" fmla="*/ 5262214 w 7467600"/>
              <a:gd name="connsiteY890" fmla="*/ 2233836 h 6858000"/>
              <a:gd name="connsiteX891" fmla="*/ 4981539 w 7467600"/>
              <a:gd name="connsiteY891" fmla="*/ 1542201 h 6858000"/>
              <a:gd name="connsiteX892" fmla="*/ 4958461 w 7467600"/>
              <a:gd name="connsiteY892" fmla="*/ 1136957 h 6858000"/>
              <a:gd name="connsiteX893" fmla="*/ 4655015 w 7467600"/>
              <a:gd name="connsiteY893" fmla="*/ 891426 h 6858000"/>
              <a:gd name="connsiteX894" fmla="*/ 4348002 w 7467600"/>
              <a:gd name="connsiteY894" fmla="*/ 2205895 h 6858000"/>
              <a:gd name="connsiteX895" fmla="*/ 4262250 w 7467600"/>
              <a:gd name="connsiteY895" fmla="*/ 2219972 h 6858000"/>
              <a:gd name="connsiteX896" fmla="*/ 4550611 w 7467600"/>
              <a:gd name="connsiteY896" fmla="*/ 817540 h 6858000"/>
              <a:gd name="connsiteX897" fmla="*/ 4564418 w 7467600"/>
              <a:gd name="connsiteY897" fmla="*/ 808293 h 6858000"/>
              <a:gd name="connsiteX898" fmla="*/ 4266388 w 7467600"/>
              <a:gd name="connsiteY898" fmla="*/ 500083 h 6858000"/>
              <a:gd name="connsiteX899" fmla="*/ 4032842 w 7467600"/>
              <a:gd name="connsiteY899" fmla="*/ 211809 h 6858000"/>
              <a:gd name="connsiteX900" fmla="*/ 3882765 w 7467600"/>
              <a:gd name="connsiteY900" fmla="*/ 0 h 6858000"/>
              <a:gd name="connsiteX901" fmla="*/ 3721337 w 7467600"/>
              <a:gd name="connsiteY901" fmla="*/ 0 h 6858000"/>
              <a:gd name="connsiteX902" fmla="*/ 3797544 w 7467600"/>
              <a:gd name="connsiteY902" fmla="*/ 0 h 6858000"/>
              <a:gd name="connsiteX903" fmla="*/ 3775734 w 7467600"/>
              <a:gd name="connsiteY903" fmla="*/ 95131 h 6858000"/>
              <a:gd name="connsiteX904" fmla="*/ 3724807 w 7467600"/>
              <a:gd name="connsiteY904" fmla="*/ 272257 h 6858000"/>
              <a:gd name="connsiteX905" fmla="*/ 3726844 w 7467600"/>
              <a:gd name="connsiteY905" fmla="*/ 282988 h 6858000"/>
              <a:gd name="connsiteX906" fmla="*/ 3742664 w 7467600"/>
              <a:gd name="connsiteY906" fmla="*/ 279918 h 6858000"/>
              <a:gd name="connsiteX907" fmla="*/ 4103910 w 7467600"/>
              <a:gd name="connsiteY907" fmla="*/ 1161917 h 6858000"/>
              <a:gd name="connsiteX908" fmla="*/ 4020269 w 7467600"/>
              <a:gd name="connsiteY908" fmla="*/ 1200406 h 6858000"/>
              <a:gd name="connsiteX909" fmla="*/ 3674882 w 7467600"/>
              <a:gd name="connsiteY909" fmla="*/ 488524 h 6858000"/>
              <a:gd name="connsiteX910" fmla="*/ 3132682 w 7467600"/>
              <a:gd name="connsiteY910" fmla="*/ 1072284 h 6858000"/>
              <a:gd name="connsiteX911" fmla="*/ 2716346 w 7467600"/>
              <a:gd name="connsiteY911" fmla="*/ 1276376 h 6858000"/>
              <a:gd name="connsiteX912" fmla="*/ 2716772 w 7467600"/>
              <a:gd name="connsiteY912" fmla="*/ 1255462 h 6858000"/>
              <a:gd name="connsiteX913" fmla="*/ 3471096 w 7467600"/>
              <a:gd name="connsiteY913" fmla="*/ 437072 h 6858000"/>
              <a:gd name="connsiteX914" fmla="*/ 3639057 w 7467600"/>
              <a:gd name="connsiteY914" fmla="*/ 286334 h 6858000"/>
              <a:gd name="connsiteX915" fmla="*/ 3640309 w 7467600"/>
              <a:gd name="connsiteY915" fmla="*/ 284664 h 6858000"/>
              <a:gd name="connsiteX916" fmla="*/ 3646022 w 7467600"/>
              <a:gd name="connsiteY916" fmla="*/ 276711 h 6858000"/>
              <a:gd name="connsiteX917" fmla="*/ 3707943 w 7467600"/>
              <a:gd name="connsiteY917" fmla="*/ 65958 h 6858000"/>
              <a:gd name="connsiteX918" fmla="*/ 3721337 w 7467600"/>
              <a:gd name="connsiteY918" fmla="*/ 0 h 6858000"/>
              <a:gd name="connsiteX919" fmla="*/ 2867960 w 7467600"/>
              <a:gd name="connsiteY919" fmla="*/ 0 h 6858000"/>
              <a:gd name="connsiteX920" fmla="*/ 2926351 w 7467600"/>
              <a:gd name="connsiteY920" fmla="*/ 0 h 6858000"/>
              <a:gd name="connsiteX921" fmla="*/ 2902823 w 7467600"/>
              <a:gd name="connsiteY921" fmla="*/ 262929 h 6858000"/>
              <a:gd name="connsiteX922" fmla="*/ 2940663 w 7467600"/>
              <a:gd name="connsiteY922" fmla="*/ 140884 h 6858000"/>
              <a:gd name="connsiteX923" fmla="*/ 2947039 w 7467600"/>
              <a:gd name="connsiteY923" fmla="*/ 122524 h 6858000"/>
              <a:gd name="connsiteX924" fmla="*/ 2984316 w 7467600"/>
              <a:gd name="connsiteY924" fmla="*/ 0 h 6858000"/>
              <a:gd name="connsiteX925" fmla="*/ 3016114 w 7467600"/>
              <a:gd name="connsiteY925" fmla="*/ 0 h 6858000"/>
              <a:gd name="connsiteX926" fmla="*/ 2979949 w 7467600"/>
              <a:gd name="connsiteY926" fmla="*/ 119274 h 6858000"/>
              <a:gd name="connsiteX927" fmla="*/ 3023879 w 7467600"/>
              <a:gd name="connsiteY927" fmla="*/ 0 h 6858000"/>
              <a:gd name="connsiteX928" fmla="*/ 3105400 w 7467600"/>
              <a:gd name="connsiteY928" fmla="*/ 0 h 6858000"/>
              <a:gd name="connsiteX929" fmla="*/ 3094669 w 7467600"/>
              <a:gd name="connsiteY929" fmla="*/ 30308 h 6858000"/>
              <a:gd name="connsiteX930" fmla="*/ 2901945 w 7467600"/>
              <a:gd name="connsiteY930" fmla="*/ 466538 h 6858000"/>
              <a:gd name="connsiteX931" fmla="*/ 2815209 w 7467600"/>
              <a:gd name="connsiteY931" fmla="*/ 497361 h 6858000"/>
              <a:gd name="connsiteX932" fmla="*/ 2844845 w 7467600"/>
              <a:gd name="connsiteY932" fmla="*/ 127638 h 6858000"/>
              <a:gd name="connsiteX933" fmla="*/ 2867960 w 7467600"/>
              <a:gd name="connsiteY933" fmla="*/ 0 h 6858000"/>
              <a:gd name="connsiteX934" fmla="*/ 1057230 w 7467600"/>
              <a:gd name="connsiteY934" fmla="*/ 0 h 6858000"/>
              <a:gd name="connsiteX935" fmla="*/ 1111003 w 7467600"/>
              <a:gd name="connsiteY935" fmla="*/ 0 h 6858000"/>
              <a:gd name="connsiteX936" fmla="*/ 1125553 w 7467600"/>
              <a:gd name="connsiteY936" fmla="*/ 52588 h 6858000"/>
              <a:gd name="connsiteX937" fmla="*/ 1304276 w 7467600"/>
              <a:gd name="connsiteY937" fmla="*/ 476275 h 6858000"/>
              <a:gd name="connsiteX938" fmla="*/ 1492066 w 7467600"/>
              <a:gd name="connsiteY938" fmla="*/ 886333 h 6858000"/>
              <a:gd name="connsiteX939" fmla="*/ 1423698 w 7467600"/>
              <a:gd name="connsiteY939" fmla="*/ 710817 h 6858000"/>
              <a:gd name="connsiteX940" fmla="*/ 1357609 w 7467600"/>
              <a:gd name="connsiteY940" fmla="*/ 532892 h 6858000"/>
              <a:gd name="connsiteX941" fmla="*/ 1309550 w 7467600"/>
              <a:gd name="connsiteY941" fmla="*/ 374031 h 6858000"/>
              <a:gd name="connsiteX942" fmla="*/ 1193673 w 7467600"/>
              <a:gd name="connsiteY942" fmla="*/ 49533 h 6858000"/>
              <a:gd name="connsiteX943" fmla="*/ 1164391 w 7467600"/>
              <a:gd name="connsiteY943" fmla="*/ 0 h 6858000"/>
              <a:gd name="connsiteX944" fmla="*/ 1200666 w 7467600"/>
              <a:gd name="connsiteY944" fmla="*/ 0 h 6858000"/>
              <a:gd name="connsiteX945" fmla="*/ 1223408 w 7467600"/>
              <a:gd name="connsiteY945" fmla="*/ 38996 h 6858000"/>
              <a:gd name="connsiteX946" fmla="*/ 1339635 w 7467600"/>
              <a:gd name="connsiteY946" fmla="*/ 365517 h 6858000"/>
              <a:gd name="connsiteX947" fmla="*/ 1387469 w 7467600"/>
              <a:gd name="connsiteY947" fmla="*/ 523079 h 6858000"/>
              <a:gd name="connsiteX948" fmla="*/ 1452685 w 7467600"/>
              <a:gd name="connsiteY948" fmla="*/ 699806 h 6858000"/>
              <a:gd name="connsiteX949" fmla="*/ 1492092 w 7467600"/>
              <a:gd name="connsiteY949" fmla="*/ 800424 h 6858000"/>
              <a:gd name="connsiteX950" fmla="*/ 1455302 w 7467600"/>
              <a:gd name="connsiteY950" fmla="*/ 632913 h 6858000"/>
              <a:gd name="connsiteX951" fmla="*/ 1222336 w 7467600"/>
              <a:gd name="connsiteY951" fmla="*/ 9480 h 6858000"/>
              <a:gd name="connsiteX952" fmla="*/ 1214634 w 7467600"/>
              <a:gd name="connsiteY952" fmla="*/ 0 h 6858000"/>
              <a:gd name="connsiteX953" fmla="*/ 1289827 w 7467600"/>
              <a:gd name="connsiteY953" fmla="*/ 0 h 6858000"/>
              <a:gd name="connsiteX954" fmla="*/ 1321076 w 7467600"/>
              <a:gd name="connsiteY954" fmla="*/ 59722 h 6858000"/>
              <a:gd name="connsiteX955" fmla="*/ 1512579 w 7467600"/>
              <a:gd name="connsiteY955" fmla="*/ 626441 h 6858000"/>
              <a:gd name="connsiteX956" fmla="*/ 1506076 w 7467600"/>
              <a:gd name="connsiteY956" fmla="*/ 1089289 h 6858000"/>
              <a:gd name="connsiteX957" fmla="*/ 1486346 w 7467600"/>
              <a:gd name="connsiteY957" fmla="*/ 1079919 h 6858000"/>
              <a:gd name="connsiteX958" fmla="*/ 1070511 w 7467600"/>
              <a:gd name="connsiteY958" fmla="*/ 48609 h 6858000"/>
              <a:gd name="connsiteX959" fmla="*/ 1057230 w 7467600"/>
              <a:gd name="connsiteY959" fmla="*/ 0 h 6858000"/>
              <a:gd name="connsiteX960" fmla="*/ 43151 w 7467600"/>
              <a:gd name="connsiteY960" fmla="*/ 0 h 6858000"/>
              <a:gd name="connsiteX961" fmla="*/ 95283 w 7467600"/>
              <a:gd name="connsiteY961" fmla="*/ 0 h 6858000"/>
              <a:gd name="connsiteX962" fmla="*/ 300708 w 7467600"/>
              <a:gd name="connsiteY962" fmla="*/ 154571 h 6858000"/>
              <a:gd name="connsiteX963" fmla="*/ 530414 w 7467600"/>
              <a:gd name="connsiteY963" fmla="*/ 354673 h 6858000"/>
              <a:gd name="connsiteX964" fmla="*/ 333785 w 7467600"/>
              <a:gd name="connsiteY964" fmla="*/ 161564 h 6858000"/>
              <a:gd name="connsiteX965" fmla="*/ 147005 w 7467600"/>
              <a:gd name="connsiteY965" fmla="*/ 0 h 6858000"/>
              <a:gd name="connsiteX966" fmla="*/ 272509 w 7467600"/>
              <a:gd name="connsiteY966" fmla="*/ 0 h 6858000"/>
              <a:gd name="connsiteX967" fmla="*/ 326276 w 7467600"/>
              <a:gd name="connsiteY967" fmla="*/ 45847 h 6858000"/>
              <a:gd name="connsiteX968" fmla="*/ 823759 w 7467600"/>
              <a:gd name="connsiteY968" fmla="*/ 574145 h 6858000"/>
              <a:gd name="connsiteX969" fmla="*/ 811254 w 7467600"/>
              <a:gd name="connsiteY969" fmla="*/ 665546 h 6858000"/>
              <a:gd name="connsiteX970" fmla="*/ 154042 w 7467600"/>
              <a:gd name="connsiteY970" fmla="*/ 261522 h 6858000"/>
              <a:gd name="connsiteX971" fmla="*/ 13550 w 7467600"/>
              <a:gd name="connsiteY971" fmla="*/ 158423 h 6858000"/>
              <a:gd name="connsiteX972" fmla="*/ 0 w 7467600"/>
              <a:gd name="connsiteY972" fmla="*/ 146618 h 6858000"/>
              <a:gd name="connsiteX973" fmla="*/ 0 w 7467600"/>
              <a:gd name="connsiteY973" fmla="*/ 59161 h 6858000"/>
              <a:gd name="connsiteX974" fmla="*/ 45427 w 7467600"/>
              <a:gd name="connsiteY974" fmla="*/ 101078 h 6858000"/>
              <a:gd name="connsiteX975" fmla="*/ 630103 w 7467600"/>
              <a:gd name="connsiteY975" fmla="*/ 485885 h 6858000"/>
              <a:gd name="connsiteX976" fmla="*/ 532040 w 7467600"/>
              <a:gd name="connsiteY976" fmla="*/ 399359 h 6858000"/>
              <a:gd name="connsiteX977" fmla="*/ 517618 w 7467600"/>
              <a:gd name="connsiteY977" fmla="*/ 385726 h 6858000"/>
              <a:gd name="connsiteX978" fmla="*/ 285074 w 7467600"/>
              <a:gd name="connsiteY978" fmla="*/ 182755 h 6858000"/>
              <a:gd name="connsiteX979" fmla="*/ 43151 w 7467600"/>
              <a:gd name="connsiteY979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6844835 w 7467600"/>
              <a:gd name="connsiteY74" fmla="*/ 5424988 h 6858000"/>
              <a:gd name="connsiteX75" fmla="*/ 6879594 w 7467600"/>
              <a:gd name="connsiteY75" fmla="*/ 5424547 h 6858000"/>
              <a:gd name="connsiteX76" fmla="*/ 7379510 w 7467600"/>
              <a:gd name="connsiteY76" fmla="*/ 5755454 h 6858000"/>
              <a:gd name="connsiteX77" fmla="*/ 7467600 w 7467600"/>
              <a:gd name="connsiteY77" fmla="*/ 5845526 h 6858000"/>
              <a:gd name="connsiteX78" fmla="*/ 7467600 w 7467600"/>
              <a:gd name="connsiteY78" fmla="*/ 5925131 h 6858000"/>
              <a:gd name="connsiteX79" fmla="*/ 7271900 w 7467600"/>
              <a:gd name="connsiteY79" fmla="*/ 5734551 h 6858000"/>
              <a:gd name="connsiteX80" fmla="*/ 7015907 w 7467600"/>
              <a:gd name="connsiteY80" fmla="*/ 5541548 h 6858000"/>
              <a:gd name="connsiteX81" fmla="*/ 7259646 w 7467600"/>
              <a:gd name="connsiteY81" fmla="*/ 5765985 h 6858000"/>
              <a:gd name="connsiteX82" fmla="*/ 7467600 w 7467600"/>
              <a:gd name="connsiteY82" fmla="*/ 5971257 h 6858000"/>
              <a:gd name="connsiteX83" fmla="*/ 7467600 w 7467600"/>
              <a:gd name="connsiteY83" fmla="*/ 6012219 h 6858000"/>
              <a:gd name="connsiteX84" fmla="*/ 7240170 w 7467600"/>
              <a:gd name="connsiteY84" fmla="*/ 5787985 h 6858000"/>
              <a:gd name="connsiteX85" fmla="*/ 6946849 w 7467600"/>
              <a:gd name="connsiteY85" fmla="*/ 5523271 h 6858000"/>
              <a:gd name="connsiteX86" fmla="*/ 6946972 w 7467600"/>
              <a:gd name="connsiteY86" fmla="*/ 5526491 h 6858000"/>
              <a:gd name="connsiteX87" fmla="*/ 7105827 w 7467600"/>
              <a:gd name="connsiteY87" fmla="*/ 5718700 h 6858000"/>
              <a:gd name="connsiteX88" fmla="*/ 7356878 w 7467600"/>
              <a:gd name="connsiteY88" fmla="*/ 5981332 h 6858000"/>
              <a:gd name="connsiteX89" fmla="*/ 7467600 w 7467600"/>
              <a:gd name="connsiteY89" fmla="*/ 6117703 h 6858000"/>
              <a:gd name="connsiteX90" fmla="*/ 7467600 w 7467600"/>
              <a:gd name="connsiteY90" fmla="*/ 6163634 h 6858000"/>
              <a:gd name="connsiteX91" fmla="*/ 7403637 w 7467600"/>
              <a:gd name="connsiteY91" fmla="*/ 6083957 h 6858000"/>
              <a:gd name="connsiteX92" fmla="*/ 7254615 w 7467600"/>
              <a:gd name="connsiteY92" fmla="*/ 5911918 h 6858000"/>
              <a:gd name="connsiteX93" fmla="*/ 7312589 w 7467600"/>
              <a:gd name="connsiteY93" fmla="*/ 5982309 h 6858000"/>
              <a:gd name="connsiteX94" fmla="*/ 7448321 w 7467600"/>
              <a:gd name="connsiteY94" fmla="*/ 6190991 h 6858000"/>
              <a:gd name="connsiteX95" fmla="*/ 7467600 w 7467600"/>
              <a:gd name="connsiteY95" fmla="*/ 6221686 h 6858000"/>
              <a:gd name="connsiteX96" fmla="*/ 7467600 w 7467600"/>
              <a:gd name="connsiteY96" fmla="*/ 6334256 h 6858000"/>
              <a:gd name="connsiteX97" fmla="*/ 7454976 w 7467600"/>
              <a:gd name="connsiteY97" fmla="*/ 6318297 h 6858000"/>
              <a:gd name="connsiteX98" fmla="*/ 7042773 w 7467600"/>
              <a:gd name="connsiteY98" fmla="*/ 5734011 h 6858000"/>
              <a:gd name="connsiteX99" fmla="*/ 6844835 w 7467600"/>
              <a:gd name="connsiteY99" fmla="*/ 5424988 h 6858000"/>
              <a:gd name="connsiteX100" fmla="*/ 1456157 w 7467600"/>
              <a:gd name="connsiteY100" fmla="*/ 5371404 h 6858000"/>
              <a:gd name="connsiteX101" fmla="*/ 1244432 w 7467600"/>
              <a:gd name="connsiteY101" fmla="*/ 5385601 h 6858000"/>
              <a:gd name="connsiteX102" fmla="*/ 973990 w 7467600"/>
              <a:gd name="connsiteY102" fmla="*/ 5424940 h 6858000"/>
              <a:gd name="connsiteX103" fmla="*/ 1103809 w 7467600"/>
              <a:gd name="connsiteY103" fmla="*/ 5433720 h 6858000"/>
              <a:gd name="connsiteX104" fmla="*/ 1123454 w 7467600"/>
              <a:gd name="connsiteY104" fmla="*/ 5435727 h 6858000"/>
              <a:gd name="connsiteX105" fmla="*/ 1737017 w 7467600"/>
              <a:gd name="connsiteY105" fmla="*/ 5452183 h 6858000"/>
              <a:gd name="connsiteX106" fmla="*/ 1824397 w 7467600"/>
              <a:gd name="connsiteY106" fmla="*/ 5447757 h 6858000"/>
              <a:gd name="connsiteX107" fmla="*/ 2070059 w 7467600"/>
              <a:gd name="connsiteY107" fmla="*/ 5441660 h 6858000"/>
              <a:gd name="connsiteX108" fmla="*/ 1456157 w 7467600"/>
              <a:gd name="connsiteY108" fmla="*/ 5371404 h 6858000"/>
              <a:gd name="connsiteX109" fmla="*/ 4988186 w 7467600"/>
              <a:gd name="connsiteY109" fmla="*/ 5216467 h 6858000"/>
              <a:gd name="connsiteX110" fmla="*/ 4777334 w 7467600"/>
              <a:gd name="connsiteY110" fmla="*/ 5406072 h 6858000"/>
              <a:gd name="connsiteX111" fmla="*/ 4718341 w 7467600"/>
              <a:gd name="connsiteY111" fmla="*/ 5468043 h 6858000"/>
              <a:gd name="connsiteX112" fmla="*/ 4604655 w 7467600"/>
              <a:gd name="connsiteY112" fmla="*/ 5583434 h 6858000"/>
              <a:gd name="connsiteX113" fmla="*/ 4565074 w 7467600"/>
              <a:gd name="connsiteY113" fmla="*/ 5618550 h 6858000"/>
              <a:gd name="connsiteX114" fmla="*/ 4988186 w 7467600"/>
              <a:gd name="connsiteY114" fmla="*/ 5216467 h 6858000"/>
              <a:gd name="connsiteX115" fmla="*/ 4978032 w 7467600"/>
              <a:gd name="connsiteY115" fmla="*/ 5183809 h 6858000"/>
              <a:gd name="connsiteX116" fmla="*/ 4463413 w 7467600"/>
              <a:gd name="connsiteY116" fmla="*/ 5615162 h 6858000"/>
              <a:gd name="connsiteX117" fmla="*/ 4358134 w 7467600"/>
              <a:gd name="connsiteY117" fmla="*/ 5742791 h 6858000"/>
              <a:gd name="connsiteX118" fmla="*/ 4376219 w 7467600"/>
              <a:gd name="connsiteY118" fmla="*/ 5729027 h 6858000"/>
              <a:gd name="connsiteX119" fmla="*/ 4582340 w 7467600"/>
              <a:gd name="connsiteY119" fmla="*/ 5561037 h 6858000"/>
              <a:gd name="connsiteX120" fmla="*/ 4694684 w 7467600"/>
              <a:gd name="connsiteY120" fmla="*/ 5447098 h 6858000"/>
              <a:gd name="connsiteX121" fmla="*/ 4754123 w 7467600"/>
              <a:gd name="connsiteY121" fmla="*/ 5384643 h 6858000"/>
              <a:gd name="connsiteX122" fmla="*/ 4978032 w 7467600"/>
              <a:gd name="connsiteY122" fmla="*/ 5183809 h 6858000"/>
              <a:gd name="connsiteX123" fmla="*/ 1903353 w 7467600"/>
              <a:gd name="connsiteY123" fmla="*/ 5044827 h 6858000"/>
              <a:gd name="connsiteX124" fmla="*/ 1936931 w 7467600"/>
              <a:gd name="connsiteY124" fmla="*/ 5093954 h 6858000"/>
              <a:gd name="connsiteX125" fmla="*/ 2195868 w 7467600"/>
              <a:gd name="connsiteY125" fmla="*/ 5396574 h 6858000"/>
              <a:gd name="connsiteX126" fmla="*/ 2088852 w 7467600"/>
              <a:gd name="connsiteY126" fmla="*/ 5166123 h 6858000"/>
              <a:gd name="connsiteX127" fmla="*/ 1958241 w 7467600"/>
              <a:gd name="connsiteY127" fmla="*/ 5067955 h 6858000"/>
              <a:gd name="connsiteX128" fmla="*/ 1903353 w 7467600"/>
              <a:gd name="connsiteY128" fmla="*/ 5044827 h 6858000"/>
              <a:gd name="connsiteX129" fmla="*/ 1979378 w 7467600"/>
              <a:gd name="connsiteY129" fmla="*/ 4769504 h 6858000"/>
              <a:gd name="connsiteX130" fmla="*/ 2882120 w 7467600"/>
              <a:gd name="connsiteY130" fmla="*/ 5064547 h 6858000"/>
              <a:gd name="connsiteX131" fmla="*/ 2793103 w 7467600"/>
              <a:gd name="connsiteY131" fmla="*/ 5039699 h 6858000"/>
              <a:gd name="connsiteX132" fmla="*/ 2770041 w 7467600"/>
              <a:gd name="connsiteY132" fmla="*/ 5033634 h 6858000"/>
              <a:gd name="connsiteX133" fmla="*/ 1979378 w 7467600"/>
              <a:gd name="connsiteY133" fmla="*/ 4769504 h 6858000"/>
              <a:gd name="connsiteX134" fmla="*/ 1927410 w 7467600"/>
              <a:gd name="connsiteY134" fmla="*/ 4716164 h 6858000"/>
              <a:gd name="connsiteX135" fmla="*/ 1959587 w 7467600"/>
              <a:gd name="connsiteY135" fmla="*/ 4728849 h 6858000"/>
              <a:gd name="connsiteX136" fmla="*/ 2777707 w 7467600"/>
              <a:gd name="connsiteY136" fmla="*/ 5003991 h 6858000"/>
              <a:gd name="connsiteX137" fmla="*/ 2800768 w 7467600"/>
              <a:gd name="connsiteY137" fmla="*/ 5010056 h 6858000"/>
              <a:gd name="connsiteX138" fmla="*/ 2879408 w 7467600"/>
              <a:gd name="connsiteY138" fmla="*/ 5031590 h 6858000"/>
              <a:gd name="connsiteX139" fmla="*/ 2862295 w 7467600"/>
              <a:gd name="connsiteY139" fmla="*/ 5022958 h 6858000"/>
              <a:gd name="connsiteX140" fmla="*/ 2813343 w 7467600"/>
              <a:gd name="connsiteY140" fmla="*/ 4998369 h 6858000"/>
              <a:gd name="connsiteX141" fmla="*/ 2646245 w 7467600"/>
              <a:gd name="connsiteY141" fmla="*/ 4930999 h 6858000"/>
              <a:gd name="connsiteX142" fmla="*/ 1999243 w 7467600"/>
              <a:gd name="connsiteY142" fmla="*/ 4730524 h 6858000"/>
              <a:gd name="connsiteX143" fmla="*/ 1979527 w 7467600"/>
              <a:gd name="connsiteY143" fmla="*/ 4726651 h 6858000"/>
              <a:gd name="connsiteX144" fmla="*/ 1927410 w 7467600"/>
              <a:gd name="connsiteY144" fmla="*/ 4716164 h 6858000"/>
              <a:gd name="connsiteX145" fmla="*/ 1997014 w 7467600"/>
              <a:gd name="connsiteY145" fmla="*/ 4698007 h 6858000"/>
              <a:gd name="connsiteX146" fmla="*/ 2005458 w 7467600"/>
              <a:gd name="connsiteY146" fmla="*/ 4699540 h 6858000"/>
              <a:gd name="connsiteX147" fmla="*/ 2657186 w 7467600"/>
              <a:gd name="connsiteY147" fmla="*/ 4901687 h 6858000"/>
              <a:gd name="connsiteX148" fmla="*/ 2826662 w 7467600"/>
              <a:gd name="connsiteY148" fmla="*/ 4970362 h 6858000"/>
              <a:gd name="connsiteX149" fmla="*/ 2876100 w 7467600"/>
              <a:gd name="connsiteY149" fmla="*/ 4995397 h 6858000"/>
              <a:gd name="connsiteX150" fmla="*/ 3042600 w 7467600"/>
              <a:gd name="connsiteY150" fmla="*/ 5059532 h 6858000"/>
              <a:gd name="connsiteX151" fmla="*/ 1997014 w 7467600"/>
              <a:gd name="connsiteY151" fmla="*/ 4698007 h 6858000"/>
              <a:gd name="connsiteX152" fmla="*/ 2305292 w 7467600"/>
              <a:gd name="connsiteY152" fmla="*/ 4219492 h 6858000"/>
              <a:gd name="connsiteX153" fmla="*/ 3360922 w 7467600"/>
              <a:gd name="connsiteY153" fmla="*/ 4529373 h 6858000"/>
              <a:gd name="connsiteX154" fmla="*/ 3492420 w 7467600"/>
              <a:gd name="connsiteY154" fmla="*/ 4510145 h 6858000"/>
              <a:gd name="connsiteX155" fmla="*/ 3364086 w 7467600"/>
              <a:gd name="connsiteY155" fmla="*/ 4480340 h 6858000"/>
              <a:gd name="connsiteX156" fmla="*/ 3225818 w 7467600"/>
              <a:gd name="connsiteY156" fmla="*/ 4411822 h 6858000"/>
              <a:gd name="connsiteX157" fmla="*/ 3129696 w 7467600"/>
              <a:gd name="connsiteY157" fmla="*/ 4360704 h 6858000"/>
              <a:gd name="connsiteX158" fmla="*/ 2814545 w 7467600"/>
              <a:gd name="connsiteY158" fmla="*/ 4282955 h 6858000"/>
              <a:gd name="connsiteX159" fmla="*/ 2305292 w 7467600"/>
              <a:gd name="connsiteY159" fmla="*/ 4219492 h 6858000"/>
              <a:gd name="connsiteX160" fmla="*/ 2626982 w 7467600"/>
              <a:gd name="connsiteY160" fmla="*/ 4206450 h 6858000"/>
              <a:gd name="connsiteX161" fmla="*/ 2490617 w 7467600"/>
              <a:gd name="connsiteY161" fmla="*/ 4206951 h 6858000"/>
              <a:gd name="connsiteX162" fmla="*/ 2819869 w 7467600"/>
              <a:gd name="connsiteY162" fmla="*/ 4252936 h 6858000"/>
              <a:gd name="connsiteX163" fmla="*/ 3143018 w 7467600"/>
              <a:gd name="connsiteY163" fmla="*/ 4332698 h 6858000"/>
              <a:gd name="connsiteX164" fmla="*/ 3241520 w 7467600"/>
              <a:gd name="connsiteY164" fmla="*/ 4385112 h 6858000"/>
              <a:gd name="connsiteX165" fmla="*/ 3374575 w 7467600"/>
              <a:gd name="connsiteY165" fmla="*/ 4451517 h 6858000"/>
              <a:gd name="connsiteX166" fmla="*/ 3505221 w 7467600"/>
              <a:gd name="connsiteY166" fmla="*/ 4480757 h 6858000"/>
              <a:gd name="connsiteX167" fmla="*/ 2626982 w 7467600"/>
              <a:gd name="connsiteY167" fmla="*/ 4206450 h 6858000"/>
              <a:gd name="connsiteX168" fmla="*/ 1310106 w 7467600"/>
              <a:gd name="connsiteY168" fmla="*/ 3943217 h 6858000"/>
              <a:gd name="connsiteX169" fmla="*/ 854994 w 7467600"/>
              <a:gd name="connsiteY169" fmla="*/ 4399136 h 6858000"/>
              <a:gd name="connsiteX170" fmla="*/ 742462 w 7467600"/>
              <a:gd name="connsiteY170" fmla="*/ 4594648 h 6858000"/>
              <a:gd name="connsiteX171" fmla="*/ 820602 w 7467600"/>
              <a:gd name="connsiteY171" fmla="*/ 4485915 h 6858000"/>
              <a:gd name="connsiteX172" fmla="*/ 878295 w 7467600"/>
              <a:gd name="connsiteY172" fmla="*/ 4403594 h 6858000"/>
              <a:gd name="connsiteX173" fmla="*/ 1240607 w 7467600"/>
              <a:gd name="connsiteY173" fmla="*/ 4010401 h 6858000"/>
              <a:gd name="connsiteX174" fmla="*/ 1310106 w 7467600"/>
              <a:gd name="connsiteY174" fmla="*/ 3943217 h 6858000"/>
              <a:gd name="connsiteX175" fmla="*/ 1423113 w 7467600"/>
              <a:gd name="connsiteY175" fmla="*/ 3874565 h 6858000"/>
              <a:gd name="connsiteX176" fmla="*/ 1260565 w 7467600"/>
              <a:gd name="connsiteY176" fmla="*/ 4031982 h 6858000"/>
              <a:gd name="connsiteX177" fmla="*/ 901900 w 7467600"/>
              <a:gd name="connsiteY177" fmla="*/ 4421236 h 6858000"/>
              <a:gd name="connsiteX178" fmla="*/ 845044 w 7467600"/>
              <a:gd name="connsiteY178" fmla="*/ 4502436 h 6858000"/>
              <a:gd name="connsiteX179" fmla="*/ 685926 w 7467600"/>
              <a:gd name="connsiteY179" fmla="*/ 4703069 h 6858000"/>
              <a:gd name="connsiteX180" fmla="*/ 684248 w 7467600"/>
              <a:gd name="connsiteY180" fmla="*/ 4706721 h 6858000"/>
              <a:gd name="connsiteX181" fmla="*/ 1423113 w 7467600"/>
              <a:gd name="connsiteY181" fmla="*/ 3874565 h 6858000"/>
              <a:gd name="connsiteX182" fmla="*/ 3316479 w 7467600"/>
              <a:gd name="connsiteY182" fmla="*/ 3872136 h 6858000"/>
              <a:gd name="connsiteX183" fmla="*/ 3546806 w 7467600"/>
              <a:gd name="connsiteY183" fmla="*/ 4356139 h 6858000"/>
              <a:gd name="connsiteX184" fmla="*/ 3364433 w 7467600"/>
              <a:gd name="connsiteY184" fmla="*/ 3953121 h 6858000"/>
              <a:gd name="connsiteX185" fmla="*/ 3316479 w 7467600"/>
              <a:gd name="connsiteY185" fmla="*/ 3872136 h 6858000"/>
              <a:gd name="connsiteX186" fmla="*/ 3291335 w 7467600"/>
              <a:gd name="connsiteY186" fmla="*/ 3767420 h 6858000"/>
              <a:gd name="connsiteX187" fmla="*/ 3390805 w 7467600"/>
              <a:gd name="connsiteY187" fmla="*/ 3937163 h 6858000"/>
              <a:gd name="connsiteX188" fmla="*/ 3579062 w 7467600"/>
              <a:gd name="connsiteY188" fmla="*/ 4359040 h 6858000"/>
              <a:gd name="connsiteX189" fmla="*/ 3467355 w 7467600"/>
              <a:gd name="connsiteY189" fmla="*/ 3988130 h 6858000"/>
              <a:gd name="connsiteX190" fmla="*/ 3310753 w 7467600"/>
              <a:gd name="connsiteY190" fmla="*/ 3787140 h 6858000"/>
              <a:gd name="connsiteX191" fmla="*/ 3291335 w 7467600"/>
              <a:gd name="connsiteY191" fmla="*/ 3767420 h 6858000"/>
              <a:gd name="connsiteX192" fmla="*/ 1635889 w 7467600"/>
              <a:gd name="connsiteY192" fmla="*/ 3709494 h 6858000"/>
              <a:gd name="connsiteX193" fmla="*/ 1634800 w 7467600"/>
              <a:gd name="connsiteY193" fmla="*/ 3731111 h 6858000"/>
              <a:gd name="connsiteX194" fmla="*/ 1635889 w 7467600"/>
              <a:gd name="connsiteY194" fmla="*/ 3709494 h 6858000"/>
              <a:gd name="connsiteX195" fmla="*/ 1510397 w 7467600"/>
              <a:gd name="connsiteY195" fmla="*/ 3684705 h 6858000"/>
              <a:gd name="connsiteX196" fmla="*/ 1146550 w 7467600"/>
              <a:gd name="connsiteY196" fmla="*/ 3802012 h 6858000"/>
              <a:gd name="connsiteX197" fmla="*/ 698834 w 7467600"/>
              <a:gd name="connsiteY197" fmla="*/ 3952272 h 6858000"/>
              <a:gd name="connsiteX198" fmla="*/ 34256 w 7467600"/>
              <a:gd name="connsiteY198" fmla="*/ 4347603 h 6858000"/>
              <a:gd name="connsiteX199" fmla="*/ 527241 w 7467600"/>
              <a:gd name="connsiteY199" fmla="*/ 4065078 h 6858000"/>
              <a:gd name="connsiteX200" fmla="*/ 1510397 w 7467600"/>
              <a:gd name="connsiteY200" fmla="*/ 3684705 h 6858000"/>
              <a:gd name="connsiteX201" fmla="*/ 1313114 w 7467600"/>
              <a:gd name="connsiteY201" fmla="*/ 3655216 h 6858000"/>
              <a:gd name="connsiteX202" fmla="*/ 1109304 w 7467600"/>
              <a:gd name="connsiteY202" fmla="*/ 3669030 h 6858000"/>
              <a:gd name="connsiteX203" fmla="*/ 8129 w 7467600"/>
              <a:gd name="connsiteY203" fmla="*/ 4330519 h 6858000"/>
              <a:gd name="connsiteX204" fmla="*/ 687572 w 7467600"/>
              <a:gd name="connsiteY204" fmla="*/ 3925629 h 6858000"/>
              <a:gd name="connsiteX205" fmla="*/ 1138365 w 7467600"/>
              <a:gd name="connsiteY205" fmla="*/ 3774515 h 6858000"/>
              <a:gd name="connsiteX206" fmla="*/ 1505579 w 7467600"/>
              <a:gd name="connsiteY206" fmla="*/ 3655526 h 6858000"/>
              <a:gd name="connsiteX207" fmla="*/ 1313114 w 7467600"/>
              <a:gd name="connsiteY207" fmla="*/ 3655216 h 6858000"/>
              <a:gd name="connsiteX208" fmla="*/ 3655073 w 7467600"/>
              <a:gd name="connsiteY208" fmla="*/ 3650884 h 6858000"/>
              <a:gd name="connsiteX209" fmla="*/ 3989938 w 7467600"/>
              <a:gd name="connsiteY209" fmla="*/ 3991685 h 6858000"/>
              <a:gd name="connsiteX210" fmla="*/ 4393907 w 7467600"/>
              <a:gd name="connsiteY210" fmla="*/ 4261258 h 6858000"/>
              <a:gd name="connsiteX211" fmla="*/ 4648051 w 7467600"/>
              <a:gd name="connsiteY211" fmla="*/ 4374051 h 6858000"/>
              <a:gd name="connsiteX212" fmla="*/ 4383389 w 7467600"/>
              <a:gd name="connsiteY212" fmla="*/ 4184369 h 6858000"/>
              <a:gd name="connsiteX213" fmla="*/ 4165508 w 7467600"/>
              <a:gd name="connsiteY213" fmla="*/ 4035196 h 6858000"/>
              <a:gd name="connsiteX214" fmla="*/ 4068162 w 7467600"/>
              <a:gd name="connsiteY214" fmla="*/ 3953394 h 6858000"/>
              <a:gd name="connsiteX215" fmla="*/ 3981416 w 7467600"/>
              <a:gd name="connsiteY215" fmla="*/ 3880482 h 6858000"/>
              <a:gd name="connsiteX216" fmla="*/ 3800147 w 7467600"/>
              <a:gd name="connsiteY216" fmla="*/ 3749872 h 6858000"/>
              <a:gd name="connsiteX217" fmla="*/ 3655073 w 7467600"/>
              <a:gd name="connsiteY217" fmla="*/ 3650884 h 6858000"/>
              <a:gd name="connsiteX218" fmla="*/ 3670252 w 7467600"/>
              <a:gd name="connsiteY218" fmla="*/ 3622798 h 6858000"/>
              <a:gd name="connsiteX219" fmla="*/ 3817258 w 7467600"/>
              <a:gd name="connsiteY219" fmla="*/ 3723577 h 6858000"/>
              <a:gd name="connsiteX220" fmla="*/ 4000461 w 7467600"/>
              <a:gd name="connsiteY220" fmla="*/ 3855966 h 6858000"/>
              <a:gd name="connsiteX221" fmla="*/ 4088180 w 7467600"/>
              <a:gd name="connsiteY221" fmla="*/ 3929774 h 6858000"/>
              <a:gd name="connsiteX222" fmla="*/ 4184555 w 7467600"/>
              <a:gd name="connsiteY222" fmla="*/ 4010683 h 6858000"/>
              <a:gd name="connsiteX223" fmla="*/ 4399563 w 7467600"/>
              <a:gd name="connsiteY223" fmla="*/ 4158106 h 6858000"/>
              <a:gd name="connsiteX224" fmla="*/ 4684469 w 7467600"/>
              <a:gd name="connsiteY224" fmla="*/ 4364680 h 6858000"/>
              <a:gd name="connsiteX225" fmla="*/ 4690271 w 7467600"/>
              <a:gd name="connsiteY225" fmla="*/ 4370034 h 6858000"/>
              <a:gd name="connsiteX226" fmla="*/ 4136093 w 7467600"/>
              <a:gd name="connsiteY226" fmla="*/ 3858466 h 6858000"/>
              <a:gd name="connsiteX227" fmla="*/ 3670252 w 7467600"/>
              <a:gd name="connsiteY227" fmla="*/ 3622798 h 6858000"/>
              <a:gd name="connsiteX228" fmla="*/ 4440129 w 7467600"/>
              <a:gd name="connsiteY228" fmla="*/ 3448571 h 6858000"/>
              <a:gd name="connsiteX229" fmla="*/ 4856525 w 7467600"/>
              <a:gd name="connsiteY229" fmla="*/ 3915351 h 6858000"/>
              <a:gd name="connsiteX230" fmla="*/ 5059055 w 7467600"/>
              <a:gd name="connsiteY230" fmla="*/ 4108918 h 6858000"/>
              <a:gd name="connsiteX231" fmla="*/ 5290070 w 7467600"/>
              <a:gd name="connsiteY231" fmla="*/ 4263619 h 6858000"/>
              <a:gd name="connsiteX232" fmla="*/ 4834991 w 7467600"/>
              <a:gd name="connsiteY232" fmla="*/ 3830985 h 6858000"/>
              <a:gd name="connsiteX233" fmla="*/ 4440129 w 7467600"/>
              <a:gd name="connsiteY233" fmla="*/ 3448571 h 6858000"/>
              <a:gd name="connsiteX234" fmla="*/ 4441737 w 7467600"/>
              <a:gd name="connsiteY234" fmla="*/ 3399734 h 6858000"/>
              <a:gd name="connsiteX235" fmla="*/ 4431236 w 7467600"/>
              <a:gd name="connsiteY235" fmla="*/ 3400954 h 6858000"/>
              <a:gd name="connsiteX236" fmla="*/ 4557150 w 7467600"/>
              <a:gd name="connsiteY236" fmla="*/ 3510023 h 6858000"/>
              <a:gd name="connsiteX237" fmla="*/ 4856936 w 7467600"/>
              <a:gd name="connsiteY237" fmla="*/ 3809146 h 6858000"/>
              <a:gd name="connsiteX238" fmla="*/ 5111996 w 7467600"/>
              <a:gd name="connsiteY238" fmla="*/ 4065759 h 6858000"/>
              <a:gd name="connsiteX239" fmla="*/ 5388878 w 7467600"/>
              <a:gd name="connsiteY239" fmla="*/ 4300185 h 6858000"/>
              <a:gd name="connsiteX240" fmla="*/ 5425556 w 7467600"/>
              <a:gd name="connsiteY240" fmla="*/ 4308967 h 6858000"/>
              <a:gd name="connsiteX241" fmla="*/ 4943646 w 7467600"/>
              <a:gd name="connsiteY241" fmla="*/ 3822916 h 6858000"/>
              <a:gd name="connsiteX242" fmla="*/ 4594837 w 7467600"/>
              <a:gd name="connsiteY242" fmla="*/ 3532274 h 6858000"/>
              <a:gd name="connsiteX243" fmla="*/ 4441737 w 7467600"/>
              <a:gd name="connsiteY243" fmla="*/ 3399734 h 6858000"/>
              <a:gd name="connsiteX244" fmla="*/ 5425834 w 7467600"/>
              <a:gd name="connsiteY244" fmla="*/ 3162785 h 6858000"/>
              <a:gd name="connsiteX245" fmla="*/ 5401644 w 7467600"/>
              <a:gd name="connsiteY245" fmla="*/ 3617847 h 6858000"/>
              <a:gd name="connsiteX246" fmla="*/ 5467256 w 7467600"/>
              <a:gd name="connsiteY246" fmla="*/ 4175494 h 6858000"/>
              <a:gd name="connsiteX247" fmla="*/ 5448069 w 7467600"/>
              <a:gd name="connsiteY247" fmla="*/ 3567554 h 6858000"/>
              <a:gd name="connsiteX248" fmla="*/ 5425834 w 7467600"/>
              <a:gd name="connsiteY248" fmla="*/ 3162785 h 6858000"/>
              <a:gd name="connsiteX249" fmla="*/ 1318687 w 7467600"/>
              <a:gd name="connsiteY249" fmla="*/ 3113840 h 6858000"/>
              <a:gd name="connsiteX250" fmla="*/ 1066793 w 7467600"/>
              <a:gd name="connsiteY250" fmla="*/ 3212171 h 6858000"/>
              <a:gd name="connsiteX251" fmla="*/ 993319 w 7467600"/>
              <a:gd name="connsiteY251" fmla="*/ 3247648 h 6858000"/>
              <a:gd name="connsiteX252" fmla="*/ 853081 w 7467600"/>
              <a:gd name="connsiteY252" fmla="*/ 3312410 h 6858000"/>
              <a:gd name="connsiteX253" fmla="*/ 805957 w 7467600"/>
              <a:gd name="connsiteY253" fmla="*/ 3330443 h 6858000"/>
              <a:gd name="connsiteX254" fmla="*/ 1318687 w 7467600"/>
              <a:gd name="connsiteY254" fmla="*/ 3113840 h 6858000"/>
              <a:gd name="connsiteX255" fmla="*/ 5453702 w 7467600"/>
              <a:gd name="connsiteY255" fmla="*/ 3090882 h 6858000"/>
              <a:gd name="connsiteX256" fmla="*/ 5480135 w 7467600"/>
              <a:gd name="connsiteY256" fmla="*/ 3565802 h 6858000"/>
              <a:gd name="connsiteX257" fmla="*/ 5499023 w 7467600"/>
              <a:gd name="connsiteY257" fmla="*/ 4166310 h 6858000"/>
              <a:gd name="connsiteX258" fmla="*/ 5547022 w 7467600"/>
              <a:gd name="connsiteY258" fmla="*/ 3607838 h 6858000"/>
              <a:gd name="connsiteX259" fmla="*/ 5515964 w 7467600"/>
              <a:gd name="connsiteY259" fmla="*/ 3378541 h 6858000"/>
              <a:gd name="connsiteX260" fmla="*/ 5453702 w 7467600"/>
              <a:gd name="connsiteY260" fmla="*/ 3090882 h 6858000"/>
              <a:gd name="connsiteX261" fmla="*/ 1238695 w 7467600"/>
              <a:gd name="connsiteY261" fmla="*/ 3076820 h 6858000"/>
              <a:gd name="connsiteX262" fmla="*/ 716371 w 7467600"/>
              <a:gd name="connsiteY262" fmla="*/ 3293249 h 6858000"/>
              <a:gd name="connsiteX263" fmla="*/ 579522 w 7467600"/>
              <a:gd name="connsiteY263" fmla="*/ 3371759 h 6858000"/>
              <a:gd name="connsiteX264" fmla="*/ 600288 w 7467600"/>
              <a:gd name="connsiteY264" fmla="*/ 3365555 h 6858000"/>
              <a:gd name="connsiteX265" fmla="*/ 840692 w 7467600"/>
              <a:gd name="connsiteY265" fmla="*/ 3284921 h 6858000"/>
              <a:gd name="connsiteX266" fmla="*/ 979248 w 7467600"/>
              <a:gd name="connsiteY266" fmla="*/ 3221003 h 6858000"/>
              <a:gd name="connsiteX267" fmla="*/ 1053282 w 7467600"/>
              <a:gd name="connsiteY267" fmla="*/ 3185247 h 6858000"/>
              <a:gd name="connsiteX268" fmla="*/ 1320603 w 7467600"/>
              <a:gd name="connsiteY268" fmla="*/ 3081281 h 6858000"/>
              <a:gd name="connsiteX269" fmla="*/ 1238695 w 7467600"/>
              <a:gd name="connsiteY269" fmla="*/ 3076820 h 6858000"/>
              <a:gd name="connsiteX270" fmla="*/ 5425627 w 7467600"/>
              <a:gd name="connsiteY270" fmla="*/ 2954192 h 6858000"/>
              <a:gd name="connsiteX271" fmla="*/ 5470770 w 7467600"/>
              <a:gd name="connsiteY271" fmla="*/ 3005435 h 6858000"/>
              <a:gd name="connsiteX272" fmla="*/ 5519779 w 7467600"/>
              <a:gd name="connsiteY272" fmla="*/ 4359223 h 6858000"/>
              <a:gd name="connsiteX273" fmla="*/ 5520293 w 7467600"/>
              <a:gd name="connsiteY273" fmla="*/ 4360602 h 6858000"/>
              <a:gd name="connsiteX274" fmla="*/ 5767221 w 7467600"/>
              <a:gd name="connsiteY274" fmla="*/ 4665564 h 6858000"/>
              <a:gd name="connsiteX275" fmla="*/ 6937169 w 7467600"/>
              <a:gd name="connsiteY275" fmla="*/ 4815941 h 6858000"/>
              <a:gd name="connsiteX276" fmla="*/ 6953922 w 7467600"/>
              <a:gd name="connsiteY276" fmla="*/ 4890068 h 6858000"/>
              <a:gd name="connsiteX277" fmla="*/ 6071359 w 7467600"/>
              <a:gd name="connsiteY277" fmla="*/ 4770770 h 6858000"/>
              <a:gd name="connsiteX278" fmla="*/ 6038839 w 7467600"/>
              <a:gd name="connsiteY278" fmla="*/ 4764474 h 6858000"/>
              <a:gd name="connsiteX279" fmla="*/ 6038706 w 7467600"/>
              <a:gd name="connsiteY279" fmla="*/ 4763847 h 6858000"/>
              <a:gd name="connsiteX280" fmla="*/ 6037784 w 7467600"/>
              <a:gd name="connsiteY280" fmla="*/ 4764270 h 6858000"/>
              <a:gd name="connsiteX281" fmla="*/ 6038839 w 7467600"/>
              <a:gd name="connsiteY281" fmla="*/ 4764474 h 6858000"/>
              <a:gd name="connsiteX282" fmla="*/ 6040338 w 7467600"/>
              <a:gd name="connsiteY282" fmla="*/ 4771418 h 6858000"/>
              <a:gd name="connsiteX283" fmla="*/ 6024488 w 7467600"/>
              <a:gd name="connsiteY283" fmla="*/ 4809903 h 6858000"/>
              <a:gd name="connsiteX284" fmla="*/ 5599771 w 7467600"/>
              <a:gd name="connsiteY284" fmla="*/ 5509652 h 6858000"/>
              <a:gd name="connsiteX285" fmla="*/ 5548843 w 7467600"/>
              <a:gd name="connsiteY285" fmla="*/ 5563845 h 6858000"/>
              <a:gd name="connsiteX286" fmla="*/ 5940952 w 7467600"/>
              <a:gd name="connsiteY286" fmla="*/ 6250028 h 6858000"/>
              <a:gd name="connsiteX287" fmla="*/ 6043441 w 7467600"/>
              <a:gd name="connsiteY287" fmla="*/ 6665847 h 6858000"/>
              <a:gd name="connsiteX288" fmla="*/ 6093432 w 7467600"/>
              <a:gd name="connsiteY288" fmla="*/ 6858000 h 6858000"/>
              <a:gd name="connsiteX289" fmla="*/ 6034344 w 7467600"/>
              <a:gd name="connsiteY289" fmla="*/ 6858000 h 6858000"/>
              <a:gd name="connsiteX290" fmla="*/ 6026679 w 7467600"/>
              <a:gd name="connsiteY290" fmla="*/ 6836959 h 6858000"/>
              <a:gd name="connsiteX291" fmla="*/ 5800441 w 7467600"/>
              <a:gd name="connsiteY291" fmla="*/ 6335286 h 6858000"/>
              <a:gd name="connsiteX292" fmla="*/ 5526562 w 7467600"/>
              <a:gd name="connsiteY292" fmla="*/ 5705388 h 6858000"/>
              <a:gd name="connsiteX293" fmla="*/ 5519640 w 7467600"/>
              <a:gd name="connsiteY293" fmla="*/ 5683774 h 6858000"/>
              <a:gd name="connsiteX294" fmla="*/ 5844559 w 7467600"/>
              <a:gd name="connsiteY294" fmla="*/ 6553349 h 6858000"/>
              <a:gd name="connsiteX295" fmla="*/ 5975994 w 7467600"/>
              <a:gd name="connsiteY295" fmla="*/ 6858000 h 6858000"/>
              <a:gd name="connsiteX296" fmla="*/ 5898547 w 7467600"/>
              <a:gd name="connsiteY296" fmla="*/ 6858000 h 6858000"/>
              <a:gd name="connsiteX297" fmla="*/ 5682041 w 7467600"/>
              <a:gd name="connsiteY297" fmla="*/ 6355860 h 6858000"/>
              <a:gd name="connsiteX298" fmla="*/ 5461758 w 7467600"/>
              <a:gd name="connsiteY298" fmla="*/ 5820220 h 6858000"/>
              <a:gd name="connsiteX299" fmla="*/ 5237282 w 7467600"/>
              <a:gd name="connsiteY299" fmla="*/ 6579086 h 6858000"/>
              <a:gd name="connsiteX300" fmla="*/ 5115009 w 7467600"/>
              <a:gd name="connsiteY300" fmla="*/ 6858000 h 6858000"/>
              <a:gd name="connsiteX301" fmla="*/ 5028074 w 7467600"/>
              <a:gd name="connsiteY301" fmla="*/ 6858000 h 6858000"/>
              <a:gd name="connsiteX302" fmla="*/ 5079508 w 7467600"/>
              <a:gd name="connsiteY302" fmla="*/ 6749074 h 6858000"/>
              <a:gd name="connsiteX303" fmla="*/ 5371846 w 7467600"/>
              <a:gd name="connsiteY303" fmla="*/ 5924413 h 6858000"/>
              <a:gd name="connsiteX304" fmla="*/ 5270512 w 7467600"/>
              <a:gd name="connsiteY304" fmla="*/ 6138975 h 6858000"/>
              <a:gd name="connsiteX305" fmla="*/ 5062409 w 7467600"/>
              <a:gd name="connsiteY305" fmla="*/ 6653544 h 6858000"/>
              <a:gd name="connsiteX306" fmla="*/ 5036628 w 7467600"/>
              <a:gd name="connsiteY306" fmla="*/ 6754247 h 6858000"/>
              <a:gd name="connsiteX307" fmla="*/ 5009112 w 7467600"/>
              <a:gd name="connsiteY307" fmla="*/ 6858000 h 6858000"/>
              <a:gd name="connsiteX308" fmla="*/ 4976679 w 7467600"/>
              <a:gd name="connsiteY308" fmla="*/ 6858000 h 6858000"/>
              <a:gd name="connsiteX309" fmla="*/ 5006537 w 7467600"/>
              <a:gd name="connsiteY309" fmla="*/ 6747068 h 6858000"/>
              <a:gd name="connsiteX310" fmla="*/ 5032723 w 7467600"/>
              <a:gd name="connsiteY310" fmla="*/ 6644957 h 6858000"/>
              <a:gd name="connsiteX311" fmla="*/ 5242949 w 7467600"/>
              <a:gd name="connsiteY311" fmla="*/ 6125175 h 6858000"/>
              <a:gd name="connsiteX312" fmla="*/ 5286321 w 7467600"/>
              <a:gd name="connsiteY312" fmla="*/ 6033555 h 6858000"/>
              <a:gd name="connsiteX313" fmla="*/ 5008210 w 7467600"/>
              <a:gd name="connsiteY313" fmla="*/ 6649194 h 6858000"/>
              <a:gd name="connsiteX314" fmla="*/ 4986321 w 7467600"/>
              <a:gd name="connsiteY314" fmla="*/ 6765687 h 6858000"/>
              <a:gd name="connsiteX315" fmla="*/ 4973474 w 7467600"/>
              <a:gd name="connsiteY315" fmla="*/ 6858000 h 6858000"/>
              <a:gd name="connsiteX316" fmla="*/ 4907178 w 7467600"/>
              <a:gd name="connsiteY316" fmla="*/ 6858000 h 6858000"/>
              <a:gd name="connsiteX317" fmla="*/ 4910810 w 7467600"/>
              <a:gd name="connsiteY317" fmla="*/ 6829660 h 6858000"/>
              <a:gd name="connsiteX318" fmla="*/ 4987461 w 7467600"/>
              <a:gd name="connsiteY318" fmla="*/ 6432994 h 6858000"/>
              <a:gd name="connsiteX319" fmla="*/ 5179262 w 7467600"/>
              <a:gd name="connsiteY319" fmla="*/ 6035044 h 6858000"/>
              <a:gd name="connsiteX320" fmla="*/ 4689678 w 7467600"/>
              <a:gd name="connsiteY320" fmla="*/ 6440241 h 6858000"/>
              <a:gd name="connsiteX321" fmla="*/ 4477543 w 7467600"/>
              <a:gd name="connsiteY321" fmla="*/ 6674836 h 6858000"/>
              <a:gd name="connsiteX322" fmla="*/ 4329957 w 7467600"/>
              <a:gd name="connsiteY322" fmla="*/ 6858000 h 6858000"/>
              <a:gd name="connsiteX323" fmla="*/ 4218595 w 7467600"/>
              <a:gd name="connsiteY323" fmla="*/ 6858000 h 6858000"/>
              <a:gd name="connsiteX324" fmla="*/ 4368888 w 7467600"/>
              <a:gd name="connsiteY324" fmla="*/ 6668412 h 6858000"/>
              <a:gd name="connsiteX325" fmla="*/ 4563091 w 7467600"/>
              <a:gd name="connsiteY325" fmla="*/ 6442508 h 6858000"/>
              <a:gd name="connsiteX326" fmla="*/ 5387324 w 7467600"/>
              <a:gd name="connsiteY326" fmla="*/ 5705830 h 6858000"/>
              <a:gd name="connsiteX327" fmla="*/ 5073620 w 7467600"/>
              <a:gd name="connsiteY327" fmla="*/ 5955437 h 6858000"/>
              <a:gd name="connsiteX328" fmla="*/ 4689789 w 7467600"/>
              <a:gd name="connsiteY328" fmla="*/ 6268382 h 6858000"/>
              <a:gd name="connsiteX329" fmla="*/ 4418722 w 7467600"/>
              <a:gd name="connsiteY329" fmla="*/ 6570886 h 6858000"/>
              <a:gd name="connsiteX330" fmla="*/ 4214944 w 7467600"/>
              <a:gd name="connsiteY330" fmla="*/ 6858000 h 6858000"/>
              <a:gd name="connsiteX331" fmla="*/ 4177898 w 7467600"/>
              <a:gd name="connsiteY331" fmla="*/ 6858000 h 6858000"/>
              <a:gd name="connsiteX332" fmla="*/ 4391597 w 7467600"/>
              <a:gd name="connsiteY332" fmla="*/ 6556370 h 6858000"/>
              <a:gd name="connsiteX333" fmla="*/ 4668889 w 7467600"/>
              <a:gd name="connsiteY333" fmla="*/ 6246399 h 6858000"/>
              <a:gd name="connsiteX334" fmla="*/ 5055427 w 7467600"/>
              <a:gd name="connsiteY334" fmla="*/ 5931476 h 6858000"/>
              <a:gd name="connsiteX335" fmla="*/ 5371814 w 7467600"/>
              <a:gd name="connsiteY335" fmla="*/ 5678975 h 6858000"/>
              <a:gd name="connsiteX336" fmla="*/ 4987918 w 7467600"/>
              <a:gd name="connsiteY336" fmla="*/ 5838701 h 6858000"/>
              <a:gd name="connsiteX337" fmla="*/ 4317146 w 7467600"/>
              <a:gd name="connsiteY337" fmla="*/ 6587716 h 6858000"/>
              <a:gd name="connsiteX338" fmla="*/ 4171627 w 7467600"/>
              <a:gd name="connsiteY338" fmla="*/ 6858000 h 6858000"/>
              <a:gd name="connsiteX339" fmla="*/ 4081585 w 7467600"/>
              <a:gd name="connsiteY339" fmla="*/ 6858000 h 6858000"/>
              <a:gd name="connsiteX340" fmla="*/ 4238603 w 7467600"/>
              <a:gd name="connsiteY340" fmla="*/ 6559341 h 6858000"/>
              <a:gd name="connsiteX341" fmla="*/ 4778333 w 7467600"/>
              <a:gd name="connsiteY341" fmla="*/ 5873626 h 6858000"/>
              <a:gd name="connsiteX342" fmla="*/ 5414185 w 7467600"/>
              <a:gd name="connsiteY342" fmla="*/ 5573882 h 6858000"/>
              <a:gd name="connsiteX343" fmla="*/ 5959648 w 7467600"/>
              <a:gd name="connsiteY343" fmla="*/ 4760797 h 6858000"/>
              <a:gd name="connsiteX344" fmla="*/ 5355019 w 7467600"/>
              <a:gd name="connsiteY344" fmla="*/ 4734672 h 6858000"/>
              <a:gd name="connsiteX345" fmla="*/ 5083565 w 7467600"/>
              <a:gd name="connsiteY345" fmla="*/ 5179121 h 6858000"/>
              <a:gd name="connsiteX346" fmla="*/ 4713577 w 7467600"/>
              <a:gd name="connsiteY346" fmla="*/ 5616803 h 6858000"/>
              <a:gd name="connsiteX347" fmla="*/ 3989559 w 7467600"/>
              <a:gd name="connsiteY347" fmla="*/ 6145945 h 6858000"/>
              <a:gd name="connsiteX348" fmla="*/ 3939824 w 7467600"/>
              <a:gd name="connsiteY348" fmla="*/ 6066900 h 6858000"/>
              <a:gd name="connsiteX349" fmla="*/ 4584537 w 7467600"/>
              <a:gd name="connsiteY349" fmla="*/ 5324826 h 6858000"/>
              <a:gd name="connsiteX350" fmla="*/ 5037105 w 7467600"/>
              <a:gd name="connsiteY350" fmla="*/ 5088765 h 6858000"/>
              <a:gd name="connsiteX351" fmla="*/ 5039930 w 7467600"/>
              <a:gd name="connsiteY351" fmla="*/ 5089585 h 6858000"/>
              <a:gd name="connsiteX352" fmla="*/ 5263764 w 7467600"/>
              <a:gd name="connsiteY352" fmla="*/ 4735525 h 6858000"/>
              <a:gd name="connsiteX353" fmla="*/ 4086300 w 7467600"/>
              <a:gd name="connsiteY353" fmla="*/ 4884599 h 6858000"/>
              <a:gd name="connsiteX354" fmla="*/ 4085485 w 7467600"/>
              <a:gd name="connsiteY354" fmla="*/ 4899070 h 6858000"/>
              <a:gd name="connsiteX355" fmla="*/ 3871915 w 7467600"/>
              <a:gd name="connsiteY355" fmla="*/ 5253645 h 6858000"/>
              <a:gd name="connsiteX356" fmla="*/ 3799374 w 7467600"/>
              <a:gd name="connsiteY356" fmla="*/ 5466127 h 6858000"/>
              <a:gd name="connsiteX357" fmla="*/ 3498850 w 7467600"/>
              <a:gd name="connsiteY357" fmla="*/ 6661888 h 6858000"/>
              <a:gd name="connsiteX358" fmla="*/ 3399216 w 7467600"/>
              <a:gd name="connsiteY358" fmla="*/ 6858000 h 6858000"/>
              <a:gd name="connsiteX359" fmla="*/ 3303688 w 7467600"/>
              <a:gd name="connsiteY359" fmla="*/ 6858000 h 6858000"/>
              <a:gd name="connsiteX360" fmla="*/ 3391774 w 7467600"/>
              <a:gd name="connsiteY360" fmla="*/ 6697181 h 6858000"/>
              <a:gd name="connsiteX361" fmla="*/ 3735540 w 7467600"/>
              <a:gd name="connsiteY361" fmla="*/ 5546923 h 6858000"/>
              <a:gd name="connsiteX362" fmla="*/ 3729438 w 7467600"/>
              <a:gd name="connsiteY362" fmla="*/ 5569058 h 6858000"/>
              <a:gd name="connsiteX363" fmla="*/ 3707782 w 7467600"/>
              <a:gd name="connsiteY363" fmla="*/ 5644908 h 6858000"/>
              <a:gd name="connsiteX364" fmla="*/ 3583827 w 7467600"/>
              <a:gd name="connsiteY364" fmla="*/ 6039215 h 6858000"/>
              <a:gd name="connsiteX365" fmla="*/ 3547861 w 7467600"/>
              <a:gd name="connsiteY365" fmla="*/ 6129609 h 6858000"/>
              <a:gd name="connsiteX366" fmla="*/ 3490905 w 7467600"/>
              <a:gd name="connsiteY366" fmla="*/ 6277660 h 6858000"/>
              <a:gd name="connsiteX367" fmla="*/ 3455859 w 7467600"/>
              <a:gd name="connsiteY367" fmla="*/ 6391301 h 6858000"/>
              <a:gd name="connsiteX368" fmla="*/ 3429112 w 7467600"/>
              <a:gd name="connsiteY368" fmla="*/ 6479469 h 6858000"/>
              <a:gd name="connsiteX369" fmla="*/ 3304862 w 7467600"/>
              <a:gd name="connsiteY369" fmla="*/ 6796476 h 6858000"/>
              <a:gd name="connsiteX370" fmla="*/ 3276071 w 7467600"/>
              <a:gd name="connsiteY370" fmla="*/ 6858000 h 6858000"/>
              <a:gd name="connsiteX371" fmla="*/ 3240805 w 7467600"/>
              <a:gd name="connsiteY371" fmla="*/ 6858000 h 6858000"/>
              <a:gd name="connsiteX372" fmla="*/ 3275917 w 7467600"/>
              <a:gd name="connsiteY372" fmla="*/ 6783192 h 6858000"/>
              <a:gd name="connsiteX373" fmla="*/ 3399358 w 7467600"/>
              <a:gd name="connsiteY373" fmla="*/ 6469011 h 6858000"/>
              <a:gd name="connsiteX374" fmla="*/ 3425650 w 7467600"/>
              <a:gd name="connsiteY374" fmla="*/ 6381333 h 6858000"/>
              <a:gd name="connsiteX375" fmla="*/ 3460661 w 7467600"/>
              <a:gd name="connsiteY375" fmla="*/ 6266763 h 6858000"/>
              <a:gd name="connsiteX376" fmla="*/ 3518021 w 7467600"/>
              <a:gd name="connsiteY376" fmla="*/ 6117298 h 6858000"/>
              <a:gd name="connsiteX377" fmla="*/ 3554035 w 7467600"/>
              <a:gd name="connsiteY377" fmla="*/ 6027832 h 6858000"/>
              <a:gd name="connsiteX378" fmla="*/ 3677174 w 7467600"/>
              <a:gd name="connsiteY378" fmla="*/ 5636351 h 6858000"/>
              <a:gd name="connsiteX379" fmla="*/ 3698819 w 7467600"/>
              <a:gd name="connsiteY379" fmla="*/ 5560503 h 6858000"/>
              <a:gd name="connsiteX380" fmla="*/ 3702094 w 7467600"/>
              <a:gd name="connsiteY380" fmla="*/ 5549194 h 6858000"/>
              <a:gd name="connsiteX381" fmla="*/ 3398355 w 7467600"/>
              <a:gd name="connsiteY381" fmla="*/ 6094603 h 6858000"/>
              <a:gd name="connsiteX382" fmla="*/ 3193941 w 7467600"/>
              <a:gd name="connsiteY382" fmla="*/ 6798775 h 6858000"/>
              <a:gd name="connsiteX383" fmla="*/ 3184140 w 7467600"/>
              <a:gd name="connsiteY383" fmla="*/ 6858000 h 6858000"/>
              <a:gd name="connsiteX384" fmla="*/ 3099978 w 7467600"/>
              <a:gd name="connsiteY384" fmla="*/ 6858000 h 6858000"/>
              <a:gd name="connsiteX385" fmla="*/ 3101556 w 7467600"/>
              <a:gd name="connsiteY385" fmla="*/ 6843337 h 6858000"/>
              <a:gd name="connsiteX386" fmla="*/ 3370162 w 7467600"/>
              <a:gd name="connsiteY386" fmla="*/ 5785550 h 6858000"/>
              <a:gd name="connsiteX387" fmla="*/ 3746477 w 7467600"/>
              <a:gd name="connsiteY387" fmla="*/ 5377889 h 6858000"/>
              <a:gd name="connsiteX388" fmla="*/ 3863399 w 7467600"/>
              <a:gd name="connsiteY388" fmla="*/ 5087257 h 6858000"/>
              <a:gd name="connsiteX389" fmla="*/ 3968712 w 7467600"/>
              <a:gd name="connsiteY389" fmla="*/ 4913989 h 6858000"/>
              <a:gd name="connsiteX390" fmla="*/ 2792390 w 7467600"/>
              <a:gd name="connsiteY390" fmla="*/ 5382974 h 6858000"/>
              <a:gd name="connsiteX391" fmla="*/ 2714982 w 7467600"/>
              <a:gd name="connsiteY391" fmla="*/ 5427051 h 6858000"/>
              <a:gd name="connsiteX392" fmla="*/ 2813361 w 7467600"/>
              <a:gd name="connsiteY392" fmla="*/ 6023912 h 6858000"/>
              <a:gd name="connsiteX393" fmla="*/ 2688430 w 7467600"/>
              <a:gd name="connsiteY393" fmla="*/ 6801564 h 6858000"/>
              <a:gd name="connsiteX394" fmla="*/ 2629626 w 7467600"/>
              <a:gd name="connsiteY394" fmla="*/ 6763394 h 6858000"/>
              <a:gd name="connsiteX395" fmla="*/ 2565328 w 7467600"/>
              <a:gd name="connsiteY395" fmla="*/ 5516399 h 6858000"/>
              <a:gd name="connsiteX396" fmla="*/ 1922999 w 7467600"/>
              <a:gd name="connsiteY396" fmla="*/ 5980343 h 6858000"/>
              <a:gd name="connsiteX397" fmla="*/ 1950261 w 7467600"/>
              <a:gd name="connsiteY397" fmla="*/ 6405858 h 6858000"/>
              <a:gd name="connsiteX398" fmla="*/ 2365554 w 7467600"/>
              <a:gd name="connsiteY398" fmla="*/ 6759107 h 6858000"/>
              <a:gd name="connsiteX399" fmla="*/ 2424142 w 7467600"/>
              <a:gd name="connsiteY399" fmla="*/ 6858000 h 6858000"/>
              <a:gd name="connsiteX400" fmla="*/ 2395994 w 7467600"/>
              <a:gd name="connsiteY400" fmla="*/ 6858000 h 6858000"/>
              <a:gd name="connsiteX401" fmla="*/ 2392863 w 7467600"/>
              <a:gd name="connsiteY401" fmla="*/ 6852964 h 6858000"/>
              <a:gd name="connsiteX402" fmla="*/ 2017589 w 7467600"/>
              <a:gd name="connsiteY402" fmla="*/ 6493982 h 6858000"/>
              <a:gd name="connsiteX403" fmla="*/ 2147336 w 7467600"/>
              <a:gd name="connsiteY403" fmla="*/ 6594052 h 6858000"/>
              <a:gd name="connsiteX404" fmla="*/ 2207047 w 7467600"/>
              <a:gd name="connsiteY404" fmla="*/ 6654540 h 6858000"/>
              <a:gd name="connsiteX405" fmla="*/ 2299106 w 7467600"/>
              <a:gd name="connsiteY405" fmla="*/ 6778931 h 6858000"/>
              <a:gd name="connsiteX406" fmla="*/ 2314430 w 7467600"/>
              <a:gd name="connsiteY406" fmla="*/ 6801144 h 6858000"/>
              <a:gd name="connsiteX407" fmla="*/ 2352406 w 7467600"/>
              <a:gd name="connsiteY407" fmla="*/ 6858000 h 6858000"/>
              <a:gd name="connsiteX408" fmla="*/ 2314492 w 7467600"/>
              <a:gd name="connsiteY408" fmla="*/ 6858000 h 6858000"/>
              <a:gd name="connsiteX409" fmla="*/ 2288095 w 7467600"/>
              <a:gd name="connsiteY409" fmla="*/ 6818030 h 6858000"/>
              <a:gd name="connsiteX410" fmla="*/ 2272768 w 7467600"/>
              <a:gd name="connsiteY410" fmla="*/ 6795822 h 6858000"/>
              <a:gd name="connsiteX411" fmla="*/ 2182715 w 7467600"/>
              <a:gd name="connsiteY411" fmla="*/ 6675071 h 6858000"/>
              <a:gd name="connsiteX412" fmla="*/ 2032061 w 7467600"/>
              <a:gd name="connsiteY412" fmla="*/ 6541380 h 6858000"/>
              <a:gd name="connsiteX413" fmla="*/ 2257220 w 7467600"/>
              <a:gd name="connsiteY413" fmla="*/ 6826257 h 6858000"/>
              <a:gd name="connsiteX414" fmla="*/ 2281324 w 7467600"/>
              <a:gd name="connsiteY414" fmla="*/ 6858000 h 6858000"/>
              <a:gd name="connsiteX415" fmla="*/ 2242860 w 7467600"/>
              <a:gd name="connsiteY415" fmla="*/ 6858000 h 6858000"/>
              <a:gd name="connsiteX416" fmla="*/ 2232818 w 7467600"/>
              <a:gd name="connsiteY416" fmla="*/ 6844926 h 6858000"/>
              <a:gd name="connsiteX417" fmla="*/ 1990172 w 7467600"/>
              <a:gd name="connsiteY417" fmla="*/ 6542121 h 6858000"/>
              <a:gd name="connsiteX418" fmla="*/ 2124090 w 7467600"/>
              <a:gd name="connsiteY418" fmla="*/ 6761017 h 6858000"/>
              <a:gd name="connsiteX419" fmla="*/ 2200380 w 7467600"/>
              <a:gd name="connsiteY419" fmla="*/ 6858000 h 6858000"/>
              <a:gd name="connsiteX420" fmla="*/ 2147507 w 7467600"/>
              <a:gd name="connsiteY420" fmla="*/ 6858000 h 6858000"/>
              <a:gd name="connsiteX421" fmla="*/ 2070668 w 7467600"/>
              <a:gd name="connsiteY421" fmla="*/ 6761520 h 6858000"/>
              <a:gd name="connsiteX422" fmla="*/ 1975142 w 7467600"/>
              <a:gd name="connsiteY422" fmla="*/ 6585570 h 6858000"/>
              <a:gd name="connsiteX423" fmla="*/ 2050035 w 7467600"/>
              <a:gd name="connsiteY423" fmla="*/ 6813345 h 6858000"/>
              <a:gd name="connsiteX424" fmla="*/ 2063025 w 7467600"/>
              <a:gd name="connsiteY424" fmla="*/ 6858000 h 6858000"/>
              <a:gd name="connsiteX425" fmla="*/ 2021675 w 7467600"/>
              <a:gd name="connsiteY425" fmla="*/ 6858000 h 6858000"/>
              <a:gd name="connsiteX426" fmla="*/ 2019308 w 7467600"/>
              <a:gd name="connsiteY426" fmla="*/ 6847118 h 6858000"/>
              <a:gd name="connsiteX427" fmla="*/ 1938835 w 7467600"/>
              <a:gd name="connsiteY427" fmla="*/ 6551160 h 6858000"/>
              <a:gd name="connsiteX428" fmla="*/ 1953230 w 7467600"/>
              <a:gd name="connsiteY428" fmla="*/ 6759699 h 6858000"/>
              <a:gd name="connsiteX429" fmla="*/ 1956763 w 7467600"/>
              <a:gd name="connsiteY429" fmla="*/ 6778191 h 6858000"/>
              <a:gd name="connsiteX430" fmla="*/ 1967925 w 7467600"/>
              <a:gd name="connsiteY430" fmla="*/ 6858000 h 6858000"/>
              <a:gd name="connsiteX431" fmla="*/ 1936622 w 7467600"/>
              <a:gd name="connsiteY431" fmla="*/ 6858000 h 6858000"/>
              <a:gd name="connsiteX432" fmla="*/ 1926261 w 7467600"/>
              <a:gd name="connsiteY432" fmla="*/ 6784064 h 6858000"/>
              <a:gd name="connsiteX433" fmla="*/ 1922724 w 7467600"/>
              <a:gd name="connsiteY433" fmla="*/ 6765577 h 6858000"/>
              <a:gd name="connsiteX434" fmla="*/ 1904650 w 7467600"/>
              <a:gd name="connsiteY434" fmla="*/ 6639616 h 6858000"/>
              <a:gd name="connsiteX435" fmla="*/ 1885273 w 7467600"/>
              <a:gd name="connsiteY435" fmla="*/ 6858000 h 6858000"/>
              <a:gd name="connsiteX436" fmla="*/ 1854363 w 7467600"/>
              <a:gd name="connsiteY436" fmla="*/ 6858000 h 6858000"/>
              <a:gd name="connsiteX437" fmla="*/ 1880391 w 7467600"/>
              <a:gd name="connsiteY437" fmla="*/ 6603796 h 6858000"/>
              <a:gd name="connsiteX438" fmla="*/ 1818273 w 7467600"/>
              <a:gd name="connsiteY438" fmla="*/ 6715729 h 6858000"/>
              <a:gd name="connsiteX439" fmla="*/ 1794691 w 7467600"/>
              <a:gd name="connsiteY439" fmla="*/ 6843239 h 6858000"/>
              <a:gd name="connsiteX440" fmla="*/ 1794914 w 7467600"/>
              <a:gd name="connsiteY440" fmla="*/ 6858000 h 6858000"/>
              <a:gd name="connsiteX441" fmla="*/ 1746128 w 7467600"/>
              <a:gd name="connsiteY441" fmla="*/ 6858000 h 6858000"/>
              <a:gd name="connsiteX442" fmla="*/ 1753934 w 7467600"/>
              <a:gd name="connsiteY442" fmla="*/ 6724796 h 6858000"/>
              <a:gd name="connsiteX443" fmla="*/ 1792053 w 7467600"/>
              <a:gd name="connsiteY443" fmla="*/ 6572396 h 6858000"/>
              <a:gd name="connsiteX444" fmla="*/ 1862248 w 7467600"/>
              <a:gd name="connsiteY444" fmla="*/ 6266397 h 6858000"/>
              <a:gd name="connsiteX445" fmla="*/ 1862250 w 7467600"/>
              <a:gd name="connsiteY445" fmla="*/ 6033531 h 6858000"/>
              <a:gd name="connsiteX446" fmla="*/ 1211999 w 7467600"/>
              <a:gd name="connsiteY446" fmla="*/ 6683610 h 6858000"/>
              <a:gd name="connsiteX447" fmla="*/ 1213266 w 7467600"/>
              <a:gd name="connsiteY447" fmla="*/ 6691947 h 6858000"/>
              <a:gd name="connsiteX448" fmla="*/ 1203370 w 7467600"/>
              <a:gd name="connsiteY448" fmla="*/ 6850676 h 6858000"/>
              <a:gd name="connsiteX449" fmla="*/ 1203671 w 7467600"/>
              <a:gd name="connsiteY449" fmla="*/ 6858000 h 6858000"/>
              <a:gd name="connsiteX450" fmla="*/ 1143180 w 7467600"/>
              <a:gd name="connsiteY450" fmla="*/ 6858000 h 6858000"/>
              <a:gd name="connsiteX451" fmla="*/ 1142176 w 7467600"/>
              <a:gd name="connsiteY451" fmla="*/ 6766045 h 6858000"/>
              <a:gd name="connsiteX452" fmla="*/ 1067484 w 7467600"/>
              <a:gd name="connsiteY452" fmla="*/ 6858000 h 6858000"/>
              <a:gd name="connsiteX453" fmla="*/ 953928 w 7467600"/>
              <a:gd name="connsiteY453" fmla="*/ 6858000 h 6858000"/>
              <a:gd name="connsiteX454" fmla="*/ 959715 w 7467600"/>
              <a:gd name="connsiteY454" fmla="*/ 6850185 h 6858000"/>
              <a:gd name="connsiteX455" fmla="*/ 1483788 w 7467600"/>
              <a:gd name="connsiteY455" fmla="*/ 6259174 h 6858000"/>
              <a:gd name="connsiteX456" fmla="*/ 1100671 w 7467600"/>
              <a:gd name="connsiteY456" fmla="*/ 6252137 h 6858000"/>
              <a:gd name="connsiteX457" fmla="*/ 1090144 w 7467600"/>
              <a:gd name="connsiteY457" fmla="*/ 6256748 h 6858000"/>
              <a:gd name="connsiteX458" fmla="*/ 1095872 w 7467600"/>
              <a:gd name="connsiteY458" fmla="*/ 6271892 h 6858000"/>
              <a:gd name="connsiteX459" fmla="*/ 262785 w 7467600"/>
              <a:gd name="connsiteY459" fmla="*/ 6845450 h 6858000"/>
              <a:gd name="connsiteX460" fmla="*/ 209968 w 7467600"/>
              <a:gd name="connsiteY460" fmla="*/ 6770713 h 6858000"/>
              <a:gd name="connsiteX461" fmla="*/ 873460 w 7467600"/>
              <a:gd name="connsiteY461" fmla="*/ 6253768 h 6858000"/>
              <a:gd name="connsiteX462" fmla="*/ 192686 w 7467600"/>
              <a:gd name="connsiteY462" fmla="*/ 5849257 h 6858000"/>
              <a:gd name="connsiteX463" fmla="*/ 4696 w 7467600"/>
              <a:gd name="connsiteY463" fmla="*/ 5697668 h 6858000"/>
              <a:gd name="connsiteX464" fmla="*/ 0 w 7467600"/>
              <a:gd name="connsiteY464" fmla="*/ 5689984 h 6858000"/>
              <a:gd name="connsiteX465" fmla="*/ 0 w 7467600"/>
              <a:gd name="connsiteY465" fmla="*/ 5513472 h 6858000"/>
              <a:gd name="connsiteX466" fmla="*/ 174101 w 7467600"/>
              <a:gd name="connsiteY466" fmla="*/ 5620277 h 6858000"/>
              <a:gd name="connsiteX467" fmla="*/ 891800 w 7467600"/>
              <a:gd name="connsiteY467" fmla="*/ 6036935 h 6858000"/>
              <a:gd name="connsiteX468" fmla="*/ 1072219 w 7467600"/>
              <a:gd name="connsiteY468" fmla="*/ 6169443 h 6858000"/>
              <a:gd name="connsiteX469" fmla="*/ 1074117 w 7467600"/>
              <a:gd name="connsiteY469" fmla="*/ 6170301 h 6858000"/>
              <a:gd name="connsiteX470" fmla="*/ 1083114 w 7467600"/>
              <a:gd name="connsiteY470" fmla="*/ 6174131 h 6858000"/>
              <a:gd name="connsiteX471" fmla="*/ 1543010 w 7467600"/>
              <a:gd name="connsiteY471" fmla="*/ 6191140 h 6858000"/>
              <a:gd name="connsiteX472" fmla="*/ 1551080 w 7467600"/>
              <a:gd name="connsiteY472" fmla="*/ 6195006 h 6858000"/>
              <a:gd name="connsiteX473" fmla="*/ 2345443 w 7467600"/>
              <a:gd name="connsiteY473" fmla="*/ 5549882 h 6858000"/>
              <a:gd name="connsiteX474" fmla="*/ 1721499 w 7467600"/>
              <a:gd name="connsiteY474" fmla="*/ 5599969 h 6858000"/>
              <a:gd name="connsiteX475" fmla="*/ 767716 w 7467600"/>
              <a:gd name="connsiteY475" fmla="*/ 5472768 h 6858000"/>
              <a:gd name="connsiteX476" fmla="*/ 722147 w 7467600"/>
              <a:gd name="connsiteY476" fmla="*/ 5393091 h 6858000"/>
              <a:gd name="connsiteX477" fmla="*/ 1485552 w 7467600"/>
              <a:gd name="connsiteY477" fmla="*/ 5313202 h 6858000"/>
              <a:gd name="connsiteX478" fmla="*/ 2143004 w 7467600"/>
              <a:gd name="connsiteY478" fmla="*/ 5402420 h 6858000"/>
              <a:gd name="connsiteX479" fmla="*/ 1933391 w 7467600"/>
              <a:gd name="connsiteY479" fmla="*/ 5156971 h 6858000"/>
              <a:gd name="connsiteX480" fmla="*/ 1827118 w 7467600"/>
              <a:gd name="connsiteY480" fmla="*/ 4968410 h 6858000"/>
              <a:gd name="connsiteX481" fmla="*/ 1837349 w 7467600"/>
              <a:gd name="connsiteY481" fmla="*/ 4956357 h 6858000"/>
              <a:gd name="connsiteX482" fmla="*/ 2162835 w 7467600"/>
              <a:gd name="connsiteY482" fmla="*/ 5187853 h 6858000"/>
              <a:gd name="connsiteX483" fmla="*/ 2257167 w 7467600"/>
              <a:gd name="connsiteY483" fmla="*/ 5462123 h 6858000"/>
              <a:gd name="connsiteX484" fmla="*/ 2261598 w 7467600"/>
              <a:gd name="connsiteY484" fmla="*/ 5467998 h 6858000"/>
              <a:gd name="connsiteX485" fmla="*/ 2437177 w 7467600"/>
              <a:gd name="connsiteY485" fmla="*/ 5479608 h 6858000"/>
              <a:gd name="connsiteX486" fmla="*/ 2445247 w 7467600"/>
              <a:gd name="connsiteY486" fmla="*/ 5483476 h 6858000"/>
              <a:gd name="connsiteX487" fmla="*/ 2743626 w 7467600"/>
              <a:gd name="connsiteY487" fmla="*/ 5304819 h 6858000"/>
              <a:gd name="connsiteX488" fmla="*/ 3048102 w 7467600"/>
              <a:gd name="connsiteY488" fmla="*/ 5150595 h 6858000"/>
              <a:gd name="connsiteX489" fmla="*/ 1799414 w 7467600"/>
              <a:gd name="connsiteY489" fmla="*/ 4694732 h 6858000"/>
              <a:gd name="connsiteX490" fmla="*/ 1771735 w 7467600"/>
              <a:gd name="connsiteY490" fmla="*/ 4619929 h 6858000"/>
              <a:gd name="connsiteX491" fmla="*/ 3104273 w 7467600"/>
              <a:gd name="connsiteY491" fmla="*/ 5076159 h 6858000"/>
              <a:gd name="connsiteX492" fmla="*/ 3113245 w 7467600"/>
              <a:gd name="connsiteY492" fmla="*/ 5090705 h 6858000"/>
              <a:gd name="connsiteX493" fmla="*/ 3126294 w 7467600"/>
              <a:gd name="connsiteY493" fmla="*/ 5114400 h 6858000"/>
              <a:gd name="connsiteX494" fmla="*/ 3937433 w 7467600"/>
              <a:gd name="connsiteY494" fmla="*/ 4830473 h 6858000"/>
              <a:gd name="connsiteX495" fmla="*/ 3590475 w 7467600"/>
              <a:gd name="connsiteY495" fmla="*/ 4597974 h 6858000"/>
              <a:gd name="connsiteX496" fmla="*/ 3100264 w 7467600"/>
              <a:gd name="connsiteY496" fmla="*/ 4579845 h 6858000"/>
              <a:gd name="connsiteX497" fmla="*/ 2183576 w 7467600"/>
              <a:gd name="connsiteY497" fmla="*/ 4227150 h 6858000"/>
              <a:gd name="connsiteX498" fmla="*/ 2151029 w 7467600"/>
              <a:gd name="connsiteY498" fmla="*/ 4146947 h 6858000"/>
              <a:gd name="connsiteX499" fmla="*/ 3563434 w 7467600"/>
              <a:gd name="connsiteY499" fmla="*/ 4469115 h 6858000"/>
              <a:gd name="connsiteX500" fmla="*/ 3177952 w 7467600"/>
              <a:gd name="connsiteY500" fmla="*/ 3657386 h 6858000"/>
              <a:gd name="connsiteX501" fmla="*/ 3189263 w 7467600"/>
              <a:gd name="connsiteY501" fmla="*/ 3625726 h 6858000"/>
              <a:gd name="connsiteX502" fmla="*/ 3560912 w 7467600"/>
              <a:gd name="connsiteY502" fmla="*/ 4079863 h 6858000"/>
              <a:gd name="connsiteX503" fmla="*/ 3626636 w 7467600"/>
              <a:gd name="connsiteY503" fmla="*/ 4512230 h 6858000"/>
              <a:gd name="connsiteX504" fmla="*/ 3653088 w 7467600"/>
              <a:gd name="connsiteY504" fmla="*/ 4521417 h 6858000"/>
              <a:gd name="connsiteX505" fmla="*/ 3988128 w 7467600"/>
              <a:gd name="connsiteY505" fmla="*/ 4817267 h 6858000"/>
              <a:gd name="connsiteX506" fmla="*/ 4830582 w 7467600"/>
              <a:gd name="connsiteY506" fmla="*/ 4676000 h 6858000"/>
              <a:gd name="connsiteX507" fmla="*/ 4830100 w 7467600"/>
              <a:gd name="connsiteY507" fmla="*/ 4675554 h 6858000"/>
              <a:gd name="connsiteX508" fmla="*/ 4036318 w 7467600"/>
              <a:gd name="connsiteY508" fmla="*/ 4147013 h 6858000"/>
              <a:gd name="connsiteX509" fmla="*/ 3432098 w 7467600"/>
              <a:gd name="connsiteY509" fmla="*/ 3537312 h 6858000"/>
              <a:gd name="connsiteX510" fmla="*/ 3446761 w 7467600"/>
              <a:gd name="connsiteY510" fmla="*/ 3461278 h 6858000"/>
              <a:gd name="connsiteX511" fmla="*/ 4419733 w 7467600"/>
              <a:gd name="connsiteY511" fmla="*/ 3963555 h 6858000"/>
              <a:gd name="connsiteX512" fmla="*/ 4781371 w 7467600"/>
              <a:gd name="connsiteY512" fmla="*/ 4458604 h 6858000"/>
              <a:gd name="connsiteX513" fmla="*/ 4780440 w 7467600"/>
              <a:gd name="connsiteY513" fmla="*/ 4470290 h 6858000"/>
              <a:gd name="connsiteX514" fmla="*/ 4898954 w 7467600"/>
              <a:gd name="connsiteY514" fmla="*/ 4662092 h 6858000"/>
              <a:gd name="connsiteX515" fmla="*/ 4900699 w 7467600"/>
              <a:gd name="connsiteY515" fmla="*/ 4670867 h 6858000"/>
              <a:gd name="connsiteX516" fmla="*/ 5714511 w 7467600"/>
              <a:gd name="connsiteY516" fmla="*/ 4663483 h 6858000"/>
              <a:gd name="connsiteX517" fmla="*/ 5464793 w 7467600"/>
              <a:gd name="connsiteY517" fmla="*/ 4393556 h 6858000"/>
              <a:gd name="connsiteX518" fmla="*/ 5461897 w 7467600"/>
              <a:gd name="connsiteY518" fmla="*/ 4390879 h 6858000"/>
              <a:gd name="connsiteX519" fmla="*/ 4294126 w 7467600"/>
              <a:gd name="connsiteY519" fmla="*/ 3303048 h 6858000"/>
              <a:gd name="connsiteX520" fmla="*/ 4305321 w 7467600"/>
              <a:gd name="connsiteY520" fmla="*/ 3256953 h 6858000"/>
              <a:gd name="connsiteX521" fmla="*/ 4949299 w 7467600"/>
              <a:gd name="connsiteY521" fmla="*/ 3766336 h 6858000"/>
              <a:gd name="connsiteX522" fmla="*/ 5291452 w 7467600"/>
              <a:gd name="connsiteY522" fmla="*/ 4076801 h 6858000"/>
              <a:gd name="connsiteX523" fmla="*/ 5434998 w 7467600"/>
              <a:gd name="connsiteY523" fmla="*/ 4254100 h 6858000"/>
              <a:gd name="connsiteX524" fmla="*/ 5351015 w 7467600"/>
              <a:gd name="connsiteY524" fmla="*/ 3760989 h 6858000"/>
              <a:gd name="connsiteX525" fmla="*/ 5413780 w 7467600"/>
              <a:gd name="connsiteY525" fmla="*/ 2966265 h 6858000"/>
              <a:gd name="connsiteX526" fmla="*/ 5425627 w 7467600"/>
              <a:gd name="connsiteY526" fmla="*/ 2954192 h 6858000"/>
              <a:gd name="connsiteX527" fmla="*/ 6604735 w 7467600"/>
              <a:gd name="connsiteY527" fmla="*/ 2041381 h 6858000"/>
              <a:gd name="connsiteX528" fmla="*/ 7204487 w 7467600"/>
              <a:gd name="connsiteY528" fmla="*/ 2742112 h 6858000"/>
              <a:gd name="connsiteX529" fmla="*/ 7131592 w 7467600"/>
              <a:gd name="connsiteY529" fmla="*/ 2672096 h 6858000"/>
              <a:gd name="connsiteX530" fmla="*/ 6996344 w 7467600"/>
              <a:gd name="connsiteY530" fmla="*/ 2518310 h 6858000"/>
              <a:gd name="connsiteX531" fmla="*/ 6735495 w 7467600"/>
              <a:gd name="connsiteY531" fmla="*/ 2196890 h 6858000"/>
              <a:gd name="connsiteX532" fmla="*/ 6721901 w 7467600"/>
              <a:gd name="connsiteY532" fmla="*/ 2179274 h 6858000"/>
              <a:gd name="connsiteX533" fmla="*/ 6604735 w 7467600"/>
              <a:gd name="connsiteY533" fmla="*/ 2041381 h 6858000"/>
              <a:gd name="connsiteX534" fmla="*/ 6591670 w 7467600"/>
              <a:gd name="connsiteY534" fmla="*/ 1988277 h 6858000"/>
              <a:gd name="connsiteX535" fmla="*/ 6747349 w 7467600"/>
              <a:gd name="connsiteY535" fmla="*/ 2160069 h 6858000"/>
              <a:gd name="connsiteX536" fmla="*/ 6760943 w 7467600"/>
              <a:gd name="connsiteY536" fmla="*/ 2177686 h 6858000"/>
              <a:gd name="connsiteX537" fmla="*/ 7021065 w 7467600"/>
              <a:gd name="connsiteY537" fmla="*/ 2498102 h 6858000"/>
              <a:gd name="connsiteX538" fmla="*/ 7155223 w 7467600"/>
              <a:gd name="connsiteY538" fmla="*/ 2650386 h 6858000"/>
              <a:gd name="connsiteX539" fmla="*/ 7203167 w 7467600"/>
              <a:gd name="connsiteY539" fmla="*/ 2697288 h 6858000"/>
              <a:gd name="connsiteX540" fmla="*/ 6937703 w 7467600"/>
              <a:gd name="connsiteY540" fmla="*/ 2321981 h 6858000"/>
              <a:gd name="connsiteX541" fmla="*/ 6591670 w 7467600"/>
              <a:gd name="connsiteY541" fmla="*/ 1988277 h 6858000"/>
              <a:gd name="connsiteX542" fmla="*/ 5798671 w 7467600"/>
              <a:gd name="connsiteY542" fmla="*/ 1981601 h 6858000"/>
              <a:gd name="connsiteX543" fmla="*/ 5754709 w 7467600"/>
              <a:gd name="connsiteY543" fmla="*/ 2071454 h 6858000"/>
              <a:gd name="connsiteX544" fmla="*/ 5763044 w 7467600"/>
              <a:gd name="connsiteY544" fmla="*/ 2842206 h 6858000"/>
              <a:gd name="connsiteX545" fmla="*/ 5764974 w 7467600"/>
              <a:gd name="connsiteY545" fmla="*/ 2799609 h 6858000"/>
              <a:gd name="connsiteX546" fmla="*/ 5767665 w 7467600"/>
              <a:gd name="connsiteY546" fmla="*/ 2666409 h 6858000"/>
              <a:gd name="connsiteX547" fmla="*/ 5763055 w 7467600"/>
              <a:gd name="connsiteY547" fmla="*/ 2579705 h 6858000"/>
              <a:gd name="connsiteX548" fmla="*/ 5758079 w 7467600"/>
              <a:gd name="connsiteY548" fmla="*/ 2492508 h 6858000"/>
              <a:gd name="connsiteX549" fmla="*/ 5779325 w 7467600"/>
              <a:gd name="connsiteY549" fmla="*/ 2197069 h 6858000"/>
              <a:gd name="connsiteX550" fmla="*/ 5798671 w 7467600"/>
              <a:gd name="connsiteY550" fmla="*/ 1981601 h 6858000"/>
              <a:gd name="connsiteX551" fmla="*/ 5829202 w 7467600"/>
              <a:gd name="connsiteY551" fmla="*/ 1971679 h 6858000"/>
              <a:gd name="connsiteX552" fmla="*/ 5809558 w 7467600"/>
              <a:gd name="connsiteY552" fmla="*/ 2198043 h 6858000"/>
              <a:gd name="connsiteX553" fmla="*/ 5788653 w 7467600"/>
              <a:gd name="connsiteY553" fmla="*/ 2489430 h 6858000"/>
              <a:gd name="connsiteX554" fmla="*/ 5793439 w 7467600"/>
              <a:gd name="connsiteY554" fmla="*/ 2575235 h 6858000"/>
              <a:gd name="connsiteX555" fmla="*/ 5796837 w 7467600"/>
              <a:gd name="connsiteY555" fmla="*/ 2637633 h 6858000"/>
              <a:gd name="connsiteX556" fmla="*/ 5818614 w 7467600"/>
              <a:gd name="connsiteY556" fmla="*/ 2473055 h 6858000"/>
              <a:gd name="connsiteX557" fmla="*/ 5829202 w 7467600"/>
              <a:gd name="connsiteY557" fmla="*/ 1971679 h 6858000"/>
              <a:gd name="connsiteX558" fmla="*/ 5911389 w 7467600"/>
              <a:gd name="connsiteY558" fmla="*/ 1898371 h 6858000"/>
              <a:gd name="connsiteX559" fmla="*/ 6237627 w 7467600"/>
              <a:gd name="connsiteY559" fmla="*/ 2231921 h 6858000"/>
              <a:gd name="connsiteX560" fmla="*/ 5911389 w 7467600"/>
              <a:gd name="connsiteY560" fmla="*/ 1898371 h 6858000"/>
              <a:gd name="connsiteX561" fmla="*/ 6944437 w 7467600"/>
              <a:gd name="connsiteY561" fmla="*/ 1575402 h 6858000"/>
              <a:gd name="connsiteX562" fmla="*/ 6304730 w 7467600"/>
              <a:gd name="connsiteY562" fmla="*/ 1766654 h 6858000"/>
              <a:gd name="connsiteX563" fmla="*/ 6944437 w 7467600"/>
              <a:gd name="connsiteY563" fmla="*/ 1575402 h 6858000"/>
              <a:gd name="connsiteX564" fmla="*/ 7019523 w 7467600"/>
              <a:gd name="connsiteY564" fmla="*/ 1519450 h 6858000"/>
              <a:gd name="connsiteX565" fmla="*/ 6298091 w 7467600"/>
              <a:gd name="connsiteY565" fmla="*/ 1737122 h 6858000"/>
              <a:gd name="connsiteX566" fmla="*/ 7019523 w 7467600"/>
              <a:gd name="connsiteY566" fmla="*/ 1519450 h 6858000"/>
              <a:gd name="connsiteX567" fmla="*/ 2399523 w 7467600"/>
              <a:gd name="connsiteY567" fmla="*/ 1428234 h 6858000"/>
              <a:gd name="connsiteX568" fmla="*/ 2224982 w 7467600"/>
              <a:gd name="connsiteY568" fmla="*/ 1826201 h 6858000"/>
              <a:gd name="connsiteX569" fmla="*/ 2096099 w 7467600"/>
              <a:gd name="connsiteY569" fmla="*/ 2345900 h 6858000"/>
              <a:gd name="connsiteX570" fmla="*/ 2283317 w 7467600"/>
              <a:gd name="connsiteY570" fmla="*/ 1796925 h 6858000"/>
              <a:gd name="connsiteX571" fmla="*/ 2399523 w 7467600"/>
              <a:gd name="connsiteY571" fmla="*/ 1428234 h 6858000"/>
              <a:gd name="connsiteX572" fmla="*/ 2448558 w 7467600"/>
              <a:gd name="connsiteY572" fmla="*/ 1373435 h 6858000"/>
              <a:gd name="connsiteX573" fmla="*/ 2312521 w 7467600"/>
              <a:gd name="connsiteY573" fmla="*/ 1806140 h 6858000"/>
              <a:gd name="connsiteX574" fmla="*/ 2127533 w 7467600"/>
              <a:gd name="connsiteY574" fmla="*/ 2348380 h 6858000"/>
              <a:gd name="connsiteX575" fmla="*/ 2358080 w 7467600"/>
              <a:gd name="connsiteY575" fmla="*/ 1866134 h 6858000"/>
              <a:gd name="connsiteX576" fmla="*/ 2407436 w 7467600"/>
              <a:gd name="connsiteY576" fmla="*/ 1651070 h 6858000"/>
              <a:gd name="connsiteX577" fmla="*/ 2448558 w 7467600"/>
              <a:gd name="connsiteY577" fmla="*/ 1373435 h 6858000"/>
              <a:gd name="connsiteX578" fmla="*/ 278707 w 7467600"/>
              <a:gd name="connsiteY578" fmla="*/ 1352270 h 6858000"/>
              <a:gd name="connsiteX579" fmla="*/ 321570 w 7467600"/>
              <a:gd name="connsiteY579" fmla="*/ 1861610 h 6858000"/>
              <a:gd name="connsiteX580" fmla="*/ 294281 w 7467600"/>
              <a:gd name="connsiteY580" fmla="*/ 1440658 h 6858000"/>
              <a:gd name="connsiteX581" fmla="*/ 278707 w 7467600"/>
              <a:gd name="connsiteY581" fmla="*/ 1352270 h 6858000"/>
              <a:gd name="connsiteX582" fmla="*/ 1423821 w 7467600"/>
              <a:gd name="connsiteY582" fmla="*/ 1351958 h 6858000"/>
              <a:gd name="connsiteX583" fmla="*/ 1638521 w 7467600"/>
              <a:gd name="connsiteY583" fmla="*/ 1908470 h 6858000"/>
              <a:gd name="connsiteX584" fmla="*/ 1754199 w 7467600"/>
              <a:gd name="connsiteY584" fmla="*/ 2149284 h 6858000"/>
              <a:gd name="connsiteX585" fmla="*/ 1908359 w 7467600"/>
              <a:gd name="connsiteY585" fmla="*/ 2364988 h 6858000"/>
              <a:gd name="connsiteX586" fmla="*/ 1647661 w 7467600"/>
              <a:gd name="connsiteY586" fmla="*/ 1825945 h 6858000"/>
              <a:gd name="connsiteX587" fmla="*/ 1423821 w 7467600"/>
              <a:gd name="connsiteY587" fmla="*/ 1351958 h 6858000"/>
              <a:gd name="connsiteX588" fmla="*/ 1431890 w 7467600"/>
              <a:gd name="connsiteY588" fmla="*/ 1306475 h 6858000"/>
              <a:gd name="connsiteX589" fmla="*/ 1507597 w 7467600"/>
              <a:gd name="connsiteY589" fmla="*/ 1446132 h 6858000"/>
              <a:gd name="connsiteX590" fmla="*/ 1674586 w 7467600"/>
              <a:gd name="connsiteY590" fmla="*/ 1813832 h 6858000"/>
              <a:gd name="connsiteX591" fmla="*/ 1815950 w 7467600"/>
              <a:gd name="connsiteY591" fmla="*/ 2128564 h 6858000"/>
              <a:gd name="connsiteX592" fmla="*/ 1984242 w 7467600"/>
              <a:gd name="connsiteY592" fmla="*/ 2430829 h 6858000"/>
              <a:gd name="connsiteX593" fmla="*/ 2014023 w 7467600"/>
              <a:gd name="connsiteY593" fmla="*/ 2450995 h 6858000"/>
              <a:gd name="connsiteX594" fmla="*/ 1747337 w 7467600"/>
              <a:gd name="connsiteY594" fmla="*/ 1855264 h 6858000"/>
              <a:gd name="connsiteX595" fmla="*/ 1533749 w 7467600"/>
              <a:gd name="connsiteY595" fmla="*/ 1478656 h 6858000"/>
              <a:gd name="connsiteX596" fmla="*/ 1431890 w 7467600"/>
              <a:gd name="connsiteY596" fmla="*/ 1306475 h 6858000"/>
              <a:gd name="connsiteX597" fmla="*/ 5052692 w 7467600"/>
              <a:gd name="connsiteY597" fmla="*/ 1292994 h 6858000"/>
              <a:gd name="connsiteX598" fmla="*/ 5200661 w 7467600"/>
              <a:gd name="connsiteY598" fmla="*/ 1635186 h 6858000"/>
              <a:gd name="connsiteX599" fmla="*/ 5297138 w 7467600"/>
              <a:gd name="connsiteY599" fmla="*/ 1906351 h 6858000"/>
              <a:gd name="connsiteX600" fmla="*/ 5052692 w 7467600"/>
              <a:gd name="connsiteY600" fmla="*/ 1292994 h 6858000"/>
              <a:gd name="connsiteX601" fmla="*/ 5009948 w 7467600"/>
              <a:gd name="connsiteY601" fmla="*/ 1273619 h 6858000"/>
              <a:gd name="connsiteX602" fmla="*/ 5121777 w 7467600"/>
              <a:gd name="connsiteY602" fmla="*/ 1654213 h 6858000"/>
              <a:gd name="connsiteX603" fmla="*/ 5293545 w 7467600"/>
              <a:gd name="connsiteY603" fmla="*/ 2072247 h 6858000"/>
              <a:gd name="connsiteX604" fmla="*/ 5294042 w 7467600"/>
              <a:gd name="connsiteY604" fmla="*/ 2065019 h 6858000"/>
              <a:gd name="connsiteX605" fmla="*/ 5171936 w 7467600"/>
              <a:gd name="connsiteY605" fmla="*/ 1647613 h 6858000"/>
              <a:gd name="connsiteX606" fmla="*/ 5009948 w 7467600"/>
              <a:gd name="connsiteY606" fmla="*/ 1273619 h 6858000"/>
              <a:gd name="connsiteX607" fmla="*/ 655236 w 7467600"/>
              <a:gd name="connsiteY607" fmla="*/ 1268632 h 6858000"/>
              <a:gd name="connsiteX608" fmla="*/ 839521 w 7467600"/>
              <a:gd name="connsiteY608" fmla="*/ 1685315 h 6858000"/>
              <a:gd name="connsiteX609" fmla="*/ 1109416 w 7467600"/>
              <a:gd name="connsiteY609" fmla="*/ 2061663 h 6858000"/>
              <a:gd name="connsiteX610" fmla="*/ 1298300 w 7467600"/>
              <a:gd name="connsiteY610" fmla="*/ 2247742 h 6858000"/>
              <a:gd name="connsiteX611" fmla="*/ 1125871 w 7467600"/>
              <a:gd name="connsiteY611" fmla="*/ 1989513 h 6858000"/>
              <a:gd name="connsiteX612" fmla="*/ 981574 w 7467600"/>
              <a:gd name="connsiteY612" fmla="*/ 1783157 h 6858000"/>
              <a:gd name="connsiteX613" fmla="*/ 922198 w 7467600"/>
              <a:gd name="connsiteY613" fmla="*/ 1677437 h 6858000"/>
              <a:gd name="connsiteX614" fmla="*/ 869293 w 7467600"/>
              <a:gd name="connsiteY614" fmla="*/ 1583214 h 6858000"/>
              <a:gd name="connsiteX615" fmla="*/ 751431 w 7467600"/>
              <a:gd name="connsiteY615" fmla="*/ 1405731 h 6858000"/>
              <a:gd name="connsiteX616" fmla="*/ 655236 w 7467600"/>
              <a:gd name="connsiteY616" fmla="*/ 1268632 h 6858000"/>
              <a:gd name="connsiteX617" fmla="*/ 6516292 w 7467600"/>
              <a:gd name="connsiteY617" fmla="*/ 1263064 h 6858000"/>
              <a:gd name="connsiteX618" fmla="*/ 5736320 w 7467600"/>
              <a:gd name="connsiteY618" fmla="*/ 1501803 h 6858000"/>
              <a:gd name="connsiteX619" fmla="*/ 6516292 w 7467600"/>
              <a:gd name="connsiteY619" fmla="*/ 1263064 h 6858000"/>
              <a:gd name="connsiteX620" fmla="*/ 291466 w 7467600"/>
              <a:gd name="connsiteY620" fmla="*/ 1250369 h 6858000"/>
              <a:gd name="connsiteX621" fmla="*/ 323180 w 7467600"/>
              <a:gd name="connsiteY621" fmla="*/ 1435283 h 6858000"/>
              <a:gd name="connsiteX622" fmla="*/ 349381 w 7467600"/>
              <a:gd name="connsiteY622" fmla="*/ 1875041 h 6858000"/>
              <a:gd name="connsiteX623" fmla="*/ 374363 w 7467600"/>
              <a:gd name="connsiteY623" fmla="*/ 1506494 h 6858000"/>
              <a:gd name="connsiteX624" fmla="*/ 302168 w 7467600"/>
              <a:gd name="connsiteY624" fmla="*/ 1274495 h 6858000"/>
              <a:gd name="connsiteX625" fmla="*/ 291466 w 7467600"/>
              <a:gd name="connsiteY625" fmla="*/ 1250369 h 6858000"/>
              <a:gd name="connsiteX626" fmla="*/ 678222 w 7467600"/>
              <a:gd name="connsiteY626" fmla="*/ 1248670 h 6858000"/>
              <a:gd name="connsiteX627" fmla="*/ 775536 w 7467600"/>
              <a:gd name="connsiteY627" fmla="*/ 1388015 h 6858000"/>
              <a:gd name="connsiteX628" fmla="*/ 894529 w 7467600"/>
              <a:gd name="connsiteY628" fmla="*/ 1567739 h 6858000"/>
              <a:gd name="connsiteX629" fmla="*/ 948000 w 7467600"/>
              <a:gd name="connsiteY629" fmla="*/ 1663088 h 6858000"/>
              <a:gd name="connsiteX630" fmla="*/ 1006812 w 7467600"/>
              <a:gd name="connsiteY630" fmla="*/ 1767683 h 6858000"/>
              <a:gd name="connsiteX631" fmla="*/ 1149133 w 7467600"/>
              <a:gd name="connsiteY631" fmla="*/ 1971513 h 6858000"/>
              <a:gd name="connsiteX632" fmla="*/ 1333952 w 7467600"/>
              <a:gd name="connsiteY632" fmla="*/ 2251620 h 6858000"/>
              <a:gd name="connsiteX633" fmla="*/ 1337329 w 7467600"/>
              <a:gd name="connsiteY633" fmla="*/ 2258350 h 6858000"/>
              <a:gd name="connsiteX634" fmla="*/ 1014726 w 7467600"/>
              <a:gd name="connsiteY634" fmla="*/ 1615556 h 6858000"/>
              <a:gd name="connsiteX635" fmla="*/ 678222 w 7467600"/>
              <a:gd name="connsiteY635" fmla="*/ 1248670 h 6858000"/>
              <a:gd name="connsiteX636" fmla="*/ 6691602 w 7467600"/>
              <a:gd name="connsiteY636" fmla="*/ 1140573 h 6858000"/>
              <a:gd name="connsiteX637" fmla="*/ 6571100 w 7467600"/>
              <a:gd name="connsiteY637" fmla="*/ 1183662 h 6858000"/>
              <a:gd name="connsiteX638" fmla="*/ 6241687 w 7467600"/>
              <a:gd name="connsiteY638" fmla="*/ 1257600 h 6858000"/>
              <a:gd name="connsiteX639" fmla="*/ 5693009 w 7467600"/>
              <a:gd name="connsiteY639" fmla="*/ 1478256 h 6858000"/>
              <a:gd name="connsiteX640" fmla="*/ 6548420 w 7467600"/>
              <a:gd name="connsiteY640" fmla="*/ 1214599 h 6858000"/>
              <a:gd name="connsiteX641" fmla="*/ 6605473 w 7467600"/>
              <a:gd name="connsiteY641" fmla="*/ 1184686 h 6858000"/>
              <a:gd name="connsiteX642" fmla="*/ 6691602 w 7467600"/>
              <a:gd name="connsiteY642" fmla="*/ 1140573 h 6858000"/>
              <a:gd name="connsiteX643" fmla="*/ 4002475 w 7467600"/>
              <a:gd name="connsiteY643" fmla="*/ 1037802 h 6858000"/>
              <a:gd name="connsiteX644" fmla="*/ 4000324 w 7467600"/>
              <a:gd name="connsiteY644" fmla="*/ 1039362 h 6858000"/>
              <a:gd name="connsiteX645" fmla="*/ 4002862 w 7467600"/>
              <a:gd name="connsiteY645" fmla="*/ 1042866 h 6858000"/>
              <a:gd name="connsiteX646" fmla="*/ 4002475 w 7467600"/>
              <a:gd name="connsiteY646" fmla="*/ 1037802 h 6858000"/>
              <a:gd name="connsiteX647" fmla="*/ 506322 w 7467600"/>
              <a:gd name="connsiteY647" fmla="*/ 1020997 h 6858000"/>
              <a:gd name="connsiteX648" fmla="*/ 533068 w 7467600"/>
              <a:gd name="connsiteY648" fmla="*/ 1029409 h 6858000"/>
              <a:gd name="connsiteX649" fmla="*/ 1232525 w 7467600"/>
              <a:gd name="connsiteY649" fmla="*/ 1804675 h 6858000"/>
              <a:gd name="connsiteX650" fmla="*/ 1388858 w 7467600"/>
              <a:gd name="connsiteY650" fmla="*/ 2368011 h 6858000"/>
              <a:gd name="connsiteX651" fmla="*/ 1384098 w 7467600"/>
              <a:gd name="connsiteY651" fmla="*/ 2378125 h 6858000"/>
              <a:gd name="connsiteX652" fmla="*/ 1425393 w 7467600"/>
              <a:gd name="connsiteY652" fmla="*/ 2589124 h 6858000"/>
              <a:gd name="connsiteX653" fmla="*/ 1424001 w 7467600"/>
              <a:gd name="connsiteY653" fmla="*/ 2597541 h 6858000"/>
              <a:gd name="connsiteX654" fmla="*/ 2152729 w 7467600"/>
              <a:gd name="connsiteY654" fmla="*/ 2864487 h 6858000"/>
              <a:gd name="connsiteX655" fmla="*/ 2020609 w 7467600"/>
              <a:gd name="connsiteY655" fmla="*/ 2539671 h 6858000"/>
              <a:gd name="connsiteX656" fmla="*/ 2018920 w 7467600"/>
              <a:gd name="connsiteY656" fmla="*/ 2536309 h 6858000"/>
              <a:gd name="connsiteX657" fmla="*/ 1342441 w 7467600"/>
              <a:gd name="connsiteY657" fmla="*/ 1173017 h 6858000"/>
              <a:gd name="connsiteX658" fmla="*/ 1367925 w 7467600"/>
              <a:gd name="connsiteY658" fmla="*/ 1135648 h 6858000"/>
              <a:gd name="connsiteX659" fmla="*/ 1771401 w 7467600"/>
              <a:gd name="connsiteY659" fmla="*/ 1806673 h 6858000"/>
              <a:gd name="connsiteX660" fmla="*/ 1972385 w 7467600"/>
              <a:gd name="connsiteY660" fmla="*/ 2198735 h 6858000"/>
              <a:gd name="connsiteX661" fmla="*/ 2040892 w 7467600"/>
              <a:gd name="connsiteY661" fmla="*/ 2405205 h 6858000"/>
              <a:gd name="connsiteX662" fmla="*/ 2131689 w 7467600"/>
              <a:gd name="connsiteY662" fmla="*/ 1936926 h 6858000"/>
              <a:gd name="connsiteX663" fmla="*/ 2454820 w 7467600"/>
              <a:gd name="connsiteY663" fmla="*/ 1248808 h 6858000"/>
              <a:gd name="connsiteX664" fmla="*/ 2492512 w 7467600"/>
              <a:gd name="connsiteY664" fmla="*/ 1302920 h 6858000"/>
              <a:gd name="connsiteX665" fmla="*/ 2081216 w 7467600"/>
              <a:gd name="connsiteY665" fmla="*/ 2527513 h 6858000"/>
              <a:gd name="connsiteX666" fmla="*/ 2081211 w 7467600"/>
              <a:gd name="connsiteY666" fmla="*/ 2528916 h 6858000"/>
              <a:gd name="connsiteX667" fmla="*/ 2199067 w 7467600"/>
              <a:gd name="connsiteY667" fmla="*/ 2884061 h 6858000"/>
              <a:gd name="connsiteX668" fmla="*/ 3192586 w 7467600"/>
              <a:gd name="connsiteY668" fmla="*/ 3411496 h 6858000"/>
              <a:gd name="connsiteX669" fmla="*/ 3182620 w 7467600"/>
              <a:gd name="connsiteY669" fmla="*/ 3483279 h 6858000"/>
              <a:gd name="connsiteX670" fmla="*/ 2435119 w 7467600"/>
              <a:gd name="connsiteY670" fmla="*/ 3080173 h 6858000"/>
              <a:gd name="connsiteX671" fmla="*/ 2410152 w 7467600"/>
              <a:gd name="connsiteY671" fmla="*/ 3063751 h 6858000"/>
              <a:gd name="connsiteX672" fmla="*/ 2408099 w 7467600"/>
              <a:gd name="connsiteY672" fmla="*/ 3064403 h 6858000"/>
              <a:gd name="connsiteX673" fmla="*/ 2407218 w 7467600"/>
              <a:gd name="connsiteY673" fmla="*/ 3070324 h 6858000"/>
              <a:gd name="connsiteX674" fmla="*/ 2380138 w 7467600"/>
              <a:gd name="connsiteY674" fmla="*/ 3099341 h 6858000"/>
              <a:gd name="connsiteX675" fmla="*/ 1765923 w 7467600"/>
              <a:gd name="connsiteY675" fmla="*/ 3581043 h 6858000"/>
              <a:gd name="connsiteX676" fmla="*/ 1702258 w 7467600"/>
              <a:gd name="connsiteY676" fmla="*/ 3612286 h 6858000"/>
              <a:gd name="connsiteX677" fmla="*/ 1538370 w 7467600"/>
              <a:gd name="connsiteY677" fmla="*/ 3811804 h 6858000"/>
              <a:gd name="connsiteX678" fmla="*/ 542867 w 7467600"/>
              <a:gd name="connsiteY678" fmla="*/ 4944092 h 6858000"/>
              <a:gd name="connsiteX679" fmla="*/ 515800 w 7467600"/>
              <a:gd name="connsiteY679" fmla="*/ 4862180 h 6858000"/>
              <a:gd name="connsiteX680" fmla="*/ 909145 w 7467600"/>
              <a:gd name="connsiteY680" fmla="*/ 4199225 h 6858000"/>
              <a:gd name="connsiteX681" fmla="*/ 1214067 w 7467600"/>
              <a:gd name="connsiteY681" fmla="*/ 3908561 h 6858000"/>
              <a:gd name="connsiteX682" fmla="*/ 640967 w 7467600"/>
              <a:gd name="connsiteY682" fmla="*/ 4105601 h 6858000"/>
              <a:gd name="connsiteX683" fmla="*/ 112563 w 7467600"/>
              <a:gd name="connsiteY683" fmla="*/ 4396952 h 6858000"/>
              <a:gd name="connsiteX684" fmla="*/ 0 w 7467600"/>
              <a:gd name="connsiteY684" fmla="*/ 4466006 h 6858000"/>
              <a:gd name="connsiteX685" fmla="*/ 0 w 7467600"/>
              <a:gd name="connsiteY685" fmla="*/ 4233763 h 6858000"/>
              <a:gd name="connsiteX686" fmla="*/ 36881 w 7467600"/>
              <a:gd name="connsiteY686" fmla="*/ 4200118 h 6858000"/>
              <a:gd name="connsiteX687" fmla="*/ 910534 w 7467600"/>
              <a:gd name="connsiteY687" fmla="*/ 3629753 h 6858000"/>
              <a:gd name="connsiteX688" fmla="*/ 1578717 w 7467600"/>
              <a:gd name="connsiteY688" fmla="*/ 3575982 h 6858000"/>
              <a:gd name="connsiteX689" fmla="*/ 2338780 w 7467600"/>
              <a:gd name="connsiteY689" fmla="*/ 3033725 h 6858000"/>
              <a:gd name="connsiteX690" fmla="*/ 1807991 w 7467600"/>
              <a:gd name="connsiteY690" fmla="*/ 2807184 h 6858000"/>
              <a:gd name="connsiteX691" fmla="*/ 1416358 w 7467600"/>
              <a:gd name="connsiteY691" fmla="*/ 3112571 h 6858000"/>
              <a:gd name="connsiteX692" fmla="*/ 939066 w 7467600"/>
              <a:gd name="connsiteY692" fmla="*/ 3378798 h 6858000"/>
              <a:gd name="connsiteX693" fmla="*/ 115099 w 7467600"/>
              <a:gd name="connsiteY693" fmla="*/ 3607650 h 6858000"/>
              <a:gd name="connsiteX694" fmla="*/ 97284 w 7467600"/>
              <a:gd name="connsiteY694" fmla="*/ 3520393 h 6858000"/>
              <a:gd name="connsiteX695" fmla="*/ 922050 w 7467600"/>
              <a:gd name="connsiteY695" fmla="*/ 3074867 h 6858000"/>
              <a:gd name="connsiteX696" fmla="*/ 1405265 w 7467600"/>
              <a:gd name="connsiteY696" fmla="*/ 3016319 h 6858000"/>
              <a:gd name="connsiteX697" fmla="*/ 1407512 w 7467600"/>
              <a:gd name="connsiteY697" fmla="*/ 3018001 h 6858000"/>
              <a:gd name="connsiteX698" fmla="*/ 1726266 w 7467600"/>
              <a:gd name="connsiteY698" fmla="*/ 2777274 h 6858000"/>
              <a:gd name="connsiteX699" fmla="*/ 625390 w 7467600"/>
              <a:gd name="connsiteY699" fmla="*/ 2514541 h 6858000"/>
              <a:gd name="connsiteX700" fmla="*/ 619799 w 7467600"/>
              <a:gd name="connsiteY700" fmla="*/ 2527180 h 6858000"/>
              <a:gd name="connsiteX701" fmla="*/ 310030 w 7467600"/>
              <a:gd name="connsiteY701" fmla="*/ 2771818 h 6858000"/>
              <a:gd name="connsiteX702" fmla="*/ 173877 w 7467600"/>
              <a:gd name="connsiteY702" fmla="*/ 2937056 h 6858000"/>
              <a:gd name="connsiteX703" fmla="*/ 77889 w 7467600"/>
              <a:gd name="connsiteY703" fmla="*/ 3138440 h 6858000"/>
              <a:gd name="connsiteX704" fmla="*/ 0 w 7467600"/>
              <a:gd name="connsiteY704" fmla="*/ 3271395 h 6858000"/>
              <a:gd name="connsiteX705" fmla="*/ 0 w 7467600"/>
              <a:gd name="connsiteY705" fmla="*/ 3153002 h 6858000"/>
              <a:gd name="connsiteX706" fmla="*/ 2386 w 7467600"/>
              <a:gd name="connsiteY706" fmla="*/ 3149203 h 6858000"/>
              <a:gd name="connsiteX707" fmla="*/ 89753 w 7467600"/>
              <a:gd name="connsiteY707" fmla="*/ 2987702 h 6858000"/>
              <a:gd name="connsiteX708" fmla="*/ 76869 w 7467600"/>
              <a:gd name="connsiteY708" fmla="*/ 3005404 h 6858000"/>
              <a:gd name="connsiteX709" fmla="*/ 32049 w 7467600"/>
              <a:gd name="connsiteY709" fmla="*/ 3065814 h 6858000"/>
              <a:gd name="connsiteX710" fmla="*/ 0 w 7467600"/>
              <a:gd name="connsiteY710" fmla="*/ 3108744 h 6858000"/>
              <a:gd name="connsiteX711" fmla="*/ 0 w 7467600"/>
              <a:gd name="connsiteY711" fmla="*/ 3058059 h 6858000"/>
              <a:gd name="connsiteX712" fmla="*/ 7610 w 7467600"/>
              <a:gd name="connsiteY712" fmla="*/ 3047889 h 6858000"/>
              <a:gd name="connsiteX713" fmla="*/ 52419 w 7467600"/>
              <a:gd name="connsiteY713" fmla="*/ 2987479 h 6858000"/>
              <a:gd name="connsiteX714" fmla="*/ 59142 w 7467600"/>
              <a:gd name="connsiteY714" fmla="*/ 2978488 h 6858000"/>
              <a:gd name="connsiteX715" fmla="*/ 0 w 7467600"/>
              <a:gd name="connsiteY715" fmla="*/ 3015334 h 6858000"/>
              <a:gd name="connsiteX716" fmla="*/ 0 w 7467600"/>
              <a:gd name="connsiteY716" fmla="*/ 2914286 h 6858000"/>
              <a:gd name="connsiteX717" fmla="*/ 36383 w 7467600"/>
              <a:gd name="connsiteY717" fmla="*/ 2901128 h 6858000"/>
              <a:gd name="connsiteX718" fmla="*/ 156329 w 7467600"/>
              <a:gd name="connsiteY718" fmla="*/ 2840533 h 6858000"/>
              <a:gd name="connsiteX719" fmla="*/ 358355 w 7467600"/>
              <a:gd name="connsiteY719" fmla="*/ 2620471 h 6858000"/>
              <a:gd name="connsiteX720" fmla="*/ 510577 w 7467600"/>
              <a:gd name="connsiteY720" fmla="*/ 2501244 h 6858000"/>
              <a:gd name="connsiteX721" fmla="*/ 211967 w 7467600"/>
              <a:gd name="connsiteY721" fmla="*/ 2479171 h 6858000"/>
              <a:gd name="connsiteX722" fmla="*/ 0 w 7467600"/>
              <a:gd name="connsiteY722" fmla="*/ 2476398 h 6858000"/>
              <a:gd name="connsiteX723" fmla="*/ 0 w 7467600"/>
              <a:gd name="connsiteY723" fmla="*/ 2389189 h 6858000"/>
              <a:gd name="connsiteX724" fmla="*/ 103062 w 7467600"/>
              <a:gd name="connsiteY724" fmla="*/ 2389518 h 6858000"/>
              <a:gd name="connsiteX725" fmla="*/ 510734 w 7467600"/>
              <a:gd name="connsiteY725" fmla="*/ 2416201 h 6858000"/>
              <a:gd name="connsiteX726" fmla="*/ 279257 w 7467600"/>
              <a:gd name="connsiteY726" fmla="*/ 2092102 h 6858000"/>
              <a:gd name="connsiteX727" fmla="*/ 65265 w 7467600"/>
              <a:gd name="connsiteY727" fmla="*/ 2006049 h 6858000"/>
              <a:gd name="connsiteX728" fmla="*/ 0 w 7467600"/>
              <a:gd name="connsiteY728" fmla="*/ 1982532 h 6858000"/>
              <a:gd name="connsiteX729" fmla="*/ 0 w 7467600"/>
              <a:gd name="connsiteY729" fmla="*/ 1912789 h 6858000"/>
              <a:gd name="connsiteX730" fmla="*/ 97460 w 7467600"/>
              <a:gd name="connsiteY730" fmla="*/ 1953725 h 6858000"/>
              <a:gd name="connsiteX731" fmla="*/ 221272 w 7467600"/>
              <a:gd name="connsiteY731" fmla="*/ 1980766 h 6858000"/>
              <a:gd name="connsiteX732" fmla="*/ 116765 w 7467600"/>
              <a:gd name="connsiteY732" fmla="*/ 1911033 h 6858000"/>
              <a:gd name="connsiteX733" fmla="*/ 16405 w 7467600"/>
              <a:gd name="connsiteY733" fmla="*/ 1803412 h 6858000"/>
              <a:gd name="connsiteX734" fmla="*/ 0 w 7467600"/>
              <a:gd name="connsiteY734" fmla="*/ 1784777 h 6858000"/>
              <a:gd name="connsiteX735" fmla="*/ 0 w 7467600"/>
              <a:gd name="connsiteY735" fmla="*/ 1740082 h 6858000"/>
              <a:gd name="connsiteX736" fmla="*/ 39394 w 7467600"/>
              <a:gd name="connsiteY736" fmla="*/ 1784856 h 6858000"/>
              <a:gd name="connsiteX737" fmla="*/ 135813 w 7467600"/>
              <a:gd name="connsiteY737" fmla="*/ 1888838 h 6858000"/>
              <a:gd name="connsiteX738" fmla="*/ 242575 w 7467600"/>
              <a:gd name="connsiteY738" fmla="*/ 1958841 h 6858000"/>
              <a:gd name="connsiteX739" fmla="*/ 82197 w 7467600"/>
              <a:gd name="connsiteY739" fmla="*/ 1754826 h 6858000"/>
              <a:gd name="connsiteX740" fmla="*/ 0 w 7467600"/>
              <a:gd name="connsiteY740" fmla="*/ 1679650 h 6858000"/>
              <a:gd name="connsiteX741" fmla="*/ 0 w 7467600"/>
              <a:gd name="connsiteY741" fmla="*/ 1602463 h 6858000"/>
              <a:gd name="connsiteX742" fmla="*/ 84689 w 7467600"/>
              <a:gd name="connsiteY742" fmla="*/ 1677442 h 6858000"/>
              <a:gd name="connsiteX743" fmla="*/ 298437 w 7467600"/>
              <a:gd name="connsiteY743" fmla="*/ 1968019 h 6858000"/>
              <a:gd name="connsiteX744" fmla="*/ 227269 w 7467600"/>
              <a:gd name="connsiteY744" fmla="*/ 1114064 h 6858000"/>
              <a:gd name="connsiteX745" fmla="*/ 248003 w 7467600"/>
              <a:gd name="connsiteY745" fmla="*/ 1089613 h 6858000"/>
              <a:gd name="connsiteX746" fmla="*/ 427020 w 7467600"/>
              <a:gd name="connsiteY746" fmla="*/ 1619803 h 6858000"/>
              <a:gd name="connsiteX747" fmla="*/ 340345 w 7467600"/>
              <a:gd name="connsiteY747" fmla="*/ 2027739 h 6858000"/>
              <a:gd name="connsiteX748" fmla="*/ 360865 w 7467600"/>
              <a:gd name="connsiteY748" fmla="*/ 2044827 h 6858000"/>
              <a:gd name="connsiteX749" fmla="*/ 560414 w 7467600"/>
              <a:gd name="connsiteY749" fmla="*/ 2421457 h 6858000"/>
              <a:gd name="connsiteX750" fmla="*/ 1359703 w 7467600"/>
              <a:gd name="connsiteY750" fmla="*/ 2578554 h 6858000"/>
              <a:gd name="connsiteX751" fmla="*/ 1359422 w 7467600"/>
              <a:gd name="connsiteY751" fmla="*/ 2577994 h 6858000"/>
              <a:gd name="connsiteX752" fmla="*/ 828701 w 7467600"/>
              <a:gd name="connsiteY752" fmla="*/ 1839520 h 6858000"/>
              <a:gd name="connsiteX753" fmla="*/ 494427 w 7467600"/>
              <a:gd name="connsiteY753" fmla="*/ 1092333 h 6858000"/>
              <a:gd name="connsiteX754" fmla="*/ 506322 w 7467600"/>
              <a:gd name="connsiteY754" fmla="*/ 1020997 h 6858000"/>
              <a:gd name="connsiteX755" fmla="*/ 4570198 w 7467600"/>
              <a:gd name="connsiteY755" fmla="*/ 978081 h 6858000"/>
              <a:gd name="connsiteX756" fmla="*/ 4523691 w 7467600"/>
              <a:gd name="connsiteY756" fmla="*/ 1127776 h 6858000"/>
              <a:gd name="connsiteX757" fmla="*/ 4509875 w 7467600"/>
              <a:gd name="connsiteY757" fmla="*/ 1167552 h 6858000"/>
              <a:gd name="connsiteX758" fmla="*/ 4478168 w 7467600"/>
              <a:gd name="connsiteY758" fmla="*/ 1260735 h 6858000"/>
              <a:gd name="connsiteX759" fmla="*/ 4409309 w 7467600"/>
              <a:gd name="connsiteY759" fmla="*/ 1666996 h 6858000"/>
              <a:gd name="connsiteX760" fmla="*/ 4370031 w 7467600"/>
              <a:gd name="connsiteY760" fmla="*/ 1955666 h 6858000"/>
              <a:gd name="connsiteX761" fmla="*/ 4570198 w 7467600"/>
              <a:gd name="connsiteY761" fmla="*/ 978081 h 6858000"/>
              <a:gd name="connsiteX762" fmla="*/ 4557898 w 7467600"/>
              <a:gd name="connsiteY762" fmla="*/ 900011 h 6858000"/>
              <a:gd name="connsiteX763" fmla="*/ 4344840 w 7467600"/>
              <a:gd name="connsiteY763" fmla="*/ 1922038 h 6858000"/>
              <a:gd name="connsiteX764" fmla="*/ 4378710 w 7467600"/>
              <a:gd name="connsiteY764" fmla="*/ 1665516 h 6858000"/>
              <a:gd name="connsiteX765" fmla="*/ 4448798 w 7467600"/>
              <a:gd name="connsiteY765" fmla="*/ 1253024 h 6858000"/>
              <a:gd name="connsiteX766" fmla="*/ 4480315 w 7467600"/>
              <a:gd name="connsiteY766" fmla="*/ 1158454 h 6858000"/>
              <a:gd name="connsiteX767" fmla="*/ 4494133 w 7467600"/>
              <a:gd name="connsiteY767" fmla="*/ 1118676 h 6858000"/>
              <a:gd name="connsiteX768" fmla="*/ 4557898 w 7467600"/>
              <a:gd name="connsiteY768" fmla="*/ 900011 h 6858000"/>
              <a:gd name="connsiteX769" fmla="*/ 5870151 w 7467600"/>
              <a:gd name="connsiteY769" fmla="*/ 898890 h 6858000"/>
              <a:gd name="connsiteX770" fmla="*/ 5861335 w 7467600"/>
              <a:gd name="connsiteY770" fmla="*/ 899177 h 6858000"/>
              <a:gd name="connsiteX771" fmla="*/ 5843702 w 7467600"/>
              <a:gd name="connsiteY771" fmla="*/ 899748 h 6858000"/>
              <a:gd name="connsiteX772" fmla="*/ 5651107 w 7467600"/>
              <a:gd name="connsiteY772" fmla="*/ 920306 h 6858000"/>
              <a:gd name="connsiteX773" fmla="*/ 5459407 w 7467600"/>
              <a:gd name="connsiteY773" fmla="*/ 940975 h 6858000"/>
              <a:gd name="connsiteX774" fmla="*/ 5374846 w 7467600"/>
              <a:gd name="connsiteY774" fmla="*/ 941988 h 6858000"/>
              <a:gd name="connsiteX775" fmla="*/ 5256105 w 7467600"/>
              <a:gd name="connsiteY775" fmla="*/ 945632 h 6858000"/>
              <a:gd name="connsiteX776" fmla="*/ 5107071 w 7467600"/>
              <a:gd name="connsiteY776" fmla="*/ 969720 h 6858000"/>
              <a:gd name="connsiteX777" fmla="*/ 4998681 w 7467600"/>
              <a:gd name="connsiteY777" fmla="*/ 988771 h 6858000"/>
              <a:gd name="connsiteX778" fmla="*/ 5870151 w 7467600"/>
              <a:gd name="connsiteY778" fmla="*/ 898890 h 6858000"/>
              <a:gd name="connsiteX779" fmla="*/ 5504425 w 7467600"/>
              <a:gd name="connsiteY779" fmla="*/ 848067 h 6858000"/>
              <a:gd name="connsiteX780" fmla="*/ 4968849 w 7467600"/>
              <a:gd name="connsiteY780" fmla="*/ 962318 h 6858000"/>
              <a:gd name="connsiteX781" fmla="*/ 5104039 w 7467600"/>
              <a:gd name="connsiteY781" fmla="*/ 940634 h 6858000"/>
              <a:gd name="connsiteX782" fmla="*/ 5256311 w 7467600"/>
              <a:gd name="connsiteY782" fmla="*/ 916490 h 6858000"/>
              <a:gd name="connsiteX783" fmla="*/ 5377381 w 7467600"/>
              <a:gd name="connsiteY783" fmla="*/ 912671 h 6858000"/>
              <a:gd name="connsiteX784" fmla="*/ 5460148 w 7467600"/>
              <a:gd name="connsiteY784" fmla="*/ 911442 h 6858000"/>
              <a:gd name="connsiteX785" fmla="*/ 5648971 w 7467600"/>
              <a:gd name="connsiteY785" fmla="*/ 891331 h 6858000"/>
              <a:gd name="connsiteX786" fmla="*/ 5844807 w 7467600"/>
              <a:gd name="connsiteY786" fmla="*/ 870718 h 6858000"/>
              <a:gd name="connsiteX787" fmla="*/ 5862975 w 7467600"/>
              <a:gd name="connsiteY787" fmla="*/ 869756 h 6858000"/>
              <a:gd name="connsiteX788" fmla="*/ 5920887 w 7467600"/>
              <a:gd name="connsiteY788" fmla="*/ 865929 h 6858000"/>
              <a:gd name="connsiteX789" fmla="*/ 5504425 w 7467600"/>
              <a:gd name="connsiteY789" fmla="*/ 848067 h 6858000"/>
              <a:gd name="connsiteX790" fmla="*/ 3607114 w 7467600"/>
              <a:gd name="connsiteY790" fmla="*/ 467441 h 6858000"/>
              <a:gd name="connsiteX791" fmla="*/ 3296242 w 7467600"/>
              <a:gd name="connsiteY791" fmla="*/ 807991 h 6858000"/>
              <a:gd name="connsiteX792" fmla="*/ 3174674 w 7467600"/>
              <a:gd name="connsiteY792" fmla="*/ 919759 h 6858000"/>
              <a:gd name="connsiteX793" fmla="*/ 3042978 w 7467600"/>
              <a:gd name="connsiteY793" fmla="*/ 1054894 h 6858000"/>
              <a:gd name="connsiteX794" fmla="*/ 2968914 w 7467600"/>
              <a:gd name="connsiteY794" fmla="*/ 1133756 h 6858000"/>
              <a:gd name="connsiteX795" fmla="*/ 3103823 w 7467600"/>
              <a:gd name="connsiteY795" fmla="*/ 1026814 h 6858000"/>
              <a:gd name="connsiteX796" fmla="*/ 3607114 w 7467600"/>
              <a:gd name="connsiteY796" fmla="*/ 467441 h 6858000"/>
              <a:gd name="connsiteX797" fmla="*/ 3744487 w 7467600"/>
              <a:gd name="connsiteY797" fmla="*/ 383136 h 6858000"/>
              <a:gd name="connsiteX798" fmla="*/ 3970213 w 7467600"/>
              <a:gd name="connsiteY798" fmla="*/ 995559 h 6858000"/>
              <a:gd name="connsiteX799" fmla="*/ 3744487 w 7467600"/>
              <a:gd name="connsiteY799" fmla="*/ 383136 h 6858000"/>
              <a:gd name="connsiteX800" fmla="*/ 3624562 w 7467600"/>
              <a:gd name="connsiteY800" fmla="*/ 367041 h 6858000"/>
              <a:gd name="connsiteX801" fmla="*/ 3489712 w 7467600"/>
              <a:gd name="connsiteY801" fmla="*/ 485386 h 6858000"/>
              <a:gd name="connsiteX802" fmla="*/ 3182994 w 7467600"/>
              <a:gd name="connsiteY802" fmla="*/ 828265 h 6858000"/>
              <a:gd name="connsiteX803" fmla="*/ 2892114 w 7467600"/>
              <a:gd name="connsiteY803" fmla="*/ 1172635 h 6858000"/>
              <a:gd name="connsiteX804" fmla="*/ 3021459 w 7467600"/>
              <a:gd name="connsiteY804" fmla="*/ 1035385 h 6858000"/>
              <a:gd name="connsiteX805" fmla="*/ 3153873 w 7467600"/>
              <a:gd name="connsiteY805" fmla="*/ 898971 h 6858000"/>
              <a:gd name="connsiteX806" fmla="*/ 3276511 w 7467600"/>
              <a:gd name="connsiteY806" fmla="*/ 786423 h 6858000"/>
              <a:gd name="connsiteX807" fmla="*/ 3584154 w 7467600"/>
              <a:gd name="connsiteY807" fmla="*/ 448218 h 6858000"/>
              <a:gd name="connsiteX808" fmla="*/ 3624562 w 7467600"/>
              <a:gd name="connsiteY808" fmla="*/ 367041 h 6858000"/>
              <a:gd name="connsiteX809" fmla="*/ 3766672 w 7467600"/>
              <a:gd name="connsiteY809" fmla="*/ 359429 h 6858000"/>
              <a:gd name="connsiteX810" fmla="*/ 3996338 w 7467600"/>
              <a:gd name="connsiteY810" fmla="*/ 968237 h 6858000"/>
              <a:gd name="connsiteX811" fmla="*/ 3766672 w 7467600"/>
              <a:gd name="connsiteY811" fmla="*/ 359429 h 6858000"/>
              <a:gd name="connsiteX812" fmla="*/ 5805386 w 7467600"/>
              <a:gd name="connsiteY812" fmla="*/ 239240 h 6858000"/>
              <a:gd name="connsiteX813" fmla="*/ 5736947 w 7467600"/>
              <a:gd name="connsiteY813" fmla="*/ 261367 h 6858000"/>
              <a:gd name="connsiteX814" fmla="*/ 5427012 w 7467600"/>
              <a:gd name="connsiteY814" fmla="*/ 311272 h 6858000"/>
              <a:gd name="connsiteX815" fmla="*/ 5147818 w 7467600"/>
              <a:gd name="connsiteY815" fmla="*/ 322112 h 6858000"/>
              <a:gd name="connsiteX816" fmla="*/ 5060854 w 7467600"/>
              <a:gd name="connsiteY816" fmla="*/ 311882 h 6858000"/>
              <a:gd name="connsiteX817" fmla="*/ 4945989 w 7467600"/>
              <a:gd name="connsiteY817" fmla="*/ 300516 h 6858000"/>
              <a:gd name="connsiteX818" fmla="*/ 5410479 w 7467600"/>
              <a:gd name="connsiteY818" fmla="*/ 348434 h 6858000"/>
              <a:gd name="connsiteX819" fmla="*/ 5805386 w 7467600"/>
              <a:gd name="connsiteY819" fmla="*/ 239240 h 6858000"/>
              <a:gd name="connsiteX820" fmla="*/ 5905192 w 7467600"/>
              <a:gd name="connsiteY820" fmla="*/ 163079 h 6858000"/>
              <a:gd name="connsiteX821" fmla="*/ 5865655 w 7467600"/>
              <a:gd name="connsiteY821" fmla="*/ 171901 h 6858000"/>
              <a:gd name="connsiteX822" fmla="*/ 5259740 w 7467600"/>
              <a:gd name="connsiteY822" fmla="*/ 257013 h 6858000"/>
              <a:gd name="connsiteX823" fmla="*/ 5208466 w 7467600"/>
              <a:gd name="connsiteY823" fmla="*/ 257550 h 6858000"/>
              <a:gd name="connsiteX824" fmla="*/ 4980204 w 7467600"/>
              <a:gd name="connsiteY824" fmla="*/ 271903 h 6858000"/>
              <a:gd name="connsiteX825" fmla="*/ 5068068 w 7467600"/>
              <a:gd name="connsiteY825" fmla="*/ 282244 h 6858000"/>
              <a:gd name="connsiteX826" fmla="*/ 5153231 w 7467600"/>
              <a:gd name="connsiteY826" fmla="*/ 292240 h 6858000"/>
              <a:gd name="connsiteX827" fmla="*/ 5426491 w 7467600"/>
              <a:gd name="connsiteY827" fmla="*/ 281128 h 6858000"/>
              <a:gd name="connsiteX828" fmla="*/ 5731212 w 7467600"/>
              <a:gd name="connsiteY828" fmla="*/ 231951 h 6858000"/>
              <a:gd name="connsiteX829" fmla="*/ 5905192 w 7467600"/>
              <a:gd name="connsiteY829" fmla="*/ 163079 h 6858000"/>
              <a:gd name="connsiteX830" fmla="*/ 5944437 w 7467600"/>
              <a:gd name="connsiteY830" fmla="*/ 113829 h 6858000"/>
              <a:gd name="connsiteX831" fmla="*/ 5825032 w 7467600"/>
              <a:gd name="connsiteY831" fmla="*/ 146405 h 6858000"/>
              <a:gd name="connsiteX832" fmla="*/ 4955599 w 7467600"/>
              <a:gd name="connsiteY832" fmla="*/ 247008 h 6858000"/>
              <a:gd name="connsiteX833" fmla="*/ 5210104 w 7467600"/>
              <a:gd name="connsiteY833" fmla="*/ 228123 h 6858000"/>
              <a:gd name="connsiteX834" fmla="*/ 5261015 w 7467600"/>
              <a:gd name="connsiteY834" fmla="*/ 227087 h 6858000"/>
              <a:gd name="connsiteX835" fmla="*/ 5861181 w 7467600"/>
              <a:gd name="connsiteY835" fmla="*/ 143093 h 6858000"/>
              <a:gd name="connsiteX836" fmla="*/ 5961252 w 7467600"/>
              <a:gd name="connsiteY836" fmla="*/ 114820 h 6858000"/>
              <a:gd name="connsiteX837" fmla="*/ 5944437 w 7467600"/>
              <a:gd name="connsiteY837" fmla="*/ 113829 h 6858000"/>
              <a:gd name="connsiteX838" fmla="*/ 3882765 w 7467600"/>
              <a:gd name="connsiteY838" fmla="*/ 0 h 6858000"/>
              <a:gd name="connsiteX839" fmla="*/ 3995099 w 7467600"/>
              <a:gd name="connsiteY839" fmla="*/ 0 h 6858000"/>
              <a:gd name="connsiteX840" fmla="*/ 4163818 w 7467600"/>
              <a:gd name="connsiteY840" fmla="*/ 234104 h 6858000"/>
              <a:gd name="connsiteX841" fmla="*/ 4172099 w 7467600"/>
              <a:gd name="connsiteY841" fmla="*/ 234207 h 6858000"/>
              <a:gd name="connsiteX842" fmla="*/ 4784282 w 7467600"/>
              <a:gd name="connsiteY842" fmla="*/ 276561 h 6858000"/>
              <a:gd name="connsiteX843" fmla="*/ 4801687 w 7467600"/>
              <a:gd name="connsiteY843" fmla="*/ 267764 h 6858000"/>
              <a:gd name="connsiteX844" fmla="*/ 6082788 w 7467600"/>
              <a:gd name="connsiteY844" fmla="*/ 64119 h 6858000"/>
              <a:gd name="connsiteX845" fmla="*/ 6099442 w 7467600"/>
              <a:gd name="connsiteY845" fmla="*/ 82568 h 6858000"/>
              <a:gd name="connsiteX846" fmla="*/ 4804137 w 7467600"/>
              <a:gd name="connsiteY846" fmla="*/ 320931 h 6858000"/>
              <a:gd name="connsiteX847" fmla="*/ 4227047 w 7467600"/>
              <a:gd name="connsiteY847" fmla="*/ 313415 h 6858000"/>
              <a:gd name="connsiteX848" fmla="*/ 4346041 w 7467600"/>
              <a:gd name="connsiteY848" fmla="*/ 456086 h 6858000"/>
              <a:gd name="connsiteX849" fmla="*/ 4870967 w 7467600"/>
              <a:gd name="connsiteY849" fmla="*/ 963061 h 6858000"/>
              <a:gd name="connsiteX850" fmla="*/ 4889647 w 7467600"/>
              <a:gd name="connsiteY850" fmla="*/ 957147 h 6858000"/>
              <a:gd name="connsiteX851" fmla="*/ 5422504 w 7467600"/>
              <a:gd name="connsiteY851" fmla="*/ 805191 h 6858000"/>
              <a:gd name="connsiteX852" fmla="*/ 6087656 w 7467600"/>
              <a:gd name="connsiteY852" fmla="*/ 826703 h 6858000"/>
              <a:gd name="connsiteX853" fmla="*/ 6058717 w 7467600"/>
              <a:gd name="connsiteY853" fmla="*/ 865992 h 6858000"/>
              <a:gd name="connsiteX854" fmla="*/ 4974153 w 7467600"/>
              <a:gd name="connsiteY854" fmla="*/ 1045456 h 6858000"/>
              <a:gd name="connsiteX855" fmla="*/ 5627835 w 7467600"/>
              <a:gd name="connsiteY855" fmla="*/ 1472077 h 6858000"/>
              <a:gd name="connsiteX856" fmla="*/ 5629817 w 7467600"/>
              <a:gd name="connsiteY856" fmla="*/ 1471412 h 6858000"/>
              <a:gd name="connsiteX857" fmla="*/ 5634124 w 7467600"/>
              <a:gd name="connsiteY857" fmla="*/ 1470572 h 6858000"/>
              <a:gd name="connsiteX858" fmla="*/ 5755832 w 7467600"/>
              <a:gd name="connsiteY858" fmla="*/ 1383886 h 6858000"/>
              <a:gd name="connsiteX859" fmla="*/ 6014186 w 7467600"/>
              <a:gd name="connsiteY859" fmla="*/ 1279799 h 6858000"/>
              <a:gd name="connsiteX860" fmla="*/ 6901619 w 7467600"/>
              <a:gd name="connsiteY860" fmla="*/ 1047874 h 6858000"/>
              <a:gd name="connsiteX861" fmla="*/ 6931566 w 7467600"/>
              <a:gd name="connsiteY861" fmla="*/ 1062034 h 6858000"/>
              <a:gd name="connsiteX862" fmla="*/ 5790982 w 7467600"/>
              <a:gd name="connsiteY862" fmla="*/ 1561380 h 6858000"/>
              <a:gd name="connsiteX863" fmla="*/ 6188971 w 7467600"/>
              <a:gd name="connsiteY863" fmla="*/ 1755168 h 6858000"/>
              <a:gd name="connsiteX864" fmla="*/ 6202446 w 7467600"/>
              <a:gd name="connsiteY864" fmla="*/ 1752268 h 6858000"/>
              <a:gd name="connsiteX865" fmla="*/ 7179560 w 7467600"/>
              <a:gd name="connsiteY865" fmla="*/ 1467551 h 6858000"/>
              <a:gd name="connsiteX866" fmla="*/ 7158730 w 7467600"/>
              <a:gd name="connsiteY866" fmla="*/ 1507835 h 6858000"/>
              <a:gd name="connsiteX867" fmla="*/ 6326959 w 7467600"/>
              <a:gd name="connsiteY867" fmla="*/ 1817686 h 6858000"/>
              <a:gd name="connsiteX868" fmla="*/ 6537433 w 7467600"/>
              <a:gd name="connsiteY868" fmla="*/ 1907790 h 6858000"/>
              <a:gd name="connsiteX869" fmla="*/ 6550221 w 7467600"/>
              <a:gd name="connsiteY869" fmla="*/ 1910729 h 6858000"/>
              <a:gd name="connsiteX870" fmla="*/ 6964438 w 7467600"/>
              <a:gd name="connsiteY870" fmla="*/ 2209505 h 6858000"/>
              <a:gd name="connsiteX871" fmla="*/ 7367862 w 7467600"/>
              <a:gd name="connsiteY871" fmla="*/ 2806833 h 6858000"/>
              <a:gd name="connsiteX872" fmla="*/ 7364329 w 7467600"/>
              <a:gd name="connsiteY872" fmla="*/ 2826907 h 6858000"/>
              <a:gd name="connsiteX873" fmla="*/ 7290545 w 7467600"/>
              <a:gd name="connsiteY873" fmla="*/ 2850663 h 6858000"/>
              <a:gd name="connsiteX874" fmla="*/ 6472036 w 7467600"/>
              <a:gd name="connsiteY874" fmla="*/ 1959003 h 6858000"/>
              <a:gd name="connsiteX875" fmla="*/ 5792897 w 7467600"/>
              <a:gd name="connsiteY875" fmla="*/ 1647747 h 6858000"/>
              <a:gd name="connsiteX876" fmla="*/ 5842751 w 7467600"/>
              <a:gd name="connsiteY876" fmla="*/ 1816112 h 6858000"/>
              <a:gd name="connsiteX877" fmla="*/ 5847424 w 7467600"/>
              <a:gd name="connsiteY877" fmla="*/ 1815776 h 6858000"/>
              <a:gd name="connsiteX878" fmla="*/ 6399821 w 7467600"/>
              <a:gd name="connsiteY878" fmla="*/ 2344799 h 6858000"/>
              <a:gd name="connsiteX879" fmla="*/ 6323232 w 7467600"/>
              <a:gd name="connsiteY879" fmla="*/ 2389634 h 6858000"/>
              <a:gd name="connsiteX880" fmla="*/ 5942958 w 7467600"/>
              <a:gd name="connsiteY880" fmla="*/ 2077708 h 6858000"/>
              <a:gd name="connsiteX881" fmla="*/ 5921559 w 7467600"/>
              <a:gd name="connsiteY881" fmla="*/ 2378596 h 6858000"/>
              <a:gd name="connsiteX882" fmla="*/ 5817651 w 7467600"/>
              <a:gd name="connsiteY882" fmla="*/ 3023919 h 6858000"/>
              <a:gd name="connsiteX883" fmla="*/ 5729634 w 7467600"/>
              <a:gd name="connsiteY883" fmla="*/ 3051849 h 6858000"/>
              <a:gd name="connsiteX884" fmla="*/ 5611018 w 7467600"/>
              <a:gd name="connsiteY884" fmla="*/ 2316769 h 6858000"/>
              <a:gd name="connsiteX885" fmla="*/ 5687608 w 7467600"/>
              <a:gd name="connsiteY885" fmla="*/ 2039972 h 6858000"/>
              <a:gd name="connsiteX886" fmla="*/ 5657554 w 7467600"/>
              <a:gd name="connsiteY886" fmla="*/ 1576445 h 6858000"/>
              <a:gd name="connsiteX887" fmla="*/ 5150475 w 7467600"/>
              <a:gd name="connsiteY887" fmla="*/ 1274012 h 6858000"/>
              <a:gd name="connsiteX888" fmla="*/ 5349142 w 7467600"/>
              <a:gd name="connsiteY888" fmla="*/ 2204405 h 6858000"/>
              <a:gd name="connsiteX889" fmla="*/ 5262214 w 7467600"/>
              <a:gd name="connsiteY889" fmla="*/ 2233836 h 6858000"/>
              <a:gd name="connsiteX890" fmla="*/ 4981539 w 7467600"/>
              <a:gd name="connsiteY890" fmla="*/ 1542201 h 6858000"/>
              <a:gd name="connsiteX891" fmla="*/ 4958461 w 7467600"/>
              <a:gd name="connsiteY891" fmla="*/ 1136957 h 6858000"/>
              <a:gd name="connsiteX892" fmla="*/ 4655015 w 7467600"/>
              <a:gd name="connsiteY892" fmla="*/ 891426 h 6858000"/>
              <a:gd name="connsiteX893" fmla="*/ 4348002 w 7467600"/>
              <a:gd name="connsiteY893" fmla="*/ 2205895 h 6858000"/>
              <a:gd name="connsiteX894" fmla="*/ 4262250 w 7467600"/>
              <a:gd name="connsiteY894" fmla="*/ 2219972 h 6858000"/>
              <a:gd name="connsiteX895" fmla="*/ 4550611 w 7467600"/>
              <a:gd name="connsiteY895" fmla="*/ 817540 h 6858000"/>
              <a:gd name="connsiteX896" fmla="*/ 4564418 w 7467600"/>
              <a:gd name="connsiteY896" fmla="*/ 808293 h 6858000"/>
              <a:gd name="connsiteX897" fmla="*/ 4266388 w 7467600"/>
              <a:gd name="connsiteY897" fmla="*/ 500083 h 6858000"/>
              <a:gd name="connsiteX898" fmla="*/ 4032842 w 7467600"/>
              <a:gd name="connsiteY898" fmla="*/ 211809 h 6858000"/>
              <a:gd name="connsiteX899" fmla="*/ 3882765 w 7467600"/>
              <a:gd name="connsiteY899" fmla="*/ 0 h 6858000"/>
              <a:gd name="connsiteX900" fmla="*/ 3721337 w 7467600"/>
              <a:gd name="connsiteY900" fmla="*/ 0 h 6858000"/>
              <a:gd name="connsiteX901" fmla="*/ 3797544 w 7467600"/>
              <a:gd name="connsiteY901" fmla="*/ 0 h 6858000"/>
              <a:gd name="connsiteX902" fmla="*/ 3775734 w 7467600"/>
              <a:gd name="connsiteY902" fmla="*/ 95131 h 6858000"/>
              <a:gd name="connsiteX903" fmla="*/ 3724807 w 7467600"/>
              <a:gd name="connsiteY903" fmla="*/ 272257 h 6858000"/>
              <a:gd name="connsiteX904" fmla="*/ 3726844 w 7467600"/>
              <a:gd name="connsiteY904" fmla="*/ 282988 h 6858000"/>
              <a:gd name="connsiteX905" fmla="*/ 3742664 w 7467600"/>
              <a:gd name="connsiteY905" fmla="*/ 279918 h 6858000"/>
              <a:gd name="connsiteX906" fmla="*/ 4103910 w 7467600"/>
              <a:gd name="connsiteY906" fmla="*/ 1161917 h 6858000"/>
              <a:gd name="connsiteX907" fmla="*/ 4020269 w 7467600"/>
              <a:gd name="connsiteY907" fmla="*/ 1200406 h 6858000"/>
              <a:gd name="connsiteX908" fmla="*/ 3674882 w 7467600"/>
              <a:gd name="connsiteY908" fmla="*/ 488524 h 6858000"/>
              <a:gd name="connsiteX909" fmla="*/ 3132682 w 7467600"/>
              <a:gd name="connsiteY909" fmla="*/ 1072284 h 6858000"/>
              <a:gd name="connsiteX910" fmla="*/ 2716346 w 7467600"/>
              <a:gd name="connsiteY910" fmla="*/ 1276376 h 6858000"/>
              <a:gd name="connsiteX911" fmla="*/ 2716772 w 7467600"/>
              <a:gd name="connsiteY911" fmla="*/ 1255462 h 6858000"/>
              <a:gd name="connsiteX912" fmla="*/ 3471096 w 7467600"/>
              <a:gd name="connsiteY912" fmla="*/ 437072 h 6858000"/>
              <a:gd name="connsiteX913" fmla="*/ 3639057 w 7467600"/>
              <a:gd name="connsiteY913" fmla="*/ 286334 h 6858000"/>
              <a:gd name="connsiteX914" fmla="*/ 3640309 w 7467600"/>
              <a:gd name="connsiteY914" fmla="*/ 284664 h 6858000"/>
              <a:gd name="connsiteX915" fmla="*/ 3646022 w 7467600"/>
              <a:gd name="connsiteY915" fmla="*/ 276711 h 6858000"/>
              <a:gd name="connsiteX916" fmla="*/ 3707943 w 7467600"/>
              <a:gd name="connsiteY916" fmla="*/ 65958 h 6858000"/>
              <a:gd name="connsiteX917" fmla="*/ 3721337 w 7467600"/>
              <a:gd name="connsiteY917" fmla="*/ 0 h 6858000"/>
              <a:gd name="connsiteX918" fmla="*/ 2867960 w 7467600"/>
              <a:gd name="connsiteY918" fmla="*/ 0 h 6858000"/>
              <a:gd name="connsiteX919" fmla="*/ 2926351 w 7467600"/>
              <a:gd name="connsiteY919" fmla="*/ 0 h 6858000"/>
              <a:gd name="connsiteX920" fmla="*/ 2902823 w 7467600"/>
              <a:gd name="connsiteY920" fmla="*/ 262929 h 6858000"/>
              <a:gd name="connsiteX921" fmla="*/ 2940663 w 7467600"/>
              <a:gd name="connsiteY921" fmla="*/ 140884 h 6858000"/>
              <a:gd name="connsiteX922" fmla="*/ 2947039 w 7467600"/>
              <a:gd name="connsiteY922" fmla="*/ 122524 h 6858000"/>
              <a:gd name="connsiteX923" fmla="*/ 2984316 w 7467600"/>
              <a:gd name="connsiteY923" fmla="*/ 0 h 6858000"/>
              <a:gd name="connsiteX924" fmla="*/ 3016114 w 7467600"/>
              <a:gd name="connsiteY924" fmla="*/ 0 h 6858000"/>
              <a:gd name="connsiteX925" fmla="*/ 2979949 w 7467600"/>
              <a:gd name="connsiteY925" fmla="*/ 119274 h 6858000"/>
              <a:gd name="connsiteX926" fmla="*/ 3023879 w 7467600"/>
              <a:gd name="connsiteY926" fmla="*/ 0 h 6858000"/>
              <a:gd name="connsiteX927" fmla="*/ 3105400 w 7467600"/>
              <a:gd name="connsiteY927" fmla="*/ 0 h 6858000"/>
              <a:gd name="connsiteX928" fmla="*/ 3094669 w 7467600"/>
              <a:gd name="connsiteY928" fmla="*/ 30308 h 6858000"/>
              <a:gd name="connsiteX929" fmla="*/ 2901945 w 7467600"/>
              <a:gd name="connsiteY929" fmla="*/ 466538 h 6858000"/>
              <a:gd name="connsiteX930" fmla="*/ 2815209 w 7467600"/>
              <a:gd name="connsiteY930" fmla="*/ 497361 h 6858000"/>
              <a:gd name="connsiteX931" fmla="*/ 2844845 w 7467600"/>
              <a:gd name="connsiteY931" fmla="*/ 127638 h 6858000"/>
              <a:gd name="connsiteX932" fmla="*/ 2867960 w 7467600"/>
              <a:gd name="connsiteY932" fmla="*/ 0 h 6858000"/>
              <a:gd name="connsiteX933" fmla="*/ 1057230 w 7467600"/>
              <a:gd name="connsiteY933" fmla="*/ 0 h 6858000"/>
              <a:gd name="connsiteX934" fmla="*/ 1111003 w 7467600"/>
              <a:gd name="connsiteY934" fmla="*/ 0 h 6858000"/>
              <a:gd name="connsiteX935" fmla="*/ 1125553 w 7467600"/>
              <a:gd name="connsiteY935" fmla="*/ 52588 h 6858000"/>
              <a:gd name="connsiteX936" fmla="*/ 1304276 w 7467600"/>
              <a:gd name="connsiteY936" fmla="*/ 476275 h 6858000"/>
              <a:gd name="connsiteX937" fmla="*/ 1492066 w 7467600"/>
              <a:gd name="connsiteY937" fmla="*/ 886333 h 6858000"/>
              <a:gd name="connsiteX938" fmla="*/ 1423698 w 7467600"/>
              <a:gd name="connsiteY938" fmla="*/ 710817 h 6858000"/>
              <a:gd name="connsiteX939" fmla="*/ 1357609 w 7467600"/>
              <a:gd name="connsiteY939" fmla="*/ 532892 h 6858000"/>
              <a:gd name="connsiteX940" fmla="*/ 1309550 w 7467600"/>
              <a:gd name="connsiteY940" fmla="*/ 374031 h 6858000"/>
              <a:gd name="connsiteX941" fmla="*/ 1193673 w 7467600"/>
              <a:gd name="connsiteY941" fmla="*/ 49533 h 6858000"/>
              <a:gd name="connsiteX942" fmla="*/ 1164391 w 7467600"/>
              <a:gd name="connsiteY942" fmla="*/ 0 h 6858000"/>
              <a:gd name="connsiteX943" fmla="*/ 1200666 w 7467600"/>
              <a:gd name="connsiteY943" fmla="*/ 0 h 6858000"/>
              <a:gd name="connsiteX944" fmla="*/ 1223408 w 7467600"/>
              <a:gd name="connsiteY944" fmla="*/ 38996 h 6858000"/>
              <a:gd name="connsiteX945" fmla="*/ 1339635 w 7467600"/>
              <a:gd name="connsiteY945" fmla="*/ 365517 h 6858000"/>
              <a:gd name="connsiteX946" fmla="*/ 1387469 w 7467600"/>
              <a:gd name="connsiteY946" fmla="*/ 523079 h 6858000"/>
              <a:gd name="connsiteX947" fmla="*/ 1452685 w 7467600"/>
              <a:gd name="connsiteY947" fmla="*/ 699806 h 6858000"/>
              <a:gd name="connsiteX948" fmla="*/ 1492092 w 7467600"/>
              <a:gd name="connsiteY948" fmla="*/ 800424 h 6858000"/>
              <a:gd name="connsiteX949" fmla="*/ 1455302 w 7467600"/>
              <a:gd name="connsiteY949" fmla="*/ 632913 h 6858000"/>
              <a:gd name="connsiteX950" fmla="*/ 1222336 w 7467600"/>
              <a:gd name="connsiteY950" fmla="*/ 9480 h 6858000"/>
              <a:gd name="connsiteX951" fmla="*/ 1214634 w 7467600"/>
              <a:gd name="connsiteY951" fmla="*/ 0 h 6858000"/>
              <a:gd name="connsiteX952" fmla="*/ 1289827 w 7467600"/>
              <a:gd name="connsiteY952" fmla="*/ 0 h 6858000"/>
              <a:gd name="connsiteX953" fmla="*/ 1321076 w 7467600"/>
              <a:gd name="connsiteY953" fmla="*/ 59722 h 6858000"/>
              <a:gd name="connsiteX954" fmla="*/ 1512579 w 7467600"/>
              <a:gd name="connsiteY954" fmla="*/ 626441 h 6858000"/>
              <a:gd name="connsiteX955" fmla="*/ 1506076 w 7467600"/>
              <a:gd name="connsiteY955" fmla="*/ 1089289 h 6858000"/>
              <a:gd name="connsiteX956" fmla="*/ 1486346 w 7467600"/>
              <a:gd name="connsiteY956" fmla="*/ 1079919 h 6858000"/>
              <a:gd name="connsiteX957" fmla="*/ 1070511 w 7467600"/>
              <a:gd name="connsiteY957" fmla="*/ 48609 h 6858000"/>
              <a:gd name="connsiteX958" fmla="*/ 1057230 w 7467600"/>
              <a:gd name="connsiteY958" fmla="*/ 0 h 6858000"/>
              <a:gd name="connsiteX959" fmla="*/ 43151 w 7467600"/>
              <a:gd name="connsiteY959" fmla="*/ 0 h 6858000"/>
              <a:gd name="connsiteX960" fmla="*/ 95283 w 7467600"/>
              <a:gd name="connsiteY960" fmla="*/ 0 h 6858000"/>
              <a:gd name="connsiteX961" fmla="*/ 300708 w 7467600"/>
              <a:gd name="connsiteY961" fmla="*/ 154571 h 6858000"/>
              <a:gd name="connsiteX962" fmla="*/ 530414 w 7467600"/>
              <a:gd name="connsiteY962" fmla="*/ 354673 h 6858000"/>
              <a:gd name="connsiteX963" fmla="*/ 333785 w 7467600"/>
              <a:gd name="connsiteY963" fmla="*/ 161564 h 6858000"/>
              <a:gd name="connsiteX964" fmla="*/ 147005 w 7467600"/>
              <a:gd name="connsiteY964" fmla="*/ 0 h 6858000"/>
              <a:gd name="connsiteX965" fmla="*/ 272509 w 7467600"/>
              <a:gd name="connsiteY965" fmla="*/ 0 h 6858000"/>
              <a:gd name="connsiteX966" fmla="*/ 326276 w 7467600"/>
              <a:gd name="connsiteY966" fmla="*/ 45847 h 6858000"/>
              <a:gd name="connsiteX967" fmla="*/ 823759 w 7467600"/>
              <a:gd name="connsiteY967" fmla="*/ 574145 h 6858000"/>
              <a:gd name="connsiteX968" fmla="*/ 811254 w 7467600"/>
              <a:gd name="connsiteY968" fmla="*/ 665546 h 6858000"/>
              <a:gd name="connsiteX969" fmla="*/ 154042 w 7467600"/>
              <a:gd name="connsiteY969" fmla="*/ 261522 h 6858000"/>
              <a:gd name="connsiteX970" fmla="*/ 13550 w 7467600"/>
              <a:gd name="connsiteY970" fmla="*/ 158423 h 6858000"/>
              <a:gd name="connsiteX971" fmla="*/ 0 w 7467600"/>
              <a:gd name="connsiteY971" fmla="*/ 146618 h 6858000"/>
              <a:gd name="connsiteX972" fmla="*/ 0 w 7467600"/>
              <a:gd name="connsiteY972" fmla="*/ 59161 h 6858000"/>
              <a:gd name="connsiteX973" fmla="*/ 45427 w 7467600"/>
              <a:gd name="connsiteY973" fmla="*/ 101078 h 6858000"/>
              <a:gd name="connsiteX974" fmla="*/ 630103 w 7467600"/>
              <a:gd name="connsiteY974" fmla="*/ 485885 h 6858000"/>
              <a:gd name="connsiteX975" fmla="*/ 532040 w 7467600"/>
              <a:gd name="connsiteY975" fmla="*/ 399359 h 6858000"/>
              <a:gd name="connsiteX976" fmla="*/ 517618 w 7467600"/>
              <a:gd name="connsiteY976" fmla="*/ 385726 h 6858000"/>
              <a:gd name="connsiteX977" fmla="*/ 285074 w 7467600"/>
              <a:gd name="connsiteY977" fmla="*/ 182755 h 6858000"/>
              <a:gd name="connsiteX978" fmla="*/ 43151 w 7467600"/>
              <a:gd name="connsiteY978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6844835 w 7467600"/>
              <a:gd name="connsiteY74" fmla="*/ 5424988 h 6858000"/>
              <a:gd name="connsiteX75" fmla="*/ 6879594 w 7467600"/>
              <a:gd name="connsiteY75" fmla="*/ 5424547 h 6858000"/>
              <a:gd name="connsiteX76" fmla="*/ 7379510 w 7467600"/>
              <a:gd name="connsiteY76" fmla="*/ 5755454 h 6858000"/>
              <a:gd name="connsiteX77" fmla="*/ 7467600 w 7467600"/>
              <a:gd name="connsiteY77" fmla="*/ 5845526 h 6858000"/>
              <a:gd name="connsiteX78" fmla="*/ 7467600 w 7467600"/>
              <a:gd name="connsiteY78" fmla="*/ 5925131 h 6858000"/>
              <a:gd name="connsiteX79" fmla="*/ 7271900 w 7467600"/>
              <a:gd name="connsiteY79" fmla="*/ 5734551 h 6858000"/>
              <a:gd name="connsiteX80" fmla="*/ 7015907 w 7467600"/>
              <a:gd name="connsiteY80" fmla="*/ 5541548 h 6858000"/>
              <a:gd name="connsiteX81" fmla="*/ 7259646 w 7467600"/>
              <a:gd name="connsiteY81" fmla="*/ 5765985 h 6858000"/>
              <a:gd name="connsiteX82" fmla="*/ 7467600 w 7467600"/>
              <a:gd name="connsiteY82" fmla="*/ 5971257 h 6858000"/>
              <a:gd name="connsiteX83" fmla="*/ 7467600 w 7467600"/>
              <a:gd name="connsiteY83" fmla="*/ 6012219 h 6858000"/>
              <a:gd name="connsiteX84" fmla="*/ 6946849 w 7467600"/>
              <a:gd name="connsiteY84" fmla="*/ 5523271 h 6858000"/>
              <a:gd name="connsiteX85" fmla="*/ 6946972 w 7467600"/>
              <a:gd name="connsiteY85" fmla="*/ 5526491 h 6858000"/>
              <a:gd name="connsiteX86" fmla="*/ 7105827 w 7467600"/>
              <a:gd name="connsiteY86" fmla="*/ 5718700 h 6858000"/>
              <a:gd name="connsiteX87" fmla="*/ 7356878 w 7467600"/>
              <a:gd name="connsiteY87" fmla="*/ 5981332 h 6858000"/>
              <a:gd name="connsiteX88" fmla="*/ 7467600 w 7467600"/>
              <a:gd name="connsiteY88" fmla="*/ 6117703 h 6858000"/>
              <a:gd name="connsiteX89" fmla="*/ 7467600 w 7467600"/>
              <a:gd name="connsiteY89" fmla="*/ 6163634 h 6858000"/>
              <a:gd name="connsiteX90" fmla="*/ 7403637 w 7467600"/>
              <a:gd name="connsiteY90" fmla="*/ 6083957 h 6858000"/>
              <a:gd name="connsiteX91" fmla="*/ 7254615 w 7467600"/>
              <a:gd name="connsiteY91" fmla="*/ 5911918 h 6858000"/>
              <a:gd name="connsiteX92" fmla="*/ 7312589 w 7467600"/>
              <a:gd name="connsiteY92" fmla="*/ 5982309 h 6858000"/>
              <a:gd name="connsiteX93" fmla="*/ 7448321 w 7467600"/>
              <a:gd name="connsiteY93" fmla="*/ 6190991 h 6858000"/>
              <a:gd name="connsiteX94" fmla="*/ 7467600 w 7467600"/>
              <a:gd name="connsiteY94" fmla="*/ 6221686 h 6858000"/>
              <a:gd name="connsiteX95" fmla="*/ 7467600 w 7467600"/>
              <a:gd name="connsiteY95" fmla="*/ 6334256 h 6858000"/>
              <a:gd name="connsiteX96" fmla="*/ 7454976 w 7467600"/>
              <a:gd name="connsiteY96" fmla="*/ 6318297 h 6858000"/>
              <a:gd name="connsiteX97" fmla="*/ 7042773 w 7467600"/>
              <a:gd name="connsiteY97" fmla="*/ 5734011 h 6858000"/>
              <a:gd name="connsiteX98" fmla="*/ 6844835 w 7467600"/>
              <a:gd name="connsiteY98" fmla="*/ 5424988 h 6858000"/>
              <a:gd name="connsiteX99" fmla="*/ 1456157 w 7467600"/>
              <a:gd name="connsiteY99" fmla="*/ 5371404 h 6858000"/>
              <a:gd name="connsiteX100" fmla="*/ 1244432 w 7467600"/>
              <a:gd name="connsiteY100" fmla="*/ 5385601 h 6858000"/>
              <a:gd name="connsiteX101" fmla="*/ 973990 w 7467600"/>
              <a:gd name="connsiteY101" fmla="*/ 5424940 h 6858000"/>
              <a:gd name="connsiteX102" fmla="*/ 1103809 w 7467600"/>
              <a:gd name="connsiteY102" fmla="*/ 5433720 h 6858000"/>
              <a:gd name="connsiteX103" fmla="*/ 1123454 w 7467600"/>
              <a:gd name="connsiteY103" fmla="*/ 5435727 h 6858000"/>
              <a:gd name="connsiteX104" fmla="*/ 1737017 w 7467600"/>
              <a:gd name="connsiteY104" fmla="*/ 5452183 h 6858000"/>
              <a:gd name="connsiteX105" fmla="*/ 1824397 w 7467600"/>
              <a:gd name="connsiteY105" fmla="*/ 5447757 h 6858000"/>
              <a:gd name="connsiteX106" fmla="*/ 2070059 w 7467600"/>
              <a:gd name="connsiteY106" fmla="*/ 5441660 h 6858000"/>
              <a:gd name="connsiteX107" fmla="*/ 1456157 w 7467600"/>
              <a:gd name="connsiteY107" fmla="*/ 5371404 h 6858000"/>
              <a:gd name="connsiteX108" fmla="*/ 4988186 w 7467600"/>
              <a:gd name="connsiteY108" fmla="*/ 5216467 h 6858000"/>
              <a:gd name="connsiteX109" fmla="*/ 4777334 w 7467600"/>
              <a:gd name="connsiteY109" fmla="*/ 5406072 h 6858000"/>
              <a:gd name="connsiteX110" fmla="*/ 4718341 w 7467600"/>
              <a:gd name="connsiteY110" fmla="*/ 5468043 h 6858000"/>
              <a:gd name="connsiteX111" fmla="*/ 4604655 w 7467600"/>
              <a:gd name="connsiteY111" fmla="*/ 5583434 h 6858000"/>
              <a:gd name="connsiteX112" fmla="*/ 4565074 w 7467600"/>
              <a:gd name="connsiteY112" fmla="*/ 5618550 h 6858000"/>
              <a:gd name="connsiteX113" fmla="*/ 4988186 w 7467600"/>
              <a:gd name="connsiteY113" fmla="*/ 5216467 h 6858000"/>
              <a:gd name="connsiteX114" fmla="*/ 4978032 w 7467600"/>
              <a:gd name="connsiteY114" fmla="*/ 5183809 h 6858000"/>
              <a:gd name="connsiteX115" fmla="*/ 4463413 w 7467600"/>
              <a:gd name="connsiteY115" fmla="*/ 5615162 h 6858000"/>
              <a:gd name="connsiteX116" fmla="*/ 4358134 w 7467600"/>
              <a:gd name="connsiteY116" fmla="*/ 5742791 h 6858000"/>
              <a:gd name="connsiteX117" fmla="*/ 4376219 w 7467600"/>
              <a:gd name="connsiteY117" fmla="*/ 5729027 h 6858000"/>
              <a:gd name="connsiteX118" fmla="*/ 4582340 w 7467600"/>
              <a:gd name="connsiteY118" fmla="*/ 5561037 h 6858000"/>
              <a:gd name="connsiteX119" fmla="*/ 4694684 w 7467600"/>
              <a:gd name="connsiteY119" fmla="*/ 5447098 h 6858000"/>
              <a:gd name="connsiteX120" fmla="*/ 4754123 w 7467600"/>
              <a:gd name="connsiteY120" fmla="*/ 5384643 h 6858000"/>
              <a:gd name="connsiteX121" fmla="*/ 4978032 w 7467600"/>
              <a:gd name="connsiteY121" fmla="*/ 5183809 h 6858000"/>
              <a:gd name="connsiteX122" fmla="*/ 1903353 w 7467600"/>
              <a:gd name="connsiteY122" fmla="*/ 5044827 h 6858000"/>
              <a:gd name="connsiteX123" fmla="*/ 1936931 w 7467600"/>
              <a:gd name="connsiteY123" fmla="*/ 5093954 h 6858000"/>
              <a:gd name="connsiteX124" fmla="*/ 2195868 w 7467600"/>
              <a:gd name="connsiteY124" fmla="*/ 5396574 h 6858000"/>
              <a:gd name="connsiteX125" fmla="*/ 2088852 w 7467600"/>
              <a:gd name="connsiteY125" fmla="*/ 5166123 h 6858000"/>
              <a:gd name="connsiteX126" fmla="*/ 1958241 w 7467600"/>
              <a:gd name="connsiteY126" fmla="*/ 5067955 h 6858000"/>
              <a:gd name="connsiteX127" fmla="*/ 1903353 w 7467600"/>
              <a:gd name="connsiteY127" fmla="*/ 5044827 h 6858000"/>
              <a:gd name="connsiteX128" fmla="*/ 1979378 w 7467600"/>
              <a:gd name="connsiteY128" fmla="*/ 4769504 h 6858000"/>
              <a:gd name="connsiteX129" fmla="*/ 2882120 w 7467600"/>
              <a:gd name="connsiteY129" fmla="*/ 5064547 h 6858000"/>
              <a:gd name="connsiteX130" fmla="*/ 2793103 w 7467600"/>
              <a:gd name="connsiteY130" fmla="*/ 5039699 h 6858000"/>
              <a:gd name="connsiteX131" fmla="*/ 2770041 w 7467600"/>
              <a:gd name="connsiteY131" fmla="*/ 5033634 h 6858000"/>
              <a:gd name="connsiteX132" fmla="*/ 1979378 w 7467600"/>
              <a:gd name="connsiteY132" fmla="*/ 4769504 h 6858000"/>
              <a:gd name="connsiteX133" fmla="*/ 1927410 w 7467600"/>
              <a:gd name="connsiteY133" fmla="*/ 4716164 h 6858000"/>
              <a:gd name="connsiteX134" fmla="*/ 1959587 w 7467600"/>
              <a:gd name="connsiteY134" fmla="*/ 4728849 h 6858000"/>
              <a:gd name="connsiteX135" fmla="*/ 2777707 w 7467600"/>
              <a:gd name="connsiteY135" fmla="*/ 5003991 h 6858000"/>
              <a:gd name="connsiteX136" fmla="*/ 2800768 w 7467600"/>
              <a:gd name="connsiteY136" fmla="*/ 5010056 h 6858000"/>
              <a:gd name="connsiteX137" fmla="*/ 2879408 w 7467600"/>
              <a:gd name="connsiteY137" fmla="*/ 5031590 h 6858000"/>
              <a:gd name="connsiteX138" fmla="*/ 2862295 w 7467600"/>
              <a:gd name="connsiteY138" fmla="*/ 5022958 h 6858000"/>
              <a:gd name="connsiteX139" fmla="*/ 2813343 w 7467600"/>
              <a:gd name="connsiteY139" fmla="*/ 4998369 h 6858000"/>
              <a:gd name="connsiteX140" fmla="*/ 2646245 w 7467600"/>
              <a:gd name="connsiteY140" fmla="*/ 4930999 h 6858000"/>
              <a:gd name="connsiteX141" fmla="*/ 1999243 w 7467600"/>
              <a:gd name="connsiteY141" fmla="*/ 4730524 h 6858000"/>
              <a:gd name="connsiteX142" fmla="*/ 1979527 w 7467600"/>
              <a:gd name="connsiteY142" fmla="*/ 4726651 h 6858000"/>
              <a:gd name="connsiteX143" fmla="*/ 1927410 w 7467600"/>
              <a:gd name="connsiteY143" fmla="*/ 4716164 h 6858000"/>
              <a:gd name="connsiteX144" fmla="*/ 1997014 w 7467600"/>
              <a:gd name="connsiteY144" fmla="*/ 4698007 h 6858000"/>
              <a:gd name="connsiteX145" fmla="*/ 2005458 w 7467600"/>
              <a:gd name="connsiteY145" fmla="*/ 4699540 h 6858000"/>
              <a:gd name="connsiteX146" fmla="*/ 2657186 w 7467600"/>
              <a:gd name="connsiteY146" fmla="*/ 4901687 h 6858000"/>
              <a:gd name="connsiteX147" fmla="*/ 2826662 w 7467600"/>
              <a:gd name="connsiteY147" fmla="*/ 4970362 h 6858000"/>
              <a:gd name="connsiteX148" fmla="*/ 2876100 w 7467600"/>
              <a:gd name="connsiteY148" fmla="*/ 4995397 h 6858000"/>
              <a:gd name="connsiteX149" fmla="*/ 3042600 w 7467600"/>
              <a:gd name="connsiteY149" fmla="*/ 5059532 h 6858000"/>
              <a:gd name="connsiteX150" fmla="*/ 1997014 w 7467600"/>
              <a:gd name="connsiteY150" fmla="*/ 4698007 h 6858000"/>
              <a:gd name="connsiteX151" fmla="*/ 2305292 w 7467600"/>
              <a:gd name="connsiteY151" fmla="*/ 4219492 h 6858000"/>
              <a:gd name="connsiteX152" fmla="*/ 3360922 w 7467600"/>
              <a:gd name="connsiteY152" fmla="*/ 4529373 h 6858000"/>
              <a:gd name="connsiteX153" fmla="*/ 3492420 w 7467600"/>
              <a:gd name="connsiteY153" fmla="*/ 4510145 h 6858000"/>
              <a:gd name="connsiteX154" fmla="*/ 3364086 w 7467600"/>
              <a:gd name="connsiteY154" fmla="*/ 4480340 h 6858000"/>
              <a:gd name="connsiteX155" fmla="*/ 3225818 w 7467600"/>
              <a:gd name="connsiteY155" fmla="*/ 4411822 h 6858000"/>
              <a:gd name="connsiteX156" fmla="*/ 3129696 w 7467600"/>
              <a:gd name="connsiteY156" fmla="*/ 4360704 h 6858000"/>
              <a:gd name="connsiteX157" fmla="*/ 2814545 w 7467600"/>
              <a:gd name="connsiteY157" fmla="*/ 4282955 h 6858000"/>
              <a:gd name="connsiteX158" fmla="*/ 2305292 w 7467600"/>
              <a:gd name="connsiteY158" fmla="*/ 4219492 h 6858000"/>
              <a:gd name="connsiteX159" fmla="*/ 2626982 w 7467600"/>
              <a:gd name="connsiteY159" fmla="*/ 4206450 h 6858000"/>
              <a:gd name="connsiteX160" fmla="*/ 2490617 w 7467600"/>
              <a:gd name="connsiteY160" fmla="*/ 4206951 h 6858000"/>
              <a:gd name="connsiteX161" fmla="*/ 2819869 w 7467600"/>
              <a:gd name="connsiteY161" fmla="*/ 4252936 h 6858000"/>
              <a:gd name="connsiteX162" fmla="*/ 3143018 w 7467600"/>
              <a:gd name="connsiteY162" fmla="*/ 4332698 h 6858000"/>
              <a:gd name="connsiteX163" fmla="*/ 3241520 w 7467600"/>
              <a:gd name="connsiteY163" fmla="*/ 4385112 h 6858000"/>
              <a:gd name="connsiteX164" fmla="*/ 3374575 w 7467600"/>
              <a:gd name="connsiteY164" fmla="*/ 4451517 h 6858000"/>
              <a:gd name="connsiteX165" fmla="*/ 3505221 w 7467600"/>
              <a:gd name="connsiteY165" fmla="*/ 4480757 h 6858000"/>
              <a:gd name="connsiteX166" fmla="*/ 2626982 w 7467600"/>
              <a:gd name="connsiteY166" fmla="*/ 4206450 h 6858000"/>
              <a:gd name="connsiteX167" fmla="*/ 1310106 w 7467600"/>
              <a:gd name="connsiteY167" fmla="*/ 3943217 h 6858000"/>
              <a:gd name="connsiteX168" fmla="*/ 854994 w 7467600"/>
              <a:gd name="connsiteY168" fmla="*/ 4399136 h 6858000"/>
              <a:gd name="connsiteX169" fmla="*/ 742462 w 7467600"/>
              <a:gd name="connsiteY169" fmla="*/ 4594648 h 6858000"/>
              <a:gd name="connsiteX170" fmla="*/ 820602 w 7467600"/>
              <a:gd name="connsiteY170" fmla="*/ 4485915 h 6858000"/>
              <a:gd name="connsiteX171" fmla="*/ 878295 w 7467600"/>
              <a:gd name="connsiteY171" fmla="*/ 4403594 h 6858000"/>
              <a:gd name="connsiteX172" fmla="*/ 1240607 w 7467600"/>
              <a:gd name="connsiteY172" fmla="*/ 4010401 h 6858000"/>
              <a:gd name="connsiteX173" fmla="*/ 1310106 w 7467600"/>
              <a:gd name="connsiteY173" fmla="*/ 3943217 h 6858000"/>
              <a:gd name="connsiteX174" fmla="*/ 1423113 w 7467600"/>
              <a:gd name="connsiteY174" fmla="*/ 3874565 h 6858000"/>
              <a:gd name="connsiteX175" fmla="*/ 1260565 w 7467600"/>
              <a:gd name="connsiteY175" fmla="*/ 4031982 h 6858000"/>
              <a:gd name="connsiteX176" fmla="*/ 901900 w 7467600"/>
              <a:gd name="connsiteY176" fmla="*/ 4421236 h 6858000"/>
              <a:gd name="connsiteX177" fmla="*/ 845044 w 7467600"/>
              <a:gd name="connsiteY177" fmla="*/ 4502436 h 6858000"/>
              <a:gd name="connsiteX178" fmla="*/ 685926 w 7467600"/>
              <a:gd name="connsiteY178" fmla="*/ 4703069 h 6858000"/>
              <a:gd name="connsiteX179" fmla="*/ 684248 w 7467600"/>
              <a:gd name="connsiteY179" fmla="*/ 4706721 h 6858000"/>
              <a:gd name="connsiteX180" fmla="*/ 1423113 w 7467600"/>
              <a:gd name="connsiteY180" fmla="*/ 3874565 h 6858000"/>
              <a:gd name="connsiteX181" fmla="*/ 3316479 w 7467600"/>
              <a:gd name="connsiteY181" fmla="*/ 3872136 h 6858000"/>
              <a:gd name="connsiteX182" fmla="*/ 3546806 w 7467600"/>
              <a:gd name="connsiteY182" fmla="*/ 4356139 h 6858000"/>
              <a:gd name="connsiteX183" fmla="*/ 3364433 w 7467600"/>
              <a:gd name="connsiteY183" fmla="*/ 3953121 h 6858000"/>
              <a:gd name="connsiteX184" fmla="*/ 3316479 w 7467600"/>
              <a:gd name="connsiteY184" fmla="*/ 3872136 h 6858000"/>
              <a:gd name="connsiteX185" fmla="*/ 3291335 w 7467600"/>
              <a:gd name="connsiteY185" fmla="*/ 3767420 h 6858000"/>
              <a:gd name="connsiteX186" fmla="*/ 3390805 w 7467600"/>
              <a:gd name="connsiteY186" fmla="*/ 3937163 h 6858000"/>
              <a:gd name="connsiteX187" fmla="*/ 3579062 w 7467600"/>
              <a:gd name="connsiteY187" fmla="*/ 4359040 h 6858000"/>
              <a:gd name="connsiteX188" fmla="*/ 3467355 w 7467600"/>
              <a:gd name="connsiteY188" fmla="*/ 3988130 h 6858000"/>
              <a:gd name="connsiteX189" fmla="*/ 3310753 w 7467600"/>
              <a:gd name="connsiteY189" fmla="*/ 3787140 h 6858000"/>
              <a:gd name="connsiteX190" fmla="*/ 3291335 w 7467600"/>
              <a:gd name="connsiteY190" fmla="*/ 3767420 h 6858000"/>
              <a:gd name="connsiteX191" fmla="*/ 1635889 w 7467600"/>
              <a:gd name="connsiteY191" fmla="*/ 3709494 h 6858000"/>
              <a:gd name="connsiteX192" fmla="*/ 1634800 w 7467600"/>
              <a:gd name="connsiteY192" fmla="*/ 3731111 h 6858000"/>
              <a:gd name="connsiteX193" fmla="*/ 1635889 w 7467600"/>
              <a:gd name="connsiteY193" fmla="*/ 3709494 h 6858000"/>
              <a:gd name="connsiteX194" fmla="*/ 1510397 w 7467600"/>
              <a:gd name="connsiteY194" fmla="*/ 3684705 h 6858000"/>
              <a:gd name="connsiteX195" fmla="*/ 1146550 w 7467600"/>
              <a:gd name="connsiteY195" fmla="*/ 3802012 h 6858000"/>
              <a:gd name="connsiteX196" fmla="*/ 698834 w 7467600"/>
              <a:gd name="connsiteY196" fmla="*/ 3952272 h 6858000"/>
              <a:gd name="connsiteX197" fmla="*/ 34256 w 7467600"/>
              <a:gd name="connsiteY197" fmla="*/ 4347603 h 6858000"/>
              <a:gd name="connsiteX198" fmla="*/ 527241 w 7467600"/>
              <a:gd name="connsiteY198" fmla="*/ 4065078 h 6858000"/>
              <a:gd name="connsiteX199" fmla="*/ 1510397 w 7467600"/>
              <a:gd name="connsiteY199" fmla="*/ 3684705 h 6858000"/>
              <a:gd name="connsiteX200" fmla="*/ 1313114 w 7467600"/>
              <a:gd name="connsiteY200" fmla="*/ 3655216 h 6858000"/>
              <a:gd name="connsiteX201" fmla="*/ 1109304 w 7467600"/>
              <a:gd name="connsiteY201" fmla="*/ 3669030 h 6858000"/>
              <a:gd name="connsiteX202" fmla="*/ 8129 w 7467600"/>
              <a:gd name="connsiteY202" fmla="*/ 4330519 h 6858000"/>
              <a:gd name="connsiteX203" fmla="*/ 687572 w 7467600"/>
              <a:gd name="connsiteY203" fmla="*/ 3925629 h 6858000"/>
              <a:gd name="connsiteX204" fmla="*/ 1138365 w 7467600"/>
              <a:gd name="connsiteY204" fmla="*/ 3774515 h 6858000"/>
              <a:gd name="connsiteX205" fmla="*/ 1505579 w 7467600"/>
              <a:gd name="connsiteY205" fmla="*/ 3655526 h 6858000"/>
              <a:gd name="connsiteX206" fmla="*/ 1313114 w 7467600"/>
              <a:gd name="connsiteY206" fmla="*/ 3655216 h 6858000"/>
              <a:gd name="connsiteX207" fmla="*/ 3655073 w 7467600"/>
              <a:gd name="connsiteY207" fmla="*/ 3650884 h 6858000"/>
              <a:gd name="connsiteX208" fmla="*/ 3989938 w 7467600"/>
              <a:gd name="connsiteY208" fmla="*/ 3991685 h 6858000"/>
              <a:gd name="connsiteX209" fmla="*/ 4393907 w 7467600"/>
              <a:gd name="connsiteY209" fmla="*/ 4261258 h 6858000"/>
              <a:gd name="connsiteX210" fmla="*/ 4648051 w 7467600"/>
              <a:gd name="connsiteY210" fmla="*/ 4374051 h 6858000"/>
              <a:gd name="connsiteX211" fmla="*/ 4383389 w 7467600"/>
              <a:gd name="connsiteY211" fmla="*/ 4184369 h 6858000"/>
              <a:gd name="connsiteX212" fmla="*/ 4165508 w 7467600"/>
              <a:gd name="connsiteY212" fmla="*/ 4035196 h 6858000"/>
              <a:gd name="connsiteX213" fmla="*/ 4068162 w 7467600"/>
              <a:gd name="connsiteY213" fmla="*/ 3953394 h 6858000"/>
              <a:gd name="connsiteX214" fmla="*/ 3981416 w 7467600"/>
              <a:gd name="connsiteY214" fmla="*/ 3880482 h 6858000"/>
              <a:gd name="connsiteX215" fmla="*/ 3800147 w 7467600"/>
              <a:gd name="connsiteY215" fmla="*/ 3749872 h 6858000"/>
              <a:gd name="connsiteX216" fmla="*/ 3655073 w 7467600"/>
              <a:gd name="connsiteY216" fmla="*/ 3650884 h 6858000"/>
              <a:gd name="connsiteX217" fmla="*/ 3670252 w 7467600"/>
              <a:gd name="connsiteY217" fmla="*/ 3622798 h 6858000"/>
              <a:gd name="connsiteX218" fmla="*/ 3817258 w 7467600"/>
              <a:gd name="connsiteY218" fmla="*/ 3723577 h 6858000"/>
              <a:gd name="connsiteX219" fmla="*/ 4000461 w 7467600"/>
              <a:gd name="connsiteY219" fmla="*/ 3855966 h 6858000"/>
              <a:gd name="connsiteX220" fmla="*/ 4088180 w 7467600"/>
              <a:gd name="connsiteY220" fmla="*/ 3929774 h 6858000"/>
              <a:gd name="connsiteX221" fmla="*/ 4184555 w 7467600"/>
              <a:gd name="connsiteY221" fmla="*/ 4010683 h 6858000"/>
              <a:gd name="connsiteX222" fmla="*/ 4399563 w 7467600"/>
              <a:gd name="connsiteY222" fmla="*/ 4158106 h 6858000"/>
              <a:gd name="connsiteX223" fmla="*/ 4684469 w 7467600"/>
              <a:gd name="connsiteY223" fmla="*/ 4364680 h 6858000"/>
              <a:gd name="connsiteX224" fmla="*/ 4690271 w 7467600"/>
              <a:gd name="connsiteY224" fmla="*/ 4370034 h 6858000"/>
              <a:gd name="connsiteX225" fmla="*/ 4136093 w 7467600"/>
              <a:gd name="connsiteY225" fmla="*/ 3858466 h 6858000"/>
              <a:gd name="connsiteX226" fmla="*/ 3670252 w 7467600"/>
              <a:gd name="connsiteY226" fmla="*/ 3622798 h 6858000"/>
              <a:gd name="connsiteX227" fmla="*/ 4440129 w 7467600"/>
              <a:gd name="connsiteY227" fmla="*/ 3448571 h 6858000"/>
              <a:gd name="connsiteX228" fmla="*/ 4856525 w 7467600"/>
              <a:gd name="connsiteY228" fmla="*/ 3915351 h 6858000"/>
              <a:gd name="connsiteX229" fmla="*/ 5059055 w 7467600"/>
              <a:gd name="connsiteY229" fmla="*/ 4108918 h 6858000"/>
              <a:gd name="connsiteX230" fmla="*/ 5290070 w 7467600"/>
              <a:gd name="connsiteY230" fmla="*/ 4263619 h 6858000"/>
              <a:gd name="connsiteX231" fmla="*/ 4834991 w 7467600"/>
              <a:gd name="connsiteY231" fmla="*/ 3830985 h 6858000"/>
              <a:gd name="connsiteX232" fmla="*/ 4440129 w 7467600"/>
              <a:gd name="connsiteY232" fmla="*/ 3448571 h 6858000"/>
              <a:gd name="connsiteX233" fmla="*/ 4441737 w 7467600"/>
              <a:gd name="connsiteY233" fmla="*/ 3399734 h 6858000"/>
              <a:gd name="connsiteX234" fmla="*/ 4431236 w 7467600"/>
              <a:gd name="connsiteY234" fmla="*/ 3400954 h 6858000"/>
              <a:gd name="connsiteX235" fmla="*/ 4557150 w 7467600"/>
              <a:gd name="connsiteY235" fmla="*/ 3510023 h 6858000"/>
              <a:gd name="connsiteX236" fmla="*/ 4856936 w 7467600"/>
              <a:gd name="connsiteY236" fmla="*/ 3809146 h 6858000"/>
              <a:gd name="connsiteX237" fmla="*/ 5111996 w 7467600"/>
              <a:gd name="connsiteY237" fmla="*/ 4065759 h 6858000"/>
              <a:gd name="connsiteX238" fmla="*/ 5388878 w 7467600"/>
              <a:gd name="connsiteY238" fmla="*/ 4300185 h 6858000"/>
              <a:gd name="connsiteX239" fmla="*/ 5425556 w 7467600"/>
              <a:gd name="connsiteY239" fmla="*/ 4308967 h 6858000"/>
              <a:gd name="connsiteX240" fmla="*/ 4943646 w 7467600"/>
              <a:gd name="connsiteY240" fmla="*/ 3822916 h 6858000"/>
              <a:gd name="connsiteX241" fmla="*/ 4594837 w 7467600"/>
              <a:gd name="connsiteY241" fmla="*/ 3532274 h 6858000"/>
              <a:gd name="connsiteX242" fmla="*/ 4441737 w 7467600"/>
              <a:gd name="connsiteY242" fmla="*/ 3399734 h 6858000"/>
              <a:gd name="connsiteX243" fmla="*/ 5425834 w 7467600"/>
              <a:gd name="connsiteY243" fmla="*/ 3162785 h 6858000"/>
              <a:gd name="connsiteX244" fmla="*/ 5401644 w 7467600"/>
              <a:gd name="connsiteY244" fmla="*/ 3617847 h 6858000"/>
              <a:gd name="connsiteX245" fmla="*/ 5467256 w 7467600"/>
              <a:gd name="connsiteY245" fmla="*/ 4175494 h 6858000"/>
              <a:gd name="connsiteX246" fmla="*/ 5448069 w 7467600"/>
              <a:gd name="connsiteY246" fmla="*/ 3567554 h 6858000"/>
              <a:gd name="connsiteX247" fmla="*/ 5425834 w 7467600"/>
              <a:gd name="connsiteY247" fmla="*/ 3162785 h 6858000"/>
              <a:gd name="connsiteX248" fmla="*/ 1318687 w 7467600"/>
              <a:gd name="connsiteY248" fmla="*/ 3113840 h 6858000"/>
              <a:gd name="connsiteX249" fmla="*/ 1066793 w 7467600"/>
              <a:gd name="connsiteY249" fmla="*/ 3212171 h 6858000"/>
              <a:gd name="connsiteX250" fmla="*/ 993319 w 7467600"/>
              <a:gd name="connsiteY250" fmla="*/ 3247648 h 6858000"/>
              <a:gd name="connsiteX251" fmla="*/ 853081 w 7467600"/>
              <a:gd name="connsiteY251" fmla="*/ 3312410 h 6858000"/>
              <a:gd name="connsiteX252" fmla="*/ 805957 w 7467600"/>
              <a:gd name="connsiteY252" fmla="*/ 3330443 h 6858000"/>
              <a:gd name="connsiteX253" fmla="*/ 1318687 w 7467600"/>
              <a:gd name="connsiteY253" fmla="*/ 3113840 h 6858000"/>
              <a:gd name="connsiteX254" fmla="*/ 5453702 w 7467600"/>
              <a:gd name="connsiteY254" fmla="*/ 3090882 h 6858000"/>
              <a:gd name="connsiteX255" fmla="*/ 5480135 w 7467600"/>
              <a:gd name="connsiteY255" fmla="*/ 3565802 h 6858000"/>
              <a:gd name="connsiteX256" fmla="*/ 5499023 w 7467600"/>
              <a:gd name="connsiteY256" fmla="*/ 4166310 h 6858000"/>
              <a:gd name="connsiteX257" fmla="*/ 5547022 w 7467600"/>
              <a:gd name="connsiteY257" fmla="*/ 3607838 h 6858000"/>
              <a:gd name="connsiteX258" fmla="*/ 5515964 w 7467600"/>
              <a:gd name="connsiteY258" fmla="*/ 3378541 h 6858000"/>
              <a:gd name="connsiteX259" fmla="*/ 5453702 w 7467600"/>
              <a:gd name="connsiteY259" fmla="*/ 3090882 h 6858000"/>
              <a:gd name="connsiteX260" fmla="*/ 1238695 w 7467600"/>
              <a:gd name="connsiteY260" fmla="*/ 3076820 h 6858000"/>
              <a:gd name="connsiteX261" fmla="*/ 716371 w 7467600"/>
              <a:gd name="connsiteY261" fmla="*/ 3293249 h 6858000"/>
              <a:gd name="connsiteX262" fmla="*/ 579522 w 7467600"/>
              <a:gd name="connsiteY262" fmla="*/ 3371759 h 6858000"/>
              <a:gd name="connsiteX263" fmla="*/ 600288 w 7467600"/>
              <a:gd name="connsiteY263" fmla="*/ 3365555 h 6858000"/>
              <a:gd name="connsiteX264" fmla="*/ 840692 w 7467600"/>
              <a:gd name="connsiteY264" fmla="*/ 3284921 h 6858000"/>
              <a:gd name="connsiteX265" fmla="*/ 979248 w 7467600"/>
              <a:gd name="connsiteY265" fmla="*/ 3221003 h 6858000"/>
              <a:gd name="connsiteX266" fmla="*/ 1053282 w 7467600"/>
              <a:gd name="connsiteY266" fmla="*/ 3185247 h 6858000"/>
              <a:gd name="connsiteX267" fmla="*/ 1320603 w 7467600"/>
              <a:gd name="connsiteY267" fmla="*/ 3081281 h 6858000"/>
              <a:gd name="connsiteX268" fmla="*/ 1238695 w 7467600"/>
              <a:gd name="connsiteY268" fmla="*/ 3076820 h 6858000"/>
              <a:gd name="connsiteX269" fmla="*/ 5425627 w 7467600"/>
              <a:gd name="connsiteY269" fmla="*/ 2954192 h 6858000"/>
              <a:gd name="connsiteX270" fmla="*/ 5470770 w 7467600"/>
              <a:gd name="connsiteY270" fmla="*/ 3005435 h 6858000"/>
              <a:gd name="connsiteX271" fmla="*/ 5519779 w 7467600"/>
              <a:gd name="connsiteY271" fmla="*/ 4359223 h 6858000"/>
              <a:gd name="connsiteX272" fmla="*/ 5520293 w 7467600"/>
              <a:gd name="connsiteY272" fmla="*/ 4360602 h 6858000"/>
              <a:gd name="connsiteX273" fmla="*/ 5767221 w 7467600"/>
              <a:gd name="connsiteY273" fmla="*/ 4665564 h 6858000"/>
              <a:gd name="connsiteX274" fmla="*/ 6937169 w 7467600"/>
              <a:gd name="connsiteY274" fmla="*/ 4815941 h 6858000"/>
              <a:gd name="connsiteX275" fmla="*/ 6953922 w 7467600"/>
              <a:gd name="connsiteY275" fmla="*/ 4890068 h 6858000"/>
              <a:gd name="connsiteX276" fmla="*/ 6071359 w 7467600"/>
              <a:gd name="connsiteY276" fmla="*/ 4770770 h 6858000"/>
              <a:gd name="connsiteX277" fmla="*/ 6038839 w 7467600"/>
              <a:gd name="connsiteY277" fmla="*/ 4764474 h 6858000"/>
              <a:gd name="connsiteX278" fmla="*/ 6038706 w 7467600"/>
              <a:gd name="connsiteY278" fmla="*/ 4763847 h 6858000"/>
              <a:gd name="connsiteX279" fmla="*/ 6037784 w 7467600"/>
              <a:gd name="connsiteY279" fmla="*/ 4764270 h 6858000"/>
              <a:gd name="connsiteX280" fmla="*/ 6038839 w 7467600"/>
              <a:gd name="connsiteY280" fmla="*/ 4764474 h 6858000"/>
              <a:gd name="connsiteX281" fmla="*/ 6040338 w 7467600"/>
              <a:gd name="connsiteY281" fmla="*/ 4771418 h 6858000"/>
              <a:gd name="connsiteX282" fmla="*/ 6024488 w 7467600"/>
              <a:gd name="connsiteY282" fmla="*/ 4809903 h 6858000"/>
              <a:gd name="connsiteX283" fmla="*/ 5599771 w 7467600"/>
              <a:gd name="connsiteY283" fmla="*/ 5509652 h 6858000"/>
              <a:gd name="connsiteX284" fmla="*/ 5548843 w 7467600"/>
              <a:gd name="connsiteY284" fmla="*/ 5563845 h 6858000"/>
              <a:gd name="connsiteX285" fmla="*/ 5940952 w 7467600"/>
              <a:gd name="connsiteY285" fmla="*/ 6250028 h 6858000"/>
              <a:gd name="connsiteX286" fmla="*/ 6043441 w 7467600"/>
              <a:gd name="connsiteY286" fmla="*/ 6665847 h 6858000"/>
              <a:gd name="connsiteX287" fmla="*/ 6093432 w 7467600"/>
              <a:gd name="connsiteY287" fmla="*/ 6858000 h 6858000"/>
              <a:gd name="connsiteX288" fmla="*/ 6034344 w 7467600"/>
              <a:gd name="connsiteY288" fmla="*/ 6858000 h 6858000"/>
              <a:gd name="connsiteX289" fmla="*/ 6026679 w 7467600"/>
              <a:gd name="connsiteY289" fmla="*/ 6836959 h 6858000"/>
              <a:gd name="connsiteX290" fmla="*/ 5800441 w 7467600"/>
              <a:gd name="connsiteY290" fmla="*/ 6335286 h 6858000"/>
              <a:gd name="connsiteX291" fmla="*/ 5526562 w 7467600"/>
              <a:gd name="connsiteY291" fmla="*/ 5705388 h 6858000"/>
              <a:gd name="connsiteX292" fmla="*/ 5519640 w 7467600"/>
              <a:gd name="connsiteY292" fmla="*/ 5683774 h 6858000"/>
              <a:gd name="connsiteX293" fmla="*/ 5844559 w 7467600"/>
              <a:gd name="connsiteY293" fmla="*/ 6553349 h 6858000"/>
              <a:gd name="connsiteX294" fmla="*/ 5975994 w 7467600"/>
              <a:gd name="connsiteY294" fmla="*/ 6858000 h 6858000"/>
              <a:gd name="connsiteX295" fmla="*/ 5898547 w 7467600"/>
              <a:gd name="connsiteY295" fmla="*/ 6858000 h 6858000"/>
              <a:gd name="connsiteX296" fmla="*/ 5682041 w 7467600"/>
              <a:gd name="connsiteY296" fmla="*/ 6355860 h 6858000"/>
              <a:gd name="connsiteX297" fmla="*/ 5461758 w 7467600"/>
              <a:gd name="connsiteY297" fmla="*/ 5820220 h 6858000"/>
              <a:gd name="connsiteX298" fmla="*/ 5237282 w 7467600"/>
              <a:gd name="connsiteY298" fmla="*/ 6579086 h 6858000"/>
              <a:gd name="connsiteX299" fmla="*/ 5115009 w 7467600"/>
              <a:gd name="connsiteY299" fmla="*/ 6858000 h 6858000"/>
              <a:gd name="connsiteX300" fmla="*/ 5028074 w 7467600"/>
              <a:gd name="connsiteY300" fmla="*/ 6858000 h 6858000"/>
              <a:gd name="connsiteX301" fmla="*/ 5079508 w 7467600"/>
              <a:gd name="connsiteY301" fmla="*/ 6749074 h 6858000"/>
              <a:gd name="connsiteX302" fmla="*/ 5371846 w 7467600"/>
              <a:gd name="connsiteY302" fmla="*/ 5924413 h 6858000"/>
              <a:gd name="connsiteX303" fmla="*/ 5270512 w 7467600"/>
              <a:gd name="connsiteY303" fmla="*/ 6138975 h 6858000"/>
              <a:gd name="connsiteX304" fmla="*/ 5062409 w 7467600"/>
              <a:gd name="connsiteY304" fmla="*/ 6653544 h 6858000"/>
              <a:gd name="connsiteX305" fmla="*/ 5036628 w 7467600"/>
              <a:gd name="connsiteY305" fmla="*/ 6754247 h 6858000"/>
              <a:gd name="connsiteX306" fmla="*/ 5009112 w 7467600"/>
              <a:gd name="connsiteY306" fmla="*/ 6858000 h 6858000"/>
              <a:gd name="connsiteX307" fmla="*/ 4976679 w 7467600"/>
              <a:gd name="connsiteY307" fmla="*/ 6858000 h 6858000"/>
              <a:gd name="connsiteX308" fmla="*/ 5006537 w 7467600"/>
              <a:gd name="connsiteY308" fmla="*/ 6747068 h 6858000"/>
              <a:gd name="connsiteX309" fmla="*/ 5032723 w 7467600"/>
              <a:gd name="connsiteY309" fmla="*/ 6644957 h 6858000"/>
              <a:gd name="connsiteX310" fmla="*/ 5242949 w 7467600"/>
              <a:gd name="connsiteY310" fmla="*/ 6125175 h 6858000"/>
              <a:gd name="connsiteX311" fmla="*/ 5286321 w 7467600"/>
              <a:gd name="connsiteY311" fmla="*/ 6033555 h 6858000"/>
              <a:gd name="connsiteX312" fmla="*/ 5008210 w 7467600"/>
              <a:gd name="connsiteY312" fmla="*/ 6649194 h 6858000"/>
              <a:gd name="connsiteX313" fmla="*/ 4986321 w 7467600"/>
              <a:gd name="connsiteY313" fmla="*/ 6765687 h 6858000"/>
              <a:gd name="connsiteX314" fmla="*/ 4973474 w 7467600"/>
              <a:gd name="connsiteY314" fmla="*/ 6858000 h 6858000"/>
              <a:gd name="connsiteX315" fmla="*/ 4907178 w 7467600"/>
              <a:gd name="connsiteY315" fmla="*/ 6858000 h 6858000"/>
              <a:gd name="connsiteX316" fmla="*/ 4910810 w 7467600"/>
              <a:gd name="connsiteY316" fmla="*/ 6829660 h 6858000"/>
              <a:gd name="connsiteX317" fmla="*/ 4987461 w 7467600"/>
              <a:gd name="connsiteY317" fmla="*/ 6432994 h 6858000"/>
              <a:gd name="connsiteX318" fmla="*/ 5179262 w 7467600"/>
              <a:gd name="connsiteY318" fmla="*/ 6035044 h 6858000"/>
              <a:gd name="connsiteX319" fmla="*/ 4689678 w 7467600"/>
              <a:gd name="connsiteY319" fmla="*/ 6440241 h 6858000"/>
              <a:gd name="connsiteX320" fmla="*/ 4477543 w 7467600"/>
              <a:gd name="connsiteY320" fmla="*/ 6674836 h 6858000"/>
              <a:gd name="connsiteX321" fmla="*/ 4329957 w 7467600"/>
              <a:gd name="connsiteY321" fmla="*/ 6858000 h 6858000"/>
              <a:gd name="connsiteX322" fmla="*/ 4218595 w 7467600"/>
              <a:gd name="connsiteY322" fmla="*/ 6858000 h 6858000"/>
              <a:gd name="connsiteX323" fmla="*/ 4368888 w 7467600"/>
              <a:gd name="connsiteY323" fmla="*/ 6668412 h 6858000"/>
              <a:gd name="connsiteX324" fmla="*/ 4563091 w 7467600"/>
              <a:gd name="connsiteY324" fmla="*/ 6442508 h 6858000"/>
              <a:gd name="connsiteX325" fmla="*/ 5387324 w 7467600"/>
              <a:gd name="connsiteY325" fmla="*/ 5705830 h 6858000"/>
              <a:gd name="connsiteX326" fmla="*/ 5073620 w 7467600"/>
              <a:gd name="connsiteY326" fmla="*/ 5955437 h 6858000"/>
              <a:gd name="connsiteX327" fmla="*/ 4689789 w 7467600"/>
              <a:gd name="connsiteY327" fmla="*/ 6268382 h 6858000"/>
              <a:gd name="connsiteX328" fmla="*/ 4418722 w 7467600"/>
              <a:gd name="connsiteY328" fmla="*/ 6570886 h 6858000"/>
              <a:gd name="connsiteX329" fmla="*/ 4214944 w 7467600"/>
              <a:gd name="connsiteY329" fmla="*/ 6858000 h 6858000"/>
              <a:gd name="connsiteX330" fmla="*/ 4177898 w 7467600"/>
              <a:gd name="connsiteY330" fmla="*/ 6858000 h 6858000"/>
              <a:gd name="connsiteX331" fmla="*/ 4391597 w 7467600"/>
              <a:gd name="connsiteY331" fmla="*/ 6556370 h 6858000"/>
              <a:gd name="connsiteX332" fmla="*/ 4668889 w 7467600"/>
              <a:gd name="connsiteY332" fmla="*/ 6246399 h 6858000"/>
              <a:gd name="connsiteX333" fmla="*/ 5055427 w 7467600"/>
              <a:gd name="connsiteY333" fmla="*/ 5931476 h 6858000"/>
              <a:gd name="connsiteX334" fmla="*/ 5371814 w 7467600"/>
              <a:gd name="connsiteY334" fmla="*/ 5678975 h 6858000"/>
              <a:gd name="connsiteX335" fmla="*/ 4987918 w 7467600"/>
              <a:gd name="connsiteY335" fmla="*/ 5838701 h 6858000"/>
              <a:gd name="connsiteX336" fmla="*/ 4317146 w 7467600"/>
              <a:gd name="connsiteY336" fmla="*/ 6587716 h 6858000"/>
              <a:gd name="connsiteX337" fmla="*/ 4171627 w 7467600"/>
              <a:gd name="connsiteY337" fmla="*/ 6858000 h 6858000"/>
              <a:gd name="connsiteX338" fmla="*/ 4081585 w 7467600"/>
              <a:gd name="connsiteY338" fmla="*/ 6858000 h 6858000"/>
              <a:gd name="connsiteX339" fmla="*/ 4238603 w 7467600"/>
              <a:gd name="connsiteY339" fmla="*/ 6559341 h 6858000"/>
              <a:gd name="connsiteX340" fmla="*/ 4778333 w 7467600"/>
              <a:gd name="connsiteY340" fmla="*/ 5873626 h 6858000"/>
              <a:gd name="connsiteX341" fmla="*/ 5414185 w 7467600"/>
              <a:gd name="connsiteY341" fmla="*/ 5573882 h 6858000"/>
              <a:gd name="connsiteX342" fmla="*/ 5959648 w 7467600"/>
              <a:gd name="connsiteY342" fmla="*/ 4760797 h 6858000"/>
              <a:gd name="connsiteX343" fmla="*/ 5355019 w 7467600"/>
              <a:gd name="connsiteY343" fmla="*/ 4734672 h 6858000"/>
              <a:gd name="connsiteX344" fmla="*/ 5083565 w 7467600"/>
              <a:gd name="connsiteY344" fmla="*/ 5179121 h 6858000"/>
              <a:gd name="connsiteX345" fmla="*/ 4713577 w 7467600"/>
              <a:gd name="connsiteY345" fmla="*/ 5616803 h 6858000"/>
              <a:gd name="connsiteX346" fmla="*/ 3989559 w 7467600"/>
              <a:gd name="connsiteY346" fmla="*/ 6145945 h 6858000"/>
              <a:gd name="connsiteX347" fmla="*/ 3939824 w 7467600"/>
              <a:gd name="connsiteY347" fmla="*/ 6066900 h 6858000"/>
              <a:gd name="connsiteX348" fmla="*/ 4584537 w 7467600"/>
              <a:gd name="connsiteY348" fmla="*/ 5324826 h 6858000"/>
              <a:gd name="connsiteX349" fmla="*/ 5037105 w 7467600"/>
              <a:gd name="connsiteY349" fmla="*/ 5088765 h 6858000"/>
              <a:gd name="connsiteX350" fmla="*/ 5039930 w 7467600"/>
              <a:gd name="connsiteY350" fmla="*/ 5089585 h 6858000"/>
              <a:gd name="connsiteX351" fmla="*/ 5263764 w 7467600"/>
              <a:gd name="connsiteY351" fmla="*/ 4735525 h 6858000"/>
              <a:gd name="connsiteX352" fmla="*/ 4086300 w 7467600"/>
              <a:gd name="connsiteY352" fmla="*/ 4884599 h 6858000"/>
              <a:gd name="connsiteX353" fmla="*/ 4085485 w 7467600"/>
              <a:gd name="connsiteY353" fmla="*/ 4899070 h 6858000"/>
              <a:gd name="connsiteX354" fmla="*/ 3871915 w 7467600"/>
              <a:gd name="connsiteY354" fmla="*/ 5253645 h 6858000"/>
              <a:gd name="connsiteX355" fmla="*/ 3799374 w 7467600"/>
              <a:gd name="connsiteY355" fmla="*/ 5466127 h 6858000"/>
              <a:gd name="connsiteX356" fmla="*/ 3498850 w 7467600"/>
              <a:gd name="connsiteY356" fmla="*/ 6661888 h 6858000"/>
              <a:gd name="connsiteX357" fmla="*/ 3399216 w 7467600"/>
              <a:gd name="connsiteY357" fmla="*/ 6858000 h 6858000"/>
              <a:gd name="connsiteX358" fmla="*/ 3303688 w 7467600"/>
              <a:gd name="connsiteY358" fmla="*/ 6858000 h 6858000"/>
              <a:gd name="connsiteX359" fmla="*/ 3391774 w 7467600"/>
              <a:gd name="connsiteY359" fmla="*/ 6697181 h 6858000"/>
              <a:gd name="connsiteX360" fmla="*/ 3735540 w 7467600"/>
              <a:gd name="connsiteY360" fmla="*/ 5546923 h 6858000"/>
              <a:gd name="connsiteX361" fmla="*/ 3729438 w 7467600"/>
              <a:gd name="connsiteY361" fmla="*/ 5569058 h 6858000"/>
              <a:gd name="connsiteX362" fmla="*/ 3707782 w 7467600"/>
              <a:gd name="connsiteY362" fmla="*/ 5644908 h 6858000"/>
              <a:gd name="connsiteX363" fmla="*/ 3583827 w 7467600"/>
              <a:gd name="connsiteY363" fmla="*/ 6039215 h 6858000"/>
              <a:gd name="connsiteX364" fmla="*/ 3547861 w 7467600"/>
              <a:gd name="connsiteY364" fmla="*/ 6129609 h 6858000"/>
              <a:gd name="connsiteX365" fmla="*/ 3490905 w 7467600"/>
              <a:gd name="connsiteY365" fmla="*/ 6277660 h 6858000"/>
              <a:gd name="connsiteX366" fmla="*/ 3455859 w 7467600"/>
              <a:gd name="connsiteY366" fmla="*/ 6391301 h 6858000"/>
              <a:gd name="connsiteX367" fmla="*/ 3429112 w 7467600"/>
              <a:gd name="connsiteY367" fmla="*/ 6479469 h 6858000"/>
              <a:gd name="connsiteX368" fmla="*/ 3304862 w 7467600"/>
              <a:gd name="connsiteY368" fmla="*/ 6796476 h 6858000"/>
              <a:gd name="connsiteX369" fmla="*/ 3276071 w 7467600"/>
              <a:gd name="connsiteY369" fmla="*/ 6858000 h 6858000"/>
              <a:gd name="connsiteX370" fmla="*/ 3240805 w 7467600"/>
              <a:gd name="connsiteY370" fmla="*/ 6858000 h 6858000"/>
              <a:gd name="connsiteX371" fmla="*/ 3275917 w 7467600"/>
              <a:gd name="connsiteY371" fmla="*/ 6783192 h 6858000"/>
              <a:gd name="connsiteX372" fmla="*/ 3399358 w 7467600"/>
              <a:gd name="connsiteY372" fmla="*/ 6469011 h 6858000"/>
              <a:gd name="connsiteX373" fmla="*/ 3425650 w 7467600"/>
              <a:gd name="connsiteY373" fmla="*/ 6381333 h 6858000"/>
              <a:gd name="connsiteX374" fmla="*/ 3460661 w 7467600"/>
              <a:gd name="connsiteY374" fmla="*/ 6266763 h 6858000"/>
              <a:gd name="connsiteX375" fmla="*/ 3518021 w 7467600"/>
              <a:gd name="connsiteY375" fmla="*/ 6117298 h 6858000"/>
              <a:gd name="connsiteX376" fmla="*/ 3554035 w 7467600"/>
              <a:gd name="connsiteY376" fmla="*/ 6027832 h 6858000"/>
              <a:gd name="connsiteX377" fmla="*/ 3677174 w 7467600"/>
              <a:gd name="connsiteY377" fmla="*/ 5636351 h 6858000"/>
              <a:gd name="connsiteX378" fmla="*/ 3698819 w 7467600"/>
              <a:gd name="connsiteY378" fmla="*/ 5560503 h 6858000"/>
              <a:gd name="connsiteX379" fmla="*/ 3702094 w 7467600"/>
              <a:gd name="connsiteY379" fmla="*/ 5549194 h 6858000"/>
              <a:gd name="connsiteX380" fmla="*/ 3398355 w 7467600"/>
              <a:gd name="connsiteY380" fmla="*/ 6094603 h 6858000"/>
              <a:gd name="connsiteX381" fmla="*/ 3193941 w 7467600"/>
              <a:gd name="connsiteY381" fmla="*/ 6798775 h 6858000"/>
              <a:gd name="connsiteX382" fmla="*/ 3184140 w 7467600"/>
              <a:gd name="connsiteY382" fmla="*/ 6858000 h 6858000"/>
              <a:gd name="connsiteX383" fmla="*/ 3099978 w 7467600"/>
              <a:gd name="connsiteY383" fmla="*/ 6858000 h 6858000"/>
              <a:gd name="connsiteX384" fmla="*/ 3101556 w 7467600"/>
              <a:gd name="connsiteY384" fmla="*/ 6843337 h 6858000"/>
              <a:gd name="connsiteX385" fmla="*/ 3370162 w 7467600"/>
              <a:gd name="connsiteY385" fmla="*/ 5785550 h 6858000"/>
              <a:gd name="connsiteX386" fmla="*/ 3746477 w 7467600"/>
              <a:gd name="connsiteY386" fmla="*/ 5377889 h 6858000"/>
              <a:gd name="connsiteX387" fmla="*/ 3863399 w 7467600"/>
              <a:gd name="connsiteY387" fmla="*/ 5087257 h 6858000"/>
              <a:gd name="connsiteX388" fmla="*/ 3968712 w 7467600"/>
              <a:gd name="connsiteY388" fmla="*/ 4913989 h 6858000"/>
              <a:gd name="connsiteX389" fmla="*/ 2792390 w 7467600"/>
              <a:gd name="connsiteY389" fmla="*/ 5382974 h 6858000"/>
              <a:gd name="connsiteX390" fmla="*/ 2714982 w 7467600"/>
              <a:gd name="connsiteY390" fmla="*/ 5427051 h 6858000"/>
              <a:gd name="connsiteX391" fmla="*/ 2813361 w 7467600"/>
              <a:gd name="connsiteY391" fmla="*/ 6023912 h 6858000"/>
              <a:gd name="connsiteX392" fmla="*/ 2688430 w 7467600"/>
              <a:gd name="connsiteY392" fmla="*/ 6801564 h 6858000"/>
              <a:gd name="connsiteX393" fmla="*/ 2629626 w 7467600"/>
              <a:gd name="connsiteY393" fmla="*/ 6763394 h 6858000"/>
              <a:gd name="connsiteX394" fmla="*/ 2565328 w 7467600"/>
              <a:gd name="connsiteY394" fmla="*/ 5516399 h 6858000"/>
              <a:gd name="connsiteX395" fmla="*/ 1922999 w 7467600"/>
              <a:gd name="connsiteY395" fmla="*/ 5980343 h 6858000"/>
              <a:gd name="connsiteX396" fmla="*/ 1950261 w 7467600"/>
              <a:gd name="connsiteY396" fmla="*/ 6405858 h 6858000"/>
              <a:gd name="connsiteX397" fmla="*/ 2365554 w 7467600"/>
              <a:gd name="connsiteY397" fmla="*/ 6759107 h 6858000"/>
              <a:gd name="connsiteX398" fmla="*/ 2424142 w 7467600"/>
              <a:gd name="connsiteY398" fmla="*/ 6858000 h 6858000"/>
              <a:gd name="connsiteX399" fmla="*/ 2395994 w 7467600"/>
              <a:gd name="connsiteY399" fmla="*/ 6858000 h 6858000"/>
              <a:gd name="connsiteX400" fmla="*/ 2392863 w 7467600"/>
              <a:gd name="connsiteY400" fmla="*/ 6852964 h 6858000"/>
              <a:gd name="connsiteX401" fmla="*/ 2017589 w 7467600"/>
              <a:gd name="connsiteY401" fmla="*/ 6493982 h 6858000"/>
              <a:gd name="connsiteX402" fmla="*/ 2147336 w 7467600"/>
              <a:gd name="connsiteY402" fmla="*/ 6594052 h 6858000"/>
              <a:gd name="connsiteX403" fmla="*/ 2207047 w 7467600"/>
              <a:gd name="connsiteY403" fmla="*/ 6654540 h 6858000"/>
              <a:gd name="connsiteX404" fmla="*/ 2299106 w 7467600"/>
              <a:gd name="connsiteY404" fmla="*/ 6778931 h 6858000"/>
              <a:gd name="connsiteX405" fmla="*/ 2314430 w 7467600"/>
              <a:gd name="connsiteY405" fmla="*/ 6801144 h 6858000"/>
              <a:gd name="connsiteX406" fmla="*/ 2352406 w 7467600"/>
              <a:gd name="connsiteY406" fmla="*/ 6858000 h 6858000"/>
              <a:gd name="connsiteX407" fmla="*/ 2314492 w 7467600"/>
              <a:gd name="connsiteY407" fmla="*/ 6858000 h 6858000"/>
              <a:gd name="connsiteX408" fmla="*/ 2288095 w 7467600"/>
              <a:gd name="connsiteY408" fmla="*/ 6818030 h 6858000"/>
              <a:gd name="connsiteX409" fmla="*/ 2272768 w 7467600"/>
              <a:gd name="connsiteY409" fmla="*/ 6795822 h 6858000"/>
              <a:gd name="connsiteX410" fmla="*/ 2182715 w 7467600"/>
              <a:gd name="connsiteY410" fmla="*/ 6675071 h 6858000"/>
              <a:gd name="connsiteX411" fmla="*/ 2032061 w 7467600"/>
              <a:gd name="connsiteY411" fmla="*/ 6541380 h 6858000"/>
              <a:gd name="connsiteX412" fmla="*/ 2257220 w 7467600"/>
              <a:gd name="connsiteY412" fmla="*/ 6826257 h 6858000"/>
              <a:gd name="connsiteX413" fmla="*/ 2281324 w 7467600"/>
              <a:gd name="connsiteY413" fmla="*/ 6858000 h 6858000"/>
              <a:gd name="connsiteX414" fmla="*/ 2242860 w 7467600"/>
              <a:gd name="connsiteY414" fmla="*/ 6858000 h 6858000"/>
              <a:gd name="connsiteX415" fmla="*/ 2232818 w 7467600"/>
              <a:gd name="connsiteY415" fmla="*/ 6844926 h 6858000"/>
              <a:gd name="connsiteX416" fmla="*/ 1990172 w 7467600"/>
              <a:gd name="connsiteY416" fmla="*/ 6542121 h 6858000"/>
              <a:gd name="connsiteX417" fmla="*/ 2124090 w 7467600"/>
              <a:gd name="connsiteY417" fmla="*/ 6761017 h 6858000"/>
              <a:gd name="connsiteX418" fmla="*/ 2200380 w 7467600"/>
              <a:gd name="connsiteY418" fmla="*/ 6858000 h 6858000"/>
              <a:gd name="connsiteX419" fmla="*/ 2147507 w 7467600"/>
              <a:gd name="connsiteY419" fmla="*/ 6858000 h 6858000"/>
              <a:gd name="connsiteX420" fmla="*/ 2070668 w 7467600"/>
              <a:gd name="connsiteY420" fmla="*/ 6761520 h 6858000"/>
              <a:gd name="connsiteX421" fmla="*/ 1975142 w 7467600"/>
              <a:gd name="connsiteY421" fmla="*/ 6585570 h 6858000"/>
              <a:gd name="connsiteX422" fmla="*/ 2050035 w 7467600"/>
              <a:gd name="connsiteY422" fmla="*/ 6813345 h 6858000"/>
              <a:gd name="connsiteX423" fmla="*/ 2063025 w 7467600"/>
              <a:gd name="connsiteY423" fmla="*/ 6858000 h 6858000"/>
              <a:gd name="connsiteX424" fmla="*/ 2021675 w 7467600"/>
              <a:gd name="connsiteY424" fmla="*/ 6858000 h 6858000"/>
              <a:gd name="connsiteX425" fmla="*/ 2019308 w 7467600"/>
              <a:gd name="connsiteY425" fmla="*/ 6847118 h 6858000"/>
              <a:gd name="connsiteX426" fmla="*/ 1938835 w 7467600"/>
              <a:gd name="connsiteY426" fmla="*/ 6551160 h 6858000"/>
              <a:gd name="connsiteX427" fmla="*/ 1953230 w 7467600"/>
              <a:gd name="connsiteY427" fmla="*/ 6759699 h 6858000"/>
              <a:gd name="connsiteX428" fmla="*/ 1956763 w 7467600"/>
              <a:gd name="connsiteY428" fmla="*/ 6778191 h 6858000"/>
              <a:gd name="connsiteX429" fmla="*/ 1967925 w 7467600"/>
              <a:gd name="connsiteY429" fmla="*/ 6858000 h 6858000"/>
              <a:gd name="connsiteX430" fmla="*/ 1936622 w 7467600"/>
              <a:gd name="connsiteY430" fmla="*/ 6858000 h 6858000"/>
              <a:gd name="connsiteX431" fmla="*/ 1926261 w 7467600"/>
              <a:gd name="connsiteY431" fmla="*/ 6784064 h 6858000"/>
              <a:gd name="connsiteX432" fmla="*/ 1922724 w 7467600"/>
              <a:gd name="connsiteY432" fmla="*/ 6765577 h 6858000"/>
              <a:gd name="connsiteX433" fmla="*/ 1904650 w 7467600"/>
              <a:gd name="connsiteY433" fmla="*/ 6639616 h 6858000"/>
              <a:gd name="connsiteX434" fmla="*/ 1885273 w 7467600"/>
              <a:gd name="connsiteY434" fmla="*/ 6858000 h 6858000"/>
              <a:gd name="connsiteX435" fmla="*/ 1854363 w 7467600"/>
              <a:gd name="connsiteY435" fmla="*/ 6858000 h 6858000"/>
              <a:gd name="connsiteX436" fmla="*/ 1880391 w 7467600"/>
              <a:gd name="connsiteY436" fmla="*/ 6603796 h 6858000"/>
              <a:gd name="connsiteX437" fmla="*/ 1818273 w 7467600"/>
              <a:gd name="connsiteY437" fmla="*/ 6715729 h 6858000"/>
              <a:gd name="connsiteX438" fmla="*/ 1794691 w 7467600"/>
              <a:gd name="connsiteY438" fmla="*/ 6843239 h 6858000"/>
              <a:gd name="connsiteX439" fmla="*/ 1794914 w 7467600"/>
              <a:gd name="connsiteY439" fmla="*/ 6858000 h 6858000"/>
              <a:gd name="connsiteX440" fmla="*/ 1746128 w 7467600"/>
              <a:gd name="connsiteY440" fmla="*/ 6858000 h 6858000"/>
              <a:gd name="connsiteX441" fmla="*/ 1753934 w 7467600"/>
              <a:gd name="connsiteY441" fmla="*/ 6724796 h 6858000"/>
              <a:gd name="connsiteX442" fmla="*/ 1792053 w 7467600"/>
              <a:gd name="connsiteY442" fmla="*/ 6572396 h 6858000"/>
              <a:gd name="connsiteX443" fmla="*/ 1862248 w 7467600"/>
              <a:gd name="connsiteY443" fmla="*/ 6266397 h 6858000"/>
              <a:gd name="connsiteX444" fmla="*/ 1862250 w 7467600"/>
              <a:gd name="connsiteY444" fmla="*/ 6033531 h 6858000"/>
              <a:gd name="connsiteX445" fmla="*/ 1211999 w 7467600"/>
              <a:gd name="connsiteY445" fmla="*/ 6683610 h 6858000"/>
              <a:gd name="connsiteX446" fmla="*/ 1213266 w 7467600"/>
              <a:gd name="connsiteY446" fmla="*/ 6691947 h 6858000"/>
              <a:gd name="connsiteX447" fmla="*/ 1203370 w 7467600"/>
              <a:gd name="connsiteY447" fmla="*/ 6850676 h 6858000"/>
              <a:gd name="connsiteX448" fmla="*/ 1203671 w 7467600"/>
              <a:gd name="connsiteY448" fmla="*/ 6858000 h 6858000"/>
              <a:gd name="connsiteX449" fmla="*/ 1143180 w 7467600"/>
              <a:gd name="connsiteY449" fmla="*/ 6858000 h 6858000"/>
              <a:gd name="connsiteX450" fmla="*/ 1142176 w 7467600"/>
              <a:gd name="connsiteY450" fmla="*/ 6766045 h 6858000"/>
              <a:gd name="connsiteX451" fmla="*/ 1067484 w 7467600"/>
              <a:gd name="connsiteY451" fmla="*/ 6858000 h 6858000"/>
              <a:gd name="connsiteX452" fmla="*/ 953928 w 7467600"/>
              <a:gd name="connsiteY452" fmla="*/ 6858000 h 6858000"/>
              <a:gd name="connsiteX453" fmla="*/ 959715 w 7467600"/>
              <a:gd name="connsiteY453" fmla="*/ 6850185 h 6858000"/>
              <a:gd name="connsiteX454" fmla="*/ 1483788 w 7467600"/>
              <a:gd name="connsiteY454" fmla="*/ 6259174 h 6858000"/>
              <a:gd name="connsiteX455" fmla="*/ 1100671 w 7467600"/>
              <a:gd name="connsiteY455" fmla="*/ 6252137 h 6858000"/>
              <a:gd name="connsiteX456" fmla="*/ 1090144 w 7467600"/>
              <a:gd name="connsiteY456" fmla="*/ 6256748 h 6858000"/>
              <a:gd name="connsiteX457" fmla="*/ 1095872 w 7467600"/>
              <a:gd name="connsiteY457" fmla="*/ 6271892 h 6858000"/>
              <a:gd name="connsiteX458" fmla="*/ 262785 w 7467600"/>
              <a:gd name="connsiteY458" fmla="*/ 6845450 h 6858000"/>
              <a:gd name="connsiteX459" fmla="*/ 209968 w 7467600"/>
              <a:gd name="connsiteY459" fmla="*/ 6770713 h 6858000"/>
              <a:gd name="connsiteX460" fmla="*/ 873460 w 7467600"/>
              <a:gd name="connsiteY460" fmla="*/ 6253768 h 6858000"/>
              <a:gd name="connsiteX461" fmla="*/ 192686 w 7467600"/>
              <a:gd name="connsiteY461" fmla="*/ 5849257 h 6858000"/>
              <a:gd name="connsiteX462" fmla="*/ 4696 w 7467600"/>
              <a:gd name="connsiteY462" fmla="*/ 5697668 h 6858000"/>
              <a:gd name="connsiteX463" fmla="*/ 0 w 7467600"/>
              <a:gd name="connsiteY463" fmla="*/ 5689984 h 6858000"/>
              <a:gd name="connsiteX464" fmla="*/ 0 w 7467600"/>
              <a:gd name="connsiteY464" fmla="*/ 5513472 h 6858000"/>
              <a:gd name="connsiteX465" fmla="*/ 174101 w 7467600"/>
              <a:gd name="connsiteY465" fmla="*/ 5620277 h 6858000"/>
              <a:gd name="connsiteX466" fmla="*/ 891800 w 7467600"/>
              <a:gd name="connsiteY466" fmla="*/ 6036935 h 6858000"/>
              <a:gd name="connsiteX467" fmla="*/ 1072219 w 7467600"/>
              <a:gd name="connsiteY467" fmla="*/ 6169443 h 6858000"/>
              <a:gd name="connsiteX468" fmla="*/ 1074117 w 7467600"/>
              <a:gd name="connsiteY468" fmla="*/ 6170301 h 6858000"/>
              <a:gd name="connsiteX469" fmla="*/ 1083114 w 7467600"/>
              <a:gd name="connsiteY469" fmla="*/ 6174131 h 6858000"/>
              <a:gd name="connsiteX470" fmla="*/ 1543010 w 7467600"/>
              <a:gd name="connsiteY470" fmla="*/ 6191140 h 6858000"/>
              <a:gd name="connsiteX471" fmla="*/ 1551080 w 7467600"/>
              <a:gd name="connsiteY471" fmla="*/ 6195006 h 6858000"/>
              <a:gd name="connsiteX472" fmla="*/ 2345443 w 7467600"/>
              <a:gd name="connsiteY472" fmla="*/ 5549882 h 6858000"/>
              <a:gd name="connsiteX473" fmla="*/ 1721499 w 7467600"/>
              <a:gd name="connsiteY473" fmla="*/ 5599969 h 6858000"/>
              <a:gd name="connsiteX474" fmla="*/ 767716 w 7467600"/>
              <a:gd name="connsiteY474" fmla="*/ 5472768 h 6858000"/>
              <a:gd name="connsiteX475" fmla="*/ 722147 w 7467600"/>
              <a:gd name="connsiteY475" fmla="*/ 5393091 h 6858000"/>
              <a:gd name="connsiteX476" fmla="*/ 1485552 w 7467600"/>
              <a:gd name="connsiteY476" fmla="*/ 5313202 h 6858000"/>
              <a:gd name="connsiteX477" fmla="*/ 2143004 w 7467600"/>
              <a:gd name="connsiteY477" fmla="*/ 5402420 h 6858000"/>
              <a:gd name="connsiteX478" fmla="*/ 1933391 w 7467600"/>
              <a:gd name="connsiteY478" fmla="*/ 5156971 h 6858000"/>
              <a:gd name="connsiteX479" fmla="*/ 1827118 w 7467600"/>
              <a:gd name="connsiteY479" fmla="*/ 4968410 h 6858000"/>
              <a:gd name="connsiteX480" fmla="*/ 1837349 w 7467600"/>
              <a:gd name="connsiteY480" fmla="*/ 4956357 h 6858000"/>
              <a:gd name="connsiteX481" fmla="*/ 2162835 w 7467600"/>
              <a:gd name="connsiteY481" fmla="*/ 5187853 h 6858000"/>
              <a:gd name="connsiteX482" fmla="*/ 2257167 w 7467600"/>
              <a:gd name="connsiteY482" fmla="*/ 5462123 h 6858000"/>
              <a:gd name="connsiteX483" fmla="*/ 2261598 w 7467600"/>
              <a:gd name="connsiteY483" fmla="*/ 5467998 h 6858000"/>
              <a:gd name="connsiteX484" fmla="*/ 2437177 w 7467600"/>
              <a:gd name="connsiteY484" fmla="*/ 5479608 h 6858000"/>
              <a:gd name="connsiteX485" fmla="*/ 2445247 w 7467600"/>
              <a:gd name="connsiteY485" fmla="*/ 5483476 h 6858000"/>
              <a:gd name="connsiteX486" fmla="*/ 2743626 w 7467600"/>
              <a:gd name="connsiteY486" fmla="*/ 5304819 h 6858000"/>
              <a:gd name="connsiteX487" fmla="*/ 3048102 w 7467600"/>
              <a:gd name="connsiteY487" fmla="*/ 5150595 h 6858000"/>
              <a:gd name="connsiteX488" fmla="*/ 1799414 w 7467600"/>
              <a:gd name="connsiteY488" fmla="*/ 4694732 h 6858000"/>
              <a:gd name="connsiteX489" fmla="*/ 1771735 w 7467600"/>
              <a:gd name="connsiteY489" fmla="*/ 4619929 h 6858000"/>
              <a:gd name="connsiteX490" fmla="*/ 3104273 w 7467600"/>
              <a:gd name="connsiteY490" fmla="*/ 5076159 h 6858000"/>
              <a:gd name="connsiteX491" fmla="*/ 3113245 w 7467600"/>
              <a:gd name="connsiteY491" fmla="*/ 5090705 h 6858000"/>
              <a:gd name="connsiteX492" fmla="*/ 3126294 w 7467600"/>
              <a:gd name="connsiteY492" fmla="*/ 5114400 h 6858000"/>
              <a:gd name="connsiteX493" fmla="*/ 3937433 w 7467600"/>
              <a:gd name="connsiteY493" fmla="*/ 4830473 h 6858000"/>
              <a:gd name="connsiteX494" fmla="*/ 3590475 w 7467600"/>
              <a:gd name="connsiteY494" fmla="*/ 4597974 h 6858000"/>
              <a:gd name="connsiteX495" fmla="*/ 3100264 w 7467600"/>
              <a:gd name="connsiteY495" fmla="*/ 4579845 h 6858000"/>
              <a:gd name="connsiteX496" fmla="*/ 2183576 w 7467600"/>
              <a:gd name="connsiteY496" fmla="*/ 4227150 h 6858000"/>
              <a:gd name="connsiteX497" fmla="*/ 2151029 w 7467600"/>
              <a:gd name="connsiteY497" fmla="*/ 4146947 h 6858000"/>
              <a:gd name="connsiteX498" fmla="*/ 3563434 w 7467600"/>
              <a:gd name="connsiteY498" fmla="*/ 4469115 h 6858000"/>
              <a:gd name="connsiteX499" fmla="*/ 3177952 w 7467600"/>
              <a:gd name="connsiteY499" fmla="*/ 3657386 h 6858000"/>
              <a:gd name="connsiteX500" fmla="*/ 3189263 w 7467600"/>
              <a:gd name="connsiteY500" fmla="*/ 3625726 h 6858000"/>
              <a:gd name="connsiteX501" fmla="*/ 3560912 w 7467600"/>
              <a:gd name="connsiteY501" fmla="*/ 4079863 h 6858000"/>
              <a:gd name="connsiteX502" fmla="*/ 3626636 w 7467600"/>
              <a:gd name="connsiteY502" fmla="*/ 4512230 h 6858000"/>
              <a:gd name="connsiteX503" fmla="*/ 3653088 w 7467600"/>
              <a:gd name="connsiteY503" fmla="*/ 4521417 h 6858000"/>
              <a:gd name="connsiteX504" fmla="*/ 3988128 w 7467600"/>
              <a:gd name="connsiteY504" fmla="*/ 4817267 h 6858000"/>
              <a:gd name="connsiteX505" fmla="*/ 4830582 w 7467600"/>
              <a:gd name="connsiteY505" fmla="*/ 4676000 h 6858000"/>
              <a:gd name="connsiteX506" fmla="*/ 4830100 w 7467600"/>
              <a:gd name="connsiteY506" fmla="*/ 4675554 h 6858000"/>
              <a:gd name="connsiteX507" fmla="*/ 4036318 w 7467600"/>
              <a:gd name="connsiteY507" fmla="*/ 4147013 h 6858000"/>
              <a:gd name="connsiteX508" fmla="*/ 3432098 w 7467600"/>
              <a:gd name="connsiteY508" fmla="*/ 3537312 h 6858000"/>
              <a:gd name="connsiteX509" fmla="*/ 3446761 w 7467600"/>
              <a:gd name="connsiteY509" fmla="*/ 3461278 h 6858000"/>
              <a:gd name="connsiteX510" fmla="*/ 4419733 w 7467600"/>
              <a:gd name="connsiteY510" fmla="*/ 3963555 h 6858000"/>
              <a:gd name="connsiteX511" fmla="*/ 4781371 w 7467600"/>
              <a:gd name="connsiteY511" fmla="*/ 4458604 h 6858000"/>
              <a:gd name="connsiteX512" fmla="*/ 4780440 w 7467600"/>
              <a:gd name="connsiteY512" fmla="*/ 4470290 h 6858000"/>
              <a:gd name="connsiteX513" fmla="*/ 4898954 w 7467600"/>
              <a:gd name="connsiteY513" fmla="*/ 4662092 h 6858000"/>
              <a:gd name="connsiteX514" fmla="*/ 4900699 w 7467600"/>
              <a:gd name="connsiteY514" fmla="*/ 4670867 h 6858000"/>
              <a:gd name="connsiteX515" fmla="*/ 5714511 w 7467600"/>
              <a:gd name="connsiteY515" fmla="*/ 4663483 h 6858000"/>
              <a:gd name="connsiteX516" fmla="*/ 5464793 w 7467600"/>
              <a:gd name="connsiteY516" fmla="*/ 4393556 h 6858000"/>
              <a:gd name="connsiteX517" fmla="*/ 5461897 w 7467600"/>
              <a:gd name="connsiteY517" fmla="*/ 4390879 h 6858000"/>
              <a:gd name="connsiteX518" fmla="*/ 4294126 w 7467600"/>
              <a:gd name="connsiteY518" fmla="*/ 3303048 h 6858000"/>
              <a:gd name="connsiteX519" fmla="*/ 4305321 w 7467600"/>
              <a:gd name="connsiteY519" fmla="*/ 3256953 h 6858000"/>
              <a:gd name="connsiteX520" fmla="*/ 4949299 w 7467600"/>
              <a:gd name="connsiteY520" fmla="*/ 3766336 h 6858000"/>
              <a:gd name="connsiteX521" fmla="*/ 5291452 w 7467600"/>
              <a:gd name="connsiteY521" fmla="*/ 4076801 h 6858000"/>
              <a:gd name="connsiteX522" fmla="*/ 5434998 w 7467600"/>
              <a:gd name="connsiteY522" fmla="*/ 4254100 h 6858000"/>
              <a:gd name="connsiteX523" fmla="*/ 5351015 w 7467600"/>
              <a:gd name="connsiteY523" fmla="*/ 3760989 h 6858000"/>
              <a:gd name="connsiteX524" fmla="*/ 5413780 w 7467600"/>
              <a:gd name="connsiteY524" fmla="*/ 2966265 h 6858000"/>
              <a:gd name="connsiteX525" fmla="*/ 5425627 w 7467600"/>
              <a:gd name="connsiteY525" fmla="*/ 2954192 h 6858000"/>
              <a:gd name="connsiteX526" fmla="*/ 6604735 w 7467600"/>
              <a:gd name="connsiteY526" fmla="*/ 2041381 h 6858000"/>
              <a:gd name="connsiteX527" fmla="*/ 7204487 w 7467600"/>
              <a:gd name="connsiteY527" fmla="*/ 2742112 h 6858000"/>
              <a:gd name="connsiteX528" fmla="*/ 7131592 w 7467600"/>
              <a:gd name="connsiteY528" fmla="*/ 2672096 h 6858000"/>
              <a:gd name="connsiteX529" fmla="*/ 6996344 w 7467600"/>
              <a:gd name="connsiteY529" fmla="*/ 2518310 h 6858000"/>
              <a:gd name="connsiteX530" fmla="*/ 6735495 w 7467600"/>
              <a:gd name="connsiteY530" fmla="*/ 2196890 h 6858000"/>
              <a:gd name="connsiteX531" fmla="*/ 6721901 w 7467600"/>
              <a:gd name="connsiteY531" fmla="*/ 2179274 h 6858000"/>
              <a:gd name="connsiteX532" fmla="*/ 6604735 w 7467600"/>
              <a:gd name="connsiteY532" fmla="*/ 2041381 h 6858000"/>
              <a:gd name="connsiteX533" fmla="*/ 6591670 w 7467600"/>
              <a:gd name="connsiteY533" fmla="*/ 1988277 h 6858000"/>
              <a:gd name="connsiteX534" fmla="*/ 6747349 w 7467600"/>
              <a:gd name="connsiteY534" fmla="*/ 2160069 h 6858000"/>
              <a:gd name="connsiteX535" fmla="*/ 6760943 w 7467600"/>
              <a:gd name="connsiteY535" fmla="*/ 2177686 h 6858000"/>
              <a:gd name="connsiteX536" fmla="*/ 7021065 w 7467600"/>
              <a:gd name="connsiteY536" fmla="*/ 2498102 h 6858000"/>
              <a:gd name="connsiteX537" fmla="*/ 7155223 w 7467600"/>
              <a:gd name="connsiteY537" fmla="*/ 2650386 h 6858000"/>
              <a:gd name="connsiteX538" fmla="*/ 7203167 w 7467600"/>
              <a:gd name="connsiteY538" fmla="*/ 2697288 h 6858000"/>
              <a:gd name="connsiteX539" fmla="*/ 6937703 w 7467600"/>
              <a:gd name="connsiteY539" fmla="*/ 2321981 h 6858000"/>
              <a:gd name="connsiteX540" fmla="*/ 6591670 w 7467600"/>
              <a:gd name="connsiteY540" fmla="*/ 1988277 h 6858000"/>
              <a:gd name="connsiteX541" fmla="*/ 5798671 w 7467600"/>
              <a:gd name="connsiteY541" fmla="*/ 1981601 h 6858000"/>
              <a:gd name="connsiteX542" fmla="*/ 5754709 w 7467600"/>
              <a:gd name="connsiteY542" fmla="*/ 2071454 h 6858000"/>
              <a:gd name="connsiteX543" fmla="*/ 5763044 w 7467600"/>
              <a:gd name="connsiteY543" fmla="*/ 2842206 h 6858000"/>
              <a:gd name="connsiteX544" fmla="*/ 5764974 w 7467600"/>
              <a:gd name="connsiteY544" fmla="*/ 2799609 h 6858000"/>
              <a:gd name="connsiteX545" fmla="*/ 5767665 w 7467600"/>
              <a:gd name="connsiteY545" fmla="*/ 2666409 h 6858000"/>
              <a:gd name="connsiteX546" fmla="*/ 5763055 w 7467600"/>
              <a:gd name="connsiteY546" fmla="*/ 2579705 h 6858000"/>
              <a:gd name="connsiteX547" fmla="*/ 5758079 w 7467600"/>
              <a:gd name="connsiteY547" fmla="*/ 2492508 h 6858000"/>
              <a:gd name="connsiteX548" fmla="*/ 5779325 w 7467600"/>
              <a:gd name="connsiteY548" fmla="*/ 2197069 h 6858000"/>
              <a:gd name="connsiteX549" fmla="*/ 5798671 w 7467600"/>
              <a:gd name="connsiteY549" fmla="*/ 1981601 h 6858000"/>
              <a:gd name="connsiteX550" fmla="*/ 5829202 w 7467600"/>
              <a:gd name="connsiteY550" fmla="*/ 1971679 h 6858000"/>
              <a:gd name="connsiteX551" fmla="*/ 5809558 w 7467600"/>
              <a:gd name="connsiteY551" fmla="*/ 2198043 h 6858000"/>
              <a:gd name="connsiteX552" fmla="*/ 5788653 w 7467600"/>
              <a:gd name="connsiteY552" fmla="*/ 2489430 h 6858000"/>
              <a:gd name="connsiteX553" fmla="*/ 5793439 w 7467600"/>
              <a:gd name="connsiteY553" fmla="*/ 2575235 h 6858000"/>
              <a:gd name="connsiteX554" fmla="*/ 5796837 w 7467600"/>
              <a:gd name="connsiteY554" fmla="*/ 2637633 h 6858000"/>
              <a:gd name="connsiteX555" fmla="*/ 5818614 w 7467600"/>
              <a:gd name="connsiteY555" fmla="*/ 2473055 h 6858000"/>
              <a:gd name="connsiteX556" fmla="*/ 5829202 w 7467600"/>
              <a:gd name="connsiteY556" fmla="*/ 1971679 h 6858000"/>
              <a:gd name="connsiteX557" fmla="*/ 5911389 w 7467600"/>
              <a:gd name="connsiteY557" fmla="*/ 1898371 h 6858000"/>
              <a:gd name="connsiteX558" fmla="*/ 6237627 w 7467600"/>
              <a:gd name="connsiteY558" fmla="*/ 2231921 h 6858000"/>
              <a:gd name="connsiteX559" fmla="*/ 5911389 w 7467600"/>
              <a:gd name="connsiteY559" fmla="*/ 1898371 h 6858000"/>
              <a:gd name="connsiteX560" fmla="*/ 6944437 w 7467600"/>
              <a:gd name="connsiteY560" fmla="*/ 1575402 h 6858000"/>
              <a:gd name="connsiteX561" fmla="*/ 6304730 w 7467600"/>
              <a:gd name="connsiteY561" fmla="*/ 1766654 h 6858000"/>
              <a:gd name="connsiteX562" fmla="*/ 6944437 w 7467600"/>
              <a:gd name="connsiteY562" fmla="*/ 1575402 h 6858000"/>
              <a:gd name="connsiteX563" fmla="*/ 7019523 w 7467600"/>
              <a:gd name="connsiteY563" fmla="*/ 1519450 h 6858000"/>
              <a:gd name="connsiteX564" fmla="*/ 6298091 w 7467600"/>
              <a:gd name="connsiteY564" fmla="*/ 1737122 h 6858000"/>
              <a:gd name="connsiteX565" fmla="*/ 7019523 w 7467600"/>
              <a:gd name="connsiteY565" fmla="*/ 1519450 h 6858000"/>
              <a:gd name="connsiteX566" fmla="*/ 2399523 w 7467600"/>
              <a:gd name="connsiteY566" fmla="*/ 1428234 h 6858000"/>
              <a:gd name="connsiteX567" fmla="*/ 2224982 w 7467600"/>
              <a:gd name="connsiteY567" fmla="*/ 1826201 h 6858000"/>
              <a:gd name="connsiteX568" fmla="*/ 2096099 w 7467600"/>
              <a:gd name="connsiteY568" fmla="*/ 2345900 h 6858000"/>
              <a:gd name="connsiteX569" fmla="*/ 2283317 w 7467600"/>
              <a:gd name="connsiteY569" fmla="*/ 1796925 h 6858000"/>
              <a:gd name="connsiteX570" fmla="*/ 2399523 w 7467600"/>
              <a:gd name="connsiteY570" fmla="*/ 1428234 h 6858000"/>
              <a:gd name="connsiteX571" fmla="*/ 2448558 w 7467600"/>
              <a:gd name="connsiteY571" fmla="*/ 1373435 h 6858000"/>
              <a:gd name="connsiteX572" fmla="*/ 2312521 w 7467600"/>
              <a:gd name="connsiteY572" fmla="*/ 1806140 h 6858000"/>
              <a:gd name="connsiteX573" fmla="*/ 2127533 w 7467600"/>
              <a:gd name="connsiteY573" fmla="*/ 2348380 h 6858000"/>
              <a:gd name="connsiteX574" fmla="*/ 2358080 w 7467600"/>
              <a:gd name="connsiteY574" fmla="*/ 1866134 h 6858000"/>
              <a:gd name="connsiteX575" fmla="*/ 2407436 w 7467600"/>
              <a:gd name="connsiteY575" fmla="*/ 1651070 h 6858000"/>
              <a:gd name="connsiteX576" fmla="*/ 2448558 w 7467600"/>
              <a:gd name="connsiteY576" fmla="*/ 1373435 h 6858000"/>
              <a:gd name="connsiteX577" fmla="*/ 278707 w 7467600"/>
              <a:gd name="connsiteY577" fmla="*/ 1352270 h 6858000"/>
              <a:gd name="connsiteX578" fmla="*/ 321570 w 7467600"/>
              <a:gd name="connsiteY578" fmla="*/ 1861610 h 6858000"/>
              <a:gd name="connsiteX579" fmla="*/ 294281 w 7467600"/>
              <a:gd name="connsiteY579" fmla="*/ 1440658 h 6858000"/>
              <a:gd name="connsiteX580" fmla="*/ 278707 w 7467600"/>
              <a:gd name="connsiteY580" fmla="*/ 1352270 h 6858000"/>
              <a:gd name="connsiteX581" fmla="*/ 1423821 w 7467600"/>
              <a:gd name="connsiteY581" fmla="*/ 1351958 h 6858000"/>
              <a:gd name="connsiteX582" fmla="*/ 1638521 w 7467600"/>
              <a:gd name="connsiteY582" fmla="*/ 1908470 h 6858000"/>
              <a:gd name="connsiteX583" fmla="*/ 1754199 w 7467600"/>
              <a:gd name="connsiteY583" fmla="*/ 2149284 h 6858000"/>
              <a:gd name="connsiteX584" fmla="*/ 1908359 w 7467600"/>
              <a:gd name="connsiteY584" fmla="*/ 2364988 h 6858000"/>
              <a:gd name="connsiteX585" fmla="*/ 1647661 w 7467600"/>
              <a:gd name="connsiteY585" fmla="*/ 1825945 h 6858000"/>
              <a:gd name="connsiteX586" fmla="*/ 1423821 w 7467600"/>
              <a:gd name="connsiteY586" fmla="*/ 1351958 h 6858000"/>
              <a:gd name="connsiteX587" fmla="*/ 1431890 w 7467600"/>
              <a:gd name="connsiteY587" fmla="*/ 1306475 h 6858000"/>
              <a:gd name="connsiteX588" fmla="*/ 1507597 w 7467600"/>
              <a:gd name="connsiteY588" fmla="*/ 1446132 h 6858000"/>
              <a:gd name="connsiteX589" fmla="*/ 1674586 w 7467600"/>
              <a:gd name="connsiteY589" fmla="*/ 1813832 h 6858000"/>
              <a:gd name="connsiteX590" fmla="*/ 1815950 w 7467600"/>
              <a:gd name="connsiteY590" fmla="*/ 2128564 h 6858000"/>
              <a:gd name="connsiteX591" fmla="*/ 1984242 w 7467600"/>
              <a:gd name="connsiteY591" fmla="*/ 2430829 h 6858000"/>
              <a:gd name="connsiteX592" fmla="*/ 2014023 w 7467600"/>
              <a:gd name="connsiteY592" fmla="*/ 2450995 h 6858000"/>
              <a:gd name="connsiteX593" fmla="*/ 1747337 w 7467600"/>
              <a:gd name="connsiteY593" fmla="*/ 1855264 h 6858000"/>
              <a:gd name="connsiteX594" fmla="*/ 1533749 w 7467600"/>
              <a:gd name="connsiteY594" fmla="*/ 1478656 h 6858000"/>
              <a:gd name="connsiteX595" fmla="*/ 1431890 w 7467600"/>
              <a:gd name="connsiteY595" fmla="*/ 1306475 h 6858000"/>
              <a:gd name="connsiteX596" fmla="*/ 5052692 w 7467600"/>
              <a:gd name="connsiteY596" fmla="*/ 1292994 h 6858000"/>
              <a:gd name="connsiteX597" fmla="*/ 5200661 w 7467600"/>
              <a:gd name="connsiteY597" fmla="*/ 1635186 h 6858000"/>
              <a:gd name="connsiteX598" fmla="*/ 5297138 w 7467600"/>
              <a:gd name="connsiteY598" fmla="*/ 1906351 h 6858000"/>
              <a:gd name="connsiteX599" fmla="*/ 5052692 w 7467600"/>
              <a:gd name="connsiteY599" fmla="*/ 1292994 h 6858000"/>
              <a:gd name="connsiteX600" fmla="*/ 5009948 w 7467600"/>
              <a:gd name="connsiteY600" fmla="*/ 1273619 h 6858000"/>
              <a:gd name="connsiteX601" fmla="*/ 5121777 w 7467600"/>
              <a:gd name="connsiteY601" fmla="*/ 1654213 h 6858000"/>
              <a:gd name="connsiteX602" fmla="*/ 5293545 w 7467600"/>
              <a:gd name="connsiteY602" fmla="*/ 2072247 h 6858000"/>
              <a:gd name="connsiteX603" fmla="*/ 5294042 w 7467600"/>
              <a:gd name="connsiteY603" fmla="*/ 2065019 h 6858000"/>
              <a:gd name="connsiteX604" fmla="*/ 5171936 w 7467600"/>
              <a:gd name="connsiteY604" fmla="*/ 1647613 h 6858000"/>
              <a:gd name="connsiteX605" fmla="*/ 5009948 w 7467600"/>
              <a:gd name="connsiteY605" fmla="*/ 1273619 h 6858000"/>
              <a:gd name="connsiteX606" fmla="*/ 655236 w 7467600"/>
              <a:gd name="connsiteY606" fmla="*/ 1268632 h 6858000"/>
              <a:gd name="connsiteX607" fmla="*/ 839521 w 7467600"/>
              <a:gd name="connsiteY607" fmla="*/ 1685315 h 6858000"/>
              <a:gd name="connsiteX608" fmla="*/ 1109416 w 7467600"/>
              <a:gd name="connsiteY608" fmla="*/ 2061663 h 6858000"/>
              <a:gd name="connsiteX609" fmla="*/ 1298300 w 7467600"/>
              <a:gd name="connsiteY609" fmla="*/ 2247742 h 6858000"/>
              <a:gd name="connsiteX610" fmla="*/ 1125871 w 7467600"/>
              <a:gd name="connsiteY610" fmla="*/ 1989513 h 6858000"/>
              <a:gd name="connsiteX611" fmla="*/ 981574 w 7467600"/>
              <a:gd name="connsiteY611" fmla="*/ 1783157 h 6858000"/>
              <a:gd name="connsiteX612" fmla="*/ 922198 w 7467600"/>
              <a:gd name="connsiteY612" fmla="*/ 1677437 h 6858000"/>
              <a:gd name="connsiteX613" fmla="*/ 869293 w 7467600"/>
              <a:gd name="connsiteY613" fmla="*/ 1583214 h 6858000"/>
              <a:gd name="connsiteX614" fmla="*/ 751431 w 7467600"/>
              <a:gd name="connsiteY614" fmla="*/ 1405731 h 6858000"/>
              <a:gd name="connsiteX615" fmla="*/ 655236 w 7467600"/>
              <a:gd name="connsiteY615" fmla="*/ 1268632 h 6858000"/>
              <a:gd name="connsiteX616" fmla="*/ 6516292 w 7467600"/>
              <a:gd name="connsiteY616" fmla="*/ 1263064 h 6858000"/>
              <a:gd name="connsiteX617" fmla="*/ 5736320 w 7467600"/>
              <a:gd name="connsiteY617" fmla="*/ 1501803 h 6858000"/>
              <a:gd name="connsiteX618" fmla="*/ 6516292 w 7467600"/>
              <a:gd name="connsiteY618" fmla="*/ 1263064 h 6858000"/>
              <a:gd name="connsiteX619" fmla="*/ 291466 w 7467600"/>
              <a:gd name="connsiteY619" fmla="*/ 1250369 h 6858000"/>
              <a:gd name="connsiteX620" fmla="*/ 323180 w 7467600"/>
              <a:gd name="connsiteY620" fmla="*/ 1435283 h 6858000"/>
              <a:gd name="connsiteX621" fmla="*/ 349381 w 7467600"/>
              <a:gd name="connsiteY621" fmla="*/ 1875041 h 6858000"/>
              <a:gd name="connsiteX622" fmla="*/ 374363 w 7467600"/>
              <a:gd name="connsiteY622" fmla="*/ 1506494 h 6858000"/>
              <a:gd name="connsiteX623" fmla="*/ 302168 w 7467600"/>
              <a:gd name="connsiteY623" fmla="*/ 1274495 h 6858000"/>
              <a:gd name="connsiteX624" fmla="*/ 291466 w 7467600"/>
              <a:gd name="connsiteY624" fmla="*/ 1250369 h 6858000"/>
              <a:gd name="connsiteX625" fmla="*/ 678222 w 7467600"/>
              <a:gd name="connsiteY625" fmla="*/ 1248670 h 6858000"/>
              <a:gd name="connsiteX626" fmla="*/ 775536 w 7467600"/>
              <a:gd name="connsiteY626" fmla="*/ 1388015 h 6858000"/>
              <a:gd name="connsiteX627" fmla="*/ 894529 w 7467600"/>
              <a:gd name="connsiteY627" fmla="*/ 1567739 h 6858000"/>
              <a:gd name="connsiteX628" fmla="*/ 948000 w 7467600"/>
              <a:gd name="connsiteY628" fmla="*/ 1663088 h 6858000"/>
              <a:gd name="connsiteX629" fmla="*/ 1006812 w 7467600"/>
              <a:gd name="connsiteY629" fmla="*/ 1767683 h 6858000"/>
              <a:gd name="connsiteX630" fmla="*/ 1149133 w 7467600"/>
              <a:gd name="connsiteY630" fmla="*/ 1971513 h 6858000"/>
              <a:gd name="connsiteX631" fmla="*/ 1333952 w 7467600"/>
              <a:gd name="connsiteY631" fmla="*/ 2251620 h 6858000"/>
              <a:gd name="connsiteX632" fmla="*/ 1337329 w 7467600"/>
              <a:gd name="connsiteY632" fmla="*/ 2258350 h 6858000"/>
              <a:gd name="connsiteX633" fmla="*/ 1014726 w 7467600"/>
              <a:gd name="connsiteY633" fmla="*/ 1615556 h 6858000"/>
              <a:gd name="connsiteX634" fmla="*/ 678222 w 7467600"/>
              <a:gd name="connsiteY634" fmla="*/ 1248670 h 6858000"/>
              <a:gd name="connsiteX635" fmla="*/ 6691602 w 7467600"/>
              <a:gd name="connsiteY635" fmla="*/ 1140573 h 6858000"/>
              <a:gd name="connsiteX636" fmla="*/ 6571100 w 7467600"/>
              <a:gd name="connsiteY636" fmla="*/ 1183662 h 6858000"/>
              <a:gd name="connsiteX637" fmla="*/ 6241687 w 7467600"/>
              <a:gd name="connsiteY637" fmla="*/ 1257600 h 6858000"/>
              <a:gd name="connsiteX638" fmla="*/ 5693009 w 7467600"/>
              <a:gd name="connsiteY638" fmla="*/ 1478256 h 6858000"/>
              <a:gd name="connsiteX639" fmla="*/ 6548420 w 7467600"/>
              <a:gd name="connsiteY639" fmla="*/ 1214599 h 6858000"/>
              <a:gd name="connsiteX640" fmla="*/ 6605473 w 7467600"/>
              <a:gd name="connsiteY640" fmla="*/ 1184686 h 6858000"/>
              <a:gd name="connsiteX641" fmla="*/ 6691602 w 7467600"/>
              <a:gd name="connsiteY641" fmla="*/ 1140573 h 6858000"/>
              <a:gd name="connsiteX642" fmla="*/ 4002475 w 7467600"/>
              <a:gd name="connsiteY642" fmla="*/ 1037802 h 6858000"/>
              <a:gd name="connsiteX643" fmla="*/ 4000324 w 7467600"/>
              <a:gd name="connsiteY643" fmla="*/ 1039362 h 6858000"/>
              <a:gd name="connsiteX644" fmla="*/ 4002862 w 7467600"/>
              <a:gd name="connsiteY644" fmla="*/ 1042866 h 6858000"/>
              <a:gd name="connsiteX645" fmla="*/ 4002475 w 7467600"/>
              <a:gd name="connsiteY645" fmla="*/ 1037802 h 6858000"/>
              <a:gd name="connsiteX646" fmla="*/ 506322 w 7467600"/>
              <a:gd name="connsiteY646" fmla="*/ 1020997 h 6858000"/>
              <a:gd name="connsiteX647" fmla="*/ 533068 w 7467600"/>
              <a:gd name="connsiteY647" fmla="*/ 1029409 h 6858000"/>
              <a:gd name="connsiteX648" fmla="*/ 1232525 w 7467600"/>
              <a:gd name="connsiteY648" fmla="*/ 1804675 h 6858000"/>
              <a:gd name="connsiteX649" fmla="*/ 1388858 w 7467600"/>
              <a:gd name="connsiteY649" fmla="*/ 2368011 h 6858000"/>
              <a:gd name="connsiteX650" fmla="*/ 1384098 w 7467600"/>
              <a:gd name="connsiteY650" fmla="*/ 2378125 h 6858000"/>
              <a:gd name="connsiteX651" fmla="*/ 1425393 w 7467600"/>
              <a:gd name="connsiteY651" fmla="*/ 2589124 h 6858000"/>
              <a:gd name="connsiteX652" fmla="*/ 1424001 w 7467600"/>
              <a:gd name="connsiteY652" fmla="*/ 2597541 h 6858000"/>
              <a:gd name="connsiteX653" fmla="*/ 2152729 w 7467600"/>
              <a:gd name="connsiteY653" fmla="*/ 2864487 h 6858000"/>
              <a:gd name="connsiteX654" fmla="*/ 2020609 w 7467600"/>
              <a:gd name="connsiteY654" fmla="*/ 2539671 h 6858000"/>
              <a:gd name="connsiteX655" fmla="*/ 2018920 w 7467600"/>
              <a:gd name="connsiteY655" fmla="*/ 2536309 h 6858000"/>
              <a:gd name="connsiteX656" fmla="*/ 1342441 w 7467600"/>
              <a:gd name="connsiteY656" fmla="*/ 1173017 h 6858000"/>
              <a:gd name="connsiteX657" fmla="*/ 1367925 w 7467600"/>
              <a:gd name="connsiteY657" fmla="*/ 1135648 h 6858000"/>
              <a:gd name="connsiteX658" fmla="*/ 1771401 w 7467600"/>
              <a:gd name="connsiteY658" fmla="*/ 1806673 h 6858000"/>
              <a:gd name="connsiteX659" fmla="*/ 1972385 w 7467600"/>
              <a:gd name="connsiteY659" fmla="*/ 2198735 h 6858000"/>
              <a:gd name="connsiteX660" fmla="*/ 2040892 w 7467600"/>
              <a:gd name="connsiteY660" fmla="*/ 2405205 h 6858000"/>
              <a:gd name="connsiteX661" fmla="*/ 2131689 w 7467600"/>
              <a:gd name="connsiteY661" fmla="*/ 1936926 h 6858000"/>
              <a:gd name="connsiteX662" fmla="*/ 2454820 w 7467600"/>
              <a:gd name="connsiteY662" fmla="*/ 1248808 h 6858000"/>
              <a:gd name="connsiteX663" fmla="*/ 2492512 w 7467600"/>
              <a:gd name="connsiteY663" fmla="*/ 1302920 h 6858000"/>
              <a:gd name="connsiteX664" fmla="*/ 2081216 w 7467600"/>
              <a:gd name="connsiteY664" fmla="*/ 2527513 h 6858000"/>
              <a:gd name="connsiteX665" fmla="*/ 2081211 w 7467600"/>
              <a:gd name="connsiteY665" fmla="*/ 2528916 h 6858000"/>
              <a:gd name="connsiteX666" fmla="*/ 2199067 w 7467600"/>
              <a:gd name="connsiteY666" fmla="*/ 2884061 h 6858000"/>
              <a:gd name="connsiteX667" fmla="*/ 3192586 w 7467600"/>
              <a:gd name="connsiteY667" fmla="*/ 3411496 h 6858000"/>
              <a:gd name="connsiteX668" fmla="*/ 3182620 w 7467600"/>
              <a:gd name="connsiteY668" fmla="*/ 3483279 h 6858000"/>
              <a:gd name="connsiteX669" fmla="*/ 2435119 w 7467600"/>
              <a:gd name="connsiteY669" fmla="*/ 3080173 h 6858000"/>
              <a:gd name="connsiteX670" fmla="*/ 2410152 w 7467600"/>
              <a:gd name="connsiteY670" fmla="*/ 3063751 h 6858000"/>
              <a:gd name="connsiteX671" fmla="*/ 2408099 w 7467600"/>
              <a:gd name="connsiteY671" fmla="*/ 3064403 h 6858000"/>
              <a:gd name="connsiteX672" fmla="*/ 2407218 w 7467600"/>
              <a:gd name="connsiteY672" fmla="*/ 3070324 h 6858000"/>
              <a:gd name="connsiteX673" fmla="*/ 2380138 w 7467600"/>
              <a:gd name="connsiteY673" fmla="*/ 3099341 h 6858000"/>
              <a:gd name="connsiteX674" fmla="*/ 1765923 w 7467600"/>
              <a:gd name="connsiteY674" fmla="*/ 3581043 h 6858000"/>
              <a:gd name="connsiteX675" fmla="*/ 1702258 w 7467600"/>
              <a:gd name="connsiteY675" fmla="*/ 3612286 h 6858000"/>
              <a:gd name="connsiteX676" fmla="*/ 1538370 w 7467600"/>
              <a:gd name="connsiteY676" fmla="*/ 3811804 h 6858000"/>
              <a:gd name="connsiteX677" fmla="*/ 542867 w 7467600"/>
              <a:gd name="connsiteY677" fmla="*/ 4944092 h 6858000"/>
              <a:gd name="connsiteX678" fmla="*/ 515800 w 7467600"/>
              <a:gd name="connsiteY678" fmla="*/ 4862180 h 6858000"/>
              <a:gd name="connsiteX679" fmla="*/ 909145 w 7467600"/>
              <a:gd name="connsiteY679" fmla="*/ 4199225 h 6858000"/>
              <a:gd name="connsiteX680" fmla="*/ 1214067 w 7467600"/>
              <a:gd name="connsiteY680" fmla="*/ 3908561 h 6858000"/>
              <a:gd name="connsiteX681" fmla="*/ 640967 w 7467600"/>
              <a:gd name="connsiteY681" fmla="*/ 4105601 h 6858000"/>
              <a:gd name="connsiteX682" fmla="*/ 112563 w 7467600"/>
              <a:gd name="connsiteY682" fmla="*/ 4396952 h 6858000"/>
              <a:gd name="connsiteX683" fmla="*/ 0 w 7467600"/>
              <a:gd name="connsiteY683" fmla="*/ 4466006 h 6858000"/>
              <a:gd name="connsiteX684" fmla="*/ 0 w 7467600"/>
              <a:gd name="connsiteY684" fmla="*/ 4233763 h 6858000"/>
              <a:gd name="connsiteX685" fmla="*/ 36881 w 7467600"/>
              <a:gd name="connsiteY685" fmla="*/ 4200118 h 6858000"/>
              <a:gd name="connsiteX686" fmla="*/ 910534 w 7467600"/>
              <a:gd name="connsiteY686" fmla="*/ 3629753 h 6858000"/>
              <a:gd name="connsiteX687" fmla="*/ 1578717 w 7467600"/>
              <a:gd name="connsiteY687" fmla="*/ 3575982 h 6858000"/>
              <a:gd name="connsiteX688" fmla="*/ 2338780 w 7467600"/>
              <a:gd name="connsiteY688" fmla="*/ 3033725 h 6858000"/>
              <a:gd name="connsiteX689" fmla="*/ 1807991 w 7467600"/>
              <a:gd name="connsiteY689" fmla="*/ 2807184 h 6858000"/>
              <a:gd name="connsiteX690" fmla="*/ 1416358 w 7467600"/>
              <a:gd name="connsiteY690" fmla="*/ 3112571 h 6858000"/>
              <a:gd name="connsiteX691" fmla="*/ 939066 w 7467600"/>
              <a:gd name="connsiteY691" fmla="*/ 3378798 h 6858000"/>
              <a:gd name="connsiteX692" fmla="*/ 115099 w 7467600"/>
              <a:gd name="connsiteY692" fmla="*/ 3607650 h 6858000"/>
              <a:gd name="connsiteX693" fmla="*/ 97284 w 7467600"/>
              <a:gd name="connsiteY693" fmla="*/ 3520393 h 6858000"/>
              <a:gd name="connsiteX694" fmla="*/ 922050 w 7467600"/>
              <a:gd name="connsiteY694" fmla="*/ 3074867 h 6858000"/>
              <a:gd name="connsiteX695" fmla="*/ 1405265 w 7467600"/>
              <a:gd name="connsiteY695" fmla="*/ 3016319 h 6858000"/>
              <a:gd name="connsiteX696" fmla="*/ 1407512 w 7467600"/>
              <a:gd name="connsiteY696" fmla="*/ 3018001 h 6858000"/>
              <a:gd name="connsiteX697" fmla="*/ 1726266 w 7467600"/>
              <a:gd name="connsiteY697" fmla="*/ 2777274 h 6858000"/>
              <a:gd name="connsiteX698" fmla="*/ 625390 w 7467600"/>
              <a:gd name="connsiteY698" fmla="*/ 2514541 h 6858000"/>
              <a:gd name="connsiteX699" fmla="*/ 619799 w 7467600"/>
              <a:gd name="connsiteY699" fmla="*/ 2527180 h 6858000"/>
              <a:gd name="connsiteX700" fmla="*/ 310030 w 7467600"/>
              <a:gd name="connsiteY700" fmla="*/ 2771818 h 6858000"/>
              <a:gd name="connsiteX701" fmla="*/ 173877 w 7467600"/>
              <a:gd name="connsiteY701" fmla="*/ 2937056 h 6858000"/>
              <a:gd name="connsiteX702" fmla="*/ 77889 w 7467600"/>
              <a:gd name="connsiteY702" fmla="*/ 3138440 h 6858000"/>
              <a:gd name="connsiteX703" fmla="*/ 0 w 7467600"/>
              <a:gd name="connsiteY703" fmla="*/ 3271395 h 6858000"/>
              <a:gd name="connsiteX704" fmla="*/ 0 w 7467600"/>
              <a:gd name="connsiteY704" fmla="*/ 3153002 h 6858000"/>
              <a:gd name="connsiteX705" fmla="*/ 2386 w 7467600"/>
              <a:gd name="connsiteY705" fmla="*/ 3149203 h 6858000"/>
              <a:gd name="connsiteX706" fmla="*/ 89753 w 7467600"/>
              <a:gd name="connsiteY706" fmla="*/ 2987702 h 6858000"/>
              <a:gd name="connsiteX707" fmla="*/ 76869 w 7467600"/>
              <a:gd name="connsiteY707" fmla="*/ 3005404 h 6858000"/>
              <a:gd name="connsiteX708" fmla="*/ 32049 w 7467600"/>
              <a:gd name="connsiteY708" fmla="*/ 3065814 h 6858000"/>
              <a:gd name="connsiteX709" fmla="*/ 0 w 7467600"/>
              <a:gd name="connsiteY709" fmla="*/ 3108744 h 6858000"/>
              <a:gd name="connsiteX710" fmla="*/ 0 w 7467600"/>
              <a:gd name="connsiteY710" fmla="*/ 3058059 h 6858000"/>
              <a:gd name="connsiteX711" fmla="*/ 7610 w 7467600"/>
              <a:gd name="connsiteY711" fmla="*/ 3047889 h 6858000"/>
              <a:gd name="connsiteX712" fmla="*/ 52419 w 7467600"/>
              <a:gd name="connsiteY712" fmla="*/ 2987479 h 6858000"/>
              <a:gd name="connsiteX713" fmla="*/ 59142 w 7467600"/>
              <a:gd name="connsiteY713" fmla="*/ 2978488 h 6858000"/>
              <a:gd name="connsiteX714" fmla="*/ 0 w 7467600"/>
              <a:gd name="connsiteY714" fmla="*/ 3015334 h 6858000"/>
              <a:gd name="connsiteX715" fmla="*/ 0 w 7467600"/>
              <a:gd name="connsiteY715" fmla="*/ 2914286 h 6858000"/>
              <a:gd name="connsiteX716" fmla="*/ 36383 w 7467600"/>
              <a:gd name="connsiteY716" fmla="*/ 2901128 h 6858000"/>
              <a:gd name="connsiteX717" fmla="*/ 156329 w 7467600"/>
              <a:gd name="connsiteY717" fmla="*/ 2840533 h 6858000"/>
              <a:gd name="connsiteX718" fmla="*/ 358355 w 7467600"/>
              <a:gd name="connsiteY718" fmla="*/ 2620471 h 6858000"/>
              <a:gd name="connsiteX719" fmla="*/ 510577 w 7467600"/>
              <a:gd name="connsiteY719" fmla="*/ 2501244 h 6858000"/>
              <a:gd name="connsiteX720" fmla="*/ 211967 w 7467600"/>
              <a:gd name="connsiteY720" fmla="*/ 2479171 h 6858000"/>
              <a:gd name="connsiteX721" fmla="*/ 0 w 7467600"/>
              <a:gd name="connsiteY721" fmla="*/ 2476398 h 6858000"/>
              <a:gd name="connsiteX722" fmla="*/ 0 w 7467600"/>
              <a:gd name="connsiteY722" fmla="*/ 2389189 h 6858000"/>
              <a:gd name="connsiteX723" fmla="*/ 103062 w 7467600"/>
              <a:gd name="connsiteY723" fmla="*/ 2389518 h 6858000"/>
              <a:gd name="connsiteX724" fmla="*/ 510734 w 7467600"/>
              <a:gd name="connsiteY724" fmla="*/ 2416201 h 6858000"/>
              <a:gd name="connsiteX725" fmla="*/ 279257 w 7467600"/>
              <a:gd name="connsiteY725" fmla="*/ 2092102 h 6858000"/>
              <a:gd name="connsiteX726" fmla="*/ 65265 w 7467600"/>
              <a:gd name="connsiteY726" fmla="*/ 2006049 h 6858000"/>
              <a:gd name="connsiteX727" fmla="*/ 0 w 7467600"/>
              <a:gd name="connsiteY727" fmla="*/ 1982532 h 6858000"/>
              <a:gd name="connsiteX728" fmla="*/ 0 w 7467600"/>
              <a:gd name="connsiteY728" fmla="*/ 1912789 h 6858000"/>
              <a:gd name="connsiteX729" fmla="*/ 97460 w 7467600"/>
              <a:gd name="connsiteY729" fmla="*/ 1953725 h 6858000"/>
              <a:gd name="connsiteX730" fmla="*/ 221272 w 7467600"/>
              <a:gd name="connsiteY730" fmla="*/ 1980766 h 6858000"/>
              <a:gd name="connsiteX731" fmla="*/ 116765 w 7467600"/>
              <a:gd name="connsiteY731" fmla="*/ 1911033 h 6858000"/>
              <a:gd name="connsiteX732" fmla="*/ 16405 w 7467600"/>
              <a:gd name="connsiteY732" fmla="*/ 1803412 h 6858000"/>
              <a:gd name="connsiteX733" fmla="*/ 0 w 7467600"/>
              <a:gd name="connsiteY733" fmla="*/ 1784777 h 6858000"/>
              <a:gd name="connsiteX734" fmla="*/ 0 w 7467600"/>
              <a:gd name="connsiteY734" fmla="*/ 1740082 h 6858000"/>
              <a:gd name="connsiteX735" fmla="*/ 39394 w 7467600"/>
              <a:gd name="connsiteY735" fmla="*/ 1784856 h 6858000"/>
              <a:gd name="connsiteX736" fmla="*/ 135813 w 7467600"/>
              <a:gd name="connsiteY736" fmla="*/ 1888838 h 6858000"/>
              <a:gd name="connsiteX737" fmla="*/ 242575 w 7467600"/>
              <a:gd name="connsiteY737" fmla="*/ 1958841 h 6858000"/>
              <a:gd name="connsiteX738" fmla="*/ 82197 w 7467600"/>
              <a:gd name="connsiteY738" fmla="*/ 1754826 h 6858000"/>
              <a:gd name="connsiteX739" fmla="*/ 0 w 7467600"/>
              <a:gd name="connsiteY739" fmla="*/ 1679650 h 6858000"/>
              <a:gd name="connsiteX740" fmla="*/ 0 w 7467600"/>
              <a:gd name="connsiteY740" fmla="*/ 1602463 h 6858000"/>
              <a:gd name="connsiteX741" fmla="*/ 84689 w 7467600"/>
              <a:gd name="connsiteY741" fmla="*/ 1677442 h 6858000"/>
              <a:gd name="connsiteX742" fmla="*/ 298437 w 7467600"/>
              <a:gd name="connsiteY742" fmla="*/ 1968019 h 6858000"/>
              <a:gd name="connsiteX743" fmla="*/ 227269 w 7467600"/>
              <a:gd name="connsiteY743" fmla="*/ 1114064 h 6858000"/>
              <a:gd name="connsiteX744" fmla="*/ 248003 w 7467600"/>
              <a:gd name="connsiteY744" fmla="*/ 1089613 h 6858000"/>
              <a:gd name="connsiteX745" fmla="*/ 427020 w 7467600"/>
              <a:gd name="connsiteY745" fmla="*/ 1619803 h 6858000"/>
              <a:gd name="connsiteX746" fmla="*/ 340345 w 7467600"/>
              <a:gd name="connsiteY746" fmla="*/ 2027739 h 6858000"/>
              <a:gd name="connsiteX747" fmla="*/ 360865 w 7467600"/>
              <a:gd name="connsiteY747" fmla="*/ 2044827 h 6858000"/>
              <a:gd name="connsiteX748" fmla="*/ 560414 w 7467600"/>
              <a:gd name="connsiteY748" fmla="*/ 2421457 h 6858000"/>
              <a:gd name="connsiteX749" fmla="*/ 1359703 w 7467600"/>
              <a:gd name="connsiteY749" fmla="*/ 2578554 h 6858000"/>
              <a:gd name="connsiteX750" fmla="*/ 1359422 w 7467600"/>
              <a:gd name="connsiteY750" fmla="*/ 2577994 h 6858000"/>
              <a:gd name="connsiteX751" fmla="*/ 828701 w 7467600"/>
              <a:gd name="connsiteY751" fmla="*/ 1839520 h 6858000"/>
              <a:gd name="connsiteX752" fmla="*/ 494427 w 7467600"/>
              <a:gd name="connsiteY752" fmla="*/ 1092333 h 6858000"/>
              <a:gd name="connsiteX753" fmla="*/ 506322 w 7467600"/>
              <a:gd name="connsiteY753" fmla="*/ 1020997 h 6858000"/>
              <a:gd name="connsiteX754" fmla="*/ 4570198 w 7467600"/>
              <a:gd name="connsiteY754" fmla="*/ 978081 h 6858000"/>
              <a:gd name="connsiteX755" fmla="*/ 4523691 w 7467600"/>
              <a:gd name="connsiteY755" fmla="*/ 1127776 h 6858000"/>
              <a:gd name="connsiteX756" fmla="*/ 4509875 w 7467600"/>
              <a:gd name="connsiteY756" fmla="*/ 1167552 h 6858000"/>
              <a:gd name="connsiteX757" fmla="*/ 4478168 w 7467600"/>
              <a:gd name="connsiteY757" fmla="*/ 1260735 h 6858000"/>
              <a:gd name="connsiteX758" fmla="*/ 4409309 w 7467600"/>
              <a:gd name="connsiteY758" fmla="*/ 1666996 h 6858000"/>
              <a:gd name="connsiteX759" fmla="*/ 4370031 w 7467600"/>
              <a:gd name="connsiteY759" fmla="*/ 1955666 h 6858000"/>
              <a:gd name="connsiteX760" fmla="*/ 4570198 w 7467600"/>
              <a:gd name="connsiteY760" fmla="*/ 978081 h 6858000"/>
              <a:gd name="connsiteX761" fmla="*/ 4557898 w 7467600"/>
              <a:gd name="connsiteY761" fmla="*/ 900011 h 6858000"/>
              <a:gd name="connsiteX762" fmla="*/ 4344840 w 7467600"/>
              <a:gd name="connsiteY762" fmla="*/ 1922038 h 6858000"/>
              <a:gd name="connsiteX763" fmla="*/ 4378710 w 7467600"/>
              <a:gd name="connsiteY763" fmla="*/ 1665516 h 6858000"/>
              <a:gd name="connsiteX764" fmla="*/ 4448798 w 7467600"/>
              <a:gd name="connsiteY764" fmla="*/ 1253024 h 6858000"/>
              <a:gd name="connsiteX765" fmla="*/ 4480315 w 7467600"/>
              <a:gd name="connsiteY765" fmla="*/ 1158454 h 6858000"/>
              <a:gd name="connsiteX766" fmla="*/ 4494133 w 7467600"/>
              <a:gd name="connsiteY766" fmla="*/ 1118676 h 6858000"/>
              <a:gd name="connsiteX767" fmla="*/ 4557898 w 7467600"/>
              <a:gd name="connsiteY767" fmla="*/ 900011 h 6858000"/>
              <a:gd name="connsiteX768" fmla="*/ 5870151 w 7467600"/>
              <a:gd name="connsiteY768" fmla="*/ 898890 h 6858000"/>
              <a:gd name="connsiteX769" fmla="*/ 5861335 w 7467600"/>
              <a:gd name="connsiteY769" fmla="*/ 899177 h 6858000"/>
              <a:gd name="connsiteX770" fmla="*/ 5843702 w 7467600"/>
              <a:gd name="connsiteY770" fmla="*/ 899748 h 6858000"/>
              <a:gd name="connsiteX771" fmla="*/ 5651107 w 7467600"/>
              <a:gd name="connsiteY771" fmla="*/ 920306 h 6858000"/>
              <a:gd name="connsiteX772" fmla="*/ 5459407 w 7467600"/>
              <a:gd name="connsiteY772" fmla="*/ 940975 h 6858000"/>
              <a:gd name="connsiteX773" fmla="*/ 5374846 w 7467600"/>
              <a:gd name="connsiteY773" fmla="*/ 941988 h 6858000"/>
              <a:gd name="connsiteX774" fmla="*/ 5256105 w 7467600"/>
              <a:gd name="connsiteY774" fmla="*/ 945632 h 6858000"/>
              <a:gd name="connsiteX775" fmla="*/ 5107071 w 7467600"/>
              <a:gd name="connsiteY775" fmla="*/ 969720 h 6858000"/>
              <a:gd name="connsiteX776" fmla="*/ 4998681 w 7467600"/>
              <a:gd name="connsiteY776" fmla="*/ 988771 h 6858000"/>
              <a:gd name="connsiteX777" fmla="*/ 5870151 w 7467600"/>
              <a:gd name="connsiteY777" fmla="*/ 898890 h 6858000"/>
              <a:gd name="connsiteX778" fmla="*/ 5504425 w 7467600"/>
              <a:gd name="connsiteY778" fmla="*/ 848067 h 6858000"/>
              <a:gd name="connsiteX779" fmla="*/ 4968849 w 7467600"/>
              <a:gd name="connsiteY779" fmla="*/ 962318 h 6858000"/>
              <a:gd name="connsiteX780" fmla="*/ 5104039 w 7467600"/>
              <a:gd name="connsiteY780" fmla="*/ 940634 h 6858000"/>
              <a:gd name="connsiteX781" fmla="*/ 5256311 w 7467600"/>
              <a:gd name="connsiteY781" fmla="*/ 916490 h 6858000"/>
              <a:gd name="connsiteX782" fmla="*/ 5377381 w 7467600"/>
              <a:gd name="connsiteY782" fmla="*/ 912671 h 6858000"/>
              <a:gd name="connsiteX783" fmla="*/ 5460148 w 7467600"/>
              <a:gd name="connsiteY783" fmla="*/ 911442 h 6858000"/>
              <a:gd name="connsiteX784" fmla="*/ 5648971 w 7467600"/>
              <a:gd name="connsiteY784" fmla="*/ 891331 h 6858000"/>
              <a:gd name="connsiteX785" fmla="*/ 5844807 w 7467600"/>
              <a:gd name="connsiteY785" fmla="*/ 870718 h 6858000"/>
              <a:gd name="connsiteX786" fmla="*/ 5862975 w 7467600"/>
              <a:gd name="connsiteY786" fmla="*/ 869756 h 6858000"/>
              <a:gd name="connsiteX787" fmla="*/ 5920887 w 7467600"/>
              <a:gd name="connsiteY787" fmla="*/ 865929 h 6858000"/>
              <a:gd name="connsiteX788" fmla="*/ 5504425 w 7467600"/>
              <a:gd name="connsiteY788" fmla="*/ 848067 h 6858000"/>
              <a:gd name="connsiteX789" fmla="*/ 3607114 w 7467600"/>
              <a:gd name="connsiteY789" fmla="*/ 467441 h 6858000"/>
              <a:gd name="connsiteX790" fmla="*/ 3296242 w 7467600"/>
              <a:gd name="connsiteY790" fmla="*/ 807991 h 6858000"/>
              <a:gd name="connsiteX791" fmla="*/ 3174674 w 7467600"/>
              <a:gd name="connsiteY791" fmla="*/ 919759 h 6858000"/>
              <a:gd name="connsiteX792" fmla="*/ 3042978 w 7467600"/>
              <a:gd name="connsiteY792" fmla="*/ 1054894 h 6858000"/>
              <a:gd name="connsiteX793" fmla="*/ 2968914 w 7467600"/>
              <a:gd name="connsiteY793" fmla="*/ 1133756 h 6858000"/>
              <a:gd name="connsiteX794" fmla="*/ 3103823 w 7467600"/>
              <a:gd name="connsiteY794" fmla="*/ 1026814 h 6858000"/>
              <a:gd name="connsiteX795" fmla="*/ 3607114 w 7467600"/>
              <a:gd name="connsiteY795" fmla="*/ 467441 h 6858000"/>
              <a:gd name="connsiteX796" fmla="*/ 3744487 w 7467600"/>
              <a:gd name="connsiteY796" fmla="*/ 383136 h 6858000"/>
              <a:gd name="connsiteX797" fmla="*/ 3970213 w 7467600"/>
              <a:gd name="connsiteY797" fmla="*/ 995559 h 6858000"/>
              <a:gd name="connsiteX798" fmla="*/ 3744487 w 7467600"/>
              <a:gd name="connsiteY798" fmla="*/ 383136 h 6858000"/>
              <a:gd name="connsiteX799" fmla="*/ 3624562 w 7467600"/>
              <a:gd name="connsiteY799" fmla="*/ 367041 h 6858000"/>
              <a:gd name="connsiteX800" fmla="*/ 3489712 w 7467600"/>
              <a:gd name="connsiteY800" fmla="*/ 485386 h 6858000"/>
              <a:gd name="connsiteX801" fmla="*/ 3182994 w 7467600"/>
              <a:gd name="connsiteY801" fmla="*/ 828265 h 6858000"/>
              <a:gd name="connsiteX802" fmla="*/ 2892114 w 7467600"/>
              <a:gd name="connsiteY802" fmla="*/ 1172635 h 6858000"/>
              <a:gd name="connsiteX803" fmla="*/ 3021459 w 7467600"/>
              <a:gd name="connsiteY803" fmla="*/ 1035385 h 6858000"/>
              <a:gd name="connsiteX804" fmla="*/ 3153873 w 7467600"/>
              <a:gd name="connsiteY804" fmla="*/ 898971 h 6858000"/>
              <a:gd name="connsiteX805" fmla="*/ 3276511 w 7467600"/>
              <a:gd name="connsiteY805" fmla="*/ 786423 h 6858000"/>
              <a:gd name="connsiteX806" fmla="*/ 3584154 w 7467600"/>
              <a:gd name="connsiteY806" fmla="*/ 448218 h 6858000"/>
              <a:gd name="connsiteX807" fmla="*/ 3624562 w 7467600"/>
              <a:gd name="connsiteY807" fmla="*/ 367041 h 6858000"/>
              <a:gd name="connsiteX808" fmla="*/ 3766672 w 7467600"/>
              <a:gd name="connsiteY808" fmla="*/ 359429 h 6858000"/>
              <a:gd name="connsiteX809" fmla="*/ 3996338 w 7467600"/>
              <a:gd name="connsiteY809" fmla="*/ 968237 h 6858000"/>
              <a:gd name="connsiteX810" fmla="*/ 3766672 w 7467600"/>
              <a:gd name="connsiteY810" fmla="*/ 359429 h 6858000"/>
              <a:gd name="connsiteX811" fmla="*/ 5805386 w 7467600"/>
              <a:gd name="connsiteY811" fmla="*/ 239240 h 6858000"/>
              <a:gd name="connsiteX812" fmla="*/ 5736947 w 7467600"/>
              <a:gd name="connsiteY812" fmla="*/ 261367 h 6858000"/>
              <a:gd name="connsiteX813" fmla="*/ 5427012 w 7467600"/>
              <a:gd name="connsiteY813" fmla="*/ 311272 h 6858000"/>
              <a:gd name="connsiteX814" fmla="*/ 5147818 w 7467600"/>
              <a:gd name="connsiteY814" fmla="*/ 322112 h 6858000"/>
              <a:gd name="connsiteX815" fmla="*/ 5060854 w 7467600"/>
              <a:gd name="connsiteY815" fmla="*/ 311882 h 6858000"/>
              <a:gd name="connsiteX816" fmla="*/ 4945989 w 7467600"/>
              <a:gd name="connsiteY816" fmla="*/ 300516 h 6858000"/>
              <a:gd name="connsiteX817" fmla="*/ 5410479 w 7467600"/>
              <a:gd name="connsiteY817" fmla="*/ 348434 h 6858000"/>
              <a:gd name="connsiteX818" fmla="*/ 5805386 w 7467600"/>
              <a:gd name="connsiteY818" fmla="*/ 239240 h 6858000"/>
              <a:gd name="connsiteX819" fmla="*/ 5905192 w 7467600"/>
              <a:gd name="connsiteY819" fmla="*/ 163079 h 6858000"/>
              <a:gd name="connsiteX820" fmla="*/ 5865655 w 7467600"/>
              <a:gd name="connsiteY820" fmla="*/ 171901 h 6858000"/>
              <a:gd name="connsiteX821" fmla="*/ 5259740 w 7467600"/>
              <a:gd name="connsiteY821" fmla="*/ 257013 h 6858000"/>
              <a:gd name="connsiteX822" fmla="*/ 5208466 w 7467600"/>
              <a:gd name="connsiteY822" fmla="*/ 257550 h 6858000"/>
              <a:gd name="connsiteX823" fmla="*/ 4980204 w 7467600"/>
              <a:gd name="connsiteY823" fmla="*/ 271903 h 6858000"/>
              <a:gd name="connsiteX824" fmla="*/ 5068068 w 7467600"/>
              <a:gd name="connsiteY824" fmla="*/ 282244 h 6858000"/>
              <a:gd name="connsiteX825" fmla="*/ 5153231 w 7467600"/>
              <a:gd name="connsiteY825" fmla="*/ 292240 h 6858000"/>
              <a:gd name="connsiteX826" fmla="*/ 5426491 w 7467600"/>
              <a:gd name="connsiteY826" fmla="*/ 281128 h 6858000"/>
              <a:gd name="connsiteX827" fmla="*/ 5731212 w 7467600"/>
              <a:gd name="connsiteY827" fmla="*/ 231951 h 6858000"/>
              <a:gd name="connsiteX828" fmla="*/ 5905192 w 7467600"/>
              <a:gd name="connsiteY828" fmla="*/ 163079 h 6858000"/>
              <a:gd name="connsiteX829" fmla="*/ 5944437 w 7467600"/>
              <a:gd name="connsiteY829" fmla="*/ 113829 h 6858000"/>
              <a:gd name="connsiteX830" fmla="*/ 5825032 w 7467600"/>
              <a:gd name="connsiteY830" fmla="*/ 146405 h 6858000"/>
              <a:gd name="connsiteX831" fmla="*/ 4955599 w 7467600"/>
              <a:gd name="connsiteY831" fmla="*/ 247008 h 6858000"/>
              <a:gd name="connsiteX832" fmla="*/ 5210104 w 7467600"/>
              <a:gd name="connsiteY832" fmla="*/ 228123 h 6858000"/>
              <a:gd name="connsiteX833" fmla="*/ 5261015 w 7467600"/>
              <a:gd name="connsiteY833" fmla="*/ 227087 h 6858000"/>
              <a:gd name="connsiteX834" fmla="*/ 5861181 w 7467600"/>
              <a:gd name="connsiteY834" fmla="*/ 143093 h 6858000"/>
              <a:gd name="connsiteX835" fmla="*/ 5961252 w 7467600"/>
              <a:gd name="connsiteY835" fmla="*/ 114820 h 6858000"/>
              <a:gd name="connsiteX836" fmla="*/ 5944437 w 7467600"/>
              <a:gd name="connsiteY836" fmla="*/ 113829 h 6858000"/>
              <a:gd name="connsiteX837" fmla="*/ 3882765 w 7467600"/>
              <a:gd name="connsiteY837" fmla="*/ 0 h 6858000"/>
              <a:gd name="connsiteX838" fmla="*/ 3995099 w 7467600"/>
              <a:gd name="connsiteY838" fmla="*/ 0 h 6858000"/>
              <a:gd name="connsiteX839" fmla="*/ 4163818 w 7467600"/>
              <a:gd name="connsiteY839" fmla="*/ 234104 h 6858000"/>
              <a:gd name="connsiteX840" fmla="*/ 4172099 w 7467600"/>
              <a:gd name="connsiteY840" fmla="*/ 234207 h 6858000"/>
              <a:gd name="connsiteX841" fmla="*/ 4784282 w 7467600"/>
              <a:gd name="connsiteY841" fmla="*/ 276561 h 6858000"/>
              <a:gd name="connsiteX842" fmla="*/ 4801687 w 7467600"/>
              <a:gd name="connsiteY842" fmla="*/ 267764 h 6858000"/>
              <a:gd name="connsiteX843" fmla="*/ 6082788 w 7467600"/>
              <a:gd name="connsiteY843" fmla="*/ 64119 h 6858000"/>
              <a:gd name="connsiteX844" fmla="*/ 6099442 w 7467600"/>
              <a:gd name="connsiteY844" fmla="*/ 82568 h 6858000"/>
              <a:gd name="connsiteX845" fmla="*/ 4804137 w 7467600"/>
              <a:gd name="connsiteY845" fmla="*/ 320931 h 6858000"/>
              <a:gd name="connsiteX846" fmla="*/ 4227047 w 7467600"/>
              <a:gd name="connsiteY846" fmla="*/ 313415 h 6858000"/>
              <a:gd name="connsiteX847" fmla="*/ 4346041 w 7467600"/>
              <a:gd name="connsiteY847" fmla="*/ 456086 h 6858000"/>
              <a:gd name="connsiteX848" fmla="*/ 4870967 w 7467600"/>
              <a:gd name="connsiteY848" fmla="*/ 963061 h 6858000"/>
              <a:gd name="connsiteX849" fmla="*/ 4889647 w 7467600"/>
              <a:gd name="connsiteY849" fmla="*/ 957147 h 6858000"/>
              <a:gd name="connsiteX850" fmla="*/ 5422504 w 7467600"/>
              <a:gd name="connsiteY850" fmla="*/ 805191 h 6858000"/>
              <a:gd name="connsiteX851" fmla="*/ 6087656 w 7467600"/>
              <a:gd name="connsiteY851" fmla="*/ 826703 h 6858000"/>
              <a:gd name="connsiteX852" fmla="*/ 6058717 w 7467600"/>
              <a:gd name="connsiteY852" fmla="*/ 865992 h 6858000"/>
              <a:gd name="connsiteX853" fmla="*/ 4974153 w 7467600"/>
              <a:gd name="connsiteY853" fmla="*/ 1045456 h 6858000"/>
              <a:gd name="connsiteX854" fmla="*/ 5627835 w 7467600"/>
              <a:gd name="connsiteY854" fmla="*/ 1472077 h 6858000"/>
              <a:gd name="connsiteX855" fmla="*/ 5629817 w 7467600"/>
              <a:gd name="connsiteY855" fmla="*/ 1471412 h 6858000"/>
              <a:gd name="connsiteX856" fmla="*/ 5634124 w 7467600"/>
              <a:gd name="connsiteY856" fmla="*/ 1470572 h 6858000"/>
              <a:gd name="connsiteX857" fmla="*/ 5755832 w 7467600"/>
              <a:gd name="connsiteY857" fmla="*/ 1383886 h 6858000"/>
              <a:gd name="connsiteX858" fmla="*/ 6014186 w 7467600"/>
              <a:gd name="connsiteY858" fmla="*/ 1279799 h 6858000"/>
              <a:gd name="connsiteX859" fmla="*/ 6901619 w 7467600"/>
              <a:gd name="connsiteY859" fmla="*/ 1047874 h 6858000"/>
              <a:gd name="connsiteX860" fmla="*/ 6931566 w 7467600"/>
              <a:gd name="connsiteY860" fmla="*/ 1062034 h 6858000"/>
              <a:gd name="connsiteX861" fmla="*/ 5790982 w 7467600"/>
              <a:gd name="connsiteY861" fmla="*/ 1561380 h 6858000"/>
              <a:gd name="connsiteX862" fmla="*/ 6188971 w 7467600"/>
              <a:gd name="connsiteY862" fmla="*/ 1755168 h 6858000"/>
              <a:gd name="connsiteX863" fmla="*/ 6202446 w 7467600"/>
              <a:gd name="connsiteY863" fmla="*/ 1752268 h 6858000"/>
              <a:gd name="connsiteX864" fmla="*/ 7179560 w 7467600"/>
              <a:gd name="connsiteY864" fmla="*/ 1467551 h 6858000"/>
              <a:gd name="connsiteX865" fmla="*/ 7158730 w 7467600"/>
              <a:gd name="connsiteY865" fmla="*/ 1507835 h 6858000"/>
              <a:gd name="connsiteX866" fmla="*/ 6326959 w 7467600"/>
              <a:gd name="connsiteY866" fmla="*/ 1817686 h 6858000"/>
              <a:gd name="connsiteX867" fmla="*/ 6537433 w 7467600"/>
              <a:gd name="connsiteY867" fmla="*/ 1907790 h 6858000"/>
              <a:gd name="connsiteX868" fmla="*/ 6550221 w 7467600"/>
              <a:gd name="connsiteY868" fmla="*/ 1910729 h 6858000"/>
              <a:gd name="connsiteX869" fmla="*/ 6964438 w 7467600"/>
              <a:gd name="connsiteY869" fmla="*/ 2209505 h 6858000"/>
              <a:gd name="connsiteX870" fmla="*/ 7367862 w 7467600"/>
              <a:gd name="connsiteY870" fmla="*/ 2806833 h 6858000"/>
              <a:gd name="connsiteX871" fmla="*/ 7364329 w 7467600"/>
              <a:gd name="connsiteY871" fmla="*/ 2826907 h 6858000"/>
              <a:gd name="connsiteX872" fmla="*/ 7290545 w 7467600"/>
              <a:gd name="connsiteY872" fmla="*/ 2850663 h 6858000"/>
              <a:gd name="connsiteX873" fmla="*/ 6472036 w 7467600"/>
              <a:gd name="connsiteY873" fmla="*/ 1959003 h 6858000"/>
              <a:gd name="connsiteX874" fmla="*/ 5792897 w 7467600"/>
              <a:gd name="connsiteY874" fmla="*/ 1647747 h 6858000"/>
              <a:gd name="connsiteX875" fmla="*/ 5842751 w 7467600"/>
              <a:gd name="connsiteY875" fmla="*/ 1816112 h 6858000"/>
              <a:gd name="connsiteX876" fmla="*/ 5847424 w 7467600"/>
              <a:gd name="connsiteY876" fmla="*/ 1815776 h 6858000"/>
              <a:gd name="connsiteX877" fmla="*/ 6399821 w 7467600"/>
              <a:gd name="connsiteY877" fmla="*/ 2344799 h 6858000"/>
              <a:gd name="connsiteX878" fmla="*/ 6323232 w 7467600"/>
              <a:gd name="connsiteY878" fmla="*/ 2389634 h 6858000"/>
              <a:gd name="connsiteX879" fmla="*/ 5942958 w 7467600"/>
              <a:gd name="connsiteY879" fmla="*/ 2077708 h 6858000"/>
              <a:gd name="connsiteX880" fmla="*/ 5921559 w 7467600"/>
              <a:gd name="connsiteY880" fmla="*/ 2378596 h 6858000"/>
              <a:gd name="connsiteX881" fmla="*/ 5817651 w 7467600"/>
              <a:gd name="connsiteY881" fmla="*/ 3023919 h 6858000"/>
              <a:gd name="connsiteX882" fmla="*/ 5729634 w 7467600"/>
              <a:gd name="connsiteY882" fmla="*/ 3051849 h 6858000"/>
              <a:gd name="connsiteX883" fmla="*/ 5611018 w 7467600"/>
              <a:gd name="connsiteY883" fmla="*/ 2316769 h 6858000"/>
              <a:gd name="connsiteX884" fmla="*/ 5687608 w 7467600"/>
              <a:gd name="connsiteY884" fmla="*/ 2039972 h 6858000"/>
              <a:gd name="connsiteX885" fmla="*/ 5657554 w 7467600"/>
              <a:gd name="connsiteY885" fmla="*/ 1576445 h 6858000"/>
              <a:gd name="connsiteX886" fmla="*/ 5150475 w 7467600"/>
              <a:gd name="connsiteY886" fmla="*/ 1274012 h 6858000"/>
              <a:gd name="connsiteX887" fmla="*/ 5349142 w 7467600"/>
              <a:gd name="connsiteY887" fmla="*/ 2204405 h 6858000"/>
              <a:gd name="connsiteX888" fmla="*/ 5262214 w 7467600"/>
              <a:gd name="connsiteY888" fmla="*/ 2233836 h 6858000"/>
              <a:gd name="connsiteX889" fmla="*/ 4981539 w 7467600"/>
              <a:gd name="connsiteY889" fmla="*/ 1542201 h 6858000"/>
              <a:gd name="connsiteX890" fmla="*/ 4958461 w 7467600"/>
              <a:gd name="connsiteY890" fmla="*/ 1136957 h 6858000"/>
              <a:gd name="connsiteX891" fmla="*/ 4655015 w 7467600"/>
              <a:gd name="connsiteY891" fmla="*/ 891426 h 6858000"/>
              <a:gd name="connsiteX892" fmla="*/ 4348002 w 7467600"/>
              <a:gd name="connsiteY892" fmla="*/ 2205895 h 6858000"/>
              <a:gd name="connsiteX893" fmla="*/ 4262250 w 7467600"/>
              <a:gd name="connsiteY893" fmla="*/ 2219972 h 6858000"/>
              <a:gd name="connsiteX894" fmla="*/ 4550611 w 7467600"/>
              <a:gd name="connsiteY894" fmla="*/ 817540 h 6858000"/>
              <a:gd name="connsiteX895" fmla="*/ 4564418 w 7467600"/>
              <a:gd name="connsiteY895" fmla="*/ 808293 h 6858000"/>
              <a:gd name="connsiteX896" fmla="*/ 4266388 w 7467600"/>
              <a:gd name="connsiteY896" fmla="*/ 500083 h 6858000"/>
              <a:gd name="connsiteX897" fmla="*/ 4032842 w 7467600"/>
              <a:gd name="connsiteY897" fmla="*/ 211809 h 6858000"/>
              <a:gd name="connsiteX898" fmla="*/ 3882765 w 7467600"/>
              <a:gd name="connsiteY898" fmla="*/ 0 h 6858000"/>
              <a:gd name="connsiteX899" fmla="*/ 3721337 w 7467600"/>
              <a:gd name="connsiteY899" fmla="*/ 0 h 6858000"/>
              <a:gd name="connsiteX900" fmla="*/ 3797544 w 7467600"/>
              <a:gd name="connsiteY900" fmla="*/ 0 h 6858000"/>
              <a:gd name="connsiteX901" fmla="*/ 3775734 w 7467600"/>
              <a:gd name="connsiteY901" fmla="*/ 95131 h 6858000"/>
              <a:gd name="connsiteX902" fmla="*/ 3724807 w 7467600"/>
              <a:gd name="connsiteY902" fmla="*/ 272257 h 6858000"/>
              <a:gd name="connsiteX903" fmla="*/ 3726844 w 7467600"/>
              <a:gd name="connsiteY903" fmla="*/ 282988 h 6858000"/>
              <a:gd name="connsiteX904" fmla="*/ 3742664 w 7467600"/>
              <a:gd name="connsiteY904" fmla="*/ 279918 h 6858000"/>
              <a:gd name="connsiteX905" fmla="*/ 4103910 w 7467600"/>
              <a:gd name="connsiteY905" fmla="*/ 1161917 h 6858000"/>
              <a:gd name="connsiteX906" fmla="*/ 4020269 w 7467600"/>
              <a:gd name="connsiteY906" fmla="*/ 1200406 h 6858000"/>
              <a:gd name="connsiteX907" fmla="*/ 3674882 w 7467600"/>
              <a:gd name="connsiteY907" fmla="*/ 488524 h 6858000"/>
              <a:gd name="connsiteX908" fmla="*/ 3132682 w 7467600"/>
              <a:gd name="connsiteY908" fmla="*/ 1072284 h 6858000"/>
              <a:gd name="connsiteX909" fmla="*/ 2716346 w 7467600"/>
              <a:gd name="connsiteY909" fmla="*/ 1276376 h 6858000"/>
              <a:gd name="connsiteX910" fmla="*/ 2716772 w 7467600"/>
              <a:gd name="connsiteY910" fmla="*/ 1255462 h 6858000"/>
              <a:gd name="connsiteX911" fmla="*/ 3471096 w 7467600"/>
              <a:gd name="connsiteY911" fmla="*/ 437072 h 6858000"/>
              <a:gd name="connsiteX912" fmla="*/ 3639057 w 7467600"/>
              <a:gd name="connsiteY912" fmla="*/ 286334 h 6858000"/>
              <a:gd name="connsiteX913" fmla="*/ 3640309 w 7467600"/>
              <a:gd name="connsiteY913" fmla="*/ 284664 h 6858000"/>
              <a:gd name="connsiteX914" fmla="*/ 3646022 w 7467600"/>
              <a:gd name="connsiteY914" fmla="*/ 276711 h 6858000"/>
              <a:gd name="connsiteX915" fmla="*/ 3707943 w 7467600"/>
              <a:gd name="connsiteY915" fmla="*/ 65958 h 6858000"/>
              <a:gd name="connsiteX916" fmla="*/ 3721337 w 7467600"/>
              <a:gd name="connsiteY916" fmla="*/ 0 h 6858000"/>
              <a:gd name="connsiteX917" fmla="*/ 2867960 w 7467600"/>
              <a:gd name="connsiteY917" fmla="*/ 0 h 6858000"/>
              <a:gd name="connsiteX918" fmla="*/ 2926351 w 7467600"/>
              <a:gd name="connsiteY918" fmla="*/ 0 h 6858000"/>
              <a:gd name="connsiteX919" fmla="*/ 2902823 w 7467600"/>
              <a:gd name="connsiteY919" fmla="*/ 262929 h 6858000"/>
              <a:gd name="connsiteX920" fmla="*/ 2940663 w 7467600"/>
              <a:gd name="connsiteY920" fmla="*/ 140884 h 6858000"/>
              <a:gd name="connsiteX921" fmla="*/ 2947039 w 7467600"/>
              <a:gd name="connsiteY921" fmla="*/ 122524 h 6858000"/>
              <a:gd name="connsiteX922" fmla="*/ 2984316 w 7467600"/>
              <a:gd name="connsiteY922" fmla="*/ 0 h 6858000"/>
              <a:gd name="connsiteX923" fmla="*/ 3016114 w 7467600"/>
              <a:gd name="connsiteY923" fmla="*/ 0 h 6858000"/>
              <a:gd name="connsiteX924" fmla="*/ 2979949 w 7467600"/>
              <a:gd name="connsiteY924" fmla="*/ 119274 h 6858000"/>
              <a:gd name="connsiteX925" fmla="*/ 3023879 w 7467600"/>
              <a:gd name="connsiteY925" fmla="*/ 0 h 6858000"/>
              <a:gd name="connsiteX926" fmla="*/ 3105400 w 7467600"/>
              <a:gd name="connsiteY926" fmla="*/ 0 h 6858000"/>
              <a:gd name="connsiteX927" fmla="*/ 3094669 w 7467600"/>
              <a:gd name="connsiteY927" fmla="*/ 30308 h 6858000"/>
              <a:gd name="connsiteX928" fmla="*/ 2901945 w 7467600"/>
              <a:gd name="connsiteY928" fmla="*/ 466538 h 6858000"/>
              <a:gd name="connsiteX929" fmla="*/ 2815209 w 7467600"/>
              <a:gd name="connsiteY929" fmla="*/ 497361 h 6858000"/>
              <a:gd name="connsiteX930" fmla="*/ 2844845 w 7467600"/>
              <a:gd name="connsiteY930" fmla="*/ 127638 h 6858000"/>
              <a:gd name="connsiteX931" fmla="*/ 2867960 w 7467600"/>
              <a:gd name="connsiteY931" fmla="*/ 0 h 6858000"/>
              <a:gd name="connsiteX932" fmla="*/ 1057230 w 7467600"/>
              <a:gd name="connsiteY932" fmla="*/ 0 h 6858000"/>
              <a:gd name="connsiteX933" fmla="*/ 1111003 w 7467600"/>
              <a:gd name="connsiteY933" fmla="*/ 0 h 6858000"/>
              <a:gd name="connsiteX934" fmla="*/ 1125553 w 7467600"/>
              <a:gd name="connsiteY934" fmla="*/ 52588 h 6858000"/>
              <a:gd name="connsiteX935" fmla="*/ 1304276 w 7467600"/>
              <a:gd name="connsiteY935" fmla="*/ 476275 h 6858000"/>
              <a:gd name="connsiteX936" fmla="*/ 1492066 w 7467600"/>
              <a:gd name="connsiteY936" fmla="*/ 886333 h 6858000"/>
              <a:gd name="connsiteX937" fmla="*/ 1423698 w 7467600"/>
              <a:gd name="connsiteY937" fmla="*/ 710817 h 6858000"/>
              <a:gd name="connsiteX938" fmla="*/ 1357609 w 7467600"/>
              <a:gd name="connsiteY938" fmla="*/ 532892 h 6858000"/>
              <a:gd name="connsiteX939" fmla="*/ 1309550 w 7467600"/>
              <a:gd name="connsiteY939" fmla="*/ 374031 h 6858000"/>
              <a:gd name="connsiteX940" fmla="*/ 1193673 w 7467600"/>
              <a:gd name="connsiteY940" fmla="*/ 49533 h 6858000"/>
              <a:gd name="connsiteX941" fmla="*/ 1164391 w 7467600"/>
              <a:gd name="connsiteY941" fmla="*/ 0 h 6858000"/>
              <a:gd name="connsiteX942" fmla="*/ 1200666 w 7467600"/>
              <a:gd name="connsiteY942" fmla="*/ 0 h 6858000"/>
              <a:gd name="connsiteX943" fmla="*/ 1223408 w 7467600"/>
              <a:gd name="connsiteY943" fmla="*/ 38996 h 6858000"/>
              <a:gd name="connsiteX944" fmla="*/ 1339635 w 7467600"/>
              <a:gd name="connsiteY944" fmla="*/ 365517 h 6858000"/>
              <a:gd name="connsiteX945" fmla="*/ 1387469 w 7467600"/>
              <a:gd name="connsiteY945" fmla="*/ 523079 h 6858000"/>
              <a:gd name="connsiteX946" fmla="*/ 1452685 w 7467600"/>
              <a:gd name="connsiteY946" fmla="*/ 699806 h 6858000"/>
              <a:gd name="connsiteX947" fmla="*/ 1492092 w 7467600"/>
              <a:gd name="connsiteY947" fmla="*/ 800424 h 6858000"/>
              <a:gd name="connsiteX948" fmla="*/ 1455302 w 7467600"/>
              <a:gd name="connsiteY948" fmla="*/ 632913 h 6858000"/>
              <a:gd name="connsiteX949" fmla="*/ 1222336 w 7467600"/>
              <a:gd name="connsiteY949" fmla="*/ 9480 h 6858000"/>
              <a:gd name="connsiteX950" fmla="*/ 1214634 w 7467600"/>
              <a:gd name="connsiteY950" fmla="*/ 0 h 6858000"/>
              <a:gd name="connsiteX951" fmla="*/ 1289827 w 7467600"/>
              <a:gd name="connsiteY951" fmla="*/ 0 h 6858000"/>
              <a:gd name="connsiteX952" fmla="*/ 1321076 w 7467600"/>
              <a:gd name="connsiteY952" fmla="*/ 59722 h 6858000"/>
              <a:gd name="connsiteX953" fmla="*/ 1512579 w 7467600"/>
              <a:gd name="connsiteY953" fmla="*/ 626441 h 6858000"/>
              <a:gd name="connsiteX954" fmla="*/ 1506076 w 7467600"/>
              <a:gd name="connsiteY954" fmla="*/ 1089289 h 6858000"/>
              <a:gd name="connsiteX955" fmla="*/ 1486346 w 7467600"/>
              <a:gd name="connsiteY955" fmla="*/ 1079919 h 6858000"/>
              <a:gd name="connsiteX956" fmla="*/ 1070511 w 7467600"/>
              <a:gd name="connsiteY956" fmla="*/ 48609 h 6858000"/>
              <a:gd name="connsiteX957" fmla="*/ 1057230 w 7467600"/>
              <a:gd name="connsiteY957" fmla="*/ 0 h 6858000"/>
              <a:gd name="connsiteX958" fmla="*/ 43151 w 7467600"/>
              <a:gd name="connsiteY958" fmla="*/ 0 h 6858000"/>
              <a:gd name="connsiteX959" fmla="*/ 95283 w 7467600"/>
              <a:gd name="connsiteY959" fmla="*/ 0 h 6858000"/>
              <a:gd name="connsiteX960" fmla="*/ 300708 w 7467600"/>
              <a:gd name="connsiteY960" fmla="*/ 154571 h 6858000"/>
              <a:gd name="connsiteX961" fmla="*/ 530414 w 7467600"/>
              <a:gd name="connsiteY961" fmla="*/ 354673 h 6858000"/>
              <a:gd name="connsiteX962" fmla="*/ 333785 w 7467600"/>
              <a:gd name="connsiteY962" fmla="*/ 161564 h 6858000"/>
              <a:gd name="connsiteX963" fmla="*/ 147005 w 7467600"/>
              <a:gd name="connsiteY963" fmla="*/ 0 h 6858000"/>
              <a:gd name="connsiteX964" fmla="*/ 272509 w 7467600"/>
              <a:gd name="connsiteY964" fmla="*/ 0 h 6858000"/>
              <a:gd name="connsiteX965" fmla="*/ 326276 w 7467600"/>
              <a:gd name="connsiteY965" fmla="*/ 45847 h 6858000"/>
              <a:gd name="connsiteX966" fmla="*/ 823759 w 7467600"/>
              <a:gd name="connsiteY966" fmla="*/ 574145 h 6858000"/>
              <a:gd name="connsiteX967" fmla="*/ 811254 w 7467600"/>
              <a:gd name="connsiteY967" fmla="*/ 665546 h 6858000"/>
              <a:gd name="connsiteX968" fmla="*/ 154042 w 7467600"/>
              <a:gd name="connsiteY968" fmla="*/ 261522 h 6858000"/>
              <a:gd name="connsiteX969" fmla="*/ 13550 w 7467600"/>
              <a:gd name="connsiteY969" fmla="*/ 158423 h 6858000"/>
              <a:gd name="connsiteX970" fmla="*/ 0 w 7467600"/>
              <a:gd name="connsiteY970" fmla="*/ 146618 h 6858000"/>
              <a:gd name="connsiteX971" fmla="*/ 0 w 7467600"/>
              <a:gd name="connsiteY971" fmla="*/ 59161 h 6858000"/>
              <a:gd name="connsiteX972" fmla="*/ 45427 w 7467600"/>
              <a:gd name="connsiteY972" fmla="*/ 101078 h 6858000"/>
              <a:gd name="connsiteX973" fmla="*/ 630103 w 7467600"/>
              <a:gd name="connsiteY973" fmla="*/ 485885 h 6858000"/>
              <a:gd name="connsiteX974" fmla="*/ 532040 w 7467600"/>
              <a:gd name="connsiteY974" fmla="*/ 399359 h 6858000"/>
              <a:gd name="connsiteX975" fmla="*/ 517618 w 7467600"/>
              <a:gd name="connsiteY975" fmla="*/ 385726 h 6858000"/>
              <a:gd name="connsiteX976" fmla="*/ 285074 w 7467600"/>
              <a:gd name="connsiteY976" fmla="*/ 182755 h 6858000"/>
              <a:gd name="connsiteX977" fmla="*/ 43151 w 7467600"/>
              <a:gd name="connsiteY977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6844835 w 7467600"/>
              <a:gd name="connsiteY74" fmla="*/ 5424988 h 6858000"/>
              <a:gd name="connsiteX75" fmla="*/ 6879594 w 7467600"/>
              <a:gd name="connsiteY75" fmla="*/ 5424547 h 6858000"/>
              <a:gd name="connsiteX76" fmla="*/ 7379510 w 7467600"/>
              <a:gd name="connsiteY76" fmla="*/ 5755454 h 6858000"/>
              <a:gd name="connsiteX77" fmla="*/ 7467600 w 7467600"/>
              <a:gd name="connsiteY77" fmla="*/ 5845526 h 6858000"/>
              <a:gd name="connsiteX78" fmla="*/ 7467600 w 7467600"/>
              <a:gd name="connsiteY78" fmla="*/ 5925131 h 6858000"/>
              <a:gd name="connsiteX79" fmla="*/ 7271900 w 7467600"/>
              <a:gd name="connsiteY79" fmla="*/ 5734551 h 6858000"/>
              <a:gd name="connsiteX80" fmla="*/ 7015907 w 7467600"/>
              <a:gd name="connsiteY80" fmla="*/ 5541548 h 6858000"/>
              <a:gd name="connsiteX81" fmla="*/ 7259646 w 7467600"/>
              <a:gd name="connsiteY81" fmla="*/ 5765985 h 6858000"/>
              <a:gd name="connsiteX82" fmla="*/ 7467600 w 7467600"/>
              <a:gd name="connsiteY82" fmla="*/ 6012219 h 6858000"/>
              <a:gd name="connsiteX83" fmla="*/ 6946849 w 7467600"/>
              <a:gd name="connsiteY83" fmla="*/ 5523271 h 6858000"/>
              <a:gd name="connsiteX84" fmla="*/ 6946972 w 7467600"/>
              <a:gd name="connsiteY84" fmla="*/ 5526491 h 6858000"/>
              <a:gd name="connsiteX85" fmla="*/ 7105827 w 7467600"/>
              <a:gd name="connsiteY85" fmla="*/ 5718700 h 6858000"/>
              <a:gd name="connsiteX86" fmla="*/ 7356878 w 7467600"/>
              <a:gd name="connsiteY86" fmla="*/ 5981332 h 6858000"/>
              <a:gd name="connsiteX87" fmla="*/ 7467600 w 7467600"/>
              <a:gd name="connsiteY87" fmla="*/ 6117703 h 6858000"/>
              <a:gd name="connsiteX88" fmla="*/ 7467600 w 7467600"/>
              <a:gd name="connsiteY88" fmla="*/ 6163634 h 6858000"/>
              <a:gd name="connsiteX89" fmla="*/ 7403637 w 7467600"/>
              <a:gd name="connsiteY89" fmla="*/ 6083957 h 6858000"/>
              <a:gd name="connsiteX90" fmla="*/ 7254615 w 7467600"/>
              <a:gd name="connsiteY90" fmla="*/ 5911918 h 6858000"/>
              <a:gd name="connsiteX91" fmla="*/ 7312589 w 7467600"/>
              <a:gd name="connsiteY91" fmla="*/ 5982309 h 6858000"/>
              <a:gd name="connsiteX92" fmla="*/ 7448321 w 7467600"/>
              <a:gd name="connsiteY92" fmla="*/ 6190991 h 6858000"/>
              <a:gd name="connsiteX93" fmla="*/ 7467600 w 7467600"/>
              <a:gd name="connsiteY93" fmla="*/ 6221686 h 6858000"/>
              <a:gd name="connsiteX94" fmla="*/ 7467600 w 7467600"/>
              <a:gd name="connsiteY94" fmla="*/ 6334256 h 6858000"/>
              <a:gd name="connsiteX95" fmla="*/ 7454976 w 7467600"/>
              <a:gd name="connsiteY95" fmla="*/ 6318297 h 6858000"/>
              <a:gd name="connsiteX96" fmla="*/ 7042773 w 7467600"/>
              <a:gd name="connsiteY96" fmla="*/ 5734011 h 6858000"/>
              <a:gd name="connsiteX97" fmla="*/ 6844835 w 7467600"/>
              <a:gd name="connsiteY97" fmla="*/ 5424988 h 6858000"/>
              <a:gd name="connsiteX98" fmla="*/ 1456157 w 7467600"/>
              <a:gd name="connsiteY98" fmla="*/ 5371404 h 6858000"/>
              <a:gd name="connsiteX99" fmla="*/ 1244432 w 7467600"/>
              <a:gd name="connsiteY99" fmla="*/ 5385601 h 6858000"/>
              <a:gd name="connsiteX100" fmla="*/ 973990 w 7467600"/>
              <a:gd name="connsiteY100" fmla="*/ 5424940 h 6858000"/>
              <a:gd name="connsiteX101" fmla="*/ 1103809 w 7467600"/>
              <a:gd name="connsiteY101" fmla="*/ 5433720 h 6858000"/>
              <a:gd name="connsiteX102" fmla="*/ 1123454 w 7467600"/>
              <a:gd name="connsiteY102" fmla="*/ 5435727 h 6858000"/>
              <a:gd name="connsiteX103" fmla="*/ 1737017 w 7467600"/>
              <a:gd name="connsiteY103" fmla="*/ 5452183 h 6858000"/>
              <a:gd name="connsiteX104" fmla="*/ 1824397 w 7467600"/>
              <a:gd name="connsiteY104" fmla="*/ 5447757 h 6858000"/>
              <a:gd name="connsiteX105" fmla="*/ 2070059 w 7467600"/>
              <a:gd name="connsiteY105" fmla="*/ 5441660 h 6858000"/>
              <a:gd name="connsiteX106" fmla="*/ 1456157 w 7467600"/>
              <a:gd name="connsiteY106" fmla="*/ 5371404 h 6858000"/>
              <a:gd name="connsiteX107" fmla="*/ 4988186 w 7467600"/>
              <a:gd name="connsiteY107" fmla="*/ 5216467 h 6858000"/>
              <a:gd name="connsiteX108" fmla="*/ 4777334 w 7467600"/>
              <a:gd name="connsiteY108" fmla="*/ 5406072 h 6858000"/>
              <a:gd name="connsiteX109" fmla="*/ 4718341 w 7467600"/>
              <a:gd name="connsiteY109" fmla="*/ 5468043 h 6858000"/>
              <a:gd name="connsiteX110" fmla="*/ 4604655 w 7467600"/>
              <a:gd name="connsiteY110" fmla="*/ 5583434 h 6858000"/>
              <a:gd name="connsiteX111" fmla="*/ 4565074 w 7467600"/>
              <a:gd name="connsiteY111" fmla="*/ 5618550 h 6858000"/>
              <a:gd name="connsiteX112" fmla="*/ 4988186 w 7467600"/>
              <a:gd name="connsiteY112" fmla="*/ 5216467 h 6858000"/>
              <a:gd name="connsiteX113" fmla="*/ 4978032 w 7467600"/>
              <a:gd name="connsiteY113" fmla="*/ 5183809 h 6858000"/>
              <a:gd name="connsiteX114" fmla="*/ 4463413 w 7467600"/>
              <a:gd name="connsiteY114" fmla="*/ 5615162 h 6858000"/>
              <a:gd name="connsiteX115" fmla="*/ 4358134 w 7467600"/>
              <a:gd name="connsiteY115" fmla="*/ 5742791 h 6858000"/>
              <a:gd name="connsiteX116" fmla="*/ 4376219 w 7467600"/>
              <a:gd name="connsiteY116" fmla="*/ 5729027 h 6858000"/>
              <a:gd name="connsiteX117" fmla="*/ 4582340 w 7467600"/>
              <a:gd name="connsiteY117" fmla="*/ 5561037 h 6858000"/>
              <a:gd name="connsiteX118" fmla="*/ 4694684 w 7467600"/>
              <a:gd name="connsiteY118" fmla="*/ 5447098 h 6858000"/>
              <a:gd name="connsiteX119" fmla="*/ 4754123 w 7467600"/>
              <a:gd name="connsiteY119" fmla="*/ 5384643 h 6858000"/>
              <a:gd name="connsiteX120" fmla="*/ 4978032 w 7467600"/>
              <a:gd name="connsiteY120" fmla="*/ 5183809 h 6858000"/>
              <a:gd name="connsiteX121" fmla="*/ 1903353 w 7467600"/>
              <a:gd name="connsiteY121" fmla="*/ 5044827 h 6858000"/>
              <a:gd name="connsiteX122" fmla="*/ 1936931 w 7467600"/>
              <a:gd name="connsiteY122" fmla="*/ 5093954 h 6858000"/>
              <a:gd name="connsiteX123" fmla="*/ 2195868 w 7467600"/>
              <a:gd name="connsiteY123" fmla="*/ 5396574 h 6858000"/>
              <a:gd name="connsiteX124" fmla="*/ 2088852 w 7467600"/>
              <a:gd name="connsiteY124" fmla="*/ 5166123 h 6858000"/>
              <a:gd name="connsiteX125" fmla="*/ 1958241 w 7467600"/>
              <a:gd name="connsiteY125" fmla="*/ 5067955 h 6858000"/>
              <a:gd name="connsiteX126" fmla="*/ 1903353 w 7467600"/>
              <a:gd name="connsiteY126" fmla="*/ 5044827 h 6858000"/>
              <a:gd name="connsiteX127" fmla="*/ 1979378 w 7467600"/>
              <a:gd name="connsiteY127" fmla="*/ 4769504 h 6858000"/>
              <a:gd name="connsiteX128" fmla="*/ 2882120 w 7467600"/>
              <a:gd name="connsiteY128" fmla="*/ 5064547 h 6858000"/>
              <a:gd name="connsiteX129" fmla="*/ 2793103 w 7467600"/>
              <a:gd name="connsiteY129" fmla="*/ 5039699 h 6858000"/>
              <a:gd name="connsiteX130" fmla="*/ 2770041 w 7467600"/>
              <a:gd name="connsiteY130" fmla="*/ 5033634 h 6858000"/>
              <a:gd name="connsiteX131" fmla="*/ 1979378 w 7467600"/>
              <a:gd name="connsiteY131" fmla="*/ 4769504 h 6858000"/>
              <a:gd name="connsiteX132" fmla="*/ 1927410 w 7467600"/>
              <a:gd name="connsiteY132" fmla="*/ 4716164 h 6858000"/>
              <a:gd name="connsiteX133" fmla="*/ 1959587 w 7467600"/>
              <a:gd name="connsiteY133" fmla="*/ 4728849 h 6858000"/>
              <a:gd name="connsiteX134" fmla="*/ 2777707 w 7467600"/>
              <a:gd name="connsiteY134" fmla="*/ 5003991 h 6858000"/>
              <a:gd name="connsiteX135" fmla="*/ 2800768 w 7467600"/>
              <a:gd name="connsiteY135" fmla="*/ 5010056 h 6858000"/>
              <a:gd name="connsiteX136" fmla="*/ 2879408 w 7467600"/>
              <a:gd name="connsiteY136" fmla="*/ 5031590 h 6858000"/>
              <a:gd name="connsiteX137" fmla="*/ 2862295 w 7467600"/>
              <a:gd name="connsiteY137" fmla="*/ 5022958 h 6858000"/>
              <a:gd name="connsiteX138" fmla="*/ 2813343 w 7467600"/>
              <a:gd name="connsiteY138" fmla="*/ 4998369 h 6858000"/>
              <a:gd name="connsiteX139" fmla="*/ 2646245 w 7467600"/>
              <a:gd name="connsiteY139" fmla="*/ 4930999 h 6858000"/>
              <a:gd name="connsiteX140" fmla="*/ 1999243 w 7467600"/>
              <a:gd name="connsiteY140" fmla="*/ 4730524 h 6858000"/>
              <a:gd name="connsiteX141" fmla="*/ 1979527 w 7467600"/>
              <a:gd name="connsiteY141" fmla="*/ 4726651 h 6858000"/>
              <a:gd name="connsiteX142" fmla="*/ 1927410 w 7467600"/>
              <a:gd name="connsiteY142" fmla="*/ 4716164 h 6858000"/>
              <a:gd name="connsiteX143" fmla="*/ 1997014 w 7467600"/>
              <a:gd name="connsiteY143" fmla="*/ 4698007 h 6858000"/>
              <a:gd name="connsiteX144" fmla="*/ 2005458 w 7467600"/>
              <a:gd name="connsiteY144" fmla="*/ 4699540 h 6858000"/>
              <a:gd name="connsiteX145" fmla="*/ 2657186 w 7467600"/>
              <a:gd name="connsiteY145" fmla="*/ 4901687 h 6858000"/>
              <a:gd name="connsiteX146" fmla="*/ 2826662 w 7467600"/>
              <a:gd name="connsiteY146" fmla="*/ 4970362 h 6858000"/>
              <a:gd name="connsiteX147" fmla="*/ 2876100 w 7467600"/>
              <a:gd name="connsiteY147" fmla="*/ 4995397 h 6858000"/>
              <a:gd name="connsiteX148" fmla="*/ 3042600 w 7467600"/>
              <a:gd name="connsiteY148" fmla="*/ 5059532 h 6858000"/>
              <a:gd name="connsiteX149" fmla="*/ 1997014 w 7467600"/>
              <a:gd name="connsiteY149" fmla="*/ 4698007 h 6858000"/>
              <a:gd name="connsiteX150" fmla="*/ 2305292 w 7467600"/>
              <a:gd name="connsiteY150" fmla="*/ 4219492 h 6858000"/>
              <a:gd name="connsiteX151" fmla="*/ 3360922 w 7467600"/>
              <a:gd name="connsiteY151" fmla="*/ 4529373 h 6858000"/>
              <a:gd name="connsiteX152" fmla="*/ 3492420 w 7467600"/>
              <a:gd name="connsiteY152" fmla="*/ 4510145 h 6858000"/>
              <a:gd name="connsiteX153" fmla="*/ 3364086 w 7467600"/>
              <a:gd name="connsiteY153" fmla="*/ 4480340 h 6858000"/>
              <a:gd name="connsiteX154" fmla="*/ 3225818 w 7467600"/>
              <a:gd name="connsiteY154" fmla="*/ 4411822 h 6858000"/>
              <a:gd name="connsiteX155" fmla="*/ 3129696 w 7467600"/>
              <a:gd name="connsiteY155" fmla="*/ 4360704 h 6858000"/>
              <a:gd name="connsiteX156" fmla="*/ 2814545 w 7467600"/>
              <a:gd name="connsiteY156" fmla="*/ 4282955 h 6858000"/>
              <a:gd name="connsiteX157" fmla="*/ 2305292 w 7467600"/>
              <a:gd name="connsiteY157" fmla="*/ 4219492 h 6858000"/>
              <a:gd name="connsiteX158" fmla="*/ 2626982 w 7467600"/>
              <a:gd name="connsiteY158" fmla="*/ 4206450 h 6858000"/>
              <a:gd name="connsiteX159" fmla="*/ 2490617 w 7467600"/>
              <a:gd name="connsiteY159" fmla="*/ 4206951 h 6858000"/>
              <a:gd name="connsiteX160" fmla="*/ 2819869 w 7467600"/>
              <a:gd name="connsiteY160" fmla="*/ 4252936 h 6858000"/>
              <a:gd name="connsiteX161" fmla="*/ 3143018 w 7467600"/>
              <a:gd name="connsiteY161" fmla="*/ 4332698 h 6858000"/>
              <a:gd name="connsiteX162" fmla="*/ 3241520 w 7467600"/>
              <a:gd name="connsiteY162" fmla="*/ 4385112 h 6858000"/>
              <a:gd name="connsiteX163" fmla="*/ 3374575 w 7467600"/>
              <a:gd name="connsiteY163" fmla="*/ 4451517 h 6858000"/>
              <a:gd name="connsiteX164" fmla="*/ 3505221 w 7467600"/>
              <a:gd name="connsiteY164" fmla="*/ 4480757 h 6858000"/>
              <a:gd name="connsiteX165" fmla="*/ 2626982 w 7467600"/>
              <a:gd name="connsiteY165" fmla="*/ 4206450 h 6858000"/>
              <a:gd name="connsiteX166" fmla="*/ 1310106 w 7467600"/>
              <a:gd name="connsiteY166" fmla="*/ 3943217 h 6858000"/>
              <a:gd name="connsiteX167" fmla="*/ 854994 w 7467600"/>
              <a:gd name="connsiteY167" fmla="*/ 4399136 h 6858000"/>
              <a:gd name="connsiteX168" fmla="*/ 742462 w 7467600"/>
              <a:gd name="connsiteY168" fmla="*/ 4594648 h 6858000"/>
              <a:gd name="connsiteX169" fmla="*/ 820602 w 7467600"/>
              <a:gd name="connsiteY169" fmla="*/ 4485915 h 6858000"/>
              <a:gd name="connsiteX170" fmla="*/ 878295 w 7467600"/>
              <a:gd name="connsiteY170" fmla="*/ 4403594 h 6858000"/>
              <a:gd name="connsiteX171" fmla="*/ 1240607 w 7467600"/>
              <a:gd name="connsiteY171" fmla="*/ 4010401 h 6858000"/>
              <a:gd name="connsiteX172" fmla="*/ 1310106 w 7467600"/>
              <a:gd name="connsiteY172" fmla="*/ 3943217 h 6858000"/>
              <a:gd name="connsiteX173" fmla="*/ 1423113 w 7467600"/>
              <a:gd name="connsiteY173" fmla="*/ 3874565 h 6858000"/>
              <a:gd name="connsiteX174" fmla="*/ 1260565 w 7467600"/>
              <a:gd name="connsiteY174" fmla="*/ 4031982 h 6858000"/>
              <a:gd name="connsiteX175" fmla="*/ 901900 w 7467600"/>
              <a:gd name="connsiteY175" fmla="*/ 4421236 h 6858000"/>
              <a:gd name="connsiteX176" fmla="*/ 845044 w 7467600"/>
              <a:gd name="connsiteY176" fmla="*/ 4502436 h 6858000"/>
              <a:gd name="connsiteX177" fmla="*/ 685926 w 7467600"/>
              <a:gd name="connsiteY177" fmla="*/ 4703069 h 6858000"/>
              <a:gd name="connsiteX178" fmla="*/ 684248 w 7467600"/>
              <a:gd name="connsiteY178" fmla="*/ 4706721 h 6858000"/>
              <a:gd name="connsiteX179" fmla="*/ 1423113 w 7467600"/>
              <a:gd name="connsiteY179" fmla="*/ 3874565 h 6858000"/>
              <a:gd name="connsiteX180" fmla="*/ 3316479 w 7467600"/>
              <a:gd name="connsiteY180" fmla="*/ 3872136 h 6858000"/>
              <a:gd name="connsiteX181" fmla="*/ 3546806 w 7467600"/>
              <a:gd name="connsiteY181" fmla="*/ 4356139 h 6858000"/>
              <a:gd name="connsiteX182" fmla="*/ 3364433 w 7467600"/>
              <a:gd name="connsiteY182" fmla="*/ 3953121 h 6858000"/>
              <a:gd name="connsiteX183" fmla="*/ 3316479 w 7467600"/>
              <a:gd name="connsiteY183" fmla="*/ 3872136 h 6858000"/>
              <a:gd name="connsiteX184" fmla="*/ 3291335 w 7467600"/>
              <a:gd name="connsiteY184" fmla="*/ 3767420 h 6858000"/>
              <a:gd name="connsiteX185" fmla="*/ 3390805 w 7467600"/>
              <a:gd name="connsiteY185" fmla="*/ 3937163 h 6858000"/>
              <a:gd name="connsiteX186" fmla="*/ 3579062 w 7467600"/>
              <a:gd name="connsiteY186" fmla="*/ 4359040 h 6858000"/>
              <a:gd name="connsiteX187" fmla="*/ 3467355 w 7467600"/>
              <a:gd name="connsiteY187" fmla="*/ 3988130 h 6858000"/>
              <a:gd name="connsiteX188" fmla="*/ 3310753 w 7467600"/>
              <a:gd name="connsiteY188" fmla="*/ 3787140 h 6858000"/>
              <a:gd name="connsiteX189" fmla="*/ 3291335 w 7467600"/>
              <a:gd name="connsiteY189" fmla="*/ 3767420 h 6858000"/>
              <a:gd name="connsiteX190" fmla="*/ 1635889 w 7467600"/>
              <a:gd name="connsiteY190" fmla="*/ 3709494 h 6858000"/>
              <a:gd name="connsiteX191" fmla="*/ 1634800 w 7467600"/>
              <a:gd name="connsiteY191" fmla="*/ 3731111 h 6858000"/>
              <a:gd name="connsiteX192" fmla="*/ 1635889 w 7467600"/>
              <a:gd name="connsiteY192" fmla="*/ 3709494 h 6858000"/>
              <a:gd name="connsiteX193" fmla="*/ 1510397 w 7467600"/>
              <a:gd name="connsiteY193" fmla="*/ 3684705 h 6858000"/>
              <a:gd name="connsiteX194" fmla="*/ 1146550 w 7467600"/>
              <a:gd name="connsiteY194" fmla="*/ 3802012 h 6858000"/>
              <a:gd name="connsiteX195" fmla="*/ 698834 w 7467600"/>
              <a:gd name="connsiteY195" fmla="*/ 3952272 h 6858000"/>
              <a:gd name="connsiteX196" fmla="*/ 34256 w 7467600"/>
              <a:gd name="connsiteY196" fmla="*/ 4347603 h 6858000"/>
              <a:gd name="connsiteX197" fmla="*/ 527241 w 7467600"/>
              <a:gd name="connsiteY197" fmla="*/ 4065078 h 6858000"/>
              <a:gd name="connsiteX198" fmla="*/ 1510397 w 7467600"/>
              <a:gd name="connsiteY198" fmla="*/ 3684705 h 6858000"/>
              <a:gd name="connsiteX199" fmla="*/ 1313114 w 7467600"/>
              <a:gd name="connsiteY199" fmla="*/ 3655216 h 6858000"/>
              <a:gd name="connsiteX200" fmla="*/ 1109304 w 7467600"/>
              <a:gd name="connsiteY200" fmla="*/ 3669030 h 6858000"/>
              <a:gd name="connsiteX201" fmla="*/ 8129 w 7467600"/>
              <a:gd name="connsiteY201" fmla="*/ 4330519 h 6858000"/>
              <a:gd name="connsiteX202" fmla="*/ 687572 w 7467600"/>
              <a:gd name="connsiteY202" fmla="*/ 3925629 h 6858000"/>
              <a:gd name="connsiteX203" fmla="*/ 1138365 w 7467600"/>
              <a:gd name="connsiteY203" fmla="*/ 3774515 h 6858000"/>
              <a:gd name="connsiteX204" fmla="*/ 1505579 w 7467600"/>
              <a:gd name="connsiteY204" fmla="*/ 3655526 h 6858000"/>
              <a:gd name="connsiteX205" fmla="*/ 1313114 w 7467600"/>
              <a:gd name="connsiteY205" fmla="*/ 3655216 h 6858000"/>
              <a:gd name="connsiteX206" fmla="*/ 3655073 w 7467600"/>
              <a:gd name="connsiteY206" fmla="*/ 3650884 h 6858000"/>
              <a:gd name="connsiteX207" fmla="*/ 3989938 w 7467600"/>
              <a:gd name="connsiteY207" fmla="*/ 3991685 h 6858000"/>
              <a:gd name="connsiteX208" fmla="*/ 4393907 w 7467600"/>
              <a:gd name="connsiteY208" fmla="*/ 4261258 h 6858000"/>
              <a:gd name="connsiteX209" fmla="*/ 4648051 w 7467600"/>
              <a:gd name="connsiteY209" fmla="*/ 4374051 h 6858000"/>
              <a:gd name="connsiteX210" fmla="*/ 4383389 w 7467600"/>
              <a:gd name="connsiteY210" fmla="*/ 4184369 h 6858000"/>
              <a:gd name="connsiteX211" fmla="*/ 4165508 w 7467600"/>
              <a:gd name="connsiteY211" fmla="*/ 4035196 h 6858000"/>
              <a:gd name="connsiteX212" fmla="*/ 4068162 w 7467600"/>
              <a:gd name="connsiteY212" fmla="*/ 3953394 h 6858000"/>
              <a:gd name="connsiteX213" fmla="*/ 3981416 w 7467600"/>
              <a:gd name="connsiteY213" fmla="*/ 3880482 h 6858000"/>
              <a:gd name="connsiteX214" fmla="*/ 3800147 w 7467600"/>
              <a:gd name="connsiteY214" fmla="*/ 3749872 h 6858000"/>
              <a:gd name="connsiteX215" fmla="*/ 3655073 w 7467600"/>
              <a:gd name="connsiteY215" fmla="*/ 3650884 h 6858000"/>
              <a:gd name="connsiteX216" fmla="*/ 3670252 w 7467600"/>
              <a:gd name="connsiteY216" fmla="*/ 3622798 h 6858000"/>
              <a:gd name="connsiteX217" fmla="*/ 3817258 w 7467600"/>
              <a:gd name="connsiteY217" fmla="*/ 3723577 h 6858000"/>
              <a:gd name="connsiteX218" fmla="*/ 4000461 w 7467600"/>
              <a:gd name="connsiteY218" fmla="*/ 3855966 h 6858000"/>
              <a:gd name="connsiteX219" fmla="*/ 4088180 w 7467600"/>
              <a:gd name="connsiteY219" fmla="*/ 3929774 h 6858000"/>
              <a:gd name="connsiteX220" fmla="*/ 4184555 w 7467600"/>
              <a:gd name="connsiteY220" fmla="*/ 4010683 h 6858000"/>
              <a:gd name="connsiteX221" fmla="*/ 4399563 w 7467600"/>
              <a:gd name="connsiteY221" fmla="*/ 4158106 h 6858000"/>
              <a:gd name="connsiteX222" fmla="*/ 4684469 w 7467600"/>
              <a:gd name="connsiteY222" fmla="*/ 4364680 h 6858000"/>
              <a:gd name="connsiteX223" fmla="*/ 4690271 w 7467600"/>
              <a:gd name="connsiteY223" fmla="*/ 4370034 h 6858000"/>
              <a:gd name="connsiteX224" fmla="*/ 4136093 w 7467600"/>
              <a:gd name="connsiteY224" fmla="*/ 3858466 h 6858000"/>
              <a:gd name="connsiteX225" fmla="*/ 3670252 w 7467600"/>
              <a:gd name="connsiteY225" fmla="*/ 3622798 h 6858000"/>
              <a:gd name="connsiteX226" fmla="*/ 4440129 w 7467600"/>
              <a:gd name="connsiteY226" fmla="*/ 3448571 h 6858000"/>
              <a:gd name="connsiteX227" fmla="*/ 4856525 w 7467600"/>
              <a:gd name="connsiteY227" fmla="*/ 3915351 h 6858000"/>
              <a:gd name="connsiteX228" fmla="*/ 5059055 w 7467600"/>
              <a:gd name="connsiteY228" fmla="*/ 4108918 h 6858000"/>
              <a:gd name="connsiteX229" fmla="*/ 5290070 w 7467600"/>
              <a:gd name="connsiteY229" fmla="*/ 4263619 h 6858000"/>
              <a:gd name="connsiteX230" fmla="*/ 4834991 w 7467600"/>
              <a:gd name="connsiteY230" fmla="*/ 3830985 h 6858000"/>
              <a:gd name="connsiteX231" fmla="*/ 4440129 w 7467600"/>
              <a:gd name="connsiteY231" fmla="*/ 3448571 h 6858000"/>
              <a:gd name="connsiteX232" fmla="*/ 4441737 w 7467600"/>
              <a:gd name="connsiteY232" fmla="*/ 3399734 h 6858000"/>
              <a:gd name="connsiteX233" fmla="*/ 4431236 w 7467600"/>
              <a:gd name="connsiteY233" fmla="*/ 3400954 h 6858000"/>
              <a:gd name="connsiteX234" fmla="*/ 4557150 w 7467600"/>
              <a:gd name="connsiteY234" fmla="*/ 3510023 h 6858000"/>
              <a:gd name="connsiteX235" fmla="*/ 4856936 w 7467600"/>
              <a:gd name="connsiteY235" fmla="*/ 3809146 h 6858000"/>
              <a:gd name="connsiteX236" fmla="*/ 5111996 w 7467600"/>
              <a:gd name="connsiteY236" fmla="*/ 4065759 h 6858000"/>
              <a:gd name="connsiteX237" fmla="*/ 5388878 w 7467600"/>
              <a:gd name="connsiteY237" fmla="*/ 4300185 h 6858000"/>
              <a:gd name="connsiteX238" fmla="*/ 5425556 w 7467600"/>
              <a:gd name="connsiteY238" fmla="*/ 4308967 h 6858000"/>
              <a:gd name="connsiteX239" fmla="*/ 4943646 w 7467600"/>
              <a:gd name="connsiteY239" fmla="*/ 3822916 h 6858000"/>
              <a:gd name="connsiteX240" fmla="*/ 4594837 w 7467600"/>
              <a:gd name="connsiteY240" fmla="*/ 3532274 h 6858000"/>
              <a:gd name="connsiteX241" fmla="*/ 4441737 w 7467600"/>
              <a:gd name="connsiteY241" fmla="*/ 3399734 h 6858000"/>
              <a:gd name="connsiteX242" fmla="*/ 5425834 w 7467600"/>
              <a:gd name="connsiteY242" fmla="*/ 3162785 h 6858000"/>
              <a:gd name="connsiteX243" fmla="*/ 5401644 w 7467600"/>
              <a:gd name="connsiteY243" fmla="*/ 3617847 h 6858000"/>
              <a:gd name="connsiteX244" fmla="*/ 5467256 w 7467600"/>
              <a:gd name="connsiteY244" fmla="*/ 4175494 h 6858000"/>
              <a:gd name="connsiteX245" fmla="*/ 5448069 w 7467600"/>
              <a:gd name="connsiteY245" fmla="*/ 3567554 h 6858000"/>
              <a:gd name="connsiteX246" fmla="*/ 5425834 w 7467600"/>
              <a:gd name="connsiteY246" fmla="*/ 3162785 h 6858000"/>
              <a:gd name="connsiteX247" fmla="*/ 1318687 w 7467600"/>
              <a:gd name="connsiteY247" fmla="*/ 3113840 h 6858000"/>
              <a:gd name="connsiteX248" fmla="*/ 1066793 w 7467600"/>
              <a:gd name="connsiteY248" fmla="*/ 3212171 h 6858000"/>
              <a:gd name="connsiteX249" fmla="*/ 993319 w 7467600"/>
              <a:gd name="connsiteY249" fmla="*/ 3247648 h 6858000"/>
              <a:gd name="connsiteX250" fmla="*/ 853081 w 7467600"/>
              <a:gd name="connsiteY250" fmla="*/ 3312410 h 6858000"/>
              <a:gd name="connsiteX251" fmla="*/ 805957 w 7467600"/>
              <a:gd name="connsiteY251" fmla="*/ 3330443 h 6858000"/>
              <a:gd name="connsiteX252" fmla="*/ 1318687 w 7467600"/>
              <a:gd name="connsiteY252" fmla="*/ 3113840 h 6858000"/>
              <a:gd name="connsiteX253" fmla="*/ 5453702 w 7467600"/>
              <a:gd name="connsiteY253" fmla="*/ 3090882 h 6858000"/>
              <a:gd name="connsiteX254" fmla="*/ 5480135 w 7467600"/>
              <a:gd name="connsiteY254" fmla="*/ 3565802 h 6858000"/>
              <a:gd name="connsiteX255" fmla="*/ 5499023 w 7467600"/>
              <a:gd name="connsiteY255" fmla="*/ 4166310 h 6858000"/>
              <a:gd name="connsiteX256" fmla="*/ 5547022 w 7467600"/>
              <a:gd name="connsiteY256" fmla="*/ 3607838 h 6858000"/>
              <a:gd name="connsiteX257" fmla="*/ 5515964 w 7467600"/>
              <a:gd name="connsiteY257" fmla="*/ 3378541 h 6858000"/>
              <a:gd name="connsiteX258" fmla="*/ 5453702 w 7467600"/>
              <a:gd name="connsiteY258" fmla="*/ 3090882 h 6858000"/>
              <a:gd name="connsiteX259" fmla="*/ 1238695 w 7467600"/>
              <a:gd name="connsiteY259" fmla="*/ 3076820 h 6858000"/>
              <a:gd name="connsiteX260" fmla="*/ 716371 w 7467600"/>
              <a:gd name="connsiteY260" fmla="*/ 3293249 h 6858000"/>
              <a:gd name="connsiteX261" fmla="*/ 579522 w 7467600"/>
              <a:gd name="connsiteY261" fmla="*/ 3371759 h 6858000"/>
              <a:gd name="connsiteX262" fmla="*/ 600288 w 7467600"/>
              <a:gd name="connsiteY262" fmla="*/ 3365555 h 6858000"/>
              <a:gd name="connsiteX263" fmla="*/ 840692 w 7467600"/>
              <a:gd name="connsiteY263" fmla="*/ 3284921 h 6858000"/>
              <a:gd name="connsiteX264" fmla="*/ 979248 w 7467600"/>
              <a:gd name="connsiteY264" fmla="*/ 3221003 h 6858000"/>
              <a:gd name="connsiteX265" fmla="*/ 1053282 w 7467600"/>
              <a:gd name="connsiteY265" fmla="*/ 3185247 h 6858000"/>
              <a:gd name="connsiteX266" fmla="*/ 1320603 w 7467600"/>
              <a:gd name="connsiteY266" fmla="*/ 3081281 h 6858000"/>
              <a:gd name="connsiteX267" fmla="*/ 1238695 w 7467600"/>
              <a:gd name="connsiteY267" fmla="*/ 3076820 h 6858000"/>
              <a:gd name="connsiteX268" fmla="*/ 5425627 w 7467600"/>
              <a:gd name="connsiteY268" fmla="*/ 2954192 h 6858000"/>
              <a:gd name="connsiteX269" fmla="*/ 5470770 w 7467600"/>
              <a:gd name="connsiteY269" fmla="*/ 3005435 h 6858000"/>
              <a:gd name="connsiteX270" fmla="*/ 5519779 w 7467600"/>
              <a:gd name="connsiteY270" fmla="*/ 4359223 h 6858000"/>
              <a:gd name="connsiteX271" fmla="*/ 5520293 w 7467600"/>
              <a:gd name="connsiteY271" fmla="*/ 4360602 h 6858000"/>
              <a:gd name="connsiteX272" fmla="*/ 5767221 w 7467600"/>
              <a:gd name="connsiteY272" fmla="*/ 4665564 h 6858000"/>
              <a:gd name="connsiteX273" fmla="*/ 6937169 w 7467600"/>
              <a:gd name="connsiteY273" fmla="*/ 4815941 h 6858000"/>
              <a:gd name="connsiteX274" fmla="*/ 6953922 w 7467600"/>
              <a:gd name="connsiteY274" fmla="*/ 4890068 h 6858000"/>
              <a:gd name="connsiteX275" fmla="*/ 6071359 w 7467600"/>
              <a:gd name="connsiteY275" fmla="*/ 4770770 h 6858000"/>
              <a:gd name="connsiteX276" fmla="*/ 6038839 w 7467600"/>
              <a:gd name="connsiteY276" fmla="*/ 4764474 h 6858000"/>
              <a:gd name="connsiteX277" fmla="*/ 6038706 w 7467600"/>
              <a:gd name="connsiteY277" fmla="*/ 4763847 h 6858000"/>
              <a:gd name="connsiteX278" fmla="*/ 6037784 w 7467600"/>
              <a:gd name="connsiteY278" fmla="*/ 4764270 h 6858000"/>
              <a:gd name="connsiteX279" fmla="*/ 6038839 w 7467600"/>
              <a:gd name="connsiteY279" fmla="*/ 4764474 h 6858000"/>
              <a:gd name="connsiteX280" fmla="*/ 6040338 w 7467600"/>
              <a:gd name="connsiteY280" fmla="*/ 4771418 h 6858000"/>
              <a:gd name="connsiteX281" fmla="*/ 6024488 w 7467600"/>
              <a:gd name="connsiteY281" fmla="*/ 4809903 h 6858000"/>
              <a:gd name="connsiteX282" fmla="*/ 5599771 w 7467600"/>
              <a:gd name="connsiteY282" fmla="*/ 5509652 h 6858000"/>
              <a:gd name="connsiteX283" fmla="*/ 5548843 w 7467600"/>
              <a:gd name="connsiteY283" fmla="*/ 5563845 h 6858000"/>
              <a:gd name="connsiteX284" fmla="*/ 5940952 w 7467600"/>
              <a:gd name="connsiteY284" fmla="*/ 6250028 h 6858000"/>
              <a:gd name="connsiteX285" fmla="*/ 6043441 w 7467600"/>
              <a:gd name="connsiteY285" fmla="*/ 6665847 h 6858000"/>
              <a:gd name="connsiteX286" fmla="*/ 6093432 w 7467600"/>
              <a:gd name="connsiteY286" fmla="*/ 6858000 h 6858000"/>
              <a:gd name="connsiteX287" fmla="*/ 6034344 w 7467600"/>
              <a:gd name="connsiteY287" fmla="*/ 6858000 h 6858000"/>
              <a:gd name="connsiteX288" fmla="*/ 6026679 w 7467600"/>
              <a:gd name="connsiteY288" fmla="*/ 6836959 h 6858000"/>
              <a:gd name="connsiteX289" fmla="*/ 5800441 w 7467600"/>
              <a:gd name="connsiteY289" fmla="*/ 6335286 h 6858000"/>
              <a:gd name="connsiteX290" fmla="*/ 5526562 w 7467600"/>
              <a:gd name="connsiteY290" fmla="*/ 5705388 h 6858000"/>
              <a:gd name="connsiteX291" fmla="*/ 5519640 w 7467600"/>
              <a:gd name="connsiteY291" fmla="*/ 5683774 h 6858000"/>
              <a:gd name="connsiteX292" fmla="*/ 5844559 w 7467600"/>
              <a:gd name="connsiteY292" fmla="*/ 6553349 h 6858000"/>
              <a:gd name="connsiteX293" fmla="*/ 5975994 w 7467600"/>
              <a:gd name="connsiteY293" fmla="*/ 6858000 h 6858000"/>
              <a:gd name="connsiteX294" fmla="*/ 5898547 w 7467600"/>
              <a:gd name="connsiteY294" fmla="*/ 6858000 h 6858000"/>
              <a:gd name="connsiteX295" fmla="*/ 5682041 w 7467600"/>
              <a:gd name="connsiteY295" fmla="*/ 6355860 h 6858000"/>
              <a:gd name="connsiteX296" fmla="*/ 5461758 w 7467600"/>
              <a:gd name="connsiteY296" fmla="*/ 5820220 h 6858000"/>
              <a:gd name="connsiteX297" fmla="*/ 5237282 w 7467600"/>
              <a:gd name="connsiteY297" fmla="*/ 6579086 h 6858000"/>
              <a:gd name="connsiteX298" fmla="*/ 5115009 w 7467600"/>
              <a:gd name="connsiteY298" fmla="*/ 6858000 h 6858000"/>
              <a:gd name="connsiteX299" fmla="*/ 5028074 w 7467600"/>
              <a:gd name="connsiteY299" fmla="*/ 6858000 h 6858000"/>
              <a:gd name="connsiteX300" fmla="*/ 5079508 w 7467600"/>
              <a:gd name="connsiteY300" fmla="*/ 6749074 h 6858000"/>
              <a:gd name="connsiteX301" fmla="*/ 5371846 w 7467600"/>
              <a:gd name="connsiteY301" fmla="*/ 5924413 h 6858000"/>
              <a:gd name="connsiteX302" fmla="*/ 5270512 w 7467600"/>
              <a:gd name="connsiteY302" fmla="*/ 6138975 h 6858000"/>
              <a:gd name="connsiteX303" fmla="*/ 5062409 w 7467600"/>
              <a:gd name="connsiteY303" fmla="*/ 6653544 h 6858000"/>
              <a:gd name="connsiteX304" fmla="*/ 5036628 w 7467600"/>
              <a:gd name="connsiteY304" fmla="*/ 6754247 h 6858000"/>
              <a:gd name="connsiteX305" fmla="*/ 5009112 w 7467600"/>
              <a:gd name="connsiteY305" fmla="*/ 6858000 h 6858000"/>
              <a:gd name="connsiteX306" fmla="*/ 4976679 w 7467600"/>
              <a:gd name="connsiteY306" fmla="*/ 6858000 h 6858000"/>
              <a:gd name="connsiteX307" fmla="*/ 5006537 w 7467600"/>
              <a:gd name="connsiteY307" fmla="*/ 6747068 h 6858000"/>
              <a:gd name="connsiteX308" fmla="*/ 5032723 w 7467600"/>
              <a:gd name="connsiteY308" fmla="*/ 6644957 h 6858000"/>
              <a:gd name="connsiteX309" fmla="*/ 5242949 w 7467600"/>
              <a:gd name="connsiteY309" fmla="*/ 6125175 h 6858000"/>
              <a:gd name="connsiteX310" fmla="*/ 5286321 w 7467600"/>
              <a:gd name="connsiteY310" fmla="*/ 6033555 h 6858000"/>
              <a:gd name="connsiteX311" fmla="*/ 5008210 w 7467600"/>
              <a:gd name="connsiteY311" fmla="*/ 6649194 h 6858000"/>
              <a:gd name="connsiteX312" fmla="*/ 4986321 w 7467600"/>
              <a:gd name="connsiteY312" fmla="*/ 6765687 h 6858000"/>
              <a:gd name="connsiteX313" fmla="*/ 4973474 w 7467600"/>
              <a:gd name="connsiteY313" fmla="*/ 6858000 h 6858000"/>
              <a:gd name="connsiteX314" fmla="*/ 4907178 w 7467600"/>
              <a:gd name="connsiteY314" fmla="*/ 6858000 h 6858000"/>
              <a:gd name="connsiteX315" fmla="*/ 4910810 w 7467600"/>
              <a:gd name="connsiteY315" fmla="*/ 6829660 h 6858000"/>
              <a:gd name="connsiteX316" fmla="*/ 4987461 w 7467600"/>
              <a:gd name="connsiteY316" fmla="*/ 6432994 h 6858000"/>
              <a:gd name="connsiteX317" fmla="*/ 5179262 w 7467600"/>
              <a:gd name="connsiteY317" fmla="*/ 6035044 h 6858000"/>
              <a:gd name="connsiteX318" fmla="*/ 4689678 w 7467600"/>
              <a:gd name="connsiteY318" fmla="*/ 6440241 h 6858000"/>
              <a:gd name="connsiteX319" fmla="*/ 4477543 w 7467600"/>
              <a:gd name="connsiteY319" fmla="*/ 6674836 h 6858000"/>
              <a:gd name="connsiteX320" fmla="*/ 4329957 w 7467600"/>
              <a:gd name="connsiteY320" fmla="*/ 6858000 h 6858000"/>
              <a:gd name="connsiteX321" fmla="*/ 4218595 w 7467600"/>
              <a:gd name="connsiteY321" fmla="*/ 6858000 h 6858000"/>
              <a:gd name="connsiteX322" fmla="*/ 4368888 w 7467600"/>
              <a:gd name="connsiteY322" fmla="*/ 6668412 h 6858000"/>
              <a:gd name="connsiteX323" fmla="*/ 4563091 w 7467600"/>
              <a:gd name="connsiteY323" fmla="*/ 6442508 h 6858000"/>
              <a:gd name="connsiteX324" fmla="*/ 5387324 w 7467600"/>
              <a:gd name="connsiteY324" fmla="*/ 5705830 h 6858000"/>
              <a:gd name="connsiteX325" fmla="*/ 5073620 w 7467600"/>
              <a:gd name="connsiteY325" fmla="*/ 5955437 h 6858000"/>
              <a:gd name="connsiteX326" fmla="*/ 4689789 w 7467600"/>
              <a:gd name="connsiteY326" fmla="*/ 6268382 h 6858000"/>
              <a:gd name="connsiteX327" fmla="*/ 4418722 w 7467600"/>
              <a:gd name="connsiteY327" fmla="*/ 6570886 h 6858000"/>
              <a:gd name="connsiteX328" fmla="*/ 4214944 w 7467600"/>
              <a:gd name="connsiteY328" fmla="*/ 6858000 h 6858000"/>
              <a:gd name="connsiteX329" fmla="*/ 4177898 w 7467600"/>
              <a:gd name="connsiteY329" fmla="*/ 6858000 h 6858000"/>
              <a:gd name="connsiteX330" fmla="*/ 4391597 w 7467600"/>
              <a:gd name="connsiteY330" fmla="*/ 6556370 h 6858000"/>
              <a:gd name="connsiteX331" fmla="*/ 4668889 w 7467600"/>
              <a:gd name="connsiteY331" fmla="*/ 6246399 h 6858000"/>
              <a:gd name="connsiteX332" fmla="*/ 5055427 w 7467600"/>
              <a:gd name="connsiteY332" fmla="*/ 5931476 h 6858000"/>
              <a:gd name="connsiteX333" fmla="*/ 5371814 w 7467600"/>
              <a:gd name="connsiteY333" fmla="*/ 5678975 h 6858000"/>
              <a:gd name="connsiteX334" fmla="*/ 4987918 w 7467600"/>
              <a:gd name="connsiteY334" fmla="*/ 5838701 h 6858000"/>
              <a:gd name="connsiteX335" fmla="*/ 4317146 w 7467600"/>
              <a:gd name="connsiteY335" fmla="*/ 6587716 h 6858000"/>
              <a:gd name="connsiteX336" fmla="*/ 4171627 w 7467600"/>
              <a:gd name="connsiteY336" fmla="*/ 6858000 h 6858000"/>
              <a:gd name="connsiteX337" fmla="*/ 4081585 w 7467600"/>
              <a:gd name="connsiteY337" fmla="*/ 6858000 h 6858000"/>
              <a:gd name="connsiteX338" fmla="*/ 4238603 w 7467600"/>
              <a:gd name="connsiteY338" fmla="*/ 6559341 h 6858000"/>
              <a:gd name="connsiteX339" fmla="*/ 4778333 w 7467600"/>
              <a:gd name="connsiteY339" fmla="*/ 5873626 h 6858000"/>
              <a:gd name="connsiteX340" fmla="*/ 5414185 w 7467600"/>
              <a:gd name="connsiteY340" fmla="*/ 5573882 h 6858000"/>
              <a:gd name="connsiteX341" fmla="*/ 5959648 w 7467600"/>
              <a:gd name="connsiteY341" fmla="*/ 4760797 h 6858000"/>
              <a:gd name="connsiteX342" fmla="*/ 5355019 w 7467600"/>
              <a:gd name="connsiteY342" fmla="*/ 4734672 h 6858000"/>
              <a:gd name="connsiteX343" fmla="*/ 5083565 w 7467600"/>
              <a:gd name="connsiteY343" fmla="*/ 5179121 h 6858000"/>
              <a:gd name="connsiteX344" fmla="*/ 4713577 w 7467600"/>
              <a:gd name="connsiteY344" fmla="*/ 5616803 h 6858000"/>
              <a:gd name="connsiteX345" fmla="*/ 3989559 w 7467600"/>
              <a:gd name="connsiteY345" fmla="*/ 6145945 h 6858000"/>
              <a:gd name="connsiteX346" fmla="*/ 3939824 w 7467600"/>
              <a:gd name="connsiteY346" fmla="*/ 6066900 h 6858000"/>
              <a:gd name="connsiteX347" fmla="*/ 4584537 w 7467600"/>
              <a:gd name="connsiteY347" fmla="*/ 5324826 h 6858000"/>
              <a:gd name="connsiteX348" fmla="*/ 5037105 w 7467600"/>
              <a:gd name="connsiteY348" fmla="*/ 5088765 h 6858000"/>
              <a:gd name="connsiteX349" fmla="*/ 5039930 w 7467600"/>
              <a:gd name="connsiteY349" fmla="*/ 5089585 h 6858000"/>
              <a:gd name="connsiteX350" fmla="*/ 5263764 w 7467600"/>
              <a:gd name="connsiteY350" fmla="*/ 4735525 h 6858000"/>
              <a:gd name="connsiteX351" fmla="*/ 4086300 w 7467600"/>
              <a:gd name="connsiteY351" fmla="*/ 4884599 h 6858000"/>
              <a:gd name="connsiteX352" fmla="*/ 4085485 w 7467600"/>
              <a:gd name="connsiteY352" fmla="*/ 4899070 h 6858000"/>
              <a:gd name="connsiteX353" fmla="*/ 3871915 w 7467600"/>
              <a:gd name="connsiteY353" fmla="*/ 5253645 h 6858000"/>
              <a:gd name="connsiteX354" fmla="*/ 3799374 w 7467600"/>
              <a:gd name="connsiteY354" fmla="*/ 5466127 h 6858000"/>
              <a:gd name="connsiteX355" fmla="*/ 3498850 w 7467600"/>
              <a:gd name="connsiteY355" fmla="*/ 6661888 h 6858000"/>
              <a:gd name="connsiteX356" fmla="*/ 3399216 w 7467600"/>
              <a:gd name="connsiteY356" fmla="*/ 6858000 h 6858000"/>
              <a:gd name="connsiteX357" fmla="*/ 3303688 w 7467600"/>
              <a:gd name="connsiteY357" fmla="*/ 6858000 h 6858000"/>
              <a:gd name="connsiteX358" fmla="*/ 3391774 w 7467600"/>
              <a:gd name="connsiteY358" fmla="*/ 6697181 h 6858000"/>
              <a:gd name="connsiteX359" fmla="*/ 3735540 w 7467600"/>
              <a:gd name="connsiteY359" fmla="*/ 5546923 h 6858000"/>
              <a:gd name="connsiteX360" fmla="*/ 3729438 w 7467600"/>
              <a:gd name="connsiteY360" fmla="*/ 5569058 h 6858000"/>
              <a:gd name="connsiteX361" fmla="*/ 3707782 w 7467600"/>
              <a:gd name="connsiteY361" fmla="*/ 5644908 h 6858000"/>
              <a:gd name="connsiteX362" fmla="*/ 3583827 w 7467600"/>
              <a:gd name="connsiteY362" fmla="*/ 6039215 h 6858000"/>
              <a:gd name="connsiteX363" fmla="*/ 3547861 w 7467600"/>
              <a:gd name="connsiteY363" fmla="*/ 6129609 h 6858000"/>
              <a:gd name="connsiteX364" fmla="*/ 3490905 w 7467600"/>
              <a:gd name="connsiteY364" fmla="*/ 6277660 h 6858000"/>
              <a:gd name="connsiteX365" fmla="*/ 3455859 w 7467600"/>
              <a:gd name="connsiteY365" fmla="*/ 6391301 h 6858000"/>
              <a:gd name="connsiteX366" fmla="*/ 3429112 w 7467600"/>
              <a:gd name="connsiteY366" fmla="*/ 6479469 h 6858000"/>
              <a:gd name="connsiteX367" fmla="*/ 3304862 w 7467600"/>
              <a:gd name="connsiteY367" fmla="*/ 6796476 h 6858000"/>
              <a:gd name="connsiteX368" fmla="*/ 3276071 w 7467600"/>
              <a:gd name="connsiteY368" fmla="*/ 6858000 h 6858000"/>
              <a:gd name="connsiteX369" fmla="*/ 3240805 w 7467600"/>
              <a:gd name="connsiteY369" fmla="*/ 6858000 h 6858000"/>
              <a:gd name="connsiteX370" fmla="*/ 3275917 w 7467600"/>
              <a:gd name="connsiteY370" fmla="*/ 6783192 h 6858000"/>
              <a:gd name="connsiteX371" fmla="*/ 3399358 w 7467600"/>
              <a:gd name="connsiteY371" fmla="*/ 6469011 h 6858000"/>
              <a:gd name="connsiteX372" fmla="*/ 3425650 w 7467600"/>
              <a:gd name="connsiteY372" fmla="*/ 6381333 h 6858000"/>
              <a:gd name="connsiteX373" fmla="*/ 3460661 w 7467600"/>
              <a:gd name="connsiteY373" fmla="*/ 6266763 h 6858000"/>
              <a:gd name="connsiteX374" fmla="*/ 3518021 w 7467600"/>
              <a:gd name="connsiteY374" fmla="*/ 6117298 h 6858000"/>
              <a:gd name="connsiteX375" fmla="*/ 3554035 w 7467600"/>
              <a:gd name="connsiteY375" fmla="*/ 6027832 h 6858000"/>
              <a:gd name="connsiteX376" fmla="*/ 3677174 w 7467600"/>
              <a:gd name="connsiteY376" fmla="*/ 5636351 h 6858000"/>
              <a:gd name="connsiteX377" fmla="*/ 3698819 w 7467600"/>
              <a:gd name="connsiteY377" fmla="*/ 5560503 h 6858000"/>
              <a:gd name="connsiteX378" fmla="*/ 3702094 w 7467600"/>
              <a:gd name="connsiteY378" fmla="*/ 5549194 h 6858000"/>
              <a:gd name="connsiteX379" fmla="*/ 3398355 w 7467600"/>
              <a:gd name="connsiteY379" fmla="*/ 6094603 h 6858000"/>
              <a:gd name="connsiteX380" fmla="*/ 3193941 w 7467600"/>
              <a:gd name="connsiteY380" fmla="*/ 6798775 h 6858000"/>
              <a:gd name="connsiteX381" fmla="*/ 3184140 w 7467600"/>
              <a:gd name="connsiteY381" fmla="*/ 6858000 h 6858000"/>
              <a:gd name="connsiteX382" fmla="*/ 3099978 w 7467600"/>
              <a:gd name="connsiteY382" fmla="*/ 6858000 h 6858000"/>
              <a:gd name="connsiteX383" fmla="*/ 3101556 w 7467600"/>
              <a:gd name="connsiteY383" fmla="*/ 6843337 h 6858000"/>
              <a:gd name="connsiteX384" fmla="*/ 3370162 w 7467600"/>
              <a:gd name="connsiteY384" fmla="*/ 5785550 h 6858000"/>
              <a:gd name="connsiteX385" fmla="*/ 3746477 w 7467600"/>
              <a:gd name="connsiteY385" fmla="*/ 5377889 h 6858000"/>
              <a:gd name="connsiteX386" fmla="*/ 3863399 w 7467600"/>
              <a:gd name="connsiteY386" fmla="*/ 5087257 h 6858000"/>
              <a:gd name="connsiteX387" fmla="*/ 3968712 w 7467600"/>
              <a:gd name="connsiteY387" fmla="*/ 4913989 h 6858000"/>
              <a:gd name="connsiteX388" fmla="*/ 2792390 w 7467600"/>
              <a:gd name="connsiteY388" fmla="*/ 5382974 h 6858000"/>
              <a:gd name="connsiteX389" fmla="*/ 2714982 w 7467600"/>
              <a:gd name="connsiteY389" fmla="*/ 5427051 h 6858000"/>
              <a:gd name="connsiteX390" fmla="*/ 2813361 w 7467600"/>
              <a:gd name="connsiteY390" fmla="*/ 6023912 h 6858000"/>
              <a:gd name="connsiteX391" fmla="*/ 2688430 w 7467600"/>
              <a:gd name="connsiteY391" fmla="*/ 6801564 h 6858000"/>
              <a:gd name="connsiteX392" fmla="*/ 2629626 w 7467600"/>
              <a:gd name="connsiteY392" fmla="*/ 6763394 h 6858000"/>
              <a:gd name="connsiteX393" fmla="*/ 2565328 w 7467600"/>
              <a:gd name="connsiteY393" fmla="*/ 5516399 h 6858000"/>
              <a:gd name="connsiteX394" fmla="*/ 1922999 w 7467600"/>
              <a:gd name="connsiteY394" fmla="*/ 5980343 h 6858000"/>
              <a:gd name="connsiteX395" fmla="*/ 1950261 w 7467600"/>
              <a:gd name="connsiteY395" fmla="*/ 6405858 h 6858000"/>
              <a:gd name="connsiteX396" fmla="*/ 2365554 w 7467600"/>
              <a:gd name="connsiteY396" fmla="*/ 6759107 h 6858000"/>
              <a:gd name="connsiteX397" fmla="*/ 2424142 w 7467600"/>
              <a:gd name="connsiteY397" fmla="*/ 6858000 h 6858000"/>
              <a:gd name="connsiteX398" fmla="*/ 2395994 w 7467600"/>
              <a:gd name="connsiteY398" fmla="*/ 6858000 h 6858000"/>
              <a:gd name="connsiteX399" fmla="*/ 2392863 w 7467600"/>
              <a:gd name="connsiteY399" fmla="*/ 6852964 h 6858000"/>
              <a:gd name="connsiteX400" fmla="*/ 2017589 w 7467600"/>
              <a:gd name="connsiteY400" fmla="*/ 6493982 h 6858000"/>
              <a:gd name="connsiteX401" fmla="*/ 2147336 w 7467600"/>
              <a:gd name="connsiteY401" fmla="*/ 6594052 h 6858000"/>
              <a:gd name="connsiteX402" fmla="*/ 2207047 w 7467600"/>
              <a:gd name="connsiteY402" fmla="*/ 6654540 h 6858000"/>
              <a:gd name="connsiteX403" fmla="*/ 2299106 w 7467600"/>
              <a:gd name="connsiteY403" fmla="*/ 6778931 h 6858000"/>
              <a:gd name="connsiteX404" fmla="*/ 2314430 w 7467600"/>
              <a:gd name="connsiteY404" fmla="*/ 6801144 h 6858000"/>
              <a:gd name="connsiteX405" fmla="*/ 2352406 w 7467600"/>
              <a:gd name="connsiteY405" fmla="*/ 6858000 h 6858000"/>
              <a:gd name="connsiteX406" fmla="*/ 2314492 w 7467600"/>
              <a:gd name="connsiteY406" fmla="*/ 6858000 h 6858000"/>
              <a:gd name="connsiteX407" fmla="*/ 2288095 w 7467600"/>
              <a:gd name="connsiteY407" fmla="*/ 6818030 h 6858000"/>
              <a:gd name="connsiteX408" fmla="*/ 2272768 w 7467600"/>
              <a:gd name="connsiteY408" fmla="*/ 6795822 h 6858000"/>
              <a:gd name="connsiteX409" fmla="*/ 2182715 w 7467600"/>
              <a:gd name="connsiteY409" fmla="*/ 6675071 h 6858000"/>
              <a:gd name="connsiteX410" fmla="*/ 2032061 w 7467600"/>
              <a:gd name="connsiteY410" fmla="*/ 6541380 h 6858000"/>
              <a:gd name="connsiteX411" fmla="*/ 2257220 w 7467600"/>
              <a:gd name="connsiteY411" fmla="*/ 6826257 h 6858000"/>
              <a:gd name="connsiteX412" fmla="*/ 2281324 w 7467600"/>
              <a:gd name="connsiteY412" fmla="*/ 6858000 h 6858000"/>
              <a:gd name="connsiteX413" fmla="*/ 2242860 w 7467600"/>
              <a:gd name="connsiteY413" fmla="*/ 6858000 h 6858000"/>
              <a:gd name="connsiteX414" fmla="*/ 2232818 w 7467600"/>
              <a:gd name="connsiteY414" fmla="*/ 6844926 h 6858000"/>
              <a:gd name="connsiteX415" fmla="*/ 1990172 w 7467600"/>
              <a:gd name="connsiteY415" fmla="*/ 6542121 h 6858000"/>
              <a:gd name="connsiteX416" fmla="*/ 2124090 w 7467600"/>
              <a:gd name="connsiteY416" fmla="*/ 6761017 h 6858000"/>
              <a:gd name="connsiteX417" fmla="*/ 2200380 w 7467600"/>
              <a:gd name="connsiteY417" fmla="*/ 6858000 h 6858000"/>
              <a:gd name="connsiteX418" fmla="*/ 2147507 w 7467600"/>
              <a:gd name="connsiteY418" fmla="*/ 6858000 h 6858000"/>
              <a:gd name="connsiteX419" fmla="*/ 2070668 w 7467600"/>
              <a:gd name="connsiteY419" fmla="*/ 6761520 h 6858000"/>
              <a:gd name="connsiteX420" fmla="*/ 1975142 w 7467600"/>
              <a:gd name="connsiteY420" fmla="*/ 6585570 h 6858000"/>
              <a:gd name="connsiteX421" fmla="*/ 2050035 w 7467600"/>
              <a:gd name="connsiteY421" fmla="*/ 6813345 h 6858000"/>
              <a:gd name="connsiteX422" fmla="*/ 2063025 w 7467600"/>
              <a:gd name="connsiteY422" fmla="*/ 6858000 h 6858000"/>
              <a:gd name="connsiteX423" fmla="*/ 2021675 w 7467600"/>
              <a:gd name="connsiteY423" fmla="*/ 6858000 h 6858000"/>
              <a:gd name="connsiteX424" fmla="*/ 2019308 w 7467600"/>
              <a:gd name="connsiteY424" fmla="*/ 6847118 h 6858000"/>
              <a:gd name="connsiteX425" fmla="*/ 1938835 w 7467600"/>
              <a:gd name="connsiteY425" fmla="*/ 6551160 h 6858000"/>
              <a:gd name="connsiteX426" fmla="*/ 1953230 w 7467600"/>
              <a:gd name="connsiteY426" fmla="*/ 6759699 h 6858000"/>
              <a:gd name="connsiteX427" fmla="*/ 1956763 w 7467600"/>
              <a:gd name="connsiteY427" fmla="*/ 6778191 h 6858000"/>
              <a:gd name="connsiteX428" fmla="*/ 1967925 w 7467600"/>
              <a:gd name="connsiteY428" fmla="*/ 6858000 h 6858000"/>
              <a:gd name="connsiteX429" fmla="*/ 1936622 w 7467600"/>
              <a:gd name="connsiteY429" fmla="*/ 6858000 h 6858000"/>
              <a:gd name="connsiteX430" fmla="*/ 1926261 w 7467600"/>
              <a:gd name="connsiteY430" fmla="*/ 6784064 h 6858000"/>
              <a:gd name="connsiteX431" fmla="*/ 1922724 w 7467600"/>
              <a:gd name="connsiteY431" fmla="*/ 6765577 h 6858000"/>
              <a:gd name="connsiteX432" fmla="*/ 1904650 w 7467600"/>
              <a:gd name="connsiteY432" fmla="*/ 6639616 h 6858000"/>
              <a:gd name="connsiteX433" fmla="*/ 1885273 w 7467600"/>
              <a:gd name="connsiteY433" fmla="*/ 6858000 h 6858000"/>
              <a:gd name="connsiteX434" fmla="*/ 1854363 w 7467600"/>
              <a:gd name="connsiteY434" fmla="*/ 6858000 h 6858000"/>
              <a:gd name="connsiteX435" fmla="*/ 1880391 w 7467600"/>
              <a:gd name="connsiteY435" fmla="*/ 6603796 h 6858000"/>
              <a:gd name="connsiteX436" fmla="*/ 1818273 w 7467600"/>
              <a:gd name="connsiteY436" fmla="*/ 6715729 h 6858000"/>
              <a:gd name="connsiteX437" fmla="*/ 1794691 w 7467600"/>
              <a:gd name="connsiteY437" fmla="*/ 6843239 h 6858000"/>
              <a:gd name="connsiteX438" fmla="*/ 1794914 w 7467600"/>
              <a:gd name="connsiteY438" fmla="*/ 6858000 h 6858000"/>
              <a:gd name="connsiteX439" fmla="*/ 1746128 w 7467600"/>
              <a:gd name="connsiteY439" fmla="*/ 6858000 h 6858000"/>
              <a:gd name="connsiteX440" fmla="*/ 1753934 w 7467600"/>
              <a:gd name="connsiteY440" fmla="*/ 6724796 h 6858000"/>
              <a:gd name="connsiteX441" fmla="*/ 1792053 w 7467600"/>
              <a:gd name="connsiteY441" fmla="*/ 6572396 h 6858000"/>
              <a:gd name="connsiteX442" fmla="*/ 1862248 w 7467600"/>
              <a:gd name="connsiteY442" fmla="*/ 6266397 h 6858000"/>
              <a:gd name="connsiteX443" fmla="*/ 1862250 w 7467600"/>
              <a:gd name="connsiteY443" fmla="*/ 6033531 h 6858000"/>
              <a:gd name="connsiteX444" fmla="*/ 1211999 w 7467600"/>
              <a:gd name="connsiteY444" fmla="*/ 6683610 h 6858000"/>
              <a:gd name="connsiteX445" fmla="*/ 1213266 w 7467600"/>
              <a:gd name="connsiteY445" fmla="*/ 6691947 h 6858000"/>
              <a:gd name="connsiteX446" fmla="*/ 1203370 w 7467600"/>
              <a:gd name="connsiteY446" fmla="*/ 6850676 h 6858000"/>
              <a:gd name="connsiteX447" fmla="*/ 1203671 w 7467600"/>
              <a:gd name="connsiteY447" fmla="*/ 6858000 h 6858000"/>
              <a:gd name="connsiteX448" fmla="*/ 1143180 w 7467600"/>
              <a:gd name="connsiteY448" fmla="*/ 6858000 h 6858000"/>
              <a:gd name="connsiteX449" fmla="*/ 1142176 w 7467600"/>
              <a:gd name="connsiteY449" fmla="*/ 6766045 h 6858000"/>
              <a:gd name="connsiteX450" fmla="*/ 1067484 w 7467600"/>
              <a:gd name="connsiteY450" fmla="*/ 6858000 h 6858000"/>
              <a:gd name="connsiteX451" fmla="*/ 953928 w 7467600"/>
              <a:gd name="connsiteY451" fmla="*/ 6858000 h 6858000"/>
              <a:gd name="connsiteX452" fmla="*/ 959715 w 7467600"/>
              <a:gd name="connsiteY452" fmla="*/ 6850185 h 6858000"/>
              <a:gd name="connsiteX453" fmla="*/ 1483788 w 7467600"/>
              <a:gd name="connsiteY453" fmla="*/ 6259174 h 6858000"/>
              <a:gd name="connsiteX454" fmla="*/ 1100671 w 7467600"/>
              <a:gd name="connsiteY454" fmla="*/ 6252137 h 6858000"/>
              <a:gd name="connsiteX455" fmla="*/ 1090144 w 7467600"/>
              <a:gd name="connsiteY455" fmla="*/ 6256748 h 6858000"/>
              <a:gd name="connsiteX456" fmla="*/ 1095872 w 7467600"/>
              <a:gd name="connsiteY456" fmla="*/ 6271892 h 6858000"/>
              <a:gd name="connsiteX457" fmla="*/ 262785 w 7467600"/>
              <a:gd name="connsiteY457" fmla="*/ 6845450 h 6858000"/>
              <a:gd name="connsiteX458" fmla="*/ 209968 w 7467600"/>
              <a:gd name="connsiteY458" fmla="*/ 6770713 h 6858000"/>
              <a:gd name="connsiteX459" fmla="*/ 873460 w 7467600"/>
              <a:gd name="connsiteY459" fmla="*/ 6253768 h 6858000"/>
              <a:gd name="connsiteX460" fmla="*/ 192686 w 7467600"/>
              <a:gd name="connsiteY460" fmla="*/ 5849257 h 6858000"/>
              <a:gd name="connsiteX461" fmla="*/ 4696 w 7467600"/>
              <a:gd name="connsiteY461" fmla="*/ 5697668 h 6858000"/>
              <a:gd name="connsiteX462" fmla="*/ 0 w 7467600"/>
              <a:gd name="connsiteY462" fmla="*/ 5689984 h 6858000"/>
              <a:gd name="connsiteX463" fmla="*/ 0 w 7467600"/>
              <a:gd name="connsiteY463" fmla="*/ 5513472 h 6858000"/>
              <a:gd name="connsiteX464" fmla="*/ 174101 w 7467600"/>
              <a:gd name="connsiteY464" fmla="*/ 5620277 h 6858000"/>
              <a:gd name="connsiteX465" fmla="*/ 891800 w 7467600"/>
              <a:gd name="connsiteY465" fmla="*/ 6036935 h 6858000"/>
              <a:gd name="connsiteX466" fmla="*/ 1072219 w 7467600"/>
              <a:gd name="connsiteY466" fmla="*/ 6169443 h 6858000"/>
              <a:gd name="connsiteX467" fmla="*/ 1074117 w 7467600"/>
              <a:gd name="connsiteY467" fmla="*/ 6170301 h 6858000"/>
              <a:gd name="connsiteX468" fmla="*/ 1083114 w 7467600"/>
              <a:gd name="connsiteY468" fmla="*/ 6174131 h 6858000"/>
              <a:gd name="connsiteX469" fmla="*/ 1543010 w 7467600"/>
              <a:gd name="connsiteY469" fmla="*/ 6191140 h 6858000"/>
              <a:gd name="connsiteX470" fmla="*/ 1551080 w 7467600"/>
              <a:gd name="connsiteY470" fmla="*/ 6195006 h 6858000"/>
              <a:gd name="connsiteX471" fmla="*/ 2345443 w 7467600"/>
              <a:gd name="connsiteY471" fmla="*/ 5549882 h 6858000"/>
              <a:gd name="connsiteX472" fmla="*/ 1721499 w 7467600"/>
              <a:gd name="connsiteY472" fmla="*/ 5599969 h 6858000"/>
              <a:gd name="connsiteX473" fmla="*/ 767716 w 7467600"/>
              <a:gd name="connsiteY473" fmla="*/ 5472768 h 6858000"/>
              <a:gd name="connsiteX474" fmla="*/ 722147 w 7467600"/>
              <a:gd name="connsiteY474" fmla="*/ 5393091 h 6858000"/>
              <a:gd name="connsiteX475" fmla="*/ 1485552 w 7467600"/>
              <a:gd name="connsiteY475" fmla="*/ 5313202 h 6858000"/>
              <a:gd name="connsiteX476" fmla="*/ 2143004 w 7467600"/>
              <a:gd name="connsiteY476" fmla="*/ 5402420 h 6858000"/>
              <a:gd name="connsiteX477" fmla="*/ 1933391 w 7467600"/>
              <a:gd name="connsiteY477" fmla="*/ 5156971 h 6858000"/>
              <a:gd name="connsiteX478" fmla="*/ 1827118 w 7467600"/>
              <a:gd name="connsiteY478" fmla="*/ 4968410 h 6858000"/>
              <a:gd name="connsiteX479" fmla="*/ 1837349 w 7467600"/>
              <a:gd name="connsiteY479" fmla="*/ 4956357 h 6858000"/>
              <a:gd name="connsiteX480" fmla="*/ 2162835 w 7467600"/>
              <a:gd name="connsiteY480" fmla="*/ 5187853 h 6858000"/>
              <a:gd name="connsiteX481" fmla="*/ 2257167 w 7467600"/>
              <a:gd name="connsiteY481" fmla="*/ 5462123 h 6858000"/>
              <a:gd name="connsiteX482" fmla="*/ 2261598 w 7467600"/>
              <a:gd name="connsiteY482" fmla="*/ 5467998 h 6858000"/>
              <a:gd name="connsiteX483" fmla="*/ 2437177 w 7467600"/>
              <a:gd name="connsiteY483" fmla="*/ 5479608 h 6858000"/>
              <a:gd name="connsiteX484" fmla="*/ 2445247 w 7467600"/>
              <a:gd name="connsiteY484" fmla="*/ 5483476 h 6858000"/>
              <a:gd name="connsiteX485" fmla="*/ 2743626 w 7467600"/>
              <a:gd name="connsiteY485" fmla="*/ 5304819 h 6858000"/>
              <a:gd name="connsiteX486" fmla="*/ 3048102 w 7467600"/>
              <a:gd name="connsiteY486" fmla="*/ 5150595 h 6858000"/>
              <a:gd name="connsiteX487" fmla="*/ 1799414 w 7467600"/>
              <a:gd name="connsiteY487" fmla="*/ 4694732 h 6858000"/>
              <a:gd name="connsiteX488" fmla="*/ 1771735 w 7467600"/>
              <a:gd name="connsiteY488" fmla="*/ 4619929 h 6858000"/>
              <a:gd name="connsiteX489" fmla="*/ 3104273 w 7467600"/>
              <a:gd name="connsiteY489" fmla="*/ 5076159 h 6858000"/>
              <a:gd name="connsiteX490" fmla="*/ 3113245 w 7467600"/>
              <a:gd name="connsiteY490" fmla="*/ 5090705 h 6858000"/>
              <a:gd name="connsiteX491" fmla="*/ 3126294 w 7467600"/>
              <a:gd name="connsiteY491" fmla="*/ 5114400 h 6858000"/>
              <a:gd name="connsiteX492" fmla="*/ 3937433 w 7467600"/>
              <a:gd name="connsiteY492" fmla="*/ 4830473 h 6858000"/>
              <a:gd name="connsiteX493" fmla="*/ 3590475 w 7467600"/>
              <a:gd name="connsiteY493" fmla="*/ 4597974 h 6858000"/>
              <a:gd name="connsiteX494" fmla="*/ 3100264 w 7467600"/>
              <a:gd name="connsiteY494" fmla="*/ 4579845 h 6858000"/>
              <a:gd name="connsiteX495" fmla="*/ 2183576 w 7467600"/>
              <a:gd name="connsiteY495" fmla="*/ 4227150 h 6858000"/>
              <a:gd name="connsiteX496" fmla="*/ 2151029 w 7467600"/>
              <a:gd name="connsiteY496" fmla="*/ 4146947 h 6858000"/>
              <a:gd name="connsiteX497" fmla="*/ 3563434 w 7467600"/>
              <a:gd name="connsiteY497" fmla="*/ 4469115 h 6858000"/>
              <a:gd name="connsiteX498" fmla="*/ 3177952 w 7467600"/>
              <a:gd name="connsiteY498" fmla="*/ 3657386 h 6858000"/>
              <a:gd name="connsiteX499" fmla="*/ 3189263 w 7467600"/>
              <a:gd name="connsiteY499" fmla="*/ 3625726 h 6858000"/>
              <a:gd name="connsiteX500" fmla="*/ 3560912 w 7467600"/>
              <a:gd name="connsiteY500" fmla="*/ 4079863 h 6858000"/>
              <a:gd name="connsiteX501" fmla="*/ 3626636 w 7467600"/>
              <a:gd name="connsiteY501" fmla="*/ 4512230 h 6858000"/>
              <a:gd name="connsiteX502" fmla="*/ 3653088 w 7467600"/>
              <a:gd name="connsiteY502" fmla="*/ 4521417 h 6858000"/>
              <a:gd name="connsiteX503" fmla="*/ 3988128 w 7467600"/>
              <a:gd name="connsiteY503" fmla="*/ 4817267 h 6858000"/>
              <a:gd name="connsiteX504" fmla="*/ 4830582 w 7467600"/>
              <a:gd name="connsiteY504" fmla="*/ 4676000 h 6858000"/>
              <a:gd name="connsiteX505" fmla="*/ 4830100 w 7467600"/>
              <a:gd name="connsiteY505" fmla="*/ 4675554 h 6858000"/>
              <a:gd name="connsiteX506" fmla="*/ 4036318 w 7467600"/>
              <a:gd name="connsiteY506" fmla="*/ 4147013 h 6858000"/>
              <a:gd name="connsiteX507" fmla="*/ 3432098 w 7467600"/>
              <a:gd name="connsiteY507" fmla="*/ 3537312 h 6858000"/>
              <a:gd name="connsiteX508" fmla="*/ 3446761 w 7467600"/>
              <a:gd name="connsiteY508" fmla="*/ 3461278 h 6858000"/>
              <a:gd name="connsiteX509" fmla="*/ 4419733 w 7467600"/>
              <a:gd name="connsiteY509" fmla="*/ 3963555 h 6858000"/>
              <a:gd name="connsiteX510" fmla="*/ 4781371 w 7467600"/>
              <a:gd name="connsiteY510" fmla="*/ 4458604 h 6858000"/>
              <a:gd name="connsiteX511" fmla="*/ 4780440 w 7467600"/>
              <a:gd name="connsiteY511" fmla="*/ 4470290 h 6858000"/>
              <a:gd name="connsiteX512" fmla="*/ 4898954 w 7467600"/>
              <a:gd name="connsiteY512" fmla="*/ 4662092 h 6858000"/>
              <a:gd name="connsiteX513" fmla="*/ 4900699 w 7467600"/>
              <a:gd name="connsiteY513" fmla="*/ 4670867 h 6858000"/>
              <a:gd name="connsiteX514" fmla="*/ 5714511 w 7467600"/>
              <a:gd name="connsiteY514" fmla="*/ 4663483 h 6858000"/>
              <a:gd name="connsiteX515" fmla="*/ 5464793 w 7467600"/>
              <a:gd name="connsiteY515" fmla="*/ 4393556 h 6858000"/>
              <a:gd name="connsiteX516" fmla="*/ 5461897 w 7467600"/>
              <a:gd name="connsiteY516" fmla="*/ 4390879 h 6858000"/>
              <a:gd name="connsiteX517" fmla="*/ 4294126 w 7467600"/>
              <a:gd name="connsiteY517" fmla="*/ 3303048 h 6858000"/>
              <a:gd name="connsiteX518" fmla="*/ 4305321 w 7467600"/>
              <a:gd name="connsiteY518" fmla="*/ 3256953 h 6858000"/>
              <a:gd name="connsiteX519" fmla="*/ 4949299 w 7467600"/>
              <a:gd name="connsiteY519" fmla="*/ 3766336 h 6858000"/>
              <a:gd name="connsiteX520" fmla="*/ 5291452 w 7467600"/>
              <a:gd name="connsiteY520" fmla="*/ 4076801 h 6858000"/>
              <a:gd name="connsiteX521" fmla="*/ 5434998 w 7467600"/>
              <a:gd name="connsiteY521" fmla="*/ 4254100 h 6858000"/>
              <a:gd name="connsiteX522" fmla="*/ 5351015 w 7467600"/>
              <a:gd name="connsiteY522" fmla="*/ 3760989 h 6858000"/>
              <a:gd name="connsiteX523" fmla="*/ 5413780 w 7467600"/>
              <a:gd name="connsiteY523" fmla="*/ 2966265 h 6858000"/>
              <a:gd name="connsiteX524" fmla="*/ 5425627 w 7467600"/>
              <a:gd name="connsiteY524" fmla="*/ 2954192 h 6858000"/>
              <a:gd name="connsiteX525" fmla="*/ 6604735 w 7467600"/>
              <a:gd name="connsiteY525" fmla="*/ 2041381 h 6858000"/>
              <a:gd name="connsiteX526" fmla="*/ 7204487 w 7467600"/>
              <a:gd name="connsiteY526" fmla="*/ 2742112 h 6858000"/>
              <a:gd name="connsiteX527" fmla="*/ 7131592 w 7467600"/>
              <a:gd name="connsiteY527" fmla="*/ 2672096 h 6858000"/>
              <a:gd name="connsiteX528" fmla="*/ 6996344 w 7467600"/>
              <a:gd name="connsiteY528" fmla="*/ 2518310 h 6858000"/>
              <a:gd name="connsiteX529" fmla="*/ 6735495 w 7467600"/>
              <a:gd name="connsiteY529" fmla="*/ 2196890 h 6858000"/>
              <a:gd name="connsiteX530" fmla="*/ 6721901 w 7467600"/>
              <a:gd name="connsiteY530" fmla="*/ 2179274 h 6858000"/>
              <a:gd name="connsiteX531" fmla="*/ 6604735 w 7467600"/>
              <a:gd name="connsiteY531" fmla="*/ 2041381 h 6858000"/>
              <a:gd name="connsiteX532" fmla="*/ 6591670 w 7467600"/>
              <a:gd name="connsiteY532" fmla="*/ 1988277 h 6858000"/>
              <a:gd name="connsiteX533" fmla="*/ 6747349 w 7467600"/>
              <a:gd name="connsiteY533" fmla="*/ 2160069 h 6858000"/>
              <a:gd name="connsiteX534" fmla="*/ 6760943 w 7467600"/>
              <a:gd name="connsiteY534" fmla="*/ 2177686 h 6858000"/>
              <a:gd name="connsiteX535" fmla="*/ 7021065 w 7467600"/>
              <a:gd name="connsiteY535" fmla="*/ 2498102 h 6858000"/>
              <a:gd name="connsiteX536" fmla="*/ 7155223 w 7467600"/>
              <a:gd name="connsiteY536" fmla="*/ 2650386 h 6858000"/>
              <a:gd name="connsiteX537" fmla="*/ 7203167 w 7467600"/>
              <a:gd name="connsiteY537" fmla="*/ 2697288 h 6858000"/>
              <a:gd name="connsiteX538" fmla="*/ 6937703 w 7467600"/>
              <a:gd name="connsiteY538" fmla="*/ 2321981 h 6858000"/>
              <a:gd name="connsiteX539" fmla="*/ 6591670 w 7467600"/>
              <a:gd name="connsiteY539" fmla="*/ 1988277 h 6858000"/>
              <a:gd name="connsiteX540" fmla="*/ 5798671 w 7467600"/>
              <a:gd name="connsiteY540" fmla="*/ 1981601 h 6858000"/>
              <a:gd name="connsiteX541" fmla="*/ 5754709 w 7467600"/>
              <a:gd name="connsiteY541" fmla="*/ 2071454 h 6858000"/>
              <a:gd name="connsiteX542" fmla="*/ 5763044 w 7467600"/>
              <a:gd name="connsiteY542" fmla="*/ 2842206 h 6858000"/>
              <a:gd name="connsiteX543" fmla="*/ 5764974 w 7467600"/>
              <a:gd name="connsiteY543" fmla="*/ 2799609 h 6858000"/>
              <a:gd name="connsiteX544" fmla="*/ 5767665 w 7467600"/>
              <a:gd name="connsiteY544" fmla="*/ 2666409 h 6858000"/>
              <a:gd name="connsiteX545" fmla="*/ 5763055 w 7467600"/>
              <a:gd name="connsiteY545" fmla="*/ 2579705 h 6858000"/>
              <a:gd name="connsiteX546" fmla="*/ 5758079 w 7467600"/>
              <a:gd name="connsiteY546" fmla="*/ 2492508 h 6858000"/>
              <a:gd name="connsiteX547" fmla="*/ 5779325 w 7467600"/>
              <a:gd name="connsiteY547" fmla="*/ 2197069 h 6858000"/>
              <a:gd name="connsiteX548" fmla="*/ 5798671 w 7467600"/>
              <a:gd name="connsiteY548" fmla="*/ 1981601 h 6858000"/>
              <a:gd name="connsiteX549" fmla="*/ 5829202 w 7467600"/>
              <a:gd name="connsiteY549" fmla="*/ 1971679 h 6858000"/>
              <a:gd name="connsiteX550" fmla="*/ 5809558 w 7467600"/>
              <a:gd name="connsiteY550" fmla="*/ 2198043 h 6858000"/>
              <a:gd name="connsiteX551" fmla="*/ 5788653 w 7467600"/>
              <a:gd name="connsiteY551" fmla="*/ 2489430 h 6858000"/>
              <a:gd name="connsiteX552" fmla="*/ 5793439 w 7467600"/>
              <a:gd name="connsiteY552" fmla="*/ 2575235 h 6858000"/>
              <a:gd name="connsiteX553" fmla="*/ 5796837 w 7467600"/>
              <a:gd name="connsiteY553" fmla="*/ 2637633 h 6858000"/>
              <a:gd name="connsiteX554" fmla="*/ 5818614 w 7467600"/>
              <a:gd name="connsiteY554" fmla="*/ 2473055 h 6858000"/>
              <a:gd name="connsiteX555" fmla="*/ 5829202 w 7467600"/>
              <a:gd name="connsiteY555" fmla="*/ 1971679 h 6858000"/>
              <a:gd name="connsiteX556" fmla="*/ 5911389 w 7467600"/>
              <a:gd name="connsiteY556" fmla="*/ 1898371 h 6858000"/>
              <a:gd name="connsiteX557" fmla="*/ 6237627 w 7467600"/>
              <a:gd name="connsiteY557" fmla="*/ 2231921 h 6858000"/>
              <a:gd name="connsiteX558" fmla="*/ 5911389 w 7467600"/>
              <a:gd name="connsiteY558" fmla="*/ 1898371 h 6858000"/>
              <a:gd name="connsiteX559" fmla="*/ 6944437 w 7467600"/>
              <a:gd name="connsiteY559" fmla="*/ 1575402 h 6858000"/>
              <a:gd name="connsiteX560" fmla="*/ 6304730 w 7467600"/>
              <a:gd name="connsiteY560" fmla="*/ 1766654 h 6858000"/>
              <a:gd name="connsiteX561" fmla="*/ 6944437 w 7467600"/>
              <a:gd name="connsiteY561" fmla="*/ 1575402 h 6858000"/>
              <a:gd name="connsiteX562" fmla="*/ 7019523 w 7467600"/>
              <a:gd name="connsiteY562" fmla="*/ 1519450 h 6858000"/>
              <a:gd name="connsiteX563" fmla="*/ 6298091 w 7467600"/>
              <a:gd name="connsiteY563" fmla="*/ 1737122 h 6858000"/>
              <a:gd name="connsiteX564" fmla="*/ 7019523 w 7467600"/>
              <a:gd name="connsiteY564" fmla="*/ 1519450 h 6858000"/>
              <a:gd name="connsiteX565" fmla="*/ 2399523 w 7467600"/>
              <a:gd name="connsiteY565" fmla="*/ 1428234 h 6858000"/>
              <a:gd name="connsiteX566" fmla="*/ 2224982 w 7467600"/>
              <a:gd name="connsiteY566" fmla="*/ 1826201 h 6858000"/>
              <a:gd name="connsiteX567" fmla="*/ 2096099 w 7467600"/>
              <a:gd name="connsiteY567" fmla="*/ 2345900 h 6858000"/>
              <a:gd name="connsiteX568" fmla="*/ 2283317 w 7467600"/>
              <a:gd name="connsiteY568" fmla="*/ 1796925 h 6858000"/>
              <a:gd name="connsiteX569" fmla="*/ 2399523 w 7467600"/>
              <a:gd name="connsiteY569" fmla="*/ 1428234 h 6858000"/>
              <a:gd name="connsiteX570" fmla="*/ 2448558 w 7467600"/>
              <a:gd name="connsiteY570" fmla="*/ 1373435 h 6858000"/>
              <a:gd name="connsiteX571" fmla="*/ 2312521 w 7467600"/>
              <a:gd name="connsiteY571" fmla="*/ 1806140 h 6858000"/>
              <a:gd name="connsiteX572" fmla="*/ 2127533 w 7467600"/>
              <a:gd name="connsiteY572" fmla="*/ 2348380 h 6858000"/>
              <a:gd name="connsiteX573" fmla="*/ 2358080 w 7467600"/>
              <a:gd name="connsiteY573" fmla="*/ 1866134 h 6858000"/>
              <a:gd name="connsiteX574" fmla="*/ 2407436 w 7467600"/>
              <a:gd name="connsiteY574" fmla="*/ 1651070 h 6858000"/>
              <a:gd name="connsiteX575" fmla="*/ 2448558 w 7467600"/>
              <a:gd name="connsiteY575" fmla="*/ 1373435 h 6858000"/>
              <a:gd name="connsiteX576" fmla="*/ 278707 w 7467600"/>
              <a:gd name="connsiteY576" fmla="*/ 1352270 h 6858000"/>
              <a:gd name="connsiteX577" fmla="*/ 321570 w 7467600"/>
              <a:gd name="connsiteY577" fmla="*/ 1861610 h 6858000"/>
              <a:gd name="connsiteX578" fmla="*/ 294281 w 7467600"/>
              <a:gd name="connsiteY578" fmla="*/ 1440658 h 6858000"/>
              <a:gd name="connsiteX579" fmla="*/ 278707 w 7467600"/>
              <a:gd name="connsiteY579" fmla="*/ 1352270 h 6858000"/>
              <a:gd name="connsiteX580" fmla="*/ 1423821 w 7467600"/>
              <a:gd name="connsiteY580" fmla="*/ 1351958 h 6858000"/>
              <a:gd name="connsiteX581" fmla="*/ 1638521 w 7467600"/>
              <a:gd name="connsiteY581" fmla="*/ 1908470 h 6858000"/>
              <a:gd name="connsiteX582" fmla="*/ 1754199 w 7467600"/>
              <a:gd name="connsiteY582" fmla="*/ 2149284 h 6858000"/>
              <a:gd name="connsiteX583" fmla="*/ 1908359 w 7467600"/>
              <a:gd name="connsiteY583" fmla="*/ 2364988 h 6858000"/>
              <a:gd name="connsiteX584" fmla="*/ 1647661 w 7467600"/>
              <a:gd name="connsiteY584" fmla="*/ 1825945 h 6858000"/>
              <a:gd name="connsiteX585" fmla="*/ 1423821 w 7467600"/>
              <a:gd name="connsiteY585" fmla="*/ 1351958 h 6858000"/>
              <a:gd name="connsiteX586" fmla="*/ 1431890 w 7467600"/>
              <a:gd name="connsiteY586" fmla="*/ 1306475 h 6858000"/>
              <a:gd name="connsiteX587" fmla="*/ 1507597 w 7467600"/>
              <a:gd name="connsiteY587" fmla="*/ 1446132 h 6858000"/>
              <a:gd name="connsiteX588" fmla="*/ 1674586 w 7467600"/>
              <a:gd name="connsiteY588" fmla="*/ 1813832 h 6858000"/>
              <a:gd name="connsiteX589" fmla="*/ 1815950 w 7467600"/>
              <a:gd name="connsiteY589" fmla="*/ 2128564 h 6858000"/>
              <a:gd name="connsiteX590" fmla="*/ 1984242 w 7467600"/>
              <a:gd name="connsiteY590" fmla="*/ 2430829 h 6858000"/>
              <a:gd name="connsiteX591" fmla="*/ 2014023 w 7467600"/>
              <a:gd name="connsiteY591" fmla="*/ 2450995 h 6858000"/>
              <a:gd name="connsiteX592" fmla="*/ 1747337 w 7467600"/>
              <a:gd name="connsiteY592" fmla="*/ 1855264 h 6858000"/>
              <a:gd name="connsiteX593" fmla="*/ 1533749 w 7467600"/>
              <a:gd name="connsiteY593" fmla="*/ 1478656 h 6858000"/>
              <a:gd name="connsiteX594" fmla="*/ 1431890 w 7467600"/>
              <a:gd name="connsiteY594" fmla="*/ 1306475 h 6858000"/>
              <a:gd name="connsiteX595" fmla="*/ 5052692 w 7467600"/>
              <a:gd name="connsiteY595" fmla="*/ 1292994 h 6858000"/>
              <a:gd name="connsiteX596" fmla="*/ 5200661 w 7467600"/>
              <a:gd name="connsiteY596" fmla="*/ 1635186 h 6858000"/>
              <a:gd name="connsiteX597" fmla="*/ 5297138 w 7467600"/>
              <a:gd name="connsiteY597" fmla="*/ 1906351 h 6858000"/>
              <a:gd name="connsiteX598" fmla="*/ 5052692 w 7467600"/>
              <a:gd name="connsiteY598" fmla="*/ 1292994 h 6858000"/>
              <a:gd name="connsiteX599" fmla="*/ 5009948 w 7467600"/>
              <a:gd name="connsiteY599" fmla="*/ 1273619 h 6858000"/>
              <a:gd name="connsiteX600" fmla="*/ 5121777 w 7467600"/>
              <a:gd name="connsiteY600" fmla="*/ 1654213 h 6858000"/>
              <a:gd name="connsiteX601" fmla="*/ 5293545 w 7467600"/>
              <a:gd name="connsiteY601" fmla="*/ 2072247 h 6858000"/>
              <a:gd name="connsiteX602" fmla="*/ 5294042 w 7467600"/>
              <a:gd name="connsiteY602" fmla="*/ 2065019 h 6858000"/>
              <a:gd name="connsiteX603" fmla="*/ 5171936 w 7467600"/>
              <a:gd name="connsiteY603" fmla="*/ 1647613 h 6858000"/>
              <a:gd name="connsiteX604" fmla="*/ 5009948 w 7467600"/>
              <a:gd name="connsiteY604" fmla="*/ 1273619 h 6858000"/>
              <a:gd name="connsiteX605" fmla="*/ 655236 w 7467600"/>
              <a:gd name="connsiteY605" fmla="*/ 1268632 h 6858000"/>
              <a:gd name="connsiteX606" fmla="*/ 839521 w 7467600"/>
              <a:gd name="connsiteY606" fmla="*/ 1685315 h 6858000"/>
              <a:gd name="connsiteX607" fmla="*/ 1109416 w 7467600"/>
              <a:gd name="connsiteY607" fmla="*/ 2061663 h 6858000"/>
              <a:gd name="connsiteX608" fmla="*/ 1298300 w 7467600"/>
              <a:gd name="connsiteY608" fmla="*/ 2247742 h 6858000"/>
              <a:gd name="connsiteX609" fmla="*/ 1125871 w 7467600"/>
              <a:gd name="connsiteY609" fmla="*/ 1989513 h 6858000"/>
              <a:gd name="connsiteX610" fmla="*/ 981574 w 7467600"/>
              <a:gd name="connsiteY610" fmla="*/ 1783157 h 6858000"/>
              <a:gd name="connsiteX611" fmla="*/ 922198 w 7467600"/>
              <a:gd name="connsiteY611" fmla="*/ 1677437 h 6858000"/>
              <a:gd name="connsiteX612" fmla="*/ 869293 w 7467600"/>
              <a:gd name="connsiteY612" fmla="*/ 1583214 h 6858000"/>
              <a:gd name="connsiteX613" fmla="*/ 751431 w 7467600"/>
              <a:gd name="connsiteY613" fmla="*/ 1405731 h 6858000"/>
              <a:gd name="connsiteX614" fmla="*/ 655236 w 7467600"/>
              <a:gd name="connsiteY614" fmla="*/ 1268632 h 6858000"/>
              <a:gd name="connsiteX615" fmla="*/ 6516292 w 7467600"/>
              <a:gd name="connsiteY615" fmla="*/ 1263064 h 6858000"/>
              <a:gd name="connsiteX616" fmla="*/ 5736320 w 7467600"/>
              <a:gd name="connsiteY616" fmla="*/ 1501803 h 6858000"/>
              <a:gd name="connsiteX617" fmla="*/ 6516292 w 7467600"/>
              <a:gd name="connsiteY617" fmla="*/ 1263064 h 6858000"/>
              <a:gd name="connsiteX618" fmla="*/ 291466 w 7467600"/>
              <a:gd name="connsiteY618" fmla="*/ 1250369 h 6858000"/>
              <a:gd name="connsiteX619" fmla="*/ 323180 w 7467600"/>
              <a:gd name="connsiteY619" fmla="*/ 1435283 h 6858000"/>
              <a:gd name="connsiteX620" fmla="*/ 349381 w 7467600"/>
              <a:gd name="connsiteY620" fmla="*/ 1875041 h 6858000"/>
              <a:gd name="connsiteX621" fmla="*/ 374363 w 7467600"/>
              <a:gd name="connsiteY621" fmla="*/ 1506494 h 6858000"/>
              <a:gd name="connsiteX622" fmla="*/ 302168 w 7467600"/>
              <a:gd name="connsiteY622" fmla="*/ 1274495 h 6858000"/>
              <a:gd name="connsiteX623" fmla="*/ 291466 w 7467600"/>
              <a:gd name="connsiteY623" fmla="*/ 1250369 h 6858000"/>
              <a:gd name="connsiteX624" fmla="*/ 678222 w 7467600"/>
              <a:gd name="connsiteY624" fmla="*/ 1248670 h 6858000"/>
              <a:gd name="connsiteX625" fmla="*/ 775536 w 7467600"/>
              <a:gd name="connsiteY625" fmla="*/ 1388015 h 6858000"/>
              <a:gd name="connsiteX626" fmla="*/ 894529 w 7467600"/>
              <a:gd name="connsiteY626" fmla="*/ 1567739 h 6858000"/>
              <a:gd name="connsiteX627" fmla="*/ 948000 w 7467600"/>
              <a:gd name="connsiteY627" fmla="*/ 1663088 h 6858000"/>
              <a:gd name="connsiteX628" fmla="*/ 1006812 w 7467600"/>
              <a:gd name="connsiteY628" fmla="*/ 1767683 h 6858000"/>
              <a:gd name="connsiteX629" fmla="*/ 1149133 w 7467600"/>
              <a:gd name="connsiteY629" fmla="*/ 1971513 h 6858000"/>
              <a:gd name="connsiteX630" fmla="*/ 1333952 w 7467600"/>
              <a:gd name="connsiteY630" fmla="*/ 2251620 h 6858000"/>
              <a:gd name="connsiteX631" fmla="*/ 1337329 w 7467600"/>
              <a:gd name="connsiteY631" fmla="*/ 2258350 h 6858000"/>
              <a:gd name="connsiteX632" fmla="*/ 1014726 w 7467600"/>
              <a:gd name="connsiteY632" fmla="*/ 1615556 h 6858000"/>
              <a:gd name="connsiteX633" fmla="*/ 678222 w 7467600"/>
              <a:gd name="connsiteY633" fmla="*/ 1248670 h 6858000"/>
              <a:gd name="connsiteX634" fmla="*/ 6691602 w 7467600"/>
              <a:gd name="connsiteY634" fmla="*/ 1140573 h 6858000"/>
              <a:gd name="connsiteX635" fmla="*/ 6571100 w 7467600"/>
              <a:gd name="connsiteY635" fmla="*/ 1183662 h 6858000"/>
              <a:gd name="connsiteX636" fmla="*/ 6241687 w 7467600"/>
              <a:gd name="connsiteY636" fmla="*/ 1257600 h 6858000"/>
              <a:gd name="connsiteX637" fmla="*/ 5693009 w 7467600"/>
              <a:gd name="connsiteY637" fmla="*/ 1478256 h 6858000"/>
              <a:gd name="connsiteX638" fmla="*/ 6548420 w 7467600"/>
              <a:gd name="connsiteY638" fmla="*/ 1214599 h 6858000"/>
              <a:gd name="connsiteX639" fmla="*/ 6605473 w 7467600"/>
              <a:gd name="connsiteY639" fmla="*/ 1184686 h 6858000"/>
              <a:gd name="connsiteX640" fmla="*/ 6691602 w 7467600"/>
              <a:gd name="connsiteY640" fmla="*/ 1140573 h 6858000"/>
              <a:gd name="connsiteX641" fmla="*/ 4002475 w 7467600"/>
              <a:gd name="connsiteY641" fmla="*/ 1037802 h 6858000"/>
              <a:gd name="connsiteX642" fmla="*/ 4000324 w 7467600"/>
              <a:gd name="connsiteY642" fmla="*/ 1039362 h 6858000"/>
              <a:gd name="connsiteX643" fmla="*/ 4002862 w 7467600"/>
              <a:gd name="connsiteY643" fmla="*/ 1042866 h 6858000"/>
              <a:gd name="connsiteX644" fmla="*/ 4002475 w 7467600"/>
              <a:gd name="connsiteY644" fmla="*/ 1037802 h 6858000"/>
              <a:gd name="connsiteX645" fmla="*/ 506322 w 7467600"/>
              <a:gd name="connsiteY645" fmla="*/ 1020997 h 6858000"/>
              <a:gd name="connsiteX646" fmla="*/ 533068 w 7467600"/>
              <a:gd name="connsiteY646" fmla="*/ 1029409 h 6858000"/>
              <a:gd name="connsiteX647" fmla="*/ 1232525 w 7467600"/>
              <a:gd name="connsiteY647" fmla="*/ 1804675 h 6858000"/>
              <a:gd name="connsiteX648" fmla="*/ 1388858 w 7467600"/>
              <a:gd name="connsiteY648" fmla="*/ 2368011 h 6858000"/>
              <a:gd name="connsiteX649" fmla="*/ 1384098 w 7467600"/>
              <a:gd name="connsiteY649" fmla="*/ 2378125 h 6858000"/>
              <a:gd name="connsiteX650" fmla="*/ 1425393 w 7467600"/>
              <a:gd name="connsiteY650" fmla="*/ 2589124 h 6858000"/>
              <a:gd name="connsiteX651" fmla="*/ 1424001 w 7467600"/>
              <a:gd name="connsiteY651" fmla="*/ 2597541 h 6858000"/>
              <a:gd name="connsiteX652" fmla="*/ 2152729 w 7467600"/>
              <a:gd name="connsiteY652" fmla="*/ 2864487 h 6858000"/>
              <a:gd name="connsiteX653" fmla="*/ 2020609 w 7467600"/>
              <a:gd name="connsiteY653" fmla="*/ 2539671 h 6858000"/>
              <a:gd name="connsiteX654" fmla="*/ 2018920 w 7467600"/>
              <a:gd name="connsiteY654" fmla="*/ 2536309 h 6858000"/>
              <a:gd name="connsiteX655" fmla="*/ 1342441 w 7467600"/>
              <a:gd name="connsiteY655" fmla="*/ 1173017 h 6858000"/>
              <a:gd name="connsiteX656" fmla="*/ 1367925 w 7467600"/>
              <a:gd name="connsiteY656" fmla="*/ 1135648 h 6858000"/>
              <a:gd name="connsiteX657" fmla="*/ 1771401 w 7467600"/>
              <a:gd name="connsiteY657" fmla="*/ 1806673 h 6858000"/>
              <a:gd name="connsiteX658" fmla="*/ 1972385 w 7467600"/>
              <a:gd name="connsiteY658" fmla="*/ 2198735 h 6858000"/>
              <a:gd name="connsiteX659" fmla="*/ 2040892 w 7467600"/>
              <a:gd name="connsiteY659" fmla="*/ 2405205 h 6858000"/>
              <a:gd name="connsiteX660" fmla="*/ 2131689 w 7467600"/>
              <a:gd name="connsiteY660" fmla="*/ 1936926 h 6858000"/>
              <a:gd name="connsiteX661" fmla="*/ 2454820 w 7467600"/>
              <a:gd name="connsiteY661" fmla="*/ 1248808 h 6858000"/>
              <a:gd name="connsiteX662" fmla="*/ 2492512 w 7467600"/>
              <a:gd name="connsiteY662" fmla="*/ 1302920 h 6858000"/>
              <a:gd name="connsiteX663" fmla="*/ 2081216 w 7467600"/>
              <a:gd name="connsiteY663" fmla="*/ 2527513 h 6858000"/>
              <a:gd name="connsiteX664" fmla="*/ 2081211 w 7467600"/>
              <a:gd name="connsiteY664" fmla="*/ 2528916 h 6858000"/>
              <a:gd name="connsiteX665" fmla="*/ 2199067 w 7467600"/>
              <a:gd name="connsiteY665" fmla="*/ 2884061 h 6858000"/>
              <a:gd name="connsiteX666" fmla="*/ 3192586 w 7467600"/>
              <a:gd name="connsiteY666" fmla="*/ 3411496 h 6858000"/>
              <a:gd name="connsiteX667" fmla="*/ 3182620 w 7467600"/>
              <a:gd name="connsiteY667" fmla="*/ 3483279 h 6858000"/>
              <a:gd name="connsiteX668" fmla="*/ 2435119 w 7467600"/>
              <a:gd name="connsiteY668" fmla="*/ 3080173 h 6858000"/>
              <a:gd name="connsiteX669" fmla="*/ 2410152 w 7467600"/>
              <a:gd name="connsiteY669" fmla="*/ 3063751 h 6858000"/>
              <a:gd name="connsiteX670" fmla="*/ 2408099 w 7467600"/>
              <a:gd name="connsiteY670" fmla="*/ 3064403 h 6858000"/>
              <a:gd name="connsiteX671" fmla="*/ 2407218 w 7467600"/>
              <a:gd name="connsiteY671" fmla="*/ 3070324 h 6858000"/>
              <a:gd name="connsiteX672" fmla="*/ 2380138 w 7467600"/>
              <a:gd name="connsiteY672" fmla="*/ 3099341 h 6858000"/>
              <a:gd name="connsiteX673" fmla="*/ 1765923 w 7467600"/>
              <a:gd name="connsiteY673" fmla="*/ 3581043 h 6858000"/>
              <a:gd name="connsiteX674" fmla="*/ 1702258 w 7467600"/>
              <a:gd name="connsiteY674" fmla="*/ 3612286 h 6858000"/>
              <a:gd name="connsiteX675" fmla="*/ 1538370 w 7467600"/>
              <a:gd name="connsiteY675" fmla="*/ 3811804 h 6858000"/>
              <a:gd name="connsiteX676" fmla="*/ 542867 w 7467600"/>
              <a:gd name="connsiteY676" fmla="*/ 4944092 h 6858000"/>
              <a:gd name="connsiteX677" fmla="*/ 515800 w 7467600"/>
              <a:gd name="connsiteY677" fmla="*/ 4862180 h 6858000"/>
              <a:gd name="connsiteX678" fmla="*/ 909145 w 7467600"/>
              <a:gd name="connsiteY678" fmla="*/ 4199225 h 6858000"/>
              <a:gd name="connsiteX679" fmla="*/ 1214067 w 7467600"/>
              <a:gd name="connsiteY679" fmla="*/ 3908561 h 6858000"/>
              <a:gd name="connsiteX680" fmla="*/ 640967 w 7467600"/>
              <a:gd name="connsiteY680" fmla="*/ 4105601 h 6858000"/>
              <a:gd name="connsiteX681" fmla="*/ 112563 w 7467600"/>
              <a:gd name="connsiteY681" fmla="*/ 4396952 h 6858000"/>
              <a:gd name="connsiteX682" fmla="*/ 0 w 7467600"/>
              <a:gd name="connsiteY682" fmla="*/ 4466006 h 6858000"/>
              <a:gd name="connsiteX683" fmla="*/ 0 w 7467600"/>
              <a:gd name="connsiteY683" fmla="*/ 4233763 h 6858000"/>
              <a:gd name="connsiteX684" fmla="*/ 36881 w 7467600"/>
              <a:gd name="connsiteY684" fmla="*/ 4200118 h 6858000"/>
              <a:gd name="connsiteX685" fmla="*/ 910534 w 7467600"/>
              <a:gd name="connsiteY685" fmla="*/ 3629753 h 6858000"/>
              <a:gd name="connsiteX686" fmla="*/ 1578717 w 7467600"/>
              <a:gd name="connsiteY686" fmla="*/ 3575982 h 6858000"/>
              <a:gd name="connsiteX687" fmla="*/ 2338780 w 7467600"/>
              <a:gd name="connsiteY687" fmla="*/ 3033725 h 6858000"/>
              <a:gd name="connsiteX688" fmla="*/ 1807991 w 7467600"/>
              <a:gd name="connsiteY688" fmla="*/ 2807184 h 6858000"/>
              <a:gd name="connsiteX689" fmla="*/ 1416358 w 7467600"/>
              <a:gd name="connsiteY689" fmla="*/ 3112571 h 6858000"/>
              <a:gd name="connsiteX690" fmla="*/ 939066 w 7467600"/>
              <a:gd name="connsiteY690" fmla="*/ 3378798 h 6858000"/>
              <a:gd name="connsiteX691" fmla="*/ 115099 w 7467600"/>
              <a:gd name="connsiteY691" fmla="*/ 3607650 h 6858000"/>
              <a:gd name="connsiteX692" fmla="*/ 97284 w 7467600"/>
              <a:gd name="connsiteY692" fmla="*/ 3520393 h 6858000"/>
              <a:gd name="connsiteX693" fmla="*/ 922050 w 7467600"/>
              <a:gd name="connsiteY693" fmla="*/ 3074867 h 6858000"/>
              <a:gd name="connsiteX694" fmla="*/ 1405265 w 7467600"/>
              <a:gd name="connsiteY694" fmla="*/ 3016319 h 6858000"/>
              <a:gd name="connsiteX695" fmla="*/ 1407512 w 7467600"/>
              <a:gd name="connsiteY695" fmla="*/ 3018001 h 6858000"/>
              <a:gd name="connsiteX696" fmla="*/ 1726266 w 7467600"/>
              <a:gd name="connsiteY696" fmla="*/ 2777274 h 6858000"/>
              <a:gd name="connsiteX697" fmla="*/ 625390 w 7467600"/>
              <a:gd name="connsiteY697" fmla="*/ 2514541 h 6858000"/>
              <a:gd name="connsiteX698" fmla="*/ 619799 w 7467600"/>
              <a:gd name="connsiteY698" fmla="*/ 2527180 h 6858000"/>
              <a:gd name="connsiteX699" fmla="*/ 310030 w 7467600"/>
              <a:gd name="connsiteY699" fmla="*/ 2771818 h 6858000"/>
              <a:gd name="connsiteX700" fmla="*/ 173877 w 7467600"/>
              <a:gd name="connsiteY700" fmla="*/ 2937056 h 6858000"/>
              <a:gd name="connsiteX701" fmla="*/ 77889 w 7467600"/>
              <a:gd name="connsiteY701" fmla="*/ 3138440 h 6858000"/>
              <a:gd name="connsiteX702" fmla="*/ 0 w 7467600"/>
              <a:gd name="connsiteY702" fmla="*/ 3271395 h 6858000"/>
              <a:gd name="connsiteX703" fmla="*/ 0 w 7467600"/>
              <a:gd name="connsiteY703" fmla="*/ 3153002 h 6858000"/>
              <a:gd name="connsiteX704" fmla="*/ 2386 w 7467600"/>
              <a:gd name="connsiteY704" fmla="*/ 3149203 h 6858000"/>
              <a:gd name="connsiteX705" fmla="*/ 89753 w 7467600"/>
              <a:gd name="connsiteY705" fmla="*/ 2987702 h 6858000"/>
              <a:gd name="connsiteX706" fmla="*/ 76869 w 7467600"/>
              <a:gd name="connsiteY706" fmla="*/ 3005404 h 6858000"/>
              <a:gd name="connsiteX707" fmla="*/ 32049 w 7467600"/>
              <a:gd name="connsiteY707" fmla="*/ 3065814 h 6858000"/>
              <a:gd name="connsiteX708" fmla="*/ 0 w 7467600"/>
              <a:gd name="connsiteY708" fmla="*/ 3108744 h 6858000"/>
              <a:gd name="connsiteX709" fmla="*/ 0 w 7467600"/>
              <a:gd name="connsiteY709" fmla="*/ 3058059 h 6858000"/>
              <a:gd name="connsiteX710" fmla="*/ 7610 w 7467600"/>
              <a:gd name="connsiteY710" fmla="*/ 3047889 h 6858000"/>
              <a:gd name="connsiteX711" fmla="*/ 52419 w 7467600"/>
              <a:gd name="connsiteY711" fmla="*/ 2987479 h 6858000"/>
              <a:gd name="connsiteX712" fmla="*/ 59142 w 7467600"/>
              <a:gd name="connsiteY712" fmla="*/ 2978488 h 6858000"/>
              <a:gd name="connsiteX713" fmla="*/ 0 w 7467600"/>
              <a:gd name="connsiteY713" fmla="*/ 3015334 h 6858000"/>
              <a:gd name="connsiteX714" fmla="*/ 0 w 7467600"/>
              <a:gd name="connsiteY714" fmla="*/ 2914286 h 6858000"/>
              <a:gd name="connsiteX715" fmla="*/ 36383 w 7467600"/>
              <a:gd name="connsiteY715" fmla="*/ 2901128 h 6858000"/>
              <a:gd name="connsiteX716" fmla="*/ 156329 w 7467600"/>
              <a:gd name="connsiteY716" fmla="*/ 2840533 h 6858000"/>
              <a:gd name="connsiteX717" fmla="*/ 358355 w 7467600"/>
              <a:gd name="connsiteY717" fmla="*/ 2620471 h 6858000"/>
              <a:gd name="connsiteX718" fmla="*/ 510577 w 7467600"/>
              <a:gd name="connsiteY718" fmla="*/ 2501244 h 6858000"/>
              <a:gd name="connsiteX719" fmla="*/ 211967 w 7467600"/>
              <a:gd name="connsiteY719" fmla="*/ 2479171 h 6858000"/>
              <a:gd name="connsiteX720" fmla="*/ 0 w 7467600"/>
              <a:gd name="connsiteY720" fmla="*/ 2476398 h 6858000"/>
              <a:gd name="connsiteX721" fmla="*/ 0 w 7467600"/>
              <a:gd name="connsiteY721" fmla="*/ 2389189 h 6858000"/>
              <a:gd name="connsiteX722" fmla="*/ 103062 w 7467600"/>
              <a:gd name="connsiteY722" fmla="*/ 2389518 h 6858000"/>
              <a:gd name="connsiteX723" fmla="*/ 510734 w 7467600"/>
              <a:gd name="connsiteY723" fmla="*/ 2416201 h 6858000"/>
              <a:gd name="connsiteX724" fmla="*/ 279257 w 7467600"/>
              <a:gd name="connsiteY724" fmla="*/ 2092102 h 6858000"/>
              <a:gd name="connsiteX725" fmla="*/ 65265 w 7467600"/>
              <a:gd name="connsiteY725" fmla="*/ 2006049 h 6858000"/>
              <a:gd name="connsiteX726" fmla="*/ 0 w 7467600"/>
              <a:gd name="connsiteY726" fmla="*/ 1982532 h 6858000"/>
              <a:gd name="connsiteX727" fmla="*/ 0 w 7467600"/>
              <a:gd name="connsiteY727" fmla="*/ 1912789 h 6858000"/>
              <a:gd name="connsiteX728" fmla="*/ 97460 w 7467600"/>
              <a:gd name="connsiteY728" fmla="*/ 1953725 h 6858000"/>
              <a:gd name="connsiteX729" fmla="*/ 221272 w 7467600"/>
              <a:gd name="connsiteY729" fmla="*/ 1980766 h 6858000"/>
              <a:gd name="connsiteX730" fmla="*/ 116765 w 7467600"/>
              <a:gd name="connsiteY730" fmla="*/ 1911033 h 6858000"/>
              <a:gd name="connsiteX731" fmla="*/ 16405 w 7467600"/>
              <a:gd name="connsiteY731" fmla="*/ 1803412 h 6858000"/>
              <a:gd name="connsiteX732" fmla="*/ 0 w 7467600"/>
              <a:gd name="connsiteY732" fmla="*/ 1784777 h 6858000"/>
              <a:gd name="connsiteX733" fmla="*/ 0 w 7467600"/>
              <a:gd name="connsiteY733" fmla="*/ 1740082 h 6858000"/>
              <a:gd name="connsiteX734" fmla="*/ 39394 w 7467600"/>
              <a:gd name="connsiteY734" fmla="*/ 1784856 h 6858000"/>
              <a:gd name="connsiteX735" fmla="*/ 135813 w 7467600"/>
              <a:gd name="connsiteY735" fmla="*/ 1888838 h 6858000"/>
              <a:gd name="connsiteX736" fmla="*/ 242575 w 7467600"/>
              <a:gd name="connsiteY736" fmla="*/ 1958841 h 6858000"/>
              <a:gd name="connsiteX737" fmla="*/ 82197 w 7467600"/>
              <a:gd name="connsiteY737" fmla="*/ 1754826 h 6858000"/>
              <a:gd name="connsiteX738" fmla="*/ 0 w 7467600"/>
              <a:gd name="connsiteY738" fmla="*/ 1679650 h 6858000"/>
              <a:gd name="connsiteX739" fmla="*/ 0 w 7467600"/>
              <a:gd name="connsiteY739" fmla="*/ 1602463 h 6858000"/>
              <a:gd name="connsiteX740" fmla="*/ 84689 w 7467600"/>
              <a:gd name="connsiteY740" fmla="*/ 1677442 h 6858000"/>
              <a:gd name="connsiteX741" fmla="*/ 298437 w 7467600"/>
              <a:gd name="connsiteY741" fmla="*/ 1968019 h 6858000"/>
              <a:gd name="connsiteX742" fmla="*/ 227269 w 7467600"/>
              <a:gd name="connsiteY742" fmla="*/ 1114064 h 6858000"/>
              <a:gd name="connsiteX743" fmla="*/ 248003 w 7467600"/>
              <a:gd name="connsiteY743" fmla="*/ 1089613 h 6858000"/>
              <a:gd name="connsiteX744" fmla="*/ 427020 w 7467600"/>
              <a:gd name="connsiteY744" fmla="*/ 1619803 h 6858000"/>
              <a:gd name="connsiteX745" fmla="*/ 340345 w 7467600"/>
              <a:gd name="connsiteY745" fmla="*/ 2027739 h 6858000"/>
              <a:gd name="connsiteX746" fmla="*/ 360865 w 7467600"/>
              <a:gd name="connsiteY746" fmla="*/ 2044827 h 6858000"/>
              <a:gd name="connsiteX747" fmla="*/ 560414 w 7467600"/>
              <a:gd name="connsiteY747" fmla="*/ 2421457 h 6858000"/>
              <a:gd name="connsiteX748" fmla="*/ 1359703 w 7467600"/>
              <a:gd name="connsiteY748" fmla="*/ 2578554 h 6858000"/>
              <a:gd name="connsiteX749" fmla="*/ 1359422 w 7467600"/>
              <a:gd name="connsiteY749" fmla="*/ 2577994 h 6858000"/>
              <a:gd name="connsiteX750" fmla="*/ 828701 w 7467600"/>
              <a:gd name="connsiteY750" fmla="*/ 1839520 h 6858000"/>
              <a:gd name="connsiteX751" fmla="*/ 494427 w 7467600"/>
              <a:gd name="connsiteY751" fmla="*/ 1092333 h 6858000"/>
              <a:gd name="connsiteX752" fmla="*/ 506322 w 7467600"/>
              <a:gd name="connsiteY752" fmla="*/ 1020997 h 6858000"/>
              <a:gd name="connsiteX753" fmla="*/ 4570198 w 7467600"/>
              <a:gd name="connsiteY753" fmla="*/ 978081 h 6858000"/>
              <a:gd name="connsiteX754" fmla="*/ 4523691 w 7467600"/>
              <a:gd name="connsiteY754" fmla="*/ 1127776 h 6858000"/>
              <a:gd name="connsiteX755" fmla="*/ 4509875 w 7467600"/>
              <a:gd name="connsiteY755" fmla="*/ 1167552 h 6858000"/>
              <a:gd name="connsiteX756" fmla="*/ 4478168 w 7467600"/>
              <a:gd name="connsiteY756" fmla="*/ 1260735 h 6858000"/>
              <a:gd name="connsiteX757" fmla="*/ 4409309 w 7467600"/>
              <a:gd name="connsiteY757" fmla="*/ 1666996 h 6858000"/>
              <a:gd name="connsiteX758" fmla="*/ 4370031 w 7467600"/>
              <a:gd name="connsiteY758" fmla="*/ 1955666 h 6858000"/>
              <a:gd name="connsiteX759" fmla="*/ 4570198 w 7467600"/>
              <a:gd name="connsiteY759" fmla="*/ 978081 h 6858000"/>
              <a:gd name="connsiteX760" fmla="*/ 4557898 w 7467600"/>
              <a:gd name="connsiteY760" fmla="*/ 900011 h 6858000"/>
              <a:gd name="connsiteX761" fmla="*/ 4344840 w 7467600"/>
              <a:gd name="connsiteY761" fmla="*/ 1922038 h 6858000"/>
              <a:gd name="connsiteX762" fmla="*/ 4378710 w 7467600"/>
              <a:gd name="connsiteY762" fmla="*/ 1665516 h 6858000"/>
              <a:gd name="connsiteX763" fmla="*/ 4448798 w 7467600"/>
              <a:gd name="connsiteY763" fmla="*/ 1253024 h 6858000"/>
              <a:gd name="connsiteX764" fmla="*/ 4480315 w 7467600"/>
              <a:gd name="connsiteY764" fmla="*/ 1158454 h 6858000"/>
              <a:gd name="connsiteX765" fmla="*/ 4494133 w 7467600"/>
              <a:gd name="connsiteY765" fmla="*/ 1118676 h 6858000"/>
              <a:gd name="connsiteX766" fmla="*/ 4557898 w 7467600"/>
              <a:gd name="connsiteY766" fmla="*/ 900011 h 6858000"/>
              <a:gd name="connsiteX767" fmla="*/ 5870151 w 7467600"/>
              <a:gd name="connsiteY767" fmla="*/ 898890 h 6858000"/>
              <a:gd name="connsiteX768" fmla="*/ 5861335 w 7467600"/>
              <a:gd name="connsiteY768" fmla="*/ 899177 h 6858000"/>
              <a:gd name="connsiteX769" fmla="*/ 5843702 w 7467600"/>
              <a:gd name="connsiteY769" fmla="*/ 899748 h 6858000"/>
              <a:gd name="connsiteX770" fmla="*/ 5651107 w 7467600"/>
              <a:gd name="connsiteY770" fmla="*/ 920306 h 6858000"/>
              <a:gd name="connsiteX771" fmla="*/ 5459407 w 7467600"/>
              <a:gd name="connsiteY771" fmla="*/ 940975 h 6858000"/>
              <a:gd name="connsiteX772" fmla="*/ 5374846 w 7467600"/>
              <a:gd name="connsiteY772" fmla="*/ 941988 h 6858000"/>
              <a:gd name="connsiteX773" fmla="*/ 5256105 w 7467600"/>
              <a:gd name="connsiteY773" fmla="*/ 945632 h 6858000"/>
              <a:gd name="connsiteX774" fmla="*/ 5107071 w 7467600"/>
              <a:gd name="connsiteY774" fmla="*/ 969720 h 6858000"/>
              <a:gd name="connsiteX775" fmla="*/ 4998681 w 7467600"/>
              <a:gd name="connsiteY775" fmla="*/ 988771 h 6858000"/>
              <a:gd name="connsiteX776" fmla="*/ 5870151 w 7467600"/>
              <a:gd name="connsiteY776" fmla="*/ 898890 h 6858000"/>
              <a:gd name="connsiteX777" fmla="*/ 5504425 w 7467600"/>
              <a:gd name="connsiteY777" fmla="*/ 848067 h 6858000"/>
              <a:gd name="connsiteX778" fmla="*/ 4968849 w 7467600"/>
              <a:gd name="connsiteY778" fmla="*/ 962318 h 6858000"/>
              <a:gd name="connsiteX779" fmla="*/ 5104039 w 7467600"/>
              <a:gd name="connsiteY779" fmla="*/ 940634 h 6858000"/>
              <a:gd name="connsiteX780" fmla="*/ 5256311 w 7467600"/>
              <a:gd name="connsiteY780" fmla="*/ 916490 h 6858000"/>
              <a:gd name="connsiteX781" fmla="*/ 5377381 w 7467600"/>
              <a:gd name="connsiteY781" fmla="*/ 912671 h 6858000"/>
              <a:gd name="connsiteX782" fmla="*/ 5460148 w 7467600"/>
              <a:gd name="connsiteY782" fmla="*/ 911442 h 6858000"/>
              <a:gd name="connsiteX783" fmla="*/ 5648971 w 7467600"/>
              <a:gd name="connsiteY783" fmla="*/ 891331 h 6858000"/>
              <a:gd name="connsiteX784" fmla="*/ 5844807 w 7467600"/>
              <a:gd name="connsiteY784" fmla="*/ 870718 h 6858000"/>
              <a:gd name="connsiteX785" fmla="*/ 5862975 w 7467600"/>
              <a:gd name="connsiteY785" fmla="*/ 869756 h 6858000"/>
              <a:gd name="connsiteX786" fmla="*/ 5920887 w 7467600"/>
              <a:gd name="connsiteY786" fmla="*/ 865929 h 6858000"/>
              <a:gd name="connsiteX787" fmla="*/ 5504425 w 7467600"/>
              <a:gd name="connsiteY787" fmla="*/ 848067 h 6858000"/>
              <a:gd name="connsiteX788" fmla="*/ 3607114 w 7467600"/>
              <a:gd name="connsiteY788" fmla="*/ 467441 h 6858000"/>
              <a:gd name="connsiteX789" fmla="*/ 3296242 w 7467600"/>
              <a:gd name="connsiteY789" fmla="*/ 807991 h 6858000"/>
              <a:gd name="connsiteX790" fmla="*/ 3174674 w 7467600"/>
              <a:gd name="connsiteY790" fmla="*/ 919759 h 6858000"/>
              <a:gd name="connsiteX791" fmla="*/ 3042978 w 7467600"/>
              <a:gd name="connsiteY791" fmla="*/ 1054894 h 6858000"/>
              <a:gd name="connsiteX792" fmla="*/ 2968914 w 7467600"/>
              <a:gd name="connsiteY792" fmla="*/ 1133756 h 6858000"/>
              <a:gd name="connsiteX793" fmla="*/ 3103823 w 7467600"/>
              <a:gd name="connsiteY793" fmla="*/ 1026814 h 6858000"/>
              <a:gd name="connsiteX794" fmla="*/ 3607114 w 7467600"/>
              <a:gd name="connsiteY794" fmla="*/ 467441 h 6858000"/>
              <a:gd name="connsiteX795" fmla="*/ 3744487 w 7467600"/>
              <a:gd name="connsiteY795" fmla="*/ 383136 h 6858000"/>
              <a:gd name="connsiteX796" fmla="*/ 3970213 w 7467600"/>
              <a:gd name="connsiteY796" fmla="*/ 995559 h 6858000"/>
              <a:gd name="connsiteX797" fmla="*/ 3744487 w 7467600"/>
              <a:gd name="connsiteY797" fmla="*/ 383136 h 6858000"/>
              <a:gd name="connsiteX798" fmla="*/ 3624562 w 7467600"/>
              <a:gd name="connsiteY798" fmla="*/ 367041 h 6858000"/>
              <a:gd name="connsiteX799" fmla="*/ 3489712 w 7467600"/>
              <a:gd name="connsiteY799" fmla="*/ 485386 h 6858000"/>
              <a:gd name="connsiteX800" fmla="*/ 3182994 w 7467600"/>
              <a:gd name="connsiteY800" fmla="*/ 828265 h 6858000"/>
              <a:gd name="connsiteX801" fmla="*/ 2892114 w 7467600"/>
              <a:gd name="connsiteY801" fmla="*/ 1172635 h 6858000"/>
              <a:gd name="connsiteX802" fmla="*/ 3021459 w 7467600"/>
              <a:gd name="connsiteY802" fmla="*/ 1035385 h 6858000"/>
              <a:gd name="connsiteX803" fmla="*/ 3153873 w 7467600"/>
              <a:gd name="connsiteY803" fmla="*/ 898971 h 6858000"/>
              <a:gd name="connsiteX804" fmla="*/ 3276511 w 7467600"/>
              <a:gd name="connsiteY804" fmla="*/ 786423 h 6858000"/>
              <a:gd name="connsiteX805" fmla="*/ 3584154 w 7467600"/>
              <a:gd name="connsiteY805" fmla="*/ 448218 h 6858000"/>
              <a:gd name="connsiteX806" fmla="*/ 3624562 w 7467600"/>
              <a:gd name="connsiteY806" fmla="*/ 367041 h 6858000"/>
              <a:gd name="connsiteX807" fmla="*/ 3766672 w 7467600"/>
              <a:gd name="connsiteY807" fmla="*/ 359429 h 6858000"/>
              <a:gd name="connsiteX808" fmla="*/ 3996338 w 7467600"/>
              <a:gd name="connsiteY808" fmla="*/ 968237 h 6858000"/>
              <a:gd name="connsiteX809" fmla="*/ 3766672 w 7467600"/>
              <a:gd name="connsiteY809" fmla="*/ 359429 h 6858000"/>
              <a:gd name="connsiteX810" fmla="*/ 5805386 w 7467600"/>
              <a:gd name="connsiteY810" fmla="*/ 239240 h 6858000"/>
              <a:gd name="connsiteX811" fmla="*/ 5736947 w 7467600"/>
              <a:gd name="connsiteY811" fmla="*/ 261367 h 6858000"/>
              <a:gd name="connsiteX812" fmla="*/ 5427012 w 7467600"/>
              <a:gd name="connsiteY812" fmla="*/ 311272 h 6858000"/>
              <a:gd name="connsiteX813" fmla="*/ 5147818 w 7467600"/>
              <a:gd name="connsiteY813" fmla="*/ 322112 h 6858000"/>
              <a:gd name="connsiteX814" fmla="*/ 5060854 w 7467600"/>
              <a:gd name="connsiteY814" fmla="*/ 311882 h 6858000"/>
              <a:gd name="connsiteX815" fmla="*/ 4945989 w 7467600"/>
              <a:gd name="connsiteY815" fmla="*/ 300516 h 6858000"/>
              <a:gd name="connsiteX816" fmla="*/ 5410479 w 7467600"/>
              <a:gd name="connsiteY816" fmla="*/ 348434 h 6858000"/>
              <a:gd name="connsiteX817" fmla="*/ 5805386 w 7467600"/>
              <a:gd name="connsiteY817" fmla="*/ 239240 h 6858000"/>
              <a:gd name="connsiteX818" fmla="*/ 5905192 w 7467600"/>
              <a:gd name="connsiteY818" fmla="*/ 163079 h 6858000"/>
              <a:gd name="connsiteX819" fmla="*/ 5865655 w 7467600"/>
              <a:gd name="connsiteY819" fmla="*/ 171901 h 6858000"/>
              <a:gd name="connsiteX820" fmla="*/ 5259740 w 7467600"/>
              <a:gd name="connsiteY820" fmla="*/ 257013 h 6858000"/>
              <a:gd name="connsiteX821" fmla="*/ 5208466 w 7467600"/>
              <a:gd name="connsiteY821" fmla="*/ 257550 h 6858000"/>
              <a:gd name="connsiteX822" fmla="*/ 4980204 w 7467600"/>
              <a:gd name="connsiteY822" fmla="*/ 271903 h 6858000"/>
              <a:gd name="connsiteX823" fmla="*/ 5068068 w 7467600"/>
              <a:gd name="connsiteY823" fmla="*/ 282244 h 6858000"/>
              <a:gd name="connsiteX824" fmla="*/ 5153231 w 7467600"/>
              <a:gd name="connsiteY824" fmla="*/ 292240 h 6858000"/>
              <a:gd name="connsiteX825" fmla="*/ 5426491 w 7467600"/>
              <a:gd name="connsiteY825" fmla="*/ 281128 h 6858000"/>
              <a:gd name="connsiteX826" fmla="*/ 5731212 w 7467600"/>
              <a:gd name="connsiteY826" fmla="*/ 231951 h 6858000"/>
              <a:gd name="connsiteX827" fmla="*/ 5905192 w 7467600"/>
              <a:gd name="connsiteY827" fmla="*/ 163079 h 6858000"/>
              <a:gd name="connsiteX828" fmla="*/ 5944437 w 7467600"/>
              <a:gd name="connsiteY828" fmla="*/ 113829 h 6858000"/>
              <a:gd name="connsiteX829" fmla="*/ 5825032 w 7467600"/>
              <a:gd name="connsiteY829" fmla="*/ 146405 h 6858000"/>
              <a:gd name="connsiteX830" fmla="*/ 4955599 w 7467600"/>
              <a:gd name="connsiteY830" fmla="*/ 247008 h 6858000"/>
              <a:gd name="connsiteX831" fmla="*/ 5210104 w 7467600"/>
              <a:gd name="connsiteY831" fmla="*/ 228123 h 6858000"/>
              <a:gd name="connsiteX832" fmla="*/ 5261015 w 7467600"/>
              <a:gd name="connsiteY832" fmla="*/ 227087 h 6858000"/>
              <a:gd name="connsiteX833" fmla="*/ 5861181 w 7467600"/>
              <a:gd name="connsiteY833" fmla="*/ 143093 h 6858000"/>
              <a:gd name="connsiteX834" fmla="*/ 5961252 w 7467600"/>
              <a:gd name="connsiteY834" fmla="*/ 114820 h 6858000"/>
              <a:gd name="connsiteX835" fmla="*/ 5944437 w 7467600"/>
              <a:gd name="connsiteY835" fmla="*/ 113829 h 6858000"/>
              <a:gd name="connsiteX836" fmla="*/ 3882765 w 7467600"/>
              <a:gd name="connsiteY836" fmla="*/ 0 h 6858000"/>
              <a:gd name="connsiteX837" fmla="*/ 3995099 w 7467600"/>
              <a:gd name="connsiteY837" fmla="*/ 0 h 6858000"/>
              <a:gd name="connsiteX838" fmla="*/ 4163818 w 7467600"/>
              <a:gd name="connsiteY838" fmla="*/ 234104 h 6858000"/>
              <a:gd name="connsiteX839" fmla="*/ 4172099 w 7467600"/>
              <a:gd name="connsiteY839" fmla="*/ 234207 h 6858000"/>
              <a:gd name="connsiteX840" fmla="*/ 4784282 w 7467600"/>
              <a:gd name="connsiteY840" fmla="*/ 276561 h 6858000"/>
              <a:gd name="connsiteX841" fmla="*/ 4801687 w 7467600"/>
              <a:gd name="connsiteY841" fmla="*/ 267764 h 6858000"/>
              <a:gd name="connsiteX842" fmla="*/ 6082788 w 7467600"/>
              <a:gd name="connsiteY842" fmla="*/ 64119 h 6858000"/>
              <a:gd name="connsiteX843" fmla="*/ 6099442 w 7467600"/>
              <a:gd name="connsiteY843" fmla="*/ 82568 h 6858000"/>
              <a:gd name="connsiteX844" fmla="*/ 4804137 w 7467600"/>
              <a:gd name="connsiteY844" fmla="*/ 320931 h 6858000"/>
              <a:gd name="connsiteX845" fmla="*/ 4227047 w 7467600"/>
              <a:gd name="connsiteY845" fmla="*/ 313415 h 6858000"/>
              <a:gd name="connsiteX846" fmla="*/ 4346041 w 7467600"/>
              <a:gd name="connsiteY846" fmla="*/ 456086 h 6858000"/>
              <a:gd name="connsiteX847" fmla="*/ 4870967 w 7467600"/>
              <a:gd name="connsiteY847" fmla="*/ 963061 h 6858000"/>
              <a:gd name="connsiteX848" fmla="*/ 4889647 w 7467600"/>
              <a:gd name="connsiteY848" fmla="*/ 957147 h 6858000"/>
              <a:gd name="connsiteX849" fmla="*/ 5422504 w 7467600"/>
              <a:gd name="connsiteY849" fmla="*/ 805191 h 6858000"/>
              <a:gd name="connsiteX850" fmla="*/ 6087656 w 7467600"/>
              <a:gd name="connsiteY850" fmla="*/ 826703 h 6858000"/>
              <a:gd name="connsiteX851" fmla="*/ 6058717 w 7467600"/>
              <a:gd name="connsiteY851" fmla="*/ 865992 h 6858000"/>
              <a:gd name="connsiteX852" fmla="*/ 4974153 w 7467600"/>
              <a:gd name="connsiteY852" fmla="*/ 1045456 h 6858000"/>
              <a:gd name="connsiteX853" fmla="*/ 5627835 w 7467600"/>
              <a:gd name="connsiteY853" fmla="*/ 1472077 h 6858000"/>
              <a:gd name="connsiteX854" fmla="*/ 5629817 w 7467600"/>
              <a:gd name="connsiteY854" fmla="*/ 1471412 h 6858000"/>
              <a:gd name="connsiteX855" fmla="*/ 5634124 w 7467600"/>
              <a:gd name="connsiteY855" fmla="*/ 1470572 h 6858000"/>
              <a:gd name="connsiteX856" fmla="*/ 5755832 w 7467600"/>
              <a:gd name="connsiteY856" fmla="*/ 1383886 h 6858000"/>
              <a:gd name="connsiteX857" fmla="*/ 6014186 w 7467600"/>
              <a:gd name="connsiteY857" fmla="*/ 1279799 h 6858000"/>
              <a:gd name="connsiteX858" fmla="*/ 6901619 w 7467600"/>
              <a:gd name="connsiteY858" fmla="*/ 1047874 h 6858000"/>
              <a:gd name="connsiteX859" fmla="*/ 6931566 w 7467600"/>
              <a:gd name="connsiteY859" fmla="*/ 1062034 h 6858000"/>
              <a:gd name="connsiteX860" fmla="*/ 5790982 w 7467600"/>
              <a:gd name="connsiteY860" fmla="*/ 1561380 h 6858000"/>
              <a:gd name="connsiteX861" fmla="*/ 6188971 w 7467600"/>
              <a:gd name="connsiteY861" fmla="*/ 1755168 h 6858000"/>
              <a:gd name="connsiteX862" fmla="*/ 6202446 w 7467600"/>
              <a:gd name="connsiteY862" fmla="*/ 1752268 h 6858000"/>
              <a:gd name="connsiteX863" fmla="*/ 7179560 w 7467600"/>
              <a:gd name="connsiteY863" fmla="*/ 1467551 h 6858000"/>
              <a:gd name="connsiteX864" fmla="*/ 7158730 w 7467600"/>
              <a:gd name="connsiteY864" fmla="*/ 1507835 h 6858000"/>
              <a:gd name="connsiteX865" fmla="*/ 6326959 w 7467600"/>
              <a:gd name="connsiteY865" fmla="*/ 1817686 h 6858000"/>
              <a:gd name="connsiteX866" fmla="*/ 6537433 w 7467600"/>
              <a:gd name="connsiteY866" fmla="*/ 1907790 h 6858000"/>
              <a:gd name="connsiteX867" fmla="*/ 6550221 w 7467600"/>
              <a:gd name="connsiteY867" fmla="*/ 1910729 h 6858000"/>
              <a:gd name="connsiteX868" fmla="*/ 6964438 w 7467600"/>
              <a:gd name="connsiteY868" fmla="*/ 2209505 h 6858000"/>
              <a:gd name="connsiteX869" fmla="*/ 7367862 w 7467600"/>
              <a:gd name="connsiteY869" fmla="*/ 2806833 h 6858000"/>
              <a:gd name="connsiteX870" fmla="*/ 7364329 w 7467600"/>
              <a:gd name="connsiteY870" fmla="*/ 2826907 h 6858000"/>
              <a:gd name="connsiteX871" fmla="*/ 7290545 w 7467600"/>
              <a:gd name="connsiteY871" fmla="*/ 2850663 h 6858000"/>
              <a:gd name="connsiteX872" fmla="*/ 6472036 w 7467600"/>
              <a:gd name="connsiteY872" fmla="*/ 1959003 h 6858000"/>
              <a:gd name="connsiteX873" fmla="*/ 5792897 w 7467600"/>
              <a:gd name="connsiteY873" fmla="*/ 1647747 h 6858000"/>
              <a:gd name="connsiteX874" fmla="*/ 5842751 w 7467600"/>
              <a:gd name="connsiteY874" fmla="*/ 1816112 h 6858000"/>
              <a:gd name="connsiteX875" fmla="*/ 5847424 w 7467600"/>
              <a:gd name="connsiteY875" fmla="*/ 1815776 h 6858000"/>
              <a:gd name="connsiteX876" fmla="*/ 6399821 w 7467600"/>
              <a:gd name="connsiteY876" fmla="*/ 2344799 h 6858000"/>
              <a:gd name="connsiteX877" fmla="*/ 6323232 w 7467600"/>
              <a:gd name="connsiteY877" fmla="*/ 2389634 h 6858000"/>
              <a:gd name="connsiteX878" fmla="*/ 5942958 w 7467600"/>
              <a:gd name="connsiteY878" fmla="*/ 2077708 h 6858000"/>
              <a:gd name="connsiteX879" fmla="*/ 5921559 w 7467600"/>
              <a:gd name="connsiteY879" fmla="*/ 2378596 h 6858000"/>
              <a:gd name="connsiteX880" fmla="*/ 5817651 w 7467600"/>
              <a:gd name="connsiteY880" fmla="*/ 3023919 h 6858000"/>
              <a:gd name="connsiteX881" fmla="*/ 5729634 w 7467600"/>
              <a:gd name="connsiteY881" fmla="*/ 3051849 h 6858000"/>
              <a:gd name="connsiteX882" fmla="*/ 5611018 w 7467600"/>
              <a:gd name="connsiteY882" fmla="*/ 2316769 h 6858000"/>
              <a:gd name="connsiteX883" fmla="*/ 5687608 w 7467600"/>
              <a:gd name="connsiteY883" fmla="*/ 2039972 h 6858000"/>
              <a:gd name="connsiteX884" fmla="*/ 5657554 w 7467600"/>
              <a:gd name="connsiteY884" fmla="*/ 1576445 h 6858000"/>
              <a:gd name="connsiteX885" fmla="*/ 5150475 w 7467600"/>
              <a:gd name="connsiteY885" fmla="*/ 1274012 h 6858000"/>
              <a:gd name="connsiteX886" fmla="*/ 5349142 w 7467600"/>
              <a:gd name="connsiteY886" fmla="*/ 2204405 h 6858000"/>
              <a:gd name="connsiteX887" fmla="*/ 5262214 w 7467600"/>
              <a:gd name="connsiteY887" fmla="*/ 2233836 h 6858000"/>
              <a:gd name="connsiteX888" fmla="*/ 4981539 w 7467600"/>
              <a:gd name="connsiteY888" fmla="*/ 1542201 h 6858000"/>
              <a:gd name="connsiteX889" fmla="*/ 4958461 w 7467600"/>
              <a:gd name="connsiteY889" fmla="*/ 1136957 h 6858000"/>
              <a:gd name="connsiteX890" fmla="*/ 4655015 w 7467600"/>
              <a:gd name="connsiteY890" fmla="*/ 891426 h 6858000"/>
              <a:gd name="connsiteX891" fmla="*/ 4348002 w 7467600"/>
              <a:gd name="connsiteY891" fmla="*/ 2205895 h 6858000"/>
              <a:gd name="connsiteX892" fmla="*/ 4262250 w 7467600"/>
              <a:gd name="connsiteY892" fmla="*/ 2219972 h 6858000"/>
              <a:gd name="connsiteX893" fmla="*/ 4550611 w 7467600"/>
              <a:gd name="connsiteY893" fmla="*/ 817540 h 6858000"/>
              <a:gd name="connsiteX894" fmla="*/ 4564418 w 7467600"/>
              <a:gd name="connsiteY894" fmla="*/ 808293 h 6858000"/>
              <a:gd name="connsiteX895" fmla="*/ 4266388 w 7467600"/>
              <a:gd name="connsiteY895" fmla="*/ 500083 h 6858000"/>
              <a:gd name="connsiteX896" fmla="*/ 4032842 w 7467600"/>
              <a:gd name="connsiteY896" fmla="*/ 211809 h 6858000"/>
              <a:gd name="connsiteX897" fmla="*/ 3882765 w 7467600"/>
              <a:gd name="connsiteY897" fmla="*/ 0 h 6858000"/>
              <a:gd name="connsiteX898" fmla="*/ 3721337 w 7467600"/>
              <a:gd name="connsiteY898" fmla="*/ 0 h 6858000"/>
              <a:gd name="connsiteX899" fmla="*/ 3797544 w 7467600"/>
              <a:gd name="connsiteY899" fmla="*/ 0 h 6858000"/>
              <a:gd name="connsiteX900" fmla="*/ 3775734 w 7467600"/>
              <a:gd name="connsiteY900" fmla="*/ 95131 h 6858000"/>
              <a:gd name="connsiteX901" fmla="*/ 3724807 w 7467600"/>
              <a:gd name="connsiteY901" fmla="*/ 272257 h 6858000"/>
              <a:gd name="connsiteX902" fmla="*/ 3726844 w 7467600"/>
              <a:gd name="connsiteY902" fmla="*/ 282988 h 6858000"/>
              <a:gd name="connsiteX903" fmla="*/ 3742664 w 7467600"/>
              <a:gd name="connsiteY903" fmla="*/ 279918 h 6858000"/>
              <a:gd name="connsiteX904" fmla="*/ 4103910 w 7467600"/>
              <a:gd name="connsiteY904" fmla="*/ 1161917 h 6858000"/>
              <a:gd name="connsiteX905" fmla="*/ 4020269 w 7467600"/>
              <a:gd name="connsiteY905" fmla="*/ 1200406 h 6858000"/>
              <a:gd name="connsiteX906" fmla="*/ 3674882 w 7467600"/>
              <a:gd name="connsiteY906" fmla="*/ 488524 h 6858000"/>
              <a:gd name="connsiteX907" fmla="*/ 3132682 w 7467600"/>
              <a:gd name="connsiteY907" fmla="*/ 1072284 h 6858000"/>
              <a:gd name="connsiteX908" fmla="*/ 2716346 w 7467600"/>
              <a:gd name="connsiteY908" fmla="*/ 1276376 h 6858000"/>
              <a:gd name="connsiteX909" fmla="*/ 2716772 w 7467600"/>
              <a:gd name="connsiteY909" fmla="*/ 1255462 h 6858000"/>
              <a:gd name="connsiteX910" fmla="*/ 3471096 w 7467600"/>
              <a:gd name="connsiteY910" fmla="*/ 437072 h 6858000"/>
              <a:gd name="connsiteX911" fmla="*/ 3639057 w 7467600"/>
              <a:gd name="connsiteY911" fmla="*/ 286334 h 6858000"/>
              <a:gd name="connsiteX912" fmla="*/ 3640309 w 7467600"/>
              <a:gd name="connsiteY912" fmla="*/ 284664 h 6858000"/>
              <a:gd name="connsiteX913" fmla="*/ 3646022 w 7467600"/>
              <a:gd name="connsiteY913" fmla="*/ 276711 h 6858000"/>
              <a:gd name="connsiteX914" fmla="*/ 3707943 w 7467600"/>
              <a:gd name="connsiteY914" fmla="*/ 65958 h 6858000"/>
              <a:gd name="connsiteX915" fmla="*/ 3721337 w 7467600"/>
              <a:gd name="connsiteY915" fmla="*/ 0 h 6858000"/>
              <a:gd name="connsiteX916" fmla="*/ 2867960 w 7467600"/>
              <a:gd name="connsiteY916" fmla="*/ 0 h 6858000"/>
              <a:gd name="connsiteX917" fmla="*/ 2926351 w 7467600"/>
              <a:gd name="connsiteY917" fmla="*/ 0 h 6858000"/>
              <a:gd name="connsiteX918" fmla="*/ 2902823 w 7467600"/>
              <a:gd name="connsiteY918" fmla="*/ 262929 h 6858000"/>
              <a:gd name="connsiteX919" fmla="*/ 2940663 w 7467600"/>
              <a:gd name="connsiteY919" fmla="*/ 140884 h 6858000"/>
              <a:gd name="connsiteX920" fmla="*/ 2947039 w 7467600"/>
              <a:gd name="connsiteY920" fmla="*/ 122524 h 6858000"/>
              <a:gd name="connsiteX921" fmla="*/ 2984316 w 7467600"/>
              <a:gd name="connsiteY921" fmla="*/ 0 h 6858000"/>
              <a:gd name="connsiteX922" fmla="*/ 3016114 w 7467600"/>
              <a:gd name="connsiteY922" fmla="*/ 0 h 6858000"/>
              <a:gd name="connsiteX923" fmla="*/ 2979949 w 7467600"/>
              <a:gd name="connsiteY923" fmla="*/ 119274 h 6858000"/>
              <a:gd name="connsiteX924" fmla="*/ 3023879 w 7467600"/>
              <a:gd name="connsiteY924" fmla="*/ 0 h 6858000"/>
              <a:gd name="connsiteX925" fmla="*/ 3105400 w 7467600"/>
              <a:gd name="connsiteY925" fmla="*/ 0 h 6858000"/>
              <a:gd name="connsiteX926" fmla="*/ 3094669 w 7467600"/>
              <a:gd name="connsiteY926" fmla="*/ 30308 h 6858000"/>
              <a:gd name="connsiteX927" fmla="*/ 2901945 w 7467600"/>
              <a:gd name="connsiteY927" fmla="*/ 466538 h 6858000"/>
              <a:gd name="connsiteX928" fmla="*/ 2815209 w 7467600"/>
              <a:gd name="connsiteY928" fmla="*/ 497361 h 6858000"/>
              <a:gd name="connsiteX929" fmla="*/ 2844845 w 7467600"/>
              <a:gd name="connsiteY929" fmla="*/ 127638 h 6858000"/>
              <a:gd name="connsiteX930" fmla="*/ 2867960 w 7467600"/>
              <a:gd name="connsiteY930" fmla="*/ 0 h 6858000"/>
              <a:gd name="connsiteX931" fmla="*/ 1057230 w 7467600"/>
              <a:gd name="connsiteY931" fmla="*/ 0 h 6858000"/>
              <a:gd name="connsiteX932" fmla="*/ 1111003 w 7467600"/>
              <a:gd name="connsiteY932" fmla="*/ 0 h 6858000"/>
              <a:gd name="connsiteX933" fmla="*/ 1125553 w 7467600"/>
              <a:gd name="connsiteY933" fmla="*/ 52588 h 6858000"/>
              <a:gd name="connsiteX934" fmla="*/ 1304276 w 7467600"/>
              <a:gd name="connsiteY934" fmla="*/ 476275 h 6858000"/>
              <a:gd name="connsiteX935" fmla="*/ 1492066 w 7467600"/>
              <a:gd name="connsiteY935" fmla="*/ 886333 h 6858000"/>
              <a:gd name="connsiteX936" fmla="*/ 1423698 w 7467600"/>
              <a:gd name="connsiteY936" fmla="*/ 710817 h 6858000"/>
              <a:gd name="connsiteX937" fmla="*/ 1357609 w 7467600"/>
              <a:gd name="connsiteY937" fmla="*/ 532892 h 6858000"/>
              <a:gd name="connsiteX938" fmla="*/ 1309550 w 7467600"/>
              <a:gd name="connsiteY938" fmla="*/ 374031 h 6858000"/>
              <a:gd name="connsiteX939" fmla="*/ 1193673 w 7467600"/>
              <a:gd name="connsiteY939" fmla="*/ 49533 h 6858000"/>
              <a:gd name="connsiteX940" fmla="*/ 1164391 w 7467600"/>
              <a:gd name="connsiteY940" fmla="*/ 0 h 6858000"/>
              <a:gd name="connsiteX941" fmla="*/ 1200666 w 7467600"/>
              <a:gd name="connsiteY941" fmla="*/ 0 h 6858000"/>
              <a:gd name="connsiteX942" fmla="*/ 1223408 w 7467600"/>
              <a:gd name="connsiteY942" fmla="*/ 38996 h 6858000"/>
              <a:gd name="connsiteX943" fmla="*/ 1339635 w 7467600"/>
              <a:gd name="connsiteY943" fmla="*/ 365517 h 6858000"/>
              <a:gd name="connsiteX944" fmla="*/ 1387469 w 7467600"/>
              <a:gd name="connsiteY944" fmla="*/ 523079 h 6858000"/>
              <a:gd name="connsiteX945" fmla="*/ 1452685 w 7467600"/>
              <a:gd name="connsiteY945" fmla="*/ 699806 h 6858000"/>
              <a:gd name="connsiteX946" fmla="*/ 1492092 w 7467600"/>
              <a:gd name="connsiteY946" fmla="*/ 800424 h 6858000"/>
              <a:gd name="connsiteX947" fmla="*/ 1455302 w 7467600"/>
              <a:gd name="connsiteY947" fmla="*/ 632913 h 6858000"/>
              <a:gd name="connsiteX948" fmla="*/ 1222336 w 7467600"/>
              <a:gd name="connsiteY948" fmla="*/ 9480 h 6858000"/>
              <a:gd name="connsiteX949" fmla="*/ 1214634 w 7467600"/>
              <a:gd name="connsiteY949" fmla="*/ 0 h 6858000"/>
              <a:gd name="connsiteX950" fmla="*/ 1289827 w 7467600"/>
              <a:gd name="connsiteY950" fmla="*/ 0 h 6858000"/>
              <a:gd name="connsiteX951" fmla="*/ 1321076 w 7467600"/>
              <a:gd name="connsiteY951" fmla="*/ 59722 h 6858000"/>
              <a:gd name="connsiteX952" fmla="*/ 1512579 w 7467600"/>
              <a:gd name="connsiteY952" fmla="*/ 626441 h 6858000"/>
              <a:gd name="connsiteX953" fmla="*/ 1506076 w 7467600"/>
              <a:gd name="connsiteY953" fmla="*/ 1089289 h 6858000"/>
              <a:gd name="connsiteX954" fmla="*/ 1486346 w 7467600"/>
              <a:gd name="connsiteY954" fmla="*/ 1079919 h 6858000"/>
              <a:gd name="connsiteX955" fmla="*/ 1070511 w 7467600"/>
              <a:gd name="connsiteY955" fmla="*/ 48609 h 6858000"/>
              <a:gd name="connsiteX956" fmla="*/ 1057230 w 7467600"/>
              <a:gd name="connsiteY956" fmla="*/ 0 h 6858000"/>
              <a:gd name="connsiteX957" fmla="*/ 43151 w 7467600"/>
              <a:gd name="connsiteY957" fmla="*/ 0 h 6858000"/>
              <a:gd name="connsiteX958" fmla="*/ 95283 w 7467600"/>
              <a:gd name="connsiteY958" fmla="*/ 0 h 6858000"/>
              <a:gd name="connsiteX959" fmla="*/ 300708 w 7467600"/>
              <a:gd name="connsiteY959" fmla="*/ 154571 h 6858000"/>
              <a:gd name="connsiteX960" fmla="*/ 530414 w 7467600"/>
              <a:gd name="connsiteY960" fmla="*/ 354673 h 6858000"/>
              <a:gd name="connsiteX961" fmla="*/ 333785 w 7467600"/>
              <a:gd name="connsiteY961" fmla="*/ 161564 h 6858000"/>
              <a:gd name="connsiteX962" fmla="*/ 147005 w 7467600"/>
              <a:gd name="connsiteY962" fmla="*/ 0 h 6858000"/>
              <a:gd name="connsiteX963" fmla="*/ 272509 w 7467600"/>
              <a:gd name="connsiteY963" fmla="*/ 0 h 6858000"/>
              <a:gd name="connsiteX964" fmla="*/ 326276 w 7467600"/>
              <a:gd name="connsiteY964" fmla="*/ 45847 h 6858000"/>
              <a:gd name="connsiteX965" fmla="*/ 823759 w 7467600"/>
              <a:gd name="connsiteY965" fmla="*/ 574145 h 6858000"/>
              <a:gd name="connsiteX966" fmla="*/ 811254 w 7467600"/>
              <a:gd name="connsiteY966" fmla="*/ 665546 h 6858000"/>
              <a:gd name="connsiteX967" fmla="*/ 154042 w 7467600"/>
              <a:gd name="connsiteY967" fmla="*/ 261522 h 6858000"/>
              <a:gd name="connsiteX968" fmla="*/ 13550 w 7467600"/>
              <a:gd name="connsiteY968" fmla="*/ 158423 h 6858000"/>
              <a:gd name="connsiteX969" fmla="*/ 0 w 7467600"/>
              <a:gd name="connsiteY969" fmla="*/ 146618 h 6858000"/>
              <a:gd name="connsiteX970" fmla="*/ 0 w 7467600"/>
              <a:gd name="connsiteY970" fmla="*/ 59161 h 6858000"/>
              <a:gd name="connsiteX971" fmla="*/ 45427 w 7467600"/>
              <a:gd name="connsiteY971" fmla="*/ 101078 h 6858000"/>
              <a:gd name="connsiteX972" fmla="*/ 630103 w 7467600"/>
              <a:gd name="connsiteY972" fmla="*/ 485885 h 6858000"/>
              <a:gd name="connsiteX973" fmla="*/ 532040 w 7467600"/>
              <a:gd name="connsiteY973" fmla="*/ 399359 h 6858000"/>
              <a:gd name="connsiteX974" fmla="*/ 517618 w 7467600"/>
              <a:gd name="connsiteY974" fmla="*/ 385726 h 6858000"/>
              <a:gd name="connsiteX975" fmla="*/ 285074 w 7467600"/>
              <a:gd name="connsiteY975" fmla="*/ 182755 h 6858000"/>
              <a:gd name="connsiteX976" fmla="*/ 43151 w 7467600"/>
              <a:gd name="connsiteY976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6844835 w 7467600"/>
              <a:gd name="connsiteY74" fmla="*/ 5424988 h 6858000"/>
              <a:gd name="connsiteX75" fmla="*/ 6879594 w 7467600"/>
              <a:gd name="connsiteY75" fmla="*/ 5424547 h 6858000"/>
              <a:gd name="connsiteX76" fmla="*/ 7379510 w 7467600"/>
              <a:gd name="connsiteY76" fmla="*/ 5755454 h 6858000"/>
              <a:gd name="connsiteX77" fmla="*/ 7467600 w 7467600"/>
              <a:gd name="connsiteY77" fmla="*/ 5845526 h 6858000"/>
              <a:gd name="connsiteX78" fmla="*/ 7271900 w 7467600"/>
              <a:gd name="connsiteY78" fmla="*/ 5734551 h 6858000"/>
              <a:gd name="connsiteX79" fmla="*/ 7015907 w 7467600"/>
              <a:gd name="connsiteY79" fmla="*/ 5541548 h 6858000"/>
              <a:gd name="connsiteX80" fmla="*/ 7259646 w 7467600"/>
              <a:gd name="connsiteY80" fmla="*/ 5765985 h 6858000"/>
              <a:gd name="connsiteX81" fmla="*/ 7467600 w 7467600"/>
              <a:gd name="connsiteY81" fmla="*/ 6012219 h 6858000"/>
              <a:gd name="connsiteX82" fmla="*/ 6946849 w 7467600"/>
              <a:gd name="connsiteY82" fmla="*/ 5523271 h 6858000"/>
              <a:gd name="connsiteX83" fmla="*/ 6946972 w 7467600"/>
              <a:gd name="connsiteY83" fmla="*/ 5526491 h 6858000"/>
              <a:gd name="connsiteX84" fmla="*/ 7105827 w 7467600"/>
              <a:gd name="connsiteY84" fmla="*/ 5718700 h 6858000"/>
              <a:gd name="connsiteX85" fmla="*/ 7356878 w 7467600"/>
              <a:gd name="connsiteY85" fmla="*/ 5981332 h 6858000"/>
              <a:gd name="connsiteX86" fmla="*/ 7467600 w 7467600"/>
              <a:gd name="connsiteY86" fmla="*/ 6117703 h 6858000"/>
              <a:gd name="connsiteX87" fmla="*/ 7467600 w 7467600"/>
              <a:gd name="connsiteY87" fmla="*/ 6163634 h 6858000"/>
              <a:gd name="connsiteX88" fmla="*/ 7403637 w 7467600"/>
              <a:gd name="connsiteY88" fmla="*/ 6083957 h 6858000"/>
              <a:gd name="connsiteX89" fmla="*/ 7254615 w 7467600"/>
              <a:gd name="connsiteY89" fmla="*/ 5911918 h 6858000"/>
              <a:gd name="connsiteX90" fmla="*/ 7312589 w 7467600"/>
              <a:gd name="connsiteY90" fmla="*/ 5982309 h 6858000"/>
              <a:gd name="connsiteX91" fmla="*/ 7448321 w 7467600"/>
              <a:gd name="connsiteY91" fmla="*/ 6190991 h 6858000"/>
              <a:gd name="connsiteX92" fmla="*/ 7467600 w 7467600"/>
              <a:gd name="connsiteY92" fmla="*/ 6221686 h 6858000"/>
              <a:gd name="connsiteX93" fmla="*/ 7467600 w 7467600"/>
              <a:gd name="connsiteY93" fmla="*/ 6334256 h 6858000"/>
              <a:gd name="connsiteX94" fmla="*/ 7454976 w 7467600"/>
              <a:gd name="connsiteY94" fmla="*/ 6318297 h 6858000"/>
              <a:gd name="connsiteX95" fmla="*/ 7042773 w 7467600"/>
              <a:gd name="connsiteY95" fmla="*/ 5734011 h 6858000"/>
              <a:gd name="connsiteX96" fmla="*/ 6844835 w 7467600"/>
              <a:gd name="connsiteY96" fmla="*/ 5424988 h 6858000"/>
              <a:gd name="connsiteX97" fmla="*/ 1456157 w 7467600"/>
              <a:gd name="connsiteY97" fmla="*/ 5371404 h 6858000"/>
              <a:gd name="connsiteX98" fmla="*/ 1244432 w 7467600"/>
              <a:gd name="connsiteY98" fmla="*/ 5385601 h 6858000"/>
              <a:gd name="connsiteX99" fmla="*/ 973990 w 7467600"/>
              <a:gd name="connsiteY99" fmla="*/ 5424940 h 6858000"/>
              <a:gd name="connsiteX100" fmla="*/ 1103809 w 7467600"/>
              <a:gd name="connsiteY100" fmla="*/ 5433720 h 6858000"/>
              <a:gd name="connsiteX101" fmla="*/ 1123454 w 7467600"/>
              <a:gd name="connsiteY101" fmla="*/ 5435727 h 6858000"/>
              <a:gd name="connsiteX102" fmla="*/ 1737017 w 7467600"/>
              <a:gd name="connsiteY102" fmla="*/ 5452183 h 6858000"/>
              <a:gd name="connsiteX103" fmla="*/ 1824397 w 7467600"/>
              <a:gd name="connsiteY103" fmla="*/ 5447757 h 6858000"/>
              <a:gd name="connsiteX104" fmla="*/ 2070059 w 7467600"/>
              <a:gd name="connsiteY104" fmla="*/ 5441660 h 6858000"/>
              <a:gd name="connsiteX105" fmla="*/ 1456157 w 7467600"/>
              <a:gd name="connsiteY105" fmla="*/ 5371404 h 6858000"/>
              <a:gd name="connsiteX106" fmla="*/ 4988186 w 7467600"/>
              <a:gd name="connsiteY106" fmla="*/ 5216467 h 6858000"/>
              <a:gd name="connsiteX107" fmla="*/ 4777334 w 7467600"/>
              <a:gd name="connsiteY107" fmla="*/ 5406072 h 6858000"/>
              <a:gd name="connsiteX108" fmla="*/ 4718341 w 7467600"/>
              <a:gd name="connsiteY108" fmla="*/ 5468043 h 6858000"/>
              <a:gd name="connsiteX109" fmla="*/ 4604655 w 7467600"/>
              <a:gd name="connsiteY109" fmla="*/ 5583434 h 6858000"/>
              <a:gd name="connsiteX110" fmla="*/ 4565074 w 7467600"/>
              <a:gd name="connsiteY110" fmla="*/ 5618550 h 6858000"/>
              <a:gd name="connsiteX111" fmla="*/ 4988186 w 7467600"/>
              <a:gd name="connsiteY111" fmla="*/ 5216467 h 6858000"/>
              <a:gd name="connsiteX112" fmla="*/ 4978032 w 7467600"/>
              <a:gd name="connsiteY112" fmla="*/ 5183809 h 6858000"/>
              <a:gd name="connsiteX113" fmla="*/ 4463413 w 7467600"/>
              <a:gd name="connsiteY113" fmla="*/ 5615162 h 6858000"/>
              <a:gd name="connsiteX114" fmla="*/ 4358134 w 7467600"/>
              <a:gd name="connsiteY114" fmla="*/ 5742791 h 6858000"/>
              <a:gd name="connsiteX115" fmla="*/ 4376219 w 7467600"/>
              <a:gd name="connsiteY115" fmla="*/ 5729027 h 6858000"/>
              <a:gd name="connsiteX116" fmla="*/ 4582340 w 7467600"/>
              <a:gd name="connsiteY116" fmla="*/ 5561037 h 6858000"/>
              <a:gd name="connsiteX117" fmla="*/ 4694684 w 7467600"/>
              <a:gd name="connsiteY117" fmla="*/ 5447098 h 6858000"/>
              <a:gd name="connsiteX118" fmla="*/ 4754123 w 7467600"/>
              <a:gd name="connsiteY118" fmla="*/ 5384643 h 6858000"/>
              <a:gd name="connsiteX119" fmla="*/ 4978032 w 7467600"/>
              <a:gd name="connsiteY119" fmla="*/ 5183809 h 6858000"/>
              <a:gd name="connsiteX120" fmla="*/ 1903353 w 7467600"/>
              <a:gd name="connsiteY120" fmla="*/ 5044827 h 6858000"/>
              <a:gd name="connsiteX121" fmla="*/ 1936931 w 7467600"/>
              <a:gd name="connsiteY121" fmla="*/ 5093954 h 6858000"/>
              <a:gd name="connsiteX122" fmla="*/ 2195868 w 7467600"/>
              <a:gd name="connsiteY122" fmla="*/ 5396574 h 6858000"/>
              <a:gd name="connsiteX123" fmla="*/ 2088852 w 7467600"/>
              <a:gd name="connsiteY123" fmla="*/ 5166123 h 6858000"/>
              <a:gd name="connsiteX124" fmla="*/ 1958241 w 7467600"/>
              <a:gd name="connsiteY124" fmla="*/ 5067955 h 6858000"/>
              <a:gd name="connsiteX125" fmla="*/ 1903353 w 7467600"/>
              <a:gd name="connsiteY125" fmla="*/ 5044827 h 6858000"/>
              <a:gd name="connsiteX126" fmla="*/ 1979378 w 7467600"/>
              <a:gd name="connsiteY126" fmla="*/ 4769504 h 6858000"/>
              <a:gd name="connsiteX127" fmla="*/ 2882120 w 7467600"/>
              <a:gd name="connsiteY127" fmla="*/ 5064547 h 6858000"/>
              <a:gd name="connsiteX128" fmla="*/ 2793103 w 7467600"/>
              <a:gd name="connsiteY128" fmla="*/ 5039699 h 6858000"/>
              <a:gd name="connsiteX129" fmla="*/ 2770041 w 7467600"/>
              <a:gd name="connsiteY129" fmla="*/ 5033634 h 6858000"/>
              <a:gd name="connsiteX130" fmla="*/ 1979378 w 7467600"/>
              <a:gd name="connsiteY130" fmla="*/ 4769504 h 6858000"/>
              <a:gd name="connsiteX131" fmla="*/ 1927410 w 7467600"/>
              <a:gd name="connsiteY131" fmla="*/ 4716164 h 6858000"/>
              <a:gd name="connsiteX132" fmla="*/ 1959587 w 7467600"/>
              <a:gd name="connsiteY132" fmla="*/ 4728849 h 6858000"/>
              <a:gd name="connsiteX133" fmla="*/ 2777707 w 7467600"/>
              <a:gd name="connsiteY133" fmla="*/ 5003991 h 6858000"/>
              <a:gd name="connsiteX134" fmla="*/ 2800768 w 7467600"/>
              <a:gd name="connsiteY134" fmla="*/ 5010056 h 6858000"/>
              <a:gd name="connsiteX135" fmla="*/ 2879408 w 7467600"/>
              <a:gd name="connsiteY135" fmla="*/ 5031590 h 6858000"/>
              <a:gd name="connsiteX136" fmla="*/ 2862295 w 7467600"/>
              <a:gd name="connsiteY136" fmla="*/ 5022958 h 6858000"/>
              <a:gd name="connsiteX137" fmla="*/ 2813343 w 7467600"/>
              <a:gd name="connsiteY137" fmla="*/ 4998369 h 6858000"/>
              <a:gd name="connsiteX138" fmla="*/ 2646245 w 7467600"/>
              <a:gd name="connsiteY138" fmla="*/ 4930999 h 6858000"/>
              <a:gd name="connsiteX139" fmla="*/ 1999243 w 7467600"/>
              <a:gd name="connsiteY139" fmla="*/ 4730524 h 6858000"/>
              <a:gd name="connsiteX140" fmla="*/ 1979527 w 7467600"/>
              <a:gd name="connsiteY140" fmla="*/ 4726651 h 6858000"/>
              <a:gd name="connsiteX141" fmla="*/ 1927410 w 7467600"/>
              <a:gd name="connsiteY141" fmla="*/ 4716164 h 6858000"/>
              <a:gd name="connsiteX142" fmla="*/ 1997014 w 7467600"/>
              <a:gd name="connsiteY142" fmla="*/ 4698007 h 6858000"/>
              <a:gd name="connsiteX143" fmla="*/ 2005458 w 7467600"/>
              <a:gd name="connsiteY143" fmla="*/ 4699540 h 6858000"/>
              <a:gd name="connsiteX144" fmla="*/ 2657186 w 7467600"/>
              <a:gd name="connsiteY144" fmla="*/ 4901687 h 6858000"/>
              <a:gd name="connsiteX145" fmla="*/ 2826662 w 7467600"/>
              <a:gd name="connsiteY145" fmla="*/ 4970362 h 6858000"/>
              <a:gd name="connsiteX146" fmla="*/ 2876100 w 7467600"/>
              <a:gd name="connsiteY146" fmla="*/ 4995397 h 6858000"/>
              <a:gd name="connsiteX147" fmla="*/ 3042600 w 7467600"/>
              <a:gd name="connsiteY147" fmla="*/ 5059532 h 6858000"/>
              <a:gd name="connsiteX148" fmla="*/ 1997014 w 7467600"/>
              <a:gd name="connsiteY148" fmla="*/ 4698007 h 6858000"/>
              <a:gd name="connsiteX149" fmla="*/ 2305292 w 7467600"/>
              <a:gd name="connsiteY149" fmla="*/ 4219492 h 6858000"/>
              <a:gd name="connsiteX150" fmla="*/ 3360922 w 7467600"/>
              <a:gd name="connsiteY150" fmla="*/ 4529373 h 6858000"/>
              <a:gd name="connsiteX151" fmla="*/ 3492420 w 7467600"/>
              <a:gd name="connsiteY151" fmla="*/ 4510145 h 6858000"/>
              <a:gd name="connsiteX152" fmla="*/ 3364086 w 7467600"/>
              <a:gd name="connsiteY152" fmla="*/ 4480340 h 6858000"/>
              <a:gd name="connsiteX153" fmla="*/ 3225818 w 7467600"/>
              <a:gd name="connsiteY153" fmla="*/ 4411822 h 6858000"/>
              <a:gd name="connsiteX154" fmla="*/ 3129696 w 7467600"/>
              <a:gd name="connsiteY154" fmla="*/ 4360704 h 6858000"/>
              <a:gd name="connsiteX155" fmla="*/ 2814545 w 7467600"/>
              <a:gd name="connsiteY155" fmla="*/ 4282955 h 6858000"/>
              <a:gd name="connsiteX156" fmla="*/ 2305292 w 7467600"/>
              <a:gd name="connsiteY156" fmla="*/ 4219492 h 6858000"/>
              <a:gd name="connsiteX157" fmla="*/ 2626982 w 7467600"/>
              <a:gd name="connsiteY157" fmla="*/ 4206450 h 6858000"/>
              <a:gd name="connsiteX158" fmla="*/ 2490617 w 7467600"/>
              <a:gd name="connsiteY158" fmla="*/ 4206951 h 6858000"/>
              <a:gd name="connsiteX159" fmla="*/ 2819869 w 7467600"/>
              <a:gd name="connsiteY159" fmla="*/ 4252936 h 6858000"/>
              <a:gd name="connsiteX160" fmla="*/ 3143018 w 7467600"/>
              <a:gd name="connsiteY160" fmla="*/ 4332698 h 6858000"/>
              <a:gd name="connsiteX161" fmla="*/ 3241520 w 7467600"/>
              <a:gd name="connsiteY161" fmla="*/ 4385112 h 6858000"/>
              <a:gd name="connsiteX162" fmla="*/ 3374575 w 7467600"/>
              <a:gd name="connsiteY162" fmla="*/ 4451517 h 6858000"/>
              <a:gd name="connsiteX163" fmla="*/ 3505221 w 7467600"/>
              <a:gd name="connsiteY163" fmla="*/ 4480757 h 6858000"/>
              <a:gd name="connsiteX164" fmla="*/ 2626982 w 7467600"/>
              <a:gd name="connsiteY164" fmla="*/ 4206450 h 6858000"/>
              <a:gd name="connsiteX165" fmla="*/ 1310106 w 7467600"/>
              <a:gd name="connsiteY165" fmla="*/ 3943217 h 6858000"/>
              <a:gd name="connsiteX166" fmla="*/ 854994 w 7467600"/>
              <a:gd name="connsiteY166" fmla="*/ 4399136 h 6858000"/>
              <a:gd name="connsiteX167" fmla="*/ 742462 w 7467600"/>
              <a:gd name="connsiteY167" fmla="*/ 4594648 h 6858000"/>
              <a:gd name="connsiteX168" fmla="*/ 820602 w 7467600"/>
              <a:gd name="connsiteY168" fmla="*/ 4485915 h 6858000"/>
              <a:gd name="connsiteX169" fmla="*/ 878295 w 7467600"/>
              <a:gd name="connsiteY169" fmla="*/ 4403594 h 6858000"/>
              <a:gd name="connsiteX170" fmla="*/ 1240607 w 7467600"/>
              <a:gd name="connsiteY170" fmla="*/ 4010401 h 6858000"/>
              <a:gd name="connsiteX171" fmla="*/ 1310106 w 7467600"/>
              <a:gd name="connsiteY171" fmla="*/ 3943217 h 6858000"/>
              <a:gd name="connsiteX172" fmla="*/ 1423113 w 7467600"/>
              <a:gd name="connsiteY172" fmla="*/ 3874565 h 6858000"/>
              <a:gd name="connsiteX173" fmla="*/ 1260565 w 7467600"/>
              <a:gd name="connsiteY173" fmla="*/ 4031982 h 6858000"/>
              <a:gd name="connsiteX174" fmla="*/ 901900 w 7467600"/>
              <a:gd name="connsiteY174" fmla="*/ 4421236 h 6858000"/>
              <a:gd name="connsiteX175" fmla="*/ 845044 w 7467600"/>
              <a:gd name="connsiteY175" fmla="*/ 4502436 h 6858000"/>
              <a:gd name="connsiteX176" fmla="*/ 685926 w 7467600"/>
              <a:gd name="connsiteY176" fmla="*/ 4703069 h 6858000"/>
              <a:gd name="connsiteX177" fmla="*/ 684248 w 7467600"/>
              <a:gd name="connsiteY177" fmla="*/ 4706721 h 6858000"/>
              <a:gd name="connsiteX178" fmla="*/ 1423113 w 7467600"/>
              <a:gd name="connsiteY178" fmla="*/ 3874565 h 6858000"/>
              <a:gd name="connsiteX179" fmla="*/ 3316479 w 7467600"/>
              <a:gd name="connsiteY179" fmla="*/ 3872136 h 6858000"/>
              <a:gd name="connsiteX180" fmla="*/ 3546806 w 7467600"/>
              <a:gd name="connsiteY180" fmla="*/ 4356139 h 6858000"/>
              <a:gd name="connsiteX181" fmla="*/ 3364433 w 7467600"/>
              <a:gd name="connsiteY181" fmla="*/ 3953121 h 6858000"/>
              <a:gd name="connsiteX182" fmla="*/ 3316479 w 7467600"/>
              <a:gd name="connsiteY182" fmla="*/ 3872136 h 6858000"/>
              <a:gd name="connsiteX183" fmla="*/ 3291335 w 7467600"/>
              <a:gd name="connsiteY183" fmla="*/ 3767420 h 6858000"/>
              <a:gd name="connsiteX184" fmla="*/ 3390805 w 7467600"/>
              <a:gd name="connsiteY184" fmla="*/ 3937163 h 6858000"/>
              <a:gd name="connsiteX185" fmla="*/ 3579062 w 7467600"/>
              <a:gd name="connsiteY185" fmla="*/ 4359040 h 6858000"/>
              <a:gd name="connsiteX186" fmla="*/ 3467355 w 7467600"/>
              <a:gd name="connsiteY186" fmla="*/ 3988130 h 6858000"/>
              <a:gd name="connsiteX187" fmla="*/ 3310753 w 7467600"/>
              <a:gd name="connsiteY187" fmla="*/ 3787140 h 6858000"/>
              <a:gd name="connsiteX188" fmla="*/ 3291335 w 7467600"/>
              <a:gd name="connsiteY188" fmla="*/ 3767420 h 6858000"/>
              <a:gd name="connsiteX189" fmla="*/ 1635889 w 7467600"/>
              <a:gd name="connsiteY189" fmla="*/ 3709494 h 6858000"/>
              <a:gd name="connsiteX190" fmla="*/ 1634800 w 7467600"/>
              <a:gd name="connsiteY190" fmla="*/ 3731111 h 6858000"/>
              <a:gd name="connsiteX191" fmla="*/ 1635889 w 7467600"/>
              <a:gd name="connsiteY191" fmla="*/ 3709494 h 6858000"/>
              <a:gd name="connsiteX192" fmla="*/ 1510397 w 7467600"/>
              <a:gd name="connsiteY192" fmla="*/ 3684705 h 6858000"/>
              <a:gd name="connsiteX193" fmla="*/ 1146550 w 7467600"/>
              <a:gd name="connsiteY193" fmla="*/ 3802012 h 6858000"/>
              <a:gd name="connsiteX194" fmla="*/ 698834 w 7467600"/>
              <a:gd name="connsiteY194" fmla="*/ 3952272 h 6858000"/>
              <a:gd name="connsiteX195" fmla="*/ 34256 w 7467600"/>
              <a:gd name="connsiteY195" fmla="*/ 4347603 h 6858000"/>
              <a:gd name="connsiteX196" fmla="*/ 527241 w 7467600"/>
              <a:gd name="connsiteY196" fmla="*/ 4065078 h 6858000"/>
              <a:gd name="connsiteX197" fmla="*/ 1510397 w 7467600"/>
              <a:gd name="connsiteY197" fmla="*/ 3684705 h 6858000"/>
              <a:gd name="connsiteX198" fmla="*/ 1313114 w 7467600"/>
              <a:gd name="connsiteY198" fmla="*/ 3655216 h 6858000"/>
              <a:gd name="connsiteX199" fmla="*/ 1109304 w 7467600"/>
              <a:gd name="connsiteY199" fmla="*/ 3669030 h 6858000"/>
              <a:gd name="connsiteX200" fmla="*/ 8129 w 7467600"/>
              <a:gd name="connsiteY200" fmla="*/ 4330519 h 6858000"/>
              <a:gd name="connsiteX201" fmla="*/ 687572 w 7467600"/>
              <a:gd name="connsiteY201" fmla="*/ 3925629 h 6858000"/>
              <a:gd name="connsiteX202" fmla="*/ 1138365 w 7467600"/>
              <a:gd name="connsiteY202" fmla="*/ 3774515 h 6858000"/>
              <a:gd name="connsiteX203" fmla="*/ 1505579 w 7467600"/>
              <a:gd name="connsiteY203" fmla="*/ 3655526 h 6858000"/>
              <a:gd name="connsiteX204" fmla="*/ 1313114 w 7467600"/>
              <a:gd name="connsiteY204" fmla="*/ 3655216 h 6858000"/>
              <a:gd name="connsiteX205" fmla="*/ 3655073 w 7467600"/>
              <a:gd name="connsiteY205" fmla="*/ 3650884 h 6858000"/>
              <a:gd name="connsiteX206" fmla="*/ 3989938 w 7467600"/>
              <a:gd name="connsiteY206" fmla="*/ 3991685 h 6858000"/>
              <a:gd name="connsiteX207" fmla="*/ 4393907 w 7467600"/>
              <a:gd name="connsiteY207" fmla="*/ 4261258 h 6858000"/>
              <a:gd name="connsiteX208" fmla="*/ 4648051 w 7467600"/>
              <a:gd name="connsiteY208" fmla="*/ 4374051 h 6858000"/>
              <a:gd name="connsiteX209" fmla="*/ 4383389 w 7467600"/>
              <a:gd name="connsiteY209" fmla="*/ 4184369 h 6858000"/>
              <a:gd name="connsiteX210" fmla="*/ 4165508 w 7467600"/>
              <a:gd name="connsiteY210" fmla="*/ 4035196 h 6858000"/>
              <a:gd name="connsiteX211" fmla="*/ 4068162 w 7467600"/>
              <a:gd name="connsiteY211" fmla="*/ 3953394 h 6858000"/>
              <a:gd name="connsiteX212" fmla="*/ 3981416 w 7467600"/>
              <a:gd name="connsiteY212" fmla="*/ 3880482 h 6858000"/>
              <a:gd name="connsiteX213" fmla="*/ 3800147 w 7467600"/>
              <a:gd name="connsiteY213" fmla="*/ 3749872 h 6858000"/>
              <a:gd name="connsiteX214" fmla="*/ 3655073 w 7467600"/>
              <a:gd name="connsiteY214" fmla="*/ 3650884 h 6858000"/>
              <a:gd name="connsiteX215" fmla="*/ 3670252 w 7467600"/>
              <a:gd name="connsiteY215" fmla="*/ 3622798 h 6858000"/>
              <a:gd name="connsiteX216" fmla="*/ 3817258 w 7467600"/>
              <a:gd name="connsiteY216" fmla="*/ 3723577 h 6858000"/>
              <a:gd name="connsiteX217" fmla="*/ 4000461 w 7467600"/>
              <a:gd name="connsiteY217" fmla="*/ 3855966 h 6858000"/>
              <a:gd name="connsiteX218" fmla="*/ 4088180 w 7467600"/>
              <a:gd name="connsiteY218" fmla="*/ 3929774 h 6858000"/>
              <a:gd name="connsiteX219" fmla="*/ 4184555 w 7467600"/>
              <a:gd name="connsiteY219" fmla="*/ 4010683 h 6858000"/>
              <a:gd name="connsiteX220" fmla="*/ 4399563 w 7467600"/>
              <a:gd name="connsiteY220" fmla="*/ 4158106 h 6858000"/>
              <a:gd name="connsiteX221" fmla="*/ 4684469 w 7467600"/>
              <a:gd name="connsiteY221" fmla="*/ 4364680 h 6858000"/>
              <a:gd name="connsiteX222" fmla="*/ 4690271 w 7467600"/>
              <a:gd name="connsiteY222" fmla="*/ 4370034 h 6858000"/>
              <a:gd name="connsiteX223" fmla="*/ 4136093 w 7467600"/>
              <a:gd name="connsiteY223" fmla="*/ 3858466 h 6858000"/>
              <a:gd name="connsiteX224" fmla="*/ 3670252 w 7467600"/>
              <a:gd name="connsiteY224" fmla="*/ 3622798 h 6858000"/>
              <a:gd name="connsiteX225" fmla="*/ 4440129 w 7467600"/>
              <a:gd name="connsiteY225" fmla="*/ 3448571 h 6858000"/>
              <a:gd name="connsiteX226" fmla="*/ 4856525 w 7467600"/>
              <a:gd name="connsiteY226" fmla="*/ 3915351 h 6858000"/>
              <a:gd name="connsiteX227" fmla="*/ 5059055 w 7467600"/>
              <a:gd name="connsiteY227" fmla="*/ 4108918 h 6858000"/>
              <a:gd name="connsiteX228" fmla="*/ 5290070 w 7467600"/>
              <a:gd name="connsiteY228" fmla="*/ 4263619 h 6858000"/>
              <a:gd name="connsiteX229" fmla="*/ 4834991 w 7467600"/>
              <a:gd name="connsiteY229" fmla="*/ 3830985 h 6858000"/>
              <a:gd name="connsiteX230" fmla="*/ 4440129 w 7467600"/>
              <a:gd name="connsiteY230" fmla="*/ 3448571 h 6858000"/>
              <a:gd name="connsiteX231" fmla="*/ 4441737 w 7467600"/>
              <a:gd name="connsiteY231" fmla="*/ 3399734 h 6858000"/>
              <a:gd name="connsiteX232" fmla="*/ 4431236 w 7467600"/>
              <a:gd name="connsiteY232" fmla="*/ 3400954 h 6858000"/>
              <a:gd name="connsiteX233" fmla="*/ 4557150 w 7467600"/>
              <a:gd name="connsiteY233" fmla="*/ 3510023 h 6858000"/>
              <a:gd name="connsiteX234" fmla="*/ 4856936 w 7467600"/>
              <a:gd name="connsiteY234" fmla="*/ 3809146 h 6858000"/>
              <a:gd name="connsiteX235" fmla="*/ 5111996 w 7467600"/>
              <a:gd name="connsiteY235" fmla="*/ 4065759 h 6858000"/>
              <a:gd name="connsiteX236" fmla="*/ 5388878 w 7467600"/>
              <a:gd name="connsiteY236" fmla="*/ 4300185 h 6858000"/>
              <a:gd name="connsiteX237" fmla="*/ 5425556 w 7467600"/>
              <a:gd name="connsiteY237" fmla="*/ 4308967 h 6858000"/>
              <a:gd name="connsiteX238" fmla="*/ 4943646 w 7467600"/>
              <a:gd name="connsiteY238" fmla="*/ 3822916 h 6858000"/>
              <a:gd name="connsiteX239" fmla="*/ 4594837 w 7467600"/>
              <a:gd name="connsiteY239" fmla="*/ 3532274 h 6858000"/>
              <a:gd name="connsiteX240" fmla="*/ 4441737 w 7467600"/>
              <a:gd name="connsiteY240" fmla="*/ 3399734 h 6858000"/>
              <a:gd name="connsiteX241" fmla="*/ 5425834 w 7467600"/>
              <a:gd name="connsiteY241" fmla="*/ 3162785 h 6858000"/>
              <a:gd name="connsiteX242" fmla="*/ 5401644 w 7467600"/>
              <a:gd name="connsiteY242" fmla="*/ 3617847 h 6858000"/>
              <a:gd name="connsiteX243" fmla="*/ 5467256 w 7467600"/>
              <a:gd name="connsiteY243" fmla="*/ 4175494 h 6858000"/>
              <a:gd name="connsiteX244" fmla="*/ 5448069 w 7467600"/>
              <a:gd name="connsiteY244" fmla="*/ 3567554 h 6858000"/>
              <a:gd name="connsiteX245" fmla="*/ 5425834 w 7467600"/>
              <a:gd name="connsiteY245" fmla="*/ 3162785 h 6858000"/>
              <a:gd name="connsiteX246" fmla="*/ 1318687 w 7467600"/>
              <a:gd name="connsiteY246" fmla="*/ 3113840 h 6858000"/>
              <a:gd name="connsiteX247" fmla="*/ 1066793 w 7467600"/>
              <a:gd name="connsiteY247" fmla="*/ 3212171 h 6858000"/>
              <a:gd name="connsiteX248" fmla="*/ 993319 w 7467600"/>
              <a:gd name="connsiteY248" fmla="*/ 3247648 h 6858000"/>
              <a:gd name="connsiteX249" fmla="*/ 853081 w 7467600"/>
              <a:gd name="connsiteY249" fmla="*/ 3312410 h 6858000"/>
              <a:gd name="connsiteX250" fmla="*/ 805957 w 7467600"/>
              <a:gd name="connsiteY250" fmla="*/ 3330443 h 6858000"/>
              <a:gd name="connsiteX251" fmla="*/ 1318687 w 7467600"/>
              <a:gd name="connsiteY251" fmla="*/ 3113840 h 6858000"/>
              <a:gd name="connsiteX252" fmla="*/ 5453702 w 7467600"/>
              <a:gd name="connsiteY252" fmla="*/ 3090882 h 6858000"/>
              <a:gd name="connsiteX253" fmla="*/ 5480135 w 7467600"/>
              <a:gd name="connsiteY253" fmla="*/ 3565802 h 6858000"/>
              <a:gd name="connsiteX254" fmla="*/ 5499023 w 7467600"/>
              <a:gd name="connsiteY254" fmla="*/ 4166310 h 6858000"/>
              <a:gd name="connsiteX255" fmla="*/ 5547022 w 7467600"/>
              <a:gd name="connsiteY255" fmla="*/ 3607838 h 6858000"/>
              <a:gd name="connsiteX256" fmla="*/ 5515964 w 7467600"/>
              <a:gd name="connsiteY256" fmla="*/ 3378541 h 6858000"/>
              <a:gd name="connsiteX257" fmla="*/ 5453702 w 7467600"/>
              <a:gd name="connsiteY257" fmla="*/ 3090882 h 6858000"/>
              <a:gd name="connsiteX258" fmla="*/ 1238695 w 7467600"/>
              <a:gd name="connsiteY258" fmla="*/ 3076820 h 6858000"/>
              <a:gd name="connsiteX259" fmla="*/ 716371 w 7467600"/>
              <a:gd name="connsiteY259" fmla="*/ 3293249 h 6858000"/>
              <a:gd name="connsiteX260" fmla="*/ 579522 w 7467600"/>
              <a:gd name="connsiteY260" fmla="*/ 3371759 h 6858000"/>
              <a:gd name="connsiteX261" fmla="*/ 600288 w 7467600"/>
              <a:gd name="connsiteY261" fmla="*/ 3365555 h 6858000"/>
              <a:gd name="connsiteX262" fmla="*/ 840692 w 7467600"/>
              <a:gd name="connsiteY262" fmla="*/ 3284921 h 6858000"/>
              <a:gd name="connsiteX263" fmla="*/ 979248 w 7467600"/>
              <a:gd name="connsiteY263" fmla="*/ 3221003 h 6858000"/>
              <a:gd name="connsiteX264" fmla="*/ 1053282 w 7467600"/>
              <a:gd name="connsiteY264" fmla="*/ 3185247 h 6858000"/>
              <a:gd name="connsiteX265" fmla="*/ 1320603 w 7467600"/>
              <a:gd name="connsiteY265" fmla="*/ 3081281 h 6858000"/>
              <a:gd name="connsiteX266" fmla="*/ 1238695 w 7467600"/>
              <a:gd name="connsiteY266" fmla="*/ 3076820 h 6858000"/>
              <a:gd name="connsiteX267" fmla="*/ 5425627 w 7467600"/>
              <a:gd name="connsiteY267" fmla="*/ 2954192 h 6858000"/>
              <a:gd name="connsiteX268" fmla="*/ 5470770 w 7467600"/>
              <a:gd name="connsiteY268" fmla="*/ 3005435 h 6858000"/>
              <a:gd name="connsiteX269" fmla="*/ 5519779 w 7467600"/>
              <a:gd name="connsiteY269" fmla="*/ 4359223 h 6858000"/>
              <a:gd name="connsiteX270" fmla="*/ 5520293 w 7467600"/>
              <a:gd name="connsiteY270" fmla="*/ 4360602 h 6858000"/>
              <a:gd name="connsiteX271" fmla="*/ 5767221 w 7467600"/>
              <a:gd name="connsiteY271" fmla="*/ 4665564 h 6858000"/>
              <a:gd name="connsiteX272" fmla="*/ 6937169 w 7467600"/>
              <a:gd name="connsiteY272" fmla="*/ 4815941 h 6858000"/>
              <a:gd name="connsiteX273" fmla="*/ 6953922 w 7467600"/>
              <a:gd name="connsiteY273" fmla="*/ 4890068 h 6858000"/>
              <a:gd name="connsiteX274" fmla="*/ 6071359 w 7467600"/>
              <a:gd name="connsiteY274" fmla="*/ 4770770 h 6858000"/>
              <a:gd name="connsiteX275" fmla="*/ 6038839 w 7467600"/>
              <a:gd name="connsiteY275" fmla="*/ 4764474 h 6858000"/>
              <a:gd name="connsiteX276" fmla="*/ 6038706 w 7467600"/>
              <a:gd name="connsiteY276" fmla="*/ 4763847 h 6858000"/>
              <a:gd name="connsiteX277" fmla="*/ 6037784 w 7467600"/>
              <a:gd name="connsiteY277" fmla="*/ 4764270 h 6858000"/>
              <a:gd name="connsiteX278" fmla="*/ 6038839 w 7467600"/>
              <a:gd name="connsiteY278" fmla="*/ 4764474 h 6858000"/>
              <a:gd name="connsiteX279" fmla="*/ 6040338 w 7467600"/>
              <a:gd name="connsiteY279" fmla="*/ 4771418 h 6858000"/>
              <a:gd name="connsiteX280" fmla="*/ 6024488 w 7467600"/>
              <a:gd name="connsiteY280" fmla="*/ 4809903 h 6858000"/>
              <a:gd name="connsiteX281" fmla="*/ 5599771 w 7467600"/>
              <a:gd name="connsiteY281" fmla="*/ 5509652 h 6858000"/>
              <a:gd name="connsiteX282" fmla="*/ 5548843 w 7467600"/>
              <a:gd name="connsiteY282" fmla="*/ 5563845 h 6858000"/>
              <a:gd name="connsiteX283" fmla="*/ 5940952 w 7467600"/>
              <a:gd name="connsiteY283" fmla="*/ 6250028 h 6858000"/>
              <a:gd name="connsiteX284" fmla="*/ 6043441 w 7467600"/>
              <a:gd name="connsiteY284" fmla="*/ 6665847 h 6858000"/>
              <a:gd name="connsiteX285" fmla="*/ 6093432 w 7467600"/>
              <a:gd name="connsiteY285" fmla="*/ 6858000 h 6858000"/>
              <a:gd name="connsiteX286" fmla="*/ 6034344 w 7467600"/>
              <a:gd name="connsiteY286" fmla="*/ 6858000 h 6858000"/>
              <a:gd name="connsiteX287" fmla="*/ 6026679 w 7467600"/>
              <a:gd name="connsiteY287" fmla="*/ 6836959 h 6858000"/>
              <a:gd name="connsiteX288" fmla="*/ 5800441 w 7467600"/>
              <a:gd name="connsiteY288" fmla="*/ 6335286 h 6858000"/>
              <a:gd name="connsiteX289" fmla="*/ 5526562 w 7467600"/>
              <a:gd name="connsiteY289" fmla="*/ 5705388 h 6858000"/>
              <a:gd name="connsiteX290" fmla="*/ 5519640 w 7467600"/>
              <a:gd name="connsiteY290" fmla="*/ 5683774 h 6858000"/>
              <a:gd name="connsiteX291" fmla="*/ 5844559 w 7467600"/>
              <a:gd name="connsiteY291" fmla="*/ 6553349 h 6858000"/>
              <a:gd name="connsiteX292" fmla="*/ 5975994 w 7467600"/>
              <a:gd name="connsiteY292" fmla="*/ 6858000 h 6858000"/>
              <a:gd name="connsiteX293" fmla="*/ 5898547 w 7467600"/>
              <a:gd name="connsiteY293" fmla="*/ 6858000 h 6858000"/>
              <a:gd name="connsiteX294" fmla="*/ 5682041 w 7467600"/>
              <a:gd name="connsiteY294" fmla="*/ 6355860 h 6858000"/>
              <a:gd name="connsiteX295" fmla="*/ 5461758 w 7467600"/>
              <a:gd name="connsiteY295" fmla="*/ 5820220 h 6858000"/>
              <a:gd name="connsiteX296" fmla="*/ 5237282 w 7467600"/>
              <a:gd name="connsiteY296" fmla="*/ 6579086 h 6858000"/>
              <a:gd name="connsiteX297" fmla="*/ 5115009 w 7467600"/>
              <a:gd name="connsiteY297" fmla="*/ 6858000 h 6858000"/>
              <a:gd name="connsiteX298" fmla="*/ 5028074 w 7467600"/>
              <a:gd name="connsiteY298" fmla="*/ 6858000 h 6858000"/>
              <a:gd name="connsiteX299" fmla="*/ 5079508 w 7467600"/>
              <a:gd name="connsiteY299" fmla="*/ 6749074 h 6858000"/>
              <a:gd name="connsiteX300" fmla="*/ 5371846 w 7467600"/>
              <a:gd name="connsiteY300" fmla="*/ 5924413 h 6858000"/>
              <a:gd name="connsiteX301" fmla="*/ 5270512 w 7467600"/>
              <a:gd name="connsiteY301" fmla="*/ 6138975 h 6858000"/>
              <a:gd name="connsiteX302" fmla="*/ 5062409 w 7467600"/>
              <a:gd name="connsiteY302" fmla="*/ 6653544 h 6858000"/>
              <a:gd name="connsiteX303" fmla="*/ 5036628 w 7467600"/>
              <a:gd name="connsiteY303" fmla="*/ 6754247 h 6858000"/>
              <a:gd name="connsiteX304" fmla="*/ 5009112 w 7467600"/>
              <a:gd name="connsiteY304" fmla="*/ 6858000 h 6858000"/>
              <a:gd name="connsiteX305" fmla="*/ 4976679 w 7467600"/>
              <a:gd name="connsiteY305" fmla="*/ 6858000 h 6858000"/>
              <a:gd name="connsiteX306" fmla="*/ 5006537 w 7467600"/>
              <a:gd name="connsiteY306" fmla="*/ 6747068 h 6858000"/>
              <a:gd name="connsiteX307" fmla="*/ 5032723 w 7467600"/>
              <a:gd name="connsiteY307" fmla="*/ 6644957 h 6858000"/>
              <a:gd name="connsiteX308" fmla="*/ 5242949 w 7467600"/>
              <a:gd name="connsiteY308" fmla="*/ 6125175 h 6858000"/>
              <a:gd name="connsiteX309" fmla="*/ 5286321 w 7467600"/>
              <a:gd name="connsiteY309" fmla="*/ 6033555 h 6858000"/>
              <a:gd name="connsiteX310" fmla="*/ 5008210 w 7467600"/>
              <a:gd name="connsiteY310" fmla="*/ 6649194 h 6858000"/>
              <a:gd name="connsiteX311" fmla="*/ 4986321 w 7467600"/>
              <a:gd name="connsiteY311" fmla="*/ 6765687 h 6858000"/>
              <a:gd name="connsiteX312" fmla="*/ 4973474 w 7467600"/>
              <a:gd name="connsiteY312" fmla="*/ 6858000 h 6858000"/>
              <a:gd name="connsiteX313" fmla="*/ 4907178 w 7467600"/>
              <a:gd name="connsiteY313" fmla="*/ 6858000 h 6858000"/>
              <a:gd name="connsiteX314" fmla="*/ 4910810 w 7467600"/>
              <a:gd name="connsiteY314" fmla="*/ 6829660 h 6858000"/>
              <a:gd name="connsiteX315" fmla="*/ 4987461 w 7467600"/>
              <a:gd name="connsiteY315" fmla="*/ 6432994 h 6858000"/>
              <a:gd name="connsiteX316" fmla="*/ 5179262 w 7467600"/>
              <a:gd name="connsiteY316" fmla="*/ 6035044 h 6858000"/>
              <a:gd name="connsiteX317" fmla="*/ 4689678 w 7467600"/>
              <a:gd name="connsiteY317" fmla="*/ 6440241 h 6858000"/>
              <a:gd name="connsiteX318" fmla="*/ 4477543 w 7467600"/>
              <a:gd name="connsiteY318" fmla="*/ 6674836 h 6858000"/>
              <a:gd name="connsiteX319" fmla="*/ 4329957 w 7467600"/>
              <a:gd name="connsiteY319" fmla="*/ 6858000 h 6858000"/>
              <a:gd name="connsiteX320" fmla="*/ 4218595 w 7467600"/>
              <a:gd name="connsiteY320" fmla="*/ 6858000 h 6858000"/>
              <a:gd name="connsiteX321" fmla="*/ 4368888 w 7467600"/>
              <a:gd name="connsiteY321" fmla="*/ 6668412 h 6858000"/>
              <a:gd name="connsiteX322" fmla="*/ 4563091 w 7467600"/>
              <a:gd name="connsiteY322" fmla="*/ 6442508 h 6858000"/>
              <a:gd name="connsiteX323" fmla="*/ 5387324 w 7467600"/>
              <a:gd name="connsiteY323" fmla="*/ 5705830 h 6858000"/>
              <a:gd name="connsiteX324" fmla="*/ 5073620 w 7467600"/>
              <a:gd name="connsiteY324" fmla="*/ 5955437 h 6858000"/>
              <a:gd name="connsiteX325" fmla="*/ 4689789 w 7467600"/>
              <a:gd name="connsiteY325" fmla="*/ 6268382 h 6858000"/>
              <a:gd name="connsiteX326" fmla="*/ 4418722 w 7467600"/>
              <a:gd name="connsiteY326" fmla="*/ 6570886 h 6858000"/>
              <a:gd name="connsiteX327" fmla="*/ 4214944 w 7467600"/>
              <a:gd name="connsiteY327" fmla="*/ 6858000 h 6858000"/>
              <a:gd name="connsiteX328" fmla="*/ 4177898 w 7467600"/>
              <a:gd name="connsiteY328" fmla="*/ 6858000 h 6858000"/>
              <a:gd name="connsiteX329" fmla="*/ 4391597 w 7467600"/>
              <a:gd name="connsiteY329" fmla="*/ 6556370 h 6858000"/>
              <a:gd name="connsiteX330" fmla="*/ 4668889 w 7467600"/>
              <a:gd name="connsiteY330" fmla="*/ 6246399 h 6858000"/>
              <a:gd name="connsiteX331" fmla="*/ 5055427 w 7467600"/>
              <a:gd name="connsiteY331" fmla="*/ 5931476 h 6858000"/>
              <a:gd name="connsiteX332" fmla="*/ 5371814 w 7467600"/>
              <a:gd name="connsiteY332" fmla="*/ 5678975 h 6858000"/>
              <a:gd name="connsiteX333" fmla="*/ 4987918 w 7467600"/>
              <a:gd name="connsiteY333" fmla="*/ 5838701 h 6858000"/>
              <a:gd name="connsiteX334" fmla="*/ 4317146 w 7467600"/>
              <a:gd name="connsiteY334" fmla="*/ 6587716 h 6858000"/>
              <a:gd name="connsiteX335" fmla="*/ 4171627 w 7467600"/>
              <a:gd name="connsiteY335" fmla="*/ 6858000 h 6858000"/>
              <a:gd name="connsiteX336" fmla="*/ 4081585 w 7467600"/>
              <a:gd name="connsiteY336" fmla="*/ 6858000 h 6858000"/>
              <a:gd name="connsiteX337" fmla="*/ 4238603 w 7467600"/>
              <a:gd name="connsiteY337" fmla="*/ 6559341 h 6858000"/>
              <a:gd name="connsiteX338" fmla="*/ 4778333 w 7467600"/>
              <a:gd name="connsiteY338" fmla="*/ 5873626 h 6858000"/>
              <a:gd name="connsiteX339" fmla="*/ 5414185 w 7467600"/>
              <a:gd name="connsiteY339" fmla="*/ 5573882 h 6858000"/>
              <a:gd name="connsiteX340" fmla="*/ 5959648 w 7467600"/>
              <a:gd name="connsiteY340" fmla="*/ 4760797 h 6858000"/>
              <a:gd name="connsiteX341" fmla="*/ 5355019 w 7467600"/>
              <a:gd name="connsiteY341" fmla="*/ 4734672 h 6858000"/>
              <a:gd name="connsiteX342" fmla="*/ 5083565 w 7467600"/>
              <a:gd name="connsiteY342" fmla="*/ 5179121 h 6858000"/>
              <a:gd name="connsiteX343" fmla="*/ 4713577 w 7467600"/>
              <a:gd name="connsiteY343" fmla="*/ 5616803 h 6858000"/>
              <a:gd name="connsiteX344" fmla="*/ 3989559 w 7467600"/>
              <a:gd name="connsiteY344" fmla="*/ 6145945 h 6858000"/>
              <a:gd name="connsiteX345" fmla="*/ 3939824 w 7467600"/>
              <a:gd name="connsiteY345" fmla="*/ 6066900 h 6858000"/>
              <a:gd name="connsiteX346" fmla="*/ 4584537 w 7467600"/>
              <a:gd name="connsiteY346" fmla="*/ 5324826 h 6858000"/>
              <a:gd name="connsiteX347" fmla="*/ 5037105 w 7467600"/>
              <a:gd name="connsiteY347" fmla="*/ 5088765 h 6858000"/>
              <a:gd name="connsiteX348" fmla="*/ 5039930 w 7467600"/>
              <a:gd name="connsiteY348" fmla="*/ 5089585 h 6858000"/>
              <a:gd name="connsiteX349" fmla="*/ 5263764 w 7467600"/>
              <a:gd name="connsiteY349" fmla="*/ 4735525 h 6858000"/>
              <a:gd name="connsiteX350" fmla="*/ 4086300 w 7467600"/>
              <a:gd name="connsiteY350" fmla="*/ 4884599 h 6858000"/>
              <a:gd name="connsiteX351" fmla="*/ 4085485 w 7467600"/>
              <a:gd name="connsiteY351" fmla="*/ 4899070 h 6858000"/>
              <a:gd name="connsiteX352" fmla="*/ 3871915 w 7467600"/>
              <a:gd name="connsiteY352" fmla="*/ 5253645 h 6858000"/>
              <a:gd name="connsiteX353" fmla="*/ 3799374 w 7467600"/>
              <a:gd name="connsiteY353" fmla="*/ 5466127 h 6858000"/>
              <a:gd name="connsiteX354" fmla="*/ 3498850 w 7467600"/>
              <a:gd name="connsiteY354" fmla="*/ 6661888 h 6858000"/>
              <a:gd name="connsiteX355" fmla="*/ 3399216 w 7467600"/>
              <a:gd name="connsiteY355" fmla="*/ 6858000 h 6858000"/>
              <a:gd name="connsiteX356" fmla="*/ 3303688 w 7467600"/>
              <a:gd name="connsiteY356" fmla="*/ 6858000 h 6858000"/>
              <a:gd name="connsiteX357" fmla="*/ 3391774 w 7467600"/>
              <a:gd name="connsiteY357" fmla="*/ 6697181 h 6858000"/>
              <a:gd name="connsiteX358" fmla="*/ 3735540 w 7467600"/>
              <a:gd name="connsiteY358" fmla="*/ 5546923 h 6858000"/>
              <a:gd name="connsiteX359" fmla="*/ 3729438 w 7467600"/>
              <a:gd name="connsiteY359" fmla="*/ 5569058 h 6858000"/>
              <a:gd name="connsiteX360" fmla="*/ 3707782 w 7467600"/>
              <a:gd name="connsiteY360" fmla="*/ 5644908 h 6858000"/>
              <a:gd name="connsiteX361" fmla="*/ 3583827 w 7467600"/>
              <a:gd name="connsiteY361" fmla="*/ 6039215 h 6858000"/>
              <a:gd name="connsiteX362" fmla="*/ 3547861 w 7467600"/>
              <a:gd name="connsiteY362" fmla="*/ 6129609 h 6858000"/>
              <a:gd name="connsiteX363" fmla="*/ 3490905 w 7467600"/>
              <a:gd name="connsiteY363" fmla="*/ 6277660 h 6858000"/>
              <a:gd name="connsiteX364" fmla="*/ 3455859 w 7467600"/>
              <a:gd name="connsiteY364" fmla="*/ 6391301 h 6858000"/>
              <a:gd name="connsiteX365" fmla="*/ 3429112 w 7467600"/>
              <a:gd name="connsiteY365" fmla="*/ 6479469 h 6858000"/>
              <a:gd name="connsiteX366" fmla="*/ 3304862 w 7467600"/>
              <a:gd name="connsiteY366" fmla="*/ 6796476 h 6858000"/>
              <a:gd name="connsiteX367" fmla="*/ 3276071 w 7467600"/>
              <a:gd name="connsiteY367" fmla="*/ 6858000 h 6858000"/>
              <a:gd name="connsiteX368" fmla="*/ 3240805 w 7467600"/>
              <a:gd name="connsiteY368" fmla="*/ 6858000 h 6858000"/>
              <a:gd name="connsiteX369" fmla="*/ 3275917 w 7467600"/>
              <a:gd name="connsiteY369" fmla="*/ 6783192 h 6858000"/>
              <a:gd name="connsiteX370" fmla="*/ 3399358 w 7467600"/>
              <a:gd name="connsiteY370" fmla="*/ 6469011 h 6858000"/>
              <a:gd name="connsiteX371" fmla="*/ 3425650 w 7467600"/>
              <a:gd name="connsiteY371" fmla="*/ 6381333 h 6858000"/>
              <a:gd name="connsiteX372" fmla="*/ 3460661 w 7467600"/>
              <a:gd name="connsiteY372" fmla="*/ 6266763 h 6858000"/>
              <a:gd name="connsiteX373" fmla="*/ 3518021 w 7467600"/>
              <a:gd name="connsiteY373" fmla="*/ 6117298 h 6858000"/>
              <a:gd name="connsiteX374" fmla="*/ 3554035 w 7467600"/>
              <a:gd name="connsiteY374" fmla="*/ 6027832 h 6858000"/>
              <a:gd name="connsiteX375" fmla="*/ 3677174 w 7467600"/>
              <a:gd name="connsiteY375" fmla="*/ 5636351 h 6858000"/>
              <a:gd name="connsiteX376" fmla="*/ 3698819 w 7467600"/>
              <a:gd name="connsiteY376" fmla="*/ 5560503 h 6858000"/>
              <a:gd name="connsiteX377" fmla="*/ 3702094 w 7467600"/>
              <a:gd name="connsiteY377" fmla="*/ 5549194 h 6858000"/>
              <a:gd name="connsiteX378" fmla="*/ 3398355 w 7467600"/>
              <a:gd name="connsiteY378" fmla="*/ 6094603 h 6858000"/>
              <a:gd name="connsiteX379" fmla="*/ 3193941 w 7467600"/>
              <a:gd name="connsiteY379" fmla="*/ 6798775 h 6858000"/>
              <a:gd name="connsiteX380" fmla="*/ 3184140 w 7467600"/>
              <a:gd name="connsiteY380" fmla="*/ 6858000 h 6858000"/>
              <a:gd name="connsiteX381" fmla="*/ 3099978 w 7467600"/>
              <a:gd name="connsiteY381" fmla="*/ 6858000 h 6858000"/>
              <a:gd name="connsiteX382" fmla="*/ 3101556 w 7467600"/>
              <a:gd name="connsiteY382" fmla="*/ 6843337 h 6858000"/>
              <a:gd name="connsiteX383" fmla="*/ 3370162 w 7467600"/>
              <a:gd name="connsiteY383" fmla="*/ 5785550 h 6858000"/>
              <a:gd name="connsiteX384" fmla="*/ 3746477 w 7467600"/>
              <a:gd name="connsiteY384" fmla="*/ 5377889 h 6858000"/>
              <a:gd name="connsiteX385" fmla="*/ 3863399 w 7467600"/>
              <a:gd name="connsiteY385" fmla="*/ 5087257 h 6858000"/>
              <a:gd name="connsiteX386" fmla="*/ 3968712 w 7467600"/>
              <a:gd name="connsiteY386" fmla="*/ 4913989 h 6858000"/>
              <a:gd name="connsiteX387" fmla="*/ 2792390 w 7467600"/>
              <a:gd name="connsiteY387" fmla="*/ 5382974 h 6858000"/>
              <a:gd name="connsiteX388" fmla="*/ 2714982 w 7467600"/>
              <a:gd name="connsiteY388" fmla="*/ 5427051 h 6858000"/>
              <a:gd name="connsiteX389" fmla="*/ 2813361 w 7467600"/>
              <a:gd name="connsiteY389" fmla="*/ 6023912 h 6858000"/>
              <a:gd name="connsiteX390" fmla="*/ 2688430 w 7467600"/>
              <a:gd name="connsiteY390" fmla="*/ 6801564 h 6858000"/>
              <a:gd name="connsiteX391" fmla="*/ 2629626 w 7467600"/>
              <a:gd name="connsiteY391" fmla="*/ 6763394 h 6858000"/>
              <a:gd name="connsiteX392" fmla="*/ 2565328 w 7467600"/>
              <a:gd name="connsiteY392" fmla="*/ 5516399 h 6858000"/>
              <a:gd name="connsiteX393" fmla="*/ 1922999 w 7467600"/>
              <a:gd name="connsiteY393" fmla="*/ 5980343 h 6858000"/>
              <a:gd name="connsiteX394" fmla="*/ 1950261 w 7467600"/>
              <a:gd name="connsiteY394" fmla="*/ 6405858 h 6858000"/>
              <a:gd name="connsiteX395" fmla="*/ 2365554 w 7467600"/>
              <a:gd name="connsiteY395" fmla="*/ 6759107 h 6858000"/>
              <a:gd name="connsiteX396" fmla="*/ 2424142 w 7467600"/>
              <a:gd name="connsiteY396" fmla="*/ 6858000 h 6858000"/>
              <a:gd name="connsiteX397" fmla="*/ 2395994 w 7467600"/>
              <a:gd name="connsiteY397" fmla="*/ 6858000 h 6858000"/>
              <a:gd name="connsiteX398" fmla="*/ 2392863 w 7467600"/>
              <a:gd name="connsiteY398" fmla="*/ 6852964 h 6858000"/>
              <a:gd name="connsiteX399" fmla="*/ 2017589 w 7467600"/>
              <a:gd name="connsiteY399" fmla="*/ 6493982 h 6858000"/>
              <a:gd name="connsiteX400" fmla="*/ 2147336 w 7467600"/>
              <a:gd name="connsiteY400" fmla="*/ 6594052 h 6858000"/>
              <a:gd name="connsiteX401" fmla="*/ 2207047 w 7467600"/>
              <a:gd name="connsiteY401" fmla="*/ 6654540 h 6858000"/>
              <a:gd name="connsiteX402" fmla="*/ 2299106 w 7467600"/>
              <a:gd name="connsiteY402" fmla="*/ 6778931 h 6858000"/>
              <a:gd name="connsiteX403" fmla="*/ 2314430 w 7467600"/>
              <a:gd name="connsiteY403" fmla="*/ 6801144 h 6858000"/>
              <a:gd name="connsiteX404" fmla="*/ 2352406 w 7467600"/>
              <a:gd name="connsiteY404" fmla="*/ 6858000 h 6858000"/>
              <a:gd name="connsiteX405" fmla="*/ 2314492 w 7467600"/>
              <a:gd name="connsiteY405" fmla="*/ 6858000 h 6858000"/>
              <a:gd name="connsiteX406" fmla="*/ 2288095 w 7467600"/>
              <a:gd name="connsiteY406" fmla="*/ 6818030 h 6858000"/>
              <a:gd name="connsiteX407" fmla="*/ 2272768 w 7467600"/>
              <a:gd name="connsiteY407" fmla="*/ 6795822 h 6858000"/>
              <a:gd name="connsiteX408" fmla="*/ 2182715 w 7467600"/>
              <a:gd name="connsiteY408" fmla="*/ 6675071 h 6858000"/>
              <a:gd name="connsiteX409" fmla="*/ 2032061 w 7467600"/>
              <a:gd name="connsiteY409" fmla="*/ 6541380 h 6858000"/>
              <a:gd name="connsiteX410" fmla="*/ 2257220 w 7467600"/>
              <a:gd name="connsiteY410" fmla="*/ 6826257 h 6858000"/>
              <a:gd name="connsiteX411" fmla="*/ 2281324 w 7467600"/>
              <a:gd name="connsiteY411" fmla="*/ 6858000 h 6858000"/>
              <a:gd name="connsiteX412" fmla="*/ 2242860 w 7467600"/>
              <a:gd name="connsiteY412" fmla="*/ 6858000 h 6858000"/>
              <a:gd name="connsiteX413" fmla="*/ 2232818 w 7467600"/>
              <a:gd name="connsiteY413" fmla="*/ 6844926 h 6858000"/>
              <a:gd name="connsiteX414" fmla="*/ 1990172 w 7467600"/>
              <a:gd name="connsiteY414" fmla="*/ 6542121 h 6858000"/>
              <a:gd name="connsiteX415" fmla="*/ 2124090 w 7467600"/>
              <a:gd name="connsiteY415" fmla="*/ 6761017 h 6858000"/>
              <a:gd name="connsiteX416" fmla="*/ 2200380 w 7467600"/>
              <a:gd name="connsiteY416" fmla="*/ 6858000 h 6858000"/>
              <a:gd name="connsiteX417" fmla="*/ 2147507 w 7467600"/>
              <a:gd name="connsiteY417" fmla="*/ 6858000 h 6858000"/>
              <a:gd name="connsiteX418" fmla="*/ 2070668 w 7467600"/>
              <a:gd name="connsiteY418" fmla="*/ 6761520 h 6858000"/>
              <a:gd name="connsiteX419" fmla="*/ 1975142 w 7467600"/>
              <a:gd name="connsiteY419" fmla="*/ 6585570 h 6858000"/>
              <a:gd name="connsiteX420" fmla="*/ 2050035 w 7467600"/>
              <a:gd name="connsiteY420" fmla="*/ 6813345 h 6858000"/>
              <a:gd name="connsiteX421" fmla="*/ 2063025 w 7467600"/>
              <a:gd name="connsiteY421" fmla="*/ 6858000 h 6858000"/>
              <a:gd name="connsiteX422" fmla="*/ 2021675 w 7467600"/>
              <a:gd name="connsiteY422" fmla="*/ 6858000 h 6858000"/>
              <a:gd name="connsiteX423" fmla="*/ 2019308 w 7467600"/>
              <a:gd name="connsiteY423" fmla="*/ 6847118 h 6858000"/>
              <a:gd name="connsiteX424" fmla="*/ 1938835 w 7467600"/>
              <a:gd name="connsiteY424" fmla="*/ 6551160 h 6858000"/>
              <a:gd name="connsiteX425" fmla="*/ 1953230 w 7467600"/>
              <a:gd name="connsiteY425" fmla="*/ 6759699 h 6858000"/>
              <a:gd name="connsiteX426" fmla="*/ 1956763 w 7467600"/>
              <a:gd name="connsiteY426" fmla="*/ 6778191 h 6858000"/>
              <a:gd name="connsiteX427" fmla="*/ 1967925 w 7467600"/>
              <a:gd name="connsiteY427" fmla="*/ 6858000 h 6858000"/>
              <a:gd name="connsiteX428" fmla="*/ 1936622 w 7467600"/>
              <a:gd name="connsiteY428" fmla="*/ 6858000 h 6858000"/>
              <a:gd name="connsiteX429" fmla="*/ 1926261 w 7467600"/>
              <a:gd name="connsiteY429" fmla="*/ 6784064 h 6858000"/>
              <a:gd name="connsiteX430" fmla="*/ 1922724 w 7467600"/>
              <a:gd name="connsiteY430" fmla="*/ 6765577 h 6858000"/>
              <a:gd name="connsiteX431" fmla="*/ 1904650 w 7467600"/>
              <a:gd name="connsiteY431" fmla="*/ 6639616 h 6858000"/>
              <a:gd name="connsiteX432" fmla="*/ 1885273 w 7467600"/>
              <a:gd name="connsiteY432" fmla="*/ 6858000 h 6858000"/>
              <a:gd name="connsiteX433" fmla="*/ 1854363 w 7467600"/>
              <a:gd name="connsiteY433" fmla="*/ 6858000 h 6858000"/>
              <a:gd name="connsiteX434" fmla="*/ 1880391 w 7467600"/>
              <a:gd name="connsiteY434" fmla="*/ 6603796 h 6858000"/>
              <a:gd name="connsiteX435" fmla="*/ 1818273 w 7467600"/>
              <a:gd name="connsiteY435" fmla="*/ 6715729 h 6858000"/>
              <a:gd name="connsiteX436" fmla="*/ 1794691 w 7467600"/>
              <a:gd name="connsiteY436" fmla="*/ 6843239 h 6858000"/>
              <a:gd name="connsiteX437" fmla="*/ 1794914 w 7467600"/>
              <a:gd name="connsiteY437" fmla="*/ 6858000 h 6858000"/>
              <a:gd name="connsiteX438" fmla="*/ 1746128 w 7467600"/>
              <a:gd name="connsiteY438" fmla="*/ 6858000 h 6858000"/>
              <a:gd name="connsiteX439" fmla="*/ 1753934 w 7467600"/>
              <a:gd name="connsiteY439" fmla="*/ 6724796 h 6858000"/>
              <a:gd name="connsiteX440" fmla="*/ 1792053 w 7467600"/>
              <a:gd name="connsiteY440" fmla="*/ 6572396 h 6858000"/>
              <a:gd name="connsiteX441" fmla="*/ 1862248 w 7467600"/>
              <a:gd name="connsiteY441" fmla="*/ 6266397 h 6858000"/>
              <a:gd name="connsiteX442" fmla="*/ 1862250 w 7467600"/>
              <a:gd name="connsiteY442" fmla="*/ 6033531 h 6858000"/>
              <a:gd name="connsiteX443" fmla="*/ 1211999 w 7467600"/>
              <a:gd name="connsiteY443" fmla="*/ 6683610 h 6858000"/>
              <a:gd name="connsiteX444" fmla="*/ 1213266 w 7467600"/>
              <a:gd name="connsiteY444" fmla="*/ 6691947 h 6858000"/>
              <a:gd name="connsiteX445" fmla="*/ 1203370 w 7467600"/>
              <a:gd name="connsiteY445" fmla="*/ 6850676 h 6858000"/>
              <a:gd name="connsiteX446" fmla="*/ 1203671 w 7467600"/>
              <a:gd name="connsiteY446" fmla="*/ 6858000 h 6858000"/>
              <a:gd name="connsiteX447" fmla="*/ 1143180 w 7467600"/>
              <a:gd name="connsiteY447" fmla="*/ 6858000 h 6858000"/>
              <a:gd name="connsiteX448" fmla="*/ 1142176 w 7467600"/>
              <a:gd name="connsiteY448" fmla="*/ 6766045 h 6858000"/>
              <a:gd name="connsiteX449" fmla="*/ 1067484 w 7467600"/>
              <a:gd name="connsiteY449" fmla="*/ 6858000 h 6858000"/>
              <a:gd name="connsiteX450" fmla="*/ 953928 w 7467600"/>
              <a:gd name="connsiteY450" fmla="*/ 6858000 h 6858000"/>
              <a:gd name="connsiteX451" fmla="*/ 959715 w 7467600"/>
              <a:gd name="connsiteY451" fmla="*/ 6850185 h 6858000"/>
              <a:gd name="connsiteX452" fmla="*/ 1483788 w 7467600"/>
              <a:gd name="connsiteY452" fmla="*/ 6259174 h 6858000"/>
              <a:gd name="connsiteX453" fmla="*/ 1100671 w 7467600"/>
              <a:gd name="connsiteY453" fmla="*/ 6252137 h 6858000"/>
              <a:gd name="connsiteX454" fmla="*/ 1090144 w 7467600"/>
              <a:gd name="connsiteY454" fmla="*/ 6256748 h 6858000"/>
              <a:gd name="connsiteX455" fmla="*/ 1095872 w 7467600"/>
              <a:gd name="connsiteY455" fmla="*/ 6271892 h 6858000"/>
              <a:gd name="connsiteX456" fmla="*/ 262785 w 7467600"/>
              <a:gd name="connsiteY456" fmla="*/ 6845450 h 6858000"/>
              <a:gd name="connsiteX457" fmla="*/ 209968 w 7467600"/>
              <a:gd name="connsiteY457" fmla="*/ 6770713 h 6858000"/>
              <a:gd name="connsiteX458" fmla="*/ 873460 w 7467600"/>
              <a:gd name="connsiteY458" fmla="*/ 6253768 h 6858000"/>
              <a:gd name="connsiteX459" fmla="*/ 192686 w 7467600"/>
              <a:gd name="connsiteY459" fmla="*/ 5849257 h 6858000"/>
              <a:gd name="connsiteX460" fmla="*/ 4696 w 7467600"/>
              <a:gd name="connsiteY460" fmla="*/ 5697668 h 6858000"/>
              <a:gd name="connsiteX461" fmla="*/ 0 w 7467600"/>
              <a:gd name="connsiteY461" fmla="*/ 5689984 h 6858000"/>
              <a:gd name="connsiteX462" fmla="*/ 0 w 7467600"/>
              <a:gd name="connsiteY462" fmla="*/ 5513472 h 6858000"/>
              <a:gd name="connsiteX463" fmla="*/ 174101 w 7467600"/>
              <a:gd name="connsiteY463" fmla="*/ 5620277 h 6858000"/>
              <a:gd name="connsiteX464" fmla="*/ 891800 w 7467600"/>
              <a:gd name="connsiteY464" fmla="*/ 6036935 h 6858000"/>
              <a:gd name="connsiteX465" fmla="*/ 1072219 w 7467600"/>
              <a:gd name="connsiteY465" fmla="*/ 6169443 h 6858000"/>
              <a:gd name="connsiteX466" fmla="*/ 1074117 w 7467600"/>
              <a:gd name="connsiteY466" fmla="*/ 6170301 h 6858000"/>
              <a:gd name="connsiteX467" fmla="*/ 1083114 w 7467600"/>
              <a:gd name="connsiteY467" fmla="*/ 6174131 h 6858000"/>
              <a:gd name="connsiteX468" fmla="*/ 1543010 w 7467600"/>
              <a:gd name="connsiteY468" fmla="*/ 6191140 h 6858000"/>
              <a:gd name="connsiteX469" fmla="*/ 1551080 w 7467600"/>
              <a:gd name="connsiteY469" fmla="*/ 6195006 h 6858000"/>
              <a:gd name="connsiteX470" fmla="*/ 2345443 w 7467600"/>
              <a:gd name="connsiteY470" fmla="*/ 5549882 h 6858000"/>
              <a:gd name="connsiteX471" fmla="*/ 1721499 w 7467600"/>
              <a:gd name="connsiteY471" fmla="*/ 5599969 h 6858000"/>
              <a:gd name="connsiteX472" fmla="*/ 767716 w 7467600"/>
              <a:gd name="connsiteY472" fmla="*/ 5472768 h 6858000"/>
              <a:gd name="connsiteX473" fmla="*/ 722147 w 7467600"/>
              <a:gd name="connsiteY473" fmla="*/ 5393091 h 6858000"/>
              <a:gd name="connsiteX474" fmla="*/ 1485552 w 7467600"/>
              <a:gd name="connsiteY474" fmla="*/ 5313202 h 6858000"/>
              <a:gd name="connsiteX475" fmla="*/ 2143004 w 7467600"/>
              <a:gd name="connsiteY475" fmla="*/ 5402420 h 6858000"/>
              <a:gd name="connsiteX476" fmla="*/ 1933391 w 7467600"/>
              <a:gd name="connsiteY476" fmla="*/ 5156971 h 6858000"/>
              <a:gd name="connsiteX477" fmla="*/ 1827118 w 7467600"/>
              <a:gd name="connsiteY477" fmla="*/ 4968410 h 6858000"/>
              <a:gd name="connsiteX478" fmla="*/ 1837349 w 7467600"/>
              <a:gd name="connsiteY478" fmla="*/ 4956357 h 6858000"/>
              <a:gd name="connsiteX479" fmla="*/ 2162835 w 7467600"/>
              <a:gd name="connsiteY479" fmla="*/ 5187853 h 6858000"/>
              <a:gd name="connsiteX480" fmla="*/ 2257167 w 7467600"/>
              <a:gd name="connsiteY480" fmla="*/ 5462123 h 6858000"/>
              <a:gd name="connsiteX481" fmla="*/ 2261598 w 7467600"/>
              <a:gd name="connsiteY481" fmla="*/ 5467998 h 6858000"/>
              <a:gd name="connsiteX482" fmla="*/ 2437177 w 7467600"/>
              <a:gd name="connsiteY482" fmla="*/ 5479608 h 6858000"/>
              <a:gd name="connsiteX483" fmla="*/ 2445247 w 7467600"/>
              <a:gd name="connsiteY483" fmla="*/ 5483476 h 6858000"/>
              <a:gd name="connsiteX484" fmla="*/ 2743626 w 7467600"/>
              <a:gd name="connsiteY484" fmla="*/ 5304819 h 6858000"/>
              <a:gd name="connsiteX485" fmla="*/ 3048102 w 7467600"/>
              <a:gd name="connsiteY485" fmla="*/ 5150595 h 6858000"/>
              <a:gd name="connsiteX486" fmla="*/ 1799414 w 7467600"/>
              <a:gd name="connsiteY486" fmla="*/ 4694732 h 6858000"/>
              <a:gd name="connsiteX487" fmla="*/ 1771735 w 7467600"/>
              <a:gd name="connsiteY487" fmla="*/ 4619929 h 6858000"/>
              <a:gd name="connsiteX488" fmla="*/ 3104273 w 7467600"/>
              <a:gd name="connsiteY488" fmla="*/ 5076159 h 6858000"/>
              <a:gd name="connsiteX489" fmla="*/ 3113245 w 7467600"/>
              <a:gd name="connsiteY489" fmla="*/ 5090705 h 6858000"/>
              <a:gd name="connsiteX490" fmla="*/ 3126294 w 7467600"/>
              <a:gd name="connsiteY490" fmla="*/ 5114400 h 6858000"/>
              <a:gd name="connsiteX491" fmla="*/ 3937433 w 7467600"/>
              <a:gd name="connsiteY491" fmla="*/ 4830473 h 6858000"/>
              <a:gd name="connsiteX492" fmla="*/ 3590475 w 7467600"/>
              <a:gd name="connsiteY492" fmla="*/ 4597974 h 6858000"/>
              <a:gd name="connsiteX493" fmla="*/ 3100264 w 7467600"/>
              <a:gd name="connsiteY493" fmla="*/ 4579845 h 6858000"/>
              <a:gd name="connsiteX494" fmla="*/ 2183576 w 7467600"/>
              <a:gd name="connsiteY494" fmla="*/ 4227150 h 6858000"/>
              <a:gd name="connsiteX495" fmla="*/ 2151029 w 7467600"/>
              <a:gd name="connsiteY495" fmla="*/ 4146947 h 6858000"/>
              <a:gd name="connsiteX496" fmla="*/ 3563434 w 7467600"/>
              <a:gd name="connsiteY496" fmla="*/ 4469115 h 6858000"/>
              <a:gd name="connsiteX497" fmla="*/ 3177952 w 7467600"/>
              <a:gd name="connsiteY497" fmla="*/ 3657386 h 6858000"/>
              <a:gd name="connsiteX498" fmla="*/ 3189263 w 7467600"/>
              <a:gd name="connsiteY498" fmla="*/ 3625726 h 6858000"/>
              <a:gd name="connsiteX499" fmla="*/ 3560912 w 7467600"/>
              <a:gd name="connsiteY499" fmla="*/ 4079863 h 6858000"/>
              <a:gd name="connsiteX500" fmla="*/ 3626636 w 7467600"/>
              <a:gd name="connsiteY500" fmla="*/ 4512230 h 6858000"/>
              <a:gd name="connsiteX501" fmla="*/ 3653088 w 7467600"/>
              <a:gd name="connsiteY501" fmla="*/ 4521417 h 6858000"/>
              <a:gd name="connsiteX502" fmla="*/ 3988128 w 7467600"/>
              <a:gd name="connsiteY502" fmla="*/ 4817267 h 6858000"/>
              <a:gd name="connsiteX503" fmla="*/ 4830582 w 7467600"/>
              <a:gd name="connsiteY503" fmla="*/ 4676000 h 6858000"/>
              <a:gd name="connsiteX504" fmla="*/ 4830100 w 7467600"/>
              <a:gd name="connsiteY504" fmla="*/ 4675554 h 6858000"/>
              <a:gd name="connsiteX505" fmla="*/ 4036318 w 7467600"/>
              <a:gd name="connsiteY505" fmla="*/ 4147013 h 6858000"/>
              <a:gd name="connsiteX506" fmla="*/ 3432098 w 7467600"/>
              <a:gd name="connsiteY506" fmla="*/ 3537312 h 6858000"/>
              <a:gd name="connsiteX507" fmla="*/ 3446761 w 7467600"/>
              <a:gd name="connsiteY507" fmla="*/ 3461278 h 6858000"/>
              <a:gd name="connsiteX508" fmla="*/ 4419733 w 7467600"/>
              <a:gd name="connsiteY508" fmla="*/ 3963555 h 6858000"/>
              <a:gd name="connsiteX509" fmla="*/ 4781371 w 7467600"/>
              <a:gd name="connsiteY509" fmla="*/ 4458604 h 6858000"/>
              <a:gd name="connsiteX510" fmla="*/ 4780440 w 7467600"/>
              <a:gd name="connsiteY510" fmla="*/ 4470290 h 6858000"/>
              <a:gd name="connsiteX511" fmla="*/ 4898954 w 7467600"/>
              <a:gd name="connsiteY511" fmla="*/ 4662092 h 6858000"/>
              <a:gd name="connsiteX512" fmla="*/ 4900699 w 7467600"/>
              <a:gd name="connsiteY512" fmla="*/ 4670867 h 6858000"/>
              <a:gd name="connsiteX513" fmla="*/ 5714511 w 7467600"/>
              <a:gd name="connsiteY513" fmla="*/ 4663483 h 6858000"/>
              <a:gd name="connsiteX514" fmla="*/ 5464793 w 7467600"/>
              <a:gd name="connsiteY514" fmla="*/ 4393556 h 6858000"/>
              <a:gd name="connsiteX515" fmla="*/ 5461897 w 7467600"/>
              <a:gd name="connsiteY515" fmla="*/ 4390879 h 6858000"/>
              <a:gd name="connsiteX516" fmla="*/ 4294126 w 7467600"/>
              <a:gd name="connsiteY516" fmla="*/ 3303048 h 6858000"/>
              <a:gd name="connsiteX517" fmla="*/ 4305321 w 7467600"/>
              <a:gd name="connsiteY517" fmla="*/ 3256953 h 6858000"/>
              <a:gd name="connsiteX518" fmla="*/ 4949299 w 7467600"/>
              <a:gd name="connsiteY518" fmla="*/ 3766336 h 6858000"/>
              <a:gd name="connsiteX519" fmla="*/ 5291452 w 7467600"/>
              <a:gd name="connsiteY519" fmla="*/ 4076801 h 6858000"/>
              <a:gd name="connsiteX520" fmla="*/ 5434998 w 7467600"/>
              <a:gd name="connsiteY520" fmla="*/ 4254100 h 6858000"/>
              <a:gd name="connsiteX521" fmla="*/ 5351015 w 7467600"/>
              <a:gd name="connsiteY521" fmla="*/ 3760989 h 6858000"/>
              <a:gd name="connsiteX522" fmla="*/ 5413780 w 7467600"/>
              <a:gd name="connsiteY522" fmla="*/ 2966265 h 6858000"/>
              <a:gd name="connsiteX523" fmla="*/ 5425627 w 7467600"/>
              <a:gd name="connsiteY523" fmla="*/ 2954192 h 6858000"/>
              <a:gd name="connsiteX524" fmla="*/ 6604735 w 7467600"/>
              <a:gd name="connsiteY524" fmla="*/ 2041381 h 6858000"/>
              <a:gd name="connsiteX525" fmla="*/ 7204487 w 7467600"/>
              <a:gd name="connsiteY525" fmla="*/ 2742112 h 6858000"/>
              <a:gd name="connsiteX526" fmla="*/ 7131592 w 7467600"/>
              <a:gd name="connsiteY526" fmla="*/ 2672096 h 6858000"/>
              <a:gd name="connsiteX527" fmla="*/ 6996344 w 7467600"/>
              <a:gd name="connsiteY527" fmla="*/ 2518310 h 6858000"/>
              <a:gd name="connsiteX528" fmla="*/ 6735495 w 7467600"/>
              <a:gd name="connsiteY528" fmla="*/ 2196890 h 6858000"/>
              <a:gd name="connsiteX529" fmla="*/ 6721901 w 7467600"/>
              <a:gd name="connsiteY529" fmla="*/ 2179274 h 6858000"/>
              <a:gd name="connsiteX530" fmla="*/ 6604735 w 7467600"/>
              <a:gd name="connsiteY530" fmla="*/ 2041381 h 6858000"/>
              <a:gd name="connsiteX531" fmla="*/ 6591670 w 7467600"/>
              <a:gd name="connsiteY531" fmla="*/ 1988277 h 6858000"/>
              <a:gd name="connsiteX532" fmla="*/ 6747349 w 7467600"/>
              <a:gd name="connsiteY532" fmla="*/ 2160069 h 6858000"/>
              <a:gd name="connsiteX533" fmla="*/ 6760943 w 7467600"/>
              <a:gd name="connsiteY533" fmla="*/ 2177686 h 6858000"/>
              <a:gd name="connsiteX534" fmla="*/ 7021065 w 7467600"/>
              <a:gd name="connsiteY534" fmla="*/ 2498102 h 6858000"/>
              <a:gd name="connsiteX535" fmla="*/ 7155223 w 7467600"/>
              <a:gd name="connsiteY535" fmla="*/ 2650386 h 6858000"/>
              <a:gd name="connsiteX536" fmla="*/ 7203167 w 7467600"/>
              <a:gd name="connsiteY536" fmla="*/ 2697288 h 6858000"/>
              <a:gd name="connsiteX537" fmla="*/ 6937703 w 7467600"/>
              <a:gd name="connsiteY537" fmla="*/ 2321981 h 6858000"/>
              <a:gd name="connsiteX538" fmla="*/ 6591670 w 7467600"/>
              <a:gd name="connsiteY538" fmla="*/ 1988277 h 6858000"/>
              <a:gd name="connsiteX539" fmla="*/ 5798671 w 7467600"/>
              <a:gd name="connsiteY539" fmla="*/ 1981601 h 6858000"/>
              <a:gd name="connsiteX540" fmla="*/ 5754709 w 7467600"/>
              <a:gd name="connsiteY540" fmla="*/ 2071454 h 6858000"/>
              <a:gd name="connsiteX541" fmla="*/ 5763044 w 7467600"/>
              <a:gd name="connsiteY541" fmla="*/ 2842206 h 6858000"/>
              <a:gd name="connsiteX542" fmla="*/ 5764974 w 7467600"/>
              <a:gd name="connsiteY542" fmla="*/ 2799609 h 6858000"/>
              <a:gd name="connsiteX543" fmla="*/ 5767665 w 7467600"/>
              <a:gd name="connsiteY543" fmla="*/ 2666409 h 6858000"/>
              <a:gd name="connsiteX544" fmla="*/ 5763055 w 7467600"/>
              <a:gd name="connsiteY544" fmla="*/ 2579705 h 6858000"/>
              <a:gd name="connsiteX545" fmla="*/ 5758079 w 7467600"/>
              <a:gd name="connsiteY545" fmla="*/ 2492508 h 6858000"/>
              <a:gd name="connsiteX546" fmla="*/ 5779325 w 7467600"/>
              <a:gd name="connsiteY546" fmla="*/ 2197069 h 6858000"/>
              <a:gd name="connsiteX547" fmla="*/ 5798671 w 7467600"/>
              <a:gd name="connsiteY547" fmla="*/ 1981601 h 6858000"/>
              <a:gd name="connsiteX548" fmla="*/ 5829202 w 7467600"/>
              <a:gd name="connsiteY548" fmla="*/ 1971679 h 6858000"/>
              <a:gd name="connsiteX549" fmla="*/ 5809558 w 7467600"/>
              <a:gd name="connsiteY549" fmla="*/ 2198043 h 6858000"/>
              <a:gd name="connsiteX550" fmla="*/ 5788653 w 7467600"/>
              <a:gd name="connsiteY550" fmla="*/ 2489430 h 6858000"/>
              <a:gd name="connsiteX551" fmla="*/ 5793439 w 7467600"/>
              <a:gd name="connsiteY551" fmla="*/ 2575235 h 6858000"/>
              <a:gd name="connsiteX552" fmla="*/ 5796837 w 7467600"/>
              <a:gd name="connsiteY552" fmla="*/ 2637633 h 6858000"/>
              <a:gd name="connsiteX553" fmla="*/ 5818614 w 7467600"/>
              <a:gd name="connsiteY553" fmla="*/ 2473055 h 6858000"/>
              <a:gd name="connsiteX554" fmla="*/ 5829202 w 7467600"/>
              <a:gd name="connsiteY554" fmla="*/ 1971679 h 6858000"/>
              <a:gd name="connsiteX555" fmla="*/ 5911389 w 7467600"/>
              <a:gd name="connsiteY555" fmla="*/ 1898371 h 6858000"/>
              <a:gd name="connsiteX556" fmla="*/ 6237627 w 7467600"/>
              <a:gd name="connsiteY556" fmla="*/ 2231921 h 6858000"/>
              <a:gd name="connsiteX557" fmla="*/ 5911389 w 7467600"/>
              <a:gd name="connsiteY557" fmla="*/ 1898371 h 6858000"/>
              <a:gd name="connsiteX558" fmla="*/ 6944437 w 7467600"/>
              <a:gd name="connsiteY558" fmla="*/ 1575402 h 6858000"/>
              <a:gd name="connsiteX559" fmla="*/ 6304730 w 7467600"/>
              <a:gd name="connsiteY559" fmla="*/ 1766654 h 6858000"/>
              <a:gd name="connsiteX560" fmla="*/ 6944437 w 7467600"/>
              <a:gd name="connsiteY560" fmla="*/ 1575402 h 6858000"/>
              <a:gd name="connsiteX561" fmla="*/ 7019523 w 7467600"/>
              <a:gd name="connsiteY561" fmla="*/ 1519450 h 6858000"/>
              <a:gd name="connsiteX562" fmla="*/ 6298091 w 7467600"/>
              <a:gd name="connsiteY562" fmla="*/ 1737122 h 6858000"/>
              <a:gd name="connsiteX563" fmla="*/ 7019523 w 7467600"/>
              <a:gd name="connsiteY563" fmla="*/ 1519450 h 6858000"/>
              <a:gd name="connsiteX564" fmla="*/ 2399523 w 7467600"/>
              <a:gd name="connsiteY564" fmla="*/ 1428234 h 6858000"/>
              <a:gd name="connsiteX565" fmla="*/ 2224982 w 7467600"/>
              <a:gd name="connsiteY565" fmla="*/ 1826201 h 6858000"/>
              <a:gd name="connsiteX566" fmla="*/ 2096099 w 7467600"/>
              <a:gd name="connsiteY566" fmla="*/ 2345900 h 6858000"/>
              <a:gd name="connsiteX567" fmla="*/ 2283317 w 7467600"/>
              <a:gd name="connsiteY567" fmla="*/ 1796925 h 6858000"/>
              <a:gd name="connsiteX568" fmla="*/ 2399523 w 7467600"/>
              <a:gd name="connsiteY568" fmla="*/ 1428234 h 6858000"/>
              <a:gd name="connsiteX569" fmla="*/ 2448558 w 7467600"/>
              <a:gd name="connsiteY569" fmla="*/ 1373435 h 6858000"/>
              <a:gd name="connsiteX570" fmla="*/ 2312521 w 7467600"/>
              <a:gd name="connsiteY570" fmla="*/ 1806140 h 6858000"/>
              <a:gd name="connsiteX571" fmla="*/ 2127533 w 7467600"/>
              <a:gd name="connsiteY571" fmla="*/ 2348380 h 6858000"/>
              <a:gd name="connsiteX572" fmla="*/ 2358080 w 7467600"/>
              <a:gd name="connsiteY572" fmla="*/ 1866134 h 6858000"/>
              <a:gd name="connsiteX573" fmla="*/ 2407436 w 7467600"/>
              <a:gd name="connsiteY573" fmla="*/ 1651070 h 6858000"/>
              <a:gd name="connsiteX574" fmla="*/ 2448558 w 7467600"/>
              <a:gd name="connsiteY574" fmla="*/ 1373435 h 6858000"/>
              <a:gd name="connsiteX575" fmla="*/ 278707 w 7467600"/>
              <a:gd name="connsiteY575" fmla="*/ 1352270 h 6858000"/>
              <a:gd name="connsiteX576" fmla="*/ 321570 w 7467600"/>
              <a:gd name="connsiteY576" fmla="*/ 1861610 h 6858000"/>
              <a:gd name="connsiteX577" fmla="*/ 294281 w 7467600"/>
              <a:gd name="connsiteY577" fmla="*/ 1440658 h 6858000"/>
              <a:gd name="connsiteX578" fmla="*/ 278707 w 7467600"/>
              <a:gd name="connsiteY578" fmla="*/ 1352270 h 6858000"/>
              <a:gd name="connsiteX579" fmla="*/ 1423821 w 7467600"/>
              <a:gd name="connsiteY579" fmla="*/ 1351958 h 6858000"/>
              <a:gd name="connsiteX580" fmla="*/ 1638521 w 7467600"/>
              <a:gd name="connsiteY580" fmla="*/ 1908470 h 6858000"/>
              <a:gd name="connsiteX581" fmla="*/ 1754199 w 7467600"/>
              <a:gd name="connsiteY581" fmla="*/ 2149284 h 6858000"/>
              <a:gd name="connsiteX582" fmla="*/ 1908359 w 7467600"/>
              <a:gd name="connsiteY582" fmla="*/ 2364988 h 6858000"/>
              <a:gd name="connsiteX583" fmla="*/ 1647661 w 7467600"/>
              <a:gd name="connsiteY583" fmla="*/ 1825945 h 6858000"/>
              <a:gd name="connsiteX584" fmla="*/ 1423821 w 7467600"/>
              <a:gd name="connsiteY584" fmla="*/ 1351958 h 6858000"/>
              <a:gd name="connsiteX585" fmla="*/ 1431890 w 7467600"/>
              <a:gd name="connsiteY585" fmla="*/ 1306475 h 6858000"/>
              <a:gd name="connsiteX586" fmla="*/ 1507597 w 7467600"/>
              <a:gd name="connsiteY586" fmla="*/ 1446132 h 6858000"/>
              <a:gd name="connsiteX587" fmla="*/ 1674586 w 7467600"/>
              <a:gd name="connsiteY587" fmla="*/ 1813832 h 6858000"/>
              <a:gd name="connsiteX588" fmla="*/ 1815950 w 7467600"/>
              <a:gd name="connsiteY588" fmla="*/ 2128564 h 6858000"/>
              <a:gd name="connsiteX589" fmla="*/ 1984242 w 7467600"/>
              <a:gd name="connsiteY589" fmla="*/ 2430829 h 6858000"/>
              <a:gd name="connsiteX590" fmla="*/ 2014023 w 7467600"/>
              <a:gd name="connsiteY590" fmla="*/ 2450995 h 6858000"/>
              <a:gd name="connsiteX591" fmla="*/ 1747337 w 7467600"/>
              <a:gd name="connsiteY591" fmla="*/ 1855264 h 6858000"/>
              <a:gd name="connsiteX592" fmla="*/ 1533749 w 7467600"/>
              <a:gd name="connsiteY592" fmla="*/ 1478656 h 6858000"/>
              <a:gd name="connsiteX593" fmla="*/ 1431890 w 7467600"/>
              <a:gd name="connsiteY593" fmla="*/ 1306475 h 6858000"/>
              <a:gd name="connsiteX594" fmla="*/ 5052692 w 7467600"/>
              <a:gd name="connsiteY594" fmla="*/ 1292994 h 6858000"/>
              <a:gd name="connsiteX595" fmla="*/ 5200661 w 7467600"/>
              <a:gd name="connsiteY595" fmla="*/ 1635186 h 6858000"/>
              <a:gd name="connsiteX596" fmla="*/ 5297138 w 7467600"/>
              <a:gd name="connsiteY596" fmla="*/ 1906351 h 6858000"/>
              <a:gd name="connsiteX597" fmla="*/ 5052692 w 7467600"/>
              <a:gd name="connsiteY597" fmla="*/ 1292994 h 6858000"/>
              <a:gd name="connsiteX598" fmla="*/ 5009948 w 7467600"/>
              <a:gd name="connsiteY598" fmla="*/ 1273619 h 6858000"/>
              <a:gd name="connsiteX599" fmla="*/ 5121777 w 7467600"/>
              <a:gd name="connsiteY599" fmla="*/ 1654213 h 6858000"/>
              <a:gd name="connsiteX600" fmla="*/ 5293545 w 7467600"/>
              <a:gd name="connsiteY600" fmla="*/ 2072247 h 6858000"/>
              <a:gd name="connsiteX601" fmla="*/ 5294042 w 7467600"/>
              <a:gd name="connsiteY601" fmla="*/ 2065019 h 6858000"/>
              <a:gd name="connsiteX602" fmla="*/ 5171936 w 7467600"/>
              <a:gd name="connsiteY602" fmla="*/ 1647613 h 6858000"/>
              <a:gd name="connsiteX603" fmla="*/ 5009948 w 7467600"/>
              <a:gd name="connsiteY603" fmla="*/ 1273619 h 6858000"/>
              <a:gd name="connsiteX604" fmla="*/ 655236 w 7467600"/>
              <a:gd name="connsiteY604" fmla="*/ 1268632 h 6858000"/>
              <a:gd name="connsiteX605" fmla="*/ 839521 w 7467600"/>
              <a:gd name="connsiteY605" fmla="*/ 1685315 h 6858000"/>
              <a:gd name="connsiteX606" fmla="*/ 1109416 w 7467600"/>
              <a:gd name="connsiteY606" fmla="*/ 2061663 h 6858000"/>
              <a:gd name="connsiteX607" fmla="*/ 1298300 w 7467600"/>
              <a:gd name="connsiteY607" fmla="*/ 2247742 h 6858000"/>
              <a:gd name="connsiteX608" fmla="*/ 1125871 w 7467600"/>
              <a:gd name="connsiteY608" fmla="*/ 1989513 h 6858000"/>
              <a:gd name="connsiteX609" fmla="*/ 981574 w 7467600"/>
              <a:gd name="connsiteY609" fmla="*/ 1783157 h 6858000"/>
              <a:gd name="connsiteX610" fmla="*/ 922198 w 7467600"/>
              <a:gd name="connsiteY610" fmla="*/ 1677437 h 6858000"/>
              <a:gd name="connsiteX611" fmla="*/ 869293 w 7467600"/>
              <a:gd name="connsiteY611" fmla="*/ 1583214 h 6858000"/>
              <a:gd name="connsiteX612" fmla="*/ 751431 w 7467600"/>
              <a:gd name="connsiteY612" fmla="*/ 1405731 h 6858000"/>
              <a:gd name="connsiteX613" fmla="*/ 655236 w 7467600"/>
              <a:gd name="connsiteY613" fmla="*/ 1268632 h 6858000"/>
              <a:gd name="connsiteX614" fmla="*/ 6516292 w 7467600"/>
              <a:gd name="connsiteY614" fmla="*/ 1263064 h 6858000"/>
              <a:gd name="connsiteX615" fmla="*/ 5736320 w 7467600"/>
              <a:gd name="connsiteY615" fmla="*/ 1501803 h 6858000"/>
              <a:gd name="connsiteX616" fmla="*/ 6516292 w 7467600"/>
              <a:gd name="connsiteY616" fmla="*/ 1263064 h 6858000"/>
              <a:gd name="connsiteX617" fmla="*/ 291466 w 7467600"/>
              <a:gd name="connsiteY617" fmla="*/ 1250369 h 6858000"/>
              <a:gd name="connsiteX618" fmla="*/ 323180 w 7467600"/>
              <a:gd name="connsiteY618" fmla="*/ 1435283 h 6858000"/>
              <a:gd name="connsiteX619" fmla="*/ 349381 w 7467600"/>
              <a:gd name="connsiteY619" fmla="*/ 1875041 h 6858000"/>
              <a:gd name="connsiteX620" fmla="*/ 374363 w 7467600"/>
              <a:gd name="connsiteY620" fmla="*/ 1506494 h 6858000"/>
              <a:gd name="connsiteX621" fmla="*/ 302168 w 7467600"/>
              <a:gd name="connsiteY621" fmla="*/ 1274495 h 6858000"/>
              <a:gd name="connsiteX622" fmla="*/ 291466 w 7467600"/>
              <a:gd name="connsiteY622" fmla="*/ 1250369 h 6858000"/>
              <a:gd name="connsiteX623" fmla="*/ 678222 w 7467600"/>
              <a:gd name="connsiteY623" fmla="*/ 1248670 h 6858000"/>
              <a:gd name="connsiteX624" fmla="*/ 775536 w 7467600"/>
              <a:gd name="connsiteY624" fmla="*/ 1388015 h 6858000"/>
              <a:gd name="connsiteX625" fmla="*/ 894529 w 7467600"/>
              <a:gd name="connsiteY625" fmla="*/ 1567739 h 6858000"/>
              <a:gd name="connsiteX626" fmla="*/ 948000 w 7467600"/>
              <a:gd name="connsiteY626" fmla="*/ 1663088 h 6858000"/>
              <a:gd name="connsiteX627" fmla="*/ 1006812 w 7467600"/>
              <a:gd name="connsiteY627" fmla="*/ 1767683 h 6858000"/>
              <a:gd name="connsiteX628" fmla="*/ 1149133 w 7467600"/>
              <a:gd name="connsiteY628" fmla="*/ 1971513 h 6858000"/>
              <a:gd name="connsiteX629" fmla="*/ 1333952 w 7467600"/>
              <a:gd name="connsiteY629" fmla="*/ 2251620 h 6858000"/>
              <a:gd name="connsiteX630" fmla="*/ 1337329 w 7467600"/>
              <a:gd name="connsiteY630" fmla="*/ 2258350 h 6858000"/>
              <a:gd name="connsiteX631" fmla="*/ 1014726 w 7467600"/>
              <a:gd name="connsiteY631" fmla="*/ 1615556 h 6858000"/>
              <a:gd name="connsiteX632" fmla="*/ 678222 w 7467600"/>
              <a:gd name="connsiteY632" fmla="*/ 1248670 h 6858000"/>
              <a:gd name="connsiteX633" fmla="*/ 6691602 w 7467600"/>
              <a:gd name="connsiteY633" fmla="*/ 1140573 h 6858000"/>
              <a:gd name="connsiteX634" fmla="*/ 6571100 w 7467600"/>
              <a:gd name="connsiteY634" fmla="*/ 1183662 h 6858000"/>
              <a:gd name="connsiteX635" fmla="*/ 6241687 w 7467600"/>
              <a:gd name="connsiteY635" fmla="*/ 1257600 h 6858000"/>
              <a:gd name="connsiteX636" fmla="*/ 5693009 w 7467600"/>
              <a:gd name="connsiteY636" fmla="*/ 1478256 h 6858000"/>
              <a:gd name="connsiteX637" fmla="*/ 6548420 w 7467600"/>
              <a:gd name="connsiteY637" fmla="*/ 1214599 h 6858000"/>
              <a:gd name="connsiteX638" fmla="*/ 6605473 w 7467600"/>
              <a:gd name="connsiteY638" fmla="*/ 1184686 h 6858000"/>
              <a:gd name="connsiteX639" fmla="*/ 6691602 w 7467600"/>
              <a:gd name="connsiteY639" fmla="*/ 1140573 h 6858000"/>
              <a:gd name="connsiteX640" fmla="*/ 4002475 w 7467600"/>
              <a:gd name="connsiteY640" fmla="*/ 1037802 h 6858000"/>
              <a:gd name="connsiteX641" fmla="*/ 4000324 w 7467600"/>
              <a:gd name="connsiteY641" fmla="*/ 1039362 h 6858000"/>
              <a:gd name="connsiteX642" fmla="*/ 4002862 w 7467600"/>
              <a:gd name="connsiteY642" fmla="*/ 1042866 h 6858000"/>
              <a:gd name="connsiteX643" fmla="*/ 4002475 w 7467600"/>
              <a:gd name="connsiteY643" fmla="*/ 1037802 h 6858000"/>
              <a:gd name="connsiteX644" fmla="*/ 506322 w 7467600"/>
              <a:gd name="connsiteY644" fmla="*/ 1020997 h 6858000"/>
              <a:gd name="connsiteX645" fmla="*/ 533068 w 7467600"/>
              <a:gd name="connsiteY645" fmla="*/ 1029409 h 6858000"/>
              <a:gd name="connsiteX646" fmla="*/ 1232525 w 7467600"/>
              <a:gd name="connsiteY646" fmla="*/ 1804675 h 6858000"/>
              <a:gd name="connsiteX647" fmla="*/ 1388858 w 7467600"/>
              <a:gd name="connsiteY647" fmla="*/ 2368011 h 6858000"/>
              <a:gd name="connsiteX648" fmla="*/ 1384098 w 7467600"/>
              <a:gd name="connsiteY648" fmla="*/ 2378125 h 6858000"/>
              <a:gd name="connsiteX649" fmla="*/ 1425393 w 7467600"/>
              <a:gd name="connsiteY649" fmla="*/ 2589124 h 6858000"/>
              <a:gd name="connsiteX650" fmla="*/ 1424001 w 7467600"/>
              <a:gd name="connsiteY650" fmla="*/ 2597541 h 6858000"/>
              <a:gd name="connsiteX651" fmla="*/ 2152729 w 7467600"/>
              <a:gd name="connsiteY651" fmla="*/ 2864487 h 6858000"/>
              <a:gd name="connsiteX652" fmla="*/ 2020609 w 7467600"/>
              <a:gd name="connsiteY652" fmla="*/ 2539671 h 6858000"/>
              <a:gd name="connsiteX653" fmla="*/ 2018920 w 7467600"/>
              <a:gd name="connsiteY653" fmla="*/ 2536309 h 6858000"/>
              <a:gd name="connsiteX654" fmla="*/ 1342441 w 7467600"/>
              <a:gd name="connsiteY654" fmla="*/ 1173017 h 6858000"/>
              <a:gd name="connsiteX655" fmla="*/ 1367925 w 7467600"/>
              <a:gd name="connsiteY655" fmla="*/ 1135648 h 6858000"/>
              <a:gd name="connsiteX656" fmla="*/ 1771401 w 7467600"/>
              <a:gd name="connsiteY656" fmla="*/ 1806673 h 6858000"/>
              <a:gd name="connsiteX657" fmla="*/ 1972385 w 7467600"/>
              <a:gd name="connsiteY657" fmla="*/ 2198735 h 6858000"/>
              <a:gd name="connsiteX658" fmla="*/ 2040892 w 7467600"/>
              <a:gd name="connsiteY658" fmla="*/ 2405205 h 6858000"/>
              <a:gd name="connsiteX659" fmla="*/ 2131689 w 7467600"/>
              <a:gd name="connsiteY659" fmla="*/ 1936926 h 6858000"/>
              <a:gd name="connsiteX660" fmla="*/ 2454820 w 7467600"/>
              <a:gd name="connsiteY660" fmla="*/ 1248808 h 6858000"/>
              <a:gd name="connsiteX661" fmla="*/ 2492512 w 7467600"/>
              <a:gd name="connsiteY661" fmla="*/ 1302920 h 6858000"/>
              <a:gd name="connsiteX662" fmla="*/ 2081216 w 7467600"/>
              <a:gd name="connsiteY662" fmla="*/ 2527513 h 6858000"/>
              <a:gd name="connsiteX663" fmla="*/ 2081211 w 7467600"/>
              <a:gd name="connsiteY663" fmla="*/ 2528916 h 6858000"/>
              <a:gd name="connsiteX664" fmla="*/ 2199067 w 7467600"/>
              <a:gd name="connsiteY664" fmla="*/ 2884061 h 6858000"/>
              <a:gd name="connsiteX665" fmla="*/ 3192586 w 7467600"/>
              <a:gd name="connsiteY665" fmla="*/ 3411496 h 6858000"/>
              <a:gd name="connsiteX666" fmla="*/ 3182620 w 7467600"/>
              <a:gd name="connsiteY666" fmla="*/ 3483279 h 6858000"/>
              <a:gd name="connsiteX667" fmla="*/ 2435119 w 7467600"/>
              <a:gd name="connsiteY667" fmla="*/ 3080173 h 6858000"/>
              <a:gd name="connsiteX668" fmla="*/ 2410152 w 7467600"/>
              <a:gd name="connsiteY668" fmla="*/ 3063751 h 6858000"/>
              <a:gd name="connsiteX669" fmla="*/ 2408099 w 7467600"/>
              <a:gd name="connsiteY669" fmla="*/ 3064403 h 6858000"/>
              <a:gd name="connsiteX670" fmla="*/ 2407218 w 7467600"/>
              <a:gd name="connsiteY670" fmla="*/ 3070324 h 6858000"/>
              <a:gd name="connsiteX671" fmla="*/ 2380138 w 7467600"/>
              <a:gd name="connsiteY671" fmla="*/ 3099341 h 6858000"/>
              <a:gd name="connsiteX672" fmla="*/ 1765923 w 7467600"/>
              <a:gd name="connsiteY672" fmla="*/ 3581043 h 6858000"/>
              <a:gd name="connsiteX673" fmla="*/ 1702258 w 7467600"/>
              <a:gd name="connsiteY673" fmla="*/ 3612286 h 6858000"/>
              <a:gd name="connsiteX674" fmla="*/ 1538370 w 7467600"/>
              <a:gd name="connsiteY674" fmla="*/ 3811804 h 6858000"/>
              <a:gd name="connsiteX675" fmla="*/ 542867 w 7467600"/>
              <a:gd name="connsiteY675" fmla="*/ 4944092 h 6858000"/>
              <a:gd name="connsiteX676" fmla="*/ 515800 w 7467600"/>
              <a:gd name="connsiteY676" fmla="*/ 4862180 h 6858000"/>
              <a:gd name="connsiteX677" fmla="*/ 909145 w 7467600"/>
              <a:gd name="connsiteY677" fmla="*/ 4199225 h 6858000"/>
              <a:gd name="connsiteX678" fmla="*/ 1214067 w 7467600"/>
              <a:gd name="connsiteY678" fmla="*/ 3908561 h 6858000"/>
              <a:gd name="connsiteX679" fmla="*/ 640967 w 7467600"/>
              <a:gd name="connsiteY679" fmla="*/ 4105601 h 6858000"/>
              <a:gd name="connsiteX680" fmla="*/ 112563 w 7467600"/>
              <a:gd name="connsiteY680" fmla="*/ 4396952 h 6858000"/>
              <a:gd name="connsiteX681" fmla="*/ 0 w 7467600"/>
              <a:gd name="connsiteY681" fmla="*/ 4466006 h 6858000"/>
              <a:gd name="connsiteX682" fmla="*/ 0 w 7467600"/>
              <a:gd name="connsiteY682" fmla="*/ 4233763 h 6858000"/>
              <a:gd name="connsiteX683" fmla="*/ 36881 w 7467600"/>
              <a:gd name="connsiteY683" fmla="*/ 4200118 h 6858000"/>
              <a:gd name="connsiteX684" fmla="*/ 910534 w 7467600"/>
              <a:gd name="connsiteY684" fmla="*/ 3629753 h 6858000"/>
              <a:gd name="connsiteX685" fmla="*/ 1578717 w 7467600"/>
              <a:gd name="connsiteY685" fmla="*/ 3575982 h 6858000"/>
              <a:gd name="connsiteX686" fmla="*/ 2338780 w 7467600"/>
              <a:gd name="connsiteY686" fmla="*/ 3033725 h 6858000"/>
              <a:gd name="connsiteX687" fmla="*/ 1807991 w 7467600"/>
              <a:gd name="connsiteY687" fmla="*/ 2807184 h 6858000"/>
              <a:gd name="connsiteX688" fmla="*/ 1416358 w 7467600"/>
              <a:gd name="connsiteY688" fmla="*/ 3112571 h 6858000"/>
              <a:gd name="connsiteX689" fmla="*/ 939066 w 7467600"/>
              <a:gd name="connsiteY689" fmla="*/ 3378798 h 6858000"/>
              <a:gd name="connsiteX690" fmla="*/ 115099 w 7467600"/>
              <a:gd name="connsiteY690" fmla="*/ 3607650 h 6858000"/>
              <a:gd name="connsiteX691" fmla="*/ 97284 w 7467600"/>
              <a:gd name="connsiteY691" fmla="*/ 3520393 h 6858000"/>
              <a:gd name="connsiteX692" fmla="*/ 922050 w 7467600"/>
              <a:gd name="connsiteY692" fmla="*/ 3074867 h 6858000"/>
              <a:gd name="connsiteX693" fmla="*/ 1405265 w 7467600"/>
              <a:gd name="connsiteY693" fmla="*/ 3016319 h 6858000"/>
              <a:gd name="connsiteX694" fmla="*/ 1407512 w 7467600"/>
              <a:gd name="connsiteY694" fmla="*/ 3018001 h 6858000"/>
              <a:gd name="connsiteX695" fmla="*/ 1726266 w 7467600"/>
              <a:gd name="connsiteY695" fmla="*/ 2777274 h 6858000"/>
              <a:gd name="connsiteX696" fmla="*/ 625390 w 7467600"/>
              <a:gd name="connsiteY696" fmla="*/ 2514541 h 6858000"/>
              <a:gd name="connsiteX697" fmla="*/ 619799 w 7467600"/>
              <a:gd name="connsiteY697" fmla="*/ 2527180 h 6858000"/>
              <a:gd name="connsiteX698" fmla="*/ 310030 w 7467600"/>
              <a:gd name="connsiteY698" fmla="*/ 2771818 h 6858000"/>
              <a:gd name="connsiteX699" fmla="*/ 173877 w 7467600"/>
              <a:gd name="connsiteY699" fmla="*/ 2937056 h 6858000"/>
              <a:gd name="connsiteX700" fmla="*/ 77889 w 7467600"/>
              <a:gd name="connsiteY700" fmla="*/ 3138440 h 6858000"/>
              <a:gd name="connsiteX701" fmla="*/ 0 w 7467600"/>
              <a:gd name="connsiteY701" fmla="*/ 3271395 h 6858000"/>
              <a:gd name="connsiteX702" fmla="*/ 0 w 7467600"/>
              <a:gd name="connsiteY702" fmla="*/ 3153002 h 6858000"/>
              <a:gd name="connsiteX703" fmla="*/ 2386 w 7467600"/>
              <a:gd name="connsiteY703" fmla="*/ 3149203 h 6858000"/>
              <a:gd name="connsiteX704" fmla="*/ 89753 w 7467600"/>
              <a:gd name="connsiteY704" fmla="*/ 2987702 h 6858000"/>
              <a:gd name="connsiteX705" fmla="*/ 76869 w 7467600"/>
              <a:gd name="connsiteY705" fmla="*/ 3005404 h 6858000"/>
              <a:gd name="connsiteX706" fmla="*/ 32049 w 7467600"/>
              <a:gd name="connsiteY706" fmla="*/ 3065814 h 6858000"/>
              <a:gd name="connsiteX707" fmla="*/ 0 w 7467600"/>
              <a:gd name="connsiteY707" fmla="*/ 3108744 h 6858000"/>
              <a:gd name="connsiteX708" fmla="*/ 0 w 7467600"/>
              <a:gd name="connsiteY708" fmla="*/ 3058059 h 6858000"/>
              <a:gd name="connsiteX709" fmla="*/ 7610 w 7467600"/>
              <a:gd name="connsiteY709" fmla="*/ 3047889 h 6858000"/>
              <a:gd name="connsiteX710" fmla="*/ 52419 w 7467600"/>
              <a:gd name="connsiteY710" fmla="*/ 2987479 h 6858000"/>
              <a:gd name="connsiteX711" fmla="*/ 59142 w 7467600"/>
              <a:gd name="connsiteY711" fmla="*/ 2978488 h 6858000"/>
              <a:gd name="connsiteX712" fmla="*/ 0 w 7467600"/>
              <a:gd name="connsiteY712" fmla="*/ 3015334 h 6858000"/>
              <a:gd name="connsiteX713" fmla="*/ 0 w 7467600"/>
              <a:gd name="connsiteY713" fmla="*/ 2914286 h 6858000"/>
              <a:gd name="connsiteX714" fmla="*/ 36383 w 7467600"/>
              <a:gd name="connsiteY714" fmla="*/ 2901128 h 6858000"/>
              <a:gd name="connsiteX715" fmla="*/ 156329 w 7467600"/>
              <a:gd name="connsiteY715" fmla="*/ 2840533 h 6858000"/>
              <a:gd name="connsiteX716" fmla="*/ 358355 w 7467600"/>
              <a:gd name="connsiteY716" fmla="*/ 2620471 h 6858000"/>
              <a:gd name="connsiteX717" fmla="*/ 510577 w 7467600"/>
              <a:gd name="connsiteY717" fmla="*/ 2501244 h 6858000"/>
              <a:gd name="connsiteX718" fmla="*/ 211967 w 7467600"/>
              <a:gd name="connsiteY718" fmla="*/ 2479171 h 6858000"/>
              <a:gd name="connsiteX719" fmla="*/ 0 w 7467600"/>
              <a:gd name="connsiteY719" fmla="*/ 2476398 h 6858000"/>
              <a:gd name="connsiteX720" fmla="*/ 0 w 7467600"/>
              <a:gd name="connsiteY720" fmla="*/ 2389189 h 6858000"/>
              <a:gd name="connsiteX721" fmla="*/ 103062 w 7467600"/>
              <a:gd name="connsiteY721" fmla="*/ 2389518 h 6858000"/>
              <a:gd name="connsiteX722" fmla="*/ 510734 w 7467600"/>
              <a:gd name="connsiteY722" fmla="*/ 2416201 h 6858000"/>
              <a:gd name="connsiteX723" fmla="*/ 279257 w 7467600"/>
              <a:gd name="connsiteY723" fmla="*/ 2092102 h 6858000"/>
              <a:gd name="connsiteX724" fmla="*/ 65265 w 7467600"/>
              <a:gd name="connsiteY724" fmla="*/ 2006049 h 6858000"/>
              <a:gd name="connsiteX725" fmla="*/ 0 w 7467600"/>
              <a:gd name="connsiteY725" fmla="*/ 1982532 h 6858000"/>
              <a:gd name="connsiteX726" fmla="*/ 0 w 7467600"/>
              <a:gd name="connsiteY726" fmla="*/ 1912789 h 6858000"/>
              <a:gd name="connsiteX727" fmla="*/ 97460 w 7467600"/>
              <a:gd name="connsiteY727" fmla="*/ 1953725 h 6858000"/>
              <a:gd name="connsiteX728" fmla="*/ 221272 w 7467600"/>
              <a:gd name="connsiteY728" fmla="*/ 1980766 h 6858000"/>
              <a:gd name="connsiteX729" fmla="*/ 116765 w 7467600"/>
              <a:gd name="connsiteY729" fmla="*/ 1911033 h 6858000"/>
              <a:gd name="connsiteX730" fmla="*/ 16405 w 7467600"/>
              <a:gd name="connsiteY730" fmla="*/ 1803412 h 6858000"/>
              <a:gd name="connsiteX731" fmla="*/ 0 w 7467600"/>
              <a:gd name="connsiteY731" fmla="*/ 1784777 h 6858000"/>
              <a:gd name="connsiteX732" fmla="*/ 0 w 7467600"/>
              <a:gd name="connsiteY732" fmla="*/ 1740082 h 6858000"/>
              <a:gd name="connsiteX733" fmla="*/ 39394 w 7467600"/>
              <a:gd name="connsiteY733" fmla="*/ 1784856 h 6858000"/>
              <a:gd name="connsiteX734" fmla="*/ 135813 w 7467600"/>
              <a:gd name="connsiteY734" fmla="*/ 1888838 h 6858000"/>
              <a:gd name="connsiteX735" fmla="*/ 242575 w 7467600"/>
              <a:gd name="connsiteY735" fmla="*/ 1958841 h 6858000"/>
              <a:gd name="connsiteX736" fmla="*/ 82197 w 7467600"/>
              <a:gd name="connsiteY736" fmla="*/ 1754826 h 6858000"/>
              <a:gd name="connsiteX737" fmla="*/ 0 w 7467600"/>
              <a:gd name="connsiteY737" fmla="*/ 1679650 h 6858000"/>
              <a:gd name="connsiteX738" fmla="*/ 0 w 7467600"/>
              <a:gd name="connsiteY738" fmla="*/ 1602463 h 6858000"/>
              <a:gd name="connsiteX739" fmla="*/ 84689 w 7467600"/>
              <a:gd name="connsiteY739" fmla="*/ 1677442 h 6858000"/>
              <a:gd name="connsiteX740" fmla="*/ 298437 w 7467600"/>
              <a:gd name="connsiteY740" fmla="*/ 1968019 h 6858000"/>
              <a:gd name="connsiteX741" fmla="*/ 227269 w 7467600"/>
              <a:gd name="connsiteY741" fmla="*/ 1114064 h 6858000"/>
              <a:gd name="connsiteX742" fmla="*/ 248003 w 7467600"/>
              <a:gd name="connsiteY742" fmla="*/ 1089613 h 6858000"/>
              <a:gd name="connsiteX743" fmla="*/ 427020 w 7467600"/>
              <a:gd name="connsiteY743" fmla="*/ 1619803 h 6858000"/>
              <a:gd name="connsiteX744" fmla="*/ 340345 w 7467600"/>
              <a:gd name="connsiteY744" fmla="*/ 2027739 h 6858000"/>
              <a:gd name="connsiteX745" fmla="*/ 360865 w 7467600"/>
              <a:gd name="connsiteY745" fmla="*/ 2044827 h 6858000"/>
              <a:gd name="connsiteX746" fmla="*/ 560414 w 7467600"/>
              <a:gd name="connsiteY746" fmla="*/ 2421457 h 6858000"/>
              <a:gd name="connsiteX747" fmla="*/ 1359703 w 7467600"/>
              <a:gd name="connsiteY747" fmla="*/ 2578554 h 6858000"/>
              <a:gd name="connsiteX748" fmla="*/ 1359422 w 7467600"/>
              <a:gd name="connsiteY748" fmla="*/ 2577994 h 6858000"/>
              <a:gd name="connsiteX749" fmla="*/ 828701 w 7467600"/>
              <a:gd name="connsiteY749" fmla="*/ 1839520 h 6858000"/>
              <a:gd name="connsiteX750" fmla="*/ 494427 w 7467600"/>
              <a:gd name="connsiteY750" fmla="*/ 1092333 h 6858000"/>
              <a:gd name="connsiteX751" fmla="*/ 506322 w 7467600"/>
              <a:gd name="connsiteY751" fmla="*/ 1020997 h 6858000"/>
              <a:gd name="connsiteX752" fmla="*/ 4570198 w 7467600"/>
              <a:gd name="connsiteY752" fmla="*/ 978081 h 6858000"/>
              <a:gd name="connsiteX753" fmla="*/ 4523691 w 7467600"/>
              <a:gd name="connsiteY753" fmla="*/ 1127776 h 6858000"/>
              <a:gd name="connsiteX754" fmla="*/ 4509875 w 7467600"/>
              <a:gd name="connsiteY754" fmla="*/ 1167552 h 6858000"/>
              <a:gd name="connsiteX755" fmla="*/ 4478168 w 7467600"/>
              <a:gd name="connsiteY755" fmla="*/ 1260735 h 6858000"/>
              <a:gd name="connsiteX756" fmla="*/ 4409309 w 7467600"/>
              <a:gd name="connsiteY756" fmla="*/ 1666996 h 6858000"/>
              <a:gd name="connsiteX757" fmla="*/ 4370031 w 7467600"/>
              <a:gd name="connsiteY757" fmla="*/ 1955666 h 6858000"/>
              <a:gd name="connsiteX758" fmla="*/ 4570198 w 7467600"/>
              <a:gd name="connsiteY758" fmla="*/ 978081 h 6858000"/>
              <a:gd name="connsiteX759" fmla="*/ 4557898 w 7467600"/>
              <a:gd name="connsiteY759" fmla="*/ 900011 h 6858000"/>
              <a:gd name="connsiteX760" fmla="*/ 4344840 w 7467600"/>
              <a:gd name="connsiteY760" fmla="*/ 1922038 h 6858000"/>
              <a:gd name="connsiteX761" fmla="*/ 4378710 w 7467600"/>
              <a:gd name="connsiteY761" fmla="*/ 1665516 h 6858000"/>
              <a:gd name="connsiteX762" fmla="*/ 4448798 w 7467600"/>
              <a:gd name="connsiteY762" fmla="*/ 1253024 h 6858000"/>
              <a:gd name="connsiteX763" fmla="*/ 4480315 w 7467600"/>
              <a:gd name="connsiteY763" fmla="*/ 1158454 h 6858000"/>
              <a:gd name="connsiteX764" fmla="*/ 4494133 w 7467600"/>
              <a:gd name="connsiteY764" fmla="*/ 1118676 h 6858000"/>
              <a:gd name="connsiteX765" fmla="*/ 4557898 w 7467600"/>
              <a:gd name="connsiteY765" fmla="*/ 900011 h 6858000"/>
              <a:gd name="connsiteX766" fmla="*/ 5870151 w 7467600"/>
              <a:gd name="connsiteY766" fmla="*/ 898890 h 6858000"/>
              <a:gd name="connsiteX767" fmla="*/ 5861335 w 7467600"/>
              <a:gd name="connsiteY767" fmla="*/ 899177 h 6858000"/>
              <a:gd name="connsiteX768" fmla="*/ 5843702 w 7467600"/>
              <a:gd name="connsiteY768" fmla="*/ 899748 h 6858000"/>
              <a:gd name="connsiteX769" fmla="*/ 5651107 w 7467600"/>
              <a:gd name="connsiteY769" fmla="*/ 920306 h 6858000"/>
              <a:gd name="connsiteX770" fmla="*/ 5459407 w 7467600"/>
              <a:gd name="connsiteY770" fmla="*/ 940975 h 6858000"/>
              <a:gd name="connsiteX771" fmla="*/ 5374846 w 7467600"/>
              <a:gd name="connsiteY771" fmla="*/ 941988 h 6858000"/>
              <a:gd name="connsiteX772" fmla="*/ 5256105 w 7467600"/>
              <a:gd name="connsiteY772" fmla="*/ 945632 h 6858000"/>
              <a:gd name="connsiteX773" fmla="*/ 5107071 w 7467600"/>
              <a:gd name="connsiteY773" fmla="*/ 969720 h 6858000"/>
              <a:gd name="connsiteX774" fmla="*/ 4998681 w 7467600"/>
              <a:gd name="connsiteY774" fmla="*/ 988771 h 6858000"/>
              <a:gd name="connsiteX775" fmla="*/ 5870151 w 7467600"/>
              <a:gd name="connsiteY775" fmla="*/ 898890 h 6858000"/>
              <a:gd name="connsiteX776" fmla="*/ 5504425 w 7467600"/>
              <a:gd name="connsiteY776" fmla="*/ 848067 h 6858000"/>
              <a:gd name="connsiteX777" fmla="*/ 4968849 w 7467600"/>
              <a:gd name="connsiteY777" fmla="*/ 962318 h 6858000"/>
              <a:gd name="connsiteX778" fmla="*/ 5104039 w 7467600"/>
              <a:gd name="connsiteY778" fmla="*/ 940634 h 6858000"/>
              <a:gd name="connsiteX779" fmla="*/ 5256311 w 7467600"/>
              <a:gd name="connsiteY779" fmla="*/ 916490 h 6858000"/>
              <a:gd name="connsiteX780" fmla="*/ 5377381 w 7467600"/>
              <a:gd name="connsiteY780" fmla="*/ 912671 h 6858000"/>
              <a:gd name="connsiteX781" fmla="*/ 5460148 w 7467600"/>
              <a:gd name="connsiteY781" fmla="*/ 911442 h 6858000"/>
              <a:gd name="connsiteX782" fmla="*/ 5648971 w 7467600"/>
              <a:gd name="connsiteY782" fmla="*/ 891331 h 6858000"/>
              <a:gd name="connsiteX783" fmla="*/ 5844807 w 7467600"/>
              <a:gd name="connsiteY783" fmla="*/ 870718 h 6858000"/>
              <a:gd name="connsiteX784" fmla="*/ 5862975 w 7467600"/>
              <a:gd name="connsiteY784" fmla="*/ 869756 h 6858000"/>
              <a:gd name="connsiteX785" fmla="*/ 5920887 w 7467600"/>
              <a:gd name="connsiteY785" fmla="*/ 865929 h 6858000"/>
              <a:gd name="connsiteX786" fmla="*/ 5504425 w 7467600"/>
              <a:gd name="connsiteY786" fmla="*/ 848067 h 6858000"/>
              <a:gd name="connsiteX787" fmla="*/ 3607114 w 7467600"/>
              <a:gd name="connsiteY787" fmla="*/ 467441 h 6858000"/>
              <a:gd name="connsiteX788" fmla="*/ 3296242 w 7467600"/>
              <a:gd name="connsiteY788" fmla="*/ 807991 h 6858000"/>
              <a:gd name="connsiteX789" fmla="*/ 3174674 w 7467600"/>
              <a:gd name="connsiteY789" fmla="*/ 919759 h 6858000"/>
              <a:gd name="connsiteX790" fmla="*/ 3042978 w 7467600"/>
              <a:gd name="connsiteY790" fmla="*/ 1054894 h 6858000"/>
              <a:gd name="connsiteX791" fmla="*/ 2968914 w 7467600"/>
              <a:gd name="connsiteY791" fmla="*/ 1133756 h 6858000"/>
              <a:gd name="connsiteX792" fmla="*/ 3103823 w 7467600"/>
              <a:gd name="connsiteY792" fmla="*/ 1026814 h 6858000"/>
              <a:gd name="connsiteX793" fmla="*/ 3607114 w 7467600"/>
              <a:gd name="connsiteY793" fmla="*/ 467441 h 6858000"/>
              <a:gd name="connsiteX794" fmla="*/ 3744487 w 7467600"/>
              <a:gd name="connsiteY794" fmla="*/ 383136 h 6858000"/>
              <a:gd name="connsiteX795" fmla="*/ 3970213 w 7467600"/>
              <a:gd name="connsiteY795" fmla="*/ 995559 h 6858000"/>
              <a:gd name="connsiteX796" fmla="*/ 3744487 w 7467600"/>
              <a:gd name="connsiteY796" fmla="*/ 383136 h 6858000"/>
              <a:gd name="connsiteX797" fmla="*/ 3624562 w 7467600"/>
              <a:gd name="connsiteY797" fmla="*/ 367041 h 6858000"/>
              <a:gd name="connsiteX798" fmla="*/ 3489712 w 7467600"/>
              <a:gd name="connsiteY798" fmla="*/ 485386 h 6858000"/>
              <a:gd name="connsiteX799" fmla="*/ 3182994 w 7467600"/>
              <a:gd name="connsiteY799" fmla="*/ 828265 h 6858000"/>
              <a:gd name="connsiteX800" fmla="*/ 2892114 w 7467600"/>
              <a:gd name="connsiteY800" fmla="*/ 1172635 h 6858000"/>
              <a:gd name="connsiteX801" fmla="*/ 3021459 w 7467600"/>
              <a:gd name="connsiteY801" fmla="*/ 1035385 h 6858000"/>
              <a:gd name="connsiteX802" fmla="*/ 3153873 w 7467600"/>
              <a:gd name="connsiteY802" fmla="*/ 898971 h 6858000"/>
              <a:gd name="connsiteX803" fmla="*/ 3276511 w 7467600"/>
              <a:gd name="connsiteY803" fmla="*/ 786423 h 6858000"/>
              <a:gd name="connsiteX804" fmla="*/ 3584154 w 7467600"/>
              <a:gd name="connsiteY804" fmla="*/ 448218 h 6858000"/>
              <a:gd name="connsiteX805" fmla="*/ 3624562 w 7467600"/>
              <a:gd name="connsiteY805" fmla="*/ 367041 h 6858000"/>
              <a:gd name="connsiteX806" fmla="*/ 3766672 w 7467600"/>
              <a:gd name="connsiteY806" fmla="*/ 359429 h 6858000"/>
              <a:gd name="connsiteX807" fmla="*/ 3996338 w 7467600"/>
              <a:gd name="connsiteY807" fmla="*/ 968237 h 6858000"/>
              <a:gd name="connsiteX808" fmla="*/ 3766672 w 7467600"/>
              <a:gd name="connsiteY808" fmla="*/ 359429 h 6858000"/>
              <a:gd name="connsiteX809" fmla="*/ 5805386 w 7467600"/>
              <a:gd name="connsiteY809" fmla="*/ 239240 h 6858000"/>
              <a:gd name="connsiteX810" fmla="*/ 5736947 w 7467600"/>
              <a:gd name="connsiteY810" fmla="*/ 261367 h 6858000"/>
              <a:gd name="connsiteX811" fmla="*/ 5427012 w 7467600"/>
              <a:gd name="connsiteY811" fmla="*/ 311272 h 6858000"/>
              <a:gd name="connsiteX812" fmla="*/ 5147818 w 7467600"/>
              <a:gd name="connsiteY812" fmla="*/ 322112 h 6858000"/>
              <a:gd name="connsiteX813" fmla="*/ 5060854 w 7467600"/>
              <a:gd name="connsiteY813" fmla="*/ 311882 h 6858000"/>
              <a:gd name="connsiteX814" fmla="*/ 4945989 w 7467600"/>
              <a:gd name="connsiteY814" fmla="*/ 300516 h 6858000"/>
              <a:gd name="connsiteX815" fmla="*/ 5410479 w 7467600"/>
              <a:gd name="connsiteY815" fmla="*/ 348434 h 6858000"/>
              <a:gd name="connsiteX816" fmla="*/ 5805386 w 7467600"/>
              <a:gd name="connsiteY816" fmla="*/ 239240 h 6858000"/>
              <a:gd name="connsiteX817" fmla="*/ 5905192 w 7467600"/>
              <a:gd name="connsiteY817" fmla="*/ 163079 h 6858000"/>
              <a:gd name="connsiteX818" fmla="*/ 5865655 w 7467600"/>
              <a:gd name="connsiteY818" fmla="*/ 171901 h 6858000"/>
              <a:gd name="connsiteX819" fmla="*/ 5259740 w 7467600"/>
              <a:gd name="connsiteY819" fmla="*/ 257013 h 6858000"/>
              <a:gd name="connsiteX820" fmla="*/ 5208466 w 7467600"/>
              <a:gd name="connsiteY820" fmla="*/ 257550 h 6858000"/>
              <a:gd name="connsiteX821" fmla="*/ 4980204 w 7467600"/>
              <a:gd name="connsiteY821" fmla="*/ 271903 h 6858000"/>
              <a:gd name="connsiteX822" fmla="*/ 5068068 w 7467600"/>
              <a:gd name="connsiteY822" fmla="*/ 282244 h 6858000"/>
              <a:gd name="connsiteX823" fmla="*/ 5153231 w 7467600"/>
              <a:gd name="connsiteY823" fmla="*/ 292240 h 6858000"/>
              <a:gd name="connsiteX824" fmla="*/ 5426491 w 7467600"/>
              <a:gd name="connsiteY824" fmla="*/ 281128 h 6858000"/>
              <a:gd name="connsiteX825" fmla="*/ 5731212 w 7467600"/>
              <a:gd name="connsiteY825" fmla="*/ 231951 h 6858000"/>
              <a:gd name="connsiteX826" fmla="*/ 5905192 w 7467600"/>
              <a:gd name="connsiteY826" fmla="*/ 163079 h 6858000"/>
              <a:gd name="connsiteX827" fmla="*/ 5944437 w 7467600"/>
              <a:gd name="connsiteY827" fmla="*/ 113829 h 6858000"/>
              <a:gd name="connsiteX828" fmla="*/ 5825032 w 7467600"/>
              <a:gd name="connsiteY828" fmla="*/ 146405 h 6858000"/>
              <a:gd name="connsiteX829" fmla="*/ 4955599 w 7467600"/>
              <a:gd name="connsiteY829" fmla="*/ 247008 h 6858000"/>
              <a:gd name="connsiteX830" fmla="*/ 5210104 w 7467600"/>
              <a:gd name="connsiteY830" fmla="*/ 228123 h 6858000"/>
              <a:gd name="connsiteX831" fmla="*/ 5261015 w 7467600"/>
              <a:gd name="connsiteY831" fmla="*/ 227087 h 6858000"/>
              <a:gd name="connsiteX832" fmla="*/ 5861181 w 7467600"/>
              <a:gd name="connsiteY832" fmla="*/ 143093 h 6858000"/>
              <a:gd name="connsiteX833" fmla="*/ 5961252 w 7467600"/>
              <a:gd name="connsiteY833" fmla="*/ 114820 h 6858000"/>
              <a:gd name="connsiteX834" fmla="*/ 5944437 w 7467600"/>
              <a:gd name="connsiteY834" fmla="*/ 113829 h 6858000"/>
              <a:gd name="connsiteX835" fmla="*/ 3882765 w 7467600"/>
              <a:gd name="connsiteY835" fmla="*/ 0 h 6858000"/>
              <a:gd name="connsiteX836" fmla="*/ 3995099 w 7467600"/>
              <a:gd name="connsiteY836" fmla="*/ 0 h 6858000"/>
              <a:gd name="connsiteX837" fmla="*/ 4163818 w 7467600"/>
              <a:gd name="connsiteY837" fmla="*/ 234104 h 6858000"/>
              <a:gd name="connsiteX838" fmla="*/ 4172099 w 7467600"/>
              <a:gd name="connsiteY838" fmla="*/ 234207 h 6858000"/>
              <a:gd name="connsiteX839" fmla="*/ 4784282 w 7467600"/>
              <a:gd name="connsiteY839" fmla="*/ 276561 h 6858000"/>
              <a:gd name="connsiteX840" fmla="*/ 4801687 w 7467600"/>
              <a:gd name="connsiteY840" fmla="*/ 267764 h 6858000"/>
              <a:gd name="connsiteX841" fmla="*/ 6082788 w 7467600"/>
              <a:gd name="connsiteY841" fmla="*/ 64119 h 6858000"/>
              <a:gd name="connsiteX842" fmla="*/ 6099442 w 7467600"/>
              <a:gd name="connsiteY842" fmla="*/ 82568 h 6858000"/>
              <a:gd name="connsiteX843" fmla="*/ 4804137 w 7467600"/>
              <a:gd name="connsiteY843" fmla="*/ 320931 h 6858000"/>
              <a:gd name="connsiteX844" fmla="*/ 4227047 w 7467600"/>
              <a:gd name="connsiteY844" fmla="*/ 313415 h 6858000"/>
              <a:gd name="connsiteX845" fmla="*/ 4346041 w 7467600"/>
              <a:gd name="connsiteY845" fmla="*/ 456086 h 6858000"/>
              <a:gd name="connsiteX846" fmla="*/ 4870967 w 7467600"/>
              <a:gd name="connsiteY846" fmla="*/ 963061 h 6858000"/>
              <a:gd name="connsiteX847" fmla="*/ 4889647 w 7467600"/>
              <a:gd name="connsiteY847" fmla="*/ 957147 h 6858000"/>
              <a:gd name="connsiteX848" fmla="*/ 5422504 w 7467600"/>
              <a:gd name="connsiteY848" fmla="*/ 805191 h 6858000"/>
              <a:gd name="connsiteX849" fmla="*/ 6087656 w 7467600"/>
              <a:gd name="connsiteY849" fmla="*/ 826703 h 6858000"/>
              <a:gd name="connsiteX850" fmla="*/ 6058717 w 7467600"/>
              <a:gd name="connsiteY850" fmla="*/ 865992 h 6858000"/>
              <a:gd name="connsiteX851" fmla="*/ 4974153 w 7467600"/>
              <a:gd name="connsiteY851" fmla="*/ 1045456 h 6858000"/>
              <a:gd name="connsiteX852" fmla="*/ 5627835 w 7467600"/>
              <a:gd name="connsiteY852" fmla="*/ 1472077 h 6858000"/>
              <a:gd name="connsiteX853" fmla="*/ 5629817 w 7467600"/>
              <a:gd name="connsiteY853" fmla="*/ 1471412 h 6858000"/>
              <a:gd name="connsiteX854" fmla="*/ 5634124 w 7467600"/>
              <a:gd name="connsiteY854" fmla="*/ 1470572 h 6858000"/>
              <a:gd name="connsiteX855" fmla="*/ 5755832 w 7467600"/>
              <a:gd name="connsiteY855" fmla="*/ 1383886 h 6858000"/>
              <a:gd name="connsiteX856" fmla="*/ 6014186 w 7467600"/>
              <a:gd name="connsiteY856" fmla="*/ 1279799 h 6858000"/>
              <a:gd name="connsiteX857" fmla="*/ 6901619 w 7467600"/>
              <a:gd name="connsiteY857" fmla="*/ 1047874 h 6858000"/>
              <a:gd name="connsiteX858" fmla="*/ 6931566 w 7467600"/>
              <a:gd name="connsiteY858" fmla="*/ 1062034 h 6858000"/>
              <a:gd name="connsiteX859" fmla="*/ 5790982 w 7467600"/>
              <a:gd name="connsiteY859" fmla="*/ 1561380 h 6858000"/>
              <a:gd name="connsiteX860" fmla="*/ 6188971 w 7467600"/>
              <a:gd name="connsiteY860" fmla="*/ 1755168 h 6858000"/>
              <a:gd name="connsiteX861" fmla="*/ 6202446 w 7467600"/>
              <a:gd name="connsiteY861" fmla="*/ 1752268 h 6858000"/>
              <a:gd name="connsiteX862" fmla="*/ 7179560 w 7467600"/>
              <a:gd name="connsiteY862" fmla="*/ 1467551 h 6858000"/>
              <a:gd name="connsiteX863" fmla="*/ 7158730 w 7467600"/>
              <a:gd name="connsiteY863" fmla="*/ 1507835 h 6858000"/>
              <a:gd name="connsiteX864" fmla="*/ 6326959 w 7467600"/>
              <a:gd name="connsiteY864" fmla="*/ 1817686 h 6858000"/>
              <a:gd name="connsiteX865" fmla="*/ 6537433 w 7467600"/>
              <a:gd name="connsiteY865" fmla="*/ 1907790 h 6858000"/>
              <a:gd name="connsiteX866" fmla="*/ 6550221 w 7467600"/>
              <a:gd name="connsiteY866" fmla="*/ 1910729 h 6858000"/>
              <a:gd name="connsiteX867" fmla="*/ 6964438 w 7467600"/>
              <a:gd name="connsiteY867" fmla="*/ 2209505 h 6858000"/>
              <a:gd name="connsiteX868" fmla="*/ 7367862 w 7467600"/>
              <a:gd name="connsiteY868" fmla="*/ 2806833 h 6858000"/>
              <a:gd name="connsiteX869" fmla="*/ 7364329 w 7467600"/>
              <a:gd name="connsiteY869" fmla="*/ 2826907 h 6858000"/>
              <a:gd name="connsiteX870" fmla="*/ 7290545 w 7467600"/>
              <a:gd name="connsiteY870" fmla="*/ 2850663 h 6858000"/>
              <a:gd name="connsiteX871" fmla="*/ 6472036 w 7467600"/>
              <a:gd name="connsiteY871" fmla="*/ 1959003 h 6858000"/>
              <a:gd name="connsiteX872" fmla="*/ 5792897 w 7467600"/>
              <a:gd name="connsiteY872" fmla="*/ 1647747 h 6858000"/>
              <a:gd name="connsiteX873" fmla="*/ 5842751 w 7467600"/>
              <a:gd name="connsiteY873" fmla="*/ 1816112 h 6858000"/>
              <a:gd name="connsiteX874" fmla="*/ 5847424 w 7467600"/>
              <a:gd name="connsiteY874" fmla="*/ 1815776 h 6858000"/>
              <a:gd name="connsiteX875" fmla="*/ 6399821 w 7467600"/>
              <a:gd name="connsiteY875" fmla="*/ 2344799 h 6858000"/>
              <a:gd name="connsiteX876" fmla="*/ 6323232 w 7467600"/>
              <a:gd name="connsiteY876" fmla="*/ 2389634 h 6858000"/>
              <a:gd name="connsiteX877" fmla="*/ 5942958 w 7467600"/>
              <a:gd name="connsiteY877" fmla="*/ 2077708 h 6858000"/>
              <a:gd name="connsiteX878" fmla="*/ 5921559 w 7467600"/>
              <a:gd name="connsiteY878" fmla="*/ 2378596 h 6858000"/>
              <a:gd name="connsiteX879" fmla="*/ 5817651 w 7467600"/>
              <a:gd name="connsiteY879" fmla="*/ 3023919 h 6858000"/>
              <a:gd name="connsiteX880" fmla="*/ 5729634 w 7467600"/>
              <a:gd name="connsiteY880" fmla="*/ 3051849 h 6858000"/>
              <a:gd name="connsiteX881" fmla="*/ 5611018 w 7467600"/>
              <a:gd name="connsiteY881" fmla="*/ 2316769 h 6858000"/>
              <a:gd name="connsiteX882" fmla="*/ 5687608 w 7467600"/>
              <a:gd name="connsiteY882" fmla="*/ 2039972 h 6858000"/>
              <a:gd name="connsiteX883" fmla="*/ 5657554 w 7467600"/>
              <a:gd name="connsiteY883" fmla="*/ 1576445 h 6858000"/>
              <a:gd name="connsiteX884" fmla="*/ 5150475 w 7467600"/>
              <a:gd name="connsiteY884" fmla="*/ 1274012 h 6858000"/>
              <a:gd name="connsiteX885" fmla="*/ 5349142 w 7467600"/>
              <a:gd name="connsiteY885" fmla="*/ 2204405 h 6858000"/>
              <a:gd name="connsiteX886" fmla="*/ 5262214 w 7467600"/>
              <a:gd name="connsiteY886" fmla="*/ 2233836 h 6858000"/>
              <a:gd name="connsiteX887" fmla="*/ 4981539 w 7467600"/>
              <a:gd name="connsiteY887" fmla="*/ 1542201 h 6858000"/>
              <a:gd name="connsiteX888" fmla="*/ 4958461 w 7467600"/>
              <a:gd name="connsiteY888" fmla="*/ 1136957 h 6858000"/>
              <a:gd name="connsiteX889" fmla="*/ 4655015 w 7467600"/>
              <a:gd name="connsiteY889" fmla="*/ 891426 h 6858000"/>
              <a:gd name="connsiteX890" fmla="*/ 4348002 w 7467600"/>
              <a:gd name="connsiteY890" fmla="*/ 2205895 h 6858000"/>
              <a:gd name="connsiteX891" fmla="*/ 4262250 w 7467600"/>
              <a:gd name="connsiteY891" fmla="*/ 2219972 h 6858000"/>
              <a:gd name="connsiteX892" fmla="*/ 4550611 w 7467600"/>
              <a:gd name="connsiteY892" fmla="*/ 817540 h 6858000"/>
              <a:gd name="connsiteX893" fmla="*/ 4564418 w 7467600"/>
              <a:gd name="connsiteY893" fmla="*/ 808293 h 6858000"/>
              <a:gd name="connsiteX894" fmla="*/ 4266388 w 7467600"/>
              <a:gd name="connsiteY894" fmla="*/ 500083 h 6858000"/>
              <a:gd name="connsiteX895" fmla="*/ 4032842 w 7467600"/>
              <a:gd name="connsiteY895" fmla="*/ 211809 h 6858000"/>
              <a:gd name="connsiteX896" fmla="*/ 3882765 w 7467600"/>
              <a:gd name="connsiteY896" fmla="*/ 0 h 6858000"/>
              <a:gd name="connsiteX897" fmla="*/ 3721337 w 7467600"/>
              <a:gd name="connsiteY897" fmla="*/ 0 h 6858000"/>
              <a:gd name="connsiteX898" fmla="*/ 3797544 w 7467600"/>
              <a:gd name="connsiteY898" fmla="*/ 0 h 6858000"/>
              <a:gd name="connsiteX899" fmla="*/ 3775734 w 7467600"/>
              <a:gd name="connsiteY899" fmla="*/ 95131 h 6858000"/>
              <a:gd name="connsiteX900" fmla="*/ 3724807 w 7467600"/>
              <a:gd name="connsiteY900" fmla="*/ 272257 h 6858000"/>
              <a:gd name="connsiteX901" fmla="*/ 3726844 w 7467600"/>
              <a:gd name="connsiteY901" fmla="*/ 282988 h 6858000"/>
              <a:gd name="connsiteX902" fmla="*/ 3742664 w 7467600"/>
              <a:gd name="connsiteY902" fmla="*/ 279918 h 6858000"/>
              <a:gd name="connsiteX903" fmla="*/ 4103910 w 7467600"/>
              <a:gd name="connsiteY903" fmla="*/ 1161917 h 6858000"/>
              <a:gd name="connsiteX904" fmla="*/ 4020269 w 7467600"/>
              <a:gd name="connsiteY904" fmla="*/ 1200406 h 6858000"/>
              <a:gd name="connsiteX905" fmla="*/ 3674882 w 7467600"/>
              <a:gd name="connsiteY905" fmla="*/ 488524 h 6858000"/>
              <a:gd name="connsiteX906" fmla="*/ 3132682 w 7467600"/>
              <a:gd name="connsiteY906" fmla="*/ 1072284 h 6858000"/>
              <a:gd name="connsiteX907" fmla="*/ 2716346 w 7467600"/>
              <a:gd name="connsiteY907" fmla="*/ 1276376 h 6858000"/>
              <a:gd name="connsiteX908" fmla="*/ 2716772 w 7467600"/>
              <a:gd name="connsiteY908" fmla="*/ 1255462 h 6858000"/>
              <a:gd name="connsiteX909" fmla="*/ 3471096 w 7467600"/>
              <a:gd name="connsiteY909" fmla="*/ 437072 h 6858000"/>
              <a:gd name="connsiteX910" fmla="*/ 3639057 w 7467600"/>
              <a:gd name="connsiteY910" fmla="*/ 286334 h 6858000"/>
              <a:gd name="connsiteX911" fmla="*/ 3640309 w 7467600"/>
              <a:gd name="connsiteY911" fmla="*/ 284664 h 6858000"/>
              <a:gd name="connsiteX912" fmla="*/ 3646022 w 7467600"/>
              <a:gd name="connsiteY912" fmla="*/ 276711 h 6858000"/>
              <a:gd name="connsiteX913" fmla="*/ 3707943 w 7467600"/>
              <a:gd name="connsiteY913" fmla="*/ 65958 h 6858000"/>
              <a:gd name="connsiteX914" fmla="*/ 3721337 w 7467600"/>
              <a:gd name="connsiteY914" fmla="*/ 0 h 6858000"/>
              <a:gd name="connsiteX915" fmla="*/ 2867960 w 7467600"/>
              <a:gd name="connsiteY915" fmla="*/ 0 h 6858000"/>
              <a:gd name="connsiteX916" fmla="*/ 2926351 w 7467600"/>
              <a:gd name="connsiteY916" fmla="*/ 0 h 6858000"/>
              <a:gd name="connsiteX917" fmla="*/ 2902823 w 7467600"/>
              <a:gd name="connsiteY917" fmla="*/ 262929 h 6858000"/>
              <a:gd name="connsiteX918" fmla="*/ 2940663 w 7467600"/>
              <a:gd name="connsiteY918" fmla="*/ 140884 h 6858000"/>
              <a:gd name="connsiteX919" fmla="*/ 2947039 w 7467600"/>
              <a:gd name="connsiteY919" fmla="*/ 122524 h 6858000"/>
              <a:gd name="connsiteX920" fmla="*/ 2984316 w 7467600"/>
              <a:gd name="connsiteY920" fmla="*/ 0 h 6858000"/>
              <a:gd name="connsiteX921" fmla="*/ 3016114 w 7467600"/>
              <a:gd name="connsiteY921" fmla="*/ 0 h 6858000"/>
              <a:gd name="connsiteX922" fmla="*/ 2979949 w 7467600"/>
              <a:gd name="connsiteY922" fmla="*/ 119274 h 6858000"/>
              <a:gd name="connsiteX923" fmla="*/ 3023879 w 7467600"/>
              <a:gd name="connsiteY923" fmla="*/ 0 h 6858000"/>
              <a:gd name="connsiteX924" fmla="*/ 3105400 w 7467600"/>
              <a:gd name="connsiteY924" fmla="*/ 0 h 6858000"/>
              <a:gd name="connsiteX925" fmla="*/ 3094669 w 7467600"/>
              <a:gd name="connsiteY925" fmla="*/ 30308 h 6858000"/>
              <a:gd name="connsiteX926" fmla="*/ 2901945 w 7467600"/>
              <a:gd name="connsiteY926" fmla="*/ 466538 h 6858000"/>
              <a:gd name="connsiteX927" fmla="*/ 2815209 w 7467600"/>
              <a:gd name="connsiteY927" fmla="*/ 497361 h 6858000"/>
              <a:gd name="connsiteX928" fmla="*/ 2844845 w 7467600"/>
              <a:gd name="connsiteY928" fmla="*/ 127638 h 6858000"/>
              <a:gd name="connsiteX929" fmla="*/ 2867960 w 7467600"/>
              <a:gd name="connsiteY929" fmla="*/ 0 h 6858000"/>
              <a:gd name="connsiteX930" fmla="*/ 1057230 w 7467600"/>
              <a:gd name="connsiteY930" fmla="*/ 0 h 6858000"/>
              <a:gd name="connsiteX931" fmla="*/ 1111003 w 7467600"/>
              <a:gd name="connsiteY931" fmla="*/ 0 h 6858000"/>
              <a:gd name="connsiteX932" fmla="*/ 1125553 w 7467600"/>
              <a:gd name="connsiteY932" fmla="*/ 52588 h 6858000"/>
              <a:gd name="connsiteX933" fmla="*/ 1304276 w 7467600"/>
              <a:gd name="connsiteY933" fmla="*/ 476275 h 6858000"/>
              <a:gd name="connsiteX934" fmla="*/ 1492066 w 7467600"/>
              <a:gd name="connsiteY934" fmla="*/ 886333 h 6858000"/>
              <a:gd name="connsiteX935" fmla="*/ 1423698 w 7467600"/>
              <a:gd name="connsiteY935" fmla="*/ 710817 h 6858000"/>
              <a:gd name="connsiteX936" fmla="*/ 1357609 w 7467600"/>
              <a:gd name="connsiteY936" fmla="*/ 532892 h 6858000"/>
              <a:gd name="connsiteX937" fmla="*/ 1309550 w 7467600"/>
              <a:gd name="connsiteY937" fmla="*/ 374031 h 6858000"/>
              <a:gd name="connsiteX938" fmla="*/ 1193673 w 7467600"/>
              <a:gd name="connsiteY938" fmla="*/ 49533 h 6858000"/>
              <a:gd name="connsiteX939" fmla="*/ 1164391 w 7467600"/>
              <a:gd name="connsiteY939" fmla="*/ 0 h 6858000"/>
              <a:gd name="connsiteX940" fmla="*/ 1200666 w 7467600"/>
              <a:gd name="connsiteY940" fmla="*/ 0 h 6858000"/>
              <a:gd name="connsiteX941" fmla="*/ 1223408 w 7467600"/>
              <a:gd name="connsiteY941" fmla="*/ 38996 h 6858000"/>
              <a:gd name="connsiteX942" fmla="*/ 1339635 w 7467600"/>
              <a:gd name="connsiteY942" fmla="*/ 365517 h 6858000"/>
              <a:gd name="connsiteX943" fmla="*/ 1387469 w 7467600"/>
              <a:gd name="connsiteY943" fmla="*/ 523079 h 6858000"/>
              <a:gd name="connsiteX944" fmla="*/ 1452685 w 7467600"/>
              <a:gd name="connsiteY944" fmla="*/ 699806 h 6858000"/>
              <a:gd name="connsiteX945" fmla="*/ 1492092 w 7467600"/>
              <a:gd name="connsiteY945" fmla="*/ 800424 h 6858000"/>
              <a:gd name="connsiteX946" fmla="*/ 1455302 w 7467600"/>
              <a:gd name="connsiteY946" fmla="*/ 632913 h 6858000"/>
              <a:gd name="connsiteX947" fmla="*/ 1222336 w 7467600"/>
              <a:gd name="connsiteY947" fmla="*/ 9480 h 6858000"/>
              <a:gd name="connsiteX948" fmla="*/ 1214634 w 7467600"/>
              <a:gd name="connsiteY948" fmla="*/ 0 h 6858000"/>
              <a:gd name="connsiteX949" fmla="*/ 1289827 w 7467600"/>
              <a:gd name="connsiteY949" fmla="*/ 0 h 6858000"/>
              <a:gd name="connsiteX950" fmla="*/ 1321076 w 7467600"/>
              <a:gd name="connsiteY950" fmla="*/ 59722 h 6858000"/>
              <a:gd name="connsiteX951" fmla="*/ 1512579 w 7467600"/>
              <a:gd name="connsiteY951" fmla="*/ 626441 h 6858000"/>
              <a:gd name="connsiteX952" fmla="*/ 1506076 w 7467600"/>
              <a:gd name="connsiteY952" fmla="*/ 1089289 h 6858000"/>
              <a:gd name="connsiteX953" fmla="*/ 1486346 w 7467600"/>
              <a:gd name="connsiteY953" fmla="*/ 1079919 h 6858000"/>
              <a:gd name="connsiteX954" fmla="*/ 1070511 w 7467600"/>
              <a:gd name="connsiteY954" fmla="*/ 48609 h 6858000"/>
              <a:gd name="connsiteX955" fmla="*/ 1057230 w 7467600"/>
              <a:gd name="connsiteY955" fmla="*/ 0 h 6858000"/>
              <a:gd name="connsiteX956" fmla="*/ 43151 w 7467600"/>
              <a:gd name="connsiteY956" fmla="*/ 0 h 6858000"/>
              <a:gd name="connsiteX957" fmla="*/ 95283 w 7467600"/>
              <a:gd name="connsiteY957" fmla="*/ 0 h 6858000"/>
              <a:gd name="connsiteX958" fmla="*/ 300708 w 7467600"/>
              <a:gd name="connsiteY958" fmla="*/ 154571 h 6858000"/>
              <a:gd name="connsiteX959" fmla="*/ 530414 w 7467600"/>
              <a:gd name="connsiteY959" fmla="*/ 354673 h 6858000"/>
              <a:gd name="connsiteX960" fmla="*/ 333785 w 7467600"/>
              <a:gd name="connsiteY960" fmla="*/ 161564 h 6858000"/>
              <a:gd name="connsiteX961" fmla="*/ 147005 w 7467600"/>
              <a:gd name="connsiteY961" fmla="*/ 0 h 6858000"/>
              <a:gd name="connsiteX962" fmla="*/ 272509 w 7467600"/>
              <a:gd name="connsiteY962" fmla="*/ 0 h 6858000"/>
              <a:gd name="connsiteX963" fmla="*/ 326276 w 7467600"/>
              <a:gd name="connsiteY963" fmla="*/ 45847 h 6858000"/>
              <a:gd name="connsiteX964" fmla="*/ 823759 w 7467600"/>
              <a:gd name="connsiteY964" fmla="*/ 574145 h 6858000"/>
              <a:gd name="connsiteX965" fmla="*/ 811254 w 7467600"/>
              <a:gd name="connsiteY965" fmla="*/ 665546 h 6858000"/>
              <a:gd name="connsiteX966" fmla="*/ 154042 w 7467600"/>
              <a:gd name="connsiteY966" fmla="*/ 261522 h 6858000"/>
              <a:gd name="connsiteX967" fmla="*/ 13550 w 7467600"/>
              <a:gd name="connsiteY967" fmla="*/ 158423 h 6858000"/>
              <a:gd name="connsiteX968" fmla="*/ 0 w 7467600"/>
              <a:gd name="connsiteY968" fmla="*/ 146618 h 6858000"/>
              <a:gd name="connsiteX969" fmla="*/ 0 w 7467600"/>
              <a:gd name="connsiteY969" fmla="*/ 59161 h 6858000"/>
              <a:gd name="connsiteX970" fmla="*/ 45427 w 7467600"/>
              <a:gd name="connsiteY970" fmla="*/ 101078 h 6858000"/>
              <a:gd name="connsiteX971" fmla="*/ 630103 w 7467600"/>
              <a:gd name="connsiteY971" fmla="*/ 485885 h 6858000"/>
              <a:gd name="connsiteX972" fmla="*/ 532040 w 7467600"/>
              <a:gd name="connsiteY972" fmla="*/ 399359 h 6858000"/>
              <a:gd name="connsiteX973" fmla="*/ 517618 w 7467600"/>
              <a:gd name="connsiteY973" fmla="*/ 385726 h 6858000"/>
              <a:gd name="connsiteX974" fmla="*/ 285074 w 7467600"/>
              <a:gd name="connsiteY974" fmla="*/ 182755 h 6858000"/>
              <a:gd name="connsiteX975" fmla="*/ 43151 w 7467600"/>
              <a:gd name="connsiteY975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7042773 w 7467600"/>
              <a:gd name="connsiteY74" fmla="*/ 5734011 h 6858000"/>
              <a:gd name="connsiteX75" fmla="*/ 6879594 w 7467600"/>
              <a:gd name="connsiteY75" fmla="*/ 5424547 h 6858000"/>
              <a:gd name="connsiteX76" fmla="*/ 7379510 w 7467600"/>
              <a:gd name="connsiteY76" fmla="*/ 5755454 h 6858000"/>
              <a:gd name="connsiteX77" fmla="*/ 7467600 w 7467600"/>
              <a:gd name="connsiteY77" fmla="*/ 5845526 h 6858000"/>
              <a:gd name="connsiteX78" fmla="*/ 7271900 w 7467600"/>
              <a:gd name="connsiteY78" fmla="*/ 5734551 h 6858000"/>
              <a:gd name="connsiteX79" fmla="*/ 7015907 w 7467600"/>
              <a:gd name="connsiteY79" fmla="*/ 5541548 h 6858000"/>
              <a:gd name="connsiteX80" fmla="*/ 7259646 w 7467600"/>
              <a:gd name="connsiteY80" fmla="*/ 5765985 h 6858000"/>
              <a:gd name="connsiteX81" fmla="*/ 7467600 w 7467600"/>
              <a:gd name="connsiteY81" fmla="*/ 6012219 h 6858000"/>
              <a:gd name="connsiteX82" fmla="*/ 6946849 w 7467600"/>
              <a:gd name="connsiteY82" fmla="*/ 5523271 h 6858000"/>
              <a:gd name="connsiteX83" fmla="*/ 6946972 w 7467600"/>
              <a:gd name="connsiteY83" fmla="*/ 5526491 h 6858000"/>
              <a:gd name="connsiteX84" fmla="*/ 7105827 w 7467600"/>
              <a:gd name="connsiteY84" fmla="*/ 5718700 h 6858000"/>
              <a:gd name="connsiteX85" fmla="*/ 7356878 w 7467600"/>
              <a:gd name="connsiteY85" fmla="*/ 5981332 h 6858000"/>
              <a:gd name="connsiteX86" fmla="*/ 7467600 w 7467600"/>
              <a:gd name="connsiteY86" fmla="*/ 6117703 h 6858000"/>
              <a:gd name="connsiteX87" fmla="*/ 7467600 w 7467600"/>
              <a:gd name="connsiteY87" fmla="*/ 6163634 h 6858000"/>
              <a:gd name="connsiteX88" fmla="*/ 7403637 w 7467600"/>
              <a:gd name="connsiteY88" fmla="*/ 6083957 h 6858000"/>
              <a:gd name="connsiteX89" fmla="*/ 7254615 w 7467600"/>
              <a:gd name="connsiteY89" fmla="*/ 5911918 h 6858000"/>
              <a:gd name="connsiteX90" fmla="*/ 7312589 w 7467600"/>
              <a:gd name="connsiteY90" fmla="*/ 5982309 h 6858000"/>
              <a:gd name="connsiteX91" fmla="*/ 7448321 w 7467600"/>
              <a:gd name="connsiteY91" fmla="*/ 6190991 h 6858000"/>
              <a:gd name="connsiteX92" fmla="*/ 7467600 w 7467600"/>
              <a:gd name="connsiteY92" fmla="*/ 6221686 h 6858000"/>
              <a:gd name="connsiteX93" fmla="*/ 7467600 w 7467600"/>
              <a:gd name="connsiteY93" fmla="*/ 6334256 h 6858000"/>
              <a:gd name="connsiteX94" fmla="*/ 7454976 w 7467600"/>
              <a:gd name="connsiteY94" fmla="*/ 6318297 h 6858000"/>
              <a:gd name="connsiteX95" fmla="*/ 7042773 w 7467600"/>
              <a:gd name="connsiteY95" fmla="*/ 5734011 h 6858000"/>
              <a:gd name="connsiteX96" fmla="*/ 1456157 w 7467600"/>
              <a:gd name="connsiteY96" fmla="*/ 5371404 h 6858000"/>
              <a:gd name="connsiteX97" fmla="*/ 1244432 w 7467600"/>
              <a:gd name="connsiteY97" fmla="*/ 5385601 h 6858000"/>
              <a:gd name="connsiteX98" fmla="*/ 973990 w 7467600"/>
              <a:gd name="connsiteY98" fmla="*/ 5424940 h 6858000"/>
              <a:gd name="connsiteX99" fmla="*/ 1103809 w 7467600"/>
              <a:gd name="connsiteY99" fmla="*/ 5433720 h 6858000"/>
              <a:gd name="connsiteX100" fmla="*/ 1123454 w 7467600"/>
              <a:gd name="connsiteY100" fmla="*/ 5435727 h 6858000"/>
              <a:gd name="connsiteX101" fmla="*/ 1737017 w 7467600"/>
              <a:gd name="connsiteY101" fmla="*/ 5452183 h 6858000"/>
              <a:gd name="connsiteX102" fmla="*/ 1824397 w 7467600"/>
              <a:gd name="connsiteY102" fmla="*/ 5447757 h 6858000"/>
              <a:gd name="connsiteX103" fmla="*/ 2070059 w 7467600"/>
              <a:gd name="connsiteY103" fmla="*/ 5441660 h 6858000"/>
              <a:gd name="connsiteX104" fmla="*/ 1456157 w 7467600"/>
              <a:gd name="connsiteY104" fmla="*/ 5371404 h 6858000"/>
              <a:gd name="connsiteX105" fmla="*/ 4988186 w 7467600"/>
              <a:gd name="connsiteY105" fmla="*/ 5216467 h 6858000"/>
              <a:gd name="connsiteX106" fmla="*/ 4777334 w 7467600"/>
              <a:gd name="connsiteY106" fmla="*/ 5406072 h 6858000"/>
              <a:gd name="connsiteX107" fmla="*/ 4718341 w 7467600"/>
              <a:gd name="connsiteY107" fmla="*/ 5468043 h 6858000"/>
              <a:gd name="connsiteX108" fmla="*/ 4604655 w 7467600"/>
              <a:gd name="connsiteY108" fmla="*/ 5583434 h 6858000"/>
              <a:gd name="connsiteX109" fmla="*/ 4565074 w 7467600"/>
              <a:gd name="connsiteY109" fmla="*/ 5618550 h 6858000"/>
              <a:gd name="connsiteX110" fmla="*/ 4988186 w 7467600"/>
              <a:gd name="connsiteY110" fmla="*/ 5216467 h 6858000"/>
              <a:gd name="connsiteX111" fmla="*/ 4978032 w 7467600"/>
              <a:gd name="connsiteY111" fmla="*/ 5183809 h 6858000"/>
              <a:gd name="connsiteX112" fmla="*/ 4463413 w 7467600"/>
              <a:gd name="connsiteY112" fmla="*/ 5615162 h 6858000"/>
              <a:gd name="connsiteX113" fmla="*/ 4358134 w 7467600"/>
              <a:gd name="connsiteY113" fmla="*/ 5742791 h 6858000"/>
              <a:gd name="connsiteX114" fmla="*/ 4376219 w 7467600"/>
              <a:gd name="connsiteY114" fmla="*/ 5729027 h 6858000"/>
              <a:gd name="connsiteX115" fmla="*/ 4582340 w 7467600"/>
              <a:gd name="connsiteY115" fmla="*/ 5561037 h 6858000"/>
              <a:gd name="connsiteX116" fmla="*/ 4694684 w 7467600"/>
              <a:gd name="connsiteY116" fmla="*/ 5447098 h 6858000"/>
              <a:gd name="connsiteX117" fmla="*/ 4754123 w 7467600"/>
              <a:gd name="connsiteY117" fmla="*/ 5384643 h 6858000"/>
              <a:gd name="connsiteX118" fmla="*/ 4978032 w 7467600"/>
              <a:gd name="connsiteY118" fmla="*/ 5183809 h 6858000"/>
              <a:gd name="connsiteX119" fmla="*/ 1903353 w 7467600"/>
              <a:gd name="connsiteY119" fmla="*/ 5044827 h 6858000"/>
              <a:gd name="connsiteX120" fmla="*/ 1936931 w 7467600"/>
              <a:gd name="connsiteY120" fmla="*/ 5093954 h 6858000"/>
              <a:gd name="connsiteX121" fmla="*/ 2195868 w 7467600"/>
              <a:gd name="connsiteY121" fmla="*/ 5396574 h 6858000"/>
              <a:gd name="connsiteX122" fmla="*/ 2088852 w 7467600"/>
              <a:gd name="connsiteY122" fmla="*/ 5166123 h 6858000"/>
              <a:gd name="connsiteX123" fmla="*/ 1958241 w 7467600"/>
              <a:gd name="connsiteY123" fmla="*/ 5067955 h 6858000"/>
              <a:gd name="connsiteX124" fmla="*/ 1903353 w 7467600"/>
              <a:gd name="connsiteY124" fmla="*/ 5044827 h 6858000"/>
              <a:gd name="connsiteX125" fmla="*/ 1979378 w 7467600"/>
              <a:gd name="connsiteY125" fmla="*/ 4769504 h 6858000"/>
              <a:gd name="connsiteX126" fmla="*/ 2882120 w 7467600"/>
              <a:gd name="connsiteY126" fmla="*/ 5064547 h 6858000"/>
              <a:gd name="connsiteX127" fmla="*/ 2793103 w 7467600"/>
              <a:gd name="connsiteY127" fmla="*/ 5039699 h 6858000"/>
              <a:gd name="connsiteX128" fmla="*/ 2770041 w 7467600"/>
              <a:gd name="connsiteY128" fmla="*/ 5033634 h 6858000"/>
              <a:gd name="connsiteX129" fmla="*/ 1979378 w 7467600"/>
              <a:gd name="connsiteY129" fmla="*/ 4769504 h 6858000"/>
              <a:gd name="connsiteX130" fmla="*/ 1927410 w 7467600"/>
              <a:gd name="connsiteY130" fmla="*/ 4716164 h 6858000"/>
              <a:gd name="connsiteX131" fmla="*/ 1959587 w 7467600"/>
              <a:gd name="connsiteY131" fmla="*/ 4728849 h 6858000"/>
              <a:gd name="connsiteX132" fmla="*/ 2777707 w 7467600"/>
              <a:gd name="connsiteY132" fmla="*/ 5003991 h 6858000"/>
              <a:gd name="connsiteX133" fmla="*/ 2800768 w 7467600"/>
              <a:gd name="connsiteY133" fmla="*/ 5010056 h 6858000"/>
              <a:gd name="connsiteX134" fmla="*/ 2879408 w 7467600"/>
              <a:gd name="connsiteY134" fmla="*/ 5031590 h 6858000"/>
              <a:gd name="connsiteX135" fmla="*/ 2862295 w 7467600"/>
              <a:gd name="connsiteY135" fmla="*/ 5022958 h 6858000"/>
              <a:gd name="connsiteX136" fmla="*/ 2813343 w 7467600"/>
              <a:gd name="connsiteY136" fmla="*/ 4998369 h 6858000"/>
              <a:gd name="connsiteX137" fmla="*/ 2646245 w 7467600"/>
              <a:gd name="connsiteY137" fmla="*/ 4930999 h 6858000"/>
              <a:gd name="connsiteX138" fmla="*/ 1999243 w 7467600"/>
              <a:gd name="connsiteY138" fmla="*/ 4730524 h 6858000"/>
              <a:gd name="connsiteX139" fmla="*/ 1979527 w 7467600"/>
              <a:gd name="connsiteY139" fmla="*/ 4726651 h 6858000"/>
              <a:gd name="connsiteX140" fmla="*/ 1927410 w 7467600"/>
              <a:gd name="connsiteY140" fmla="*/ 4716164 h 6858000"/>
              <a:gd name="connsiteX141" fmla="*/ 1997014 w 7467600"/>
              <a:gd name="connsiteY141" fmla="*/ 4698007 h 6858000"/>
              <a:gd name="connsiteX142" fmla="*/ 2005458 w 7467600"/>
              <a:gd name="connsiteY142" fmla="*/ 4699540 h 6858000"/>
              <a:gd name="connsiteX143" fmla="*/ 2657186 w 7467600"/>
              <a:gd name="connsiteY143" fmla="*/ 4901687 h 6858000"/>
              <a:gd name="connsiteX144" fmla="*/ 2826662 w 7467600"/>
              <a:gd name="connsiteY144" fmla="*/ 4970362 h 6858000"/>
              <a:gd name="connsiteX145" fmla="*/ 2876100 w 7467600"/>
              <a:gd name="connsiteY145" fmla="*/ 4995397 h 6858000"/>
              <a:gd name="connsiteX146" fmla="*/ 3042600 w 7467600"/>
              <a:gd name="connsiteY146" fmla="*/ 5059532 h 6858000"/>
              <a:gd name="connsiteX147" fmla="*/ 1997014 w 7467600"/>
              <a:gd name="connsiteY147" fmla="*/ 4698007 h 6858000"/>
              <a:gd name="connsiteX148" fmla="*/ 2305292 w 7467600"/>
              <a:gd name="connsiteY148" fmla="*/ 4219492 h 6858000"/>
              <a:gd name="connsiteX149" fmla="*/ 3360922 w 7467600"/>
              <a:gd name="connsiteY149" fmla="*/ 4529373 h 6858000"/>
              <a:gd name="connsiteX150" fmla="*/ 3492420 w 7467600"/>
              <a:gd name="connsiteY150" fmla="*/ 4510145 h 6858000"/>
              <a:gd name="connsiteX151" fmla="*/ 3364086 w 7467600"/>
              <a:gd name="connsiteY151" fmla="*/ 4480340 h 6858000"/>
              <a:gd name="connsiteX152" fmla="*/ 3225818 w 7467600"/>
              <a:gd name="connsiteY152" fmla="*/ 4411822 h 6858000"/>
              <a:gd name="connsiteX153" fmla="*/ 3129696 w 7467600"/>
              <a:gd name="connsiteY153" fmla="*/ 4360704 h 6858000"/>
              <a:gd name="connsiteX154" fmla="*/ 2814545 w 7467600"/>
              <a:gd name="connsiteY154" fmla="*/ 4282955 h 6858000"/>
              <a:gd name="connsiteX155" fmla="*/ 2305292 w 7467600"/>
              <a:gd name="connsiteY155" fmla="*/ 4219492 h 6858000"/>
              <a:gd name="connsiteX156" fmla="*/ 2626982 w 7467600"/>
              <a:gd name="connsiteY156" fmla="*/ 4206450 h 6858000"/>
              <a:gd name="connsiteX157" fmla="*/ 2490617 w 7467600"/>
              <a:gd name="connsiteY157" fmla="*/ 4206951 h 6858000"/>
              <a:gd name="connsiteX158" fmla="*/ 2819869 w 7467600"/>
              <a:gd name="connsiteY158" fmla="*/ 4252936 h 6858000"/>
              <a:gd name="connsiteX159" fmla="*/ 3143018 w 7467600"/>
              <a:gd name="connsiteY159" fmla="*/ 4332698 h 6858000"/>
              <a:gd name="connsiteX160" fmla="*/ 3241520 w 7467600"/>
              <a:gd name="connsiteY160" fmla="*/ 4385112 h 6858000"/>
              <a:gd name="connsiteX161" fmla="*/ 3374575 w 7467600"/>
              <a:gd name="connsiteY161" fmla="*/ 4451517 h 6858000"/>
              <a:gd name="connsiteX162" fmla="*/ 3505221 w 7467600"/>
              <a:gd name="connsiteY162" fmla="*/ 4480757 h 6858000"/>
              <a:gd name="connsiteX163" fmla="*/ 2626982 w 7467600"/>
              <a:gd name="connsiteY163" fmla="*/ 4206450 h 6858000"/>
              <a:gd name="connsiteX164" fmla="*/ 1310106 w 7467600"/>
              <a:gd name="connsiteY164" fmla="*/ 3943217 h 6858000"/>
              <a:gd name="connsiteX165" fmla="*/ 854994 w 7467600"/>
              <a:gd name="connsiteY165" fmla="*/ 4399136 h 6858000"/>
              <a:gd name="connsiteX166" fmla="*/ 742462 w 7467600"/>
              <a:gd name="connsiteY166" fmla="*/ 4594648 h 6858000"/>
              <a:gd name="connsiteX167" fmla="*/ 820602 w 7467600"/>
              <a:gd name="connsiteY167" fmla="*/ 4485915 h 6858000"/>
              <a:gd name="connsiteX168" fmla="*/ 878295 w 7467600"/>
              <a:gd name="connsiteY168" fmla="*/ 4403594 h 6858000"/>
              <a:gd name="connsiteX169" fmla="*/ 1240607 w 7467600"/>
              <a:gd name="connsiteY169" fmla="*/ 4010401 h 6858000"/>
              <a:gd name="connsiteX170" fmla="*/ 1310106 w 7467600"/>
              <a:gd name="connsiteY170" fmla="*/ 3943217 h 6858000"/>
              <a:gd name="connsiteX171" fmla="*/ 1423113 w 7467600"/>
              <a:gd name="connsiteY171" fmla="*/ 3874565 h 6858000"/>
              <a:gd name="connsiteX172" fmla="*/ 1260565 w 7467600"/>
              <a:gd name="connsiteY172" fmla="*/ 4031982 h 6858000"/>
              <a:gd name="connsiteX173" fmla="*/ 901900 w 7467600"/>
              <a:gd name="connsiteY173" fmla="*/ 4421236 h 6858000"/>
              <a:gd name="connsiteX174" fmla="*/ 845044 w 7467600"/>
              <a:gd name="connsiteY174" fmla="*/ 4502436 h 6858000"/>
              <a:gd name="connsiteX175" fmla="*/ 685926 w 7467600"/>
              <a:gd name="connsiteY175" fmla="*/ 4703069 h 6858000"/>
              <a:gd name="connsiteX176" fmla="*/ 684248 w 7467600"/>
              <a:gd name="connsiteY176" fmla="*/ 4706721 h 6858000"/>
              <a:gd name="connsiteX177" fmla="*/ 1423113 w 7467600"/>
              <a:gd name="connsiteY177" fmla="*/ 3874565 h 6858000"/>
              <a:gd name="connsiteX178" fmla="*/ 3316479 w 7467600"/>
              <a:gd name="connsiteY178" fmla="*/ 3872136 h 6858000"/>
              <a:gd name="connsiteX179" fmla="*/ 3546806 w 7467600"/>
              <a:gd name="connsiteY179" fmla="*/ 4356139 h 6858000"/>
              <a:gd name="connsiteX180" fmla="*/ 3364433 w 7467600"/>
              <a:gd name="connsiteY180" fmla="*/ 3953121 h 6858000"/>
              <a:gd name="connsiteX181" fmla="*/ 3316479 w 7467600"/>
              <a:gd name="connsiteY181" fmla="*/ 3872136 h 6858000"/>
              <a:gd name="connsiteX182" fmla="*/ 3291335 w 7467600"/>
              <a:gd name="connsiteY182" fmla="*/ 3767420 h 6858000"/>
              <a:gd name="connsiteX183" fmla="*/ 3390805 w 7467600"/>
              <a:gd name="connsiteY183" fmla="*/ 3937163 h 6858000"/>
              <a:gd name="connsiteX184" fmla="*/ 3579062 w 7467600"/>
              <a:gd name="connsiteY184" fmla="*/ 4359040 h 6858000"/>
              <a:gd name="connsiteX185" fmla="*/ 3467355 w 7467600"/>
              <a:gd name="connsiteY185" fmla="*/ 3988130 h 6858000"/>
              <a:gd name="connsiteX186" fmla="*/ 3310753 w 7467600"/>
              <a:gd name="connsiteY186" fmla="*/ 3787140 h 6858000"/>
              <a:gd name="connsiteX187" fmla="*/ 3291335 w 7467600"/>
              <a:gd name="connsiteY187" fmla="*/ 3767420 h 6858000"/>
              <a:gd name="connsiteX188" fmla="*/ 1635889 w 7467600"/>
              <a:gd name="connsiteY188" fmla="*/ 3709494 h 6858000"/>
              <a:gd name="connsiteX189" fmla="*/ 1634800 w 7467600"/>
              <a:gd name="connsiteY189" fmla="*/ 3731111 h 6858000"/>
              <a:gd name="connsiteX190" fmla="*/ 1635889 w 7467600"/>
              <a:gd name="connsiteY190" fmla="*/ 3709494 h 6858000"/>
              <a:gd name="connsiteX191" fmla="*/ 1510397 w 7467600"/>
              <a:gd name="connsiteY191" fmla="*/ 3684705 h 6858000"/>
              <a:gd name="connsiteX192" fmla="*/ 1146550 w 7467600"/>
              <a:gd name="connsiteY192" fmla="*/ 3802012 h 6858000"/>
              <a:gd name="connsiteX193" fmla="*/ 698834 w 7467600"/>
              <a:gd name="connsiteY193" fmla="*/ 3952272 h 6858000"/>
              <a:gd name="connsiteX194" fmla="*/ 34256 w 7467600"/>
              <a:gd name="connsiteY194" fmla="*/ 4347603 h 6858000"/>
              <a:gd name="connsiteX195" fmla="*/ 527241 w 7467600"/>
              <a:gd name="connsiteY195" fmla="*/ 4065078 h 6858000"/>
              <a:gd name="connsiteX196" fmla="*/ 1510397 w 7467600"/>
              <a:gd name="connsiteY196" fmla="*/ 3684705 h 6858000"/>
              <a:gd name="connsiteX197" fmla="*/ 1313114 w 7467600"/>
              <a:gd name="connsiteY197" fmla="*/ 3655216 h 6858000"/>
              <a:gd name="connsiteX198" fmla="*/ 1109304 w 7467600"/>
              <a:gd name="connsiteY198" fmla="*/ 3669030 h 6858000"/>
              <a:gd name="connsiteX199" fmla="*/ 8129 w 7467600"/>
              <a:gd name="connsiteY199" fmla="*/ 4330519 h 6858000"/>
              <a:gd name="connsiteX200" fmla="*/ 687572 w 7467600"/>
              <a:gd name="connsiteY200" fmla="*/ 3925629 h 6858000"/>
              <a:gd name="connsiteX201" fmla="*/ 1138365 w 7467600"/>
              <a:gd name="connsiteY201" fmla="*/ 3774515 h 6858000"/>
              <a:gd name="connsiteX202" fmla="*/ 1505579 w 7467600"/>
              <a:gd name="connsiteY202" fmla="*/ 3655526 h 6858000"/>
              <a:gd name="connsiteX203" fmla="*/ 1313114 w 7467600"/>
              <a:gd name="connsiteY203" fmla="*/ 3655216 h 6858000"/>
              <a:gd name="connsiteX204" fmla="*/ 3655073 w 7467600"/>
              <a:gd name="connsiteY204" fmla="*/ 3650884 h 6858000"/>
              <a:gd name="connsiteX205" fmla="*/ 3989938 w 7467600"/>
              <a:gd name="connsiteY205" fmla="*/ 3991685 h 6858000"/>
              <a:gd name="connsiteX206" fmla="*/ 4393907 w 7467600"/>
              <a:gd name="connsiteY206" fmla="*/ 4261258 h 6858000"/>
              <a:gd name="connsiteX207" fmla="*/ 4648051 w 7467600"/>
              <a:gd name="connsiteY207" fmla="*/ 4374051 h 6858000"/>
              <a:gd name="connsiteX208" fmla="*/ 4383389 w 7467600"/>
              <a:gd name="connsiteY208" fmla="*/ 4184369 h 6858000"/>
              <a:gd name="connsiteX209" fmla="*/ 4165508 w 7467600"/>
              <a:gd name="connsiteY209" fmla="*/ 4035196 h 6858000"/>
              <a:gd name="connsiteX210" fmla="*/ 4068162 w 7467600"/>
              <a:gd name="connsiteY210" fmla="*/ 3953394 h 6858000"/>
              <a:gd name="connsiteX211" fmla="*/ 3981416 w 7467600"/>
              <a:gd name="connsiteY211" fmla="*/ 3880482 h 6858000"/>
              <a:gd name="connsiteX212" fmla="*/ 3800147 w 7467600"/>
              <a:gd name="connsiteY212" fmla="*/ 3749872 h 6858000"/>
              <a:gd name="connsiteX213" fmla="*/ 3655073 w 7467600"/>
              <a:gd name="connsiteY213" fmla="*/ 3650884 h 6858000"/>
              <a:gd name="connsiteX214" fmla="*/ 3670252 w 7467600"/>
              <a:gd name="connsiteY214" fmla="*/ 3622798 h 6858000"/>
              <a:gd name="connsiteX215" fmla="*/ 3817258 w 7467600"/>
              <a:gd name="connsiteY215" fmla="*/ 3723577 h 6858000"/>
              <a:gd name="connsiteX216" fmla="*/ 4000461 w 7467600"/>
              <a:gd name="connsiteY216" fmla="*/ 3855966 h 6858000"/>
              <a:gd name="connsiteX217" fmla="*/ 4088180 w 7467600"/>
              <a:gd name="connsiteY217" fmla="*/ 3929774 h 6858000"/>
              <a:gd name="connsiteX218" fmla="*/ 4184555 w 7467600"/>
              <a:gd name="connsiteY218" fmla="*/ 4010683 h 6858000"/>
              <a:gd name="connsiteX219" fmla="*/ 4399563 w 7467600"/>
              <a:gd name="connsiteY219" fmla="*/ 4158106 h 6858000"/>
              <a:gd name="connsiteX220" fmla="*/ 4684469 w 7467600"/>
              <a:gd name="connsiteY220" fmla="*/ 4364680 h 6858000"/>
              <a:gd name="connsiteX221" fmla="*/ 4690271 w 7467600"/>
              <a:gd name="connsiteY221" fmla="*/ 4370034 h 6858000"/>
              <a:gd name="connsiteX222" fmla="*/ 4136093 w 7467600"/>
              <a:gd name="connsiteY222" fmla="*/ 3858466 h 6858000"/>
              <a:gd name="connsiteX223" fmla="*/ 3670252 w 7467600"/>
              <a:gd name="connsiteY223" fmla="*/ 3622798 h 6858000"/>
              <a:gd name="connsiteX224" fmla="*/ 4440129 w 7467600"/>
              <a:gd name="connsiteY224" fmla="*/ 3448571 h 6858000"/>
              <a:gd name="connsiteX225" fmla="*/ 4856525 w 7467600"/>
              <a:gd name="connsiteY225" fmla="*/ 3915351 h 6858000"/>
              <a:gd name="connsiteX226" fmla="*/ 5059055 w 7467600"/>
              <a:gd name="connsiteY226" fmla="*/ 4108918 h 6858000"/>
              <a:gd name="connsiteX227" fmla="*/ 5290070 w 7467600"/>
              <a:gd name="connsiteY227" fmla="*/ 4263619 h 6858000"/>
              <a:gd name="connsiteX228" fmla="*/ 4834991 w 7467600"/>
              <a:gd name="connsiteY228" fmla="*/ 3830985 h 6858000"/>
              <a:gd name="connsiteX229" fmla="*/ 4440129 w 7467600"/>
              <a:gd name="connsiteY229" fmla="*/ 3448571 h 6858000"/>
              <a:gd name="connsiteX230" fmla="*/ 4441737 w 7467600"/>
              <a:gd name="connsiteY230" fmla="*/ 3399734 h 6858000"/>
              <a:gd name="connsiteX231" fmla="*/ 4431236 w 7467600"/>
              <a:gd name="connsiteY231" fmla="*/ 3400954 h 6858000"/>
              <a:gd name="connsiteX232" fmla="*/ 4557150 w 7467600"/>
              <a:gd name="connsiteY232" fmla="*/ 3510023 h 6858000"/>
              <a:gd name="connsiteX233" fmla="*/ 4856936 w 7467600"/>
              <a:gd name="connsiteY233" fmla="*/ 3809146 h 6858000"/>
              <a:gd name="connsiteX234" fmla="*/ 5111996 w 7467600"/>
              <a:gd name="connsiteY234" fmla="*/ 4065759 h 6858000"/>
              <a:gd name="connsiteX235" fmla="*/ 5388878 w 7467600"/>
              <a:gd name="connsiteY235" fmla="*/ 4300185 h 6858000"/>
              <a:gd name="connsiteX236" fmla="*/ 5425556 w 7467600"/>
              <a:gd name="connsiteY236" fmla="*/ 4308967 h 6858000"/>
              <a:gd name="connsiteX237" fmla="*/ 4943646 w 7467600"/>
              <a:gd name="connsiteY237" fmla="*/ 3822916 h 6858000"/>
              <a:gd name="connsiteX238" fmla="*/ 4594837 w 7467600"/>
              <a:gd name="connsiteY238" fmla="*/ 3532274 h 6858000"/>
              <a:gd name="connsiteX239" fmla="*/ 4441737 w 7467600"/>
              <a:gd name="connsiteY239" fmla="*/ 3399734 h 6858000"/>
              <a:gd name="connsiteX240" fmla="*/ 5425834 w 7467600"/>
              <a:gd name="connsiteY240" fmla="*/ 3162785 h 6858000"/>
              <a:gd name="connsiteX241" fmla="*/ 5401644 w 7467600"/>
              <a:gd name="connsiteY241" fmla="*/ 3617847 h 6858000"/>
              <a:gd name="connsiteX242" fmla="*/ 5467256 w 7467600"/>
              <a:gd name="connsiteY242" fmla="*/ 4175494 h 6858000"/>
              <a:gd name="connsiteX243" fmla="*/ 5448069 w 7467600"/>
              <a:gd name="connsiteY243" fmla="*/ 3567554 h 6858000"/>
              <a:gd name="connsiteX244" fmla="*/ 5425834 w 7467600"/>
              <a:gd name="connsiteY244" fmla="*/ 3162785 h 6858000"/>
              <a:gd name="connsiteX245" fmla="*/ 1318687 w 7467600"/>
              <a:gd name="connsiteY245" fmla="*/ 3113840 h 6858000"/>
              <a:gd name="connsiteX246" fmla="*/ 1066793 w 7467600"/>
              <a:gd name="connsiteY246" fmla="*/ 3212171 h 6858000"/>
              <a:gd name="connsiteX247" fmla="*/ 993319 w 7467600"/>
              <a:gd name="connsiteY247" fmla="*/ 3247648 h 6858000"/>
              <a:gd name="connsiteX248" fmla="*/ 853081 w 7467600"/>
              <a:gd name="connsiteY248" fmla="*/ 3312410 h 6858000"/>
              <a:gd name="connsiteX249" fmla="*/ 805957 w 7467600"/>
              <a:gd name="connsiteY249" fmla="*/ 3330443 h 6858000"/>
              <a:gd name="connsiteX250" fmla="*/ 1318687 w 7467600"/>
              <a:gd name="connsiteY250" fmla="*/ 3113840 h 6858000"/>
              <a:gd name="connsiteX251" fmla="*/ 5453702 w 7467600"/>
              <a:gd name="connsiteY251" fmla="*/ 3090882 h 6858000"/>
              <a:gd name="connsiteX252" fmla="*/ 5480135 w 7467600"/>
              <a:gd name="connsiteY252" fmla="*/ 3565802 h 6858000"/>
              <a:gd name="connsiteX253" fmla="*/ 5499023 w 7467600"/>
              <a:gd name="connsiteY253" fmla="*/ 4166310 h 6858000"/>
              <a:gd name="connsiteX254" fmla="*/ 5547022 w 7467600"/>
              <a:gd name="connsiteY254" fmla="*/ 3607838 h 6858000"/>
              <a:gd name="connsiteX255" fmla="*/ 5515964 w 7467600"/>
              <a:gd name="connsiteY255" fmla="*/ 3378541 h 6858000"/>
              <a:gd name="connsiteX256" fmla="*/ 5453702 w 7467600"/>
              <a:gd name="connsiteY256" fmla="*/ 3090882 h 6858000"/>
              <a:gd name="connsiteX257" fmla="*/ 1238695 w 7467600"/>
              <a:gd name="connsiteY257" fmla="*/ 3076820 h 6858000"/>
              <a:gd name="connsiteX258" fmla="*/ 716371 w 7467600"/>
              <a:gd name="connsiteY258" fmla="*/ 3293249 h 6858000"/>
              <a:gd name="connsiteX259" fmla="*/ 579522 w 7467600"/>
              <a:gd name="connsiteY259" fmla="*/ 3371759 h 6858000"/>
              <a:gd name="connsiteX260" fmla="*/ 600288 w 7467600"/>
              <a:gd name="connsiteY260" fmla="*/ 3365555 h 6858000"/>
              <a:gd name="connsiteX261" fmla="*/ 840692 w 7467600"/>
              <a:gd name="connsiteY261" fmla="*/ 3284921 h 6858000"/>
              <a:gd name="connsiteX262" fmla="*/ 979248 w 7467600"/>
              <a:gd name="connsiteY262" fmla="*/ 3221003 h 6858000"/>
              <a:gd name="connsiteX263" fmla="*/ 1053282 w 7467600"/>
              <a:gd name="connsiteY263" fmla="*/ 3185247 h 6858000"/>
              <a:gd name="connsiteX264" fmla="*/ 1320603 w 7467600"/>
              <a:gd name="connsiteY264" fmla="*/ 3081281 h 6858000"/>
              <a:gd name="connsiteX265" fmla="*/ 1238695 w 7467600"/>
              <a:gd name="connsiteY265" fmla="*/ 3076820 h 6858000"/>
              <a:gd name="connsiteX266" fmla="*/ 5425627 w 7467600"/>
              <a:gd name="connsiteY266" fmla="*/ 2954192 h 6858000"/>
              <a:gd name="connsiteX267" fmla="*/ 5470770 w 7467600"/>
              <a:gd name="connsiteY267" fmla="*/ 3005435 h 6858000"/>
              <a:gd name="connsiteX268" fmla="*/ 5519779 w 7467600"/>
              <a:gd name="connsiteY268" fmla="*/ 4359223 h 6858000"/>
              <a:gd name="connsiteX269" fmla="*/ 5520293 w 7467600"/>
              <a:gd name="connsiteY269" fmla="*/ 4360602 h 6858000"/>
              <a:gd name="connsiteX270" fmla="*/ 5767221 w 7467600"/>
              <a:gd name="connsiteY270" fmla="*/ 4665564 h 6858000"/>
              <a:gd name="connsiteX271" fmla="*/ 6937169 w 7467600"/>
              <a:gd name="connsiteY271" fmla="*/ 4815941 h 6858000"/>
              <a:gd name="connsiteX272" fmla="*/ 6953922 w 7467600"/>
              <a:gd name="connsiteY272" fmla="*/ 4890068 h 6858000"/>
              <a:gd name="connsiteX273" fmla="*/ 6071359 w 7467600"/>
              <a:gd name="connsiteY273" fmla="*/ 4770770 h 6858000"/>
              <a:gd name="connsiteX274" fmla="*/ 6038839 w 7467600"/>
              <a:gd name="connsiteY274" fmla="*/ 4764474 h 6858000"/>
              <a:gd name="connsiteX275" fmla="*/ 6038706 w 7467600"/>
              <a:gd name="connsiteY275" fmla="*/ 4763847 h 6858000"/>
              <a:gd name="connsiteX276" fmla="*/ 6037784 w 7467600"/>
              <a:gd name="connsiteY276" fmla="*/ 4764270 h 6858000"/>
              <a:gd name="connsiteX277" fmla="*/ 6038839 w 7467600"/>
              <a:gd name="connsiteY277" fmla="*/ 4764474 h 6858000"/>
              <a:gd name="connsiteX278" fmla="*/ 6040338 w 7467600"/>
              <a:gd name="connsiteY278" fmla="*/ 4771418 h 6858000"/>
              <a:gd name="connsiteX279" fmla="*/ 6024488 w 7467600"/>
              <a:gd name="connsiteY279" fmla="*/ 4809903 h 6858000"/>
              <a:gd name="connsiteX280" fmla="*/ 5599771 w 7467600"/>
              <a:gd name="connsiteY280" fmla="*/ 5509652 h 6858000"/>
              <a:gd name="connsiteX281" fmla="*/ 5548843 w 7467600"/>
              <a:gd name="connsiteY281" fmla="*/ 5563845 h 6858000"/>
              <a:gd name="connsiteX282" fmla="*/ 5940952 w 7467600"/>
              <a:gd name="connsiteY282" fmla="*/ 6250028 h 6858000"/>
              <a:gd name="connsiteX283" fmla="*/ 6043441 w 7467600"/>
              <a:gd name="connsiteY283" fmla="*/ 6665847 h 6858000"/>
              <a:gd name="connsiteX284" fmla="*/ 6093432 w 7467600"/>
              <a:gd name="connsiteY284" fmla="*/ 6858000 h 6858000"/>
              <a:gd name="connsiteX285" fmla="*/ 6034344 w 7467600"/>
              <a:gd name="connsiteY285" fmla="*/ 6858000 h 6858000"/>
              <a:gd name="connsiteX286" fmla="*/ 6026679 w 7467600"/>
              <a:gd name="connsiteY286" fmla="*/ 6836959 h 6858000"/>
              <a:gd name="connsiteX287" fmla="*/ 5800441 w 7467600"/>
              <a:gd name="connsiteY287" fmla="*/ 6335286 h 6858000"/>
              <a:gd name="connsiteX288" fmla="*/ 5526562 w 7467600"/>
              <a:gd name="connsiteY288" fmla="*/ 5705388 h 6858000"/>
              <a:gd name="connsiteX289" fmla="*/ 5519640 w 7467600"/>
              <a:gd name="connsiteY289" fmla="*/ 5683774 h 6858000"/>
              <a:gd name="connsiteX290" fmla="*/ 5844559 w 7467600"/>
              <a:gd name="connsiteY290" fmla="*/ 6553349 h 6858000"/>
              <a:gd name="connsiteX291" fmla="*/ 5975994 w 7467600"/>
              <a:gd name="connsiteY291" fmla="*/ 6858000 h 6858000"/>
              <a:gd name="connsiteX292" fmla="*/ 5898547 w 7467600"/>
              <a:gd name="connsiteY292" fmla="*/ 6858000 h 6858000"/>
              <a:gd name="connsiteX293" fmla="*/ 5682041 w 7467600"/>
              <a:gd name="connsiteY293" fmla="*/ 6355860 h 6858000"/>
              <a:gd name="connsiteX294" fmla="*/ 5461758 w 7467600"/>
              <a:gd name="connsiteY294" fmla="*/ 5820220 h 6858000"/>
              <a:gd name="connsiteX295" fmla="*/ 5237282 w 7467600"/>
              <a:gd name="connsiteY295" fmla="*/ 6579086 h 6858000"/>
              <a:gd name="connsiteX296" fmla="*/ 5115009 w 7467600"/>
              <a:gd name="connsiteY296" fmla="*/ 6858000 h 6858000"/>
              <a:gd name="connsiteX297" fmla="*/ 5028074 w 7467600"/>
              <a:gd name="connsiteY297" fmla="*/ 6858000 h 6858000"/>
              <a:gd name="connsiteX298" fmla="*/ 5079508 w 7467600"/>
              <a:gd name="connsiteY298" fmla="*/ 6749074 h 6858000"/>
              <a:gd name="connsiteX299" fmla="*/ 5371846 w 7467600"/>
              <a:gd name="connsiteY299" fmla="*/ 5924413 h 6858000"/>
              <a:gd name="connsiteX300" fmla="*/ 5270512 w 7467600"/>
              <a:gd name="connsiteY300" fmla="*/ 6138975 h 6858000"/>
              <a:gd name="connsiteX301" fmla="*/ 5062409 w 7467600"/>
              <a:gd name="connsiteY301" fmla="*/ 6653544 h 6858000"/>
              <a:gd name="connsiteX302" fmla="*/ 5036628 w 7467600"/>
              <a:gd name="connsiteY302" fmla="*/ 6754247 h 6858000"/>
              <a:gd name="connsiteX303" fmla="*/ 5009112 w 7467600"/>
              <a:gd name="connsiteY303" fmla="*/ 6858000 h 6858000"/>
              <a:gd name="connsiteX304" fmla="*/ 4976679 w 7467600"/>
              <a:gd name="connsiteY304" fmla="*/ 6858000 h 6858000"/>
              <a:gd name="connsiteX305" fmla="*/ 5006537 w 7467600"/>
              <a:gd name="connsiteY305" fmla="*/ 6747068 h 6858000"/>
              <a:gd name="connsiteX306" fmla="*/ 5032723 w 7467600"/>
              <a:gd name="connsiteY306" fmla="*/ 6644957 h 6858000"/>
              <a:gd name="connsiteX307" fmla="*/ 5242949 w 7467600"/>
              <a:gd name="connsiteY307" fmla="*/ 6125175 h 6858000"/>
              <a:gd name="connsiteX308" fmla="*/ 5286321 w 7467600"/>
              <a:gd name="connsiteY308" fmla="*/ 6033555 h 6858000"/>
              <a:gd name="connsiteX309" fmla="*/ 5008210 w 7467600"/>
              <a:gd name="connsiteY309" fmla="*/ 6649194 h 6858000"/>
              <a:gd name="connsiteX310" fmla="*/ 4986321 w 7467600"/>
              <a:gd name="connsiteY310" fmla="*/ 6765687 h 6858000"/>
              <a:gd name="connsiteX311" fmla="*/ 4973474 w 7467600"/>
              <a:gd name="connsiteY311" fmla="*/ 6858000 h 6858000"/>
              <a:gd name="connsiteX312" fmla="*/ 4907178 w 7467600"/>
              <a:gd name="connsiteY312" fmla="*/ 6858000 h 6858000"/>
              <a:gd name="connsiteX313" fmla="*/ 4910810 w 7467600"/>
              <a:gd name="connsiteY313" fmla="*/ 6829660 h 6858000"/>
              <a:gd name="connsiteX314" fmla="*/ 4987461 w 7467600"/>
              <a:gd name="connsiteY314" fmla="*/ 6432994 h 6858000"/>
              <a:gd name="connsiteX315" fmla="*/ 5179262 w 7467600"/>
              <a:gd name="connsiteY315" fmla="*/ 6035044 h 6858000"/>
              <a:gd name="connsiteX316" fmla="*/ 4689678 w 7467600"/>
              <a:gd name="connsiteY316" fmla="*/ 6440241 h 6858000"/>
              <a:gd name="connsiteX317" fmla="*/ 4477543 w 7467600"/>
              <a:gd name="connsiteY317" fmla="*/ 6674836 h 6858000"/>
              <a:gd name="connsiteX318" fmla="*/ 4329957 w 7467600"/>
              <a:gd name="connsiteY318" fmla="*/ 6858000 h 6858000"/>
              <a:gd name="connsiteX319" fmla="*/ 4218595 w 7467600"/>
              <a:gd name="connsiteY319" fmla="*/ 6858000 h 6858000"/>
              <a:gd name="connsiteX320" fmla="*/ 4368888 w 7467600"/>
              <a:gd name="connsiteY320" fmla="*/ 6668412 h 6858000"/>
              <a:gd name="connsiteX321" fmla="*/ 4563091 w 7467600"/>
              <a:gd name="connsiteY321" fmla="*/ 6442508 h 6858000"/>
              <a:gd name="connsiteX322" fmla="*/ 5387324 w 7467600"/>
              <a:gd name="connsiteY322" fmla="*/ 5705830 h 6858000"/>
              <a:gd name="connsiteX323" fmla="*/ 5073620 w 7467600"/>
              <a:gd name="connsiteY323" fmla="*/ 5955437 h 6858000"/>
              <a:gd name="connsiteX324" fmla="*/ 4689789 w 7467600"/>
              <a:gd name="connsiteY324" fmla="*/ 6268382 h 6858000"/>
              <a:gd name="connsiteX325" fmla="*/ 4418722 w 7467600"/>
              <a:gd name="connsiteY325" fmla="*/ 6570886 h 6858000"/>
              <a:gd name="connsiteX326" fmla="*/ 4214944 w 7467600"/>
              <a:gd name="connsiteY326" fmla="*/ 6858000 h 6858000"/>
              <a:gd name="connsiteX327" fmla="*/ 4177898 w 7467600"/>
              <a:gd name="connsiteY327" fmla="*/ 6858000 h 6858000"/>
              <a:gd name="connsiteX328" fmla="*/ 4391597 w 7467600"/>
              <a:gd name="connsiteY328" fmla="*/ 6556370 h 6858000"/>
              <a:gd name="connsiteX329" fmla="*/ 4668889 w 7467600"/>
              <a:gd name="connsiteY329" fmla="*/ 6246399 h 6858000"/>
              <a:gd name="connsiteX330" fmla="*/ 5055427 w 7467600"/>
              <a:gd name="connsiteY330" fmla="*/ 5931476 h 6858000"/>
              <a:gd name="connsiteX331" fmla="*/ 5371814 w 7467600"/>
              <a:gd name="connsiteY331" fmla="*/ 5678975 h 6858000"/>
              <a:gd name="connsiteX332" fmla="*/ 4987918 w 7467600"/>
              <a:gd name="connsiteY332" fmla="*/ 5838701 h 6858000"/>
              <a:gd name="connsiteX333" fmla="*/ 4317146 w 7467600"/>
              <a:gd name="connsiteY333" fmla="*/ 6587716 h 6858000"/>
              <a:gd name="connsiteX334" fmla="*/ 4171627 w 7467600"/>
              <a:gd name="connsiteY334" fmla="*/ 6858000 h 6858000"/>
              <a:gd name="connsiteX335" fmla="*/ 4081585 w 7467600"/>
              <a:gd name="connsiteY335" fmla="*/ 6858000 h 6858000"/>
              <a:gd name="connsiteX336" fmla="*/ 4238603 w 7467600"/>
              <a:gd name="connsiteY336" fmla="*/ 6559341 h 6858000"/>
              <a:gd name="connsiteX337" fmla="*/ 4778333 w 7467600"/>
              <a:gd name="connsiteY337" fmla="*/ 5873626 h 6858000"/>
              <a:gd name="connsiteX338" fmla="*/ 5414185 w 7467600"/>
              <a:gd name="connsiteY338" fmla="*/ 5573882 h 6858000"/>
              <a:gd name="connsiteX339" fmla="*/ 5959648 w 7467600"/>
              <a:gd name="connsiteY339" fmla="*/ 4760797 h 6858000"/>
              <a:gd name="connsiteX340" fmla="*/ 5355019 w 7467600"/>
              <a:gd name="connsiteY340" fmla="*/ 4734672 h 6858000"/>
              <a:gd name="connsiteX341" fmla="*/ 5083565 w 7467600"/>
              <a:gd name="connsiteY341" fmla="*/ 5179121 h 6858000"/>
              <a:gd name="connsiteX342" fmla="*/ 4713577 w 7467600"/>
              <a:gd name="connsiteY342" fmla="*/ 5616803 h 6858000"/>
              <a:gd name="connsiteX343" fmla="*/ 3989559 w 7467600"/>
              <a:gd name="connsiteY343" fmla="*/ 6145945 h 6858000"/>
              <a:gd name="connsiteX344" fmla="*/ 3939824 w 7467600"/>
              <a:gd name="connsiteY344" fmla="*/ 6066900 h 6858000"/>
              <a:gd name="connsiteX345" fmla="*/ 4584537 w 7467600"/>
              <a:gd name="connsiteY345" fmla="*/ 5324826 h 6858000"/>
              <a:gd name="connsiteX346" fmla="*/ 5037105 w 7467600"/>
              <a:gd name="connsiteY346" fmla="*/ 5088765 h 6858000"/>
              <a:gd name="connsiteX347" fmla="*/ 5039930 w 7467600"/>
              <a:gd name="connsiteY347" fmla="*/ 5089585 h 6858000"/>
              <a:gd name="connsiteX348" fmla="*/ 5263764 w 7467600"/>
              <a:gd name="connsiteY348" fmla="*/ 4735525 h 6858000"/>
              <a:gd name="connsiteX349" fmla="*/ 4086300 w 7467600"/>
              <a:gd name="connsiteY349" fmla="*/ 4884599 h 6858000"/>
              <a:gd name="connsiteX350" fmla="*/ 4085485 w 7467600"/>
              <a:gd name="connsiteY350" fmla="*/ 4899070 h 6858000"/>
              <a:gd name="connsiteX351" fmla="*/ 3871915 w 7467600"/>
              <a:gd name="connsiteY351" fmla="*/ 5253645 h 6858000"/>
              <a:gd name="connsiteX352" fmla="*/ 3799374 w 7467600"/>
              <a:gd name="connsiteY352" fmla="*/ 5466127 h 6858000"/>
              <a:gd name="connsiteX353" fmla="*/ 3498850 w 7467600"/>
              <a:gd name="connsiteY353" fmla="*/ 6661888 h 6858000"/>
              <a:gd name="connsiteX354" fmla="*/ 3399216 w 7467600"/>
              <a:gd name="connsiteY354" fmla="*/ 6858000 h 6858000"/>
              <a:gd name="connsiteX355" fmla="*/ 3303688 w 7467600"/>
              <a:gd name="connsiteY355" fmla="*/ 6858000 h 6858000"/>
              <a:gd name="connsiteX356" fmla="*/ 3391774 w 7467600"/>
              <a:gd name="connsiteY356" fmla="*/ 6697181 h 6858000"/>
              <a:gd name="connsiteX357" fmla="*/ 3735540 w 7467600"/>
              <a:gd name="connsiteY357" fmla="*/ 5546923 h 6858000"/>
              <a:gd name="connsiteX358" fmla="*/ 3729438 w 7467600"/>
              <a:gd name="connsiteY358" fmla="*/ 5569058 h 6858000"/>
              <a:gd name="connsiteX359" fmla="*/ 3707782 w 7467600"/>
              <a:gd name="connsiteY359" fmla="*/ 5644908 h 6858000"/>
              <a:gd name="connsiteX360" fmla="*/ 3583827 w 7467600"/>
              <a:gd name="connsiteY360" fmla="*/ 6039215 h 6858000"/>
              <a:gd name="connsiteX361" fmla="*/ 3547861 w 7467600"/>
              <a:gd name="connsiteY361" fmla="*/ 6129609 h 6858000"/>
              <a:gd name="connsiteX362" fmla="*/ 3490905 w 7467600"/>
              <a:gd name="connsiteY362" fmla="*/ 6277660 h 6858000"/>
              <a:gd name="connsiteX363" fmla="*/ 3455859 w 7467600"/>
              <a:gd name="connsiteY363" fmla="*/ 6391301 h 6858000"/>
              <a:gd name="connsiteX364" fmla="*/ 3429112 w 7467600"/>
              <a:gd name="connsiteY364" fmla="*/ 6479469 h 6858000"/>
              <a:gd name="connsiteX365" fmla="*/ 3304862 w 7467600"/>
              <a:gd name="connsiteY365" fmla="*/ 6796476 h 6858000"/>
              <a:gd name="connsiteX366" fmla="*/ 3276071 w 7467600"/>
              <a:gd name="connsiteY366" fmla="*/ 6858000 h 6858000"/>
              <a:gd name="connsiteX367" fmla="*/ 3240805 w 7467600"/>
              <a:gd name="connsiteY367" fmla="*/ 6858000 h 6858000"/>
              <a:gd name="connsiteX368" fmla="*/ 3275917 w 7467600"/>
              <a:gd name="connsiteY368" fmla="*/ 6783192 h 6858000"/>
              <a:gd name="connsiteX369" fmla="*/ 3399358 w 7467600"/>
              <a:gd name="connsiteY369" fmla="*/ 6469011 h 6858000"/>
              <a:gd name="connsiteX370" fmla="*/ 3425650 w 7467600"/>
              <a:gd name="connsiteY370" fmla="*/ 6381333 h 6858000"/>
              <a:gd name="connsiteX371" fmla="*/ 3460661 w 7467600"/>
              <a:gd name="connsiteY371" fmla="*/ 6266763 h 6858000"/>
              <a:gd name="connsiteX372" fmla="*/ 3518021 w 7467600"/>
              <a:gd name="connsiteY372" fmla="*/ 6117298 h 6858000"/>
              <a:gd name="connsiteX373" fmla="*/ 3554035 w 7467600"/>
              <a:gd name="connsiteY373" fmla="*/ 6027832 h 6858000"/>
              <a:gd name="connsiteX374" fmla="*/ 3677174 w 7467600"/>
              <a:gd name="connsiteY374" fmla="*/ 5636351 h 6858000"/>
              <a:gd name="connsiteX375" fmla="*/ 3698819 w 7467600"/>
              <a:gd name="connsiteY375" fmla="*/ 5560503 h 6858000"/>
              <a:gd name="connsiteX376" fmla="*/ 3702094 w 7467600"/>
              <a:gd name="connsiteY376" fmla="*/ 5549194 h 6858000"/>
              <a:gd name="connsiteX377" fmla="*/ 3398355 w 7467600"/>
              <a:gd name="connsiteY377" fmla="*/ 6094603 h 6858000"/>
              <a:gd name="connsiteX378" fmla="*/ 3193941 w 7467600"/>
              <a:gd name="connsiteY378" fmla="*/ 6798775 h 6858000"/>
              <a:gd name="connsiteX379" fmla="*/ 3184140 w 7467600"/>
              <a:gd name="connsiteY379" fmla="*/ 6858000 h 6858000"/>
              <a:gd name="connsiteX380" fmla="*/ 3099978 w 7467600"/>
              <a:gd name="connsiteY380" fmla="*/ 6858000 h 6858000"/>
              <a:gd name="connsiteX381" fmla="*/ 3101556 w 7467600"/>
              <a:gd name="connsiteY381" fmla="*/ 6843337 h 6858000"/>
              <a:gd name="connsiteX382" fmla="*/ 3370162 w 7467600"/>
              <a:gd name="connsiteY382" fmla="*/ 5785550 h 6858000"/>
              <a:gd name="connsiteX383" fmla="*/ 3746477 w 7467600"/>
              <a:gd name="connsiteY383" fmla="*/ 5377889 h 6858000"/>
              <a:gd name="connsiteX384" fmla="*/ 3863399 w 7467600"/>
              <a:gd name="connsiteY384" fmla="*/ 5087257 h 6858000"/>
              <a:gd name="connsiteX385" fmla="*/ 3968712 w 7467600"/>
              <a:gd name="connsiteY385" fmla="*/ 4913989 h 6858000"/>
              <a:gd name="connsiteX386" fmla="*/ 2792390 w 7467600"/>
              <a:gd name="connsiteY386" fmla="*/ 5382974 h 6858000"/>
              <a:gd name="connsiteX387" fmla="*/ 2714982 w 7467600"/>
              <a:gd name="connsiteY387" fmla="*/ 5427051 h 6858000"/>
              <a:gd name="connsiteX388" fmla="*/ 2813361 w 7467600"/>
              <a:gd name="connsiteY388" fmla="*/ 6023912 h 6858000"/>
              <a:gd name="connsiteX389" fmla="*/ 2688430 w 7467600"/>
              <a:gd name="connsiteY389" fmla="*/ 6801564 h 6858000"/>
              <a:gd name="connsiteX390" fmla="*/ 2629626 w 7467600"/>
              <a:gd name="connsiteY390" fmla="*/ 6763394 h 6858000"/>
              <a:gd name="connsiteX391" fmla="*/ 2565328 w 7467600"/>
              <a:gd name="connsiteY391" fmla="*/ 5516399 h 6858000"/>
              <a:gd name="connsiteX392" fmla="*/ 1922999 w 7467600"/>
              <a:gd name="connsiteY392" fmla="*/ 5980343 h 6858000"/>
              <a:gd name="connsiteX393" fmla="*/ 1950261 w 7467600"/>
              <a:gd name="connsiteY393" fmla="*/ 6405858 h 6858000"/>
              <a:gd name="connsiteX394" fmla="*/ 2365554 w 7467600"/>
              <a:gd name="connsiteY394" fmla="*/ 6759107 h 6858000"/>
              <a:gd name="connsiteX395" fmla="*/ 2424142 w 7467600"/>
              <a:gd name="connsiteY395" fmla="*/ 6858000 h 6858000"/>
              <a:gd name="connsiteX396" fmla="*/ 2395994 w 7467600"/>
              <a:gd name="connsiteY396" fmla="*/ 6858000 h 6858000"/>
              <a:gd name="connsiteX397" fmla="*/ 2392863 w 7467600"/>
              <a:gd name="connsiteY397" fmla="*/ 6852964 h 6858000"/>
              <a:gd name="connsiteX398" fmla="*/ 2017589 w 7467600"/>
              <a:gd name="connsiteY398" fmla="*/ 6493982 h 6858000"/>
              <a:gd name="connsiteX399" fmla="*/ 2147336 w 7467600"/>
              <a:gd name="connsiteY399" fmla="*/ 6594052 h 6858000"/>
              <a:gd name="connsiteX400" fmla="*/ 2207047 w 7467600"/>
              <a:gd name="connsiteY400" fmla="*/ 6654540 h 6858000"/>
              <a:gd name="connsiteX401" fmla="*/ 2299106 w 7467600"/>
              <a:gd name="connsiteY401" fmla="*/ 6778931 h 6858000"/>
              <a:gd name="connsiteX402" fmla="*/ 2314430 w 7467600"/>
              <a:gd name="connsiteY402" fmla="*/ 6801144 h 6858000"/>
              <a:gd name="connsiteX403" fmla="*/ 2352406 w 7467600"/>
              <a:gd name="connsiteY403" fmla="*/ 6858000 h 6858000"/>
              <a:gd name="connsiteX404" fmla="*/ 2314492 w 7467600"/>
              <a:gd name="connsiteY404" fmla="*/ 6858000 h 6858000"/>
              <a:gd name="connsiteX405" fmla="*/ 2288095 w 7467600"/>
              <a:gd name="connsiteY405" fmla="*/ 6818030 h 6858000"/>
              <a:gd name="connsiteX406" fmla="*/ 2272768 w 7467600"/>
              <a:gd name="connsiteY406" fmla="*/ 6795822 h 6858000"/>
              <a:gd name="connsiteX407" fmla="*/ 2182715 w 7467600"/>
              <a:gd name="connsiteY407" fmla="*/ 6675071 h 6858000"/>
              <a:gd name="connsiteX408" fmla="*/ 2032061 w 7467600"/>
              <a:gd name="connsiteY408" fmla="*/ 6541380 h 6858000"/>
              <a:gd name="connsiteX409" fmla="*/ 2257220 w 7467600"/>
              <a:gd name="connsiteY409" fmla="*/ 6826257 h 6858000"/>
              <a:gd name="connsiteX410" fmla="*/ 2281324 w 7467600"/>
              <a:gd name="connsiteY410" fmla="*/ 6858000 h 6858000"/>
              <a:gd name="connsiteX411" fmla="*/ 2242860 w 7467600"/>
              <a:gd name="connsiteY411" fmla="*/ 6858000 h 6858000"/>
              <a:gd name="connsiteX412" fmla="*/ 2232818 w 7467600"/>
              <a:gd name="connsiteY412" fmla="*/ 6844926 h 6858000"/>
              <a:gd name="connsiteX413" fmla="*/ 1990172 w 7467600"/>
              <a:gd name="connsiteY413" fmla="*/ 6542121 h 6858000"/>
              <a:gd name="connsiteX414" fmla="*/ 2124090 w 7467600"/>
              <a:gd name="connsiteY414" fmla="*/ 6761017 h 6858000"/>
              <a:gd name="connsiteX415" fmla="*/ 2200380 w 7467600"/>
              <a:gd name="connsiteY415" fmla="*/ 6858000 h 6858000"/>
              <a:gd name="connsiteX416" fmla="*/ 2147507 w 7467600"/>
              <a:gd name="connsiteY416" fmla="*/ 6858000 h 6858000"/>
              <a:gd name="connsiteX417" fmla="*/ 2070668 w 7467600"/>
              <a:gd name="connsiteY417" fmla="*/ 6761520 h 6858000"/>
              <a:gd name="connsiteX418" fmla="*/ 1975142 w 7467600"/>
              <a:gd name="connsiteY418" fmla="*/ 6585570 h 6858000"/>
              <a:gd name="connsiteX419" fmla="*/ 2050035 w 7467600"/>
              <a:gd name="connsiteY419" fmla="*/ 6813345 h 6858000"/>
              <a:gd name="connsiteX420" fmla="*/ 2063025 w 7467600"/>
              <a:gd name="connsiteY420" fmla="*/ 6858000 h 6858000"/>
              <a:gd name="connsiteX421" fmla="*/ 2021675 w 7467600"/>
              <a:gd name="connsiteY421" fmla="*/ 6858000 h 6858000"/>
              <a:gd name="connsiteX422" fmla="*/ 2019308 w 7467600"/>
              <a:gd name="connsiteY422" fmla="*/ 6847118 h 6858000"/>
              <a:gd name="connsiteX423" fmla="*/ 1938835 w 7467600"/>
              <a:gd name="connsiteY423" fmla="*/ 6551160 h 6858000"/>
              <a:gd name="connsiteX424" fmla="*/ 1953230 w 7467600"/>
              <a:gd name="connsiteY424" fmla="*/ 6759699 h 6858000"/>
              <a:gd name="connsiteX425" fmla="*/ 1956763 w 7467600"/>
              <a:gd name="connsiteY425" fmla="*/ 6778191 h 6858000"/>
              <a:gd name="connsiteX426" fmla="*/ 1967925 w 7467600"/>
              <a:gd name="connsiteY426" fmla="*/ 6858000 h 6858000"/>
              <a:gd name="connsiteX427" fmla="*/ 1936622 w 7467600"/>
              <a:gd name="connsiteY427" fmla="*/ 6858000 h 6858000"/>
              <a:gd name="connsiteX428" fmla="*/ 1926261 w 7467600"/>
              <a:gd name="connsiteY428" fmla="*/ 6784064 h 6858000"/>
              <a:gd name="connsiteX429" fmla="*/ 1922724 w 7467600"/>
              <a:gd name="connsiteY429" fmla="*/ 6765577 h 6858000"/>
              <a:gd name="connsiteX430" fmla="*/ 1904650 w 7467600"/>
              <a:gd name="connsiteY430" fmla="*/ 6639616 h 6858000"/>
              <a:gd name="connsiteX431" fmla="*/ 1885273 w 7467600"/>
              <a:gd name="connsiteY431" fmla="*/ 6858000 h 6858000"/>
              <a:gd name="connsiteX432" fmla="*/ 1854363 w 7467600"/>
              <a:gd name="connsiteY432" fmla="*/ 6858000 h 6858000"/>
              <a:gd name="connsiteX433" fmla="*/ 1880391 w 7467600"/>
              <a:gd name="connsiteY433" fmla="*/ 6603796 h 6858000"/>
              <a:gd name="connsiteX434" fmla="*/ 1818273 w 7467600"/>
              <a:gd name="connsiteY434" fmla="*/ 6715729 h 6858000"/>
              <a:gd name="connsiteX435" fmla="*/ 1794691 w 7467600"/>
              <a:gd name="connsiteY435" fmla="*/ 6843239 h 6858000"/>
              <a:gd name="connsiteX436" fmla="*/ 1794914 w 7467600"/>
              <a:gd name="connsiteY436" fmla="*/ 6858000 h 6858000"/>
              <a:gd name="connsiteX437" fmla="*/ 1746128 w 7467600"/>
              <a:gd name="connsiteY437" fmla="*/ 6858000 h 6858000"/>
              <a:gd name="connsiteX438" fmla="*/ 1753934 w 7467600"/>
              <a:gd name="connsiteY438" fmla="*/ 6724796 h 6858000"/>
              <a:gd name="connsiteX439" fmla="*/ 1792053 w 7467600"/>
              <a:gd name="connsiteY439" fmla="*/ 6572396 h 6858000"/>
              <a:gd name="connsiteX440" fmla="*/ 1862248 w 7467600"/>
              <a:gd name="connsiteY440" fmla="*/ 6266397 h 6858000"/>
              <a:gd name="connsiteX441" fmla="*/ 1862250 w 7467600"/>
              <a:gd name="connsiteY441" fmla="*/ 6033531 h 6858000"/>
              <a:gd name="connsiteX442" fmla="*/ 1211999 w 7467600"/>
              <a:gd name="connsiteY442" fmla="*/ 6683610 h 6858000"/>
              <a:gd name="connsiteX443" fmla="*/ 1213266 w 7467600"/>
              <a:gd name="connsiteY443" fmla="*/ 6691947 h 6858000"/>
              <a:gd name="connsiteX444" fmla="*/ 1203370 w 7467600"/>
              <a:gd name="connsiteY444" fmla="*/ 6850676 h 6858000"/>
              <a:gd name="connsiteX445" fmla="*/ 1203671 w 7467600"/>
              <a:gd name="connsiteY445" fmla="*/ 6858000 h 6858000"/>
              <a:gd name="connsiteX446" fmla="*/ 1143180 w 7467600"/>
              <a:gd name="connsiteY446" fmla="*/ 6858000 h 6858000"/>
              <a:gd name="connsiteX447" fmla="*/ 1142176 w 7467600"/>
              <a:gd name="connsiteY447" fmla="*/ 6766045 h 6858000"/>
              <a:gd name="connsiteX448" fmla="*/ 1067484 w 7467600"/>
              <a:gd name="connsiteY448" fmla="*/ 6858000 h 6858000"/>
              <a:gd name="connsiteX449" fmla="*/ 953928 w 7467600"/>
              <a:gd name="connsiteY449" fmla="*/ 6858000 h 6858000"/>
              <a:gd name="connsiteX450" fmla="*/ 959715 w 7467600"/>
              <a:gd name="connsiteY450" fmla="*/ 6850185 h 6858000"/>
              <a:gd name="connsiteX451" fmla="*/ 1483788 w 7467600"/>
              <a:gd name="connsiteY451" fmla="*/ 6259174 h 6858000"/>
              <a:gd name="connsiteX452" fmla="*/ 1100671 w 7467600"/>
              <a:gd name="connsiteY452" fmla="*/ 6252137 h 6858000"/>
              <a:gd name="connsiteX453" fmla="*/ 1090144 w 7467600"/>
              <a:gd name="connsiteY453" fmla="*/ 6256748 h 6858000"/>
              <a:gd name="connsiteX454" fmla="*/ 1095872 w 7467600"/>
              <a:gd name="connsiteY454" fmla="*/ 6271892 h 6858000"/>
              <a:gd name="connsiteX455" fmla="*/ 262785 w 7467600"/>
              <a:gd name="connsiteY455" fmla="*/ 6845450 h 6858000"/>
              <a:gd name="connsiteX456" fmla="*/ 209968 w 7467600"/>
              <a:gd name="connsiteY456" fmla="*/ 6770713 h 6858000"/>
              <a:gd name="connsiteX457" fmla="*/ 873460 w 7467600"/>
              <a:gd name="connsiteY457" fmla="*/ 6253768 h 6858000"/>
              <a:gd name="connsiteX458" fmla="*/ 192686 w 7467600"/>
              <a:gd name="connsiteY458" fmla="*/ 5849257 h 6858000"/>
              <a:gd name="connsiteX459" fmla="*/ 4696 w 7467600"/>
              <a:gd name="connsiteY459" fmla="*/ 5697668 h 6858000"/>
              <a:gd name="connsiteX460" fmla="*/ 0 w 7467600"/>
              <a:gd name="connsiteY460" fmla="*/ 5689984 h 6858000"/>
              <a:gd name="connsiteX461" fmla="*/ 0 w 7467600"/>
              <a:gd name="connsiteY461" fmla="*/ 5513472 h 6858000"/>
              <a:gd name="connsiteX462" fmla="*/ 174101 w 7467600"/>
              <a:gd name="connsiteY462" fmla="*/ 5620277 h 6858000"/>
              <a:gd name="connsiteX463" fmla="*/ 891800 w 7467600"/>
              <a:gd name="connsiteY463" fmla="*/ 6036935 h 6858000"/>
              <a:gd name="connsiteX464" fmla="*/ 1072219 w 7467600"/>
              <a:gd name="connsiteY464" fmla="*/ 6169443 h 6858000"/>
              <a:gd name="connsiteX465" fmla="*/ 1074117 w 7467600"/>
              <a:gd name="connsiteY465" fmla="*/ 6170301 h 6858000"/>
              <a:gd name="connsiteX466" fmla="*/ 1083114 w 7467600"/>
              <a:gd name="connsiteY466" fmla="*/ 6174131 h 6858000"/>
              <a:gd name="connsiteX467" fmla="*/ 1543010 w 7467600"/>
              <a:gd name="connsiteY467" fmla="*/ 6191140 h 6858000"/>
              <a:gd name="connsiteX468" fmla="*/ 1551080 w 7467600"/>
              <a:gd name="connsiteY468" fmla="*/ 6195006 h 6858000"/>
              <a:gd name="connsiteX469" fmla="*/ 2345443 w 7467600"/>
              <a:gd name="connsiteY469" fmla="*/ 5549882 h 6858000"/>
              <a:gd name="connsiteX470" fmla="*/ 1721499 w 7467600"/>
              <a:gd name="connsiteY470" fmla="*/ 5599969 h 6858000"/>
              <a:gd name="connsiteX471" fmla="*/ 767716 w 7467600"/>
              <a:gd name="connsiteY471" fmla="*/ 5472768 h 6858000"/>
              <a:gd name="connsiteX472" fmla="*/ 722147 w 7467600"/>
              <a:gd name="connsiteY472" fmla="*/ 5393091 h 6858000"/>
              <a:gd name="connsiteX473" fmla="*/ 1485552 w 7467600"/>
              <a:gd name="connsiteY473" fmla="*/ 5313202 h 6858000"/>
              <a:gd name="connsiteX474" fmla="*/ 2143004 w 7467600"/>
              <a:gd name="connsiteY474" fmla="*/ 5402420 h 6858000"/>
              <a:gd name="connsiteX475" fmla="*/ 1933391 w 7467600"/>
              <a:gd name="connsiteY475" fmla="*/ 5156971 h 6858000"/>
              <a:gd name="connsiteX476" fmla="*/ 1827118 w 7467600"/>
              <a:gd name="connsiteY476" fmla="*/ 4968410 h 6858000"/>
              <a:gd name="connsiteX477" fmla="*/ 1837349 w 7467600"/>
              <a:gd name="connsiteY477" fmla="*/ 4956357 h 6858000"/>
              <a:gd name="connsiteX478" fmla="*/ 2162835 w 7467600"/>
              <a:gd name="connsiteY478" fmla="*/ 5187853 h 6858000"/>
              <a:gd name="connsiteX479" fmla="*/ 2257167 w 7467600"/>
              <a:gd name="connsiteY479" fmla="*/ 5462123 h 6858000"/>
              <a:gd name="connsiteX480" fmla="*/ 2261598 w 7467600"/>
              <a:gd name="connsiteY480" fmla="*/ 5467998 h 6858000"/>
              <a:gd name="connsiteX481" fmla="*/ 2437177 w 7467600"/>
              <a:gd name="connsiteY481" fmla="*/ 5479608 h 6858000"/>
              <a:gd name="connsiteX482" fmla="*/ 2445247 w 7467600"/>
              <a:gd name="connsiteY482" fmla="*/ 5483476 h 6858000"/>
              <a:gd name="connsiteX483" fmla="*/ 2743626 w 7467600"/>
              <a:gd name="connsiteY483" fmla="*/ 5304819 h 6858000"/>
              <a:gd name="connsiteX484" fmla="*/ 3048102 w 7467600"/>
              <a:gd name="connsiteY484" fmla="*/ 5150595 h 6858000"/>
              <a:gd name="connsiteX485" fmla="*/ 1799414 w 7467600"/>
              <a:gd name="connsiteY485" fmla="*/ 4694732 h 6858000"/>
              <a:gd name="connsiteX486" fmla="*/ 1771735 w 7467600"/>
              <a:gd name="connsiteY486" fmla="*/ 4619929 h 6858000"/>
              <a:gd name="connsiteX487" fmla="*/ 3104273 w 7467600"/>
              <a:gd name="connsiteY487" fmla="*/ 5076159 h 6858000"/>
              <a:gd name="connsiteX488" fmla="*/ 3113245 w 7467600"/>
              <a:gd name="connsiteY488" fmla="*/ 5090705 h 6858000"/>
              <a:gd name="connsiteX489" fmla="*/ 3126294 w 7467600"/>
              <a:gd name="connsiteY489" fmla="*/ 5114400 h 6858000"/>
              <a:gd name="connsiteX490" fmla="*/ 3937433 w 7467600"/>
              <a:gd name="connsiteY490" fmla="*/ 4830473 h 6858000"/>
              <a:gd name="connsiteX491" fmla="*/ 3590475 w 7467600"/>
              <a:gd name="connsiteY491" fmla="*/ 4597974 h 6858000"/>
              <a:gd name="connsiteX492" fmla="*/ 3100264 w 7467600"/>
              <a:gd name="connsiteY492" fmla="*/ 4579845 h 6858000"/>
              <a:gd name="connsiteX493" fmla="*/ 2183576 w 7467600"/>
              <a:gd name="connsiteY493" fmla="*/ 4227150 h 6858000"/>
              <a:gd name="connsiteX494" fmla="*/ 2151029 w 7467600"/>
              <a:gd name="connsiteY494" fmla="*/ 4146947 h 6858000"/>
              <a:gd name="connsiteX495" fmla="*/ 3563434 w 7467600"/>
              <a:gd name="connsiteY495" fmla="*/ 4469115 h 6858000"/>
              <a:gd name="connsiteX496" fmla="*/ 3177952 w 7467600"/>
              <a:gd name="connsiteY496" fmla="*/ 3657386 h 6858000"/>
              <a:gd name="connsiteX497" fmla="*/ 3189263 w 7467600"/>
              <a:gd name="connsiteY497" fmla="*/ 3625726 h 6858000"/>
              <a:gd name="connsiteX498" fmla="*/ 3560912 w 7467600"/>
              <a:gd name="connsiteY498" fmla="*/ 4079863 h 6858000"/>
              <a:gd name="connsiteX499" fmla="*/ 3626636 w 7467600"/>
              <a:gd name="connsiteY499" fmla="*/ 4512230 h 6858000"/>
              <a:gd name="connsiteX500" fmla="*/ 3653088 w 7467600"/>
              <a:gd name="connsiteY500" fmla="*/ 4521417 h 6858000"/>
              <a:gd name="connsiteX501" fmla="*/ 3988128 w 7467600"/>
              <a:gd name="connsiteY501" fmla="*/ 4817267 h 6858000"/>
              <a:gd name="connsiteX502" fmla="*/ 4830582 w 7467600"/>
              <a:gd name="connsiteY502" fmla="*/ 4676000 h 6858000"/>
              <a:gd name="connsiteX503" fmla="*/ 4830100 w 7467600"/>
              <a:gd name="connsiteY503" fmla="*/ 4675554 h 6858000"/>
              <a:gd name="connsiteX504" fmla="*/ 4036318 w 7467600"/>
              <a:gd name="connsiteY504" fmla="*/ 4147013 h 6858000"/>
              <a:gd name="connsiteX505" fmla="*/ 3432098 w 7467600"/>
              <a:gd name="connsiteY505" fmla="*/ 3537312 h 6858000"/>
              <a:gd name="connsiteX506" fmla="*/ 3446761 w 7467600"/>
              <a:gd name="connsiteY506" fmla="*/ 3461278 h 6858000"/>
              <a:gd name="connsiteX507" fmla="*/ 4419733 w 7467600"/>
              <a:gd name="connsiteY507" fmla="*/ 3963555 h 6858000"/>
              <a:gd name="connsiteX508" fmla="*/ 4781371 w 7467600"/>
              <a:gd name="connsiteY508" fmla="*/ 4458604 h 6858000"/>
              <a:gd name="connsiteX509" fmla="*/ 4780440 w 7467600"/>
              <a:gd name="connsiteY509" fmla="*/ 4470290 h 6858000"/>
              <a:gd name="connsiteX510" fmla="*/ 4898954 w 7467600"/>
              <a:gd name="connsiteY510" fmla="*/ 4662092 h 6858000"/>
              <a:gd name="connsiteX511" fmla="*/ 4900699 w 7467600"/>
              <a:gd name="connsiteY511" fmla="*/ 4670867 h 6858000"/>
              <a:gd name="connsiteX512" fmla="*/ 5714511 w 7467600"/>
              <a:gd name="connsiteY512" fmla="*/ 4663483 h 6858000"/>
              <a:gd name="connsiteX513" fmla="*/ 5464793 w 7467600"/>
              <a:gd name="connsiteY513" fmla="*/ 4393556 h 6858000"/>
              <a:gd name="connsiteX514" fmla="*/ 5461897 w 7467600"/>
              <a:gd name="connsiteY514" fmla="*/ 4390879 h 6858000"/>
              <a:gd name="connsiteX515" fmla="*/ 4294126 w 7467600"/>
              <a:gd name="connsiteY515" fmla="*/ 3303048 h 6858000"/>
              <a:gd name="connsiteX516" fmla="*/ 4305321 w 7467600"/>
              <a:gd name="connsiteY516" fmla="*/ 3256953 h 6858000"/>
              <a:gd name="connsiteX517" fmla="*/ 4949299 w 7467600"/>
              <a:gd name="connsiteY517" fmla="*/ 3766336 h 6858000"/>
              <a:gd name="connsiteX518" fmla="*/ 5291452 w 7467600"/>
              <a:gd name="connsiteY518" fmla="*/ 4076801 h 6858000"/>
              <a:gd name="connsiteX519" fmla="*/ 5434998 w 7467600"/>
              <a:gd name="connsiteY519" fmla="*/ 4254100 h 6858000"/>
              <a:gd name="connsiteX520" fmla="*/ 5351015 w 7467600"/>
              <a:gd name="connsiteY520" fmla="*/ 3760989 h 6858000"/>
              <a:gd name="connsiteX521" fmla="*/ 5413780 w 7467600"/>
              <a:gd name="connsiteY521" fmla="*/ 2966265 h 6858000"/>
              <a:gd name="connsiteX522" fmla="*/ 5425627 w 7467600"/>
              <a:gd name="connsiteY522" fmla="*/ 2954192 h 6858000"/>
              <a:gd name="connsiteX523" fmla="*/ 6604735 w 7467600"/>
              <a:gd name="connsiteY523" fmla="*/ 2041381 h 6858000"/>
              <a:gd name="connsiteX524" fmla="*/ 7204487 w 7467600"/>
              <a:gd name="connsiteY524" fmla="*/ 2742112 h 6858000"/>
              <a:gd name="connsiteX525" fmla="*/ 7131592 w 7467600"/>
              <a:gd name="connsiteY525" fmla="*/ 2672096 h 6858000"/>
              <a:gd name="connsiteX526" fmla="*/ 6996344 w 7467600"/>
              <a:gd name="connsiteY526" fmla="*/ 2518310 h 6858000"/>
              <a:gd name="connsiteX527" fmla="*/ 6735495 w 7467600"/>
              <a:gd name="connsiteY527" fmla="*/ 2196890 h 6858000"/>
              <a:gd name="connsiteX528" fmla="*/ 6721901 w 7467600"/>
              <a:gd name="connsiteY528" fmla="*/ 2179274 h 6858000"/>
              <a:gd name="connsiteX529" fmla="*/ 6604735 w 7467600"/>
              <a:gd name="connsiteY529" fmla="*/ 2041381 h 6858000"/>
              <a:gd name="connsiteX530" fmla="*/ 6591670 w 7467600"/>
              <a:gd name="connsiteY530" fmla="*/ 1988277 h 6858000"/>
              <a:gd name="connsiteX531" fmla="*/ 6747349 w 7467600"/>
              <a:gd name="connsiteY531" fmla="*/ 2160069 h 6858000"/>
              <a:gd name="connsiteX532" fmla="*/ 6760943 w 7467600"/>
              <a:gd name="connsiteY532" fmla="*/ 2177686 h 6858000"/>
              <a:gd name="connsiteX533" fmla="*/ 7021065 w 7467600"/>
              <a:gd name="connsiteY533" fmla="*/ 2498102 h 6858000"/>
              <a:gd name="connsiteX534" fmla="*/ 7155223 w 7467600"/>
              <a:gd name="connsiteY534" fmla="*/ 2650386 h 6858000"/>
              <a:gd name="connsiteX535" fmla="*/ 7203167 w 7467600"/>
              <a:gd name="connsiteY535" fmla="*/ 2697288 h 6858000"/>
              <a:gd name="connsiteX536" fmla="*/ 6937703 w 7467600"/>
              <a:gd name="connsiteY536" fmla="*/ 2321981 h 6858000"/>
              <a:gd name="connsiteX537" fmla="*/ 6591670 w 7467600"/>
              <a:gd name="connsiteY537" fmla="*/ 1988277 h 6858000"/>
              <a:gd name="connsiteX538" fmla="*/ 5798671 w 7467600"/>
              <a:gd name="connsiteY538" fmla="*/ 1981601 h 6858000"/>
              <a:gd name="connsiteX539" fmla="*/ 5754709 w 7467600"/>
              <a:gd name="connsiteY539" fmla="*/ 2071454 h 6858000"/>
              <a:gd name="connsiteX540" fmla="*/ 5763044 w 7467600"/>
              <a:gd name="connsiteY540" fmla="*/ 2842206 h 6858000"/>
              <a:gd name="connsiteX541" fmla="*/ 5764974 w 7467600"/>
              <a:gd name="connsiteY541" fmla="*/ 2799609 h 6858000"/>
              <a:gd name="connsiteX542" fmla="*/ 5767665 w 7467600"/>
              <a:gd name="connsiteY542" fmla="*/ 2666409 h 6858000"/>
              <a:gd name="connsiteX543" fmla="*/ 5763055 w 7467600"/>
              <a:gd name="connsiteY543" fmla="*/ 2579705 h 6858000"/>
              <a:gd name="connsiteX544" fmla="*/ 5758079 w 7467600"/>
              <a:gd name="connsiteY544" fmla="*/ 2492508 h 6858000"/>
              <a:gd name="connsiteX545" fmla="*/ 5779325 w 7467600"/>
              <a:gd name="connsiteY545" fmla="*/ 2197069 h 6858000"/>
              <a:gd name="connsiteX546" fmla="*/ 5798671 w 7467600"/>
              <a:gd name="connsiteY546" fmla="*/ 1981601 h 6858000"/>
              <a:gd name="connsiteX547" fmla="*/ 5829202 w 7467600"/>
              <a:gd name="connsiteY547" fmla="*/ 1971679 h 6858000"/>
              <a:gd name="connsiteX548" fmla="*/ 5809558 w 7467600"/>
              <a:gd name="connsiteY548" fmla="*/ 2198043 h 6858000"/>
              <a:gd name="connsiteX549" fmla="*/ 5788653 w 7467600"/>
              <a:gd name="connsiteY549" fmla="*/ 2489430 h 6858000"/>
              <a:gd name="connsiteX550" fmla="*/ 5793439 w 7467600"/>
              <a:gd name="connsiteY550" fmla="*/ 2575235 h 6858000"/>
              <a:gd name="connsiteX551" fmla="*/ 5796837 w 7467600"/>
              <a:gd name="connsiteY551" fmla="*/ 2637633 h 6858000"/>
              <a:gd name="connsiteX552" fmla="*/ 5818614 w 7467600"/>
              <a:gd name="connsiteY552" fmla="*/ 2473055 h 6858000"/>
              <a:gd name="connsiteX553" fmla="*/ 5829202 w 7467600"/>
              <a:gd name="connsiteY553" fmla="*/ 1971679 h 6858000"/>
              <a:gd name="connsiteX554" fmla="*/ 5911389 w 7467600"/>
              <a:gd name="connsiteY554" fmla="*/ 1898371 h 6858000"/>
              <a:gd name="connsiteX555" fmla="*/ 6237627 w 7467600"/>
              <a:gd name="connsiteY555" fmla="*/ 2231921 h 6858000"/>
              <a:gd name="connsiteX556" fmla="*/ 5911389 w 7467600"/>
              <a:gd name="connsiteY556" fmla="*/ 1898371 h 6858000"/>
              <a:gd name="connsiteX557" fmla="*/ 6944437 w 7467600"/>
              <a:gd name="connsiteY557" fmla="*/ 1575402 h 6858000"/>
              <a:gd name="connsiteX558" fmla="*/ 6304730 w 7467600"/>
              <a:gd name="connsiteY558" fmla="*/ 1766654 h 6858000"/>
              <a:gd name="connsiteX559" fmla="*/ 6944437 w 7467600"/>
              <a:gd name="connsiteY559" fmla="*/ 1575402 h 6858000"/>
              <a:gd name="connsiteX560" fmla="*/ 7019523 w 7467600"/>
              <a:gd name="connsiteY560" fmla="*/ 1519450 h 6858000"/>
              <a:gd name="connsiteX561" fmla="*/ 6298091 w 7467600"/>
              <a:gd name="connsiteY561" fmla="*/ 1737122 h 6858000"/>
              <a:gd name="connsiteX562" fmla="*/ 7019523 w 7467600"/>
              <a:gd name="connsiteY562" fmla="*/ 1519450 h 6858000"/>
              <a:gd name="connsiteX563" fmla="*/ 2399523 w 7467600"/>
              <a:gd name="connsiteY563" fmla="*/ 1428234 h 6858000"/>
              <a:gd name="connsiteX564" fmla="*/ 2224982 w 7467600"/>
              <a:gd name="connsiteY564" fmla="*/ 1826201 h 6858000"/>
              <a:gd name="connsiteX565" fmla="*/ 2096099 w 7467600"/>
              <a:gd name="connsiteY565" fmla="*/ 2345900 h 6858000"/>
              <a:gd name="connsiteX566" fmla="*/ 2283317 w 7467600"/>
              <a:gd name="connsiteY566" fmla="*/ 1796925 h 6858000"/>
              <a:gd name="connsiteX567" fmla="*/ 2399523 w 7467600"/>
              <a:gd name="connsiteY567" fmla="*/ 1428234 h 6858000"/>
              <a:gd name="connsiteX568" fmla="*/ 2448558 w 7467600"/>
              <a:gd name="connsiteY568" fmla="*/ 1373435 h 6858000"/>
              <a:gd name="connsiteX569" fmla="*/ 2312521 w 7467600"/>
              <a:gd name="connsiteY569" fmla="*/ 1806140 h 6858000"/>
              <a:gd name="connsiteX570" fmla="*/ 2127533 w 7467600"/>
              <a:gd name="connsiteY570" fmla="*/ 2348380 h 6858000"/>
              <a:gd name="connsiteX571" fmla="*/ 2358080 w 7467600"/>
              <a:gd name="connsiteY571" fmla="*/ 1866134 h 6858000"/>
              <a:gd name="connsiteX572" fmla="*/ 2407436 w 7467600"/>
              <a:gd name="connsiteY572" fmla="*/ 1651070 h 6858000"/>
              <a:gd name="connsiteX573" fmla="*/ 2448558 w 7467600"/>
              <a:gd name="connsiteY573" fmla="*/ 1373435 h 6858000"/>
              <a:gd name="connsiteX574" fmla="*/ 278707 w 7467600"/>
              <a:gd name="connsiteY574" fmla="*/ 1352270 h 6858000"/>
              <a:gd name="connsiteX575" fmla="*/ 321570 w 7467600"/>
              <a:gd name="connsiteY575" fmla="*/ 1861610 h 6858000"/>
              <a:gd name="connsiteX576" fmla="*/ 294281 w 7467600"/>
              <a:gd name="connsiteY576" fmla="*/ 1440658 h 6858000"/>
              <a:gd name="connsiteX577" fmla="*/ 278707 w 7467600"/>
              <a:gd name="connsiteY577" fmla="*/ 1352270 h 6858000"/>
              <a:gd name="connsiteX578" fmla="*/ 1423821 w 7467600"/>
              <a:gd name="connsiteY578" fmla="*/ 1351958 h 6858000"/>
              <a:gd name="connsiteX579" fmla="*/ 1638521 w 7467600"/>
              <a:gd name="connsiteY579" fmla="*/ 1908470 h 6858000"/>
              <a:gd name="connsiteX580" fmla="*/ 1754199 w 7467600"/>
              <a:gd name="connsiteY580" fmla="*/ 2149284 h 6858000"/>
              <a:gd name="connsiteX581" fmla="*/ 1908359 w 7467600"/>
              <a:gd name="connsiteY581" fmla="*/ 2364988 h 6858000"/>
              <a:gd name="connsiteX582" fmla="*/ 1647661 w 7467600"/>
              <a:gd name="connsiteY582" fmla="*/ 1825945 h 6858000"/>
              <a:gd name="connsiteX583" fmla="*/ 1423821 w 7467600"/>
              <a:gd name="connsiteY583" fmla="*/ 1351958 h 6858000"/>
              <a:gd name="connsiteX584" fmla="*/ 1431890 w 7467600"/>
              <a:gd name="connsiteY584" fmla="*/ 1306475 h 6858000"/>
              <a:gd name="connsiteX585" fmla="*/ 1507597 w 7467600"/>
              <a:gd name="connsiteY585" fmla="*/ 1446132 h 6858000"/>
              <a:gd name="connsiteX586" fmla="*/ 1674586 w 7467600"/>
              <a:gd name="connsiteY586" fmla="*/ 1813832 h 6858000"/>
              <a:gd name="connsiteX587" fmla="*/ 1815950 w 7467600"/>
              <a:gd name="connsiteY587" fmla="*/ 2128564 h 6858000"/>
              <a:gd name="connsiteX588" fmla="*/ 1984242 w 7467600"/>
              <a:gd name="connsiteY588" fmla="*/ 2430829 h 6858000"/>
              <a:gd name="connsiteX589" fmla="*/ 2014023 w 7467600"/>
              <a:gd name="connsiteY589" fmla="*/ 2450995 h 6858000"/>
              <a:gd name="connsiteX590" fmla="*/ 1747337 w 7467600"/>
              <a:gd name="connsiteY590" fmla="*/ 1855264 h 6858000"/>
              <a:gd name="connsiteX591" fmla="*/ 1533749 w 7467600"/>
              <a:gd name="connsiteY591" fmla="*/ 1478656 h 6858000"/>
              <a:gd name="connsiteX592" fmla="*/ 1431890 w 7467600"/>
              <a:gd name="connsiteY592" fmla="*/ 1306475 h 6858000"/>
              <a:gd name="connsiteX593" fmla="*/ 5052692 w 7467600"/>
              <a:gd name="connsiteY593" fmla="*/ 1292994 h 6858000"/>
              <a:gd name="connsiteX594" fmla="*/ 5200661 w 7467600"/>
              <a:gd name="connsiteY594" fmla="*/ 1635186 h 6858000"/>
              <a:gd name="connsiteX595" fmla="*/ 5297138 w 7467600"/>
              <a:gd name="connsiteY595" fmla="*/ 1906351 h 6858000"/>
              <a:gd name="connsiteX596" fmla="*/ 5052692 w 7467600"/>
              <a:gd name="connsiteY596" fmla="*/ 1292994 h 6858000"/>
              <a:gd name="connsiteX597" fmla="*/ 5009948 w 7467600"/>
              <a:gd name="connsiteY597" fmla="*/ 1273619 h 6858000"/>
              <a:gd name="connsiteX598" fmla="*/ 5121777 w 7467600"/>
              <a:gd name="connsiteY598" fmla="*/ 1654213 h 6858000"/>
              <a:gd name="connsiteX599" fmla="*/ 5293545 w 7467600"/>
              <a:gd name="connsiteY599" fmla="*/ 2072247 h 6858000"/>
              <a:gd name="connsiteX600" fmla="*/ 5294042 w 7467600"/>
              <a:gd name="connsiteY600" fmla="*/ 2065019 h 6858000"/>
              <a:gd name="connsiteX601" fmla="*/ 5171936 w 7467600"/>
              <a:gd name="connsiteY601" fmla="*/ 1647613 h 6858000"/>
              <a:gd name="connsiteX602" fmla="*/ 5009948 w 7467600"/>
              <a:gd name="connsiteY602" fmla="*/ 1273619 h 6858000"/>
              <a:gd name="connsiteX603" fmla="*/ 655236 w 7467600"/>
              <a:gd name="connsiteY603" fmla="*/ 1268632 h 6858000"/>
              <a:gd name="connsiteX604" fmla="*/ 839521 w 7467600"/>
              <a:gd name="connsiteY604" fmla="*/ 1685315 h 6858000"/>
              <a:gd name="connsiteX605" fmla="*/ 1109416 w 7467600"/>
              <a:gd name="connsiteY605" fmla="*/ 2061663 h 6858000"/>
              <a:gd name="connsiteX606" fmla="*/ 1298300 w 7467600"/>
              <a:gd name="connsiteY606" fmla="*/ 2247742 h 6858000"/>
              <a:gd name="connsiteX607" fmla="*/ 1125871 w 7467600"/>
              <a:gd name="connsiteY607" fmla="*/ 1989513 h 6858000"/>
              <a:gd name="connsiteX608" fmla="*/ 981574 w 7467600"/>
              <a:gd name="connsiteY608" fmla="*/ 1783157 h 6858000"/>
              <a:gd name="connsiteX609" fmla="*/ 922198 w 7467600"/>
              <a:gd name="connsiteY609" fmla="*/ 1677437 h 6858000"/>
              <a:gd name="connsiteX610" fmla="*/ 869293 w 7467600"/>
              <a:gd name="connsiteY610" fmla="*/ 1583214 h 6858000"/>
              <a:gd name="connsiteX611" fmla="*/ 751431 w 7467600"/>
              <a:gd name="connsiteY611" fmla="*/ 1405731 h 6858000"/>
              <a:gd name="connsiteX612" fmla="*/ 655236 w 7467600"/>
              <a:gd name="connsiteY612" fmla="*/ 1268632 h 6858000"/>
              <a:gd name="connsiteX613" fmla="*/ 6516292 w 7467600"/>
              <a:gd name="connsiteY613" fmla="*/ 1263064 h 6858000"/>
              <a:gd name="connsiteX614" fmla="*/ 5736320 w 7467600"/>
              <a:gd name="connsiteY614" fmla="*/ 1501803 h 6858000"/>
              <a:gd name="connsiteX615" fmla="*/ 6516292 w 7467600"/>
              <a:gd name="connsiteY615" fmla="*/ 1263064 h 6858000"/>
              <a:gd name="connsiteX616" fmla="*/ 291466 w 7467600"/>
              <a:gd name="connsiteY616" fmla="*/ 1250369 h 6858000"/>
              <a:gd name="connsiteX617" fmla="*/ 323180 w 7467600"/>
              <a:gd name="connsiteY617" fmla="*/ 1435283 h 6858000"/>
              <a:gd name="connsiteX618" fmla="*/ 349381 w 7467600"/>
              <a:gd name="connsiteY618" fmla="*/ 1875041 h 6858000"/>
              <a:gd name="connsiteX619" fmla="*/ 374363 w 7467600"/>
              <a:gd name="connsiteY619" fmla="*/ 1506494 h 6858000"/>
              <a:gd name="connsiteX620" fmla="*/ 302168 w 7467600"/>
              <a:gd name="connsiteY620" fmla="*/ 1274495 h 6858000"/>
              <a:gd name="connsiteX621" fmla="*/ 291466 w 7467600"/>
              <a:gd name="connsiteY621" fmla="*/ 1250369 h 6858000"/>
              <a:gd name="connsiteX622" fmla="*/ 678222 w 7467600"/>
              <a:gd name="connsiteY622" fmla="*/ 1248670 h 6858000"/>
              <a:gd name="connsiteX623" fmla="*/ 775536 w 7467600"/>
              <a:gd name="connsiteY623" fmla="*/ 1388015 h 6858000"/>
              <a:gd name="connsiteX624" fmla="*/ 894529 w 7467600"/>
              <a:gd name="connsiteY624" fmla="*/ 1567739 h 6858000"/>
              <a:gd name="connsiteX625" fmla="*/ 948000 w 7467600"/>
              <a:gd name="connsiteY625" fmla="*/ 1663088 h 6858000"/>
              <a:gd name="connsiteX626" fmla="*/ 1006812 w 7467600"/>
              <a:gd name="connsiteY626" fmla="*/ 1767683 h 6858000"/>
              <a:gd name="connsiteX627" fmla="*/ 1149133 w 7467600"/>
              <a:gd name="connsiteY627" fmla="*/ 1971513 h 6858000"/>
              <a:gd name="connsiteX628" fmla="*/ 1333952 w 7467600"/>
              <a:gd name="connsiteY628" fmla="*/ 2251620 h 6858000"/>
              <a:gd name="connsiteX629" fmla="*/ 1337329 w 7467600"/>
              <a:gd name="connsiteY629" fmla="*/ 2258350 h 6858000"/>
              <a:gd name="connsiteX630" fmla="*/ 1014726 w 7467600"/>
              <a:gd name="connsiteY630" fmla="*/ 1615556 h 6858000"/>
              <a:gd name="connsiteX631" fmla="*/ 678222 w 7467600"/>
              <a:gd name="connsiteY631" fmla="*/ 1248670 h 6858000"/>
              <a:gd name="connsiteX632" fmla="*/ 6691602 w 7467600"/>
              <a:gd name="connsiteY632" fmla="*/ 1140573 h 6858000"/>
              <a:gd name="connsiteX633" fmla="*/ 6571100 w 7467600"/>
              <a:gd name="connsiteY633" fmla="*/ 1183662 h 6858000"/>
              <a:gd name="connsiteX634" fmla="*/ 6241687 w 7467600"/>
              <a:gd name="connsiteY634" fmla="*/ 1257600 h 6858000"/>
              <a:gd name="connsiteX635" fmla="*/ 5693009 w 7467600"/>
              <a:gd name="connsiteY635" fmla="*/ 1478256 h 6858000"/>
              <a:gd name="connsiteX636" fmla="*/ 6548420 w 7467600"/>
              <a:gd name="connsiteY636" fmla="*/ 1214599 h 6858000"/>
              <a:gd name="connsiteX637" fmla="*/ 6605473 w 7467600"/>
              <a:gd name="connsiteY637" fmla="*/ 1184686 h 6858000"/>
              <a:gd name="connsiteX638" fmla="*/ 6691602 w 7467600"/>
              <a:gd name="connsiteY638" fmla="*/ 1140573 h 6858000"/>
              <a:gd name="connsiteX639" fmla="*/ 4002475 w 7467600"/>
              <a:gd name="connsiteY639" fmla="*/ 1037802 h 6858000"/>
              <a:gd name="connsiteX640" fmla="*/ 4000324 w 7467600"/>
              <a:gd name="connsiteY640" fmla="*/ 1039362 h 6858000"/>
              <a:gd name="connsiteX641" fmla="*/ 4002862 w 7467600"/>
              <a:gd name="connsiteY641" fmla="*/ 1042866 h 6858000"/>
              <a:gd name="connsiteX642" fmla="*/ 4002475 w 7467600"/>
              <a:gd name="connsiteY642" fmla="*/ 1037802 h 6858000"/>
              <a:gd name="connsiteX643" fmla="*/ 506322 w 7467600"/>
              <a:gd name="connsiteY643" fmla="*/ 1020997 h 6858000"/>
              <a:gd name="connsiteX644" fmla="*/ 533068 w 7467600"/>
              <a:gd name="connsiteY644" fmla="*/ 1029409 h 6858000"/>
              <a:gd name="connsiteX645" fmla="*/ 1232525 w 7467600"/>
              <a:gd name="connsiteY645" fmla="*/ 1804675 h 6858000"/>
              <a:gd name="connsiteX646" fmla="*/ 1388858 w 7467600"/>
              <a:gd name="connsiteY646" fmla="*/ 2368011 h 6858000"/>
              <a:gd name="connsiteX647" fmla="*/ 1384098 w 7467600"/>
              <a:gd name="connsiteY647" fmla="*/ 2378125 h 6858000"/>
              <a:gd name="connsiteX648" fmla="*/ 1425393 w 7467600"/>
              <a:gd name="connsiteY648" fmla="*/ 2589124 h 6858000"/>
              <a:gd name="connsiteX649" fmla="*/ 1424001 w 7467600"/>
              <a:gd name="connsiteY649" fmla="*/ 2597541 h 6858000"/>
              <a:gd name="connsiteX650" fmla="*/ 2152729 w 7467600"/>
              <a:gd name="connsiteY650" fmla="*/ 2864487 h 6858000"/>
              <a:gd name="connsiteX651" fmla="*/ 2020609 w 7467600"/>
              <a:gd name="connsiteY651" fmla="*/ 2539671 h 6858000"/>
              <a:gd name="connsiteX652" fmla="*/ 2018920 w 7467600"/>
              <a:gd name="connsiteY652" fmla="*/ 2536309 h 6858000"/>
              <a:gd name="connsiteX653" fmla="*/ 1342441 w 7467600"/>
              <a:gd name="connsiteY653" fmla="*/ 1173017 h 6858000"/>
              <a:gd name="connsiteX654" fmla="*/ 1367925 w 7467600"/>
              <a:gd name="connsiteY654" fmla="*/ 1135648 h 6858000"/>
              <a:gd name="connsiteX655" fmla="*/ 1771401 w 7467600"/>
              <a:gd name="connsiteY655" fmla="*/ 1806673 h 6858000"/>
              <a:gd name="connsiteX656" fmla="*/ 1972385 w 7467600"/>
              <a:gd name="connsiteY656" fmla="*/ 2198735 h 6858000"/>
              <a:gd name="connsiteX657" fmla="*/ 2040892 w 7467600"/>
              <a:gd name="connsiteY657" fmla="*/ 2405205 h 6858000"/>
              <a:gd name="connsiteX658" fmla="*/ 2131689 w 7467600"/>
              <a:gd name="connsiteY658" fmla="*/ 1936926 h 6858000"/>
              <a:gd name="connsiteX659" fmla="*/ 2454820 w 7467600"/>
              <a:gd name="connsiteY659" fmla="*/ 1248808 h 6858000"/>
              <a:gd name="connsiteX660" fmla="*/ 2492512 w 7467600"/>
              <a:gd name="connsiteY660" fmla="*/ 1302920 h 6858000"/>
              <a:gd name="connsiteX661" fmla="*/ 2081216 w 7467600"/>
              <a:gd name="connsiteY661" fmla="*/ 2527513 h 6858000"/>
              <a:gd name="connsiteX662" fmla="*/ 2081211 w 7467600"/>
              <a:gd name="connsiteY662" fmla="*/ 2528916 h 6858000"/>
              <a:gd name="connsiteX663" fmla="*/ 2199067 w 7467600"/>
              <a:gd name="connsiteY663" fmla="*/ 2884061 h 6858000"/>
              <a:gd name="connsiteX664" fmla="*/ 3192586 w 7467600"/>
              <a:gd name="connsiteY664" fmla="*/ 3411496 h 6858000"/>
              <a:gd name="connsiteX665" fmla="*/ 3182620 w 7467600"/>
              <a:gd name="connsiteY665" fmla="*/ 3483279 h 6858000"/>
              <a:gd name="connsiteX666" fmla="*/ 2435119 w 7467600"/>
              <a:gd name="connsiteY666" fmla="*/ 3080173 h 6858000"/>
              <a:gd name="connsiteX667" fmla="*/ 2410152 w 7467600"/>
              <a:gd name="connsiteY667" fmla="*/ 3063751 h 6858000"/>
              <a:gd name="connsiteX668" fmla="*/ 2408099 w 7467600"/>
              <a:gd name="connsiteY668" fmla="*/ 3064403 h 6858000"/>
              <a:gd name="connsiteX669" fmla="*/ 2407218 w 7467600"/>
              <a:gd name="connsiteY669" fmla="*/ 3070324 h 6858000"/>
              <a:gd name="connsiteX670" fmla="*/ 2380138 w 7467600"/>
              <a:gd name="connsiteY670" fmla="*/ 3099341 h 6858000"/>
              <a:gd name="connsiteX671" fmla="*/ 1765923 w 7467600"/>
              <a:gd name="connsiteY671" fmla="*/ 3581043 h 6858000"/>
              <a:gd name="connsiteX672" fmla="*/ 1702258 w 7467600"/>
              <a:gd name="connsiteY672" fmla="*/ 3612286 h 6858000"/>
              <a:gd name="connsiteX673" fmla="*/ 1538370 w 7467600"/>
              <a:gd name="connsiteY673" fmla="*/ 3811804 h 6858000"/>
              <a:gd name="connsiteX674" fmla="*/ 542867 w 7467600"/>
              <a:gd name="connsiteY674" fmla="*/ 4944092 h 6858000"/>
              <a:gd name="connsiteX675" fmla="*/ 515800 w 7467600"/>
              <a:gd name="connsiteY675" fmla="*/ 4862180 h 6858000"/>
              <a:gd name="connsiteX676" fmla="*/ 909145 w 7467600"/>
              <a:gd name="connsiteY676" fmla="*/ 4199225 h 6858000"/>
              <a:gd name="connsiteX677" fmla="*/ 1214067 w 7467600"/>
              <a:gd name="connsiteY677" fmla="*/ 3908561 h 6858000"/>
              <a:gd name="connsiteX678" fmla="*/ 640967 w 7467600"/>
              <a:gd name="connsiteY678" fmla="*/ 4105601 h 6858000"/>
              <a:gd name="connsiteX679" fmla="*/ 112563 w 7467600"/>
              <a:gd name="connsiteY679" fmla="*/ 4396952 h 6858000"/>
              <a:gd name="connsiteX680" fmla="*/ 0 w 7467600"/>
              <a:gd name="connsiteY680" fmla="*/ 4466006 h 6858000"/>
              <a:gd name="connsiteX681" fmla="*/ 0 w 7467600"/>
              <a:gd name="connsiteY681" fmla="*/ 4233763 h 6858000"/>
              <a:gd name="connsiteX682" fmla="*/ 36881 w 7467600"/>
              <a:gd name="connsiteY682" fmla="*/ 4200118 h 6858000"/>
              <a:gd name="connsiteX683" fmla="*/ 910534 w 7467600"/>
              <a:gd name="connsiteY683" fmla="*/ 3629753 h 6858000"/>
              <a:gd name="connsiteX684" fmla="*/ 1578717 w 7467600"/>
              <a:gd name="connsiteY684" fmla="*/ 3575982 h 6858000"/>
              <a:gd name="connsiteX685" fmla="*/ 2338780 w 7467600"/>
              <a:gd name="connsiteY685" fmla="*/ 3033725 h 6858000"/>
              <a:gd name="connsiteX686" fmla="*/ 1807991 w 7467600"/>
              <a:gd name="connsiteY686" fmla="*/ 2807184 h 6858000"/>
              <a:gd name="connsiteX687" fmla="*/ 1416358 w 7467600"/>
              <a:gd name="connsiteY687" fmla="*/ 3112571 h 6858000"/>
              <a:gd name="connsiteX688" fmla="*/ 939066 w 7467600"/>
              <a:gd name="connsiteY688" fmla="*/ 3378798 h 6858000"/>
              <a:gd name="connsiteX689" fmla="*/ 115099 w 7467600"/>
              <a:gd name="connsiteY689" fmla="*/ 3607650 h 6858000"/>
              <a:gd name="connsiteX690" fmla="*/ 97284 w 7467600"/>
              <a:gd name="connsiteY690" fmla="*/ 3520393 h 6858000"/>
              <a:gd name="connsiteX691" fmla="*/ 922050 w 7467600"/>
              <a:gd name="connsiteY691" fmla="*/ 3074867 h 6858000"/>
              <a:gd name="connsiteX692" fmla="*/ 1405265 w 7467600"/>
              <a:gd name="connsiteY692" fmla="*/ 3016319 h 6858000"/>
              <a:gd name="connsiteX693" fmla="*/ 1407512 w 7467600"/>
              <a:gd name="connsiteY693" fmla="*/ 3018001 h 6858000"/>
              <a:gd name="connsiteX694" fmla="*/ 1726266 w 7467600"/>
              <a:gd name="connsiteY694" fmla="*/ 2777274 h 6858000"/>
              <a:gd name="connsiteX695" fmla="*/ 625390 w 7467600"/>
              <a:gd name="connsiteY695" fmla="*/ 2514541 h 6858000"/>
              <a:gd name="connsiteX696" fmla="*/ 619799 w 7467600"/>
              <a:gd name="connsiteY696" fmla="*/ 2527180 h 6858000"/>
              <a:gd name="connsiteX697" fmla="*/ 310030 w 7467600"/>
              <a:gd name="connsiteY697" fmla="*/ 2771818 h 6858000"/>
              <a:gd name="connsiteX698" fmla="*/ 173877 w 7467600"/>
              <a:gd name="connsiteY698" fmla="*/ 2937056 h 6858000"/>
              <a:gd name="connsiteX699" fmla="*/ 77889 w 7467600"/>
              <a:gd name="connsiteY699" fmla="*/ 3138440 h 6858000"/>
              <a:gd name="connsiteX700" fmla="*/ 0 w 7467600"/>
              <a:gd name="connsiteY700" fmla="*/ 3271395 h 6858000"/>
              <a:gd name="connsiteX701" fmla="*/ 0 w 7467600"/>
              <a:gd name="connsiteY701" fmla="*/ 3153002 h 6858000"/>
              <a:gd name="connsiteX702" fmla="*/ 2386 w 7467600"/>
              <a:gd name="connsiteY702" fmla="*/ 3149203 h 6858000"/>
              <a:gd name="connsiteX703" fmla="*/ 89753 w 7467600"/>
              <a:gd name="connsiteY703" fmla="*/ 2987702 h 6858000"/>
              <a:gd name="connsiteX704" fmla="*/ 76869 w 7467600"/>
              <a:gd name="connsiteY704" fmla="*/ 3005404 h 6858000"/>
              <a:gd name="connsiteX705" fmla="*/ 32049 w 7467600"/>
              <a:gd name="connsiteY705" fmla="*/ 3065814 h 6858000"/>
              <a:gd name="connsiteX706" fmla="*/ 0 w 7467600"/>
              <a:gd name="connsiteY706" fmla="*/ 3108744 h 6858000"/>
              <a:gd name="connsiteX707" fmla="*/ 0 w 7467600"/>
              <a:gd name="connsiteY707" fmla="*/ 3058059 h 6858000"/>
              <a:gd name="connsiteX708" fmla="*/ 7610 w 7467600"/>
              <a:gd name="connsiteY708" fmla="*/ 3047889 h 6858000"/>
              <a:gd name="connsiteX709" fmla="*/ 52419 w 7467600"/>
              <a:gd name="connsiteY709" fmla="*/ 2987479 h 6858000"/>
              <a:gd name="connsiteX710" fmla="*/ 59142 w 7467600"/>
              <a:gd name="connsiteY710" fmla="*/ 2978488 h 6858000"/>
              <a:gd name="connsiteX711" fmla="*/ 0 w 7467600"/>
              <a:gd name="connsiteY711" fmla="*/ 3015334 h 6858000"/>
              <a:gd name="connsiteX712" fmla="*/ 0 w 7467600"/>
              <a:gd name="connsiteY712" fmla="*/ 2914286 h 6858000"/>
              <a:gd name="connsiteX713" fmla="*/ 36383 w 7467600"/>
              <a:gd name="connsiteY713" fmla="*/ 2901128 h 6858000"/>
              <a:gd name="connsiteX714" fmla="*/ 156329 w 7467600"/>
              <a:gd name="connsiteY714" fmla="*/ 2840533 h 6858000"/>
              <a:gd name="connsiteX715" fmla="*/ 358355 w 7467600"/>
              <a:gd name="connsiteY715" fmla="*/ 2620471 h 6858000"/>
              <a:gd name="connsiteX716" fmla="*/ 510577 w 7467600"/>
              <a:gd name="connsiteY716" fmla="*/ 2501244 h 6858000"/>
              <a:gd name="connsiteX717" fmla="*/ 211967 w 7467600"/>
              <a:gd name="connsiteY717" fmla="*/ 2479171 h 6858000"/>
              <a:gd name="connsiteX718" fmla="*/ 0 w 7467600"/>
              <a:gd name="connsiteY718" fmla="*/ 2476398 h 6858000"/>
              <a:gd name="connsiteX719" fmla="*/ 0 w 7467600"/>
              <a:gd name="connsiteY719" fmla="*/ 2389189 h 6858000"/>
              <a:gd name="connsiteX720" fmla="*/ 103062 w 7467600"/>
              <a:gd name="connsiteY720" fmla="*/ 2389518 h 6858000"/>
              <a:gd name="connsiteX721" fmla="*/ 510734 w 7467600"/>
              <a:gd name="connsiteY721" fmla="*/ 2416201 h 6858000"/>
              <a:gd name="connsiteX722" fmla="*/ 279257 w 7467600"/>
              <a:gd name="connsiteY722" fmla="*/ 2092102 h 6858000"/>
              <a:gd name="connsiteX723" fmla="*/ 65265 w 7467600"/>
              <a:gd name="connsiteY723" fmla="*/ 2006049 h 6858000"/>
              <a:gd name="connsiteX724" fmla="*/ 0 w 7467600"/>
              <a:gd name="connsiteY724" fmla="*/ 1982532 h 6858000"/>
              <a:gd name="connsiteX725" fmla="*/ 0 w 7467600"/>
              <a:gd name="connsiteY725" fmla="*/ 1912789 h 6858000"/>
              <a:gd name="connsiteX726" fmla="*/ 97460 w 7467600"/>
              <a:gd name="connsiteY726" fmla="*/ 1953725 h 6858000"/>
              <a:gd name="connsiteX727" fmla="*/ 221272 w 7467600"/>
              <a:gd name="connsiteY727" fmla="*/ 1980766 h 6858000"/>
              <a:gd name="connsiteX728" fmla="*/ 116765 w 7467600"/>
              <a:gd name="connsiteY728" fmla="*/ 1911033 h 6858000"/>
              <a:gd name="connsiteX729" fmla="*/ 16405 w 7467600"/>
              <a:gd name="connsiteY729" fmla="*/ 1803412 h 6858000"/>
              <a:gd name="connsiteX730" fmla="*/ 0 w 7467600"/>
              <a:gd name="connsiteY730" fmla="*/ 1784777 h 6858000"/>
              <a:gd name="connsiteX731" fmla="*/ 0 w 7467600"/>
              <a:gd name="connsiteY731" fmla="*/ 1740082 h 6858000"/>
              <a:gd name="connsiteX732" fmla="*/ 39394 w 7467600"/>
              <a:gd name="connsiteY732" fmla="*/ 1784856 h 6858000"/>
              <a:gd name="connsiteX733" fmla="*/ 135813 w 7467600"/>
              <a:gd name="connsiteY733" fmla="*/ 1888838 h 6858000"/>
              <a:gd name="connsiteX734" fmla="*/ 242575 w 7467600"/>
              <a:gd name="connsiteY734" fmla="*/ 1958841 h 6858000"/>
              <a:gd name="connsiteX735" fmla="*/ 82197 w 7467600"/>
              <a:gd name="connsiteY735" fmla="*/ 1754826 h 6858000"/>
              <a:gd name="connsiteX736" fmla="*/ 0 w 7467600"/>
              <a:gd name="connsiteY736" fmla="*/ 1679650 h 6858000"/>
              <a:gd name="connsiteX737" fmla="*/ 0 w 7467600"/>
              <a:gd name="connsiteY737" fmla="*/ 1602463 h 6858000"/>
              <a:gd name="connsiteX738" fmla="*/ 84689 w 7467600"/>
              <a:gd name="connsiteY738" fmla="*/ 1677442 h 6858000"/>
              <a:gd name="connsiteX739" fmla="*/ 298437 w 7467600"/>
              <a:gd name="connsiteY739" fmla="*/ 1968019 h 6858000"/>
              <a:gd name="connsiteX740" fmla="*/ 227269 w 7467600"/>
              <a:gd name="connsiteY740" fmla="*/ 1114064 h 6858000"/>
              <a:gd name="connsiteX741" fmla="*/ 248003 w 7467600"/>
              <a:gd name="connsiteY741" fmla="*/ 1089613 h 6858000"/>
              <a:gd name="connsiteX742" fmla="*/ 427020 w 7467600"/>
              <a:gd name="connsiteY742" fmla="*/ 1619803 h 6858000"/>
              <a:gd name="connsiteX743" fmla="*/ 340345 w 7467600"/>
              <a:gd name="connsiteY743" fmla="*/ 2027739 h 6858000"/>
              <a:gd name="connsiteX744" fmla="*/ 360865 w 7467600"/>
              <a:gd name="connsiteY744" fmla="*/ 2044827 h 6858000"/>
              <a:gd name="connsiteX745" fmla="*/ 560414 w 7467600"/>
              <a:gd name="connsiteY745" fmla="*/ 2421457 h 6858000"/>
              <a:gd name="connsiteX746" fmla="*/ 1359703 w 7467600"/>
              <a:gd name="connsiteY746" fmla="*/ 2578554 h 6858000"/>
              <a:gd name="connsiteX747" fmla="*/ 1359422 w 7467600"/>
              <a:gd name="connsiteY747" fmla="*/ 2577994 h 6858000"/>
              <a:gd name="connsiteX748" fmla="*/ 828701 w 7467600"/>
              <a:gd name="connsiteY748" fmla="*/ 1839520 h 6858000"/>
              <a:gd name="connsiteX749" fmla="*/ 494427 w 7467600"/>
              <a:gd name="connsiteY749" fmla="*/ 1092333 h 6858000"/>
              <a:gd name="connsiteX750" fmla="*/ 506322 w 7467600"/>
              <a:gd name="connsiteY750" fmla="*/ 1020997 h 6858000"/>
              <a:gd name="connsiteX751" fmla="*/ 4570198 w 7467600"/>
              <a:gd name="connsiteY751" fmla="*/ 978081 h 6858000"/>
              <a:gd name="connsiteX752" fmla="*/ 4523691 w 7467600"/>
              <a:gd name="connsiteY752" fmla="*/ 1127776 h 6858000"/>
              <a:gd name="connsiteX753" fmla="*/ 4509875 w 7467600"/>
              <a:gd name="connsiteY753" fmla="*/ 1167552 h 6858000"/>
              <a:gd name="connsiteX754" fmla="*/ 4478168 w 7467600"/>
              <a:gd name="connsiteY754" fmla="*/ 1260735 h 6858000"/>
              <a:gd name="connsiteX755" fmla="*/ 4409309 w 7467600"/>
              <a:gd name="connsiteY755" fmla="*/ 1666996 h 6858000"/>
              <a:gd name="connsiteX756" fmla="*/ 4370031 w 7467600"/>
              <a:gd name="connsiteY756" fmla="*/ 1955666 h 6858000"/>
              <a:gd name="connsiteX757" fmla="*/ 4570198 w 7467600"/>
              <a:gd name="connsiteY757" fmla="*/ 978081 h 6858000"/>
              <a:gd name="connsiteX758" fmla="*/ 4557898 w 7467600"/>
              <a:gd name="connsiteY758" fmla="*/ 900011 h 6858000"/>
              <a:gd name="connsiteX759" fmla="*/ 4344840 w 7467600"/>
              <a:gd name="connsiteY759" fmla="*/ 1922038 h 6858000"/>
              <a:gd name="connsiteX760" fmla="*/ 4378710 w 7467600"/>
              <a:gd name="connsiteY760" fmla="*/ 1665516 h 6858000"/>
              <a:gd name="connsiteX761" fmla="*/ 4448798 w 7467600"/>
              <a:gd name="connsiteY761" fmla="*/ 1253024 h 6858000"/>
              <a:gd name="connsiteX762" fmla="*/ 4480315 w 7467600"/>
              <a:gd name="connsiteY762" fmla="*/ 1158454 h 6858000"/>
              <a:gd name="connsiteX763" fmla="*/ 4494133 w 7467600"/>
              <a:gd name="connsiteY763" fmla="*/ 1118676 h 6858000"/>
              <a:gd name="connsiteX764" fmla="*/ 4557898 w 7467600"/>
              <a:gd name="connsiteY764" fmla="*/ 900011 h 6858000"/>
              <a:gd name="connsiteX765" fmla="*/ 5870151 w 7467600"/>
              <a:gd name="connsiteY765" fmla="*/ 898890 h 6858000"/>
              <a:gd name="connsiteX766" fmla="*/ 5861335 w 7467600"/>
              <a:gd name="connsiteY766" fmla="*/ 899177 h 6858000"/>
              <a:gd name="connsiteX767" fmla="*/ 5843702 w 7467600"/>
              <a:gd name="connsiteY767" fmla="*/ 899748 h 6858000"/>
              <a:gd name="connsiteX768" fmla="*/ 5651107 w 7467600"/>
              <a:gd name="connsiteY768" fmla="*/ 920306 h 6858000"/>
              <a:gd name="connsiteX769" fmla="*/ 5459407 w 7467600"/>
              <a:gd name="connsiteY769" fmla="*/ 940975 h 6858000"/>
              <a:gd name="connsiteX770" fmla="*/ 5374846 w 7467600"/>
              <a:gd name="connsiteY770" fmla="*/ 941988 h 6858000"/>
              <a:gd name="connsiteX771" fmla="*/ 5256105 w 7467600"/>
              <a:gd name="connsiteY771" fmla="*/ 945632 h 6858000"/>
              <a:gd name="connsiteX772" fmla="*/ 5107071 w 7467600"/>
              <a:gd name="connsiteY772" fmla="*/ 969720 h 6858000"/>
              <a:gd name="connsiteX773" fmla="*/ 4998681 w 7467600"/>
              <a:gd name="connsiteY773" fmla="*/ 988771 h 6858000"/>
              <a:gd name="connsiteX774" fmla="*/ 5870151 w 7467600"/>
              <a:gd name="connsiteY774" fmla="*/ 898890 h 6858000"/>
              <a:gd name="connsiteX775" fmla="*/ 5504425 w 7467600"/>
              <a:gd name="connsiteY775" fmla="*/ 848067 h 6858000"/>
              <a:gd name="connsiteX776" fmla="*/ 4968849 w 7467600"/>
              <a:gd name="connsiteY776" fmla="*/ 962318 h 6858000"/>
              <a:gd name="connsiteX777" fmla="*/ 5104039 w 7467600"/>
              <a:gd name="connsiteY777" fmla="*/ 940634 h 6858000"/>
              <a:gd name="connsiteX778" fmla="*/ 5256311 w 7467600"/>
              <a:gd name="connsiteY778" fmla="*/ 916490 h 6858000"/>
              <a:gd name="connsiteX779" fmla="*/ 5377381 w 7467600"/>
              <a:gd name="connsiteY779" fmla="*/ 912671 h 6858000"/>
              <a:gd name="connsiteX780" fmla="*/ 5460148 w 7467600"/>
              <a:gd name="connsiteY780" fmla="*/ 911442 h 6858000"/>
              <a:gd name="connsiteX781" fmla="*/ 5648971 w 7467600"/>
              <a:gd name="connsiteY781" fmla="*/ 891331 h 6858000"/>
              <a:gd name="connsiteX782" fmla="*/ 5844807 w 7467600"/>
              <a:gd name="connsiteY782" fmla="*/ 870718 h 6858000"/>
              <a:gd name="connsiteX783" fmla="*/ 5862975 w 7467600"/>
              <a:gd name="connsiteY783" fmla="*/ 869756 h 6858000"/>
              <a:gd name="connsiteX784" fmla="*/ 5920887 w 7467600"/>
              <a:gd name="connsiteY784" fmla="*/ 865929 h 6858000"/>
              <a:gd name="connsiteX785" fmla="*/ 5504425 w 7467600"/>
              <a:gd name="connsiteY785" fmla="*/ 848067 h 6858000"/>
              <a:gd name="connsiteX786" fmla="*/ 3607114 w 7467600"/>
              <a:gd name="connsiteY786" fmla="*/ 467441 h 6858000"/>
              <a:gd name="connsiteX787" fmla="*/ 3296242 w 7467600"/>
              <a:gd name="connsiteY787" fmla="*/ 807991 h 6858000"/>
              <a:gd name="connsiteX788" fmla="*/ 3174674 w 7467600"/>
              <a:gd name="connsiteY788" fmla="*/ 919759 h 6858000"/>
              <a:gd name="connsiteX789" fmla="*/ 3042978 w 7467600"/>
              <a:gd name="connsiteY789" fmla="*/ 1054894 h 6858000"/>
              <a:gd name="connsiteX790" fmla="*/ 2968914 w 7467600"/>
              <a:gd name="connsiteY790" fmla="*/ 1133756 h 6858000"/>
              <a:gd name="connsiteX791" fmla="*/ 3103823 w 7467600"/>
              <a:gd name="connsiteY791" fmla="*/ 1026814 h 6858000"/>
              <a:gd name="connsiteX792" fmla="*/ 3607114 w 7467600"/>
              <a:gd name="connsiteY792" fmla="*/ 467441 h 6858000"/>
              <a:gd name="connsiteX793" fmla="*/ 3744487 w 7467600"/>
              <a:gd name="connsiteY793" fmla="*/ 383136 h 6858000"/>
              <a:gd name="connsiteX794" fmla="*/ 3970213 w 7467600"/>
              <a:gd name="connsiteY794" fmla="*/ 995559 h 6858000"/>
              <a:gd name="connsiteX795" fmla="*/ 3744487 w 7467600"/>
              <a:gd name="connsiteY795" fmla="*/ 383136 h 6858000"/>
              <a:gd name="connsiteX796" fmla="*/ 3624562 w 7467600"/>
              <a:gd name="connsiteY796" fmla="*/ 367041 h 6858000"/>
              <a:gd name="connsiteX797" fmla="*/ 3489712 w 7467600"/>
              <a:gd name="connsiteY797" fmla="*/ 485386 h 6858000"/>
              <a:gd name="connsiteX798" fmla="*/ 3182994 w 7467600"/>
              <a:gd name="connsiteY798" fmla="*/ 828265 h 6858000"/>
              <a:gd name="connsiteX799" fmla="*/ 2892114 w 7467600"/>
              <a:gd name="connsiteY799" fmla="*/ 1172635 h 6858000"/>
              <a:gd name="connsiteX800" fmla="*/ 3021459 w 7467600"/>
              <a:gd name="connsiteY800" fmla="*/ 1035385 h 6858000"/>
              <a:gd name="connsiteX801" fmla="*/ 3153873 w 7467600"/>
              <a:gd name="connsiteY801" fmla="*/ 898971 h 6858000"/>
              <a:gd name="connsiteX802" fmla="*/ 3276511 w 7467600"/>
              <a:gd name="connsiteY802" fmla="*/ 786423 h 6858000"/>
              <a:gd name="connsiteX803" fmla="*/ 3584154 w 7467600"/>
              <a:gd name="connsiteY803" fmla="*/ 448218 h 6858000"/>
              <a:gd name="connsiteX804" fmla="*/ 3624562 w 7467600"/>
              <a:gd name="connsiteY804" fmla="*/ 367041 h 6858000"/>
              <a:gd name="connsiteX805" fmla="*/ 3766672 w 7467600"/>
              <a:gd name="connsiteY805" fmla="*/ 359429 h 6858000"/>
              <a:gd name="connsiteX806" fmla="*/ 3996338 w 7467600"/>
              <a:gd name="connsiteY806" fmla="*/ 968237 h 6858000"/>
              <a:gd name="connsiteX807" fmla="*/ 3766672 w 7467600"/>
              <a:gd name="connsiteY807" fmla="*/ 359429 h 6858000"/>
              <a:gd name="connsiteX808" fmla="*/ 5805386 w 7467600"/>
              <a:gd name="connsiteY808" fmla="*/ 239240 h 6858000"/>
              <a:gd name="connsiteX809" fmla="*/ 5736947 w 7467600"/>
              <a:gd name="connsiteY809" fmla="*/ 261367 h 6858000"/>
              <a:gd name="connsiteX810" fmla="*/ 5427012 w 7467600"/>
              <a:gd name="connsiteY810" fmla="*/ 311272 h 6858000"/>
              <a:gd name="connsiteX811" fmla="*/ 5147818 w 7467600"/>
              <a:gd name="connsiteY811" fmla="*/ 322112 h 6858000"/>
              <a:gd name="connsiteX812" fmla="*/ 5060854 w 7467600"/>
              <a:gd name="connsiteY812" fmla="*/ 311882 h 6858000"/>
              <a:gd name="connsiteX813" fmla="*/ 4945989 w 7467600"/>
              <a:gd name="connsiteY813" fmla="*/ 300516 h 6858000"/>
              <a:gd name="connsiteX814" fmla="*/ 5410479 w 7467600"/>
              <a:gd name="connsiteY814" fmla="*/ 348434 h 6858000"/>
              <a:gd name="connsiteX815" fmla="*/ 5805386 w 7467600"/>
              <a:gd name="connsiteY815" fmla="*/ 239240 h 6858000"/>
              <a:gd name="connsiteX816" fmla="*/ 5905192 w 7467600"/>
              <a:gd name="connsiteY816" fmla="*/ 163079 h 6858000"/>
              <a:gd name="connsiteX817" fmla="*/ 5865655 w 7467600"/>
              <a:gd name="connsiteY817" fmla="*/ 171901 h 6858000"/>
              <a:gd name="connsiteX818" fmla="*/ 5259740 w 7467600"/>
              <a:gd name="connsiteY818" fmla="*/ 257013 h 6858000"/>
              <a:gd name="connsiteX819" fmla="*/ 5208466 w 7467600"/>
              <a:gd name="connsiteY819" fmla="*/ 257550 h 6858000"/>
              <a:gd name="connsiteX820" fmla="*/ 4980204 w 7467600"/>
              <a:gd name="connsiteY820" fmla="*/ 271903 h 6858000"/>
              <a:gd name="connsiteX821" fmla="*/ 5068068 w 7467600"/>
              <a:gd name="connsiteY821" fmla="*/ 282244 h 6858000"/>
              <a:gd name="connsiteX822" fmla="*/ 5153231 w 7467600"/>
              <a:gd name="connsiteY822" fmla="*/ 292240 h 6858000"/>
              <a:gd name="connsiteX823" fmla="*/ 5426491 w 7467600"/>
              <a:gd name="connsiteY823" fmla="*/ 281128 h 6858000"/>
              <a:gd name="connsiteX824" fmla="*/ 5731212 w 7467600"/>
              <a:gd name="connsiteY824" fmla="*/ 231951 h 6858000"/>
              <a:gd name="connsiteX825" fmla="*/ 5905192 w 7467600"/>
              <a:gd name="connsiteY825" fmla="*/ 163079 h 6858000"/>
              <a:gd name="connsiteX826" fmla="*/ 5944437 w 7467600"/>
              <a:gd name="connsiteY826" fmla="*/ 113829 h 6858000"/>
              <a:gd name="connsiteX827" fmla="*/ 5825032 w 7467600"/>
              <a:gd name="connsiteY827" fmla="*/ 146405 h 6858000"/>
              <a:gd name="connsiteX828" fmla="*/ 4955599 w 7467600"/>
              <a:gd name="connsiteY828" fmla="*/ 247008 h 6858000"/>
              <a:gd name="connsiteX829" fmla="*/ 5210104 w 7467600"/>
              <a:gd name="connsiteY829" fmla="*/ 228123 h 6858000"/>
              <a:gd name="connsiteX830" fmla="*/ 5261015 w 7467600"/>
              <a:gd name="connsiteY830" fmla="*/ 227087 h 6858000"/>
              <a:gd name="connsiteX831" fmla="*/ 5861181 w 7467600"/>
              <a:gd name="connsiteY831" fmla="*/ 143093 h 6858000"/>
              <a:gd name="connsiteX832" fmla="*/ 5961252 w 7467600"/>
              <a:gd name="connsiteY832" fmla="*/ 114820 h 6858000"/>
              <a:gd name="connsiteX833" fmla="*/ 5944437 w 7467600"/>
              <a:gd name="connsiteY833" fmla="*/ 113829 h 6858000"/>
              <a:gd name="connsiteX834" fmla="*/ 3882765 w 7467600"/>
              <a:gd name="connsiteY834" fmla="*/ 0 h 6858000"/>
              <a:gd name="connsiteX835" fmla="*/ 3995099 w 7467600"/>
              <a:gd name="connsiteY835" fmla="*/ 0 h 6858000"/>
              <a:gd name="connsiteX836" fmla="*/ 4163818 w 7467600"/>
              <a:gd name="connsiteY836" fmla="*/ 234104 h 6858000"/>
              <a:gd name="connsiteX837" fmla="*/ 4172099 w 7467600"/>
              <a:gd name="connsiteY837" fmla="*/ 234207 h 6858000"/>
              <a:gd name="connsiteX838" fmla="*/ 4784282 w 7467600"/>
              <a:gd name="connsiteY838" fmla="*/ 276561 h 6858000"/>
              <a:gd name="connsiteX839" fmla="*/ 4801687 w 7467600"/>
              <a:gd name="connsiteY839" fmla="*/ 267764 h 6858000"/>
              <a:gd name="connsiteX840" fmla="*/ 6082788 w 7467600"/>
              <a:gd name="connsiteY840" fmla="*/ 64119 h 6858000"/>
              <a:gd name="connsiteX841" fmla="*/ 6099442 w 7467600"/>
              <a:gd name="connsiteY841" fmla="*/ 82568 h 6858000"/>
              <a:gd name="connsiteX842" fmla="*/ 4804137 w 7467600"/>
              <a:gd name="connsiteY842" fmla="*/ 320931 h 6858000"/>
              <a:gd name="connsiteX843" fmla="*/ 4227047 w 7467600"/>
              <a:gd name="connsiteY843" fmla="*/ 313415 h 6858000"/>
              <a:gd name="connsiteX844" fmla="*/ 4346041 w 7467600"/>
              <a:gd name="connsiteY844" fmla="*/ 456086 h 6858000"/>
              <a:gd name="connsiteX845" fmla="*/ 4870967 w 7467600"/>
              <a:gd name="connsiteY845" fmla="*/ 963061 h 6858000"/>
              <a:gd name="connsiteX846" fmla="*/ 4889647 w 7467600"/>
              <a:gd name="connsiteY846" fmla="*/ 957147 h 6858000"/>
              <a:gd name="connsiteX847" fmla="*/ 5422504 w 7467600"/>
              <a:gd name="connsiteY847" fmla="*/ 805191 h 6858000"/>
              <a:gd name="connsiteX848" fmla="*/ 6087656 w 7467600"/>
              <a:gd name="connsiteY848" fmla="*/ 826703 h 6858000"/>
              <a:gd name="connsiteX849" fmla="*/ 6058717 w 7467600"/>
              <a:gd name="connsiteY849" fmla="*/ 865992 h 6858000"/>
              <a:gd name="connsiteX850" fmla="*/ 4974153 w 7467600"/>
              <a:gd name="connsiteY850" fmla="*/ 1045456 h 6858000"/>
              <a:gd name="connsiteX851" fmla="*/ 5627835 w 7467600"/>
              <a:gd name="connsiteY851" fmla="*/ 1472077 h 6858000"/>
              <a:gd name="connsiteX852" fmla="*/ 5629817 w 7467600"/>
              <a:gd name="connsiteY852" fmla="*/ 1471412 h 6858000"/>
              <a:gd name="connsiteX853" fmla="*/ 5634124 w 7467600"/>
              <a:gd name="connsiteY853" fmla="*/ 1470572 h 6858000"/>
              <a:gd name="connsiteX854" fmla="*/ 5755832 w 7467600"/>
              <a:gd name="connsiteY854" fmla="*/ 1383886 h 6858000"/>
              <a:gd name="connsiteX855" fmla="*/ 6014186 w 7467600"/>
              <a:gd name="connsiteY855" fmla="*/ 1279799 h 6858000"/>
              <a:gd name="connsiteX856" fmla="*/ 6901619 w 7467600"/>
              <a:gd name="connsiteY856" fmla="*/ 1047874 h 6858000"/>
              <a:gd name="connsiteX857" fmla="*/ 6931566 w 7467600"/>
              <a:gd name="connsiteY857" fmla="*/ 1062034 h 6858000"/>
              <a:gd name="connsiteX858" fmla="*/ 5790982 w 7467600"/>
              <a:gd name="connsiteY858" fmla="*/ 1561380 h 6858000"/>
              <a:gd name="connsiteX859" fmla="*/ 6188971 w 7467600"/>
              <a:gd name="connsiteY859" fmla="*/ 1755168 h 6858000"/>
              <a:gd name="connsiteX860" fmla="*/ 6202446 w 7467600"/>
              <a:gd name="connsiteY860" fmla="*/ 1752268 h 6858000"/>
              <a:gd name="connsiteX861" fmla="*/ 7179560 w 7467600"/>
              <a:gd name="connsiteY861" fmla="*/ 1467551 h 6858000"/>
              <a:gd name="connsiteX862" fmla="*/ 7158730 w 7467600"/>
              <a:gd name="connsiteY862" fmla="*/ 1507835 h 6858000"/>
              <a:gd name="connsiteX863" fmla="*/ 6326959 w 7467600"/>
              <a:gd name="connsiteY863" fmla="*/ 1817686 h 6858000"/>
              <a:gd name="connsiteX864" fmla="*/ 6537433 w 7467600"/>
              <a:gd name="connsiteY864" fmla="*/ 1907790 h 6858000"/>
              <a:gd name="connsiteX865" fmla="*/ 6550221 w 7467600"/>
              <a:gd name="connsiteY865" fmla="*/ 1910729 h 6858000"/>
              <a:gd name="connsiteX866" fmla="*/ 6964438 w 7467600"/>
              <a:gd name="connsiteY866" fmla="*/ 2209505 h 6858000"/>
              <a:gd name="connsiteX867" fmla="*/ 7367862 w 7467600"/>
              <a:gd name="connsiteY867" fmla="*/ 2806833 h 6858000"/>
              <a:gd name="connsiteX868" fmla="*/ 7364329 w 7467600"/>
              <a:gd name="connsiteY868" fmla="*/ 2826907 h 6858000"/>
              <a:gd name="connsiteX869" fmla="*/ 7290545 w 7467600"/>
              <a:gd name="connsiteY869" fmla="*/ 2850663 h 6858000"/>
              <a:gd name="connsiteX870" fmla="*/ 6472036 w 7467600"/>
              <a:gd name="connsiteY870" fmla="*/ 1959003 h 6858000"/>
              <a:gd name="connsiteX871" fmla="*/ 5792897 w 7467600"/>
              <a:gd name="connsiteY871" fmla="*/ 1647747 h 6858000"/>
              <a:gd name="connsiteX872" fmla="*/ 5842751 w 7467600"/>
              <a:gd name="connsiteY872" fmla="*/ 1816112 h 6858000"/>
              <a:gd name="connsiteX873" fmla="*/ 5847424 w 7467600"/>
              <a:gd name="connsiteY873" fmla="*/ 1815776 h 6858000"/>
              <a:gd name="connsiteX874" fmla="*/ 6399821 w 7467600"/>
              <a:gd name="connsiteY874" fmla="*/ 2344799 h 6858000"/>
              <a:gd name="connsiteX875" fmla="*/ 6323232 w 7467600"/>
              <a:gd name="connsiteY875" fmla="*/ 2389634 h 6858000"/>
              <a:gd name="connsiteX876" fmla="*/ 5942958 w 7467600"/>
              <a:gd name="connsiteY876" fmla="*/ 2077708 h 6858000"/>
              <a:gd name="connsiteX877" fmla="*/ 5921559 w 7467600"/>
              <a:gd name="connsiteY877" fmla="*/ 2378596 h 6858000"/>
              <a:gd name="connsiteX878" fmla="*/ 5817651 w 7467600"/>
              <a:gd name="connsiteY878" fmla="*/ 3023919 h 6858000"/>
              <a:gd name="connsiteX879" fmla="*/ 5729634 w 7467600"/>
              <a:gd name="connsiteY879" fmla="*/ 3051849 h 6858000"/>
              <a:gd name="connsiteX880" fmla="*/ 5611018 w 7467600"/>
              <a:gd name="connsiteY880" fmla="*/ 2316769 h 6858000"/>
              <a:gd name="connsiteX881" fmla="*/ 5687608 w 7467600"/>
              <a:gd name="connsiteY881" fmla="*/ 2039972 h 6858000"/>
              <a:gd name="connsiteX882" fmla="*/ 5657554 w 7467600"/>
              <a:gd name="connsiteY882" fmla="*/ 1576445 h 6858000"/>
              <a:gd name="connsiteX883" fmla="*/ 5150475 w 7467600"/>
              <a:gd name="connsiteY883" fmla="*/ 1274012 h 6858000"/>
              <a:gd name="connsiteX884" fmla="*/ 5349142 w 7467600"/>
              <a:gd name="connsiteY884" fmla="*/ 2204405 h 6858000"/>
              <a:gd name="connsiteX885" fmla="*/ 5262214 w 7467600"/>
              <a:gd name="connsiteY885" fmla="*/ 2233836 h 6858000"/>
              <a:gd name="connsiteX886" fmla="*/ 4981539 w 7467600"/>
              <a:gd name="connsiteY886" fmla="*/ 1542201 h 6858000"/>
              <a:gd name="connsiteX887" fmla="*/ 4958461 w 7467600"/>
              <a:gd name="connsiteY887" fmla="*/ 1136957 h 6858000"/>
              <a:gd name="connsiteX888" fmla="*/ 4655015 w 7467600"/>
              <a:gd name="connsiteY888" fmla="*/ 891426 h 6858000"/>
              <a:gd name="connsiteX889" fmla="*/ 4348002 w 7467600"/>
              <a:gd name="connsiteY889" fmla="*/ 2205895 h 6858000"/>
              <a:gd name="connsiteX890" fmla="*/ 4262250 w 7467600"/>
              <a:gd name="connsiteY890" fmla="*/ 2219972 h 6858000"/>
              <a:gd name="connsiteX891" fmla="*/ 4550611 w 7467600"/>
              <a:gd name="connsiteY891" fmla="*/ 817540 h 6858000"/>
              <a:gd name="connsiteX892" fmla="*/ 4564418 w 7467600"/>
              <a:gd name="connsiteY892" fmla="*/ 808293 h 6858000"/>
              <a:gd name="connsiteX893" fmla="*/ 4266388 w 7467600"/>
              <a:gd name="connsiteY893" fmla="*/ 500083 h 6858000"/>
              <a:gd name="connsiteX894" fmla="*/ 4032842 w 7467600"/>
              <a:gd name="connsiteY894" fmla="*/ 211809 h 6858000"/>
              <a:gd name="connsiteX895" fmla="*/ 3882765 w 7467600"/>
              <a:gd name="connsiteY895" fmla="*/ 0 h 6858000"/>
              <a:gd name="connsiteX896" fmla="*/ 3721337 w 7467600"/>
              <a:gd name="connsiteY896" fmla="*/ 0 h 6858000"/>
              <a:gd name="connsiteX897" fmla="*/ 3797544 w 7467600"/>
              <a:gd name="connsiteY897" fmla="*/ 0 h 6858000"/>
              <a:gd name="connsiteX898" fmla="*/ 3775734 w 7467600"/>
              <a:gd name="connsiteY898" fmla="*/ 95131 h 6858000"/>
              <a:gd name="connsiteX899" fmla="*/ 3724807 w 7467600"/>
              <a:gd name="connsiteY899" fmla="*/ 272257 h 6858000"/>
              <a:gd name="connsiteX900" fmla="*/ 3726844 w 7467600"/>
              <a:gd name="connsiteY900" fmla="*/ 282988 h 6858000"/>
              <a:gd name="connsiteX901" fmla="*/ 3742664 w 7467600"/>
              <a:gd name="connsiteY901" fmla="*/ 279918 h 6858000"/>
              <a:gd name="connsiteX902" fmla="*/ 4103910 w 7467600"/>
              <a:gd name="connsiteY902" fmla="*/ 1161917 h 6858000"/>
              <a:gd name="connsiteX903" fmla="*/ 4020269 w 7467600"/>
              <a:gd name="connsiteY903" fmla="*/ 1200406 h 6858000"/>
              <a:gd name="connsiteX904" fmla="*/ 3674882 w 7467600"/>
              <a:gd name="connsiteY904" fmla="*/ 488524 h 6858000"/>
              <a:gd name="connsiteX905" fmla="*/ 3132682 w 7467600"/>
              <a:gd name="connsiteY905" fmla="*/ 1072284 h 6858000"/>
              <a:gd name="connsiteX906" fmla="*/ 2716346 w 7467600"/>
              <a:gd name="connsiteY906" fmla="*/ 1276376 h 6858000"/>
              <a:gd name="connsiteX907" fmla="*/ 2716772 w 7467600"/>
              <a:gd name="connsiteY907" fmla="*/ 1255462 h 6858000"/>
              <a:gd name="connsiteX908" fmla="*/ 3471096 w 7467600"/>
              <a:gd name="connsiteY908" fmla="*/ 437072 h 6858000"/>
              <a:gd name="connsiteX909" fmla="*/ 3639057 w 7467600"/>
              <a:gd name="connsiteY909" fmla="*/ 286334 h 6858000"/>
              <a:gd name="connsiteX910" fmla="*/ 3640309 w 7467600"/>
              <a:gd name="connsiteY910" fmla="*/ 284664 h 6858000"/>
              <a:gd name="connsiteX911" fmla="*/ 3646022 w 7467600"/>
              <a:gd name="connsiteY911" fmla="*/ 276711 h 6858000"/>
              <a:gd name="connsiteX912" fmla="*/ 3707943 w 7467600"/>
              <a:gd name="connsiteY912" fmla="*/ 65958 h 6858000"/>
              <a:gd name="connsiteX913" fmla="*/ 3721337 w 7467600"/>
              <a:gd name="connsiteY913" fmla="*/ 0 h 6858000"/>
              <a:gd name="connsiteX914" fmla="*/ 2867960 w 7467600"/>
              <a:gd name="connsiteY914" fmla="*/ 0 h 6858000"/>
              <a:gd name="connsiteX915" fmla="*/ 2926351 w 7467600"/>
              <a:gd name="connsiteY915" fmla="*/ 0 h 6858000"/>
              <a:gd name="connsiteX916" fmla="*/ 2902823 w 7467600"/>
              <a:gd name="connsiteY916" fmla="*/ 262929 h 6858000"/>
              <a:gd name="connsiteX917" fmla="*/ 2940663 w 7467600"/>
              <a:gd name="connsiteY917" fmla="*/ 140884 h 6858000"/>
              <a:gd name="connsiteX918" fmla="*/ 2947039 w 7467600"/>
              <a:gd name="connsiteY918" fmla="*/ 122524 h 6858000"/>
              <a:gd name="connsiteX919" fmla="*/ 2984316 w 7467600"/>
              <a:gd name="connsiteY919" fmla="*/ 0 h 6858000"/>
              <a:gd name="connsiteX920" fmla="*/ 3016114 w 7467600"/>
              <a:gd name="connsiteY920" fmla="*/ 0 h 6858000"/>
              <a:gd name="connsiteX921" fmla="*/ 2979949 w 7467600"/>
              <a:gd name="connsiteY921" fmla="*/ 119274 h 6858000"/>
              <a:gd name="connsiteX922" fmla="*/ 3023879 w 7467600"/>
              <a:gd name="connsiteY922" fmla="*/ 0 h 6858000"/>
              <a:gd name="connsiteX923" fmla="*/ 3105400 w 7467600"/>
              <a:gd name="connsiteY923" fmla="*/ 0 h 6858000"/>
              <a:gd name="connsiteX924" fmla="*/ 3094669 w 7467600"/>
              <a:gd name="connsiteY924" fmla="*/ 30308 h 6858000"/>
              <a:gd name="connsiteX925" fmla="*/ 2901945 w 7467600"/>
              <a:gd name="connsiteY925" fmla="*/ 466538 h 6858000"/>
              <a:gd name="connsiteX926" fmla="*/ 2815209 w 7467600"/>
              <a:gd name="connsiteY926" fmla="*/ 497361 h 6858000"/>
              <a:gd name="connsiteX927" fmla="*/ 2844845 w 7467600"/>
              <a:gd name="connsiteY927" fmla="*/ 127638 h 6858000"/>
              <a:gd name="connsiteX928" fmla="*/ 2867960 w 7467600"/>
              <a:gd name="connsiteY928" fmla="*/ 0 h 6858000"/>
              <a:gd name="connsiteX929" fmla="*/ 1057230 w 7467600"/>
              <a:gd name="connsiteY929" fmla="*/ 0 h 6858000"/>
              <a:gd name="connsiteX930" fmla="*/ 1111003 w 7467600"/>
              <a:gd name="connsiteY930" fmla="*/ 0 h 6858000"/>
              <a:gd name="connsiteX931" fmla="*/ 1125553 w 7467600"/>
              <a:gd name="connsiteY931" fmla="*/ 52588 h 6858000"/>
              <a:gd name="connsiteX932" fmla="*/ 1304276 w 7467600"/>
              <a:gd name="connsiteY932" fmla="*/ 476275 h 6858000"/>
              <a:gd name="connsiteX933" fmla="*/ 1492066 w 7467600"/>
              <a:gd name="connsiteY933" fmla="*/ 886333 h 6858000"/>
              <a:gd name="connsiteX934" fmla="*/ 1423698 w 7467600"/>
              <a:gd name="connsiteY934" fmla="*/ 710817 h 6858000"/>
              <a:gd name="connsiteX935" fmla="*/ 1357609 w 7467600"/>
              <a:gd name="connsiteY935" fmla="*/ 532892 h 6858000"/>
              <a:gd name="connsiteX936" fmla="*/ 1309550 w 7467600"/>
              <a:gd name="connsiteY936" fmla="*/ 374031 h 6858000"/>
              <a:gd name="connsiteX937" fmla="*/ 1193673 w 7467600"/>
              <a:gd name="connsiteY937" fmla="*/ 49533 h 6858000"/>
              <a:gd name="connsiteX938" fmla="*/ 1164391 w 7467600"/>
              <a:gd name="connsiteY938" fmla="*/ 0 h 6858000"/>
              <a:gd name="connsiteX939" fmla="*/ 1200666 w 7467600"/>
              <a:gd name="connsiteY939" fmla="*/ 0 h 6858000"/>
              <a:gd name="connsiteX940" fmla="*/ 1223408 w 7467600"/>
              <a:gd name="connsiteY940" fmla="*/ 38996 h 6858000"/>
              <a:gd name="connsiteX941" fmla="*/ 1339635 w 7467600"/>
              <a:gd name="connsiteY941" fmla="*/ 365517 h 6858000"/>
              <a:gd name="connsiteX942" fmla="*/ 1387469 w 7467600"/>
              <a:gd name="connsiteY942" fmla="*/ 523079 h 6858000"/>
              <a:gd name="connsiteX943" fmla="*/ 1452685 w 7467600"/>
              <a:gd name="connsiteY943" fmla="*/ 699806 h 6858000"/>
              <a:gd name="connsiteX944" fmla="*/ 1492092 w 7467600"/>
              <a:gd name="connsiteY944" fmla="*/ 800424 h 6858000"/>
              <a:gd name="connsiteX945" fmla="*/ 1455302 w 7467600"/>
              <a:gd name="connsiteY945" fmla="*/ 632913 h 6858000"/>
              <a:gd name="connsiteX946" fmla="*/ 1222336 w 7467600"/>
              <a:gd name="connsiteY946" fmla="*/ 9480 h 6858000"/>
              <a:gd name="connsiteX947" fmla="*/ 1214634 w 7467600"/>
              <a:gd name="connsiteY947" fmla="*/ 0 h 6858000"/>
              <a:gd name="connsiteX948" fmla="*/ 1289827 w 7467600"/>
              <a:gd name="connsiteY948" fmla="*/ 0 h 6858000"/>
              <a:gd name="connsiteX949" fmla="*/ 1321076 w 7467600"/>
              <a:gd name="connsiteY949" fmla="*/ 59722 h 6858000"/>
              <a:gd name="connsiteX950" fmla="*/ 1512579 w 7467600"/>
              <a:gd name="connsiteY950" fmla="*/ 626441 h 6858000"/>
              <a:gd name="connsiteX951" fmla="*/ 1506076 w 7467600"/>
              <a:gd name="connsiteY951" fmla="*/ 1089289 h 6858000"/>
              <a:gd name="connsiteX952" fmla="*/ 1486346 w 7467600"/>
              <a:gd name="connsiteY952" fmla="*/ 1079919 h 6858000"/>
              <a:gd name="connsiteX953" fmla="*/ 1070511 w 7467600"/>
              <a:gd name="connsiteY953" fmla="*/ 48609 h 6858000"/>
              <a:gd name="connsiteX954" fmla="*/ 1057230 w 7467600"/>
              <a:gd name="connsiteY954" fmla="*/ 0 h 6858000"/>
              <a:gd name="connsiteX955" fmla="*/ 43151 w 7467600"/>
              <a:gd name="connsiteY955" fmla="*/ 0 h 6858000"/>
              <a:gd name="connsiteX956" fmla="*/ 95283 w 7467600"/>
              <a:gd name="connsiteY956" fmla="*/ 0 h 6858000"/>
              <a:gd name="connsiteX957" fmla="*/ 300708 w 7467600"/>
              <a:gd name="connsiteY957" fmla="*/ 154571 h 6858000"/>
              <a:gd name="connsiteX958" fmla="*/ 530414 w 7467600"/>
              <a:gd name="connsiteY958" fmla="*/ 354673 h 6858000"/>
              <a:gd name="connsiteX959" fmla="*/ 333785 w 7467600"/>
              <a:gd name="connsiteY959" fmla="*/ 161564 h 6858000"/>
              <a:gd name="connsiteX960" fmla="*/ 147005 w 7467600"/>
              <a:gd name="connsiteY960" fmla="*/ 0 h 6858000"/>
              <a:gd name="connsiteX961" fmla="*/ 272509 w 7467600"/>
              <a:gd name="connsiteY961" fmla="*/ 0 h 6858000"/>
              <a:gd name="connsiteX962" fmla="*/ 326276 w 7467600"/>
              <a:gd name="connsiteY962" fmla="*/ 45847 h 6858000"/>
              <a:gd name="connsiteX963" fmla="*/ 823759 w 7467600"/>
              <a:gd name="connsiteY963" fmla="*/ 574145 h 6858000"/>
              <a:gd name="connsiteX964" fmla="*/ 811254 w 7467600"/>
              <a:gd name="connsiteY964" fmla="*/ 665546 h 6858000"/>
              <a:gd name="connsiteX965" fmla="*/ 154042 w 7467600"/>
              <a:gd name="connsiteY965" fmla="*/ 261522 h 6858000"/>
              <a:gd name="connsiteX966" fmla="*/ 13550 w 7467600"/>
              <a:gd name="connsiteY966" fmla="*/ 158423 h 6858000"/>
              <a:gd name="connsiteX967" fmla="*/ 0 w 7467600"/>
              <a:gd name="connsiteY967" fmla="*/ 146618 h 6858000"/>
              <a:gd name="connsiteX968" fmla="*/ 0 w 7467600"/>
              <a:gd name="connsiteY968" fmla="*/ 59161 h 6858000"/>
              <a:gd name="connsiteX969" fmla="*/ 45427 w 7467600"/>
              <a:gd name="connsiteY969" fmla="*/ 101078 h 6858000"/>
              <a:gd name="connsiteX970" fmla="*/ 630103 w 7467600"/>
              <a:gd name="connsiteY970" fmla="*/ 485885 h 6858000"/>
              <a:gd name="connsiteX971" fmla="*/ 532040 w 7467600"/>
              <a:gd name="connsiteY971" fmla="*/ 399359 h 6858000"/>
              <a:gd name="connsiteX972" fmla="*/ 517618 w 7467600"/>
              <a:gd name="connsiteY972" fmla="*/ 385726 h 6858000"/>
              <a:gd name="connsiteX973" fmla="*/ 285074 w 7467600"/>
              <a:gd name="connsiteY973" fmla="*/ 182755 h 6858000"/>
              <a:gd name="connsiteX974" fmla="*/ 43151 w 7467600"/>
              <a:gd name="connsiteY974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7042773 w 7467600"/>
              <a:gd name="connsiteY74" fmla="*/ 5734011 h 6858000"/>
              <a:gd name="connsiteX75" fmla="*/ 6879594 w 7467600"/>
              <a:gd name="connsiteY75" fmla="*/ 5424547 h 6858000"/>
              <a:gd name="connsiteX76" fmla="*/ 7379510 w 7467600"/>
              <a:gd name="connsiteY76" fmla="*/ 5755454 h 6858000"/>
              <a:gd name="connsiteX77" fmla="*/ 7467600 w 7467600"/>
              <a:gd name="connsiteY77" fmla="*/ 5845526 h 6858000"/>
              <a:gd name="connsiteX78" fmla="*/ 7271900 w 7467600"/>
              <a:gd name="connsiteY78" fmla="*/ 5734551 h 6858000"/>
              <a:gd name="connsiteX79" fmla="*/ 7015907 w 7467600"/>
              <a:gd name="connsiteY79" fmla="*/ 5541548 h 6858000"/>
              <a:gd name="connsiteX80" fmla="*/ 7259646 w 7467600"/>
              <a:gd name="connsiteY80" fmla="*/ 5765985 h 6858000"/>
              <a:gd name="connsiteX81" fmla="*/ 7467600 w 7467600"/>
              <a:gd name="connsiteY81" fmla="*/ 6012219 h 6858000"/>
              <a:gd name="connsiteX82" fmla="*/ 6946849 w 7467600"/>
              <a:gd name="connsiteY82" fmla="*/ 5523271 h 6858000"/>
              <a:gd name="connsiteX83" fmla="*/ 7105827 w 7467600"/>
              <a:gd name="connsiteY83" fmla="*/ 5718700 h 6858000"/>
              <a:gd name="connsiteX84" fmla="*/ 7356878 w 7467600"/>
              <a:gd name="connsiteY84" fmla="*/ 5981332 h 6858000"/>
              <a:gd name="connsiteX85" fmla="*/ 7467600 w 7467600"/>
              <a:gd name="connsiteY85" fmla="*/ 6117703 h 6858000"/>
              <a:gd name="connsiteX86" fmla="*/ 7467600 w 7467600"/>
              <a:gd name="connsiteY86" fmla="*/ 6163634 h 6858000"/>
              <a:gd name="connsiteX87" fmla="*/ 7403637 w 7467600"/>
              <a:gd name="connsiteY87" fmla="*/ 6083957 h 6858000"/>
              <a:gd name="connsiteX88" fmla="*/ 7254615 w 7467600"/>
              <a:gd name="connsiteY88" fmla="*/ 5911918 h 6858000"/>
              <a:gd name="connsiteX89" fmla="*/ 7312589 w 7467600"/>
              <a:gd name="connsiteY89" fmla="*/ 5982309 h 6858000"/>
              <a:gd name="connsiteX90" fmla="*/ 7448321 w 7467600"/>
              <a:gd name="connsiteY90" fmla="*/ 6190991 h 6858000"/>
              <a:gd name="connsiteX91" fmla="*/ 7467600 w 7467600"/>
              <a:gd name="connsiteY91" fmla="*/ 6221686 h 6858000"/>
              <a:gd name="connsiteX92" fmla="*/ 7467600 w 7467600"/>
              <a:gd name="connsiteY92" fmla="*/ 6334256 h 6858000"/>
              <a:gd name="connsiteX93" fmla="*/ 7454976 w 7467600"/>
              <a:gd name="connsiteY93" fmla="*/ 6318297 h 6858000"/>
              <a:gd name="connsiteX94" fmla="*/ 7042773 w 7467600"/>
              <a:gd name="connsiteY94" fmla="*/ 5734011 h 6858000"/>
              <a:gd name="connsiteX95" fmla="*/ 1456157 w 7467600"/>
              <a:gd name="connsiteY95" fmla="*/ 5371404 h 6858000"/>
              <a:gd name="connsiteX96" fmla="*/ 1244432 w 7467600"/>
              <a:gd name="connsiteY96" fmla="*/ 5385601 h 6858000"/>
              <a:gd name="connsiteX97" fmla="*/ 973990 w 7467600"/>
              <a:gd name="connsiteY97" fmla="*/ 5424940 h 6858000"/>
              <a:gd name="connsiteX98" fmla="*/ 1103809 w 7467600"/>
              <a:gd name="connsiteY98" fmla="*/ 5433720 h 6858000"/>
              <a:gd name="connsiteX99" fmla="*/ 1123454 w 7467600"/>
              <a:gd name="connsiteY99" fmla="*/ 5435727 h 6858000"/>
              <a:gd name="connsiteX100" fmla="*/ 1737017 w 7467600"/>
              <a:gd name="connsiteY100" fmla="*/ 5452183 h 6858000"/>
              <a:gd name="connsiteX101" fmla="*/ 1824397 w 7467600"/>
              <a:gd name="connsiteY101" fmla="*/ 5447757 h 6858000"/>
              <a:gd name="connsiteX102" fmla="*/ 2070059 w 7467600"/>
              <a:gd name="connsiteY102" fmla="*/ 5441660 h 6858000"/>
              <a:gd name="connsiteX103" fmla="*/ 1456157 w 7467600"/>
              <a:gd name="connsiteY103" fmla="*/ 5371404 h 6858000"/>
              <a:gd name="connsiteX104" fmla="*/ 4988186 w 7467600"/>
              <a:gd name="connsiteY104" fmla="*/ 5216467 h 6858000"/>
              <a:gd name="connsiteX105" fmla="*/ 4777334 w 7467600"/>
              <a:gd name="connsiteY105" fmla="*/ 5406072 h 6858000"/>
              <a:gd name="connsiteX106" fmla="*/ 4718341 w 7467600"/>
              <a:gd name="connsiteY106" fmla="*/ 5468043 h 6858000"/>
              <a:gd name="connsiteX107" fmla="*/ 4604655 w 7467600"/>
              <a:gd name="connsiteY107" fmla="*/ 5583434 h 6858000"/>
              <a:gd name="connsiteX108" fmla="*/ 4565074 w 7467600"/>
              <a:gd name="connsiteY108" fmla="*/ 5618550 h 6858000"/>
              <a:gd name="connsiteX109" fmla="*/ 4988186 w 7467600"/>
              <a:gd name="connsiteY109" fmla="*/ 5216467 h 6858000"/>
              <a:gd name="connsiteX110" fmla="*/ 4978032 w 7467600"/>
              <a:gd name="connsiteY110" fmla="*/ 5183809 h 6858000"/>
              <a:gd name="connsiteX111" fmla="*/ 4463413 w 7467600"/>
              <a:gd name="connsiteY111" fmla="*/ 5615162 h 6858000"/>
              <a:gd name="connsiteX112" fmla="*/ 4358134 w 7467600"/>
              <a:gd name="connsiteY112" fmla="*/ 5742791 h 6858000"/>
              <a:gd name="connsiteX113" fmla="*/ 4376219 w 7467600"/>
              <a:gd name="connsiteY113" fmla="*/ 5729027 h 6858000"/>
              <a:gd name="connsiteX114" fmla="*/ 4582340 w 7467600"/>
              <a:gd name="connsiteY114" fmla="*/ 5561037 h 6858000"/>
              <a:gd name="connsiteX115" fmla="*/ 4694684 w 7467600"/>
              <a:gd name="connsiteY115" fmla="*/ 5447098 h 6858000"/>
              <a:gd name="connsiteX116" fmla="*/ 4754123 w 7467600"/>
              <a:gd name="connsiteY116" fmla="*/ 5384643 h 6858000"/>
              <a:gd name="connsiteX117" fmla="*/ 4978032 w 7467600"/>
              <a:gd name="connsiteY117" fmla="*/ 5183809 h 6858000"/>
              <a:gd name="connsiteX118" fmla="*/ 1903353 w 7467600"/>
              <a:gd name="connsiteY118" fmla="*/ 5044827 h 6858000"/>
              <a:gd name="connsiteX119" fmla="*/ 1936931 w 7467600"/>
              <a:gd name="connsiteY119" fmla="*/ 5093954 h 6858000"/>
              <a:gd name="connsiteX120" fmla="*/ 2195868 w 7467600"/>
              <a:gd name="connsiteY120" fmla="*/ 5396574 h 6858000"/>
              <a:gd name="connsiteX121" fmla="*/ 2088852 w 7467600"/>
              <a:gd name="connsiteY121" fmla="*/ 5166123 h 6858000"/>
              <a:gd name="connsiteX122" fmla="*/ 1958241 w 7467600"/>
              <a:gd name="connsiteY122" fmla="*/ 5067955 h 6858000"/>
              <a:gd name="connsiteX123" fmla="*/ 1903353 w 7467600"/>
              <a:gd name="connsiteY123" fmla="*/ 5044827 h 6858000"/>
              <a:gd name="connsiteX124" fmla="*/ 1979378 w 7467600"/>
              <a:gd name="connsiteY124" fmla="*/ 4769504 h 6858000"/>
              <a:gd name="connsiteX125" fmla="*/ 2882120 w 7467600"/>
              <a:gd name="connsiteY125" fmla="*/ 5064547 h 6858000"/>
              <a:gd name="connsiteX126" fmla="*/ 2793103 w 7467600"/>
              <a:gd name="connsiteY126" fmla="*/ 5039699 h 6858000"/>
              <a:gd name="connsiteX127" fmla="*/ 2770041 w 7467600"/>
              <a:gd name="connsiteY127" fmla="*/ 5033634 h 6858000"/>
              <a:gd name="connsiteX128" fmla="*/ 1979378 w 7467600"/>
              <a:gd name="connsiteY128" fmla="*/ 4769504 h 6858000"/>
              <a:gd name="connsiteX129" fmla="*/ 1927410 w 7467600"/>
              <a:gd name="connsiteY129" fmla="*/ 4716164 h 6858000"/>
              <a:gd name="connsiteX130" fmla="*/ 1959587 w 7467600"/>
              <a:gd name="connsiteY130" fmla="*/ 4728849 h 6858000"/>
              <a:gd name="connsiteX131" fmla="*/ 2777707 w 7467600"/>
              <a:gd name="connsiteY131" fmla="*/ 5003991 h 6858000"/>
              <a:gd name="connsiteX132" fmla="*/ 2800768 w 7467600"/>
              <a:gd name="connsiteY132" fmla="*/ 5010056 h 6858000"/>
              <a:gd name="connsiteX133" fmla="*/ 2879408 w 7467600"/>
              <a:gd name="connsiteY133" fmla="*/ 5031590 h 6858000"/>
              <a:gd name="connsiteX134" fmla="*/ 2862295 w 7467600"/>
              <a:gd name="connsiteY134" fmla="*/ 5022958 h 6858000"/>
              <a:gd name="connsiteX135" fmla="*/ 2813343 w 7467600"/>
              <a:gd name="connsiteY135" fmla="*/ 4998369 h 6858000"/>
              <a:gd name="connsiteX136" fmla="*/ 2646245 w 7467600"/>
              <a:gd name="connsiteY136" fmla="*/ 4930999 h 6858000"/>
              <a:gd name="connsiteX137" fmla="*/ 1999243 w 7467600"/>
              <a:gd name="connsiteY137" fmla="*/ 4730524 h 6858000"/>
              <a:gd name="connsiteX138" fmla="*/ 1979527 w 7467600"/>
              <a:gd name="connsiteY138" fmla="*/ 4726651 h 6858000"/>
              <a:gd name="connsiteX139" fmla="*/ 1927410 w 7467600"/>
              <a:gd name="connsiteY139" fmla="*/ 4716164 h 6858000"/>
              <a:gd name="connsiteX140" fmla="*/ 1997014 w 7467600"/>
              <a:gd name="connsiteY140" fmla="*/ 4698007 h 6858000"/>
              <a:gd name="connsiteX141" fmla="*/ 2005458 w 7467600"/>
              <a:gd name="connsiteY141" fmla="*/ 4699540 h 6858000"/>
              <a:gd name="connsiteX142" fmla="*/ 2657186 w 7467600"/>
              <a:gd name="connsiteY142" fmla="*/ 4901687 h 6858000"/>
              <a:gd name="connsiteX143" fmla="*/ 2826662 w 7467600"/>
              <a:gd name="connsiteY143" fmla="*/ 4970362 h 6858000"/>
              <a:gd name="connsiteX144" fmla="*/ 2876100 w 7467600"/>
              <a:gd name="connsiteY144" fmla="*/ 4995397 h 6858000"/>
              <a:gd name="connsiteX145" fmla="*/ 3042600 w 7467600"/>
              <a:gd name="connsiteY145" fmla="*/ 5059532 h 6858000"/>
              <a:gd name="connsiteX146" fmla="*/ 1997014 w 7467600"/>
              <a:gd name="connsiteY146" fmla="*/ 4698007 h 6858000"/>
              <a:gd name="connsiteX147" fmla="*/ 2305292 w 7467600"/>
              <a:gd name="connsiteY147" fmla="*/ 4219492 h 6858000"/>
              <a:gd name="connsiteX148" fmla="*/ 3360922 w 7467600"/>
              <a:gd name="connsiteY148" fmla="*/ 4529373 h 6858000"/>
              <a:gd name="connsiteX149" fmla="*/ 3492420 w 7467600"/>
              <a:gd name="connsiteY149" fmla="*/ 4510145 h 6858000"/>
              <a:gd name="connsiteX150" fmla="*/ 3364086 w 7467600"/>
              <a:gd name="connsiteY150" fmla="*/ 4480340 h 6858000"/>
              <a:gd name="connsiteX151" fmla="*/ 3225818 w 7467600"/>
              <a:gd name="connsiteY151" fmla="*/ 4411822 h 6858000"/>
              <a:gd name="connsiteX152" fmla="*/ 3129696 w 7467600"/>
              <a:gd name="connsiteY152" fmla="*/ 4360704 h 6858000"/>
              <a:gd name="connsiteX153" fmla="*/ 2814545 w 7467600"/>
              <a:gd name="connsiteY153" fmla="*/ 4282955 h 6858000"/>
              <a:gd name="connsiteX154" fmla="*/ 2305292 w 7467600"/>
              <a:gd name="connsiteY154" fmla="*/ 4219492 h 6858000"/>
              <a:gd name="connsiteX155" fmla="*/ 2626982 w 7467600"/>
              <a:gd name="connsiteY155" fmla="*/ 4206450 h 6858000"/>
              <a:gd name="connsiteX156" fmla="*/ 2490617 w 7467600"/>
              <a:gd name="connsiteY156" fmla="*/ 4206951 h 6858000"/>
              <a:gd name="connsiteX157" fmla="*/ 2819869 w 7467600"/>
              <a:gd name="connsiteY157" fmla="*/ 4252936 h 6858000"/>
              <a:gd name="connsiteX158" fmla="*/ 3143018 w 7467600"/>
              <a:gd name="connsiteY158" fmla="*/ 4332698 h 6858000"/>
              <a:gd name="connsiteX159" fmla="*/ 3241520 w 7467600"/>
              <a:gd name="connsiteY159" fmla="*/ 4385112 h 6858000"/>
              <a:gd name="connsiteX160" fmla="*/ 3374575 w 7467600"/>
              <a:gd name="connsiteY160" fmla="*/ 4451517 h 6858000"/>
              <a:gd name="connsiteX161" fmla="*/ 3505221 w 7467600"/>
              <a:gd name="connsiteY161" fmla="*/ 4480757 h 6858000"/>
              <a:gd name="connsiteX162" fmla="*/ 2626982 w 7467600"/>
              <a:gd name="connsiteY162" fmla="*/ 4206450 h 6858000"/>
              <a:gd name="connsiteX163" fmla="*/ 1310106 w 7467600"/>
              <a:gd name="connsiteY163" fmla="*/ 3943217 h 6858000"/>
              <a:gd name="connsiteX164" fmla="*/ 854994 w 7467600"/>
              <a:gd name="connsiteY164" fmla="*/ 4399136 h 6858000"/>
              <a:gd name="connsiteX165" fmla="*/ 742462 w 7467600"/>
              <a:gd name="connsiteY165" fmla="*/ 4594648 h 6858000"/>
              <a:gd name="connsiteX166" fmla="*/ 820602 w 7467600"/>
              <a:gd name="connsiteY166" fmla="*/ 4485915 h 6858000"/>
              <a:gd name="connsiteX167" fmla="*/ 878295 w 7467600"/>
              <a:gd name="connsiteY167" fmla="*/ 4403594 h 6858000"/>
              <a:gd name="connsiteX168" fmla="*/ 1240607 w 7467600"/>
              <a:gd name="connsiteY168" fmla="*/ 4010401 h 6858000"/>
              <a:gd name="connsiteX169" fmla="*/ 1310106 w 7467600"/>
              <a:gd name="connsiteY169" fmla="*/ 3943217 h 6858000"/>
              <a:gd name="connsiteX170" fmla="*/ 1423113 w 7467600"/>
              <a:gd name="connsiteY170" fmla="*/ 3874565 h 6858000"/>
              <a:gd name="connsiteX171" fmla="*/ 1260565 w 7467600"/>
              <a:gd name="connsiteY171" fmla="*/ 4031982 h 6858000"/>
              <a:gd name="connsiteX172" fmla="*/ 901900 w 7467600"/>
              <a:gd name="connsiteY172" fmla="*/ 4421236 h 6858000"/>
              <a:gd name="connsiteX173" fmla="*/ 845044 w 7467600"/>
              <a:gd name="connsiteY173" fmla="*/ 4502436 h 6858000"/>
              <a:gd name="connsiteX174" fmla="*/ 685926 w 7467600"/>
              <a:gd name="connsiteY174" fmla="*/ 4703069 h 6858000"/>
              <a:gd name="connsiteX175" fmla="*/ 684248 w 7467600"/>
              <a:gd name="connsiteY175" fmla="*/ 4706721 h 6858000"/>
              <a:gd name="connsiteX176" fmla="*/ 1423113 w 7467600"/>
              <a:gd name="connsiteY176" fmla="*/ 3874565 h 6858000"/>
              <a:gd name="connsiteX177" fmla="*/ 3316479 w 7467600"/>
              <a:gd name="connsiteY177" fmla="*/ 3872136 h 6858000"/>
              <a:gd name="connsiteX178" fmla="*/ 3546806 w 7467600"/>
              <a:gd name="connsiteY178" fmla="*/ 4356139 h 6858000"/>
              <a:gd name="connsiteX179" fmla="*/ 3364433 w 7467600"/>
              <a:gd name="connsiteY179" fmla="*/ 3953121 h 6858000"/>
              <a:gd name="connsiteX180" fmla="*/ 3316479 w 7467600"/>
              <a:gd name="connsiteY180" fmla="*/ 3872136 h 6858000"/>
              <a:gd name="connsiteX181" fmla="*/ 3291335 w 7467600"/>
              <a:gd name="connsiteY181" fmla="*/ 3767420 h 6858000"/>
              <a:gd name="connsiteX182" fmla="*/ 3390805 w 7467600"/>
              <a:gd name="connsiteY182" fmla="*/ 3937163 h 6858000"/>
              <a:gd name="connsiteX183" fmla="*/ 3579062 w 7467600"/>
              <a:gd name="connsiteY183" fmla="*/ 4359040 h 6858000"/>
              <a:gd name="connsiteX184" fmla="*/ 3467355 w 7467600"/>
              <a:gd name="connsiteY184" fmla="*/ 3988130 h 6858000"/>
              <a:gd name="connsiteX185" fmla="*/ 3310753 w 7467600"/>
              <a:gd name="connsiteY185" fmla="*/ 3787140 h 6858000"/>
              <a:gd name="connsiteX186" fmla="*/ 3291335 w 7467600"/>
              <a:gd name="connsiteY186" fmla="*/ 3767420 h 6858000"/>
              <a:gd name="connsiteX187" fmla="*/ 1635889 w 7467600"/>
              <a:gd name="connsiteY187" fmla="*/ 3709494 h 6858000"/>
              <a:gd name="connsiteX188" fmla="*/ 1634800 w 7467600"/>
              <a:gd name="connsiteY188" fmla="*/ 3731111 h 6858000"/>
              <a:gd name="connsiteX189" fmla="*/ 1635889 w 7467600"/>
              <a:gd name="connsiteY189" fmla="*/ 3709494 h 6858000"/>
              <a:gd name="connsiteX190" fmla="*/ 1510397 w 7467600"/>
              <a:gd name="connsiteY190" fmla="*/ 3684705 h 6858000"/>
              <a:gd name="connsiteX191" fmla="*/ 1146550 w 7467600"/>
              <a:gd name="connsiteY191" fmla="*/ 3802012 h 6858000"/>
              <a:gd name="connsiteX192" fmla="*/ 698834 w 7467600"/>
              <a:gd name="connsiteY192" fmla="*/ 3952272 h 6858000"/>
              <a:gd name="connsiteX193" fmla="*/ 34256 w 7467600"/>
              <a:gd name="connsiteY193" fmla="*/ 4347603 h 6858000"/>
              <a:gd name="connsiteX194" fmla="*/ 527241 w 7467600"/>
              <a:gd name="connsiteY194" fmla="*/ 4065078 h 6858000"/>
              <a:gd name="connsiteX195" fmla="*/ 1510397 w 7467600"/>
              <a:gd name="connsiteY195" fmla="*/ 3684705 h 6858000"/>
              <a:gd name="connsiteX196" fmla="*/ 1313114 w 7467600"/>
              <a:gd name="connsiteY196" fmla="*/ 3655216 h 6858000"/>
              <a:gd name="connsiteX197" fmla="*/ 1109304 w 7467600"/>
              <a:gd name="connsiteY197" fmla="*/ 3669030 h 6858000"/>
              <a:gd name="connsiteX198" fmla="*/ 8129 w 7467600"/>
              <a:gd name="connsiteY198" fmla="*/ 4330519 h 6858000"/>
              <a:gd name="connsiteX199" fmla="*/ 687572 w 7467600"/>
              <a:gd name="connsiteY199" fmla="*/ 3925629 h 6858000"/>
              <a:gd name="connsiteX200" fmla="*/ 1138365 w 7467600"/>
              <a:gd name="connsiteY200" fmla="*/ 3774515 h 6858000"/>
              <a:gd name="connsiteX201" fmla="*/ 1505579 w 7467600"/>
              <a:gd name="connsiteY201" fmla="*/ 3655526 h 6858000"/>
              <a:gd name="connsiteX202" fmla="*/ 1313114 w 7467600"/>
              <a:gd name="connsiteY202" fmla="*/ 3655216 h 6858000"/>
              <a:gd name="connsiteX203" fmla="*/ 3655073 w 7467600"/>
              <a:gd name="connsiteY203" fmla="*/ 3650884 h 6858000"/>
              <a:gd name="connsiteX204" fmla="*/ 3989938 w 7467600"/>
              <a:gd name="connsiteY204" fmla="*/ 3991685 h 6858000"/>
              <a:gd name="connsiteX205" fmla="*/ 4393907 w 7467600"/>
              <a:gd name="connsiteY205" fmla="*/ 4261258 h 6858000"/>
              <a:gd name="connsiteX206" fmla="*/ 4648051 w 7467600"/>
              <a:gd name="connsiteY206" fmla="*/ 4374051 h 6858000"/>
              <a:gd name="connsiteX207" fmla="*/ 4383389 w 7467600"/>
              <a:gd name="connsiteY207" fmla="*/ 4184369 h 6858000"/>
              <a:gd name="connsiteX208" fmla="*/ 4165508 w 7467600"/>
              <a:gd name="connsiteY208" fmla="*/ 4035196 h 6858000"/>
              <a:gd name="connsiteX209" fmla="*/ 4068162 w 7467600"/>
              <a:gd name="connsiteY209" fmla="*/ 3953394 h 6858000"/>
              <a:gd name="connsiteX210" fmla="*/ 3981416 w 7467600"/>
              <a:gd name="connsiteY210" fmla="*/ 3880482 h 6858000"/>
              <a:gd name="connsiteX211" fmla="*/ 3800147 w 7467600"/>
              <a:gd name="connsiteY211" fmla="*/ 3749872 h 6858000"/>
              <a:gd name="connsiteX212" fmla="*/ 3655073 w 7467600"/>
              <a:gd name="connsiteY212" fmla="*/ 3650884 h 6858000"/>
              <a:gd name="connsiteX213" fmla="*/ 3670252 w 7467600"/>
              <a:gd name="connsiteY213" fmla="*/ 3622798 h 6858000"/>
              <a:gd name="connsiteX214" fmla="*/ 3817258 w 7467600"/>
              <a:gd name="connsiteY214" fmla="*/ 3723577 h 6858000"/>
              <a:gd name="connsiteX215" fmla="*/ 4000461 w 7467600"/>
              <a:gd name="connsiteY215" fmla="*/ 3855966 h 6858000"/>
              <a:gd name="connsiteX216" fmla="*/ 4088180 w 7467600"/>
              <a:gd name="connsiteY216" fmla="*/ 3929774 h 6858000"/>
              <a:gd name="connsiteX217" fmla="*/ 4184555 w 7467600"/>
              <a:gd name="connsiteY217" fmla="*/ 4010683 h 6858000"/>
              <a:gd name="connsiteX218" fmla="*/ 4399563 w 7467600"/>
              <a:gd name="connsiteY218" fmla="*/ 4158106 h 6858000"/>
              <a:gd name="connsiteX219" fmla="*/ 4684469 w 7467600"/>
              <a:gd name="connsiteY219" fmla="*/ 4364680 h 6858000"/>
              <a:gd name="connsiteX220" fmla="*/ 4690271 w 7467600"/>
              <a:gd name="connsiteY220" fmla="*/ 4370034 h 6858000"/>
              <a:gd name="connsiteX221" fmla="*/ 4136093 w 7467600"/>
              <a:gd name="connsiteY221" fmla="*/ 3858466 h 6858000"/>
              <a:gd name="connsiteX222" fmla="*/ 3670252 w 7467600"/>
              <a:gd name="connsiteY222" fmla="*/ 3622798 h 6858000"/>
              <a:gd name="connsiteX223" fmla="*/ 4440129 w 7467600"/>
              <a:gd name="connsiteY223" fmla="*/ 3448571 h 6858000"/>
              <a:gd name="connsiteX224" fmla="*/ 4856525 w 7467600"/>
              <a:gd name="connsiteY224" fmla="*/ 3915351 h 6858000"/>
              <a:gd name="connsiteX225" fmla="*/ 5059055 w 7467600"/>
              <a:gd name="connsiteY225" fmla="*/ 4108918 h 6858000"/>
              <a:gd name="connsiteX226" fmla="*/ 5290070 w 7467600"/>
              <a:gd name="connsiteY226" fmla="*/ 4263619 h 6858000"/>
              <a:gd name="connsiteX227" fmla="*/ 4834991 w 7467600"/>
              <a:gd name="connsiteY227" fmla="*/ 3830985 h 6858000"/>
              <a:gd name="connsiteX228" fmla="*/ 4440129 w 7467600"/>
              <a:gd name="connsiteY228" fmla="*/ 3448571 h 6858000"/>
              <a:gd name="connsiteX229" fmla="*/ 4441737 w 7467600"/>
              <a:gd name="connsiteY229" fmla="*/ 3399734 h 6858000"/>
              <a:gd name="connsiteX230" fmla="*/ 4431236 w 7467600"/>
              <a:gd name="connsiteY230" fmla="*/ 3400954 h 6858000"/>
              <a:gd name="connsiteX231" fmla="*/ 4557150 w 7467600"/>
              <a:gd name="connsiteY231" fmla="*/ 3510023 h 6858000"/>
              <a:gd name="connsiteX232" fmla="*/ 4856936 w 7467600"/>
              <a:gd name="connsiteY232" fmla="*/ 3809146 h 6858000"/>
              <a:gd name="connsiteX233" fmla="*/ 5111996 w 7467600"/>
              <a:gd name="connsiteY233" fmla="*/ 4065759 h 6858000"/>
              <a:gd name="connsiteX234" fmla="*/ 5388878 w 7467600"/>
              <a:gd name="connsiteY234" fmla="*/ 4300185 h 6858000"/>
              <a:gd name="connsiteX235" fmla="*/ 5425556 w 7467600"/>
              <a:gd name="connsiteY235" fmla="*/ 4308967 h 6858000"/>
              <a:gd name="connsiteX236" fmla="*/ 4943646 w 7467600"/>
              <a:gd name="connsiteY236" fmla="*/ 3822916 h 6858000"/>
              <a:gd name="connsiteX237" fmla="*/ 4594837 w 7467600"/>
              <a:gd name="connsiteY237" fmla="*/ 3532274 h 6858000"/>
              <a:gd name="connsiteX238" fmla="*/ 4441737 w 7467600"/>
              <a:gd name="connsiteY238" fmla="*/ 3399734 h 6858000"/>
              <a:gd name="connsiteX239" fmla="*/ 5425834 w 7467600"/>
              <a:gd name="connsiteY239" fmla="*/ 3162785 h 6858000"/>
              <a:gd name="connsiteX240" fmla="*/ 5401644 w 7467600"/>
              <a:gd name="connsiteY240" fmla="*/ 3617847 h 6858000"/>
              <a:gd name="connsiteX241" fmla="*/ 5467256 w 7467600"/>
              <a:gd name="connsiteY241" fmla="*/ 4175494 h 6858000"/>
              <a:gd name="connsiteX242" fmla="*/ 5448069 w 7467600"/>
              <a:gd name="connsiteY242" fmla="*/ 3567554 h 6858000"/>
              <a:gd name="connsiteX243" fmla="*/ 5425834 w 7467600"/>
              <a:gd name="connsiteY243" fmla="*/ 3162785 h 6858000"/>
              <a:gd name="connsiteX244" fmla="*/ 1318687 w 7467600"/>
              <a:gd name="connsiteY244" fmla="*/ 3113840 h 6858000"/>
              <a:gd name="connsiteX245" fmla="*/ 1066793 w 7467600"/>
              <a:gd name="connsiteY245" fmla="*/ 3212171 h 6858000"/>
              <a:gd name="connsiteX246" fmla="*/ 993319 w 7467600"/>
              <a:gd name="connsiteY246" fmla="*/ 3247648 h 6858000"/>
              <a:gd name="connsiteX247" fmla="*/ 853081 w 7467600"/>
              <a:gd name="connsiteY247" fmla="*/ 3312410 h 6858000"/>
              <a:gd name="connsiteX248" fmla="*/ 805957 w 7467600"/>
              <a:gd name="connsiteY248" fmla="*/ 3330443 h 6858000"/>
              <a:gd name="connsiteX249" fmla="*/ 1318687 w 7467600"/>
              <a:gd name="connsiteY249" fmla="*/ 3113840 h 6858000"/>
              <a:gd name="connsiteX250" fmla="*/ 5453702 w 7467600"/>
              <a:gd name="connsiteY250" fmla="*/ 3090882 h 6858000"/>
              <a:gd name="connsiteX251" fmla="*/ 5480135 w 7467600"/>
              <a:gd name="connsiteY251" fmla="*/ 3565802 h 6858000"/>
              <a:gd name="connsiteX252" fmla="*/ 5499023 w 7467600"/>
              <a:gd name="connsiteY252" fmla="*/ 4166310 h 6858000"/>
              <a:gd name="connsiteX253" fmla="*/ 5547022 w 7467600"/>
              <a:gd name="connsiteY253" fmla="*/ 3607838 h 6858000"/>
              <a:gd name="connsiteX254" fmla="*/ 5515964 w 7467600"/>
              <a:gd name="connsiteY254" fmla="*/ 3378541 h 6858000"/>
              <a:gd name="connsiteX255" fmla="*/ 5453702 w 7467600"/>
              <a:gd name="connsiteY255" fmla="*/ 3090882 h 6858000"/>
              <a:gd name="connsiteX256" fmla="*/ 1238695 w 7467600"/>
              <a:gd name="connsiteY256" fmla="*/ 3076820 h 6858000"/>
              <a:gd name="connsiteX257" fmla="*/ 716371 w 7467600"/>
              <a:gd name="connsiteY257" fmla="*/ 3293249 h 6858000"/>
              <a:gd name="connsiteX258" fmla="*/ 579522 w 7467600"/>
              <a:gd name="connsiteY258" fmla="*/ 3371759 h 6858000"/>
              <a:gd name="connsiteX259" fmla="*/ 600288 w 7467600"/>
              <a:gd name="connsiteY259" fmla="*/ 3365555 h 6858000"/>
              <a:gd name="connsiteX260" fmla="*/ 840692 w 7467600"/>
              <a:gd name="connsiteY260" fmla="*/ 3284921 h 6858000"/>
              <a:gd name="connsiteX261" fmla="*/ 979248 w 7467600"/>
              <a:gd name="connsiteY261" fmla="*/ 3221003 h 6858000"/>
              <a:gd name="connsiteX262" fmla="*/ 1053282 w 7467600"/>
              <a:gd name="connsiteY262" fmla="*/ 3185247 h 6858000"/>
              <a:gd name="connsiteX263" fmla="*/ 1320603 w 7467600"/>
              <a:gd name="connsiteY263" fmla="*/ 3081281 h 6858000"/>
              <a:gd name="connsiteX264" fmla="*/ 1238695 w 7467600"/>
              <a:gd name="connsiteY264" fmla="*/ 3076820 h 6858000"/>
              <a:gd name="connsiteX265" fmla="*/ 5425627 w 7467600"/>
              <a:gd name="connsiteY265" fmla="*/ 2954192 h 6858000"/>
              <a:gd name="connsiteX266" fmla="*/ 5470770 w 7467600"/>
              <a:gd name="connsiteY266" fmla="*/ 3005435 h 6858000"/>
              <a:gd name="connsiteX267" fmla="*/ 5519779 w 7467600"/>
              <a:gd name="connsiteY267" fmla="*/ 4359223 h 6858000"/>
              <a:gd name="connsiteX268" fmla="*/ 5520293 w 7467600"/>
              <a:gd name="connsiteY268" fmla="*/ 4360602 h 6858000"/>
              <a:gd name="connsiteX269" fmla="*/ 5767221 w 7467600"/>
              <a:gd name="connsiteY269" fmla="*/ 4665564 h 6858000"/>
              <a:gd name="connsiteX270" fmla="*/ 6937169 w 7467600"/>
              <a:gd name="connsiteY270" fmla="*/ 4815941 h 6858000"/>
              <a:gd name="connsiteX271" fmla="*/ 6953922 w 7467600"/>
              <a:gd name="connsiteY271" fmla="*/ 4890068 h 6858000"/>
              <a:gd name="connsiteX272" fmla="*/ 6071359 w 7467600"/>
              <a:gd name="connsiteY272" fmla="*/ 4770770 h 6858000"/>
              <a:gd name="connsiteX273" fmla="*/ 6038839 w 7467600"/>
              <a:gd name="connsiteY273" fmla="*/ 4764474 h 6858000"/>
              <a:gd name="connsiteX274" fmla="*/ 6038706 w 7467600"/>
              <a:gd name="connsiteY274" fmla="*/ 4763847 h 6858000"/>
              <a:gd name="connsiteX275" fmla="*/ 6037784 w 7467600"/>
              <a:gd name="connsiteY275" fmla="*/ 4764270 h 6858000"/>
              <a:gd name="connsiteX276" fmla="*/ 6038839 w 7467600"/>
              <a:gd name="connsiteY276" fmla="*/ 4764474 h 6858000"/>
              <a:gd name="connsiteX277" fmla="*/ 6040338 w 7467600"/>
              <a:gd name="connsiteY277" fmla="*/ 4771418 h 6858000"/>
              <a:gd name="connsiteX278" fmla="*/ 6024488 w 7467600"/>
              <a:gd name="connsiteY278" fmla="*/ 4809903 h 6858000"/>
              <a:gd name="connsiteX279" fmla="*/ 5599771 w 7467600"/>
              <a:gd name="connsiteY279" fmla="*/ 5509652 h 6858000"/>
              <a:gd name="connsiteX280" fmla="*/ 5548843 w 7467600"/>
              <a:gd name="connsiteY280" fmla="*/ 5563845 h 6858000"/>
              <a:gd name="connsiteX281" fmla="*/ 5940952 w 7467600"/>
              <a:gd name="connsiteY281" fmla="*/ 6250028 h 6858000"/>
              <a:gd name="connsiteX282" fmla="*/ 6043441 w 7467600"/>
              <a:gd name="connsiteY282" fmla="*/ 6665847 h 6858000"/>
              <a:gd name="connsiteX283" fmla="*/ 6093432 w 7467600"/>
              <a:gd name="connsiteY283" fmla="*/ 6858000 h 6858000"/>
              <a:gd name="connsiteX284" fmla="*/ 6034344 w 7467600"/>
              <a:gd name="connsiteY284" fmla="*/ 6858000 h 6858000"/>
              <a:gd name="connsiteX285" fmla="*/ 6026679 w 7467600"/>
              <a:gd name="connsiteY285" fmla="*/ 6836959 h 6858000"/>
              <a:gd name="connsiteX286" fmla="*/ 5800441 w 7467600"/>
              <a:gd name="connsiteY286" fmla="*/ 6335286 h 6858000"/>
              <a:gd name="connsiteX287" fmla="*/ 5526562 w 7467600"/>
              <a:gd name="connsiteY287" fmla="*/ 5705388 h 6858000"/>
              <a:gd name="connsiteX288" fmla="*/ 5519640 w 7467600"/>
              <a:gd name="connsiteY288" fmla="*/ 5683774 h 6858000"/>
              <a:gd name="connsiteX289" fmla="*/ 5844559 w 7467600"/>
              <a:gd name="connsiteY289" fmla="*/ 6553349 h 6858000"/>
              <a:gd name="connsiteX290" fmla="*/ 5975994 w 7467600"/>
              <a:gd name="connsiteY290" fmla="*/ 6858000 h 6858000"/>
              <a:gd name="connsiteX291" fmla="*/ 5898547 w 7467600"/>
              <a:gd name="connsiteY291" fmla="*/ 6858000 h 6858000"/>
              <a:gd name="connsiteX292" fmla="*/ 5682041 w 7467600"/>
              <a:gd name="connsiteY292" fmla="*/ 6355860 h 6858000"/>
              <a:gd name="connsiteX293" fmla="*/ 5461758 w 7467600"/>
              <a:gd name="connsiteY293" fmla="*/ 5820220 h 6858000"/>
              <a:gd name="connsiteX294" fmla="*/ 5237282 w 7467600"/>
              <a:gd name="connsiteY294" fmla="*/ 6579086 h 6858000"/>
              <a:gd name="connsiteX295" fmla="*/ 5115009 w 7467600"/>
              <a:gd name="connsiteY295" fmla="*/ 6858000 h 6858000"/>
              <a:gd name="connsiteX296" fmla="*/ 5028074 w 7467600"/>
              <a:gd name="connsiteY296" fmla="*/ 6858000 h 6858000"/>
              <a:gd name="connsiteX297" fmla="*/ 5079508 w 7467600"/>
              <a:gd name="connsiteY297" fmla="*/ 6749074 h 6858000"/>
              <a:gd name="connsiteX298" fmla="*/ 5371846 w 7467600"/>
              <a:gd name="connsiteY298" fmla="*/ 5924413 h 6858000"/>
              <a:gd name="connsiteX299" fmla="*/ 5270512 w 7467600"/>
              <a:gd name="connsiteY299" fmla="*/ 6138975 h 6858000"/>
              <a:gd name="connsiteX300" fmla="*/ 5062409 w 7467600"/>
              <a:gd name="connsiteY300" fmla="*/ 6653544 h 6858000"/>
              <a:gd name="connsiteX301" fmla="*/ 5036628 w 7467600"/>
              <a:gd name="connsiteY301" fmla="*/ 6754247 h 6858000"/>
              <a:gd name="connsiteX302" fmla="*/ 5009112 w 7467600"/>
              <a:gd name="connsiteY302" fmla="*/ 6858000 h 6858000"/>
              <a:gd name="connsiteX303" fmla="*/ 4976679 w 7467600"/>
              <a:gd name="connsiteY303" fmla="*/ 6858000 h 6858000"/>
              <a:gd name="connsiteX304" fmla="*/ 5006537 w 7467600"/>
              <a:gd name="connsiteY304" fmla="*/ 6747068 h 6858000"/>
              <a:gd name="connsiteX305" fmla="*/ 5032723 w 7467600"/>
              <a:gd name="connsiteY305" fmla="*/ 6644957 h 6858000"/>
              <a:gd name="connsiteX306" fmla="*/ 5242949 w 7467600"/>
              <a:gd name="connsiteY306" fmla="*/ 6125175 h 6858000"/>
              <a:gd name="connsiteX307" fmla="*/ 5286321 w 7467600"/>
              <a:gd name="connsiteY307" fmla="*/ 6033555 h 6858000"/>
              <a:gd name="connsiteX308" fmla="*/ 5008210 w 7467600"/>
              <a:gd name="connsiteY308" fmla="*/ 6649194 h 6858000"/>
              <a:gd name="connsiteX309" fmla="*/ 4986321 w 7467600"/>
              <a:gd name="connsiteY309" fmla="*/ 6765687 h 6858000"/>
              <a:gd name="connsiteX310" fmla="*/ 4973474 w 7467600"/>
              <a:gd name="connsiteY310" fmla="*/ 6858000 h 6858000"/>
              <a:gd name="connsiteX311" fmla="*/ 4907178 w 7467600"/>
              <a:gd name="connsiteY311" fmla="*/ 6858000 h 6858000"/>
              <a:gd name="connsiteX312" fmla="*/ 4910810 w 7467600"/>
              <a:gd name="connsiteY312" fmla="*/ 6829660 h 6858000"/>
              <a:gd name="connsiteX313" fmla="*/ 4987461 w 7467600"/>
              <a:gd name="connsiteY313" fmla="*/ 6432994 h 6858000"/>
              <a:gd name="connsiteX314" fmla="*/ 5179262 w 7467600"/>
              <a:gd name="connsiteY314" fmla="*/ 6035044 h 6858000"/>
              <a:gd name="connsiteX315" fmla="*/ 4689678 w 7467600"/>
              <a:gd name="connsiteY315" fmla="*/ 6440241 h 6858000"/>
              <a:gd name="connsiteX316" fmla="*/ 4477543 w 7467600"/>
              <a:gd name="connsiteY316" fmla="*/ 6674836 h 6858000"/>
              <a:gd name="connsiteX317" fmla="*/ 4329957 w 7467600"/>
              <a:gd name="connsiteY317" fmla="*/ 6858000 h 6858000"/>
              <a:gd name="connsiteX318" fmla="*/ 4218595 w 7467600"/>
              <a:gd name="connsiteY318" fmla="*/ 6858000 h 6858000"/>
              <a:gd name="connsiteX319" fmla="*/ 4368888 w 7467600"/>
              <a:gd name="connsiteY319" fmla="*/ 6668412 h 6858000"/>
              <a:gd name="connsiteX320" fmla="*/ 4563091 w 7467600"/>
              <a:gd name="connsiteY320" fmla="*/ 6442508 h 6858000"/>
              <a:gd name="connsiteX321" fmla="*/ 5387324 w 7467600"/>
              <a:gd name="connsiteY321" fmla="*/ 5705830 h 6858000"/>
              <a:gd name="connsiteX322" fmla="*/ 5073620 w 7467600"/>
              <a:gd name="connsiteY322" fmla="*/ 5955437 h 6858000"/>
              <a:gd name="connsiteX323" fmla="*/ 4689789 w 7467600"/>
              <a:gd name="connsiteY323" fmla="*/ 6268382 h 6858000"/>
              <a:gd name="connsiteX324" fmla="*/ 4418722 w 7467600"/>
              <a:gd name="connsiteY324" fmla="*/ 6570886 h 6858000"/>
              <a:gd name="connsiteX325" fmla="*/ 4214944 w 7467600"/>
              <a:gd name="connsiteY325" fmla="*/ 6858000 h 6858000"/>
              <a:gd name="connsiteX326" fmla="*/ 4177898 w 7467600"/>
              <a:gd name="connsiteY326" fmla="*/ 6858000 h 6858000"/>
              <a:gd name="connsiteX327" fmla="*/ 4391597 w 7467600"/>
              <a:gd name="connsiteY327" fmla="*/ 6556370 h 6858000"/>
              <a:gd name="connsiteX328" fmla="*/ 4668889 w 7467600"/>
              <a:gd name="connsiteY328" fmla="*/ 6246399 h 6858000"/>
              <a:gd name="connsiteX329" fmla="*/ 5055427 w 7467600"/>
              <a:gd name="connsiteY329" fmla="*/ 5931476 h 6858000"/>
              <a:gd name="connsiteX330" fmla="*/ 5371814 w 7467600"/>
              <a:gd name="connsiteY330" fmla="*/ 5678975 h 6858000"/>
              <a:gd name="connsiteX331" fmla="*/ 4987918 w 7467600"/>
              <a:gd name="connsiteY331" fmla="*/ 5838701 h 6858000"/>
              <a:gd name="connsiteX332" fmla="*/ 4317146 w 7467600"/>
              <a:gd name="connsiteY332" fmla="*/ 6587716 h 6858000"/>
              <a:gd name="connsiteX333" fmla="*/ 4171627 w 7467600"/>
              <a:gd name="connsiteY333" fmla="*/ 6858000 h 6858000"/>
              <a:gd name="connsiteX334" fmla="*/ 4081585 w 7467600"/>
              <a:gd name="connsiteY334" fmla="*/ 6858000 h 6858000"/>
              <a:gd name="connsiteX335" fmla="*/ 4238603 w 7467600"/>
              <a:gd name="connsiteY335" fmla="*/ 6559341 h 6858000"/>
              <a:gd name="connsiteX336" fmla="*/ 4778333 w 7467600"/>
              <a:gd name="connsiteY336" fmla="*/ 5873626 h 6858000"/>
              <a:gd name="connsiteX337" fmla="*/ 5414185 w 7467600"/>
              <a:gd name="connsiteY337" fmla="*/ 5573882 h 6858000"/>
              <a:gd name="connsiteX338" fmla="*/ 5959648 w 7467600"/>
              <a:gd name="connsiteY338" fmla="*/ 4760797 h 6858000"/>
              <a:gd name="connsiteX339" fmla="*/ 5355019 w 7467600"/>
              <a:gd name="connsiteY339" fmla="*/ 4734672 h 6858000"/>
              <a:gd name="connsiteX340" fmla="*/ 5083565 w 7467600"/>
              <a:gd name="connsiteY340" fmla="*/ 5179121 h 6858000"/>
              <a:gd name="connsiteX341" fmla="*/ 4713577 w 7467600"/>
              <a:gd name="connsiteY341" fmla="*/ 5616803 h 6858000"/>
              <a:gd name="connsiteX342" fmla="*/ 3989559 w 7467600"/>
              <a:gd name="connsiteY342" fmla="*/ 6145945 h 6858000"/>
              <a:gd name="connsiteX343" fmla="*/ 3939824 w 7467600"/>
              <a:gd name="connsiteY343" fmla="*/ 6066900 h 6858000"/>
              <a:gd name="connsiteX344" fmla="*/ 4584537 w 7467600"/>
              <a:gd name="connsiteY344" fmla="*/ 5324826 h 6858000"/>
              <a:gd name="connsiteX345" fmla="*/ 5037105 w 7467600"/>
              <a:gd name="connsiteY345" fmla="*/ 5088765 h 6858000"/>
              <a:gd name="connsiteX346" fmla="*/ 5039930 w 7467600"/>
              <a:gd name="connsiteY346" fmla="*/ 5089585 h 6858000"/>
              <a:gd name="connsiteX347" fmla="*/ 5263764 w 7467600"/>
              <a:gd name="connsiteY347" fmla="*/ 4735525 h 6858000"/>
              <a:gd name="connsiteX348" fmla="*/ 4086300 w 7467600"/>
              <a:gd name="connsiteY348" fmla="*/ 4884599 h 6858000"/>
              <a:gd name="connsiteX349" fmla="*/ 4085485 w 7467600"/>
              <a:gd name="connsiteY349" fmla="*/ 4899070 h 6858000"/>
              <a:gd name="connsiteX350" fmla="*/ 3871915 w 7467600"/>
              <a:gd name="connsiteY350" fmla="*/ 5253645 h 6858000"/>
              <a:gd name="connsiteX351" fmla="*/ 3799374 w 7467600"/>
              <a:gd name="connsiteY351" fmla="*/ 5466127 h 6858000"/>
              <a:gd name="connsiteX352" fmla="*/ 3498850 w 7467600"/>
              <a:gd name="connsiteY352" fmla="*/ 6661888 h 6858000"/>
              <a:gd name="connsiteX353" fmla="*/ 3399216 w 7467600"/>
              <a:gd name="connsiteY353" fmla="*/ 6858000 h 6858000"/>
              <a:gd name="connsiteX354" fmla="*/ 3303688 w 7467600"/>
              <a:gd name="connsiteY354" fmla="*/ 6858000 h 6858000"/>
              <a:gd name="connsiteX355" fmla="*/ 3391774 w 7467600"/>
              <a:gd name="connsiteY355" fmla="*/ 6697181 h 6858000"/>
              <a:gd name="connsiteX356" fmla="*/ 3735540 w 7467600"/>
              <a:gd name="connsiteY356" fmla="*/ 5546923 h 6858000"/>
              <a:gd name="connsiteX357" fmla="*/ 3729438 w 7467600"/>
              <a:gd name="connsiteY357" fmla="*/ 5569058 h 6858000"/>
              <a:gd name="connsiteX358" fmla="*/ 3707782 w 7467600"/>
              <a:gd name="connsiteY358" fmla="*/ 5644908 h 6858000"/>
              <a:gd name="connsiteX359" fmla="*/ 3583827 w 7467600"/>
              <a:gd name="connsiteY359" fmla="*/ 6039215 h 6858000"/>
              <a:gd name="connsiteX360" fmla="*/ 3547861 w 7467600"/>
              <a:gd name="connsiteY360" fmla="*/ 6129609 h 6858000"/>
              <a:gd name="connsiteX361" fmla="*/ 3490905 w 7467600"/>
              <a:gd name="connsiteY361" fmla="*/ 6277660 h 6858000"/>
              <a:gd name="connsiteX362" fmla="*/ 3455859 w 7467600"/>
              <a:gd name="connsiteY362" fmla="*/ 6391301 h 6858000"/>
              <a:gd name="connsiteX363" fmla="*/ 3429112 w 7467600"/>
              <a:gd name="connsiteY363" fmla="*/ 6479469 h 6858000"/>
              <a:gd name="connsiteX364" fmla="*/ 3304862 w 7467600"/>
              <a:gd name="connsiteY364" fmla="*/ 6796476 h 6858000"/>
              <a:gd name="connsiteX365" fmla="*/ 3276071 w 7467600"/>
              <a:gd name="connsiteY365" fmla="*/ 6858000 h 6858000"/>
              <a:gd name="connsiteX366" fmla="*/ 3240805 w 7467600"/>
              <a:gd name="connsiteY366" fmla="*/ 6858000 h 6858000"/>
              <a:gd name="connsiteX367" fmla="*/ 3275917 w 7467600"/>
              <a:gd name="connsiteY367" fmla="*/ 6783192 h 6858000"/>
              <a:gd name="connsiteX368" fmla="*/ 3399358 w 7467600"/>
              <a:gd name="connsiteY368" fmla="*/ 6469011 h 6858000"/>
              <a:gd name="connsiteX369" fmla="*/ 3425650 w 7467600"/>
              <a:gd name="connsiteY369" fmla="*/ 6381333 h 6858000"/>
              <a:gd name="connsiteX370" fmla="*/ 3460661 w 7467600"/>
              <a:gd name="connsiteY370" fmla="*/ 6266763 h 6858000"/>
              <a:gd name="connsiteX371" fmla="*/ 3518021 w 7467600"/>
              <a:gd name="connsiteY371" fmla="*/ 6117298 h 6858000"/>
              <a:gd name="connsiteX372" fmla="*/ 3554035 w 7467600"/>
              <a:gd name="connsiteY372" fmla="*/ 6027832 h 6858000"/>
              <a:gd name="connsiteX373" fmla="*/ 3677174 w 7467600"/>
              <a:gd name="connsiteY373" fmla="*/ 5636351 h 6858000"/>
              <a:gd name="connsiteX374" fmla="*/ 3698819 w 7467600"/>
              <a:gd name="connsiteY374" fmla="*/ 5560503 h 6858000"/>
              <a:gd name="connsiteX375" fmla="*/ 3702094 w 7467600"/>
              <a:gd name="connsiteY375" fmla="*/ 5549194 h 6858000"/>
              <a:gd name="connsiteX376" fmla="*/ 3398355 w 7467600"/>
              <a:gd name="connsiteY376" fmla="*/ 6094603 h 6858000"/>
              <a:gd name="connsiteX377" fmla="*/ 3193941 w 7467600"/>
              <a:gd name="connsiteY377" fmla="*/ 6798775 h 6858000"/>
              <a:gd name="connsiteX378" fmla="*/ 3184140 w 7467600"/>
              <a:gd name="connsiteY378" fmla="*/ 6858000 h 6858000"/>
              <a:gd name="connsiteX379" fmla="*/ 3099978 w 7467600"/>
              <a:gd name="connsiteY379" fmla="*/ 6858000 h 6858000"/>
              <a:gd name="connsiteX380" fmla="*/ 3101556 w 7467600"/>
              <a:gd name="connsiteY380" fmla="*/ 6843337 h 6858000"/>
              <a:gd name="connsiteX381" fmla="*/ 3370162 w 7467600"/>
              <a:gd name="connsiteY381" fmla="*/ 5785550 h 6858000"/>
              <a:gd name="connsiteX382" fmla="*/ 3746477 w 7467600"/>
              <a:gd name="connsiteY382" fmla="*/ 5377889 h 6858000"/>
              <a:gd name="connsiteX383" fmla="*/ 3863399 w 7467600"/>
              <a:gd name="connsiteY383" fmla="*/ 5087257 h 6858000"/>
              <a:gd name="connsiteX384" fmla="*/ 3968712 w 7467600"/>
              <a:gd name="connsiteY384" fmla="*/ 4913989 h 6858000"/>
              <a:gd name="connsiteX385" fmla="*/ 2792390 w 7467600"/>
              <a:gd name="connsiteY385" fmla="*/ 5382974 h 6858000"/>
              <a:gd name="connsiteX386" fmla="*/ 2714982 w 7467600"/>
              <a:gd name="connsiteY386" fmla="*/ 5427051 h 6858000"/>
              <a:gd name="connsiteX387" fmla="*/ 2813361 w 7467600"/>
              <a:gd name="connsiteY387" fmla="*/ 6023912 h 6858000"/>
              <a:gd name="connsiteX388" fmla="*/ 2688430 w 7467600"/>
              <a:gd name="connsiteY388" fmla="*/ 6801564 h 6858000"/>
              <a:gd name="connsiteX389" fmla="*/ 2629626 w 7467600"/>
              <a:gd name="connsiteY389" fmla="*/ 6763394 h 6858000"/>
              <a:gd name="connsiteX390" fmla="*/ 2565328 w 7467600"/>
              <a:gd name="connsiteY390" fmla="*/ 5516399 h 6858000"/>
              <a:gd name="connsiteX391" fmla="*/ 1922999 w 7467600"/>
              <a:gd name="connsiteY391" fmla="*/ 5980343 h 6858000"/>
              <a:gd name="connsiteX392" fmla="*/ 1950261 w 7467600"/>
              <a:gd name="connsiteY392" fmla="*/ 6405858 h 6858000"/>
              <a:gd name="connsiteX393" fmla="*/ 2365554 w 7467600"/>
              <a:gd name="connsiteY393" fmla="*/ 6759107 h 6858000"/>
              <a:gd name="connsiteX394" fmla="*/ 2424142 w 7467600"/>
              <a:gd name="connsiteY394" fmla="*/ 6858000 h 6858000"/>
              <a:gd name="connsiteX395" fmla="*/ 2395994 w 7467600"/>
              <a:gd name="connsiteY395" fmla="*/ 6858000 h 6858000"/>
              <a:gd name="connsiteX396" fmla="*/ 2392863 w 7467600"/>
              <a:gd name="connsiteY396" fmla="*/ 6852964 h 6858000"/>
              <a:gd name="connsiteX397" fmla="*/ 2017589 w 7467600"/>
              <a:gd name="connsiteY397" fmla="*/ 6493982 h 6858000"/>
              <a:gd name="connsiteX398" fmla="*/ 2147336 w 7467600"/>
              <a:gd name="connsiteY398" fmla="*/ 6594052 h 6858000"/>
              <a:gd name="connsiteX399" fmla="*/ 2207047 w 7467600"/>
              <a:gd name="connsiteY399" fmla="*/ 6654540 h 6858000"/>
              <a:gd name="connsiteX400" fmla="*/ 2299106 w 7467600"/>
              <a:gd name="connsiteY400" fmla="*/ 6778931 h 6858000"/>
              <a:gd name="connsiteX401" fmla="*/ 2314430 w 7467600"/>
              <a:gd name="connsiteY401" fmla="*/ 6801144 h 6858000"/>
              <a:gd name="connsiteX402" fmla="*/ 2352406 w 7467600"/>
              <a:gd name="connsiteY402" fmla="*/ 6858000 h 6858000"/>
              <a:gd name="connsiteX403" fmla="*/ 2314492 w 7467600"/>
              <a:gd name="connsiteY403" fmla="*/ 6858000 h 6858000"/>
              <a:gd name="connsiteX404" fmla="*/ 2288095 w 7467600"/>
              <a:gd name="connsiteY404" fmla="*/ 6818030 h 6858000"/>
              <a:gd name="connsiteX405" fmla="*/ 2272768 w 7467600"/>
              <a:gd name="connsiteY405" fmla="*/ 6795822 h 6858000"/>
              <a:gd name="connsiteX406" fmla="*/ 2182715 w 7467600"/>
              <a:gd name="connsiteY406" fmla="*/ 6675071 h 6858000"/>
              <a:gd name="connsiteX407" fmla="*/ 2032061 w 7467600"/>
              <a:gd name="connsiteY407" fmla="*/ 6541380 h 6858000"/>
              <a:gd name="connsiteX408" fmla="*/ 2257220 w 7467600"/>
              <a:gd name="connsiteY408" fmla="*/ 6826257 h 6858000"/>
              <a:gd name="connsiteX409" fmla="*/ 2281324 w 7467600"/>
              <a:gd name="connsiteY409" fmla="*/ 6858000 h 6858000"/>
              <a:gd name="connsiteX410" fmla="*/ 2242860 w 7467600"/>
              <a:gd name="connsiteY410" fmla="*/ 6858000 h 6858000"/>
              <a:gd name="connsiteX411" fmla="*/ 2232818 w 7467600"/>
              <a:gd name="connsiteY411" fmla="*/ 6844926 h 6858000"/>
              <a:gd name="connsiteX412" fmla="*/ 1990172 w 7467600"/>
              <a:gd name="connsiteY412" fmla="*/ 6542121 h 6858000"/>
              <a:gd name="connsiteX413" fmla="*/ 2124090 w 7467600"/>
              <a:gd name="connsiteY413" fmla="*/ 6761017 h 6858000"/>
              <a:gd name="connsiteX414" fmla="*/ 2200380 w 7467600"/>
              <a:gd name="connsiteY414" fmla="*/ 6858000 h 6858000"/>
              <a:gd name="connsiteX415" fmla="*/ 2147507 w 7467600"/>
              <a:gd name="connsiteY415" fmla="*/ 6858000 h 6858000"/>
              <a:gd name="connsiteX416" fmla="*/ 2070668 w 7467600"/>
              <a:gd name="connsiteY416" fmla="*/ 6761520 h 6858000"/>
              <a:gd name="connsiteX417" fmla="*/ 1975142 w 7467600"/>
              <a:gd name="connsiteY417" fmla="*/ 6585570 h 6858000"/>
              <a:gd name="connsiteX418" fmla="*/ 2050035 w 7467600"/>
              <a:gd name="connsiteY418" fmla="*/ 6813345 h 6858000"/>
              <a:gd name="connsiteX419" fmla="*/ 2063025 w 7467600"/>
              <a:gd name="connsiteY419" fmla="*/ 6858000 h 6858000"/>
              <a:gd name="connsiteX420" fmla="*/ 2021675 w 7467600"/>
              <a:gd name="connsiteY420" fmla="*/ 6858000 h 6858000"/>
              <a:gd name="connsiteX421" fmla="*/ 2019308 w 7467600"/>
              <a:gd name="connsiteY421" fmla="*/ 6847118 h 6858000"/>
              <a:gd name="connsiteX422" fmla="*/ 1938835 w 7467600"/>
              <a:gd name="connsiteY422" fmla="*/ 6551160 h 6858000"/>
              <a:gd name="connsiteX423" fmla="*/ 1953230 w 7467600"/>
              <a:gd name="connsiteY423" fmla="*/ 6759699 h 6858000"/>
              <a:gd name="connsiteX424" fmla="*/ 1956763 w 7467600"/>
              <a:gd name="connsiteY424" fmla="*/ 6778191 h 6858000"/>
              <a:gd name="connsiteX425" fmla="*/ 1967925 w 7467600"/>
              <a:gd name="connsiteY425" fmla="*/ 6858000 h 6858000"/>
              <a:gd name="connsiteX426" fmla="*/ 1936622 w 7467600"/>
              <a:gd name="connsiteY426" fmla="*/ 6858000 h 6858000"/>
              <a:gd name="connsiteX427" fmla="*/ 1926261 w 7467600"/>
              <a:gd name="connsiteY427" fmla="*/ 6784064 h 6858000"/>
              <a:gd name="connsiteX428" fmla="*/ 1922724 w 7467600"/>
              <a:gd name="connsiteY428" fmla="*/ 6765577 h 6858000"/>
              <a:gd name="connsiteX429" fmla="*/ 1904650 w 7467600"/>
              <a:gd name="connsiteY429" fmla="*/ 6639616 h 6858000"/>
              <a:gd name="connsiteX430" fmla="*/ 1885273 w 7467600"/>
              <a:gd name="connsiteY430" fmla="*/ 6858000 h 6858000"/>
              <a:gd name="connsiteX431" fmla="*/ 1854363 w 7467600"/>
              <a:gd name="connsiteY431" fmla="*/ 6858000 h 6858000"/>
              <a:gd name="connsiteX432" fmla="*/ 1880391 w 7467600"/>
              <a:gd name="connsiteY432" fmla="*/ 6603796 h 6858000"/>
              <a:gd name="connsiteX433" fmla="*/ 1818273 w 7467600"/>
              <a:gd name="connsiteY433" fmla="*/ 6715729 h 6858000"/>
              <a:gd name="connsiteX434" fmla="*/ 1794691 w 7467600"/>
              <a:gd name="connsiteY434" fmla="*/ 6843239 h 6858000"/>
              <a:gd name="connsiteX435" fmla="*/ 1794914 w 7467600"/>
              <a:gd name="connsiteY435" fmla="*/ 6858000 h 6858000"/>
              <a:gd name="connsiteX436" fmla="*/ 1746128 w 7467600"/>
              <a:gd name="connsiteY436" fmla="*/ 6858000 h 6858000"/>
              <a:gd name="connsiteX437" fmla="*/ 1753934 w 7467600"/>
              <a:gd name="connsiteY437" fmla="*/ 6724796 h 6858000"/>
              <a:gd name="connsiteX438" fmla="*/ 1792053 w 7467600"/>
              <a:gd name="connsiteY438" fmla="*/ 6572396 h 6858000"/>
              <a:gd name="connsiteX439" fmla="*/ 1862248 w 7467600"/>
              <a:gd name="connsiteY439" fmla="*/ 6266397 h 6858000"/>
              <a:gd name="connsiteX440" fmla="*/ 1862250 w 7467600"/>
              <a:gd name="connsiteY440" fmla="*/ 6033531 h 6858000"/>
              <a:gd name="connsiteX441" fmla="*/ 1211999 w 7467600"/>
              <a:gd name="connsiteY441" fmla="*/ 6683610 h 6858000"/>
              <a:gd name="connsiteX442" fmla="*/ 1213266 w 7467600"/>
              <a:gd name="connsiteY442" fmla="*/ 6691947 h 6858000"/>
              <a:gd name="connsiteX443" fmla="*/ 1203370 w 7467600"/>
              <a:gd name="connsiteY443" fmla="*/ 6850676 h 6858000"/>
              <a:gd name="connsiteX444" fmla="*/ 1203671 w 7467600"/>
              <a:gd name="connsiteY444" fmla="*/ 6858000 h 6858000"/>
              <a:gd name="connsiteX445" fmla="*/ 1143180 w 7467600"/>
              <a:gd name="connsiteY445" fmla="*/ 6858000 h 6858000"/>
              <a:gd name="connsiteX446" fmla="*/ 1142176 w 7467600"/>
              <a:gd name="connsiteY446" fmla="*/ 6766045 h 6858000"/>
              <a:gd name="connsiteX447" fmla="*/ 1067484 w 7467600"/>
              <a:gd name="connsiteY447" fmla="*/ 6858000 h 6858000"/>
              <a:gd name="connsiteX448" fmla="*/ 953928 w 7467600"/>
              <a:gd name="connsiteY448" fmla="*/ 6858000 h 6858000"/>
              <a:gd name="connsiteX449" fmla="*/ 959715 w 7467600"/>
              <a:gd name="connsiteY449" fmla="*/ 6850185 h 6858000"/>
              <a:gd name="connsiteX450" fmla="*/ 1483788 w 7467600"/>
              <a:gd name="connsiteY450" fmla="*/ 6259174 h 6858000"/>
              <a:gd name="connsiteX451" fmla="*/ 1100671 w 7467600"/>
              <a:gd name="connsiteY451" fmla="*/ 6252137 h 6858000"/>
              <a:gd name="connsiteX452" fmla="*/ 1090144 w 7467600"/>
              <a:gd name="connsiteY452" fmla="*/ 6256748 h 6858000"/>
              <a:gd name="connsiteX453" fmla="*/ 1095872 w 7467600"/>
              <a:gd name="connsiteY453" fmla="*/ 6271892 h 6858000"/>
              <a:gd name="connsiteX454" fmla="*/ 262785 w 7467600"/>
              <a:gd name="connsiteY454" fmla="*/ 6845450 h 6858000"/>
              <a:gd name="connsiteX455" fmla="*/ 209968 w 7467600"/>
              <a:gd name="connsiteY455" fmla="*/ 6770713 h 6858000"/>
              <a:gd name="connsiteX456" fmla="*/ 873460 w 7467600"/>
              <a:gd name="connsiteY456" fmla="*/ 6253768 h 6858000"/>
              <a:gd name="connsiteX457" fmla="*/ 192686 w 7467600"/>
              <a:gd name="connsiteY457" fmla="*/ 5849257 h 6858000"/>
              <a:gd name="connsiteX458" fmla="*/ 4696 w 7467600"/>
              <a:gd name="connsiteY458" fmla="*/ 5697668 h 6858000"/>
              <a:gd name="connsiteX459" fmla="*/ 0 w 7467600"/>
              <a:gd name="connsiteY459" fmla="*/ 5689984 h 6858000"/>
              <a:gd name="connsiteX460" fmla="*/ 0 w 7467600"/>
              <a:gd name="connsiteY460" fmla="*/ 5513472 h 6858000"/>
              <a:gd name="connsiteX461" fmla="*/ 174101 w 7467600"/>
              <a:gd name="connsiteY461" fmla="*/ 5620277 h 6858000"/>
              <a:gd name="connsiteX462" fmla="*/ 891800 w 7467600"/>
              <a:gd name="connsiteY462" fmla="*/ 6036935 h 6858000"/>
              <a:gd name="connsiteX463" fmla="*/ 1072219 w 7467600"/>
              <a:gd name="connsiteY463" fmla="*/ 6169443 h 6858000"/>
              <a:gd name="connsiteX464" fmla="*/ 1074117 w 7467600"/>
              <a:gd name="connsiteY464" fmla="*/ 6170301 h 6858000"/>
              <a:gd name="connsiteX465" fmla="*/ 1083114 w 7467600"/>
              <a:gd name="connsiteY465" fmla="*/ 6174131 h 6858000"/>
              <a:gd name="connsiteX466" fmla="*/ 1543010 w 7467600"/>
              <a:gd name="connsiteY466" fmla="*/ 6191140 h 6858000"/>
              <a:gd name="connsiteX467" fmla="*/ 1551080 w 7467600"/>
              <a:gd name="connsiteY467" fmla="*/ 6195006 h 6858000"/>
              <a:gd name="connsiteX468" fmla="*/ 2345443 w 7467600"/>
              <a:gd name="connsiteY468" fmla="*/ 5549882 h 6858000"/>
              <a:gd name="connsiteX469" fmla="*/ 1721499 w 7467600"/>
              <a:gd name="connsiteY469" fmla="*/ 5599969 h 6858000"/>
              <a:gd name="connsiteX470" fmla="*/ 767716 w 7467600"/>
              <a:gd name="connsiteY470" fmla="*/ 5472768 h 6858000"/>
              <a:gd name="connsiteX471" fmla="*/ 722147 w 7467600"/>
              <a:gd name="connsiteY471" fmla="*/ 5393091 h 6858000"/>
              <a:gd name="connsiteX472" fmla="*/ 1485552 w 7467600"/>
              <a:gd name="connsiteY472" fmla="*/ 5313202 h 6858000"/>
              <a:gd name="connsiteX473" fmla="*/ 2143004 w 7467600"/>
              <a:gd name="connsiteY473" fmla="*/ 5402420 h 6858000"/>
              <a:gd name="connsiteX474" fmla="*/ 1933391 w 7467600"/>
              <a:gd name="connsiteY474" fmla="*/ 5156971 h 6858000"/>
              <a:gd name="connsiteX475" fmla="*/ 1827118 w 7467600"/>
              <a:gd name="connsiteY475" fmla="*/ 4968410 h 6858000"/>
              <a:gd name="connsiteX476" fmla="*/ 1837349 w 7467600"/>
              <a:gd name="connsiteY476" fmla="*/ 4956357 h 6858000"/>
              <a:gd name="connsiteX477" fmla="*/ 2162835 w 7467600"/>
              <a:gd name="connsiteY477" fmla="*/ 5187853 h 6858000"/>
              <a:gd name="connsiteX478" fmla="*/ 2257167 w 7467600"/>
              <a:gd name="connsiteY478" fmla="*/ 5462123 h 6858000"/>
              <a:gd name="connsiteX479" fmla="*/ 2261598 w 7467600"/>
              <a:gd name="connsiteY479" fmla="*/ 5467998 h 6858000"/>
              <a:gd name="connsiteX480" fmla="*/ 2437177 w 7467600"/>
              <a:gd name="connsiteY480" fmla="*/ 5479608 h 6858000"/>
              <a:gd name="connsiteX481" fmla="*/ 2445247 w 7467600"/>
              <a:gd name="connsiteY481" fmla="*/ 5483476 h 6858000"/>
              <a:gd name="connsiteX482" fmla="*/ 2743626 w 7467600"/>
              <a:gd name="connsiteY482" fmla="*/ 5304819 h 6858000"/>
              <a:gd name="connsiteX483" fmla="*/ 3048102 w 7467600"/>
              <a:gd name="connsiteY483" fmla="*/ 5150595 h 6858000"/>
              <a:gd name="connsiteX484" fmla="*/ 1799414 w 7467600"/>
              <a:gd name="connsiteY484" fmla="*/ 4694732 h 6858000"/>
              <a:gd name="connsiteX485" fmla="*/ 1771735 w 7467600"/>
              <a:gd name="connsiteY485" fmla="*/ 4619929 h 6858000"/>
              <a:gd name="connsiteX486" fmla="*/ 3104273 w 7467600"/>
              <a:gd name="connsiteY486" fmla="*/ 5076159 h 6858000"/>
              <a:gd name="connsiteX487" fmla="*/ 3113245 w 7467600"/>
              <a:gd name="connsiteY487" fmla="*/ 5090705 h 6858000"/>
              <a:gd name="connsiteX488" fmla="*/ 3126294 w 7467600"/>
              <a:gd name="connsiteY488" fmla="*/ 5114400 h 6858000"/>
              <a:gd name="connsiteX489" fmla="*/ 3937433 w 7467600"/>
              <a:gd name="connsiteY489" fmla="*/ 4830473 h 6858000"/>
              <a:gd name="connsiteX490" fmla="*/ 3590475 w 7467600"/>
              <a:gd name="connsiteY490" fmla="*/ 4597974 h 6858000"/>
              <a:gd name="connsiteX491" fmla="*/ 3100264 w 7467600"/>
              <a:gd name="connsiteY491" fmla="*/ 4579845 h 6858000"/>
              <a:gd name="connsiteX492" fmla="*/ 2183576 w 7467600"/>
              <a:gd name="connsiteY492" fmla="*/ 4227150 h 6858000"/>
              <a:gd name="connsiteX493" fmla="*/ 2151029 w 7467600"/>
              <a:gd name="connsiteY493" fmla="*/ 4146947 h 6858000"/>
              <a:gd name="connsiteX494" fmla="*/ 3563434 w 7467600"/>
              <a:gd name="connsiteY494" fmla="*/ 4469115 h 6858000"/>
              <a:gd name="connsiteX495" fmla="*/ 3177952 w 7467600"/>
              <a:gd name="connsiteY495" fmla="*/ 3657386 h 6858000"/>
              <a:gd name="connsiteX496" fmla="*/ 3189263 w 7467600"/>
              <a:gd name="connsiteY496" fmla="*/ 3625726 h 6858000"/>
              <a:gd name="connsiteX497" fmla="*/ 3560912 w 7467600"/>
              <a:gd name="connsiteY497" fmla="*/ 4079863 h 6858000"/>
              <a:gd name="connsiteX498" fmla="*/ 3626636 w 7467600"/>
              <a:gd name="connsiteY498" fmla="*/ 4512230 h 6858000"/>
              <a:gd name="connsiteX499" fmla="*/ 3653088 w 7467600"/>
              <a:gd name="connsiteY499" fmla="*/ 4521417 h 6858000"/>
              <a:gd name="connsiteX500" fmla="*/ 3988128 w 7467600"/>
              <a:gd name="connsiteY500" fmla="*/ 4817267 h 6858000"/>
              <a:gd name="connsiteX501" fmla="*/ 4830582 w 7467600"/>
              <a:gd name="connsiteY501" fmla="*/ 4676000 h 6858000"/>
              <a:gd name="connsiteX502" fmla="*/ 4830100 w 7467600"/>
              <a:gd name="connsiteY502" fmla="*/ 4675554 h 6858000"/>
              <a:gd name="connsiteX503" fmla="*/ 4036318 w 7467600"/>
              <a:gd name="connsiteY503" fmla="*/ 4147013 h 6858000"/>
              <a:gd name="connsiteX504" fmla="*/ 3432098 w 7467600"/>
              <a:gd name="connsiteY504" fmla="*/ 3537312 h 6858000"/>
              <a:gd name="connsiteX505" fmla="*/ 3446761 w 7467600"/>
              <a:gd name="connsiteY505" fmla="*/ 3461278 h 6858000"/>
              <a:gd name="connsiteX506" fmla="*/ 4419733 w 7467600"/>
              <a:gd name="connsiteY506" fmla="*/ 3963555 h 6858000"/>
              <a:gd name="connsiteX507" fmla="*/ 4781371 w 7467600"/>
              <a:gd name="connsiteY507" fmla="*/ 4458604 h 6858000"/>
              <a:gd name="connsiteX508" fmla="*/ 4780440 w 7467600"/>
              <a:gd name="connsiteY508" fmla="*/ 4470290 h 6858000"/>
              <a:gd name="connsiteX509" fmla="*/ 4898954 w 7467600"/>
              <a:gd name="connsiteY509" fmla="*/ 4662092 h 6858000"/>
              <a:gd name="connsiteX510" fmla="*/ 4900699 w 7467600"/>
              <a:gd name="connsiteY510" fmla="*/ 4670867 h 6858000"/>
              <a:gd name="connsiteX511" fmla="*/ 5714511 w 7467600"/>
              <a:gd name="connsiteY511" fmla="*/ 4663483 h 6858000"/>
              <a:gd name="connsiteX512" fmla="*/ 5464793 w 7467600"/>
              <a:gd name="connsiteY512" fmla="*/ 4393556 h 6858000"/>
              <a:gd name="connsiteX513" fmla="*/ 5461897 w 7467600"/>
              <a:gd name="connsiteY513" fmla="*/ 4390879 h 6858000"/>
              <a:gd name="connsiteX514" fmla="*/ 4294126 w 7467600"/>
              <a:gd name="connsiteY514" fmla="*/ 3303048 h 6858000"/>
              <a:gd name="connsiteX515" fmla="*/ 4305321 w 7467600"/>
              <a:gd name="connsiteY515" fmla="*/ 3256953 h 6858000"/>
              <a:gd name="connsiteX516" fmla="*/ 4949299 w 7467600"/>
              <a:gd name="connsiteY516" fmla="*/ 3766336 h 6858000"/>
              <a:gd name="connsiteX517" fmla="*/ 5291452 w 7467600"/>
              <a:gd name="connsiteY517" fmla="*/ 4076801 h 6858000"/>
              <a:gd name="connsiteX518" fmla="*/ 5434998 w 7467600"/>
              <a:gd name="connsiteY518" fmla="*/ 4254100 h 6858000"/>
              <a:gd name="connsiteX519" fmla="*/ 5351015 w 7467600"/>
              <a:gd name="connsiteY519" fmla="*/ 3760989 h 6858000"/>
              <a:gd name="connsiteX520" fmla="*/ 5413780 w 7467600"/>
              <a:gd name="connsiteY520" fmla="*/ 2966265 h 6858000"/>
              <a:gd name="connsiteX521" fmla="*/ 5425627 w 7467600"/>
              <a:gd name="connsiteY521" fmla="*/ 2954192 h 6858000"/>
              <a:gd name="connsiteX522" fmla="*/ 6604735 w 7467600"/>
              <a:gd name="connsiteY522" fmla="*/ 2041381 h 6858000"/>
              <a:gd name="connsiteX523" fmla="*/ 7204487 w 7467600"/>
              <a:gd name="connsiteY523" fmla="*/ 2742112 h 6858000"/>
              <a:gd name="connsiteX524" fmla="*/ 7131592 w 7467600"/>
              <a:gd name="connsiteY524" fmla="*/ 2672096 h 6858000"/>
              <a:gd name="connsiteX525" fmla="*/ 6996344 w 7467600"/>
              <a:gd name="connsiteY525" fmla="*/ 2518310 h 6858000"/>
              <a:gd name="connsiteX526" fmla="*/ 6735495 w 7467600"/>
              <a:gd name="connsiteY526" fmla="*/ 2196890 h 6858000"/>
              <a:gd name="connsiteX527" fmla="*/ 6721901 w 7467600"/>
              <a:gd name="connsiteY527" fmla="*/ 2179274 h 6858000"/>
              <a:gd name="connsiteX528" fmla="*/ 6604735 w 7467600"/>
              <a:gd name="connsiteY528" fmla="*/ 2041381 h 6858000"/>
              <a:gd name="connsiteX529" fmla="*/ 6591670 w 7467600"/>
              <a:gd name="connsiteY529" fmla="*/ 1988277 h 6858000"/>
              <a:gd name="connsiteX530" fmla="*/ 6747349 w 7467600"/>
              <a:gd name="connsiteY530" fmla="*/ 2160069 h 6858000"/>
              <a:gd name="connsiteX531" fmla="*/ 6760943 w 7467600"/>
              <a:gd name="connsiteY531" fmla="*/ 2177686 h 6858000"/>
              <a:gd name="connsiteX532" fmla="*/ 7021065 w 7467600"/>
              <a:gd name="connsiteY532" fmla="*/ 2498102 h 6858000"/>
              <a:gd name="connsiteX533" fmla="*/ 7155223 w 7467600"/>
              <a:gd name="connsiteY533" fmla="*/ 2650386 h 6858000"/>
              <a:gd name="connsiteX534" fmla="*/ 7203167 w 7467600"/>
              <a:gd name="connsiteY534" fmla="*/ 2697288 h 6858000"/>
              <a:gd name="connsiteX535" fmla="*/ 6937703 w 7467600"/>
              <a:gd name="connsiteY535" fmla="*/ 2321981 h 6858000"/>
              <a:gd name="connsiteX536" fmla="*/ 6591670 w 7467600"/>
              <a:gd name="connsiteY536" fmla="*/ 1988277 h 6858000"/>
              <a:gd name="connsiteX537" fmla="*/ 5798671 w 7467600"/>
              <a:gd name="connsiteY537" fmla="*/ 1981601 h 6858000"/>
              <a:gd name="connsiteX538" fmla="*/ 5754709 w 7467600"/>
              <a:gd name="connsiteY538" fmla="*/ 2071454 h 6858000"/>
              <a:gd name="connsiteX539" fmla="*/ 5763044 w 7467600"/>
              <a:gd name="connsiteY539" fmla="*/ 2842206 h 6858000"/>
              <a:gd name="connsiteX540" fmla="*/ 5764974 w 7467600"/>
              <a:gd name="connsiteY540" fmla="*/ 2799609 h 6858000"/>
              <a:gd name="connsiteX541" fmla="*/ 5767665 w 7467600"/>
              <a:gd name="connsiteY541" fmla="*/ 2666409 h 6858000"/>
              <a:gd name="connsiteX542" fmla="*/ 5763055 w 7467600"/>
              <a:gd name="connsiteY542" fmla="*/ 2579705 h 6858000"/>
              <a:gd name="connsiteX543" fmla="*/ 5758079 w 7467600"/>
              <a:gd name="connsiteY543" fmla="*/ 2492508 h 6858000"/>
              <a:gd name="connsiteX544" fmla="*/ 5779325 w 7467600"/>
              <a:gd name="connsiteY544" fmla="*/ 2197069 h 6858000"/>
              <a:gd name="connsiteX545" fmla="*/ 5798671 w 7467600"/>
              <a:gd name="connsiteY545" fmla="*/ 1981601 h 6858000"/>
              <a:gd name="connsiteX546" fmla="*/ 5829202 w 7467600"/>
              <a:gd name="connsiteY546" fmla="*/ 1971679 h 6858000"/>
              <a:gd name="connsiteX547" fmla="*/ 5809558 w 7467600"/>
              <a:gd name="connsiteY547" fmla="*/ 2198043 h 6858000"/>
              <a:gd name="connsiteX548" fmla="*/ 5788653 w 7467600"/>
              <a:gd name="connsiteY548" fmla="*/ 2489430 h 6858000"/>
              <a:gd name="connsiteX549" fmla="*/ 5793439 w 7467600"/>
              <a:gd name="connsiteY549" fmla="*/ 2575235 h 6858000"/>
              <a:gd name="connsiteX550" fmla="*/ 5796837 w 7467600"/>
              <a:gd name="connsiteY550" fmla="*/ 2637633 h 6858000"/>
              <a:gd name="connsiteX551" fmla="*/ 5818614 w 7467600"/>
              <a:gd name="connsiteY551" fmla="*/ 2473055 h 6858000"/>
              <a:gd name="connsiteX552" fmla="*/ 5829202 w 7467600"/>
              <a:gd name="connsiteY552" fmla="*/ 1971679 h 6858000"/>
              <a:gd name="connsiteX553" fmla="*/ 5911389 w 7467600"/>
              <a:gd name="connsiteY553" fmla="*/ 1898371 h 6858000"/>
              <a:gd name="connsiteX554" fmla="*/ 6237627 w 7467600"/>
              <a:gd name="connsiteY554" fmla="*/ 2231921 h 6858000"/>
              <a:gd name="connsiteX555" fmla="*/ 5911389 w 7467600"/>
              <a:gd name="connsiteY555" fmla="*/ 1898371 h 6858000"/>
              <a:gd name="connsiteX556" fmla="*/ 6944437 w 7467600"/>
              <a:gd name="connsiteY556" fmla="*/ 1575402 h 6858000"/>
              <a:gd name="connsiteX557" fmla="*/ 6304730 w 7467600"/>
              <a:gd name="connsiteY557" fmla="*/ 1766654 h 6858000"/>
              <a:gd name="connsiteX558" fmla="*/ 6944437 w 7467600"/>
              <a:gd name="connsiteY558" fmla="*/ 1575402 h 6858000"/>
              <a:gd name="connsiteX559" fmla="*/ 7019523 w 7467600"/>
              <a:gd name="connsiteY559" fmla="*/ 1519450 h 6858000"/>
              <a:gd name="connsiteX560" fmla="*/ 6298091 w 7467600"/>
              <a:gd name="connsiteY560" fmla="*/ 1737122 h 6858000"/>
              <a:gd name="connsiteX561" fmla="*/ 7019523 w 7467600"/>
              <a:gd name="connsiteY561" fmla="*/ 1519450 h 6858000"/>
              <a:gd name="connsiteX562" fmla="*/ 2399523 w 7467600"/>
              <a:gd name="connsiteY562" fmla="*/ 1428234 h 6858000"/>
              <a:gd name="connsiteX563" fmla="*/ 2224982 w 7467600"/>
              <a:gd name="connsiteY563" fmla="*/ 1826201 h 6858000"/>
              <a:gd name="connsiteX564" fmla="*/ 2096099 w 7467600"/>
              <a:gd name="connsiteY564" fmla="*/ 2345900 h 6858000"/>
              <a:gd name="connsiteX565" fmla="*/ 2283317 w 7467600"/>
              <a:gd name="connsiteY565" fmla="*/ 1796925 h 6858000"/>
              <a:gd name="connsiteX566" fmla="*/ 2399523 w 7467600"/>
              <a:gd name="connsiteY566" fmla="*/ 1428234 h 6858000"/>
              <a:gd name="connsiteX567" fmla="*/ 2448558 w 7467600"/>
              <a:gd name="connsiteY567" fmla="*/ 1373435 h 6858000"/>
              <a:gd name="connsiteX568" fmla="*/ 2312521 w 7467600"/>
              <a:gd name="connsiteY568" fmla="*/ 1806140 h 6858000"/>
              <a:gd name="connsiteX569" fmla="*/ 2127533 w 7467600"/>
              <a:gd name="connsiteY569" fmla="*/ 2348380 h 6858000"/>
              <a:gd name="connsiteX570" fmla="*/ 2358080 w 7467600"/>
              <a:gd name="connsiteY570" fmla="*/ 1866134 h 6858000"/>
              <a:gd name="connsiteX571" fmla="*/ 2407436 w 7467600"/>
              <a:gd name="connsiteY571" fmla="*/ 1651070 h 6858000"/>
              <a:gd name="connsiteX572" fmla="*/ 2448558 w 7467600"/>
              <a:gd name="connsiteY572" fmla="*/ 1373435 h 6858000"/>
              <a:gd name="connsiteX573" fmla="*/ 278707 w 7467600"/>
              <a:gd name="connsiteY573" fmla="*/ 1352270 h 6858000"/>
              <a:gd name="connsiteX574" fmla="*/ 321570 w 7467600"/>
              <a:gd name="connsiteY574" fmla="*/ 1861610 h 6858000"/>
              <a:gd name="connsiteX575" fmla="*/ 294281 w 7467600"/>
              <a:gd name="connsiteY575" fmla="*/ 1440658 h 6858000"/>
              <a:gd name="connsiteX576" fmla="*/ 278707 w 7467600"/>
              <a:gd name="connsiteY576" fmla="*/ 1352270 h 6858000"/>
              <a:gd name="connsiteX577" fmla="*/ 1423821 w 7467600"/>
              <a:gd name="connsiteY577" fmla="*/ 1351958 h 6858000"/>
              <a:gd name="connsiteX578" fmla="*/ 1638521 w 7467600"/>
              <a:gd name="connsiteY578" fmla="*/ 1908470 h 6858000"/>
              <a:gd name="connsiteX579" fmla="*/ 1754199 w 7467600"/>
              <a:gd name="connsiteY579" fmla="*/ 2149284 h 6858000"/>
              <a:gd name="connsiteX580" fmla="*/ 1908359 w 7467600"/>
              <a:gd name="connsiteY580" fmla="*/ 2364988 h 6858000"/>
              <a:gd name="connsiteX581" fmla="*/ 1647661 w 7467600"/>
              <a:gd name="connsiteY581" fmla="*/ 1825945 h 6858000"/>
              <a:gd name="connsiteX582" fmla="*/ 1423821 w 7467600"/>
              <a:gd name="connsiteY582" fmla="*/ 1351958 h 6858000"/>
              <a:gd name="connsiteX583" fmla="*/ 1431890 w 7467600"/>
              <a:gd name="connsiteY583" fmla="*/ 1306475 h 6858000"/>
              <a:gd name="connsiteX584" fmla="*/ 1507597 w 7467600"/>
              <a:gd name="connsiteY584" fmla="*/ 1446132 h 6858000"/>
              <a:gd name="connsiteX585" fmla="*/ 1674586 w 7467600"/>
              <a:gd name="connsiteY585" fmla="*/ 1813832 h 6858000"/>
              <a:gd name="connsiteX586" fmla="*/ 1815950 w 7467600"/>
              <a:gd name="connsiteY586" fmla="*/ 2128564 h 6858000"/>
              <a:gd name="connsiteX587" fmla="*/ 1984242 w 7467600"/>
              <a:gd name="connsiteY587" fmla="*/ 2430829 h 6858000"/>
              <a:gd name="connsiteX588" fmla="*/ 2014023 w 7467600"/>
              <a:gd name="connsiteY588" fmla="*/ 2450995 h 6858000"/>
              <a:gd name="connsiteX589" fmla="*/ 1747337 w 7467600"/>
              <a:gd name="connsiteY589" fmla="*/ 1855264 h 6858000"/>
              <a:gd name="connsiteX590" fmla="*/ 1533749 w 7467600"/>
              <a:gd name="connsiteY590" fmla="*/ 1478656 h 6858000"/>
              <a:gd name="connsiteX591" fmla="*/ 1431890 w 7467600"/>
              <a:gd name="connsiteY591" fmla="*/ 1306475 h 6858000"/>
              <a:gd name="connsiteX592" fmla="*/ 5052692 w 7467600"/>
              <a:gd name="connsiteY592" fmla="*/ 1292994 h 6858000"/>
              <a:gd name="connsiteX593" fmla="*/ 5200661 w 7467600"/>
              <a:gd name="connsiteY593" fmla="*/ 1635186 h 6858000"/>
              <a:gd name="connsiteX594" fmla="*/ 5297138 w 7467600"/>
              <a:gd name="connsiteY594" fmla="*/ 1906351 h 6858000"/>
              <a:gd name="connsiteX595" fmla="*/ 5052692 w 7467600"/>
              <a:gd name="connsiteY595" fmla="*/ 1292994 h 6858000"/>
              <a:gd name="connsiteX596" fmla="*/ 5009948 w 7467600"/>
              <a:gd name="connsiteY596" fmla="*/ 1273619 h 6858000"/>
              <a:gd name="connsiteX597" fmla="*/ 5121777 w 7467600"/>
              <a:gd name="connsiteY597" fmla="*/ 1654213 h 6858000"/>
              <a:gd name="connsiteX598" fmla="*/ 5293545 w 7467600"/>
              <a:gd name="connsiteY598" fmla="*/ 2072247 h 6858000"/>
              <a:gd name="connsiteX599" fmla="*/ 5294042 w 7467600"/>
              <a:gd name="connsiteY599" fmla="*/ 2065019 h 6858000"/>
              <a:gd name="connsiteX600" fmla="*/ 5171936 w 7467600"/>
              <a:gd name="connsiteY600" fmla="*/ 1647613 h 6858000"/>
              <a:gd name="connsiteX601" fmla="*/ 5009948 w 7467600"/>
              <a:gd name="connsiteY601" fmla="*/ 1273619 h 6858000"/>
              <a:gd name="connsiteX602" fmla="*/ 655236 w 7467600"/>
              <a:gd name="connsiteY602" fmla="*/ 1268632 h 6858000"/>
              <a:gd name="connsiteX603" fmla="*/ 839521 w 7467600"/>
              <a:gd name="connsiteY603" fmla="*/ 1685315 h 6858000"/>
              <a:gd name="connsiteX604" fmla="*/ 1109416 w 7467600"/>
              <a:gd name="connsiteY604" fmla="*/ 2061663 h 6858000"/>
              <a:gd name="connsiteX605" fmla="*/ 1298300 w 7467600"/>
              <a:gd name="connsiteY605" fmla="*/ 2247742 h 6858000"/>
              <a:gd name="connsiteX606" fmla="*/ 1125871 w 7467600"/>
              <a:gd name="connsiteY606" fmla="*/ 1989513 h 6858000"/>
              <a:gd name="connsiteX607" fmla="*/ 981574 w 7467600"/>
              <a:gd name="connsiteY607" fmla="*/ 1783157 h 6858000"/>
              <a:gd name="connsiteX608" fmla="*/ 922198 w 7467600"/>
              <a:gd name="connsiteY608" fmla="*/ 1677437 h 6858000"/>
              <a:gd name="connsiteX609" fmla="*/ 869293 w 7467600"/>
              <a:gd name="connsiteY609" fmla="*/ 1583214 h 6858000"/>
              <a:gd name="connsiteX610" fmla="*/ 751431 w 7467600"/>
              <a:gd name="connsiteY610" fmla="*/ 1405731 h 6858000"/>
              <a:gd name="connsiteX611" fmla="*/ 655236 w 7467600"/>
              <a:gd name="connsiteY611" fmla="*/ 1268632 h 6858000"/>
              <a:gd name="connsiteX612" fmla="*/ 6516292 w 7467600"/>
              <a:gd name="connsiteY612" fmla="*/ 1263064 h 6858000"/>
              <a:gd name="connsiteX613" fmla="*/ 5736320 w 7467600"/>
              <a:gd name="connsiteY613" fmla="*/ 1501803 h 6858000"/>
              <a:gd name="connsiteX614" fmla="*/ 6516292 w 7467600"/>
              <a:gd name="connsiteY614" fmla="*/ 1263064 h 6858000"/>
              <a:gd name="connsiteX615" fmla="*/ 291466 w 7467600"/>
              <a:gd name="connsiteY615" fmla="*/ 1250369 h 6858000"/>
              <a:gd name="connsiteX616" fmla="*/ 323180 w 7467600"/>
              <a:gd name="connsiteY616" fmla="*/ 1435283 h 6858000"/>
              <a:gd name="connsiteX617" fmla="*/ 349381 w 7467600"/>
              <a:gd name="connsiteY617" fmla="*/ 1875041 h 6858000"/>
              <a:gd name="connsiteX618" fmla="*/ 374363 w 7467600"/>
              <a:gd name="connsiteY618" fmla="*/ 1506494 h 6858000"/>
              <a:gd name="connsiteX619" fmla="*/ 302168 w 7467600"/>
              <a:gd name="connsiteY619" fmla="*/ 1274495 h 6858000"/>
              <a:gd name="connsiteX620" fmla="*/ 291466 w 7467600"/>
              <a:gd name="connsiteY620" fmla="*/ 1250369 h 6858000"/>
              <a:gd name="connsiteX621" fmla="*/ 678222 w 7467600"/>
              <a:gd name="connsiteY621" fmla="*/ 1248670 h 6858000"/>
              <a:gd name="connsiteX622" fmla="*/ 775536 w 7467600"/>
              <a:gd name="connsiteY622" fmla="*/ 1388015 h 6858000"/>
              <a:gd name="connsiteX623" fmla="*/ 894529 w 7467600"/>
              <a:gd name="connsiteY623" fmla="*/ 1567739 h 6858000"/>
              <a:gd name="connsiteX624" fmla="*/ 948000 w 7467600"/>
              <a:gd name="connsiteY624" fmla="*/ 1663088 h 6858000"/>
              <a:gd name="connsiteX625" fmla="*/ 1006812 w 7467600"/>
              <a:gd name="connsiteY625" fmla="*/ 1767683 h 6858000"/>
              <a:gd name="connsiteX626" fmla="*/ 1149133 w 7467600"/>
              <a:gd name="connsiteY626" fmla="*/ 1971513 h 6858000"/>
              <a:gd name="connsiteX627" fmla="*/ 1333952 w 7467600"/>
              <a:gd name="connsiteY627" fmla="*/ 2251620 h 6858000"/>
              <a:gd name="connsiteX628" fmla="*/ 1337329 w 7467600"/>
              <a:gd name="connsiteY628" fmla="*/ 2258350 h 6858000"/>
              <a:gd name="connsiteX629" fmla="*/ 1014726 w 7467600"/>
              <a:gd name="connsiteY629" fmla="*/ 1615556 h 6858000"/>
              <a:gd name="connsiteX630" fmla="*/ 678222 w 7467600"/>
              <a:gd name="connsiteY630" fmla="*/ 1248670 h 6858000"/>
              <a:gd name="connsiteX631" fmla="*/ 6691602 w 7467600"/>
              <a:gd name="connsiteY631" fmla="*/ 1140573 h 6858000"/>
              <a:gd name="connsiteX632" fmla="*/ 6571100 w 7467600"/>
              <a:gd name="connsiteY632" fmla="*/ 1183662 h 6858000"/>
              <a:gd name="connsiteX633" fmla="*/ 6241687 w 7467600"/>
              <a:gd name="connsiteY633" fmla="*/ 1257600 h 6858000"/>
              <a:gd name="connsiteX634" fmla="*/ 5693009 w 7467600"/>
              <a:gd name="connsiteY634" fmla="*/ 1478256 h 6858000"/>
              <a:gd name="connsiteX635" fmla="*/ 6548420 w 7467600"/>
              <a:gd name="connsiteY635" fmla="*/ 1214599 h 6858000"/>
              <a:gd name="connsiteX636" fmla="*/ 6605473 w 7467600"/>
              <a:gd name="connsiteY636" fmla="*/ 1184686 h 6858000"/>
              <a:gd name="connsiteX637" fmla="*/ 6691602 w 7467600"/>
              <a:gd name="connsiteY637" fmla="*/ 1140573 h 6858000"/>
              <a:gd name="connsiteX638" fmla="*/ 4002475 w 7467600"/>
              <a:gd name="connsiteY638" fmla="*/ 1037802 h 6858000"/>
              <a:gd name="connsiteX639" fmla="*/ 4000324 w 7467600"/>
              <a:gd name="connsiteY639" fmla="*/ 1039362 h 6858000"/>
              <a:gd name="connsiteX640" fmla="*/ 4002862 w 7467600"/>
              <a:gd name="connsiteY640" fmla="*/ 1042866 h 6858000"/>
              <a:gd name="connsiteX641" fmla="*/ 4002475 w 7467600"/>
              <a:gd name="connsiteY641" fmla="*/ 1037802 h 6858000"/>
              <a:gd name="connsiteX642" fmla="*/ 506322 w 7467600"/>
              <a:gd name="connsiteY642" fmla="*/ 1020997 h 6858000"/>
              <a:gd name="connsiteX643" fmla="*/ 533068 w 7467600"/>
              <a:gd name="connsiteY643" fmla="*/ 1029409 h 6858000"/>
              <a:gd name="connsiteX644" fmla="*/ 1232525 w 7467600"/>
              <a:gd name="connsiteY644" fmla="*/ 1804675 h 6858000"/>
              <a:gd name="connsiteX645" fmla="*/ 1388858 w 7467600"/>
              <a:gd name="connsiteY645" fmla="*/ 2368011 h 6858000"/>
              <a:gd name="connsiteX646" fmla="*/ 1384098 w 7467600"/>
              <a:gd name="connsiteY646" fmla="*/ 2378125 h 6858000"/>
              <a:gd name="connsiteX647" fmla="*/ 1425393 w 7467600"/>
              <a:gd name="connsiteY647" fmla="*/ 2589124 h 6858000"/>
              <a:gd name="connsiteX648" fmla="*/ 1424001 w 7467600"/>
              <a:gd name="connsiteY648" fmla="*/ 2597541 h 6858000"/>
              <a:gd name="connsiteX649" fmla="*/ 2152729 w 7467600"/>
              <a:gd name="connsiteY649" fmla="*/ 2864487 h 6858000"/>
              <a:gd name="connsiteX650" fmla="*/ 2020609 w 7467600"/>
              <a:gd name="connsiteY650" fmla="*/ 2539671 h 6858000"/>
              <a:gd name="connsiteX651" fmla="*/ 2018920 w 7467600"/>
              <a:gd name="connsiteY651" fmla="*/ 2536309 h 6858000"/>
              <a:gd name="connsiteX652" fmla="*/ 1342441 w 7467600"/>
              <a:gd name="connsiteY652" fmla="*/ 1173017 h 6858000"/>
              <a:gd name="connsiteX653" fmla="*/ 1367925 w 7467600"/>
              <a:gd name="connsiteY653" fmla="*/ 1135648 h 6858000"/>
              <a:gd name="connsiteX654" fmla="*/ 1771401 w 7467600"/>
              <a:gd name="connsiteY654" fmla="*/ 1806673 h 6858000"/>
              <a:gd name="connsiteX655" fmla="*/ 1972385 w 7467600"/>
              <a:gd name="connsiteY655" fmla="*/ 2198735 h 6858000"/>
              <a:gd name="connsiteX656" fmla="*/ 2040892 w 7467600"/>
              <a:gd name="connsiteY656" fmla="*/ 2405205 h 6858000"/>
              <a:gd name="connsiteX657" fmla="*/ 2131689 w 7467600"/>
              <a:gd name="connsiteY657" fmla="*/ 1936926 h 6858000"/>
              <a:gd name="connsiteX658" fmla="*/ 2454820 w 7467600"/>
              <a:gd name="connsiteY658" fmla="*/ 1248808 h 6858000"/>
              <a:gd name="connsiteX659" fmla="*/ 2492512 w 7467600"/>
              <a:gd name="connsiteY659" fmla="*/ 1302920 h 6858000"/>
              <a:gd name="connsiteX660" fmla="*/ 2081216 w 7467600"/>
              <a:gd name="connsiteY660" fmla="*/ 2527513 h 6858000"/>
              <a:gd name="connsiteX661" fmla="*/ 2081211 w 7467600"/>
              <a:gd name="connsiteY661" fmla="*/ 2528916 h 6858000"/>
              <a:gd name="connsiteX662" fmla="*/ 2199067 w 7467600"/>
              <a:gd name="connsiteY662" fmla="*/ 2884061 h 6858000"/>
              <a:gd name="connsiteX663" fmla="*/ 3192586 w 7467600"/>
              <a:gd name="connsiteY663" fmla="*/ 3411496 h 6858000"/>
              <a:gd name="connsiteX664" fmla="*/ 3182620 w 7467600"/>
              <a:gd name="connsiteY664" fmla="*/ 3483279 h 6858000"/>
              <a:gd name="connsiteX665" fmla="*/ 2435119 w 7467600"/>
              <a:gd name="connsiteY665" fmla="*/ 3080173 h 6858000"/>
              <a:gd name="connsiteX666" fmla="*/ 2410152 w 7467600"/>
              <a:gd name="connsiteY666" fmla="*/ 3063751 h 6858000"/>
              <a:gd name="connsiteX667" fmla="*/ 2408099 w 7467600"/>
              <a:gd name="connsiteY667" fmla="*/ 3064403 h 6858000"/>
              <a:gd name="connsiteX668" fmla="*/ 2407218 w 7467600"/>
              <a:gd name="connsiteY668" fmla="*/ 3070324 h 6858000"/>
              <a:gd name="connsiteX669" fmla="*/ 2380138 w 7467600"/>
              <a:gd name="connsiteY669" fmla="*/ 3099341 h 6858000"/>
              <a:gd name="connsiteX670" fmla="*/ 1765923 w 7467600"/>
              <a:gd name="connsiteY670" fmla="*/ 3581043 h 6858000"/>
              <a:gd name="connsiteX671" fmla="*/ 1702258 w 7467600"/>
              <a:gd name="connsiteY671" fmla="*/ 3612286 h 6858000"/>
              <a:gd name="connsiteX672" fmla="*/ 1538370 w 7467600"/>
              <a:gd name="connsiteY672" fmla="*/ 3811804 h 6858000"/>
              <a:gd name="connsiteX673" fmla="*/ 542867 w 7467600"/>
              <a:gd name="connsiteY673" fmla="*/ 4944092 h 6858000"/>
              <a:gd name="connsiteX674" fmla="*/ 515800 w 7467600"/>
              <a:gd name="connsiteY674" fmla="*/ 4862180 h 6858000"/>
              <a:gd name="connsiteX675" fmla="*/ 909145 w 7467600"/>
              <a:gd name="connsiteY675" fmla="*/ 4199225 h 6858000"/>
              <a:gd name="connsiteX676" fmla="*/ 1214067 w 7467600"/>
              <a:gd name="connsiteY676" fmla="*/ 3908561 h 6858000"/>
              <a:gd name="connsiteX677" fmla="*/ 640967 w 7467600"/>
              <a:gd name="connsiteY677" fmla="*/ 4105601 h 6858000"/>
              <a:gd name="connsiteX678" fmla="*/ 112563 w 7467600"/>
              <a:gd name="connsiteY678" fmla="*/ 4396952 h 6858000"/>
              <a:gd name="connsiteX679" fmla="*/ 0 w 7467600"/>
              <a:gd name="connsiteY679" fmla="*/ 4466006 h 6858000"/>
              <a:gd name="connsiteX680" fmla="*/ 0 w 7467600"/>
              <a:gd name="connsiteY680" fmla="*/ 4233763 h 6858000"/>
              <a:gd name="connsiteX681" fmla="*/ 36881 w 7467600"/>
              <a:gd name="connsiteY681" fmla="*/ 4200118 h 6858000"/>
              <a:gd name="connsiteX682" fmla="*/ 910534 w 7467600"/>
              <a:gd name="connsiteY682" fmla="*/ 3629753 h 6858000"/>
              <a:gd name="connsiteX683" fmla="*/ 1578717 w 7467600"/>
              <a:gd name="connsiteY683" fmla="*/ 3575982 h 6858000"/>
              <a:gd name="connsiteX684" fmla="*/ 2338780 w 7467600"/>
              <a:gd name="connsiteY684" fmla="*/ 3033725 h 6858000"/>
              <a:gd name="connsiteX685" fmla="*/ 1807991 w 7467600"/>
              <a:gd name="connsiteY685" fmla="*/ 2807184 h 6858000"/>
              <a:gd name="connsiteX686" fmla="*/ 1416358 w 7467600"/>
              <a:gd name="connsiteY686" fmla="*/ 3112571 h 6858000"/>
              <a:gd name="connsiteX687" fmla="*/ 939066 w 7467600"/>
              <a:gd name="connsiteY687" fmla="*/ 3378798 h 6858000"/>
              <a:gd name="connsiteX688" fmla="*/ 115099 w 7467600"/>
              <a:gd name="connsiteY688" fmla="*/ 3607650 h 6858000"/>
              <a:gd name="connsiteX689" fmla="*/ 97284 w 7467600"/>
              <a:gd name="connsiteY689" fmla="*/ 3520393 h 6858000"/>
              <a:gd name="connsiteX690" fmla="*/ 922050 w 7467600"/>
              <a:gd name="connsiteY690" fmla="*/ 3074867 h 6858000"/>
              <a:gd name="connsiteX691" fmla="*/ 1405265 w 7467600"/>
              <a:gd name="connsiteY691" fmla="*/ 3016319 h 6858000"/>
              <a:gd name="connsiteX692" fmla="*/ 1407512 w 7467600"/>
              <a:gd name="connsiteY692" fmla="*/ 3018001 h 6858000"/>
              <a:gd name="connsiteX693" fmla="*/ 1726266 w 7467600"/>
              <a:gd name="connsiteY693" fmla="*/ 2777274 h 6858000"/>
              <a:gd name="connsiteX694" fmla="*/ 625390 w 7467600"/>
              <a:gd name="connsiteY694" fmla="*/ 2514541 h 6858000"/>
              <a:gd name="connsiteX695" fmla="*/ 619799 w 7467600"/>
              <a:gd name="connsiteY695" fmla="*/ 2527180 h 6858000"/>
              <a:gd name="connsiteX696" fmla="*/ 310030 w 7467600"/>
              <a:gd name="connsiteY696" fmla="*/ 2771818 h 6858000"/>
              <a:gd name="connsiteX697" fmla="*/ 173877 w 7467600"/>
              <a:gd name="connsiteY697" fmla="*/ 2937056 h 6858000"/>
              <a:gd name="connsiteX698" fmla="*/ 77889 w 7467600"/>
              <a:gd name="connsiteY698" fmla="*/ 3138440 h 6858000"/>
              <a:gd name="connsiteX699" fmla="*/ 0 w 7467600"/>
              <a:gd name="connsiteY699" fmla="*/ 3271395 h 6858000"/>
              <a:gd name="connsiteX700" fmla="*/ 0 w 7467600"/>
              <a:gd name="connsiteY700" fmla="*/ 3153002 h 6858000"/>
              <a:gd name="connsiteX701" fmla="*/ 2386 w 7467600"/>
              <a:gd name="connsiteY701" fmla="*/ 3149203 h 6858000"/>
              <a:gd name="connsiteX702" fmla="*/ 89753 w 7467600"/>
              <a:gd name="connsiteY702" fmla="*/ 2987702 h 6858000"/>
              <a:gd name="connsiteX703" fmla="*/ 76869 w 7467600"/>
              <a:gd name="connsiteY703" fmla="*/ 3005404 h 6858000"/>
              <a:gd name="connsiteX704" fmla="*/ 32049 w 7467600"/>
              <a:gd name="connsiteY704" fmla="*/ 3065814 h 6858000"/>
              <a:gd name="connsiteX705" fmla="*/ 0 w 7467600"/>
              <a:gd name="connsiteY705" fmla="*/ 3108744 h 6858000"/>
              <a:gd name="connsiteX706" fmla="*/ 0 w 7467600"/>
              <a:gd name="connsiteY706" fmla="*/ 3058059 h 6858000"/>
              <a:gd name="connsiteX707" fmla="*/ 7610 w 7467600"/>
              <a:gd name="connsiteY707" fmla="*/ 3047889 h 6858000"/>
              <a:gd name="connsiteX708" fmla="*/ 52419 w 7467600"/>
              <a:gd name="connsiteY708" fmla="*/ 2987479 h 6858000"/>
              <a:gd name="connsiteX709" fmla="*/ 59142 w 7467600"/>
              <a:gd name="connsiteY709" fmla="*/ 2978488 h 6858000"/>
              <a:gd name="connsiteX710" fmla="*/ 0 w 7467600"/>
              <a:gd name="connsiteY710" fmla="*/ 3015334 h 6858000"/>
              <a:gd name="connsiteX711" fmla="*/ 0 w 7467600"/>
              <a:gd name="connsiteY711" fmla="*/ 2914286 h 6858000"/>
              <a:gd name="connsiteX712" fmla="*/ 36383 w 7467600"/>
              <a:gd name="connsiteY712" fmla="*/ 2901128 h 6858000"/>
              <a:gd name="connsiteX713" fmla="*/ 156329 w 7467600"/>
              <a:gd name="connsiteY713" fmla="*/ 2840533 h 6858000"/>
              <a:gd name="connsiteX714" fmla="*/ 358355 w 7467600"/>
              <a:gd name="connsiteY714" fmla="*/ 2620471 h 6858000"/>
              <a:gd name="connsiteX715" fmla="*/ 510577 w 7467600"/>
              <a:gd name="connsiteY715" fmla="*/ 2501244 h 6858000"/>
              <a:gd name="connsiteX716" fmla="*/ 211967 w 7467600"/>
              <a:gd name="connsiteY716" fmla="*/ 2479171 h 6858000"/>
              <a:gd name="connsiteX717" fmla="*/ 0 w 7467600"/>
              <a:gd name="connsiteY717" fmla="*/ 2476398 h 6858000"/>
              <a:gd name="connsiteX718" fmla="*/ 0 w 7467600"/>
              <a:gd name="connsiteY718" fmla="*/ 2389189 h 6858000"/>
              <a:gd name="connsiteX719" fmla="*/ 103062 w 7467600"/>
              <a:gd name="connsiteY719" fmla="*/ 2389518 h 6858000"/>
              <a:gd name="connsiteX720" fmla="*/ 510734 w 7467600"/>
              <a:gd name="connsiteY720" fmla="*/ 2416201 h 6858000"/>
              <a:gd name="connsiteX721" fmla="*/ 279257 w 7467600"/>
              <a:gd name="connsiteY721" fmla="*/ 2092102 h 6858000"/>
              <a:gd name="connsiteX722" fmla="*/ 65265 w 7467600"/>
              <a:gd name="connsiteY722" fmla="*/ 2006049 h 6858000"/>
              <a:gd name="connsiteX723" fmla="*/ 0 w 7467600"/>
              <a:gd name="connsiteY723" fmla="*/ 1982532 h 6858000"/>
              <a:gd name="connsiteX724" fmla="*/ 0 w 7467600"/>
              <a:gd name="connsiteY724" fmla="*/ 1912789 h 6858000"/>
              <a:gd name="connsiteX725" fmla="*/ 97460 w 7467600"/>
              <a:gd name="connsiteY725" fmla="*/ 1953725 h 6858000"/>
              <a:gd name="connsiteX726" fmla="*/ 221272 w 7467600"/>
              <a:gd name="connsiteY726" fmla="*/ 1980766 h 6858000"/>
              <a:gd name="connsiteX727" fmla="*/ 116765 w 7467600"/>
              <a:gd name="connsiteY727" fmla="*/ 1911033 h 6858000"/>
              <a:gd name="connsiteX728" fmla="*/ 16405 w 7467600"/>
              <a:gd name="connsiteY728" fmla="*/ 1803412 h 6858000"/>
              <a:gd name="connsiteX729" fmla="*/ 0 w 7467600"/>
              <a:gd name="connsiteY729" fmla="*/ 1784777 h 6858000"/>
              <a:gd name="connsiteX730" fmla="*/ 0 w 7467600"/>
              <a:gd name="connsiteY730" fmla="*/ 1740082 h 6858000"/>
              <a:gd name="connsiteX731" fmla="*/ 39394 w 7467600"/>
              <a:gd name="connsiteY731" fmla="*/ 1784856 h 6858000"/>
              <a:gd name="connsiteX732" fmla="*/ 135813 w 7467600"/>
              <a:gd name="connsiteY732" fmla="*/ 1888838 h 6858000"/>
              <a:gd name="connsiteX733" fmla="*/ 242575 w 7467600"/>
              <a:gd name="connsiteY733" fmla="*/ 1958841 h 6858000"/>
              <a:gd name="connsiteX734" fmla="*/ 82197 w 7467600"/>
              <a:gd name="connsiteY734" fmla="*/ 1754826 h 6858000"/>
              <a:gd name="connsiteX735" fmla="*/ 0 w 7467600"/>
              <a:gd name="connsiteY735" fmla="*/ 1679650 h 6858000"/>
              <a:gd name="connsiteX736" fmla="*/ 0 w 7467600"/>
              <a:gd name="connsiteY736" fmla="*/ 1602463 h 6858000"/>
              <a:gd name="connsiteX737" fmla="*/ 84689 w 7467600"/>
              <a:gd name="connsiteY737" fmla="*/ 1677442 h 6858000"/>
              <a:gd name="connsiteX738" fmla="*/ 298437 w 7467600"/>
              <a:gd name="connsiteY738" fmla="*/ 1968019 h 6858000"/>
              <a:gd name="connsiteX739" fmla="*/ 227269 w 7467600"/>
              <a:gd name="connsiteY739" fmla="*/ 1114064 h 6858000"/>
              <a:gd name="connsiteX740" fmla="*/ 248003 w 7467600"/>
              <a:gd name="connsiteY740" fmla="*/ 1089613 h 6858000"/>
              <a:gd name="connsiteX741" fmla="*/ 427020 w 7467600"/>
              <a:gd name="connsiteY741" fmla="*/ 1619803 h 6858000"/>
              <a:gd name="connsiteX742" fmla="*/ 340345 w 7467600"/>
              <a:gd name="connsiteY742" fmla="*/ 2027739 h 6858000"/>
              <a:gd name="connsiteX743" fmla="*/ 360865 w 7467600"/>
              <a:gd name="connsiteY743" fmla="*/ 2044827 h 6858000"/>
              <a:gd name="connsiteX744" fmla="*/ 560414 w 7467600"/>
              <a:gd name="connsiteY744" fmla="*/ 2421457 h 6858000"/>
              <a:gd name="connsiteX745" fmla="*/ 1359703 w 7467600"/>
              <a:gd name="connsiteY745" fmla="*/ 2578554 h 6858000"/>
              <a:gd name="connsiteX746" fmla="*/ 1359422 w 7467600"/>
              <a:gd name="connsiteY746" fmla="*/ 2577994 h 6858000"/>
              <a:gd name="connsiteX747" fmla="*/ 828701 w 7467600"/>
              <a:gd name="connsiteY747" fmla="*/ 1839520 h 6858000"/>
              <a:gd name="connsiteX748" fmla="*/ 494427 w 7467600"/>
              <a:gd name="connsiteY748" fmla="*/ 1092333 h 6858000"/>
              <a:gd name="connsiteX749" fmla="*/ 506322 w 7467600"/>
              <a:gd name="connsiteY749" fmla="*/ 1020997 h 6858000"/>
              <a:gd name="connsiteX750" fmla="*/ 4570198 w 7467600"/>
              <a:gd name="connsiteY750" fmla="*/ 978081 h 6858000"/>
              <a:gd name="connsiteX751" fmla="*/ 4523691 w 7467600"/>
              <a:gd name="connsiteY751" fmla="*/ 1127776 h 6858000"/>
              <a:gd name="connsiteX752" fmla="*/ 4509875 w 7467600"/>
              <a:gd name="connsiteY752" fmla="*/ 1167552 h 6858000"/>
              <a:gd name="connsiteX753" fmla="*/ 4478168 w 7467600"/>
              <a:gd name="connsiteY753" fmla="*/ 1260735 h 6858000"/>
              <a:gd name="connsiteX754" fmla="*/ 4409309 w 7467600"/>
              <a:gd name="connsiteY754" fmla="*/ 1666996 h 6858000"/>
              <a:gd name="connsiteX755" fmla="*/ 4370031 w 7467600"/>
              <a:gd name="connsiteY755" fmla="*/ 1955666 h 6858000"/>
              <a:gd name="connsiteX756" fmla="*/ 4570198 w 7467600"/>
              <a:gd name="connsiteY756" fmla="*/ 978081 h 6858000"/>
              <a:gd name="connsiteX757" fmla="*/ 4557898 w 7467600"/>
              <a:gd name="connsiteY757" fmla="*/ 900011 h 6858000"/>
              <a:gd name="connsiteX758" fmla="*/ 4344840 w 7467600"/>
              <a:gd name="connsiteY758" fmla="*/ 1922038 h 6858000"/>
              <a:gd name="connsiteX759" fmla="*/ 4378710 w 7467600"/>
              <a:gd name="connsiteY759" fmla="*/ 1665516 h 6858000"/>
              <a:gd name="connsiteX760" fmla="*/ 4448798 w 7467600"/>
              <a:gd name="connsiteY760" fmla="*/ 1253024 h 6858000"/>
              <a:gd name="connsiteX761" fmla="*/ 4480315 w 7467600"/>
              <a:gd name="connsiteY761" fmla="*/ 1158454 h 6858000"/>
              <a:gd name="connsiteX762" fmla="*/ 4494133 w 7467600"/>
              <a:gd name="connsiteY762" fmla="*/ 1118676 h 6858000"/>
              <a:gd name="connsiteX763" fmla="*/ 4557898 w 7467600"/>
              <a:gd name="connsiteY763" fmla="*/ 900011 h 6858000"/>
              <a:gd name="connsiteX764" fmla="*/ 5870151 w 7467600"/>
              <a:gd name="connsiteY764" fmla="*/ 898890 h 6858000"/>
              <a:gd name="connsiteX765" fmla="*/ 5861335 w 7467600"/>
              <a:gd name="connsiteY765" fmla="*/ 899177 h 6858000"/>
              <a:gd name="connsiteX766" fmla="*/ 5843702 w 7467600"/>
              <a:gd name="connsiteY766" fmla="*/ 899748 h 6858000"/>
              <a:gd name="connsiteX767" fmla="*/ 5651107 w 7467600"/>
              <a:gd name="connsiteY767" fmla="*/ 920306 h 6858000"/>
              <a:gd name="connsiteX768" fmla="*/ 5459407 w 7467600"/>
              <a:gd name="connsiteY768" fmla="*/ 940975 h 6858000"/>
              <a:gd name="connsiteX769" fmla="*/ 5374846 w 7467600"/>
              <a:gd name="connsiteY769" fmla="*/ 941988 h 6858000"/>
              <a:gd name="connsiteX770" fmla="*/ 5256105 w 7467600"/>
              <a:gd name="connsiteY770" fmla="*/ 945632 h 6858000"/>
              <a:gd name="connsiteX771" fmla="*/ 5107071 w 7467600"/>
              <a:gd name="connsiteY771" fmla="*/ 969720 h 6858000"/>
              <a:gd name="connsiteX772" fmla="*/ 4998681 w 7467600"/>
              <a:gd name="connsiteY772" fmla="*/ 988771 h 6858000"/>
              <a:gd name="connsiteX773" fmla="*/ 5870151 w 7467600"/>
              <a:gd name="connsiteY773" fmla="*/ 898890 h 6858000"/>
              <a:gd name="connsiteX774" fmla="*/ 5504425 w 7467600"/>
              <a:gd name="connsiteY774" fmla="*/ 848067 h 6858000"/>
              <a:gd name="connsiteX775" fmla="*/ 4968849 w 7467600"/>
              <a:gd name="connsiteY775" fmla="*/ 962318 h 6858000"/>
              <a:gd name="connsiteX776" fmla="*/ 5104039 w 7467600"/>
              <a:gd name="connsiteY776" fmla="*/ 940634 h 6858000"/>
              <a:gd name="connsiteX777" fmla="*/ 5256311 w 7467600"/>
              <a:gd name="connsiteY777" fmla="*/ 916490 h 6858000"/>
              <a:gd name="connsiteX778" fmla="*/ 5377381 w 7467600"/>
              <a:gd name="connsiteY778" fmla="*/ 912671 h 6858000"/>
              <a:gd name="connsiteX779" fmla="*/ 5460148 w 7467600"/>
              <a:gd name="connsiteY779" fmla="*/ 911442 h 6858000"/>
              <a:gd name="connsiteX780" fmla="*/ 5648971 w 7467600"/>
              <a:gd name="connsiteY780" fmla="*/ 891331 h 6858000"/>
              <a:gd name="connsiteX781" fmla="*/ 5844807 w 7467600"/>
              <a:gd name="connsiteY781" fmla="*/ 870718 h 6858000"/>
              <a:gd name="connsiteX782" fmla="*/ 5862975 w 7467600"/>
              <a:gd name="connsiteY782" fmla="*/ 869756 h 6858000"/>
              <a:gd name="connsiteX783" fmla="*/ 5920887 w 7467600"/>
              <a:gd name="connsiteY783" fmla="*/ 865929 h 6858000"/>
              <a:gd name="connsiteX784" fmla="*/ 5504425 w 7467600"/>
              <a:gd name="connsiteY784" fmla="*/ 848067 h 6858000"/>
              <a:gd name="connsiteX785" fmla="*/ 3607114 w 7467600"/>
              <a:gd name="connsiteY785" fmla="*/ 467441 h 6858000"/>
              <a:gd name="connsiteX786" fmla="*/ 3296242 w 7467600"/>
              <a:gd name="connsiteY786" fmla="*/ 807991 h 6858000"/>
              <a:gd name="connsiteX787" fmla="*/ 3174674 w 7467600"/>
              <a:gd name="connsiteY787" fmla="*/ 919759 h 6858000"/>
              <a:gd name="connsiteX788" fmla="*/ 3042978 w 7467600"/>
              <a:gd name="connsiteY788" fmla="*/ 1054894 h 6858000"/>
              <a:gd name="connsiteX789" fmla="*/ 2968914 w 7467600"/>
              <a:gd name="connsiteY789" fmla="*/ 1133756 h 6858000"/>
              <a:gd name="connsiteX790" fmla="*/ 3103823 w 7467600"/>
              <a:gd name="connsiteY790" fmla="*/ 1026814 h 6858000"/>
              <a:gd name="connsiteX791" fmla="*/ 3607114 w 7467600"/>
              <a:gd name="connsiteY791" fmla="*/ 467441 h 6858000"/>
              <a:gd name="connsiteX792" fmla="*/ 3744487 w 7467600"/>
              <a:gd name="connsiteY792" fmla="*/ 383136 h 6858000"/>
              <a:gd name="connsiteX793" fmla="*/ 3970213 w 7467600"/>
              <a:gd name="connsiteY793" fmla="*/ 995559 h 6858000"/>
              <a:gd name="connsiteX794" fmla="*/ 3744487 w 7467600"/>
              <a:gd name="connsiteY794" fmla="*/ 383136 h 6858000"/>
              <a:gd name="connsiteX795" fmla="*/ 3624562 w 7467600"/>
              <a:gd name="connsiteY795" fmla="*/ 367041 h 6858000"/>
              <a:gd name="connsiteX796" fmla="*/ 3489712 w 7467600"/>
              <a:gd name="connsiteY796" fmla="*/ 485386 h 6858000"/>
              <a:gd name="connsiteX797" fmla="*/ 3182994 w 7467600"/>
              <a:gd name="connsiteY797" fmla="*/ 828265 h 6858000"/>
              <a:gd name="connsiteX798" fmla="*/ 2892114 w 7467600"/>
              <a:gd name="connsiteY798" fmla="*/ 1172635 h 6858000"/>
              <a:gd name="connsiteX799" fmla="*/ 3021459 w 7467600"/>
              <a:gd name="connsiteY799" fmla="*/ 1035385 h 6858000"/>
              <a:gd name="connsiteX800" fmla="*/ 3153873 w 7467600"/>
              <a:gd name="connsiteY800" fmla="*/ 898971 h 6858000"/>
              <a:gd name="connsiteX801" fmla="*/ 3276511 w 7467600"/>
              <a:gd name="connsiteY801" fmla="*/ 786423 h 6858000"/>
              <a:gd name="connsiteX802" fmla="*/ 3584154 w 7467600"/>
              <a:gd name="connsiteY802" fmla="*/ 448218 h 6858000"/>
              <a:gd name="connsiteX803" fmla="*/ 3624562 w 7467600"/>
              <a:gd name="connsiteY803" fmla="*/ 367041 h 6858000"/>
              <a:gd name="connsiteX804" fmla="*/ 3766672 w 7467600"/>
              <a:gd name="connsiteY804" fmla="*/ 359429 h 6858000"/>
              <a:gd name="connsiteX805" fmla="*/ 3996338 w 7467600"/>
              <a:gd name="connsiteY805" fmla="*/ 968237 h 6858000"/>
              <a:gd name="connsiteX806" fmla="*/ 3766672 w 7467600"/>
              <a:gd name="connsiteY806" fmla="*/ 359429 h 6858000"/>
              <a:gd name="connsiteX807" fmla="*/ 5805386 w 7467600"/>
              <a:gd name="connsiteY807" fmla="*/ 239240 h 6858000"/>
              <a:gd name="connsiteX808" fmla="*/ 5736947 w 7467600"/>
              <a:gd name="connsiteY808" fmla="*/ 261367 h 6858000"/>
              <a:gd name="connsiteX809" fmla="*/ 5427012 w 7467600"/>
              <a:gd name="connsiteY809" fmla="*/ 311272 h 6858000"/>
              <a:gd name="connsiteX810" fmla="*/ 5147818 w 7467600"/>
              <a:gd name="connsiteY810" fmla="*/ 322112 h 6858000"/>
              <a:gd name="connsiteX811" fmla="*/ 5060854 w 7467600"/>
              <a:gd name="connsiteY811" fmla="*/ 311882 h 6858000"/>
              <a:gd name="connsiteX812" fmla="*/ 4945989 w 7467600"/>
              <a:gd name="connsiteY812" fmla="*/ 300516 h 6858000"/>
              <a:gd name="connsiteX813" fmla="*/ 5410479 w 7467600"/>
              <a:gd name="connsiteY813" fmla="*/ 348434 h 6858000"/>
              <a:gd name="connsiteX814" fmla="*/ 5805386 w 7467600"/>
              <a:gd name="connsiteY814" fmla="*/ 239240 h 6858000"/>
              <a:gd name="connsiteX815" fmla="*/ 5905192 w 7467600"/>
              <a:gd name="connsiteY815" fmla="*/ 163079 h 6858000"/>
              <a:gd name="connsiteX816" fmla="*/ 5865655 w 7467600"/>
              <a:gd name="connsiteY816" fmla="*/ 171901 h 6858000"/>
              <a:gd name="connsiteX817" fmla="*/ 5259740 w 7467600"/>
              <a:gd name="connsiteY817" fmla="*/ 257013 h 6858000"/>
              <a:gd name="connsiteX818" fmla="*/ 5208466 w 7467600"/>
              <a:gd name="connsiteY818" fmla="*/ 257550 h 6858000"/>
              <a:gd name="connsiteX819" fmla="*/ 4980204 w 7467600"/>
              <a:gd name="connsiteY819" fmla="*/ 271903 h 6858000"/>
              <a:gd name="connsiteX820" fmla="*/ 5068068 w 7467600"/>
              <a:gd name="connsiteY820" fmla="*/ 282244 h 6858000"/>
              <a:gd name="connsiteX821" fmla="*/ 5153231 w 7467600"/>
              <a:gd name="connsiteY821" fmla="*/ 292240 h 6858000"/>
              <a:gd name="connsiteX822" fmla="*/ 5426491 w 7467600"/>
              <a:gd name="connsiteY822" fmla="*/ 281128 h 6858000"/>
              <a:gd name="connsiteX823" fmla="*/ 5731212 w 7467600"/>
              <a:gd name="connsiteY823" fmla="*/ 231951 h 6858000"/>
              <a:gd name="connsiteX824" fmla="*/ 5905192 w 7467600"/>
              <a:gd name="connsiteY824" fmla="*/ 163079 h 6858000"/>
              <a:gd name="connsiteX825" fmla="*/ 5944437 w 7467600"/>
              <a:gd name="connsiteY825" fmla="*/ 113829 h 6858000"/>
              <a:gd name="connsiteX826" fmla="*/ 5825032 w 7467600"/>
              <a:gd name="connsiteY826" fmla="*/ 146405 h 6858000"/>
              <a:gd name="connsiteX827" fmla="*/ 4955599 w 7467600"/>
              <a:gd name="connsiteY827" fmla="*/ 247008 h 6858000"/>
              <a:gd name="connsiteX828" fmla="*/ 5210104 w 7467600"/>
              <a:gd name="connsiteY828" fmla="*/ 228123 h 6858000"/>
              <a:gd name="connsiteX829" fmla="*/ 5261015 w 7467600"/>
              <a:gd name="connsiteY829" fmla="*/ 227087 h 6858000"/>
              <a:gd name="connsiteX830" fmla="*/ 5861181 w 7467600"/>
              <a:gd name="connsiteY830" fmla="*/ 143093 h 6858000"/>
              <a:gd name="connsiteX831" fmla="*/ 5961252 w 7467600"/>
              <a:gd name="connsiteY831" fmla="*/ 114820 h 6858000"/>
              <a:gd name="connsiteX832" fmla="*/ 5944437 w 7467600"/>
              <a:gd name="connsiteY832" fmla="*/ 113829 h 6858000"/>
              <a:gd name="connsiteX833" fmla="*/ 3882765 w 7467600"/>
              <a:gd name="connsiteY833" fmla="*/ 0 h 6858000"/>
              <a:gd name="connsiteX834" fmla="*/ 3995099 w 7467600"/>
              <a:gd name="connsiteY834" fmla="*/ 0 h 6858000"/>
              <a:gd name="connsiteX835" fmla="*/ 4163818 w 7467600"/>
              <a:gd name="connsiteY835" fmla="*/ 234104 h 6858000"/>
              <a:gd name="connsiteX836" fmla="*/ 4172099 w 7467600"/>
              <a:gd name="connsiteY836" fmla="*/ 234207 h 6858000"/>
              <a:gd name="connsiteX837" fmla="*/ 4784282 w 7467600"/>
              <a:gd name="connsiteY837" fmla="*/ 276561 h 6858000"/>
              <a:gd name="connsiteX838" fmla="*/ 4801687 w 7467600"/>
              <a:gd name="connsiteY838" fmla="*/ 267764 h 6858000"/>
              <a:gd name="connsiteX839" fmla="*/ 6082788 w 7467600"/>
              <a:gd name="connsiteY839" fmla="*/ 64119 h 6858000"/>
              <a:gd name="connsiteX840" fmla="*/ 6099442 w 7467600"/>
              <a:gd name="connsiteY840" fmla="*/ 82568 h 6858000"/>
              <a:gd name="connsiteX841" fmla="*/ 4804137 w 7467600"/>
              <a:gd name="connsiteY841" fmla="*/ 320931 h 6858000"/>
              <a:gd name="connsiteX842" fmla="*/ 4227047 w 7467600"/>
              <a:gd name="connsiteY842" fmla="*/ 313415 h 6858000"/>
              <a:gd name="connsiteX843" fmla="*/ 4346041 w 7467600"/>
              <a:gd name="connsiteY843" fmla="*/ 456086 h 6858000"/>
              <a:gd name="connsiteX844" fmla="*/ 4870967 w 7467600"/>
              <a:gd name="connsiteY844" fmla="*/ 963061 h 6858000"/>
              <a:gd name="connsiteX845" fmla="*/ 4889647 w 7467600"/>
              <a:gd name="connsiteY845" fmla="*/ 957147 h 6858000"/>
              <a:gd name="connsiteX846" fmla="*/ 5422504 w 7467600"/>
              <a:gd name="connsiteY846" fmla="*/ 805191 h 6858000"/>
              <a:gd name="connsiteX847" fmla="*/ 6087656 w 7467600"/>
              <a:gd name="connsiteY847" fmla="*/ 826703 h 6858000"/>
              <a:gd name="connsiteX848" fmla="*/ 6058717 w 7467600"/>
              <a:gd name="connsiteY848" fmla="*/ 865992 h 6858000"/>
              <a:gd name="connsiteX849" fmla="*/ 4974153 w 7467600"/>
              <a:gd name="connsiteY849" fmla="*/ 1045456 h 6858000"/>
              <a:gd name="connsiteX850" fmla="*/ 5627835 w 7467600"/>
              <a:gd name="connsiteY850" fmla="*/ 1472077 h 6858000"/>
              <a:gd name="connsiteX851" fmla="*/ 5629817 w 7467600"/>
              <a:gd name="connsiteY851" fmla="*/ 1471412 h 6858000"/>
              <a:gd name="connsiteX852" fmla="*/ 5634124 w 7467600"/>
              <a:gd name="connsiteY852" fmla="*/ 1470572 h 6858000"/>
              <a:gd name="connsiteX853" fmla="*/ 5755832 w 7467600"/>
              <a:gd name="connsiteY853" fmla="*/ 1383886 h 6858000"/>
              <a:gd name="connsiteX854" fmla="*/ 6014186 w 7467600"/>
              <a:gd name="connsiteY854" fmla="*/ 1279799 h 6858000"/>
              <a:gd name="connsiteX855" fmla="*/ 6901619 w 7467600"/>
              <a:gd name="connsiteY855" fmla="*/ 1047874 h 6858000"/>
              <a:gd name="connsiteX856" fmla="*/ 6931566 w 7467600"/>
              <a:gd name="connsiteY856" fmla="*/ 1062034 h 6858000"/>
              <a:gd name="connsiteX857" fmla="*/ 5790982 w 7467600"/>
              <a:gd name="connsiteY857" fmla="*/ 1561380 h 6858000"/>
              <a:gd name="connsiteX858" fmla="*/ 6188971 w 7467600"/>
              <a:gd name="connsiteY858" fmla="*/ 1755168 h 6858000"/>
              <a:gd name="connsiteX859" fmla="*/ 6202446 w 7467600"/>
              <a:gd name="connsiteY859" fmla="*/ 1752268 h 6858000"/>
              <a:gd name="connsiteX860" fmla="*/ 7179560 w 7467600"/>
              <a:gd name="connsiteY860" fmla="*/ 1467551 h 6858000"/>
              <a:gd name="connsiteX861" fmla="*/ 7158730 w 7467600"/>
              <a:gd name="connsiteY861" fmla="*/ 1507835 h 6858000"/>
              <a:gd name="connsiteX862" fmla="*/ 6326959 w 7467600"/>
              <a:gd name="connsiteY862" fmla="*/ 1817686 h 6858000"/>
              <a:gd name="connsiteX863" fmla="*/ 6537433 w 7467600"/>
              <a:gd name="connsiteY863" fmla="*/ 1907790 h 6858000"/>
              <a:gd name="connsiteX864" fmla="*/ 6550221 w 7467600"/>
              <a:gd name="connsiteY864" fmla="*/ 1910729 h 6858000"/>
              <a:gd name="connsiteX865" fmla="*/ 6964438 w 7467600"/>
              <a:gd name="connsiteY865" fmla="*/ 2209505 h 6858000"/>
              <a:gd name="connsiteX866" fmla="*/ 7367862 w 7467600"/>
              <a:gd name="connsiteY866" fmla="*/ 2806833 h 6858000"/>
              <a:gd name="connsiteX867" fmla="*/ 7364329 w 7467600"/>
              <a:gd name="connsiteY867" fmla="*/ 2826907 h 6858000"/>
              <a:gd name="connsiteX868" fmla="*/ 7290545 w 7467600"/>
              <a:gd name="connsiteY868" fmla="*/ 2850663 h 6858000"/>
              <a:gd name="connsiteX869" fmla="*/ 6472036 w 7467600"/>
              <a:gd name="connsiteY869" fmla="*/ 1959003 h 6858000"/>
              <a:gd name="connsiteX870" fmla="*/ 5792897 w 7467600"/>
              <a:gd name="connsiteY870" fmla="*/ 1647747 h 6858000"/>
              <a:gd name="connsiteX871" fmla="*/ 5842751 w 7467600"/>
              <a:gd name="connsiteY871" fmla="*/ 1816112 h 6858000"/>
              <a:gd name="connsiteX872" fmla="*/ 5847424 w 7467600"/>
              <a:gd name="connsiteY872" fmla="*/ 1815776 h 6858000"/>
              <a:gd name="connsiteX873" fmla="*/ 6399821 w 7467600"/>
              <a:gd name="connsiteY873" fmla="*/ 2344799 h 6858000"/>
              <a:gd name="connsiteX874" fmla="*/ 6323232 w 7467600"/>
              <a:gd name="connsiteY874" fmla="*/ 2389634 h 6858000"/>
              <a:gd name="connsiteX875" fmla="*/ 5942958 w 7467600"/>
              <a:gd name="connsiteY875" fmla="*/ 2077708 h 6858000"/>
              <a:gd name="connsiteX876" fmla="*/ 5921559 w 7467600"/>
              <a:gd name="connsiteY876" fmla="*/ 2378596 h 6858000"/>
              <a:gd name="connsiteX877" fmla="*/ 5817651 w 7467600"/>
              <a:gd name="connsiteY877" fmla="*/ 3023919 h 6858000"/>
              <a:gd name="connsiteX878" fmla="*/ 5729634 w 7467600"/>
              <a:gd name="connsiteY878" fmla="*/ 3051849 h 6858000"/>
              <a:gd name="connsiteX879" fmla="*/ 5611018 w 7467600"/>
              <a:gd name="connsiteY879" fmla="*/ 2316769 h 6858000"/>
              <a:gd name="connsiteX880" fmla="*/ 5687608 w 7467600"/>
              <a:gd name="connsiteY880" fmla="*/ 2039972 h 6858000"/>
              <a:gd name="connsiteX881" fmla="*/ 5657554 w 7467600"/>
              <a:gd name="connsiteY881" fmla="*/ 1576445 h 6858000"/>
              <a:gd name="connsiteX882" fmla="*/ 5150475 w 7467600"/>
              <a:gd name="connsiteY882" fmla="*/ 1274012 h 6858000"/>
              <a:gd name="connsiteX883" fmla="*/ 5349142 w 7467600"/>
              <a:gd name="connsiteY883" fmla="*/ 2204405 h 6858000"/>
              <a:gd name="connsiteX884" fmla="*/ 5262214 w 7467600"/>
              <a:gd name="connsiteY884" fmla="*/ 2233836 h 6858000"/>
              <a:gd name="connsiteX885" fmla="*/ 4981539 w 7467600"/>
              <a:gd name="connsiteY885" fmla="*/ 1542201 h 6858000"/>
              <a:gd name="connsiteX886" fmla="*/ 4958461 w 7467600"/>
              <a:gd name="connsiteY886" fmla="*/ 1136957 h 6858000"/>
              <a:gd name="connsiteX887" fmla="*/ 4655015 w 7467600"/>
              <a:gd name="connsiteY887" fmla="*/ 891426 h 6858000"/>
              <a:gd name="connsiteX888" fmla="*/ 4348002 w 7467600"/>
              <a:gd name="connsiteY888" fmla="*/ 2205895 h 6858000"/>
              <a:gd name="connsiteX889" fmla="*/ 4262250 w 7467600"/>
              <a:gd name="connsiteY889" fmla="*/ 2219972 h 6858000"/>
              <a:gd name="connsiteX890" fmla="*/ 4550611 w 7467600"/>
              <a:gd name="connsiteY890" fmla="*/ 817540 h 6858000"/>
              <a:gd name="connsiteX891" fmla="*/ 4564418 w 7467600"/>
              <a:gd name="connsiteY891" fmla="*/ 808293 h 6858000"/>
              <a:gd name="connsiteX892" fmla="*/ 4266388 w 7467600"/>
              <a:gd name="connsiteY892" fmla="*/ 500083 h 6858000"/>
              <a:gd name="connsiteX893" fmla="*/ 4032842 w 7467600"/>
              <a:gd name="connsiteY893" fmla="*/ 211809 h 6858000"/>
              <a:gd name="connsiteX894" fmla="*/ 3882765 w 7467600"/>
              <a:gd name="connsiteY894" fmla="*/ 0 h 6858000"/>
              <a:gd name="connsiteX895" fmla="*/ 3721337 w 7467600"/>
              <a:gd name="connsiteY895" fmla="*/ 0 h 6858000"/>
              <a:gd name="connsiteX896" fmla="*/ 3797544 w 7467600"/>
              <a:gd name="connsiteY896" fmla="*/ 0 h 6858000"/>
              <a:gd name="connsiteX897" fmla="*/ 3775734 w 7467600"/>
              <a:gd name="connsiteY897" fmla="*/ 95131 h 6858000"/>
              <a:gd name="connsiteX898" fmla="*/ 3724807 w 7467600"/>
              <a:gd name="connsiteY898" fmla="*/ 272257 h 6858000"/>
              <a:gd name="connsiteX899" fmla="*/ 3726844 w 7467600"/>
              <a:gd name="connsiteY899" fmla="*/ 282988 h 6858000"/>
              <a:gd name="connsiteX900" fmla="*/ 3742664 w 7467600"/>
              <a:gd name="connsiteY900" fmla="*/ 279918 h 6858000"/>
              <a:gd name="connsiteX901" fmla="*/ 4103910 w 7467600"/>
              <a:gd name="connsiteY901" fmla="*/ 1161917 h 6858000"/>
              <a:gd name="connsiteX902" fmla="*/ 4020269 w 7467600"/>
              <a:gd name="connsiteY902" fmla="*/ 1200406 h 6858000"/>
              <a:gd name="connsiteX903" fmla="*/ 3674882 w 7467600"/>
              <a:gd name="connsiteY903" fmla="*/ 488524 h 6858000"/>
              <a:gd name="connsiteX904" fmla="*/ 3132682 w 7467600"/>
              <a:gd name="connsiteY904" fmla="*/ 1072284 h 6858000"/>
              <a:gd name="connsiteX905" fmla="*/ 2716346 w 7467600"/>
              <a:gd name="connsiteY905" fmla="*/ 1276376 h 6858000"/>
              <a:gd name="connsiteX906" fmla="*/ 2716772 w 7467600"/>
              <a:gd name="connsiteY906" fmla="*/ 1255462 h 6858000"/>
              <a:gd name="connsiteX907" fmla="*/ 3471096 w 7467600"/>
              <a:gd name="connsiteY907" fmla="*/ 437072 h 6858000"/>
              <a:gd name="connsiteX908" fmla="*/ 3639057 w 7467600"/>
              <a:gd name="connsiteY908" fmla="*/ 286334 h 6858000"/>
              <a:gd name="connsiteX909" fmla="*/ 3640309 w 7467600"/>
              <a:gd name="connsiteY909" fmla="*/ 284664 h 6858000"/>
              <a:gd name="connsiteX910" fmla="*/ 3646022 w 7467600"/>
              <a:gd name="connsiteY910" fmla="*/ 276711 h 6858000"/>
              <a:gd name="connsiteX911" fmla="*/ 3707943 w 7467600"/>
              <a:gd name="connsiteY911" fmla="*/ 65958 h 6858000"/>
              <a:gd name="connsiteX912" fmla="*/ 3721337 w 7467600"/>
              <a:gd name="connsiteY912" fmla="*/ 0 h 6858000"/>
              <a:gd name="connsiteX913" fmla="*/ 2867960 w 7467600"/>
              <a:gd name="connsiteY913" fmla="*/ 0 h 6858000"/>
              <a:gd name="connsiteX914" fmla="*/ 2926351 w 7467600"/>
              <a:gd name="connsiteY914" fmla="*/ 0 h 6858000"/>
              <a:gd name="connsiteX915" fmla="*/ 2902823 w 7467600"/>
              <a:gd name="connsiteY915" fmla="*/ 262929 h 6858000"/>
              <a:gd name="connsiteX916" fmla="*/ 2940663 w 7467600"/>
              <a:gd name="connsiteY916" fmla="*/ 140884 h 6858000"/>
              <a:gd name="connsiteX917" fmla="*/ 2947039 w 7467600"/>
              <a:gd name="connsiteY917" fmla="*/ 122524 h 6858000"/>
              <a:gd name="connsiteX918" fmla="*/ 2984316 w 7467600"/>
              <a:gd name="connsiteY918" fmla="*/ 0 h 6858000"/>
              <a:gd name="connsiteX919" fmla="*/ 3016114 w 7467600"/>
              <a:gd name="connsiteY919" fmla="*/ 0 h 6858000"/>
              <a:gd name="connsiteX920" fmla="*/ 2979949 w 7467600"/>
              <a:gd name="connsiteY920" fmla="*/ 119274 h 6858000"/>
              <a:gd name="connsiteX921" fmla="*/ 3023879 w 7467600"/>
              <a:gd name="connsiteY921" fmla="*/ 0 h 6858000"/>
              <a:gd name="connsiteX922" fmla="*/ 3105400 w 7467600"/>
              <a:gd name="connsiteY922" fmla="*/ 0 h 6858000"/>
              <a:gd name="connsiteX923" fmla="*/ 3094669 w 7467600"/>
              <a:gd name="connsiteY923" fmla="*/ 30308 h 6858000"/>
              <a:gd name="connsiteX924" fmla="*/ 2901945 w 7467600"/>
              <a:gd name="connsiteY924" fmla="*/ 466538 h 6858000"/>
              <a:gd name="connsiteX925" fmla="*/ 2815209 w 7467600"/>
              <a:gd name="connsiteY925" fmla="*/ 497361 h 6858000"/>
              <a:gd name="connsiteX926" fmla="*/ 2844845 w 7467600"/>
              <a:gd name="connsiteY926" fmla="*/ 127638 h 6858000"/>
              <a:gd name="connsiteX927" fmla="*/ 2867960 w 7467600"/>
              <a:gd name="connsiteY927" fmla="*/ 0 h 6858000"/>
              <a:gd name="connsiteX928" fmla="*/ 1057230 w 7467600"/>
              <a:gd name="connsiteY928" fmla="*/ 0 h 6858000"/>
              <a:gd name="connsiteX929" fmla="*/ 1111003 w 7467600"/>
              <a:gd name="connsiteY929" fmla="*/ 0 h 6858000"/>
              <a:gd name="connsiteX930" fmla="*/ 1125553 w 7467600"/>
              <a:gd name="connsiteY930" fmla="*/ 52588 h 6858000"/>
              <a:gd name="connsiteX931" fmla="*/ 1304276 w 7467600"/>
              <a:gd name="connsiteY931" fmla="*/ 476275 h 6858000"/>
              <a:gd name="connsiteX932" fmla="*/ 1492066 w 7467600"/>
              <a:gd name="connsiteY932" fmla="*/ 886333 h 6858000"/>
              <a:gd name="connsiteX933" fmla="*/ 1423698 w 7467600"/>
              <a:gd name="connsiteY933" fmla="*/ 710817 h 6858000"/>
              <a:gd name="connsiteX934" fmla="*/ 1357609 w 7467600"/>
              <a:gd name="connsiteY934" fmla="*/ 532892 h 6858000"/>
              <a:gd name="connsiteX935" fmla="*/ 1309550 w 7467600"/>
              <a:gd name="connsiteY935" fmla="*/ 374031 h 6858000"/>
              <a:gd name="connsiteX936" fmla="*/ 1193673 w 7467600"/>
              <a:gd name="connsiteY936" fmla="*/ 49533 h 6858000"/>
              <a:gd name="connsiteX937" fmla="*/ 1164391 w 7467600"/>
              <a:gd name="connsiteY937" fmla="*/ 0 h 6858000"/>
              <a:gd name="connsiteX938" fmla="*/ 1200666 w 7467600"/>
              <a:gd name="connsiteY938" fmla="*/ 0 h 6858000"/>
              <a:gd name="connsiteX939" fmla="*/ 1223408 w 7467600"/>
              <a:gd name="connsiteY939" fmla="*/ 38996 h 6858000"/>
              <a:gd name="connsiteX940" fmla="*/ 1339635 w 7467600"/>
              <a:gd name="connsiteY940" fmla="*/ 365517 h 6858000"/>
              <a:gd name="connsiteX941" fmla="*/ 1387469 w 7467600"/>
              <a:gd name="connsiteY941" fmla="*/ 523079 h 6858000"/>
              <a:gd name="connsiteX942" fmla="*/ 1452685 w 7467600"/>
              <a:gd name="connsiteY942" fmla="*/ 699806 h 6858000"/>
              <a:gd name="connsiteX943" fmla="*/ 1492092 w 7467600"/>
              <a:gd name="connsiteY943" fmla="*/ 800424 h 6858000"/>
              <a:gd name="connsiteX944" fmla="*/ 1455302 w 7467600"/>
              <a:gd name="connsiteY944" fmla="*/ 632913 h 6858000"/>
              <a:gd name="connsiteX945" fmla="*/ 1222336 w 7467600"/>
              <a:gd name="connsiteY945" fmla="*/ 9480 h 6858000"/>
              <a:gd name="connsiteX946" fmla="*/ 1214634 w 7467600"/>
              <a:gd name="connsiteY946" fmla="*/ 0 h 6858000"/>
              <a:gd name="connsiteX947" fmla="*/ 1289827 w 7467600"/>
              <a:gd name="connsiteY947" fmla="*/ 0 h 6858000"/>
              <a:gd name="connsiteX948" fmla="*/ 1321076 w 7467600"/>
              <a:gd name="connsiteY948" fmla="*/ 59722 h 6858000"/>
              <a:gd name="connsiteX949" fmla="*/ 1512579 w 7467600"/>
              <a:gd name="connsiteY949" fmla="*/ 626441 h 6858000"/>
              <a:gd name="connsiteX950" fmla="*/ 1506076 w 7467600"/>
              <a:gd name="connsiteY950" fmla="*/ 1089289 h 6858000"/>
              <a:gd name="connsiteX951" fmla="*/ 1486346 w 7467600"/>
              <a:gd name="connsiteY951" fmla="*/ 1079919 h 6858000"/>
              <a:gd name="connsiteX952" fmla="*/ 1070511 w 7467600"/>
              <a:gd name="connsiteY952" fmla="*/ 48609 h 6858000"/>
              <a:gd name="connsiteX953" fmla="*/ 1057230 w 7467600"/>
              <a:gd name="connsiteY953" fmla="*/ 0 h 6858000"/>
              <a:gd name="connsiteX954" fmla="*/ 43151 w 7467600"/>
              <a:gd name="connsiteY954" fmla="*/ 0 h 6858000"/>
              <a:gd name="connsiteX955" fmla="*/ 95283 w 7467600"/>
              <a:gd name="connsiteY955" fmla="*/ 0 h 6858000"/>
              <a:gd name="connsiteX956" fmla="*/ 300708 w 7467600"/>
              <a:gd name="connsiteY956" fmla="*/ 154571 h 6858000"/>
              <a:gd name="connsiteX957" fmla="*/ 530414 w 7467600"/>
              <a:gd name="connsiteY957" fmla="*/ 354673 h 6858000"/>
              <a:gd name="connsiteX958" fmla="*/ 333785 w 7467600"/>
              <a:gd name="connsiteY958" fmla="*/ 161564 h 6858000"/>
              <a:gd name="connsiteX959" fmla="*/ 147005 w 7467600"/>
              <a:gd name="connsiteY959" fmla="*/ 0 h 6858000"/>
              <a:gd name="connsiteX960" fmla="*/ 272509 w 7467600"/>
              <a:gd name="connsiteY960" fmla="*/ 0 h 6858000"/>
              <a:gd name="connsiteX961" fmla="*/ 326276 w 7467600"/>
              <a:gd name="connsiteY961" fmla="*/ 45847 h 6858000"/>
              <a:gd name="connsiteX962" fmla="*/ 823759 w 7467600"/>
              <a:gd name="connsiteY962" fmla="*/ 574145 h 6858000"/>
              <a:gd name="connsiteX963" fmla="*/ 811254 w 7467600"/>
              <a:gd name="connsiteY963" fmla="*/ 665546 h 6858000"/>
              <a:gd name="connsiteX964" fmla="*/ 154042 w 7467600"/>
              <a:gd name="connsiteY964" fmla="*/ 261522 h 6858000"/>
              <a:gd name="connsiteX965" fmla="*/ 13550 w 7467600"/>
              <a:gd name="connsiteY965" fmla="*/ 158423 h 6858000"/>
              <a:gd name="connsiteX966" fmla="*/ 0 w 7467600"/>
              <a:gd name="connsiteY966" fmla="*/ 146618 h 6858000"/>
              <a:gd name="connsiteX967" fmla="*/ 0 w 7467600"/>
              <a:gd name="connsiteY967" fmla="*/ 59161 h 6858000"/>
              <a:gd name="connsiteX968" fmla="*/ 45427 w 7467600"/>
              <a:gd name="connsiteY968" fmla="*/ 101078 h 6858000"/>
              <a:gd name="connsiteX969" fmla="*/ 630103 w 7467600"/>
              <a:gd name="connsiteY969" fmla="*/ 485885 h 6858000"/>
              <a:gd name="connsiteX970" fmla="*/ 532040 w 7467600"/>
              <a:gd name="connsiteY970" fmla="*/ 399359 h 6858000"/>
              <a:gd name="connsiteX971" fmla="*/ 517618 w 7467600"/>
              <a:gd name="connsiteY971" fmla="*/ 385726 h 6858000"/>
              <a:gd name="connsiteX972" fmla="*/ 285074 w 7467600"/>
              <a:gd name="connsiteY972" fmla="*/ 182755 h 6858000"/>
              <a:gd name="connsiteX973" fmla="*/ 43151 w 7467600"/>
              <a:gd name="connsiteY973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7042773 w 7467600"/>
              <a:gd name="connsiteY74" fmla="*/ 5734011 h 6858000"/>
              <a:gd name="connsiteX75" fmla="*/ 7379510 w 7467600"/>
              <a:gd name="connsiteY75" fmla="*/ 5755454 h 6858000"/>
              <a:gd name="connsiteX76" fmla="*/ 7467600 w 7467600"/>
              <a:gd name="connsiteY76" fmla="*/ 5845526 h 6858000"/>
              <a:gd name="connsiteX77" fmla="*/ 7271900 w 7467600"/>
              <a:gd name="connsiteY77" fmla="*/ 5734551 h 6858000"/>
              <a:gd name="connsiteX78" fmla="*/ 7015907 w 7467600"/>
              <a:gd name="connsiteY78" fmla="*/ 5541548 h 6858000"/>
              <a:gd name="connsiteX79" fmla="*/ 7259646 w 7467600"/>
              <a:gd name="connsiteY79" fmla="*/ 5765985 h 6858000"/>
              <a:gd name="connsiteX80" fmla="*/ 7467600 w 7467600"/>
              <a:gd name="connsiteY80" fmla="*/ 6012219 h 6858000"/>
              <a:gd name="connsiteX81" fmla="*/ 6946849 w 7467600"/>
              <a:gd name="connsiteY81" fmla="*/ 5523271 h 6858000"/>
              <a:gd name="connsiteX82" fmla="*/ 7105827 w 7467600"/>
              <a:gd name="connsiteY82" fmla="*/ 5718700 h 6858000"/>
              <a:gd name="connsiteX83" fmla="*/ 7356878 w 7467600"/>
              <a:gd name="connsiteY83" fmla="*/ 5981332 h 6858000"/>
              <a:gd name="connsiteX84" fmla="*/ 7467600 w 7467600"/>
              <a:gd name="connsiteY84" fmla="*/ 6117703 h 6858000"/>
              <a:gd name="connsiteX85" fmla="*/ 7467600 w 7467600"/>
              <a:gd name="connsiteY85" fmla="*/ 6163634 h 6858000"/>
              <a:gd name="connsiteX86" fmla="*/ 7403637 w 7467600"/>
              <a:gd name="connsiteY86" fmla="*/ 6083957 h 6858000"/>
              <a:gd name="connsiteX87" fmla="*/ 7254615 w 7467600"/>
              <a:gd name="connsiteY87" fmla="*/ 5911918 h 6858000"/>
              <a:gd name="connsiteX88" fmla="*/ 7312589 w 7467600"/>
              <a:gd name="connsiteY88" fmla="*/ 5982309 h 6858000"/>
              <a:gd name="connsiteX89" fmla="*/ 7448321 w 7467600"/>
              <a:gd name="connsiteY89" fmla="*/ 6190991 h 6858000"/>
              <a:gd name="connsiteX90" fmla="*/ 7467600 w 7467600"/>
              <a:gd name="connsiteY90" fmla="*/ 6221686 h 6858000"/>
              <a:gd name="connsiteX91" fmla="*/ 7467600 w 7467600"/>
              <a:gd name="connsiteY91" fmla="*/ 6334256 h 6858000"/>
              <a:gd name="connsiteX92" fmla="*/ 7454976 w 7467600"/>
              <a:gd name="connsiteY92" fmla="*/ 6318297 h 6858000"/>
              <a:gd name="connsiteX93" fmla="*/ 7042773 w 7467600"/>
              <a:gd name="connsiteY93" fmla="*/ 5734011 h 6858000"/>
              <a:gd name="connsiteX94" fmla="*/ 1456157 w 7467600"/>
              <a:gd name="connsiteY94" fmla="*/ 5371404 h 6858000"/>
              <a:gd name="connsiteX95" fmla="*/ 1244432 w 7467600"/>
              <a:gd name="connsiteY95" fmla="*/ 5385601 h 6858000"/>
              <a:gd name="connsiteX96" fmla="*/ 973990 w 7467600"/>
              <a:gd name="connsiteY96" fmla="*/ 5424940 h 6858000"/>
              <a:gd name="connsiteX97" fmla="*/ 1103809 w 7467600"/>
              <a:gd name="connsiteY97" fmla="*/ 5433720 h 6858000"/>
              <a:gd name="connsiteX98" fmla="*/ 1123454 w 7467600"/>
              <a:gd name="connsiteY98" fmla="*/ 5435727 h 6858000"/>
              <a:gd name="connsiteX99" fmla="*/ 1737017 w 7467600"/>
              <a:gd name="connsiteY99" fmla="*/ 5452183 h 6858000"/>
              <a:gd name="connsiteX100" fmla="*/ 1824397 w 7467600"/>
              <a:gd name="connsiteY100" fmla="*/ 5447757 h 6858000"/>
              <a:gd name="connsiteX101" fmla="*/ 2070059 w 7467600"/>
              <a:gd name="connsiteY101" fmla="*/ 5441660 h 6858000"/>
              <a:gd name="connsiteX102" fmla="*/ 1456157 w 7467600"/>
              <a:gd name="connsiteY102" fmla="*/ 5371404 h 6858000"/>
              <a:gd name="connsiteX103" fmla="*/ 4988186 w 7467600"/>
              <a:gd name="connsiteY103" fmla="*/ 5216467 h 6858000"/>
              <a:gd name="connsiteX104" fmla="*/ 4777334 w 7467600"/>
              <a:gd name="connsiteY104" fmla="*/ 5406072 h 6858000"/>
              <a:gd name="connsiteX105" fmla="*/ 4718341 w 7467600"/>
              <a:gd name="connsiteY105" fmla="*/ 5468043 h 6858000"/>
              <a:gd name="connsiteX106" fmla="*/ 4604655 w 7467600"/>
              <a:gd name="connsiteY106" fmla="*/ 5583434 h 6858000"/>
              <a:gd name="connsiteX107" fmla="*/ 4565074 w 7467600"/>
              <a:gd name="connsiteY107" fmla="*/ 5618550 h 6858000"/>
              <a:gd name="connsiteX108" fmla="*/ 4988186 w 7467600"/>
              <a:gd name="connsiteY108" fmla="*/ 5216467 h 6858000"/>
              <a:gd name="connsiteX109" fmla="*/ 4978032 w 7467600"/>
              <a:gd name="connsiteY109" fmla="*/ 5183809 h 6858000"/>
              <a:gd name="connsiteX110" fmla="*/ 4463413 w 7467600"/>
              <a:gd name="connsiteY110" fmla="*/ 5615162 h 6858000"/>
              <a:gd name="connsiteX111" fmla="*/ 4358134 w 7467600"/>
              <a:gd name="connsiteY111" fmla="*/ 5742791 h 6858000"/>
              <a:gd name="connsiteX112" fmla="*/ 4376219 w 7467600"/>
              <a:gd name="connsiteY112" fmla="*/ 5729027 h 6858000"/>
              <a:gd name="connsiteX113" fmla="*/ 4582340 w 7467600"/>
              <a:gd name="connsiteY113" fmla="*/ 5561037 h 6858000"/>
              <a:gd name="connsiteX114" fmla="*/ 4694684 w 7467600"/>
              <a:gd name="connsiteY114" fmla="*/ 5447098 h 6858000"/>
              <a:gd name="connsiteX115" fmla="*/ 4754123 w 7467600"/>
              <a:gd name="connsiteY115" fmla="*/ 5384643 h 6858000"/>
              <a:gd name="connsiteX116" fmla="*/ 4978032 w 7467600"/>
              <a:gd name="connsiteY116" fmla="*/ 5183809 h 6858000"/>
              <a:gd name="connsiteX117" fmla="*/ 1903353 w 7467600"/>
              <a:gd name="connsiteY117" fmla="*/ 5044827 h 6858000"/>
              <a:gd name="connsiteX118" fmla="*/ 1936931 w 7467600"/>
              <a:gd name="connsiteY118" fmla="*/ 5093954 h 6858000"/>
              <a:gd name="connsiteX119" fmla="*/ 2195868 w 7467600"/>
              <a:gd name="connsiteY119" fmla="*/ 5396574 h 6858000"/>
              <a:gd name="connsiteX120" fmla="*/ 2088852 w 7467600"/>
              <a:gd name="connsiteY120" fmla="*/ 5166123 h 6858000"/>
              <a:gd name="connsiteX121" fmla="*/ 1958241 w 7467600"/>
              <a:gd name="connsiteY121" fmla="*/ 5067955 h 6858000"/>
              <a:gd name="connsiteX122" fmla="*/ 1903353 w 7467600"/>
              <a:gd name="connsiteY122" fmla="*/ 5044827 h 6858000"/>
              <a:gd name="connsiteX123" fmla="*/ 1979378 w 7467600"/>
              <a:gd name="connsiteY123" fmla="*/ 4769504 h 6858000"/>
              <a:gd name="connsiteX124" fmla="*/ 2882120 w 7467600"/>
              <a:gd name="connsiteY124" fmla="*/ 5064547 h 6858000"/>
              <a:gd name="connsiteX125" fmla="*/ 2793103 w 7467600"/>
              <a:gd name="connsiteY125" fmla="*/ 5039699 h 6858000"/>
              <a:gd name="connsiteX126" fmla="*/ 2770041 w 7467600"/>
              <a:gd name="connsiteY126" fmla="*/ 5033634 h 6858000"/>
              <a:gd name="connsiteX127" fmla="*/ 1979378 w 7467600"/>
              <a:gd name="connsiteY127" fmla="*/ 4769504 h 6858000"/>
              <a:gd name="connsiteX128" fmla="*/ 1927410 w 7467600"/>
              <a:gd name="connsiteY128" fmla="*/ 4716164 h 6858000"/>
              <a:gd name="connsiteX129" fmla="*/ 1959587 w 7467600"/>
              <a:gd name="connsiteY129" fmla="*/ 4728849 h 6858000"/>
              <a:gd name="connsiteX130" fmla="*/ 2777707 w 7467600"/>
              <a:gd name="connsiteY130" fmla="*/ 5003991 h 6858000"/>
              <a:gd name="connsiteX131" fmla="*/ 2800768 w 7467600"/>
              <a:gd name="connsiteY131" fmla="*/ 5010056 h 6858000"/>
              <a:gd name="connsiteX132" fmla="*/ 2879408 w 7467600"/>
              <a:gd name="connsiteY132" fmla="*/ 5031590 h 6858000"/>
              <a:gd name="connsiteX133" fmla="*/ 2862295 w 7467600"/>
              <a:gd name="connsiteY133" fmla="*/ 5022958 h 6858000"/>
              <a:gd name="connsiteX134" fmla="*/ 2813343 w 7467600"/>
              <a:gd name="connsiteY134" fmla="*/ 4998369 h 6858000"/>
              <a:gd name="connsiteX135" fmla="*/ 2646245 w 7467600"/>
              <a:gd name="connsiteY135" fmla="*/ 4930999 h 6858000"/>
              <a:gd name="connsiteX136" fmla="*/ 1999243 w 7467600"/>
              <a:gd name="connsiteY136" fmla="*/ 4730524 h 6858000"/>
              <a:gd name="connsiteX137" fmla="*/ 1979527 w 7467600"/>
              <a:gd name="connsiteY137" fmla="*/ 4726651 h 6858000"/>
              <a:gd name="connsiteX138" fmla="*/ 1927410 w 7467600"/>
              <a:gd name="connsiteY138" fmla="*/ 4716164 h 6858000"/>
              <a:gd name="connsiteX139" fmla="*/ 1997014 w 7467600"/>
              <a:gd name="connsiteY139" fmla="*/ 4698007 h 6858000"/>
              <a:gd name="connsiteX140" fmla="*/ 2005458 w 7467600"/>
              <a:gd name="connsiteY140" fmla="*/ 4699540 h 6858000"/>
              <a:gd name="connsiteX141" fmla="*/ 2657186 w 7467600"/>
              <a:gd name="connsiteY141" fmla="*/ 4901687 h 6858000"/>
              <a:gd name="connsiteX142" fmla="*/ 2826662 w 7467600"/>
              <a:gd name="connsiteY142" fmla="*/ 4970362 h 6858000"/>
              <a:gd name="connsiteX143" fmla="*/ 2876100 w 7467600"/>
              <a:gd name="connsiteY143" fmla="*/ 4995397 h 6858000"/>
              <a:gd name="connsiteX144" fmla="*/ 3042600 w 7467600"/>
              <a:gd name="connsiteY144" fmla="*/ 5059532 h 6858000"/>
              <a:gd name="connsiteX145" fmla="*/ 1997014 w 7467600"/>
              <a:gd name="connsiteY145" fmla="*/ 4698007 h 6858000"/>
              <a:gd name="connsiteX146" fmla="*/ 2305292 w 7467600"/>
              <a:gd name="connsiteY146" fmla="*/ 4219492 h 6858000"/>
              <a:gd name="connsiteX147" fmla="*/ 3360922 w 7467600"/>
              <a:gd name="connsiteY147" fmla="*/ 4529373 h 6858000"/>
              <a:gd name="connsiteX148" fmla="*/ 3492420 w 7467600"/>
              <a:gd name="connsiteY148" fmla="*/ 4510145 h 6858000"/>
              <a:gd name="connsiteX149" fmla="*/ 3364086 w 7467600"/>
              <a:gd name="connsiteY149" fmla="*/ 4480340 h 6858000"/>
              <a:gd name="connsiteX150" fmla="*/ 3225818 w 7467600"/>
              <a:gd name="connsiteY150" fmla="*/ 4411822 h 6858000"/>
              <a:gd name="connsiteX151" fmla="*/ 3129696 w 7467600"/>
              <a:gd name="connsiteY151" fmla="*/ 4360704 h 6858000"/>
              <a:gd name="connsiteX152" fmla="*/ 2814545 w 7467600"/>
              <a:gd name="connsiteY152" fmla="*/ 4282955 h 6858000"/>
              <a:gd name="connsiteX153" fmla="*/ 2305292 w 7467600"/>
              <a:gd name="connsiteY153" fmla="*/ 4219492 h 6858000"/>
              <a:gd name="connsiteX154" fmla="*/ 2626982 w 7467600"/>
              <a:gd name="connsiteY154" fmla="*/ 4206450 h 6858000"/>
              <a:gd name="connsiteX155" fmla="*/ 2490617 w 7467600"/>
              <a:gd name="connsiteY155" fmla="*/ 4206951 h 6858000"/>
              <a:gd name="connsiteX156" fmla="*/ 2819869 w 7467600"/>
              <a:gd name="connsiteY156" fmla="*/ 4252936 h 6858000"/>
              <a:gd name="connsiteX157" fmla="*/ 3143018 w 7467600"/>
              <a:gd name="connsiteY157" fmla="*/ 4332698 h 6858000"/>
              <a:gd name="connsiteX158" fmla="*/ 3241520 w 7467600"/>
              <a:gd name="connsiteY158" fmla="*/ 4385112 h 6858000"/>
              <a:gd name="connsiteX159" fmla="*/ 3374575 w 7467600"/>
              <a:gd name="connsiteY159" fmla="*/ 4451517 h 6858000"/>
              <a:gd name="connsiteX160" fmla="*/ 3505221 w 7467600"/>
              <a:gd name="connsiteY160" fmla="*/ 4480757 h 6858000"/>
              <a:gd name="connsiteX161" fmla="*/ 2626982 w 7467600"/>
              <a:gd name="connsiteY161" fmla="*/ 4206450 h 6858000"/>
              <a:gd name="connsiteX162" fmla="*/ 1310106 w 7467600"/>
              <a:gd name="connsiteY162" fmla="*/ 3943217 h 6858000"/>
              <a:gd name="connsiteX163" fmla="*/ 854994 w 7467600"/>
              <a:gd name="connsiteY163" fmla="*/ 4399136 h 6858000"/>
              <a:gd name="connsiteX164" fmla="*/ 742462 w 7467600"/>
              <a:gd name="connsiteY164" fmla="*/ 4594648 h 6858000"/>
              <a:gd name="connsiteX165" fmla="*/ 820602 w 7467600"/>
              <a:gd name="connsiteY165" fmla="*/ 4485915 h 6858000"/>
              <a:gd name="connsiteX166" fmla="*/ 878295 w 7467600"/>
              <a:gd name="connsiteY166" fmla="*/ 4403594 h 6858000"/>
              <a:gd name="connsiteX167" fmla="*/ 1240607 w 7467600"/>
              <a:gd name="connsiteY167" fmla="*/ 4010401 h 6858000"/>
              <a:gd name="connsiteX168" fmla="*/ 1310106 w 7467600"/>
              <a:gd name="connsiteY168" fmla="*/ 3943217 h 6858000"/>
              <a:gd name="connsiteX169" fmla="*/ 1423113 w 7467600"/>
              <a:gd name="connsiteY169" fmla="*/ 3874565 h 6858000"/>
              <a:gd name="connsiteX170" fmla="*/ 1260565 w 7467600"/>
              <a:gd name="connsiteY170" fmla="*/ 4031982 h 6858000"/>
              <a:gd name="connsiteX171" fmla="*/ 901900 w 7467600"/>
              <a:gd name="connsiteY171" fmla="*/ 4421236 h 6858000"/>
              <a:gd name="connsiteX172" fmla="*/ 845044 w 7467600"/>
              <a:gd name="connsiteY172" fmla="*/ 4502436 h 6858000"/>
              <a:gd name="connsiteX173" fmla="*/ 685926 w 7467600"/>
              <a:gd name="connsiteY173" fmla="*/ 4703069 h 6858000"/>
              <a:gd name="connsiteX174" fmla="*/ 684248 w 7467600"/>
              <a:gd name="connsiteY174" fmla="*/ 4706721 h 6858000"/>
              <a:gd name="connsiteX175" fmla="*/ 1423113 w 7467600"/>
              <a:gd name="connsiteY175" fmla="*/ 3874565 h 6858000"/>
              <a:gd name="connsiteX176" fmla="*/ 3316479 w 7467600"/>
              <a:gd name="connsiteY176" fmla="*/ 3872136 h 6858000"/>
              <a:gd name="connsiteX177" fmla="*/ 3546806 w 7467600"/>
              <a:gd name="connsiteY177" fmla="*/ 4356139 h 6858000"/>
              <a:gd name="connsiteX178" fmla="*/ 3364433 w 7467600"/>
              <a:gd name="connsiteY178" fmla="*/ 3953121 h 6858000"/>
              <a:gd name="connsiteX179" fmla="*/ 3316479 w 7467600"/>
              <a:gd name="connsiteY179" fmla="*/ 3872136 h 6858000"/>
              <a:gd name="connsiteX180" fmla="*/ 3291335 w 7467600"/>
              <a:gd name="connsiteY180" fmla="*/ 3767420 h 6858000"/>
              <a:gd name="connsiteX181" fmla="*/ 3390805 w 7467600"/>
              <a:gd name="connsiteY181" fmla="*/ 3937163 h 6858000"/>
              <a:gd name="connsiteX182" fmla="*/ 3579062 w 7467600"/>
              <a:gd name="connsiteY182" fmla="*/ 4359040 h 6858000"/>
              <a:gd name="connsiteX183" fmla="*/ 3467355 w 7467600"/>
              <a:gd name="connsiteY183" fmla="*/ 3988130 h 6858000"/>
              <a:gd name="connsiteX184" fmla="*/ 3310753 w 7467600"/>
              <a:gd name="connsiteY184" fmla="*/ 3787140 h 6858000"/>
              <a:gd name="connsiteX185" fmla="*/ 3291335 w 7467600"/>
              <a:gd name="connsiteY185" fmla="*/ 3767420 h 6858000"/>
              <a:gd name="connsiteX186" fmla="*/ 1635889 w 7467600"/>
              <a:gd name="connsiteY186" fmla="*/ 3709494 h 6858000"/>
              <a:gd name="connsiteX187" fmla="*/ 1634800 w 7467600"/>
              <a:gd name="connsiteY187" fmla="*/ 3731111 h 6858000"/>
              <a:gd name="connsiteX188" fmla="*/ 1635889 w 7467600"/>
              <a:gd name="connsiteY188" fmla="*/ 3709494 h 6858000"/>
              <a:gd name="connsiteX189" fmla="*/ 1510397 w 7467600"/>
              <a:gd name="connsiteY189" fmla="*/ 3684705 h 6858000"/>
              <a:gd name="connsiteX190" fmla="*/ 1146550 w 7467600"/>
              <a:gd name="connsiteY190" fmla="*/ 3802012 h 6858000"/>
              <a:gd name="connsiteX191" fmla="*/ 698834 w 7467600"/>
              <a:gd name="connsiteY191" fmla="*/ 3952272 h 6858000"/>
              <a:gd name="connsiteX192" fmla="*/ 34256 w 7467600"/>
              <a:gd name="connsiteY192" fmla="*/ 4347603 h 6858000"/>
              <a:gd name="connsiteX193" fmla="*/ 527241 w 7467600"/>
              <a:gd name="connsiteY193" fmla="*/ 4065078 h 6858000"/>
              <a:gd name="connsiteX194" fmla="*/ 1510397 w 7467600"/>
              <a:gd name="connsiteY194" fmla="*/ 3684705 h 6858000"/>
              <a:gd name="connsiteX195" fmla="*/ 1313114 w 7467600"/>
              <a:gd name="connsiteY195" fmla="*/ 3655216 h 6858000"/>
              <a:gd name="connsiteX196" fmla="*/ 1109304 w 7467600"/>
              <a:gd name="connsiteY196" fmla="*/ 3669030 h 6858000"/>
              <a:gd name="connsiteX197" fmla="*/ 8129 w 7467600"/>
              <a:gd name="connsiteY197" fmla="*/ 4330519 h 6858000"/>
              <a:gd name="connsiteX198" fmla="*/ 687572 w 7467600"/>
              <a:gd name="connsiteY198" fmla="*/ 3925629 h 6858000"/>
              <a:gd name="connsiteX199" fmla="*/ 1138365 w 7467600"/>
              <a:gd name="connsiteY199" fmla="*/ 3774515 h 6858000"/>
              <a:gd name="connsiteX200" fmla="*/ 1505579 w 7467600"/>
              <a:gd name="connsiteY200" fmla="*/ 3655526 h 6858000"/>
              <a:gd name="connsiteX201" fmla="*/ 1313114 w 7467600"/>
              <a:gd name="connsiteY201" fmla="*/ 3655216 h 6858000"/>
              <a:gd name="connsiteX202" fmla="*/ 3655073 w 7467600"/>
              <a:gd name="connsiteY202" fmla="*/ 3650884 h 6858000"/>
              <a:gd name="connsiteX203" fmla="*/ 3989938 w 7467600"/>
              <a:gd name="connsiteY203" fmla="*/ 3991685 h 6858000"/>
              <a:gd name="connsiteX204" fmla="*/ 4393907 w 7467600"/>
              <a:gd name="connsiteY204" fmla="*/ 4261258 h 6858000"/>
              <a:gd name="connsiteX205" fmla="*/ 4648051 w 7467600"/>
              <a:gd name="connsiteY205" fmla="*/ 4374051 h 6858000"/>
              <a:gd name="connsiteX206" fmla="*/ 4383389 w 7467600"/>
              <a:gd name="connsiteY206" fmla="*/ 4184369 h 6858000"/>
              <a:gd name="connsiteX207" fmla="*/ 4165508 w 7467600"/>
              <a:gd name="connsiteY207" fmla="*/ 4035196 h 6858000"/>
              <a:gd name="connsiteX208" fmla="*/ 4068162 w 7467600"/>
              <a:gd name="connsiteY208" fmla="*/ 3953394 h 6858000"/>
              <a:gd name="connsiteX209" fmla="*/ 3981416 w 7467600"/>
              <a:gd name="connsiteY209" fmla="*/ 3880482 h 6858000"/>
              <a:gd name="connsiteX210" fmla="*/ 3800147 w 7467600"/>
              <a:gd name="connsiteY210" fmla="*/ 3749872 h 6858000"/>
              <a:gd name="connsiteX211" fmla="*/ 3655073 w 7467600"/>
              <a:gd name="connsiteY211" fmla="*/ 3650884 h 6858000"/>
              <a:gd name="connsiteX212" fmla="*/ 3670252 w 7467600"/>
              <a:gd name="connsiteY212" fmla="*/ 3622798 h 6858000"/>
              <a:gd name="connsiteX213" fmla="*/ 3817258 w 7467600"/>
              <a:gd name="connsiteY213" fmla="*/ 3723577 h 6858000"/>
              <a:gd name="connsiteX214" fmla="*/ 4000461 w 7467600"/>
              <a:gd name="connsiteY214" fmla="*/ 3855966 h 6858000"/>
              <a:gd name="connsiteX215" fmla="*/ 4088180 w 7467600"/>
              <a:gd name="connsiteY215" fmla="*/ 3929774 h 6858000"/>
              <a:gd name="connsiteX216" fmla="*/ 4184555 w 7467600"/>
              <a:gd name="connsiteY216" fmla="*/ 4010683 h 6858000"/>
              <a:gd name="connsiteX217" fmla="*/ 4399563 w 7467600"/>
              <a:gd name="connsiteY217" fmla="*/ 4158106 h 6858000"/>
              <a:gd name="connsiteX218" fmla="*/ 4684469 w 7467600"/>
              <a:gd name="connsiteY218" fmla="*/ 4364680 h 6858000"/>
              <a:gd name="connsiteX219" fmla="*/ 4690271 w 7467600"/>
              <a:gd name="connsiteY219" fmla="*/ 4370034 h 6858000"/>
              <a:gd name="connsiteX220" fmla="*/ 4136093 w 7467600"/>
              <a:gd name="connsiteY220" fmla="*/ 3858466 h 6858000"/>
              <a:gd name="connsiteX221" fmla="*/ 3670252 w 7467600"/>
              <a:gd name="connsiteY221" fmla="*/ 3622798 h 6858000"/>
              <a:gd name="connsiteX222" fmla="*/ 4440129 w 7467600"/>
              <a:gd name="connsiteY222" fmla="*/ 3448571 h 6858000"/>
              <a:gd name="connsiteX223" fmla="*/ 4856525 w 7467600"/>
              <a:gd name="connsiteY223" fmla="*/ 3915351 h 6858000"/>
              <a:gd name="connsiteX224" fmla="*/ 5059055 w 7467600"/>
              <a:gd name="connsiteY224" fmla="*/ 4108918 h 6858000"/>
              <a:gd name="connsiteX225" fmla="*/ 5290070 w 7467600"/>
              <a:gd name="connsiteY225" fmla="*/ 4263619 h 6858000"/>
              <a:gd name="connsiteX226" fmla="*/ 4834991 w 7467600"/>
              <a:gd name="connsiteY226" fmla="*/ 3830985 h 6858000"/>
              <a:gd name="connsiteX227" fmla="*/ 4440129 w 7467600"/>
              <a:gd name="connsiteY227" fmla="*/ 3448571 h 6858000"/>
              <a:gd name="connsiteX228" fmla="*/ 4441737 w 7467600"/>
              <a:gd name="connsiteY228" fmla="*/ 3399734 h 6858000"/>
              <a:gd name="connsiteX229" fmla="*/ 4431236 w 7467600"/>
              <a:gd name="connsiteY229" fmla="*/ 3400954 h 6858000"/>
              <a:gd name="connsiteX230" fmla="*/ 4557150 w 7467600"/>
              <a:gd name="connsiteY230" fmla="*/ 3510023 h 6858000"/>
              <a:gd name="connsiteX231" fmla="*/ 4856936 w 7467600"/>
              <a:gd name="connsiteY231" fmla="*/ 3809146 h 6858000"/>
              <a:gd name="connsiteX232" fmla="*/ 5111996 w 7467600"/>
              <a:gd name="connsiteY232" fmla="*/ 4065759 h 6858000"/>
              <a:gd name="connsiteX233" fmla="*/ 5388878 w 7467600"/>
              <a:gd name="connsiteY233" fmla="*/ 4300185 h 6858000"/>
              <a:gd name="connsiteX234" fmla="*/ 5425556 w 7467600"/>
              <a:gd name="connsiteY234" fmla="*/ 4308967 h 6858000"/>
              <a:gd name="connsiteX235" fmla="*/ 4943646 w 7467600"/>
              <a:gd name="connsiteY235" fmla="*/ 3822916 h 6858000"/>
              <a:gd name="connsiteX236" fmla="*/ 4594837 w 7467600"/>
              <a:gd name="connsiteY236" fmla="*/ 3532274 h 6858000"/>
              <a:gd name="connsiteX237" fmla="*/ 4441737 w 7467600"/>
              <a:gd name="connsiteY237" fmla="*/ 3399734 h 6858000"/>
              <a:gd name="connsiteX238" fmla="*/ 5425834 w 7467600"/>
              <a:gd name="connsiteY238" fmla="*/ 3162785 h 6858000"/>
              <a:gd name="connsiteX239" fmla="*/ 5401644 w 7467600"/>
              <a:gd name="connsiteY239" fmla="*/ 3617847 h 6858000"/>
              <a:gd name="connsiteX240" fmla="*/ 5467256 w 7467600"/>
              <a:gd name="connsiteY240" fmla="*/ 4175494 h 6858000"/>
              <a:gd name="connsiteX241" fmla="*/ 5448069 w 7467600"/>
              <a:gd name="connsiteY241" fmla="*/ 3567554 h 6858000"/>
              <a:gd name="connsiteX242" fmla="*/ 5425834 w 7467600"/>
              <a:gd name="connsiteY242" fmla="*/ 3162785 h 6858000"/>
              <a:gd name="connsiteX243" fmla="*/ 1318687 w 7467600"/>
              <a:gd name="connsiteY243" fmla="*/ 3113840 h 6858000"/>
              <a:gd name="connsiteX244" fmla="*/ 1066793 w 7467600"/>
              <a:gd name="connsiteY244" fmla="*/ 3212171 h 6858000"/>
              <a:gd name="connsiteX245" fmla="*/ 993319 w 7467600"/>
              <a:gd name="connsiteY245" fmla="*/ 3247648 h 6858000"/>
              <a:gd name="connsiteX246" fmla="*/ 853081 w 7467600"/>
              <a:gd name="connsiteY246" fmla="*/ 3312410 h 6858000"/>
              <a:gd name="connsiteX247" fmla="*/ 805957 w 7467600"/>
              <a:gd name="connsiteY247" fmla="*/ 3330443 h 6858000"/>
              <a:gd name="connsiteX248" fmla="*/ 1318687 w 7467600"/>
              <a:gd name="connsiteY248" fmla="*/ 3113840 h 6858000"/>
              <a:gd name="connsiteX249" fmla="*/ 5453702 w 7467600"/>
              <a:gd name="connsiteY249" fmla="*/ 3090882 h 6858000"/>
              <a:gd name="connsiteX250" fmla="*/ 5480135 w 7467600"/>
              <a:gd name="connsiteY250" fmla="*/ 3565802 h 6858000"/>
              <a:gd name="connsiteX251" fmla="*/ 5499023 w 7467600"/>
              <a:gd name="connsiteY251" fmla="*/ 4166310 h 6858000"/>
              <a:gd name="connsiteX252" fmla="*/ 5547022 w 7467600"/>
              <a:gd name="connsiteY252" fmla="*/ 3607838 h 6858000"/>
              <a:gd name="connsiteX253" fmla="*/ 5515964 w 7467600"/>
              <a:gd name="connsiteY253" fmla="*/ 3378541 h 6858000"/>
              <a:gd name="connsiteX254" fmla="*/ 5453702 w 7467600"/>
              <a:gd name="connsiteY254" fmla="*/ 3090882 h 6858000"/>
              <a:gd name="connsiteX255" fmla="*/ 1238695 w 7467600"/>
              <a:gd name="connsiteY255" fmla="*/ 3076820 h 6858000"/>
              <a:gd name="connsiteX256" fmla="*/ 716371 w 7467600"/>
              <a:gd name="connsiteY256" fmla="*/ 3293249 h 6858000"/>
              <a:gd name="connsiteX257" fmla="*/ 579522 w 7467600"/>
              <a:gd name="connsiteY257" fmla="*/ 3371759 h 6858000"/>
              <a:gd name="connsiteX258" fmla="*/ 600288 w 7467600"/>
              <a:gd name="connsiteY258" fmla="*/ 3365555 h 6858000"/>
              <a:gd name="connsiteX259" fmla="*/ 840692 w 7467600"/>
              <a:gd name="connsiteY259" fmla="*/ 3284921 h 6858000"/>
              <a:gd name="connsiteX260" fmla="*/ 979248 w 7467600"/>
              <a:gd name="connsiteY260" fmla="*/ 3221003 h 6858000"/>
              <a:gd name="connsiteX261" fmla="*/ 1053282 w 7467600"/>
              <a:gd name="connsiteY261" fmla="*/ 3185247 h 6858000"/>
              <a:gd name="connsiteX262" fmla="*/ 1320603 w 7467600"/>
              <a:gd name="connsiteY262" fmla="*/ 3081281 h 6858000"/>
              <a:gd name="connsiteX263" fmla="*/ 1238695 w 7467600"/>
              <a:gd name="connsiteY263" fmla="*/ 3076820 h 6858000"/>
              <a:gd name="connsiteX264" fmla="*/ 5425627 w 7467600"/>
              <a:gd name="connsiteY264" fmla="*/ 2954192 h 6858000"/>
              <a:gd name="connsiteX265" fmla="*/ 5470770 w 7467600"/>
              <a:gd name="connsiteY265" fmla="*/ 3005435 h 6858000"/>
              <a:gd name="connsiteX266" fmla="*/ 5519779 w 7467600"/>
              <a:gd name="connsiteY266" fmla="*/ 4359223 h 6858000"/>
              <a:gd name="connsiteX267" fmla="*/ 5520293 w 7467600"/>
              <a:gd name="connsiteY267" fmla="*/ 4360602 h 6858000"/>
              <a:gd name="connsiteX268" fmla="*/ 5767221 w 7467600"/>
              <a:gd name="connsiteY268" fmla="*/ 4665564 h 6858000"/>
              <a:gd name="connsiteX269" fmla="*/ 6937169 w 7467600"/>
              <a:gd name="connsiteY269" fmla="*/ 4815941 h 6858000"/>
              <a:gd name="connsiteX270" fmla="*/ 6953922 w 7467600"/>
              <a:gd name="connsiteY270" fmla="*/ 4890068 h 6858000"/>
              <a:gd name="connsiteX271" fmla="*/ 6071359 w 7467600"/>
              <a:gd name="connsiteY271" fmla="*/ 4770770 h 6858000"/>
              <a:gd name="connsiteX272" fmla="*/ 6038839 w 7467600"/>
              <a:gd name="connsiteY272" fmla="*/ 4764474 h 6858000"/>
              <a:gd name="connsiteX273" fmla="*/ 6038706 w 7467600"/>
              <a:gd name="connsiteY273" fmla="*/ 4763847 h 6858000"/>
              <a:gd name="connsiteX274" fmla="*/ 6037784 w 7467600"/>
              <a:gd name="connsiteY274" fmla="*/ 4764270 h 6858000"/>
              <a:gd name="connsiteX275" fmla="*/ 6038839 w 7467600"/>
              <a:gd name="connsiteY275" fmla="*/ 4764474 h 6858000"/>
              <a:gd name="connsiteX276" fmla="*/ 6040338 w 7467600"/>
              <a:gd name="connsiteY276" fmla="*/ 4771418 h 6858000"/>
              <a:gd name="connsiteX277" fmla="*/ 6024488 w 7467600"/>
              <a:gd name="connsiteY277" fmla="*/ 4809903 h 6858000"/>
              <a:gd name="connsiteX278" fmla="*/ 5599771 w 7467600"/>
              <a:gd name="connsiteY278" fmla="*/ 5509652 h 6858000"/>
              <a:gd name="connsiteX279" fmla="*/ 5548843 w 7467600"/>
              <a:gd name="connsiteY279" fmla="*/ 5563845 h 6858000"/>
              <a:gd name="connsiteX280" fmla="*/ 5940952 w 7467600"/>
              <a:gd name="connsiteY280" fmla="*/ 6250028 h 6858000"/>
              <a:gd name="connsiteX281" fmla="*/ 6043441 w 7467600"/>
              <a:gd name="connsiteY281" fmla="*/ 6665847 h 6858000"/>
              <a:gd name="connsiteX282" fmla="*/ 6093432 w 7467600"/>
              <a:gd name="connsiteY282" fmla="*/ 6858000 h 6858000"/>
              <a:gd name="connsiteX283" fmla="*/ 6034344 w 7467600"/>
              <a:gd name="connsiteY283" fmla="*/ 6858000 h 6858000"/>
              <a:gd name="connsiteX284" fmla="*/ 6026679 w 7467600"/>
              <a:gd name="connsiteY284" fmla="*/ 6836959 h 6858000"/>
              <a:gd name="connsiteX285" fmla="*/ 5800441 w 7467600"/>
              <a:gd name="connsiteY285" fmla="*/ 6335286 h 6858000"/>
              <a:gd name="connsiteX286" fmla="*/ 5526562 w 7467600"/>
              <a:gd name="connsiteY286" fmla="*/ 5705388 h 6858000"/>
              <a:gd name="connsiteX287" fmla="*/ 5519640 w 7467600"/>
              <a:gd name="connsiteY287" fmla="*/ 5683774 h 6858000"/>
              <a:gd name="connsiteX288" fmla="*/ 5844559 w 7467600"/>
              <a:gd name="connsiteY288" fmla="*/ 6553349 h 6858000"/>
              <a:gd name="connsiteX289" fmla="*/ 5975994 w 7467600"/>
              <a:gd name="connsiteY289" fmla="*/ 6858000 h 6858000"/>
              <a:gd name="connsiteX290" fmla="*/ 5898547 w 7467600"/>
              <a:gd name="connsiteY290" fmla="*/ 6858000 h 6858000"/>
              <a:gd name="connsiteX291" fmla="*/ 5682041 w 7467600"/>
              <a:gd name="connsiteY291" fmla="*/ 6355860 h 6858000"/>
              <a:gd name="connsiteX292" fmla="*/ 5461758 w 7467600"/>
              <a:gd name="connsiteY292" fmla="*/ 5820220 h 6858000"/>
              <a:gd name="connsiteX293" fmla="*/ 5237282 w 7467600"/>
              <a:gd name="connsiteY293" fmla="*/ 6579086 h 6858000"/>
              <a:gd name="connsiteX294" fmla="*/ 5115009 w 7467600"/>
              <a:gd name="connsiteY294" fmla="*/ 6858000 h 6858000"/>
              <a:gd name="connsiteX295" fmla="*/ 5028074 w 7467600"/>
              <a:gd name="connsiteY295" fmla="*/ 6858000 h 6858000"/>
              <a:gd name="connsiteX296" fmla="*/ 5079508 w 7467600"/>
              <a:gd name="connsiteY296" fmla="*/ 6749074 h 6858000"/>
              <a:gd name="connsiteX297" fmla="*/ 5371846 w 7467600"/>
              <a:gd name="connsiteY297" fmla="*/ 5924413 h 6858000"/>
              <a:gd name="connsiteX298" fmla="*/ 5270512 w 7467600"/>
              <a:gd name="connsiteY298" fmla="*/ 6138975 h 6858000"/>
              <a:gd name="connsiteX299" fmla="*/ 5062409 w 7467600"/>
              <a:gd name="connsiteY299" fmla="*/ 6653544 h 6858000"/>
              <a:gd name="connsiteX300" fmla="*/ 5036628 w 7467600"/>
              <a:gd name="connsiteY300" fmla="*/ 6754247 h 6858000"/>
              <a:gd name="connsiteX301" fmla="*/ 5009112 w 7467600"/>
              <a:gd name="connsiteY301" fmla="*/ 6858000 h 6858000"/>
              <a:gd name="connsiteX302" fmla="*/ 4976679 w 7467600"/>
              <a:gd name="connsiteY302" fmla="*/ 6858000 h 6858000"/>
              <a:gd name="connsiteX303" fmla="*/ 5006537 w 7467600"/>
              <a:gd name="connsiteY303" fmla="*/ 6747068 h 6858000"/>
              <a:gd name="connsiteX304" fmla="*/ 5032723 w 7467600"/>
              <a:gd name="connsiteY304" fmla="*/ 6644957 h 6858000"/>
              <a:gd name="connsiteX305" fmla="*/ 5242949 w 7467600"/>
              <a:gd name="connsiteY305" fmla="*/ 6125175 h 6858000"/>
              <a:gd name="connsiteX306" fmla="*/ 5286321 w 7467600"/>
              <a:gd name="connsiteY306" fmla="*/ 6033555 h 6858000"/>
              <a:gd name="connsiteX307" fmla="*/ 5008210 w 7467600"/>
              <a:gd name="connsiteY307" fmla="*/ 6649194 h 6858000"/>
              <a:gd name="connsiteX308" fmla="*/ 4986321 w 7467600"/>
              <a:gd name="connsiteY308" fmla="*/ 6765687 h 6858000"/>
              <a:gd name="connsiteX309" fmla="*/ 4973474 w 7467600"/>
              <a:gd name="connsiteY309" fmla="*/ 6858000 h 6858000"/>
              <a:gd name="connsiteX310" fmla="*/ 4907178 w 7467600"/>
              <a:gd name="connsiteY310" fmla="*/ 6858000 h 6858000"/>
              <a:gd name="connsiteX311" fmla="*/ 4910810 w 7467600"/>
              <a:gd name="connsiteY311" fmla="*/ 6829660 h 6858000"/>
              <a:gd name="connsiteX312" fmla="*/ 4987461 w 7467600"/>
              <a:gd name="connsiteY312" fmla="*/ 6432994 h 6858000"/>
              <a:gd name="connsiteX313" fmla="*/ 5179262 w 7467600"/>
              <a:gd name="connsiteY313" fmla="*/ 6035044 h 6858000"/>
              <a:gd name="connsiteX314" fmla="*/ 4689678 w 7467600"/>
              <a:gd name="connsiteY314" fmla="*/ 6440241 h 6858000"/>
              <a:gd name="connsiteX315" fmla="*/ 4477543 w 7467600"/>
              <a:gd name="connsiteY315" fmla="*/ 6674836 h 6858000"/>
              <a:gd name="connsiteX316" fmla="*/ 4329957 w 7467600"/>
              <a:gd name="connsiteY316" fmla="*/ 6858000 h 6858000"/>
              <a:gd name="connsiteX317" fmla="*/ 4218595 w 7467600"/>
              <a:gd name="connsiteY317" fmla="*/ 6858000 h 6858000"/>
              <a:gd name="connsiteX318" fmla="*/ 4368888 w 7467600"/>
              <a:gd name="connsiteY318" fmla="*/ 6668412 h 6858000"/>
              <a:gd name="connsiteX319" fmla="*/ 4563091 w 7467600"/>
              <a:gd name="connsiteY319" fmla="*/ 6442508 h 6858000"/>
              <a:gd name="connsiteX320" fmla="*/ 5387324 w 7467600"/>
              <a:gd name="connsiteY320" fmla="*/ 5705830 h 6858000"/>
              <a:gd name="connsiteX321" fmla="*/ 5073620 w 7467600"/>
              <a:gd name="connsiteY321" fmla="*/ 5955437 h 6858000"/>
              <a:gd name="connsiteX322" fmla="*/ 4689789 w 7467600"/>
              <a:gd name="connsiteY322" fmla="*/ 6268382 h 6858000"/>
              <a:gd name="connsiteX323" fmla="*/ 4418722 w 7467600"/>
              <a:gd name="connsiteY323" fmla="*/ 6570886 h 6858000"/>
              <a:gd name="connsiteX324" fmla="*/ 4214944 w 7467600"/>
              <a:gd name="connsiteY324" fmla="*/ 6858000 h 6858000"/>
              <a:gd name="connsiteX325" fmla="*/ 4177898 w 7467600"/>
              <a:gd name="connsiteY325" fmla="*/ 6858000 h 6858000"/>
              <a:gd name="connsiteX326" fmla="*/ 4391597 w 7467600"/>
              <a:gd name="connsiteY326" fmla="*/ 6556370 h 6858000"/>
              <a:gd name="connsiteX327" fmla="*/ 4668889 w 7467600"/>
              <a:gd name="connsiteY327" fmla="*/ 6246399 h 6858000"/>
              <a:gd name="connsiteX328" fmla="*/ 5055427 w 7467600"/>
              <a:gd name="connsiteY328" fmla="*/ 5931476 h 6858000"/>
              <a:gd name="connsiteX329" fmla="*/ 5371814 w 7467600"/>
              <a:gd name="connsiteY329" fmla="*/ 5678975 h 6858000"/>
              <a:gd name="connsiteX330" fmla="*/ 4987918 w 7467600"/>
              <a:gd name="connsiteY330" fmla="*/ 5838701 h 6858000"/>
              <a:gd name="connsiteX331" fmla="*/ 4317146 w 7467600"/>
              <a:gd name="connsiteY331" fmla="*/ 6587716 h 6858000"/>
              <a:gd name="connsiteX332" fmla="*/ 4171627 w 7467600"/>
              <a:gd name="connsiteY332" fmla="*/ 6858000 h 6858000"/>
              <a:gd name="connsiteX333" fmla="*/ 4081585 w 7467600"/>
              <a:gd name="connsiteY333" fmla="*/ 6858000 h 6858000"/>
              <a:gd name="connsiteX334" fmla="*/ 4238603 w 7467600"/>
              <a:gd name="connsiteY334" fmla="*/ 6559341 h 6858000"/>
              <a:gd name="connsiteX335" fmla="*/ 4778333 w 7467600"/>
              <a:gd name="connsiteY335" fmla="*/ 5873626 h 6858000"/>
              <a:gd name="connsiteX336" fmla="*/ 5414185 w 7467600"/>
              <a:gd name="connsiteY336" fmla="*/ 5573882 h 6858000"/>
              <a:gd name="connsiteX337" fmla="*/ 5959648 w 7467600"/>
              <a:gd name="connsiteY337" fmla="*/ 4760797 h 6858000"/>
              <a:gd name="connsiteX338" fmla="*/ 5355019 w 7467600"/>
              <a:gd name="connsiteY338" fmla="*/ 4734672 h 6858000"/>
              <a:gd name="connsiteX339" fmla="*/ 5083565 w 7467600"/>
              <a:gd name="connsiteY339" fmla="*/ 5179121 h 6858000"/>
              <a:gd name="connsiteX340" fmla="*/ 4713577 w 7467600"/>
              <a:gd name="connsiteY340" fmla="*/ 5616803 h 6858000"/>
              <a:gd name="connsiteX341" fmla="*/ 3989559 w 7467600"/>
              <a:gd name="connsiteY341" fmla="*/ 6145945 h 6858000"/>
              <a:gd name="connsiteX342" fmla="*/ 3939824 w 7467600"/>
              <a:gd name="connsiteY342" fmla="*/ 6066900 h 6858000"/>
              <a:gd name="connsiteX343" fmla="*/ 4584537 w 7467600"/>
              <a:gd name="connsiteY343" fmla="*/ 5324826 h 6858000"/>
              <a:gd name="connsiteX344" fmla="*/ 5037105 w 7467600"/>
              <a:gd name="connsiteY344" fmla="*/ 5088765 h 6858000"/>
              <a:gd name="connsiteX345" fmla="*/ 5039930 w 7467600"/>
              <a:gd name="connsiteY345" fmla="*/ 5089585 h 6858000"/>
              <a:gd name="connsiteX346" fmla="*/ 5263764 w 7467600"/>
              <a:gd name="connsiteY346" fmla="*/ 4735525 h 6858000"/>
              <a:gd name="connsiteX347" fmla="*/ 4086300 w 7467600"/>
              <a:gd name="connsiteY347" fmla="*/ 4884599 h 6858000"/>
              <a:gd name="connsiteX348" fmla="*/ 4085485 w 7467600"/>
              <a:gd name="connsiteY348" fmla="*/ 4899070 h 6858000"/>
              <a:gd name="connsiteX349" fmla="*/ 3871915 w 7467600"/>
              <a:gd name="connsiteY349" fmla="*/ 5253645 h 6858000"/>
              <a:gd name="connsiteX350" fmla="*/ 3799374 w 7467600"/>
              <a:gd name="connsiteY350" fmla="*/ 5466127 h 6858000"/>
              <a:gd name="connsiteX351" fmla="*/ 3498850 w 7467600"/>
              <a:gd name="connsiteY351" fmla="*/ 6661888 h 6858000"/>
              <a:gd name="connsiteX352" fmla="*/ 3399216 w 7467600"/>
              <a:gd name="connsiteY352" fmla="*/ 6858000 h 6858000"/>
              <a:gd name="connsiteX353" fmla="*/ 3303688 w 7467600"/>
              <a:gd name="connsiteY353" fmla="*/ 6858000 h 6858000"/>
              <a:gd name="connsiteX354" fmla="*/ 3391774 w 7467600"/>
              <a:gd name="connsiteY354" fmla="*/ 6697181 h 6858000"/>
              <a:gd name="connsiteX355" fmla="*/ 3735540 w 7467600"/>
              <a:gd name="connsiteY355" fmla="*/ 5546923 h 6858000"/>
              <a:gd name="connsiteX356" fmla="*/ 3729438 w 7467600"/>
              <a:gd name="connsiteY356" fmla="*/ 5569058 h 6858000"/>
              <a:gd name="connsiteX357" fmla="*/ 3707782 w 7467600"/>
              <a:gd name="connsiteY357" fmla="*/ 5644908 h 6858000"/>
              <a:gd name="connsiteX358" fmla="*/ 3583827 w 7467600"/>
              <a:gd name="connsiteY358" fmla="*/ 6039215 h 6858000"/>
              <a:gd name="connsiteX359" fmla="*/ 3547861 w 7467600"/>
              <a:gd name="connsiteY359" fmla="*/ 6129609 h 6858000"/>
              <a:gd name="connsiteX360" fmla="*/ 3490905 w 7467600"/>
              <a:gd name="connsiteY360" fmla="*/ 6277660 h 6858000"/>
              <a:gd name="connsiteX361" fmla="*/ 3455859 w 7467600"/>
              <a:gd name="connsiteY361" fmla="*/ 6391301 h 6858000"/>
              <a:gd name="connsiteX362" fmla="*/ 3429112 w 7467600"/>
              <a:gd name="connsiteY362" fmla="*/ 6479469 h 6858000"/>
              <a:gd name="connsiteX363" fmla="*/ 3304862 w 7467600"/>
              <a:gd name="connsiteY363" fmla="*/ 6796476 h 6858000"/>
              <a:gd name="connsiteX364" fmla="*/ 3276071 w 7467600"/>
              <a:gd name="connsiteY364" fmla="*/ 6858000 h 6858000"/>
              <a:gd name="connsiteX365" fmla="*/ 3240805 w 7467600"/>
              <a:gd name="connsiteY365" fmla="*/ 6858000 h 6858000"/>
              <a:gd name="connsiteX366" fmla="*/ 3275917 w 7467600"/>
              <a:gd name="connsiteY366" fmla="*/ 6783192 h 6858000"/>
              <a:gd name="connsiteX367" fmla="*/ 3399358 w 7467600"/>
              <a:gd name="connsiteY367" fmla="*/ 6469011 h 6858000"/>
              <a:gd name="connsiteX368" fmla="*/ 3425650 w 7467600"/>
              <a:gd name="connsiteY368" fmla="*/ 6381333 h 6858000"/>
              <a:gd name="connsiteX369" fmla="*/ 3460661 w 7467600"/>
              <a:gd name="connsiteY369" fmla="*/ 6266763 h 6858000"/>
              <a:gd name="connsiteX370" fmla="*/ 3518021 w 7467600"/>
              <a:gd name="connsiteY370" fmla="*/ 6117298 h 6858000"/>
              <a:gd name="connsiteX371" fmla="*/ 3554035 w 7467600"/>
              <a:gd name="connsiteY371" fmla="*/ 6027832 h 6858000"/>
              <a:gd name="connsiteX372" fmla="*/ 3677174 w 7467600"/>
              <a:gd name="connsiteY372" fmla="*/ 5636351 h 6858000"/>
              <a:gd name="connsiteX373" fmla="*/ 3698819 w 7467600"/>
              <a:gd name="connsiteY373" fmla="*/ 5560503 h 6858000"/>
              <a:gd name="connsiteX374" fmla="*/ 3702094 w 7467600"/>
              <a:gd name="connsiteY374" fmla="*/ 5549194 h 6858000"/>
              <a:gd name="connsiteX375" fmla="*/ 3398355 w 7467600"/>
              <a:gd name="connsiteY375" fmla="*/ 6094603 h 6858000"/>
              <a:gd name="connsiteX376" fmla="*/ 3193941 w 7467600"/>
              <a:gd name="connsiteY376" fmla="*/ 6798775 h 6858000"/>
              <a:gd name="connsiteX377" fmla="*/ 3184140 w 7467600"/>
              <a:gd name="connsiteY377" fmla="*/ 6858000 h 6858000"/>
              <a:gd name="connsiteX378" fmla="*/ 3099978 w 7467600"/>
              <a:gd name="connsiteY378" fmla="*/ 6858000 h 6858000"/>
              <a:gd name="connsiteX379" fmla="*/ 3101556 w 7467600"/>
              <a:gd name="connsiteY379" fmla="*/ 6843337 h 6858000"/>
              <a:gd name="connsiteX380" fmla="*/ 3370162 w 7467600"/>
              <a:gd name="connsiteY380" fmla="*/ 5785550 h 6858000"/>
              <a:gd name="connsiteX381" fmla="*/ 3746477 w 7467600"/>
              <a:gd name="connsiteY381" fmla="*/ 5377889 h 6858000"/>
              <a:gd name="connsiteX382" fmla="*/ 3863399 w 7467600"/>
              <a:gd name="connsiteY382" fmla="*/ 5087257 h 6858000"/>
              <a:gd name="connsiteX383" fmla="*/ 3968712 w 7467600"/>
              <a:gd name="connsiteY383" fmla="*/ 4913989 h 6858000"/>
              <a:gd name="connsiteX384" fmla="*/ 2792390 w 7467600"/>
              <a:gd name="connsiteY384" fmla="*/ 5382974 h 6858000"/>
              <a:gd name="connsiteX385" fmla="*/ 2714982 w 7467600"/>
              <a:gd name="connsiteY385" fmla="*/ 5427051 h 6858000"/>
              <a:gd name="connsiteX386" fmla="*/ 2813361 w 7467600"/>
              <a:gd name="connsiteY386" fmla="*/ 6023912 h 6858000"/>
              <a:gd name="connsiteX387" fmla="*/ 2688430 w 7467600"/>
              <a:gd name="connsiteY387" fmla="*/ 6801564 h 6858000"/>
              <a:gd name="connsiteX388" fmla="*/ 2629626 w 7467600"/>
              <a:gd name="connsiteY388" fmla="*/ 6763394 h 6858000"/>
              <a:gd name="connsiteX389" fmla="*/ 2565328 w 7467600"/>
              <a:gd name="connsiteY389" fmla="*/ 5516399 h 6858000"/>
              <a:gd name="connsiteX390" fmla="*/ 1922999 w 7467600"/>
              <a:gd name="connsiteY390" fmla="*/ 5980343 h 6858000"/>
              <a:gd name="connsiteX391" fmla="*/ 1950261 w 7467600"/>
              <a:gd name="connsiteY391" fmla="*/ 6405858 h 6858000"/>
              <a:gd name="connsiteX392" fmla="*/ 2365554 w 7467600"/>
              <a:gd name="connsiteY392" fmla="*/ 6759107 h 6858000"/>
              <a:gd name="connsiteX393" fmla="*/ 2424142 w 7467600"/>
              <a:gd name="connsiteY393" fmla="*/ 6858000 h 6858000"/>
              <a:gd name="connsiteX394" fmla="*/ 2395994 w 7467600"/>
              <a:gd name="connsiteY394" fmla="*/ 6858000 h 6858000"/>
              <a:gd name="connsiteX395" fmla="*/ 2392863 w 7467600"/>
              <a:gd name="connsiteY395" fmla="*/ 6852964 h 6858000"/>
              <a:gd name="connsiteX396" fmla="*/ 2017589 w 7467600"/>
              <a:gd name="connsiteY396" fmla="*/ 6493982 h 6858000"/>
              <a:gd name="connsiteX397" fmla="*/ 2147336 w 7467600"/>
              <a:gd name="connsiteY397" fmla="*/ 6594052 h 6858000"/>
              <a:gd name="connsiteX398" fmla="*/ 2207047 w 7467600"/>
              <a:gd name="connsiteY398" fmla="*/ 6654540 h 6858000"/>
              <a:gd name="connsiteX399" fmla="*/ 2299106 w 7467600"/>
              <a:gd name="connsiteY399" fmla="*/ 6778931 h 6858000"/>
              <a:gd name="connsiteX400" fmla="*/ 2314430 w 7467600"/>
              <a:gd name="connsiteY400" fmla="*/ 6801144 h 6858000"/>
              <a:gd name="connsiteX401" fmla="*/ 2352406 w 7467600"/>
              <a:gd name="connsiteY401" fmla="*/ 6858000 h 6858000"/>
              <a:gd name="connsiteX402" fmla="*/ 2314492 w 7467600"/>
              <a:gd name="connsiteY402" fmla="*/ 6858000 h 6858000"/>
              <a:gd name="connsiteX403" fmla="*/ 2288095 w 7467600"/>
              <a:gd name="connsiteY403" fmla="*/ 6818030 h 6858000"/>
              <a:gd name="connsiteX404" fmla="*/ 2272768 w 7467600"/>
              <a:gd name="connsiteY404" fmla="*/ 6795822 h 6858000"/>
              <a:gd name="connsiteX405" fmla="*/ 2182715 w 7467600"/>
              <a:gd name="connsiteY405" fmla="*/ 6675071 h 6858000"/>
              <a:gd name="connsiteX406" fmla="*/ 2032061 w 7467600"/>
              <a:gd name="connsiteY406" fmla="*/ 6541380 h 6858000"/>
              <a:gd name="connsiteX407" fmla="*/ 2257220 w 7467600"/>
              <a:gd name="connsiteY407" fmla="*/ 6826257 h 6858000"/>
              <a:gd name="connsiteX408" fmla="*/ 2281324 w 7467600"/>
              <a:gd name="connsiteY408" fmla="*/ 6858000 h 6858000"/>
              <a:gd name="connsiteX409" fmla="*/ 2242860 w 7467600"/>
              <a:gd name="connsiteY409" fmla="*/ 6858000 h 6858000"/>
              <a:gd name="connsiteX410" fmla="*/ 2232818 w 7467600"/>
              <a:gd name="connsiteY410" fmla="*/ 6844926 h 6858000"/>
              <a:gd name="connsiteX411" fmla="*/ 1990172 w 7467600"/>
              <a:gd name="connsiteY411" fmla="*/ 6542121 h 6858000"/>
              <a:gd name="connsiteX412" fmla="*/ 2124090 w 7467600"/>
              <a:gd name="connsiteY412" fmla="*/ 6761017 h 6858000"/>
              <a:gd name="connsiteX413" fmla="*/ 2200380 w 7467600"/>
              <a:gd name="connsiteY413" fmla="*/ 6858000 h 6858000"/>
              <a:gd name="connsiteX414" fmla="*/ 2147507 w 7467600"/>
              <a:gd name="connsiteY414" fmla="*/ 6858000 h 6858000"/>
              <a:gd name="connsiteX415" fmla="*/ 2070668 w 7467600"/>
              <a:gd name="connsiteY415" fmla="*/ 6761520 h 6858000"/>
              <a:gd name="connsiteX416" fmla="*/ 1975142 w 7467600"/>
              <a:gd name="connsiteY416" fmla="*/ 6585570 h 6858000"/>
              <a:gd name="connsiteX417" fmla="*/ 2050035 w 7467600"/>
              <a:gd name="connsiteY417" fmla="*/ 6813345 h 6858000"/>
              <a:gd name="connsiteX418" fmla="*/ 2063025 w 7467600"/>
              <a:gd name="connsiteY418" fmla="*/ 6858000 h 6858000"/>
              <a:gd name="connsiteX419" fmla="*/ 2021675 w 7467600"/>
              <a:gd name="connsiteY419" fmla="*/ 6858000 h 6858000"/>
              <a:gd name="connsiteX420" fmla="*/ 2019308 w 7467600"/>
              <a:gd name="connsiteY420" fmla="*/ 6847118 h 6858000"/>
              <a:gd name="connsiteX421" fmla="*/ 1938835 w 7467600"/>
              <a:gd name="connsiteY421" fmla="*/ 6551160 h 6858000"/>
              <a:gd name="connsiteX422" fmla="*/ 1953230 w 7467600"/>
              <a:gd name="connsiteY422" fmla="*/ 6759699 h 6858000"/>
              <a:gd name="connsiteX423" fmla="*/ 1956763 w 7467600"/>
              <a:gd name="connsiteY423" fmla="*/ 6778191 h 6858000"/>
              <a:gd name="connsiteX424" fmla="*/ 1967925 w 7467600"/>
              <a:gd name="connsiteY424" fmla="*/ 6858000 h 6858000"/>
              <a:gd name="connsiteX425" fmla="*/ 1936622 w 7467600"/>
              <a:gd name="connsiteY425" fmla="*/ 6858000 h 6858000"/>
              <a:gd name="connsiteX426" fmla="*/ 1926261 w 7467600"/>
              <a:gd name="connsiteY426" fmla="*/ 6784064 h 6858000"/>
              <a:gd name="connsiteX427" fmla="*/ 1922724 w 7467600"/>
              <a:gd name="connsiteY427" fmla="*/ 6765577 h 6858000"/>
              <a:gd name="connsiteX428" fmla="*/ 1904650 w 7467600"/>
              <a:gd name="connsiteY428" fmla="*/ 6639616 h 6858000"/>
              <a:gd name="connsiteX429" fmla="*/ 1885273 w 7467600"/>
              <a:gd name="connsiteY429" fmla="*/ 6858000 h 6858000"/>
              <a:gd name="connsiteX430" fmla="*/ 1854363 w 7467600"/>
              <a:gd name="connsiteY430" fmla="*/ 6858000 h 6858000"/>
              <a:gd name="connsiteX431" fmla="*/ 1880391 w 7467600"/>
              <a:gd name="connsiteY431" fmla="*/ 6603796 h 6858000"/>
              <a:gd name="connsiteX432" fmla="*/ 1818273 w 7467600"/>
              <a:gd name="connsiteY432" fmla="*/ 6715729 h 6858000"/>
              <a:gd name="connsiteX433" fmla="*/ 1794691 w 7467600"/>
              <a:gd name="connsiteY433" fmla="*/ 6843239 h 6858000"/>
              <a:gd name="connsiteX434" fmla="*/ 1794914 w 7467600"/>
              <a:gd name="connsiteY434" fmla="*/ 6858000 h 6858000"/>
              <a:gd name="connsiteX435" fmla="*/ 1746128 w 7467600"/>
              <a:gd name="connsiteY435" fmla="*/ 6858000 h 6858000"/>
              <a:gd name="connsiteX436" fmla="*/ 1753934 w 7467600"/>
              <a:gd name="connsiteY436" fmla="*/ 6724796 h 6858000"/>
              <a:gd name="connsiteX437" fmla="*/ 1792053 w 7467600"/>
              <a:gd name="connsiteY437" fmla="*/ 6572396 h 6858000"/>
              <a:gd name="connsiteX438" fmla="*/ 1862248 w 7467600"/>
              <a:gd name="connsiteY438" fmla="*/ 6266397 h 6858000"/>
              <a:gd name="connsiteX439" fmla="*/ 1862250 w 7467600"/>
              <a:gd name="connsiteY439" fmla="*/ 6033531 h 6858000"/>
              <a:gd name="connsiteX440" fmla="*/ 1211999 w 7467600"/>
              <a:gd name="connsiteY440" fmla="*/ 6683610 h 6858000"/>
              <a:gd name="connsiteX441" fmla="*/ 1213266 w 7467600"/>
              <a:gd name="connsiteY441" fmla="*/ 6691947 h 6858000"/>
              <a:gd name="connsiteX442" fmla="*/ 1203370 w 7467600"/>
              <a:gd name="connsiteY442" fmla="*/ 6850676 h 6858000"/>
              <a:gd name="connsiteX443" fmla="*/ 1203671 w 7467600"/>
              <a:gd name="connsiteY443" fmla="*/ 6858000 h 6858000"/>
              <a:gd name="connsiteX444" fmla="*/ 1143180 w 7467600"/>
              <a:gd name="connsiteY444" fmla="*/ 6858000 h 6858000"/>
              <a:gd name="connsiteX445" fmla="*/ 1142176 w 7467600"/>
              <a:gd name="connsiteY445" fmla="*/ 6766045 h 6858000"/>
              <a:gd name="connsiteX446" fmla="*/ 1067484 w 7467600"/>
              <a:gd name="connsiteY446" fmla="*/ 6858000 h 6858000"/>
              <a:gd name="connsiteX447" fmla="*/ 953928 w 7467600"/>
              <a:gd name="connsiteY447" fmla="*/ 6858000 h 6858000"/>
              <a:gd name="connsiteX448" fmla="*/ 959715 w 7467600"/>
              <a:gd name="connsiteY448" fmla="*/ 6850185 h 6858000"/>
              <a:gd name="connsiteX449" fmla="*/ 1483788 w 7467600"/>
              <a:gd name="connsiteY449" fmla="*/ 6259174 h 6858000"/>
              <a:gd name="connsiteX450" fmla="*/ 1100671 w 7467600"/>
              <a:gd name="connsiteY450" fmla="*/ 6252137 h 6858000"/>
              <a:gd name="connsiteX451" fmla="*/ 1090144 w 7467600"/>
              <a:gd name="connsiteY451" fmla="*/ 6256748 h 6858000"/>
              <a:gd name="connsiteX452" fmla="*/ 1095872 w 7467600"/>
              <a:gd name="connsiteY452" fmla="*/ 6271892 h 6858000"/>
              <a:gd name="connsiteX453" fmla="*/ 262785 w 7467600"/>
              <a:gd name="connsiteY453" fmla="*/ 6845450 h 6858000"/>
              <a:gd name="connsiteX454" fmla="*/ 209968 w 7467600"/>
              <a:gd name="connsiteY454" fmla="*/ 6770713 h 6858000"/>
              <a:gd name="connsiteX455" fmla="*/ 873460 w 7467600"/>
              <a:gd name="connsiteY455" fmla="*/ 6253768 h 6858000"/>
              <a:gd name="connsiteX456" fmla="*/ 192686 w 7467600"/>
              <a:gd name="connsiteY456" fmla="*/ 5849257 h 6858000"/>
              <a:gd name="connsiteX457" fmla="*/ 4696 w 7467600"/>
              <a:gd name="connsiteY457" fmla="*/ 5697668 h 6858000"/>
              <a:gd name="connsiteX458" fmla="*/ 0 w 7467600"/>
              <a:gd name="connsiteY458" fmla="*/ 5689984 h 6858000"/>
              <a:gd name="connsiteX459" fmla="*/ 0 w 7467600"/>
              <a:gd name="connsiteY459" fmla="*/ 5513472 h 6858000"/>
              <a:gd name="connsiteX460" fmla="*/ 174101 w 7467600"/>
              <a:gd name="connsiteY460" fmla="*/ 5620277 h 6858000"/>
              <a:gd name="connsiteX461" fmla="*/ 891800 w 7467600"/>
              <a:gd name="connsiteY461" fmla="*/ 6036935 h 6858000"/>
              <a:gd name="connsiteX462" fmla="*/ 1072219 w 7467600"/>
              <a:gd name="connsiteY462" fmla="*/ 6169443 h 6858000"/>
              <a:gd name="connsiteX463" fmla="*/ 1074117 w 7467600"/>
              <a:gd name="connsiteY463" fmla="*/ 6170301 h 6858000"/>
              <a:gd name="connsiteX464" fmla="*/ 1083114 w 7467600"/>
              <a:gd name="connsiteY464" fmla="*/ 6174131 h 6858000"/>
              <a:gd name="connsiteX465" fmla="*/ 1543010 w 7467600"/>
              <a:gd name="connsiteY465" fmla="*/ 6191140 h 6858000"/>
              <a:gd name="connsiteX466" fmla="*/ 1551080 w 7467600"/>
              <a:gd name="connsiteY466" fmla="*/ 6195006 h 6858000"/>
              <a:gd name="connsiteX467" fmla="*/ 2345443 w 7467600"/>
              <a:gd name="connsiteY467" fmla="*/ 5549882 h 6858000"/>
              <a:gd name="connsiteX468" fmla="*/ 1721499 w 7467600"/>
              <a:gd name="connsiteY468" fmla="*/ 5599969 h 6858000"/>
              <a:gd name="connsiteX469" fmla="*/ 767716 w 7467600"/>
              <a:gd name="connsiteY469" fmla="*/ 5472768 h 6858000"/>
              <a:gd name="connsiteX470" fmla="*/ 722147 w 7467600"/>
              <a:gd name="connsiteY470" fmla="*/ 5393091 h 6858000"/>
              <a:gd name="connsiteX471" fmla="*/ 1485552 w 7467600"/>
              <a:gd name="connsiteY471" fmla="*/ 5313202 h 6858000"/>
              <a:gd name="connsiteX472" fmla="*/ 2143004 w 7467600"/>
              <a:gd name="connsiteY472" fmla="*/ 5402420 h 6858000"/>
              <a:gd name="connsiteX473" fmla="*/ 1933391 w 7467600"/>
              <a:gd name="connsiteY473" fmla="*/ 5156971 h 6858000"/>
              <a:gd name="connsiteX474" fmla="*/ 1827118 w 7467600"/>
              <a:gd name="connsiteY474" fmla="*/ 4968410 h 6858000"/>
              <a:gd name="connsiteX475" fmla="*/ 1837349 w 7467600"/>
              <a:gd name="connsiteY475" fmla="*/ 4956357 h 6858000"/>
              <a:gd name="connsiteX476" fmla="*/ 2162835 w 7467600"/>
              <a:gd name="connsiteY476" fmla="*/ 5187853 h 6858000"/>
              <a:gd name="connsiteX477" fmla="*/ 2257167 w 7467600"/>
              <a:gd name="connsiteY477" fmla="*/ 5462123 h 6858000"/>
              <a:gd name="connsiteX478" fmla="*/ 2261598 w 7467600"/>
              <a:gd name="connsiteY478" fmla="*/ 5467998 h 6858000"/>
              <a:gd name="connsiteX479" fmla="*/ 2437177 w 7467600"/>
              <a:gd name="connsiteY479" fmla="*/ 5479608 h 6858000"/>
              <a:gd name="connsiteX480" fmla="*/ 2445247 w 7467600"/>
              <a:gd name="connsiteY480" fmla="*/ 5483476 h 6858000"/>
              <a:gd name="connsiteX481" fmla="*/ 2743626 w 7467600"/>
              <a:gd name="connsiteY481" fmla="*/ 5304819 h 6858000"/>
              <a:gd name="connsiteX482" fmla="*/ 3048102 w 7467600"/>
              <a:gd name="connsiteY482" fmla="*/ 5150595 h 6858000"/>
              <a:gd name="connsiteX483" fmla="*/ 1799414 w 7467600"/>
              <a:gd name="connsiteY483" fmla="*/ 4694732 h 6858000"/>
              <a:gd name="connsiteX484" fmla="*/ 1771735 w 7467600"/>
              <a:gd name="connsiteY484" fmla="*/ 4619929 h 6858000"/>
              <a:gd name="connsiteX485" fmla="*/ 3104273 w 7467600"/>
              <a:gd name="connsiteY485" fmla="*/ 5076159 h 6858000"/>
              <a:gd name="connsiteX486" fmla="*/ 3113245 w 7467600"/>
              <a:gd name="connsiteY486" fmla="*/ 5090705 h 6858000"/>
              <a:gd name="connsiteX487" fmla="*/ 3126294 w 7467600"/>
              <a:gd name="connsiteY487" fmla="*/ 5114400 h 6858000"/>
              <a:gd name="connsiteX488" fmla="*/ 3937433 w 7467600"/>
              <a:gd name="connsiteY488" fmla="*/ 4830473 h 6858000"/>
              <a:gd name="connsiteX489" fmla="*/ 3590475 w 7467600"/>
              <a:gd name="connsiteY489" fmla="*/ 4597974 h 6858000"/>
              <a:gd name="connsiteX490" fmla="*/ 3100264 w 7467600"/>
              <a:gd name="connsiteY490" fmla="*/ 4579845 h 6858000"/>
              <a:gd name="connsiteX491" fmla="*/ 2183576 w 7467600"/>
              <a:gd name="connsiteY491" fmla="*/ 4227150 h 6858000"/>
              <a:gd name="connsiteX492" fmla="*/ 2151029 w 7467600"/>
              <a:gd name="connsiteY492" fmla="*/ 4146947 h 6858000"/>
              <a:gd name="connsiteX493" fmla="*/ 3563434 w 7467600"/>
              <a:gd name="connsiteY493" fmla="*/ 4469115 h 6858000"/>
              <a:gd name="connsiteX494" fmla="*/ 3177952 w 7467600"/>
              <a:gd name="connsiteY494" fmla="*/ 3657386 h 6858000"/>
              <a:gd name="connsiteX495" fmla="*/ 3189263 w 7467600"/>
              <a:gd name="connsiteY495" fmla="*/ 3625726 h 6858000"/>
              <a:gd name="connsiteX496" fmla="*/ 3560912 w 7467600"/>
              <a:gd name="connsiteY496" fmla="*/ 4079863 h 6858000"/>
              <a:gd name="connsiteX497" fmla="*/ 3626636 w 7467600"/>
              <a:gd name="connsiteY497" fmla="*/ 4512230 h 6858000"/>
              <a:gd name="connsiteX498" fmla="*/ 3653088 w 7467600"/>
              <a:gd name="connsiteY498" fmla="*/ 4521417 h 6858000"/>
              <a:gd name="connsiteX499" fmla="*/ 3988128 w 7467600"/>
              <a:gd name="connsiteY499" fmla="*/ 4817267 h 6858000"/>
              <a:gd name="connsiteX500" fmla="*/ 4830582 w 7467600"/>
              <a:gd name="connsiteY500" fmla="*/ 4676000 h 6858000"/>
              <a:gd name="connsiteX501" fmla="*/ 4830100 w 7467600"/>
              <a:gd name="connsiteY501" fmla="*/ 4675554 h 6858000"/>
              <a:gd name="connsiteX502" fmla="*/ 4036318 w 7467600"/>
              <a:gd name="connsiteY502" fmla="*/ 4147013 h 6858000"/>
              <a:gd name="connsiteX503" fmla="*/ 3432098 w 7467600"/>
              <a:gd name="connsiteY503" fmla="*/ 3537312 h 6858000"/>
              <a:gd name="connsiteX504" fmla="*/ 3446761 w 7467600"/>
              <a:gd name="connsiteY504" fmla="*/ 3461278 h 6858000"/>
              <a:gd name="connsiteX505" fmla="*/ 4419733 w 7467600"/>
              <a:gd name="connsiteY505" fmla="*/ 3963555 h 6858000"/>
              <a:gd name="connsiteX506" fmla="*/ 4781371 w 7467600"/>
              <a:gd name="connsiteY506" fmla="*/ 4458604 h 6858000"/>
              <a:gd name="connsiteX507" fmla="*/ 4780440 w 7467600"/>
              <a:gd name="connsiteY507" fmla="*/ 4470290 h 6858000"/>
              <a:gd name="connsiteX508" fmla="*/ 4898954 w 7467600"/>
              <a:gd name="connsiteY508" fmla="*/ 4662092 h 6858000"/>
              <a:gd name="connsiteX509" fmla="*/ 4900699 w 7467600"/>
              <a:gd name="connsiteY509" fmla="*/ 4670867 h 6858000"/>
              <a:gd name="connsiteX510" fmla="*/ 5714511 w 7467600"/>
              <a:gd name="connsiteY510" fmla="*/ 4663483 h 6858000"/>
              <a:gd name="connsiteX511" fmla="*/ 5464793 w 7467600"/>
              <a:gd name="connsiteY511" fmla="*/ 4393556 h 6858000"/>
              <a:gd name="connsiteX512" fmla="*/ 5461897 w 7467600"/>
              <a:gd name="connsiteY512" fmla="*/ 4390879 h 6858000"/>
              <a:gd name="connsiteX513" fmla="*/ 4294126 w 7467600"/>
              <a:gd name="connsiteY513" fmla="*/ 3303048 h 6858000"/>
              <a:gd name="connsiteX514" fmla="*/ 4305321 w 7467600"/>
              <a:gd name="connsiteY514" fmla="*/ 3256953 h 6858000"/>
              <a:gd name="connsiteX515" fmla="*/ 4949299 w 7467600"/>
              <a:gd name="connsiteY515" fmla="*/ 3766336 h 6858000"/>
              <a:gd name="connsiteX516" fmla="*/ 5291452 w 7467600"/>
              <a:gd name="connsiteY516" fmla="*/ 4076801 h 6858000"/>
              <a:gd name="connsiteX517" fmla="*/ 5434998 w 7467600"/>
              <a:gd name="connsiteY517" fmla="*/ 4254100 h 6858000"/>
              <a:gd name="connsiteX518" fmla="*/ 5351015 w 7467600"/>
              <a:gd name="connsiteY518" fmla="*/ 3760989 h 6858000"/>
              <a:gd name="connsiteX519" fmla="*/ 5413780 w 7467600"/>
              <a:gd name="connsiteY519" fmla="*/ 2966265 h 6858000"/>
              <a:gd name="connsiteX520" fmla="*/ 5425627 w 7467600"/>
              <a:gd name="connsiteY520" fmla="*/ 2954192 h 6858000"/>
              <a:gd name="connsiteX521" fmla="*/ 6604735 w 7467600"/>
              <a:gd name="connsiteY521" fmla="*/ 2041381 h 6858000"/>
              <a:gd name="connsiteX522" fmla="*/ 7204487 w 7467600"/>
              <a:gd name="connsiteY522" fmla="*/ 2742112 h 6858000"/>
              <a:gd name="connsiteX523" fmla="*/ 7131592 w 7467600"/>
              <a:gd name="connsiteY523" fmla="*/ 2672096 h 6858000"/>
              <a:gd name="connsiteX524" fmla="*/ 6996344 w 7467600"/>
              <a:gd name="connsiteY524" fmla="*/ 2518310 h 6858000"/>
              <a:gd name="connsiteX525" fmla="*/ 6735495 w 7467600"/>
              <a:gd name="connsiteY525" fmla="*/ 2196890 h 6858000"/>
              <a:gd name="connsiteX526" fmla="*/ 6721901 w 7467600"/>
              <a:gd name="connsiteY526" fmla="*/ 2179274 h 6858000"/>
              <a:gd name="connsiteX527" fmla="*/ 6604735 w 7467600"/>
              <a:gd name="connsiteY527" fmla="*/ 2041381 h 6858000"/>
              <a:gd name="connsiteX528" fmla="*/ 6591670 w 7467600"/>
              <a:gd name="connsiteY528" fmla="*/ 1988277 h 6858000"/>
              <a:gd name="connsiteX529" fmla="*/ 6747349 w 7467600"/>
              <a:gd name="connsiteY529" fmla="*/ 2160069 h 6858000"/>
              <a:gd name="connsiteX530" fmla="*/ 6760943 w 7467600"/>
              <a:gd name="connsiteY530" fmla="*/ 2177686 h 6858000"/>
              <a:gd name="connsiteX531" fmla="*/ 7021065 w 7467600"/>
              <a:gd name="connsiteY531" fmla="*/ 2498102 h 6858000"/>
              <a:gd name="connsiteX532" fmla="*/ 7155223 w 7467600"/>
              <a:gd name="connsiteY532" fmla="*/ 2650386 h 6858000"/>
              <a:gd name="connsiteX533" fmla="*/ 7203167 w 7467600"/>
              <a:gd name="connsiteY533" fmla="*/ 2697288 h 6858000"/>
              <a:gd name="connsiteX534" fmla="*/ 6937703 w 7467600"/>
              <a:gd name="connsiteY534" fmla="*/ 2321981 h 6858000"/>
              <a:gd name="connsiteX535" fmla="*/ 6591670 w 7467600"/>
              <a:gd name="connsiteY535" fmla="*/ 1988277 h 6858000"/>
              <a:gd name="connsiteX536" fmla="*/ 5798671 w 7467600"/>
              <a:gd name="connsiteY536" fmla="*/ 1981601 h 6858000"/>
              <a:gd name="connsiteX537" fmla="*/ 5754709 w 7467600"/>
              <a:gd name="connsiteY537" fmla="*/ 2071454 h 6858000"/>
              <a:gd name="connsiteX538" fmla="*/ 5763044 w 7467600"/>
              <a:gd name="connsiteY538" fmla="*/ 2842206 h 6858000"/>
              <a:gd name="connsiteX539" fmla="*/ 5764974 w 7467600"/>
              <a:gd name="connsiteY539" fmla="*/ 2799609 h 6858000"/>
              <a:gd name="connsiteX540" fmla="*/ 5767665 w 7467600"/>
              <a:gd name="connsiteY540" fmla="*/ 2666409 h 6858000"/>
              <a:gd name="connsiteX541" fmla="*/ 5763055 w 7467600"/>
              <a:gd name="connsiteY541" fmla="*/ 2579705 h 6858000"/>
              <a:gd name="connsiteX542" fmla="*/ 5758079 w 7467600"/>
              <a:gd name="connsiteY542" fmla="*/ 2492508 h 6858000"/>
              <a:gd name="connsiteX543" fmla="*/ 5779325 w 7467600"/>
              <a:gd name="connsiteY543" fmla="*/ 2197069 h 6858000"/>
              <a:gd name="connsiteX544" fmla="*/ 5798671 w 7467600"/>
              <a:gd name="connsiteY544" fmla="*/ 1981601 h 6858000"/>
              <a:gd name="connsiteX545" fmla="*/ 5829202 w 7467600"/>
              <a:gd name="connsiteY545" fmla="*/ 1971679 h 6858000"/>
              <a:gd name="connsiteX546" fmla="*/ 5809558 w 7467600"/>
              <a:gd name="connsiteY546" fmla="*/ 2198043 h 6858000"/>
              <a:gd name="connsiteX547" fmla="*/ 5788653 w 7467600"/>
              <a:gd name="connsiteY547" fmla="*/ 2489430 h 6858000"/>
              <a:gd name="connsiteX548" fmla="*/ 5793439 w 7467600"/>
              <a:gd name="connsiteY548" fmla="*/ 2575235 h 6858000"/>
              <a:gd name="connsiteX549" fmla="*/ 5796837 w 7467600"/>
              <a:gd name="connsiteY549" fmla="*/ 2637633 h 6858000"/>
              <a:gd name="connsiteX550" fmla="*/ 5818614 w 7467600"/>
              <a:gd name="connsiteY550" fmla="*/ 2473055 h 6858000"/>
              <a:gd name="connsiteX551" fmla="*/ 5829202 w 7467600"/>
              <a:gd name="connsiteY551" fmla="*/ 1971679 h 6858000"/>
              <a:gd name="connsiteX552" fmla="*/ 5911389 w 7467600"/>
              <a:gd name="connsiteY552" fmla="*/ 1898371 h 6858000"/>
              <a:gd name="connsiteX553" fmla="*/ 6237627 w 7467600"/>
              <a:gd name="connsiteY553" fmla="*/ 2231921 h 6858000"/>
              <a:gd name="connsiteX554" fmla="*/ 5911389 w 7467600"/>
              <a:gd name="connsiteY554" fmla="*/ 1898371 h 6858000"/>
              <a:gd name="connsiteX555" fmla="*/ 6944437 w 7467600"/>
              <a:gd name="connsiteY555" fmla="*/ 1575402 h 6858000"/>
              <a:gd name="connsiteX556" fmla="*/ 6304730 w 7467600"/>
              <a:gd name="connsiteY556" fmla="*/ 1766654 h 6858000"/>
              <a:gd name="connsiteX557" fmla="*/ 6944437 w 7467600"/>
              <a:gd name="connsiteY557" fmla="*/ 1575402 h 6858000"/>
              <a:gd name="connsiteX558" fmla="*/ 7019523 w 7467600"/>
              <a:gd name="connsiteY558" fmla="*/ 1519450 h 6858000"/>
              <a:gd name="connsiteX559" fmla="*/ 6298091 w 7467600"/>
              <a:gd name="connsiteY559" fmla="*/ 1737122 h 6858000"/>
              <a:gd name="connsiteX560" fmla="*/ 7019523 w 7467600"/>
              <a:gd name="connsiteY560" fmla="*/ 1519450 h 6858000"/>
              <a:gd name="connsiteX561" fmla="*/ 2399523 w 7467600"/>
              <a:gd name="connsiteY561" fmla="*/ 1428234 h 6858000"/>
              <a:gd name="connsiteX562" fmla="*/ 2224982 w 7467600"/>
              <a:gd name="connsiteY562" fmla="*/ 1826201 h 6858000"/>
              <a:gd name="connsiteX563" fmla="*/ 2096099 w 7467600"/>
              <a:gd name="connsiteY563" fmla="*/ 2345900 h 6858000"/>
              <a:gd name="connsiteX564" fmla="*/ 2283317 w 7467600"/>
              <a:gd name="connsiteY564" fmla="*/ 1796925 h 6858000"/>
              <a:gd name="connsiteX565" fmla="*/ 2399523 w 7467600"/>
              <a:gd name="connsiteY565" fmla="*/ 1428234 h 6858000"/>
              <a:gd name="connsiteX566" fmla="*/ 2448558 w 7467600"/>
              <a:gd name="connsiteY566" fmla="*/ 1373435 h 6858000"/>
              <a:gd name="connsiteX567" fmla="*/ 2312521 w 7467600"/>
              <a:gd name="connsiteY567" fmla="*/ 1806140 h 6858000"/>
              <a:gd name="connsiteX568" fmla="*/ 2127533 w 7467600"/>
              <a:gd name="connsiteY568" fmla="*/ 2348380 h 6858000"/>
              <a:gd name="connsiteX569" fmla="*/ 2358080 w 7467600"/>
              <a:gd name="connsiteY569" fmla="*/ 1866134 h 6858000"/>
              <a:gd name="connsiteX570" fmla="*/ 2407436 w 7467600"/>
              <a:gd name="connsiteY570" fmla="*/ 1651070 h 6858000"/>
              <a:gd name="connsiteX571" fmla="*/ 2448558 w 7467600"/>
              <a:gd name="connsiteY571" fmla="*/ 1373435 h 6858000"/>
              <a:gd name="connsiteX572" fmla="*/ 278707 w 7467600"/>
              <a:gd name="connsiteY572" fmla="*/ 1352270 h 6858000"/>
              <a:gd name="connsiteX573" fmla="*/ 321570 w 7467600"/>
              <a:gd name="connsiteY573" fmla="*/ 1861610 h 6858000"/>
              <a:gd name="connsiteX574" fmla="*/ 294281 w 7467600"/>
              <a:gd name="connsiteY574" fmla="*/ 1440658 h 6858000"/>
              <a:gd name="connsiteX575" fmla="*/ 278707 w 7467600"/>
              <a:gd name="connsiteY575" fmla="*/ 1352270 h 6858000"/>
              <a:gd name="connsiteX576" fmla="*/ 1423821 w 7467600"/>
              <a:gd name="connsiteY576" fmla="*/ 1351958 h 6858000"/>
              <a:gd name="connsiteX577" fmla="*/ 1638521 w 7467600"/>
              <a:gd name="connsiteY577" fmla="*/ 1908470 h 6858000"/>
              <a:gd name="connsiteX578" fmla="*/ 1754199 w 7467600"/>
              <a:gd name="connsiteY578" fmla="*/ 2149284 h 6858000"/>
              <a:gd name="connsiteX579" fmla="*/ 1908359 w 7467600"/>
              <a:gd name="connsiteY579" fmla="*/ 2364988 h 6858000"/>
              <a:gd name="connsiteX580" fmla="*/ 1647661 w 7467600"/>
              <a:gd name="connsiteY580" fmla="*/ 1825945 h 6858000"/>
              <a:gd name="connsiteX581" fmla="*/ 1423821 w 7467600"/>
              <a:gd name="connsiteY581" fmla="*/ 1351958 h 6858000"/>
              <a:gd name="connsiteX582" fmla="*/ 1431890 w 7467600"/>
              <a:gd name="connsiteY582" fmla="*/ 1306475 h 6858000"/>
              <a:gd name="connsiteX583" fmla="*/ 1507597 w 7467600"/>
              <a:gd name="connsiteY583" fmla="*/ 1446132 h 6858000"/>
              <a:gd name="connsiteX584" fmla="*/ 1674586 w 7467600"/>
              <a:gd name="connsiteY584" fmla="*/ 1813832 h 6858000"/>
              <a:gd name="connsiteX585" fmla="*/ 1815950 w 7467600"/>
              <a:gd name="connsiteY585" fmla="*/ 2128564 h 6858000"/>
              <a:gd name="connsiteX586" fmla="*/ 1984242 w 7467600"/>
              <a:gd name="connsiteY586" fmla="*/ 2430829 h 6858000"/>
              <a:gd name="connsiteX587" fmla="*/ 2014023 w 7467600"/>
              <a:gd name="connsiteY587" fmla="*/ 2450995 h 6858000"/>
              <a:gd name="connsiteX588" fmla="*/ 1747337 w 7467600"/>
              <a:gd name="connsiteY588" fmla="*/ 1855264 h 6858000"/>
              <a:gd name="connsiteX589" fmla="*/ 1533749 w 7467600"/>
              <a:gd name="connsiteY589" fmla="*/ 1478656 h 6858000"/>
              <a:gd name="connsiteX590" fmla="*/ 1431890 w 7467600"/>
              <a:gd name="connsiteY590" fmla="*/ 1306475 h 6858000"/>
              <a:gd name="connsiteX591" fmla="*/ 5052692 w 7467600"/>
              <a:gd name="connsiteY591" fmla="*/ 1292994 h 6858000"/>
              <a:gd name="connsiteX592" fmla="*/ 5200661 w 7467600"/>
              <a:gd name="connsiteY592" fmla="*/ 1635186 h 6858000"/>
              <a:gd name="connsiteX593" fmla="*/ 5297138 w 7467600"/>
              <a:gd name="connsiteY593" fmla="*/ 1906351 h 6858000"/>
              <a:gd name="connsiteX594" fmla="*/ 5052692 w 7467600"/>
              <a:gd name="connsiteY594" fmla="*/ 1292994 h 6858000"/>
              <a:gd name="connsiteX595" fmla="*/ 5009948 w 7467600"/>
              <a:gd name="connsiteY595" fmla="*/ 1273619 h 6858000"/>
              <a:gd name="connsiteX596" fmla="*/ 5121777 w 7467600"/>
              <a:gd name="connsiteY596" fmla="*/ 1654213 h 6858000"/>
              <a:gd name="connsiteX597" fmla="*/ 5293545 w 7467600"/>
              <a:gd name="connsiteY597" fmla="*/ 2072247 h 6858000"/>
              <a:gd name="connsiteX598" fmla="*/ 5294042 w 7467600"/>
              <a:gd name="connsiteY598" fmla="*/ 2065019 h 6858000"/>
              <a:gd name="connsiteX599" fmla="*/ 5171936 w 7467600"/>
              <a:gd name="connsiteY599" fmla="*/ 1647613 h 6858000"/>
              <a:gd name="connsiteX600" fmla="*/ 5009948 w 7467600"/>
              <a:gd name="connsiteY600" fmla="*/ 1273619 h 6858000"/>
              <a:gd name="connsiteX601" fmla="*/ 655236 w 7467600"/>
              <a:gd name="connsiteY601" fmla="*/ 1268632 h 6858000"/>
              <a:gd name="connsiteX602" fmla="*/ 839521 w 7467600"/>
              <a:gd name="connsiteY602" fmla="*/ 1685315 h 6858000"/>
              <a:gd name="connsiteX603" fmla="*/ 1109416 w 7467600"/>
              <a:gd name="connsiteY603" fmla="*/ 2061663 h 6858000"/>
              <a:gd name="connsiteX604" fmla="*/ 1298300 w 7467600"/>
              <a:gd name="connsiteY604" fmla="*/ 2247742 h 6858000"/>
              <a:gd name="connsiteX605" fmla="*/ 1125871 w 7467600"/>
              <a:gd name="connsiteY605" fmla="*/ 1989513 h 6858000"/>
              <a:gd name="connsiteX606" fmla="*/ 981574 w 7467600"/>
              <a:gd name="connsiteY606" fmla="*/ 1783157 h 6858000"/>
              <a:gd name="connsiteX607" fmla="*/ 922198 w 7467600"/>
              <a:gd name="connsiteY607" fmla="*/ 1677437 h 6858000"/>
              <a:gd name="connsiteX608" fmla="*/ 869293 w 7467600"/>
              <a:gd name="connsiteY608" fmla="*/ 1583214 h 6858000"/>
              <a:gd name="connsiteX609" fmla="*/ 751431 w 7467600"/>
              <a:gd name="connsiteY609" fmla="*/ 1405731 h 6858000"/>
              <a:gd name="connsiteX610" fmla="*/ 655236 w 7467600"/>
              <a:gd name="connsiteY610" fmla="*/ 1268632 h 6858000"/>
              <a:gd name="connsiteX611" fmla="*/ 6516292 w 7467600"/>
              <a:gd name="connsiteY611" fmla="*/ 1263064 h 6858000"/>
              <a:gd name="connsiteX612" fmla="*/ 5736320 w 7467600"/>
              <a:gd name="connsiteY612" fmla="*/ 1501803 h 6858000"/>
              <a:gd name="connsiteX613" fmla="*/ 6516292 w 7467600"/>
              <a:gd name="connsiteY613" fmla="*/ 1263064 h 6858000"/>
              <a:gd name="connsiteX614" fmla="*/ 291466 w 7467600"/>
              <a:gd name="connsiteY614" fmla="*/ 1250369 h 6858000"/>
              <a:gd name="connsiteX615" fmla="*/ 323180 w 7467600"/>
              <a:gd name="connsiteY615" fmla="*/ 1435283 h 6858000"/>
              <a:gd name="connsiteX616" fmla="*/ 349381 w 7467600"/>
              <a:gd name="connsiteY616" fmla="*/ 1875041 h 6858000"/>
              <a:gd name="connsiteX617" fmla="*/ 374363 w 7467600"/>
              <a:gd name="connsiteY617" fmla="*/ 1506494 h 6858000"/>
              <a:gd name="connsiteX618" fmla="*/ 302168 w 7467600"/>
              <a:gd name="connsiteY618" fmla="*/ 1274495 h 6858000"/>
              <a:gd name="connsiteX619" fmla="*/ 291466 w 7467600"/>
              <a:gd name="connsiteY619" fmla="*/ 1250369 h 6858000"/>
              <a:gd name="connsiteX620" fmla="*/ 678222 w 7467600"/>
              <a:gd name="connsiteY620" fmla="*/ 1248670 h 6858000"/>
              <a:gd name="connsiteX621" fmla="*/ 775536 w 7467600"/>
              <a:gd name="connsiteY621" fmla="*/ 1388015 h 6858000"/>
              <a:gd name="connsiteX622" fmla="*/ 894529 w 7467600"/>
              <a:gd name="connsiteY622" fmla="*/ 1567739 h 6858000"/>
              <a:gd name="connsiteX623" fmla="*/ 948000 w 7467600"/>
              <a:gd name="connsiteY623" fmla="*/ 1663088 h 6858000"/>
              <a:gd name="connsiteX624" fmla="*/ 1006812 w 7467600"/>
              <a:gd name="connsiteY624" fmla="*/ 1767683 h 6858000"/>
              <a:gd name="connsiteX625" fmla="*/ 1149133 w 7467600"/>
              <a:gd name="connsiteY625" fmla="*/ 1971513 h 6858000"/>
              <a:gd name="connsiteX626" fmla="*/ 1333952 w 7467600"/>
              <a:gd name="connsiteY626" fmla="*/ 2251620 h 6858000"/>
              <a:gd name="connsiteX627" fmla="*/ 1337329 w 7467600"/>
              <a:gd name="connsiteY627" fmla="*/ 2258350 h 6858000"/>
              <a:gd name="connsiteX628" fmla="*/ 1014726 w 7467600"/>
              <a:gd name="connsiteY628" fmla="*/ 1615556 h 6858000"/>
              <a:gd name="connsiteX629" fmla="*/ 678222 w 7467600"/>
              <a:gd name="connsiteY629" fmla="*/ 1248670 h 6858000"/>
              <a:gd name="connsiteX630" fmla="*/ 6691602 w 7467600"/>
              <a:gd name="connsiteY630" fmla="*/ 1140573 h 6858000"/>
              <a:gd name="connsiteX631" fmla="*/ 6571100 w 7467600"/>
              <a:gd name="connsiteY631" fmla="*/ 1183662 h 6858000"/>
              <a:gd name="connsiteX632" fmla="*/ 6241687 w 7467600"/>
              <a:gd name="connsiteY632" fmla="*/ 1257600 h 6858000"/>
              <a:gd name="connsiteX633" fmla="*/ 5693009 w 7467600"/>
              <a:gd name="connsiteY633" fmla="*/ 1478256 h 6858000"/>
              <a:gd name="connsiteX634" fmla="*/ 6548420 w 7467600"/>
              <a:gd name="connsiteY634" fmla="*/ 1214599 h 6858000"/>
              <a:gd name="connsiteX635" fmla="*/ 6605473 w 7467600"/>
              <a:gd name="connsiteY635" fmla="*/ 1184686 h 6858000"/>
              <a:gd name="connsiteX636" fmla="*/ 6691602 w 7467600"/>
              <a:gd name="connsiteY636" fmla="*/ 1140573 h 6858000"/>
              <a:gd name="connsiteX637" fmla="*/ 4002475 w 7467600"/>
              <a:gd name="connsiteY637" fmla="*/ 1037802 h 6858000"/>
              <a:gd name="connsiteX638" fmla="*/ 4000324 w 7467600"/>
              <a:gd name="connsiteY638" fmla="*/ 1039362 h 6858000"/>
              <a:gd name="connsiteX639" fmla="*/ 4002862 w 7467600"/>
              <a:gd name="connsiteY639" fmla="*/ 1042866 h 6858000"/>
              <a:gd name="connsiteX640" fmla="*/ 4002475 w 7467600"/>
              <a:gd name="connsiteY640" fmla="*/ 1037802 h 6858000"/>
              <a:gd name="connsiteX641" fmla="*/ 506322 w 7467600"/>
              <a:gd name="connsiteY641" fmla="*/ 1020997 h 6858000"/>
              <a:gd name="connsiteX642" fmla="*/ 533068 w 7467600"/>
              <a:gd name="connsiteY642" fmla="*/ 1029409 h 6858000"/>
              <a:gd name="connsiteX643" fmla="*/ 1232525 w 7467600"/>
              <a:gd name="connsiteY643" fmla="*/ 1804675 h 6858000"/>
              <a:gd name="connsiteX644" fmla="*/ 1388858 w 7467600"/>
              <a:gd name="connsiteY644" fmla="*/ 2368011 h 6858000"/>
              <a:gd name="connsiteX645" fmla="*/ 1384098 w 7467600"/>
              <a:gd name="connsiteY645" fmla="*/ 2378125 h 6858000"/>
              <a:gd name="connsiteX646" fmla="*/ 1425393 w 7467600"/>
              <a:gd name="connsiteY646" fmla="*/ 2589124 h 6858000"/>
              <a:gd name="connsiteX647" fmla="*/ 1424001 w 7467600"/>
              <a:gd name="connsiteY647" fmla="*/ 2597541 h 6858000"/>
              <a:gd name="connsiteX648" fmla="*/ 2152729 w 7467600"/>
              <a:gd name="connsiteY648" fmla="*/ 2864487 h 6858000"/>
              <a:gd name="connsiteX649" fmla="*/ 2020609 w 7467600"/>
              <a:gd name="connsiteY649" fmla="*/ 2539671 h 6858000"/>
              <a:gd name="connsiteX650" fmla="*/ 2018920 w 7467600"/>
              <a:gd name="connsiteY650" fmla="*/ 2536309 h 6858000"/>
              <a:gd name="connsiteX651" fmla="*/ 1342441 w 7467600"/>
              <a:gd name="connsiteY651" fmla="*/ 1173017 h 6858000"/>
              <a:gd name="connsiteX652" fmla="*/ 1367925 w 7467600"/>
              <a:gd name="connsiteY652" fmla="*/ 1135648 h 6858000"/>
              <a:gd name="connsiteX653" fmla="*/ 1771401 w 7467600"/>
              <a:gd name="connsiteY653" fmla="*/ 1806673 h 6858000"/>
              <a:gd name="connsiteX654" fmla="*/ 1972385 w 7467600"/>
              <a:gd name="connsiteY654" fmla="*/ 2198735 h 6858000"/>
              <a:gd name="connsiteX655" fmla="*/ 2040892 w 7467600"/>
              <a:gd name="connsiteY655" fmla="*/ 2405205 h 6858000"/>
              <a:gd name="connsiteX656" fmla="*/ 2131689 w 7467600"/>
              <a:gd name="connsiteY656" fmla="*/ 1936926 h 6858000"/>
              <a:gd name="connsiteX657" fmla="*/ 2454820 w 7467600"/>
              <a:gd name="connsiteY657" fmla="*/ 1248808 h 6858000"/>
              <a:gd name="connsiteX658" fmla="*/ 2492512 w 7467600"/>
              <a:gd name="connsiteY658" fmla="*/ 1302920 h 6858000"/>
              <a:gd name="connsiteX659" fmla="*/ 2081216 w 7467600"/>
              <a:gd name="connsiteY659" fmla="*/ 2527513 h 6858000"/>
              <a:gd name="connsiteX660" fmla="*/ 2081211 w 7467600"/>
              <a:gd name="connsiteY660" fmla="*/ 2528916 h 6858000"/>
              <a:gd name="connsiteX661" fmla="*/ 2199067 w 7467600"/>
              <a:gd name="connsiteY661" fmla="*/ 2884061 h 6858000"/>
              <a:gd name="connsiteX662" fmla="*/ 3192586 w 7467600"/>
              <a:gd name="connsiteY662" fmla="*/ 3411496 h 6858000"/>
              <a:gd name="connsiteX663" fmla="*/ 3182620 w 7467600"/>
              <a:gd name="connsiteY663" fmla="*/ 3483279 h 6858000"/>
              <a:gd name="connsiteX664" fmla="*/ 2435119 w 7467600"/>
              <a:gd name="connsiteY664" fmla="*/ 3080173 h 6858000"/>
              <a:gd name="connsiteX665" fmla="*/ 2410152 w 7467600"/>
              <a:gd name="connsiteY665" fmla="*/ 3063751 h 6858000"/>
              <a:gd name="connsiteX666" fmla="*/ 2408099 w 7467600"/>
              <a:gd name="connsiteY666" fmla="*/ 3064403 h 6858000"/>
              <a:gd name="connsiteX667" fmla="*/ 2407218 w 7467600"/>
              <a:gd name="connsiteY667" fmla="*/ 3070324 h 6858000"/>
              <a:gd name="connsiteX668" fmla="*/ 2380138 w 7467600"/>
              <a:gd name="connsiteY668" fmla="*/ 3099341 h 6858000"/>
              <a:gd name="connsiteX669" fmla="*/ 1765923 w 7467600"/>
              <a:gd name="connsiteY669" fmla="*/ 3581043 h 6858000"/>
              <a:gd name="connsiteX670" fmla="*/ 1702258 w 7467600"/>
              <a:gd name="connsiteY670" fmla="*/ 3612286 h 6858000"/>
              <a:gd name="connsiteX671" fmla="*/ 1538370 w 7467600"/>
              <a:gd name="connsiteY671" fmla="*/ 3811804 h 6858000"/>
              <a:gd name="connsiteX672" fmla="*/ 542867 w 7467600"/>
              <a:gd name="connsiteY672" fmla="*/ 4944092 h 6858000"/>
              <a:gd name="connsiteX673" fmla="*/ 515800 w 7467600"/>
              <a:gd name="connsiteY673" fmla="*/ 4862180 h 6858000"/>
              <a:gd name="connsiteX674" fmla="*/ 909145 w 7467600"/>
              <a:gd name="connsiteY674" fmla="*/ 4199225 h 6858000"/>
              <a:gd name="connsiteX675" fmla="*/ 1214067 w 7467600"/>
              <a:gd name="connsiteY675" fmla="*/ 3908561 h 6858000"/>
              <a:gd name="connsiteX676" fmla="*/ 640967 w 7467600"/>
              <a:gd name="connsiteY676" fmla="*/ 4105601 h 6858000"/>
              <a:gd name="connsiteX677" fmla="*/ 112563 w 7467600"/>
              <a:gd name="connsiteY677" fmla="*/ 4396952 h 6858000"/>
              <a:gd name="connsiteX678" fmla="*/ 0 w 7467600"/>
              <a:gd name="connsiteY678" fmla="*/ 4466006 h 6858000"/>
              <a:gd name="connsiteX679" fmla="*/ 0 w 7467600"/>
              <a:gd name="connsiteY679" fmla="*/ 4233763 h 6858000"/>
              <a:gd name="connsiteX680" fmla="*/ 36881 w 7467600"/>
              <a:gd name="connsiteY680" fmla="*/ 4200118 h 6858000"/>
              <a:gd name="connsiteX681" fmla="*/ 910534 w 7467600"/>
              <a:gd name="connsiteY681" fmla="*/ 3629753 h 6858000"/>
              <a:gd name="connsiteX682" fmla="*/ 1578717 w 7467600"/>
              <a:gd name="connsiteY682" fmla="*/ 3575982 h 6858000"/>
              <a:gd name="connsiteX683" fmla="*/ 2338780 w 7467600"/>
              <a:gd name="connsiteY683" fmla="*/ 3033725 h 6858000"/>
              <a:gd name="connsiteX684" fmla="*/ 1807991 w 7467600"/>
              <a:gd name="connsiteY684" fmla="*/ 2807184 h 6858000"/>
              <a:gd name="connsiteX685" fmla="*/ 1416358 w 7467600"/>
              <a:gd name="connsiteY685" fmla="*/ 3112571 h 6858000"/>
              <a:gd name="connsiteX686" fmla="*/ 939066 w 7467600"/>
              <a:gd name="connsiteY686" fmla="*/ 3378798 h 6858000"/>
              <a:gd name="connsiteX687" fmla="*/ 115099 w 7467600"/>
              <a:gd name="connsiteY687" fmla="*/ 3607650 h 6858000"/>
              <a:gd name="connsiteX688" fmla="*/ 97284 w 7467600"/>
              <a:gd name="connsiteY688" fmla="*/ 3520393 h 6858000"/>
              <a:gd name="connsiteX689" fmla="*/ 922050 w 7467600"/>
              <a:gd name="connsiteY689" fmla="*/ 3074867 h 6858000"/>
              <a:gd name="connsiteX690" fmla="*/ 1405265 w 7467600"/>
              <a:gd name="connsiteY690" fmla="*/ 3016319 h 6858000"/>
              <a:gd name="connsiteX691" fmla="*/ 1407512 w 7467600"/>
              <a:gd name="connsiteY691" fmla="*/ 3018001 h 6858000"/>
              <a:gd name="connsiteX692" fmla="*/ 1726266 w 7467600"/>
              <a:gd name="connsiteY692" fmla="*/ 2777274 h 6858000"/>
              <a:gd name="connsiteX693" fmla="*/ 625390 w 7467600"/>
              <a:gd name="connsiteY693" fmla="*/ 2514541 h 6858000"/>
              <a:gd name="connsiteX694" fmla="*/ 619799 w 7467600"/>
              <a:gd name="connsiteY694" fmla="*/ 2527180 h 6858000"/>
              <a:gd name="connsiteX695" fmla="*/ 310030 w 7467600"/>
              <a:gd name="connsiteY695" fmla="*/ 2771818 h 6858000"/>
              <a:gd name="connsiteX696" fmla="*/ 173877 w 7467600"/>
              <a:gd name="connsiteY696" fmla="*/ 2937056 h 6858000"/>
              <a:gd name="connsiteX697" fmla="*/ 77889 w 7467600"/>
              <a:gd name="connsiteY697" fmla="*/ 3138440 h 6858000"/>
              <a:gd name="connsiteX698" fmla="*/ 0 w 7467600"/>
              <a:gd name="connsiteY698" fmla="*/ 3271395 h 6858000"/>
              <a:gd name="connsiteX699" fmla="*/ 0 w 7467600"/>
              <a:gd name="connsiteY699" fmla="*/ 3153002 h 6858000"/>
              <a:gd name="connsiteX700" fmla="*/ 2386 w 7467600"/>
              <a:gd name="connsiteY700" fmla="*/ 3149203 h 6858000"/>
              <a:gd name="connsiteX701" fmla="*/ 89753 w 7467600"/>
              <a:gd name="connsiteY701" fmla="*/ 2987702 h 6858000"/>
              <a:gd name="connsiteX702" fmla="*/ 76869 w 7467600"/>
              <a:gd name="connsiteY702" fmla="*/ 3005404 h 6858000"/>
              <a:gd name="connsiteX703" fmla="*/ 32049 w 7467600"/>
              <a:gd name="connsiteY703" fmla="*/ 3065814 h 6858000"/>
              <a:gd name="connsiteX704" fmla="*/ 0 w 7467600"/>
              <a:gd name="connsiteY704" fmla="*/ 3108744 h 6858000"/>
              <a:gd name="connsiteX705" fmla="*/ 0 w 7467600"/>
              <a:gd name="connsiteY705" fmla="*/ 3058059 h 6858000"/>
              <a:gd name="connsiteX706" fmla="*/ 7610 w 7467600"/>
              <a:gd name="connsiteY706" fmla="*/ 3047889 h 6858000"/>
              <a:gd name="connsiteX707" fmla="*/ 52419 w 7467600"/>
              <a:gd name="connsiteY707" fmla="*/ 2987479 h 6858000"/>
              <a:gd name="connsiteX708" fmla="*/ 59142 w 7467600"/>
              <a:gd name="connsiteY708" fmla="*/ 2978488 h 6858000"/>
              <a:gd name="connsiteX709" fmla="*/ 0 w 7467600"/>
              <a:gd name="connsiteY709" fmla="*/ 3015334 h 6858000"/>
              <a:gd name="connsiteX710" fmla="*/ 0 w 7467600"/>
              <a:gd name="connsiteY710" fmla="*/ 2914286 h 6858000"/>
              <a:gd name="connsiteX711" fmla="*/ 36383 w 7467600"/>
              <a:gd name="connsiteY711" fmla="*/ 2901128 h 6858000"/>
              <a:gd name="connsiteX712" fmla="*/ 156329 w 7467600"/>
              <a:gd name="connsiteY712" fmla="*/ 2840533 h 6858000"/>
              <a:gd name="connsiteX713" fmla="*/ 358355 w 7467600"/>
              <a:gd name="connsiteY713" fmla="*/ 2620471 h 6858000"/>
              <a:gd name="connsiteX714" fmla="*/ 510577 w 7467600"/>
              <a:gd name="connsiteY714" fmla="*/ 2501244 h 6858000"/>
              <a:gd name="connsiteX715" fmla="*/ 211967 w 7467600"/>
              <a:gd name="connsiteY715" fmla="*/ 2479171 h 6858000"/>
              <a:gd name="connsiteX716" fmla="*/ 0 w 7467600"/>
              <a:gd name="connsiteY716" fmla="*/ 2476398 h 6858000"/>
              <a:gd name="connsiteX717" fmla="*/ 0 w 7467600"/>
              <a:gd name="connsiteY717" fmla="*/ 2389189 h 6858000"/>
              <a:gd name="connsiteX718" fmla="*/ 103062 w 7467600"/>
              <a:gd name="connsiteY718" fmla="*/ 2389518 h 6858000"/>
              <a:gd name="connsiteX719" fmla="*/ 510734 w 7467600"/>
              <a:gd name="connsiteY719" fmla="*/ 2416201 h 6858000"/>
              <a:gd name="connsiteX720" fmla="*/ 279257 w 7467600"/>
              <a:gd name="connsiteY720" fmla="*/ 2092102 h 6858000"/>
              <a:gd name="connsiteX721" fmla="*/ 65265 w 7467600"/>
              <a:gd name="connsiteY721" fmla="*/ 2006049 h 6858000"/>
              <a:gd name="connsiteX722" fmla="*/ 0 w 7467600"/>
              <a:gd name="connsiteY722" fmla="*/ 1982532 h 6858000"/>
              <a:gd name="connsiteX723" fmla="*/ 0 w 7467600"/>
              <a:gd name="connsiteY723" fmla="*/ 1912789 h 6858000"/>
              <a:gd name="connsiteX724" fmla="*/ 97460 w 7467600"/>
              <a:gd name="connsiteY724" fmla="*/ 1953725 h 6858000"/>
              <a:gd name="connsiteX725" fmla="*/ 221272 w 7467600"/>
              <a:gd name="connsiteY725" fmla="*/ 1980766 h 6858000"/>
              <a:gd name="connsiteX726" fmla="*/ 116765 w 7467600"/>
              <a:gd name="connsiteY726" fmla="*/ 1911033 h 6858000"/>
              <a:gd name="connsiteX727" fmla="*/ 16405 w 7467600"/>
              <a:gd name="connsiteY727" fmla="*/ 1803412 h 6858000"/>
              <a:gd name="connsiteX728" fmla="*/ 0 w 7467600"/>
              <a:gd name="connsiteY728" fmla="*/ 1784777 h 6858000"/>
              <a:gd name="connsiteX729" fmla="*/ 0 w 7467600"/>
              <a:gd name="connsiteY729" fmla="*/ 1740082 h 6858000"/>
              <a:gd name="connsiteX730" fmla="*/ 39394 w 7467600"/>
              <a:gd name="connsiteY730" fmla="*/ 1784856 h 6858000"/>
              <a:gd name="connsiteX731" fmla="*/ 135813 w 7467600"/>
              <a:gd name="connsiteY731" fmla="*/ 1888838 h 6858000"/>
              <a:gd name="connsiteX732" fmla="*/ 242575 w 7467600"/>
              <a:gd name="connsiteY732" fmla="*/ 1958841 h 6858000"/>
              <a:gd name="connsiteX733" fmla="*/ 82197 w 7467600"/>
              <a:gd name="connsiteY733" fmla="*/ 1754826 h 6858000"/>
              <a:gd name="connsiteX734" fmla="*/ 0 w 7467600"/>
              <a:gd name="connsiteY734" fmla="*/ 1679650 h 6858000"/>
              <a:gd name="connsiteX735" fmla="*/ 0 w 7467600"/>
              <a:gd name="connsiteY735" fmla="*/ 1602463 h 6858000"/>
              <a:gd name="connsiteX736" fmla="*/ 84689 w 7467600"/>
              <a:gd name="connsiteY736" fmla="*/ 1677442 h 6858000"/>
              <a:gd name="connsiteX737" fmla="*/ 298437 w 7467600"/>
              <a:gd name="connsiteY737" fmla="*/ 1968019 h 6858000"/>
              <a:gd name="connsiteX738" fmla="*/ 227269 w 7467600"/>
              <a:gd name="connsiteY738" fmla="*/ 1114064 h 6858000"/>
              <a:gd name="connsiteX739" fmla="*/ 248003 w 7467600"/>
              <a:gd name="connsiteY739" fmla="*/ 1089613 h 6858000"/>
              <a:gd name="connsiteX740" fmla="*/ 427020 w 7467600"/>
              <a:gd name="connsiteY740" fmla="*/ 1619803 h 6858000"/>
              <a:gd name="connsiteX741" fmla="*/ 340345 w 7467600"/>
              <a:gd name="connsiteY741" fmla="*/ 2027739 h 6858000"/>
              <a:gd name="connsiteX742" fmla="*/ 360865 w 7467600"/>
              <a:gd name="connsiteY742" fmla="*/ 2044827 h 6858000"/>
              <a:gd name="connsiteX743" fmla="*/ 560414 w 7467600"/>
              <a:gd name="connsiteY743" fmla="*/ 2421457 h 6858000"/>
              <a:gd name="connsiteX744" fmla="*/ 1359703 w 7467600"/>
              <a:gd name="connsiteY744" fmla="*/ 2578554 h 6858000"/>
              <a:gd name="connsiteX745" fmla="*/ 1359422 w 7467600"/>
              <a:gd name="connsiteY745" fmla="*/ 2577994 h 6858000"/>
              <a:gd name="connsiteX746" fmla="*/ 828701 w 7467600"/>
              <a:gd name="connsiteY746" fmla="*/ 1839520 h 6858000"/>
              <a:gd name="connsiteX747" fmla="*/ 494427 w 7467600"/>
              <a:gd name="connsiteY747" fmla="*/ 1092333 h 6858000"/>
              <a:gd name="connsiteX748" fmla="*/ 506322 w 7467600"/>
              <a:gd name="connsiteY748" fmla="*/ 1020997 h 6858000"/>
              <a:gd name="connsiteX749" fmla="*/ 4570198 w 7467600"/>
              <a:gd name="connsiteY749" fmla="*/ 978081 h 6858000"/>
              <a:gd name="connsiteX750" fmla="*/ 4523691 w 7467600"/>
              <a:gd name="connsiteY750" fmla="*/ 1127776 h 6858000"/>
              <a:gd name="connsiteX751" fmla="*/ 4509875 w 7467600"/>
              <a:gd name="connsiteY751" fmla="*/ 1167552 h 6858000"/>
              <a:gd name="connsiteX752" fmla="*/ 4478168 w 7467600"/>
              <a:gd name="connsiteY752" fmla="*/ 1260735 h 6858000"/>
              <a:gd name="connsiteX753" fmla="*/ 4409309 w 7467600"/>
              <a:gd name="connsiteY753" fmla="*/ 1666996 h 6858000"/>
              <a:gd name="connsiteX754" fmla="*/ 4370031 w 7467600"/>
              <a:gd name="connsiteY754" fmla="*/ 1955666 h 6858000"/>
              <a:gd name="connsiteX755" fmla="*/ 4570198 w 7467600"/>
              <a:gd name="connsiteY755" fmla="*/ 978081 h 6858000"/>
              <a:gd name="connsiteX756" fmla="*/ 4557898 w 7467600"/>
              <a:gd name="connsiteY756" fmla="*/ 900011 h 6858000"/>
              <a:gd name="connsiteX757" fmla="*/ 4344840 w 7467600"/>
              <a:gd name="connsiteY757" fmla="*/ 1922038 h 6858000"/>
              <a:gd name="connsiteX758" fmla="*/ 4378710 w 7467600"/>
              <a:gd name="connsiteY758" fmla="*/ 1665516 h 6858000"/>
              <a:gd name="connsiteX759" fmla="*/ 4448798 w 7467600"/>
              <a:gd name="connsiteY759" fmla="*/ 1253024 h 6858000"/>
              <a:gd name="connsiteX760" fmla="*/ 4480315 w 7467600"/>
              <a:gd name="connsiteY760" fmla="*/ 1158454 h 6858000"/>
              <a:gd name="connsiteX761" fmla="*/ 4494133 w 7467600"/>
              <a:gd name="connsiteY761" fmla="*/ 1118676 h 6858000"/>
              <a:gd name="connsiteX762" fmla="*/ 4557898 w 7467600"/>
              <a:gd name="connsiteY762" fmla="*/ 900011 h 6858000"/>
              <a:gd name="connsiteX763" fmla="*/ 5870151 w 7467600"/>
              <a:gd name="connsiteY763" fmla="*/ 898890 h 6858000"/>
              <a:gd name="connsiteX764" fmla="*/ 5861335 w 7467600"/>
              <a:gd name="connsiteY764" fmla="*/ 899177 h 6858000"/>
              <a:gd name="connsiteX765" fmla="*/ 5843702 w 7467600"/>
              <a:gd name="connsiteY765" fmla="*/ 899748 h 6858000"/>
              <a:gd name="connsiteX766" fmla="*/ 5651107 w 7467600"/>
              <a:gd name="connsiteY766" fmla="*/ 920306 h 6858000"/>
              <a:gd name="connsiteX767" fmla="*/ 5459407 w 7467600"/>
              <a:gd name="connsiteY767" fmla="*/ 940975 h 6858000"/>
              <a:gd name="connsiteX768" fmla="*/ 5374846 w 7467600"/>
              <a:gd name="connsiteY768" fmla="*/ 941988 h 6858000"/>
              <a:gd name="connsiteX769" fmla="*/ 5256105 w 7467600"/>
              <a:gd name="connsiteY769" fmla="*/ 945632 h 6858000"/>
              <a:gd name="connsiteX770" fmla="*/ 5107071 w 7467600"/>
              <a:gd name="connsiteY770" fmla="*/ 969720 h 6858000"/>
              <a:gd name="connsiteX771" fmla="*/ 4998681 w 7467600"/>
              <a:gd name="connsiteY771" fmla="*/ 988771 h 6858000"/>
              <a:gd name="connsiteX772" fmla="*/ 5870151 w 7467600"/>
              <a:gd name="connsiteY772" fmla="*/ 898890 h 6858000"/>
              <a:gd name="connsiteX773" fmla="*/ 5504425 w 7467600"/>
              <a:gd name="connsiteY773" fmla="*/ 848067 h 6858000"/>
              <a:gd name="connsiteX774" fmla="*/ 4968849 w 7467600"/>
              <a:gd name="connsiteY774" fmla="*/ 962318 h 6858000"/>
              <a:gd name="connsiteX775" fmla="*/ 5104039 w 7467600"/>
              <a:gd name="connsiteY775" fmla="*/ 940634 h 6858000"/>
              <a:gd name="connsiteX776" fmla="*/ 5256311 w 7467600"/>
              <a:gd name="connsiteY776" fmla="*/ 916490 h 6858000"/>
              <a:gd name="connsiteX777" fmla="*/ 5377381 w 7467600"/>
              <a:gd name="connsiteY777" fmla="*/ 912671 h 6858000"/>
              <a:gd name="connsiteX778" fmla="*/ 5460148 w 7467600"/>
              <a:gd name="connsiteY778" fmla="*/ 911442 h 6858000"/>
              <a:gd name="connsiteX779" fmla="*/ 5648971 w 7467600"/>
              <a:gd name="connsiteY779" fmla="*/ 891331 h 6858000"/>
              <a:gd name="connsiteX780" fmla="*/ 5844807 w 7467600"/>
              <a:gd name="connsiteY780" fmla="*/ 870718 h 6858000"/>
              <a:gd name="connsiteX781" fmla="*/ 5862975 w 7467600"/>
              <a:gd name="connsiteY781" fmla="*/ 869756 h 6858000"/>
              <a:gd name="connsiteX782" fmla="*/ 5920887 w 7467600"/>
              <a:gd name="connsiteY782" fmla="*/ 865929 h 6858000"/>
              <a:gd name="connsiteX783" fmla="*/ 5504425 w 7467600"/>
              <a:gd name="connsiteY783" fmla="*/ 848067 h 6858000"/>
              <a:gd name="connsiteX784" fmla="*/ 3607114 w 7467600"/>
              <a:gd name="connsiteY784" fmla="*/ 467441 h 6858000"/>
              <a:gd name="connsiteX785" fmla="*/ 3296242 w 7467600"/>
              <a:gd name="connsiteY785" fmla="*/ 807991 h 6858000"/>
              <a:gd name="connsiteX786" fmla="*/ 3174674 w 7467600"/>
              <a:gd name="connsiteY786" fmla="*/ 919759 h 6858000"/>
              <a:gd name="connsiteX787" fmla="*/ 3042978 w 7467600"/>
              <a:gd name="connsiteY787" fmla="*/ 1054894 h 6858000"/>
              <a:gd name="connsiteX788" fmla="*/ 2968914 w 7467600"/>
              <a:gd name="connsiteY788" fmla="*/ 1133756 h 6858000"/>
              <a:gd name="connsiteX789" fmla="*/ 3103823 w 7467600"/>
              <a:gd name="connsiteY789" fmla="*/ 1026814 h 6858000"/>
              <a:gd name="connsiteX790" fmla="*/ 3607114 w 7467600"/>
              <a:gd name="connsiteY790" fmla="*/ 467441 h 6858000"/>
              <a:gd name="connsiteX791" fmla="*/ 3744487 w 7467600"/>
              <a:gd name="connsiteY791" fmla="*/ 383136 h 6858000"/>
              <a:gd name="connsiteX792" fmla="*/ 3970213 w 7467600"/>
              <a:gd name="connsiteY792" fmla="*/ 995559 h 6858000"/>
              <a:gd name="connsiteX793" fmla="*/ 3744487 w 7467600"/>
              <a:gd name="connsiteY793" fmla="*/ 383136 h 6858000"/>
              <a:gd name="connsiteX794" fmla="*/ 3624562 w 7467600"/>
              <a:gd name="connsiteY794" fmla="*/ 367041 h 6858000"/>
              <a:gd name="connsiteX795" fmla="*/ 3489712 w 7467600"/>
              <a:gd name="connsiteY795" fmla="*/ 485386 h 6858000"/>
              <a:gd name="connsiteX796" fmla="*/ 3182994 w 7467600"/>
              <a:gd name="connsiteY796" fmla="*/ 828265 h 6858000"/>
              <a:gd name="connsiteX797" fmla="*/ 2892114 w 7467600"/>
              <a:gd name="connsiteY797" fmla="*/ 1172635 h 6858000"/>
              <a:gd name="connsiteX798" fmla="*/ 3021459 w 7467600"/>
              <a:gd name="connsiteY798" fmla="*/ 1035385 h 6858000"/>
              <a:gd name="connsiteX799" fmla="*/ 3153873 w 7467600"/>
              <a:gd name="connsiteY799" fmla="*/ 898971 h 6858000"/>
              <a:gd name="connsiteX800" fmla="*/ 3276511 w 7467600"/>
              <a:gd name="connsiteY800" fmla="*/ 786423 h 6858000"/>
              <a:gd name="connsiteX801" fmla="*/ 3584154 w 7467600"/>
              <a:gd name="connsiteY801" fmla="*/ 448218 h 6858000"/>
              <a:gd name="connsiteX802" fmla="*/ 3624562 w 7467600"/>
              <a:gd name="connsiteY802" fmla="*/ 367041 h 6858000"/>
              <a:gd name="connsiteX803" fmla="*/ 3766672 w 7467600"/>
              <a:gd name="connsiteY803" fmla="*/ 359429 h 6858000"/>
              <a:gd name="connsiteX804" fmla="*/ 3996338 w 7467600"/>
              <a:gd name="connsiteY804" fmla="*/ 968237 h 6858000"/>
              <a:gd name="connsiteX805" fmla="*/ 3766672 w 7467600"/>
              <a:gd name="connsiteY805" fmla="*/ 359429 h 6858000"/>
              <a:gd name="connsiteX806" fmla="*/ 5805386 w 7467600"/>
              <a:gd name="connsiteY806" fmla="*/ 239240 h 6858000"/>
              <a:gd name="connsiteX807" fmla="*/ 5736947 w 7467600"/>
              <a:gd name="connsiteY807" fmla="*/ 261367 h 6858000"/>
              <a:gd name="connsiteX808" fmla="*/ 5427012 w 7467600"/>
              <a:gd name="connsiteY808" fmla="*/ 311272 h 6858000"/>
              <a:gd name="connsiteX809" fmla="*/ 5147818 w 7467600"/>
              <a:gd name="connsiteY809" fmla="*/ 322112 h 6858000"/>
              <a:gd name="connsiteX810" fmla="*/ 5060854 w 7467600"/>
              <a:gd name="connsiteY810" fmla="*/ 311882 h 6858000"/>
              <a:gd name="connsiteX811" fmla="*/ 4945989 w 7467600"/>
              <a:gd name="connsiteY811" fmla="*/ 300516 h 6858000"/>
              <a:gd name="connsiteX812" fmla="*/ 5410479 w 7467600"/>
              <a:gd name="connsiteY812" fmla="*/ 348434 h 6858000"/>
              <a:gd name="connsiteX813" fmla="*/ 5805386 w 7467600"/>
              <a:gd name="connsiteY813" fmla="*/ 239240 h 6858000"/>
              <a:gd name="connsiteX814" fmla="*/ 5905192 w 7467600"/>
              <a:gd name="connsiteY814" fmla="*/ 163079 h 6858000"/>
              <a:gd name="connsiteX815" fmla="*/ 5865655 w 7467600"/>
              <a:gd name="connsiteY815" fmla="*/ 171901 h 6858000"/>
              <a:gd name="connsiteX816" fmla="*/ 5259740 w 7467600"/>
              <a:gd name="connsiteY816" fmla="*/ 257013 h 6858000"/>
              <a:gd name="connsiteX817" fmla="*/ 5208466 w 7467600"/>
              <a:gd name="connsiteY817" fmla="*/ 257550 h 6858000"/>
              <a:gd name="connsiteX818" fmla="*/ 4980204 w 7467600"/>
              <a:gd name="connsiteY818" fmla="*/ 271903 h 6858000"/>
              <a:gd name="connsiteX819" fmla="*/ 5068068 w 7467600"/>
              <a:gd name="connsiteY819" fmla="*/ 282244 h 6858000"/>
              <a:gd name="connsiteX820" fmla="*/ 5153231 w 7467600"/>
              <a:gd name="connsiteY820" fmla="*/ 292240 h 6858000"/>
              <a:gd name="connsiteX821" fmla="*/ 5426491 w 7467600"/>
              <a:gd name="connsiteY821" fmla="*/ 281128 h 6858000"/>
              <a:gd name="connsiteX822" fmla="*/ 5731212 w 7467600"/>
              <a:gd name="connsiteY822" fmla="*/ 231951 h 6858000"/>
              <a:gd name="connsiteX823" fmla="*/ 5905192 w 7467600"/>
              <a:gd name="connsiteY823" fmla="*/ 163079 h 6858000"/>
              <a:gd name="connsiteX824" fmla="*/ 5944437 w 7467600"/>
              <a:gd name="connsiteY824" fmla="*/ 113829 h 6858000"/>
              <a:gd name="connsiteX825" fmla="*/ 5825032 w 7467600"/>
              <a:gd name="connsiteY825" fmla="*/ 146405 h 6858000"/>
              <a:gd name="connsiteX826" fmla="*/ 4955599 w 7467600"/>
              <a:gd name="connsiteY826" fmla="*/ 247008 h 6858000"/>
              <a:gd name="connsiteX827" fmla="*/ 5210104 w 7467600"/>
              <a:gd name="connsiteY827" fmla="*/ 228123 h 6858000"/>
              <a:gd name="connsiteX828" fmla="*/ 5261015 w 7467600"/>
              <a:gd name="connsiteY828" fmla="*/ 227087 h 6858000"/>
              <a:gd name="connsiteX829" fmla="*/ 5861181 w 7467600"/>
              <a:gd name="connsiteY829" fmla="*/ 143093 h 6858000"/>
              <a:gd name="connsiteX830" fmla="*/ 5961252 w 7467600"/>
              <a:gd name="connsiteY830" fmla="*/ 114820 h 6858000"/>
              <a:gd name="connsiteX831" fmla="*/ 5944437 w 7467600"/>
              <a:gd name="connsiteY831" fmla="*/ 113829 h 6858000"/>
              <a:gd name="connsiteX832" fmla="*/ 3882765 w 7467600"/>
              <a:gd name="connsiteY832" fmla="*/ 0 h 6858000"/>
              <a:gd name="connsiteX833" fmla="*/ 3995099 w 7467600"/>
              <a:gd name="connsiteY833" fmla="*/ 0 h 6858000"/>
              <a:gd name="connsiteX834" fmla="*/ 4163818 w 7467600"/>
              <a:gd name="connsiteY834" fmla="*/ 234104 h 6858000"/>
              <a:gd name="connsiteX835" fmla="*/ 4172099 w 7467600"/>
              <a:gd name="connsiteY835" fmla="*/ 234207 h 6858000"/>
              <a:gd name="connsiteX836" fmla="*/ 4784282 w 7467600"/>
              <a:gd name="connsiteY836" fmla="*/ 276561 h 6858000"/>
              <a:gd name="connsiteX837" fmla="*/ 4801687 w 7467600"/>
              <a:gd name="connsiteY837" fmla="*/ 267764 h 6858000"/>
              <a:gd name="connsiteX838" fmla="*/ 6082788 w 7467600"/>
              <a:gd name="connsiteY838" fmla="*/ 64119 h 6858000"/>
              <a:gd name="connsiteX839" fmla="*/ 6099442 w 7467600"/>
              <a:gd name="connsiteY839" fmla="*/ 82568 h 6858000"/>
              <a:gd name="connsiteX840" fmla="*/ 4804137 w 7467600"/>
              <a:gd name="connsiteY840" fmla="*/ 320931 h 6858000"/>
              <a:gd name="connsiteX841" fmla="*/ 4227047 w 7467600"/>
              <a:gd name="connsiteY841" fmla="*/ 313415 h 6858000"/>
              <a:gd name="connsiteX842" fmla="*/ 4346041 w 7467600"/>
              <a:gd name="connsiteY842" fmla="*/ 456086 h 6858000"/>
              <a:gd name="connsiteX843" fmla="*/ 4870967 w 7467600"/>
              <a:gd name="connsiteY843" fmla="*/ 963061 h 6858000"/>
              <a:gd name="connsiteX844" fmla="*/ 4889647 w 7467600"/>
              <a:gd name="connsiteY844" fmla="*/ 957147 h 6858000"/>
              <a:gd name="connsiteX845" fmla="*/ 5422504 w 7467600"/>
              <a:gd name="connsiteY845" fmla="*/ 805191 h 6858000"/>
              <a:gd name="connsiteX846" fmla="*/ 6087656 w 7467600"/>
              <a:gd name="connsiteY846" fmla="*/ 826703 h 6858000"/>
              <a:gd name="connsiteX847" fmla="*/ 6058717 w 7467600"/>
              <a:gd name="connsiteY847" fmla="*/ 865992 h 6858000"/>
              <a:gd name="connsiteX848" fmla="*/ 4974153 w 7467600"/>
              <a:gd name="connsiteY848" fmla="*/ 1045456 h 6858000"/>
              <a:gd name="connsiteX849" fmla="*/ 5627835 w 7467600"/>
              <a:gd name="connsiteY849" fmla="*/ 1472077 h 6858000"/>
              <a:gd name="connsiteX850" fmla="*/ 5629817 w 7467600"/>
              <a:gd name="connsiteY850" fmla="*/ 1471412 h 6858000"/>
              <a:gd name="connsiteX851" fmla="*/ 5634124 w 7467600"/>
              <a:gd name="connsiteY851" fmla="*/ 1470572 h 6858000"/>
              <a:gd name="connsiteX852" fmla="*/ 5755832 w 7467600"/>
              <a:gd name="connsiteY852" fmla="*/ 1383886 h 6858000"/>
              <a:gd name="connsiteX853" fmla="*/ 6014186 w 7467600"/>
              <a:gd name="connsiteY853" fmla="*/ 1279799 h 6858000"/>
              <a:gd name="connsiteX854" fmla="*/ 6901619 w 7467600"/>
              <a:gd name="connsiteY854" fmla="*/ 1047874 h 6858000"/>
              <a:gd name="connsiteX855" fmla="*/ 6931566 w 7467600"/>
              <a:gd name="connsiteY855" fmla="*/ 1062034 h 6858000"/>
              <a:gd name="connsiteX856" fmla="*/ 5790982 w 7467600"/>
              <a:gd name="connsiteY856" fmla="*/ 1561380 h 6858000"/>
              <a:gd name="connsiteX857" fmla="*/ 6188971 w 7467600"/>
              <a:gd name="connsiteY857" fmla="*/ 1755168 h 6858000"/>
              <a:gd name="connsiteX858" fmla="*/ 6202446 w 7467600"/>
              <a:gd name="connsiteY858" fmla="*/ 1752268 h 6858000"/>
              <a:gd name="connsiteX859" fmla="*/ 7179560 w 7467600"/>
              <a:gd name="connsiteY859" fmla="*/ 1467551 h 6858000"/>
              <a:gd name="connsiteX860" fmla="*/ 7158730 w 7467600"/>
              <a:gd name="connsiteY860" fmla="*/ 1507835 h 6858000"/>
              <a:gd name="connsiteX861" fmla="*/ 6326959 w 7467600"/>
              <a:gd name="connsiteY861" fmla="*/ 1817686 h 6858000"/>
              <a:gd name="connsiteX862" fmla="*/ 6537433 w 7467600"/>
              <a:gd name="connsiteY862" fmla="*/ 1907790 h 6858000"/>
              <a:gd name="connsiteX863" fmla="*/ 6550221 w 7467600"/>
              <a:gd name="connsiteY863" fmla="*/ 1910729 h 6858000"/>
              <a:gd name="connsiteX864" fmla="*/ 6964438 w 7467600"/>
              <a:gd name="connsiteY864" fmla="*/ 2209505 h 6858000"/>
              <a:gd name="connsiteX865" fmla="*/ 7367862 w 7467600"/>
              <a:gd name="connsiteY865" fmla="*/ 2806833 h 6858000"/>
              <a:gd name="connsiteX866" fmla="*/ 7364329 w 7467600"/>
              <a:gd name="connsiteY866" fmla="*/ 2826907 h 6858000"/>
              <a:gd name="connsiteX867" fmla="*/ 7290545 w 7467600"/>
              <a:gd name="connsiteY867" fmla="*/ 2850663 h 6858000"/>
              <a:gd name="connsiteX868" fmla="*/ 6472036 w 7467600"/>
              <a:gd name="connsiteY868" fmla="*/ 1959003 h 6858000"/>
              <a:gd name="connsiteX869" fmla="*/ 5792897 w 7467600"/>
              <a:gd name="connsiteY869" fmla="*/ 1647747 h 6858000"/>
              <a:gd name="connsiteX870" fmla="*/ 5842751 w 7467600"/>
              <a:gd name="connsiteY870" fmla="*/ 1816112 h 6858000"/>
              <a:gd name="connsiteX871" fmla="*/ 5847424 w 7467600"/>
              <a:gd name="connsiteY871" fmla="*/ 1815776 h 6858000"/>
              <a:gd name="connsiteX872" fmla="*/ 6399821 w 7467600"/>
              <a:gd name="connsiteY872" fmla="*/ 2344799 h 6858000"/>
              <a:gd name="connsiteX873" fmla="*/ 6323232 w 7467600"/>
              <a:gd name="connsiteY873" fmla="*/ 2389634 h 6858000"/>
              <a:gd name="connsiteX874" fmla="*/ 5942958 w 7467600"/>
              <a:gd name="connsiteY874" fmla="*/ 2077708 h 6858000"/>
              <a:gd name="connsiteX875" fmla="*/ 5921559 w 7467600"/>
              <a:gd name="connsiteY875" fmla="*/ 2378596 h 6858000"/>
              <a:gd name="connsiteX876" fmla="*/ 5817651 w 7467600"/>
              <a:gd name="connsiteY876" fmla="*/ 3023919 h 6858000"/>
              <a:gd name="connsiteX877" fmla="*/ 5729634 w 7467600"/>
              <a:gd name="connsiteY877" fmla="*/ 3051849 h 6858000"/>
              <a:gd name="connsiteX878" fmla="*/ 5611018 w 7467600"/>
              <a:gd name="connsiteY878" fmla="*/ 2316769 h 6858000"/>
              <a:gd name="connsiteX879" fmla="*/ 5687608 w 7467600"/>
              <a:gd name="connsiteY879" fmla="*/ 2039972 h 6858000"/>
              <a:gd name="connsiteX880" fmla="*/ 5657554 w 7467600"/>
              <a:gd name="connsiteY880" fmla="*/ 1576445 h 6858000"/>
              <a:gd name="connsiteX881" fmla="*/ 5150475 w 7467600"/>
              <a:gd name="connsiteY881" fmla="*/ 1274012 h 6858000"/>
              <a:gd name="connsiteX882" fmla="*/ 5349142 w 7467600"/>
              <a:gd name="connsiteY882" fmla="*/ 2204405 h 6858000"/>
              <a:gd name="connsiteX883" fmla="*/ 5262214 w 7467600"/>
              <a:gd name="connsiteY883" fmla="*/ 2233836 h 6858000"/>
              <a:gd name="connsiteX884" fmla="*/ 4981539 w 7467600"/>
              <a:gd name="connsiteY884" fmla="*/ 1542201 h 6858000"/>
              <a:gd name="connsiteX885" fmla="*/ 4958461 w 7467600"/>
              <a:gd name="connsiteY885" fmla="*/ 1136957 h 6858000"/>
              <a:gd name="connsiteX886" fmla="*/ 4655015 w 7467600"/>
              <a:gd name="connsiteY886" fmla="*/ 891426 h 6858000"/>
              <a:gd name="connsiteX887" fmla="*/ 4348002 w 7467600"/>
              <a:gd name="connsiteY887" fmla="*/ 2205895 h 6858000"/>
              <a:gd name="connsiteX888" fmla="*/ 4262250 w 7467600"/>
              <a:gd name="connsiteY888" fmla="*/ 2219972 h 6858000"/>
              <a:gd name="connsiteX889" fmla="*/ 4550611 w 7467600"/>
              <a:gd name="connsiteY889" fmla="*/ 817540 h 6858000"/>
              <a:gd name="connsiteX890" fmla="*/ 4564418 w 7467600"/>
              <a:gd name="connsiteY890" fmla="*/ 808293 h 6858000"/>
              <a:gd name="connsiteX891" fmla="*/ 4266388 w 7467600"/>
              <a:gd name="connsiteY891" fmla="*/ 500083 h 6858000"/>
              <a:gd name="connsiteX892" fmla="*/ 4032842 w 7467600"/>
              <a:gd name="connsiteY892" fmla="*/ 211809 h 6858000"/>
              <a:gd name="connsiteX893" fmla="*/ 3882765 w 7467600"/>
              <a:gd name="connsiteY893" fmla="*/ 0 h 6858000"/>
              <a:gd name="connsiteX894" fmla="*/ 3721337 w 7467600"/>
              <a:gd name="connsiteY894" fmla="*/ 0 h 6858000"/>
              <a:gd name="connsiteX895" fmla="*/ 3797544 w 7467600"/>
              <a:gd name="connsiteY895" fmla="*/ 0 h 6858000"/>
              <a:gd name="connsiteX896" fmla="*/ 3775734 w 7467600"/>
              <a:gd name="connsiteY896" fmla="*/ 95131 h 6858000"/>
              <a:gd name="connsiteX897" fmla="*/ 3724807 w 7467600"/>
              <a:gd name="connsiteY897" fmla="*/ 272257 h 6858000"/>
              <a:gd name="connsiteX898" fmla="*/ 3726844 w 7467600"/>
              <a:gd name="connsiteY898" fmla="*/ 282988 h 6858000"/>
              <a:gd name="connsiteX899" fmla="*/ 3742664 w 7467600"/>
              <a:gd name="connsiteY899" fmla="*/ 279918 h 6858000"/>
              <a:gd name="connsiteX900" fmla="*/ 4103910 w 7467600"/>
              <a:gd name="connsiteY900" fmla="*/ 1161917 h 6858000"/>
              <a:gd name="connsiteX901" fmla="*/ 4020269 w 7467600"/>
              <a:gd name="connsiteY901" fmla="*/ 1200406 h 6858000"/>
              <a:gd name="connsiteX902" fmla="*/ 3674882 w 7467600"/>
              <a:gd name="connsiteY902" fmla="*/ 488524 h 6858000"/>
              <a:gd name="connsiteX903" fmla="*/ 3132682 w 7467600"/>
              <a:gd name="connsiteY903" fmla="*/ 1072284 h 6858000"/>
              <a:gd name="connsiteX904" fmla="*/ 2716346 w 7467600"/>
              <a:gd name="connsiteY904" fmla="*/ 1276376 h 6858000"/>
              <a:gd name="connsiteX905" fmla="*/ 2716772 w 7467600"/>
              <a:gd name="connsiteY905" fmla="*/ 1255462 h 6858000"/>
              <a:gd name="connsiteX906" fmla="*/ 3471096 w 7467600"/>
              <a:gd name="connsiteY906" fmla="*/ 437072 h 6858000"/>
              <a:gd name="connsiteX907" fmla="*/ 3639057 w 7467600"/>
              <a:gd name="connsiteY907" fmla="*/ 286334 h 6858000"/>
              <a:gd name="connsiteX908" fmla="*/ 3640309 w 7467600"/>
              <a:gd name="connsiteY908" fmla="*/ 284664 h 6858000"/>
              <a:gd name="connsiteX909" fmla="*/ 3646022 w 7467600"/>
              <a:gd name="connsiteY909" fmla="*/ 276711 h 6858000"/>
              <a:gd name="connsiteX910" fmla="*/ 3707943 w 7467600"/>
              <a:gd name="connsiteY910" fmla="*/ 65958 h 6858000"/>
              <a:gd name="connsiteX911" fmla="*/ 3721337 w 7467600"/>
              <a:gd name="connsiteY911" fmla="*/ 0 h 6858000"/>
              <a:gd name="connsiteX912" fmla="*/ 2867960 w 7467600"/>
              <a:gd name="connsiteY912" fmla="*/ 0 h 6858000"/>
              <a:gd name="connsiteX913" fmla="*/ 2926351 w 7467600"/>
              <a:gd name="connsiteY913" fmla="*/ 0 h 6858000"/>
              <a:gd name="connsiteX914" fmla="*/ 2902823 w 7467600"/>
              <a:gd name="connsiteY914" fmla="*/ 262929 h 6858000"/>
              <a:gd name="connsiteX915" fmla="*/ 2940663 w 7467600"/>
              <a:gd name="connsiteY915" fmla="*/ 140884 h 6858000"/>
              <a:gd name="connsiteX916" fmla="*/ 2947039 w 7467600"/>
              <a:gd name="connsiteY916" fmla="*/ 122524 h 6858000"/>
              <a:gd name="connsiteX917" fmla="*/ 2984316 w 7467600"/>
              <a:gd name="connsiteY917" fmla="*/ 0 h 6858000"/>
              <a:gd name="connsiteX918" fmla="*/ 3016114 w 7467600"/>
              <a:gd name="connsiteY918" fmla="*/ 0 h 6858000"/>
              <a:gd name="connsiteX919" fmla="*/ 2979949 w 7467600"/>
              <a:gd name="connsiteY919" fmla="*/ 119274 h 6858000"/>
              <a:gd name="connsiteX920" fmla="*/ 3023879 w 7467600"/>
              <a:gd name="connsiteY920" fmla="*/ 0 h 6858000"/>
              <a:gd name="connsiteX921" fmla="*/ 3105400 w 7467600"/>
              <a:gd name="connsiteY921" fmla="*/ 0 h 6858000"/>
              <a:gd name="connsiteX922" fmla="*/ 3094669 w 7467600"/>
              <a:gd name="connsiteY922" fmla="*/ 30308 h 6858000"/>
              <a:gd name="connsiteX923" fmla="*/ 2901945 w 7467600"/>
              <a:gd name="connsiteY923" fmla="*/ 466538 h 6858000"/>
              <a:gd name="connsiteX924" fmla="*/ 2815209 w 7467600"/>
              <a:gd name="connsiteY924" fmla="*/ 497361 h 6858000"/>
              <a:gd name="connsiteX925" fmla="*/ 2844845 w 7467600"/>
              <a:gd name="connsiteY925" fmla="*/ 127638 h 6858000"/>
              <a:gd name="connsiteX926" fmla="*/ 2867960 w 7467600"/>
              <a:gd name="connsiteY926" fmla="*/ 0 h 6858000"/>
              <a:gd name="connsiteX927" fmla="*/ 1057230 w 7467600"/>
              <a:gd name="connsiteY927" fmla="*/ 0 h 6858000"/>
              <a:gd name="connsiteX928" fmla="*/ 1111003 w 7467600"/>
              <a:gd name="connsiteY928" fmla="*/ 0 h 6858000"/>
              <a:gd name="connsiteX929" fmla="*/ 1125553 w 7467600"/>
              <a:gd name="connsiteY929" fmla="*/ 52588 h 6858000"/>
              <a:gd name="connsiteX930" fmla="*/ 1304276 w 7467600"/>
              <a:gd name="connsiteY930" fmla="*/ 476275 h 6858000"/>
              <a:gd name="connsiteX931" fmla="*/ 1492066 w 7467600"/>
              <a:gd name="connsiteY931" fmla="*/ 886333 h 6858000"/>
              <a:gd name="connsiteX932" fmla="*/ 1423698 w 7467600"/>
              <a:gd name="connsiteY932" fmla="*/ 710817 h 6858000"/>
              <a:gd name="connsiteX933" fmla="*/ 1357609 w 7467600"/>
              <a:gd name="connsiteY933" fmla="*/ 532892 h 6858000"/>
              <a:gd name="connsiteX934" fmla="*/ 1309550 w 7467600"/>
              <a:gd name="connsiteY934" fmla="*/ 374031 h 6858000"/>
              <a:gd name="connsiteX935" fmla="*/ 1193673 w 7467600"/>
              <a:gd name="connsiteY935" fmla="*/ 49533 h 6858000"/>
              <a:gd name="connsiteX936" fmla="*/ 1164391 w 7467600"/>
              <a:gd name="connsiteY936" fmla="*/ 0 h 6858000"/>
              <a:gd name="connsiteX937" fmla="*/ 1200666 w 7467600"/>
              <a:gd name="connsiteY937" fmla="*/ 0 h 6858000"/>
              <a:gd name="connsiteX938" fmla="*/ 1223408 w 7467600"/>
              <a:gd name="connsiteY938" fmla="*/ 38996 h 6858000"/>
              <a:gd name="connsiteX939" fmla="*/ 1339635 w 7467600"/>
              <a:gd name="connsiteY939" fmla="*/ 365517 h 6858000"/>
              <a:gd name="connsiteX940" fmla="*/ 1387469 w 7467600"/>
              <a:gd name="connsiteY940" fmla="*/ 523079 h 6858000"/>
              <a:gd name="connsiteX941" fmla="*/ 1452685 w 7467600"/>
              <a:gd name="connsiteY941" fmla="*/ 699806 h 6858000"/>
              <a:gd name="connsiteX942" fmla="*/ 1492092 w 7467600"/>
              <a:gd name="connsiteY942" fmla="*/ 800424 h 6858000"/>
              <a:gd name="connsiteX943" fmla="*/ 1455302 w 7467600"/>
              <a:gd name="connsiteY943" fmla="*/ 632913 h 6858000"/>
              <a:gd name="connsiteX944" fmla="*/ 1222336 w 7467600"/>
              <a:gd name="connsiteY944" fmla="*/ 9480 h 6858000"/>
              <a:gd name="connsiteX945" fmla="*/ 1214634 w 7467600"/>
              <a:gd name="connsiteY945" fmla="*/ 0 h 6858000"/>
              <a:gd name="connsiteX946" fmla="*/ 1289827 w 7467600"/>
              <a:gd name="connsiteY946" fmla="*/ 0 h 6858000"/>
              <a:gd name="connsiteX947" fmla="*/ 1321076 w 7467600"/>
              <a:gd name="connsiteY947" fmla="*/ 59722 h 6858000"/>
              <a:gd name="connsiteX948" fmla="*/ 1512579 w 7467600"/>
              <a:gd name="connsiteY948" fmla="*/ 626441 h 6858000"/>
              <a:gd name="connsiteX949" fmla="*/ 1506076 w 7467600"/>
              <a:gd name="connsiteY949" fmla="*/ 1089289 h 6858000"/>
              <a:gd name="connsiteX950" fmla="*/ 1486346 w 7467600"/>
              <a:gd name="connsiteY950" fmla="*/ 1079919 h 6858000"/>
              <a:gd name="connsiteX951" fmla="*/ 1070511 w 7467600"/>
              <a:gd name="connsiteY951" fmla="*/ 48609 h 6858000"/>
              <a:gd name="connsiteX952" fmla="*/ 1057230 w 7467600"/>
              <a:gd name="connsiteY952" fmla="*/ 0 h 6858000"/>
              <a:gd name="connsiteX953" fmla="*/ 43151 w 7467600"/>
              <a:gd name="connsiteY953" fmla="*/ 0 h 6858000"/>
              <a:gd name="connsiteX954" fmla="*/ 95283 w 7467600"/>
              <a:gd name="connsiteY954" fmla="*/ 0 h 6858000"/>
              <a:gd name="connsiteX955" fmla="*/ 300708 w 7467600"/>
              <a:gd name="connsiteY955" fmla="*/ 154571 h 6858000"/>
              <a:gd name="connsiteX956" fmla="*/ 530414 w 7467600"/>
              <a:gd name="connsiteY956" fmla="*/ 354673 h 6858000"/>
              <a:gd name="connsiteX957" fmla="*/ 333785 w 7467600"/>
              <a:gd name="connsiteY957" fmla="*/ 161564 h 6858000"/>
              <a:gd name="connsiteX958" fmla="*/ 147005 w 7467600"/>
              <a:gd name="connsiteY958" fmla="*/ 0 h 6858000"/>
              <a:gd name="connsiteX959" fmla="*/ 272509 w 7467600"/>
              <a:gd name="connsiteY959" fmla="*/ 0 h 6858000"/>
              <a:gd name="connsiteX960" fmla="*/ 326276 w 7467600"/>
              <a:gd name="connsiteY960" fmla="*/ 45847 h 6858000"/>
              <a:gd name="connsiteX961" fmla="*/ 823759 w 7467600"/>
              <a:gd name="connsiteY961" fmla="*/ 574145 h 6858000"/>
              <a:gd name="connsiteX962" fmla="*/ 811254 w 7467600"/>
              <a:gd name="connsiteY962" fmla="*/ 665546 h 6858000"/>
              <a:gd name="connsiteX963" fmla="*/ 154042 w 7467600"/>
              <a:gd name="connsiteY963" fmla="*/ 261522 h 6858000"/>
              <a:gd name="connsiteX964" fmla="*/ 13550 w 7467600"/>
              <a:gd name="connsiteY964" fmla="*/ 158423 h 6858000"/>
              <a:gd name="connsiteX965" fmla="*/ 0 w 7467600"/>
              <a:gd name="connsiteY965" fmla="*/ 146618 h 6858000"/>
              <a:gd name="connsiteX966" fmla="*/ 0 w 7467600"/>
              <a:gd name="connsiteY966" fmla="*/ 59161 h 6858000"/>
              <a:gd name="connsiteX967" fmla="*/ 45427 w 7467600"/>
              <a:gd name="connsiteY967" fmla="*/ 101078 h 6858000"/>
              <a:gd name="connsiteX968" fmla="*/ 630103 w 7467600"/>
              <a:gd name="connsiteY968" fmla="*/ 485885 h 6858000"/>
              <a:gd name="connsiteX969" fmla="*/ 532040 w 7467600"/>
              <a:gd name="connsiteY969" fmla="*/ 399359 h 6858000"/>
              <a:gd name="connsiteX970" fmla="*/ 517618 w 7467600"/>
              <a:gd name="connsiteY970" fmla="*/ 385726 h 6858000"/>
              <a:gd name="connsiteX971" fmla="*/ 285074 w 7467600"/>
              <a:gd name="connsiteY971" fmla="*/ 182755 h 6858000"/>
              <a:gd name="connsiteX972" fmla="*/ 43151 w 7467600"/>
              <a:gd name="connsiteY972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7042773 w 7467600"/>
              <a:gd name="connsiteY74" fmla="*/ 5734011 h 6858000"/>
              <a:gd name="connsiteX75" fmla="*/ 7379510 w 7467600"/>
              <a:gd name="connsiteY75" fmla="*/ 5755454 h 6858000"/>
              <a:gd name="connsiteX76" fmla="*/ 7467600 w 7467600"/>
              <a:gd name="connsiteY76" fmla="*/ 5845526 h 6858000"/>
              <a:gd name="connsiteX77" fmla="*/ 7271900 w 7467600"/>
              <a:gd name="connsiteY77" fmla="*/ 5734551 h 6858000"/>
              <a:gd name="connsiteX78" fmla="*/ 7015907 w 7467600"/>
              <a:gd name="connsiteY78" fmla="*/ 5541548 h 6858000"/>
              <a:gd name="connsiteX79" fmla="*/ 7259646 w 7467600"/>
              <a:gd name="connsiteY79" fmla="*/ 5765985 h 6858000"/>
              <a:gd name="connsiteX80" fmla="*/ 7467600 w 7467600"/>
              <a:gd name="connsiteY80" fmla="*/ 6012219 h 6858000"/>
              <a:gd name="connsiteX81" fmla="*/ 7105827 w 7467600"/>
              <a:gd name="connsiteY81" fmla="*/ 5718700 h 6858000"/>
              <a:gd name="connsiteX82" fmla="*/ 7356878 w 7467600"/>
              <a:gd name="connsiteY82" fmla="*/ 5981332 h 6858000"/>
              <a:gd name="connsiteX83" fmla="*/ 7467600 w 7467600"/>
              <a:gd name="connsiteY83" fmla="*/ 6117703 h 6858000"/>
              <a:gd name="connsiteX84" fmla="*/ 7467600 w 7467600"/>
              <a:gd name="connsiteY84" fmla="*/ 6163634 h 6858000"/>
              <a:gd name="connsiteX85" fmla="*/ 7403637 w 7467600"/>
              <a:gd name="connsiteY85" fmla="*/ 6083957 h 6858000"/>
              <a:gd name="connsiteX86" fmla="*/ 7254615 w 7467600"/>
              <a:gd name="connsiteY86" fmla="*/ 5911918 h 6858000"/>
              <a:gd name="connsiteX87" fmla="*/ 7312589 w 7467600"/>
              <a:gd name="connsiteY87" fmla="*/ 5982309 h 6858000"/>
              <a:gd name="connsiteX88" fmla="*/ 7448321 w 7467600"/>
              <a:gd name="connsiteY88" fmla="*/ 6190991 h 6858000"/>
              <a:gd name="connsiteX89" fmla="*/ 7467600 w 7467600"/>
              <a:gd name="connsiteY89" fmla="*/ 6221686 h 6858000"/>
              <a:gd name="connsiteX90" fmla="*/ 7467600 w 7467600"/>
              <a:gd name="connsiteY90" fmla="*/ 6334256 h 6858000"/>
              <a:gd name="connsiteX91" fmla="*/ 7454976 w 7467600"/>
              <a:gd name="connsiteY91" fmla="*/ 6318297 h 6858000"/>
              <a:gd name="connsiteX92" fmla="*/ 7042773 w 7467600"/>
              <a:gd name="connsiteY92" fmla="*/ 5734011 h 6858000"/>
              <a:gd name="connsiteX93" fmla="*/ 1456157 w 7467600"/>
              <a:gd name="connsiteY93" fmla="*/ 5371404 h 6858000"/>
              <a:gd name="connsiteX94" fmla="*/ 1244432 w 7467600"/>
              <a:gd name="connsiteY94" fmla="*/ 5385601 h 6858000"/>
              <a:gd name="connsiteX95" fmla="*/ 973990 w 7467600"/>
              <a:gd name="connsiteY95" fmla="*/ 5424940 h 6858000"/>
              <a:gd name="connsiteX96" fmla="*/ 1103809 w 7467600"/>
              <a:gd name="connsiteY96" fmla="*/ 5433720 h 6858000"/>
              <a:gd name="connsiteX97" fmla="*/ 1123454 w 7467600"/>
              <a:gd name="connsiteY97" fmla="*/ 5435727 h 6858000"/>
              <a:gd name="connsiteX98" fmla="*/ 1737017 w 7467600"/>
              <a:gd name="connsiteY98" fmla="*/ 5452183 h 6858000"/>
              <a:gd name="connsiteX99" fmla="*/ 1824397 w 7467600"/>
              <a:gd name="connsiteY99" fmla="*/ 5447757 h 6858000"/>
              <a:gd name="connsiteX100" fmla="*/ 2070059 w 7467600"/>
              <a:gd name="connsiteY100" fmla="*/ 5441660 h 6858000"/>
              <a:gd name="connsiteX101" fmla="*/ 1456157 w 7467600"/>
              <a:gd name="connsiteY101" fmla="*/ 5371404 h 6858000"/>
              <a:gd name="connsiteX102" fmla="*/ 4988186 w 7467600"/>
              <a:gd name="connsiteY102" fmla="*/ 5216467 h 6858000"/>
              <a:gd name="connsiteX103" fmla="*/ 4777334 w 7467600"/>
              <a:gd name="connsiteY103" fmla="*/ 5406072 h 6858000"/>
              <a:gd name="connsiteX104" fmla="*/ 4718341 w 7467600"/>
              <a:gd name="connsiteY104" fmla="*/ 5468043 h 6858000"/>
              <a:gd name="connsiteX105" fmla="*/ 4604655 w 7467600"/>
              <a:gd name="connsiteY105" fmla="*/ 5583434 h 6858000"/>
              <a:gd name="connsiteX106" fmla="*/ 4565074 w 7467600"/>
              <a:gd name="connsiteY106" fmla="*/ 5618550 h 6858000"/>
              <a:gd name="connsiteX107" fmla="*/ 4988186 w 7467600"/>
              <a:gd name="connsiteY107" fmla="*/ 5216467 h 6858000"/>
              <a:gd name="connsiteX108" fmla="*/ 4978032 w 7467600"/>
              <a:gd name="connsiteY108" fmla="*/ 5183809 h 6858000"/>
              <a:gd name="connsiteX109" fmla="*/ 4463413 w 7467600"/>
              <a:gd name="connsiteY109" fmla="*/ 5615162 h 6858000"/>
              <a:gd name="connsiteX110" fmla="*/ 4358134 w 7467600"/>
              <a:gd name="connsiteY110" fmla="*/ 5742791 h 6858000"/>
              <a:gd name="connsiteX111" fmla="*/ 4376219 w 7467600"/>
              <a:gd name="connsiteY111" fmla="*/ 5729027 h 6858000"/>
              <a:gd name="connsiteX112" fmla="*/ 4582340 w 7467600"/>
              <a:gd name="connsiteY112" fmla="*/ 5561037 h 6858000"/>
              <a:gd name="connsiteX113" fmla="*/ 4694684 w 7467600"/>
              <a:gd name="connsiteY113" fmla="*/ 5447098 h 6858000"/>
              <a:gd name="connsiteX114" fmla="*/ 4754123 w 7467600"/>
              <a:gd name="connsiteY114" fmla="*/ 5384643 h 6858000"/>
              <a:gd name="connsiteX115" fmla="*/ 4978032 w 7467600"/>
              <a:gd name="connsiteY115" fmla="*/ 5183809 h 6858000"/>
              <a:gd name="connsiteX116" fmla="*/ 1903353 w 7467600"/>
              <a:gd name="connsiteY116" fmla="*/ 5044827 h 6858000"/>
              <a:gd name="connsiteX117" fmla="*/ 1936931 w 7467600"/>
              <a:gd name="connsiteY117" fmla="*/ 5093954 h 6858000"/>
              <a:gd name="connsiteX118" fmla="*/ 2195868 w 7467600"/>
              <a:gd name="connsiteY118" fmla="*/ 5396574 h 6858000"/>
              <a:gd name="connsiteX119" fmla="*/ 2088852 w 7467600"/>
              <a:gd name="connsiteY119" fmla="*/ 5166123 h 6858000"/>
              <a:gd name="connsiteX120" fmla="*/ 1958241 w 7467600"/>
              <a:gd name="connsiteY120" fmla="*/ 5067955 h 6858000"/>
              <a:gd name="connsiteX121" fmla="*/ 1903353 w 7467600"/>
              <a:gd name="connsiteY121" fmla="*/ 5044827 h 6858000"/>
              <a:gd name="connsiteX122" fmla="*/ 1979378 w 7467600"/>
              <a:gd name="connsiteY122" fmla="*/ 4769504 h 6858000"/>
              <a:gd name="connsiteX123" fmla="*/ 2882120 w 7467600"/>
              <a:gd name="connsiteY123" fmla="*/ 5064547 h 6858000"/>
              <a:gd name="connsiteX124" fmla="*/ 2793103 w 7467600"/>
              <a:gd name="connsiteY124" fmla="*/ 5039699 h 6858000"/>
              <a:gd name="connsiteX125" fmla="*/ 2770041 w 7467600"/>
              <a:gd name="connsiteY125" fmla="*/ 5033634 h 6858000"/>
              <a:gd name="connsiteX126" fmla="*/ 1979378 w 7467600"/>
              <a:gd name="connsiteY126" fmla="*/ 4769504 h 6858000"/>
              <a:gd name="connsiteX127" fmla="*/ 1927410 w 7467600"/>
              <a:gd name="connsiteY127" fmla="*/ 4716164 h 6858000"/>
              <a:gd name="connsiteX128" fmla="*/ 1959587 w 7467600"/>
              <a:gd name="connsiteY128" fmla="*/ 4728849 h 6858000"/>
              <a:gd name="connsiteX129" fmla="*/ 2777707 w 7467600"/>
              <a:gd name="connsiteY129" fmla="*/ 5003991 h 6858000"/>
              <a:gd name="connsiteX130" fmla="*/ 2800768 w 7467600"/>
              <a:gd name="connsiteY130" fmla="*/ 5010056 h 6858000"/>
              <a:gd name="connsiteX131" fmla="*/ 2879408 w 7467600"/>
              <a:gd name="connsiteY131" fmla="*/ 5031590 h 6858000"/>
              <a:gd name="connsiteX132" fmla="*/ 2862295 w 7467600"/>
              <a:gd name="connsiteY132" fmla="*/ 5022958 h 6858000"/>
              <a:gd name="connsiteX133" fmla="*/ 2813343 w 7467600"/>
              <a:gd name="connsiteY133" fmla="*/ 4998369 h 6858000"/>
              <a:gd name="connsiteX134" fmla="*/ 2646245 w 7467600"/>
              <a:gd name="connsiteY134" fmla="*/ 4930999 h 6858000"/>
              <a:gd name="connsiteX135" fmla="*/ 1999243 w 7467600"/>
              <a:gd name="connsiteY135" fmla="*/ 4730524 h 6858000"/>
              <a:gd name="connsiteX136" fmla="*/ 1979527 w 7467600"/>
              <a:gd name="connsiteY136" fmla="*/ 4726651 h 6858000"/>
              <a:gd name="connsiteX137" fmla="*/ 1927410 w 7467600"/>
              <a:gd name="connsiteY137" fmla="*/ 4716164 h 6858000"/>
              <a:gd name="connsiteX138" fmla="*/ 1997014 w 7467600"/>
              <a:gd name="connsiteY138" fmla="*/ 4698007 h 6858000"/>
              <a:gd name="connsiteX139" fmla="*/ 2005458 w 7467600"/>
              <a:gd name="connsiteY139" fmla="*/ 4699540 h 6858000"/>
              <a:gd name="connsiteX140" fmla="*/ 2657186 w 7467600"/>
              <a:gd name="connsiteY140" fmla="*/ 4901687 h 6858000"/>
              <a:gd name="connsiteX141" fmla="*/ 2826662 w 7467600"/>
              <a:gd name="connsiteY141" fmla="*/ 4970362 h 6858000"/>
              <a:gd name="connsiteX142" fmla="*/ 2876100 w 7467600"/>
              <a:gd name="connsiteY142" fmla="*/ 4995397 h 6858000"/>
              <a:gd name="connsiteX143" fmla="*/ 3042600 w 7467600"/>
              <a:gd name="connsiteY143" fmla="*/ 5059532 h 6858000"/>
              <a:gd name="connsiteX144" fmla="*/ 1997014 w 7467600"/>
              <a:gd name="connsiteY144" fmla="*/ 4698007 h 6858000"/>
              <a:gd name="connsiteX145" fmla="*/ 2305292 w 7467600"/>
              <a:gd name="connsiteY145" fmla="*/ 4219492 h 6858000"/>
              <a:gd name="connsiteX146" fmla="*/ 3360922 w 7467600"/>
              <a:gd name="connsiteY146" fmla="*/ 4529373 h 6858000"/>
              <a:gd name="connsiteX147" fmla="*/ 3492420 w 7467600"/>
              <a:gd name="connsiteY147" fmla="*/ 4510145 h 6858000"/>
              <a:gd name="connsiteX148" fmla="*/ 3364086 w 7467600"/>
              <a:gd name="connsiteY148" fmla="*/ 4480340 h 6858000"/>
              <a:gd name="connsiteX149" fmla="*/ 3225818 w 7467600"/>
              <a:gd name="connsiteY149" fmla="*/ 4411822 h 6858000"/>
              <a:gd name="connsiteX150" fmla="*/ 3129696 w 7467600"/>
              <a:gd name="connsiteY150" fmla="*/ 4360704 h 6858000"/>
              <a:gd name="connsiteX151" fmla="*/ 2814545 w 7467600"/>
              <a:gd name="connsiteY151" fmla="*/ 4282955 h 6858000"/>
              <a:gd name="connsiteX152" fmla="*/ 2305292 w 7467600"/>
              <a:gd name="connsiteY152" fmla="*/ 4219492 h 6858000"/>
              <a:gd name="connsiteX153" fmla="*/ 2626982 w 7467600"/>
              <a:gd name="connsiteY153" fmla="*/ 4206450 h 6858000"/>
              <a:gd name="connsiteX154" fmla="*/ 2490617 w 7467600"/>
              <a:gd name="connsiteY154" fmla="*/ 4206951 h 6858000"/>
              <a:gd name="connsiteX155" fmla="*/ 2819869 w 7467600"/>
              <a:gd name="connsiteY155" fmla="*/ 4252936 h 6858000"/>
              <a:gd name="connsiteX156" fmla="*/ 3143018 w 7467600"/>
              <a:gd name="connsiteY156" fmla="*/ 4332698 h 6858000"/>
              <a:gd name="connsiteX157" fmla="*/ 3241520 w 7467600"/>
              <a:gd name="connsiteY157" fmla="*/ 4385112 h 6858000"/>
              <a:gd name="connsiteX158" fmla="*/ 3374575 w 7467600"/>
              <a:gd name="connsiteY158" fmla="*/ 4451517 h 6858000"/>
              <a:gd name="connsiteX159" fmla="*/ 3505221 w 7467600"/>
              <a:gd name="connsiteY159" fmla="*/ 4480757 h 6858000"/>
              <a:gd name="connsiteX160" fmla="*/ 2626982 w 7467600"/>
              <a:gd name="connsiteY160" fmla="*/ 4206450 h 6858000"/>
              <a:gd name="connsiteX161" fmla="*/ 1310106 w 7467600"/>
              <a:gd name="connsiteY161" fmla="*/ 3943217 h 6858000"/>
              <a:gd name="connsiteX162" fmla="*/ 854994 w 7467600"/>
              <a:gd name="connsiteY162" fmla="*/ 4399136 h 6858000"/>
              <a:gd name="connsiteX163" fmla="*/ 742462 w 7467600"/>
              <a:gd name="connsiteY163" fmla="*/ 4594648 h 6858000"/>
              <a:gd name="connsiteX164" fmla="*/ 820602 w 7467600"/>
              <a:gd name="connsiteY164" fmla="*/ 4485915 h 6858000"/>
              <a:gd name="connsiteX165" fmla="*/ 878295 w 7467600"/>
              <a:gd name="connsiteY165" fmla="*/ 4403594 h 6858000"/>
              <a:gd name="connsiteX166" fmla="*/ 1240607 w 7467600"/>
              <a:gd name="connsiteY166" fmla="*/ 4010401 h 6858000"/>
              <a:gd name="connsiteX167" fmla="*/ 1310106 w 7467600"/>
              <a:gd name="connsiteY167" fmla="*/ 3943217 h 6858000"/>
              <a:gd name="connsiteX168" fmla="*/ 1423113 w 7467600"/>
              <a:gd name="connsiteY168" fmla="*/ 3874565 h 6858000"/>
              <a:gd name="connsiteX169" fmla="*/ 1260565 w 7467600"/>
              <a:gd name="connsiteY169" fmla="*/ 4031982 h 6858000"/>
              <a:gd name="connsiteX170" fmla="*/ 901900 w 7467600"/>
              <a:gd name="connsiteY170" fmla="*/ 4421236 h 6858000"/>
              <a:gd name="connsiteX171" fmla="*/ 845044 w 7467600"/>
              <a:gd name="connsiteY171" fmla="*/ 4502436 h 6858000"/>
              <a:gd name="connsiteX172" fmla="*/ 685926 w 7467600"/>
              <a:gd name="connsiteY172" fmla="*/ 4703069 h 6858000"/>
              <a:gd name="connsiteX173" fmla="*/ 684248 w 7467600"/>
              <a:gd name="connsiteY173" fmla="*/ 4706721 h 6858000"/>
              <a:gd name="connsiteX174" fmla="*/ 1423113 w 7467600"/>
              <a:gd name="connsiteY174" fmla="*/ 3874565 h 6858000"/>
              <a:gd name="connsiteX175" fmla="*/ 3316479 w 7467600"/>
              <a:gd name="connsiteY175" fmla="*/ 3872136 h 6858000"/>
              <a:gd name="connsiteX176" fmla="*/ 3546806 w 7467600"/>
              <a:gd name="connsiteY176" fmla="*/ 4356139 h 6858000"/>
              <a:gd name="connsiteX177" fmla="*/ 3364433 w 7467600"/>
              <a:gd name="connsiteY177" fmla="*/ 3953121 h 6858000"/>
              <a:gd name="connsiteX178" fmla="*/ 3316479 w 7467600"/>
              <a:gd name="connsiteY178" fmla="*/ 3872136 h 6858000"/>
              <a:gd name="connsiteX179" fmla="*/ 3291335 w 7467600"/>
              <a:gd name="connsiteY179" fmla="*/ 3767420 h 6858000"/>
              <a:gd name="connsiteX180" fmla="*/ 3390805 w 7467600"/>
              <a:gd name="connsiteY180" fmla="*/ 3937163 h 6858000"/>
              <a:gd name="connsiteX181" fmla="*/ 3579062 w 7467600"/>
              <a:gd name="connsiteY181" fmla="*/ 4359040 h 6858000"/>
              <a:gd name="connsiteX182" fmla="*/ 3467355 w 7467600"/>
              <a:gd name="connsiteY182" fmla="*/ 3988130 h 6858000"/>
              <a:gd name="connsiteX183" fmla="*/ 3310753 w 7467600"/>
              <a:gd name="connsiteY183" fmla="*/ 3787140 h 6858000"/>
              <a:gd name="connsiteX184" fmla="*/ 3291335 w 7467600"/>
              <a:gd name="connsiteY184" fmla="*/ 3767420 h 6858000"/>
              <a:gd name="connsiteX185" fmla="*/ 1635889 w 7467600"/>
              <a:gd name="connsiteY185" fmla="*/ 3709494 h 6858000"/>
              <a:gd name="connsiteX186" fmla="*/ 1634800 w 7467600"/>
              <a:gd name="connsiteY186" fmla="*/ 3731111 h 6858000"/>
              <a:gd name="connsiteX187" fmla="*/ 1635889 w 7467600"/>
              <a:gd name="connsiteY187" fmla="*/ 3709494 h 6858000"/>
              <a:gd name="connsiteX188" fmla="*/ 1510397 w 7467600"/>
              <a:gd name="connsiteY188" fmla="*/ 3684705 h 6858000"/>
              <a:gd name="connsiteX189" fmla="*/ 1146550 w 7467600"/>
              <a:gd name="connsiteY189" fmla="*/ 3802012 h 6858000"/>
              <a:gd name="connsiteX190" fmla="*/ 698834 w 7467600"/>
              <a:gd name="connsiteY190" fmla="*/ 3952272 h 6858000"/>
              <a:gd name="connsiteX191" fmla="*/ 34256 w 7467600"/>
              <a:gd name="connsiteY191" fmla="*/ 4347603 h 6858000"/>
              <a:gd name="connsiteX192" fmla="*/ 527241 w 7467600"/>
              <a:gd name="connsiteY192" fmla="*/ 4065078 h 6858000"/>
              <a:gd name="connsiteX193" fmla="*/ 1510397 w 7467600"/>
              <a:gd name="connsiteY193" fmla="*/ 3684705 h 6858000"/>
              <a:gd name="connsiteX194" fmla="*/ 1313114 w 7467600"/>
              <a:gd name="connsiteY194" fmla="*/ 3655216 h 6858000"/>
              <a:gd name="connsiteX195" fmla="*/ 1109304 w 7467600"/>
              <a:gd name="connsiteY195" fmla="*/ 3669030 h 6858000"/>
              <a:gd name="connsiteX196" fmla="*/ 8129 w 7467600"/>
              <a:gd name="connsiteY196" fmla="*/ 4330519 h 6858000"/>
              <a:gd name="connsiteX197" fmla="*/ 687572 w 7467600"/>
              <a:gd name="connsiteY197" fmla="*/ 3925629 h 6858000"/>
              <a:gd name="connsiteX198" fmla="*/ 1138365 w 7467600"/>
              <a:gd name="connsiteY198" fmla="*/ 3774515 h 6858000"/>
              <a:gd name="connsiteX199" fmla="*/ 1505579 w 7467600"/>
              <a:gd name="connsiteY199" fmla="*/ 3655526 h 6858000"/>
              <a:gd name="connsiteX200" fmla="*/ 1313114 w 7467600"/>
              <a:gd name="connsiteY200" fmla="*/ 3655216 h 6858000"/>
              <a:gd name="connsiteX201" fmla="*/ 3655073 w 7467600"/>
              <a:gd name="connsiteY201" fmla="*/ 3650884 h 6858000"/>
              <a:gd name="connsiteX202" fmla="*/ 3989938 w 7467600"/>
              <a:gd name="connsiteY202" fmla="*/ 3991685 h 6858000"/>
              <a:gd name="connsiteX203" fmla="*/ 4393907 w 7467600"/>
              <a:gd name="connsiteY203" fmla="*/ 4261258 h 6858000"/>
              <a:gd name="connsiteX204" fmla="*/ 4648051 w 7467600"/>
              <a:gd name="connsiteY204" fmla="*/ 4374051 h 6858000"/>
              <a:gd name="connsiteX205" fmla="*/ 4383389 w 7467600"/>
              <a:gd name="connsiteY205" fmla="*/ 4184369 h 6858000"/>
              <a:gd name="connsiteX206" fmla="*/ 4165508 w 7467600"/>
              <a:gd name="connsiteY206" fmla="*/ 4035196 h 6858000"/>
              <a:gd name="connsiteX207" fmla="*/ 4068162 w 7467600"/>
              <a:gd name="connsiteY207" fmla="*/ 3953394 h 6858000"/>
              <a:gd name="connsiteX208" fmla="*/ 3981416 w 7467600"/>
              <a:gd name="connsiteY208" fmla="*/ 3880482 h 6858000"/>
              <a:gd name="connsiteX209" fmla="*/ 3800147 w 7467600"/>
              <a:gd name="connsiteY209" fmla="*/ 3749872 h 6858000"/>
              <a:gd name="connsiteX210" fmla="*/ 3655073 w 7467600"/>
              <a:gd name="connsiteY210" fmla="*/ 3650884 h 6858000"/>
              <a:gd name="connsiteX211" fmla="*/ 3670252 w 7467600"/>
              <a:gd name="connsiteY211" fmla="*/ 3622798 h 6858000"/>
              <a:gd name="connsiteX212" fmla="*/ 3817258 w 7467600"/>
              <a:gd name="connsiteY212" fmla="*/ 3723577 h 6858000"/>
              <a:gd name="connsiteX213" fmla="*/ 4000461 w 7467600"/>
              <a:gd name="connsiteY213" fmla="*/ 3855966 h 6858000"/>
              <a:gd name="connsiteX214" fmla="*/ 4088180 w 7467600"/>
              <a:gd name="connsiteY214" fmla="*/ 3929774 h 6858000"/>
              <a:gd name="connsiteX215" fmla="*/ 4184555 w 7467600"/>
              <a:gd name="connsiteY215" fmla="*/ 4010683 h 6858000"/>
              <a:gd name="connsiteX216" fmla="*/ 4399563 w 7467600"/>
              <a:gd name="connsiteY216" fmla="*/ 4158106 h 6858000"/>
              <a:gd name="connsiteX217" fmla="*/ 4684469 w 7467600"/>
              <a:gd name="connsiteY217" fmla="*/ 4364680 h 6858000"/>
              <a:gd name="connsiteX218" fmla="*/ 4690271 w 7467600"/>
              <a:gd name="connsiteY218" fmla="*/ 4370034 h 6858000"/>
              <a:gd name="connsiteX219" fmla="*/ 4136093 w 7467600"/>
              <a:gd name="connsiteY219" fmla="*/ 3858466 h 6858000"/>
              <a:gd name="connsiteX220" fmla="*/ 3670252 w 7467600"/>
              <a:gd name="connsiteY220" fmla="*/ 3622798 h 6858000"/>
              <a:gd name="connsiteX221" fmla="*/ 4440129 w 7467600"/>
              <a:gd name="connsiteY221" fmla="*/ 3448571 h 6858000"/>
              <a:gd name="connsiteX222" fmla="*/ 4856525 w 7467600"/>
              <a:gd name="connsiteY222" fmla="*/ 3915351 h 6858000"/>
              <a:gd name="connsiteX223" fmla="*/ 5059055 w 7467600"/>
              <a:gd name="connsiteY223" fmla="*/ 4108918 h 6858000"/>
              <a:gd name="connsiteX224" fmla="*/ 5290070 w 7467600"/>
              <a:gd name="connsiteY224" fmla="*/ 4263619 h 6858000"/>
              <a:gd name="connsiteX225" fmla="*/ 4834991 w 7467600"/>
              <a:gd name="connsiteY225" fmla="*/ 3830985 h 6858000"/>
              <a:gd name="connsiteX226" fmla="*/ 4440129 w 7467600"/>
              <a:gd name="connsiteY226" fmla="*/ 3448571 h 6858000"/>
              <a:gd name="connsiteX227" fmla="*/ 4441737 w 7467600"/>
              <a:gd name="connsiteY227" fmla="*/ 3399734 h 6858000"/>
              <a:gd name="connsiteX228" fmla="*/ 4431236 w 7467600"/>
              <a:gd name="connsiteY228" fmla="*/ 3400954 h 6858000"/>
              <a:gd name="connsiteX229" fmla="*/ 4557150 w 7467600"/>
              <a:gd name="connsiteY229" fmla="*/ 3510023 h 6858000"/>
              <a:gd name="connsiteX230" fmla="*/ 4856936 w 7467600"/>
              <a:gd name="connsiteY230" fmla="*/ 3809146 h 6858000"/>
              <a:gd name="connsiteX231" fmla="*/ 5111996 w 7467600"/>
              <a:gd name="connsiteY231" fmla="*/ 4065759 h 6858000"/>
              <a:gd name="connsiteX232" fmla="*/ 5388878 w 7467600"/>
              <a:gd name="connsiteY232" fmla="*/ 4300185 h 6858000"/>
              <a:gd name="connsiteX233" fmla="*/ 5425556 w 7467600"/>
              <a:gd name="connsiteY233" fmla="*/ 4308967 h 6858000"/>
              <a:gd name="connsiteX234" fmla="*/ 4943646 w 7467600"/>
              <a:gd name="connsiteY234" fmla="*/ 3822916 h 6858000"/>
              <a:gd name="connsiteX235" fmla="*/ 4594837 w 7467600"/>
              <a:gd name="connsiteY235" fmla="*/ 3532274 h 6858000"/>
              <a:gd name="connsiteX236" fmla="*/ 4441737 w 7467600"/>
              <a:gd name="connsiteY236" fmla="*/ 3399734 h 6858000"/>
              <a:gd name="connsiteX237" fmla="*/ 5425834 w 7467600"/>
              <a:gd name="connsiteY237" fmla="*/ 3162785 h 6858000"/>
              <a:gd name="connsiteX238" fmla="*/ 5401644 w 7467600"/>
              <a:gd name="connsiteY238" fmla="*/ 3617847 h 6858000"/>
              <a:gd name="connsiteX239" fmla="*/ 5467256 w 7467600"/>
              <a:gd name="connsiteY239" fmla="*/ 4175494 h 6858000"/>
              <a:gd name="connsiteX240" fmla="*/ 5448069 w 7467600"/>
              <a:gd name="connsiteY240" fmla="*/ 3567554 h 6858000"/>
              <a:gd name="connsiteX241" fmla="*/ 5425834 w 7467600"/>
              <a:gd name="connsiteY241" fmla="*/ 3162785 h 6858000"/>
              <a:gd name="connsiteX242" fmla="*/ 1318687 w 7467600"/>
              <a:gd name="connsiteY242" fmla="*/ 3113840 h 6858000"/>
              <a:gd name="connsiteX243" fmla="*/ 1066793 w 7467600"/>
              <a:gd name="connsiteY243" fmla="*/ 3212171 h 6858000"/>
              <a:gd name="connsiteX244" fmla="*/ 993319 w 7467600"/>
              <a:gd name="connsiteY244" fmla="*/ 3247648 h 6858000"/>
              <a:gd name="connsiteX245" fmla="*/ 853081 w 7467600"/>
              <a:gd name="connsiteY245" fmla="*/ 3312410 h 6858000"/>
              <a:gd name="connsiteX246" fmla="*/ 805957 w 7467600"/>
              <a:gd name="connsiteY246" fmla="*/ 3330443 h 6858000"/>
              <a:gd name="connsiteX247" fmla="*/ 1318687 w 7467600"/>
              <a:gd name="connsiteY247" fmla="*/ 3113840 h 6858000"/>
              <a:gd name="connsiteX248" fmla="*/ 5453702 w 7467600"/>
              <a:gd name="connsiteY248" fmla="*/ 3090882 h 6858000"/>
              <a:gd name="connsiteX249" fmla="*/ 5480135 w 7467600"/>
              <a:gd name="connsiteY249" fmla="*/ 3565802 h 6858000"/>
              <a:gd name="connsiteX250" fmla="*/ 5499023 w 7467600"/>
              <a:gd name="connsiteY250" fmla="*/ 4166310 h 6858000"/>
              <a:gd name="connsiteX251" fmla="*/ 5547022 w 7467600"/>
              <a:gd name="connsiteY251" fmla="*/ 3607838 h 6858000"/>
              <a:gd name="connsiteX252" fmla="*/ 5515964 w 7467600"/>
              <a:gd name="connsiteY252" fmla="*/ 3378541 h 6858000"/>
              <a:gd name="connsiteX253" fmla="*/ 5453702 w 7467600"/>
              <a:gd name="connsiteY253" fmla="*/ 3090882 h 6858000"/>
              <a:gd name="connsiteX254" fmla="*/ 1238695 w 7467600"/>
              <a:gd name="connsiteY254" fmla="*/ 3076820 h 6858000"/>
              <a:gd name="connsiteX255" fmla="*/ 716371 w 7467600"/>
              <a:gd name="connsiteY255" fmla="*/ 3293249 h 6858000"/>
              <a:gd name="connsiteX256" fmla="*/ 579522 w 7467600"/>
              <a:gd name="connsiteY256" fmla="*/ 3371759 h 6858000"/>
              <a:gd name="connsiteX257" fmla="*/ 600288 w 7467600"/>
              <a:gd name="connsiteY257" fmla="*/ 3365555 h 6858000"/>
              <a:gd name="connsiteX258" fmla="*/ 840692 w 7467600"/>
              <a:gd name="connsiteY258" fmla="*/ 3284921 h 6858000"/>
              <a:gd name="connsiteX259" fmla="*/ 979248 w 7467600"/>
              <a:gd name="connsiteY259" fmla="*/ 3221003 h 6858000"/>
              <a:gd name="connsiteX260" fmla="*/ 1053282 w 7467600"/>
              <a:gd name="connsiteY260" fmla="*/ 3185247 h 6858000"/>
              <a:gd name="connsiteX261" fmla="*/ 1320603 w 7467600"/>
              <a:gd name="connsiteY261" fmla="*/ 3081281 h 6858000"/>
              <a:gd name="connsiteX262" fmla="*/ 1238695 w 7467600"/>
              <a:gd name="connsiteY262" fmla="*/ 3076820 h 6858000"/>
              <a:gd name="connsiteX263" fmla="*/ 5425627 w 7467600"/>
              <a:gd name="connsiteY263" fmla="*/ 2954192 h 6858000"/>
              <a:gd name="connsiteX264" fmla="*/ 5470770 w 7467600"/>
              <a:gd name="connsiteY264" fmla="*/ 3005435 h 6858000"/>
              <a:gd name="connsiteX265" fmla="*/ 5519779 w 7467600"/>
              <a:gd name="connsiteY265" fmla="*/ 4359223 h 6858000"/>
              <a:gd name="connsiteX266" fmla="*/ 5520293 w 7467600"/>
              <a:gd name="connsiteY266" fmla="*/ 4360602 h 6858000"/>
              <a:gd name="connsiteX267" fmla="*/ 5767221 w 7467600"/>
              <a:gd name="connsiteY267" fmla="*/ 4665564 h 6858000"/>
              <a:gd name="connsiteX268" fmla="*/ 6937169 w 7467600"/>
              <a:gd name="connsiteY268" fmla="*/ 4815941 h 6858000"/>
              <a:gd name="connsiteX269" fmla="*/ 6953922 w 7467600"/>
              <a:gd name="connsiteY269" fmla="*/ 4890068 h 6858000"/>
              <a:gd name="connsiteX270" fmla="*/ 6071359 w 7467600"/>
              <a:gd name="connsiteY270" fmla="*/ 4770770 h 6858000"/>
              <a:gd name="connsiteX271" fmla="*/ 6038839 w 7467600"/>
              <a:gd name="connsiteY271" fmla="*/ 4764474 h 6858000"/>
              <a:gd name="connsiteX272" fmla="*/ 6038706 w 7467600"/>
              <a:gd name="connsiteY272" fmla="*/ 4763847 h 6858000"/>
              <a:gd name="connsiteX273" fmla="*/ 6037784 w 7467600"/>
              <a:gd name="connsiteY273" fmla="*/ 4764270 h 6858000"/>
              <a:gd name="connsiteX274" fmla="*/ 6038839 w 7467600"/>
              <a:gd name="connsiteY274" fmla="*/ 4764474 h 6858000"/>
              <a:gd name="connsiteX275" fmla="*/ 6040338 w 7467600"/>
              <a:gd name="connsiteY275" fmla="*/ 4771418 h 6858000"/>
              <a:gd name="connsiteX276" fmla="*/ 6024488 w 7467600"/>
              <a:gd name="connsiteY276" fmla="*/ 4809903 h 6858000"/>
              <a:gd name="connsiteX277" fmla="*/ 5599771 w 7467600"/>
              <a:gd name="connsiteY277" fmla="*/ 5509652 h 6858000"/>
              <a:gd name="connsiteX278" fmla="*/ 5548843 w 7467600"/>
              <a:gd name="connsiteY278" fmla="*/ 5563845 h 6858000"/>
              <a:gd name="connsiteX279" fmla="*/ 5940952 w 7467600"/>
              <a:gd name="connsiteY279" fmla="*/ 6250028 h 6858000"/>
              <a:gd name="connsiteX280" fmla="*/ 6043441 w 7467600"/>
              <a:gd name="connsiteY280" fmla="*/ 6665847 h 6858000"/>
              <a:gd name="connsiteX281" fmla="*/ 6093432 w 7467600"/>
              <a:gd name="connsiteY281" fmla="*/ 6858000 h 6858000"/>
              <a:gd name="connsiteX282" fmla="*/ 6034344 w 7467600"/>
              <a:gd name="connsiteY282" fmla="*/ 6858000 h 6858000"/>
              <a:gd name="connsiteX283" fmla="*/ 6026679 w 7467600"/>
              <a:gd name="connsiteY283" fmla="*/ 6836959 h 6858000"/>
              <a:gd name="connsiteX284" fmla="*/ 5800441 w 7467600"/>
              <a:gd name="connsiteY284" fmla="*/ 6335286 h 6858000"/>
              <a:gd name="connsiteX285" fmla="*/ 5526562 w 7467600"/>
              <a:gd name="connsiteY285" fmla="*/ 5705388 h 6858000"/>
              <a:gd name="connsiteX286" fmla="*/ 5519640 w 7467600"/>
              <a:gd name="connsiteY286" fmla="*/ 5683774 h 6858000"/>
              <a:gd name="connsiteX287" fmla="*/ 5844559 w 7467600"/>
              <a:gd name="connsiteY287" fmla="*/ 6553349 h 6858000"/>
              <a:gd name="connsiteX288" fmla="*/ 5975994 w 7467600"/>
              <a:gd name="connsiteY288" fmla="*/ 6858000 h 6858000"/>
              <a:gd name="connsiteX289" fmla="*/ 5898547 w 7467600"/>
              <a:gd name="connsiteY289" fmla="*/ 6858000 h 6858000"/>
              <a:gd name="connsiteX290" fmla="*/ 5682041 w 7467600"/>
              <a:gd name="connsiteY290" fmla="*/ 6355860 h 6858000"/>
              <a:gd name="connsiteX291" fmla="*/ 5461758 w 7467600"/>
              <a:gd name="connsiteY291" fmla="*/ 5820220 h 6858000"/>
              <a:gd name="connsiteX292" fmla="*/ 5237282 w 7467600"/>
              <a:gd name="connsiteY292" fmla="*/ 6579086 h 6858000"/>
              <a:gd name="connsiteX293" fmla="*/ 5115009 w 7467600"/>
              <a:gd name="connsiteY293" fmla="*/ 6858000 h 6858000"/>
              <a:gd name="connsiteX294" fmla="*/ 5028074 w 7467600"/>
              <a:gd name="connsiteY294" fmla="*/ 6858000 h 6858000"/>
              <a:gd name="connsiteX295" fmla="*/ 5079508 w 7467600"/>
              <a:gd name="connsiteY295" fmla="*/ 6749074 h 6858000"/>
              <a:gd name="connsiteX296" fmla="*/ 5371846 w 7467600"/>
              <a:gd name="connsiteY296" fmla="*/ 5924413 h 6858000"/>
              <a:gd name="connsiteX297" fmla="*/ 5270512 w 7467600"/>
              <a:gd name="connsiteY297" fmla="*/ 6138975 h 6858000"/>
              <a:gd name="connsiteX298" fmla="*/ 5062409 w 7467600"/>
              <a:gd name="connsiteY298" fmla="*/ 6653544 h 6858000"/>
              <a:gd name="connsiteX299" fmla="*/ 5036628 w 7467600"/>
              <a:gd name="connsiteY299" fmla="*/ 6754247 h 6858000"/>
              <a:gd name="connsiteX300" fmla="*/ 5009112 w 7467600"/>
              <a:gd name="connsiteY300" fmla="*/ 6858000 h 6858000"/>
              <a:gd name="connsiteX301" fmla="*/ 4976679 w 7467600"/>
              <a:gd name="connsiteY301" fmla="*/ 6858000 h 6858000"/>
              <a:gd name="connsiteX302" fmla="*/ 5006537 w 7467600"/>
              <a:gd name="connsiteY302" fmla="*/ 6747068 h 6858000"/>
              <a:gd name="connsiteX303" fmla="*/ 5032723 w 7467600"/>
              <a:gd name="connsiteY303" fmla="*/ 6644957 h 6858000"/>
              <a:gd name="connsiteX304" fmla="*/ 5242949 w 7467600"/>
              <a:gd name="connsiteY304" fmla="*/ 6125175 h 6858000"/>
              <a:gd name="connsiteX305" fmla="*/ 5286321 w 7467600"/>
              <a:gd name="connsiteY305" fmla="*/ 6033555 h 6858000"/>
              <a:gd name="connsiteX306" fmla="*/ 5008210 w 7467600"/>
              <a:gd name="connsiteY306" fmla="*/ 6649194 h 6858000"/>
              <a:gd name="connsiteX307" fmla="*/ 4986321 w 7467600"/>
              <a:gd name="connsiteY307" fmla="*/ 6765687 h 6858000"/>
              <a:gd name="connsiteX308" fmla="*/ 4973474 w 7467600"/>
              <a:gd name="connsiteY308" fmla="*/ 6858000 h 6858000"/>
              <a:gd name="connsiteX309" fmla="*/ 4907178 w 7467600"/>
              <a:gd name="connsiteY309" fmla="*/ 6858000 h 6858000"/>
              <a:gd name="connsiteX310" fmla="*/ 4910810 w 7467600"/>
              <a:gd name="connsiteY310" fmla="*/ 6829660 h 6858000"/>
              <a:gd name="connsiteX311" fmla="*/ 4987461 w 7467600"/>
              <a:gd name="connsiteY311" fmla="*/ 6432994 h 6858000"/>
              <a:gd name="connsiteX312" fmla="*/ 5179262 w 7467600"/>
              <a:gd name="connsiteY312" fmla="*/ 6035044 h 6858000"/>
              <a:gd name="connsiteX313" fmla="*/ 4689678 w 7467600"/>
              <a:gd name="connsiteY313" fmla="*/ 6440241 h 6858000"/>
              <a:gd name="connsiteX314" fmla="*/ 4477543 w 7467600"/>
              <a:gd name="connsiteY314" fmla="*/ 6674836 h 6858000"/>
              <a:gd name="connsiteX315" fmla="*/ 4329957 w 7467600"/>
              <a:gd name="connsiteY315" fmla="*/ 6858000 h 6858000"/>
              <a:gd name="connsiteX316" fmla="*/ 4218595 w 7467600"/>
              <a:gd name="connsiteY316" fmla="*/ 6858000 h 6858000"/>
              <a:gd name="connsiteX317" fmla="*/ 4368888 w 7467600"/>
              <a:gd name="connsiteY317" fmla="*/ 6668412 h 6858000"/>
              <a:gd name="connsiteX318" fmla="*/ 4563091 w 7467600"/>
              <a:gd name="connsiteY318" fmla="*/ 6442508 h 6858000"/>
              <a:gd name="connsiteX319" fmla="*/ 5387324 w 7467600"/>
              <a:gd name="connsiteY319" fmla="*/ 5705830 h 6858000"/>
              <a:gd name="connsiteX320" fmla="*/ 5073620 w 7467600"/>
              <a:gd name="connsiteY320" fmla="*/ 5955437 h 6858000"/>
              <a:gd name="connsiteX321" fmla="*/ 4689789 w 7467600"/>
              <a:gd name="connsiteY321" fmla="*/ 6268382 h 6858000"/>
              <a:gd name="connsiteX322" fmla="*/ 4418722 w 7467600"/>
              <a:gd name="connsiteY322" fmla="*/ 6570886 h 6858000"/>
              <a:gd name="connsiteX323" fmla="*/ 4214944 w 7467600"/>
              <a:gd name="connsiteY323" fmla="*/ 6858000 h 6858000"/>
              <a:gd name="connsiteX324" fmla="*/ 4177898 w 7467600"/>
              <a:gd name="connsiteY324" fmla="*/ 6858000 h 6858000"/>
              <a:gd name="connsiteX325" fmla="*/ 4391597 w 7467600"/>
              <a:gd name="connsiteY325" fmla="*/ 6556370 h 6858000"/>
              <a:gd name="connsiteX326" fmla="*/ 4668889 w 7467600"/>
              <a:gd name="connsiteY326" fmla="*/ 6246399 h 6858000"/>
              <a:gd name="connsiteX327" fmla="*/ 5055427 w 7467600"/>
              <a:gd name="connsiteY327" fmla="*/ 5931476 h 6858000"/>
              <a:gd name="connsiteX328" fmla="*/ 5371814 w 7467600"/>
              <a:gd name="connsiteY328" fmla="*/ 5678975 h 6858000"/>
              <a:gd name="connsiteX329" fmla="*/ 4987918 w 7467600"/>
              <a:gd name="connsiteY329" fmla="*/ 5838701 h 6858000"/>
              <a:gd name="connsiteX330" fmla="*/ 4317146 w 7467600"/>
              <a:gd name="connsiteY330" fmla="*/ 6587716 h 6858000"/>
              <a:gd name="connsiteX331" fmla="*/ 4171627 w 7467600"/>
              <a:gd name="connsiteY331" fmla="*/ 6858000 h 6858000"/>
              <a:gd name="connsiteX332" fmla="*/ 4081585 w 7467600"/>
              <a:gd name="connsiteY332" fmla="*/ 6858000 h 6858000"/>
              <a:gd name="connsiteX333" fmla="*/ 4238603 w 7467600"/>
              <a:gd name="connsiteY333" fmla="*/ 6559341 h 6858000"/>
              <a:gd name="connsiteX334" fmla="*/ 4778333 w 7467600"/>
              <a:gd name="connsiteY334" fmla="*/ 5873626 h 6858000"/>
              <a:gd name="connsiteX335" fmla="*/ 5414185 w 7467600"/>
              <a:gd name="connsiteY335" fmla="*/ 5573882 h 6858000"/>
              <a:gd name="connsiteX336" fmla="*/ 5959648 w 7467600"/>
              <a:gd name="connsiteY336" fmla="*/ 4760797 h 6858000"/>
              <a:gd name="connsiteX337" fmla="*/ 5355019 w 7467600"/>
              <a:gd name="connsiteY337" fmla="*/ 4734672 h 6858000"/>
              <a:gd name="connsiteX338" fmla="*/ 5083565 w 7467600"/>
              <a:gd name="connsiteY338" fmla="*/ 5179121 h 6858000"/>
              <a:gd name="connsiteX339" fmla="*/ 4713577 w 7467600"/>
              <a:gd name="connsiteY339" fmla="*/ 5616803 h 6858000"/>
              <a:gd name="connsiteX340" fmla="*/ 3989559 w 7467600"/>
              <a:gd name="connsiteY340" fmla="*/ 6145945 h 6858000"/>
              <a:gd name="connsiteX341" fmla="*/ 3939824 w 7467600"/>
              <a:gd name="connsiteY341" fmla="*/ 6066900 h 6858000"/>
              <a:gd name="connsiteX342" fmla="*/ 4584537 w 7467600"/>
              <a:gd name="connsiteY342" fmla="*/ 5324826 h 6858000"/>
              <a:gd name="connsiteX343" fmla="*/ 5037105 w 7467600"/>
              <a:gd name="connsiteY343" fmla="*/ 5088765 h 6858000"/>
              <a:gd name="connsiteX344" fmla="*/ 5039930 w 7467600"/>
              <a:gd name="connsiteY344" fmla="*/ 5089585 h 6858000"/>
              <a:gd name="connsiteX345" fmla="*/ 5263764 w 7467600"/>
              <a:gd name="connsiteY345" fmla="*/ 4735525 h 6858000"/>
              <a:gd name="connsiteX346" fmla="*/ 4086300 w 7467600"/>
              <a:gd name="connsiteY346" fmla="*/ 4884599 h 6858000"/>
              <a:gd name="connsiteX347" fmla="*/ 4085485 w 7467600"/>
              <a:gd name="connsiteY347" fmla="*/ 4899070 h 6858000"/>
              <a:gd name="connsiteX348" fmla="*/ 3871915 w 7467600"/>
              <a:gd name="connsiteY348" fmla="*/ 5253645 h 6858000"/>
              <a:gd name="connsiteX349" fmla="*/ 3799374 w 7467600"/>
              <a:gd name="connsiteY349" fmla="*/ 5466127 h 6858000"/>
              <a:gd name="connsiteX350" fmla="*/ 3498850 w 7467600"/>
              <a:gd name="connsiteY350" fmla="*/ 6661888 h 6858000"/>
              <a:gd name="connsiteX351" fmla="*/ 3399216 w 7467600"/>
              <a:gd name="connsiteY351" fmla="*/ 6858000 h 6858000"/>
              <a:gd name="connsiteX352" fmla="*/ 3303688 w 7467600"/>
              <a:gd name="connsiteY352" fmla="*/ 6858000 h 6858000"/>
              <a:gd name="connsiteX353" fmla="*/ 3391774 w 7467600"/>
              <a:gd name="connsiteY353" fmla="*/ 6697181 h 6858000"/>
              <a:gd name="connsiteX354" fmla="*/ 3735540 w 7467600"/>
              <a:gd name="connsiteY354" fmla="*/ 5546923 h 6858000"/>
              <a:gd name="connsiteX355" fmla="*/ 3729438 w 7467600"/>
              <a:gd name="connsiteY355" fmla="*/ 5569058 h 6858000"/>
              <a:gd name="connsiteX356" fmla="*/ 3707782 w 7467600"/>
              <a:gd name="connsiteY356" fmla="*/ 5644908 h 6858000"/>
              <a:gd name="connsiteX357" fmla="*/ 3583827 w 7467600"/>
              <a:gd name="connsiteY357" fmla="*/ 6039215 h 6858000"/>
              <a:gd name="connsiteX358" fmla="*/ 3547861 w 7467600"/>
              <a:gd name="connsiteY358" fmla="*/ 6129609 h 6858000"/>
              <a:gd name="connsiteX359" fmla="*/ 3490905 w 7467600"/>
              <a:gd name="connsiteY359" fmla="*/ 6277660 h 6858000"/>
              <a:gd name="connsiteX360" fmla="*/ 3455859 w 7467600"/>
              <a:gd name="connsiteY360" fmla="*/ 6391301 h 6858000"/>
              <a:gd name="connsiteX361" fmla="*/ 3429112 w 7467600"/>
              <a:gd name="connsiteY361" fmla="*/ 6479469 h 6858000"/>
              <a:gd name="connsiteX362" fmla="*/ 3304862 w 7467600"/>
              <a:gd name="connsiteY362" fmla="*/ 6796476 h 6858000"/>
              <a:gd name="connsiteX363" fmla="*/ 3276071 w 7467600"/>
              <a:gd name="connsiteY363" fmla="*/ 6858000 h 6858000"/>
              <a:gd name="connsiteX364" fmla="*/ 3240805 w 7467600"/>
              <a:gd name="connsiteY364" fmla="*/ 6858000 h 6858000"/>
              <a:gd name="connsiteX365" fmla="*/ 3275917 w 7467600"/>
              <a:gd name="connsiteY365" fmla="*/ 6783192 h 6858000"/>
              <a:gd name="connsiteX366" fmla="*/ 3399358 w 7467600"/>
              <a:gd name="connsiteY366" fmla="*/ 6469011 h 6858000"/>
              <a:gd name="connsiteX367" fmla="*/ 3425650 w 7467600"/>
              <a:gd name="connsiteY367" fmla="*/ 6381333 h 6858000"/>
              <a:gd name="connsiteX368" fmla="*/ 3460661 w 7467600"/>
              <a:gd name="connsiteY368" fmla="*/ 6266763 h 6858000"/>
              <a:gd name="connsiteX369" fmla="*/ 3518021 w 7467600"/>
              <a:gd name="connsiteY369" fmla="*/ 6117298 h 6858000"/>
              <a:gd name="connsiteX370" fmla="*/ 3554035 w 7467600"/>
              <a:gd name="connsiteY370" fmla="*/ 6027832 h 6858000"/>
              <a:gd name="connsiteX371" fmla="*/ 3677174 w 7467600"/>
              <a:gd name="connsiteY371" fmla="*/ 5636351 h 6858000"/>
              <a:gd name="connsiteX372" fmla="*/ 3698819 w 7467600"/>
              <a:gd name="connsiteY372" fmla="*/ 5560503 h 6858000"/>
              <a:gd name="connsiteX373" fmla="*/ 3702094 w 7467600"/>
              <a:gd name="connsiteY373" fmla="*/ 5549194 h 6858000"/>
              <a:gd name="connsiteX374" fmla="*/ 3398355 w 7467600"/>
              <a:gd name="connsiteY374" fmla="*/ 6094603 h 6858000"/>
              <a:gd name="connsiteX375" fmla="*/ 3193941 w 7467600"/>
              <a:gd name="connsiteY375" fmla="*/ 6798775 h 6858000"/>
              <a:gd name="connsiteX376" fmla="*/ 3184140 w 7467600"/>
              <a:gd name="connsiteY376" fmla="*/ 6858000 h 6858000"/>
              <a:gd name="connsiteX377" fmla="*/ 3099978 w 7467600"/>
              <a:gd name="connsiteY377" fmla="*/ 6858000 h 6858000"/>
              <a:gd name="connsiteX378" fmla="*/ 3101556 w 7467600"/>
              <a:gd name="connsiteY378" fmla="*/ 6843337 h 6858000"/>
              <a:gd name="connsiteX379" fmla="*/ 3370162 w 7467600"/>
              <a:gd name="connsiteY379" fmla="*/ 5785550 h 6858000"/>
              <a:gd name="connsiteX380" fmla="*/ 3746477 w 7467600"/>
              <a:gd name="connsiteY380" fmla="*/ 5377889 h 6858000"/>
              <a:gd name="connsiteX381" fmla="*/ 3863399 w 7467600"/>
              <a:gd name="connsiteY381" fmla="*/ 5087257 h 6858000"/>
              <a:gd name="connsiteX382" fmla="*/ 3968712 w 7467600"/>
              <a:gd name="connsiteY382" fmla="*/ 4913989 h 6858000"/>
              <a:gd name="connsiteX383" fmla="*/ 2792390 w 7467600"/>
              <a:gd name="connsiteY383" fmla="*/ 5382974 h 6858000"/>
              <a:gd name="connsiteX384" fmla="*/ 2714982 w 7467600"/>
              <a:gd name="connsiteY384" fmla="*/ 5427051 h 6858000"/>
              <a:gd name="connsiteX385" fmla="*/ 2813361 w 7467600"/>
              <a:gd name="connsiteY385" fmla="*/ 6023912 h 6858000"/>
              <a:gd name="connsiteX386" fmla="*/ 2688430 w 7467600"/>
              <a:gd name="connsiteY386" fmla="*/ 6801564 h 6858000"/>
              <a:gd name="connsiteX387" fmla="*/ 2629626 w 7467600"/>
              <a:gd name="connsiteY387" fmla="*/ 6763394 h 6858000"/>
              <a:gd name="connsiteX388" fmla="*/ 2565328 w 7467600"/>
              <a:gd name="connsiteY388" fmla="*/ 5516399 h 6858000"/>
              <a:gd name="connsiteX389" fmla="*/ 1922999 w 7467600"/>
              <a:gd name="connsiteY389" fmla="*/ 5980343 h 6858000"/>
              <a:gd name="connsiteX390" fmla="*/ 1950261 w 7467600"/>
              <a:gd name="connsiteY390" fmla="*/ 6405858 h 6858000"/>
              <a:gd name="connsiteX391" fmla="*/ 2365554 w 7467600"/>
              <a:gd name="connsiteY391" fmla="*/ 6759107 h 6858000"/>
              <a:gd name="connsiteX392" fmla="*/ 2424142 w 7467600"/>
              <a:gd name="connsiteY392" fmla="*/ 6858000 h 6858000"/>
              <a:gd name="connsiteX393" fmla="*/ 2395994 w 7467600"/>
              <a:gd name="connsiteY393" fmla="*/ 6858000 h 6858000"/>
              <a:gd name="connsiteX394" fmla="*/ 2392863 w 7467600"/>
              <a:gd name="connsiteY394" fmla="*/ 6852964 h 6858000"/>
              <a:gd name="connsiteX395" fmla="*/ 2017589 w 7467600"/>
              <a:gd name="connsiteY395" fmla="*/ 6493982 h 6858000"/>
              <a:gd name="connsiteX396" fmla="*/ 2147336 w 7467600"/>
              <a:gd name="connsiteY396" fmla="*/ 6594052 h 6858000"/>
              <a:gd name="connsiteX397" fmla="*/ 2207047 w 7467600"/>
              <a:gd name="connsiteY397" fmla="*/ 6654540 h 6858000"/>
              <a:gd name="connsiteX398" fmla="*/ 2299106 w 7467600"/>
              <a:gd name="connsiteY398" fmla="*/ 6778931 h 6858000"/>
              <a:gd name="connsiteX399" fmla="*/ 2314430 w 7467600"/>
              <a:gd name="connsiteY399" fmla="*/ 6801144 h 6858000"/>
              <a:gd name="connsiteX400" fmla="*/ 2352406 w 7467600"/>
              <a:gd name="connsiteY400" fmla="*/ 6858000 h 6858000"/>
              <a:gd name="connsiteX401" fmla="*/ 2314492 w 7467600"/>
              <a:gd name="connsiteY401" fmla="*/ 6858000 h 6858000"/>
              <a:gd name="connsiteX402" fmla="*/ 2288095 w 7467600"/>
              <a:gd name="connsiteY402" fmla="*/ 6818030 h 6858000"/>
              <a:gd name="connsiteX403" fmla="*/ 2272768 w 7467600"/>
              <a:gd name="connsiteY403" fmla="*/ 6795822 h 6858000"/>
              <a:gd name="connsiteX404" fmla="*/ 2182715 w 7467600"/>
              <a:gd name="connsiteY404" fmla="*/ 6675071 h 6858000"/>
              <a:gd name="connsiteX405" fmla="*/ 2032061 w 7467600"/>
              <a:gd name="connsiteY405" fmla="*/ 6541380 h 6858000"/>
              <a:gd name="connsiteX406" fmla="*/ 2257220 w 7467600"/>
              <a:gd name="connsiteY406" fmla="*/ 6826257 h 6858000"/>
              <a:gd name="connsiteX407" fmla="*/ 2281324 w 7467600"/>
              <a:gd name="connsiteY407" fmla="*/ 6858000 h 6858000"/>
              <a:gd name="connsiteX408" fmla="*/ 2242860 w 7467600"/>
              <a:gd name="connsiteY408" fmla="*/ 6858000 h 6858000"/>
              <a:gd name="connsiteX409" fmla="*/ 2232818 w 7467600"/>
              <a:gd name="connsiteY409" fmla="*/ 6844926 h 6858000"/>
              <a:gd name="connsiteX410" fmla="*/ 1990172 w 7467600"/>
              <a:gd name="connsiteY410" fmla="*/ 6542121 h 6858000"/>
              <a:gd name="connsiteX411" fmla="*/ 2124090 w 7467600"/>
              <a:gd name="connsiteY411" fmla="*/ 6761017 h 6858000"/>
              <a:gd name="connsiteX412" fmla="*/ 2200380 w 7467600"/>
              <a:gd name="connsiteY412" fmla="*/ 6858000 h 6858000"/>
              <a:gd name="connsiteX413" fmla="*/ 2147507 w 7467600"/>
              <a:gd name="connsiteY413" fmla="*/ 6858000 h 6858000"/>
              <a:gd name="connsiteX414" fmla="*/ 2070668 w 7467600"/>
              <a:gd name="connsiteY414" fmla="*/ 6761520 h 6858000"/>
              <a:gd name="connsiteX415" fmla="*/ 1975142 w 7467600"/>
              <a:gd name="connsiteY415" fmla="*/ 6585570 h 6858000"/>
              <a:gd name="connsiteX416" fmla="*/ 2050035 w 7467600"/>
              <a:gd name="connsiteY416" fmla="*/ 6813345 h 6858000"/>
              <a:gd name="connsiteX417" fmla="*/ 2063025 w 7467600"/>
              <a:gd name="connsiteY417" fmla="*/ 6858000 h 6858000"/>
              <a:gd name="connsiteX418" fmla="*/ 2021675 w 7467600"/>
              <a:gd name="connsiteY418" fmla="*/ 6858000 h 6858000"/>
              <a:gd name="connsiteX419" fmla="*/ 2019308 w 7467600"/>
              <a:gd name="connsiteY419" fmla="*/ 6847118 h 6858000"/>
              <a:gd name="connsiteX420" fmla="*/ 1938835 w 7467600"/>
              <a:gd name="connsiteY420" fmla="*/ 6551160 h 6858000"/>
              <a:gd name="connsiteX421" fmla="*/ 1953230 w 7467600"/>
              <a:gd name="connsiteY421" fmla="*/ 6759699 h 6858000"/>
              <a:gd name="connsiteX422" fmla="*/ 1956763 w 7467600"/>
              <a:gd name="connsiteY422" fmla="*/ 6778191 h 6858000"/>
              <a:gd name="connsiteX423" fmla="*/ 1967925 w 7467600"/>
              <a:gd name="connsiteY423" fmla="*/ 6858000 h 6858000"/>
              <a:gd name="connsiteX424" fmla="*/ 1936622 w 7467600"/>
              <a:gd name="connsiteY424" fmla="*/ 6858000 h 6858000"/>
              <a:gd name="connsiteX425" fmla="*/ 1926261 w 7467600"/>
              <a:gd name="connsiteY425" fmla="*/ 6784064 h 6858000"/>
              <a:gd name="connsiteX426" fmla="*/ 1922724 w 7467600"/>
              <a:gd name="connsiteY426" fmla="*/ 6765577 h 6858000"/>
              <a:gd name="connsiteX427" fmla="*/ 1904650 w 7467600"/>
              <a:gd name="connsiteY427" fmla="*/ 6639616 h 6858000"/>
              <a:gd name="connsiteX428" fmla="*/ 1885273 w 7467600"/>
              <a:gd name="connsiteY428" fmla="*/ 6858000 h 6858000"/>
              <a:gd name="connsiteX429" fmla="*/ 1854363 w 7467600"/>
              <a:gd name="connsiteY429" fmla="*/ 6858000 h 6858000"/>
              <a:gd name="connsiteX430" fmla="*/ 1880391 w 7467600"/>
              <a:gd name="connsiteY430" fmla="*/ 6603796 h 6858000"/>
              <a:gd name="connsiteX431" fmla="*/ 1818273 w 7467600"/>
              <a:gd name="connsiteY431" fmla="*/ 6715729 h 6858000"/>
              <a:gd name="connsiteX432" fmla="*/ 1794691 w 7467600"/>
              <a:gd name="connsiteY432" fmla="*/ 6843239 h 6858000"/>
              <a:gd name="connsiteX433" fmla="*/ 1794914 w 7467600"/>
              <a:gd name="connsiteY433" fmla="*/ 6858000 h 6858000"/>
              <a:gd name="connsiteX434" fmla="*/ 1746128 w 7467600"/>
              <a:gd name="connsiteY434" fmla="*/ 6858000 h 6858000"/>
              <a:gd name="connsiteX435" fmla="*/ 1753934 w 7467600"/>
              <a:gd name="connsiteY435" fmla="*/ 6724796 h 6858000"/>
              <a:gd name="connsiteX436" fmla="*/ 1792053 w 7467600"/>
              <a:gd name="connsiteY436" fmla="*/ 6572396 h 6858000"/>
              <a:gd name="connsiteX437" fmla="*/ 1862248 w 7467600"/>
              <a:gd name="connsiteY437" fmla="*/ 6266397 h 6858000"/>
              <a:gd name="connsiteX438" fmla="*/ 1862250 w 7467600"/>
              <a:gd name="connsiteY438" fmla="*/ 6033531 h 6858000"/>
              <a:gd name="connsiteX439" fmla="*/ 1211999 w 7467600"/>
              <a:gd name="connsiteY439" fmla="*/ 6683610 h 6858000"/>
              <a:gd name="connsiteX440" fmla="*/ 1213266 w 7467600"/>
              <a:gd name="connsiteY440" fmla="*/ 6691947 h 6858000"/>
              <a:gd name="connsiteX441" fmla="*/ 1203370 w 7467600"/>
              <a:gd name="connsiteY441" fmla="*/ 6850676 h 6858000"/>
              <a:gd name="connsiteX442" fmla="*/ 1203671 w 7467600"/>
              <a:gd name="connsiteY442" fmla="*/ 6858000 h 6858000"/>
              <a:gd name="connsiteX443" fmla="*/ 1143180 w 7467600"/>
              <a:gd name="connsiteY443" fmla="*/ 6858000 h 6858000"/>
              <a:gd name="connsiteX444" fmla="*/ 1142176 w 7467600"/>
              <a:gd name="connsiteY444" fmla="*/ 6766045 h 6858000"/>
              <a:gd name="connsiteX445" fmla="*/ 1067484 w 7467600"/>
              <a:gd name="connsiteY445" fmla="*/ 6858000 h 6858000"/>
              <a:gd name="connsiteX446" fmla="*/ 953928 w 7467600"/>
              <a:gd name="connsiteY446" fmla="*/ 6858000 h 6858000"/>
              <a:gd name="connsiteX447" fmla="*/ 959715 w 7467600"/>
              <a:gd name="connsiteY447" fmla="*/ 6850185 h 6858000"/>
              <a:gd name="connsiteX448" fmla="*/ 1483788 w 7467600"/>
              <a:gd name="connsiteY448" fmla="*/ 6259174 h 6858000"/>
              <a:gd name="connsiteX449" fmla="*/ 1100671 w 7467600"/>
              <a:gd name="connsiteY449" fmla="*/ 6252137 h 6858000"/>
              <a:gd name="connsiteX450" fmla="*/ 1090144 w 7467600"/>
              <a:gd name="connsiteY450" fmla="*/ 6256748 h 6858000"/>
              <a:gd name="connsiteX451" fmla="*/ 1095872 w 7467600"/>
              <a:gd name="connsiteY451" fmla="*/ 6271892 h 6858000"/>
              <a:gd name="connsiteX452" fmla="*/ 262785 w 7467600"/>
              <a:gd name="connsiteY452" fmla="*/ 6845450 h 6858000"/>
              <a:gd name="connsiteX453" fmla="*/ 209968 w 7467600"/>
              <a:gd name="connsiteY453" fmla="*/ 6770713 h 6858000"/>
              <a:gd name="connsiteX454" fmla="*/ 873460 w 7467600"/>
              <a:gd name="connsiteY454" fmla="*/ 6253768 h 6858000"/>
              <a:gd name="connsiteX455" fmla="*/ 192686 w 7467600"/>
              <a:gd name="connsiteY455" fmla="*/ 5849257 h 6858000"/>
              <a:gd name="connsiteX456" fmla="*/ 4696 w 7467600"/>
              <a:gd name="connsiteY456" fmla="*/ 5697668 h 6858000"/>
              <a:gd name="connsiteX457" fmla="*/ 0 w 7467600"/>
              <a:gd name="connsiteY457" fmla="*/ 5689984 h 6858000"/>
              <a:gd name="connsiteX458" fmla="*/ 0 w 7467600"/>
              <a:gd name="connsiteY458" fmla="*/ 5513472 h 6858000"/>
              <a:gd name="connsiteX459" fmla="*/ 174101 w 7467600"/>
              <a:gd name="connsiteY459" fmla="*/ 5620277 h 6858000"/>
              <a:gd name="connsiteX460" fmla="*/ 891800 w 7467600"/>
              <a:gd name="connsiteY460" fmla="*/ 6036935 h 6858000"/>
              <a:gd name="connsiteX461" fmla="*/ 1072219 w 7467600"/>
              <a:gd name="connsiteY461" fmla="*/ 6169443 h 6858000"/>
              <a:gd name="connsiteX462" fmla="*/ 1074117 w 7467600"/>
              <a:gd name="connsiteY462" fmla="*/ 6170301 h 6858000"/>
              <a:gd name="connsiteX463" fmla="*/ 1083114 w 7467600"/>
              <a:gd name="connsiteY463" fmla="*/ 6174131 h 6858000"/>
              <a:gd name="connsiteX464" fmla="*/ 1543010 w 7467600"/>
              <a:gd name="connsiteY464" fmla="*/ 6191140 h 6858000"/>
              <a:gd name="connsiteX465" fmla="*/ 1551080 w 7467600"/>
              <a:gd name="connsiteY465" fmla="*/ 6195006 h 6858000"/>
              <a:gd name="connsiteX466" fmla="*/ 2345443 w 7467600"/>
              <a:gd name="connsiteY466" fmla="*/ 5549882 h 6858000"/>
              <a:gd name="connsiteX467" fmla="*/ 1721499 w 7467600"/>
              <a:gd name="connsiteY467" fmla="*/ 5599969 h 6858000"/>
              <a:gd name="connsiteX468" fmla="*/ 767716 w 7467600"/>
              <a:gd name="connsiteY468" fmla="*/ 5472768 h 6858000"/>
              <a:gd name="connsiteX469" fmla="*/ 722147 w 7467600"/>
              <a:gd name="connsiteY469" fmla="*/ 5393091 h 6858000"/>
              <a:gd name="connsiteX470" fmla="*/ 1485552 w 7467600"/>
              <a:gd name="connsiteY470" fmla="*/ 5313202 h 6858000"/>
              <a:gd name="connsiteX471" fmla="*/ 2143004 w 7467600"/>
              <a:gd name="connsiteY471" fmla="*/ 5402420 h 6858000"/>
              <a:gd name="connsiteX472" fmla="*/ 1933391 w 7467600"/>
              <a:gd name="connsiteY472" fmla="*/ 5156971 h 6858000"/>
              <a:gd name="connsiteX473" fmla="*/ 1827118 w 7467600"/>
              <a:gd name="connsiteY473" fmla="*/ 4968410 h 6858000"/>
              <a:gd name="connsiteX474" fmla="*/ 1837349 w 7467600"/>
              <a:gd name="connsiteY474" fmla="*/ 4956357 h 6858000"/>
              <a:gd name="connsiteX475" fmla="*/ 2162835 w 7467600"/>
              <a:gd name="connsiteY475" fmla="*/ 5187853 h 6858000"/>
              <a:gd name="connsiteX476" fmla="*/ 2257167 w 7467600"/>
              <a:gd name="connsiteY476" fmla="*/ 5462123 h 6858000"/>
              <a:gd name="connsiteX477" fmla="*/ 2261598 w 7467600"/>
              <a:gd name="connsiteY477" fmla="*/ 5467998 h 6858000"/>
              <a:gd name="connsiteX478" fmla="*/ 2437177 w 7467600"/>
              <a:gd name="connsiteY478" fmla="*/ 5479608 h 6858000"/>
              <a:gd name="connsiteX479" fmla="*/ 2445247 w 7467600"/>
              <a:gd name="connsiteY479" fmla="*/ 5483476 h 6858000"/>
              <a:gd name="connsiteX480" fmla="*/ 2743626 w 7467600"/>
              <a:gd name="connsiteY480" fmla="*/ 5304819 h 6858000"/>
              <a:gd name="connsiteX481" fmla="*/ 3048102 w 7467600"/>
              <a:gd name="connsiteY481" fmla="*/ 5150595 h 6858000"/>
              <a:gd name="connsiteX482" fmla="*/ 1799414 w 7467600"/>
              <a:gd name="connsiteY482" fmla="*/ 4694732 h 6858000"/>
              <a:gd name="connsiteX483" fmla="*/ 1771735 w 7467600"/>
              <a:gd name="connsiteY483" fmla="*/ 4619929 h 6858000"/>
              <a:gd name="connsiteX484" fmla="*/ 3104273 w 7467600"/>
              <a:gd name="connsiteY484" fmla="*/ 5076159 h 6858000"/>
              <a:gd name="connsiteX485" fmla="*/ 3113245 w 7467600"/>
              <a:gd name="connsiteY485" fmla="*/ 5090705 h 6858000"/>
              <a:gd name="connsiteX486" fmla="*/ 3126294 w 7467600"/>
              <a:gd name="connsiteY486" fmla="*/ 5114400 h 6858000"/>
              <a:gd name="connsiteX487" fmla="*/ 3937433 w 7467600"/>
              <a:gd name="connsiteY487" fmla="*/ 4830473 h 6858000"/>
              <a:gd name="connsiteX488" fmla="*/ 3590475 w 7467600"/>
              <a:gd name="connsiteY488" fmla="*/ 4597974 h 6858000"/>
              <a:gd name="connsiteX489" fmla="*/ 3100264 w 7467600"/>
              <a:gd name="connsiteY489" fmla="*/ 4579845 h 6858000"/>
              <a:gd name="connsiteX490" fmla="*/ 2183576 w 7467600"/>
              <a:gd name="connsiteY490" fmla="*/ 4227150 h 6858000"/>
              <a:gd name="connsiteX491" fmla="*/ 2151029 w 7467600"/>
              <a:gd name="connsiteY491" fmla="*/ 4146947 h 6858000"/>
              <a:gd name="connsiteX492" fmla="*/ 3563434 w 7467600"/>
              <a:gd name="connsiteY492" fmla="*/ 4469115 h 6858000"/>
              <a:gd name="connsiteX493" fmla="*/ 3177952 w 7467600"/>
              <a:gd name="connsiteY493" fmla="*/ 3657386 h 6858000"/>
              <a:gd name="connsiteX494" fmla="*/ 3189263 w 7467600"/>
              <a:gd name="connsiteY494" fmla="*/ 3625726 h 6858000"/>
              <a:gd name="connsiteX495" fmla="*/ 3560912 w 7467600"/>
              <a:gd name="connsiteY495" fmla="*/ 4079863 h 6858000"/>
              <a:gd name="connsiteX496" fmla="*/ 3626636 w 7467600"/>
              <a:gd name="connsiteY496" fmla="*/ 4512230 h 6858000"/>
              <a:gd name="connsiteX497" fmla="*/ 3653088 w 7467600"/>
              <a:gd name="connsiteY497" fmla="*/ 4521417 h 6858000"/>
              <a:gd name="connsiteX498" fmla="*/ 3988128 w 7467600"/>
              <a:gd name="connsiteY498" fmla="*/ 4817267 h 6858000"/>
              <a:gd name="connsiteX499" fmla="*/ 4830582 w 7467600"/>
              <a:gd name="connsiteY499" fmla="*/ 4676000 h 6858000"/>
              <a:gd name="connsiteX500" fmla="*/ 4830100 w 7467600"/>
              <a:gd name="connsiteY500" fmla="*/ 4675554 h 6858000"/>
              <a:gd name="connsiteX501" fmla="*/ 4036318 w 7467600"/>
              <a:gd name="connsiteY501" fmla="*/ 4147013 h 6858000"/>
              <a:gd name="connsiteX502" fmla="*/ 3432098 w 7467600"/>
              <a:gd name="connsiteY502" fmla="*/ 3537312 h 6858000"/>
              <a:gd name="connsiteX503" fmla="*/ 3446761 w 7467600"/>
              <a:gd name="connsiteY503" fmla="*/ 3461278 h 6858000"/>
              <a:gd name="connsiteX504" fmla="*/ 4419733 w 7467600"/>
              <a:gd name="connsiteY504" fmla="*/ 3963555 h 6858000"/>
              <a:gd name="connsiteX505" fmla="*/ 4781371 w 7467600"/>
              <a:gd name="connsiteY505" fmla="*/ 4458604 h 6858000"/>
              <a:gd name="connsiteX506" fmla="*/ 4780440 w 7467600"/>
              <a:gd name="connsiteY506" fmla="*/ 4470290 h 6858000"/>
              <a:gd name="connsiteX507" fmla="*/ 4898954 w 7467600"/>
              <a:gd name="connsiteY507" fmla="*/ 4662092 h 6858000"/>
              <a:gd name="connsiteX508" fmla="*/ 4900699 w 7467600"/>
              <a:gd name="connsiteY508" fmla="*/ 4670867 h 6858000"/>
              <a:gd name="connsiteX509" fmla="*/ 5714511 w 7467600"/>
              <a:gd name="connsiteY509" fmla="*/ 4663483 h 6858000"/>
              <a:gd name="connsiteX510" fmla="*/ 5464793 w 7467600"/>
              <a:gd name="connsiteY510" fmla="*/ 4393556 h 6858000"/>
              <a:gd name="connsiteX511" fmla="*/ 5461897 w 7467600"/>
              <a:gd name="connsiteY511" fmla="*/ 4390879 h 6858000"/>
              <a:gd name="connsiteX512" fmla="*/ 4294126 w 7467600"/>
              <a:gd name="connsiteY512" fmla="*/ 3303048 h 6858000"/>
              <a:gd name="connsiteX513" fmla="*/ 4305321 w 7467600"/>
              <a:gd name="connsiteY513" fmla="*/ 3256953 h 6858000"/>
              <a:gd name="connsiteX514" fmla="*/ 4949299 w 7467600"/>
              <a:gd name="connsiteY514" fmla="*/ 3766336 h 6858000"/>
              <a:gd name="connsiteX515" fmla="*/ 5291452 w 7467600"/>
              <a:gd name="connsiteY515" fmla="*/ 4076801 h 6858000"/>
              <a:gd name="connsiteX516" fmla="*/ 5434998 w 7467600"/>
              <a:gd name="connsiteY516" fmla="*/ 4254100 h 6858000"/>
              <a:gd name="connsiteX517" fmla="*/ 5351015 w 7467600"/>
              <a:gd name="connsiteY517" fmla="*/ 3760989 h 6858000"/>
              <a:gd name="connsiteX518" fmla="*/ 5413780 w 7467600"/>
              <a:gd name="connsiteY518" fmla="*/ 2966265 h 6858000"/>
              <a:gd name="connsiteX519" fmla="*/ 5425627 w 7467600"/>
              <a:gd name="connsiteY519" fmla="*/ 2954192 h 6858000"/>
              <a:gd name="connsiteX520" fmla="*/ 6604735 w 7467600"/>
              <a:gd name="connsiteY520" fmla="*/ 2041381 h 6858000"/>
              <a:gd name="connsiteX521" fmla="*/ 7204487 w 7467600"/>
              <a:gd name="connsiteY521" fmla="*/ 2742112 h 6858000"/>
              <a:gd name="connsiteX522" fmla="*/ 7131592 w 7467600"/>
              <a:gd name="connsiteY522" fmla="*/ 2672096 h 6858000"/>
              <a:gd name="connsiteX523" fmla="*/ 6996344 w 7467600"/>
              <a:gd name="connsiteY523" fmla="*/ 2518310 h 6858000"/>
              <a:gd name="connsiteX524" fmla="*/ 6735495 w 7467600"/>
              <a:gd name="connsiteY524" fmla="*/ 2196890 h 6858000"/>
              <a:gd name="connsiteX525" fmla="*/ 6721901 w 7467600"/>
              <a:gd name="connsiteY525" fmla="*/ 2179274 h 6858000"/>
              <a:gd name="connsiteX526" fmla="*/ 6604735 w 7467600"/>
              <a:gd name="connsiteY526" fmla="*/ 2041381 h 6858000"/>
              <a:gd name="connsiteX527" fmla="*/ 6591670 w 7467600"/>
              <a:gd name="connsiteY527" fmla="*/ 1988277 h 6858000"/>
              <a:gd name="connsiteX528" fmla="*/ 6747349 w 7467600"/>
              <a:gd name="connsiteY528" fmla="*/ 2160069 h 6858000"/>
              <a:gd name="connsiteX529" fmla="*/ 6760943 w 7467600"/>
              <a:gd name="connsiteY529" fmla="*/ 2177686 h 6858000"/>
              <a:gd name="connsiteX530" fmla="*/ 7021065 w 7467600"/>
              <a:gd name="connsiteY530" fmla="*/ 2498102 h 6858000"/>
              <a:gd name="connsiteX531" fmla="*/ 7155223 w 7467600"/>
              <a:gd name="connsiteY531" fmla="*/ 2650386 h 6858000"/>
              <a:gd name="connsiteX532" fmla="*/ 7203167 w 7467600"/>
              <a:gd name="connsiteY532" fmla="*/ 2697288 h 6858000"/>
              <a:gd name="connsiteX533" fmla="*/ 6937703 w 7467600"/>
              <a:gd name="connsiteY533" fmla="*/ 2321981 h 6858000"/>
              <a:gd name="connsiteX534" fmla="*/ 6591670 w 7467600"/>
              <a:gd name="connsiteY534" fmla="*/ 1988277 h 6858000"/>
              <a:gd name="connsiteX535" fmla="*/ 5798671 w 7467600"/>
              <a:gd name="connsiteY535" fmla="*/ 1981601 h 6858000"/>
              <a:gd name="connsiteX536" fmla="*/ 5754709 w 7467600"/>
              <a:gd name="connsiteY536" fmla="*/ 2071454 h 6858000"/>
              <a:gd name="connsiteX537" fmla="*/ 5763044 w 7467600"/>
              <a:gd name="connsiteY537" fmla="*/ 2842206 h 6858000"/>
              <a:gd name="connsiteX538" fmla="*/ 5764974 w 7467600"/>
              <a:gd name="connsiteY538" fmla="*/ 2799609 h 6858000"/>
              <a:gd name="connsiteX539" fmla="*/ 5767665 w 7467600"/>
              <a:gd name="connsiteY539" fmla="*/ 2666409 h 6858000"/>
              <a:gd name="connsiteX540" fmla="*/ 5763055 w 7467600"/>
              <a:gd name="connsiteY540" fmla="*/ 2579705 h 6858000"/>
              <a:gd name="connsiteX541" fmla="*/ 5758079 w 7467600"/>
              <a:gd name="connsiteY541" fmla="*/ 2492508 h 6858000"/>
              <a:gd name="connsiteX542" fmla="*/ 5779325 w 7467600"/>
              <a:gd name="connsiteY542" fmla="*/ 2197069 h 6858000"/>
              <a:gd name="connsiteX543" fmla="*/ 5798671 w 7467600"/>
              <a:gd name="connsiteY543" fmla="*/ 1981601 h 6858000"/>
              <a:gd name="connsiteX544" fmla="*/ 5829202 w 7467600"/>
              <a:gd name="connsiteY544" fmla="*/ 1971679 h 6858000"/>
              <a:gd name="connsiteX545" fmla="*/ 5809558 w 7467600"/>
              <a:gd name="connsiteY545" fmla="*/ 2198043 h 6858000"/>
              <a:gd name="connsiteX546" fmla="*/ 5788653 w 7467600"/>
              <a:gd name="connsiteY546" fmla="*/ 2489430 h 6858000"/>
              <a:gd name="connsiteX547" fmla="*/ 5793439 w 7467600"/>
              <a:gd name="connsiteY547" fmla="*/ 2575235 h 6858000"/>
              <a:gd name="connsiteX548" fmla="*/ 5796837 w 7467600"/>
              <a:gd name="connsiteY548" fmla="*/ 2637633 h 6858000"/>
              <a:gd name="connsiteX549" fmla="*/ 5818614 w 7467600"/>
              <a:gd name="connsiteY549" fmla="*/ 2473055 h 6858000"/>
              <a:gd name="connsiteX550" fmla="*/ 5829202 w 7467600"/>
              <a:gd name="connsiteY550" fmla="*/ 1971679 h 6858000"/>
              <a:gd name="connsiteX551" fmla="*/ 5911389 w 7467600"/>
              <a:gd name="connsiteY551" fmla="*/ 1898371 h 6858000"/>
              <a:gd name="connsiteX552" fmla="*/ 6237627 w 7467600"/>
              <a:gd name="connsiteY552" fmla="*/ 2231921 h 6858000"/>
              <a:gd name="connsiteX553" fmla="*/ 5911389 w 7467600"/>
              <a:gd name="connsiteY553" fmla="*/ 1898371 h 6858000"/>
              <a:gd name="connsiteX554" fmla="*/ 6944437 w 7467600"/>
              <a:gd name="connsiteY554" fmla="*/ 1575402 h 6858000"/>
              <a:gd name="connsiteX555" fmla="*/ 6304730 w 7467600"/>
              <a:gd name="connsiteY555" fmla="*/ 1766654 h 6858000"/>
              <a:gd name="connsiteX556" fmla="*/ 6944437 w 7467600"/>
              <a:gd name="connsiteY556" fmla="*/ 1575402 h 6858000"/>
              <a:gd name="connsiteX557" fmla="*/ 7019523 w 7467600"/>
              <a:gd name="connsiteY557" fmla="*/ 1519450 h 6858000"/>
              <a:gd name="connsiteX558" fmla="*/ 6298091 w 7467600"/>
              <a:gd name="connsiteY558" fmla="*/ 1737122 h 6858000"/>
              <a:gd name="connsiteX559" fmla="*/ 7019523 w 7467600"/>
              <a:gd name="connsiteY559" fmla="*/ 1519450 h 6858000"/>
              <a:gd name="connsiteX560" fmla="*/ 2399523 w 7467600"/>
              <a:gd name="connsiteY560" fmla="*/ 1428234 h 6858000"/>
              <a:gd name="connsiteX561" fmla="*/ 2224982 w 7467600"/>
              <a:gd name="connsiteY561" fmla="*/ 1826201 h 6858000"/>
              <a:gd name="connsiteX562" fmla="*/ 2096099 w 7467600"/>
              <a:gd name="connsiteY562" fmla="*/ 2345900 h 6858000"/>
              <a:gd name="connsiteX563" fmla="*/ 2283317 w 7467600"/>
              <a:gd name="connsiteY563" fmla="*/ 1796925 h 6858000"/>
              <a:gd name="connsiteX564" fmla="*/ 2399523 w 7467600"/>
              <a:gd name="connsiteY564" fmla="*/ 1428234 h 6858000"/>
              <a:gd name="connsiteX565" fmla="*/ 2448558 w 7467600"/>
              <a:gd name="connsiteY565" fmla="*/ 1373435 h 6858000"/>
              <a:gd name="connsiteX566" fmla="*/ 2312521 w 7467600"/>
              <a:gd name="connsiteY566" fmla="*/ 1806140 h 6858000"/>
              <a:gd name="connsiteX567" fmla="*/ 2127533 w 7467600"/>
              <a:gd name="connsiteY567" fmla="*/ 2348380 h 6858000"/>
              <a:gd name="connsiteX568" fmla="*/ 2358080 w 7467600"/>
              <a:gd name="connsiteY568" fmla="*/ 1866134 h 6858000"/>
              <a:gd name="connsiteX569" fmla="*/ 2407436 w 7467600"/>
              <a:gd name="connsiteY569" fmla="*/ 1651070 h 6858000"/>
              <a:gd name="connsiteX570" fmla="*/ 2448558 w 7467600"/>
              <a:gd name="connsiteY570" fmla="*/ 1373435 h 6858000"/>
              <a:gd name="connsiteX571" fmla="*/ 278707 w 7467600"/>
              <a:gd name="connsiteY571" fmla="*/ 1352270 h 6858000"/>
              <a:gd name="connsiteX572" fmla="*/ 321570 w 7467600"/>
              <a:gd name="connsiteY572" fmla="*/ 1861610 h 6858000"/>
              <a:gd name="connsiteX573" fmla="*/ 294281 w 7467600"/>
              <a:gd name="connsiteY573" fmla="*/ 1440658 h 6858000"/>
              <a:gd name="connsiteX574" fmla="*/ 278707 w 7467600"/>
              <a:gd name="connsiteY574" fmla="*/ 1352270 h 6858000"/>
              <a:gd name="connsiteX575" fmla="*/ 1423821 w 7467600"/>
              <a:gd name="connsiteY575" fmla="*/ 1351958 h 6858000"/>
              <a:gd name="connsiteX576" fmla="*/ 1638521 w 7467600"/>
              <a:gd name="connsiteY576" fmla="*/ 1908470 h 6858000"/>
              <a:gd name="connsiteX577" fmla="*/ 1754199 w 7467600"/>
              <a:gd name="connsiteY577" fmla="*/ 2149284 h 6858000"/>
              <a:gd name="connsiteX578" fmla="*/ 1908359 w 7467600"/>
              <a:gd name="connsiteY578" fmla="*/ 2364988 h 6858000"/>
              <a:gd name="connsiteX579" fmla="*/ 1647661 w 7467600"/>
              <a:gd name="connsiteY579" fmla="*/ 1825945 h 6858000"/>
              <a:gd name="connsiteX580" fmla="*/ 1423821 w 7467600"/>
              <a:gd name="connsiteY580" fmla="*/ 1351958 h 6858000"/>
              <a:gd name="connsiteX581" fmla="*/ 1431890 w 7467600"/>
              <a:gd name="connsiteY581" fmla="*/ 1306475 h 6858000"/>
              <a:gd name="connsiteX582" fmla="*/ 1507597 w 7467600"/>
              <a:gd name="connsiteY582" fmla="*/ 1446132 h 6858000"/>
              <a:gd name="connsiteX583" fmla="*/ 1674586 w 7467600"/>
              <a:gd name="connsiteY583" fmla="*/ 1813832 h 6858000"/>
              <a:gd name="connsiteX584" fmla="*/ 1815950 w 7467600"/>
              <a:gd name="connsiteY584" fmla="*/ 2128564 h 6858000"/>
              <a:gd name="connsiteX585" fmla="*/ 1984242 w 7467600"/>
              <a:gd name="connsiteY585" fmla="*/ 2430829 h 6858000"/>
              <a:gd name="connsiteX586" fmla="*/ 2014023 w 7467600"/>
              <a:gd name="connsiteY586" fmla="*/ 2450995 h 6858000"/>
              <a:gd name="connsiteX587" fmla="*/ 1747337 w 7467600"/>
              <a:gd name="connsiteY587" fmla="*/ 1855264 h 6858000"/>
              <a:gd name="connsiteX588" fmla="*/ 1533749 w 7467600"/>
              <a:gd name="connsiteY588" fmla="*/ 1478656 h 6858000"/>
              <a:gd name="connsiteX589" fmla="*/ 1431890 w 7467600"/>
              <a:gd name="connsiteY589" fmla="*/ 1306475 h 6858000"/>
              <a:gd name="connsiteX590" fmla="*/ 5052692 w 7467600"/>
              <a:gd name="connsiteY590" fmla="*/ 1292994 h 6858000"/>
              <a:gd name="connsiteX591" fmla="*/ 5200661 w 7467600"/>
              <a:gd name="connsiteY591" fmla="*/ 1635186 h 6858000"/>
              <a:gd name="connsiteX592" fmla="*/ 5297138 w 7467600"/>
              <a:gd name="connsiteY592" fmla="*/ 1906351 h 6858000"/>
              <a:gd name="connsiteX593" fmla="*/ 5052692 w 7467600"/>
              <a:gd name="connsiteY593" fmla="*/ 1292994 h 6858000"/>
              <a:gd name="connsiteX594" fmla="*/ 5009948 w 7467600"/>
              <a:gd name="connsiteY594" fmla="*/ 1273619 h 6858000"/>
              <a:gd name="connsiteX595" fmla="*/ 5121777 w 7467600"/>
              <a:gd name="connsiteY595" fmla="*/ 1654213 h 6858000"/>
              <a:gd name="connsiteX596" fmla="*/ 5293545 w 7467600"/>
              <a:gd name="connsiteY596" fmla="*/ 2072247 h 6858000"/>
              <a:gd name="connsiteX597" fmla="*/ 5294042 w 7467600"/>
              <a:gd name="connsiteY597" fmla="*/ 2065019 h 6858000"/>
              <a:gd name="connsiteX598" fmla="*/ 5171936 w 7467600"/>
              <a:gd name="connsiteY598" fmla="*/ 1647613 h 6858000"/>
              <a:gd name="connsiteX599" fmla="*/ 5009948 w 7467600"/>
              <a:gd name="connsiteY599" fmla="*/ 1273619 h 6858000"/>
              <a:gd name="connsiteX600" fmla="*/ 655236 w 7467600"/>
              <a:gd name="connsiteY600" fmla="*/ 1268632 h 6858000"/>
              <a:gd name="connsiteX601" fmla="*/ 839521 w 7467600"/>
              <a:gd name="connsiteY601" fmla="*/ 1685315 h 6858000"/>
              <a:gd name="connsiteX602" fmla="*/ 1109416 w 7467600"/>
              <a:gd name="connsiteY602" fmla="*/ 2061663 h 6858000"/>
              <a:gd name="connsiteX603" fmla="*/ 1298300 w 7467600"/>
              <a:gd name="connsiteY603" fmla="*/ 2247742 h 6858000"/>
              <a:gd name="connsiteX604" fmla="*/ 1125871 w 7467600"/>
              <a:gd name="connsiteY604" fmla="*/ 1989513 h 6858000"/>
              <a:gd name="connsiteX605" fmla="*/ 981574 w 7467600"/>
              <a:gd name="connsiteY605" fmla="*/ 1783157 h 6858000"/>
              <a:gd name="connsiteX606" fmla="*/ 922198 w 7467600"/>
              <a:gd name="connsiteY606" fmla="*/ 1677437 h 6858000"/>
              <a:gd name="connsiteX607" fmla="*/ 869293 w 7467600"/>
              <a:gd name="connsiteY607" fmla="*/ 1583214 h 6858000"/>
              <a:gd name="connsiteX608" fmla="*/ 751431 w 7467600"/>
              <a:gd name="connsiteY608" fmla="*/ 1405731 h 6858000"/>
              <a:gd name="connsiteX609" fmla="*/ 655236 w 7467600"/>
              <a:gd name="connsiteY609" fmla="*/ 1268632 h 6858000"/>
              <a:gd name="connsiteX610" fmla="*/ 6516292 w 7467600"/>
              <a:gd name="connsiteY610" fmla="*/ 1263064 h 6858000"/>
              <a:gd name="connsiteX611" fmla="*/ 5736320 w 7467600"/>
              <a:gd name="connsiteY611" fmla="*/ 1501803 h 6858000"/>
              <a:gd name="connsiteX612" fmla="*/ 6516292 w 7467600"/>
              <a:gd name="connsiteY612" fmla="*/ 1263064 h 6858000"/>
              <a:gd name="connsiteX613" fmla="*/ 291466 w 7467600"/>
              <a:gd name="connsiteY613" fmla="*/ 1250369 h 6858000"/>
              <a:gd name="connsiteX614" fmla="*/ 323180 w 7467600"/>
              <a:gd name="connsiteY614" fmla="*/ 1435283 h 6858000"/>
              <a:gd name="connsiteX615" fmla="*/ 349381 w 7467600"/>
              <a:gd name="connsiteY615" fmla="*/ 1875041 h 6858000"/>
              <a:gd name="connsiteX616" fmla="*/ 374363 w 7467600"/>
              <a:gd name="connsiteY616" fmla="*/ 1506494 h 6858000"/>
              <a:gd name="connsiteX617" fmla="*/ 302168 w 7467600"/>
              <a:gd name="connsiteY617" fmla="*/ 1274495 h 6858000"/>
              <a:gd name="connsiteX618" fmla="*/ 291466 w 7467600"/>
              <a:gd name="connsiteY618" fmla="*/ 1250369 h 6858000"/>
              <a:gd name="connsiteX619" fmla="*/ 678222 w 7467600"/>
              <a:gd name="connsiteY619" fmla="*/ 1248670 h 6858000"/>
              <a:gd name="connsiteX620" fmla="*/ 775536 w 7467600"/>
              <a:gd name="connsiteY620" fmla="*/ 1388015 h 6858000"/>
              <a:gd name="connsiteX621" fmla="*/ 894529 w 7467600"/>
              <a:gd name="connsiteY621" fmla="*/ 1567739 h 6858000"/>
              <a:gd name="connsiteX622" fmla="*/ 948000 w 7467600"/>
              <a:gd name="connsiteY622" fmla="*/ 1663088 h 6858000"/>
              <a:gd name="connsiteX623" fmla="*/ 1006812 w 7467600"/>
              <a:gd name="connsiteY623" fmla="*/ 1767683 h 6858000"/>
              <a:gd name="connsiteX624" fmla="*/ 1149133 w 7467600"/>
              <a:gd name="connsiteY624" fmla="*/ 1971513 h 6858000"/>
              <a:gd name="connsiteX625" fmla="*/ 1333952 w 7467600"/>
              <a:gd name="connsiteY625" fmla="*/ 2251620 h 6858000"/>
              <a:gd name="connsiteX626" fmla="*/ 1337329 w 7467600"/>
              <a:gd name="connsiteY626" fmla="*/ 2258350 h 6858000"/>
              <a:gd name="connsiteX627" fmla="*/ 1014726 w 7467600"/>
              <a:gd name="connsiteY627" fmla="*/ 1615556 h 6858000"/>
              <a:gd name="connsiteX628" fmla="*/ 678222 w 7467600"/>
              <a:gd name="connsiteY628" fmla="*/ 1248670 h 6858000"/>
              <a:gd name="connsiteX629" fmla="*/ 6691602 w 7467600"/>
              <a:gd name="connsiteY629" fmla="*/ 1140573 h 6858000"/>
              <a:gd name="connsiteX630" fmla="*/ 6571100 w 7467600"/>
              <a:gd name="connsiteY630" fmla="*/ 1183662 h 6858000"/>
              <a:gd name="connsiteX631" fmla="*/ 6241687 w 7467600"/>
              <a:gd name="connsiteY631" fmla="*/ 1257600 h 6858000"/>
              <a:gd name="connsiteX632" fmla="*/ 5693009 w 7467600"/>
              <a:gd name="connsiteY632" fmla="*/ 1478256 h 6858000"/>
              <a:gd name="connsiteX633" fmla="*/ 6548420 w 7467600"/>
              <a:gd name="connsiteY633" fmla="*/ 1214599 h 6858000"/>
              <a:gd name="connsiteX634" fmla="*/ 6605473 w 7467600"/>
              <a:gd name="connsiteY634" fmla="*/ 1184686 h 6858000"/>
              <a:gd name="connsiteX635" fmla="*/ 6691602 w 7467600"/>
              <a:gd name="connsiteY635" fmla="*/ 1140573 h 6858000"/>
              <a:gd name="connsiteX636" fmla="*/ 4002475 w 7467600"/>
              <a:gd name="connsiteY636" fmla="*/ 1037802 h 6858000"/>
              <a:gd name="connsiteX637" fmla="*/ 4000324 w 7467600"/>
              <a:gd name="connsiteY637" fmla="*/ 1039362 h 6858000"/>
              <a:gd name="connsiteX638" fmla="*/ 4002862 w 7467600"/>
              <a:gd name="connsiteY638" fmla="*/ 1042866 h 6858000"/>
              <a:gd name="connsiteX639" fmla="*/ 4002475 w 7467600"/>
              <a:gd name="connsiteY639" fmla="*/ 1037802 h 6858000"/>
              <a:gd name="connsiteX640" fmla="*/ 506322 w 7467600"/>
              <a:gd name="connsiteY640" fmla="*/ 1020997 h 6858000"/>
              <a:gd name="connsiteX641" fmla="*/ 533068 w 7467600"/>
              <a:gd name="connsiteY641" fmla="*/ 1029409 h 6858000"/>
              <a:gd name="connsiteX642" fmla="*/ 1232525 w 7467600"/>
              <a:gd name="connsiteY642" fmla="*/ 1804675 h 6858000"/>
              <a:gd name="connsiteX643" fmla="*/ 1388858 w 7467600"/>
              <a:gd name="connsiteY643" fmla="*/ 2368011 h 6858000"/>
              <a:gd name="connsiteX644" fmla="*/ 1384098 w 7467600"/>
              <a:gd name="connsiteY644" fmla="*/ 2378125 h 6858000"/>
              <a:gd name="connsiteX645" fmla="*/ 1425393 w 7467600"/>
              <a:gd name="connsiteY645" fmla="*/ 2589124 h 6858000"/>
              <a:gd name="connsiteX646" fmla="*/ 1424001 w 7467600"/>
              <a:gd name="connsiteY646" fmla="*/ 2597541 h 6858000"/>
              <a:gd name="connsiteX647" fmla="*/ 2152729 w 7467600"/>
              <a:gd name="connsiteY647" fmla="*/ 2864487 h 6858000"/>
              <a:gd name="connsiteX648" fmla="*/ 2020609 w 7467600"/>
              <a:gd name="connsiteY648" fmla="*/ 2539671 h 6858000"/>
              <a:gd name="connsiteX649" fmla="*/ 2018920 w 7467600"/>
              <a:gd name="connsiteY649" fmla="*/ 2536309 h 6858000"/>
              <a:gd name="connsiteX650" fmla="*/ 1342441 w 7467600"/>
              <a:gd name="connsiteY650" fmla="*/ 1173017 h 6858000"/>
              <a:gd name="connsiteX651" fmla="*/ 1367925 w 7467600"/>
              <a:gd name="connsiteY651" fmla="*/ 1135648 h 6858000"/>
              <a:gd name="connsiteX652" fmla="*/ 1771401 w 7467600"/>
              <a:gd name="connsiteY652" fmla="*/ 1806673 h 6858000"/>
              <a:gd name="connsiteX653" fmla="*/ 1972385 w 7467600"/>
              <a:gd name="connsiteY653" fmla="*/ 2198735 h 6858000"/>
              <a:gd name="connsiteX654" fmla="*/ 2040892 w 7467600"/>
              <a:gd name="connsiteY654" fmla="*/ 2405205 h 6858000"/>
              <a:gd name="connsiteX655" fmla="*/ 2131689 w 7467600"/>
              <a:gd name="connsiteY655" fmla="*/ 1936926 h 6858000"/>
              <a:gd name="connsiteX656" fmla="*/ 2454820 w 7467600"/>
              <a:gd name="connsiteY656" fmla="*/ 1248808 h 6858000"/>
              <a:gd name="connsiteX657" fmla="*/ 2492512 w 7467600"/>
              <a:gd name="connsiteY657" fmla="*/ 1302920 h 6858000"/>
              <a:gd name="connsiteX658" fmla="*/ 2081216 w 7467600"/>
              <a:gd name="connsiteY658" fmla="*/ 2527513 h 6858000"/>
              <a:gd name="connsiteX659" fmla="*/ 2081211 w 7467600"/>
              <a:gd name="connsiteY659" fmla="*/ 2528916 h 6858000"/>
              <a:gd name="connsiteX660" fmla="*/ 2199067 w 7467600"/>
              <a:gd name="connsiteY660" fmla="*/ 2884061 h 6858000"/>
              <a:gd name="connsiteX661" fmla="*/ 3192586 w 7467600"/>
              <a:gd name="connsiteY661" fmla="*/ 3411496 h 6858000"/>
              <a:gd name="connsiteX662" fmla="*/ 3182620 w 7467600"/>
              <a:gd name="connsiteY662" fmla="*/ 3483279 h 6858000"/>
              <a:gd name="connsiteX663" fmla="*/ 2435119 w 7467600"/>
              <a:gd name="connsiteY663" fmla="*/ 3080173 h 6858000"/>
              <a:gd name="connsiteX664" fmla="*/ 2410152 w 7467600"/>
              <a:gd name="connsiteY664" fmla="*/ 3063751 h 6858000"/>
              <a:gd name="connsiteX665" fmla="*/ 2408099 w 7467600"/>
              <a:gd name="connsiteY665" fmla="*/ 3064403 h 6858000"/>
              <a:gd name="connsiteX666" fmla="*/ 2407218 w 7467600"/>
              <a:gd name="connsiteY666" fmla="*/ 3070324 h 6858000"/>
              <a:gd name="connsiteX667" fmla="*/ 2380138 w 7467600"/>
              <a:gd name="connsiteY667" fmla="*/ 3099341 h 6858000"/>
              <a:gd name="connsiteX668" fmla="*/ 1765923 w 7467600"/>
              <a:gd name="connsiteY668" fmla="*/ 3581043 h 6858000"/>
              <a:gd name="connsiteX669" fmla="*/ 1702258 w 7467600"/>
              <a:gd name="connsiteY669" fmla="*/ 3612286 h 6858000"/>
              <a:gd name="connsiteX670" fmla="*/ 1538370 w 7467600"/>
              <a:gd name="connsiteY670" fmla="*/ 3811804 h 6858000"/>
              <a:gd name="connsiteX671" fmla="*/ 542867 w 7467600"/>
              <a:gd name="connsiteY671" fmla="*/ 4944092 h 6858000"/>
              <a:gd name="connsiteX672" fmla="*/ 515800 w 7467600"/>
              <a:gd name="connsiteY672" fmla="*/ 4862180 h 6858000"/>
              <a:gd name="connsiteX673" fmla="*/ 909145 w 7467600"/>
              <a:gd name="connsiteY673" fmla="*/ 4199225 h 6858000"/>
              <a:gd name="connsiteX674" fmla="*/ 1214067 w 7467600"/>
              <a:gd name="connsiteY674" fmla="*/ 3908561 h 6858000"/>
              <a:gd name="connsiteX675" fmla="*/ 640967 w 7467600"/>
              <a:gd name="connsiteY675" fmla="*/ 4105601 h 6858000"/>
              <a:gd name="connsiteX676" fmla="*/ 112563 w 7467600"/>
              <a:gd name="connsiteY676" fmla="*/ 4396952 h 6858000"/>
              <a:gd name="connsiteX677" fmla="*/ 0 w 7467600"/>
              <a:gd name="connsiteY677" fmla="*/ 4466006 h 6858000"/>
              <a:gd name="connsiteX678" fmla="*/ 0 w 7467600"/>
              <a:gd name="connsiteY678" fmla="*/ 4233763 h 6858000"/>
              <a:gd name="connsiteX679" fmla="*/ 36881 w 7467600"/>
              <a:gd name="connsiteY679" fmla="*/ 4200118 h 6858000"/>
              <a:gd name="connsiteX680" fmla="*/ 910534 w 7467600"/>
              <a:gd name="connsiteY680" fmla="*/ 3629753 h 6858000"/>
              <a:gd name="connsiteX681" fmla="*/ 1578717 w 7467600"/>
              <a:gd name="connsiteY681" fmla="*/ 3575982 h 6858000"/>
              <a:gd name="connsiteX682" fmla="*/ 2338780 w 7467600"/>
              <a:gd name="connsiteY682" fmla="*/ 3033725 h 6858000"/>
              <a:gd name="connsiteX683" fmla="*/ 1807991 w 7467600"/>
              <a:gd name="connsiteY683" fmla="*/ 2807184 h 6858000"/>
              <a:gd name="connsiteX684" fmla="*/ 1416358 w 7467600"/>
              <a:gd name="connsiteY684" fmla="*/ 3112571 h 6858000"/>
              <a:gd name="connsiteX685" fmla="*/ 939066 w 7467600"/>
              <a:gd name="connsiteY685" fmla="*/ 3378798 h 6858000"/>
              <a:gd name="connsiteX686" fmla="*/ 115099 w 7467600"/>
              <a:gd name="connsiteY686" fmla="*/ 3607650 h 6858000"/>
              <a:gd name="connsiteX687" fmla="*/ 97284 w 7467600"/>
              <a:gd name="connsiteY687" fmla="*/ 3520393 h 6858000"/>
              <a:gd name="connsiteX688" fmla="*/ 922050 w 7467600"/>
              <a:gd name="connsiteY688" fmla="*/ 3074867 h 6858000"/>
              <a:gd name="connsiteX689" fmla="*/ 1405265 w 7467600"/>
              <a:gd name="connsiteY689" fmla="*/ 3016319 h 6858000"/>
              <a:gd name="connsiteX690" fmla="*/ 1407512 w 7467600"/>
              <a:gd name="connsiteY690" fmla="*/ 3018001 h 6858000"/>
              <a:gd name="connsiteX691" fmla="*/ 1726266 w 7467600"/>
              <a:gd name="connsiteY691" fmla="*/ 2777274 h 6858000"/>
              <a:gd name="connsiteX692" fmla="*/ 625390 w 7467600"/>
              <a:gd name="connsiteY692" fmla="*/ 2514541 h 6858000"/>
              <a:gd name="connsiteX693" fmla="*/ 619799 w 7467600"/>
              <a:gd name="connsiteY693" fmla="*/ 2527180 h 6858000"/>
              <a:gd name="connsiteX694" fmla="*/ 310030 w 7467600"/>
              <a:gd name="connsiteY694" fmla="*/ 2771818 h 6858000"/>
              <a:gd name="connsiteX695" fmla="*/ 173877 w 7467600"/>
              <a:gd name="connsiteY695" fmla="*/ 2937056 h 6858000"/>
              <a:gd name="connsiteX696" fmla="*/ 77889 w 7467600"/>
              <a:gd name="connsiteY696" fmla="*/ 3138440 h 6858000"/>
              <a:gd name="connsiteX697" fmla="*/ 0 w 7467600"/>
              <a:gd name="connsiteY697" fmla="*/ 3271395 h 6858000"/>
              <a:gd name="connsiteX698" fmla="*/ 0 w 7467600"/>
              <a:gd name="connsiteY698" fmla="*/ 3153002 h 6858000"/>
              <a:gd name="connsiteX699" fmla="*/ 2386 w 7467600"/>
              <a:gd name="connsiteY699" fmla="*/ 3149203 h 6858000"/>
              <a:gd name="connsiteX700" fmla="*/ 89753 w 7467600"/>
              <a:gd name="connsiteY700" fmla="*/ 2987702 h 6858000"/>
              <a:gd name="connsiteX701" fmla="*/ 76869 w 7467600"/>
              <a:gd name="connsiteY701" fmla="*/ 3005404 h 6858000"/>
              <a:gd name="connsiteX702" fmla="*/ 32049 w 7467600"/>
              <a:gd name="connsiteY702" fmla="*/ 3065814 h 6858000"/>
              <a:gd name="connsiteX703" fmla="*/ 0 w 7467600"/>
              <a:gd name="connsiteY703" fmla="*/ 3108744 h 6858000"/>
              <a:gd name="connsiteX704" fmla="*/ 0 w 7467600"/>
              <a:gd name="connsiteY704" fmla="*/ 3058059 h 6858000"/>
              <a:gd name="connsiteX705" fmla="*/ 7610 w 7467600"/>
              <a:gd name="connsiteY705" fmla="*/ 3047889 h 6858000"/>
              <a:gd name="connsiteX706" fmla="*/ 52419 w 7467600"/>
              <a:gd name="connsiteY706" fmla="*/ 2987479 h 6858000"/>
              <a:gd name="connsiteX707" fmla="*/ 59142 w 7467600"/>
              <a:gd name="connsiteY707" fmla="*/ 2978488 h 6858000"/>
              <a:gd name="connsiteX708" fmla="*/ 0 w 7467600"/>
              <a:gd name="connsiteY708" fmla="*/ 3015334 h 6858000"/>
              <a:gd name="connsiteX709" fmla="*/ 0 w 7467600"/>
              <a:gd name="connsiteY709" fmla="*/ 2914286 h 6858000"/>
              <a:gd name="connsiteX710" fmla="*/ 36383 w 7467600"/>
              <a:gd name="connsiteY710" fmla="*/ 2901128 h 6858000"/>
              <a:gd name="connsiteX711" fmla="*/ 156329 w 7467600"/>
              <a:gd name="connsiteY711" fmla="*/ 2840533 h 6858000"/>
              <a:gd name="connsiteX712" fmla="*/ 358355 w 7467600"/>
              <a:gd name="connsiteY712" fmla="*/ 2620471 h 6858000"/>
              <a:gd name="connsiteX713" fmla="*/ 510577 w 7467600"/>
              <a:gd name="connsiteY713" fmla="*/ 2501244 h 6858000"/>
              <a:gd name="connsiteX714" fmla="*/ 211967 w 7467600"/>
              <a:gd name="connsiteY714" fmla="*/ 2479171 h 6858000"/>
              <a:gd name="connsiteX715" fmla="*/ 0 w 7467600"/>
              <a:gd name="connsiteY715" fmla="*/ 2476398 h 6858000"/>
              <a:gd name="connsiteX716" fmla="*/ 0 w 7467600"/>
              <a:gd name="connsiteY716" fmla="*/ 2389189 h 6858000"/>
              <a:gd name="connsiteX717" fmla="*/ 103062 w 7467600"/>
              <a:gd name="connsiteY717" fmla="*/ 2389518 h 6858000"/>
              <a:gd name="connsiteX718" fmla="*/ 510734 w 7467600"/>
              <a:gd name="connsiteY718" fmla="*/ 2416201 h 6858000"/>
              <a:gd name="connsiteX719" fmla="*/ 279257 w 7467600"/>
              <a:gd name="connsiteY719" fmla="*/ 2092102 h 6858000"/>
              <a:gd name="connsiteX720" fmla="*/ 65265 w 7467600"/>
              <a:gd name="connsiteY720" fmla="*/ 2006049 h 6858000"/>
              <a:gd name="connsiteX721" fmla="*/ 0 w 7467600"/>
              <a:gd name="connsiteY721" fmla="*/ 1982532 h 6858000"/>
              <a:gd name="connsiteX722" fmla="*/ 0 w 7467600"/>
              <a:gd name="connsiteY722" fmla="*/ 1912789 h 6858000"/>
              <a:gd name="connsiteX723" fmla="*/ 97460 w 7467600"/>
              <a:gd name="connsiteY723" fmla="*/ 1953725 h 6858000"/>
              <a:gd name="connsiteX724" fmla="*/ 221272 w 7467600"/>
              <a:gd name="connsiteY724" fmla="*/ 1980766 h 6858000"/>
              <a:gd name="connsiteX725" fmla="*/ 116765 w 7467600"/>
              <a:gd name="connsiteY725" fmla="*/ 1911033 h 6858000"/>
              <a:gd name="connsiteX726" fmla="*/ 16405 w 7467600"/>
              <a:gd name="connsiteY726" fmla="*/ 1803412 h 6858000"/>
              <a:gd name="connsiteX727" fmla="*/ 0 w 7467600"/>
              <a:gd name="connsiteY727" fmla="*/ 1784777 h 6858000"/>
              <a:gd name="connsiteX728" fmla="*/ 0 w 7467600"/>
              <a:gd name="connsiteY728" fmla="*/ 1740082 h 6858000"/>
              <a:gd name="connsiteX729" fmla="*/ 39394 w 7467600"/>
              <a:gd name="connsiteY729" fmla="*/ 1784856 h 6858000"/>
              <a:gd name="connsiteX730" fmla="*/ 135813 w 7467600"/>
              <a:gd name="connsiteY730" fmla="*/ 1888838 h 6858000"/>
              <a:gd name="connsiteX731" fmla="*/ 242575 w 7467600"/>
              <a:gd name="connsiteY731" fmla="*/ 1958841 h 6858000"/>
              <a:gd name="connsiteX732" fmla="*/ 82197 w 7467600"/>
              <a:gd name="connsiteY732" fmla="*/ 1754826 h 6858000"/>
              <a:gd name="connsiteX733" fmla="*/ 0 w 7467600"/>
              <a:gd name="connsiteY733" fmla="*/ 1679650 h 6858000"/>
              <a:gd name="connsiteX734" fmla="*/ 0 w 7467600"/>
              <a:gd name="connsiteY734" fmla="*/ 1602463 h 6858000"/>
              <a:gd name="connsiteX735" fmla="*/ 84689 w 7467600"/>
              <a:gd name="connsiteY735" fmla="*/ 1677442 h 6858000"/>
              <a:gd name="connsiteX736" fmla="*/ 298437 w 7467600"/>
              <a:gd name="connsiteY736" fmla="*/ 1968019 h 6858000"/>
              <a:gd name="connsiteX737" fmla="*/ 227269 w 7467600"/>
              <a:gd name="connsiteY737" fmla="*/ 1114064 h 6858000"/>
              <a:gd name="connsiteX738" fmla="*/ 248003 w 7467600"/>
              <a:gd name="connsiteY738" fmla="*/ 1089613 h 6858000"/>
              <a:gd name="connsiteX739" fmla="*/ 427020 w 7467600"/>
              <a:gd name="connsiteY739" fmla="*/ 1619803 h 6858000"/>
              <a:gd name="connsiteX740" fmla="*/ 340345 w 7467600"/>
              <a:gd name="connsiteY740" fmla="*/ 2027739 h 6858000"/>
              <a:gd name="connsiteX741" fmla="*/ 360865 w 7467600"/>
              <a:gd name="connsiteY741" fmla="*/ 2044827 h 6858000"/>
              <a:gd name="connsiteX742" fmla="*/ 560414 w 7467600"/>
              <a:gd name="connsiteY742" fmla="*/ 2421457 h 6858000"/>
              <a:gd name="connsiteX743" fmla="*/ 1359703 w 7467600"/>
              <a:gd name="connsiteY743" fmla="*/ 2578554 h 6858000"/>
              <a:gd name="connsiteX744" fmla="*/ 1359422 w 7467600"/>
              <a:gd name="connsiteY744" fmla="*/ 2577994 h 6858000"/>
              <a:gd name="connsiteX745" fmla="*/ 828701 w 7467600"/>
              <a:gd name="connsiteY745" fmla="*/ 1839520 h 6858000"/>
              <a:gd name="connsiteX746" fmla="*/ 494427 w 7467600"/>
              <a:gd name="connsiteY746" fmla="*/ 1092333 h 6858000"/>
              <a:gd name="connsiteX747" fmla="*/ 506322 w 7467600"/>
              <a:gd name="connsiteY747" fmla="*/ 1020997 h 6858000"/>
              <a:gd name="connsiteX748" fmla="*/ 4570198 w 7467600"/>
              <a:gd name="connsiteY748" fmla="*/ 978081 h 6858000"/>
              <a:gd name="connsiteX749" fmla="*/ 4523691 w 7467600"/>
              <a:gd name="connsiteY749" fmla="*/ 1127776 h 6858000"/>
              <a:gd name="connsiteX750" fmla="*/ 4509875 w 7467600"/>
              <a:gd name="connsiteY750" fmla="*/ 1167552 h 6858000"/>
              <a:gd name="connsiteX751" fmla="*/ 4478168 w 7467600"/>
              <a:gd name="connsiteY751" fmla="*/ 1260735 h 6858000"/>
              <a:gd name="connsiteX752" fmla="*/ 4409309 w 7467600"/>
              <a:gd name="connsiteY752" fmla="*/ 1666996 h 6858000"/>
              <a:gd name="connsiteX753" fmla="*/ 4370031 w 7467600"/>
              <a:gd name="connsiteY753" fmla="*/ 1955666 h 6858000"/>
              <a:gd name="connsiteX754" fmla="*/ 4570198 w 7467600"/>
              <a:gd name="connsiteY754" fmla="*/ 978081 h 6858000"/>
              <a:gd name="connsiteX755" fmla="*/ 4557898 w 7467600"/>
              <a:gd name="connsiteY755" fmla="*/ 900011 h 6858000"/>
              <a:gd name="connsiteX756" fmla="*/ 4344840 w 7467600"/>
              <a:gd name="connsiteY756" fmla="*/ 1922038 h 6858000"/>
              <a:gd name="connsiteX757" fmla="*/ 4378710 w 7467600"/>
              <a:gd name="connsiteY757" fmla="*/ 1665516 h 6858000"/>
              <a:gd name="connsiteX758" fmla="*/ 4448798 w 7467600"/>
              <a:gd name="connsiteY758" fmla="*/ 1253024 h 6858000"/>
              <a:gd name="connsiteX759" fmla="*/ 4480315 w 7467600"/>
              <a:gd name="connsiteY759" fmla="*/ 1158454 h 6858000"/>
              <a:gd name="connsiteX760" fmla="*/ 4494133 w 7467600"/>
              <a:gd name="connsiteY760" fmla="*/ 1118676 h 6858000"/>
              <a:gd name="connsiteX761" fmla="*/ 4557898 w 7467600"/>
              <a:gd name="connsiteY761" fmla="*/ 900011 h 6858000"/>
              <a:gd name="connsiteX762" fmla="*/ 5870151 w 7467600"/>
              <a:gd name="connsiteY762" fmla="*/ 898890 h 6858000"/>
              <a:gd name="connsiteX763" fmla="*/ 5861335 w 7467600"/>
              <a:gd name="connsiteY763" fmla="*/ 899177 h 6858000"/>
              <a:gd name="connsiteX764" fmla="*/ 5843702 w 7467600"/>
              <a:gd name="connsiteY764" fmla="*/ 899748 h 6858000"/>
              <a:gd name="connsiteX765" fmla="*/ 5651107 w 7467600"/>
              <a:gd name="connsiteY765" fmla="*/ 920306 h 6858000"/>
              <a:gd name="connsiteX766" fmla="*/ 5459407 w 7467600"/>
              <a:gd name="connsiteY766" fmla="*/ 940975 h 6858000"/>
              <a:gd name="connsiteX767" fmla="*/ 5374846 w 7467600"/>
              <a:gd name="connsiteY767" fmla="*/ 941988 h 6858000"/>
              <a:gd name="connsiteX768" fmla="*/ 5256105 w 7467600"/>
              <a:gd name="connsiteY768" fmla="*/ 945632 h 6858000"/>
              <a:gd name="connsiteX769" fmla="*/ 5107071 w 7467600"/>
              <a:gd name="connsiteY769" fmla="*/ 969720 h 6858000"/>
              <a:gd name="connsiteX770" fmla="*/ 4998681 w 7467600"/>
              <a:gd name="connsiteY770" fmla="*/ 988771 h 6858000"/>
              <a:gd name="connsiteX771" fmla="*/ 5870151 w 7467600"/>
              <a:gd name="connsiteY771" fmla="*/ 898890 h 6858000"/>
              <a:gd name="connsiteX772" fmla="*/ 5504425 w 7467600"/>
              <a:gd name="connsiteY772" fmla="*/ 848067 h 6858000"/>
              <a:gd name="connsiteX773" fmla="*/ 4968849 w 7467600"/>
              <a:gd name="connsiteY773" fmla="*/ 962318 h 6858000"/>
              <a:gd name="connsiteX774" fmla="*/ 5104039 w 7467600"/>
              <a:gd name="connsiteY774" fmla="*/ 940634 h 6858000"/>
              <a:gd name="connsiteX775" fmla="*/ 5256311 w 7467600"/>
              <a:gd name="connsiteY775" fmla="*/ 916490 h 6858000"/>
              <a:gd name="connsiteX776" fmla="*/ 5377381 w 7467600"/>
              <a:gd name="connsiteY776" fmla="*/ 912671 h 6858000"/>
              <a:gd name="connsiteX777" fmla="*/ 5460148 w 7467600"/>
              <a:gd name="connsiteY777" fmla="*/ 911442 h 6858000"/>
              <a:gd name="connsiteX778" fmla="*/ 5648971 w 7467600"/>
              <a:gd name="connsiteY778" fmla="*/ 891331 h 6858000"/>
              <a:gd name="connsiteX779" fmla="*/ 5844807 w 7467600"/>
              <a:gd name="connsiteY779" fmla="*/ 870718 h 6858000"/>
              <a:gd name="connsiteX780" fmla="*/ 5862975 w 7467600"/>
              <a:gd name="connsiteY780" fmla="*/ 869756 h 6858000"/>
              <a:gd name="connsiteX781" fmla="*/ 5920887 w 7467600"/>
              <a:gd name="connsiteY781" fmla="*/ 865929 h 6858000"/>
              <a:gd name="connsiteX782" fmla="*/ 5504425 w 7467600"/>
              <a:gd name="connsiteY782" fmla="*/ 848067 h 6858000"/>
              <a:gd name="connsiteX783" fmla="*/ 3607114 w 7467600"/>
              <a:gd name="connsiteY783" fmla="*/ 467441 h 6858000"/>
              <a:gd name="connsiteX784" fmla="*/ 3296242 w 7467600"/>
              <a:gd name="connsiteY784" fmla="*/ 807991 h 6858000"/>
              <a:gd name="connsiteX785" fmla="*/ 3174674 w 7467600"/>
              <a:gd name="connsiteY785" fmla="*/ 919759 h 6858000"/>
              <a:gd name="connsiteX786" fmla="*/ 3042978 w 7467600"/>
              <a:gd name="connsiteY786" fmla="*/ 1054894 h 6858000"/>
              <a:gd name="connsiteX787" fmla="*/ 2968914 w 7467600"/>
              <a:gd name="connsiteY787" fmla="*/ 1133756 h 6858000"/>
              <a:gd name="connsiteX788" fmla="*/ 3103823 w 7467600"/>
              <a:gd name="connsiteY788" fmla="*/ 1026814 h 6858000"/>
              <a:gd name="connsiteX789" fmla="*/ 3607114 w 7467600"/>
              <a:gd name="connsiteY789" fmla="*/ 467441 h 6858000"/>
              <a:gd name="connsiteX790" fmla="*/ 3744487 w 7467600"/>
              <a:gd name="connsiteY790" fmla="*/ 383136 h 6858000"/>
              <a:gd name="connsiteX791" fmla="*/ 3970213 w 7467600"/>
              <a:gd name="connsiteY791" fmla="*/ 995559 h 6858000"/>
              <a:gd name="connsiteX792" fmla="*/ 3744487 w 7467600"/>
              <a:gd name="connsiteY792" fmla="*/ 383136 h 6858000"/>
              <a:gd name="connsiteX793" fmla="*/ 3624562 w 7467600"/>
              <a:gd name="connsiteY793" fmla="*/ 367041 h 6858000"/>
              <a:gd name="connsiteX794" fmla="*/ 3489712 w 7467600"/>
              <a:gd name="connsiteY794" fmla="*/ 485386 h 6858000"/>
              <a:gd name="connsiteX795" fmla="*/ 3182994 w 7467600"/>
              <a:gd name="connsiteY795" fmla="*/ 828265 h 6858000"/>
              <a:gd name="connsiteX796" fmla="*/ 2892114 w 7467600"/>
              <a:gd name="connsiteY796" fmla="*/ 1172635 h 6858000"/>
              <a:gd name="connsiteX797" fmla="*/ 3021459 w 7467600"/>
              <a:gd name="connsiteY797" fmla="*/ 1035385 h 6858000"/>
              <a:gd name="connsiteX798" fmla="*/ 3153873 w 7467600"/>
              <a:gd name="connsiteY798" fmla="*/ 898971 h 6858000"/>
              <a:gd name="connsiteX799" fmla="*/ 3276511 w 7467600"/>
              <a:gd name="connsiteY799" fmla="*/ 786423 h 6858000"/>
              <a:gd name="connsiteX800" fmla="*/ 3584154 w 7467600"/>
              <a:gd name="connsiteY800" fmla="*/ 448218 h 6858000"/>
              <a:gd name="connsiteX801" fmla="*/ 3624562 w 7467600"/>
              <a:gd name="connsiteY801" fmla="*/ 367041 h 6858000"/>
              <a:gd name="connsiteX802" fmla="*/ 3766672 w 7467600"/>
              <a:gd name="connsiteY802" fmla="*/ 359429 h 6858000"/>
              <a:gd name="connsiteX803" fmla="*/ 3996338 w 7467600"/>
              <a:gd name="connsiteY803" fmla="*/ 968237 h 6858000"/>
              <a:gd name="connsiteX804" fmla="*/ 3766672 w 7467600"/>
              <a:gd name="connsiteY804" fmla="*/ 359429 h 6858000"/>
              <a:gd name="connsiteX805" fmla="*/ 5805386 w 7467600"/>
              <a:gd name="connsiteY805" fmla="*/ 239240 h 6858000"/>
              <a:gd name="connsiteX806" fmla="*/ 5736947 w 7467600"/>
              <a:gd name="connsiteY806" fmla="*/ 261367 h 6858000"/>
              <a:gd name="connsiteX807" fmla="*/ 5427012 w 7467600"/>
              <a:gd name="connsiteY807" fmla="*/ 311272 h 6858000"/>
              <a:gd name="connsiteX808" fmla="*/ 5147818 w 7467600"/>
              <a:gd name="connsiteY808" fmla="*/ 322112 h 6858000"/>
              <a:gd name="connsiteX809" fmla="*/ 5060854 w 7467600"/>
              <a:gd name="connsiteY809" fmla="*/ 311882 h 6858000"/>
              <a:gd name="connsiteX810" fmla="*/ 4945989 w 7467600"/>
              <a:gd name="connsiteY810" fmla="*/ 300516 h 6858000"/>
              <a:gd name="connsiteX811" fmla="*/ 5410479 w 7467600"/>
              <a:gd name="connsiteY811" fmla="*/ 348434 h 6858000"/>
              <a:gd name="connsiteX812" fmla="*/ 5805386 w 7467600"/>
              <a:gd name="connsiteY812" fmla="*/ 239240 h 6858000"/>
              <a:gd name="connsiteX813" fmla="*/ 5905192 w 7467600"/>
              <a:gd name="connsiteY813" fmla="*/ 163079 h 6858000"/>
              <a:gd name="connsiteX814" fmla="*/ 5865655 w 7467600"/>
              <a:gd name="connsiteY814" fmla="*/ 171901 h 6858000"/>
              <a:gd name="connsiteX815" fmla="*/ 5259740 w 7467600"/>
              <a:gd name="connsiteY815" fmla="*/ 257013 h 6858000"/>
              <a:gd name="connsiteX816" fmla="*/ 5208466 w 7467600"/>
              <a:gd name="connsiteY816" fmla="*/ 257550 h 6858000"/>
              <a:gd name="connsiteX817" fmla="*/ 4980204 w 7467600"/>
              <a:gd name="connsiteY817" fmla="*/ 271903 h 6858000"/>
              <a:gd name="connsiteX818" fmla="*/ 5068068 w 7467600"/>
              <a:gd name="connsiteY818" fmla="*/ 282244 h 6858000"/>
              <a:gd name="connsiteX819" fmla="*/ 5153231 w 7467600"/>
              <a:gd name="connsiteY819" fmla="*/ 292240 h 6858000"/>
              <a:gd name="connsiteX820" fmla="*/ 5426491 w 7467600"/>
              <a:gd name="connsiteY820" fmla="*/ 281128 h 6858000"/>
              <a:gd name="connsiteX821" fmla="*/ 5731212 w 7467600"/>
              <a:gd name="connsiteY821" fmla="*/ 231951 h 6858000"/>
              <a:gd name="connsiteX822" fmla="*/ 5905192 w 7467600"/>
              <a:gd name="connsiteY822" fmla="*/ 163079 h 6858000"/>
              <a:gd name="connsiteX823" fmla="*/ 5944437 w 7467600"/>
              <a:gd name="connsiteY823" fmla="*/ 113829 h 6858000"/>
              <a:gd name="connsiteX824" fmla="*/ 5825032 w 7467600"/>
              <a:gd name="connsiteY824" fmla="*/ 146405 h 6858000"/>
              <a:gd name="connsiteX825" fmla="*/ 4955599 w 7467600"/>
              <a:gd name="connsiteY825" fmla="*/ 247008 h 6858000"/>
              <a:gd name="connsiteX826" fmla="*/ 5210104 w 7467600"/>
              <a:gd name="connsiteY826" fmla="*/ 228123 h 6858000"/>
              <a:gd name="connsiteX827" fmla="*/ 5261015 w 7467600"/>
              <a:gd name="connsiteY827" fmla="*/ 227087 h 6858000"/>
              <a:gd name="connsiteX828" fmla="*/ 5861181 w 7467600"/>
              <a:gd name="connsiteY828" fmla="*/ 143093 h 6858000"/>
              <a:gd name="connsiteX829" fmla="*/ 5961252 w 7467600"/>
              <a:gd name="connsiteY829" fmla="*/ 114820 h 6858000"/>
              <a:gd name="connsiteX830" fmla="*/ 5944437 w 7467600"/>
              <a:gd name="connsiteY830" fmla="*/ 113829 h 6858000"/>
              <a:gd name="connsiteX831" fmla="*/ 3882765 w 7467600"/>
              <a:gd name="connsiteY831" fmla="*/ 0 h 6858000"/>
              <a:gd name="connsiteX832" fmla="*/ 3995099 w 7467600"/>
              <a:gd name="connsiteY832" fmla="*/ 0 h 6858000"/>
              <a:gd name="connsiteX833" fmla="*/ 4163818 w 7467600"/>
              <a:gd name="connsiteY833" fmla="*/ 234104 h 6858000"/>
              <a:gd name="connsiteX834" fmla="*/ 4172099 w 7467600"/>
              <a:gd name="connsiteY834" fmla="*/ 234207 h 6858000"/>
              <a:gd name="connsiteX835" fmla="*/ 4784282 w 7467600"/>
              <a:gd name="connsiteY835" fmla="*/ 276561 h 6858000"/>
              <a:gd name="connsiteX836" fmla="*/ 4801687 w 7467600"/>
              <a:gd name="connsiteY836" fmla="*/ 267764 h 6858000"/>
              <a:gd name="connsiteX837" fmla="*/ 6082788 w 7467600"/>
              <a:gd name="connsiteY837" fmla="*/ 64119 h 6858000"/>
              <a:gd name="connsiteX838" fmla="*/ 6099442 w 7467600"/>
              <a:gd name="connsiteY838" fmla="*/ 82568 h 6858000"/>
              <a:gd name="connsiteX839" fmla="*/ 4804137 w 7467600"/>
              <a:gd name="connsiteY839" fmla="*/ 320931 h 6858000"/>
              <a:gd name="connsiteX840" fmla="*/ 4227047 w 7467600"/>
              <a:gd name="connsiteY840" fmla="*/ 313415 h 6858000"/>
              <a:gd name="connsiteX841" fmla="*/ 4346041 w 7467600"/>
              <a:gd name="connsiteY841" fmla="*/ 456086 h 6858000"/>
              <a:gd name="connsiteX842" fmla="*/ 4870967 w 7467600"/>
              <a:gd name="connsiteY842" fmla="*/ 963061 h 6858000"/>
              <a:gd name="connsiteX843" fmla="*/ 4889647 w 7467600"/>
              <a:gd name="connsiteY843" fmla="*/ 957147 h 6858000"/>
              <a:gd name="connsiteX844" fmla="*/ 5422504 w 7467600"/>
              <a:gd name="connsiteY844" fmla="*/ 805191 h 6858000"/>
              <a:gd name="connsiteX845" fmla="*/ 6087656 w 7467600"/>
              <a:gd name="connsiteY845" fmla="*/ 826703 h 6858000"/>
              <a:gd name="connsiteX846" fmla="*/ 6058717 w 7467600"/>
              <a:gd name="connsiteY846" fmla="*/ 865992 h 6858000"/>
              <a:gd name="connsiteX847" fmla="*/ 4974153 w 7467600"/>
              <a:gd name="connsiteY847" fmla="*/ 1045456 h 6858000"/>
              <a:gd name="connsiteX848" fmla="*/ 5627835 w 7467600"/>
              <a:gd name="connsiteY848" fmla="*/ 1472077 h 6858000"/>
              <a:gd name="connsiteX849" fmla="*/ 5629817 w 7467600"/>
              <a:gd name="connsiteY849" fmla="*/ 1471412 h 6858000"/>
              <a:gd name="connsiteX850" fmla="*/ 5634124 w 7467600"/>
              <a:gd name="connsiteY850" fmla="*/ 1470572 h 6858000"/>
              <a:gd name="connsiteX851" fmla="*/ 5755832 w 7467600"/>
              <a:gd name="connsiteY851" fmla="*/ 1383886 h 6858000"/>
              <a:gd name="connsiteX852" fmla="*/ 6014186 w 7467600"/>
              <a:gd name="connsiteY852" fmla="*/ 1279799 h 6858000"/>
              <a:gd name="connsiteX853" fmla="*/ 6901619 w 7467600"/>
              <a:gd name="connsiteY853" fmla="*/ 1047874 h 6858000"/>
              <a:gd name="connsiteX854" fmla="*/ 6931566 w 7467600"/>
              <a:gd name="connsiteY854" fmla="*/ 1062034 h 6858000"/>
              <a:gd name="connsiteX855" fmla="*/ 5790982 w 7467600"/>
              <a:gd name="connsiteY855" fmla="*/ 1561380 h 6858000"/>
              <a:gd name="connsiteX856" fmla="*/ 6188971 w 7467600"/>
              <a:gd name="connsiteY856" fmla="*/ 1755168 h 6858000"/>
              <a:gd name="connsiteX857" fmla="*/ 6202446 w 7467600"/>
              <a:gd name="connsiteY857" fmla="*/ 1752268 h 6858000"/>
              <a:gd name="connsiteX858" fmla="*/ 7179560 w 7467600"/>
              <a:gd name="connsiteY858" fmla="*/ 1467551 h 6858000"/>
              <a:gd name="connsiteX859" fmla="*/ 7158730 w 7467600"/>
              <a:gd name="connsiteY859" fmla="*/ 1507835 h 6858000"/>
              <a:gd name="connsiteX860" fmla="*/ 6326959 w 7467600"/>
              <a:gd name="connsiteY860" fmla="*/ 1817686 h 6858000"/>
              <a:gd name="connsiteX861" fmla="*/ 6537433 w 7467600"/>
              <a:gd name="connsiteY861" fmla="*/ 1907790 h 6858000"/>
              <a:gd name="connsiteX862" fmla="*/ 6550221 w 7467600"/>
              <a:gd name="connsiteY862" fmla="*/ 1910729 h 6858000"/>
              <a:gd name="connsiteX863" fmla="*/ 6964438 w 7467600"/>
              <a:gd name="connsiteY863" fmla="*/ 2209505 h 6858000"/>
              <a:gd name="connsiteX864" fmla="*/ 7367862 w 7467600"/>
              <a:gd name="connsiteY864" fmla="*/ 2806833 h 6858000"/>
              <a:gd name="connsiteX865" fmla="*/ 7364329 w 7467600"/>
              <a:gd name="connsiteY865" fmla="*/ 2826907 h 6858000"/>
              <a:gd name="connsiteX866" fmla="*/ 7290545 w 7467600"/>
              <a:gd name="connsiteY866" fmla="*/ 2850663 h 6858000"/>
              <a:gd name="connsiteX867" fmla="*/ 6472036 w 7467600"/>
              <a:gd name="connsiteY867" fmla="*/ 1959003 h 6858000"/>
              <a:gd name="connsiteX868" fmla="*/ 5792897 w 7467600"/>
              <a:gd name="connsiteY868" fmla="*/ 1647747 h 6858000"/>
              <a:gd name="connsiteX869" fmla="*/ 5842751 w 7467600"/>
              <a:gd name="connsiteY869" fmla="*/ 1816112 h 6858000"/>
              <a:gd name="connsiteX870" fmla="*/ 5847424 w 7467600"/>
              <a:gd name="connsiteY870" fmla="*/ 1815776 h 6858000"/>
              <a:gd name="connsiteX871" fmla="*/ 6399821 w 7467600"/>
              <a:gd name="connsiteY871" fmla="*/ 2344799 h 6858000"/>
              <a:gd name="connsiteX872" fmla="*/ 6323232 w 7467600"/>
              <a:gd name="connsiteY872" fmla="*/ 2389634 h 6858000"/>
              <a:gd name="connsiteX873" fmla="*/ 5942958 w 7467600"/>
              <a:gd name="connsiteY873" fmla="*/ 2077708 h 6858000"/>
              <a:gd name="connsiteX874" fmla="*/ 5921559 w 7467600"/>
              <a:gd name="connsiteY874" fmla="*/ 2378596 h 6858000"/>
              <a:gd name="connsiteX875" fmla="*/ 5817651 w 7467600"/>
              <a:gd name="connsiteY875" fmla="*/ 3023919 h 6858000"/>
              <a:gd name="connsiteX876" fmla="*/ 5729634 w 7467600"/>
              <a:gd name="connsiteY876" fmla="*/ 3051849 h 6858000"/>
              <a:gd name="connsiteX877" fmla="*/ 5611018 w 7467600"/>
              <a:gd name="connsiteY877" fmla="*/ 2316769 h 6858000"/>
              <a:gd name="connsiteX878" fmla="*/ 5687608 w 7467600"/>
              <a:gd name="connsiteY878" fmla="*/ 2039972 h 6858000"/>
              <a:gd name="connsiteX879" fmla="*/ 5657554 w 7467600"/>
              <a:gd name="connsiteY879" fmla="*/ 1576445 h 6858000"/>
              <a:gd name="connsiteX880" fmla="*/ 5150475 w 7467600"/>
              <a:gd name="connsiteY880" fmla="*/ 1274012 h 6858000"/>
              <a:gd name="connsiteX881" fmla="*/ 5349142 w 7467600"/>
              <a:gd name="connsiteY881" fmla="*/ 2204405 h 6858000"/>
              <a:gd name="connsiteX882" fmla="*/ 5262214 w 7467600"/>
              <a:gd name="connsiteY882" fmla="*/ 2233836 h 6858000"/>
              <a:gd name="connsiteX883" fmla="*/ 4981539 w 7467600"/>
              <a:gd name="connsiteY883" fmla="*/ 1542201 h 6858000"/>
              <a:gd name="connsiteX884" fmla="*/ 4958461 w 7467600"/>
              <a:gd name="connsiteY884" fmla="*/ 1136957 h 6858000"/>
              <a:gd name="connsiteX885" fmla="*/ 4655015 w 7467600"/>
              <a:gd name="connsiteY885" fmla="*/ 891426 h 6858000"/>
              <a:gd name="connsiteX886" fmla="*/ 4348002 w 7467600"/>
              <a:gd name="connsiteY886" fmla="*/ 2205895 h 6858000"/>
              <a:gd name="connsiteX887" fmla="*/ 4262250 w 7467600"/>
              <a:gd name="connsiteY887" fmla="*/ 2219972 h 6858000"/>
              <a:gd name="connsiteX888" fmla="*/ 4550611 w 7467600"/>
              <a:gd name="connsiteY888" fmla="*/ 817540 h 6858000"/>
              <a:gd name="connsiteX889" fmla="*/ 4564418 w 7467600"/>
              <a:gd name="connsiteY889" fmla="*/ 808293 h 6858000"/>
              <a:gd name="connsiteX890" fmla="*/ 4266388 w 7467600"/>
              <a:gd name="connsiteY890" fmla="*/ 500083 h 6858000"/>
              <a:gd name="connsiteX891" fmla="*/ 4032842 w 7467600"/>
              <a:gd name="connsiteY891" fmla="*/ 211809 h 6858000"/>
              <a:gd name="connsiteX892" fmla="*/ 3882765 w 7467600"/>
              <a:gd name="connsiteY892" fmla="*/ 0 h 6858000"/>
              <a:gd name="connsiteX893" fmla="*/ 3721337 w 7467600"/>
              <a:gd name="connsiteY893" fmla="*/ 0 h 6858000"/>
              <a:gd name="connsiteX894" fmla="*/ 3797544 w 7467600"/>
              <a:gd name="connsiteY894" fmla="*/ 0 h 6858000"/>
              <a:gd name="connsiteX895" fmla="*/ 3775734 w 7467600"/>
              <a:gd name="connsiteY895" fmla="*/ 95131 h 6858000"/>
              <a:gd name="connsiteX896" fmla="*/ 3724807 w 7467600"/>
              <a:gd name="connsiteY896" fmla="*/ 272257 h 6858000"/>
              <a:gd name="connsiteX897" fmla="*/ 3726844 w 7467600"/>
              <a:gd name="connsiteY897" fmla="*/ 282988 h 6858000"/>
              <a:gd name="connsiteX898" fmla="*/ 3742664 w 7467600"/>
              <a:gd name="connsiteY898" fmla="*/ 279918 h 6858000"/>
              <a:gd name="connsiteX899" fmla="*/ 4103910 w 7467600"/>
              <a:gd name="connsiteY899" fmla="*/ 1161917 h 6858000"/>
              <a:gd name="connsiteX900" fmla="*/ 4020269 w 7467600"/>
              <a:gd name="connsiteY900" fmla="*/ 1200406 h 6858000"/>
              <a:gd name="connsiteX901" fmla="*/ 3674882 w 7467600"/>
              <a:gd name="connsiteY901" fmla="*/ 488524 h 6858000"/>
              <a:gd name="connsiteX902" fmla="*/ 3132682 w 7467600"/>
              <a:gd name="connsiteY902" fmla="*/ 1072284 h 6858000"/>
              <a:gd name="connsiteX903" fmla="*/ 2716346 w 7467600"/>
              <a:gd name="connsiteY903" fmla="*/ 1276376 h 6858000"/>
              <a:gd name="connsiteX904" fmla="*/ 2716772 w 7467600"/>
              <a:gd name="connsiteY904" fmla="*/ 1255462 h 6858000"/>
              <a:gd name="connsiteX905" fmla="*/ 3471096 w 7467600"/>
              <a:gd name="connsiteY905" fmla="*/ 437072 h 6858000"/>
              <a:gd name="connsiteX906" fmla="*/ 3639057 w 7467600"/>
              <a:gd name="connsiteY906" fmla="*/ 286334 h 6858000"/>
              <a:gd name="connsiteX907" fmla="*/ 3640309 w 7467600"/>
              <a:gd name="connsiteY907" fmla="*/ 284664 h 6858000"/>
              <a:gd name="connsiteX908" fmla="*/ 3646022 w 7467600"/>
              <a:gd name="connsiteY908" fmla="*/ 276711 h 6858000"/>
              <a:gd name="connsiteX909" fmla="*/ 3707943 w 7467600"/>
              <a:gd name="connsiteY909" fmla="*/ 65958 h 6858000"/>
              <a:gd name="connsiteX910" fmla="*/ 3721337 w 7467600"/>
              <a:gd name="connsiteY910" fmla="*/ 0 h 6858000"/>
              <a:gd name="connsiteX911" fmla="*/ 2867960 w 7467600"/>
              <a:gd name="connsiteY911" fmla="*/ 0 h 6858000"/>
              <a:gd name="connsiteX912" fmla="*/ 2926351 w 7467600"/>
              <a:gd name="connsiteY912" fmla="*/ 0 h 6858000"/>
              <a:gd name="connsiteX913" fmla="*/ 2902823 w 7467600"/>
              <a:gd name="connsiteY913" fmla="*/ 262929 h 6858000"/>
              <a:gd name="connsiteX914" fmla="*/ 2940663 w 7467600"/>
              <a:gd name="connsiteY914" fmla="*/ 140884 h 6858000"/>
              <a:gd name="connsiteX915" fmla="*/ 2947039 w 7467600"/>
              <a:gd name="connsiteY915" fmla="*/ 122524 h 6858000"/>
              <a:gd name="connsiteX916" fmla="*/ 2984316 w 7467600"/>
              <a:gd name="connsiteY916" fmla="*/ 0 h 6858000"/>
              <a:gd name="connsiteX917" fmla="*/ 3016114 w 7467600"/>
              <a:gd name="connsiteY917" fmla="*/ 0 h 6858000"/>
              <a:gd name="connsiteX918" fmla="*/ 2979949 w 7467600"/>
              <a:gd name="connsiteY918" fmla="*/ 119274 h 6858000"/>
              <a:gd name="connsiteX919" fmla="*/ 3023879 w 7467600"/>
              <a:gd name="connsiteY919" fmla="*/ 0 h 6858000"/>
              <a:gd name="connsiteX920" fmla="*/ 3105400 w 7467600"/>
              <a:gd name="connsiteY920" fmla="*/ 0 h 6858000"/>
              <a:gd name="connsiteX921" fmla="*/ 3094669 w 7467600"/>
              <a:gd name="connsiteY921" fmla="*/ 30308 h 6858000"/>
              <a:gd name="connsiteX922" fmla="*/ 2901945 w 7467600"/>
              <a:gd name="connsiteY922" fmla="*/ 466538 h 6858000"/>
              <a:gd name="connsiteX923" fmla="*/ 2815209 w 7467600"/>
              <a:gd name="connsiteY923" fmla="*/ 497361 h 6858000"/>
              <a:gd name="connsiteX924" fmla="*/ 2844845 w 7467600"/>
              <a:gd name="connsiteY924" fmla="*/ 127638 h 6858000"/>
              <a:gd name="connsiteX925" fmla="*/ 2867960 w 7467600"/>
              <a:gd name="connsiteY925" fmla="*/ 0 h 6858000"/>
              <a:gd name="connsiteX926" fmla="*/ 1057230 w 7467600"/>
              <a:gd name="connsiteY926" fmla="*/ 0 h 6858000"/>
              <a:gd name="connsiteX927" fmla="*/ 1111003 w 7467600"/>
              <a:gd name="connsiteY927" fmla="*/ 0 h 6858000"/>
              <a:gd name="connsiteX928" fmla="*/ 1125553 w 7467600"/>
              <a:gd name="connsiteY928" fmla="*/ 52588 h 6858000"/>
              <a:gd name="connsiteX929" fmla="*/ 1304276 w 7467600"/>
              <a:gd name="connsiteY929" fmla="*/ 476275 h 6858000"/>
              <a:gd name="connsiteX930" fmla="*/ 1492066 w 7467600"/>
              <a:gd name="connsiteY930" fmla="*/ 886333 h 6858000"/>
              <a:gd name="connsiteX931" fmla="*/ 1423698 w 7467600"/>
              <a:gd name="connsiteY931" fmla="*/ 710817 h 6858000"/>
              <a:gd name="connsiteX932" fmla="*/ 1357609 w 7467600"/>
              <a:gd name="connsiteY932" fmla="*/ 532892 h 6858000"/>
              <a:gd name="connsiteX933" fmla="*/ 1309550 w 7467600"/>
              <a:gd name="connsiteY933" fmla="*/ 374031 h 6858000"/>
              <a:gd name="connsiteX934" fmla="*/ 1193673 w 7467600"/>
              <a:gd name="connsiteY934" fmla="*/ 49533 h 6858000"/>
              <a:gd name="connsiteX935" fmla="*/ 1164391 w 7467600"/>
              <a:gd name="connsiteY935" fmla="*/ 0 h 6858000"/>
              <a:gd name="connsiteX936" fmla="*/ 1200666 w 7467600"/>
              <a:gd name="connsiteY936" fmla="*/ 0 h 6858000"/>
              <a:gd name="connsiteX937" fmla="*/ 1223408 w 7467600"/>
              <a:gd name="connsiteY937" fmla="*/ 38996 h 6858000"/>
              <a:gd name="connsiteX938" fmla="*/ 1339635 w 7467600"/>
              <a:gd name="connsiteY938" fmla="*/ 365517 h 6858000"/>
              <a:gd name="connsiteX939" fmla="*/ 1387469 w 7467600"/>
              <a:gd name="connsiteY939" fmla="*/ 523079 h 6858000"/>
              <a:gd name="connsiteX940" fmla="*/ 1452685 w 7467600"/>
              <a:gd name="connsiteY940" fmla="*/ 699806 h 6858000"/>
              <a:gd name="connsiteX941" fmla="*/ 1492092 w 7467600"/>
              <a:gd name="connsiteY941" fmla="*/ 800424 h 6858000"/>
              <a:gd name="connsiteX942" fmla="*/ 1455302 w 7467600"/>
              <a:gd name="connsiteY942" fmla="*/ 632913 h 6858000"/>
              <a:gd name="connsiteX943" fmla="*/ 1222336 w 7467600"/>
              <a:gd name="connsiteY943" fmla="*/ 9480 h 6858000"/>
              <a:gd name="connsiteX944" fmla="*/ 1214634 w 7467600"/>
              <a:gd name="connsiteY944" fmla="*/ 0 h 6858000"/>
              <a:gd name="connsiteX945" fmla="*/ 1289827 w 7467600"/>
              <a:gd name="connsiteY945" fmla="*/ 0 h 6858000"/>
              <a:gd name="connsiteX946" fmla="*/ 1321076 w 7467600"/>
              <a:gd name="connsiteY946" fmla="*/ 59722 h 6858000"/>
              <a:gd name="connsiteX947" fmla="*/ 1512579 w 7467600"/>
              <a:gd name="connsiteY947" fmla="*/ 626441 h 6858000"/>
              <a:gd name="connsiteX948" fmla="*/ 1506076 w 7467600"/>
              <a:gd name="connsiteY948" fmla="*/ 1089289 h 6858000"/>
              <a:gd name="connsiteX949" fmla="*/ 1486346 w 7467600"/>
              <a:gd name="connsiteY949" fmla="*/ 1079919 h 6858000"/>
              <a:gd name="connsiteX950" fmla="*/ 1070511 w 7467600"/>
              <a:gd name="connsiteY950" fmla="*/ 48609 h 6858000"/>
              <a:gd name="connsiteX951" fmla="*/ 1057230 w 7467600"/>
              <a:gd name="connsiteY951" fmla="*/ 0 h 6858000"/>
              <a:gd name="connsiteX952" fmla="*/ 43151 w 7467600"/>
              <a:gd name="connsiteY952" fmla="*/ 0 h 6858000"/>
              <a:gd name="connsiteX953" fmla="*/ 95283 w 7467600"/>
              <a:gd name="connsiteY953" fmla="*/ 0 h 6858000"/>
              <a:gd name="connsiteX954" fmla="*/ 300708 w 7467600"/>
              <a:gd name="connsiteY954" fmla="*/ 154571 h 6858000"/>
              <a:gd name="connsiteX955" fmla="*/ 530414 w 7467600"/>
              <a:gd name="connsiteY955" fmla="*/ 354673 h 6858000"/>
              <a:gd name="connsiteX956" fmla="*/ 333785 w 7467600"/>
              <a:gd name="connsiteY956" fmla="*/ 161564 h 6858000"/>
              <a:gd name="connsiteX957" fmla="*/ 147005 w 7467600"/>
              <a:gd name="connsiteY957" fmla="*/ 0 h 6858000"/>
              <a:gd name="connsiteX958" fmla="*/ 272509 w 7467600"/>
              <a:gd name="connsiteY958" fmla="*/ 0 h 6858000"/>
              <a:gd name="connsiteX959" fmla="*/ 326276 w 7467600"/>
              <a:gd name="connsiteY959" fmla="*/ 45847 h 6858000"/>
              <a:gd name="connsiteX960" fmla="*/ 823759 w 7467600"/>
              <a:gd name="connsiteY960" fmla="*/ 574145 h 6858000"/>
              <a:gd name="connsiteX961" fmla="*/ 811254 w 7467600"/>
              <a:gd name="connsiteY961" fmla="*/ 665546 h 6858000"/>
              <a:gd name="connsiteX962" fmla="*/ 154042 w 7467600"/>
              <a:gd name="connsiteY962" fmla="*/ 261522 h 6858000"/>
              <a:gd name="connsiteX963" fmla="*/ 13550 w 7467600"/>
              <a:gd name="connsiteY963" fmla="*/ 158423 h 6858000"/>
              <a:gd name="connsiteX964" fmla="*/ 0 w 7467600"/>
              <a:gd name="connsiteY964" fmla="*/ 146618 h 6858000"/>
              <a:gd name="connsiteX965" fmla="*/ 0 w 7467600"/>
              <a:gd name="connsiteY965" fmla="*/ 59161 h 6858000"/>
              <a:gd name="connsiteX966" fmla="*/ 45427 w 7467600"/>
              <a:gd name="connsiteY966" fmla="*/ 101078 h 6858000"/>
              <a:gd name="connsiteX967" fmla="*/ 630103 w 7467600"/>
              <a:gd name="connsiteY967" fmla="*/ 485885 h 6858000"/>
              <a:gd name="connsiteX968" fmla="*/ 532040 w 7467600"/>
              <a:gd name="connsiteY968" fmla="*/ 399359 h 6858000"/>
              <a:gd name="connsiteX969" fmla="*/ 517618 w 7467600"/>
              <a:gd name="connsiteY969" fmla="*/ 385726 h 6858000"/>
              <a:gd name="connsiteX970" fmla="*/ 285074 w 7467600"/>
              <a:gd name="connsiteY970" fmla="*/ 182755 h 6858000"/>
              <a:gd name="connsiteX971" fmla="*/ 43151 w 7467600"/>
              <a:gd name="connsiteY971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7042773 w 7467600"/>
              <a:gd name="connsiteY74" fmla="*/ 5734011 h 6858000"/>
              <a:gd name="connsiteX75" fmla="*/ 7379510 w 7467600"/>
              <a:gd name="connsiteY75" fmla="*/ 5755454 h 6858000"/>
              <a:gd name="connsiteX76" fmla="*/ 7467600 w 7467600"/>
              <a:gd name="connsiteY76" fmla="*/ 5845526 h 6858000"/>
              <a:gd name="connsiteX77" fmla="*/ 7271900 w 7467600"/>
              <a:gd name="connsiteY77" fmla="*/ 5734551 h 6858000"/>
              <a:gd name="connsiteX78" fmla="*/ 7259646 w 7467600"/>
              <a:gd name="connsiteY78" fmla="*/ 5765985 h 6858000"/>
              <a:gd name="connsiteX79" fmla="*/ 7467600 w 7467600"/>
              <a:gd name="connsiteY79" fmla="*/ 6012219 h 6858000"/>
              <a:gd name="connsiteX80" fmla="*/ 7105827 w 7467600"/>
              <a:gd name="connsiteY80" fmla="*/ 5718700 h 6858000"/>
              <a:gd name="connsiteX81" fmla="*/ 7356878 w 7467600"/>
              <a:gd name="connsiteY81" fmla="*/ 5981332 h 6858000"/>
              <a:gd name="connsiteX82" fmla="*/ 7467600 w 7467600"/>
              <a:gd name="connsiteY82" fmla="*/ 6117703 h 6858000"/>
              <a:gd name="connsiteX83" fmla="*/ 7467600 w 7467600"/>
              <a:gd name="connsiteY83" fmla="*/ 6163634 h 6858000"/>
              <a:gd name="connsiteX84" fmla="*/ 7403637 w 7467600"/>
              <a:gd name="connsiteY84" fmla="*/ 6083957 h 6858000"/>
              <a:gd name="connsiteX85" fmla="*/ 7254615 w 7467600"/>
              <a:gd name="connsiteY85" fmla="*/ 5911918 h 6858000"/>
              <a:gd name="connsiteX86" fmla="*/ 7312589 w 7467600"/>
              <a:gd name="connsiteY86" fmla="*/ 5982309 h 6858000"/>
              <a:gd name="connsiteX87" fmla="*/ 7448321 w 7467600"/>
              <a:gd name="connsiteY87" fmla="*/ 6190991 h 6858000"/>
              <a:gd name="connsiteX88" fmla="*/ 7467600 w 7467600"/>
              <a:gd name="connsiteY88" fmla="*/ 6221686 h 6858000"/>
              <a:gd name="connsiteX89" fmla="*/ 7467600 w 7467600"/>
              <a:gd name="connsiteY89" fmla="*/ 6334256 h 6858000"/>
              <a:gd name="connsiteX90" fmla="*/ 7454976 w 7467600"/>
              <a:gd name="connsiteY90" fmla="*/ 6318297 h 6858000"/>
              <a:gd name="connsiteX91" fmla="*/ 7042773 w 7467600"/>
              <a:gd name="connsiteY91" fmla="*/ 5734011 h 6858000"/>
              <a:gd name="connsiteX92" fmla="*/ 1456157 w 7467600"/>
              <a:gd name="connsiteY92" fmla="*/ 5371404 h 6858000"/>
              <a:gd name="connsiteX93" fmla="*/ 1244432 w 7467600"/>
              <a:gd name="connsiteY93" fmla="*/ 5385601 h 6858000"/>
              <a:gd name="connsiteX94" fmla="*/ 973990 w 7467600"/>
              <a:gd name="connsiteY94" fmla="*/ 5424940 h 6858000"/>
              <a:gd name="connsiteX95" fmla="*/ 1103809 w 7467600"/>
              <a:gd name="connsiteY95" fmla="*/ 5433720 h 6858000"/>
              <a:gd name="connsiteX96" fmla="*/ 1123454 w 7467600"/>
              <a:gd name="connsiteY96" fmla="*/ 5435727 h 6858000"/>
              <a:gd name="connsiteX97" fmla="*/ 1737017 w 7467600"/>
              <a:gd name="connsiteY97" fmla="*/ 5452183 h 6858000"/>
              <a:gd name="connsiteX98" fmla="*/ 1824397 w 7467600"/>
              <a:gd name="connsiteY98" fmla="*/ 5447757 h 6858000"/>
              <a:gd name="connsiteX99" fmla="*/ 2070059 w 7467600"/>
              <a:gd name="connsiteY99" fmla="*/ 5441660 h 6858000"/>
              <a:gd name="connsiteX100" fmla="*/ 1456157 w 7467600"/>
              <a:gd name="connsiteY100" fmla="*/ 5371404 h 6858000"/>
              <a:gd name="connsiteX101" fmla="*/ 4988186 w 7467600"/>
              <a:gd name="connsiteY101" fmla="*/ 5216467 h 6858000"/>
              <a:gd name="connsiteX102" fmla="*/ 4777334 w 7467600"/>
              <a:gd name="connsiteY102" fmla="*/ 5406072 h 6858000"/>
              <a:gd name="connsiteX103" fmla="*/ 4718341 w 7467600"/>
              <a:gd name="connsiteY103" fmla="*/ 5468043 h 6858000"/>
              <a:gd name="connsiteX104" fmla="*/ 4604655 w 7467600"/>
              <a:gd name="connsiteY104" fmla="*/ 5583434 h 6858000"/>
              <a:gd name="connsiteX105" fmla="*/ 4565074 w 7467600"/>
              <a:gd name="connsiteY105" fmla="*/ 5618550 h 6858000"/>
              <a:gd name="connsiteX106" fmla="*/ 4988186 w 7467600"/>
              <a:gd name="connsiteY106" fmla="*/ 5216467 h 6858000"/>
              <a:gd name="connsiteX107" fmla="*/ 4978032 w 7467600"/>
              <a:gd name="connsiteY107" fmla="*/ 5183809 h 6858000"/>
              <a:gd name="connsiteX108" fmla="*/ 4463413 w 7467600"/>
              <a:gd name="connsiteY108" fmla="*/ 5615162 h 6858000"/>
              <a:gd name="connsiteX109" fmla="*/ 4358134 w 7467600"/>
              <a:gd name="connsiteY109" fmla="*/ 5742791 h 6858000"/>
              <a:gd name="connsiteX110" fmla="*/ 4376219 w 7467600"/>
              <a:gd name="connsiteY110" fmla="*/ 5729027 h 6858000"/>
              <a:gd name="connsiteX111" fmla="*/ 4582340 w 7467600"/>
              <a:gd name="connsiteY111" fmla="*/ 5561037 h 6858000"/>
              <a:gd name="connsiteX112" fmla="*/ 4694684 w 7467600"/>
              <a:gd name="connsiteY112" fmla="*/ 5447098 h 6858000"/>
              <a:gd name="connsiteX113" fmla="*/ 4754123 w 7467600"/>
              <a:gd name="connsiteY113" fmla="*/ 5384643 h 6858000"/>
              <a:gd name="connsiteX114" fmla="*/ 4978032 w 7467600"/>
              <a:gd name="connsiteY114" fmla="*/ 5183809 h 6858000"/>
              <a:gd name="connsiteX115" fmla="*/ 1903353 w 7467600"/>
              <a:gd name="connsiteY115" fmla="*/ 5044827 h 6858000"/>
              <a:gd name="connsiteX116" fmla="*/ 1936931 w 7467600"/>
              <a:gd name="connsiteY116" fmla="*/ 5093954 h 6858000"/>
              <a:gd name="connsiteX117" fmla="*/ 2195868 w 7467600"/>
              <a:gd name="connsiteY117" fmla="*/ 5396574 h 6858000"/>
              <a:gd name="connsiteX118" fmla="*/ 2088852 w 7467600"/>
              <a:gd name="connsiteY118" fmla="*/ 5166123 h 6858000"/>
              <a:gd name="connsiteX119" fmla="*/ 1958241 w 7467600"/>
              <a:gd name="connsiteY119" fmla="*/ 5067955 h 6858000"/>
              <a:gd name="connsiteX120" fmla="*/ 1903353 w 7467600"/>
              <a:gd name="connsiteY120" fmla="*/ 5044827 h 6858000"/>
              <a:gd name="connsiteX121" fmla="*/ 1979378 w 7467600"/>
              <a:gd name="connsiteY121" fmla="*/ 4769504 h 6858000"/>
              <a:gd name="connsiteX122" fmla="*/ 2882120 w 7467600"/>
              <a:gd name="connsiteY122" fmla="*/ 5064547 h 6858000"/>
              <a:gd name="connsiteX123" fmla="*/ 2793103 w 7467600"/>
              <a:gd name="connsiteY123" fmla="*/ 5039699 h 6858000"/>
              <a:gd name="connsiteX124" fmla="*/ 2770041 w 7467600"/>
              <a:gd name="connsiteY124" fmla="*/ 5033634 h 6858000"/>
              <a:gd name="connsiteX125" fmla="*/ 1979378 w 7467600"/>
              <a:gd name="connsiteY125" fmla="*/ 4769504 h 6858000"/>
              <a:gd name="connsiteX126" fmla="*/ 1927410 w 7467600"/>
              <a:gd name="connsiteY126" fmla="*/ 4716164 h 6858000"/>
              <a:gd name="connsiteX127" fmla="*/ 1959587 w 7467600"/>
              <a:gd name="connsiteY127" fmla="*/ 4728849 h 6858000"/>
              <a:gd name="connsiteX128" fmla="*/ 2777707 w 7467600"/>
              <a:gd name="connsiteY128" fmla="*/ 5003991 h 6858000"/>
              <a:gd name="connsiteX129" fmla="*/ 2800768 w 7467600"/>
              <a:gd name="connsiteY129" fmla="*/ 5010056 h 6858000"/>
              <a:gd name="connsiteX130" fmla="*/ 2879408 w 7467600"/>
              <a:gd name="connsiteY130" fmla="*/ 5031590 h 6858000"/>
              <a:gd name="connsiteX131" fmla="*/ 2862295 w 7467600"/>
              <a:gd name="connsiteY131" fmla="*/ 5022958 h 6858000"/>
              <a:gd name="connsiteX132" fmla="*/ 2813343 w 7467600"/>
              <a:gd name="connsiteY132" fmla="*/ 4998369 h 6858000"/>
              <a:gd name="connsiteX133" fmla="*/ 2646245 w 7467600"/>
              <a:gd name="connsiteY133" fmla="*/ 4930999 h 6858000"/>
              <a:gd name="connsiteX134" fmla="*/ 1999243 w 7467600"/>
              <a:gd name="connsiteY134" fmla="*/ 4730524 h 6858000"/>
              <a:gd name="connsiteX135" fmla="*/ 1979527 w 7467600"/>
              <a:gd name="connsiteY135" fmla="*/ 4726651 h 6858000"/>
              <a:gd name="connsiteX136" fmla="*/ 1927410 w 7467600"/>
              <a:gd name="connsiteY136" fmla="*/ 4716164 h 6858000"/>
              <a:gd name="connsiteX137" fmla="*/ 1997014 w 7467600"/>
              <a:gd name="connsiteY137" fmla="*/ 4698007 h 6858000"/>
              <a:gd name="connsiteX138" fmla="*/ 2005458 w 7467600"/>
              <a:gd name="connsiteY138" fmla="*/ 4699540 h 6858000"/>
              <a:gd name="connsiteX139" fmla="*/ 2657186 w 7467600"/>
              <a:gd name="connsiteY139" fmla="*/ 4901687 h 6858000"/>
              <a:gd name="connsiteX140" fmla="*/ 2826662 w 7467600"/>
              <a:gd name="connsiteY140" fmla="*/ 4970362 h 6858000"/>
              <a:gd name="connsiteX141" fmla="*/ 2876100 w 7467600"/>
              <a:gd name="connsiteY141" fmla="*/ 4995397 h 6858000"/>
              <a:gd name="connsiteX142" fmla="*/ 3042600 w 7467600"/>
              <a:gd name="connsiteY142" fmla="*/ 5059532 h 6858000"/>
              <a:gd name="connsiteX143" fmla="*/ 1997014 w 7467600"/>
              <a:gd name="connsiteY143" fmla="*/ 4698007 h 6858000"/>
              <a:gd name="connsiteX144" fmla="*/ 2305292 w 7467600"/>
              <a:gd name="connsiteY144" fmla="*/ 4219492 h 6858000"/>
              <a:gd name="connsiteX145" fmla="*/ 3360922 w 7467600"/>
              <a:gd name="connsiteY145" fmla="*/ 4529373 h 6858000"/>
              <a:gd name="connsiteX146" fmla="*/ 3492420 w 7467600"/>
              <a:gd name="connsiteY146" fmla="*/ 4510145 h 6858000"/>
              <a:gd name="connsiteX147" fmla="*/ 3364086 w 7467600"/>
              <a:gd name="connsiteY147" fmla="*/ 4480340 h 6858000"/>
              <a:gd name="connsiteX148" fmla="*/ 3225818 w 7467600"/>
              <a:gd name="connsiteY148" fmla="*/ 4411822 h 6858000"/>
              <a:gd name="connsiteX149" fmla="*/ 3129696 w 7467600"/>
              <a:gd name="connsiteY149" fmla="*/ 4360704 h 6858000"/>
              <a:gd name="connsiteX150" fmla="*/ 2814545 w 7467600"/>
              <a:gd name="connsiteY150" fmla="*/ 4282955 h 6858000"/>
              <a:gd name="connsiteX151" fmla="*/ 2305292 w 7467600"/>
              <a:gd name="connsiteY151" fmla="*/ 4219492 h 6858000"/>
              <a:gd name="connsiteX152" fmla="*/ 2626982 w 7467600"/>
              <a:gd name="connsiteY152" fmla="*/ 4206450 h 6858000"/>
              <a:gd name="connsiteX153" fmla="*/ 2490617 w 7467600"/>
              <a:gd name="connsiteY153" fmla="*/ 4206951 h 6858000"/>
              <a:gd name="connsiteX154" fmla="*/ 2819869 w 7467600"/>
              <a:gd name="connsiteY154" fmla="*/ 4252936 h 6858000"/>
              <a:gd name="connsiteX155" fmla="*/ 3143018 w 7467600"/>
              <a:gd name="connsiteY155" fmla="*/ 4332698 h 6858000"/>
              <a:gd name="connsiteX156" fmla="*/ 3241520 w 7467600"/>
              <a:gd name="connsiteY156" fmla="*/ 4385112 h 6858000"/>
              <a:gd name="connsiteX157" fmla="*/ 3374575 w 7467600"/>
              <a:gd name="connsiteY157" fmla="*/ 4451517 h 6858000"/>
              <a:gd name="connsiteX158" fmla="*/ 3505221 w 7467600"/>
              <a:gd name="connsiteY158" fmla="*/ 4480757 h 6858000"/>
              <a:gd name="connsiteX159" fmla="*/ 2626982 w 7467600"/>
              <a:gd name="connsiteY159" fmla="*/ 4206450 h 6858000"/>
              <a:gd name="connsiteX160" fmla="*/ 1310106 w 7467600"/>
              <a:gd name="connsiteY160" fmla="*/ 3943217 h 6858000"/>
              <a:gd name="connsiteX161" fmla="*/ 854994 w 7467600"/>
              <a:gd name="connsiteY161" fmla="*/ 4399136 h 6858000"/>
              <a:gd name="connsiteX162" fmla="*/ 742462 w 7467600"/>
              <a:gd name="connsiteY162" fmla="*/ 4594648 h 6858000"/>
              <a:gd name="connsiteX163" fmla="*/ 820602 w 7467600"/>
              <a:gd name="connsiteY163" fmla="*/ 4485915 h 6858000"/>
              <a:gd name="connsiteX164" fmla="*/ 878295 w 7467600"/>
              <a:gd name="connsiteY164" fmla="*/ 4403594 h 6858000"/>
              <a:gd name="connsiteX165" fmla="*/ 1240607 w 7467600"/>
              <a:gd name="connsiteY165" fmla="*/ 4010401 h 6858000"/>
              <a:gd name="connsiteX166" fmla="*/ 1310106 w 7467600"/>
              <a:gd name="connsiteY166" fmla="*/ 3943217 h 6858000"/>
              <a:gd name="connsiteX167" fmla="*/ 1423113 w 7467600"/>
              <a:gd name="connsiteY167" fmla="*/ 3874565 h 6858000"/>
              <a:gd name="connsiteX168" fmla="*/ 1260565 w 7467600"/>
              <a:gd name="connsiteY168" fmla="*/ 4031982 h 6858000"/>
              <a:gd name="connsiteX169" fmla="*/ 901900 w 7467600"/>
              <a:gd name="connsiteY169" fmla="*/ 4421236 h 6858000"/>
              <a:gd name="connsiteX170" fmla="*/ 845044 w 7467600"/>
              <a:gd name="connsiteY170" fmla="*/ 4502436 h 6858000"/>
              <a:gd name="connsiteX171" fmla="*/ 685926 w 7467600"/>
              <a:gd name="connsiteY171" fmla="*/ 4703069 h 6858000"/>
              <a:gd name="connsiteX172" fmla="*/ 684248 w 7467600"/>
              <a:gd name="connsiteY172" fmla="*/ 4706721 h 6858000"/>
              <a:gd name="connsiteX173" fmla="*/ 1423113 w 7467600"/>
              <a:gd name="connsiteY173" fmla="*/ 3874565 h 6858000"/>
              <a:gd name="connsiteX174" fmla="*/ 3316479 w 7467600"/>
              <a:gd name="connsiteY174" fmla="*/ 3872136 h 6858000"/>
              <a:gd name="connsiteX175" fmla="*/ 3546806 w 7467600"/>
              <a:gd name="connsiteY175" fmla="*/ 4356139 h 6858000"/>
              <a:gd name="connsiteX176" fmla="*/ 3364433 w 7467600"/>
              <a:gd name="connsiteY176" fmla="*/ 3953121 h 6858000"/>
              <a:gd name="connsiteX177" fmla="*/ 3316479 w 7467600"/>
              <a:gd name="connsiteY177" fmla="*/ 3872136 h 6858000"/>
              <a:gd name="connsiteX178" fmla="*/ 3291335 w 7467600"/>
              <a:gd name="connsiteY178" fmla="*/ 3767420 h 6858000"/>
              <a:gd name="connsiteX179" fmla="*/ 3390805 w 7467600"/>
              <a:gd name="connsiteY179" fmla="*/ 3937163 h 6858000"/>
              <a:gd name="connsiteX180" fmla="*/ 3579062 w 7467600"/>
              <a:gd name="connsiteY180" fmla="*/ 4359040 h 6858000"/>
              <a:gd name="connsiteX181" fmla="*/ 3467355 w 7467600"/>
              <a:gd name="connsiteY181" fmla="*/ 3988130 h 6858000"/>
              <a:gd name="connsiteX182" fmla="*/ 3310753 w 7467600"/>
              <a:gd name="connsiteY182" fmla="*/ 3787140 h 6858000"/>
              <a:gd name="connsiteX183" fmla="*/ 3291335 w 7467600"/>
              <a:gd name="connsiteY183" fmla="*/ 3767420 h 6858000"/>
              <a:gd name="connsiteX184" fmla="*/ 1635889 w 7467600"/>
              <a:gd name="connsiteY184" fmla="*/ 3709494 h 6858000"/>
              <a:gd name="connsiteX185" fmla="*/ 1634800 w 7467600"/>
              <a:gd name="connsiteY185" fmla="*/ 3731111 h 6858000"/>
              <a:gd name="connsiteX186" fmla="*/ 1635889 w 7467600"/>
              <a:gd name="connsiteY186" fmla="*/ 3709494 h 6858000"/>
              <a:gd name="connsiteX187" fmla="*/ 1510397 w 7467600"/>
              <a:gd name="connsiteY187" fmla="*/ 3684705 h 6858000"/>
              <a:gd name="connsiteX188" fmla="*/ 1146550 w 7467600"/>
              <a:gd name="connsiteY188" fmla="*/ 3802012 h 6858000"/>
              <a:gd name="connsiteX189" fmla="*/ 698834 w 7467600"/>
              <a:gd name="connsiteY189" fmla="*/ 3952272 h 6858000"/>
              <a:gd name="connsiteX190" fmla="*/ 34256 w 7467600"/>
              <a:gd name="connsiteY190" fmla="*/ 4347603 h 6858000"/>
              <a:gd name="connsiteX191" fmla="*/ 527241 w 7467600"/>
              <a:gd name="connsiteY191" fmla="*/ 4065078 h 6858000"/>
              <a:gd name="connsiteX192" fmla="*/ 1510397 w 7467600"/>
              <a:gd name="connsiteY192" fmla="*/ 3684705 h 6858000"/>
              <a:gd name="connsiteX193" fmla="*/ 1313114 w 7467600"/>
              <a:gd name="connsiteY193" fmla="*/ 3655216 h 6858000"/>
              <a:gd name="connsiteX194" fmla="*/ 1109304 w 7467600"/>
              <a:gd name="connsiteY194" fmla="*/ 3669030 h 6858000"/>
              <a:gd name="connsiteX195" fmla="*/ 8129 w 7467600"/>
              <a:gd name="connsiteY195" fmla="*/ 4330519 h 6858000"/>
              <a:gd name="connsiteX196" fmla="*/ 687572 w 7467600"/>
              <a:gd name="connsiteY196" fmla="*/ 3925629 h 6858000"/>
              <a:gd name="connsiteX197" fmla="*/ 1138365 w 7467600"/>
              <a:gd name="connsiteY197" fmla="*/ 3774515 h 6858000"/>
              <a:gd name="connsiteX198" fmla="*/ 1505579 w 7467600"/>
              <a:gd name="connsiteY198" fmla="*/ 3655526 h 6858000"/>
              <a:gd name="connsiteX199" fmla="*/ 1313114 w 7467600"/>
              <a:gd name="connsiteY199" fmla="*/ 3655216 h 6858000"/>
              <a:gd name="connsiteX200" fmla="*/ 3655073 w 7467600"/>
              <a:gd name="connsiteY200" fmla="*/ 3650884 h 6858000"/>
              <a:gd name="connsiteX201" fmla="*/ 3989938 w 7467600"/>
              <a:gd name="connsiteY201" fmla="*/ 3991685 h 6858000"/>
              <a:gd name="connsiteX202" fmla="*/ 4393907 w 7467600"/>
              <a:gd name="connsiteY202" fmla="*/ 4261258 h 6858000"/>
              <a:gd name="connsiteX203" fmla="*/ 4648051 w 7467600"/>
              <a:gd name="connsiteY203" fmla="*/ 4374051 h 6858000"/>
              <a:gd name="connsiteX204" fmla="*/ 4383389 w 7467600"/>
              <a:gd name="connsiteY204" fmla="*/ 4184369 h 6858000"/>
              <a:gd name="connsiteX205" fmla="*/ 4165508 w 7467600"/>
              <a:gd name="connsiteY205" fmla="*/ 4035196 h 6858000"/>
              <a:gd name="connsiteX206" fmla="*/ 4068162 w 7467600"/>
              <a:gd name="connsiteY206" fmla="*/ 3953394 h 6858000"/>
              <a:gd name="connsiteX207" fmla="*/ 3981416 w 7467600"/>
              <a:gd name="connsiteY207" fmla="*/ 3880482 h 6858000"/>
              <a:gd name="connsiteX208" fmla="*/ 3800147 w 7467600"/>
              <a:gd name="connsiteY208" fmla="*/ 3749872 h 6858000"/>
              <a:gd name="connsiteX209" fmla="*/ 3655073 w 7467600"/>
              <a:gd name="connsiteY209" fmla="*/ 3650884 h 6858000"/>
              <a:gd name="connsiteX210" fmla="*/ 3670252 w 7467600"/>
              <a:gd name="connsiteY210" fmla="*/ 3622798 h 6858000"/>
              <a:gd name="connsiteX211" fmla="*/ 3817258 w 7467600"/>
              <a:gd name="connsiteY211" fmla="*/ 3723577 h 6858000"/>
              <a:gd name="connsiteX212" fmla="*/ 4000461 w 7467600"/>
              <a:gd name="connsiteY212" fmla="*/ 3855966 h 6858000"/>
              <a:gd name="connsiteX213" fmla="*/ 4088180 w 7467600"/>
              <a:gd name="connsiteY213" fmla="*/ 3929774 h 6858000"/>
              <a:gd name="connsiteX214" fmla="*/ 4184555 w 7467600"/>
              <a:gd name="connsiteY214" fmla="*/ 4010683 h 6858000"/>
              <a:gd name="connsiteX215" fmla="*/ 4399563 w 7467600"/>
              <a:gd name="connsiteY215" fmla="*/ 4158106 h 6858000"/>
              <a:gd name="connsiteX216" fmla="*/ 4684469 w 7467600"/>
              <a:gd name="connsiteY216" fmla="*/ 4364680 h 6858000"/>
              <a:gd name="connsiteX217" fmla="*/ 4690271 w 7467600"/>
              <a:gd name="connsiteY217" fmla="*/ 4370034 h 6858000"/>
              <a:gd name="connsiteX218" fmla="*/ 4136093 w 7467600"/>
              <a:gd name="connsiteY218" fmla="*/ 3858466 h 6858000"/>
              <a:gd name="connsiteX219" fmla="*/ 3670252 w 7467600"/>
              <a:gd name="connsiteY219" fmla="*/ 3622798 h 6858000"/>
              <a:gd name="connsiteX220" fmla="*/ 4440129 w 7467600"/>
              <a:gd name="connsiteY220" fmla="*/ 3448571 h 6858000"/>
              <a:gd name="connsiteX221" fmla="*/ 4856525 w 7467600"/>
              <a:gd name="connsiteY221" fmla="*/ 3915351 h 6858000"/>
              <a:gd name="connsiteX222" fmla="*/ 5059055 w 7467600"/>
              <a:gd name="connsiteY222" fmla="*/ 4108918 h 6858000"/>
              <a:gd name="connsiteX223" fmla="*/ 5290070 w 7467600"/>
              <a:gd name="connsiteY223" fmla="*/ 4263619 h 6858000"/>
              <a:gd name="connsiteX224" fmla="*/ 4834991 w 7467600"/>
              <a:gd name="connsiteY224" fmla="*/ 3830985 h 6858000"/>
              <a:gd name="connsiteX225" fmla="*/ 4440129 w 7467600"/>
              <a:gd name="connsiteY225" fmla="*/ 3448571 h 6858000"/>
              <a:gd name="connsiteX226" fmla="*/ 4441737 w 7467600"/>
              <a:gd name="connsiteY226" fmla="*/ 3399734 h 6858000"/>
              <a:gd name="connsiteX227" fmla="*/ 4431236 w 7467600"/>
              <a:gd name="connsiteY227" fmla="*/ 3400954 h 6858000"/>
              <a:gd name="connsiteX228" fmla="*/ 4557150 w 7467600"/>
              <a:gd name="connsiteY228" fmla="*/ 3510023 h 6858000"/>
              <a:gd name="connsiteX229" fmla="*/ 4856936 w 7467600"/>
              <a:gd name="connsiteY229" fmla="*/ 3809146 h 6858000"/>
              <a:gd name="connsiteX230" fmla="*/ 5111996 w 7467600"/>
              <a:gd name="connsiteY230" fmla="*/ 4065759 h 6858000"/>
              <a:gd name="connsiteX231" fmla="*/ 5388878 w 7467600"/>
              <a:gd name="connsiteY231" fmla="*/ 4300185 h 6858000"/>
              <a:gd name="connsiteX232" fmla="*/ 5425556 w 7467600"/>
              <a:gd name="connsiteY232" fmla="*/ 4308967 h 6858000"/>
              <a:gd name="connsiteX233" fmla="*/ 4943646 w 7467600"/>
              <a:gd name="connsiteY233" fmla="*/ 3822916 h 6858000"/>
              <a:gd name="connsiteX234" fmla="*/ 4594837 w 7467600"/>
              <a:gd name="connsiteY234" fmla="*/ 3532274 h 6858000"/>
              <a:gd name="connsiteX235" fmla="*/ 4441737 w 7467600"/>
              <a:gd name="connsiteY235" fmla="*/ 3399734 h 6858000"/>
              <a:gd name="connsiteX236" fmla="*/ 5425834 w 7467600"/>
              <a:gd name="connsiteY236" fmla="*/ 3162785 h 6858000"/>
              <a:gd name="connsiteX237" fmla="*/ 5401644 w 7467600"/>
              <a:gd name="connsiteY237" fmla="*/ 3617847 h 6858000"/>
              <a:gd name="connsiteX238" fmla="*/ 5467256 w 7467600"/>
              <a:gd name="connsiteY238" fmla="*/ 4175494 h 6858000"/>
              <a:gd name="connsiteX239" fmla="*/ 5448069 w 7467600"/>
              <a:gd name="connsiteY239" fmla="*/ 3567554 h 6858000"/>
              <a:gd name="connsiteX240" fmla="*/ 5425834 w 7467600"/>
              <a:gd name="connsiteY240" fmla="*/ 3162785 h 6858000"/>
              <a:gd name="connsiteX241" fmla="*/ 1318687 w 7467600"/>
              <a:gd name="connsiteY241" fmla="*/ 3113840 h 6858000"/>
              <a:gd name="connsiteX242" fmla="*/ 1066793 w 7467600"/>
              <a:gd name="connsiteY242" fmla="*/ 3212171 h 6858000"/>
              <a:gd name="connsiteX243" fmla="*/ 993319 w 7467600"/>
              <a:gd name="connsiteY243" fmla="*/ 3247648 h 6858000"/>
              <a:gd name="connsiteX244" fmla="*/ 853081 w 7467600"/>
              <a:gd name="connsiteY244" fmla="*/ 3312410 h 6858000"/>
              <a:gd name="connsiteX245" fmla="*/ 805957 w 7467600"/>
              <a:gd name="connsiteY245" fmla="*/ 3330443 h 6858000"/>
              <a:gd name="connsiteX246" fmla="*/ 1318687 w 7467600"/>
              <a:gd name="connsiteY246" fmla="*/ 3113840 h 6858000"/>
              <a:gd name="connsiteX247" fmla="*/ 5453702 w 7467600"/>
              <a:gd name="connsiteY247" fmla="*/ 3090882 h 6858000"/>
              <a:gd name="connsiteX248" fmla="*/ 5480135 w 7467600"/>
              <a:gd name="connsiteY248" fmla="*/ 3565802 h 6858000"/>
              <a:gd name="connsiteX249" fmla="*/ 5499023 w 7467600"/>
              <a:gd name="connsiteY249" fmla="*/ 4166310 h 6858000"/>
              <a:gd name="connsiteX250" fmla="*/ 5547022 w 7467600"/>
              <a:gd name="connsiteY250" fmla="*/ 3607838 h 6858000"/>
              <a:gd name="connsiteX251" fmla="*/ 5515964 w 7467600"/>
              <a:gd name="connsiteY251" fmla="*/ 3378541 h 6858000"/>
              <a:gd name="connsiteX252" fmla="*/ 5453702 w 7467600"/>
              <a:gd name="connsiteY252" fmla="*/ 3090882 h 6858000"/>
              <a:gd name="connsiteX253" fmla="*/ 1238695 w 7467600"/>
              <a:gd name="connsiteY253" fmla="*/ 3076820 h 6858000"/>
              <a:gd name="connsiteX254" fmla="*/ 716371 w 7467600"/>
              <a:gd name="connsiteY254" fmla="*/ 3293249 h 6858000"/>
              <a:gd name="connsiteX255" fmla="*/ 579522 w 7467600"/>
              <a:gd name="connsiteY255" fmla="*/ 3371759 h 6858000"/>
              <a:gd name="connsiteX256" fmla="*/ 600288 w 7467600"/>
              <a:gd name="connsiteY256" fmla="*/ 3365555 h 6858000"/>
              <a:gd name="connsiteX257" fmla="*/ 840692 w 7467600"/>
              <a:gd name="connsiteY257" fmla="*/ 3284921 h 6858000"/>
              <a:gd name="connsiteX258" fmla="*/ 979248 w 7467600"/>
              <a:gd name="connsiteY258" fmla="*/ 3221003 h 6858000"/>
              <a:gd name="connsiteX259" fmla="*/ 1053282 w 7467600"/>
              <a:gd name="connsiteY259" fmla="*/ 3185247 h 6858000"/>
              <a:gd name="connsiteX260" fmla="*/ 1320603 w 7467600"/>
              <a:gd name="connsiteY260" fmla="*/ 3081281 h 6858000"/>
              <a:gd name="connsiteX261" fmla="*/ 1238695 w 7467600"/>
              <a:gd name="connsiteY261" fmla="*/ 3076820 h 6858000"/>
              <a:gd name="connsiteX262" fmla="*/ 5425627 w 7467600"/>
              <a:gd name="connsiteY262" fmla="*/ 2954192 h 6858000"/>
              <a:gd name="connsiteX263" fmla="*/ 5470770 w 7467600"/>
              <a:gd name="connsiteY263" fmla="*/ 3005435 h 6858000"/>
              <a:gd name="connsiteX264" fmla="*/ 5519779 w 7467600"/>
              <a:gd name="connsiteY264" fmla="*/ 4359223 h 6858000"/>
              <a:gd name="connsiteX265" fmla="*/ 5520293 w 7467600"/>
              <a:gd name="connsiteY265" fmla="*/ 4360602 h 6858000"/>
              <a:gd name="connsiteX266" fmla="*/ 5767221 w 7467600"/>
              <a:gd name="connsiteY266" fmla="*/ 4665564 h 6858000"/>
              <a:gd name="connsiteX267" fmla="*/ 6937169 w 7467600"/>
              <a:gd name="connsiteY267" fmla="*/ 4815941 h 6858000"/>
              <a:gd name="connsiteX268" fmla="*/ 6953922 w 7467600"/>
              <a:gd name="connsiteY268" fmla="*/ 4890068 h 6858000"/>
              <a:gd name="connsiteX269" fmla="*/ 6071359 w 7467600"/>
              <a:gd name="connsiteY269" fmla="*/ 4770770 h 6858000"/>
              <a:gd name="connsiteX270" fmla="*/ 6038839 w 7467600"/>
              <a:gd name="connsiteY270" fmla="*/ 4764474 h 6858000"/>
              <a:gd name="connsiteX271" fmla="*/ 6038706 w 7467600"/>
              <a:gd name="connsiteY271" fmla="*/ 4763847 h 6858000"/>
              <a:gd name="connsiteX272" fmla="*/ 6037784 w 7467600"/>
              <a:gd name="connsiteY272" fmla="*/ 4764270 h 6858000"/>
              <a:gd name="connsiteX273" fmla="*/ 6038839 w 7467600"/>
              <a:gd name="connsiteY273" fmla="*/ 4764474 h 6858000"/>
              <a:gd name="connsiteX274" fmla="*/ 6040338 w 7467600"/>
              <a:gd name="connsiteY274" fmla="*/ 4771418 h 6858000"/>
              <a:gd name="connsiteX275" fmla="*/ 6024488 w 7467600"/>
              <a:gd name="connsiteY275" fmla="*/ 4809903 h 6858000"/>
              <a:gd name="connsiteX276" fmla="*/ 5599771 w 7467600"/>
              <a:gd name="connsiteY276" fmla="*/ 5509652 h 6858000"/>
              <a:gd name="connsiteX277" fmla="*/ 5548843 w 7467600"/>
              <a:gd name="connsiteY277" fmla="*/ 5563845 h 6858000"/>
              <a:gd name="connsiteX278" fmla="*/ 5940952 w 7467600"/>
              <a:gd name="connsiteY278" fmla="*/ 6250028 h 6858000"/>
              <a:gd name="connsiteX279" fmla="*/ 6043441 w 7467600"/>
              <a:gd name="connsiteY279" fmla="*/ 6665847 h 6858000"/>
              <a:gd name="connsiteX280" fmla="*/ 6093432 w 7467600"/>
              <a:gd name="connsiteY280" fmla="*/ 6858000 h 6858000"/>
              <a:gd name="connsiteX281" fmla="*/ 6034344 w 7467600"/>
              <a:gd name="connsiteY281" fmla="*/ 6858000 h 6858000"/>
              <a:gd name="connsiteX282" fmla="*/ 6026679 w 7467600"/>
              <a:gd name="connsiteY282" fmla="*/ 6836959 h 6858000"/>
              <a:gd name="connsiteX283" fmla="*/ 5800441 w 7467600"/>
              <a:gd name="connsiteY283" fmla="*/ 6335286 h 6858000"/>
              <a:gd name="connsiteX284" fmla="*/ 5526562 w 7467600"/>
              <a:gd name="connsiteY284" fmla="*/ 5705388 h 6858000"/>
              <a:gd name="connsiteX285" fmla="*/ 5519640 w 7467600"/>
              <a:gd name="connsiteY285" fmla="*/ 5683774 h 6858000"/>
              <a:gd name="connsiteX286" fmla="*/ 5844559 w 7467600"/>
              <a:gd name="connsiteY286" fmla="*/ 6553349 h 6858000"/>
              <a:gd name="connsiteX287" fmla="*/ 5975994 w 7467600"/>
              <a:gd name="connsiteY287" fmla="*/ 6858000 h 6858000"/>
              <a:gd name="connsiteX288" fmla="*/ 5898547 w 7467600"/>
              <a:gd name="connsiteY288" fmla="*/ 6858000 h 6858000"/>
              <a:gd name="connsiteX289" fmla="*/ 5682041 w 7467600"/>
              <a:gd name="connsiteY289" fmla="*/ 6355860 h 6858000"/>
              <a:gd name="connsiteX290" fmla="*/ 5461758 w 7467600"/>
              <a:gd name="connsiteY290" fmla="*/ 5820220 h 6858000"/>
              <a:gd name="connsiteX291" fmla="*/ 5237282 w 7467600"/>
              <a:gd name="connsiteY291" fmla="*/ 6579086 h 6858000"/>
              <a:gd name="connsiteX292" fmla="*/ 5115009 w 7467600"/>
              <a:gd name="connsiteY292" fmla="*/ 6858000 h 6858000"/>
              <a:gd name="connsiteX293" fmla="*/ 5028074 w 7467600"/>
              <a:gd name="connsiteY293" fmla="*/ 6858000 h 6858000"/>
              <a:gd name="connsiteX294" fmla="*/ 5079508 w 7467600"/>
              <a:gd name="connsiteY294" fmla="*/ 6749074 h 6858000"/>
              <a:gd name="connsiteX295" fmla="*/ 5371846 w 7467600"/>
              <a:gd name="connsiteY295" fmla="*/ 5924413 h 6858000"/>
              <a:gd name="connsiteX296" fmla="*/ 5270512 w 7467600"/>
              <a:gd name="connsiteY296" fmla="*/ 6138975 h 6858000"/>
              <a:gd name="connsiteX297" fmla="*/ 5062409 w 7467600"/>
              <a:gd name="connsiteY297" fmla="*/ 6653544 h 6858000"/>
              <a:gd name="connsiteX298" fmla="*/ 5036628 w 7467600"/>
              <a:gd name="connsiteY298" fmla="*/ 6754247 h 6858000"/>
              <a:gd name="connsiteX299" fmla="*/ 5009112 w 7467600"/>
              <a:gd name="connsiteY299" fmla="*/ 6858000 h 6858000"/>
              <a:gd name="connsiteX300" fmla="*/ 4976679 w 7467600"/>
              <a:gd name="connsiteY300" fmla="*/ 6858000 h 6858000"/>
              <a:gd name="connsiteX301" fmla="*/ 5006537 w 7467600"/>
              <a:gd name="connsiteY301" fmla="*/ 6747068 h 6858000"/>
              <a:gd name="connsiteX302" fmla="*/ 5032723 w 7467600"/>
              <a:gd name="connsiteY302" fmla="*/ 6644957 h 6858000"/>
              <a:gd name="connsiteX303" fmla="*/ 5242949 w 7467600"/>
              <a:gd name="connsiteY303" fmla="*/ 6125175 h 6858000"/>
              <a:gd name="connsiteX304" fmla="*/ 5286321 w 7467600"/>
              <a:gd name="connsiteY304" fmla="*/ 6033555 h 6858000"/>
              <a:gd name="connsiteX305" fmla="*/ 5008210 w 7467600"/>
              <a:gd name="connsiteY305" fmla="*/ 6649194 h 6858000"/>
              <a:gd name="connsiteX306" fmla="*/ 4986321 w 7467600"/>
              <a:gd name="connsiteY306" fmla="*/ 6765687 h 6858000"/>
              <a:gd name="connsiteX307" fmla="*/ 4973474 w 7467600"/>
              <a:gd name="connsiteY307" fmla="*/ 6858000 h 6858000"/>
              <a:gd name="connsiteX308" fmla="*/ 4907178 w 7467600"/>
              <a:gd name="connsiteY308" fmla="*/ 6858000 h 6858000"/>
              <a:gd name="connsiteX309" fmla="*/ 4910810 w 7467600"/>
              <a:gd name="connsiteY309" fmla="*/ 6829660 h 6858000"/>
              <a:gd name="connsiteX310" fmla="*/ 4987461 w 7467600"/>
              <a:gd name="connsiteY310" fmla="*/ 6432994 h 6858000"/>
              <a:gd name="connsiteX311" fmla="*/ 5179262 w 7467600"/>
              <a:gd name="connsiteY311" fmla="*/ 6035044 h 6858000"/>
              <a:gd name="connsiteX312" fmla="*/ 4689678 w 7467600"/>
              <a:gd name="connsiteY312" fmla="*/ 6440241 h 6858000"/>
              <a:gd name="connsiteX313" fmla="*/ 4477543 w 7467600"/>
              <a:gd name="connsiteY313" fmla="*/ 6674836 h 6858000"/>
              <a:gd name="connsiteX314" fmla="*/ 4329957 w 7467600"/>
              <a:gd name="connsiteY314" fmla="*/ 6858000 h 6858000"/>
              <a:gd name="connsiteX315" fmla="*/ 4218595 w 7467600"/>
              <a:gd name="connsiteY315" fmla="*/ 6858000 h 6858000"/>
              <a:gd name="connsiteX316" fmla="*/ 4368888 w 7467600"/>
              <a:gd name="connsiteY316" fmla="*/ 6668412 h 6858000"/>
              <a:gd name="connsiteX317" fmla="*/ 4563091 w 7467600"/>
              <a:gd name="connsiteY317" fmla="*/ 6442508 h 6858000"/>
              <a:gd name="connsiteX318" fmla="*/ 5387324 w 7467600"/>
              <a:gd name="connsiteY318" fmla="*/ 5705830 h 6858000"/>
              <a:gd name="connsiteX319" fmla="*/ 5073620 w 7467600"/>
              <a:gd name="connsiteY319" fmla="*/ 5955437 h 6858000"/>
              <a:gd name="connsiteX320" fmla="*/ 4689789 w 7467600"/>
              <a:gd name="connsiteY320" fmla="*/ 6268382 h 6858000"/>
              <a:gd name="connsiteX321" fmla="*/ 4418722 w 7467600"/>
              <a:gd name="connsiteY321" fmla="*/ 6570886 h 6858000"/>
              <a:gd name="connsiteX322" fmla="*/ 4214944 w 7467600"/>
              <a:gd name="connsiteY322" fmla="*/ 6858000 h 6858000"/>
              <a:gd name="connsiteX323" fmla="*/ 4177898 w 7467600"/>
              <a:gd name="connsiteY323" fmla="*/ 6858000 h 6858000"/>
              <a:gd name="connsiteX324" fmla="*/ 4391597 w 7467600"/>
              <a:gd name="connsiteY324" fmla="*/ 6556370 h 6858000"/>
              <a:gd name="connsiteX325" fmla="*/ 4668889 w 7467600"/>
              <a:gd name="connsiteY325" fmla="*/ 6246399 h 6858000"/>
              <a:gd name="connsiteX326" fmla="*/ 5055427 w 7467600"/>
              <a:gd name="connsiteY326" fmla="*/ 5931476 h 6858000"/>
              <a:gd name="connsiteX327" fmla="*/ 5371814 w 7467600"/>
              <a:gd name="connsiteY327" fmla="*/ 5678975 h 6858000"/>
              <a:gd name="connsiteX328" fmla="*/ 4987918 w 7467600"/>
              <a:gd name="connsiteY328" fmla="*/ 5838701 h 6858000"/>
              <a:gd name="connsiteX329" fmla="*/ 4317146 w 7467600"/>
              <a:gd name="connsiteY329" fmla="*/ 6587716 h 6858000"/>
              <a:gd name="connsiteX330" fmla="*/ 4171627 w 7467600"/>
              <a:gd name="connsiteY330" fmla="*/ 6858000 h 6858000"/>
              <a:gd name="connsiteX331" fmla="*/ 4081585 w 7467600"/>
              <a:gd name="connsiteY331" fmla="*/ 6858000 h 6858000"/>
              <a:gd name="connsiteX332" fmla="*/ 4238603 w 7467600"/>
              <a:gd name="connsiteY332" fmla="*/ 6559341 h 6858000"/>
              <a:gd name="connsiteX333" fmla="*/ 4778333 w 7467600"/>
              <a:gd name="connsiteY333" fmla="*/ 5873626 h 6858000"/>
              <a:gd name="connsiteX334" fmla="*/ 5414185 w 7467600"/>
              <a:gd name="connsiteY334" fmla="*/ 5573882 h 6858000"/>
              <a:gd name="connsiteX335" fmla="*/ 5959648 w 7467600"/>
              <a:gd name="connsiteY335" fmla="*/ 4760797 h 6858000"/>
              <a:gd name="connsiteX336" fmla="*/ 5355019 w 7467600"/>
              <a:gd name="connsiteY336" fmla="*/ 4734672 h 6858000"/>
              <a:gd name="connsiteX337" fmla="*/ 5083565 w 7467600"/>
              <a:gd name="connsiteY337" fmla="*/ 5179121 h 6858000"/>
              <a:gd name="connsiteX338" fmla="*/ 4713577 w 7467600"/>
              <a:gd name="connsiteY338" fmla="*/ 5616803 h 6858000"/>
              <a:gd name="connsiteX339" fmla="*/ 3989559 w 7467600"/>
              <a:gd name="connsiteY339" fmla="*/ 6145945 h 6858000"/>
              <a:gd name="connsiteX340" fmla="*/ 3939824 w 7467600"/>
              <a:gd name="connsiteY340" fmla="*/ 6066900 h 6858000"/>
              <a:gd name="connsiteX341" fmla="*/ 4584537 w 7467600"/>
              <a:gd name="connsiteY341" fmla="*/ 5324826 h 6858000"/>
              <a:gd name="connsiteX342" fmla="*/ 5037105 w 7467600"/>
              <a:gd name="connsiteY342" fmla="*/ 5088765 h 6858000"/>
              <a:gd name="connsiteX343" fmla="*/ 5039930 w 7467600"/>
              <a:gd name="connsiteY343" fmla="*/ 5089585 h 6858000"/>
              <a:gd name="connsiteX344" fmla="*/ 5263764 w 7467600"/>
              <a:gd name="connsiteY344" fmla="*/ 4735525 h 6858000"/>
              <a:gd name="connsiteX345" fmla="*/ 4086300 w 7467600"/>
              <a:gd name="connsiteY345" fmla="*/ 4884599 h 6858000"/>
              <a:gd name="connsiteX346" fmla="*/ 4085485 w 7467600"/>
              <a:gd name="connsiteY346" fmla="*/ 4899070 h 6858000"/>
              <a:gd name="connsiteX347" fmla="*/ 3871915 w 7467600"/>
              <a:gd name="connsiteY347" fmla="*/ 5253645 h 6858000"/>
              <a:gd name="connsiteX348" fmla="*/ 3799374 w 7467600"/>
              <a:gd name="connsiteY348" fmla="*/ 5466127 h 6858000"/>
              <a:gd name="connsiteX349" fmla="*/ 3498850 w 7467600"/>
              <a:gd name="connsiteY349" fmla="*/ 6661888 h 6858000"/>
              <a:gd name="connsiteX350" fmla="*/ 3399216 w 7467600"/>
              <a:gd name="connsiteY350" fmla="*/ 6858000 h 6858000"/>
              <a:gd name="connsiteX351" fmla="*/ 3303688 w 7467600"/>
              <a:gd name="connsiteY351" fmla="*/ 6858000 h 6858000"/>
              <a:gd name="connsiteX352" fmla="*/ 3391774 w 7467600"/>
              <a:gd name="connsiteY352" fmla="*/ 6697181 h 6858000"/>
              <a:gd name="connsiteX353" fmla="*/ 3735540 w 7467600"/>
              <a:gd name="connsiteY353" fmla="*/ 5546923 h 6858000"/>
              <a:gd name="connsiteX354" fmla="*/ 3729438 w 7467600"/>
              <a:gd name="connsiteY354" fmla="*/ 5569058 h 6858000"/>
              <a:gd name="connsiteX355" fmla="*/ 3707782 w 7467600"/>
              <a:gd name="connsiteY355" fmla="*/ 5644908 h 6858000"/>
              <a:gd name="connsiteX356" fmla="*/ 3583827 w 7467600"/>
              <a:gd name="connsiteY356" fmla="*/ 6039215 h 6858000"/>
              <a:gd name="connsiteX357" fmla="*/ 3547861 w 7467600"/>
              <a:gd name="connsiteY357" fmla="*/ 6129609 h 6858000"/>
              <a:gd name="connsiteX358" fmla="*/ 3490905 w 7467600"/>
              <a:gd name="connsiteY358" fmla="*/ 6277660 h 6858000"/>
              <a:gd name="connsiteX359" fmla="*/ 3455859 w 7467600"/>
              <a:gd name="connsiteY359" fmla="*/ 6391301 h 6858000"/>
              <a:gd name="connsiteX360" fmla="*/ 3429112 w 7467600"/>
              <a:gd name="connsiteY360" fmla="*/ 6479469 h 6858000"/>
              <a:gd name="connsiteX361" fmla="*/ 3304862 w 7467600"/>
              <a:gd name="connsiteY361" fmla="*/ 6796476 h 6858000"/>
              <a:gd name="connsiteX362" fmla="*/ 3276071 w 7467600"/>
              <a:gd name="connsiteY362" fmla="*/ 6858000 h 6858000"/>
              <a:gd name="connsiteX363" fmla="*/ 3240805 w 7467600"/>
              <a:gd name="connsiteY363" fmla="*/ 6858000 h 6858000"/>
              <a:gd name="connsiteX364" fmla="*/ 3275917 w 7467600"/>
              <a:gd name="connsiteY364" fmla="*/ 6783192 h 6858000"/>
              <a:gd name="connsiteX365" fmla="*/ 3399358 w 7467600"/>
              <a:gd name="connsiteY365" fmla="*/ 6469011 h 6858000"/>
              <a:gd name="connsiteX366" fmla="*/ 3425650 w 7467600"/>
              <a:gd name="connsiteY366" fmla="*/ 6381333 h 6858000"/>
              <a:gd name="connsiteX367" fmla="*/ 3460661 w 7467600"/>
              <a:gd name="connsiteY367" fmla="*/ 6266763 h 6858000"/>
              <a:gd name="connsiteX368" fmla="*/ 3518021 w 7467600"/>
              <a:gd name="connsiteY368" fmla="*/ 6117298 h 6858000"/>
              <a:gd name="connsiteX369" fmla="*/ 3554035 w 7467600"/>
              <a:gd name="connsiteY369" fmla="*/ 6027832 h 6858000"/>
              <a:gd name="connsiteX370" fmla="*/ 3677174 w 7467600"/>
              <a:gd name="connsiteY370" fmla="*/ 5636351 h 6858000"/>
              <a:gd name="connsiteX371" fmla="*/ 3698819 w 7467600"/>
              <a:gd name="connsiteY371" fmla="*/ 5560503 h 6858000"/>
              <a:gd name="connsiteX372" fmla="*/ 3702094 w 7467600"/>
              <a:gd name="connsiteY372" fmla="*/ 5549194 h 6858000"/>
              <a:gd name="connsiteX373" fmla="*/ 3398355 w 7467600"/>
              <a:gd name="connsiteY373" fmla="*/ 6094603 h 6858000"/>
              <a:gd name="connsiteX374" fmla="*/ 3193941 w 7467600"/>
              <a:gd name="connsiteY374" fmla="*/ 6798775 h 6858000"/>
              <a:gd name="connsiteX375" fmla="*/ 3184140 w 7467600"/>
              <a:gd name="connsiteY375" fmla="*/ 6858000 h 6858000"/>
              <a:gd name="connsiteX376" fmla="*/ 3099978 w 7467600"/>
              <a:gd name="connsiteY376" fmla="*/ 6858000 h 6858000"/>
              <a:gd name="connsiteX377" fmla="*/ 3101556 w 7467600"/>
              <a:gd name="connsiteY377" fmla="*/ 6843337 h 6858000"/>
              <a:gd name="connsiteX378" fmla="*/ 3370162 w 7467600"/>
              <a:gd name="connsiteY378" fmla="*/ 5785550 h 6858000"/>
              <a:gd name="connsiteX379" fmla="*/ 3746477 w 7467600"/>
              <a:gd name="connsiteY379" fmla="*/ 5377889 h 6858000"/>
              <a:gd name="connsiteX380" fmla="*/ 3863399 w 7467600"/>
              <a:gd name="connsiteY380" fmla="*/ 5087257 h 6858000"/>
              <a:gd name="connsiteX381" fmla="*/ 3968712 w 7467600"/>
              <a:gd name="connsiteY381" fmla="*/ 4913989 h 6858000"/>
              <a:gd name="connsiteX382" fmla="*/ 2792390 w 7467600"/>
              <a:gd name="connsiteY382" fmla="*/ 5382974 h 6858000"/>
              <a:gd name="connsiteX383" fmla="*/ 2714982 w 7467600"/>
              <a:gd name="connsiteY383" fmla="*/ 5427051 h 6858000"/>
              <a:gd name="connsiteX384" fmla="*/ 2813361 w 7467600"/>
              <a:gd name="connsiteY384" fmla="*/ 6023912 h 6858000"/>
              <a:gd name="connsiteX385" fmla="*/ 2688430 w 7467600"/>
              <a:gd name="connsiteY385" fmla="*/ 6801564 h 6858000"/>
              <a:gd name="connsiteX386" fmla="*/ 2629626 w 7467600"/>
              <a:gd name="connsiteY386" fmla="*/ 6763394 h 6858000"/>
              <a:gd name="connsiteX387" fmla="*/ 2565328 w 7467600"/>
              <a:gd name="connsiteY387" fmla="*/ 5516399 h 6858000"/>
              <a:gd name="connsiteX388" fmla="*/ 1922999 w 7467600"/>
              <a:gd name="connsiteY388" fmla="*/ 5980343 h 6858000"/>
              <a:gd name="connsiteX389" fmla="*/ 1950261 w 7467600"/>
              <a:gd name="connsiteY389" fmla="*/ 6405858 h 6858000"/>
              <a:gd name="connsiteX390" fmla="*/ 2365554 w 7467600"/>
              <a:gd name="connsiteY390" fmla="*/ 6759107 h 6858000"/>
              <a:gd name="connsiteX391" fmla="*/ 2424142 w 7467600"/>
              <a:gd name="connsiteY391" fmla="*/ 6858000 h 6858000"/>
              <a:gd name="connsiteX392" fmla="*/ 2395994 w 7467600"/>
              <a:gd name="connsiteY392" fmla="*/ 6858000 h 6858000"/>
              <a:gd name="connsiteX393" fmla="*/ 2392863 w 7467600"/>
              <a:gd name="connsiteY393" fmla="*/ 6852964 h 6858000"/>
              <a:gd name="connsiteX394" fmla="*/ 2017589 w 7467600"/>
              <a:gd name="connsiteY394" fmla="*/ 6493982 h 6858000"/>
              <a:gd name="connsiteX395" fmla="*/ 2147336 w 7467600"/>
              <a:gd name="connsiteY395" fmla="*/ 6594052 h 6858000"/>
              <a:gd name="connsiteX396" fmla="*/ 2207047 w 7467600"/>
              <a:gd name="connsiteY396" fmla="*/ 6654540 h 6858000"/>
              <a:gd name="connsiteX397" fmla="*/ 2299106 w 7467600"/>
              <a:gd name="connsiteY397" fmla="*/ 6778931 h 6858000"/>
              <a:gd name="connsiteX398" fmla="*/ 2314430 w 7467600"/>
              <a:gd name="connsiteY398" fmla="*/ 6801144 h 6858000"/>
              <a:gd name="connsiteX399" fmla="*/ 2352406 w 7467600"/>
              <a:gd name="connsiteY399" fmla="*/ 6858000 h 6858000"/>
              <a:gd name="connsiteX400" fmla="*/ 2314492 w 7467600"/>
              <a:gd name="connsiteY400" fmla="*/ 6858000 h 6858000"/>
              <a:gd name="connsiteX401" fmla="*/ 2288095 w 7467600"/>
              <a:gd name="connsiteY401" fmla="*/ 6818030 h 6858000"/>
              <a:gd name="connsiteX402" fmla="*/ 2272768 w 7467600"/>
              <a:gd name="connsiteY402" fmla="*/ 6795822 h 6858000"/>
              <a:gd name="connsiteX403" fmla="*/ 2182715 w 7467600"/>
              <a:gd name="connsiteY403" fmla="*/ 6675071 h 6858000"/>
              <a:gd name="connsiteX404" fmla="*/ 2032061 w 7467600"/>
              <a:gd name="connsiteY404" fmla="*/ 6541380 h 6858000"/>
              <a:gd name="connsiteX405" fmla="*/ 2257220 w 7467600"/>
              <a:gd name="connsiteY405" fmla="*/ 6826257 h 6858000"/>
              <a:gd name="connsiteX406" fmla="*/ 2281324 w 7467600"/>
              <a:gd name="connsiteY406" fmla="*/ 6858000 h 6858000"/>
              <a:gd name="connsiteX407" fmla="*/ 2242860 w 7467600"/>
              <a:gd name="connsiteY407" fmla="*/ 6858000 h 6858000"/>
              <a:gd name="connsiteX408" fmla="*/ 2232818 w 7467600"/>
              <a:gd name="connsiteY408" fmla="*/ 6844926 h 6858000"/>
              <a:gd name="connsiteX409" fmla="*/ 1990172 w 7467600"/>
              <a:gd name="connsiteY409" fmla="*/ 6542121 h 6858000"/>
              <a:gd name="connsiteX410" fmla="*/ 2124090 w 7467600"/>
              <a:gd name="connsiteY410" fmla="*/ 6761017 h 6858000"/>
              <a:gd name="connsiteX411" fmla="*/ 2200380 w 7467600"/>
              <a:gd name="connsiteY411" fmla="*/ 6858000 h 6858000"/>
              <a:gd name="connsiteX412" fmla="*/ 2147507 w 7467600"/>
              <a:gd name="connsiteY412" fmla="*/ 6858000 h 6858000"/>
              <a:gd name="connsiteX413" fmla="*/ 2070668 w 7467600"/>
              <a:gd name="connsiteY413" fmla="*/ 6761520 h 6858000"/>
              <a:gd name="connsiteX414" fmla="*/ 1975142 w 7467600"/>
              <a:gd name="connsiteY414" fmla="*/ 6585570 h 6858000"/>
              <a:gd name="connsiteX415" fmla="*/ 2050035 w 7467600"/>
              <a:gd name="connsiteY415" fmla="*/ 6813345 h 6858000"/>
              <a:gd name="connsiteX416" fmla="*/ 2063025 w 7467600"/>
              <a:gd name="connsiteY416" fmla="*/ 6858000 h 6858000"/>
              <a:gd name="connsiteX417" fmla="*/ 2021675 w 7467600"/>
              <a:gd name="connsiteY417" fmla="*/ 6858000 h 6858000"/>
              <a:gd name="connsiteX418" fmla="*/ 2019308 w 7467600"/>
              <a:gd name="connsiteY418" fmla="*/ 6847118 h 6858000"/>
              <a:gd name="connsiteX419" fmla="*/ 1938835 w 7467600"/>
              <a:gd name="connsiteY419" fmla="*/ 6551160 h 6858000"/>
              <a:gd name="connsiteX420" fmla="*/ 1953230 w 7467600"/>
              <a:gd name="connsiteY420" fmla="*/ 6759699 h 6858000"/>
              <a:gd name="connsiteX421" fmla="*/ 1956763 w 7467600"/>
              <a:gd name="connsiteY421" fmla="*/ 6778191 h 6858000"/>
              <a:gd name="connsiteX422" fmla="*/ 1967925 w 7467600"/>
              <a:gd name="connsiteY422" fmla="*/ 6858000 h 6858000"/>
              <a:gd name="connsiteX423" fmla="*/ 1936622 w 7467600"/>
              <a:gd name="connsiteY423" fmla="*/ 6858000 h 6858000"/>
              <a:gd name="connsiteX424" fmla="*/ 1926261 w 7467600"/>
              <a:gd name="connsiteY424" fmla="*/ 6784064 h 6858000"/>
              <a:gd name="connsiteX425" fmla="*/ 1922724 w 7467600"/>
              <a:gd name="connsiteY425" fmla="*/ 6765577 h 6858000"/>
              <a:gd name="connsiteX426" fmla="*/ 1904650 w 7467600"/>
              <a:gd name="connsiteY426" fmla="*/ 6639616 h 6858000"/>
              <a:gd name="connsiteX427" fmla="*/ 1885273 w 7467600"/>
              <a:gd name="connsiteY427" fmla="*/ 6858000 h 6858000"/>
              <a:gd name="connsiteX428" fmla="*/ 1854363 w 7467600"/>
              <a:gd name="connsiteY428" fmla="*/ 6858000 h 6858000"/>
              <a:gd name="connsiteX429" fmla="*/ 1880391 w 7467600"/>
              <a:gd name="connsiteY429" fmla="*/ 6603796 h 6858000"/>
              <a:gd name="connsiteX430" fmla="*/ 1818273 w 7467600"/>
              <a:gd name="connsiteY430" fmla="*/ 6715729 h 6858000"/>
              <a:gd name="connsiteX431" fmla="*/ 1794691 w 7467600"/>
              <a:gd name="connsiteY431" fmla="*/ 6843239 h 6858000"/>
              <a:gd name="connsiteX432" fmla="*/ 1794914 w 7467600"/>
              <a:gd name="connsiteY432" fmla="*/ 6858000 h 6858000"/>
              <a:gd name="connsiteX433" fmla="*/ 1746128 w 7467600"/>
              <a:gd name="connsiteY433" fmla="*/ 6858000 h 6858000"/>
              <a:gd name="connsiteX434" fmla="*/ 1753934 w 7467600"/>
              <a:gd name="connsiteY434" fmla="*/ 6724796 h 6858000"/>
              <a:gd name="connsiteX435" fmla="*/ 1792053 w 7467600"/>
              <a:gd name="connsiteY435" fmla="*/ 6572396 h 6858000"/>
              <a:gd name="connsiteX436" fmla="*/ 1862248 w 7467600"/>
              <a:gd name="connsiteY436" fmla="*/ 6266397 h 6858000"/>
              <a:gd name="connsiteX437" fmla="*/ 1862250 w 7467600"/>
              <a:gd name="connsiteY437" fmla="*/ 6033531 h 6858000"/>
              <a:gd name="connsiteX438" fmla="*/ 1211999 w 7467600"/>
              <a:gd name="connsiteY438" fmla="*/ 6683610 h 6858000"/>
              <a:gd name="connsiteX439" fmla="*/ 1213266 w 7467600"/>
              <a:gd name="connsiteY439" fmla="*/ 6691947 h 6858000"/>
              <a:gd name="connsiteX440" fmla="*/ 1203370 w 7467600"/>
              <a:gd name="connsiteY440" fmla="*/ 6850676 h 6858000"/>
              <a:gd name="connsiteX441" fmla="*/ 1203671 w 7467600"/>
              <a:gd name="connsiteY441" fmla="*/ 6858000 h 6858000"/>
              <a:gd name="connsiteX442" fmla="*/ 1143180 w 7467600"/>
              <a:gd name="connsiteY442" fmla="*/ 6858000 h 6858000"/>
              <a:gd name="connsiteX443" fmla="*/ 1142176 w 7467600"/>
              <a:gd name="connsiteY443" fmla="*/ 6766045 h 6858000"/>
              <a:gd name="connsiteX444" fmla="*/ 1067484 w 7467600"/>
              <a:gd name="connsiteY444" fmla="*/ 6858000 h 6858000"/>
              <a:gd name="connsiteX445" fmla="*/ 953928 w 7467600"/>
              <a:gd name="connsiteY445" fmla="*/ 6858000 h 6858000"/>
              <a:gd name="connsiteX446" fmla="*/ 959715 w 7467600"/>
              <a:gd name="connsiteY446" fmla="*/ 6850185 h 6858000"/>
              <a:gd name="connsiteX447" fmla="*/ 1483788 w 7467600"/>
              <a:gd name="connsiteY447" fmla="*/ 6259174 h 6858000"/>
              <a:gd name="connsiteX448" fmla="*/ 1100671 w 7467600"/>
              <a:gd name="connsiteY448" fmla="*/ 6252137 h 6858000"/>
              <a:gd name="connsiteX449" fmla="*/ 1090144 w 7467600"/>
              <a:gd name="connsiteY449" fmla="*/ 6256748 h 6858000"/>
              <a:gd name="connsiteX450" fmla="*/ 1095872 w 7467600"/>
              <a:gd name="connsiteY450" fmla="*/ 6271892 h 6858000"/>
              <a:gd name="connsiteX451" fmla="*/ 262785 w 7467600"/>
              <a:gd name="connsiteY451" fmla="*/ 6845450 h 6858000"/>
              <a:gd name="connsiteX452" fmla="*/ 209968 w 7467600"/>
              <a:gd name="connsiteY452" fmla="*/ 6770713 h 6858000"/>
              <a:gd name="connsiteX453" fmla="*/ 873460 w 7467600"/>
              <a:gd name="connsiteY453" fmla="*/ 6253768 h 6858000"/>
              <a:gd name="connsiteX454" fmla="*/ 192686 w 7467600"/>
              <a:gd name="connsiteY454" fmla="*/ 5849257 h 6858000"/>
              <a:gd name="connsiteX455" fmla="*/ 4696 w 7467600"/>
              <a:gd name="connsiteY455" fmla="*/ 5697668 h 6858000"/>
              <a:gd name="connsiteX456" fmla="*/ 0 w 7467600"/>
              <a:gd name="connsiteY456" fmla="*/ 5689984 h 6858000"/>
              <a:gd name="connsiteX457" fmla="*/ 0 w 7467600"/>
              <a:gd name="connsiteY457" fmla="*/ 5513472 h 6858000"/>
              <a:gd name="connsiteX458" fmla="*/ 174101 w 7467600"/>
              <a:gd name="connsiteY458" fmla="*/ 5620277 h 6858000"/>
              <a:gd name="connsiteX459" fmla="*/ 891800 w 7467600"/>
              <a:gd name="connsiteY459" fmla="*/ 6036935 h 6858000"/>
              <a:gd name="connsiteX460" fmla="*/ 1072219 w 7467600"/>
              <a:gd name="connsiteY460" fmla="*/ 6169443 h 6858000"/>
              <a:gd name="connsiteX461" fmla="*/ 1074117 w 7467600"/>
              <a:gd name="connsiteY461" fmla="*/ 6170301 h 6858000"/>
              <a:gd name="connsiteX462" fmla="*/ 1083114 w 7467600"/>
              <a:gd name="connsiteY462" fmla="*/ 6174131 h 6858000"/>
              <a:gd name="connsiteX463" fmla="*/ 1543010 w 7467600"/>
              <a:gd name="connsiteY463" fmla="*/ 6191140 h 6858000"/>
              <a:gd name="connsiteX464" fmla="*/ 1551080 w 7467600"/>
              <a:gd name="connsiteY464" fmla="*/ 6195006 h 6858000"/>
              <a:gd name="connsiteX465" fmla="*/ 2345443 w 7467600"/>
              <a:gd name="connsiteY465" fmla="*/ 5549882 h 6858000"/>
              <a:gd name="connsiteX466" fmla="*/ 1721499 w 7467600"/>
              <a:gd name="connsiteY466" fmla="*/ 5599969 h 6858000"/>
              <a:gd name="connsiteX467" fmla="*/ 767716 w 7467600"/>
              <a:gd name="connsiteY467" fmla="*/ 5472768 h 6858000"/>
              <a:gd name="connsiteX468" fmla="*/ 722147 w 7467600"/>
              <a:gd name="connsiteY468" fmla="*/ 5393091 h 6858000"/>
              <a:gd name="connsiteX469" fmla="*/ 1485552 w 7467600"/>
              <a:gd name="connsiteY469" fmla="*/ 5313202 h 6858000"/>
              <a:gd name="connsiteX470" fmla="*/ 2143004 w 7467600"/>
              <a:gd name="connsiteY470" fmla="*/ 5402420 h 6858000"/>
              <a:gd name="connsiteX471" fmla="*/ 1933391 w 7467600"/>
              <a:gd name="connsiteY471" fmla="*/ 5156971 h 6858000"/>
              <a:gd name="connsiteX472" fmla="*/ 1827118 w 7467600"/>
              <a:gd name="connsiteY472" fmla="*/ 4968410 h 6858000"/>
              <a:gd name="connsiteX473" fmla="*/ 1837349 w 7467600"/>
              <a:gd name="connsiteY473" fmla="*/ 4956357 h 6858000"/>
              <a:gd name="connsiteX474" fmla="*/ 2162835 w 7467600"/>
              <a:gd name="connsiteY474" fmla="*/ 5187853 h 6858000"/>
              <a:gd name="connsiteX475" fmla="*/ 2257167 w 7467600"/>
              <a:gd name="connsiteY475" fmla="*/ 5462123 h 6858000"/>
              <a:gd name="connsiteX476" fmla="*/ 2261598 w 7467600"/>
              <a:gd name="connsiteY476" fmla="*/ 5467998 h 6858000"/>
              <a:gd name="connsiteX477" fmla="*/ 2437177 w 7467600"/>
              <a:gd name="connsiteY477" fmla="*/ 5479608 h 6858000"/>
              <a:gd name="connsiteX478" fmla="*/ 2445247 w 7467600"/>
              <a:gd name="connsiteY478" fmla="*/ 5483476 h 6858000"/>
              <a:gd name="connsiteX479" fmla="*/ 2743626 w 7467600"/>
              <a:gd name="connsiteY479" fmla="*/ 5304819 h 6858000"/>
              <a:gd name="connsiteX480" fmla="*/ 3048102 w 7467600"/>
              <a:gd name="connsiteY480" fmla="*/ 5150595 h 6858000"/>
              <a:gd name="connsiteX481" fmla="*/ 1799414 w 7467600"/>
              <a:gd name="connsiteY481" fmla="*/ 4694732 h 6858000"/>
              <a:gd name="connsiteX482" fmla="*/ 1771735 w 7467600"/>
              <a:gd name="connsiteY482" fmla="*/ 4619929 h 6858000"/>
              <a:gd name="connsiteX483" fmla="*/ 3104273 w 7467600"/>
              <a:gd name="connsiteY483" fmla="*/ 5076159 h 6858000"/>
              <a:gd name="connsiteX484" fmla="*/ 3113245 w 7467600"/>
              <a:gd name="connsiteY484" fmla="*/ 5090705 h 6858000"/>
              <a:gd name="connsiteX485" fmla="*/ 3126294 w 7467600"/>
              <a:gd name="connsiteY485" fmla="*/ 5114400 h 6858000"/>
              <a:gd name="connsiteX486" fmla="*/ 3937433 w 7467600"/>
              <a:gd name="connsiteY486" fmla="*/ 4830473 h 6858000"/>
              <a:gd name="connsiteX487" fmla="*/ 3590475 w 7467600"/>
              <a:gd name="connsiteY487" fmla="*/ 4597974 h 6858000"/>
              <a:gd name="connsiteX488" fmla="*/ 3100264 w 7467600"/>
              <a:gd name="connsiteY488" fmla="*/ 4579845 h 6858000"/>
              <a:gd name="connsiteX489" fmla="*/ 2183576 w 7467600"/>
              <a:gd name="connsiteY489" fmla="*/ 4227150 h 6858000"/>
              <a:gd name="connsiteX490" fmla="*/ 2151029 w 7467600"/>
              <a:gd name="connsiteY490" fmla="*/ 4146947 h 6858000"/>
              <a:gd name="connsiteX491" fmla="*/ 3563434 w 7467600"/>
              <a:gd name="connsiteY491" fmla="*/ 4469115 h 6858000"/>
              <a:gd name="connsiteX492" fmla="*/ 3177952 w 7467600"/>
              <a:gd name="connsiteY492" fmla="*/ 3657386 h 6858000"/>
              <a:gd name="connsiteX493" fmla="*/ 3189263 w 7467600"/>
              <a:gd name="connsiteY493" fmla="*/ 3625726 h 6858000"/>
              <a:gd name="connsiteX494" fmla="*/ 3560912 w 7467600"/>
              <a:gd name="connsiteY494" fmla="*/ 4079863 h 6858000"/>
              <a:gd name="connsiteX495" fmla="*/ 3626636 w 7467600"/>
              <a:gd name="connsiteY495" fmla="*/ 4512230 h 6858000"/>
              <a:gd name="connsiteX496" fmla="*/ 3653088 w 7467600"/>
              <a:gd name="connsiteY496" fmla="*/ 4521417 h 6858000"/>
              <a:gd name="connsiteX497" fmla="*/ 3988128 w 7467600"/>
              <a:gd name="connsiteY497" fmla="*/ 4817267 h 6858000"/>
              <a:gd name="connsiteX498" fmla="*/ 4830582 w 7467600"/>
              <a:gd name="connsiteY498" fmla="*/ 4676000 h 6858000"/>
              <a:gd name="connsiteX499" fmla="*/ 4830100 w 7467600"/>
              <a:gd name="connsiteY499" fmla="*/ 4675554 h 6858000"/>
              <a:gd name="connsiteX500" fmla="*/ 4036318 w 7467600"/>
              <a:gd name="connsiteY500" fmla="*/ 4147013 h 6858000"/>
              <a:gd name="connsiteX501" fmla="*/ 3432098 w 7467600"/>
              <a:gd name="connsiteY501" fmla="*/ 3537312 h 6858000"/>
              <a:gd name="connsiteX502" fmla="*/ 3446761 w 7467600"/>
              <a:gd name="connsiteY502" fmla="*/ 3461278 h 6858000"/>
              <a:gd name="connsiteX503" fmla="*/ 4419733 w 7467600"/>
              <a:gd name="connsiteY503" fmla="*/ 3963555 h 6858000"/>
              <a:gd name="connsiteX504" fmla="*/ 4781371 w 7467600"/>
              <a:gd name="connsiteY504" fmla="*/ 4458604 h 6858000"/>
              <a:gd name="connsiteX505" fmla="*/ 4780440 w 7467600"/>
              <a:gd name="connsiteY505" fmla="*/ 4470290 h 6858000"/>
              <a:gd name="connsiteX506" fmla="*/ 4898954 w 7467600"/>
              <a:gd name="connsiteY506" fmla="*/ 4662092 h 6858000"/>
              <a:gd name="connsiteX507" fmla="*/ 4900699 w 7467600"/>
              <a:gd name="connsiteY507" fmla="*/ 4670867 h 6858000"/>
              <a:gd name="connsiteX508" fmla="*/ 5714511 w 7467600"/>
              <a:gd name="connsiteY508" fmla="*/ 4663483 h 6858000"/>
              <a:gd name="connsiteX509" fmla="*/ 5464793 w 7467600"/>
              <a:gd name="connsiteY509" fmla="*/ 4393556 h 6858000"/>
              <a:gd name="connsiteX510" fmla="*/ 5461897 w 7467600"/>
              <a:gd name="connsiteY510" fmla="*/ 4390879 h 6858000"/>
              <a:gd name="connsiteX511" fmla="*/ 4294126 w 7467600"/>
              <a:gd name="connsiteY511" fmla="*/ 3303048 h 6858000"/>
              <a:gd name="connsiteX512" fmla="*/ 4305321 w 7467600"/>
              <a:gd name="connsiteY512" fmla="*/ 3256953 h 6858000"/>
              <a:gd name="connsiteX513" fmla="*/ 4949299 w 7467600"/>
              <a:gd name="connsiteY513" fmla="*/ 3766336 h 6858000"/>
              <a:gd name="connsiteX514" fmla="*/ 5291452 w 7467600"/>
              <a:gd name="connsiteY514" fmla="*/ 4076801 h 6858000"/>
              <a:gd name="connsiteX515" fmla="*/ 5434998 w 7467600"/>
              <a:gd name="connsiteY515" fmla="*/ 4254100 h 6858000"/>
              <a:gd name="connsiteX516" fmla="*/ 5351015 w 7467600"/>
              <a:gd name="connsiteY516" fmla="*/ 3760989 h 6858000"/>
              <a:gd name="connsiteX517" fmla="*/ 5413780 w 7467600"/>
              <a:gd name="connsiteY517" fmla="*/ 2966265 h 6858000"/>
              <a:gd name="connsiteX518" fmla="*/ 5425627 w 7467600"/>
              <a:gd name="connsiteY518" fmla="*/ 2954192 h 6858000"/>
              <a:gd name="connsiteX519" fmla="*/ 6604735 w 7467600"/>
              <a:gd name="connsiteY519" fmla="*/ 2041381 h 6858000"/>
              <a:gd name="connsiteX520" fmla="*/ 7204487 w 7467600"/>
              <a:gd name="connsiteY520" fmla="*/ 2742112 h 6858000"/>
              <a:gd name="connsiteX521" fmla="*/ 7131592 w 7467600"/>
              <a:gd name="connsiteY521" fmla="*/ 2672096 h 6858000"/>
              <a:gd name="connsiteX522" fmla="*/ 6996344 w 7467600"/>
              <a:gd name="connsiteY522" fmla="*/ 2518310 h 6858000"/>
              <a:gd name="connsiteX523" fmla="*/ 6735495 w 7467600"/>
              <a:gd name="connsiteY523" fmla="*/ 2196890 h 6858000"/>
              <a:gd name="connsiteX524" fmla="*/ 6721901 w 7467600"/>
              <a:gd name="connsiteY524" fmla="*/ 2179274 h 6858000"/>
              <a:gd name="connsiteX525" fmla="*/ 6604735 w 7467600"/>
              <a:gd name="connsiteY525" fmla="*/ 2041381 h 6858000"/>
              <a:gd name="connsiteX526" fmla="*/ 6591670 w 7467600"/>
              <a:gd name="connsiteY526" fmla="*/ 1988277 h 6858000"/>
              <a:gd name="connsiteX527" fmla="*/ 6747349 w 7467600"/>
              <a:gd name="connsiteY527" fmla="*/ 2160069 h 6858000"/>
              <a:gd name="connsiteX528" fmla="*/ 6760943 w 7467600"/>
              <a:gd name="connsiteY528" fmla="*/ 2177686 h 6858000"/>
              <a:gd name="connsiteX529" fmla="*/ 7021065 w 7467600"/>
              <a:gd name="connsiteY529" fmla="*/ 2498102 h 6858000"/>
              <a:gd name="connsiteX530" fmla="*/ 7155223 w 7467600"/>
              <a:gd name="connsiteY530" fmla="*/ 2650386 h 6858000"/>
              <a:gd name="connsiteX531" fmla="*/ 7203167 w 7467600"/>
              <a:gd name="connsiteY531" fmla="*/ 2697288 h 6858000"/>
              <a:gd name="connsiteX532" fmla="*/ 6937703 w 7467600"/>
              <a:gd name="connsiteY532" fmla="*/ 2321981 h 6858000"/>
              <a:gd name="connsiteX533" fmla="*/ 6591670 w 7467600"/>
              <a:gd name="connsiteY533" fmla="*/ 1988277 h 6858000"/>
              <a:gd name="connsiteX534" fmla="*/ 5798671 w 7467600"/>
              <a:gd name="connsiteY534" fmla="*/ 1981601 h 6858000"/>
              <a:gd name="connsiteX535" fmla="*/ 5754709 w 7467600"/>
              <a:gd name="connsiteY535" fmla="*/ 2071454 h 6858000"/>
              <a:gd name="connsiteX536" fmla="*/ 5763044 w 7467600"/>
              <a:gd name="connsiteY536" fmla="*/ 2842206 h 6858000"/>
              <a:gd name="connsiteX537" fmla="*/ 5764974 w 7467600"/>
              <a:gd name="connsiteY537" fmla="*/ 2799609 h 6858000"/>
              <a:gd name="connsiteX538" fmla="*/ 5767665 w 7467600"/>
              <a:gd name="connsiteY538" fmla="*/ 2666409 h 6858000"/>
              <a:gd name="connsiteX539" fmla="*/ 5763055 w 7467600"/>
              <a:gd name="connsiteY539" fmla="*/ 2579705 h 6858000"/>
              <a:gd name="connsiteX540" fmla="*/ 5758079 w 7467600"/>
              <a:gd name="connsiteY540" fmla="*/ 2492508 h 6858000"/>
              <a:gd name="connsiteX541" fmla="*/ 5779325 w 7467600"/>
              <a:gd name="connsiteY541" fmla="*/ 2197069 h 6858000"/>
              <a:gd name="connsiteX542" fmla="*/ 5798671 w 7467600"/>
              <a:gd name="connsiteY542" fmla="*/ 1981601 h 6858000"/>
              <a:gd name="connsiteX543" fmla="*/ 5829202 w 7467600"/>
              <a:gd name="connsiteY543" fmla="*/ 1971679 h 6858000"/>
              <a:gd name="connsiteX544" fmla="*/ 5809558 w 7467600"/>
              <a:gd name="connsiteY544" fmla="*/ 2198043 h 6858000"/>
              <a:gd name="connsiteX545" fmla="*/ 5788653 w 7467600"/>
              <a:gd name="connsiteY545" fmla="*/ 2489430 h 6858000"/>
              <a:gd name="connsiteX546" fmla="*/ 5793439 w 7467600"/>
              <a:gd name="connsiteY546" fmla="*/ 2575235 h 6858000"/>
              <a:gd name="connsiteX547" fmla="*/ 5796837 w 7467600"/>
              <a:gd name="connsiteY547" fmla="*/ 2637633 h 6858000"/>
              <a:gd name="connsiteX548" fmla="*/ 5818614 w 7467600"/>
              <a:gd name="connsiteY548" fmla="*/ 2473055 h 6858000"/>
              <a:gd name="connsiteX549" fmla="*/ 5829202 w 7467600"/>
              <a:gd name="connsiteY549" fmla="*/ 1971679 h 6858000"/>
              <a:gd name="connsiteX550" fmla="*/ 5911389 w 7467600"/>
              <a:gd name="connsiteY550" fmla="*/ 1898371 h 6858000"/>
              <a:gd name="connsiteX551" fmla="*/ 6237627 w 7467600"/>
              <a:gd name="connsiteY551" fmla="*/ 2231921 h 6858000"/>
              <a:gd name="connsiteX552" fmla="*/ 5911389 w 7467600"/>
              <a:gd name="connsiteY552" fmla="*/ 1898371 h 6858000"/>
              <a:gd name="connsiteX553" fmla="*/ 6944437 w 7467600"/>
              <a:gd name="connsiteY553" fmla="*/ 1575402 h 6858000"/>
              <a:gd name="connsiteX554" fmla="*/ 6304730 w 7467600"/>
              <a:gd name="connsiteY554" fmla="*/ 1766654 h 6858000"/>
              <a:gd name="connsiteX555" fmla="*/ 6944437 w 7467600"/>
              <a:gd name="connsiteY555" fmla="*/ 1575402 h 6858000"/>
              <a:gd name="connsiteX556" fmla="*/ 7019523 w 7467600"/>
              <a:gd name="connsiteY556" fmla="*/ 1519450 h 6858000"/>
              <a:gd name="connsiteX557" fmla="*/ 6298091 w 7467600"/>
              <a:gd name="connsiteY557" fmla="*/ 1737122 h 6858000"/>
              <a:gd name="connsiteX558" fmla="*/ 7019523 w 7467600"/>
              <a:gd name="connsiteY558" fmla="*/ 1519450 h 6858000"/>
              <a:gd name="connsiteX559" fmla="*/ 2399523 w 7467600"/>
              <a:gd name="connsiteY559" fmla="*/ 1428234 h 6858000"/>
              <a:gd name="connsiteX560" fmla="*/ 2224982 w 7467600"/>
              <a:gd name="connsiteY560" fmla="*/ 1826201 h 6858000"/>
              <a:gd name="connsiteX561" fmla="*/ 2096099 w 7467600"/>
              <a:gd name="connsiteY561" fmla="*/ 2345900 h 6858000"/>
              <a:gd name="connsiteX562" fmla="*/ 2283317 w 7467600"/>
              <a:gd name="connsiteY562" fmla="*/ 1796925 h 6858000"/>
              <a:gd name="connsiteX563" fmla="*/ 2399523 w 7467600"/>
              <a:gd name="connsiteY563" fmla="*/ 1428234 h 6858000"/>
              <a:gd name="connsiteX564" fmla="*/ 2448558 w 7467600"/>
              <a:gd name="connsiteY564" fmla="*/ 1373435 h 6858000"/>
              <a:gd name="connsiteX565" fmla="*/ 2312521 w 7467600"/>
              <a:gd name="connsiteY565" fmla="*/ 1806140 h 6858000"/>
              <a:gd name="connsiteX566" fmla="*/ 2127533 w 7467600"/>
              <a:gd name="connsiteY566" fmla="*/ 2348380 h 6858000"/>
              <a:gd name="connsiteX567" fmla="*/ 2358080 w 7467600"/>
              <a:gd name="connsiteY567" fmla="*/ 1866134 h 6858000"/>
              <a:gd name="connsiteX568" fmla="*/ 2407436 w 7467600"/>
              <a:gd name="connsiteY568" fmla="*/ 1651070 h 6858000"/>
              <a:gd name="connsiteX569" fmla="*/ 2448558 w 7467600"/>
              <a:gd name="connsiteY569" fmla="*/ 1373435 h 6858000"/>
              <a:gd name="connsiteX570" fmla="*/ 278707 w 7467600"/>
              <a:gd name="connsiteY570" fmla="*/ 1352270 h 6858000"/>
              <a:gd name="connsiteX571" fmla="*/ 321570 w 7467600"/>
              <a:gd name="connsiteY571" fmla="*/ 1861610 h 6858000"/>
              <a:gd name="connsiteX572" fmla="*/ 294281 w 7467600"/>
              <a:gd name="connsiteY572" fmla="*/ 1440658 h 6858000"/>
              <a:gd name="connsiteX573" fmla="*/ 278707 w 7467600"/>
              <a:gd name="connsiteY573" fmla="*/ 1352270 h 6858000"/>
              <a:gd name="connsiteX574" fmla="*/ 1423821 w 7467600"/>
              <a:gd name="connsiteY574" fmla="*/ 1351958 h 6858000"/>
              <a:gd name="connsiteX575" fmla="*/ 1638521 w 7467600"/>
              <a:gd name="connsiteY575" fmla="*/ 1908470 h 6858000"/>
              <a:gd name="connsiteX576" fmla="*/ 1754199 w 7467600"/>
              <a:gd name="connsiteY576" fmla="*/ 2149284 h 6858000"/>
              <a:gd name="connsiteX577" fmla="*/ 1908359 w 7467600"/>
              <a:gd name="connsiteY577" fmla="*/ 2364988 h 6858000"/>
              <a:gd name="connsiteX578" fmla="*/ 1647661 w 7467600"/>
              <a:gd name="connsiteY578" fmla="*/ 1825945 h 6858000"/>
              <a:gd name="connsiteX579" fmla="*/ 1423821 w 7467600"/>
              <a:gd name="connsiteY579" fmla="*/ 1351958 h 6858000"/>
              <a:gd name="connsiteX580" fmla="*/ 1431890 w 7467600"/>
              <a:gd name="connsiteY580" fmla="*/ 1306475 h 6858000"/>
              <a:gd name="connsiteX581" fmla="*/ 1507597 w 7467600"/>
              <a:gd name="connsiteY581" fmla="*/ 1446132 h 6858000"/>
              <a:gd name="connsiteX582" fmla="*/ 1674586 w 7467600"/>
              <a:gd name="connsiteY582" fmla="*/ 1813832 h 6858000"/>
              <a:gd name="connsiteX583" fmla="*/ 1815950 w 7467600"/>
              <a:gd name="connsiteY583" fmla="*/ 2128564 h 6858000"/>
              <a:gd name="connsiteX584" fmla="*/ 1984242 w 7467600"/>
              <a:gd name="connsiteY584" fmla="*/ 2430829 h 6858000"/>
              <a:gd name="connsiteX585" fmla="*/ 2014023 w 7467600"/>
              <a:gd name="connsiteY585" fmla="*/ 2450995 h 6858000"/>
              <a:gd name="connsiteX586" fmla="*/ 1747337 w 7467600"/>
              <a:gd name="connsiteY586" fmla="*/ 1855264 h 6858000"/>
              <a:gd name="connsiteX587" fmla="*/ 1533749 w 7467600"/>
              <a:gd name="connsiteY587" fmla="*/ 1478656 h 6858000"/>
              <a:gd name="connsiteX588" fmla="*/ 1431890 w 7467600"/>
              <a:gd name="connsiteY588" fmla="*/ 1306475 h 6858000"/>
              <a:gd name="connsiteX589" fmla="*/ 5052692 w 7467600"/>
              <a:gd name="connsiteY589" fmla="*/ 1292994 h 6858000"/>
              <a:gd name="connsiteX590" fmla="*/ 5200661 w 7467600"/>
              <a:gd name="connsiteY590" fmla="*/ 1635186 h 6858000"/>
              <a:gd name="connsiteX591" fmla="*/ 5297138 w 7467600"/>
              <a:gd name="connsiteY591" fmla="*/ 1906351 h 6858000"/>
              <a:gd name="connsiteX592" fmla="*/ 5052692 w 7467600"/>
              <a:gd name="connsiteY592" fmla="*/ 1292994 h 6858000"/>
              <a:gd name="connsiteX593" fmla="*/ 5009948 w 7467600"/>
              <a:gd name="connsiteY593" fmla="*/ 1273619 h 6858000"/>
              <a:gd name="connsiteX594" fmla="*/ 5121777 w 7467600"/>
              <a:gd name="connsiteY594" fmla="*/ 1654213 h 6858000"/>
              <a:gd name="connsiteX595" fmla="*/ 5293545 w 7467600"/>
              <a:gd name="connsiteY595" fmla="*/ 2072247 h 6858000"/>
              <a:gd name="connsiteX596" fmla="*/ 5294042 w 7467600"/>
              <a:gd name="connsiteY596" fmla="*/ 2065019 h 6858000"/>
              <a:gd name="connsiteX597" fmla="*/ 5171936 w 7467600"/>
              <a:gd name="connsiteY597" fmla="*/ 1647613 h 6858000"/>
              <a:gd name="connsiteX598" fmla="*/ 5009948 w 7467600"/>
              <a:gd name="connsiteY598" fmla="*/ 1273619 h 6858000"/>
              <a:gd name="connsiteX599" fmla="*/ 655236 w 7467600"/>
              <a:gd name="connsiteY599" fmla="*/ 1268632 h 6858000"/>
              <a:gd name="connsiteX600" fmla="*/ 839521 w 7467600"/>
              <a:gd name="connsiteY600" fmla="*/ 1685315 h 6858000"/>
              <a:gd name="connsiteX601" fmla="*/ 1109416 w 7467600"/>
              <a:gd name="connsiteY601" fmla="*/ 2061663 h 6858000"/>
              <a:gd name="connsiteX602" fmla="*/ 1298300 w 7467600"/>
              <a:gd name="connsiteY602" fmla="*/ 2247742 h 6858000"/>
              <a:gd name="connsiteX603" fmla="*/ 1125871 w 7467600"/>
              <a:gd name="connsiteY603" fmla="*/ 1989513 h 6858000"/>
              <a:gd name="connsiteX604" fmla="*/ 981574 w 7467600"/>
              <a:gd name="connsiteY604" fmla="*/ 1783157 h 6858000"/>
              <a:gd name="connsiteX605" fmla="*/ 922198 w 7467600"/>
              <a:gd name="connsiteY605" fmla="*/ 1677437 h 6858000"/>
              <a:gd name="connsiteX606" fmla="*/ 869293 w 7467600"/>
              <a:gd name="connsiteY606" fmla="*/ 1583214 h 6858000"/>
              <a:gd name="connsiteX607" fmla="*/ 751431 w 7467600"/>
              <a:gd name="connsiteY607" fmla="*/ 1405731 h 6858000"/>
              <a:gd name="connsiteX608" fmla="*/ 655236 w 7467600"/>
              <a:gd name="connsiteY608" fmla="*/ 1268632 h 6858000"/>
              <a:gd name="connsiteX609" fmla="*/ 6516292 w 7467600"/>
              <a:gd name="connsiteY609" fmla="*/ 1263064 h 6858000"/>
              <a:gd name="connsiteX610" fmla="*/ 5736320 w 7467600"/>
              <a:gd name="connsiteY610" fmla="*/ 1501803 h 6858000"/>
              <a:gd name="connsiteX611" fmla="*/ 6516292 w 7467600"/>
              <a:gd name="connsiteY611" fmla="*/ 1263064 h 6858000"/>
              <a:gd name="connsiteX612" fmla="*/ 291466 w 7467600"/>
              <a:gd name="connsiteY612" fmla="*/ 1250369 h 6858000"/>
              <a:gd name="connsiteX613" fmla="*/ 323180 w 7467600"/>
              <a:gd name="connsiteY613" fmla="*/ 1435283 h 6858000"/>
              <a:gd name="connsiteX614" fmla="*/ 349381 w 7467600"/>
              <a:gd name="connsiteY614" fmla="*/ 1875041 h 6858000"/>
              <a:gd name="connsiteX615" fmla="*/ 374363 w 7467600"/>
              <a:gd name="connsiteY615" fmla="*/ 1506494 h 6858000"/>
              <a:gd name="connsiteX616" fmla="*/ 302168 w 7467600"/>
              <a:gd name="connsiteY616" fmla="*/ 1274495 h 6858000"/>
              <a:gd name="connsiteX617" fmla="*/ 291466 w 7467600"/>
              <a:gd name="connsiteY617" fmla="*/ 1250369 h 6858000"/>
              <a:gd name="connsiteX618" fmla="*/ 678222 w 7467600"/>
              <a:gd name="connsiteY618" fmla="*/ 1248670 h 6858000"/>
              <a:gd name="connsiteX619" fmla="*/ 775536 w 7467600"/>
              <a:gd name="connsiteY619" fmla="*/ 1388015 h 6858000"/>
              <a:gd name="connsiteX620" fmla="*/ 894529 w 7467600"/>
              <a:gd name="connsiteY620" fmla="*/ 1567739 h 6858000"/>
              <a:gd name="connsiteX621" fmla="*/ 948000 w 7467600"/>
              <a:gd name="connsiteY621" fmla="*/ 1663088 h 6858000"/>
              <a:gd name="connsiteX622" fmla="*/ 1006812 w 7467600"/>
              <a:gd name="connsiteY622" fmla="*/ 1767683 h 6858000"/>
              <a:gd name="connsiteX623" fmla="*/ 1149133 w 7467600"/>
              <a:gd name="connsiteY623" fmla="*/ 1971513 h 6858000"/>
              <a:gd name="connsiteX624" fmla="*/ 1333952 w 7467600"/>
              <a:gd name="connsiteY624" fmla="*/ 2251620 h 6858000"/>
              <a:gd name="connsiteX625" fmla="*/ 1337329 w 7467600"/>
              <a:gd name="connsiteY625" fmla="*/ 2258350 h 6858000"/>
              <a:gd name="connsiteX626" fmla="*/ 1014726 w 7467600"/>
              <a:gd name="connsiteY626" fmla="*/ 1615556 h 6858000"/>
              <a:gd name="connsiteX627" fmla="*/ 678222 w 7467600"/>
              <a:gd name="connsiteY627" fmla="*/ 1248670 h 6858000"/>
              <a:gd name="connsiteX628" fmla="*/ 6691602 w 7467600"/>
              <a:gd name="connsiteY628" fmla="*/ 1140573 h 6858000"/>
              <a:gd name="connsiteX629" fmla="*/ 6571100 w 7467600"/>
              <a:gd name="connsiteY629" fmla="*/ 1183662 h 6858000"/>
              <a:gd name="connsiteX630" fmla="*/ 6241687 w 7467600"/>
              <a:gd name="connsiteY630" fmla="*/ 1257600 h 6858000"/>
              <a:gd name="connsiteX631" fmla="*/ 5693009 w 7467600"/>
              <a:gd name="connsiteY631" fmla="*/ 1478256 h 6858000"/>
              <a:gd name="connsiteX632" fmla="*/ 6548420 w 7467600"/>
              <a:gd name="connsiteY632" fmla="*/ 1214599 h 6858000"/>
              <a:gd name="connsiteX633" fmla="*/ 6605473 w 7467600"/>
              <a:gd name="connsiteY633" fmla="*/ 1184686 h 6858000"/>
              <a:gd name="connsiteX634" fmla="*/ 6691602 w 7467600"/>
              <a:gd name="connsiteY634" fmla="*/ 1140573 h 6858000"/>
              <a:gd name="connsiteX635" fmla="*/ 4002475 w 7467600"/>
              <a:gd name="connsiteY635" fmla="*/ 1037802 h 6858000"/>
              <a:gd name="connsiteX636" fmla="*/ 4000324 w 7467600"/>
              <a:gd name="connsiteY636" fmla="*/ 1039362 h 6858000"/>
              <a:gd name="connsiteX637" fmla="*/ 4002862 w 7467600"/>
              <a:gd name="connsiteY637" fmla="*/ 1042866 h 6858000"/>
              <a:gd name="connsiteX638" fmla="*/ 4002475 w 7467600"/>
              <a:gd name="connsiteY638" fmla="*/ 1037802 h 6858000"/>
              <a:gd name="connsiteX639" fmla="*/ 506322 w 7467600"/>
              <a:gd name="connsiteY639" fmla="*/ 1020997 h 6858000"/>
              <a:gd name="connsiteX640" fmla="*/ 533068 w 7467600"/>
              <a:gd name="connsiteY640" fmla="*/ 1029409 h 6858000"/>
              <a:gd name="connsiteX641" fmla="*/ 1232525 w 7467600"/>
              <a:gd name="connsiteY641" fmla="*/ 1804675 h 6858000"/>
              <a:gd name="connsiteX642" fmla="*/ 1388858 w 7467600"/>
              <a:gd name="connsiteY642" fmla="*/ 2368011 h 6858000"/>
              <a:gd name="connsiteX643" fmla="*/ 1384098 w 7467600"/>
              <a:gd name="connsiteY643" fmla="*/ 2378125 h 6858000"/>
              <a:gd name="connsiteX644" fmla="*/ 1425393 w 7467600"/>
              <a:gd name="connsiteY644" fmla="*/ 2589124 h 6858000"/>
              <a:gd name="connsiteX645" fmla="*/ 1424001 w 7467600"/>
              <a:gd name="connsiteY645" fmla="*/ 2597541 h 6858000"/>
              <a:gd name="connsiteX646" fmla="*/ 2152729 w 7467600"/>
              <a:gd name="connsiteY646" fmla="*/ 2864487 h 6858000"/>
              <a:gd name="connsiteX647" fmla="*/ 2020609 w 7467600"/>
              <a:gd name="connsiteY647" fmla="*/ 2539671 h 6858000"/>
              <a:gd name="connsiteX648" fmla="*/ 2018920 w 7467600"/>
              <a:gd name="connsiteY648" fmla="*/ 2536309 h 6858000"/>
              <a:gd name="connsiteX649" fmla="*/ 1342441 w 7467600"/>
              <a:gd name="connsiteY649" fmla="*/ 1173017 h 6858000"/>
              <a:gd name="connsiteX650" fmla="*/ 1367925 w 7467600"/>
              <a:gd name="connsiteY650" fmla="*/ 1135648 h 6858000"/>
              <a:gd name="connsiteX651" fmla="*/ 1771401 w 7467600"/>
              <a:gd name="connsiteY651" fmla="*/ 1806673 h 6858000"/>
              <a:gd name="connsiteX652" fmla="*/ 1972385 w 7467600"/>
              <a:gd name="connsiteY652" fmla="*/ 2198735 h 6858000"/>
              <a:gd name="connsiteX653" fmla="*/ 2040892 w 7467600"/>
              <a:gd name="connsiteY653" fmla="*/ 2405205 h 6858000"/>
              <a:gd name="connsiteX654" fmla="*/ 2131689 w 7467600"/>
              <a:gd name="connsiteY654" fmla="*/ 1936926 h 6858000"/>
              <a:gd name="connsiteX655" fmla="*/ 2454820 w 7467600"/>
              <a:gd name="connsiteY655" fmla="*/ 1248808 h 6858000"/>
              <a:gd name="connsiteX656" fmla="*/ 2492512 w 7467600"/>
              <a:gd name="connsiteY656" fmla="*/ 1302920 h 6858000"/>
              <a:gd name="connsiteX657" fmla="*/ 2081216 w 7467600"/>
              <a:gd name="connsiteY657" fmla="*/ 2527513 h 6858000"/>
              <a:gd name="connsiteX658" fmla="*/ 2081211 w 7467600"/>
              <a:gd name="connsiteY658" fmla="*/ 2528916 h 6858000"/>
              <a:gd name="connsiteX659" fmla="*/ 2199067 w 7467600"/>
              <a:gd name="connsiteY659" fmla="*/ 2884061 h 6858000"/>
              <a:gd name="connsiteX660" fmla="*/ 3192586 w 7467600"/>
              <a:gd name="connsiteY660" fmla="*/ 3411496 h 6858000"/>
              <a:gd name="connsiteX661" fmla="*/ 3182620 w 7467600"/>
              <a:gd name="connsiteY661" fmla="*/ 3483279 h 6858000"/>
              <a:gd name="connsiteX662" fmla="*/ 2435119 w 7467600"/>
              <a:gd name="connsiteY662" fmla="*/ 3080173 h 6858000"/>
              <a:gd name="connsiteX663" fmla="*/ 2410152 w 7467600"/>
              <a:gd name="connsiteY663" fmla="*/ 3063751 h 6858000"/>
              <a:gd name="connsiteX664" fmla="*/ 2408099 w 7467600"/>
              <a:gd name="connsiteY664" fmla="*/ 3064403 h 6858000"/>
              <a:gd name="connsiteX665" fmla="*/ 2407218 w 7467600"/>
              <a:gd name="connsiteY665" fmla="*/ 3070324 h 6858000"/>
              <a:gd name="connsiteX666" fmla="*/ 2380138 w 7467600"/>
              <a:gd name="connsiteY666" fmla="*/ 3099341 h 6858000"/>
              <a:gd name="connsiteX667" fmla="*/ 1765923 w 7467600"/>
              <a:gd name="connsiteY667" fmla="*/ 3581043 h 6858000"/>
              <a:gd name="connsiteX668" fmla="*/ 1702258 w 7467600"/>
              <a:gd name="connsiteY668" fmla="*/ 3612286 h 6858000"/>
              <a:gd name="connsiteX669" fmla="*/ 1538370 w 7467600"/>
              <a:gd name="connsiteY669" fmla="*/ 3811804 h 6858000"/>
              <a:gd name="connsiteX670" fmla="*/ 542867 w 7467600"/>
              <a:gd name="connsiteY670" fmla="*/ 4944092 h 6858000"/>
              <a:gd name="connsiteX671" fmla="*/ 515800 w 7467600"/>
              <a:gd name="connsiteY671" fmla="*/ 4862180 h 6858000"/>
              <a:gd name="connsiteX672" fmla="*/ 909145 w 7467600"/>
              <a:gd name="connsiteY672" fmla="*/ 4199225 h 6858000"/>
              <a:gd name="connsiteX673" fmla="*/ 1214067 w 7467600"/>
              <a:gd name="connsiteY673" fmla="*/ 3908561 h 6858000"/>
              <a:gd name="connsiteX674" fmla="*/ 640967 w 7467600"/>
              <a:gd name="connsiteY674" fmla="*/ 4105601 h 6858000"/>
              <a:gd name="connsiteX675" fmla="*/ 112563 w 7467600"/>
              <a:gd name="connsiteY675" fmla="*/ 4396952 h 6858000"/>
              <a:gd name="connsiteX676" fmla="*/ 0 w 7467600"/>
              <a:gd name="connsiteY676" fmla="*/ 4466006 h 6858000"/>
              <a:gd name="connsiteX677" fmla="*/ 0 w 7467600"/>
              <a:gd name="connsiteY677" fmla="*/ 4233763 h 6858000"/>
              <a:gd name="connsiteX678" fmla="*/ 36881 w 7467600"/>
              <a:gd name="connsiteY678" fmla="*/ 4200118 h 6858000"/>
              <a:gd name="connsiteX679" fmla="*/ 910534 w 7467600"/>
              <a:gd name="connsiteY679" fmla="*/ 3629753 h 6858000"/>
              <a:gd name="connsiteX680" fmla="*/ 1578717 w 7467600"/>
              <a:gd name="connsiteY680" fmla="*/ 3575982 h 6858000"/>
              <a:gd name="connsiteX681" fmla="*/ 2338780 w 7467600"/>
              <a:gd name="connsiteY681" fmla="*/ 3033725 h 6858000"/>
              <a:gd name="connsiteX682" fmla="*/ 1807991 w 7467600"/>
              <a:gd name="connsiteY682" fmla="*/ 2807184 h 6858000"/>
              <a:gd name="connsiteX683" fmla="*/ 1416358 w 7467600"/>
              <a:gd name="connsiteY683" fmla="*/ 3112571 h 6858000"/>
              <a:gd name="connsiteX684" fmla="*/ 939066 w 7467600"/>
              <a:gd name="connsiteY684" fmla="*/ 3378798 h 6858000"/>
              <a:gd name="connsiteX685" fmla="*/ 115099 w 7467600"/>
              <a:gd name="connsiteY685" fmla="*/ 3607650 h 6858000"/>
              <a:gd name="connsiteX686" fmla="*/ 97284 w 7467600"/>
              <a:gd name="connsiteY686" fmla="*/ 3520393 h 6858000"/>
              <a:gd name="connsiteX687" fmla="*/ 922050 w 7467600"/>
              <a:gd name="connsiteY687" fmla="*/ 3074867 h 6858000"/>
              <a:gd name="connsiteX688" fmla="*/ 1405265 w 7467600"/>
              <a:gd name="connsiteY688" fmla="*/ 3016319 h 6858000"/>
              <a:gd name="connsiteX689" fmla="*/ 1407512 w 7467600"/>
              <a:gd name="connsiteY689" fmla="*/ 3018001 h 6858000"/>
              <a:gd name="connsiteX690" fmla="*/ 1726266 w 7467600"/>
              <a:gd name="connsiteY690" fmla="*/ 2777274 h 6858000"/>
              <a:gd name="connsiteX691" fmla="*/ 625390 w 7467600"/>
              <a:gd name="connsiteY691" fmla="*/ 2514541 h 6858000"/>
              <a:gd name="connsiteX692" fmla="*/ 619799 w 7467600"/>
              <a:gd name="connsiteY692" fmla="*/ 2527180 h 6858000"/>
              <a:gd name="connsiteX693" fmla="*/ 310030 w 7467600"/>
              <a:gd name="connsiteY693" fmla="*/ 2771818 h 6858000"/>
              <a:gd name="connsiteX694" fmla="*/ 173877 w 7467600"/>
              <a:gd name="connsiteY694" fmla="*/ 2937056 h 6858000"/>
              <a:gd name="connsiteX695" fmla="*/ 77889 w 7467600"/>
              <a:gd name="connsiteY695" fmla="*/ 3138440 h 6858000"/>
              <a:gd name="connsiteX696" fmla="*/ 0 w 7467600"/>
              <a:gd name="connsiteY696" fmla="*/ 3271395 h 6858000"/>
              <a:gd name="connsiteX697" fmla="*/ 0 w 7467600"/>
              <a:gd name="connsiteY697" fmla="*/ 3153002 h 6858000"/>
              <a:gd name="connsiteX698" fmla="*/ 2386 w 7467600"/>
              <a:gd name="connsiteY698" fmla="*/ 3149203 h 6858000"/>
              <a:gd name="connsiteX699" fmla="*/ 89753 w 7467600"/>
              <a:gd name="connsiteY699" fmla="*/ 2987702 h 6858000"/>
              <a:gd name="connsiteX700" fmla="*/ 76869 w 7467600"/>
              <a:gd name="connsiteY700" fmla="*/ 3005404 h 6858000"/>
              <a:gd name="connsiteX701" fmla="*/ 32049 w 7467600"/>
              <a:gd name="connsiteY701" fmla="*/ 3065814 h 6858000"/>
              <a:gd name="connsiteX702" fmla="*/ 0 w 7467600"/>
              <a:gd name="connsiteY702" fmla="*/ 3108744 h 6858000"/>
              <a:gd name="connsiteX703" fmla="*/ 0 w 7467600"/>
              <a:gd name="connsiteY703" fmla="*/ 3058059 h 6858000"/>
              <a:gd name="connsiteX704" fmla="*/ 7610 w 7467600"/>
              <a:gd name="connsiteY704" fmla="*/ 3047889 h 6858000"/>
              <a:gd name="connsiteX705" fmla="*/ 52419 w 7467600"/>
              <a:gd name="connsiteY705" fmla="*/ 2987479 h 6858000"/>
              <a:gd name="connsiteX706" fmla="*/ 59142 w 7467600"/>
              <a:gd name="connsiteY706" fmla="*/ 2978488 h 6858000"/>
              <a:gd name="connsiteX707" fmla="*/ 0 w 7467600"/>
              <a:gd name="connsiteY707" fmla="*/ 3015334 h 6858000"/>
              <a:gd name="connsiteX708" fmla="*/ 0 w 7467600"/>
              <a:gd name="connsiteY708" fmla="*/ 2914286 h 6858000"/>
              <a:gd name="connsiteX709" fmla="*/ 36383 w 7467600"/>
              <a:gd name="connsiteY709" fmla="*/ 2901128 h 6858000"/>
              <a:gd name="connsiteX710" fmla="*/ 156329 w 7467600"/>
              <a:gd name="connsiteY710" fmla="*/ 2840533 h 6858000"/>
              <a:gd name="connsiteX711" fmla="*/ 358355 w 7467600"/>
              <a:gd name="connsiteY711" fmla="*/ 2620471 h 6858000"/>
              <a:gd name="connsiteX712" fmla="*/ 510577 w 7467600"/>
              <a:gd name="connsiteY712" fmla="*/ 2501244 h 6858000"/>
              <a:gd name="connsiteX713" fmla="*/ 211967 w 7467600"/>
              <a:gd name="connsiteY713" fmla="*/ 2479171 h 6858000"/>
              <a:gd name="connsiteX714" fmla="*/ 0 w 7467600"/>
              <a:gd name="connsiteY714" fmla="*/ 2476398 h 6858000"/>
              <a:gd name="connsiteX715" fmla="*/ 0 w 7467600"/>
              <a:gd name="connsiteY715" fmla="*/ 2389189 h 6858000"/>
              <a:gd name="connsiteX716" fmla="*/ 103062 w 7467600"/>
              <a:gd name="connsiteY716" fmla="*/ 2389518 h 6858000"/>
              <a:gd name="connsiteX717" fmla="*/ 510734 w 7467600"/>
              <a:gd name="connsiteY717" fmla="*/ 2416201 h 6858000"/>
              <a:gd name="connsiteX718" fmla="*/ 279257 w 7467600"/>
              <a:gd name="connsiteY718" fmla="*/ 2092102 h 6858000"/>
              <a:gd name="connsiteX719" fmla="*/ 65265 w 7467600"/>
              <a:gd name="connsiteY719" fmla="*/ 2006049 h 6858000"/>
              <a:gd name="connsiteX720" fmla="*/ 0 w 7467600"/>
              <a:gd name="connsiteY720" fmla="*/ 1982532 h 6858000"/>
              <a:gd name="connsiteX721" fmla="*/ 0 w 7467600"/>
              <a:gd name="connsiteY721" fmla="*/ 1912789 h 6858000"/>
              <a:gd name="connsiteX722" fmla="*/ 97460 w 7467600"/>
              <a:gd name="connsiteY722" fmla="*/ 1953725 h 6858000"/>
              <a:gd name="connsiteX723" fmla="*/ 221272 w 7467600"/>
              <a:gd name="connsiteY723" fmla="*/ 1980766 h 6858000"/>
              <a:gd name="connsiteX724" fmla="*/ 116765 w 7467600"/>
              <a:gd name="connsiteY724" fmla="*/ 1911033 h 6858000"/>
              <a:gd name="connsiteX725" fmla="*/ 16405 w 7467600"/>
              <a:gd name="connsiteY725" fmla="*/ 1803412 h 6858000"/>
              <a:gd name="connsiteX726" fmla="*/ 0 w 7467600"/>
              <a:gd name="connsiteY726" fmla="*/ 1784777 h 6858000"/>
              <a:gd name="connsiteX727" fmla="*/ 0 w 7467600"/>
              <a:gd name="connsiteY727" fmla="*/ 1740082 h 6858000"/>
              <a:gd name="connsiteX728" fmla="*/ 39394 w 7467600"/>
              <a:gd name="connsiteY728" fmla="*/ 1784856 h 6858000"/>
              <a:gd name="connsiteX729" fmla="*/ 135813 w 7467600"/>
              <a:gd name="connsiteY729" fmla="*/ 1888838 h 6858000"/>
              <a:gd name="connsiteX730" fmla="*/ 242575 w 7467600"/>
              <a:gd name="connsiteY730" fmla="*/ 1958841 h 6858000"/>
              <a:gd name="connsiteX731" fmla="*/ 82197 w 7467600"/>
              <a:gd name="connsiteY731" fmla="*/ 1754826 h 6858000"/>
              <a:gd name="connsiteX732" fmla="*/ 0 w 7467600"/>
              <a:gd name="connsiteY732" fmla="*/ 1679650 h 6858000"/>
              <a:gd name="connsiteX733" fmla="*/ 0 w 7467600"/>
              <a:gd name="connsiteY733" fmla="*/ 1602463 h 6858000"/>
              <a:gd name="connsiteX734" fmla="*/ 84689 w 7467600"/>
              <a:gd name="connsiteY734" fmla="*/ 1677442 h 6858000"/>
              <a:gd name="connsiteX735" fmla="*/ 298437 w 7467600"/>
              <a:gd name="connsiteY735" fmla="*/ 1968019 h 6858000"/>
              <a:gd name="connsiteX736" fmla="*/ 227269 w 7467600"/>
              <a:gd name="connsiteY736" fmla="*/ 1114064 h 6858000"/>
              <a:gd name="connsiteX737" fmla="*/ 248003 w 7467600"/>
              <a:gd name="connsiteY737" fmla="*/ 1089613 h 6858000"/>
              <a:gd name="connsiteX738" fmla="*/ 427020 w 7467600"/>
              <a:gd name="connsiteY738" fmla="*/ 1619803 h 6858000"/>
              <a:gd name="connsiteX739" fmla="*/ 340345 w 7467600"/>
              <a:gd name="connsiteY739" fmla="*/ 2027739 h 6858000"/>
              <a:gd name="connsiteX740" fmla="*/ 360865 w 7467600"/>
              <a:gd name="connsiteY740" fmla="*/ 2044827 h 6858000"/>
              <a:gd name="connsiteX741" fmla="*/ 560414 w 7467600"/>
              <a:gd name="connsiteY741" fmla="*/ 2421457 h 6858000"/>
              <a:gd name="connsiteX742" fmla="*/ 1359703 w 7467600"/>
              <a:gd name="connsiteY742" fmla="*/ 2578554 h 6858000"/>
              <a:gd name="connsiteX743" fmla="*/ 1359422 w 7467600"/>
              <a:gd name="connsiteY743" fmla="*/ 2577994 h 6858000"/>
              <a:gd name="connsiteX744" fmla="*/ 828701 w 7467600"/>
              <a:gd name="connsiteY744" fmla="*/ 1839520 h 6858000"/>
              <a:gd name="connsiteX745" fmla="*/ 494427 w 7467600"/>
              <a:gd name="connsiteY745" fmla="*/ 1092333 h 6858000"/>
              <a:gd name="connsiteX746" fmla="*/ 506322 w 7467600"/>
              <a:gd name="connsiteY746" fmla="*/ 1020997 h 6858000"/>
              <a:gd name="connsiteX747" fmla="*/ 4570198 w 7467600"/>
              <a:gd name="connsiteY747" fmla="*/ 978081 h 6858000"/>
              <a:gd name="connsiteX748" fmla="*/ 4523691 w 7467600"/>
              <a:gd name="connsiteY748" fmla="*/ 1127776 h 6858000"/>
              <a:gd name="connsiteX749" fmla="*/ 4509875 w 7467600"/>
              <a:gd name="connsiteY749" fmla="*/ 1167552 h 6858000"/>
              <a:gd name="connsiteX750" fmla="*/ 4478168 w 7467600"/>
              <a:gd name="connsiteY750" fmla="*/ 1260735 h 6858000"/>
              <a:gd name="connsiteX751" fmla="*/ 4409309 w 7467600"/>
              <a:gd name="connsiteY751" fmla="*/ 1666996 h 6858000"/>
              <a:gd name="connsiteX752" fmla="*/ 4370031 w 7467600"/>
              <a:gd name="connsiteY752" fmla="*/ 1955666 h 6858000"/>
              <a:gd name="connsiteX753" fmla="*/ 4570198 w 7467600"/>
              <a:gd name="connsiteY753" fmla="*/ 978081 h 6858000"/>
              <a:gd name="connsiteX754" fmla="*/ 4557898 w 7467600"/>
              <a:gd name="connsiteY754" fmla="*/ 900011 h 6858000"/>
              <a:gd name="connsiteX755" fmla="*/ 4344840 w 7467600"/>
              <a:gd name="connsiteY755" fmla="*/ 1922038 h 6858000"/>
              <a:gd name="connsiteX756" fmla="*/ 4378710 w 7467600"/>
              <a:gd name="connsiteY756" fmla="*/ 1665516 h 6858000"/>
              <a:gd name="connsiteX757" fmla="*/ 4448798 w 7467600"/>
              <a:gd name="connsiteY757" fmla="*/ 1253024 h 6858000"/>
              <a:gd name="connsiteX758" fmla="*/ 4480315 w 7467600"/>
              <a:gd name="connsiteY758" fmla="*/ 1158454 h 6858000"/>
              <a:gd name="connsiteX759" fmla="*/ 4494133 w 7467600"/>
              <a:gd name="connsiteY759" fmla="*/ 1118676 h 6858000"/>
              <a:gd name="connsiteX760" fmla="*/ 4557898 w 7467600"/>
              <a:gd name="connsiteY760" fmla="*/ 900011 h 6858000"/>
              <a:gd name="connsiteX761" fmla="*/ 5870151 w 7467600"/>
              <a:gd name="connsiteY761" fmla="*/ 898890 h 6858000"/>
              <a:gd name="connsiteX762" fmla="*/ 5861335 w 7467600"/>
              <a:gd name="connsiteY762" fmla="*/ 899177 h 6858000"/>
              <a:gd name="connsiteX763" fmla="*/ 5843702 w 7467600"/>
              <a:gd name="connsiteY763" fmla="*/ 899748 h 6858000"/>
              <a:gd name="connsiteX764" fmla="*/ 5651107 w 7467600"/>
              <a:gd name="connsiteY764" fmla="*/ 920306 h 6858000"/>
              <a:gd name="connsiteX765" fmla="*/ 5459407 w 7467600"/>
              <a:gd name="connsiteY765" fmla="*/ 940975 h 6858000"/>
              <a:gd name="connsiteX766" fmla="*/ 5374846 w 7467600"/>
              <a:gd name="connsiteY766" fmla="*/ 941988 h 6858000"/>
              <a:gd name="connsiteX767" fmla="*/ 5256105 w 7467600"/>
              <a:gd name="connsiteY767" fmla="*/ 945632 h 6858000"/>
              <a:gd name="connsiteX768" fmla="*/ 5107071 w 7467600"/>
              <a:gd name="connsiteY768" fmla="*/ 969720 h 6858000"/>
              <a:gd name="connsiteX769" fmla="*/ 4998681 w 7467600"/>
              <a:gd name="connsiteY769" fmla="*/ 988771 h 6858000"/>
              <a:gd name="connsiteX770" fmla="*/ 5870151 w 7467600"/>
              <a:gd name="connsiteY770" fmla="*/ 898890 h 6858000"/>
              <a:gd name="connsiteX771" fmla="*/ 5504425 w 7467600"/>
              <a:gd name="connsiteY771" fmla="*/ 848067 h 6858000"/>
              <a:gd name="connsiteX772" fmla="*/ 4968849 w 7467600"/>
              <a:gd name="connsiteY772" fmla="*/ 962318 h 6858000"/>
              <a:gd name="connsiteX773" fmla="*/ 5104039 w 7467600"/>
              <a:gd name="connsiteY773" fmla="*/ 940634 h 6858000"/>
              <a:gd name="connsiteX774" fmla="*/ 5256311 w 7467600"/>
              <a:gd name="connsiteY774" fmla="*/ 916490 h 6858000"/>
              <a:gd name="connsiteX775" fmla="*/ 5377381 w 7467600"/>
              <a:gd name="connsiteY775" fmla="*/ 912671 h 6858000"/>
              <a:gd name="connsiteX776" fmla="*/ 5460148 w 7467600"/>
              <a:gd name="connsiteY776" fmla="*/ 911442 h 6858000"/>
              <a:gd name="connsiteX777" fmla="*/ 5648971 w 7467600"/>
              <a:gd name="connsiteY777" fmla="*/ 891331 h 6858000"/>
              <a:gd name="connsiteX778" fmla="*/ 5844807 w 7467600"/>
              <a:gd name="connsiteY778" fmla="*/ 870718 h 6858000"/>
              <a:gd name="connsiteX779" fmla="*/ 5862975 w 7467600"/>
              <a:gd name="connsiteY779" fmla="*/ 869756 h 6858000"/>
              <a:gd name="connsiteX780" fmla="*/ 5920887 w 7467600"/>
              <a:gd name="connsiteY780" fmla="*/ 865929 h 6858000"/>
              <a:gd name="connsiteX781" fmla="*/ 5504425 w 7467600"/>
              <a:gd name="connsiteY781" fmla="*/ 848067 h 6858000"/>
              <a:gd name="connsiteX782" fmla="*/ 3607114 w 7467600"/>
              <a:gd name="connsiteY782" fmla="*/ 467441 h 6858000"/>
              <a:gd name="connsiteX783" fmla="*/ 3296242 w 7467600"/>
              <a:gd name="connsiteY783" fmla="*/ 807991 h 6858000"/>
              <a:gd name="connsiteX784" fmla="*/ 3174674 w 7467600"/>
              <a:gd name="connsiteY784" fmla="*/ 919759 h 6858000"/>
              <a:gd name="connsiteX785" fmla="*/ 3042978 w 7467600"/>
              <a:gd name="connsiteY785" fmla="*/ 1054894 h 6858000"/>
              <a:gd name="connsiteX786" fmla="*/ 2968914 w 7467600"/>
              <a:gd name="connsiteY786" fmla="*/ 1133756 h 6858000"/>
              <a:gd name="connsiteX787" fmla="*/ 3103823 w 7467600"/>
              <a:gd name="connsiteY787" fmla="*/ 1026814 h 6858000"/>
              <a:gd name="connsiteX788" fmla="*/ 3607114 w 7467600"/>
              <a:gd name="connsiteY788" fmla="*/ 467441 h 6858000"/>
              <a:gd name="connsiteX789" fmla="*/ 3744487 w 7467600"/>
              <a:gd name="connsiteY789" fmla="*/ 383136 h 6858000"/>
              <a:gd name="connsiteX790" fmla="*/ 3970213 w 7467600"/>
              <a:gd name="connsiteY790" fmla="*/ 995559 h 6858000"/>
              <a:gd name="connsiteX791" fmla="*/ 3744487 w 7467600"/>
              <a:gd name="connsiteY791" fmla="*/ 383136 h 6858000"/>
              <a:gd name="connsiteX792" fmla="*/ 3624562 w 7467600"/>
              <a:gd name="connsiteY792" fmla="*/ 367041 h 6858000"/>
              <a:gd name="connsiteX793" fmla="*/ 3489712 w 7467600"/>
              <a:gd name="connsiteY793" fmla="*/ 485386 h 6858000"/>
              <a:gd name="connsiteX794" fmla="*/ 3182994 w 7467600"/>
              <a:gd name="connsiteY794" fmla="*/ 828265 h 6858000"/>
              <a:gd name="connsiteX795" fmla="*/ 2892114 w 7467600"/>
              <a:gd name="connsiteY795" fmla="*/ 1172635 h 6858000"/>
              <a:gd name="connsiteX796" fmla="*/ 3021459 w 7467600"/>
              <a:gd name="connsiteY796" fmla="*/ 1035385 h 6858000"/>
              <a:gd name="connsiteX797" fmla="*/ 3153873 w 7467600"/>
              <a:gd name="connsiteY797" fmla="*/ 898971 h 6858000"/>
              <a:gd name="connsiteX798" fmla="*/ 3276511 w 7467600"/>
              <a:gd name="connsiteY798" fmla="*/ 786423 h 6858000"/>
              <a:gd name="connsiteX799" fmla="*/ 3584154 w 7467600"/>
              <a:gd name="connsiteY799" fmla="*/ 448218 h 6858000"/>
              <a:gd name="connsiteX800" fmla="*/ 3624562 w 7467600"/>
              <a:gd name="connsiteY800" fmla="*/ 367041 h 6858000"/>
              <a:gd name="connsiteX801" fmla="*/ 3766672 w 7467600"/>
              <a:gd name="connsiteY801" fmla="*/ 359429 h 6858000"/>
              <a:gd name="connsiteX802" fmla="*/ 3996338 w 7467600"/>
              <a:gd name="connsiteY802" fmla="*/ 968237 h 6858000"/>
              <a:gd name="connsiteX803" fmla="*/ 3766672 w 7467600"/>
              <a:gd name="connsiteY803" fmla="*/ 359429 h 6858000"/>
              <a:gd name="connsiteX804" fmla="*/ 5805386 w 7467600"/>
              <a:gd name="connsiteY804" fmla="*/ 239240 h 6858000"/>
              <a:gd name="connsiteX805" fmla="*/ 5736947 w 7467600"/>
              <a:gd name="connsiteY805" fmla="*/ 261367 h 6858000"/>
              <a:gd name="connsiteX806" fmla="*/ 5427012 w 7467600"/>
              <a:gd name="connsiteY806" fmla="*/ 311272 h 6858000"/>
              <a:gd name="connsiteX807" fmla="*/ 5147818 w 7467600"/>
              <a:gd name="connsiteY807" fmla="*/ 322112 h 6858000"/>
              <a:gd name="connsiteX808" fmla="*/ 5060854 w 7467600"/>
              <a:gd name="connsiteY808" fmla="*/ 311882 h 6858000"/>
              <a:gd name="connsiteX809" fmla="*/ 4945989 w 7467600"/>
              <a:gd name="connsiteY809" fmla="*/ 300516 h 6858000"/>
              <a:gd name="connsiteX810" fmla="*/ 5410479 w 7467600"/>
              <a:gd name="connsiteY810" fmla="*/ 348434 h 6858000"/>
              <a:gd name="connsiteX811" fmla="*/ 5805386 w 7467600"/>
              <a:gd name="connsiteY811" fmla="*/ 239240 h 6858000"/>
              <a:gd name="connsiteX812" fmla="*/ 5905192 w 7467600"/>
              <a:gd name="connsiteY812" fmla="*/ 163079 h 6858000"/>
              <a:gd name="connsiteX813" fmla="*/ 5865655 w 7467600"/>
              <a:gd name="connsiteY813" fmla="*/ 171901 h 6858000"/>
              <a:gd name="connsiteX814" fmla="*/ 5259740 w 7467600"/>
              <a:gd name="connsiteY814" fmla="*/ 257013 h 6858000"/>
              <a:gd name="connsiteX815" fmla="*/ 5208466 w 7467600"/>
              <a:gd name="connsiteY815" fmla="*/ 257550 h 6858000"/>
              <a:gd name="connsiteX816" fmla="*/ 4980204 w 7467600"/>
              <a:gd name="connsiteY816" fmla="*/ 271903 h 6858000"/>
              <a:gd name="connsiteX817" fmla="*/ 5068068 w 7467600"/>
              <a:gd name="connsiteY817" fmla="*/ 282244 h 6858000"/>
              <a:gd name="connsiteX818" fmla="*/ 5153231 w 7467600"/>
              <a:gd name="connsiteY818" fmla="*/ 292240 h 6858000"/>
              <a:gd name="connsiteX819" fmla="*/ 5426491 w 7467600"/>
              <a:gd name="connsiteY819" fmla="*/ 281128 h 6858000"/>
              <a:gd name="connsiteX820" fmla="*/ 5731212 w 7467600"/>
              <a:gd name="connsiteY820" fmla="*/ 231951 h 6858000"/>
              <a:gd name="connsiteX821" fmla="*/ 5905192 w 7467600"/>
              <a:gd name="connsiteY821" fmla="*/ 163079 h 6858000"/>
              <a:gd name="connsiteX822" fmla="*/ 5944437 w 7467600"/>
              <a:gd name="connsiteY822" fmla="*/ 113829 h 6858000"/>
              <a:gd name="connsiteX823" fmla="*/ 5825032 w 7467600"/>
              <a:gd name="connsiteY823" fmla="*/ 146405 h 6858000"/>
              <a:gd name="connsiteX824" fmla="*/ 4955599 w 7467600"/>
              <a:gd name="connsiteY824" fmla="*/ 247008 h 6858000"/>
              <a:gd name="connsiteX825" fmla="*/ 5210104 w 7467600"/>
              <a:gd name="connsiteY825" fmla="*/ 228123 h 6858000"/>
              <a:gd name="connsiteX826" fmla="*/ 5261015 w 7467600"/>
              <a:gd name="connsiteY826" fmla="*/ 227087 h 6858000"/>
              <a:gd name="connsiteX827" fmla="*/ 5861181 w 7467600"/>
              <a:gd name="connsiteY827" fmla="*/ 143093 h 6858000"/>
              <a:gd name="connsiteX828" fmla="*/ 5961252 w 7467600"/>
              <a:gd name="connsiteY828" fmla="*/ 114820 h 6858000"/>
              <a:gd name="connsiteX829" fmla="*/ 5944437 w 7467600"/>
              <a:gd name="connsiteY829" fmla="*/ 113829 h 6858000"/>
              <a:gd name="connsiteX830" fmla="*/ 3882765 w 7467600"/>
              <a:gd name="connsiteY830" fmla="*/ 0 h 6858000"/>
              <a:gd name="connsiteX831" fmla="*/ 3995099 w 7467600"/>
              <a:gd name="connsiteY831" fmla="*/ 0 h 6858000"/>
              <a:gd name="connsiteX832" fmla="*/ 4163818 w 7467600"/>
              <a:gd name="connsiteY832" fmla="*/ 234104 h 6858000"/>
              <a:gd name="connsiteX833" fmla="*/ 4172099 w 7467600"/>
              <a:gd name="connsiteY833" fmla="*/ 234207 h 6858000"/>
              <a:gd name="connsiteX834" fmla="*/ 4784282 w 7467600"/>
              <a:gd name="connsiteY834" fmla="*/ 276561 h 6858000"/>
              <a:gd name="connsiteX835" fmla="*/ 4801687 w 7467600"/>
              <a:gd name="connsiteY835" fmla="*/ 267764 h 6858000"/>
              <a:gd name="connsiteX836" fmla="*/ 6082788 w 7467600"/>
              <a:gd name="connsiteY836" fmla="*/ 64119 h 6858000"/>
              <a:gd name="connsiteX837" fmla="*/ 6099442 w 7467600"/>
              <a:gd name="connsiteY837" fmla="*/ 82568 h 6858000"/>
              <a:gd name="connsiteX838" fmla="*/ 4804137 w 7467600"/>
              <a:gd name="connsiteY838" fmla="*/ 320931 h 6858000"/>
              <a:gd name="connsiteX839" fmla="*/ 4227047 w 7467600"/>
              <a:gd name="connsiteY839" fmla="*/ 313415 h 6858000"/>
              <a:gd name="connsiteX840" fmla="*/ 4346041 w 7467600"/>
              <a:gd name="connsiteY840" fmla="*/ 456086 h 6858000"/>
              <a:gd name="connsiteX841" fmla="*/ 4870967 w 7467600"/>
              <a:gd name="connsiteY841" fmla="*/ 963061 h 6858000"/>
              <a:gd name="connsiteX842" fmla="*/ 4889647 w 7467600"/>
              <a:gd name="connsiteY842" fmla="*/ 957147 h 6858000"/>
              <a:gd name="connsiteX843" fmla="*/ 5422504 w 7467600"/>
              <a:gd name="connsiteY843" fmla="*/ 805191 h 6858000"/>
              <a:gd name="connsiteX844" fmla="*/ 6087656 w 7467600"/>
              <a:gd name="connsiteY844" fmla="*/ 826703 h 6858000"/>
              <a:gd name="connsiteX845" fmla="*/ 6058717 w 7467600"/>
              <a:gd name="connsiteY845" fmla="*/ 865992 h 6858000"/>
              <a:gd name="connsiteX846" fmla="*/ 4974153 w 7467600"/>
              <a:gd name="connsiteY846" fmla="*/ 1045456 h 6858000"/>
              <a:gd name="connsiteX847" fmla="*/ 5627835 w 7467600"/>
              <a:gd name="connsiteY847" fmla="*/ 1472077 h 6858000"/>
              <a:gd name="connsiteX848" fmla="*/ 5629817 w 7467600"/>
              <a:gd name="connsiteY848" fmla="*/ 1471412 h 6858000"/>
              <a:gd name="connsiteX849" fmla="*/ 5634124 w 7467600"/>
              <a:gd name="connsiteY849" fmla="*/ 1470572 h 6858000"/>
              <a:gd name="connsiteX850" fmla="*/ 5755832 w 7467600"/>
              <a:gd name="connsiteY850" fmla="*/ 1383886 h 6858000"/>
              <a:gd name="connsiteX851" fmla="*/ 6014186 w 7467600"/>
              <a:gd name="connsiteY851" fmla="*/ 1279799 h 6858000"/>
              <a:gd name="connsiteX852" fmla="*/ 6901619 w 7467600"/>
              <a:gd name="connsiteY852" fmla="*/ 1047874 h 6858000"/>
              <a:gd name="connsiteX853" fmla="*/ 6931566 w 7467600"/>
              <a:gd name="connsiteY853" fmla="*/ 1062034 h 6858000"/>
              <a:gd name="connsiteX854" fmla="*/ 5790982 w 7467600"/>
              <a:gd name="connsiteY854" fmla="*/ 1561380 h 6858000"/>
              <a:gd name="connsiteX855" fmla="*/ 6188971 w 7467600"/>
              <a:gd name="connsiteY855" fmla="*/ 1755168 h 6858000"/>
              <a:gd name="connsiteX856" fmla="*/ 6202446 w 7467600"/>
              <a:gd name="connsiteY856" fmla="*/ 1752268 h 6858000"/>
              <a:gd name="connsiteX857" fmla="*/ 7179560 w 7467600"/>
              <a:gd name="connsiteY857" fmla="*/ 1467551 h 6858000"/>
              <a:gd name="connsiteX858" fmla="*/ 7158730 w 7467600"/>
              <a:gd name="connsiteY858" fmla="*/ 1507835 h 6858000"/>
              <a:gd name="connsiteX859" fmla="*/ 6326959 w 7467600"/>
              <a:gd name="connsiteY859" fmla="*/ 1817686 h 6858000"/>
              <a:gd name="connsiteX860" fmla="*/ 6537433 w 7467600"/>
              <a:gd name="connsiteY860" fmla="*/ 1907790 h 6858000"/>
              <a:gd name="connsiteX861" fmla="*/ 6550221 w 7467600"/>
              <a:gd name="connsiteY861" fmla="*/ 1910729 h 6858000"/>
              <a:gd name="connsiteX862" fmla="*/ 6964438 w 7467600"/>
              <a:gd name="connsiteY862" fmla="*/ 2209505 h 6858000"/>
              <a:gd name="connsiteX863" fmla="*/ 7367862 w 7467600"/>
              <a:gd name="connsiteY863" fmla="*/ 2806833 h 6858000"/>
              <a:gd name="connsiteX864" fmla="*/ 7364329 w 7467600"/>
              <a:gd name="connsiteY864" fmla="*/ 2826907 h 6858000"/>
              <a:gd name="connsiteX865" fmla="*/ 7290545 w 7467600"/>
              <a:gd name="connsiteY865" fmla="*/ 2850663 h 6858000"/>
              <a:gd name="connsiteX866" fmla="*/ 6472036 w 7467600"/>
              <a:gd name="connsiteY866" fmla="*/ 1959003 h 6858000"/>
              <a:gd name="connsiteX867" fmla="*/ 5792897 w 7467600"/>
              <a:gd name="connsiteY867" fmla="*/ 1647747 h 6858000"/>
              <a:gd name="connsiteX868" fmla="*/ 5842751 w 7467600"/>
              <a:gd name="connsiteY868" fmla="*/ 1816112 h 6858000"/>
              <a:gd name="connsiteX869" fmla="*/ 5847424 w 7467600"/>
              <a:gd name="connsiteY869" fmla="*/ 1815776 h 6858000"/>
              <a:gd name="connsiteX870" fmla="*/ 6399821 w 7467600"/>
              <a:gd name="connsiteY870" fmla="*/ 2344799 h 6858000"/>
              <a:gd name="connsiteX871" fmla="*/ 6323232 w 7467600"/>
              <a:gd name="connsiteY871" fmla="*/ 2389634 h 6858000"/>
              <a:gd name="connsiteX872" fmla="*/ 5942958 w 7467600"/>
              <a:gd name="connsiteY872" fmla="*/ 2077708 h 6858000"/>
              <a:gd name="connsiteX873" fmla="*/ 5921559 w 7467600"/>
              <a:gd name="connsiteY873" fmla="*/ 2378596 h 6858000"/>
              <a:gd name="connsiteX874" fmla="*/ 5817651 w 7467600"/>
              <a:gd name="connsiteY874" fmla="*/ 3023919 h 6858000"/>
              <a:gd name="connsiteX875" fmla="*/ 5729634 w 7467600"/>
              <a:gd name="connsiteY875" fmla="*/ 3051849 h 6858000"/>
              <a:gd name="connsiteX876" fmla="*/ 5611018 w 7467600"/>
              <a:gd name="connsiteY876" fmla="*/ 2316769 h 6858000"/>
              <a:gd name="connsiteX877" fmla="*/ 5687608 w 7467600"/>
              <a:gd name="connsiteY877" fmla="*/ 2039972 h 6858000"/>
              <a:gd name="connsiteX878" fmla="*/ 5657554 w 7467600"/>
              <a:gd name="connsiteY878" fmla="*/ 1576445 h 6858000"/>
              <a:gd name="connsiteX879" fmla="*/ 5150475 w 7467600"/>
              <a:gd name="connsiteY879" fmla="*/ 1274012 h 6858000"/>
              <a:gd name="connsiteX880" fmla="*/ 5349142 w 7467600"/>
              <a:gd name="connsiteY880" fmla="*/ 2204405 h 6858000"/>
              <a:gd name="connsiteX881" fmla="*/ 5262214 w 7467600"/>
              <a:gd name="connsiteY881" fmla="*/ 2233836 h 6858000"/>
              <a:gd name="connsiteX882" fmla="*/ 4981539 w 7467600"/>
              <a:gd name="connsiteY882" fmla="*/ 1542201 h 6858000"/>
              <a:gd name="connsiteX883" fmla="*/ 4958461 w 7467600"/>
              <a:gd name="connsiteY883" fmla="*/ 1136957 h 6858000"/>
              <a:gd name="connsiteX884" fmla="*/ 4655015 w 7467600"/>
              <a:gd name="connsiteY884" fmla="*/ 891426 h 6858000"/>
              <a:gd name="connsiteX885" fmla="*/ 4348002 w 7467600"/>
              <a:gd name="connsiteY885" fmla="*/ 2205895 h 6858000"/>
              <a:gd name="connsiteX886" fmla="*/ 4262250 w 7467600"/>
              <a:gd name="connsiteY886" fmla="*/ 2219972 h 6858000"/>
              <a:gd name="connsiteX887" fmla="*/ 4550611 w 7467600"/>
              <a:gd name="connsiteY887" fmla="*/ 817540 h 6858000"/>
              <a:gd name="connsiteX888" fmla="*/ 4564418 w 7467600"/>
              <a:gd name="connsiteY888" fmla="*/ 808293 h 6858000"/>
              <a:gd name="connsiteX889" fmla="*/ 4266388 w 7467600"/>
              <a:gd name="connsiteY889" fmla="*/ 500083 h 6858000"/>
              <a:gd name="connsiteX890" fmla="*/ 4032842 w 7467600"/>
              <a:gd name="connsiteY890" fmla="*/ 211809 h 6858000"/>
              <a:gd name="connsiteX891" fmla="*/ 3882765 w 7467600"/>
              <a:gd name="connsiteY891" fmla="*/ 0 h 6858000"/>
              <a:gd name="connsiteX892" fmla="*/ 3721337 w 7467600"/>
              <a:gd name="connsiteY892" fmla="*/ 0 h 6858000"/>
              <a:gd name="connsiteX893" fmla="*/ 3797544 w 7467600"/>
              <a:gd name="connsiteY893" fmla="*/ 0 h 6858000"/>
              <a:gd name="connsiteX894" fmla="*/ 3775734 w 7467600"/>
              <a:gd name="connsiteY894" fmla="*/ 95131 h 6858000"/>
              <a:gd name="connsiteX895" fmla="*/ 3724807 w 7467600"/>
              <a:gd name="connsiteY895" fmla="*/ 272257 h 6858000"/>
              <a:gd name="connsiteX896" fmla="*/ 3726844 w 7467600"/>
              <a:gd name="connsiteY896" fmla="*/ 282988 h 6858000"/>
              <a:gd name="connsiteX897" fmla="*/ 3742664 w 7467600"/>
              <a:gd name="connsiteY897" fmla="*/ 279918 h 6858000"/>
              <a:gd name="connsiteX898" fmla="*/ 4103910 w 7467600"/>
              <a:gd name="connsiteY898" fmla="*/ 1161917 h 6858000"/>
              <a:gd name="connsiteX899" fmla="*/ 4020269 w 7467600"/>
              <a:gd name="connsiteY899" fmla="*/ 1200406 h 6858000"/>
              <a:gd name="connsiteX900" fmla="*/ 3674882 w 7467600"/>
              <a:gd name="connsiteY900" fmla="*/ 488524 h 6858000"/>
              <a:gd name="connsiteX901" fmla="*/ 3132682 w 7467600"/>
              <a:gd name="connsiteY901" fmla="*/ 1072284 h 6858000"/>
              <a:gd name="connsiteX902" fmla="*/ 2716346 w 7467600"/>
              <a:gd name="connsiteY902" fmla="*/ 1276376 h 6858000"/>
              <a:gd name="connsiteX903" fmla="*/ 2716772 w 7467600"/>
              <a:gd name="connsiteY903" fmla="*/ 1255462 h 6858000"/>
              <a:gd name="connsiteX904" fmla="*/ 3471096 w 7467600"/>
              <a:gd name="connsiteY904" fmla="*/ 437072 h 6858000"/>
              <a:gd name="connsiteX905" fmla="*/ 3639057 w 7467600"/>
              <a:gd name="connsiteY905" fmla="*/ 286334 h 6858000"/>
              <a:gd name="connsiteX906" fmla="*/ 3640309 w 7467600"/>
              <a:gd name="connsiteY906" fmla="*/ 284664 h 6858000"/>
              <a:gd name="connsiteX907" fmla="*/ 3646022 w 7467600"/>
              <a:gd name="connsiteY907" fmla="*/ 276711 h 6858000"/>
              <a:gd name="connsiteX908" fmla="*/ 3707943 w 7467600"/>
              <a:gd name="connsiteY908" fmla="*/ 65958 h 6858000"/>
              <a:gd name="connsiteX909" fmla="*/ 3721337 w 7467600"/>
              <a:gd name="connsiteY909" fmla="*/ 0 h 6858000"/>
              <a:gd name="connsiteX910" fmla="*/ 2867960 w 7467600"/>
              <a:gd name="connsiteY910" fmla="*/ 0 h 6858000"/>
              <a:gd name="connsiteX911" fmla="*/ 2926351 w 7467600"/>
              <a:gd name="connsiteY911" fmla="*/ 0 h 6858000"/>
              <a:gd name="connsiteX912" fmla="*/ 2902823 w 7467600"/>
              <a:gd name="connsiteY912" fmla="*/ 262929 h 6858000"/>
              <a:gd name="connsiteX913" fmla="*/ 2940663 w 7467600"/>
              <a:gd name="connsiteY913" fmla="*/ 140884 h 6858000"/>
              <a:gd name="connsiteX914" fmla="*/ 2947039 w 7467600"/>
              <a:gd name="connsiteY914" fmla="*/ 122524 h 6858000"/>
              <a:gd name="connsiteX915" fmla="*/ 2984316 w 7467600"/>
              <a:gd name="connsiteY915" fmla="*/ 0 h 6858000"/>
              <a:gd name="connsiteX916" fmla="*/ 3016114 w 7467600"/>
              <a:gd name="connsiteY916" fmla="*/ 0 h 6858000"/>
              <a:gd name="connsiteX917" fmla="*/ 2979949 w 7467600"/>
              <a:gd name="connsiteY917" fmla="*/ 119274 h 6858000"/>
              <a:gd name="connsiteX918" fmla="*/ 3023879 w 7467600"/>
              <a:gd name="connsiteY918" fmla="*/ 0 h 6858000"/>
              <a:gd name="connsiteX919" fmla="*/ 3105400 w 7467600"/>
              <a:gd name="connsiteY919" fmla="*/ 0 h 6858000"/>
              <a:gd name="connsiteX920" fmla="*/ 3094669 w 7467600"/>
              <a:gd name="connsiteY920" fmla="*/ 30308 h 6858000"/>
              <a:gd name="connsiteX921" fmla="*/ 2901945 w 7467600"/>
              <a:gd name="connsiteY921" fmla="*/ 466538 h 6858000"/>
              <a:gd name="connsiteX922" fmla="*/ 2815209 w 7467600"/>
              <a:gd name="connsiteY922" fmla="*/ 497361 h 6858000"/>
              <a:gd name="connsiteX923" fmla="*/ 2844845 w 7467600"/>
              <a:gd name="connsiteY923" fmla="*/ 127638 h 6858000"/>
              <a:gd name="connsiteX924" fmla="*/ 2867960 w 7467600"/>
              <a:gd name="connsiteY924" fmla="*/ 0 h 6858000"/>
              <a:gd name="connsiteX925" fmla="*/ 1057230 w 7467600"/>
              <a:gd name="connsiteY925" fmla="*/ 0 h 6858000"/>
              <a:gd name="connsiteX926" fmla="*/ 1111003 w 7467600"/>
              <a:gd name="connsiteY926" fmla="*/ 0 h 6858000"/>
              <a:gd name="connsiteX927" fmla="*/ 1125553 w 7467600"/>
              <a:gd name="connsiteY927" fmla="*/ 52588 h 6858000"/>
              <a:gd name="connsiteX928" fmla="*/ 1304276 w 7467600"/>
              <a:gd name="connsiteY928" fmla="*/ 476275 h 6858000"/>
              <a:gd name="connsiteX929" fmla="*/ 1492066 w 7467600"/>
              <a:gd name="connsiteY929" fmla="*/ 886333 h 6858000"/>
              <a:gd name="connsiteX930" fmla="*/ 1423698 w 7467600"/>
              <a:gd name="connsiteY930" fmla="*/ 710817 h 6858000"/>
              <a:gd name="connsiteX931" fmla="*/ 1357609 w 7467600"/>
              <a:gd name="connsiteY931" fmla="*/ 532892 h 6858000"/>
              <a:gd name="connsiteX932" fmla="*/ 1309550 w 7467600"/>
              <a:gd name="connsiteY932" fmla="*/ 374031 h 6858000"/>
              <a:gd name="connsiteX933" fmla="*/ 1193673 w 7467600"/>
              <a:gd name="connsiteY933" fmla="*/ 49533 h 6858000"/>
              <a:gd name="connsiteX934" fmla="*/ 1164391 w 7467600"/>
              <a:gd name="connsiteY934" fmla="*/ 0 h 6858000"/>
              <a:gd name="connsiteX935" fmla="*/ 1200666 w 7467600"/>
              <a:gd name="connsiteY935" fmla="*/ 0 h 6858000"/>
              <a:gd name="connsiteX936" fmla="*/ 1223408 w 7467600"/>
              <a:gd name="connsiteY936" fmla="*/ 38996 h 6858000"/>
              <a:gd name="connsiteX937" fmla="*/ 1339635 w 7467600"/>
              <a:gd name="connsiteY937" fmla="*/ 365517 h 6858000"/>
              <a:gd name="connsiteX938" fmla="*/ 1387469 w 7467600"/>
              <a:gd name="connsiteY938" fmla="*/ 523079 h 6858000"/>
              <a:gd name="connsiteX939" fmla="*/ 1452685 w 7467600"/>
              <a:gd name="connsiteY939" fmla="*/ 699806 h 6858000"/>
              <a:gd name="connsiteX940" fmla="*/ 1492092 w 7467600"/>
              <a:gd name="connsiteY940" fmla="*/ 800424 h 6858000"/>
              <a:gd name="connsiteX941" fmla="*/ 1455302 w 7467600"/>
              <a:gd name="connsiteY941" fmla="*/ 632913 h 6858000"/>
              <a:gd name="connsiteX942" fmla="*/ 1222336 w 7467600"/>
              <a:gd name="connsiteY942" fmla="*/ 9480 h 6858000"/>
              <a:gd name="connsiteX943" fmla="*/ 1214634 w 7467600"/>
              <a:gd name="connsiteY943" fmla="*/ 0 h 6858000"/>
              <a:gd name="connsiteX944" fmla="*/ 1289827 w 7467600"/>
              <a:gd name="connsiteY944" fmla="*/ 0 h 6858000"/>
              <a:gd name="connsiteX945" fmla="*/ 1321076 w 7467600"/>
              <a:gd name="connsiteY945" fmla="*/ 59722 h 6858000"/>
              <a:gd name="connsiteX946" fmla="*/ 1512579 w 7467600"/>
              <a:gd name="connsiteY946" fmla="*/ 626441 h 6858000"/>
              <a:gd name="connsiteX947" fmla="*/ 1506076 w 7467600"/>
              <a:gd name="connsiteY947" fmla="*/ 1089289 h 6858000"/>
              <a:gd name="connsiteX948" fmla="*/ 1486346 w 7467600"/>
              <a:gd name="connsiteY948" fmla="*/ 1079919 h 6858000"/>
              <a:gd name="connsiteX949" fmla="*/ 1070511 w 7467600"/>
              <a:gd name="connsiteY949" fmla="*/ 48609 h 6858000"/>
              <a:gd name="connsiteX950" fmla="*/ 1057230 w 7467600"/>
              <a:gd name="connsiteY950" fmla="*/ 0 h 6858000"/>
              <a:gd name="connsiteX951" fmla="*/ 43151 w 7467600"/>
              <a:gd name="connsiteY951" fmla="*/ 0 h 6858000"/>
              <a:gd name="connsiteX952" fmla="*/ 95283 w 7467600"/>
              <a:gd name="connsiteY952" fmla="*/ 0 h 6858000"/>
              <a:gd name="connsiteX953" fmla="*/ 300708 w 7467600"/>
              <a:gd name="connsiteY953" fmla="*/ 154571 h 6858000"/>
              <a:gd name="connsiteX954" fmla="*/ 530414 w 7467600"/>
              <a:gd name="connsiteY954" fmla="*/ 354673 h 6858000"/>
              <a:gd name="connsiteX955" fmla="*/ 333785 w 7467600"/>
              <a:gd name="connsiteY955" fmla="*/ 161564 h 6858000"/>
              <a:gd name="connsiteX956" fmla="*/ 147005 w 7467600"/>
              <a:gd name="connsiteY956" fmla="*/ 0 h 6858000"/>
              <a:gd name="connsiteX957" fmla="*/ 272509 w 7467600"/>
              <a:gd name="connsiteY957" fmla="*/ 0 h 6858000"/>
              <a:gd name="connsiteX958" fmla="*/ 326276 w 7467600"/>
              <a:gd name="connsiteY958" fmla="*/ 45847 h 6858000"/>
              <a:gd name="connsiteX959" fmla="*/ 823759 w 7467600"/>
              <a:gd name="connsiteY959" fmla="*/ 574145 h 6858000"/>
              <a:gd name="connsiteX960" fmla="*/ 811254 w 7467600"/>
              <a:gd name="connsiteY960" fmla="*/ 665546 h 6858000"/>
              <a:gd name="connsiteX961" fmla="*/ 154042 w 7467600"/>
              <a:gd name="connsiteY961" fmla="*/ 261522 h 6858000"/>
              <a:gd name="connsiteX962" fmla="*/ 13550 w 7467600"/>
              <a:gd name="connsiteY962" fmla="*/ 158423 h 6858000"/>
              <a:gd name="connsiteX963" fmla="*/ 0 w 7467600"/>
              <a:gd name="connsiteY963" fmla="*/ 146618 h 6858000"/>
              <a:gd name="connsiteX964" fmla="*/ 0 w 7467600"/>
              <a:gd name="connsiteY964" fmla="*/ 59161 h 6858000"/>
              <a:gd name="connsiteX965" fmla="*/ 45427 w 7467600"/>
              <a:gd name="connsiteY965" fmla="*/ 101078 h 6858000"/>
              <a:gd name="connsiteX966" fmla="*/ 630103 w 7467600"/>
              <a:gd name="connsiteY966" fmla="*/ 485885 h 6858000"/>
              <a:gd name="connsiteX967" fmla="*/ 532040 w 7467600"/>
              <a:gd name="connsiteY967" fmla="*/ 399359 h 6858000"/>
              <a:gd name="connsiteX968" fmla="*/ 517618 w 7467600"/>
              <a:gd name="connsiteY968" fmla="*/ 385726 h 6858000"/>
              <a:gd name="connsiteX969" fmla="*/ 285074 w 7467600"/>
              <a:gd name="connsiteY969" fmla="*/ 182755 h 6858000"/>
              <a:gd name="connsiteX970" fmla="*/ 43151 w 7467600"/>
              <a:gd name="connsiteY970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7454976 w 7467600"/>
              <a:gd name="connsiteY74" fmla="*/ 6318297 h 6858000"/>
              <a:gd name="connsiteX75" fmla="*/ 7379510 w 7467600"/>
              <a:gd name="connsiteY75" fmla="*/ 5755454 h 6858000"/>
              <a:gd name="connsiteX76" fmla="*/ 7467600 w 7467600"/>
              <a:gd name="connsiteY76" fmla="*/ 5845526 h 6858000"/>
              <a:gd name="connsiteX77" fmla="*/ 7271900 w 7467600"/>
              <a:gd name="connsiteY77" fmla="*/ 5734551 h 6858000"/>
              <a:gd name="connsiteX78" fmla="*/ 7259646 w 7467600"/>
              <a:gd name="connsiteY78" fmla="*/ 5765985 h 6858000"/>
              <a:gd name="connsiteX79" fmla="*/ 7467600 w 7467600"/>
              <a:gd name="connsiteY79" fmla="*/ 6012219 h 6858000"/>
              <a:gd name="connsiteX80" fmla="*/ 7105827 w 7467600"/>
              <a:gd name="connsiteY80" fmla="*/ 5718700 h 6858000"/>
              <a:gd name="connsiteX81" fmla="*/ 7356878 w 7467600"/>
              <a:gd name="connsiteY81" fmla="*/ 5981332 h 6858000"/>
              <a:gd name="connsiteX82" fmla="*/ 7467600 w 7467600"/>
              <a:gd name="connsiteY82" fmla="*/ 6117703 h 6858000"/>
              <a:gd name="connsiteX83" fmla="*/ 7467600 w 7467600"/>
              <a:gd name="connsiteY83" fmla="*/ 6163634 h 6858000"/>
              <a:gd name="connsiteX84" fmla="*/ 7403637 w 7467600"/>
              <a:gd name="connsiteY84" fmla="*/ 6083957 h 6858000"/>
              <a:gd name="connsiteX85" fmla="*/ 7254615 w 7467600"/>
              <a:gd name="connsiteY85" fmla="*/ 5911918 h 6858000"/>
              <a:gd name="connsiteX86" fmla="*/ 7312589 w 7467600"/>
              <a:gd name="connsiteY86" fmla="*/ 5982309 h 6858000"/>
              <a:gd name="connsiteX87" fmla="*/ 7448321 w 7467600"/>
              <a:gd name="connsiteY87" fmla="*/ 6190991 h 6858000"/>
              <a:gd name="connsiteX88" fmla="*/ 7467600 w 7467600"/>
              <a:gd name="connsiteY88" fmla="*/ 6221686 h 6858000"/>
              <a:gd name="connsiteX89" fmla="*/ 7467600 w 7467600"/>
              <a:gd name="connsiteY89" fmla="*/ 6334256 h 6858000"/>
              <a:gd name="connsiteX90" fmla="*/ 7454976 w 7467600"/>
              <a:gd name="connsiteY90" fmla="*/ 6318297 h 6858000"/>
              <a:gd name="connsiteX91" fmla="*/ 1456157 w 7467600"/>
              <a:gd name="connsiteY91" fmla="*/ 5371404 h 6858000"/>
              <a:gd name="connsiteX92" fmla="*/ 1244432 w 7467600"/>
              <a:gd name="connsiteY92" fmla="*/ 5385601 h 6858000"/>
              <a:gd name="connsiteX93" fmla="*/ 973990 w 7467600"/>
              <a:gd name="connsiteY93" fmla="*/ 5424940 h 6858000"/>
              <a:gd name="connsiteX94" fmla="*/ 1103809 w 7467600"/>
              <a:gd name="connsiteY94" fmla="*/ 5433720 h 6858000"/>
              <a:gd name="connsiteX95" fmla="*/ 1123454 w 7467600"/>
              <a:gd name="connsiteY95" fmla="*/ 5435727 h 6858000"/>
              <a:gd name="connsiteX96" fmla="*/ 1737017 w 7467600"/>
              <a:gd name="connsiteY96" fmla="*/ 5452183 h 6858000"/>
              <a:gd name="connsiteX97" fmla="*/ 1824397 w 7467600"/>
              <a:gd name="connsiteY97" fmla="*/ 5447757 h 6858000"/>
              <a:gd name="connsiteX98" fmla="*/ 2070059 w 7467600"/>
              <a:gd name="connsiteY98" fmla="*/ 5441660 h 6858000"/>
              <a:gd name="connsiteX99" fmla="*/ 1456157 w 7467600"/>
              <a:gd name="connsiteY99" fmla="*/ 5371404 h 6858000"/>
              <a:gd name="connsiteX100" fmla="*/ 4988186 w 7467600"/>
              <a:gd name="connsiteY100" fmla="*/ 5216467 h 6858000"/>
              <a:gd name="connsiteX101" fmla="*/ 4777334 w 7467600"/>
              <a:gd name="connsiteY101" fmla="*/ 5406072 h 6858000"/>
              <a:gd name="connsiteX102" fmla="*/ 4718341 w 7467600"/>
              <a:gd name="connsiteY102" fmla="*/ 5468043 h 6858000"/>
              <a:gd name="connsiteX103" fmla="*/ 4604655 w 7467600"/>
              <a:gd name="connsiteY103" fmla="*/ 5583434 h 6858000"/>
              <a:gd name="connsiteX104" fmla="*/ 4565074 w 7467600"/>
              <a:gd name="connsiteY104" fmla="*/ 5618550 h 6858000"/>
              <a:gd name="connsiteX105" fmla="*/ 4988186 w 7467600"/>
              <a:gd name="connsiteY105" fmla="*/ 5216467 h 6858000"/>
              <a:gd name="connsiteX106" fmla="*/ 4978032 w 7467600"/>
              <a:gd name="connsiteY106" fmla="*/ 5183809 h 6858000"/>
              <a:gd name="connsiteX107" fmla="*/ 4463413 w 7467600"/>
              <a:gd name="connsiteY107" fmla="*/ 5615162 h 6858000"/>
              <a:gd name="connsiteX108" fmla="*/ 4358134 w 7467600"/>
              <a:gd name="connsiteY108" fmla="*/ 5742791 h 6858000"/>
              <a:gd name="connsiteX109" fmla="*/ 4376219 w 7467600"/>
              <a:gd name="connsiteY109" fmla="*/ 5729027 h 6858000"/>
              <a:gd name="connsiteX110" fmla="*/ 4582340 w 7467600"/>
              <a:gd name="connsiteY110" fmla="*/ 5561037 h 6858000"/>
              <a:gd name="connsiteX111" fmla="*/ 4694684 w 7467600"/>
              <a:gd name="connsiteY111" fmla="*/ 5447098 h 6858000"/>
              <a:gd name="connsiteX112" fmla="*/ 4754123 w 7467600"/>
              <a:gd name="connsiteY112" fmla="*/ 5384643 h 6858000"/>
              <a:gd name="connsiteX113" fmla="*/ 4978032 w 7467600"/>
              <a:gd name="connsiteY113" fmla="*/ 5183809 h 6858000"/>
              <a:gd name="connsiteX114" fmla="*/ 1903353 w 7467600"/>
              <a:gd name="connsiteY114" fmla="*/ 5044827 h 6858000"/>
              <a:gd name="connsiteX115" fmla="*/ 1936931 w 7467600"/>
              <a:gd name="connsiteY115" fmla="*/ 5093954 h 6858000"/>
              <a:gd name="connsiteX116" fmla="*/ 2195868 w 7467600"/>
              <a:gd name="connsiteY116" fmla="*/ 5396574 h 6858000"/>
              <a:gd name="connsiteX117" fmla="*/ 2088852 w 7467600"/>
              <a:gd name="connsiteY117" fmla="*/ 5166123 h 6858000"/>
              <a:gd name="connsiteX118" fmla="*/ 1958241 w 7467600"/>
              <a:gd name="connsiteY118" fmla="*/ 5067955 h 6858000"/>
              <a:gd name="connsiteX119" fmla="*/ 1903353 w 7467600"/>
              <a:gd name="connsiteY119" fmla="*/ 5044827 h 6858000"/>
              <a:gd name="connsiteX120" fmla="*/ 1979378 w 7467600"/>
              <a:gd name="connsiteY120" fmla="*/ 4769504 h 6858000"/>
              <a:gd name="connsiteX121" fmla="*/ 2882120 w 7467600"/>
              <a:gd name="connsiteY121" fmla="*/ 5064547 h 6858000"/>
              <a:gd name="connsiteX122" fmla="*/ 2793103 w 7467600"/>
              <a:gd name="connsiteY122" fmla="*/ 5039699 h 6858000"/>
              <a:gd name="connsiteX123" fmla="*/ 2770041 w 7467600"/>
              <a:gd name="connsiteY123" fmla="*/ 5033634 h 6858000"/>
              <a:gd name="connsiteX124" fmla="*/ 1979378 w 7467600"/>
              <a:gd name="connsiteY124" fmla="*/ 4769504 h 6858000"/>
              <a:gd name="connsiteX125" fmla="*/ 1927410 w 7467600"/>
              <a:gd name="connsiteY125" fmla="*/ 4716164 h 6858000"/>
              <a:gd name="connsiteX126" fmla="*/ 1959587 w 7467600"/>
              <a:gd name="connsiteY126" fmla="*/ 4728849 h 6858000"/>
              <a:gd name="connsiteX127" fmla="*/ 2777707 w 7467600"/>
              <a:gd name="connsiteY127" fmla="*/ 5003991 h 6858000"/>
              <a:gd name="connsiteX128" fmla="*/ 2800768 w 7467600"/>
              <a:gd name="connsiteY128" fmla="*/ 5010056 h 6858000"/>
              <a:gd name="connsiteX129" fmla="*/ 2879408 w 7467600"/>
              <a:gd name="connsiteY129" fmla="*/ 5031590 h 6858000"/>
              <a:gd name="connsiteX130" fmla="*/ 2862295 w 7467600"/>
              <a:gd name="connsiteY130" fmla="*/ 5022958 h 6858000"/>
              <a:gd name="connsiteX131" fmla="*/ 2813343 w 7467600"/>
              <a:gd name="connsiteY131" fmla="*/ 4998369 h 6858000"/>
              <a:gd name="connsiteX132" fmla="*/ 2646245 w 7467600"/>
              <a:gd name="connsiteY132" fmla="*/ 4930999 h 6858000"/>
              <a:gd name="connsiteX133" fmla="*/ 1999243 w 7467600"/>
              <a:gd name="connsiteY133" fmla="*/ 4730524 h 6858000"/>
              <a:gd name="connsiteX134" fmla="*/ 1979527 w 7467600"/>
              <a:gd name="connsiteY134" fmla="*/ 4726651 h 6858000"/>
              <a:gd name="connsiteX135" fmla="*/ 1927410 w 7467600"/>
              <a:gd name="connsiteY135" fmla="*/ 4716164 h 6858000"/>
              <a:gd name="connsiteX136" fmla="*/ 1997014 w 7467600"/>
              <a:gd name="connsiteY136" fmla="*/ 4698007 h 6858000"/>
              <a:gd name="connsiteX137" fmla="*/ 2005458 w 7467600"/>
              <a:gd name="connsiteY137" fmla="*/ 4699540 h 6858000"/>
              <a:gd name="connsiteX138" fmla="*/ 2657186 w 7467600"/>
              <a:gd name="connsiteY138" fmla="*/ 4901687 h 6858000"/>
              <a:gd name="connsiteX139" fmla="*/ 2826662 w 7467600"/>
              <a:gd name="connsiteY139" fmla="*/ 4970362 h 6858000"/>
              <a:gd name="connsiteX140" fmla="*/ 2876100 w 7467600"/>
              <a:gd name="connsiteY140" fmla="*/ 4995397 h 6858000"/>
              <a:gd name="connsiteX141" fmla="*/ 3042600 w 7467600"/>
              <a:gd name="connsiteY141" fmla="*/ 5059532 h 6858000"/>
              <a:gd name="connsiteX142" fmla="*/ 1997014 w 7467600"/>
              <a:gd name="connsiteY142" fmla="*/ 4698007 h 6858000"/>
              <a:gd name="connsiteX143" fmla="*/ 2305292 w 7467600"/>
              <a:gd name="connsiteY143" fmla="*/ 4219492 h 6858000"/>
              <a:gd name="connsiteX144" fmla="*/ 3360922 w 7467600"/>
              <a:gd name="connsiteY144" fmla="*/ 4529373 h 6858000"/>
              <a:gd name="connsiteX145" fmla="*/ 3492420 w 7467600"/>
              <a:gd name="connsiteY145" fmla="*/ 4510145 h 6858000"/>
              <a:gd name="connsiteX146" fmla="*/ 3364086 w 7467600"/>
              <a:gd name="connsiteY146" fmla="*/ 4480340 h 6858000"/>
              <a:gd name="connsiteX147" fmla="*/ 3225818 w 7467600"/>
              <a:gd name="connsiteY147" fmla="*/ 4411822 h 6858000"/>
              <a:gd name="connsiteX148" fmla="*/ 3129696 w 7467600"/>
              <a:gd name="connsiteY148" fmla="*/ 4360704 h 6858000"/>
              <a:gd name="connsiteX149" fmla="*/ 2814545 w 7467600"/>
              <a:gd name="connsiteY149" fmla="*/ 4282955 h 6858000"/>
              <a:gd name="connsiteX150" fmla="*/ 2305292 w 7467600"/>
              <a:gd name="connsiteY150" fmla="*/ 4219492 h 6858000"/>
              <a:gd name="connsiteX151" fmla="*/ 2626982 w 7467600"/>
              <a:gd name="connsiteY151" fmla="*/ 4206450 h 6858000"/>
              <a:gd name="connsiteX152" fmla="*/ 2490617 w 7467600"/>
              <a:gd name="connsiteY152" fmla="*/ 4206951 h 6858000"/>
              <a:gd name="connsiteX153" fmla="*/ 2819869 w 7467600"/>
              <a:gd name="connsiteY153" fmla="*/ 4252936 h 6858000"/>
              <a:gd name="connsiteX154" fmla="*/ 3143018 w 7467600"/>
              <a:gd name="connsiteY154" fmla="*/ 4332698 h 6858000"/>
              <a:gd name="connsiteX155" fmla="*/ 3241520 w 7467600"/>
              <a:gd name="connsiteY155" fmla="*/ 4385112 h 6858000"/>
              <a:gd name="connsiteX156" fmla="*/ 3374575 w 7467600"/>
              <a:gd name="connsiteY156" fmla="*/ 4451517 h 6858000"/>
              <a:gd name="connsiteX157" fmla="*/ 3505221 w 7467600"/>
              <a:gd name="connsiteY157" fmla="*/ 4480757 h 6858000"/>
              <a:gd name="connsiteX158" fmla="*/ 2626982 w 7467600"/>
              <a:gd name="connsiteY158" fmla="*/ 4206450 h 6858000"/>
              <a:gd name="connsiteX159" fmla="*/ 1310106 w 7467600"/>
              <a:gd name="connsiteY159" fmla="*/ 3943217 h 6858000"/>
              <a:gd name="connsiteX160" fmla="*/ 854994 w 7467600"/>
              <a:gd name="connsiteY160" fmla="*/ 4399136 h 6858000"/>
              <a:gd name="connsiteX161" fmla="*/ 742462 w 7467600"/>
              <a:gd name="connsiteY161" fmla="*/ 4594648 h 6858000"/>
              <a:gd name="connsiteX162" fmla="*/ 820602 w 7467600"/>
              <a:gd name="connsiteY162" fmla="*/ 4485915 h 6858000"/>
              <a:gd name="connsiteX163" fmla="*/ 878295 w 7467600"/>
              <a:gd name="connsiteY163" fmla="*/ 4403594 h 6858000"/>
              <a:gd name="connsiteX164" fmla="*/ 1240607 w 7467600"/>
              <a:gd name="connsiteY164" fmla="*/ 4010401 h 6858000"/>
              <a:gd name="connsiteX165" fmla="*/ 1310106 w 7467600"/>
              <a:gd name="connsiteY165" fmla="*/ 3943217 h 6858000"/>
              <a:gd name="connsiteX166" fmla="*/ 1423113 w 7467600"/>
              <a:gd name="connsiteY166" fmla="*/ 3874565 h 6858000"/>
              <a:gd name="connsiteX167" fmla="*/ 1260565 w 7467600"/>
              <a:gd name="connsiteY167" fmla="*/ 4031982 h 6858000"/>
              <a:gd name="connsiteX168" fmla="*/ 901900 w 7467600"/>
              <a:gd name="connsiteY168" fmla="*/ 4421236 h 6858000"/>
              <a:gd name="connsiteX169" fmla="*/ 845044 w 7467600"/>
              <a:gd name="connsiteY169" fmla="*/ 4502436 h 6858000"/>
              <a:gd name="connsiteX170" fmla="*/ 685926 w 7467600"/>
              <a:gd name="connsiteY170" fmla="*/ 4703069 h 6858000"/>
              <a:gd name="connsiteX171" fmla="*/ 684248 w 7467600"/>
              <a:gd name="connsiteY171" fmla="*/ 4706721 h 6858000"/>
              <a:gd name="connsiteX172" fmla="*/ 1423113 w 7467600"/>
              <a:gd name="connsiteY172" fmla="*/ 3874565 h 6858000"/>
              <a:gd name="connsiteX173" fmla="*/ 3316479 w 7467600"/>
              <a:gd name="connsiteY173" fmla="*/ 3872136 h 6858000"/>
              <a:gd name="connsiteX174" fmla="*/ 3546806 w 7467600"/>
              <a:gd name="connsiteY174" fmla="*/ 4356139 h 6858000"/>
              <a:gd name="connsiteX175" fmla="*/ 3364433 w 7467600"/>
              <a:gd name="connsiteY175" fmla="*/ 3953121 h 6858000"/>
              <a:gd name="connsiteX176" fmla="*/ 3316479 w 7467600"/>
              <a:gd name="connsiteY176" fmla="*/ 3872136 h 6858000"/>
              <a:gd name="connsiteX177" fmla="*/ 3291335 w 7467600"/>
              <a:gd name="connsiteY177" fmla="*/ 3767420 h 6858000"/>
              <a:gd name="connsiteX178" fmla="*/ 3390805 w 7467600"/>
              <a:gd name="connsiteY178" fmla="*/ 3937163 h 6858000"/>
              <a:gd name="connsiteX179" fmla="*/ 3579062 w 7467600"/>
              <a:gd name="connsiteY179" fmla="*/ 4359040 h 6858000"/>
              <a:gd name="connsiteX180" fmla="*/ 3467355 w 7467600"/>
              <a:gd name="connsiteY180" fmla="*/ 3988130 h 6858000"/>
              <a:gd name="connsiteX181" fmla="*/ 3310753 w 7467600"/>
              <a:gd name="connsiteY181" fmla="*/ 3787140 h 6858000"/>
              <a:gd name="connsiteX182" fmla="*/ 3291335 w 7467600"/>
              <a:gd name="connsiteY182" fmla="*/ 3767420 h 6858000"/>
              <a:gd name="connsiteX183" fmla="*/ 1635889 w 7467600"/>
              <a:gd name="connsiteY183" fmla="*/ 3709494 h 6858000"/>
              <a:gd name="connsiteX184" fmla="*/ 1634800 w 7467600"/>
              <a:gd name="connsiteY184" fmla="*/ 3731111 h 6858000"/>
              <a:gd name="connsiteX185" fmla="*/ 1635889 w 7467600"/>
              <a:gd name="connsiteY185" fmla="*/ 3709494 h 6858000"/>
              <a:gd name="connsiteX186" fmla="*/ 1510397 w 7467600"/>
              <a:gd name="connsiteY186" fmla="*/ 3684705 h 6858000"/>
              <a:gd name="connsiteX187" fmla="*/ 1146550 w 7467600"/>
              <a:gd name="connsiteY187" fmla="*/ 3802012 h 6858000"/>
              <a:gd name="connsiteX188" fmla="*/ 698834 w 7467600"/>
              <a:gd name="connsiteY188" fmla="*/ 3952272 h 6858000"/>
              <a:gd name="connsiteX189" fmla="*/ 34256 w 7467600"/>
              <a:gd name="connsiteY189" fmla="*/ 4347603 h 6858000"/>
              <a:gd name="connsiteX190" fmla="*/ 527241 w 7467600"/>
              <a:gd name="connsiteY190" fmla="*/ 4065078 h 6858000"/>
              <a:gd name="connsiteX191" fmla="*/ 1510397 w 7467600"/>
              <a:gd name="connsiteY191" fmla="*/ 3684705 h 6858000"/>
              <a:gd name="connsiteX192" fmla="*/ 1313114 w 7467600"/>
              <a:gd name="connsiteY192" fmla="*/ 3655216 h 6858000"/>
              <a:gd name="connsiteX193" fmla="*/ 1109304 w 7467600"/>
              <a:gd name="connsiteY193" fmla="*/ 3669030 h 6858000"/>
              <a:gd name="connsiteX194" fmla="*/ 8129 w 7467600"/>
              <a:gd name="connsiteY194" fmla="*/ 4330519 h 6858000"/>
              <a:gd name="connsiteX195" fmla="*/ 687572 w 7467600"/>
              <a:gd name="connsiteY195" fmla="*/ 3925629 h 6858000"/>
              <a:gd name="connsiteX196" fmla="*/ 1138365 w 7467600"/>
              <a:gd name="connsiteY196" fmla="*/ 3774515 h 6858000"/>
              <a:gd name="connsiteX197" fmla="*/ 1505579 w 7467600"/>
              <a:gd name="connsiteY197" fmla="*/ 3655526 h 6858000"/>
              <a:gd name="connsiteX198" fmla="*/ 1313114 w 7467600"/>
              <a:gd name="connsiteY198" fmla="*/ 3655216 h 6858000"/>
              <a:gd name="connsiteX199" fmla="*/ 3655073 w 7467600"/>
              <a:gd name="connsiteY199" fmla="*/ 3650884 h 6858000"/>
              <a:gd name="connsiteX200" fmla="*/ 3989938 w 7467600"/>
              <a:gd name="connsiteY200" fmla="*/ 3991685 h 6858000"/>
              <a:gd name="connsiteX201" fmla="*/ 4393907 w 7467600"/>
              <a:gd name="connsiteY201" fmla="*/ 4261258 h 6858000"/>
              <a:gd name="connsiteX202" fmla="*/ 4648051 w 7467600"/>
              <a:gd name="connsiteY202" fmla="*/ 4374051 h 6858000"/>
              <a:gd name="connsiteX203" fmla="*/ 4383389 w 7467600"/>
              <a:gd name="connsiteY203" fmla="*/ 4184369 h 6858000"/>
              <a:gd name="connsiteX204" fmla="*/ 4165508 w 7467600"/>
              <a:gd name="connsiteY204" fmla="*/ 4035196 h 6858000"/>
              <a:gd name="connsiteX205" fmla="*/ 4068162 w 7467600"/>
              <a:gd name="connsiteY205" fmla="*/ 3953394 h 6858000"/>
              <a:gd name="connsiteX206" fmla="*/ 3981416 w 7467600"/>
              <a:gd name="connsiteY206" fmla="*/ 3880482 h 6858000"/>
              <a:gd name="connsiteX207" fmla="*/ 3800147 w 7467600"/>
              <a:gd name="connsiteY207" fmla="*/ 3749872 h 6858000"/>
              <a:gd name="connsiteX208" fmla="*/ 3655073 w 7467600"/>
              <a:gd name="connsiteY208" fmla="*/ 3650884 h 6858000"/>
              <a:gd name="connsiteX209" fmla="*/ 3670252 w 7467600"/>
              <a:gd name="connsiteY209" fmla="*/ 3622798 h 6858000"/>
              <a:gd name="connsiteX210" fmla="*/ 3817258 w 7467600"/>
              <a:gd name="connsiteY210" fmla="*/ 3723577 h 6858000"/>
              <a:gd name="connsiteX211" fmla="*/ 4000461 w 7467600"/>
              <a:gd name="connsiteY211" fmla="*/ 3855966 h 6858000"/>
              <a:gd name="connsiteX212" fmla="*/ 4088180 w 7467600"/>
              <a:gd name="connsiteY212" fmla="*/ 3929774 h 6858000"/>
              <a:gd name="connsiteX213" fmla="*/ 4184555 w 7467600"/>
              <a:gd name="connsiteY213" fmla="*/ 4010683 h 6858000"/>
              <a:gd name="connsiteX214" fmla="*/ 4399563 w 7467600"/>
              <a:gd name="connsiteY214" fmla="*/ 4158106 h 6858000"/>
              <a:gd name="connsiteX215" fmla="*/ 4684469 w 7467600"/>
              <a:gd name="connsiteY215" fmla="*/ 4364680 h 6858000"/>
              <a:gd name="connsiteX216" fmla="*/ 4690271 w 7467600"/>
              <a:gd name="connsiteY216" fmla="*/ 4370034 h 6858000"/>
              <a:gd name="connsiteX217" fmla="*/ 4136093 w 7467600"/>
              <a:gd name="connsiteY217" fmla="*/ 3858466 h 6858000"/>
              <a:gd name="connsiteX218" fmla="*/ 3670252 w 7467600"/>
              <a:gd name="connsiteY218" fmla="*/ 3622798 h 6858000"/>
              <a:gd name="connsiteX219" fmla="*/ 4440129 w 7467600"/>
              <a:gd name="connsiteY219" fmla="*/ 3448571 h 6858000"/>
              <a:gd name="connsiteX220" fmla="*/ 4856525 w 7467600"/>
              <a:gd name="connsiteY220" fmla="*/ 3915351 h 6858000"/>
              <a:gd name="connsiteX221" fmla="*/ 5059055 w 7467600"/>
              <a:gd name="connsiteY221" fmla="*/ 4108918 h 6858000"/>
              <a:gd name="connsiteX222" fmla="*/ 5290070 w 7467600"/>
              <a:gd name="connsiteY222" fmla="*/ 4263619 h 6858000"/>
              <a:gd name="connsiteX223" fmla="*/ 4834991 w 7467600"/>
              <a:gd name="connsiteY223" fmla="*/ 3830985 h 6858000"/>
              <a:gd name="connsiteX224" fmla="*/ 4440129 w 7467600"/>
              <a:gd name="connsiteY224" fmla="*/ 3448571 h 6858000"/>
              <a:gd name="connsiteX225" fmla="*/ 4441737 w 7467600"/>
              <a:gd name="connsiteY225" fmla="*/ 3399734 h 6858000"/>
              <a:gd name="connsiteX226" fmla="*/ 4431236 w 7467600"/>
              <a:gd name="connsiteY226" fmla="*/ 3400954 h 6858000"/>
              <a:gd name="connsiteX227" fmla="*/ 4557150 w 7467600"/>
              <a:gd name="connsiteY227" fmla="*/ 3510023 h 6858000"/>
              <a:gd name="connsiteX228" fmla="*/ 4856936 w 7467600"/>
              <a:gd name="connsiteY228" fmla="*/ 3809146 h 6858000"/>
              <a:gd name="connsiteX229" fmla="*/ 5111996 w 7467600"/>
              <a:gd name="connsiteY229" fmla="*/ 4065759 h 6858000"/>
              <a:gd name="connsiteX230" fmla="*/ 5388878 w 7467600"/>
              <a:gd name="connsiteY230" fmla="*/ 4300185 h 6858000"/>
              <a:gd name="connsiteX231" fmla="*/ 5425556 w 7467600"/>
              <a:gd name="connsiteY231" fmla="*/ 4308967 h 6858000"/>
              <a:gd name="connsiteX232" fmla="*/ 4943646 w 7467600"/>
              <a:gd name="connsiteY232" fmla="*/ 3822916 h 6858000"/>
              <a:gd name="connsiteX233" fmla="*/ 4594837 w 7467600"/>
              <a:gd name="connsiteY233" fmla="*/ 3532274 h 6858000"/>
              <a:gd name="connsiteX234" fmla="*/ 4441737 w 7467600"/>
              <a:gd name="connsiteY234" fmla="*/ 3399734 h 6858000"/>
              <a:gd name="connsiteX235" fmla="*/ 5425834 w 7467600"/>
              <a:gd name="connsiteY235" fmla="*/ 3162785 h 6858000"/>
              <a:gd name="connsiteX236" fmla="*/ 5401644 w 7467600"/>
              <a:gd name="connsiteY236" fmla="*/ 3617847 h 6858000"/>
              <a:gd name="connsiteX237" fmla="*/ 5467256 w 7467600"/>
              <a:gd name="connsiteY237" fmla="*/ 4175494 h 6858000"/>
              <a:gd name="connsiteX238" fmla="*/ 5448069 w 7467600"/>
              <a:gd name="connsiteY238" fmla="*/ 3567554 h 6858000"/>
              <a:gd name="connsiteX239" fmla="*/ 5425834 w 7467600"/>
              <a:gd name="connsiteY239" fmla="*/ 3162785 h 6858000"/>
              <a:gd name="connsiteX240" fmla="*/ 1318687 w 7467600"/>
              <a:gd name="connsiteY240" fmla="*/ 3113840 h 6858000"/>
              <a:gd name="connsiteX241" fmla="*/ 1066793 w 7467600"/>
              <a:gd name="connsiteY241" fmla="*/ 3212171 h 6858000"/>
              <a:gd name="connsiteX242" fmla="*/ 993319 w 7467600"/>
              <a:gd name="connsiteY242" fmla="*/ 3247648 h 6858000"/>
              <a:gd name="connsiteX243" fmla="*/ 853081 w 7467600"/>
              <a:gd name="connsiteY243" fmla="*/ 3312410 h 6858000"/>
              <a:gd name="connsiteX244" fmla="*/ 805957 w 7467600"/>
              <a:gd name="connsiteY244" fmla="*/ 3330443 h 6858000"/>
              <a:gd name="connsiteX245" fmla="*/ 1318687 w 7467600"/>
              <a:gd name="connsiteY245" fmla="*/ 3113840 h 6858000"/>
              <a:gd name="connsiteX246" fmla="*/ 5453702 w 7467600"/>
              <a:gd name="connsiteY246" fmla="*/ 3090882 h 6858000"/>
              <a:gd name="connsiteX247" fmla="*/ 5480135 w 7467600"/>
              <a:gd name="connsiteY247" fmla="*/ 3565802 h 6858000"/>
              <a:gd name="connsiteX248" fmla="*/ 5499023 w 7467600"/>
              <a:gd name="connsiteY248" fmla="*/ 4166310 h 6858000"/>
              <a:gd name="connsiteX249" fmla="*/ 5547022 w 7467600"/>
              <a:gd name="connsiteY249" fmla="*/ 3607838 h 6858000"/>
              <a:gd name="connsiteX250" fmla="*/ 5515964 w 7467600"/>
              <a:gd name="connsiteY250" fmla="*/ 3378541 h 6858000"/>
              <a:gd name="connsiteX251" fmla="*/ 5453702 w 7467600"/>
              <a:gd name="connsiteY251" fmla="*/ 3090882 h 6858000"/>
              <a:gd name="connsiteX252" fmla="*/ 1238695 w 7467600"/>
              <a:gd name="connsiteY252" fmla="*/ 3076820 h 6858000"/>
              <a:gd name="connsiteX253" fmla="*/ 716371 w 7467600"/>
              <a:gd name="connsiteY253" fmla="*/ 3293249 h 6858000"/>
              <a:gd name="connsiteX254" fmla="*/ 579522 w 7467600"/>
              <a:gd name="connsiteY254" fmla="*/ 3371759 h 6858000"/>
              <a:gd name="connsiteX255" fmla="*/ 600288 w 7467600"/>
              <a:gd name="connsiteY255" fmla="*/ 3365555 h 6858000"/>
              <a:gd name="connsiteX256" fmla="*/ 840692 w 7467600"/>
              <a:gd name="connsiteY256" fmla="*/ 3284921 h 6858000"/>
              <a:gd name="connsiteX257" fmla="*/ 979248 w 7467600"/>
              <a:gd name="connsiteY257" fmla="*/ 3221003 h 6858000"/>
              <a:gd name="connsiteX258" fmla="*/ 1053282 w 7467600"/>
              <a:gd name="connsiteY258" fmla="*/ 3185247 h 6858000"/>
              <a:gd name="connsiteX259" fmla="*/ 1320603 w 7467600"/>
              <a:gd name="connsiteY259" fmla="*/ 3081281 h 6858000"/>
              <a:gd name="connsiteX260" fmla="*/ 1238695 w 7467600"/>
              <a:gd name="connsiteY260" fmla="*/ 3076820 h 6858000"/>
              <a:gd name="connsiteX261" fmla="*/ 5425627 w 7467600"/>
              <a:gd name="connsiteY261" fmla="*/ 2954192 h 6858000"/>
              <a:gd name="connsiteX262" fmla="*/ 5470770 w 7467600"/>
              <a:gd name="connsiteY262" fmla="*/ 3005435 h 6858000"/>
              <a:gd name="connsiteX263" fmla="*/ 5519779 w 7467600"/>
              <a:gd name="connsiteY263" fmla="*/ 4359223 h 6858000"/>
              <a:gd name="connsiteX264" fmla="*/ 5520293 w 7467600"/>
              <a:gd name="connsiteY264" fmla="*/ 4360602 h 6858000"/>
              <a:gd name="connsiteX265" fmla="*/ 5767221 w 7467600"/>
              <a:gd name="connsiteY265" fmla="*/ 4665564 h 6858000"/>
              <a:gd name="connsiteX266" fmla="*/ 6937169 w 7467600"/>
              <a:gd name="connsiteY266" fmla="*/ 4815941 h 6858000"/>
              <a:gd name="connsiteX267" fmla="*/ 6953922 w 7467600"/>
              <a:gd name="connsiteY267" fmla="*/ 4890068 h 6858000"/>
              <a:gd name="connsiteX268" fmla="*/ 6071359 w 7467600"/>
              <a:gd name="connsiteY268" fmla="*/ 4770770 h 6858000"/>
              <a:gd name="connsiteX269" fmla="*/ 6038839 w 7467600"/>
              <a:gd name="connsiteY269" fmla="*/ 4764474 h 6858000"/>
              <a:gd name="connsiteX270" fmla="*/ 6038706 w 7467600"/>
              <a:gd name="connsiteY270" fmla="*/ 4763847 h 6858000"/>
              <a:gd name="connsiteX271" fmla="*/ 6037784 w 7467600"/>
              <a:gd name="connsiteY271" fmla="*/ 4764270 h 6858000"/>
              <a:gd name="connsiteX272" fmla="*/ 6038839 w 7467600"/>
              <a:gd name="connsiteY272" fmla="*/ 4764474 h 6858000"/>
              <a:gd name="connsiteX273" fmla="*/ 6040338 w 7467600"/>
              <a:gd name="connsiteY273" fmla="*/ 4771418 h 6858000"/>
              <a:gd name="connsiteX274" fmla="*/ 6024488 w 7467600"/>
              <a:gd name="connsiteY274" fmla="*/ 4809903 h 6858000"/>
              <a:gd name="connsiteX275" fmla="*/ 5599771 w 7467600"/>
              <a:gd name="connsiteY275" fmla="*/ 5509652 h 6858000"/>
              <a:gd name="connsiteX276" fmla="*/ 5548843 w 7467600"/>
              <a:gd name="connsiteY276" fmla="*/ 5563845 h 6858000"/>
              <a:gd name="connsiteX277" fmla="*/ 5940952 w 7467600"/>
              <a:gd name="connsiteY277" fmla="*/ 6250028 h 6858000"/>
              <a:gd name="connsiteX278" fmla="*/ 6043441 w 7467600"/>
              <a:gd name="connsiteY278" fmla="*/ 6665847 h 6858000"/>
              <a:gd name="connsiteX279" fmla="*/ 6093432 w 7467600"/>
              <a:gd name="connsiteY279" fmla="*/ 6858000 h 6858000"/>
              <a:gd name="connsiteX280" fmla="*/ 6034344 w 7467600"/>
              <a:gd name="connsiteY280" fmla="*/ 6858000 h 6858000"/>
              <a:gd name="connsiteX281" fmla="*/ 6026679 w 7467600"/>
              <a:gd name="connsiteY281" fmla="*/ 6836959 h 6858000"/>
              <a:gd name="connsiteX282" fmla="*/ 5800441 w 7467600"/>
              <a:gd name="connsiteY282" fmla="*/ 6335286 h 6858000"/>
              <a:gd name="connsiteX283" fmla="*/ 5526562 w 7467600"/>
              <a:gd name="connsiteY283" fmla="*/ 5705388 h 6858000"/>
              <a:gd name="connsiteX284" fmla="*/ 5519640 w 7467600"/>
              <a:gd name="connsiteY284" fmla="*/ 5683774 h 6858000"/>
              <a:gd name="connsiteX285" fmla="*/ 5844559 w 7467600"/>
              <a:gd name="connsiteY285" fmla="*/ 6553349 h 6858000"/>
              <a:gd name="connsiteX286" fmla="*/ 5975994 w 7467600"/>
              <a:gd name="connsiteY286" fmla="*/ 6858000 h 6858000"/>
              <a:gd name="connsiteX287" fmla="*/ 5898547 w 7467600"/>
              <a:gd name="connsiteY287" fmla="*/ 6858000 h 6858000"/>
              <a:gd name="connsiteX288" fmla="*/ 5682041 w 7467600"/>
              <a:gd name="connsiteY288" fmla="*/ 6355860 h 6858000"/>
              <a:gd name="connsiteX289" fmla="*/ 5461758 w 7467600"/>
              <a:gd name="connsiteY289" fmla="*/ 5820220 h 6858000"/>
              <a:gd name="connsiteX290" fmla="*/ 5237282 w 7467600"/>
              <a:gd name="connsiteY290" fmla="*/ 6579086 h 6858000"/>
              <a:gd name="connsiteX291" fmla="*/ 5115009 w 7467600"/>
              <a:gd name="connsiteY291" fmla="*/ 6858000 h 6858000"/>
              <a:gd name="connsiteX292" fmla="*/ 5028074 w 7467600"/>
              <a:gd name="connsiteY292" fmla="*/ 6858000 h 6858000"/>
              <a:gd name="connsiteX293" fmla="*/ 5079508 w 7467600"/>
              <a:gd name="connsiteY293" fmla="*/ 6749074 h 6858000"/>
              <a:gd name="connsiteX294" fmla="*/ 5371846 w 7467600"/>
              <a:gd name="connsiteY294" fmla="*/ 5924413 h 6858000"/>
              <a:gd name="connsiteX295" fmla="*/ 5270512 w 7467600"/>
              <a:gd name="connsiteY295" fmla="*/ 6138975 h 6858000"/>
              <a:gd name="connsiteX296" fmla="*/ 5062409 w 7467600"/>
              <a:gd name="connsiteY296" fmla="*/ 6653544 h 6858000"/>
              <a:gd name="connsiteX297" fmla="*/ 5036628 w 7467600"/>
              <a:gd name="connsiteY297" fmla="*/ 6754247 h 6858000"/>
              <a:gd name="connsiteX298" fmla="*/ 5009112 w 7467600"/>
              <a:gd name="connsiteY298" fmla="*/ 6858000 h 6858000"/>
              <a:gd name="connsiteX299" fmla="*/ 4976679 w 7467600"/>
              <a:gd name="connsiteY299" fmla="*/ 6858000 h 6858000"/>
              <a:gd name="connsiteX300" fmla="*/ 5006537 w 7467600"/>
              <a:gd name="connsiteY300" fmla="*/ 6747068 h 6858000"/>
              <a:gd name="connsiteX301" fmla="*/ 5032723 w 7467600"/>
              <a:gd name="connsiteY301" fmla="*/ 6644957 h 6858000"/>
              <a:gd name="connsiteX302" fmla="*/ 5242949 w 7467600"/>
              <a:gd name="connsiteY302" fmla="*/ 6125175 h 6858000"/>
              <a:gd name="connsiteX303" fmla="*/ 5286321 w 7467600"/>
              <a:gd name="connsiteY303" fmla="*/ 6033555 h 6858000"/>
              <a:gd name="connsiteX304" fmla="*/ 5008210 w 7467600"/>
              <a:gd name="connsiteY304" fmla="*/ 6649194 h 6858000"/>
              <a:gd name="connsiteX305" fmla="*/ 4986321 w 7467600"/>
              <a:gd name="connsiteY305" fmla="*/ 6765687 h 6858000"/>
              <a:gd name="connsiteX306" fmla="*/ 4973474 w 7467600"/>
              <a:gd name="connsiteY306" fmla="*/ 6858000 h 6858000"/>
              <a:gd name="connsiteX307" fmla="*/ 4907178 w 7467600"/>
              <a:gd name="connsiteY307" fmla="*/ 6858000 h 6858000"/>
              <a:gd name="connsiteX308" fmla="*/ 4910810 w 7467600"/>
              <a:gd name="connsiteY308" fmla="*/ 6829660 h 6858000"/>
              <a:gd name="connsiteX309" fmla="*/ 4987461 w 7467600"/>
              <a:gd name="connsiteY309" fmla="*/ 6432994 h 6858000"/>
              <a:gd name="connsiteX310" fmla="*/ 5179262 w 7467600"/>
              <a:gd name="connsiteY310" fmla="*/ 6035044 h 6858000"/>
              <a:gd name="connsiteX311" fmla="*/ 4689678 w 7467600"/>
              <a:gd name="connsiteY311" fmla="*/ 6440241 h 6858000"/>
              <a:gd name="connsiteX312" fmla="*/ 4477543 w 7467600"/>
              <a:gd name="connsiteY312" fmla="*/ 6674836 h 6858000"/>
              <a:gd name="connsiteX313" fmla="*/ 4329957 w 7467600"/>
              <a:gd name="connsiteY313" fmla="*/ 6858000 h 6858000"/>
              <a:gd name="connsiteX314" fmla="*/ 4218595 w 7467600"/>
              <a:gd name="connsiteY314" fmla="*/ 6858000 h 6858000"/>
              <a:gd name="connsiteX315" fmla="*/ 4368888 w 7467600"/>
              <a:gd name="connsiteY315" fmla="*/ 6668412 h 6858000"/>
              <a:gd name="connsiteX316" fmla="*/ 4563091 w 7467600"/>
              <a:gd name="connsiteY316" fmla="*/ 6442508 h 6858000"/>
              <a:gd name="connsiteX317" fmla="*/ 5387324 w 7467600"/>
              <a:gd name="connsiteY317" fmla="*/ 5705830 h 6858000"/>
              <a:gd name="connsiteX318" fmla="*/ 5073620 w 7467600"/>
              <a:gd name="connsiteY318" fmla="*/ 5955437 h 6858000"/>
              <a:gd name="connsiteX319" fmla="*/ 4689789 w 7467600"/>
              <a:gd name="connsiteY319" fmla="*/ 6268382 h 6858000"/>
              <a:gd name="connsiteX320" fmla="*/ 4418722 w 7467600"/>
              <a:gd name="connsiteY320" fmla="*/ 6570886 h 6858000"/>
              <a:gd name="connsiteX321" fmla="*/ 4214944 w 7467600"/>
              <a:gd name="connsiteY321" fmla="*/ 6858000 h 6858000"/>
              <a:gd name="connsiteX322" fmla="*/ 4177898 w 7467600"/>
              <a:gd name="connsiteY322" fmla="*/ 6858000 h 6858000"/>
              <a:gd name="connsiteX323" fmla="*/ 4391597 w 7467600"/>
              <a:gd name="connsiteY323" fmla="*/ 6556370 h 6858000"/>
              <a:gd name="connsiteX324" fmla="*/ 4668889 w 7467600"/>
              <a:gd name="connsiteY324" fmla="*/ 6246399 h 6858000"/>
              <a:gd name="connsiteX325" fmla="*/ 5055427 w 7467600"/>
              <a:gd name="connsiteY325" fmla="*/ 5931476 h 6858000"/>
              <a:gd name="connsiteX326" fmla="*/ 5371814 w 7467600"/>
              <a:gd name="connsiteY326" fmla="*/ 5678975 h 6858000"/>
              <a:gd name="connsiteX327" fmla="*/ 4987918 w 7467600"/>
              <a:gd name="connsiteY327" fmla="*/ 5838701 h 6858000"/>
              <a:gd name="connsiteX328" fmla="*/ 4317146 w 7467600"/>
              <a:gd name="connsiteY328" fmla="*/ 6587716 h 6858000"/>
              <a:gd name="connsiteX329" fmla="*/ 4171627 w 7467600"/>
              <a:gd name="connsiteY329" fmla="*/ 6858000 h 6858000"/>
              <a:gd name="connsiteX330" fmla="*/ 4081585 w 7467600"/>
              <a:gd name="connsiteY330" fmla="*/ 6858000 h 6858000"/>
              <a:gd name="connsiteX331" fmla="*/ 4238603 w 7467600"/>
              <a:gd name="connsiteY331" fmla="*/ 6559341 h 6858000"/>
              <a:gd name="connsiteX332" fmla="*/ 4778333 w 7467600"/>
              <a:gd name="connsiteY332" fmla="*/ 5873626 h 6858000"/>
              <a:gd name="connsiteX333" fmla="*/ 5414185 w 7467600"/>
              <a:gd name="connsiteY333" fmla="*/ 5573882 h 6858000"/>
              <a:gd name="connsiteX334" fmla="*/ 5959648 w 7467600"/>
              <a:gd name="connsiteY334" fmla="*/ 4760797 h 6858000"/>
              <a:gd name="connsiteX335" fmla="*/ 5355019 w 7467600"/>
              <a:gd name="connsiteY335" fmla="*/ 4734672 h 6858000"/>
              <a:gd name="connsiteX336" fmla="*/ 5083565 w 7467600"/>
              <a:gd name="connsiteY336" fmla="*/ 5179121 h 6858000"/>
              <a:gd name="connsiteX337" fmla="*/ 4713577 w 7467600"/>
              <a:gd name="connsiteY337" fmla="*/ 5616803 h 6858000"/>
              <a:gd name="connsiteX338" fmla="*/ 3989559 w 7467600"/>
              <a:gd name="connsiteY338" fmla="*/ 6145945 h 6858000"/>
              <a:gd name="connsiteX339" fmla="*/ 3939824 w 7467600"/>
              <a:gd name="connsiteY339" fmla="*/ 6066900 h 6858000"/>
              <a:gd name="connsiteX340" fmla="*/ 4584537 w 7467600"/>
              <a:gd name="connsiteY340" fmla="*/ 5324826 h 6858000"/>
              <a:gd name="connsiteX341" fmla="*/ 5037105 w 7467600"/>
              <a:gd name="connsiteY341" fmla="*/ 5088765 h 6858000"/>
              <a:gd name="connsiteX342" fmla="*/ 5039930 w 7467600"/>
              <a:gd name="connsiteY342" fmla="*/ 5089585 h 6858000"/>
              <a:gd name="connsiteX343" fmla="*/ 5263764 w 7467600"/>
              <a:gd name="connsiteY343" fmla="*/ 4735525 h 6858000"/>
              <a:gd name="connsiteX344" fmla="*/ 4086300 w 7467600"/>
              <a:gd name="connsiteY344" fmla="*/ 4884599 h 6858000"/>
              <a:gd name="connsiteX345" fmla="*/ 4085485 w 7467600"/>
              <a:gd name="connsiteY345" fmla="*/ 4899070 h 6858000"/>
              <a:gd name="connsiteX346" fmla="*/ 3871915 w 7467600"/>
              <a:gd name="connsiteY346" fmla="*/ 5253645 h 6858000"/>
              <a:gd name="connsiteX347" fmla="*/ 3799374 w 7467600"/>
              <a:gd name="connsiteY347" fmla="*/ 5466127 h 6858000"/>
              <a:gd name="connsiteX348" fmla="*/ 3498850 w 7467600"/>
              <a:gd name="connsiteY348" fmla="*/ 6661888 h 6858000"/>
              <a:gd name="connsiteX349" fmla="*/ 3399216 w 7467600"/>
              <a:gd name="connsiteY349" fmla="*/ 6858000 h 6858000"/>
              <a:gd name="connsiteX350" fmla="*/ 3303688 w 7467600"/>
              <a:gd name="connsiteY350" fmla="*/ 6858000 h 6858000"/>
              <a:gd name="connsiteX351" fmla="*/ 3391774 w 7467600"/>
              <a:gd name="connsiteY351" fmla="*/ 6697181 h 6858000"/>
              <a:gd name="connsiteX352" fmla="*/ 3735540 w 7467600"/>
              <a:gd name="connsiteY352" fmla="*/ 5546923 h 6858000"/>
              <a:gd name="connsiteX353" fmla="*/ 3729438 w 7467600"/>
              <a:gd name="connsiteY353" fmla="*/ 5569058 h 6858000"/>
              <a:gd name="connsiteX354" fmla="*/ 3707782 w 7467600"/>
              <a:gd name="connsiteY354" fmla="*/ 5644908 h 6858000"/>
              <a:gd name="connsiteX355" fmla="*/ 3583827 w 7467600"/>
              <a:gd name="connsiteY355" fmla="*/ 6039215 h 6858000"/>
              <a:gd name="connsiteX356" fmla="*/ 3547861 w 7467600"/>
              <a:gd name="connsiteY356" fmla="*/ 6129609 h 6858000"/>
              <a:gd name="connsiteX357" fmla="*/ 3490905 w 7467600"/>
              <a:gd name="connsiteY357" fmla="*/ 6277660 h 6858000"/>
              <a:gd name="connsiteX358" fmla="*/ 3455859 w 7467600"/>
              <a:gd name="connsiteY358" fmla="*/ 6391301 h 6858000"/>
              <a:gd name="connsiteX359" fmla="*/ 3429112 w 7467600"/>
              <a:gd name="connsiteY359" fmla="*/ 6479469 h 6858000"/>
              <a:gd name="connsiteX360" fmla="*/ 3304862 w 7467600"/>
              <a:gd name="connsiteY360" fmla="*/ 6796476 h 6858000"/>
              <a:gd name="connsiteX361" fmla="*/ 3276071 w 7467600"/>
              <a:gd name="connsiteY361" fmla="*/ 6858000 h 6858000"/>
              <a:gd name="connsiteX362" fmla="*/ 3240805 w 7467600"/>
              <a:gd name="connsiteY362" fmla="*/ 6858000 h 6858000"/>
              <a:gd name="connsiteX363" fmla="*/ 3275917 w 7467600"/>
              <a:gd name="connsiteY363" fmla="*/ 6783192 h 6858000"/>
              <a:gd name="connsiteX364" fmla="*/ 3399358 w 7467600"/>
              <a:gd name="connsiteY364" fmla="*/ 6469011 h 6858000"/>
              <a:gd name="connsiteX365" fmla="*/ 3425650 w 7467600"/>
              <a:gd name="connsiteY365" fmla="*/ 6381333 h 6858000"/>
              <a:gd name="connsiteX366" fmla="*/ 3460661 w 7467600"/>
              <a:gd name="connsiteY366" fmla="*/ 6266763 h 6858000"/>
              <a:gd name="connsiteX367" fmla="*/ 3518021 w 7467600"/>
              <a:gd name="connsiteY367" fmla="*/ 6117298 h 6858000"/>
              <a:gd name="connsiteX368" fmla="*/ 3554035 w 7467600"/>
              <a:gd name="connsiteY368" fmla="*/ 6027832 h 6858000"/>
              <a:gd name="connsiteX369" fmla="*/ 3677174 w 7467600"/>
              <a:gd name="connsiteY369" fmla="*/ 5636351 h 6858000"/>
              <a:gd name="connsiteX370" fmla="*/ 3698819 w 7467600"/>
              <a:gd name="connsiteY370" fmla="*/ 5560503 h 6858000"/>
              <a:gd name="connsiteX371" fmla="*/ 3702094 w 7467600"/>
              <a:gd name="connsiteY371" fmla="*/ 5549194 h 6858000"/>
              <a:gd name="connsiteX372" fmla="*/ 3398355 w 7467600"/>
              <a:gd name="connsiteY372" fmla="*/ 6094603 h 6858000"/>
              <a:gd name="connsiteX373" fmla="*/ 3193941 w 7467600"/>
              <a:gd name="connsiteY373" fmla="*/ 6798775 h 6858000"/>
              <a:gd name="connsiteX374" fmla="*/ 3184140 w 7467600"/>
              <a:gd name="connsiteY374" fmla="*/ 6858000 h 6858000"/>
              <a:gd name="connsiteX375" fmla="*/ 3099978 w 7467600"/>
              <a:gd name="connsiteY375" fmla="*/ 6858000 h 6858000"/>
              <a:gd name="connsiteX376" fmla="*/ 3101556 w 7467600"/>
              <a:gd name="connsiteY376" fmla="*/ 6843337 h 6858000"/>
              <a:gd name="connsiteX377" fmla="*/ 3370162 w 7467600"/>
              <a:gd name="connsiteY377" fmla="*/ 5785550 h 6858000"/>
              <a:gd name="connsiteX378" fmla="*/ 3746477 w 7467600"/>
              <a:gd name="connsiteY378" fmla="*/ 5377889 h 6858000"/>
              <a:gd name="connsiteX379" fmla="*/ 3863399 w 7467600"/>
              <a:gd name="connsiteY379" fmla="*/ 5087257 h 6858000"/>
              <a:gd name="connsiteX380" fmla="*/ 3968712 w 7467600"/>
              <a:gd name="connsiteY380" fmla="*/ 4913989 h 6858000"/>
              <a:gd name="connsiteX381" fmla="*/ 2792390 w 7467600"/>
              <a:gd name="connsiteY381" fmla="*/ 5382974 h 6858000"/>
              <a:gd name="connsiteX382" fmla="*/ 2714982 w 7467600"/>
              <a:gd name="connsiteY382" fmla="*/ 5427051 h 6858000"/>
              <a:gd name="connsiteX383" fmla="*/ 2813361 w 7467600"/>
              <a:gd name="connsiteY383" fmla="*/ 6023912 h 6858000"/>
              <a:gd name="connsiteX384" fmla="*/ 2688430 w 7467600"/>
              <a:gd name="connsiteY384" fmla="*/ 6801564 h 6858000"/>
              <a:gd name="connsiteX385" fmla="*/ 2629626 w 7467600"/>
              <a:gd name="connsiteY385" fmla="*/ 6763394 h 6858000"/>
              <a:gd name="connsiteX386" fmla="*/ 2565328 w 7467600"/>
              <a:gd name="connsiteY386" fmla="*/ 5516399 h 6858000"/>
              <a:gd name="connsiteX387" fmla="*/ 1922999 w 7467600"/>
              <a:gd name="connsiteY387" fmla="*/ 5980343 h 6858000"/>
              <a:gd name="connsiteX388" fmla="*/ 1950261 w 7467600"/>
              <a:gd name="connsiteY388" fmla="*/ 6405858 h 6858000"/>
              <a:gd name="connsiteX389" fmla="*/ 2365554 w 7467600"/>
              <a:gd name="connsiteY389" fmla="*/ 6759107 h 6858000"/>
              <a:gd name="connsiteX390" fmla="*/ 2424142 w 7467600"/>
              <a:gd name="connsiteY390" fmla="*/ 6858000 h 6858000"/>
              <a:gd name="connsiteX391" fmla="*/ 2395994 w 7467600"/>
              <a:gd name="connsiteY391" fmla="*/ 6858000 h 6858000"/>
              <a:gd name="connsiteX392" fmla="*/ 2392863 w 7467600"/>
              <a:gd name="connsiteY392" fmla="*/ 6852964 h 6858000"/>
              <a:gd name="connsiteX393" fmla="*/ 2017589 w 7467600"/>
              <a:gd name="connsiteY393" fmla="*/ 6493982 h 6858000"/>
              <a:gd name="connsiteX394" fmla="*/ 2147336 w 7467600"/>
              <a:gd name="connsiteY394" fmla="*/ 6594052 h 6858000"/>
              <a:gd name="connsiteX395" fmla="*/ 2207047 w 7467600"/>
              <a:gd name="connsiteY395" fmla="*/ 6654540 h 6858000"/>
              <a:gd name="connsiteX396" fmla="*/ 2299106 w 7467600"/>
              <a:gd name="connsiteY396" fmla="*/ 6778931 h 6858000"/>
              <a:gd name="connsiteX397" fmla="*/ 2314430 w 7467600"/>
              <a:gd name="connsiteY397" fmla="*/ 6801144 h 6858000"/>
              <a:gd name="connsiteX398" fmla="*/ 2352406 w 7467600"/>
              <a:gd name="connsiteY398" fmla="*/ 6858000 h 6858000"/>
              <a:gd name="connsiteX399" fmla="*/ 2314492 w 7467600"/>
              <a:gd name="connsiteY399" fmla="*/ 6858000 h 6858000"/>
              <a:gd name="connsiteX400" fmla="*/ 2288095 w 7467600"/>
              <a:gd name="connsiteY400" fmla="*/ 6818030 h 6858000"/>
              <a:gd name="connsiteX401" fmla="*/ 2272768 w 7467600"/>
              <a:gd name="connsiteY401" fmla="*/ 6795822 h 6858000"/>
              <a:gd name="connsiteX402" fmla="*/ 2182715 w 7467600"/>
              <a:gd name="connsiteY402" fmla="*/ 6675071 h 6858000"/>
              <a:gd name="connsiteX403" fmla="*/ 2032061 w 7467600"/>
              <a:gd name="connsiteY403" fmla="*/ 6541380 h 6858000"/>
              <a:gd name="connsiteX404" fmla="*/ 2257220 w 7467600"/>
              <a:gd name="connsiteY404" fmla="*/ 6826257 h 6858000"/>
              <a:gd name="connsiteX405" fmla="*/ 2281324 w 7467600"/>
              <a:gd name="connsiteY405" fmla="*/ 6858000 h 6858000"/>
              <a:gd name="connsiteX406" fmla="*/ 2242860 w 7467600"/>
              <a:gd name="connsiteY406" fmla="*/ 6858000 h 6858000"/>
              <a:gd name="connsiteX407" fmla="*/ 2232818 w 7467600"/>
              <a:gd name="connsiteY407" fmla="*/ 6844926 h 6858000"/>
              <a:gd name="connsiteX408" fmla="*/ 1990172 w 7467600"/>
              <a:gd name="connsiteY408" fmla="*/ 6542121 h 6858000"/>
              <a:gd name="connsiteX409" fmla="*/ 2124090 w 7467600"/>
              <a:gd name="connsiteY409" fmla="*/ 6761017 h 6858000"/>
              <a:gd name="connsiteX410" fmla="*/ 2200380 w 7467600"/>
              <a:gd name="connsiteY410" fmla="*/ 6858000 h 6858000"/>
              <a:gd name="connsiteX411" fmla="*/ 2147507 w 7467600"/>
              <a:gd name="connsiteY411" fmla="*/ 6858000 h 6858000"/>
              <a:gd name="connsiteX412" fmla="*/ 2070668 w 7467600"/>
              <a:gd name="connsiteY412" fmla="*/ 6761520 h 6858000"/>
              <a:gd name="connsiteX413" fmla="*/ 1975142 w 7467600"/>
              <a:gd name="connsiteY413" fmla="*/ 6585570 h 6858000"/>
              <a:gd name="connsiteX414" fmla="*/ 2050035 w 7467600"/>
              <a:gd name="connsiteY414" fmla="*/ 6813345 h 6858000"/>
              <a:gd name="connsiteX415" fmla="*/ 2063025 w 7467600"/>
              <a:gd name="connsiteY415" fmla="*/ 6858000 h 6858000"/>
              <a:gd name="connsiteX416" fmla="*/ 2021675 w 7467600"/>
              <a:gd name="connsiteY416" fmla="*/ 6858000 h 6858000"/>
              <a:gd name="connsiteX417" fmla="*/ 2019308 w 7467600"/>
              <a:gd name="connsiteY417" fmla="*/ 6847118 h 6858000"/>
              <a:gd name="connsiteX418" fmla="*/ 1938835 w 7467600"/>
              <a:gd name="connsiteY418" fmla="*/ 6551160 h 6858000"/>
              <a:gd name="connsiteX419" fmla="*/ 1953230 w 7467600"/>
              <a:gd name="connsiteY419" fmla="*/ 6759699 h 6858000"/>
              <a:gd name="connsiteX420" fmla="*/ 1956763 w 7467600"/>
              <a:gd name="connsiteY420" fmla="*/ 6778191 h 6858000"/>
              <a:gd name="connsiteX421" fmla="*/ 1967925 w 7467600"/>
              <a:gd name="connsiteY421" fmla="*/ 6858000 h 6858000"/>
              <a:gd name="connsiteX422" fmla="*/ 1936622 w 7467600"/>
              <a:gd name="connsiteY422" fmla="*/ 6858000 h 6858000"/>
              <a:gd name="connsiteX423" fmla="*/ 1926261 w 7467600"/>
              <a:gd name="connsiteY423" fmla="*/ 6784064 h 6858000"/>
              <a:gd name="connsiteX424" fmla="*/ 1922724 w 7467600"/>
              <a:gd name="connsiteY424" fmla="*/ 6765577 h 6858000"/>
              <a:gd name="connsiteX425" fmla="*/ 1904650 w 7467600"/>
              <a:gd name="connsiteY425" fmla="*/ 6639616 h 6858000"/>
              <a:gd name="connsiteX426" fmla="*/ 1885273 w 7467600"/>
              <a:gd name="connsiteY426" fmla="*/ 6858000 h 6858000"/>
              <a:gd name="connsiteX427" fmla="*/ 1854363 w 7467600"/>
              <a:gd name="connsiteY427" fmla="*/ 6858000 h 6858000"/>
              <a:gd name="connsiteX428" fmla="*/ 1880391 w 7467600"/>
              <a:gd name="connsiteY428" fmla="*/ 6603796 h 6858000"/>
              <a:gd name="connsiteX429" fmla="*/ 1818273 w 7467600"/>
              <a:gd name="connsiteY429" fmla="*/ 6715729 h 6858000"/>
              <a:gd name="connsiteX430" fmla="*/ 1794691 w 7467600"/>
              <a:gd name="connsiteY430" fmla="*/ 6843239 h 6858000"/>
              <a:gd name="connsiteX431" fmla="*/ 1794914 w 7467600"/>
              <a:gd name="connsiteY431" fmla="*/ 6858000 h 6858000"/>
              <a:gd name="connsiteX432" fmla="*/ 1746128 w 7467600"/>
              <a:gd name="connsiteY432" fmla="*/ 6858000 h 6858000"/>
              <a:gd name="connsiteX433" fmla="*/ 1753934 w 7467600"/>
              <a:gd name="connsiteY433" fmla="*/ 6724796 h 6858000"/>
              <a:gd name="connsiteX434" fmla="*/ 1792053 w 7467600"/>
              <a:gd name="connsiteY434" fmla="*/ 6572396 h 6858000"/>
              <a:gd name="connsiteX435" fmla="*/ 1862248 w 7467600"/>
              <a:gd name="connsiteY435" fmla="*/ 6266397 h 6858000"/>
              <a:gd name="connsiteX436" fmla="*/ 1862250 w 7467600"/>
              <a:gd name="connsiteY436" fmla="*/ 6033531 h 6858000"/>
              <a:gd name="connsiteX437" fmla="*/ 1211999 w 7467600"/>
              <a:gd name="connsiteY437" fmla="*/ 6683610 h 6858000"/>
              <a:gd name="connsiteX438" fmla="*/ 1213266 w 7467600"/>
              <a:gd name="connsiteY438" fmla="*/ 6691947 h 6858000"/>
              <a:gd name="connsiteX439" fmla="*/ 1203370 w 7467600"/>
              <a:gd name="connsiteY439" fmla="*/ 6850676 h 6858000"/>
              <a:gd name="connsiteX440" fmla="*/ 1203671 w 7467600"/>
              <a:gd name="connsiteY440" fmla="*/ 6858000 h 6858000"/>
              <a:gd name="connsiteX441" fmla="*/ 1143180 w 7467600"/>
              <a:gd name="connsiteY441" fmla="*/ 6858000 h 6858000"/>
              <a:gd name="connsiteX442" fmla="*/ 1142176 w 7467600"/>
              <a:gd name="connsiteY442" fmla="*/ 6766045 h 6858000"/>
              <a:gd name="connsiteX443" fmla="*/ 1067484 w 7467600"/>
              <a:gd name="connsiteY443" fmla="*/ 6858000 h 6858000"/>
              <a:gd name="connsiteX444" fmla="*/ 953928 w 7467600"/>
              <a:gd name="connsiteY444" fmla="*/ 6858000 h 6858000"/>
              <a:gd name="connsiteX445" fmla="*/ 959715 w 7467600"/>
              <a:gd name="connsiteY445" fmla="*/ 6850185 h 6858000"/>
              <a:gd name="connsiteX446" fmla="*/ 1483788 w 7467600"/>
              <a:gd name="connsiteY446" fmla="*/ 6259174 h 6858000"/>
              <a:gd name="connsiteX447" fmla="*/ 1100671 w 7467600"/>
              <a:gd name="connsiteY447" fmla="*/ 6252137 h 6858000"/>
              <a:gd name="connsiteX448" fmla="*/ 1090144 w 7467600"/>
              <a:gd name="connsiteY448" fmla="*/ 6256748 h 6858000"/>
              <a:gd name="connsiteX449" fmla="*/ 1095872 w 7467600"/>
              <a:gd name="connsiteY449" fmla="*/ 6271892 h 6858000"/>
              <a:gd name="connsiteX450" fmla="*/ 262785 w 7467600"/>
              <a:gd name="connsiteY450" fmla="*/ 6845450 h 6858000"/>
              <a:gd name="connsiteX451" fmla="*/ 209968 w 7467600"/>
              <a:gd name="connsiteY451" fmla="*/ 6770713 h 6858000"/>
              <a:gd name="connsiteX452" fmla="*/ 873460 w 7467600"/>
              <a:gd name="connsiteY452" fmla="*/ 6253768 h 6858000"/>
              <a:gd name="connsiteX453" fmla="*/ 192686 w 7467600"/>
              <a:gd name="connsiteY453" fmla="*/ 5849257 h 6858000"/>
              <a:gd name="connsiteX454" fmla="*/ 4696 w 7467600"/>
              <a:gd name="connsiteY454" fmla="*/ 5697668 h 6858000"/>
              <a:gd name="connsiteX455" fmla="*/ 0 w 7467600"/>
              <a:gd name="connsiteY455" fmla="*/ 5689984 h 6858000"/>
              <a:gd name="connsiteX456" fmla="*/ 0 w 7467600"/>
              <a:gd name="connsiteY456" fmla="*/ 5513472 h 6858000"/>
              <a:gd name="connsiteX457" fmla="*/ 174101 w 7467600"/>
              <a:gd name="connsiteY457" fmla="*/ 5620277 h 6858000"/>
              <a:gd name="connsiteX458" fmla="*/ 891800 w 7467600"/>
              <a:gd name="connsiteY458" fmla="*/ 6036935 h 6858000"/>
              <a:gd name="connsiteX459" fmla="*/ 1072219 w 7467600"/>
              <a:gd name="connsiteY459" fmla="*/ 6169443 h 6858000"/>
              <a:gd name="connsiteX460" fmla="*/ 1074117 w 7467600"/>
              <a:gd name="connsiteY460" fmla="*/ 6170301 h 6858000"/>
              <a:gd name="connsiteX461" fmla="*/ 1083114 w 7467600"/>
              <a:gd name="connsiteY461" fmla="*/ 6174131 h 6858000"/>
              <a:gd name="connsiteX462" fmla="*/ 1543010 w 7467600"/>
              <a:gd name="connsiteY462" fmla="*/ 6191140 h 6858000"/>
              <a:gd name="connsiteX463" fmla="*/ 1551080 w 7467600"/>
              <a:gd name="connsiteY463" fmla="*/ 6195006 h 6858000"/>
              <a:gd name="connsiteX464" fmla="*/ 2345443 w 7467600"/>
              <a:gd name="connsiteY464" fmla="*/ 5549882 h 6858000"/>
              <a:gd name="connsiteX465" fmla="*/ 1721499 w 7467600"/>
              <a:gd name="connsiteY465" fmla="*/ 5599969 h 6858000"/>
              <a:gd name="connsiteX466" fmla="*/ 767716 w 7467600"/>
              <a:gd name="connsiteY466" fmla="*/ 5472768 h 6858000"/>
              <a:gd name="connsiteX467" fmla="*/ 722147 w 7467600"/>
              <a:gd name="connsiteY467" fmla="*/ 5393091 h 6858000"/>
              <a:gd name="connsiteX468" fmla="*/ 1485552 w 7467600"/>
              <a:gd name="connsiteY468" fmla="*/ 5313202 h 6858000"/>
              <a:gd name="connsiteX469" fmla="*/ 2143004 w 7467600"/>
              <a:gd name="connsiteY469" fmla="*/ 5402420 h 6858000"/>
              <a:gd name="connsiteX470" fmla="*/ 1933391 w 7467600"/>
              <a:gd name="connsiteY470" fmla="*/ 5156971 h 6858000"/>
              <a:gd name="connsiteX471" fmla="*/ 1827118 w 7467600"/>
              <a:gd name="connsiteY471" fmla="*/ 4968410 h 6858000"/>
              <a:gd name="connsiteX472" fmla="*/ 1837349 w 7467600"/>
              <a:gd name="connsiteY472" fmla="*/ 4956357 h 6858000"/>
              <a:gd name="connsiteX473" fmla="*/ 2162835 w 7467600"/>
              <a:gd name="connsiteY473" fmla="*/ 5187853 h 6858000"/>
              <a:gd name="connsiteX474" fmla="*/ 2257167 w 7467600"/>
              <a:gd name="connsiteY474" fmla="*/ 5462123 h 6858000"/>
              <a:gd name="connsiteX475" fmla="*/ 2261598 w 7467600"/>
              <a:gd name="connsiteY475" fmla="*/ 5467998 h 6858000"/>
              <a:gd name="connsiteX476" fmla="*/ 2437177 w 7467600"/>
              <a:gd name="connsiteY476" fmla="*/ 5479608 h 6858000"/>
              <a:gd name="connsiteX477" fmla="*/ 2445247 w 7467600"/>
              <a:gd name="connsiteY477" fmla="*/ 5483476 h 6858000"/>
              <a:gd name="connsiteX478" fmla="*/ 2743626 w 7467600"/>
              <a:gd name="connsiteY478" fmla="*/ 5304819 h 6858000"/>
              <a:gd name="connsiteX479" fmla="*/ 3048102 w 7467600"/>
              <a:gd name="connsiteY479" fmla="*/ 5150595 h 6858000"/>
              <a:gd name="connsiteX480" fmla="*/ 1799414 w 7467600"/>
              <a:gd name="connsiteY480" fmla="*/ 4694732 h 6858000"/>
              <a:gd name="connsiteX481" fmla="*/ 1771735 w 7467600"/>
              <a:gd name="connsiteY481" fmla="*/ 4619929 h 6858000"/>
              <a:gd name="connsiteX482" fmla="*/ 3104273 w 7467600"/>
              <a:gd name="connsiteY482" fmla="*/ 5076159 h 6858000"/>
              <a:gd name="connsiteX483" fmla="*/ 3113245 w 7467600"/>
              <a:gd name="connsiteY483" fmla="*/ 5090705 h 6858000"/>
              <a:gd name="connsiteX484" fmla="*/ 3126294 w 7467600"/>
              <a:gd name="connsiteY484" fmla="*/ 5114400 h 6858000"/>
              <a:gd name="connsiteX485" fmla="*/ 3937433 w 7467600"/>
              <a:gd name="connsiteY485" fmla="*/ 4830473 h 6858000"/>
              <a:gd name="connsiteX486" fmla="*/ 3590475 w 7467600"/>
              <a:gd name="connsiteY486" fmla="*/ 4597974 h 6858000"/>
              <a:gd name="connsiteX487" fmla="*/ 3100264 w 7467600"/>
              <a:gd name="connsiteY487" fmla="*/ 4579845 h 6858000"/>
              <a:gd name="connsiteX488" fmla="*/ 2183576 w 7467600"/>
              <a:gd name="connsiteY488" fmla="*/ 4227150 h 6858000"/>
              <a:gd name="connsiteX489" fmla="*/ 2151029 w 7467600"/>
              <a:gd name="connsiteY489" fmla="*/ 4146947 h 6858000"/>
              <a:gd name="connsiteX490" fmla="*/ 3563434 w 7467600"/>
              <a:gd name="connsiteY490" fmla="*/ 4469115 h 6858000"/>
              <a:gd name="connsiteX491" fmla="*/ 3177952 w 7467600"/>
              <a:gd name="connsiteY491" fmla="*/ 3657386 h 6858000"/>
              <a:gd name="connsiteX492" fmla="*/ 3189263 w 7467600"/>
              <a:gd name="connsiteY492" fmla="*/ 3625726 h 6858000"/>
              <a:gd name="connsiteX493" fmla="*/ 3560912 w 7467600"/>
              <a:gd name="connsiteY493" fmla="*/ 4079863 h 6858000"/>
              <a:gd name="connsiteX494" fmla="*/ 3626636 w 7467600"/>
              <a:gd name="connsiteY494" fmla="*/ 4512230 h 6858000"/>
              <a:gd name="connsiteX495" fmla="*/ 3653088 w 7467600"/>
              <a:gd name="connsiteY495" fmla="*/ 4521417 h 6858000"/>
              <a:gd name="connsiteX496" fmla="*/ 3988128 w 7467600"/>
              <a:gd name="connsiteY496" fmla="*/ 4817267 h 6858000"/>
              <a:gd name="connsiteX497" fmla="*/ 4830582 w 7467600"/>
              <a:gd name="connsiteY497" fmla="*/ 4676000 h 6858000"/>
              <a:gd name="connsiteX498" fmla="*/ 4830100 w 7467600"/>
              <a:gd name="connsiteY498" fmla="*/ 4675554 h 6858000"/>
              <a:gd name="connsiteX499" fmla="*/ 4036318 w 7467600"/>
              <a:gd name="connsiteY499" fmla="*/ 4147013 h 6858000"/>
              <a:gd name="connsiteX500" fmla="*/ 3432098 w 7467600"/>
              <a:gd name="connsiteY500" fmla="*/ 3537312 h 6858000"/>
              <a:gd name="connsiteX501" fmla="*/ 3446761 w 7467600"/>
              <a:gd name="connsiteY501" fmla="*/ 3461278 h 6858000"/>
              <a:gd name="connsiteX502" fmla="*/ 4419733 w 7467600"/>
              <a:gd name="connsiteY502" fmla="*/ 3963555 h 6858000"/>
              <a:gd name="connsiteX503" fmla="*/ 4781371 w 7467600"/>
              <a:gd name="connsiteY503" fmla="*/ 4458604 h 6858000"/>
              <a:gd name="connsiteX504" fmla="*/ 4780440 w 7467600"/>
              <a:gd name="connsiteY504" fmla="*/ 4470290 h 6858000"/>
              <a:gd name="connsiteX505" fmla="*/ 4898954 w 7467600"/>
              <a:gd name="connsiteY505" fmla="*/ 4662092 h 6858000"/>
              <a:gd name="connsiteX506" fmla="*/ 4900699 w 7467600"/>
              <a:gd name="connsiteY506" fmla="*/ 4670867 h 6858000"/>
              <a:gd name="connsiteX507" fmla="*/ 5714511 w 7467600"/>
              <a:gd name="connsiteY507" fmla="*/ 4663483 h 6858000"/>
              <a:gd name="connsiteX508" fmla="*/ 5464793 w 7467600"/>
              <a:gd name="connsiteY508" fmla="*/ 4393556 h 6858000"/>
              <a:gd name="connsiteX509" fmla="*/ 5461897 w 7467600"/>
              <a:gd name="connsiteY509" fmla="*/ 4390879 h 6858000"/>
              <a:gd name="connsiteX510" fmla="*/ 4294126 w 7467600"/>
              <a:gd name="connsiteY510" fmla="*/ 3303048 h 6858000"/>
              <a:gd name="connsiteX511" fmla="*/ 4305321 w 7467600"/>
              <a:gd name="connsiteY511" fmla="*/ 3256953 h 6858000"/>
              <a:gd name="connsiteX512" fmla="*/ 4949299 w 7467600"/>
              <a:gd name="connsiteY512" fmla="*/ 3766336 h 6858000"/>
              <a:gd name="connsiteX513" fmla="*/ 5291452 w 7467600"/>
              <a:gd name="connsiteY513" fmla="*/ 4076801 h 6858000"/>
              <a:gd name="connsiteX514" fmla="*/ 5434998 w 7467600"/>
              <a:gd name="connsiteY514" fmla="*/ 4254100 h 6858000"/>
              <a:gd name="connsiteX515" fmla="*/ 5351015 w 7467600"/>
              <a:gd name="connsiteY515" fmla="*/ 3760989 h 6858000"/>
              <a:gd name="connsiteX516" fmla="*/ 5413780 w 7467600"/>
              <a:gd name="connsiteY516" fmla="*/ 2966265 h 6858000"/>
              <a:gd name="connsiteX517" fmla="*/ 5425627 w 7467600"/>
              <a:gd name="connsiteY517" fmla="*/ 2954192 h 6858000"/>
              <a:gd name="connsiteX518" fmla="*/ 6604735 w 7467600"/>
              <a:gd name="connsiteY518" fmla="*/ 2041381 h 6858000"/>
              <a:gd name="connsiteX519" fmla="*/ 7204487 w 7467600"/>
              <a:gd name="connsiteY519" fmla="*/ 2742112 h 6858000"/>
              <a:gd name="connsiteX520" fmla="*/ 7131592 w 7467600"/>
              <a:gd name="connsiteY520" fmla="*/ 2672096 h 6858000"/>
              <a:gd name="connsiteX521" fmla="*/ 6996344 w 7467600"/>
              <a:gd name="connsiteY521" fmla="*/ 2518310 h 6858000"/>
              <a:gd name="connsiteX522" fmla="*/ 6735495 w 7467600"/>
              <a:gd name="connsiteY522" fmla="*/ 2196890 h 6858000"/>
              <a:gd name="connsiteX523" fmla="*/ 6721901 w 7467600"/>
              <a:gd name="connsiteY523" fmla="*/ 2179274 h 6858000"/>
              <a:gd name="connsiteX524" fmla="*/ 6604735 w 7467600"/>
              <a:gd name="connsiteY524" fmla="*/ 2041381 h 6858000"/>
              <a:gd name="connsiteX525" fmla="*/ 6591670 w 7467600"/>
              <a:gd name="connsiteY525" fmla="*/ 1988277 h 6858000"/>
              <a:gd name="connsiteX526" fmla="*/ 6747349 w 7467600"/>
              <a:gd name="connsiteY526" fmla="*/ 2160069 h 6858000"/>
              <a:gd name="connsiteX527" fmla="*/ 6760943 w 7467600"/>
              <a:gd name="connsiteY527" fmla="*/ 2177686 h 6858000"/>
              <a:gd name="connsiteX528" fmla="*/ 7021065 w 7467600"/>
              <a:gd name="connsiteY528" fmla="*/ 2498102 h 6858000"/>
              <a:gd name="connsiteX529" fmla="*/ 7155223 w 7467600"/>
              <a:gd name="connsiteY529" fmla="*/ 2650386 h 6858000"/>
              <a:gd name="connsiteX530" fmla="*/ 7203167 w 7467600"/>
              <a:gd name="connsiteY530" fmla="*/ 2697288 h 6858000"/>
              <a:gd name="connsiteX531" fmla="*/ 6937703 w 7467600"/>
              <a:gd name="connsiteY531" fmla="*/ 2321981 h 6858000"/>
              <a:gd name="connsiteX532" fmla="*/ 6591670 w 7467600"/>
              <a:gd name="connsiteY532" fmla="*/ 1988277 h 6858000"/>
              <a:gd name="connsiteX533" fmla="*/ 5798671 w 7467600"/>
              <a:gd name="connsiteY533" fmla="*/ 1981601 h 6858000"/>
              <a:gd name="connsiteX534" fmla="*/ 5754709 w 7467600"/>
              <a:gd name="connsiteY534" fmla="*/ 2071454 h 6858000"/>
              <a:gd name="connsiteX535" fmla="*/ 5763044 w 7467600"/>
              <a:gd name="connsiteY535" fmla="*/ 2842206 h 6858000"/>
              <a:gd name="connsiteX536" fmla="*/ 5764974 w 7467600"/>
              <a:gd name="connsiteY536" fmla="*/ 2799609 h 6858000"/>
              <a:gd name="connsiteX537" fmla="*/ 5767665 w 7467600"/>
              <a:gd name="connsiteY537" fmla="*/ 2666409 h 6858000"/>
              <a:gd name="connsiteX538" fmla="*/ 5763055 w 7467600"/>
              <a:gd name="connsiteY538" fmla="*/ 2579705 h 6858000"/>
              <a:gd name="connsiteX539" fmla="*/ 5758079 w 7467600"/>
              <a:gd name="connsiteY539" fmla="*/ 2492508 h 6858000"/>
              <a:gd name="connsiteX540" fmla="*/ 5779325 w 7467600"/>
              <a:gd name="connsiteY540" fmla="*/ 2197069 h 6858000"/>
              <a:gd name="connsiteX541" fmla="*/ 5798671 w 7467600"/>
              <a:gd name="connsiteY541" fmla="*/ 1981601 h 6858000"/>
              <a:gd name="connsiteX542" fmla="*/ 5829202 w 7467600"/>
              <a:gd name="connsiteY542" fmla="*/ 1971679 h 6858000"/>
              <a:gd name="connsiteX543" fmla="*/ 5809558 w 7467600"/>
              <a:gd name="connsiteY543" fmla="*/ 2198043 h 6858000"/>
              <a:gd name="connsiteX544" fmla="*/ 5788653 w 7467600"/>
              <a:gd name="connsiteY544" fmla="*/ 2489430 h 6858000"/>
              <a:gd name="connsiteX545" fmla="*/ 5793439 w 7467600"/>
              <a:gd name="connsiteY545" fmla="*/ 2575235 h 6858000"/>
              <a:gd name="connsiteX546" fmla="*/ 5796837 w 7467600"/>
              <a:gd name="connsiteY546" fmla="*/ 2637633 h 6858000"/>
              <a:gd name="connsiteX547" fmla="*/ 5818614 w 7467600"/>
              <a:gd name="connsiteY547" fmla="*/ 2473055 h 6858000"/>
              <a:gd name="connsiteX548" fmla="*/ 5829202 w 7467600"/>
              <a:gd name="connsiteY548" fmla="*/ 1971679 h 6858000"/>
              <a:gd name="connsiteX549" fmla="*/ 5911389 w 7467600"/>
              <a:gd name="connsiteY549" fmla="*/ 1898371 h 6858000"/>
              <a:gd name="connsiteX550" fmla="*/ 6237627 w 7467600"/>
              <a:gd name="connsiteY550" fmla="*/ 2231921 h 6858000"/>
              <a:gd name="connsiteX551" fmla="*/ 5911389 w 7467600"/>
              <a:gd name="connsiteY551" fmla="*/ 1898371 h 6858000"/>
              <a:gd name="connsiteX552" fmla="*/ 6944437 w 7467600"/>
              <a:gd name="connsiteY552" fmla="*/ 1575402 h 6858000"/>
              <a:gd name="connsiteX553" fmla="*/ 6304730 w 7467600"/>
              <a:gd name="connsiteY553" fmla="*/ 1766654 h 6858000"/>
              <a:gd name="connsiteX554" fmla="*/ 6944437 w 7467600"/>
              <a:gd name="connsiteY554" fmla="*/ 1575402 h 6858000"/>
              <a:gd name="connsiteX555" fmla="*/ 7019523 w 7467600"/>
              <a:gd name="connsiteY555" fmla="*/ 1519450 h 6858000"/>
              <a:gd name="connsiteX556" fmla="*/ 6298091 w 7467600"/>
              <a:gd name="connsiteY556" fmla="*/ 1737122 h 6858000"/>
              <a:gd name="connsiteX557" fmla="*/ 7019523 w 7467600"/>
              <a:gd name="connsiteY557" fmla="*/ 1519450 h 6858000"/>
              <a:gd name="connsiteX558" fmla="*/ 2399523 w 7467600"/>
              <a:gd name="connsiteY558" fmla="*/ 1428234 h 6858000"/>
              <a:gd name="connsiteX559" fmla="*/ 2224982 w 7467600"/>
              <a:gd name="connsiteY559" fmla="*/ 1826201 h 6858000"/>
              <a:gd name="connsiteX560" fmla="*/ 2096099 w 7467600"/>
              <a:gd name="connsiteY560" fmla="*/ 2345900 h 6858000"/>
              <a:gd name="connsiteX561" fmla="*/ 2283317 w 7467600"/>
              <a:gd name="connsiteY561" fmla="*/ 1796925 h 6858000"/>
              <a:gd name="connsiteX562" fmla="*/ 2399523 w 7467600"/>
              <a:gd name="connsiteY562" fmla="*/ 1428234 h 6858000"/>
              <a:gd name="connsiteX563" fmla="*/ 2448558 w 7467600"/>
              <a:gd name="connsiteY563" fmla="*/ 1373435 h 6858000"/>
              <a:gd name="connsiteX564" fmla="*/ 2312521 w 7467600"/>
              <a:gd name="connsiteY564" fmla="*/ 1806140 h 6858000"/>
              <a:gd name="connsiteX565" fmla="*/ 2127533 w 7467600"/>
              <a:gd name="connsiteY565" fmla="*/ 2348380 h 6858000"/>
              <a:gd name="connsiteX566" fmla="*/ 2358080 w 7467600"/>
              <a:gd name="connsiteY566" fmla="*/ 1866134 h 6858000"/>
              <a:gd name="connsiteX567" fmla="*/ 2407436 w 7467600"/>
              <a:gd name="connsiteY567" fmla="*/ 1651070 h 6858000"/>
              <a:gd name="connsiteX568" fmla="*/ 2448558 w 7467600"/>
              <a:gd name="connsiteY568" fmla="*/ 1373435 h 6858000"/>
              <a:gd name="connsiteX569" fmla="*/ 278707 w 7467600"/>
              <a:gd name="connsiteY569" fmla="*/ 1352270 h 6858000"/>
              <a:gd name="connsiteX570" fmla="*/ 321570 w 7467600"/>
              <a:gd name="connsiteY570" fmla="*/ 1861610 h 6858000"/>
              <a:gd name="connsiteX571" fmla="*/ 294281 w 7467600"/>
              <a:gd name="connsiteY571" fmla="*/ 1440658 h 6858000"/>
              <a:gd name="connsiteX572" fmla="*/ 278707 w 7467600"/>
              <a:gd name="connsiteY572" fmla="*/ 1352270 h 6858000"/>
              <a:gd name="connsiteX573" fmla="*/ 1423821 w 7467600"/>
              <a:gd name="connsiteY573" fmla="*/ 1351958 h 6858000"/>
              <a:gd name="connsiteX574" fmla="*/ 1638521 w 7467600"/>
              <a:gd name="connsiteY574" fmla="*/ 1908470 h 6858000"/>
              <a:gd name="connsiteX575" fmla="*/ 1754199 w 7467600"/>
              <a:gd name="connsiteY575" fmla="*/ 2149284 h 6858000"/>
              <a:gd name="connsiteX576" fmla="*/ 1908359 w 7467600"/>
              <a:gd name="connsiteY576" fmla="*/ 2364988 h 6858000"/>
              <a:gd name="connsiteX577" fmla="*/ 1647661 w 7467600"/>
              <a:gd name="connsiteY577" fmla="*/ 1825945 h 6858000"/>
              <a:gd name="connsiteX578" fmla="*/ 1423821 w 7467600"/>
              <a:gd name="connsiteY578" fmla="*/ 1351958 h 6858000"/>
              <a:gd name="connsiteX579" fmla="*/ 1431890 w 7467600"/>
              <a:gd name="connsiteY579" fmla="*/ 1306475 h 6858000"/>
              <a:gd name="connsiteX580" fmla="*/ 1507597 w 7467600"/>
              <a:gd name="connsiteY580" fmla="*/ 1446132 h 6858000"/>
              <a:gd name="connsiteX581" fmla="*/ 1674586 w 7467600"/>
              <a:gd name="connsiteY581" fmla="*/ 1813832 h 6858000"/>
              <a:gd name="connsiteX582" fmla="*/ 1815950 w 7467600"/>
              <a:gd name="connsiteY582" fmla="*/ 2128564 h 6858000"/>
              <a:gd name="connsiteX583" fmla="*/ 1984242 w 7467600"/>
              <a:gd name="connsiteY583" fmla="*/ 2430829 h 6858000"/>
              <a:gd name="connsiteX584" fmla="*/ 2014023 w 7467600"/>
              <a:gd name="connsiteY584" fmla="*/ 2450995 h 6858000"/>
              <a:gd name="connsiteX585" fmla="*/ 1747337 w 7467600"/>
              <a:gd name="connsiteY585" fmla="*/ 1855264 h 6858000"/>
              <a:gd name="connsiteX586" fmla="*/ 1533749 w 7467600"/>
              <a:gd name="connsiteY586" fmla="*/ 1478656 h 6858000"/>
              <a:gd name="connsiteX587" fmla="*/ 1431890 w 7467600"/>
              <a:gd name="connsiteY587" fmla="*/ 1306475 h 6858000"/>
              <a:gd name="connsiteX588" fmla="*/ 5052692 w 7467600"/>
              <a:gd name="connsiteY588" fmla="*/ 1292994 h 6858000"/>
              <a:gd name="connsiteX589" fmla="*/ 5200661 w 7467600"/>
              <a:gd name="connsiteY589" fmla="*/ 1635186 h 6858000"/>
              <a:gd name="connsiteX590" fmla="*/ 5297138 w 7467600"/>
              <a:gd name="connsiteY590" fmla="*/ 1906351 h 6858000"/>
              <a:gd name="connsiteX591" fmla="*/ 5052692 w 7467600"/>
              <a:gd name="connsiteY591" fmla="*/ 1292994 h 6858000"/>
              <a:gd name="connsiteX592" fmla="*/ 5009948 w 7467600"/>
              <a:gd name="connsiteY592" fmla="*/ 1273619 h 6858000"/>
              <a:gd name="connsiteX593" fmla="*/ 5121777 w 7467600"/>
              <a:gd name="connsiteY593" fmla="*/ 1654213 h 6858000"/>
              <a:gd name="connsiteX594" fmla="*/ 5293545 w 7467600"/>
              <a:gd name="connsiteY594" fmla="*/ 2072247 h 6858000"/>
              <a:gd name="connsiteX595" fmla="*/ 5294042 w 7467600"/>
              <a:gd name="connsiteY595" fmla="*/ 2065019 h 6858000"/>
              <a:gd name="connsiteX596" fmla="*/ 5171936 w 7467600"/>
              <a:gd name="connsiteY596" fmla="*/ 1647613 h 6858000"/>
              <a:gd name="connsiteX597" fmla="*/ 5009948 w 7467600"/>
              <a:gd name="connsiteY597" fmla="*/ 1273619 h 6858000"/>
              <a:gd name="connsiteX598" fmla="*/ 655236 w 7467600"/>
              <a:gd name="connsiteY598" fmla="*/ 1268632 h 6858000"/>
              <a:gd name="connsiteX599" fmla="*/ 839521 w 7467600"/>
              <a:gd name="connsiteY599" fmla="*/ 1685315 h 6858000"/>
              <a:gd name="connsiteX600" fmla="*/ 1109416 w 7467600"/>
              <a:gd name="connsiteY600" fmla="*/ 2061663 h 6858000"/>
              <a:gd name="connsiteX601" fmla="*/ 1298300 w 7467600"/>
              <a:gd name="connsiteY601" fmla="*/ 2247742 h 6858000"/>
              <a:gd name="connsiteX602" fmla="*/ 1125871 w 7467600"/>
              <a:gd name="connsiteY602" fmla="*/ 1989513 h 6858000"/>
              <a:gd name="connsiteX603" fmla="*/ 981574 w 7467600"/>
              <a:gd name="connsiteY603" fmla="*/ 1783157 h 6858000"/>
              <a:gd name="connsiteX604" fmla="*/ 922198 w 7467600"/>
              <a:gd name="connsiteY604" fmla="*/ 1677437 h 6858000"/>
              <a:gd name="connsiteX605" fmla="*/ 869293 w 7467600"/>
              <a:gd name="connsiteY605" fmla="*/ 1583214 h 6858000"/>
              <a:gd name="connsiteX606" fmla="*/ 751431 w 7467600"/>
              <a:gd name="connsiteY606" fmla="*/ 1405731 h 6858000"/>
              <a:gd name="connsiteX607" fmla="*/ 655236 w 7467600"/>
              <a:gd name="connsiteY607" fmla="*/ 1268632 h 6858000"/>
              <a:gd name="connsiteX608" fmla="*/ 6516292 w 7467600"/>
              <a:gd name="connsiteY608" fmla="*/ 1263064 h 6858000"/>
              <a:gd name="connsiteX609" fmla="*/ 5736320 w 7467600"/>
              <a:gd name="connsiteY609" fmla="*/ 1501803 h 6858000"/>
              <a:gd name="connsiteX610" fmla="*/ 6516292 w 7467600"/>
              <a:gd name="connsiteY610" fmla="*/ 1263064 h 6858000"/>
              <a:gd name="connsiteX611" fmla="*/ 291466 w 7467600"/>
              <a:gd name="connsiteY611" fmla="*/ 1250369 h 6858000"/>
              <a:gd name="connsiteX612" fmla="*/ 323180 w 7467600"/>
              <a:gd name="connsiteY612" fmla="*/ 1435283 h 6858000"/>
              <a:gd name="connsiteX613" fmla="*/ 349381 w 7467600"/>
              <a:gd name="connsiteY613" fmla="*/ 1875041 h 6858000"/>
              <a:gd name="connsiteX614" fmla="*/ 374363 w 7467600"/>
              <a:gd name="connsiteY614" fmla="*/ 1506494 h 6858000"/>
              <a:gd name="connsiteX615" fmla="*/ 302168 w 7467600"/>
              <a:gd name="connsiteY615" fmla="*/ 1274495 h 6858000"/>
              <a:gd name="connsiteX616" fmla="*/ 291466 w 7467600"/>
              <a:gd name="connsiteY616" fmla="*/ 1250369 h 6858000"/>
              <a:gd name="connsiteX617" fmla="*/ 678222 w 7467600"/>
              <a:gd name="connsiteY617" fmla="*/ 1248670 h 6858000"/>
              <a:gd name="connsiteX618" fmla="*/ 775536 w 7467600"/>
              <a:gd name="connsiteY618" fmla="*/ 1388015 h 6858000"/>
              <a:gd name="connsiteX619" fmla="*/ 894529 w 7467600"/>
              <a:gd name="connsiteY619" fmla="*/ 1567739 h 6858000"/>
              <a:gd name="connsiteX620" fmla="*/ 948000 w 7467600"/>
              <a:gd name="connsiteY620" fmla="*/ 1663088 h 6858000"/>
              <a:gd name="connsiteX621" fmla="*/ 1006812 w 7467600"/>
              <a:gd name="connsiteY621" fmla="*/ 1767683 h 6858000"/>
              <a:gd name="connsiteX622" fmla="*/ 1149133 w 7467600"/>
              <a:gd name="connsiteY622" fmla="*/ 1971513 h 6858000"/>
              <a:gd name="connsiteX623" fmla="*/ 1333952 w 7467600"/>
              <a:gd name="connsiteY623" fmla="*/ 2251620 h 6858000"/>
              <a:gd name="connsiteX624" fmla="*/ 1337329 w 7467600"/>
              <a:gd name="connsiteY624" fmla="*/ 2258350 h 6858000"/>
              <a:gd name="connsiteX625" fmla="*/ 1014726 w 7467600"/>
              <a:gd name="connsiteY625" fmla="*/ 1615556 h 6858000"/>
              <a:gd name="connsiteX626" fmla="*/ 678222 w 7467600"/>
              <a:gd name="connsiteY626" fmla="*/ 1248670 h 6858000"/>
              <a:gd name="connsiteX627" fmla="*/ 6691602 w 7467600"/>
              <a:gd name="connsiteY627" fmla="*/ 1140573 h 6858000"/>
              <a:gd name="connsiteX628" fmla="*/ 6571100 w 7467600"/>
              <a:gd name="connsiteY628" fmla="*/ 1183662 h 6858000"/>
              <a:gd name="connsiteX629" fmla="*/ 6241687 w 7467600"/>
              <a:gd name="connsiteY629" fmla="*/ 1257600 h 6858000"/>
              <a:gd name="connsiteX630" fmla="*/ 5693009 w 7467600"/>
              <a:gd name="connsiteY630" fmla="*/ 1478256 h 6858000"/>
              <a:gd name="connsiteX631" fmla="*/ 6548420 w 7467600"/>
              <a:gd name="connsiteY631" fmla="*/ 1214599 h 6858000"/>
              <a:gd name="connsiteX632" fmla="*/ 6605473 w 7467600"/>
              <a:gd name="connsiteY632" fmla="*/ 1184686 h 6858000"/>
              <a:gd name="connsiteX633" fmla="*/ 6691602 w 7467600"/>
              <a:gd name="connsiteY633" fmla="*/ 1140573 h 6858000"/>
              <a:gd name="connsiteX634" fmla="*/ 4002475 w 7467600"/>
              <a:gd name="connsiteY634" fmla="*/ 1037802 h 6858000"/>
              <a:gd name="connsiteX635" fmla="*/ 4000324 w 7467600"/>
              <a:gd name="connsiteY635" fmla="*/ 1039362 h 6858000"/>
              <a:gd name="connsiteX636" fmla="*/ 4002862 w 7467600"/>
              <a:gd name="connsiteY636" fmla="*/ 1042866 h 6858000"/>
              <a:gd name="connsiteX637" fmla="*/ 4002475 w 7467600"/>
              <a:gd name="connsiteY637" fmla="*/ 1037802 h 6858000"/>
              <a:gd name="connsiteX638" fmla="*/ 506322 w 7467600"/>
              <a:gd name="connsiteY638" fmla="*/ 1020997 h 6858000"/>
              <a:gd name="connsiteX639" fmla="*/ 533068 w 7467600"/>
              <a:gd name="connsiteY639" fmla="*/ 1029409 h 6858000"/>
              <a:gd name="connsiteX640" fmla="*/ 1232525 w 7467600"/>
              <a:gd name="connsiteY640" fmla="*/ 1804675 h 6858000"/>
              <a:gd name="connsiteX641" fmla="*/ 1388858 w 7467600"/>
              <a:gd name="connsiteY641" fmla="*/ 2368011 h 6858000"/>
              <a:gd name="connsiteX642" fmla="*/ 1384098 w 7467600"/>
              <a:gd name="connsiteY642" fmla="*/ 2378125 h 6858000"/>
              <a:gd name="connsiteX643" fmla="*/ 1425393 w 7467600"/>
              <a:gd name="connsiteY643" fmla="*/ 2589124 h 6858000"/>
              <a:gd name="connsiteX644" fmla="*/ 1424001 w 7467600"/>
              <a:gd name="connsiteY644" fmla="*/ 2597541 h 6858000"/>
              <a:gd name="connsiteX645" fmla="*/ 2152729 w 7467600"/>
              <a:gd name="connsiteY645" fmla="*/ 2864487 h 6858000"/>
              <a:gd name="connsiteX646" fmla="*/ 2020609 w 7467600"/>
              <a:gd name="connsiteY646" fmla="*/ 2539671 h 6858000"/>
              <a:gd name="connsiteX647" fmla="*/ 2018920 w 7467600"/>
              <a:gd name="connsiteY647" fmla="*/ 2536309 h 6858000"/>
              <a:gd name="connsiteX648" fmla="*/ 1342441 w 7467600"/>
              <a:gd name="connsiteY648" fmla="*/ 1173017 h 6858000"/>
              <a:gd name="connsiteX649" fmla="*/ 1367925 w 7467600"/>
              <a:gd name="connsiteY649" fmla="*/ 1135648 h 6858000"/>
              <a:gd name="connsiteX650" fmla="*/ 1771401 w 7467600"/>
              <a:gd name="connsiteY650" fmla="*/ 1806673 h 6858000"/>
              <a:gd name="connsiteX651" fmla="*/ 1972385 w 7467600"/>
              <a:gd name="connsiteY651" fmla="*/ 2198735 h 6858000"/>
              <a:gd name="connsiteX652" fmla="*/ 2040892 w 7467600"/>
              <a:gd name="connsiteY652" fmla="*/ 2405205 h 6858000"/>
              <a:gd name="connsiteX653" fmla="*/ 2131689 w 7467600"/>
              <a:gd name="connsiteY653" fmla="*/ 1936926 h 6858000"/>
              <a:gd name="connsiteX654" fmla="*/ 2454820 w 7467600"/>
              <a:gd name="connsiteY654" fmla="*/ 1248808 h 6858000"/>
              <a:gd name="connsiteX655" fmla="*/ 2492512 w 7467600"/>
              <a:gd name="connsiteY655" fmla="*/ 1302920 h 6858000"/>
              <a:gd name="connsiteX656" fmla="*/ 2081216 w 7467600"/>
              <a:gd name="connsiteY656" fmla="*/ 2527513 h 6858000"/>
              <a:gd name="connsiteX657" fmla="*/ 2081211 w 7467600"/>
              <a:gd name="connsiteY657" fmla="*/ 2528916 h 6858000"/>
              <a:gd name="connsiteX658" fmla="*/ 2199067 w 7467600"/>
              <a:gd name="connsiteY658" fmla="*/ 2884061 h 6858000"/>
              <a:gd name="connsiteX659" fmla="*/ 3192586 w 7467600"/>
              <a:gd name="connsiteY659" fmla="*/ 3411496 h 6858000"/>
              <a:gd name="connsiteX660" fmla="*/ 3182620 w 7467600"/>
              <a:gd name="connsiteY660" fmla="*/ 3483279 h 6858000"/>
              <a:gd name="connsiteX661" fmla="*/ 2435119 w 7467600"/>
              <a:gd name="connsiteY661" fmla="*/ 3080173 h 6858000"/>
              <a:gd name="connsiteX662" fmla="*/ 2410152 w 7467600"/>
              <a:gd name="connsiteY662" fmla="*/ 3063751 h 6858000"/>
              <a:gd name="connsiteX663" fmla="*/ 2408099 w 7467600"/>
              <a:gd name="connsiteY663" fmla="*/ 3064403 h 6858000"/>
              <a:gd name="connsiteX664" fmla="*/ 2407218 w 7467600"/>
              <a:gd name="connsiteY664" fmla="*/ 3070324 h 6858000"/>
              <a:gd name="connsiteX665" fmla="*/ 2380138 w 7467600"/>
              <a:gd name="connsiteY665" fmla="*/ 3099341 h 6858000"/>
              <a:gd name="connsiteX666" fmla="*/ 1765923 w 7467600"/>
              <a:gd name="connsiteY666" fmla="*/ 3581043 h 6858000"/>
              <a:gd name="connsiteX667" fmla="*/ 1702258 w 7467600"/>
              <a:gd name="connsiteY667" fmla="*/ 3612286 h 6858000"/>
              <a:gd name="connsiteX668" fmla="*/ 1538370 w 7467600"/>
              <a:gd name="connsiteY668" fmla="*/ 3811804 h 6858000"/>
              <a:gd name="connsiteX669" fmla="*/ 542867 w 7467600"/>
              <a:gd name="connsiteY669" fmla="*/ 4944092 h 6858000"/>
              <a:gd name="connsiteX670" fmla="*/ 515800 w 7467600"/>
              <a:gd name="connsiteY670" fmla="*/ 4862180 h 6858000"/>
              <a:gd name="connsiteX671" fmla="*/ 909145 w 7467600"/>
              <a:gd name="connsiteY671" fmla="*/ 4199225 h 6858000"/>
              <a:gd name="connsiteX672" fmla="*/ 1214067 w 7467600"/>
              <a:gd name="connsiteY672" fmla="*/ 3908561 h 6858000"/>
              <a:gd name="connsiteX673" fmla="*/ 640967 w 7467600"/>
              <a:gd name="connsiteY673" fmla="*/ 4105601 h 6858000"/>
              <a:gd name="connsiteX674" fmla="*/ 112563 w 7467600"/>
              <a:gd name="connsiteY674" fmla="*/ 4396952 h 6858000"/>
              <a:gd name="connsiteX675" fmla="*/ 0 w 7467600"/>
              <a:gd name="connsiteY675" fmla="*/ 4466006 h 6858000"/>
              <a:gd name="connsiteX676" fmla="*/ 0 w 7467600"/>
              <a:gd name="connsiteY676" fmla="*/ 4233763 h 6858000"/>
              <a:gd name="connsiteX677" fmla="*/ 36881 w 7467600"/>
              <a:gd name="connsiteY677" fmla="*/ 4200118 h 6858000"/>
              <a:gd name="connsiteX678" fmla="*/ 910534 w 7467600"/>
              <a:gd name="connsiteY678" fmla="*/ 3629753 h 6858000"/>
              <a:gd name="connsiteX679" fmla="*/ 1578717 w 7467600"/>
              <a:gd name="connsiteY679" fmla="*/ 3575982 h 6858000"/>
              <a:gd name="connsiteX680" fmla="*/ 2338780 w 7467600"/>
              <a:gd name="connsiteY680" fmla="*/ 3033725 h 6858000"/>
              <a:gd name="connsiteX681" fmla="*/ 1807991 w 7467600"/>
              <a:gd name="connsiteY681" fmla="*/ 2807184 h 6858000"/>
              <a:gd name="connsiteX682" fmla="*/ 1416358 w 7467600"/>
              <a:gd name="connsiteY682" fmla="*/ 3112571 h 6858000"/>
              <a:gd name="connsiteX683" fmla="*/ 939066 w 7467600"/>
              <a:gd name="connsiteY683" fmla="*/ 3378798 h 6858000"/>
              <a:gd name="connsiteX684" fmla="*/ 115099 w 7467600"/>
              <a:gd name="connsiteY684" fmla="*/ 3607650 h 6858000"/>
              <a:gd name="connsiteX685" fmla="*/ 97284 w 7467600"/>
              <a:gd name="connsiteY685" fmla="*/ 3520393 h 6858000"/>
              <a:gd name="connsiteX686" fmla="*/ 922050 w 7467600"/>
              <a:gd name="connsiteY686" fmla="*/ 3074867 h 6858000"/>
              <a:gd name="connsiteX687" fmla="*/ 1405265 w 7467600"/>
              <a:gd name="connsiteY687" fmla="*/ 3016319 h 6858000"/>
              <a:gd name="connsiteX688" fmla="*/ 1407512 w 7467600"/>
              <a:gd name="connsiteY688" fmla="*/ 3018001 h 6858000"/>
              <a:gd name="connsiteX689" fmla="*/ 1726266 w 7467600"/>
              <a:gd name="connsiteY689" fmla="*/ 2777274 h 6858000"/>
              <a:gd name="connsiteX690" fmla="*/ 625390 w 7467600"/>
              <a:gd name="connsiteY690" fmla="*/ 2514541 h 6858000"/>
              <a:gd name="connsiteX691" fmla="*/ 619799 w 7467600"/>
              <a:gd name="connsiteY691" fmla="*/ 2527180 h 6858000"/>
              <a:gd name="connsiteX692" fmla="*/ 310030 w 7467600"/>
              <a:gd name="connsiteY692" fmla="*/ 2771818 h 6858000"/>
              <a:gd name="connsiteX693" fmla="*/ 173877 w 7467600"/>
              <a:gd name="connsiteY693" fmla="*/ 2937056 h 6858000"/>
              <a:gd name="connsiteX694" fmla="*/ 77889 w 7467600"/>
              <a:gd name="connsiteY694" fmla="*/ 3138440 h 6858000"/>
              <a:gd name="connsiteX695" fmla="*/ 0 w 7467600"/>
              <a:gd name="connsiteY695" fmla="*/ 3271395 h 6858000"/>
              <a:gd name="connsiteX696" fmla="*/ 0 w 7467600"/>
              <a:gd name="connsiteY696" fmla="*/ 3153002 h 6858000"/>
              <a:gd name="connsiteX697" fmla="*/ 2386 w 7467600"/>
              <a:gd name="connsiteY697" fmla="*/ 3149203 h 6858000"/>
              <a:gd name="connsiteX698" fmla="*/ 89753 w 7467600"/>
              <a:gd name="connsiteY698" fmla="*/ 2987702 h 6858000"/>
              <a:gd name="connsiteX699" fmla="*/ 76869 w 7467600"/>
              <a:gd name="connsiteY699" fmla="*/ 3005404 h 6858000"/>
              <a:gd name="connsiteX700" fmla="*/ 32049 w 7467600"/>
              <a:gd name="connsiteY700" fmla="*/ 3065814 h 6858000"/>
              <a:gd name="connsiteX701" fmla="*/ 0 w 7467600"/>
              <a:gd name="connsiteY701" fmla="*/ 3108744 h 6858000"/>
              <a:gd name="connsiteX702" fmla="*/ 0 w 7467600"/>
              <a:gd name="connsiteY702" fmla="*/ 3058059 h 6858000"/>
              <a:gd name="connsiteX703" fmla="*/ 7610 w 7467600"/>
              <a:gd name="connsiteY703" fmla="*/ 3047889 h 6858000"/>
              <a:gd name="connsiteX704" fmla="*/ 52419 w 7467600"/>
              <a:gd name="connsiteY704" fmla="*/ 2987479 h 6858000"/>
              <a:gd name="connsiteX705" fmla="*/ 59142 w 7467600"/>
              <a:gd name="connsiteY705" fmla="*/ 2978488 h 6858000"/>
              <a:gd name="connsiteX706" fmla="*/ 0 w 7467600"/>
              <a:gd name="connsiteY706" fmla="*/ 3015334 h 6858000"/>
              <a:gd name="connsiteX707" fmla="*/ 0 w 7467600"/>
              <a:gd name="connsiteY707" fmla="*/ 2914286 h 6858000"/>
              <a:gd name="connsiteX708" fmla="*/ 36383 w 7467600"/>
              <a:gd name="connsiteY708" fmla="*/ 2901128 h 6858000"/>
              <a:gd name="connsiteX709" fmla="*/ 156329 w 7467600"/>
              <a:gd name="connsiteY709" fmla="*/ 2840533 h 6858000"/>
              <a:gd name="connsiteX710" fmla="*/ 358355 w 7467600"/>
              <a:gd name="connsiteY710" fmla="*/ 2620471 h 6858000"/>
              <a:gd name="connsiteX711" fmla="*/ 510577 w 7467600"/>
              <a:gd name="connsiteY711" fmla="*/ 2501244 h 6858000"/>
              <a:gd name="connsiteX712" fmla="*/ 211967 w 7467600"/>
              <a:gd name="connsiteY712" fmla="*/ 2479171 h 6858000"/>
              <a:gd name="connsiteX713" fmla="*/ 0 w 7467600"/>
              <a:gd name="connsiteY713" fmla="*/ 2476398 h 6858000"/>
              <a:gd name="connsiteX714" fmla="*/ 0 w 7467600"/>
              <a:gd name="connsiteY714" fmla="*/ 2389189 h 6858000"/>
              <a:gd name="connsiteX715" fmla="*/ 103062 w 7467600"/>
              <a:gd name="connsiteY715" fmla="*/ 2389518 h 6858000"/>
              <a:gd name="connsiteX716" fmla="*/ 510734 w 7467600"/>
              <a:gd name="connsiteY716" fmla="*/ 2416201 h 6858000"/>
              <a:gd name="connsiteX717" fmla="*/ 279257 w 7467600"/>
              <a:gd name="connsiteY717" fmla="*/ 2092102 h 6858000"/>
              <a:gd name="connsiteX718" fmla="*/ 65265 w 7467600"/>
              <a:gd name="connsiteY718" fmla="*/ 2006049 h 6858000"/>
              <a:gd name="connsiteX719" fmla="*/ 0 w 7467600"/>
              <a:gd name="connsiteY719" fmla="*/ 1982532 h 6858000"/>
              <a:gd name="connsiteX720" fmla="*/ 0 w 7467600"/>
              <a:gd name="connsiteY720" fmla="*/ 1912789 h 6858000"/>
              <a:gd name="connsiteX721" fmla="*/ 97460 w 7467600"/>
              <a:gd name="connsiteY721" fmla="*/ 1953725 h 6858000"/>
              <a:gd name="connsiteX722" fmla="*/ 221272 w 7467600"/>
              <a:gd name="connsiteY722" fmla="*/ 1980766 h 6858000"/>
              <a:gd name="connsiteX723" fmla="*/ 116765 w 7467600"/>
              <a:gd name="connsiteY723" fmla="*/ 1911033 h 6858000"/>
              <a:gd name="connsiteX724" fmla="*/ 16405 w 7467600"/>
              <a:gd name="connsiteY724" fmla="*/ 1803412 h 6858000"/>
              <a:gd name="connsiteX725" fmla="*/ 0 w 7467600"/>
              <a:gd name="connsiteY725" fmla="*/ 1784777 h 6858000"/>
              <a:gd name="connsiteX726" fmla="*/ 0 w 7467600"/>
              <a:gd name="connsiteY726" fmla="*/ 1740082 h 6858000"/>
              <a:gd name="connsiteX727" fmla="*/ 39394 w 7467600"/>
              <a:gd name="connsiteY727" fmla="*/ 1784856 h 6858000"/>
              <a:gd name="connsiteX728" fmla="*/ 135813 w 7467600"/>
              <a:gd name="connsiteY728" fmla="*/ 1888838 h 6858000"/>
              <a:gd name="connsiteX729" fmla="*/ 242575 w 7467600"/>
              <a:gd name="connsiteY729" fmla="*/ 1958841 h 6858000"/>
              <a:gd name="connsiteX730" fmla="*/ 82197 w 7467600"/>
              <a:gd name="connsiteY730" fmla="*/ 1754826 h 6858000"/>
              <a:gd name="connsiteX731" fmla="*/ 0 w 7467600"/>
              <a:gd name="connsiteY731" fmla="*/ 1679650 h 6858000"/>
              <a:gd name="connsiteX732" fmla="*/ 0 w 7467600"/>
              <a:gd name="connsiteY732" fmla="*/ 1602463 h 6858000"/>
              <a:gd name="connsiteX733" fmla="*/ 84689 w 7467600"/>
              <a:gd name="connsiteY733" fmla="*/ 1677442 h 6858000"/>
              <a:gd name="connsiteX734" fmla="*/ 298437 w 7467600"/>
              <a:gd name="connsiteY734" fmla="*/ 1968019 h 6858000"/>
              <a:gd name="connsiteX735" fmla="*/ 227269 w 7467600"/>
              <a:gd name="connsiteY735" fmla="*/ 1114064 h 6858000"/>
              <a:gd name="connsiteX736" fmla="*/ 248003 w 7467600"/>
              <a:gd name="connsiteY736" fmla="*/ 1089613 h 6858000"/>
              <a:gd name="connsiteX737" fmla="*/ 427020 w 7467600"/>
              <a:gd name="connsiteY737" fmla="*/ 1619803 h 6858000"/>
              <a:gd name="connsiteX738" fmla="*/ 340345 w 7467600"/>
              <a:gd name="connsiteY738" fmla="*/ 2027739 h 6858000"/>
              <a:gd name="connsiteX739" fmla="*/ 360865 w 7467600"/>
              <a:gd name="connsiteY739" fmla="*/ 2044827 h 6858000"/>
              <a:gd name="connsiteX740" fmla="*/ 560414 w 7467600"/>
              <a:gd name="connsiteY740" fmla="*/ 2421457 h 6858000"/>
              <a:gd name="connsiteX741" fmla="*/ 1359703 w 7467600"/>
              <a:gd name="connsiteY741" fmla="*/ 2578554 h 6858000"/>
              <a:gd name="connsiteX742" fmla="*/ 1359422 w 7467600"/>
              <a:gd name="connsiteY742" fmla="*/ 2577994 h 6858000"/>
              <a:gd name="connsiteX743" fmla="*/ 828701 w 7467600"/>
              <a:gd name="connsiteY743" fmla="*/ 1839520 h 6858000"/>
              <a:gd name="connsiteX744" fmla="*/ 494427 w 7467600"/>
              <a:gd name="connsiteY744" fmla="*/ 1092333 h 6858000"/>
              <a:gd name="connsiteX745" fmla="*/ 506322 w 7467600"/>
              <a:gd name="connsiteY745" fmla="*/ 1020997 h 6858000"/>
              <a:gd name="connsiteX746" fmla="*/ 4570198 w 7467600"/>
              <a:gd name="connsiteY746" fmla="*/ 978081 h 6858000"/>
              <a:gd name="connsiteX747" fmla="*/ 4523691 w 7467600"/>
              <a:gd name="connsiteY747" fmla="*/ 1127776 h 6858000"/>
              <a:gd name="connsiteX748" fmla="*/ 4509875 w 7467600"/>
              <a:gd name="connsiteY748" fmla="*/ 1167552 h 6858000"/>
              <a:gd name="connsiteX749" fmla="*/ 4478168 w 7467600"/>
              <a:gd name="connsiteY749" fmla="*/ 1260735 h 6858000"/>
              <a:gd name="connsiteX750" fmla="*/ 4409309 w 7467600"/>
              <a:gd name="connsiteY750" fmla="*/ 1666996 h 6858000"/>
              <a:gd name="connsiteX751" fmla="*/ 4370031 w 7467600"/>
              <a:gd name="connsiteY751" fmla="*/ 1955666 h 6858000"/>
              <a:gd name="connsiteX752" fmla="*/ 4570198 w 7467600"/>
              <a:gd name="connsiteY752" fmla="*/ 978081 h 6858000"/>
              <a:gd name="connsiteX753" fmla="*/ 4557898 w 7467600"/>
              <a:gd name="connsiteY753" fmla="*/ 900011 h 6858000"/>
              <a:gd name="connsiteX754" fmla="*/ 4344840 w 7467600"/>
              <a:gd name="connsiteY754" fmla="*/ 1922038 h 6858000"/>
              <a:gd name="connsiteX755" fmla="*/ 4378710 w 7467600"/>
              <a:gd name="connsiteY755" fmla="*/ 1665516 h 6858000"/>
              <a:gd name="connsiteX756" fmla="*/ 4448798 w 7467600"/>
              <a:gd name="connsiteY756" fmla="*/ 1253024 h 6858000"/>
              <a:gd name="connsiteX757" fmla="*/ 4480315 w 7467600"/>
              <a:gd name="connsiteY757" fmla="*/ 1158454 h 6858000"/>
              <a:gd name="connsiteX758" fmla="*/ 4494133 w 7467600"/>
              <a:gd name="connsiteY758" fmla="*/ 1118676 h 6858000"/>
              <a:gd name="connsiteX759" fmla="*/ 4557898 w 7467600"/>
              <a:gd name="connsiteY759" fmla="*/ 900011 h 6858000"/>
              <a:gd name="connsiteX760" fmla="*/ 5870151 w 7467600"/>
              <a:gd name="connsiteY760" fmla="*/ 898890 h 6858000"/>
              <a:gd name="connsiteX761" fmla="*/ 5861335 w 7467600"/>
              <a:gd name="connsiteY761" fmla="*/ 899177 h 6858000"/>
              <a:gd name="connsiteX762" fmla="*/ 5843702 w 7467600"/>
              <a:gd name="connsiteY762" fmla="*/ 899748 h 6858000"/>
              <a:gd name="connsiteX763" fmla="*/ 5651107 w 7467600"/>
              <a:gd name="connsiteY763" fmla="*/ 920306 h 6858000"/>
              <a:gd name="connsiteX764" fmla="*/ 5459407 w 7467600"/>
              <a:gd name="connsiteY764" fmla="*/ 940975 h 6858000"/>
              <a:gd name="connsiteX765" fmla="*/ 5374846 w 7467600"/>
              <a:gd name="connsiteY765" fmla="*/ 941988 h 6858000"/>
              <a:gd name="connsiteX766" fmla="*/ 5256105 w 7467600"/>
              <a:gd name="connsiteY766" fmla="*/ 945632 h 6858000"/>
              <a:gd name="connsiteX767" fmla="*/ 5107071 w 7467600"/>
              <a:gd name="connsiteY767" fmla="*/ 969720 h 6858000"/>
              <a:gd name="connsiteX768" fmla="*/ 4998681 w 7467600"/>
              <a:gd name="connsiteY768" fmla="*/ 988771 h 6858000"/>
              <a:gd name="connsiteX769" fmla="*/ 5870151 w 7467600"/>
              <a:gd name="connsiteY769" fmla="*/ 898890 h 6858000"/>
              <a:gd name="connsiteX770" fmla="*/ 5504425 w 7467600"/>
              <a:gd name="connsiteY770" fmla="*/ 848067 h 6858000"/>
              <a:gd name="connsiteX771" fmla="*/ 4968849 w 7467600"/>
              <a:gd name="connsiteY771" fmla="*/ 962318 h 6858000"/>
              <a:gd name="connsiteX772" fmla="*/ 5104039 w 7467600"/>
              <a:gd name="connsiteY772" fmla="*/ 940634 h 6858000"/>
              <a:gd name="connsiteX773" fmla="*/ 5256311 w 7467600"/>
              <a:gd name="connsiteY773" fmla="*/ 916490 h 6858000"/>
              <a:gd name="connsiteX774" fmla="*/ 5377381 w 7467600"/>
              <a:gd name="connsiteY774" fmla="*/ 912671 h 6858000"/>
              <a:gd name="connsiteX775" fmla="*/ 5460148 w 7467600"/>
              <a:gd name="connsiteY775" fmla="*/ 911442 h 6858000"/>
              <a:gd name="connsiteX776" fmla="*/ 5648971 w 7467600"/>
              <a:gd name="connsiteY776" fmla="*/ 891331 h 6858000"/>
              <a:gd name="connsiteX777" fmla="*/ 5844807 w 7467600"/>
              <a:gd name="connsiteY777" fmla="*/ 870718 h 6858000"/>
              <a:gd name="connsiteX778" fmla="*/ 5862975 w 7467600"/>
              <a:gd name="connsiteY778" fmla="*/ 869756 h 6858000"/>
              <a:gd name="connsiteX779" fmla="*/ 5920887 w 7467600"/>
              <a:gd name="connsiteY779" fmla="*/ 865929 h 6858000"/>
              <a:gd name="connsiteX780" fmla="*/ 5504425 w 7467600"/>
              <a:gd name="connsiteY780" fmla="*/ 848067 h 6858000"/>
              <a:gd name="connsiteX781" fmla="*/ 3607114 w 7467600"/>
              <a:gd name="connsiteY781" fmla="*/ 467441 h 6858000"/>
              <a:gd name="connsiteX782" fmla="*/ 3296242 w 7467600"/>
              <a:gd name="connsiteY782" fmla="*/ 807991 h 6858000"/>
              <a:gd name="connsiteX783" fmla="*/ 3174674 w 7467600"/>
              <a:gd name="connsiteY783" fmla="*/ 919759 h 6858000"/>
              <a:gd name="connsiteX784" fmla="*/ 3042978 w 7467600"/>
              <a:gd name="connsiteY784" fmla="*/ 1054894 h 6858000"/>
              <a:gd name="connsiteX785" fmla="*/ 2968914 w 7467600"/>
              <a:gd name="connsiteY785" fmla="*/ 1133756 h 6858000"/>
              <a:gd name="connsiteX786" fmla="*/ 3103823 w 7467600"/>
              <a:gd name="connsiteY786" fmla="*/ 1026814 h 6858000"/>
              <a:gd name="connsiteX787" fmla="*/ 3607114 w 7467600"/>
              <a:gd name="connsiteY787" fmla="*/ 467441 h 6858000"/>
              <a:gd name="connsiteX788" fmla="*/ 3744487 w 7467600"/>
              <a:gd name="connsiteY788" fmla="*/ 383136 h 6858000"/>
              <a:gd name="connsiteX789" fmla="*/ 3970213 w 7467600"/>
              <a:gd name="connsiteY789" fmla="*/ 995559 h 6858000"/>
              <a:gd name="connsiteX790" fmla="*/ 3744487 w 7467600"/>
              <a:gd name="connsiteY790" fmla="*/ 383136 h 6858000"/>
              <a:gd name="connsiteX791" fmla="*/ 3624562 w 7467600"/>
              <a:gd name="connsiteY791" fmla="*/ 367041 h 6858000"/>
              <a:gd name="connsiteX792" fmla="*/ 3489712 w 7467600"/>
              <a:gd name="connsiteY792" fmla="*/ 485386 h 6858000"/>
              <a:gd name="connsiteX793" fmla="*/ 3182994 w 7467600"/>
              <a:gd name="connsiteY793" fmla="*/ 828265 h 6858000"/>
              <a:gd name="connsiteX794" fmla="*/ 2892114 w 7467600"/>
              <a:gd name="connsiteY794" fmla="*/ 1172635 h 6858000"/>
              <a:gd name="connsiteX795" fmla="*/ 3021459 w 7467600"/>
              <a:gd name="connsiteY795" fmla="*/ 1035385 h 6858000"/>
              <a:gd name="connsiteX796" fmla="*/ 3153873 w 7467600"/>
              <a:gd name="connsiteY796" fmla="*/ 898971 h 6858000"/>
              <a:gd name="connsiteX797" fmla="*/ 3276511 w 7467600"/>
              <a:gd name="connsiteY797" fmla="*/ 786423 h 6858000"/>
              <a:gd name="connsiteX798" fmla="*/ 3584154 w 7467600"/>
              <a:gd name="connsiteY798" fmla="*/ 448218 h 6858000"/>
              <a:gd name="connsiteX799" fmla="*/ 3624562 w 7467600"/>
              <a:gd name="connsiteY799" fmla="*/ 367041 h 6858000"/>
              <a:gd name="connsiteX800" fmla="*/ 3766672 w 7467600"/>
              <a:gd name="connsiteY800" fmla="*/ 359429 h 6858000"/>
              <a:gd name="connsiteX801" fmla="*/ 3996338 w 7467600"/>
              <a:gd name="connsiteY801" fmla="*/ 968237 h 6858000"/>
              <a:gd name="connsiteX802" fmla="*/ 3766672 w 7467600"/>
              <a:gd name="connsiteY802" fmla="*/ 359429 h 6858000"/>
              <a:gd name="connsiteX803" fmla="*/ 5805386 w 7467600"/>
              <a:gd name="connsiteY803" fmla="*/ 239240 h 6858000"/>
              <a:gd name="connsiteX804" fmla="*/ 5736947 w 7467600"/>
              <a:gd name="connsiteY804" fmla="*/ 261367 h 6858000"/>
              <a:gd name="connsiteX805" fmla="*/ 5427012 w 7467600"/>
              <a:gd name="connsiteY805" fmla="*/ 311272 h 6858000"/>
              <a:gd name="connsiteX806" fmla="*/ 5147818 w 7467600"/>
              <a:gd name="connsiteY806" fmla="*/ 322112 h 6858000"/>
              <a:gd name="connsiteX807" fmla="*/ 5060854 w 7467600"/>
              <a:gd name="connsiteY807" fmla="*/ 311882 h 6858000"/>
              <a:gd name="connsiteX808" fmla="*/ 4945989 w 7467600"/>
              <a:gd name="connsiteY808" fmla="*/ 300516 h 6858000"/>
              <a:gd name="connsiteX809" fmla="*/ 5410479 w 7467600"/>
              <a:gd name="connsiteY809" fmla="*/ 348434 h 6858000"/>
              <a:gd name="connsiteX810" fmla="*/ 5805386 w 7467600"/>
              <a:gd name="connsiteY810" fmla="*/ 239240 h 6858000"/>
              <a:gd name="connsiteX811" fmla="*/ 5905192 w 7467600"/>
              <a:gd name="connsiteY811" fmla="*/ 163079 h 6858000"/>
              <a:gd name="connsiteX812" fmla="*/ 5865655 w 7467600"/>
              <a:gd name="connsiteY812" fmla="*/ 171901 h 6858000"/>
              <a:gd name="connsiteX813" fmla="*/ 5259740 w 7467600"/>
              <a:gd name="connsiteY813" fmla="*/ 257013 h 6858000"/>
              <a:gd name="connsiteX814" fmla="*/ 5208466 w 7467600"/>
              <a:gd name="connsiteY814" fmla="*/ 257550 h 6858000"/>
              <a:gd name="connsiteX815" fmla="*/ 4980204 w 7467600"/>
              <a:gd name="connsiteY815" fmla="*/ 271903 h 6858000"/>
              <a:gd name="connsiteX816" fmla="*/ 5068068 w 7467600"/>
              <a:gd name="connsiteY816" fmla="*/ 282244 h 6858000"/>
              <a:gd name="connsiteX817" fmla="*/ 5153231 w 7467600"/>
              <a:gd name="connsiteY817" fmla="*/ 292240 h 6858000"/>
              <a:gd name="connsiteX818" fmla="*/ 5426491 w 7467600"/>
              <a:gd name="connsiteY818" fmla="*/ 281128 h 6858000"/>
              <a:gd name="connsiteX819" fmla="*/ 5731212 w 7467600"/>
              <a:gd name="connsiteY819" fmla="*/ 231951 h 6858000"/>
              <a:gd name="connsiteX820" fmla="*/ 5905192 w 7467600"/>
              <a:gd name="connsiteY820" fmla="*/ 163079 h 6858000"/>
              <a:gd name="connsiteX821" fmla="*/ 5944437 w 7467600"/>
              <a:gd name="connsiteY821" fmla="*/ 113829 h 6858000"/>
              <a:gd name="connsiteX822" fmla="*/ 5825032 w 7467600"/>
              <a:gd name="connsiteY822" fmla="*/ 146405 h 6858000"/>
              <a:gd name="connsiteX823" fmla="*/ 4955599 w 7467600"/>
              <a:gd name="connsiteY823" fmla="*/ 247008 h 6858000"/>
              <a:gd name="connsiteX824" fmla="*/ 5210104 w 7467600"/>
              <a:gd name="connsiteY824" fmla="*/ 228123 h 6858000"/>
              <a:gd name="connsiteX825" fmla="*/ 5261015 w 7467600"/>
              <a:gd name="connsiteY825" fmla="*/ 227087 h 6858000"/>
              <a:gd name="connsiteX826" fmla="*/ 5861181 w 7467600"/>
              <a:gd name="connsiteY826" fmla="*/ 143093 h 6858000"/>
              <a:gd name="connsiteX827" fmla="*/ 5961252 w 7467600"/>
              <a:gd name="connsiteY827" fmla="*/ 114820 h 6858000"/>
              <a:gd name="connsiteX828" fmla="*/ 5944437 w 7467600"/>
              <a:gd name="connsiteY828" fmla="*/ 113829 h 6858000"/>
              <a:gd name="connsiteX829" fmla="*/ 3882765 w 7467600"/>
              <a:gd name="connsiteY829" fmla="*/ 0 h 6858000"/>
              <a:gd name="connsiteX830" fmla="*/ 3995099 w 7467600"/>
              <a:gd name="connsiteY830" fmla="*/ 0 h 6858000"/>
              <a:gd name="connsiteX831" fmla="*/ 4163818 w 7467600"/>
              <a:gd name="connsiteY831" fmla="*/ 234104 h 6858000"/>
              <a:gd name="connsiteX832" fmla="*/ 4172099 w 7467600"/>
              <a:gd name="connsiteY832" fmla="*/ 234207 h 6858000"/>
              <a:gd name="connsiteX833" fmla="*/ 4784282 w 7467600"/>
              <a:gd name="connsiteY833" fmla="*/ 276561 h 6858000"/>
              <a:gd name="connsiteX834" fmla="*/ 4801687 w 7467600"/>
              <a:gd name="connsiteY834" fmla="*/ 267764 h 6858000"/>
              <a:gd name="connsiteX835" fmla="*/ 6082788 w 7467600"/>
              <a:gd name="connsiteY835" fmla="*/ 64119 h 6858000"/>
              <a:gd name="connsiteX836" fmla="*/ 6099442 w 7467600"/>
              <a:gd name="connsiteY836" fmla="*/ 82568 h 6858000"/>
              <a:gd name="connsiteX837" fmla="*/ 4804137 w 7467600"/>
              <a:gd name="connsiteY837" fmla="*/ 320931 h 6858000"/>
              <a:gd name="connsiteX838" fmla="*/ 4227047 w 7467600"/>
              <a:gd name="connsiteY838" fmla="*/ 313415 h 6858000"/>
              <a:gd name="connsiteX839" fmla="*/ 4346041 w 7467600"/>
              <a:gd name="connsiteY839" fmla="*/ 456086 h 6858000"/>
              <a:gd name="connsiteX840" fmla="*/ 4870967 w 7467600"/>
              <a:gd name="connsiteY840" fmla="*/ 963061 h 6858000"/>
              <a:gd name="connsiteX841" fmla="*/ 4889647 w 7467600"/>
              <a:gd name="connsiteY841" fmla="*/ 957147 h 6858000"/>
              <a:gd name="connsiteX842" fmla="*/ 5422504 w 7467600"/>
              <a:gd name="connsiteY842" fmla="*/ 805191 h 6858000"/>
              <a:gd name="connsiteX843" fmla="*/ 6087656 w 7467600"/>
              <a:gd name="connsiteY843" fmla="*/ 826703 h 6858000"/>
              <a:gd name="connsiteX844" fmla="*/ 6058717 w 7467600"/>
              <a:gd name="connsiteY844" fmla="*/ 865992 h 6858000"/>
              <a:gd name="connsiteX845" fmla="*/ 4974153 w 7467600"/>
              <a:gd name="connsiteY845" fmla="*/ 1045456 h 6858000"/>
              <a:gd name="connsiteX846" fmla="*/ 5627835 w 7467600"/>
              <a:gd name="connsiteY846" fmla="*/ 1472077 h 6858000"/>
              <a:gd name="connsiteX847" fmla="*/ 5629817 w 7467600"/>
              <a:gd name="connsiteY847" fmla="*/ 1471412 h 6858000"/>
              <a:gd name="connsiteX848" fmla="*/ 5634124 w 7467600"/>
              <a:gd name="connsiteY848" fmla="*/ 1470572 h 6858000"/>
              <a:gd name="connsiteX849" fmla="*/ 5755832 w 7467600"/>
              <a:gd name="connsiteY849" fmla="*/ 1383886 h 6858000"/>
              <a:gd name="connsiteX850" fmla="*/ 6014186 w 7467600"/>
              <a:gd name="connsiteY850" fmla="*/ 1279799 h 6858000"/>
              <a:gd name="connsiteX851" fmla="*/ 6901619 w 7467600"/>
              <a:gd name="connsiteY851" fmla="*/ 1047874 h 6858000"/>
              <a:gd name="connsiteX852" fmla="*/ 6931566 w 7467600"/>
              <a:gd name="connsiteY852" fmla="*/ 1062034 h 6858000"/>
              <a:gd name="connsiteX853" fmla="*/ 5790982 w 7467600"/>
              <a:gd name="connsiteY853" fmla="*/ 1561380 h 6858000"/>
              <a:gd name="connsiteX854" fmla="*/ 6188971 w 7467600"/>
              <a:gd name="connsiteY854" fmla="*/ 1755168 h 6858000"/>
              <a:gd name="connsiteX855" fmla="*/ 6202446 w 7467600"/>
              <a:gd name="connsiteY855" fmla="*/ 1752268 h 6858000"/>
              <a:gd name="connsiteX856" fmla="*/ 7179560 w 7467600"/>
              <a:gd name="connsiteY856" fmla="*/ 1467551 h 6858000"/>
              <a:gd name="connsiteX857" fmla="*/ 7158730 w 7467600"/>
              <a:gd name="connsiteY857" fmla="*/ 1507835 h 6858000"/>
              <a:gd name="connsiteX858" fmla="*/ 6326959 w 7467600"/>
              <a:gd name="connsiteY858" fmla="*/ 1817686 h 6858000"/>
              <a:gd name="connsiteX859" fmla="*/ 6537433 w 7467600"/>
              <a:gd name="connsiteY859" fmla="*/ 1907790 h 6858000"/>
              <a:gd name="connsiteX860" fmla="*/ 6550221 w 7467600"/>
              <a:gd name="connsiteY860" fmla="*/ 1910729 h 6858000"/>
              <a:gd name="connsiteX861" fmla="*/ 6964438 w 7467600"/>
              <a:gd name="connsiteY861" fmla="*/ 2209505 h 6858000"/>
              <a:gd name="connsiteX862" fmla="*/ 7367862 w 7467600"/>
              <a:gd name="connsiteY862" fmla="*/ 2806833 h 6858000"/>
              <a:gd name="connsiteX863" fmla="*/ 7364329 w 7467600"/>
              <a:gd name="connsiteY863" fmla="*/ 2826907 h 6858000"/>
              <a:gd name="connsiteX864" fmla="*/ 7290545 w 7467600"/>
              <a:gd name="connsiteY864" fmla="*/ 2850663 h 6858000"/>
              <a:gd name="connsiteX865" fmla="*/ 6472036 w 7467600"/>
              <a:gd name="connsiteY865" fmla="*/ 1959003 h 6858000"/>
              <a:gd name="connsiteX866" fmla="*/ 5792897 w 7467600"/>
              <a:gd name="connsiteY866" fmla="*/ 1647747 h 6858000"/>
              <a:gd name="connsiteX867" fmla="*/ 5842751 w 7467600"/>
              <a:gd name="connsiteY867" fmla="*/ 1816112 h 6858000"/>
              <a:gd name="connsiteX868" fmla="*/ 5847424 w 7467600"/>
              <a:gd name="connsiteY868" fmla="*/ 1815776 h 6858000"/>
              <a:gd name="connsiteX869" fmla="*/ 6399821 w 7467600"/>
              <a:gd name="connsiteY869" fmla="*/ 2344799 h 6858000"/>
              <a:gd name="connsiteX870" fmla="*/ 6323232 w 7467600"/>
              <a:gd name="connsiteY870" fmla="*/ 2389634 h 6858000"/>
              <a:gd name="connsiteX871" fmla="*/ 5942958 w 7467600"/>
              <a:gd name="connsiteY871" fmla="*/ 2077708 h 6858000"/>
              <a:gd name="connsiteX872" fmla="*/ 5921559 w 7467600"/>
              <a:gd name="connsiteY872" fmla="*/ 2378596 h 6858000"/>
              <a:gd name="connsiteX873" fmla="*/ 5817651 w 7467600"/>
              <a:gd name="connsiteY873" fmla="*/ 3023919 h 6858000"/>
              <a:gd name="connsiteX874" fmla="*/ 5729634 w 7467600"/>
              <a:gd name="connsiteY874" fmla="*/ 3051849 h 6858000"/>
              <a:gd name="connsiteX875" fmla="*/ 5611018 w 7467600"/>
              <a:gd name="connsiteY875" fmla="*/ 2316769 h 6858000"/>
              <a:gd name="connsiteX876" fmla="*/ 5687608 w 7467600"/>
              <a:gd name="connsiteY876" fmla="*/ 2039972 h 6858000"/>
              <a:gd name="connsiteX877" fmla="*/ 5657554 w 7467600"/>
              <a:gd name="connsiteY877" fmla="*/ 1576445 h 6858000"/>
              <a:gd name="connsiteX878" fmla="*/ 5150475 w 7467600"/>
              <a:gd name="connsiteY878" fmla="*/ 1274012 h 6858000"/>
              <a:gd name="connsiteX879" fmla="*/ 5349142 w 7467600"/>
              <a:gd name="connsiteY879" fmla="*/ 2204405 h 6858000"/>
              <a:gd name="connsiteX880" fmla="*/ 5262214 w 7467600"/>
              <a:gd name="connsiteY880" fmla="*/ 2233836 h 6858000"/>
              <a:gd name="connsiteX881" fmla="*/ 4981539 w 7467600"/>
              <a:gd name="connsiteY881" fmla="*/ 1542201 h 6858000"/>
              <a:gd name="connsiteX882" fmla="*/ 4958461 w 7467600"/>
              <a:gd name="connsiteY882" fmla="*/ 1136957 h 6858000"/>
              <a:gd name="connsiteX883" fmla="*/ 4655015 w 7467600"/>
              <a:gd name="connsiteY883" fmla="*/ 891426 h 6858000"/>
              <a:gd name="connsiteX884" fmla="*/ 4348002 w 7467600"/>
              <a:gd name="connsiteY884" fmla="*/ 2205895 h 6858000"/>
              <a:gd name="connsiteX885" fmla="*/ 4262250 w 7467600"/>
              <a:gd name="connsiteY885" fmla="*/ 2219972 h 6858000"/>
              <a:gd name="connsiteX886" fmla="*/ 4550611 w 7467600"/>
              <a:gd name="connsiteY886" fmla="*/ 817540 h 6858000"/>
              <a:gd name="connsiteX887" fmla="*/ 4564418 w 7467600"/>
              <a:gd name="connsiteY887" fmla="*/ 808293 h 6858000"/>
              <a:gd name="connsiteX888" fmla="*/ 4266388 w 7467600"/>
              <a:gd name="connsiteY888" fmla="*/ 500083 h 6858000"/>
              <a:gd name="connsiteX889" fmla="*/ 4032842 w 7467600"/>
              <a:gd name="connsiteY889" fmla="*/ 211809 h 6858000"/>
              <a:gd name="connsiteX890" fmla="*/ 3882765 w 7467600"/>
              <a:gd name="connsiteY890" fmla="*/ 0 h 6858000"/>
              <a:gd name="connsiteX891" fmla="*/ 3721337 w 7467600"/>
              <a:gd name="connsiteY891" fmla="*/ 0 h 6858000"/>
              <a:gd name="connsiteX892" fmla="*/ 3797544 w 7467600"/>
              <a:gd name="connsiteY892" fmla="*/ 0 h 6858000"/>
              <a:gd name="connsiteX893" fmla="*/ 3775734 w 7467600"/>
              <a:gd name="connsiteY893" fmla="*/ 95131 h 6858000"/>
              <a:gd name="connsiteX894" fmla="*/ 3724807 w 7467600"/>
              <a:gd name="connsiteY894" fmla="*/ 272257 h 6858000"/>
              <a:gd name="connsiteX895" fmla="*/ 3726844 w 7467600"/>
              <a:gd name="connsiteY895" fmla="*/ 282988 h 6858000"/>
              <a:gd name="connsiteX896" fmla="*/ 3742664 w 7467600"/>
              <a:gd name="connsiteY896" fmla="*/ 279918 h 6858000"/>
              <a:gd name="connsiteX897" fmla="*/ 4103910 w 7467600"/>
              <a:gd name="connsiteY897" fmla="*/ 1161917 h 6858000"/>
              <a:gd name="connsiteX898" fmla="*/ 4020269 w 7467600"/>
              <a:gd name="connsiteY898" fmla="*/ 1200406 h 6858000"/>
              <a:gd name="connsiteX899" fmla="*/ 3674882 w 7467600"/>
              <a:gd name="connsiteY899" fmla="*/ 488524 h 6858000"/>
              <a:gd name="connsiteX900" fmla="*/ 3132682 w 7467600"/>
              <a:gd name="connsiteY900" fmla="*/ 1072284 h 6858000"/>
              <a:gd name="connsiteX901" fmla="*/ 2716346 w 7467600"/>
              <a:gd name="connsiteY901" fmla="*/ 1276376 h 6858000"/>
              <a:gd name="connsiteX902" fmla="*/ 2716772 w 7467600"/>
              <a:gd name="connsiteY902" fmla="*/ 1255462 h 6858000"/>
              <a:gd name="connsiteX903" fmla="*/ 3471096 w 7467600"/>
              <a:gd name="connsiteY903" fmla="*/ 437072 h 6858000"/>
              <a:gd name="connsiteX904" fmla="*/ 3639057 w 7467600"/>
              <a:gd name="connsiteY904" fmla="*/ 286334 h 6858000"/>
              <a:gd name="connsiteX905" fmla="*/ 3640309 w 7467600"/>
              <a:gd name="connsiteY905" fmla="*/ 284664 h 6858000"/>
              <a:gd name="connsiteX906" fmla="*/ 3646022 w 7467600"/>
              <a:gd name="connsiteY906" fmla="*/ 276711 h 6858000"/>
              <a:gd name="connsiteX907" fmla="*/ 3707943 w 7467600"/>
              <a:gd name="connsiteY907" fmla="*/ 65958 h 6858000"/>
              <a:gd name="connsiteX908" fmla="*/ 3721337 w 7467600"/>
              <a:gd name="connsiteY908" fmla="*/ 0 h 6858000"/>
              <a:gd name="connsiteX909" fmla="*/ 2867960 w 7467600"/>
              <a:gd name="connsiteY909" fmla="*/ 0 h 6858000"/>
              <a:gd name="connsiteX910" fmla="*/ 2926351 w 7467600"/>
              <a:gd name="connsiteY910" fmla="*/ 0 h 6858000"/>
              <a:gd name="connsiteX911" fmla="*/ 2902823 w 7467600"/>
              <a:gd name="connsiteY911" fmla="*/ 262929 h 6858000"/>
              <a:gd name="connsiteX912" fmla="*/ 2940663 w 7467600"/>
              <a:gd name="connsiteY912" fmla="*/ 140884 h 6858000"/>
              <a:gd name="connsiteX913" fmla="*/ 2947039 w 7467600"/>
              <a:gd name="connsiteY913" fmla="*/ 122524 h 6858000"/>
              <a:gd name="connsiteX914" fmla="*/ 2984316 w 7467600"/>
              <a:gd name="connsiteY914" fmla="*/ 0 h 6858000"/>
              <a:gd name="connsiteX915" fmla="*/ 3016114 w 7467600"/>
              <a:gd name="connsiteY915" fmla="*/ 0 h 6858000"/>
              <a:gd name="connsiteX916" fmla="*/ 2979949 w 7467600"/>
              <a:gd name="connsiteY916" fmla="*/ 119274 h 6858000"/>
              <a:gd name="connsiteX917" fmla="*/ 3023879 w 7467600"/>
              <a:gd name="connsiteY917" fmla="*/ 0 h 6858000"/>
              <a:gd name="connsiteX918" fmla="*/ 3105400 w 7467600"/>
              <a:gd name="connsiteY918" fmla="*/ 0 h 6858000"/>
              <a:gd name="connsiteX919" fmla="*/ 3094669 w 7467600"/>
              <a:gd name="connsiteY919" fmla="*/ 30308 h 6858000"/>
              <a:gd name="connsiteX920" fmla="*/ 2901945 w 7467600"/>
              <a:gd name="connsiteY920" fmla="*/ 466538 h 6858000"/>
              <a:gd name="connsiteX921" fmla="*/ 2815209 w 7467600"/>
              <a:gd name="connsiteY921" fmla="*/ 497361 h 6858000"/>
              <a:gd name="connsiteX922" fmla="*/ 2844845 w 7467600"/>
              <a:gd name="connsiteY922" fmla="*/ 127638 h 6858000"/>
              <a:gd name="connsiteX923" fmla="*/ 2867960 w 7467600"/>
              <a:gd name="connsiteY923" fmla="*/ 0 h 6858000"/>
              <a:gd name="connsiteX924" fmla="*/ 1057230 w 7467600"/>
              <a:gd name="connsiteY924" fmla="*/ 0 h 6858000"/>
              <a:gd name="connsiteX925" fmla="*/ 1111003 w 7467600"/>
              <a:gd name="connsiteY925" fmla="*/ 0 h 6858000"/>
              <a:gd name="connsiteX926" fmla="*/ 1125553 w 7467600"/>
              <a:gd name="connsiteY926" fmla="*/ 52588 h 6858000"/>
              <a:gd name="connsiteX927" fmla="*/ 1304276 w 7467600"/>
              <a:gd name="connsiteY927" fmla="*/ 476275 h 6858000"/>
              <a:gd name="connsiteX928" fmla="*/ 1492066 w 7467600"/>
              <a:gd name="connsiteY928" fmla="*/ 886333 h 6858000"/>
              <a:gd name="connsiteX929" fmla="*/ 1423698 w 7467600"/>
              <a:gd name="connsiteY929" fmla="*/ 710817 h 6858000"/>
              <a:gd name="connsiteX930" fmla="*/ 1357609 w 7467600"/>
              <a:gd name="connsiteY930" fmla="*/ 532892 h 6858000"/>
              <a:gd name="connsiteX931" fmla="*/ 1309550 w 7467600"/>
              <a:gd name="connsiteY931" fmla="*/ 374031 h 6858000"/>
              <a:gd name="connsiteX932" fmla="*/ 1193673 w 7467600"/>
              <a:gd name="connsiteY932" fmla="*/ 49533 h 6858000"/>
              <a:gd name="connsiteX933" fmla="*/ 1164391 w 7467600"/>
              <a:gd name="connsiteY933" fmla="*/ 0 h 6858000"/>
              <a:gd name="connsiteX934" fmla="*/ 1200666 w 7467600"/>
              <a:gd name="connsiteY934" fmla="*/ 0 h 6858000"/>
              <a:gd name="connsiteX935" fmla="*/ 1223408 w 7467600"/>
              <a:gd name="connsiteY935" fmla="*/ 38996 h 6858000"/>
              <a:gd name="connsiteX936" fmla="*/ 1339635 w 7467600"/>
              <a:gd name="connsiteY936" fmla="*/ 365517 h 6858000"/>
              <a:gd name="connsiteX937" fmla="*/ 1387469 w 7467600"/>
              <a:gd name="connsiteY937" fmla="*/ 523079 h 6858000"/>
              <a:gd name="connsiteX938" fmla="*/ 1452685 w 7467600"/>
              <a:gd name="connsiteY938" fmla="*/ 699806 h 6858000"/>
              <a:gd name="connsiteX939" fmla="*/ 1492092 w 7467600"/>
              <a:gd name="connsiteY939" fmla="*/ 800424 h 6858000"/>
              <a:gd name="connsiteX940" fmla="*/ 1455302 w 7467600"/>
              <a:gd name="connsiteY940" fmla="*/ 632913 h 6858000"/>
              <a:gd name="connsiteX941" fmla="*/ 1222336 w 7467600"/>
              <a:gd name="connsiteY941" fmla="*/ 9480 h 6858000"/>
              <a:gd name="connsiteX942" fmla="*/ 1214634 w 7467600"/>
              <a:gd name="connsiteY942" fmla="*/ 0 h 6858000"/>
              <a:gd name="connsiteX943" fmla="*/ 1289827 w 7467600"/>
              <a:gd name="connsiteY943" fmla="*/ 0 h 6858000"/>
              <a:gd name="connsiteX944" fmla="*/ 1321076 w 7467600"/>
              <a:gd name="connsiteY944" fmla="*/ 59722 h 6858000"/>
              <a:gd name="connsiteX945" fmla="*/ 1512579 w 7467600"/>
              <a:gd name="connsiteY945" fmla="*/ 626441 h 6858000"/>
              <a:gd name="connsiteX946" fmla="*/ 1506076 w 7467600"/>
              <a:gd name="connsiteY946" fmla="*/ 1089289 h 6858000"/>
              <a:gd name="connsiteX947" fmla="*/ 1486346 w 7467600"/>
              <a:gd name="connsiteY947" fmla="*/ 1079919 h 6858000"/>
              <a:gd name="connsiteX948" fmla="*/ 1070511 w 7467600"/>
              <a:gd name="connsiteY948" fmla="*/ 48609 h 6858000"/>
              <a:gd name="connsiteX949" fmla="*/ 1057230 w 7467600"/>
              <a:gd name="connsiteY949" fmla="*/ 0 h 6858000"/>
              <a:gd name="connsiteX950" fmla="*/ 43151 w 7467600"/>
              <a:gd name="connsiteY950" fmla="*/ 0 h 6858000"/>
              <a:gd name="connsiteX951" fmla="*/ 95283 w 7467600"/>
              <a:gd name="connsiteY951" fmla="*/ 0 h 6858000"/>
              <a:gd name="connsiteX952" fmla="*/ 300708 w 7467600"/>
              <a:gd name="connsiteY952" fmla="*/ 154571 h 6858000"/>
              <a:gd name="connsiteX953" fmla="*/ 530414 w 7467600"/>
              <a:gd name="connsiteY953" fmla="*/ 354673 h 6858000"/>
              <a:gd name="connsiteX954" fmla="*/ 333785 w 7467600"/>
              <a:gd name="connsiteY954" fmla="*/ 161564 h 6858000"/>
              <a:gd name="connsiteX955" fmla="*/ 147005 w 7467600"/>
              <a:gd name="connsiteY955" fmla="*/ 0 h 6858000"/>
              <a:gd name="connsiteX956" fmla="*/ 272509 w 7467600"/>
              <a:gd name="connsiteY956" fmla="*/ 0 h 6858000"/>
              <a:gd name="connsiteX957" fmla="*/ 326276 w 7467600"/>
              <a:gd name="connsiteY957" fmla="*/ 45847 h 6858000"/>
              <a:gd name="connsiteX958" fmla="*/ 823759 w 7467600"/>
              <a:gd name="connsiteY958" fmla="*/ 574145 h 6858000"/>
              <a:gd name="connsiteX959" fmla="*/ 811254 w 7467600"/>
              <a:gd name="connsiteY959" fmla="*/ 665546 h 6858000"/>
              <a:gd name="connsiteX960" fmla="*/ 154042 w 7467600"/>
              <a:gd name="connsiteY960" fmla="*/ 261522 h 6858000"/>
              <a:gd name="connsiteX961" fmla="*/ 13550 w 7467600"/>
              <a:gd name="connsiteY961" fmla="*/ 158423 h 6858000"/>
              <a:gd name="connsiteX962" fmla="*/ 0 w 7467600"/>
              <a:gd name="connsiteY962" fmla="*/ 146618 h 6858000"/>
              <a:gd name="connsiteX963" fmla="*/ 0 w 7467600"/>
              <a:gd name="connsiteY963" fmla="*/ 59161 h 6858000"/>
              <a:gd name="connsiteX964" fmla="*/ 45427 w 7467600"/>
              <a:gd name="connsiteY964" fmla="*/ 101078 h 6858000"/>
              <a:gd name="connsiteX965" fmla="*/ 630103 w 7467600"/>
              <a:gd name="connsiteY965" fmla="*/ 485885 h 6858000"/>
              <a:gd name="connsiteX966" fmla="*/ 532040 w 7467600"/>
              <a:gd name="connsiteY966" fmla="*/ 399359 h 6858000"/>
              <a:gd name="connsiteX967" fmla="*/ 517618 w 7467600"/>
              <a:gd name="connsiteY967" fmla="*/ 385726 h 6858000"/>
              <a:gd name="connsiteX968" fmla="*/ 285074 w 7467600"/>
              <a:gd name="connsiteY968" fmla="*/ 182755 h 6858000"/>
              <a:gd name="connsiteX969" fmla="*/ 43151 w 7467600"/>
              <a:gd name="connsiteY969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7454976 w 7467600"/>
              <a:gd name="connsiteY74" fmla="*/ 6318297 h 6858000"/>
              <a:gd name="connsiteX75" fmla="*/ 7379510 w 7467600"/>
              <a:gd name="connsiteY75" fmla="*/ 5755454 h 6858000"/>
              <a:gd name="connsiteX76" fmla="*/ 7467600 w 7467600"/>
              <a:gd name="connsiteY76" fmla="*/ 5845526 h 6858000"/>
              <a:gd name="connsiteX77" fmla="*/ 7271900 w 7467600"/>
              <a:gd name="connsiteY77" fmla="*/ 5734551 h 6858000"/>
              <a:gd name="connsiteX78" fmla="*/ 7259646 w 7467600"/>
              <a:gd name="connsiteY78" fmla="*/ 5765985 h 6858000"/>
              <a:gd name="connsiteX79" fmla="*/ 7467600 w 7467600"/>
              <a:gd name="connsiteY79" fmla="*/ 6012219 h 6858000"/>
              <a:gd name="connsiteX80" fmla="*/ 7356878 w 7467600"/>
              <a:gd name="connsiteY80" fmla="*/ 5981332 h 6858000"/>
              <a:gd name="connsiteX81" fmla="*/ 7467600 w 7467600"/>
              <a:gd name="connsiteY81" fmla="*/ 6117703 h 6858000"/>
              <a:gd name="connsiteX82" fmla="*/ 7467600 w 7467600"/>
              <a:gd name="connsiteY82" fmla="*/ 6163634 h 6858000"/>
              <a:gd name="connsiteX83" fmla="*/ 7403637 w 7467600"/>
              <a:gd name="connsiteY83" fmla="*/ 6083957 h 6858000"/>
              <a:gd name="connsiteX84" fmla="*/ 7254615 w 7467600"/>
              <a:gd name="connsiteY84" fmla="*/ 5911918 h 6858000"/>
              <a:gd name="connsiteX85" fmla="*/ 7312589 w 7467600"/>
              <a:gd name="connsiteY85" fmla="*/ 5982309 h 6858000"/>
              <a:gd name="connsiteX86" fmla="*/ 7448321 w 7467600"/>
              <a:gd name="connsiteY86" fmla="*/ 6190991 h 6858000"/>
              <a:gd name="connsiteX87" fmla="*/ 7467600 w 7467600"/>
              <a:gd name="connsiteY87" fmla="*/ 6221686 h 6858000"/>
              <a:gd name="connsiteX88" fmla="*/ 7467600 w 7467600"/>
              <a:gd name="connsiteY88" fmla="*/ 6334256 h 6858000"/>
              <a:gd name="connsiteX89" fmla="*/ 7454976 w 7467600"/>
              <a:gd name="connsiteY89" fmla="*/ 6318297 h 6858000"/>
              <a:gd name="connsiteX90" fmla="*/ 1456157 w 7467600"/>
              <a:gd name="connsiteY90" fmla="*/ 5371404 h 6858000"/>
              <a:gd name="connsiteX91" fmla="*/ 1244432 w 7467600"/>
              <a:gd name="connsiteY91" fmla="*/ 5385601 h 6858000"/>
              <a:gd name="connsiteX92" fmla="*/ 973990 w 7467600"/>
              <a:gd name="connsiteY92" fmla="*/ 5424940 h 6858000"/>
              <a:gd name="connsiteX93" fmla="*/ 1103809 w 7467600"/>
              <a:gd name="connsiteY93" fmla="*/ 5433720 h 6858000"/>
              <a:gd name="connsiteX94" fmla="*/ 1123454 w 7467600"/>
              <a:gd name="connsiteY94" fmla="*/ 5435727 h 6858000"/>
              <a:gd name="connsiteX95" fmla="*/ 1737017 w 7467600"/>
              <a:gd name="connsiteY95" fmla="*/ 5452183 h 6858000"/>
              <a:gd name="connsiteX96" fmla="*/ 1824397 w 7467600"/>
              <a:gd name="connsiteY96" fmla="*/ 5447757 h 6858000"/>
              <a:gd name="connsiteX97" fmla="*/ 2070059 w 7467600"/>
              <a:gd name="connsiteY97" fmla="*/ 5441660 h 6858000"/>
              <a:gd name="connsiteX98" fmla="*/ 1456157 w 7467600"/>
              <a:gd name="connsiteY98" fmla="*/ 5371404 h 6858000"/>
              <a:gd name="connsiteX99" fmla="*/ 4988186 w 7467600"/>
              <a:gd name="connsiteY99" fmla="*/ 5216467 h 6858000"/>
              <a:gd name="connsiteX100" fmla="*/ 4777334 w 7467600"/>
              <a:gd name="connsiteY100" fmla="*/ 5406072 h 6858000"/>
              <a:gd name="connsiteX101" fmla="*/ 4718341 w 7467600"/>
              <a:gd name="connsiteY101" fmla="*/ 5468043 h 6858000"/>
              <a:gd name="connsiteX102" fmla="*/ 4604655 w 7467600"/>
              <a:gd name="connsiteY102" fmla="*/ 5583434 h 6858000"/>
              <a:gd name="connsiteX103" fmla="*/ 4565074 w 7467600"/>
              <a:gd name="connsiteY103" fmla="*/ 5618550 h 6858000"/>
              <a:gd name="connsiteX104" fmla="*/ 4988186 w 7467600"/>
              <a:gd name="connsiteY104" fmla="*/ 5216467 h 6858000"/>
              <a:gd name="connsiteX105" fmla="*/ 4978032 w 7467600"/>
              <a:gd name="connsiteY105" fmla="*/ 5183809 h 6858000"/>
              <a:gd name="connsiteX106" fmla="*/ 4463413 w 7467600"/>
              <a:gd name="connsiteY106" fmla="*/ 5615162 h 6858000"/>
              <a:gd name="connsiteX107" fmla="*/ 4358134 w 7467600"/>
              <a:gd name="connsiteY107" fmla="*/ 5742791 h 6858000"/>
              <a:gd name="connsiteX108" fmla="*/ 4376219 w 7467600"/>
              <a:gd name="connsiteY108" fmla="*/ 5729027 h 6858000"/>
              <a:gd name="connsiteX109" fmla="*/ 4582340 w 7467600"/>
              <a:gd name="connsiteY109" fmla="*/ 5561037 h 6858000"/>
              <a:gd name="connsiteX110" fmla="*/ 4694684 w 7467600"/>
              <a:gd name="connsiteY110" fmla="*/ 5447098 h 6858000"/>
              <a:gd name="connsiteX111" fmla="*/ 4754123 w 7467600"/>
              <a:gd name="connsiteY111" fmla="*/ 5384643 h 6858000"/>
              <a:gd name="connsiteX112" fmla="*/ 4978032 w 7467600"/>
              <a:gd name="connsiteY112" fmla="*/ 5183809 h 6858000"/>
              <a:gd name="connsiteX113" fmla="*/ 1903353 w 7467600"/>
              <a:gd name="connsiteY113" fmla="*/ 5044827 h 6858000"/>
              <a:gd name="connsiteX114" fmla="*/ 1936931 w 7467600"/>
              <a:gd name="connsiteY114" fmla="*/ 5093954 h 6858000"/>
              <a:gd name="connsiteX115" fmla="*/ 2195868 w 7467600"/>
              <a:gd name="connsiteY115" fmla="*/ 5396574 h 6858000"/>
              <a:gd name="connsiteX116" fmla="*/ 2088852 w 7467600"/>
              <a:gd name="connsiteY116" fmla="*/ 5166123 h 6858000"/>
              <a:gd name="connsiteX117" fmla="*/ 1958241 w 7467600"/>
              <a:gd name="connsiteY117" fmla="*/ 5067955 h 6858000"/>
              <a:gd name="connsiteX118" fmla="*/ 1903353 w 7467600"/>
              <a:gd name="connsiteY118" fmla="*/ 5044827 h 6858000"/>
              <a:gd name="connsiteX119" fmla="*/ 1979378 w 7467600"/>
              <a:gd name="connsiteY119" fmla="*/ 4769504 h 6858000"/>
              <a:gd name="connsiteX120" fmla="*/ 2882120 w 7467600"/>
              <a:gd name="connsiteY120" fmla="*/ 5064547 h 6858000"/>
              <a:gd name="connsiteX121" fmla="*/ 2793103 w 7467600"/>
              <a:gd name="connsiteY121" fmla="*/ 5039699 h 6858000"/>
              <a:gd name="connsiteX122" fmla="*/ 2770041 w 7467600"/>
              <a:gd name="connsiteY122" fmla="*/ 5033634 h 6858000"/>
              <a:gd name="connsiteX123" fmla="*/ 1979378 w 7467600"/>
              <a:gd name="connsiteY123" fmla="*/ 4769504 h 6858000"/>
              <a:gd name="connsiteX124" fmla="*/ 1927410 w 7467600"/>
              <a:gd name="connsiteY124" fmla="*/ 4716164 h 6858000"/>
              <a:gd name="connsiteX125" fmla="*/ 1959587 w 7467600"/>
              <a:gd name="connsiteY125" fmla="*/ 4728849 h 6858000"/>
              <a:gd name="connsiteX126" fmla="*/ 2777707 w 7467600"/>
              <a:gd name="connsiteY126" fmla="*/ 5003991 h 6858000"/>
              <a:gd name="connsiteX127" fmla="*/ 2800768 w 7467600"/>
              <a:gd name="connsiteY127" fmla="*/ 5010056 h 6858000"/>
              <a:gd name="connsiteX128" fmla="*/ 2879408 w 7467600"/>
              <a:gd name="connsiteY128" fmla="*/ 5031590 h 6858000"/>
              <a:gd name="connsiteX129" fmla="*/ 2862295 w 7467600"/>
              <a:gd name="connsiteY129" fmla="*/ 5022958 h 6858000"/>
              <a:gd name="connsiteX130" fmla="*/ 2813343 w 7467600"/>
              <a:gd name="connsiteY130" fmla="*/ 4998369 h 6858000"/>
              <a:gd name="connsiteX131" fmla="*/ 2646245 w 7467600"/>
              <a:gd name="connsiteY131" fmla="*/ 4930999 h 6858000"/>
              <a:gd name="connsiteX132" fmla="*/ 1999243 w 7467600"/>
              <a:gd name="connsiteY132" fmla="*/ 4730524 h 6858000"/>
              <a:gd name="connsiteX133" fmla="*/ 1979527 w 7467600"/>
              <a:gd name="connsiteY133" fmla="*/ 4726651 h 6858000"/>
              <a:gd name="connsiteX134" fmla="*/ 1927410 w 7467600"/>
              <a:gd name="connsiteY134" fmla="*/ 4716164 h 6858000"/>
              <a:gd name="connsiteX135" fmla="*/ 1997014 w 7467600"/>
              <a:gd name="connsiteY135" fmla="*/ 4698007 h 6858000"/>
              <a:gd name="connsiteX136" fmla="*/ 2005458 w 7467600"/>
              <a:gd name="connsiteY136" fmla="*/ 4699540 h 6858000"/>
              <a:gd name="connsiteX137" fmla="*/ 2657186 w 7467600"/>
              <a:gd name="connsiteY137" fmla="*/ 4901687 h 6858000"/>
              <a:gd name="connsiteX138" fmla="*/ 2826662 w 7467600"/>
              <a:gd name="connsiteY138" fmla="*/ 4970362 h 6858000"/>
              <a:gd name="connsiteX139" fmla="*/ 2876100 w 7467600"/>
              <a:gd name="connsiteY139" fmla="*/ 4995397 h 6858000"/>
              <a:gd name="connsiteX140" fmla="*/ 3042600 w 7467600"/>
              <a:gd name="connsiteY140" fmla="*/ 5059532 h 6858000"/>
              <a:gd name="connsiteX141" fmla="*/ 1997014 w 7467600"/>
              <a:gd name="connsiteY141" fmla="*/ 4698007 h 6858000"/>
              <a:gd name="connsiteX142" fmla="*/ 2305292 w 7467600"/>
              <a:gd name="connsiteY142" fmla="*/ 4219492 h 6858000"/>
              <a:gd name="connsiteX143" fmla="*/ 3360922 w 7467600"/>
              <a:gd name="connsiteY143" fmla="*/ 4529373 h 6858000"/>
              <a:gd name="connsiteX144" fmla="*/ 3492420 w 7467600"/>
              <a:gd name="connsiteY144" fmla="*/ 4510145 h 6858000"/>
              <a:gd name="connsiteX145" fmla="*/ 3364086 w 7467600"/>
              <a:gd name="connsiteY145" fmla="*/ 4480340 h 6858000"/>
              <a:gd name="connsiteX146" fmla="*/ 3225818 w 7467600"/>
              <a:gd name="connsiteY146" fmla="*/ 4411822 h 6858000"/>
              <a:gd name="connsiteX147" fmla="*/ 3129696 w 7467600"/>
              <a:gd name="connsiteY147" fmla="*/ 4360704 h 6858000"/>
              <a:gd name="connsiteX148" fmla="*/ 2814545 w 7467600"/>
              <a:gd name="connsiteY148" fmla="*/ 4282955 h 6858000"/>
              <a:gd name="connsiteX149" fmla="*/ 2305292 w 7467600"/>
              <a:gd name="connsiteY149" fmla="*/ 4219492 h 6858000"/>
              <a:gd name="connsiteX150" fmla="*/ 2626982 w 7467600"/>
              <a:gd name="connsiteY150" fmla="*/ 4206450 h 6858000"/>
              <a:gd name="connsiteX151" fmla="*/ 2490617 w 7467600"/>
              <a:gd name="connsiteY151" fmla="*/ 4206951 h 6858000"/>
              <a:gd name="connsiteX152" fmla="*/ 2819869 w 7467600"/>
              <a:gd name="connsiteY152" fmla="*/ 4252936 h 6858000"/>
              <a:gd name="connsiteX153" fmla="*/ 3143018 w 7467600"/>
              <a:gd name="connsiteY153" fmla="*/ 4332698 h 6858000"/>
              <a:gd name="connsiteX154" fmla="*/ 3241520 w 7467600"/>
              <a:gd name="connsiteY154" fmla="*/ 4385112 h 6858000"/>
              <a:gd name="connsiteX155" fmla="*/ 3374575 w 7467600"/>
              <a:gd name="connsiteY155" fmla="*/ 4451517 h 6858000"/>
              <a:gd name="connsiteX156" fmla="*/ 3505221 w 7467600"/>
              <a:gd name="connsiteY156" fmla="*/ 4480757 h 6858000"/>
              <a:gd name="connsiteX157" fmla="*/ 2626982 w 7467600"/>
              <a:gd name="connsiteY157" fmla="*/ 4206450 h 6858000"/>
              <a:gd name="connsiteX158" fmla="*/ 1310106 w 7467600"/>
              <a:gd name="connsiteY158" fmla="*/ 3943217 h 6858000"/>
              <a:gd name="connsiteX159" fmla="*/ 854994 w 7467600"/>
              <a:gd name="connsiteY159" fmla="*/ 4399136 h 6858000"/>
              <a:gd name="connsiteX160" fmla="*/ 742462 w 7467600"/>
              <a:gd name="connsiteY160" fmla="*/ 4594648 h 6858000"/>
              <a:gd name="connsiteX161" fmla="*/ 820602 w 7467600"/>
              <a:gd name="connsiteY161" fmla="*/ 4485915 h 6858000"/>
              <a:gd name="connsiteX162" fmla="*/ 878295 w 7467600"/>
              <a:gd name="connsiteY162" fmla="*/ 4403594 h 6858000"/>
              <a:gd name="connsiteX163" fmla="*/ 1240607 w 7467600"/>
              <a:gd name="connsiteY163" fmla="*/ 4010401 h 6858000"/>
              <a:gd name="connsiteX164" fmla="*/ 1310106 w 7467600"/>
              <a:gd name="connsiteY164" fmla="*/ 3943217 h 6858000"/>
              <a:gd name="connsiteX165" fmla="*/ 1423113 w 7467600"/>
              <a:gd name="connsiteY165" fmla="*/ 3874565 h 6858000"/>
              <a:gd name="connsiteX166" fmla="*/ 1260565 w 7467600"/>
              <a:gd name="connsiteY166" fmla="*/ 4031982 h 6858000"/>
              <a:gd name="connsiteX167" fmla="*/ 901900 w 7467600"/>
              <a:gd name="connsiteY167" fmla="*/ 4421236 h 6858000"/>
              <a:gd name="connsiteX168" fmla="*/ 845044 w 7467600"/>
              <a:gd name="connsiteY168" fmla="*/ 4502436 h 6858000"/>
              <a:gd name="connsiteX169" fmla="*/ 685926 w 7467600"/>
              <a:gd name="connsiteY169" fmla="*/ 4703069 h 6858000"/>
              <a:gd name="connsiteX170" fmla="*/ 684248 w 7467600"/>
              <a:gd name="connsiteY170" fmla="*/ 4706721 h 6858000"/>
              <a:gd name="connsiteX171" fmla="*/ 1423113 w 7467600"/>
              <a:gd name="connsiteY171" fmla="*/ 3874565 h 6858000"/>
              <a:gd name="connsiteX172" fmla="*/ 3316479 w 7467600"/>
              <a:gd name="connsiteY172" fmla="*/ 3872136 h 6858000"/>
              <a:gd name="connsiteX173" fmla="*/ 3546806 w 7467600"/>
              <a:gd name="connsiteY173" fmla="*/ 4356139 h 6858000"/>
              <a:gd name="connsiteX174" fmla="*/ 3364433 w 7467600"/>
              <a:gd name="connsiteY174" fmla="*/ 3953121 h 6858000"/>
              <a:gd name="connsiteX175" fmla="*/ 3316479 w 7467600"/>
              <a:gd name="connsiteY175" fmla="*/ 3872136 h 6858000"/>
              <a:gd name="connsiteX176" fmla="*/ 3291335 w 7467600"/>
              <a:gd name="connsiteY176" fmla="*/ 3767420 h 6858000"/>
              <a:gd name="connsiteX177" fmla="*/ 3390805 w 7467600"/>
              <a:gd name="connsiteY177" fmla="*/ 3937163 h 6858000"/>
              <a:gd name="connsiteX178" fmla="*/ 3579062 w 7467600"/>
              <a:gd name="connsiteY178" fmla="*/ 4359040 h 6858000"/>
              <a:gd name="connsiteX179" fmla="*/ 3467355 w 7467600"/>
              <a:gd name="connsiteY179" fmla="*/ 3988130 h 6858000"/>
              <a:gd name="connsiteX180" fmla="*/ 3310753 w 7467600"/>
              <a:gd name="connsiteY180" fmla="*/ 3787140 h 6858000"/>
              <a:gd name="connsiteX181" fmla="*/ 3291335 w 7467600"/>
              <a:gd name="connsiteY181" fmla="*/ 3767420 h 6858000"/>
              <a:gd name="connsiteX182" fmla="*/ 1635889 w 7467600"/>
              <a:gd name="connsiteY182" fmla="*/ 3709494 h 6858000"/>
              <a:gd name="connsiteX183" fmla="*/ 1634800 w 7467600"/>
              <a:gd name="connsiteY183" fmla="*/ 3731111 h 6858000"/>
              <a:gd name="connsiteX184" fmla="*/ 1635889 w 7467600"/>
              <a:gd name="connsiteY184" fmla="*/ 3709494 h 6858000"/>
              <a:gd name="connsiteX185" fmla="*/ 1510397 w 7467600"/>
              <a:gd name="connsiteY185" fmla="*/ 3684705 h 6858000"/>
              <a:gd name="connsiteX186" fmla="*/ 1146550 w 7467600"/>
              <a:gd name="connsiteY186" fmla="*/ 3802012 h 6858000"/>
              <a:gd name="connsiteX187" fmla="*/ 698834 w 7467600"/>
              <a:gd name="connsiteY187" fmla="*/ 3952272 h 6858000"/>
              <a:gd name="connsiteX188" fmla="*/ 34256 w 7467600"/>
              <a:gd name="connsiteY188" fmla="*/ 4347603 h 6858000"/>
              <a:gd name="connsiteX189" fmla="*/ 527241 w 7467600"/>
              <a:gd name="connsiteY189" fmla="*/ 4065078 h 6858000"/>
              <a:gd name="connsiteX190" fmla="*/ 1510397 w 7467600"/>
              <a:gd name="connsiteY190" fmla="*/ 3684705 h 6858000"/>
              <a:gd name="connsiteX191" fmla="*/ 1313114 w 7467600"/>
              <a:gd name="connsiteY191" fmla="*/ 3655216 h 6858000"/>
              <a:gd name="connsiteX192" fmla="*/ 1109304 w 7467600"/>
              <a:gd name="connsiteY192" fmla="*/ 3669030 h 6858000"/>
              <a:gd name="connsiteX193" fmla="*/ 8129 w 7467600"/>
              <a:gd name="connsiteY193" fmla="*/ 4330519 h 6858000"/>
              <a:gd name="connsiteX194" fmla="*/ 687572 w 7467600"/>
              <a:gd name="connsiteY194" fmla="*/ 3925629 h 6858000"/>
              <a:gd name="connsiteX195" fmla="*/ 1138365 w 7467600"/>
              <a:gd name="connsiteY195" fmla="*/ 3774515 h 6858000"/>
              <a:gd name="connsiteX196" fmla="*/ 1505579 w 7467600"/>
              <a:gd name="connsiteY196" fmla="*/ 3655526 h 6858000"/>
              <a:gd name="connsiteX197" fmla="*/ 1313114 w 7467600"/>
              <a:gd name="connsiteY197" fmla="*/ 3655216 h 6858000"/>
              <a:gd name="connsiteX198" fmla="*/ 3655073 w 7467600"/>
              <a:gd name="connsiteY198" fmla="*/ 3650884 h 6858000"/>
              <a:gd name="connsiteX199" fmla="*/ 3989938 w 7467600"/>
              <a:gd name="connsiteY199" fmla="*/ 3991685 h 6858000"/>
              <a:gd name="connsiteX200" fmla="*/ 4393907 w 7467600"/>
              <a:gd name="connsiteY200" fmla="*/ 4261258 h 6858000"/>
              <a:gd name="connsiteX201" fmla="*/ 4648051 w 7467600"/>
              <a:gd name="connsiteY201" fmla="*/ 4374051 h 6858000"/>
              <a:gd name="connsiteX202" fmla="*/ 4383389 w 7467600"/>
              <a:gd name="connsiteY202" fmla="*/ 4184369 h 6858000"/>
              <a:gd name="connsiteX203" fmla="*/ 4165508 w 7467600"/>
              <a:gd name="connsiteY203" fmla="*/ 4035196 h 6858000"/>
              <a:gd name="connsiteX204" fmla="*/ 4068162 w 7467600"/>
              <a:gd name="connsiteY204" fmla="*/ 3953394 h 6858000"/>
              <a:gd name="connsiteX205" fmla="*/ 3981416 w 7467600"/>
              <a:gd name="connsiteY205" fmla="*/ 3880482 h 6858000"/>
              <a:gd name="connsiteX206" fmla="*/ 3800147 w 7467600"/>
              <a:gd name="connsiteY206" fmla="*/ 3749872 h 6858000"/>
              <a:gd name="connsiteX207" fmla="*/ 3655073 w 7467600"/>
              <a:gd name="connsiteY207" fmla="*/ 3650884 h 6858000"/>
              <a:gd name="connsiteX208" fmla="*/ 3670252 w 7467600"/>
              <a:gd name="connsiteY208" fmla="*/ 3622798 h 6858000"/>
              <a:gd name="connsiteX209" fmla="*/ 3817258 w 7467600"/>
              <a:gd name="connsiteY209" fmla="*/ 3723577 h 6858000"/>
              <a:gd name="connsiteX210" fmla="*/ 4000461 w 7467600"/>
              <a:gd name="connsiteY210" fmla="*/ 3855966 h 6858000"/>
              <a:gd name="connsiteX211" fmla="*/ 4088180 w 7467600"/>
              <a:gd name="connsiteY211" fmla="*/ 3929774 h 6858000"/>
              <a:gd name="connsiteX212" fmla="*/ 4184555 w 7467600"/>
              <a:gd name="connsiteY212" fmla="*/ 4010683 h 6858000"/>
              <a:gd name="connsiteX213" fmla="*/ 4399563 w 7467600"/>
              <a:gd name="connsiteY213" fmla="*/ 4158106 h 6858000"/>
              <a:gd name="connsiteX214" fmla="*/ 4684469 w 7467600"/>
              <a:gd name="connsiteY214" fmla="*/ 4364680 h 6858000"/>
              <a:gd name="connsiteX215" fmla="*/ 4690271 w 7467600"/>
              <a:gd name="connsiteY215" fmla="*/ 4370034 h 6858000"/>
              <a:gd name="connsiteX216" fmla="*/ 4136093 w 7467600"/>
              <a:gd name="connsiteY216" fmla="*/ 3858466 h 6858000"/>
              <a:gd name="connsiteX217" fmla="*/ 3670252 w 7467600"/>
              <a:gd name="connsiteY217" fmla="*/ 3622798 h 6858000"/>
              <a:gd name="connsiteX218" fmla="*/ 4440129 w 7467600"/>
              <a:gd name="connsiteY218" fmla="*/ 3448571 h 6858000"/>
              <a:gd name="connsiteX219" fmla="*/ 4856525 w 7467600"/>
              <a:gd name="connsiteY219" fmla="*/ 3915351 h 6858000"/>
              <a:gd name="connsiteX220" fmla="*/ 5059055 w 7467600"/>
              <a:gd name="connsiteY220" fmla="*/ 4108918 h 6858000"/>
              <a:gd name="connsiteX221" fmla="*/ 5290070 w 7467600"/>
              <a:gd name="connsiteY221" fmla="*/ 4263619 h 6858000"/>
              <a:gd name="connsiteX222" fmla="*/ 4834991 w 7467600"/>
              <a:gd name="connsiteY222" fmla="*/ 3830985 h 6858000"/>
              <a:gd name="connsiteX223" fmla="*/ 4440129 w 7467600"/>
              <a:gd name="connsiteY223" fmla="*/ 3448571 h 6858000"/>
              <a:gd name="connsiteX224" fmla="*/ 4441737 w 7467600"/>
              <a:gd name="connsiteY224" fmla="*/ 3399734 h 6858000"/>
              <a:gd name="connsiteX225" fmla="*/ 4431236 w 7467600"/>
              <a:gd name="connsiteY225" fmla="*/ 3400954 h 6858000"/>
              <a:gd name="connsiteX226" fmla="*/ 4557150 w 7467600"/>
              <a:gd name="connsiteY226" fmla="*/ 3510023 h 6858000"/>
              <a:gd name="connsiteX227" fmla="*/ 4856936 w 7467600"/>
              <a:gd name="connsiteY227" fmla="*/ 3809146 h 6858000"/>
              <a:gd name="connsiteX228" fmla="*/ 5111996 w 7467600"/>
              <a:gd name="connsiteY228" fmla="*/ 4065759 h 6858000"/>
              <a:gd name="connsiteX229" fmla="*/ 5388878 w 7467600"/>
              <a:gd name="connsiteY229" fmla="*/ 4300185 h 6858000"/>
              <a:gd name="connsiteX230" fmla="*/ 5425556 w 7467600"/>
              <a:gd name="connsiteY230" fmla="*/ 4308967 h 6858000"/>
              <a:gd name="connsiteX231" fmla="*/ 4943646 w 7467600"/>
              <a:gd name="connsiteY231" fmla="*/ 3822916 h 6858000"/>
              <a:gd name="connsiteX232" fmla="*/ 4594837 w 7467600"/>
              <a:gd name="connsiteY232" fmla="*/ 3532274 h 6858000"/>
              <a:gd name="connsiteX233" fmla="*/ 4441737 w 7467600"/>
              <a:gd name="connsiteY233" fmla="*/ 3399734 h 6858000"/>
              <a:gd name="connsiteX234" fmla="*/ 5425834 w 7467600"/>
              <a:gd name="connsiteY234" fmla="*/ 3162785 h 6858000"/>
              <a:gd name="connsiteX235" fmla="*/ 5401644 w 7467600"/>
              <a:gd name="connsiteY235" fmla="*/ 3617847 h 6858000"/>
              <a:gd name="connsiteX236" fmla="*/ 5467256 w 7467600"/>
              <a:gd name="connsiteY236" fmla="*/ 4175494 h 6858000"/>
              <a:gd name="connsiteX237" fmla="*/ 5448069 w 7467600"/>
              <a:gd name="connsiteY237" fmla="*/ 3567554 h 6858000"/>
              <a:gd name="connsiteX238" fmla="*/ 5425834 w 7467600"/>
              <a:gd name="connsiteY238" fmla="*/ 3162785 h 6858000"/>
              <a:gd name="connsiteX239" fmla="*/ 1318687 w 7467600"/>
              <a:gd name="connsiteY239" fmla="*/ 3113840 h 6858000"/>
              <a:gd name="connsiteX240" fmla="*/ 1066793 w 7467600"/>
              <a:gd name="connsiteY240" fmla="*/ 3212171 h 6858000"/>
              <a:gd name="connsiteX241" fmla="*/ 993319 w 7467600"/>
              <a:gd name="connsiteY241" fmla="*/ 3247648 h 6858000"/>
              <a:gd name="connsiteX242" fmla="*/ 853081 w 7467600"/>
              <a:gd name="connsiteY242" fmla="*/ 3312410 h 6858000"/>
              <a:gd name="connsiteX243" fmla="*/ 805957 w 7467600"/>
              <a:gd name="connsiteY243" fmla="*/ 3330443 h 6858000"/>
              <a:gd name="connsiteX244" fmla="*/ 1318687 w 7467600"/>
              <a:gd name="connsiteY244" fmla="*/ 3113840 h 6858000"/>
              <a:gd name="connsiteX245" fmla="*/ 5453702 w 7467600"/>
              <a:gd name="connsiteY245" fmla="*/ 3090882 h 6858000"/>
              <a:gd name="connsiteX246" fmla="*/ 5480135 w 7467600"/>
              <a:gd name="connsiteY246" fmla="*/ 3565802 h 6858000"/>
              <a:gd name="connsiteX247" fmla="*/ 5499023 w 7467600"/>
              <a:gd name="connsiteY247" fmla="*/ 4166310 h 6858000"/>
              <a:gd name="connsiteX248" fmla="*/ 5547022 w 7467600"/>
              <a:gd name="connsiteY248" fmla="*/ 3607838 h 6858000"/>
              <a:gd name="connsiteX249" fmla="*/ 5515964 w 7467600"/>
              <a:gd name="connsiteY249" fmla="*/ 3378541 h 6858000"/>
              <a:gd name="connsiteX250" fmla="*/ 5453702 w 7467600"/>
              <a:gd name="connsiteY250" fmla="*/ 3090882 h 6858000"/>
              <a:gd name="connsiteX251" fmla="*/ 1238695 w 7467600"/>
              <a:gd name="connsiteY251" fmla="*/ 3076820 h 6858000"/>
              <a:gd name="connsiteX252" fmla="*/ 716371 w 7467600"/>
              <a:gd name="connsiteY252" fmla="*/ 3293249 h 6858000"/>
              <a:gd name="connsiteX253" fmla="*/ 579522 w 7467600"/>
              <a:gd name="connsiteY253" fmla="*/ 3371759 h 6858000"/>
              <a:gd name="connsiteX254" fmla="*/ 600288 w 7467600"/>
              <a:gd name="connsiteY254" fmla="*/ 3365555 h 6858000"/>
              <a:gd name="connsiteX255" fmla="*/ 840692 w 7467600"/>
              <a:gd name="connsiteY255" fmla="*/ 3284921 h 6858000"/>
              <a:gd name="connsiteX256" fmla="*/ 979248 w 7467600"/>
              <a:gd name="connsiteY256" fmla="*/ 3221003 h 6858000"/>
              <a:gd name="connsiteX257" fmla="*/ 1053282 w 7467600"/>
              <a:gd name="connsiteY257" fmla="*/ 3185247 h 6858000"/>
              <a:gd name="connsiteX258" fmla="*/ 1320603 w 7467600"/>
              <a:gd name="connsiteY258" fmla="*/ 3081281 h 6858000"/>
              <a:gd name="connsiteX259" fmla="*/ 1238695 w 7467600"/>
              <a:gd name="connsiteY259" fmla="*/ 3076820 h 6858000"/>
              <a:gd name="connsiteX260" fmla="*/ 5425627 w 7467600"/>
              <a:gd name="connsiteY260" fmla="*/ 2954192 h 6858000"/>
              <a:gd name="connsiteX261" fmla="*/ 5470770 w 7467600"/>
              <a:gd name="connsiteY261" fmla="*/ 3005435 h 6858000"/>
              <a:gd name="connsiteX262" fmla="*/ 5519779 w 7467600"/>
              <a:gd name="connsiteY262" fmla="*/ 4359223 h 6858000"/>
              <a:gd name="connsiteX263" fmla="*/ 5520293 w 7467600"/>
              <a:gd name="connsiteY263" fmla="*/ 4360602 h 6858000"/>
              <a:gd name="connsiteX264" fmla="*/ 5767221 w 7467600"/>
              <a:gd name="connsiteY264" fmla="*/ 4665564 h 6858000"/>
              <a:gd name="connsiteX265" fmla="*/ 6937169 w 7467600"/>
              <a:gd name="connsiteY265" fmla="*/ 4815941 h 6858000"/>
              <a:gd name="connsiteX266" fmla="*/ 6953922 w 7467600"/>
              <a:gd name="connsiteY266" fmla="*/ 4890068 h 6858000"/>
              <a:gd name="connsiteX267" fmla="*/ 6071359 w 7467600"/>
              <a:gd name="connsiteY267" fmla="*/ 4770770 h 6858000"/>
              <a:gd name="connsiteX268" fmla="*/ 6038839 w 7467600"/>
              <a:gd name="connsiteY268" fmla="*/ 4764474 h 6858000"/>
              <a:gd name="connsiteX269" fmla="*/ 6038706 w 7467600"/>
              <a:gd name="connsiteY269" fmla="*/ 4763847 h 6858000"/>
              <a:gd name="connsiteX270" fmla="*/ 6037784 w 7467600"/>
              <a:gd name="connsiteY270" fmla="*/ 4764270 h 6858000"/>
              <a:gd name="connsiteX271" fmla="*/ 6038839 w 7467600"/>
              <a:gd name="connsiteY271" fmla="*/ 4764474 h 6858000"/>
              <a:gd name="connsiteX272" fmla="*/ 6040338 w 7467600"/>
              <a:gd name="connsiteY272" fmla="*/ 4771418 h 6858000"/>
              <a:gd name="connsiteX273" fmla="*/ 6024488 w 7467600"/>
              <a:gd name="connsiteY273" fmla="*/ 4809903 h 6858000"/>
              <a:gd name="connsiteX274" fmla="*/ 5599771 w 7467600"/>
              <a:gd name="connsiteY274" fmla="*/ 5509652 h 6858000"/>
              <a:gd name="connsiteX275" fmla="*/ 5548843 w 7467600"/>
              <a:gd name="connsiteY275" fmla="*/ 5563845 h 6858000"/>
              <a:gd name="connsiteX276" fmla="*/ 5940952 w 7467600"/>
              <a:gd name="connsiteY276" fmla="*/ 6250028 h 6858000"/>
              <a:gd name="connsiteX277" fmla="*/ 6043441 w 7467600"/>
              <a:gd name="connsiteY277" fmla="*/ 6665847 h 6858000"/>
              <a:gd name="connsiteX278" fmla="*/ 6093432 w 7467600"/>
              <a:gd name="connsiteY278" fmla="*/ 6858000 h 6858000"/>
              <a:gd name="connsiteX279" fmla="*/ 6034344 w 7467600"/>
              <a:gd name="connsiteY279" fmla="*/ 6858000 h 6858000"/>
              <a:gd name="connsiteX280" fmla="*/ 6026679 w 7467600"/>
              <a:gd name="connsiteY280" fmla="*/ 6836959 h 6858000"/>
              <a:gd name="connsiteX281" fmla="*/ 5800441 w 7467600"/>
              <a:gd name="connsiteY281" fmla="*/ 6335286 h 6858000"/>
              <a:gd name="connsiteX282" fmla="*/ 5526562 w 7467600"/>
              <a:gd name="connsiteY282" fmla="*/ 5705388 h 6858000"/>
              <a:gd name="connsiteX283" fmla="*/ 5519640 w 7467600"/>
              <a:gd name="connsiteY283" fmla="*/ 5683774 h 6858000"/>
              <a:gd name="connsiteX284" fmla="*/ 5844559 w 7467600"/>
              <a:gd name="connsiteY284" fmla="*/ 6553349 h 6858000"/>
              <a:gd name="connsiteX285" fmla="*/ 5975994 w 7467600"/>
              <a:gd name="connsiteY285" fmla="*/ 6858000 h 6858000"/>
              <a:gd name="connsiteX286" fmla="*/ 5898547 w 7467600"/>
              <a:gd name="connsiteY286" fmla="*/ 6858000 h 6858000"/>
              <a:gd name="connsiteX287" fmla="*/ 5682041 w 7467600"/>
              <a:gd name="connsiteY287" fmla="*/ 6355860 h 6858000"/>
              <a:gd name="connsiteX288" fmla="*/ 5461758 w 7467600"/>
              <a:gd name="connsiteY288" fmla="*/ 5820220 h 6858000"/>
              <a:gd name="connsiteX289" fmla="*/ 5237282 w 7467600"/>
              <a:gd name="connsiteY289" fmla="*/ 6579086 h 6858000"/>
              <a:gd name="connsiteX290" fmla="*/ 5115009 w 7467600"/>
              <a:gd name="connsiteY290" fmla="*/ 6858000 h 6858000"/>
              <a:gd name="connsiteX291" fmla="*/ 5028074 w 7467600"/>
              <a:gd name="connsiteY291" fmla="*/ 6858000 h 6858000"/>
              <a:gd name="connsiteX292" fmla="*/ 5079508 w 7467600"/>
              <a:gd name="connsiteY292" fmla="*/ 6749074 h 6858000"/>
              <a:gd name="connsiteX293" fmla="*/ 5371846 w 7467600"/>
              <a:gd name="connsiteY293" fmla="*/ 5924413 h 6858000"/>
              <a:gd name="connsiteX294" fmla="*/ 5270512 w 7467600"/>
              <a:gd name="connsiteY294" fmla="*/ 6138975 h 6858000"/>
              <a:gd name="connsiteX295" fmla="*/ 5062409 w 7467600"/>
              <a:gd name="connsiteY295" fmla="*/ 6653544 h 6858000"/>
              <a:gd name="connsiteX296" fmla="*/ 5036628 w 7467600"/>
              <a:gd name="connsiteY296" fmla="*/ 6754247 h 6858000"/>
              <a:gd name="connsiteX297" fmla="*/ 5009112 w 7467600"/>
              <a:gd name="connsiteY297" fmla="*/ 6858000 h 6858000"/>
              <a:gd name="connsiteX298" fmla="*/ 4976679 w 7467600"/>
              <a:gd name="connsiteY298" fmla="*/ 6858000 h 6858000"/>
              <a:gd name="connsiteX299" fmla="*/ 5006537 w 7467600"/>
              <a:gd name="connsiteY299" fmla="*/ 6747068 h 6858000"/>
              <a:gd name="connsiteX300" fmla="*/ 5032723 w 7467600"/>
              <a:gd name="connsiteY300" fmla="*/ 6644957 h 6858000"/>
              <a:gd name="connsiteX301" fmla="*/ 5242949 w 7467600"/>
              <a:gd name="connsiteY301" fmla="*/ 6125175 h 6858000"/>
              <a:gd name="connsiteX302" fmla="*/ 5286321 w 7467600"/>
              <a:gd name="connsiteY302" fmla="*/ 6033555 h 6858000"/>
              <a:gd name="connsiteX303" fmla="*/ 5008210 w 7467600"/>
              <a:gd name="connsiteY303" fmla="*/ 6649194 h 6858000"/>
              <a:gd name="connsiteX304" fmla="*/ 4986321 w 7467600"/>
              <a:gd name="connsiteY304" fmla="*/ 6765687 h 6858000"/>
              <a:gd name="connsiteX305" fmla="*/ 4973474 w 7467600"/>
              <a:gd name="connsiteY305" fmla="*/ 6858000 h 6858000"/>
              <a:gd name="connsiteX306" fmla="*/ 4907178 w 7467600"/>
              <a:gd name="connsiteY306" fmla="*/ 6858000 h 6858000"/>
              <a:gd name="connsiteX307" fmla="*/ 4910810 w 7467600"/>
              <a:gd name="connsiteY307" fmla="*/ 6829660 h 6858000"/>
              <a:gd name="connsiteX308" fmla="*/ 4987461 w 7467600"/>
              <a:gd name="connsiteY308" fmla="*/ 6432994 h 6858000"/>
              <a:gd name="connsiteX309" fmla="*/ 5179262 w 7467600"/>
              <a:gd name="connsiteY309" fmla="*/ 6035044 h 6858000"/>
              <a:gd name="connsiteX310" fmla="*/ 4689678 w 7467600"/>
              <a:gd name="connsiteY310" fmla="*/ 6440241 h 6858000"/>
              <a:gd name="connsiteX311" fmla="*/ 4477543 w 7467600"/>
              <a:gd name="connsiteY311" fmla="*/ 6674836 h 6858000"/>
              <a:gd name="connsiteX312" fmla="*/ 4329957 w 7467600"/>
              <a:gd name="connsiteY312" fmla="*/ 6858000 h 6858000"/>
              <a:gd name="connsiteX313" fmla="*/ 4218595 w 7467600"/>
              <a:gd name="connsiteY313" fmla="*/ 6858000 h 6858000"/>
              <a:gd name="connsiteX314" fmla="*/ 4368888 w 7467600"/>
              <a:gd name="connsiteY314" fmla="*/ 6668412 h 6858000"/>
              <a:gd name="connsiteX315" fmla="*/ 4563091 w 7467600"/>
              <a:gd name="connsiteY315" fmla="*/ 6442508 h 6858000"/>
              <a:gd name="connsiteX316" fmla="*/ 5387324 w 7467600"/>
              <a:gd name="connsiteY316" fmla="*/ 5705830 h 6858000"/>
              <a:gd name="connsiteX317" fmla="*/ 5073620 w 7467600"/>
              <a:gd name="connsiteY317" fmla="*/ 5955437 h 6858000"/>
              <a:gd name="connsiteX318" fmla="*/ 4689789 w 7467600"/>
              <a:gd name="connsiteY318" fmla="*/ 6268382 h 6858000"/>
              <a:gd name="connsiteX319" fmla="*/ 4418722 w 7467600"/>
              <a:gd name="connsiteY319" fmla="*/ 6570886 h 6858000"/>
              <a:gd name="connsiteX320" fmla="*/ 4214944 w 7467600"/>
              <a:gd name="connsiteY320" fmla="*/ 6858000 h 6858000"/>
              <a:gd name="connsiteX321" fmla="*/ 4177898 w 7467600"/>
              <a:gd name="connsiteY321" fmla="*/ 6858000 h 6858000"/>
              <a:gd name="connsiteX322" fmla="*/ 4391597 w 7467600"/>
              <a:gd name="connsiteY322" fmla="*/ 6556370 h 6858000"/>
              <a:gd name="connsiteX323" fmla="*/ 4668889 w 7467600"/>
              <a:gd name="connsiteY323" fmla="*/ 6246399 h 6858000"/>
              <a:gd name="connsiteX324" fmla="*/ 5055427 w 7467600"/>
              <a:gd name="connsiteY324" fmla="*/ 5931476 h 6858000"/>
              <a:gd name="connsiteX325" fmla="*/ 5371814 w 7467600"/>
              <a:gd name="connsiteY325" fmla="*/ 5678975 h 6858000"/>
              <a:gd name="connsiteX326" fmla="*/ 4987918 w 7467600"/>
              <a:gd name="connsiteY326" fmla="*/ 5838701 h 6858000"/>
              <a:gd name="connsiteX327" fmla="*/ 4317146 w 7467600"/>
              <a:gd name="connsiteY327" fmla="*/ 6587716 h 6858000"/>
              <a:gd name="connsiteX328" fmla="*/ 4171627 w 7467600"/>
              <a:gd name="connsiteY328" fmla="*/ 6858000 h 6858000"/>
              <a:gd name="connsiteX329" fmla="*/ 4081585 w 7467600"/>
              <a:gd name="connsiteY329" fmla="*/ 6858000 h 6858000"/>
              <a:gd name="connsiteX330" fmla="*/ 4238603 w 7467600"/>
              <a:gd name="connsiteY330" fmla="*/ 6559341 h 6858000"/>
              <a:gd name="connsiteX331" fmla="*/ 4778333 w 7467600"/>
              <a:gd name="connsiteY331" fmla="*/ 5873626 h 6858000"/>
              <a:gd name="connsiteX332" fmla="*/ 5414185 w 7467600"/>
              <a:gd name="connsiteY332" fmla="*/ 5573882 h 6858000"/>
              <a:gd name="connsiteX333" fmla="*/ 5959648 w 7467600"/>
              <a:gd name="connsiteY333" fmla="*/ 4760797 h 6858000"/>
              <a:gd name="connsiteX334" fmla="*/ 5355019 w 7467600"/>
              <a:gd name="connsiteY334" fmla="*/ 4734672 h 6858000"/>
              <a:gd name="connsiteX335" fmla="*/ 5083565 w 7467600"/>
              <a:gd name="connsiteY335" fmla="*/ 5179121 h 6858000"/>
              <a:gd name="connsiteX336" fmla="*/ 4713577 w 7467600"/>
              <a:gd name="connsiteY336" fmla="*/ 5616803 h 6858000"/>
              <a:gd name="connsiteX337" fmla="*/ 3989559 w 7467600"/>
              <a:gd name="connsiteY337" fmla="*/ 6145945 h 6858000"/>
              <a:gd name="connsiteX338" fmla="*/ 3939824 w 7467600"/>
              <a:gd name="connsiteY338" fmla="*/ 6066900 h 6858000"/>
              <a:gd name="connsiteX339" fmla="*/ 4584537 w 7467600"/>
              <a:gd name="connsiteY339" fmla="*/ 5324826 h 6858000"/>
              <a:gd name="connsiteX340" fmla="*/ 5037105 w 7467600"/>
              <a:gd name="connsiteY340" fmla="*/ 5088765 h 6858000"/>
              <a:gd name="connsiteX341" fmla="*/ 5039930 w 7467600"/>
              <a:gd name="connsiteY341" fmla="*/ 5089585 h 6858000"/>
              <a:gd name="connsiteX342" fmla="*/ 5263764 w 7467600"/>
              <a:gd name="connsiteY342" fmla="*/ 4735525 h 6858000"/>
              <a:gd name="connsiteX343" fmla="*/ 4086300 w 7467600"/>
              <a:gd name="connsiteY343" fmla="*/ 4884599 h 6858000"/>
              <a:gd name="connsiteX344" fmla="*/ 4085485 w 7467600"/>
              <a:gd name="connsiteY344" fmla="*/ 4899070 h 6858000"/>
              <a:gd name="connsiteX345" fmla="*/ 3871915 w 7467600"/>
              <a:gd name="connsiteY345" fmla="*/ 5253645 h 6858000"/>
              <a:gd name="connsiteX346" fmla="*/ 3799374 w 7467600"/>
              <a:gd name="connsiteY346" fmla="*/ 5466127 h 6858000"/>
              <a:gd name="connsiteX347" fmla="*/ 3498850 w 7467600"/>
              <a:gd name="connsiteY347" fmla="*/ 6661888 h 6858000"/>
              <a:gd name="connsiteX348" fmla="*/ 3399216 w 7467600"/>
              <a:gd name="connsiteY348" fmla="*/ 6858000 h 6858000"/>
              <a:gd name="connsiteX349" fmla="*/ 3303688 w 7467600"/>
              <a:gd name="connsiteY349" fmla="*/ 6858000 h 6858000"/>
              <a:gd name="connsiteX350" fmla="*/ 3391774 w 7467600"/>
              <a:gd name="connsiteY350" fmla="*/ 6697181 h 6858000"/>
              <a:gd name="connsiteX351" fmla="*/ 3735540 w 7467600"/>
              <a:gd name="connsiteY351" fmla="*/ 5546923 h 6858000"/>
              <a:gd name="connsiteX352" fmla="*/ 3729438 w 7467600"/>
              <a:gd name="connsiteY352" fmla="*/ 5569058 h 6858000"/>
              <a:gd name="connsiteX353" fmla="*/ 3707782 w 7467600"/>
              <a:gd name="connsiteY353" fmla="*/ 5644908 h 6858000"/>
              <a:gd name="connsiteX354" fmla="*/ 3583827 w 7467600"/>
              <a:gd name="connsiteY354" fmla="*/ 6039215 h 6858000"/>
              <a:gd name="connsiteX355" fmla="*/ 3547861 w 7467600"/>
              <a:gd name="connsiteY355" fmla="*/ 6129609 h 6858000"/>
              <a:gd name="connsiteX356" fmla="*/ 3490905 w 7467600"/>
              <a:gd name="connsiteY356" fmla="*/ 6277660 h 6858000"/>
              <a:gd name="connsiteX357" fmla="*/ 3455859 w 7467600"/>
              <a:gd name="connsiteY357" fmla="*/ 6391301 h 6858000"/>
              <a:gd name="connsiteX358" fmla="*/ 3429112 w 7467600"/>
              <a:gd name="connsiteY358" fmla="*/ 6479469 h 6858000"/>
              <a:gd name="connsiteX359" fmla="*/ 3304862 w 7467600"/>
              <a:gd name="connsiteY359" fmla="*/ 6796476 h 6858000"/>
              <a:gd name="connsiteX360" fmla="*/ 3276071 w 7467600"/>
              <a:gd name="connsiteY360" fmla="*/ 6858000 h 6858000"/>
              <a:gd name="connsiteX361" fmla="*/ 3240805 w 7467600"/>
              <a:gd name="connsiteY361" fmla="*/ 6858000 h 6858000"/>
              <a:gd name="connsiteX362" fmla="*/ 3275917 w 7467600"/>
              <a:gd name="connsiteY362" fmla="*/ 6783192 h 6858000"/>
              <a:gd name="connsiteX363" fmla="*/ 3399358 w 7467600"/>
              <a:gd name="connsiteY363" fmla="*/ 6469011 h 6858000"/>
              <a:gd name="connsiteX364" fmla="*/ 3425650 w 7467600"/>
              <a:gd name="connsiteY364" fmla="*/ 6381333 h 6858000"/>
              <a:gd name="connsiteX365" fmla="*/ 3460661 w 7467600"/>
              <a:gd name="connsiteY365" fmla="*/ 6266763 h 6858000"/>
              <a:gd name="connsiteX366" fmla="*/ 3518021 w 7467600"/>
              <a:gd name="connsiteY366" fmla="*/ 6117298 h 6858000"/>
              <a:gd name="connsiteX367" fmla="*/ 3554035 w 7467600"/>
              <a:gd name="connsiteY367" fmla="*/ 6027832 h 6858000"/>
              <a:gd name="connsiteX368" fmla="*/ 3677174 w 7467600"/>
              <a:gd name="connsiteY368" fmla="*/ 5636351 h 6858000"/>
              <a:gd name="connsiteX369" fmla="*/ 3698819 w 7467600"/>
              <a:gd name="connsiteY369" fmla="*/ 5560503 h 6858000"/>
              <a:gd name="connsiteX370" fmla="*/ 3702094 w 7467600"/>
              <a:gd name="connsiteY370" fmla="*/ 5549194 h 6858000"/>
              <a:gd name="connsiteX371" fmla="*/ 3398355 w 7467600"/>
              <a:gd name="connsiteY371" fmla="*/ 6094603 h 6858000"/>
              <a:gd name="connsiteX372" fmla="*/ 3193941 w 7467600"/>
              <a:gd name="connsiteY372" fmla="*/ 6798775 h 6858000"/>
              <a:gd name="connsiteX373" fmla="*/ 3184140 w 7467600"/>
              <a:gd name="connsiteY373" fmla="*/ 6858000 h 6858000"/>
              <a:gd name="connsiteX374" fmla="*/ 3099978 w 7467600"/>
              <a:gd name="connsiteY374" fmla="*/ 6858000 h 6858000"/>
              <a:gd name="connsiteX375" fmla="*/ 3101556 w 7467600"/>
              <a:gd name="connsiteY375" fmla="*/ 6843337 h 6858000"/>
              <a:gd name="connsiteX376" fmla="*/ 3370162 w 7467600"/>
              <a:gd name="connsiteY376" fmla="*/ 5785550 h 6858000"/>
              <a:gd name="connsiteX377" fmla="*/ 3746477 w 7467600"/>
              <a:gd name="connsiteY377" fmla="*/ 5377889 h 6858000"/>
              <a:gd name="connsiteX378" fmla="*/ 3863399 w 7467600"/>
              <a:gd name="connsiteY378" fmla="*/ 5087257 h 6858000"/>
              <a:gd name="connsiteX379" fmla="*/ 3968712 w 7467600"/>
              <a:gd name="connsiteY379" fmla="*/ 4913989 h 6858000"/>
              <a:gd name="connsiteX380" fmla="*/ 2792390 w 7467600"/>
              <a:gd name="connsiteY380" fmla="*/ 5382974 h 6858000"/>
              <a:gd name="connsiteX381" fmla="*/ 2714982 w 7467600"/>
              <a:gd name="connsiteY381" fmla="*/ 5427051 h 6858000"/>
              <a:gd name="connsiteX382" fmla="*/ 2813361 w 7467600"/>
              <a:gd name="connsiteY382" fmla="*/ 6023912 h 6858000"/>
              <a:gd name="connsiteX383" fmla="*/ 2688430 w 7467600"/>
              <a:gd name="connsiteY383" fmla="*/ 6801564 h 6858000"/>
              <a:gd name="connsiteX384" fmla="*/ 2629626 w 7467600"/>
              <a:gd name="connsiteY384" fmla="*/ 6763394 h 6858000"/>
              <a:gd name="connsiteX385" fmla="*/ 2565328 w 7467600"/>
              <a:gd name="connsiteY385" fmla="*/ 5516399 h 6858000"/>
              <a:gd name="connsiteX386" fmla="*/ 1922999 w 7467600"/>
              <a:gd name="connsiteY386" fmla="*/ 5980343 h 6858000"/>
              <a:gd name="connsiteX387" fmla="*/ 1950261 w 7467600"/>
              <a:gd name="connsiteY387" fmla="*/ 6405858 h 6858000"/>
              <a:gd name="connsiteX388" fmla="*/ 2365554 w 7467600"/>
              <a:gd name="connsiteY388" fmla="*/ 6759107 h 6858000"/>
              <a:gd name="connsiteX389" fmla="*/ 2424142 w 7467600"/>
              <a:gd name="connsiteY389" fmla="*/ 6858000 h 6858000"/>
              <a:gd name="connsiteX390" fmla="*/ 2395994 w 7467600"/>
              <a:gd name="connsiteY390" fmla="*/ 6858000 h 6858000"/>
              <a:gd name="connsiteX391" fmla="*/ 2392863 w 7467600"/>
              <a:gd name="connsiteY391" fmla="*/ 6852964 h 6858000"/>
              <a:gd name="connsiteX392" fmla="*/ 2017589 w 7467600"/>
              <a:gd name="connsiteY392" fmla="*/ 6493982 h 6858000"/>
              <a:gd name="connsiteX393" fmla="*/ 2147336 w 7467600"/>
              <a:gd name="connsiteY393" fmla="*/ 6594052 h 6858000"/>
              <a:gd name="connsiteX394" fmla="*/ 2207047 w 7467600"/>
              <a:gd name="connsiteY394" fmla="*/ 6654540 h 6858000"/>
              <a:gd name="connsiteX395" fmla="*/ 2299106 w 7467600"/>
              <a:gd name="connsiteY395" fmla="*/ 6778931 h 6858000"/>
              <a:gd name="connsiteX396" fmla="*/ 2314430 w 7467600"/>
              <a:gd name="connsiteY396" fmla="*/ 6801144 h 6858000"/>
              <a:gd name="connsiteX397" fmla="*/ 2352406 w 7467600"/>
              <a:gd name="connsiteY397" fmla="*/ 6858000 h 6858000"/>
              <a:gd name="connsiteX398" fmla="*/ 2314492 w 7467600"/>
              <a:gd name="connsiteY398" fmla="*/ 6858000 h 6858000"/>
              <a:gd name="connsiteX399" fmla="*/ 2288095 w 7467600"/>
              <a:gd name="connsiteY399" fmla="*/ 6818030 h 6858000"/>
              <a:gd name="connsiteX400" fmla="*/ 2272768 w 7467600"/>
              <a:gd name="connsiteY400" fmla="*/ 6795822 h 6858000"/>
              <a:gd name="connsiteX401" fmla="*/ 2182715 w 7467600"/>
              <a:gd name="connsiteY401" fmla="*/ 6675071 h 6858000"/>
              <a:gd name="connsiteX402" fmla="*/ 2032061 w 7467600"/>
              <a:gd name="connsiteY402" fmla="*/ 6541380 h 6858000"/>
              <a:gd name="connsiteX403" fmla="*/ 2257220 w 7467600"/>
              <a:gd name="connsiteY403" fmla="*/ 6826257 h 6858000"/>
              <a:gd name="connsiteX404" fmla="*/ 2281324 w 7467600"/>
              <a:gd name="connsiteY404" fmla="*/ 6858000 h 6858000"/>
              <a:gd name="connsiteX405" fmla="*/ 2242860 w 7467600"/>
              <a:gd name="connsiteY405" fmla="*/ 6858000 h 6858000"/>
              <a:gd name="connsiteX406" fmla="*/ 2232818 w 7467600"/>
              <a:gd name="connsiteY406" fmla="*/ 6844926 h 6858000"/>
              <a:gd name="connsiteX407" fmla="*/ 1990172 w 7467600"/>
              <a:gd name="connsiteY407" fmla="*/ 6542121 h 6858000"/>
              <a:gd name="connsiteX408" fmla="*/ 2124090 w 7467600"/>
              <a:gd name="connsiteY408" fmla="*/ 6761017 h 6858000"/>
              <a:gd name="connsiteX409" fmla="*/ 2200380 w 7467600"/>
              <a:gd name="connsiteY409" fmla="*/ 6858000 h 6858000"/>
              <a:gd name="connsiteX410" fmla="*/ 2147507 w 7467600"/>
              <a:gd name="connsiteY410" fmla="*/ 6858000 h 6858000"/>
              <a:gd name="connsiteX411" fmla="*/ 2070668 w 7467600"/>
              <a:gd name="connsiteY411" fmla="*/ 6761520 h 6858000"/>
              <a:gd name="connsiteX412" fmla="*/ 1975142 w 7467600"/>
              <a:gd name="connsiteY412" fmla="*/ 6585570 h 6858000"/>
              <a:gd name="connsiteX413" fmla="*/ 2050035 w 7467600"/>
              <a:gd name="connsiteY413" fmla="*/ 6813345 h 6858000"/>
              <a:gd name="connsiteX414" fmla="*/ 2063025 w 7467600"/>
              <a:gd name="connsiteY414" fmla="*/ 6858000 h 6858000"/>
              <a:gd name="connsiteX415" fmla="*/ 2021675 w 7467600"/>
              <a:gd name="connsiteY415" fmla="*/ 6858000 h 6858000"/>
              <a:gd name="connsiteX416" fmla="*/ 2019308 w 7467600"/>
              <a:gd name="connsiteY416" fmla="*/ 6847118 h 6858000"/>
              <a:gd name="connsiteX417" fmla="*/ 1938835 w 7467600"/>
              <a:gd name="connsiteY417" fmla="*/ 6551160 h 6858000"/>
              <a:gd name="connsiteX418" fmla="*/ 1953230 w 7467600"/>
              <a:gd name="connsiteY418" fmla="*/ 6759699 h 6858000"/>
              <a:gd name="connsiteX419" fmla="*/ 1956763 w 7467600"/>
              <a:gd name="connsiteY419" fmla="*/ 6778191 h 6858000"/>
              <a:gd name="connsiteX420" fmla="*/ 1967925 w 7467600"/>
              <a:gd name="connsiteY420" fmla="*/ 6858000 h 6858000"/>
              <a:gd name="connsiteX421" fmla="*/ 1936622 w 7467600"/>
              <a:gd name="connsiteY421" fmla="*/ 6858000 h 6858000"/>
              <a:gd name="connsiteX422" fmla="*/ 1926261 w 7467600"/>
              <a:gd name="connsiteY422" fmla="*/ 6784064 h 6858000"/>
              <a:gd name="connsiteX423" fmla="*/ 1922724 w 7467600"/>
              <a:gd name="connsiteY423" fmla="*/ 6765577 h 6858000"/>
              <a:gd name="connsiteX424" fmla="*/ 1904650 w 7467600"/>
              <a:gd name="connsiteY424" fmla="*/ 6639616 h 6858000"/>
              <a:gd name="connsiteX425" fmla="*/ 1885273 w 7467600"/>
              <a:gd name="connsiteY425" fmla="*/ 6858000 h 6858000"/>
              <a:gd name="connsiteX426" fmla="*/ 1854363 w 7467600"/>
              <a:gd name="connsiteY426" fmla="*/ 6858000 h 6858000"/>
              <a:gd name="connsiteX427" fmla="*/ 1880391 w 7467600"/>
              <a:gd name="connsiteY427" fmla="*/ 6603796 h 6858000"/>
              <a:gd name="connsiteX428" fmla="*/ 1818273 w 7467600"/>
              <a:gd name="connsiteY428" fmla="*/ 6715729 h 6858000"/>
              <a:gd name="connsiteX429" fmla="*/ 1794691 w 7467600"/>
              <a:gd name="connsiteY429" fmla="*/ 6843239 h 6858000"/>
              <a:gd name="connsiteX430" fmla="*/ 1794914 w 7467600"/>
              <a:gd name="connsiteY430" fmla="*/ 6858000 h 6858000"/>
              <a:gd name="connsiteX431" fmla="*/ 1746128 w 7467600"/>
              <a:gd name="connsiteY431" fmla="*/ 6858000 h 6858000"/>
              <a:gd name="connsiteX432" fmla="*/ 1753934 w 7467600"/>
              <a:gd name="connsiteY432" fmla="*/ 6724796 h 6858000"/>
              <a:gd name="connsiteX433" fmla="*/ 1792053 w 7467600"/>
              <a:gd name="connsiteY433" fmla="*/ 6572396 h 6858000"/>
              <a:gd name="connsiteX434" fmla="*/ 1862248 w 7467600"/>
              <a:gd name="connsiteY434" fmla="*/ 6266397 h 6858000"/>
              <a:gd name="connsiteX435" fmla="*/ 1862250 w 7467600"/>
              <a:gd name="connsiteY435" fmla="*/ 6033531 h 6858000"/>
              <a:gd name="connsiteX436" fmla="*/ 1211999 w 7467600"/>
              <a:gd name="connsiteY436" fmla="*/ 6683610 h 6858000"/>
              <a:gd name="connsiteX437" fmla="*/ 1213266 w 7467600"/>
              <a:gd name="connsiteY437" fmla="*/ 6691947 h 6858000"/>
              <a:gd name="connsiteX438" fmla="*/ 1203370 w 7467600"/>
              <a:gd name="connsiteY438" fmla="*/ 6850676 h 6858000"/>
              <a:gd name="connsiteX439" fmla="*/ 1203671 w 7467600"/>
              <a:gd name="connsiteY439" fmla="*/ 6858000 h 6858000"/>
              <a:gd name="connsiteX440" fmla="*/ 1143180 w 7467600"/>
              <a:gd name="connsiteY440" fmla="*/ 6858000 h 6858000"/>
              <a:gd name="connsiteX441" fmla="*/ 1142176 w 7467600"/>
              <a:gd name="connsiteY441" fmla="*/ 6766045 h 6858000"/>
              <a:gd name="connsiteX442" fmla="*/ 1067484 w 7467600"/>
              <a:gd name="connsiteY442" fmla="*/ 6858000 h 6858000"/>
              <a:gd name="connsiteX443" fmla="*/ 953928 w 7467600"/>
              <a:gd name="connsiteY443" fmla="*/ 6858000 h 6858000"/>
              <a:gd name="connsiteX444" fmla="*/ 959715 w 7467600"/>
              <a:gd name="connsiteY444" fmla="*/ 6850185 h 6858000"/>
              <a:gd name="connsiteX445" fmla="*/ 1483788 w 7467600"/>
              <a:gd name="connsiteY445" fmla="*/ 6259174 h 6858000"/>
              <a:gd name="connsiteX446" fmla="*/ 1100671 w 7467600"/>
              <a:gd name="connsiteY446" fmla="*/ 6252137 h 6858000"/>
              <a:gd name="connsiteX447" fmla="*/ 1090144 w 7467600"/>
              <a:gd name="connsiteY447" fmla="*/ 6256748 h 6858000"/>
              <a:gd name="connsiteX448" fmla="*/ 1095872 w 7467600"/>
              <a:gd name="connsiteY448" fmla="*/ 6271892 h 6858000"/>
              <a:gd name="connsiteX449" fmla="*/ 262785 w 7467600"/>
              <a:gd name="connsiteY449" fmla="*/ 6845450 h 6858000"/>
              <a:gd name="connsiteX450" fmla="*/ 209968 w 7467600"/>
              <a:gd name="connsiteY450" fmla="*/ 6770713 h 6858000"/>
              <a:gd name="connsiteX451" fmla="*/ 873460 w 7467600"/>
              <a:gd name="connsiteY451" fmla="*/ 6253768 h 6858000"/>
              <a:gd name="connsiteX452" fmla="*/ 192686 w 7467600"/>
              <a:gd name="connsiteY452" fmla="*/ 5849257 h 6858000"/>
              <a:gd name="connsiteX453" fmla="*/ 4696 w 7467600"/>
              <a:gd name="connsiteY453" fmla="*/ 5697668 h 6858000"/>
              <a:gd name="connsiteX454" fmla="*/ 0 w 7467600"/>
              <a:gd name="connsiteY454" fmla="*/ 5689984 h 6858000"/>
              <a:gd name="connsiteX455" fmla="*/ 0 w 7467600"/>
              <a:gd name="connsiteY455" fmla="*/ 5513472 h 6858000"/>
              <a:gd name="connsiteX456" fmla="*/ 174101 w 7467600"/>
              <a:gd name="connsiteY456" fmla="*/ 5620277 h 6858000"/>
              <a:gd name="connsiteX457" fmla="*/ 891800 w 7467600"/>
              <a:gd name="connsiteY457" fmla="*/ 6036935 h 6858000"/>
              <a:gd name="connsiteX458" fmla="*/ 1072219 w 7467600"/>
              <a:gd name="connsiteY458" fmla="*/ 6169443 h 6858000"/>
              <a:gd name="connsiteX459" fmla="*/ 1074117 w 7467600"/>
              <a:gd name="connsiteY459" fmla="*/ 6170301 h 6858000"/>
              <a:gd name="connsiteX460" fmla="*/ 1083114 w 7467600"/>
              <a:gd name="connsiteY460" fmla="*/ 6174131 h 6858000"/>
              <a:gd name="connsiteX461" fmla="*/ 1543010 w 7467600"/>
              <a:gd name="connsiteY461" fmla="*/ 6191140 h 6858000"/>
              <a:gd name="connsiteX462" fmla="*/ 1551080 w 7467600"/>
              <a:gd name="connsiteY462" fmla="*/ 6195006 h 6858000"/>
              <a:gd name="connsiteX463" fmla="*/ 2345443 w 7467600"/>
              <a:gd name="connsiteY463" fmla="*/ 5549882 h 6858000"/>
              <a:gd name="connsiteX464" fmla="*/ 1721499 w 7467600"/>
              <a:gd name="connsiteY464" fmla="*/ 5599969 h 6858000"/>
              <a:gd name="connsiteX465" fmla="*/ 767716 w 7467600"/>
              <a:gd name="connsiteY465" fmla="*/ 5472768 h 6858000"/>
              <a:gd name="connsiteX466" fmla="*/ 722147 w 7467600"/>
              <a:gd name="connsiteY466" fmla="*/ 5393091 h 6858000"/>
              <a:gd name="connsiteX467" fmla="*/ 1485552 w 7467600"/>
              <a:gd name="connsiteY467" fmla="*/ 5313202 h 6858000"/>
              <a:gd name="connsiteX468" fmla="*/ 2143004 w 7467600"/>
              <a:gd name="connsiteY468" fmla="*/ 5402420 h 6858000"/>
              <a:gd name="connsiteX469" fmla="*/ 1933391 w 7467600"/>
              <a:gd name="connsiteY469" fmla="*/ 5156971 h 6858000"/>
              <a:gd name="connsiteX470" fmla="*/ 1827118 w 7467600"/>
              <a:gd name="connsiteY470" fmla="*/ 4968410 h 6858000"/>
              <a:gd name="connsiteX471" fmla="*/ 1837349 w 7467600"/>
              <a:gd name="connsiteY471" fmla="*/ 4956357 h 6858000"/>
              <a:gd name="connsiteX472" fmla="*/ 2162835 w 7467600"/>
              <a:gd name="connsiteY472" fmla="*/ 5187853 h 6858000"/>
              <a:gd name="connsiteX473" fmla="*/ 2257167 w 7467600"/>
              <a:gd name="connsiteY473" fmla="*/ 5462123 h 6858000"/>
              <a:gd name="connsiteX474" fmla="*/ 2261598 w 7467600"/>
              <a:gd name="connsiteY474" fmla="*/ 5467998 h 6858000"/>
              <a:gd name="connsiteX475" fmla="*/ 2437177 w 7467600"/>
              <a:gd name="connsiteY475" fmla="*/ 5479608 h 6858000"/>
              <a:gd name="connsiteX476" fmla="*/ 2445247 w 7467600"/>
              <a:gd name="connsiteY476" fmla="*/ 5483476 h 6858000"/>
              <a:gd name="connsiteX477" fmla="*/ 2743626 w 7467600"/>
              <a:gd name="connsiteY477" fmla="*/ 5304819 h 6858000"/>
              <a:gd name="connsiteX478" fmla="*/ 3048102 w 7467600"/>
              <a:gd name="connsiteY478" fmla="*/ 5150595 h 6858000"/>
              <a:gd name="connsiteX479" fmla="*/ 1799414 w 7467600"/>
              <a:gd name="connsiteY479" fmla="*/ 4694732 h 6858000"/>
              <a:gd name="connsiteX480" fmla="*/ 1771735 w 7467600"/>
              <a:gd name="connsiteY480" fmla="*/ 4619929 h 6858000"/>
              <a:gd name="connsiteX481" fmla="*/ 3104273 w 7467600"/>
              <a:gd name="connsiteY481" fmla="*/ 5076159 h 6858000"/>
              <a:gd name="connsiteX482" fmla="*/ 3113245 w 7467600"/>
              <a:gd name="connsiteY482" fmla="*/ 5090705 h 6858000"/>
              <a:gd name="connsiteX483" fmla="*/ 3126294 w 7467600"/>
              <a:gd name="connsiteY483" fmla="*/ 5114400 h 6858000"/>
              <a:gd name="connsiteX484" fmla="*/ 3937433 w 7467600"/>
              <a:gd name="connsiteY484" fmla="*/ 4830473 h 6858000"/>
              <a:gd name="connsiteX485" fmla="*/ 3590475 w 7467600"/>
              <a:gd name="connsiteY485" fmla="*/ 4597974 h 6858000"/>
              <a:gd name="connsiteX486" fmla="*/ 3100264 w 7467600"/>
              <a:gd name="connsiteY486" fmla="*/ 4579845 h 6858000"/>
              <a:gd name="connsiteX487" fmla="*/ 2183576 w 7467600"/>
              <a:gd name="connsiteY487" fmla="*/ 4227150 h 6858000"/>
              <a:gd name="connsiteX488" fmla="*/ 2151029 w 7467600"/>
              <a:gd name="connsiteY488" fmla="*/ 4146947 h 6858000"/>
              <a:gd name="connsiteX489" fmla="*/ 3563434 w 7467600"/>
              <a:gd name="connsiteY489" fmla="*/ 4469115 h 6858000"/>
              <a:gd name="connsiteX490" fmla="*/ 3177952 w 7467600"/>
              <a:gd name="connsiteY490" fmla="*/ 3657386 h 6858000"/>
              <a:gd name="connsiteX491" fmla="*/ 3189263 w 7467600"/>
              <a:gd name="connsiteY491" fmla="*/ 3625726 h 6858000"/>
              <a:gd name="connsiteX492" fmla="*/ 3560912 w 7467600"/>
              <a:gd name="connsiteY492" fmla="*/ 4079863 h 6858000"/>
              <a:gd name="connsiteX493" fmla="*/ 3626636 w 7467600"/>
              <a:gd name="connsiteY493" fmla="*/ 4512230 h 6858000"/>
              <a:gd name="connsiteX494" fmla="*/ 3653088 w 7467600"/>
              <a:gd name="connsiteY494" fmla="*/ 4521417 h 6858000"/>
              <a:gd name="connsiteX495" fmla="*/ 3988128 w 7467600"/>
              <a:gd name="connsiteY495" fmla="*/ 4817267 h 6858000"/>
              <a:gd name="connsiteX496" fmla="*/ 4830582 w 7467600"/>
              <a:gd name="connsiteY496" fmla="*/ 4676000 h 6858000"/>
              <a:gd name="connsiteX497" fmla="*/ 4830100 w 7467600"/>
              <a:gd name="connsiteY497" fmla="*/ 4675554 h 6858000"/>
              <a:gd name="connsiteX498" fmla="*/ 4036318 w 7467600"/>
              <a:gd name="connsiteY498" fmla="*/ 4147013 h 6858000"/>
              <a:gd name="connsiteX499" fmla="*/ 3432098 w 7467600"/>
              <a:gd name="connsiteY499" fmla="*/ 3537312 h 6858000"/>
              <a:gd name="connsiteX500" fmla="*/ 3446761 w 7467600"/>
              <a:gd name="connsiteY500" fmla="*/ 3461278 h 6858000"/>
              <a:gd name="connsiteX501" fmla="*/ 4419733 w 7467600"/>
              <a:gd name="connsiteY501" fmla="*/ 3963555 h 6858000"/>
              <a:gd name="connsiteX502" fmla="*/ 4781371 w 7467600"/>
              <a:gd name="connsiteY502" fmla="*/ 4458604 h 6858000"/>
              <a:gd name="connsiteX503" fmla="*/ 4780440 w 7467600"/>
              <a:gd name="connsiteY503" fmla="*/ 4470290 h 6858000"/>
              <a:gd name="connsiteX504" fmla="*/ 4898954 w 7467600"/>
              <a:gd name="connsiteY504" fmla="*/ 4662092 h 6858000"/>
              <a:gd name="connsiteX505" fmla="*/ 4900699 w 7467600"/>
              <a:gd name="connsiteY505" fmla="*/ 4670867 h 6858000"/>
              <a:gd name="connsiteX506" fmla="*/ 5714511 w 7467600"/>
              <a:gd name="connsiteY506" fmla="*/ 4663483 h 6858000"/>
              <a:gd name="connsiteX507" fmla="*/ 5464793 w 7467600"/>
              <a:gd name="connsiteY507" fmla="*/ 4393556 h 6858000"/>
              <a:gd name="connsiteX508" fmla="*/ 5461897 w 7467600"/>
              <a:gd name="connsiteY508" fmla="*/ 4390879 h 6858000"/>
              <a:gd name="connsiteX509" fmla="*/ 4294126 w 7467600"/>
              <a:gd name="connsiteY509" fmla="*/ 3303048 h 6858000"/>
              <a:gd name="connsiteX510" fmla="*/ 4305321 w 7467600"/>
              <a:gd name="connsiteY510" fmla="*/ 3256953 h 6858000"/>
              <a:gd name="connsiteX511" fmla="*/ 4949299 w 7467600"/>
              <a:gd name="connsiteY511" fmla="*/ 3766336 h 6858000"/>
              <a:gd name="connsiteX512" fmla="*/ 5291452 w 7467600"/>
              <a:gd name="connsiteY512" fmla="*/ 4076801 h 6858000"/>
              <a:gd name="connsiteX513" fmla="*/ 5434998 w 7467600"/>
              <a:gd name="connsiteY513" fmla="*/ 4254100 h 6858000"/>
              <a:gd name="connsiteX514" fmla="*/ 5351015 w 7467600"/>
              <a:gd name="connsiteY514" fmla="*/ 3760989 h 6858000"/>
              <a:gd name="connsiteX515" fmla="*/ 5413780 w 7467600"/>
              <a:gd name="connsiteY515" fmla="*/ 2966265 h 6858000"/>
              <a:gd name="connsiteX516" fmla="*/ 5425627 w 7467600"/>
              <a:gd name="connsiteY516" fmla="*/ 2954192 h 6858000"/>
              <a:gd name="connsiteX517" fmla="*/ 6604735 w 7467600"/>
              <a:gd name="connsiteY517" fmla="*/ 2041381 h 6858000"/>
              <a:gd name="connsiteX518" fmla="*/ 7204487 w 7467600"/>
              <a:gd name="connsiteY518" fmla="*/ 2742112 h 6858000"/>
              <a:gd name="connsiteX519" fmla="*/ 7131592 w 7467600"/>
              <a:gd name="connsiteY519" fmla="*/ 2672096 h 6858000"/>
              <a:gd name="connsiteX520" fmla="*/ 6996344 w 7467600"/>
              <a:gd name="connsiteY520" fmla="*/ 2518310 h 6858000"/>
              <a:gd name="connsiteX521" fmla="*/ 6735495 w 7467600"/>
              <a:gd name="connsiteY521" fmla="*/ 2196890 h 6858000"/>
              <a:gd name="connsiteX522" fmla="*/ 6721901 w 7467600"/>
              <a:gd name="connsiteY522" fmla="*/ 2179274 h 6858000"/>
              <a:gd name="connsiteX523" fmla="*/ 6604735 w 7467600"/>
              <a:gd name="connsiteY523" fmla="*/ 2041381 h 6858000"/>
              <a:gd name="connsiteX524" fmla="*/ 6591670 w 7467600"/>
              <a:gd name="connsiteY524" fmla="*/ 1988277 h 6858000"/>
              <a:gd name="connsiteX525" fmla="*/ 6747349 w 7467600"/>
              <a:gd name="connsiteY525" fmla="*/ 2160069 h 6858000"/>
              <a:gd name="connsiteX526" fmla="*/ 6760943 w 7467600"/>
              <a:gd name="connsiteY526" fmla="*/ 2177686 h 6858000"/>
              <a:gd name="connsiteX527" fmla="*/ 7021065 w 7467600"/>
              <a:gd name="connsiteY527" fmla="*/ 2498102 h 6858000"/>
              <a:gd name="connsiteX528" fmla="*/ 7155223 w 7467600"/>
              <a:gd name="connsiteY528" fmla="*/ 2650386 h 6858000"/>
              <a:gd name="connsiteX529" fmla="*/ 7203167 w 7467600"/>
              <a:gd name="connsiteY529" fmla="*/ 2697288 h 6858000"/>
              <a:gd name="connsiteX530" fmla="*/ 6937703 w 7467600"/>
              <a:gd name="connsiteY530" fmla="*/ 2321981 h 6858000"/>
              <a:gd name="connsiteX531" fmla="*/ 6591670 w 7467600"/>
              <a:gd name="connsiteY531" fmla="*/ 1988277 h 6858000"/>
              <a:gd name="connsiteX532" fmla="*/ 5798671 w 7467600"/>
              <a:gd name="connsiteY532" fmla="*/ 1981601 h 6858000"/>
              <a:gd name="connsiteX533" fmla="*/ 5754709 w 7467600"/>
              <a:gd name="connsiteY533" fmla="*/ 2071454 h 6858000"/>
              <a:gd name="connsiteX534" fmla="*/ 5763044 w 7467600"/>
              <a:gd name="connsiteY534" fmla="*/ 2842206 h 6858000"/>
              <a:gd name="connsiteX535" fmla="*/ 5764974 w 7467600"/>
              <a:gd name="connsiteY535" fmla="*/ 2799609 h 6858000"/>
              <a:gd name="connsiteX536" fmla="*/ 5767665 w 7467600"/>
              <a:gd name="connsiteY536" fmla="*/ 2666409 h 6858000"/>
              <a:gd name="connsiteX537" fmla="*/ 5763055 w 7467600"/>
              <a:gd name="connsiteY537" fmla="*/ 2579705 h 6858000"/>
              <a:gd name="connsiteX538" fmla="*/ 5758079 w 7467600"/>
              <a:gd name="connsiteY538" fmla="*/ 2492508 h 6858000"/>
              <a:gd name="connsiteX539" fmla="*/ 5779325 w 7467600"/>
              <a:gd name="connsiteY539" fmla="*/ 2197069 h 6858000"/>
              <a:gd name="connsiteX540" fmla="*/ 5798671 w 7467600"/>
              <a:gd name="connsiteY540" fmla="*/ 1981601 h 6858000"/>
              <a:gd name="connsiteX541" fmla="*/ 5829202 w 7467600"/>
              <a:gd name="connsiteY541" fmla="*/ 1971679 h 6858000"/>
              <a:gd name="connsiteX542" fmla="*/ 5809558 w 7467600"/>
              <a:gd name="connsiteY542" fmla="*/ 2198043 h 6858000"/>
              <a:gd name="connsiteX543" fmla="*/ 5788653 w 7467600"/>
              <a:gd name="connsiteY543" fmla="*/ 2489430 h 6858000"/>
              <a:gd name="connsiteX544" fmla="*/ 5793439 w 7467600"/>
              <a:gd name="connsiteY544" fmla="*/ 2575235 h 6858000"/>
              <a:gd name="connsiteX545" fmla="*/ 5796837 w 7467600"/>
              <a:gd name="connsiteY545" fmla="*/ 2637633 h 6858000"/>
              <a:gd name="connsiteX546" fmla="*/ 5818614 w 7467600"/>
              <a:gd name="connsiteY546" fmla="*/ 2473055 h 6858000"/>
              <a:gd name="connsiteX547" fmla="*/ 5829202 w 7467600"/>
              <a:gd name="connsiteY547" fmla="*/ 1971679 h 6858000"/>
              <a:gd name="connsiteX548" fmla="*/ 5911389 w 7467600"/>
              <a:gd name="connsiteY548" fmla="*/ 1898371 h 6858000"/>
              <a:gd name="connsiteX549" fmla="*/ 6237627 w 7467600"/>
              <a:gd name="connsiteY549" fmla="*/ 2231921 h 6858000"/>
              <a:gd name="connsiteX550" fmla="*/ 5911389 w 7467600"/>
              <a:gd name="connsiteY550" fmla="*/ 1898371 h 6858000"/>
              <a:gd name="connsiteX551" fmla="*/ 6944437 w 7467600"/>
              <a:gd name="connsiteY551" fmla="*/ 1575402 h 6858000"/>
              <a:gd name="connsiteX552" fmla="*/ 6304730 w 7467600"/>
              <a:gd name="connsiteY552" fmla="*/ 1766654 h 6858000"/>
              <a:gd name="connsiteX553" fmla="*/ 6944437 w 7467600"/>
              <a:gd name="connsiteY553" fmla="*/ 1575402 h 6858000"/>
              <a:gd name="connsiteX554" fmla="*/ 7019523 w 7467600"/>
              <a:gd name="connsiteY554" fmla="*/ 1519450 h 6858000"/>
              <a:gd name="connsiteX555" fmla="*/ 6298091 w 7467600"/>
              <a:gd name="connsiteY555" fmla="*/ 1737122 h 6858000"/>
              <a:gd name="connsiteX556" fmla="*/ 7019523 w 7467600"/>
              <a:gd name="connsiteY556" fmla="*/ 1519450 h 6858000"/>
              <a:gd name="connsiteX557" fmla="*/ 2399523 w 7467600"/>
              <a:gd name="connsiteY557" fmla="*/ 1428234 h 6858000"/>
              <a:gd name="connsiteX558" fmla="*/ 2224982 w 7467600"/>
              <a:gd name="connsiteY558" fmla="*/ 1826201 h 6858000"/>
              <a:gd name="connsiteX559" fmla="*/ 2096099 w 7467600"/>
              <a:gd name="connsiteY559" fmla="*/ 2345900 h 6858000"/>
              <a:gd name="connsiteX560" fmla="*/ 2283317 w 7467600"/>
              <a:gd name="connsiteY560" fmla="*/ 1796925 h 6858000"/>
              <a:gd name="connsiteX561" fmla="*/ 2399523 w 7467600"/>
              <a:gd name="connsiteY561" fmla="*/ 1428234 h 6858000"/>
              <a:gd name="connsiteX562" fmla="*/ 2448558 w 7467600"/>
              <a:gd name="connsiteY562" fmla="*/ 1373435 h 6858000"/>
              <a:gd name="connsiteX563" fmla="*/ 2312521 w 7467600"/>
              <a:gd name="connsiteY563" fmla="*/ 1806140 h 6858000"/>
              <a:gd name="connsiteX564" fmla="*/ 2127533 w 7467600"/>
              <a:gd name="connsiteY564" fmla="*/ 2348380 h 6858000"/>
              <a:gd name="connsiteX565" fmla="*/ 2358080 w 7467600"/>
              <a:gd name="connsiteY565" fmla="*/ 1866134 h 6858000"/>
              <a:gd name="connsiteX566" fmla="*/ 2407436 w 7467600"/>
              <a:gd name="connsiteY566" fmla="*/ 1651070 h 6858000"/>
              <a:gd name="connsiteX567" fmla="*/ 2448558 w 7467600"/>
              <a:gd name="connsiteY567" fmla="*/ 1373435 h 6858000"/>
              <a:gd name="connsiteX568" fmla="*/ 278707 w 7467600"/>
              <a:gd name="connsiteY568" fmla="*/ 1352270 h 6858000"/>
              <a:gd name="connsiteX569" fmla="*/ 321570 w 7467600"/>
              <a:gd name="connsiteY569" fmla="*/ 1861610 h 6858000"/>
              <a:gd name="connsiteX570" fmla="*/ 294281 w 7467600"/>
              <a:gd name="connsiteY570" fmla="*/ 1440658 h 6858000"/>
              <a:gd name="connsiteX571" fmla="*/ 278707 w 7467600"/>
              <a:gd name="connsiteY571" fmla="*/ 1352270 h 6858000"/>
              <a:gd name="connsiteX572" fmla="*/ 1423821 w 7467600"/>
              <a:gd name="connsiteY572" fmla="*/ 1351958 h 6858000"/>
              <a:gd name="connsiteX573" fmla="*/ 1638521 w 7467600"/>
              <a:gd name="connsiteY573" fmla="*/ 1908470 h 6858000"/>
              <a:gd name="connsiteX574" fmla="*/ 1754199 w 7467600"/>
              <a:gd name="connsiteY574" fmla="*/ 2149284 h 6858000"/>
              <a:gd name="connsiteX575" fmla="*/ 1908359 w 7467600"/>
              <a:gd name="connsiteY575" fmla="*/ 2364988 h 6858000"/>
              <a:gd name="connsiteX576" fmla="*/ 1647661 w 7467600"/>
              <a:gd name="connsiteY576" fmla="*/ 1825945 h 6858000"/>
              <a:gd name="connsiteX577" fmla="*/ 1423821 w 7467600"/>
              <a:gd name="connsiteY577" fmla="*/ 1351958 h 6858000"/>
              <a:gd name="connsiteX578" fmla="*/ 1431890 w 7467600"/>
              <a:gd name="connsiteY578" fmla="*/ 1306475 h 6858000"/>
              <a:gd name="connsiteX579" fmla="*/ 1507597 w 7467600"/>
              <a:gd name="connsiteY579" fmla="*/ 1446132 h 6858000"/>
              <a:gd name="connsiteX580" fmla="*/ 1674586 w 7467600"/>
              <a:gd name="connsiteY580" fmla="*/ 1813832 h 6858000"/>
              <a:gd name="connsiteX581" fmla="*/ 1815950 w 7467600"/>
              <a:gd name="connsiteY581" fmla="*/ 2128564 h 6858000"/>
              <a:gd name="connsiteX582" fmla="*/ 1984242 w 7467600"/>
              <a:gd name="connsiteY582" fmla="*/ 2430829 h 6858000"/>
              <a:gd name="connsiteX583" fmla="*/ 2014023 w 7467600"/>
              <a:gd name="connsiteY583" fmla="*/ 2450995 h 6858000"/>
              <a:gd name="connsiteX584" fmla="*/ 1747337 w 7467600"/>
              <a:gd name="connsiteY584" fmla="*/ 1855264 h 6858000"/>
              <a:gd name="connsiteX585" fmla="*/ 1533749 w 7467600"/>
              <a:gd name="connsiteY585" fmla="*/ 1478656 h 6858000"/>
              <a:gd name="connsiteX586" fmla="*/ 1431890 w 7467600"/>
              <a:gd name="connsiteY586" fmla="*/ 1306475 h 6858000"/>
              <a:gd name="connsiteX587" fmla="*/ 5052692 w 7467600"/>
              <a:gd name="connsiteY587" fmla="*/ 1292994 h 6858000"/>
              <a:gd name="connsiteX588" fmla="*/ 5200661 w 7467600"/>
              <a:gd name="connsiteY588" fmla="*/ 1635186 h 6858000"/>
              <a:gd name="connsiteX589" fmla="*/ 5297138 w 7467600"/>
              <a:gd name="connsiteY589" fmla="*/ 1906351 h 6858000"/>
              <a:gd name="connsiteX590" fmla="*/ 5052692 w 7467600"/>
              <a:gd name="connsiteY590" fmla="*/ 1292994 h 6858000"/>
              <a:gd name="connsiteX591" fmla="*/ 5009948 w 7467600"/>
              <a:gd name="connsiteY591" fmla="*/ 1273619 h 6858000"/>
              <a:gd name="connsiteX592" fmla="*/ 5121777 w 7467600"/>
              <a:gd name="connsiteY592" fmla="*/ 1654213 h 6858000"/>
              <a:gd name="connsiteX593" fmla="*/ 5293545 w 7467600"/>
              <a:gd name="connsiteY593" fmla="*/ 2072247 h 6858000"/>
              <a:gd name="connsiteX594" fmla="*/ 5294042 w 7467600"/>
              <a:gd name="connsiteY594" fmla="*/ 2065019 h 6858000"/>
              <a:gd name="connsiteX595" fmla="*/ 5171936 w 7467600"/>
              <a:gd name="connsiteY595" fmla="*/ 1647613 h 6858000"/>
              <a:gd name="connsiteX596" fmla="*/ 5009948 w 7467600"/>
              <a:gd name="connsiteY596" fmla="*/ 1273619 h 6858000"/>
              <a:gd name="connsiteX597" fmla="*/ 655236 w 7467600"/>
              <a:gd name="connsiteY597" fmla="*/ 1268632 h 6858000"/>
              <a:gd name="connsiteX598" fmla="*/ 839521 w 7467600"/>
              <a:gd name="connsiteY598" fmla="*/ 1685315 h 6858000"/>
              <a:gd name="connsiteX599" fmla="*/ 1109416 w 7467600"/>
              <a:gd name="connsiteY599" fmla="*/ 2061663 h 6858000"/>
              <a:gd name="connsiteX600" fmla="*/ 1298300 w 7467600"/>
              <a:gd name="connsiteY600" fmla="*/ 2247742 h 6858000"/>
              <a:gd name="connsiteX601" fmla="*/ 1125871 w 7467600"/>
              <a:gd name="connsiteY601" fmla="*/ 1989513 h 6858000"/>
              <a:gd name="connsiteX602" fmla="*/ 981574 w 7467600"/>
              <a:gd name="connsiteY602" fmla="*/ 1783157 h 6858000"/>
              <a:gd name="connsiteX603" fmla="*/ 922198 w 7467600"/>
              <a:gd name="connsiteY603" fmla="*/ 1677437 h 6858000"/>
              <a:gd name="connsiteX604" fmla="*/ 869293 w 7467600"/>
              <a:gd name="connsiteY604" fmla="*/ 1583214 h 6858000"/>
              <a:gd name="connsiteX605" fmla="*/ 751431 w 7467600"/>
              <a:gd name="connsiteY605" fmla="*/ 1405731 h 6858000"/>
              <a:gd name="connsiteX606" fmla="*/ 655236 w 7467600"/>
              <a:gd name="connsiteY606" fmla="*/ 1268632 h 6858000"/>
              <a:gd name="connsiteX607" fmla="*/ 6516292 w 7467600"/>
              <a:gd name="connsiteY607" fmla="*/ 1263064 h 6858000"/>
              <a:gd name="connsiteX608" fmla="*/ 5736320 w 7467600"/>
              <a:gd name="connsiteY608" fmla="*/ 1501803 h 6858000"/>
              <a:gd name="connsiteX609" fmla="*/ 6516292 w 7467600"/>
              <a:gd name="connsiteY609" fmla="*/ 1263064 h 6858000"/>
              <a:gd name="connsiteX610" fmla="*/ 291466 w 7467600"/>
              <a:gd name="connsiteY610" fmla="*/ 1250369 h 6858000"/>
              <a:gd name="connsiteX611" fmla="*/ 323180 w 7467600"/>
              <a:gd name="connsiteY611" fmla="*/ 1435283 h 6858000"/>
              <a:gd name="connsiteX612" fmla="*/ 349381 w 7467600"/>
              <a:gd name="connsiteY612" fmla="*/ 1875041 h 6858000"/>
              <a:gd name="connsiteX613" fmla="*/ 374363 w 7467600"/>
              <a:gd name="connsiteY613" fmla="*/ 1506494 h 6858000"/>
              <a:gd name="connsiteX614" fmla="*/ 302168 w 7467600"/>
              <a:gd name="connsiteY614" fmla="*/ 1274495 h 6858000"/>
              <a:gd name="connsiteX615" fmla="*/ 291466 w 7467600"/>
              <a:gd name="connsiteY615" fmla="*/ 1250369 h 6858000"/>
              <a:gd name="connsiteX616" fmla="*/ 678222 w 7467600"/>
              <a:gd name="connsiteY616" fmla="*/ 1248670 h 6858000"/>
              <a:gd name="connsiteX617" fmla="*/ 775536 w 7467600"/>
              <a:gd name="connsiteY617" fmla="*/ 1388015 h 6858000"/>
              <a:gd name="connsiteX618" fmla="*/ 894529 w 7467600"/>
              <a:gd name="connsiteY618" fmla="*/ 1567739 h 6858000"/>
              <a:gd name="connsiteX619" fmla="*/ 948000 w 7467600"/>
              <a:gd name="connsiteY619" fmla="*/ 1663088 h 6858000"/>
              <a:gd name="connsiteX620" fmla="*/ 1006812 w 7467600"/>
              <a:gd name="connsiteY620" fmla="*/ 1767683 h 6858000"/>
              <a:gd name="connsiteX621" fmla="*/ 1149133 w 7467600"/>
              <a:gd name="connsiteY621" fmla="*/ 1971513 h 6858000"/>
              <a:gd name="connsiteX622" fmla="*/ 1333952 w 7467600"/>
              <a:gd name="connsiteY622" fmla="*/ 2251620 h 6858000"/>
              <a:gd name="connsiteX623" fmla="*/ 1337329 w 7467600"/>
              <a:gd name="connsiteY623" fmla="*/ 2258350 h 6858000"/>
              <a:gd name="connsiteX624" fmla="*/ 1014726 w 7467600"/>
              <a:gd name="connsiteY624" fmla="*/ 1615556 h 6858000"/>
              <a:gd name="connsiteX625" fmla="*/ 678222 w 7467600"/>
              <a:gd name="connsiteY625" fmla="*/ 1248670 h 6858000"/>
              <a:gd name="connsiteX626" fmla="*/ 6691602 w 7467600"/>
              <a:gd name="connsiteY626" fmla="*/ 1140573 h 6858000"/>
              <a:gd name="connsiteX627" fmla="*/ 6571100 w 7467600"/>
              <a:gd name="connsiteY627" fmla="*/ 1183662 h 6858000"/>
              <a:gd name="connsiteX628" fmla="*/ 6241687 w 7467600"/>
              <a:gd name="connsiteY628" fmla="*/ 1257600 h 6858000"/>
              <a:gd name="connsiteX629" fmla="*/ 5693009 w 7467600"/>
              <a:gd name="connsiteY629" fmla="*/ 1478256 h 6858000"/>
              <a:gd name="connsiteX630" fmla="*/ 6548420 w 7467600"/>
              <a:gd name="connsiteY630" fmla="*/ 1214599 h 6858000"/>
              <a:gd name="connsiteX631" fmla="*/ 6605473 w 7467600"/>
              <a:gd name="connsiteY631" fmla="*/ 1184686 h 6858000"/>
              <a:gd name="connsiteX632" fmla="*/ 6691602 w 7467600"/>
              <a:gd name="connsiteY632" fmla="*/ 1140573 h 6858000"/>
              <a:gd name="connsiteX633" fmla="*/ 4002475 w 7467600"/>
              <a:gd name="connsiteY633" fmla="*/ 1037802 h 6858000"/>
              <a:gd name="connsiteX634" fmla="*/ 4000324 w 7467600"/>
              <a:gd name="connsiteY634" fmla="*/ 1039362 h 6858000"/>
              <a:gd name="connsiteX635" fmla="*/ 4002862 w 7467600"/>
              <a:gd name="connsiteY635" fmla="*/ 1042866 h 6858000"/>
              <a:gd name="connsiteX636" fmla="*/ 4002475 w 7467600"/>
              <a:gd name="connsiteY636" fmla="*/ 1037802 h 6858000"/>
              <a:gd name="connsiteX637" fmla="*/ 506322 w 7467600"/>
              <a:gd name="connsiteY637" fmla="*/ 1020997 h 6858000"/>
              <a:gd name="connsiteX638" fmla="*/ 533068 w 7467600"/>
              <a:gd name="connsiteY638" fmla="*/ 1029409 h 6858000"/>
              <a:gd name="connsiteX639" fmla="*/ 1232525 w 7467600"/>
              <a:gd name="connsiteY639" fmla="*/ 1804675 h 6858000"/>
              <a:gd name="connsiteX640" fmla="*/ 1388858 w 7467600"/>
              <a:gd name="connsiteY640" fmla="*/ 2368011 h 6858000"/>
              <a:gd name="connsiteX641" fmla="*/ 1384098 w 7467600"/>
              <a:gd name="connsiteY641" fmla="*/ 2378125 h 6858000"/>
              <a:gd name="connsiteX642" fmla="*/ 1425393 w 7467600"/>
              <a:gd name="connsiteY642" fmla="*/ 2589124 h 6858000"/>
              <a:gd name="connsiteX643" fmla="*/ 1424001 w 7467600"/>
              <a:gd name="connsiteY643" fmla="*/ 2597541 h 6858000"/>
              <a:gd name="connsiteX644" fmla="*/ 2152729 w 7467600"/>
              <a:gd name="connsiteY644" fmla="*/ 2864487 h 6858000"/>
              <a:gd name="connsiteX645" fmla="*/ 2020609 w 7467600"/>
              <a:gd name="connsiteY645" fmla="*/ 2539671 h 6858000"/>
              <a:gd name="connsiteX646" fmla="*/ 2018920 w 7467600"/>
              <a:gd name="connsiteY646" fmla="*/ 2536309 h 6858000"/>
              <a:gd name="connsiteX647" fmla="*/ 1342441 w 7467600"/>
              <a:gd name="connsiteY647" fmla="*/ 1173017 h 6858000"/>
              <a:gd name="connsiteX648" fmla="*/ 1367925 w 7467600"/>
              <a:gd name="connsiteY648" fmla="*/ 1135648 h 6858000"/>
              <a:gd name="connsiteX649" fmla="*/ 1771401 w 7467600"/>
              <a:gd name="connsiteY649" fmla="*/ 1806673 h 6858000"/>
              <a:gd name="connsiteX650" fmla="*/ 1972385 w 7467600"/>
              <a:gd name="connsiteY650" fmla="*/ 2198735 h 6858000"/>
              <a:gd name="connsiteX651" fmla="*/ 2040892 w 7467600"/>
              <a:gd name="connsiteY651" fmla="*/ 2405205 h 6858000"/>
              <a:gd name="connsiteX652" fmla="*/ 2131689 w 7467600"/>
              <a:gd name="connsiteY652" fmla="*/ 1936926 h 6858000"/>
              <a:gd name="connsiteX653" fmla="*/ 2454820 w 7467600"/>
              <a:gd name="connsiteY653" fmla="*/ 1248808 h 6858000"/>
              <a:gd name="connsiteX654" fmla="*/ 2492512 w 7467600"/>
              <a:gd name="connsiteY654" fmla="*/ 1302920 h 6858000"/>
              <a:gd name="connsiteX655" fmla="*/ 2081216 w 7467600"/>
              <a:gd name="connsiteY655" fmla="*/ 2527513 h 6858000"/>
              <a:gd name="connsiteX656" fmla="*/ 2081211 w 7467600"/>
              <a:gd name="connsiteY656" fmla="*/ 2528916 h 6858000"/>
              <a:gd name="connsiteX657" fmla="*/ 2199067 w 7467600"/>
              <a:gd name="connsiteY657" fmla="*/ 2884061 h 6858000"/>
              <a:gd name="connsiteX658" fmla="*/ 3192586 w 7467600"/>
              <a:gd name="connsiteY658" fmla="*/ 3411496 h 6858000"/>
              <a:gd name="connsiteX659" fmla="*/ 3182620 w 7467600"/>
              <a:gd name="connsiteY659" fmla="*/ 3483279 h 6858000"/>
              <a:gd name="connsiteX660" fmla="*/ 2435119 w 7467600"/>
              <a:gd name="connsiteY660" fmla="*/ 3080173 h 6858000"/>
              <a:gd name="connsiteX661" fmla="*/ 2410152 w 7467600"/>
              <a:gd name="connsiteY661" fmla="*/ 3063751 h 6858000"/>
              <a:gd name="connsiteX662" fmla="*/ 2408099 w 7467600"/>
              <a:gd name="connsiteY662" fmla="*/ 3064403 h 6858000"/>
              <a:gd name="connsiteX663" fmla="*/ 2407218 w 7467600"/>
              <a:gd name="connsiteY663" fmla="*/ 3070324 h 6858000"/>
              <a:gd name="connsiteX664" fmla="*/ 2380138 w 7467600"/>
              <a:gd name="connsiteY664" fmla="*/ 3099341 h 6858000"/>
              <a:gd name="connsiteX665" fmla="*/ 1765923 w 7467600"/>
              <a:gd name="connsiteY665" fmla="*/ 3581043 h 6858000"/>
              <a:gd name="connsiteX666" fmla="*/ 1702258 w 7467600"/>
              <a:gd name="connsiteY666" fmla="*/ 3612286 h 6858000"/>
              <a:gd name="connsiteX667" fmla="*/ 1538370 w 7467600"/>
              <a:gd name="connsiteY667" fmla="*/ 3811804 h 6858000"/>
              <a:gd name="connsiteX668" fmla="*/ 542867 w 7467600"/>
              <a:gd name="connsiteY668" fmla="*/ 4944092 h 6858000"/>
              <a:gd name="connsiteX669" fmla="*/ 515800 w 7467600"/>
              <a:gd name="connsiteY669" fmla="*/ 4862180 h 6858000"/>
              <a:gd name="connsiteX670" fmla="*/ 909145 w 7467600"/>
              <a:gd name="connsiteY670" fmla="*/ 4199225 h 6858000"/>
              <a:gd name="connsiteX671" fmla="*/ 1214067 w 7467600"/>
              <a:gd name="connsiteY671" fmla="*/ 3908561 h 6858000"/>
              <a:gd name="connsiteX672" fmla="*/ 640967 w 7467600"/>
              <a:gd name="connsiteY672" fmla="*/ 4105601 h 6858000"/>
              <a:gd name="connsiteX673" fmla="*/ 112563 w 7467600"/>
              <a:gd name="connsiteY673" fmla="*/ 4396952 h 6858000"/>
              <a:gd name="connsiteX674" fmla="*/ 0 w 7467600"/>
              <a:gd name="connsiteY674" fmla="*/ 4466006 h 6858000"/>
              <a:gd name="connsiteX675" fmla="*/ 0 w 7467600"/>
              <a:gd name="connsiteY675" fmla="*/ 4233763 h 6858000"/>
              <a:gd name="connsiteX676" fmla="*/ 36881 w 7467600"/>
              <a:gd name="connsiteY676" fmla="*/ 4200118 h 6858000"/>
              <a:gd name="connsiteX677" fmla="*/ 910534 w 7467600"/>
              <a:gd name="connsiteY677" fmla="*/ 3629753 h 6858000"/>
              <a:gd name="connsiteX678" fmla="*/ 1578717 w 7467600"/>
              <a:gd name="connsiteY678" fmla="*/ 3575982 h 6858000"/>
              <a:gd name="connsiteX679" fmla="*/ 2338780 w 7467600"/>
              <a:gd name="connsiteY679" fmla="*/ 3033725 h 6858000"/>
              <a:gd name="connsiteX680" fmla="*/ 1807991 w 7467600"/>
              <a:gd name="connsiteY680" fmla="*/ 2807184 h 6858000"/>
              <a:gd name="connsiteX681" fmla="*/ 1416358 w 7467600"/>
              <a:gd name="connsiteY681" fmla="*/ 3112571 h 6858000"/>
              <a:gd name="connsiteX682" fmla="*/ 939066 w 7467600"/>
              <a:gd name="connsiteY682" fmla="*/ 3378798 h 6858000"/>
              <a:gd name="connsiteX683" fmla="*/ 115099 w 7467600"/>
              <a:gd name="connsiteY683" fmla="*/ 3607650 h 6858000"/>
              <a:gd name="connsiteX684" fmla="*/ 97284 w 7467600"/>
              <a:gd name="connsiteY684" fmla="*/ 3520393 h 6858000"/>
              <a:gd name="connsiteX685" fmla="*/ 922050 w 7467600"/>
              <a:gd name="connsiteY685" fmla="*/ 3074867 h 6858000"/>
              <a:gd name="connsiteX686" fmla="*/ 1405265 w 7467600"/>
              <a:gd name="connsiteY686" fmla="*/ 3016319 h 6858000"/>
              <a:gd name="connsiteX687" fmla="*/ 1407512 w 7467600"/>
              <a:gd name="connsiteY687" fmla="*/ 3018001 h 6858000"/>
              <a:gd name="connsiteX688" fmla="*/ 1726266 w 7467600"/>
              <a:gd name="connsiteY688" fmla="*/ 2777274 h 6858000"/>
              <a:gd name="connsiteX689" fmla="*/ 625390 w 7467600"/>
              <a:gd name="connsiteY689" fmla="*/ 2514541 h 6858000"/>
              <a:gd name="connsiteX690" fmla="*/ 619799 w 7467600"/>
              <a:gd name="connsiteY690" fmla="*/ 2527180 h 6858000"/>
              <a:gd name="connsiteX691" fmla="*/ 310030 w 7467600"/>
              <a:gd name="connsiteY691" fmla="*/ 2771818 h 6858000"/>
              <a:gd name="connsiteX692" fmla="*/ 173877 w 7467600"/>
              <a:gd name="connsiteY692" fmla="*/ 2937056 h 6858000"/>
              <a:gd name="connsiteX693" fmla="*/ 77889 w 7467600"/>
              <a:gd name="connsiteY693" fmla="*/ 3138440 h 6858000"/>
              <a:gd name="connsiteX694" fmla="*/ 0 w 7467600"/>
              <a:gd name="connsiteY694" fmla="*/ 3271395 h 6858000"/>
              <a:gd name="connsiteX695" fmla="*/ 0 w 7467600"/>
              <a:gd name="connsiteY695" fmla="*/ 3153002 h 6858000"/>
              <a:gd name="connsiteX696" fmla="*/ 2386 w 7467600"/>
              <a:gd name="connsiteY696" fmla="*/ 3149203 h 6858000"/>
              <a:gd name="connsiteX697" fmla="*/ 89753 w 7467600"/>
              <a:gd name="connsiteY697" fmla="*/ 2987702 h 6858000"/>
              <a:gd name="connsiteX698" fmla="*/ 76869 w 7467600"/>
              <a:gd name="connsiteY698" fmla="*/ 3005404 h 6858000"/>
              <a:gd name="connsiteX699" fmla="*/ 32049 w 7467600"/>
              <a:gd name="connsiteY699" fmla="*/ 3065814 h 6858000"/>
              <a:gd name="connsiteX700" fmla="*/ 0 w 7467600"/>
              <a:gd name="connsiteY700" fmla="*/ 3108744 h 6858000"/>
              <a:gd name="connsiteX701" fmla="*/ 0 w 7467600"/>
              <a:gd name="connsiteY701" fmla="*/ 3058059 h 6858000"/>
              <a:gd name="connsiteX702" fmla="*/ 7610 w 7467600"/>
              <a:gd name="connsiteY702" fmla="*/ 3047889 h 6858000"/>
              <a:gd name="connsiteX703" fmla="*/ 52419 w 7467600"/>
              <a:gd name="connsiteY703" fmla="*/ 2987479 h 6858000"/>
              <a:gd name="connsiteX704" fmla="*/ 59142 w 7467600"/>
              <a:gd name="connsiteY704" fmla="*/ 2978488 h 6858000"/>
              <a:gd name="connsiteX705" fmla="*/ 0 w 7467600"/>
              <a:gd name="connsiteY705" fmla="*/ 3015334 h 6858000"/>
              <a:gd name="connsiteX706" fmla="*/ 0 w 7467600"/>
              <a:gd name="connsiteY706" fmla="*/ 2914286 h 6858000"/>
              <a:gd name="connsiteX707" fmla="*/ 36383 w 7467600"/>
              <a:gd name="connsiteY707" fmla="*/ 2901128 h 6858000"/>
              <a:gd name="connsiteX708" fmla="*/ 156329 w 7467600"/>
              <a:gd name="connsiteY708" fmla="*/ 2840533 h 6858000"/>
              <a:gd name="connsiteX709" fmla="*/ 358355 w 7467600"/>
              <a:gd name="connsiteY709" fmla="*/ 2620471 h 6858000"/>
              <a:gd name="connsiteX710" fmla="*/ 510577 w 7467600"/>
              <a:gd name="connsiteY710" fmla="*/ 2501244 h 6858000"/>
              <a:gd name="connsiteX711" fmla="*/ 211967 w 7467600"/>
              <a:gd name="connsiteY711" fmla="*/ 2479171 h 6858000"/>
              <a:gd name="connsiteX712" fmla="*/ 0 w 7467600"/>
              <a:gd name="connsiteY712" fmla="*/ 2476398 h 6858000"/>
              <a:gd name="connsiteX713" fmla="*/ 0 w 7467600"/>
              <a:gd name="connsiteY713" fmla="*/ 2389189 h 6858000"/>
              <a:gd name="connsiteX714" fmla="*/ 103062 w 7467600"/>
              <a:gd name="connsiteY714" fmla="*/ 2389518 h 6858000"/>
              <a:gd name="connsiteX715" fmla="*/ 510734 w 7467600"/>
              <a:gd name="connsiteY715" fmla="*/ 2416201 h 6858000"/>
              <a:gd name="connsiteX716" fmla="*/ 279257 w 7467600"/>
              <a:gd name="connsiteY716" fmla="*/ 2092102 h 6858000"/>
              <a:gd name="connsiteX717" fmla="*/ 65265 w 7467600"/>
              <a:gd name="connsiteY717" fmla="*/ 2006049 h 6858000"/>
              <a:gd name="connsiteX718" fmla="*/ 0 w 7467600"/>
              <a:gd name="connsiteY718" fmla="*/ 1982532 h 6858000"/>
              <a:gd name="connsiteX719" fmla="*/ 0 w 7467600"/>
              <a:gd name="connsiteY719" fmla="*/ 1912789 h 6858000"/>
              <a:gd name="connsiteX720" fmla="*/ 97460 w 7467600"/>
              <a:gd name="connsiteY720" fmla="*/ 1953725 h 6858000"/>
              <a:gd name="connsiteX721" fmla="*/ 221272 w 7467600"/>
              <a:gd name="connsiteY721" fmla="*/ 1980766 h 6858000"/>
              <a:gd name="connsiteX722" fmla="*/ 116765 w 7467600"/>
              <a:gd name="connsiteY722" fmla="*/ 1911033 h 6858000"/>
              <a:gd name="connsiteX723" fmla="*/ 16405 w 7467600"/>
              <a:gd name="connsiteY723" fmla="*/ 1803412 h 6858000"/>
              <a:gd name="connsiteX724" fmla="*/ 0 w 7467600"/>
              <a:gd name="connsiteY724" fmla="*/ 1784777 h 6858000"/>
              <a:gd name="connsiteX725" fmla="*/ 0 w 7467600"/>
              <a:gd name="connsiteY725" fmla="*/ 1740082 h 6858000"/>
              <a:gd name="connsiteX726" fmla="*/ 39394 w 7467600"/>
              <a:gd name="connsiteY726" fmla="*/ 1784856 h 6858000"/>
              <a:gd name="connsiteX727" fmla="*/ 135813 w 7467600"/>
              <a:gd name="connsiteY727" fmla="*/ 1888838 h 6858000"/>
              <a:gd name="connsiteX728" fmla="*/ 242575 w 7467600"/>
              <a:gd name="connsiteY728" fmla="*/ 1958841 h 6858000"/>
              <a:gd name="connsiteX729" fmla="*/ 82197 w 7467600"/>
              <a:gd name="connsiteY729" fmla="*/ 1754826 h 6858000"/>
              <a:gd name="connsiteX730" fmla="*/ 0 w 7467600"/>
              <a:gd name="connsiteY730" fmla="*/ 1679650 h 6858000"/>
              <a:gd name="connsiteX731" fmla="*/ 0 w 7467600"/>
              <a:gd name="connsiteY731" fmla="*/ 1602463 h 6858000"/>
              <a:gd name="connsiteX732" fmla="*/ 84689 w 7467600"/>
              <a:gd name="connsiteY732" fmla="*/ 1677442 h 6858000"/>
              <a:gd name="connsiteX733" fmla="*/ 298437 w 7467600"/>
              <a:gd name="connsiteY733" fmla="*/ 1968019 h 6858000"/>
              <a:gd name="connsiteX734" fmla="*/ 227269 w 7467600"/>
              <a:gd name="connsiteY734" fmla="*/ 1114064 h 6858000"/>
              <a:gd name="connsiteX735" fmla="*/ 248003 w 7467600"/>
              <a:gd name="connsiteY735" fmla="*/ 1089613 h 6858000"/>
              <a:gd name="connsiteX736" fmla="*/ 427020 w 7467600"/>
              <a:gd name="connsiteY736" fmla="*/ 1619803 h 6858000"/>
              <a:gd name="connsiteX737" fmla="*/ 340345 w 7467600"/>
              <a:gd name="connsiteY737" fmla="*/ 2027739 h 6858000"/>
              <a:gd name="connsiteX738" fmla="*/ 360865 w 7467600"/>
              <a:gd name="connsiteY738" fmla="*/ 2044827 h 6858000"/>
              <a:gd name="connsiteX739" fmla="*/ 560414 w 7467600"/>
              <a:gd name="connsiteY739" fmla="*/ 2421457 h 6858000"/>
              <a:gd name="connsiteX740" fmla="*/ 1359703 w 7467600"/>
              <a:gd name="connsiteY740" fmla="*/ 2578554 h 6858000"/>
              <a:gd name="connsiteX741" fmla="*/ 1359422 w 7467600"/>
              <a:gd name="connsiteY741" fmla="*/ 2577994 h 6858000"/>
              <a:gd name="connsiteX742" fmla="*/ 828701 w 7467600"/>
              <a:gd name="connsiteY742" fmla="*/ 1839520 h 6858000"/>
              <a:gd name="connsiteX743" fmla="*/ 494427 w 7467600"/>
              <a:gd name="connsiteY743" fmla="*/ 1092333 h 6858000"/>
              <a:gd name="connsiteX744" fmla="*/ 506322 w 7467600"/>
              <a:gd name="connsiteY744" fmla="*/ 1020997 h 6858000"/>
              <a:gd name="connsiteX745" fmla="*/ 4570198 w 7467600"/>
              <a:gd name="connsiteY745" fmla="*/ 978081 h 6858000"/>
              <a:gd name="connsiteX746" fmla="*/ 4523691 w 7467600"/>
              <a:gd name="connsiteY746" fmla="*/ 1127776 h 6858000"/>
              <a:gd name="connsiteX747" fmla="*/ 4509875 w 7467600"/>
              <a:gd name="connsiteY747" fmla="*/ 1167552 h 6858000"/>
              <a:gd name="connsiteX748" fmla="*/ 4478168 w 7467600"/>
              <a:gd name="connsiteY748" fmla="*/ 1260735 h 6858000"/>
              <a:gd name="connsiteX749" fmla="*/ 4409309 w 7467600"/>
              <a:gd name="connsiteY749" fmla="*/ 1666996 h 6858000"/>
              <a:gd name="connsiteX750" fmla="*/ 4370031 w 7467600"/>
              <a:gd name="connsiteY750" fmla="*/ 1955666 h 6858000"/>
              <a:gd name="connsiteX751" fmla="*/ 4570198 w 7467600"/>
              <a:gd name="connsiteY751" fmla="*/ 978081 h 6858000"/>
              <a:gd name="connsiteX752" fmla="*/ 4557898 w 7467600"/>
              <a:gd name="connsiteY752" fmla="*/ 900011 h 6858000"/>
              <a:gd name="connsiteX753" fmla="*/ 4344840 w 7467600"/>
              <a:gd name="connsiteY753" fmla="*/ 1922038 h 6858000"/>
              <a:gd name="connsiteX754" fmla="*/ 4378710 w 7467600"/>
              <a:gd name="connsiteY754" fmla="*/ 1665516 h 6858000"/>
              <a:gd name="connsiteX755" fmla="*/ 4448798 w 7467600"/>
              <a:gd name="connsiteY755" fmla="*/ 1253024 h 6858000"/>
              <a:gd name="connsiteX756" fmla="*/ 4480315 w 7467600"/>
              <a:gd name="connsiteY756" fmla="*/ 1158454 h 6858000"/>
              <a:gd name="connsiteX757" fmla="*/ 4494133 w 7467600"/>
              <a:gd name="connsiteY757" fmla="*/ 1118676 h 6858000"/>
              <a:gd name="connsiteX758" fmla="*/ 4557898 w 7467600"/>
              <a:gd name="connsiteY758" fmla="*/ 900011 h 6858000"/>
              <a:gd name="connsiteX759" fmla="*/ 5870151 w 7467600"/>
              <a:gd name="connsiteY759" fmla="*/ 898890 h 6858000"/>
              <a:gd name="connsiteX760" fmla="*/ 5861335 w 7467600"/>
              <a:gd name="connsiteY760" fmla="*/ 899177 h 6858000"/>
              <a:gd name="connsiteX761" fmla="*/ 5843702 w 7467600"/>
              <a:gd name="connsiteY761" fmla="*/ 899748 h 6858000"/>
              <a:gd name="connsiteX762" fmla="*/ 5651107 w 7467600"/>
              <a:gd name="connsiteY762" fmla="*/ 920306 h 6858000"/>
              <a:gd name="connsiteX763" fmla="*/ 5459407 w 7467600"/>
              <a:gd name="connsiteY763" fmla="*/ 940975 h 6858000"/>
              <a:gd name="connsiteX764" fmla="*/ 5374846 w 7467600"/>
              <a:gd name="connsiteY764" fmla="*/ 941988 h 6858000"/>
              <a:gd name="connsiteX765" fmla="*/ 5256105 w 7467600"/>
              <a:gd name="connsiteY765" fmla="*/ 945632 h 6858000"/>
              <a:gd name="connsiteX766" fmla="*/ 5107071 w 7467600"/>
              <a:gd name="connsiteY766" fmla="*/ 969720 h 6858000"/>
              <a:gd name="connsiteX767" fmla="*/ 4998681 w 7467600"/>
              <a:gd name="connsiteY767" fmla="*/ 988771 h 6858000"/>
              <a:gd name="connsiteX768" fmla="*/ 5870151 w 7467600"/>
              <a:gd name="connsiteY768" fmla="*/ 898890 h 6858000"/>
              <a:gd name="connsiteX769" fmla="*/ 5504425 w 7467600"/>
              <a:gd name="connsiteY769" fmla="*/ 848067 h 6858000"/>
              <a:gd name="connsiteX770" fmla="*/ 4968849 w 7467600"/>
              <a:gd name="connsiteY770" fmla="*/ 962318 h 6858000"/>
              <a:gd name="connsiteX771" fmla="*/ 5104039 w 7467600"/>
              <a:gd name="connsiteY771" fmla="*/ 940634 h 6858000"/>
              <a:gd name="connsiteX772" fmla="*/ 5256311 w 7467600"/>
              <a:gd name="connsiteY772" fmla="*/ 916490 h 6858000"/>
              <a:gd name="connsiteX773" fmla="*/ 5377381 w 7467600"/>
              <a:gd name="connsiteY773" fmla="*/ 912671 h 6858000"/>
              <a:gd name="connsiteX774" fmla="*/ 5460148 w 7467600"/>
              <a:gd name="connsiteY774" fmla="*/ 911442 h 6858000"/>
              <a:gd name="connsiteX775" fmla="*/ 5648971 w 7467600"/>
              <a:gd name="connsiteY775" fmla="*/ 891331 h 6858000"/>
              <a:gd name="connsiteX776" fmla="*/ 5844807 w 7467600"/>
              <a:gd name="connsiteY776" fmla="*/ 870718 h 6858000"/>
              <a:gd name="connsiteX777" fmla="*/ 5862975 w 7467600"/>
              <a:gd name="connsiteY777" fmla="*/ 869756 h 6858000"/>
              <a:gd name="connsiteX778" fmla="*/ 5920887 w 7467600"/>
              <a:gd name="connsiteY778" fmla="*/ 865929 h 6858000"/>
              <a:gd name="connsiteX779" fmla="*/ 5504425 w 7467600"/>
              <a:gd name="connsiteY779" fmla="*/ 848067 h 6858000"/>
              <a:gd name="connsiteX780" fmla="*/ 3607114 w 7467600"/>
              <a:gd name="connsiteY780" fmla="*/ 467441 h 6858000"/>
              <a:gd name="connsiteX781" fmla="*/ 3296242 w 7467600"/>
              <a:gd name="connsiteY781" fmla="*/ 807991 h 6858000"/>
              <a:gd name="connsiteX782" fmla="*/ 3174674 w 7467600"/>
              <a:gd name="connsiteY782" fmla="*/ 919759 h 6858000"/>
              <a:gd name="connsiteX783" fmla="*/ 3042978 w 7467600"/>
              <a:gd name="connsiteY783" fmla="*/ 1054894 h 6858000"/>
              <a:gd name="connsiteX784" fmla="*/ 2968914 w 7467600"/>
              <a:gd name="connsiteY784" fmla="*/ 1133756 h 6858000"/>
              <a:gd name="connsiteX785" fmla="*/ 3103823 w 7467600"/>
              <a:gd name="connsiteY785" fmla="*/ 1026814 h 6858000"/>
              <a:gd name="connsiteX786" fmla="*/ 3607114 w 7467600"/>
              <a:gd name="connsiteY786" fmla="*/ 467441 h 6858000"/>
              <a:gd name="connsiteX787" fmla="*/ 3744487 w 7467600"/>
              <a:gd name="connsiteY787" fmla="*/ 383136 h 6858000"/>
              <a:gd name="connsiteX788" fmla="*/ 3970213 w 7467600"/>
              <a:gd name="connsiteY788" fmla="*/ 995559 h 6858000"/>
              <a:gd name="connsiteX789" fmla="*/ 3744487 w 7467600"/>
              <a:gd name="connsiteY789" fmla="*/ 383136 h 6858000"/>
              <a:gd name="connsiteX790" fmla="*/ 3624562 w 7467600"/>
              <a:gd name="connsiteY790" fmla="*/ 367041 h 6858000"/>
              <a:gd name="connsiteX791" fmla="*/ 3489712 w 7467600"/>
              <a:gd name="connsiteY791" fmla="*/ 485386 h 6858000"/>
              <a:gd name="connsiteX792" fmla="*/ 3182994 w 7467600"/>
              <a:gd name="connsiteY792" fmla="*/ 828265 h 6858000"/>
              <a:gd name="connsiteX793" fmla="*/ 2892114 w 7467600"/>
              <a:gd name="connsiteY793" fmla="*/ 1172635 h 6858000"/>
              <a:gd name="connsiteX794" fmla="*/ 3021459 w 7467600"/>
              <a:gd name="connsiteY794" fmla="*/ 1035385 h 6858000"/>
              <a:gd name="connsiteX795" fmla="*/ 3153873 w 7467600"/>
              <a:gd name="connsiteY795" fmla="*/ 898971 h 6858000"/>
              <a:gd name="connsiteX796" fmla="*/ 3276511 w 7467600"/>
              <a:gd name="connsiteY796" fmla="*/ 786423 h 6858000"/>
              <a:gd name="connsiteX797" fmla="*/ 3584154 w 7467600"/>
              <a:gd name="connsiteY797" fmla="*/ 448218 h 6858000"/>
              <a:gd name="connsiteX798" fmla="*/ 3624562 w 7467600"/>
              <a:gd name="connsiteY798" fmla="*/ 367041 h 6858000"/>
              <a:gd name="connsiteX799" fmla="*/ 3766672 w 7467600"/>
              <a:gd name="connsiteY799" fmla="*/ 359429 h 6858000"/>
              <a:gd name="connsiteX800" fmla="*/ 3996338 w 7467600"/>
              <a:gd name="connsiteY800" fmla="*/ 968237 h 6858000"/>
              <a:gd name="connsiteX801" fmla="*/ 3766672 w 7467600"/>
              <a:gd name="connsiteY801" fmla="*/ 359429 h 6858000"/>
              <a:gd name="connsiteX802" fmla="*/ 5805386 w 7467600"/>
              <a:gd name="connsiteY802" fmla="*/ 239240 h 6858000"/>
              <a:gd name="connsiteX803" fmla="*/ 5736947 w 7467600"/>
              <a:gd name="connsiteY803" fmla="*/ 261367 h 6858000"/>
              <a:gd name="connsiteX804" fmla="*/ 5427012 w 7467600"/>
              <a:gd name="connsiteY804" fmla="*/ 311272 h 6858000"/>
              <a:gd name="connsiteX805" fmla="*/ 5147818 w 7467600"/>
              <a:gd name="connsiteY805" fmla="*/ 322112 h 6858000"/>
              <a:gd name="connsiteX806" fmla="*/ 5060854 w 7467600"/>
              <a:gd name="connsiteY806" fmla="*/ 311882 h 6858000"/>
              <a:gd name="connsiteX807" fmla="*/ 4945989 w 7467600"/>
              <a:gd name="connsiteY807" fmla="*/ 300516 h 6858000"/>
              <a:gd name="connsiteX808" fmla="*/ 5410479 w 7467600"/>
              <a:gd name="connsiteY808" fmla="*/ 348434 h 6858000"/>
              <a:gd name="connsiteX809" fmla="*/ 5805386 w 7467600"/>
              <a:gd name="connsiteY809" fmla="*/ 239240 h 6858000"/>
              <a:gd name="connsiteX810" fmla="*/ 5905192 w 7467600"/>
              <a:gd name="connsiteY810" fmla="*/ 163079 h 6858000"/>
              <a:gd name="connsiteX811" fmla="*/ 5865655 w 7467600"/>
              <a:gd name="connsiteY811" fmla="*/ 171901 h 6858000"/>
              <a:gd name="connsiteX812" fmla="*/ 5259740 w 7467600"/>
              <a:gd name="connsiteY812" fmla="*/ 257013 h 6858000"/>
              <a:gd name="connsiteX813" fmla="*/ 5208466 w 7467600"/>
              <a:gd name="connsiteY813" fmla="*/ 257550 h 6858000"/>
              <a:gd name="connsiteX814" fmla="*/ 4980204 w 7467600"/>
              <a:gd name="connsiteY814" fmla="*/ 271903 h 6858000"/>
              <a:gd name="connsiteX815" fmla="*/ 5068068 w 7467600"/>
              <a:gd name="connsiteY815" fmla="*/ 282244 h 6858000"/>
              <a:gd name="connsiteX816" fmla="*/ 5153231 w 7467600"/>
              <a:gd name="connsiteY816" fmla="*/ 292240 h 6858000"/>
              <a:gd name="connsiteX817" fmla="*/ 5426491 w 7467600"/>
              <a:gd name="connsiteY817" fmla="*/ 281128 h 6858000"/>
              <a:gd name="connsiteX818" fmla="*/ 5731212 w 7467600"/>
              <a:gd name="connsiteY818" fmla="*/ 231951 h 6858000"/>
              <a:gd name="connsiteX819" fmla="*/ 5905192 w 7467600"/>
              <a:gd name="connsiteY819" fmla="*/ 163079 h 6858000"/>
              <a:gd name="connsiteX820" fmla="*/ 5944437 w 7467600"/>
              <a:gd name="connsiteY820" fmla="*/ 113829 h 6858000"/>
              <a:gd name="connsiteX821" fmla="*/ 5825032 w 7467600"/>
              <a:gd name="connsiteY821" fmla="*/ 146405 h 6858000"/>
              <a:gd name="connsiteX822" fmla="*/ 4955599 w 7467600"/>
              <a:gd name="connsiteY822" fmla="*/ 247008 h 6858000"/>
              <a:gd name="connsiteX823" fmla="*/ 5210104 w 7467600"/>
              <a:gd name="connsiteY823" fmla="*/ 228123 h 6858000"/>
              <a:gd name="connsiteX824" fmla="*/ 5261015 w 7467600"/>
              <a:gd name="connsiteY824" fmla="*/ 227087 h 6858000"/>
              <a:gd name="connsiteX825" fmla="*/ 5861181 w 7467600"/>
              <a:gd name="connsiteY825" fmla="*/ 143093 h 6858000"/>
              <a:gd name="connsiteX826" fmla="*/ 5961252 w 7467600"/>
              <a:gd name="connsiteY826" fmla="*/ 114820 h 6858000"/>
              <a:gd name="connsiteX827" fmla="*/ 5944437 w 7467600"/>
              <a:gd name="connsiteY827" fmla="*/ 113829 h 6858000"/>
              <a:gd name="connsiteX828" fmla="*/ 3882765 w 7467600"/>
              <a:gd name="connsiteY828" fmla="*/ 0 h 6858000"/>
              <a:gd name="connsiteX829" fmla="*/ 3995099 w 7467600"/>
              <a:gd name="connsiteY829" fmla="*/ 0 h 6858000"/>
              <a:gd name="connsiteX830" fmla="*/ 4163818 w 7467600"/>
              <a:gd name="connsiteY830" fmla="*/ 234104 h 6858000"/>
              <a:gd name="connsiteX831" fmla="*/ 4172099 w 7467600"/>
              <a:gd name="connsiteY831" fmla="*/ 234207 h 6858000"/>
              <a:gd name="connsiteX832" fmla="*/ 4784282 w 7467600"/>
              <a:gd name="connsiteY832" fmla="*/ 276561 h 6858000"/>
              <a:gd name="connsiteX833" fmla="*/ 4801687 w 7467600"/>
              <a:gd name="connsiteY833" fmla="*/ 267764 h 6858000"/>
              <a:gd name="connsiteX834" fmla="*/ 6082788 w 7467600"/>
              <a:gd name="connsiteY834" fmla="*/ 64119 h 6858000"/>
              <a:gd name="connsiteX835" fmla="*/ 6099442 w 7467600"/>
              <a:gd name="connsiteY835" fmla="*/ 82568 h 6858000"/>
              <a:gd name="connsiteX836" fmla="*/ 4804137 w 7467600"/>
              <a:gd name="connsiteY836" fmla="*/ 320931 h 6858000"/>
              <a:gd name="connsiteX837" fmla="*/ 4227047 w 7467600"/>
              <a:gd name="connsiteY837" fmla="*/ 313415 h 6858000"/>
              <a:gd name="connsiteX838" fmla="*/ 4346041 w 7467600"/>
              <a:gd name="connsiteY838" fmla="*/ 456086 h 6858000"/>
              <a:gd name="connsiteX839" fmla="*/ 4870967 w 7467600"/>
              <a:gd name="connsiteY839" fmla="*/ 963061 h 6858000"/>
              <a:gd name="connsiteX840" fmla="*/ 4889647 w 7467600"/>
              <a:gd name="connsiteY840" fmla="*/ 957147 h 6858000"/>
              <a:gd name="connsiteX841" fmla="*/ 5422504 w 7467600"/>
              <a:gd name="connsiteY841" fmla="*/ 805191 h 6858000"/>
              <a:gd name="connsiteX842" fmla="*/ 6087656 w 7467600"/>
              <a:gd name="connsiteY842" fmla="*/ 826703 h 6858000"/>
              <a:gd name="connsiteX843" fmla="*/ 6058717 w 7467600"/>
              <a:gd name="connsiteY843" fmla="*/ 865992 h 6858000"/>
              <a:gd name="connsiteX844" fmla="*/ 4974153 w 7467600"/>
              <a:gd name="connsiteY844" fmla="*/ 1045456 h 6858000"/>
              <a:gd name="connsiteX845" fmla="*/ 5627835 w 7467600"/>
              <a:gd name="connsiteY845" fmla="*/ 1472077 h 6858000"/>
              <a:gd name="connsiteX846" fmla="*/ 5629817 w 7467600"/>
              <a:gd name="connsiteY846" fmla="*/ 1471412 h 6858000"/>
              <a:gd name="connsiteX847" fmla="*/ 5634124 w 7467600"/>
              <a:gd name="connsiteY847" fmla="*/ 1470572 h 6858000"/>
              <a:gd name="connsiteX848" fmla="*/ 5755832 w 7467600"/>
              <a:gd name="connsiteY848" fmla="*/ 1383886 h 6858000"/>
              <a:gd name="connsiteX849" fmla="*/ 6014186 w 7467600"/>
              <a:gd name="connsiteY849" fmla="*/ 1279799 h 6858000"/>
              <a:gd name="connsiteX850" fmla="*/ 6901619 w 7467600"/>
              <a:gd name="connsiteY850" fmla="*/ 1047874 h 6858000"/>
              <a:gd name="connsiteX851" fmla="*/ 6931566 w 7467600"/>
              <a:gd name="connsiteY851" fmla="*/ 1062034 h 6858000"/>
              <a:gd name="connsiteX852" fmla="*/ 5790982 w 7467600"/>
              <a:gd name="connsiteY852" fmla="*/ 1561380 h 6858000"/>
              <a:gd name="connsiteX853" fmla="*/ 6188971 w 7467600"/>
              <a:gd name="connsiteY853" fmla="*/ 1755168 h 6858000"/>
              <a:gd name="connsiteX854" fmla="*/ 6202446 w 7467600"/>
              <a:gd name="connsiteY854" fmla="*/ 1752268 h 6858000"/>
              <a:gd name="connsiteX855" fmla="*/ 7179560 w 7467600"/>
              <a:gd name="connsiteY855" fmla="*/ 1467551 h 6858000"/>
              <a:gd name="connsiteX856" fmla="*/ 7158730 w 7467600"/>
              <a:gd name="connsiteY856" fmla="*/ 1507835 h 6858000"/>
              <a:gd name="connsiteX857" fmla="*/ 6326959 w 7467600"/>
              <a:gd name="connsiteY857" fmla="*/ 1817686 h 6858000"/>
              <a:gd name="connsiteX858" fmla="*/ 6537433 w 7467600"/>
              <a:gd name="connsiteY858" fmla="*/ 1907790 h 6858000"/>
              <a:gd name="connsiteX859" fmla="*/ 6550221 w 7467600"/>
              <a:gd name="connsiteY859" fmla="*/ 1910729 h 6858000"/>
              <a:gd name="connsiteX860" fmla="*/ 6964438 w 7467600"/>
              <a:gd name="connsiteY860" fmla="*/ 2209505 h 6858000"/>
              <a:gd name="connsiteX861" fmla="*/ 7367862 w 7467600"/>
              <a:gd name="connsiteY861" fmla="*/ 2806833 h 6858000"/>
              <a:gd name="connsiteX862" fmla="*/ 7364329 w 7467600"/>
              <a:gd name="connsiteY862" fmla="*/ 2826907 h 6858000"/>
              <a:gd name="connsiteX863" fmla="*/ 7290545 w 7467600"/>
              <a:gd name="connsiteY863" fmla="*/ 2850663 h 6858000"/>
              <a:gd name="connsiteX864" fmla="*/ 6472036 w 7467600"/>
              <a:gd name="connsiteY864" fmla="*/ 1959003 h 6858000"/>
              <a:gd name="connsiteX865" fmla="*/ 5792897 w 7467600"/>
              <a:gd name="connsiteY865" fmla="*/ 1647747 h 6858000"/>
              <a:gd name="connsiteX866" fmla="*/ 5842751 w 7467600"/>
              <a:gd name="connsiteY866" fmla="*/ 1816112 h 6858000"/>
              <a:gd name="connsiteX867" fmla="*/ 5847424 w 7467600"/>
              <a:gd name="connsiteY867" fmla="*/ 1815776 h 6858000"/>
              <a:gd name="connsiteX868" fmla="*/ 6399821 w 7467600"/>
              <a:gd name="connsiteY868" fmla="*/ 2344799 h 6858000"/>
              <a:gd name="connsiteX869" fmla="*/ 6323232 w 7467600"/>
              <a:gd name="connsiteY869" fmla="*/ 2389634 h 6858000"/>
              <a:gd name="connsiteX870" fmla="*/ 5942958 w 7467600"/>
              <a:gd name="connsiteY870" fmla="*/ 2077708 h 6858000"/>
              <a:gd name="connsiteX871" fmla="*/ 5921559 w 7467600"/>
              <a:gd name="connsiteY871" fmla="*/ 2378596 h 6858000"/>
              <a:gd name="connsiteX872" fmla="*/ 5817651 w 7467600"/>
              <a:gd name="connsiteY872" fmla="*/ 3023919 h 6858000"/>
              <a:gd name="connsiteX873" fmla="*/ 5729634 w 7467600"/>
              <a:gd name="connsiteY873" fmla="*/ 3051849 h 6858000"/>
              <a:gd name="connsiteX874" fmla="*/ 5611018 w 7467600"/>
              <a:gd name="connsiteY874" fmla="*/ 2316769 h 6858000"/>
              <a:gd name="connsiteX875" fmla="*/ 5687608 w 7467600"/>
              <a:gd name="connsiteY875" fmla="*/ 2039972 h 6858000"/>
              <a:gd name="connsiteX876" fmla="*/ 5657554 w 7467600"/>
              <a:gd name="connsiteY876" fmla="*/ 1576445 h 6858000"/>
              <a:gd name="connsiteX877" fmla="*/ 5150475 w 7467600"/>
              <a:gd name="connsiteY877" fmla="*/ 1274012 h 6858000"/>
              <a:gd name="connsiteX878" fmla="*/ 5349142 w 7467600"/>
              <a:gd name="connsiteY878" fmla="*/ 2204405 h 6858000"/>
              <a:gd name="connsiteX879" fmla="*/ 5262214 w 7467600"/>
              <a:gd name="connsiteY879" fmla="*/ 2233836 h 6858000"/>
              <a:gd name="connsiteX880" fmla="*/ 4981539 w 7467600"/>
              <a:gd name="connsiteY880" fmla="*/ 1542201 h 6858000"/>
              <a:gd name="connsiteX881" fmla="*/ 4958461 w 7467600"/>
              <a:gd name="connsiteY881" fmla="*/ 1136957 h 6858000"/>
              <a:gd name="connsiteX882" fmla="*/ 4655015 w 7467600"/>
              <a:gd name="connsiteY882" fmla="*/ 891426 h 6858000"/>
              <a:gd name="connsiteX883" fmla="*/ 4348002 w 7467600"/>
              <a:gd name="connsiteY883" fmla="*/ 2205895 h 6858000"/>
              <a:gd name="connsiteX884" fmla="*/ 4262250 w 7467600"/>
              <a:gd name="connsiteY884" fmla="*/ 2219972 h 6858000"/>
              <a:gd name="connsiteX885" fmla="*/ 4550611 w 7467600"/>
              <a:gd name="connsiteY885" fmla="*/ 817540 h 6858000"/>
              <a:gd name="connsiteX886" fmla="*/ 4564418 w 7467600"/>
              <a:gd name="connsiteY886" fmla="*/ 808293 h 6858000"/>
              <a:gd name="connsiteX887" fmla="*/ 4266388 w 7467600"/>
              <a:gd name="connsiteY887" fmla="*/ 500083 h 6858000"/>
              <a:gd name="connsiteX888" fmla="*/ 4032842 w 7467600"/>
              <a:gd name="connsiteY888" fmla="*/ 211809 h 6858000"/>
              <a:gd name="connsiteX889" fmla="*/ 3882765 w 7467600"/>
              <a:gd name="connsiteY889" fmla="*/ 0 h 6858000"/>
              <a:gd name="connsiteX890" fmla="*/ 3721337 w 7467600"/>
              <a:gd name="connsiteY890" fmla="*/ 0 h 6858000"/>
              <a:gd name="connsiteX891" fmla="*/ 3797544 w 7467600"/>
              <a:gd name="connsiteY891" fmla="*/ 0 h 6858000"/>
              <a:gd name="connsiteX892" fmla="*/ 3775734 w 7467600"/>
              <a:gd name="connsiteY892" fmla="*/ 95131 h 6858000"/>
              <a:gd name="connsiteX893" fmla="*/ 3724807 w 7467600"/>
              <a:gd name="connsiteY893" fmla="*/ 272257 h 6858000"/>
              <a:gd name="connsiteX894" fmla="*/ 3726844 w 7467600"/>
              <a:gd name="connsiteY894" fmla="*/ 282988 h 6858000"/>
              <a:gd name="connsiteX895" fmla="*/ 3742664 w 7467600"/>
              <a:gd name="connsiteY895" fmla="*/ 279918 h 6858000"/>
              <a:gd name="connsiteX896" fmla="*/ 4103910 w 7467600"/>
              <a:gd name="connsiteY896" fmla="*/ 1161917 h 6858000"/>
              <a:gd name="connsiteX897" fmla="*/ 4020269 w 7467600"/>
              <a:gd name="connsiteY897" fmla="*/ 1200406 h 6858000"/>
              <a:gd name="connsiteX898" fmla="*/ 3674882 w 7467600"/>
              <a:gd name="connsiteY898" fmla="*/ 488524 h 6858000"/>
              <a:gd name="connsiteX899" fmla="*/ 3132682 w 7467600"/>
              <a:gd name="connsiteY899" fmla="*/ 1072284 h 6858000"/>
              <a:gd name="connsiteX900" fmla="*/ 2716346 w 7467600"/>
              <a:gd name="connsiteY900" fmla="*/ 1276376 h 6858000"/>
              <a:gd name="connsiteX901" fmla="*/ 2716772 w 7467600"/>
              <a:gd name="connsiteY901" fmla="*/ 1255462 h 6858000"/>
              <a:gd name="connsiteX902" fmla="*/ 3471096 w 7467600"/>
              <a:gd name="connsiteY902" fmla="*/ 437072 h 6858000"/>
              <a:gd name="connsiteX903" fmla="*/ 3639057 w 7467600"/>
              <a:gd name="connsiteY903" fmla="*/ 286334 h 6858000"/>
              <a:gd name="connsiteX904" fmla="*/ 3640309 w 7467600"/>
              <a:gd name="connsiteY904" fmla="*/ 284664 h 6858000"/>
              <a:gd name="connsiteX905" fmla="*/ 3646022 w 7467600"/>
              <a:gd name="connsiteY905" fmla="*/ 276711 h 6858000"/>
              <a:gd name="connsiteX906" fmla="*/ 3707943 w 7467600"/>
              <a:gd name="connsiteY906" fmla="*/ 65958 h 6858000"/>
              <a:gd name="connsiteX907" fmla="*/ 3721337 w 7467600"/>
              <a:gd name="connsiteY907" fmla="*/ 0 h 6858000"/>
              <a:gd name="connsiteX908" fmla="*/ 2867960 w 7467600"/>
              <a:gd name="connsiteY908" fmla="*/ 0 h 6858000"/>
              <a:gd name="connsiteX909" fmla="*/ 2926351 w 7467600"/>
              <a:gd name="connsiteY909" fmla="*/ 0 h 6858000"/>
              <a:gd name="connsiteX910" fmla="*/ 2902823 w 7467600"/>
              <a:gd name="connsiteY910" fmla="*/ 262929 h 6858000"/>
              <a:gd name="connsiteX911" fmla="*/ 2940663 w 7467600"/>
              <a:gd name="connsiteY911" fmla="*/ 140884 h 6858000"/>
              <a:gd name="connsiteX912" fmla="*/ 2947039 w 7467600"/>
              <a:gd name="connsiteY912" fmla="*/ 122524 h 6858000"/>
              <a:gd name="connsiteX913" fmla="*/ 2984316 w 7467600"/>
              <a:gd name="connsiteY913" fmla="*/ 0 h 6858000"/>
              <a:gd name="connsiteX914" fmla="*/ 3016114 w 7467600"/>
              <a:gd name="connsiteY914" fmla="*/ 0 h 6858000"/>
              <a:gd name="connsiteX915" fmla="*/ 2979949 w 7467600"/>
              <a:gd name="connsiteY915" fmla="*/ 119274 h 6858000"/>
              <a:gd name="connsiteX916" fmla="*/ 3023879 w 7467600"/>
              <a:gd name="connsiteY916" fmla="*/ 0 h 6858000"/>
              <a:gd name="connsiteX917" fmla="*/ 3105400 w 7467600"/>
              <a:gd name="connsiteY917" fmla="*/ 0 h 6858000"/>
              <a:gd name="connsiteX918" fmla="*/ 3094669 w 7467600"/>
              <a:gd name="connsiteY918" fmla="*/ 30308 h 6858000"/>
              <a:gd name="connsiteX919" fmla="*/ 2901945 w 7467600"/>
              <a:gd name="connsiteY919" fmla="*/ 466538 h 6858000"/>
              <a:gd name="connsiteX920" fmla="*/ 2815209 w 7467600"/>
              <a:gd name="connsiteY920" fmla="*/ 497361 h 6858000"/>
              <a:gd name="connsiteX921" fmla="*/ 2844845 w 7467600"/>
              <a:gd name="connsiteY921" fmla="*/ 127638 h 6858000"/>
              <a:gd name="connsiteX922" fmla="*/ 2867960 w 7467600"/>
              <a:gd name="connsiteY922" fmla="*/ 0 h 6858000"/>
              <a:gd name="connsiteX923" fmla="*/ 1057230 w 7467600"/>
              <a:gd name="connsiteY923" fmla="*/ 0 h 6858000"/>
              <a:gd name="connsiteX924" fmla="*/ 1111003 w 7467600"/>
              <a:gd name="connsiteY924" fmla="*/ 0 h 6858000"/>
              <a:gd name="connsiteX925" fmla="*/ 1125553 w 7467600"/>
              <a:gd name="connsiteY925" fmla="*/ 52588 h 6858000"/>
              <a:gd name="connsiteX926" fmla="*/ 1304276 w 7467600"/>
              <a:gd name="connsiteY926" fmla="*/ 476275 h 6858000"/>
              <a:gd name="connsiteX927" fmla="*/ 1492066 w 7467600"/>
              <a:gd name="connsiteY927" fmla="*/ 886333 h 6858000"/>
              <a:gd name="connsiteX928" fmla="*/ 1423698 w 7467600"/>
              <a:gd name="connsiteY928" fmla="*/ 710817 h 6858000"/>
              <a:gd name="connsiteX929" fmla="*/ 1357609 w 7467600"/>
              <a:gd name="connsiteY929" fmla="*/ 532892 h 6858000"/>
              <a:gd name="connsiteX930" fmla="*/ 1309550 w 7467600"/>
              <a:gd name="connsiteY930" fmla="*/ 374031 h 6858000"/>
              <a:gd name="connsiteX931" fmla="*/ 1193673 w 7467600"/>
              <a:gd name="connsiteY931" fmla="*/ 49533 h 6858000"/>
              <a:gd name="connsiteX932" fmla="*/ 1164391 w 7467600"/>
              <a:gd name="connsiteY932" fmla="*/ 0 h 6858000"/>
              <a:gd name="connsiteX933" fmla="*/ 1200666 w 7467600"/>
              <a:gd name="connsiteY933" fmla="*/ 0 h 6858000"/>
              <a:gd name="connsiteX934" fmla="*/ 1223408 w 7467600"/>
              <a:gd name="connsiteY934" fmla="*/ 38996 h 6858000"/>
              <a:gd name="connsiteX935" fmla="*/ 1339635 w 7467600"/>
              <a:gd name="connsiteY935" fmla="*/ 365517 h 6858000"/>
              <a:gd name="connsiteX936" fmla="*/ 1387469 w 7467600"/>
              <a:gd name="connsiteY936" fmla="*/ 523079 h 6858000"/>
              <a:gd name="connsiteX937" fmla="*/ 1452685 w 7467600"/>
              <a:gd name="connsiteY937" fmla="*/ 699806 h 6858000"/>
              <a:gd name="connsiteX938" fmla="*/ 1492092 w 7467600"/>
              <a:gd name="connsiteY938" fmla="*/ 800424 h 6858000"/>
              <a:gd name="connsiteX939" fmla="*/ 1455302 w 7467600"/>
              <a:gd name="connsiteY939" fmla="*/ 632913 h 6858000"/>
              <a:gd name="connsiteX940" fmla="*/ 1222336 w 7467600"/>
              <a:gd name="connsiteY940" fmla="*/ 9480 h 6858000"/>
              <a:gd name="connsiteX941" fmla="*/ 1214634 w 7467600"/>
              <a:gd name="connsiteY941" fmla="*/ 0 h 6858000"/>
              <a:gd name="connsiteX942" fmla="*/ 1289827 w 7467600"/>
              <a:gd name="connsiteY942" fmla="*/ 0 h 6858000"/>
              <a:gd name="connsiteX943" fmla="*/ 1321076 w 7467600"/>
              <a:gd name="connsiteY943" fmla="*/ 59722 h 6858000"/>
              <a:gd name="connsiteX944" fmla="*/ 1512579 w 7467600"/>
              <a:gd name="connsiteY944" fmla="*/ 626441 h 6858000"/>
              <a:gd name="connsiteX945" fmla="*/ 1506076 w 7467600"/>
              <a:gd name="connsiteY945" fmla="*/ 1089289 h 6858000"/>
              <a:gd name="connsiteX946" fmla="*/ 1486346 w 7467600"/>
              <a:gd name="connsiteY946" fmla="*/ 1079919 h 6858000"/>
              <a:gd name="connsiteX947" fmla="*/ 1070511 w 7467600"/>
              <a:gd name="connsiteY947" fmla="*/ 48609 h 6858000"/>
              <a:gd name="connsiteX948" fmla="*/ 1057230 w 7467600"/>
              <a:gd name="connsiteY948" fmla="*/ 0 h 6858000"/>
              <a:gd name="connsiteX949" fmla="*/ 43151 w 7467600"/>
              <a:gd name="connsiteY949" fmla="*/ 0 h 6858000"/>
              <a:gd name="connsiteX950" fmla="*/ 95283 w 7467600"/>
              <a:gd name="connsiteY950" fmla="*/ 0 h 6858000"/>
              <a:gd name="connsiteX951" fmla="*/ 300708 w 7467600"/>
              <a:gd name="connsiteY951" fmla="*/ 154571 h 6858000"/>
              <a:gd name="connsiteX952" fmla="*/ 530414 w 7467600"/>
              <a:gd name="connsiteY952" fmla="*/ 354673 h 6858000"/>
              <a:gd name="connsiteX953" fmla="*/ 333785 w 7467600"/>
              <a:gd name="connsiteY953" fmla="*/ 161564 h 6858000"/>
              <a:gd name="connsiteX954" fmla="*/ 147005 w 7467600"/>
              <a:gd name="connsiteY954" fmla="*/ 0 h 6858000"/>
              <a:gd name="connsiteX955" fmla="*/ 272509 w 7467600"/>
              <a:gd name="connsiteY955" fmla="*/ 0 h 6858000"/>
              <a:gd name="connsiteX956" fmla="*/ 326276 w 7467600"/>
              <a:gd name="connsiteY956" fmla="*/ 45847 h 6858000"/>
              <a:gd name="connsiteX957" fmla="*/ 823759 w 7467600"/>
              <a:gd name="connsiteY957" fmla="*/ 574145 h 6858000"/>
              <a:gd name="connsiteX958" fmla="*/ 811254 w 7467600"/>
              <a:gd name="connsiteY958" fmla="*/ 665546 h 6858000"/>
              <a:gd name="connsiteX959" fmla="*/ 154042 w 7467600"/>
              <a:gd name="connsiteY959" fmla="*/ 261522 h 6858000"/>
              <a:gd name="connsiteX960" fmla="*/ 13550 w 7467600"/>
              <a:gd name="connsiteY960" fmla="*/ 158423 h 6858000"/>
              <a:gd name="connsiteX961" fmla="*/ 0 w 7467600"/>
              <a:gd name="connsiteY961" fmla="*/ 146618 h 6858000"/>
              <a:gd name="connsiteX962" fmla="*/ 0 w 7467600"/>
              <a:gd name="connsiteY962" fmla="*/ 59161 h 6858000"/>
              <a:gd name="connsiteX963" fmla="*/ 45427 w 7467600"/>
              <a:gd name="connsiteY963" fmla="*/ 101078 h 6858000"/>
              <a:gd name="connsiteX964" fmla="*/ 630103 w 7467600"/>
              <a:gd name="connsiteY964" fmla="*/ 485885 h 6858000"/>
              <a:gd name="connsiteX965" fmla="*/ 532040 w 7467600"/>
              <a:gd name="connsiteY965" fmla="*/ 399359 h 6858000"/>
              <a:gd name="connsiteX966" fmla="*/ 517618 w 7467600"/>
              <a:gd name="connsiteY966" fmla="*/ 385726 h 6858000"/>
              <a:gd name="connsiteX967" fmla="*/ 285074 w 7467600"/>
              <a:gd name="connsiteY967" fmla="*/ 182755 h 6858000"/>
              <a:gd name="connsiteX968" fmla="*/ 43151 w 7467600"/>
              <a:gd name="connsiteY968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7454976 w 7467600"/>
              <a:gd name="connsiteY74" fmla="*/ 6318297 h 6858000"/>
              <a:gd name="connsiteX75" fmla="*/ 7379510 w 7467600"/>
              <a:gd name="connsiteY75" fmla="*/ 5755454 h 6858000"/>
              <a:gd name="connsiteX76" fmla="*/ 7467600 w 7467600"/>
              <a:gd name="connsiteY76" fmla="*/ 5845526 h 6858000"/>
              <a:gd name="connsiteX77" fmla="*/ 7271900 w 7467600"/>
              <a:gd name="connsiteY77" fmla="*/ 5734551 h 6858000"/>
              <a:gd name="connsiteX78" fmla="*/ 7467600 w 7467600"/>
              <a:gd name="connsiteY78" fmla="*/ 6012219 h 6858000"/>
              <a:gd name="connsiteX79" fmla="*/ 7356878 w 7467600"/>
              <a:gd name="connsiteY79" fmla="*/ 5981332 h 6858000"/>
              <a:gd name="connsiteX80" fmla="*/ 7467600 w 7467600"/>
              <a:gd name="connsiteY80" fmla="*/ 6117703 h 6858000"/>
              <a:gd name="connsiteX81" fmla="*/ 7467600 w 7467600"/>
              <a:gd name="connsiteY81" fmla="*/ 6163634 h 6858000"/>
              <a:gd name="connsiteX82" fmla="*/ 7403637 w 7467600"/>
              <a:gd name="connsiteY82" fmla="*/ 6083957 h 6858000"/>
              <a:gd name="connsiteX83" fmla="*/ 7254615 w 7467600"/>
              <a:gd name="connsiteY83" fmla="*/ 5911918 h 6858000"/>
              <a:gd name="connsiteX84" fmla="*/ 7312589 w 7467600"/>
              <a:gd name="connsiteY84" fmla="*/ 5982309 h 6858000"/>
              <a:gd name="connsiteX85" fmla="*/ 7448321 w 7467600"/>
              <a:gd name="connsiteY85" fmla="*/ 6190991 h 6858000"/>
              <a:gd name="connsiteX86" fmla="*/ 7467600 w 7467600"/>
              <a:gd name="connsiteY86" fmla="*/ 6221686 h 6858000"/>
              <a:gd name="connsiteX87" fmla="*/ 7467600 w 7467600"/>
              <a:gd name="connsiteY87" fmla="*/ 6334256 h 6858000"/>
              <a:gd name="connsiteX88" fmla="*/ 7454976 w 7467600"/>
              <a:gd name="connsiteY88" fmla="*/ 6318297 h 6858000"/>
              <a:gd name="connsiteX89" fmla="*/ 1456157 w 7467600"/>
              <a:gd name="connsiteY89" fmla="*/ 5371404 h 6858000"/>
              <a:gd name="connsiteX90" fmla="*/ 1244432 w 7467600"/>
              <a:gd name="connsiteY90" fmla="*/ 5385601 h 6858000"/>
              <a:gd name="connsiteX91" fmla="*/ 973990 w 7467600"/>
              <a:gd name="connsiteY91" fmla="*/ 5424940 h 6858000"/>
              <a:gd name="connsiteX92" fmla="*/ 1103809 w 7467600"/>
              <a:gd name="connsiteY92" fmla="*/ 5433720 h 6858000"/>
              <a:gd name="connsiteX93" fmla="*/ 1123454 w 7467600"/>
              <a:gd name="connsiteY93" fmla="*/ 5435727 h 6858000"/>
              <a:gd name="connsiteX94" fmla="*/ 1737017 w 7467600"/>
              <a:gd name="connsiteY94" fmla="*/ 5452183 h 6858000"/>
              <a:gd name="connsiteX95" fmla="*/ 1824397 w 7467600"/>
              <a:gd name="connsiteY95" fmla="*/ 5447757 h 6858000"/>
              <a:gd name="connsiteX96" fmla="*/ 2070059 w 7467600"/>
              <a:gd name="connsiteY96" fmla="*/ 5441660 h 6858000"/>
              <a:gd name="connsiteX97" fmla="*/ 1456157 w 7467600"/>
              <a:gd name="connsiteY97" fmla="*/ 5371404 h 6858000"/>
              <a:gd name="connsiteX98" fmla="*/ 4988186 w 7467600"/>
              <a:gd name="connsiteY98" fmla="*/ 5216467 h 6858000"/>
              <a:gd name="connsiteX99" fmla="*/ 4777334 w 7467600"/>
              <a:gd name="connsiteY99" fmla="*/ 5406072 h 6858000"/>
              <a:gd name="connsiteX100" fmla="*/ 4718341 w 7467600"/>
              <a:gd name="connsiteY100" fmla="*/ 5468043 h 6858000"/>
              <a:gd name="connsiteX101" fmla="*/ 4604655 w 7467600"/>
              <a:gd name="connsiteY101" fmla="*/ 5583434 h 6858000"/>
              <a:gd name="connsiteX102" fmla="*/ 4565074 w 7467600"/>
              <a:gd name="connsiteY102" fmla="*/ 5618550 h 6858000"/>
              <a:gd name="connsiteX103" fmla="*/ 4988186 w 7467600"/>
              <a:gd name="connsiteY103" fmla="*/ 5216467 h 6858000"/>
              <a:gd name="connsiteX104" fmla="*/ 4978032 w 7467600"/>
              <a:gd name="connsiteY104" fmla="*/ 5183809 h 6858000"/>
              <a:gd name="connsiteX105" fmla="*/ 4463413 w 7467600"/>
              <a:gd name="connsiteY105" fmla="*/ 5615162 h 6858000"/>
              <a:gd name="connsiteX106" fmla="*/ 4358134 w 7467600"/>
              <a:gd name="connsiteY106" fmla="*/ 5742791 h 6858000"/>
              <a:gd name="connsiteX107" fmla="*/ 4376219 w 7467600"/>
              <a:gd name="connsiteY107" fmla="*/ 5729027 h 6858000"/>
              <a:gd name="connsiteX108" fmla="*/ 4582340 w 7467600"/>
              <a:gd name="connsiteY108" fmla="*/ 5561037 h 6858000"/>
              <a:gd name="connsiteX109" fmla="*/ 4694684 w 7467600"/>
              <a:gd name="connsiteY109" fmla="*/ 5447098 h 6858000"/>
              <a:gd name="connsiteX110" fmla="*/ 4754123 w 7467600"/>
              <a:gd name="connsiteY110" fmla="*/ 5384643 h 6858000"/>
              <a:gd name="connsiteX111" fmla="*/ 4978032 w 7467600"/>
              <a:gd name="connsiteY111" fmla="*/ 5183809 h 6858000"/>
              <a:gd name="connsiteX112" fmla="*/ 1903353 w 7467600"/>
              <a:gd name="connsiteY112" fmla="*/ 5044827 h 6858000"/>
              <a:gd name="connsiteX113" fmla="*/ 1936931 w 7467600"/>
              <a:gd name="connsiteY113" fmla="*/ 5093954 h 6858000"/>
              <a:gd name="connsiteX114" fmla="*/ 2195868 w 7467600"/>
              <a:gd name="connsiteY114" fmla="*/ 5396574 h 6858000"/>
              <a:gd name="connsiteX115" fmla="*/ 2088852 w 7467600"/>
              <a:gd name="connsiteY115" fmla="*/ 5166123 h 6858000"/>
              <a:gd name="connsiteX116" fmla="*/ 1958241 w 7467600"/>
              <a:gd name="connsiteY116" fmla="*/ 5067955 h 6858000"/>
              <a:gd name="connsiteX117" fmla="*/ 1903353 w 7467600"/>
              <a:gd name="connsiteY117" fmla="*/ 5044827 h 6858000"/>
              <a:gd name="connsiteX118" fmla="*/ 1979378 w 7467600"/>
              <a:gd name="connsiteY118" fmla="*/ 4769504 h 6858000"/>
              <a:gd name="connsiteX119" fmla="*/ 2882120 w 7467600"/>
              <a:gd name="connsiteY119" fmla="*/ 5064547 h 6858000"/>
              <a:gd name="connsiteX120" fmla="*/ 2793103 w 7467600"/>
              <a:gd name="connsiteY120" fmla="*/ 5039699 h 6858000"/>
              <a:gd name="connsiteX121" fmla="*/ 2770041 w 7467600"/>
              <a:gd name="connsiteY121" fmla="*/ 5033634 h 6858000"/>
              <a:gd name="connsiteX122" fmla="*/ 1979378 w 7467600"/>
              <a:gd name="connsiteY122" fmla="*/ 4769504 h 6858000"/>
              <a:gd name="connsiteX123" fmla="*/ 1927410 w 7467600"/>
              <a:gd name="connsiteY123" fmla="*/ 4716164 h 6858000"/>
              <a:gd name="connsiteX124" fmla="*/ 1959587 w 7467600"/>
              <a:gd name="connsiteY124" fmla="*/ 4728849 h 6858000"/>
              <a:gd name="connsiteX125" fmla="*/ 2777707 w 7467600"/>
              <a:gd name="connsiteY125" fmla="*/ 5003991 h 6858000"/>
              <a:gd name="connsiteX126" fmla="*/ 2800768 w 7467600"/>
              <a:gd name="connsiteY126" fmla="*/ 5010056 h 6858000"/>
              <a:gd name="connsiteX127" fmla="*/ 2879408 w 7467600"/>
              <a:gd name="connsiteY127" fmla="*/ 5031590 h 6858000"/>
              <a:gd name="connsiteX128" fmla="*/ 2862295 w 7467600"/>
              <a:gd name="connsiteY128" fmla="*/ 5022958 h 6858000"/>
              <a:gd name="connsiteX129" fmla="*/ 2813343 w 7467600"/>
              <a:gd name="connsiteY129" fmla="*/ 4998369 h 6858000"/>
              <a:gd name="connsiteX130" fmla="*/ 2646245 w 7467600"/>
              <a:gd name="connsiteY130" fmla="*/ 4930999 h 6858000"/>
              <a:gd name="connsiteX131" fmla="*/ 1999243 w 7467600"/>
              <a:gd name="connsiteY131" fmla="*/ 4730524 h 6858000"/>
              <a:gd name="connsiteX132" fmla="*/ 1979527 w 7467600"/>
              <a:gd name="connsiteY132" fmla="*/ 4726651 h 6858000"/>
              <a:gd name="connsiteX133" fmla="*/ 1927410 w 7467600"/>
              <a:gd name="connsiteY133" fmla="*/ 4716164 h 6858000"/>
              <a:gd name="connsiteX134" fmla="*/ 1997014 w 7467600"/>
              <a:gd name="connsiteY134" fmla="*/ 4698007 h 6858000"/>
              <a:gd name="connsiteX135" fmla="*/ 2005458 w 7467600"/>
              <a:gd name="connsiteY135" fmla="*/ 4699540 h 6858000"/>
              <a:gd name="connsiteX136" fmla="*/ 2657186 w 7467600"/>
              <a:gd name="connsiteY136" fmla="*/ 4901687 h 6858000"/>
              <a:gd name="connsiteX137" fmla="*/ 2826662 w 7467600"/>
              <a:gd name="connsiteY137" fmla="*/ 4970362 h 6858000"/>
              <a:gd name="connsiteX138" fmla="*/ 2876100 w 7467600"/>
              <a:gd name="connsiteY138" fmla="*/ 4995397 h 6858000"/>
              <a:gd name="connsiteX139" fmla="*/ 3042600 w 7467600"/>
              <a:gd name="connsiteY139" fmla="*/ 5059532 h 6858000"/>
              <a:gd name="connsiteX140" fmla="*/ 1997014 w 7467600"/>
              <a:gd name="connsiteY140" fmla="*/ 4698007 h 6858000"/>
              <a:gd name="connsiteX141" fmla="*/ 2305292 w 7467600"/>
              <a:gd name="connsiteY141" fmla="*/ 4219492 h 6858000"/>
              <a:gd name="connsiteX142" fmla="*/ 3360922 w 7467600"/>
              <a:gd name="connsiteY142" fmla="*/ 4529373 h 6858000"/>
              <a:gd name="connsiteX143" fmla="*/ 3492420 w 7467600"/>
              <a:gd name="connsiteY143" fmla="*/ 4510145 h 6858000"/>
              <a:gd name="connsiteX144" fmla="*/ 3364086 w 7467600"/>
              <a:gd name="connsiteY144" fmla="*/ 4480340 h 6858000"/>
              <a:gd name="connsiteX145" fmla="*/ 3225818 w 7467600"/>
              <a:gd name="connsiteY145" fmla="*/ 4411822 h 6858000"/>
              <a:gd name="connsiteX146" fmla="*/ 3129696 w 7467600"/>
              <a:gd name="connsiteY146" fmla="*/ 4360704 h 6858000"/>
              <a:gd name="connsiteX147" fmla="*/ 2814545 w 7467600"/>
              <a:gd name="connsiteY147" fmla="*/ 4282955 h 6858000"/>
              <a:gd name="connsiteX148" fmla="*/ 2305292 w 7467600"/>
              <a:gd name="connsiteY148" fmla="*/ 4219492 h 6858000"/>
              <a:gd name="connsiteX149" fmla="*/ 2626982 w 7467600"/>
              <a:gd name="connsiteY149" fmla="*/ 4206450 h 6858000"/>
              <a:gd name="connsiteX150" fmla="*/ 2490617 w 7467600"/>
              <a:gd name="connsiteY150" fmla="*/ 4206951 h 6858000"/>
              <a:gd name="connsiteX151" fmla="*/ 2819869 w 7467600"/>
              <a:gd name="connsiteY151" fmla="*/ 4252936 h 6858000"/>
              <a:gd name="connsiteX152" fmla="*/ 3143018 w 7467600"/>
              <a:gd name="connsiteY152" fmla="*/ 4332698 h 6858000"/>
              <a:gd name="connsiteX153" fmla="*/ 3241520 w 7467600"/>
              <a:gd name="connsiteY153" fmla="*/ 4385112 h 6858000"/>
              <a:gd name="connsiteX154" fmla="*/ 3374575 w 7467600"/>
              <a:gd name="connsiteY154" fmla="*/ 4451517 h 6858000"/>
              <a:gd name="connsiteX155" fmla="*/ 3505221 w 7467600"/>
              <a:gd name="connsiteY155" fmla="*/ 4480757 h 6858000"/>
              <a:gd name="connsiteX156" fmla="*/ 2626982 w 7467600"/>
              <a:gd name="connsiteY156" fmla="*/ 4206450 h 6858000"/>
              <a:gd name="connsiteX157" fmla="*/ 1310106 w 7467600"/>
              <a:gd name="connsiteY157" fmla="*/ 3943217 h 6858000"/>
              <a:gd name="connsiteX158" fmla="*/ 854994 w 7467600"/>
              <a:gd name="connsiteY158" fmla="*/ 4399136 h 6858000"/>
              <a:gd name="connsiteX159" fmla="*/ 742462 w 7467600"/>
              <a:gd name="connsiteY159" fmla="*/ 4594648 h 6858000"/>
              <a:gd name="connsiteX160" fmla="*/ 820602 w 7467600"/>
              <a:gd name="connsiteY160" fmla="*/ 4485915 h 6858000"/>
              <a:gd name="connsiteX161" fmla="*/ 878295 w 7467600"/>
              <a:gd name="connsiteY161" fmla="*/ 4403594 h 6858000"/>
              <a:gd name="connsiteX162" fmla="*/ 1240607 w 7467600"/>
              <a:gd name="connsiteY162" fmla="*/ 4010401 h 6858000"/>
              <a:gd name="connsiteX163" fmla="*/ 1310106 w 7467600"/>
              <a:gd name="connsiteY163" fmla="*/ 3943217 h 6858000"/>
              <a:gd name="connsiteX164" fmla="*/ 1423113 w 7467600"/>
              <a:gd name="connsiteY164" fmla="*/ 3874565 h 6858000"/>
              <a:gd name="connsiteX165" fmla="*/ 1260565 w 7467600"/>
              <a:gd name="connsiteY165" fmla="*/ 4031982 h 6858000"/>
              <a:gd name="connsiteX166" fmla="*/ 901900 w 7467600"/>
              <a:gd name="connsiteY166" fmla="*/ 4421236 h 6858000"/>
              <a:gd name="connsiteX167" fmla="*/ 845044 w 7467600"/>
              <a:gd name="connsiteY167" fmla="*/ 4502436 h 6858000"/>
              <a:gd name="connsiteX168" fmla="*/ 685926 w 7467600"/>
              <a:gd name="connsiteY168" fmla="*/ 4703069 h 6858000"/>
              <a:gd name="connsiteX169" fmla="*/ 684248 w 7467600"/>
              <a:gd name="connsiteY169" fmla="*/ 4706721 h 6858000"/>
              <a:gd name="connsiteX170" fmla="*/ 1423113 w 7467600"/>
              <a:gd name="connsiteY170" fmla="*/ 3874565 h 6858000"/>
              <a:gd name="connsiteX171" fmla="*/ 3316479 w 7467600"/>
              <a:gd name="connsiteY171" fmla="*/ 3872136 h 6858000"/>
              <a:gd name="connsiteX172" fmla="*/ 3546806 w 7467600"/>
              <a:gd name="connsiteY172" fmla="*/ 4356139 h 6858000"/>
              <a:gd name="connsiteX173" fmla="*/ 3364433 w 7467600"/>
              <a:gd name="connsiteY173" fmla="*/ 3953121 h 6858000"/>
              <a:gd name="connsiteX174" fmla="*/ 3316479 w 7467600"/>
              <a:gd name="connsiteY174" fmla="*/ 3872136 h 6858000"/>
              <a:gd name="connsiteX175" fmla="*/ 3291335 w 7467600"/>
              <a:gd name="connsiteY175" fmla="*/ 3767420 h 6858000"/>
              <a:gd name="connsiteX176" fmla="*/ 3390805 w 7467600"/>
              <a:gd name="connsiteY176" fmla="*/ 3937163 h 6858000"/>
              <a:gd name="connsiteX177" fmla="*/ 3579062 w 7467600"/>
              <a:gd name="connsiteY177" fmla="*/ 4359040 h 6858000"/>
              <a:gd name="connsiteX178" fmla="*/ 3467355 w 7467600"/>
              <a:gd name="connsiteY178" fmla="*/ 3988130 h 6858000"/>
              <a:gd name="connsiteX179" fmla="*/ 3310753 w 7467600"/>
              <a:gd name="connsiteY179" fmla="*/ 3787140 h 6858000"/>
              <a:gd name="connsiteX180" fmla="*/ 3291335 w 7467600"/>
              <a:gd name="connsiteY180" fmla="*/ 3767420 h 6858000"/>
              <a:gd name="connsiteX181" fmla="*/ 1635889 w 7467600"/>
              <a:gd name="connsiteY181" fmla="*/ 3709494 h 6858000"/>
              <a:gd name="connsiteX182" fmla="*/ 1634800 w 7467600"/>
              <a:gd name="connsiteY182" fmla="*/ 3731111 h 6858000"/>
              <a:gd name="connsiteX183" fmla="*/ 1635889 w 7467600"/>
              <a:gd name="connsiteY183" fmla="*/ 3709494 h 6858000"/>
              <a:gd name="connsiteX184" fmla="*/ 1510397 w 7467600"/>
              <a:gd name="connsiteY184" fmla="*/ 3684705 h 6858000"/>
              <a:gd name="connsiteX185" fmla="*/ 1146550 w 7467600"/>
              <a:gd name="connsiteY185" fmla="*/ 3802012 h 6858000"/>
              <a:gd name="connsiteX186" fmla="*/ 698834 w 7467600"/>
              <a:gd name="connsiteY186" fmla="*/ 3952272 h 6858000"/>
              <a:gd name="connsiteX187" fmla="*/ 34256 w 7467600"/>
              <a:gd name="connsiteY187" fmla="*/ 4347603 h 6858000"/>
              <a:gd name="connsiteX188" fmla="*/ 527241 w 7467600"/>
              <a:gd name="connsiteY188" fmla="*/ 4065078 h 6858000"/>
              <a:gd name="connsiteX189" fmla="*/ 1510397 w 7467600"/>
              <a:gd name="connsiteY189" fmla="*/ 3684705 h 6858000"/>
              <a:gd name="connsiteX190" fmla="*/ 1313114 w 7467600"/>
              <a:gd name="connsiteY190" fmla="*/ 3655216 h 6858000"/>
              <a:gd name="connsiteX191" fmla="*/ 1109304 w 7467600"/>
              <a:gd name="connsiteY191" fmla="*/ 3669030 h 6858000"/>
              <a:gd name="connsiteX192" fmla="*/ 8129 w 7467600"/>
              <a:gd name="connsiteY192" fmla="*/ 4330519 h 6858000"/>
              <a:gd name="connsiteX193" fmla="*/ 687572 w 7467600"/>
              <a:gd name="connsiteY193" fmla="*/ 3925629 h 6858000"/>
              <a:gd name="connsiteX194" fmla="*/ 1138365 w 7467600"/>
              <a:gd name="connsiteY194" fmla="*/ 3774515 h 6858000"/>
              <a:gd name="connsiteX195" fmla="*/ 1505579 w 7467600"/>
              <a:gd name="connsiteY195" fmla="*/ 3655526 h 6858000"/>
              <a:gd name="connsiteX196" fmla="*/ 1313114 w 7467600"/>
              <a:gd name="connsiteY196" fmla="*/ 3655216 h 6858000"/>
              <a:gd name="connsiteX197" fmla="*/ 3655073 w 7467600"/>
              <a:gd name="connsiteY197" fmla="*/ 3650884 h 6858000"/>
              <a:gd name="connsiteX198" fmla="*/ 3989938 w 7467600"/>
              <a:gd name="connsiteY198" fmla="*/ 3991685 h 6858000"/>
              <a:gd name="connsiteX199" fmla="*/ 4393907 w 7467600"/>
              <a:gd name="connsiteY199" fmla="*/ 4261258 h 6858000"/>
              <a:gd name="connsiteX200" fmla="*/ 4648051 w 7467600"/>
              <a:gd name="connsiteY200" fmla="*/ 4374051 h 6858000"/>
              <a:gd name="connsiteX201" fmla="*/ 4383389 w 7467600"/>
              <a:gd name="connsiteY201" fmla="*/ 4184369 h 6858000"/>
              <a:gd name="connsiteX202" fmla="*/ 4165508 w 7467600"/>
              <a:gd name="connsiteY202" fmla="*/ 4035196 h 6858000"/>
              <a:gd name="connsiteX203" fmla="*/ 4068162 w 7467600"/>
              <a:gd name="connsiteY203" fmla="*/ 3953394 h 6858000"/>
              <a:gd name="connsiteX204" fmla="*/ 3981416 w 7467600"/>
              <a:gd name="connsiteY204" fmla="*/ 3880482 h 6858000"/>
              <a:gd name="connsiteX205" fmla="*/ 3800147 w 7467600"/>
              <a:gd name="connsiteY205" fmla="*/ 3749872 h 6858000"/>
              <a:gd name="connsiteX206" fmla="*/ 3655073 w 7467600"/>
              <a:gd name="connsiteY206" fmla="*/ 3650884 h 6858000"/>
              <a:gd name="connsiteX207" fmla="*/ 3670252 w 7467600"/>
              <a:gd name="connsiteY207" fmla="*/ 3622798 h 6858000"/>
              <a:gd name="connsiteX208" fmla="*/ 3817258 w 7467600"/>
              <a:gd name="connsiteY208" fmla="*/ 3723577 h 6858000"/>
              <a:gd name="connsiteX209" fmla="*/ 4000461 w 7467600"/>
              <a:gd name="connsiteY209" fmla="*/ 3855966 h 6858000"/>
              <a:gd name="connsiteX210" fmla="*/ 4088180 w 7467600"/>
              <a:gd name="connsiteY210" fmla="*/ 3929774 h 6858000"/>
              <a:gd name="connsiteX211" fmla="*/ 4184555 w 7467600"/>
              <a:gd name="connsiteY211" fmla="*/ 4010683 h 6858000"/>
              <a:gd name="connsiteX212" fmla="*/ 4399563 w 7467600"/>
              <a:gd name="connsiteY212" fmla="*/ 4158106 h 6858000"/>
              <a:gd name="connsiteX213" fmla="*/ 4684469 w 7467600"/>
              <a:gd name="connsiteY213" fmla="*/ 4364680 h 6858000"/>
              <a:gd name="connsiteX214" fmla="*/ 4690271 w 7467600"/>
              <a:gd name="connsiteY214" fmla="*/ 4370034 h 6858000"/>
              <a:gd name="connsiteX215" fmla="*/ 4136093 w 7467600"/>
              <a:gd name="connsiteY215" fmla="*/ 3858466 h 6858000"/>
              <a:gd name="connsiteX216" fmla="*/ 3670252 w 7467600"/>
              <a:gd name="connsiteY216" fmla="*/ 3622798 h 6858000"/>
              <a:gd name="connsiteX217" fmla="*/ 4440129 w 7467600"/>
              <a:gd name="connsiteY217" fmla="*/ 3448571 h 6858000"/>
              <a:gd name="connsiteX218" fmla="*/ 4856525 w 7467600"/>
              <a:gd name="connsiteY218" fmla="*/ 3915351 h 6858000"/>
              <a:gd name="connsiteX219" fmla="*/ 5059055 w 7467600"/>
              <a:gd name="connsiteY219" fmla="*/ 4108918 h 6858000"/>
              <a:gd name="connsiteX220" fmla="*/ 5290070 w 7467600"/>
              <a:gd name="connsiteY220" fmla="*/ 4263619 h 6858000"/>
              <a:gd name="connsiteX221" fmla="*/ 4834991 w 7467600"/>
              <a:gd name="connsiteY221" fmla="*/ 3830985 h 6858000"/>
              <a:gd name="connsiteX222" fmla="*/ 4440129 w 7467600"/>
              <a:gd name="connsiteY222" fmla="*/ 3448571 h 6858000"/>
              <a:gd name="connsiteX223" fmla="*/ 4441737 w 7467600"/>
              <a:gd name="connsiteY223" fmla="*/ 3399734 h 6858000"/>
              <a:gd name="connsiteX224" fmla="*/ 4431236 w 7467600"/>
              <a:gd name="connsiteY224" fmla="*/ 3400954 h 6858000"/>
              <a:gd name="connsiteX225" fmla="*/ 4557150 w 7467600"/>
              <a:gd name="connsiteY225" fmla="*/ 3510023 h 6858000"/>
              <a:gd name="connsiteX226" fmla="*/ 4856936 w 7467600"/>
              <a:gd name="connsiteY226" fmla="*/ 3809146 h 6858000"/>
              <a:gd name="connsiteX227" fmla="*/ 5111996 w 7467600"/>
              <a:gd name="connsiteY227" fmla="*/ 4065759 h 6858000"/>
              <a:gd name="connsiteX228" fmla="*/ 5388878 w 7467600"/>
              <a:gd name="connsiteY228" fmla="*/ 4300185 h 6858000"/>
              <a:gd name="connsiteX229" fmla="*/ 5425556 w 7467600"/>
              <a:gd name="connsiteY229" fmla="*/ 4308967 h 6858000"/>
              <a:gd name="connsiteX230" fmla="*/ 4943646 w 7467600"/>
              <a:gd name="connsiteY230" fmla="*/ 3822916 h 6858000"/>
              <a:gd name="connsiteX231" fmla="*/ 4594837 w 7467600"/>
              <a:gd name="connsiteY231" fmla="*/ 3532274 h 6858000"/>
              <a:gd name="connsiteX232" fmla="*/ 4441737 w 7467600"/>
              <a:gd name="connsiteY232" fmla="*/ 3399734 h 6858000"/>
              <a:gd name="connsiteX233" fmla="*/ 5425834 w 7467600"/>
              <a:gd name="connsiteY233" fmla="*/ 3162785 h 6858000"/>
              <a:gd name="connsiteX234" fmla="*/ 5401644 w 7467600"/>
              <a:gd name="connsiteY234" fmla="*/ 3617847 h 6858000"/>
              <a:gd name="connsiteX235" fmla="*/ 5467256 w 7467600"/>
              <a:gd name="connsiteY235" fmla="*/ 4175494 h 6858000"/>
              <a:gd name="connsiteX236" fmla="*/ 5448069 w 7467600"/>
              <a:gd name="connsiteY236" fmla="*/ 3567554 h 6858000"/>
              <a:gd name="connsiteX237" fmla="*/ 5425834 w 7467600"/>
              <a:gd name="connsiteY237" fmla="*/ 3162785 h 6858000"/>
              <a:gd name="connsiteX238" fmla="*/ 1318687 w 7467600"/>
              <a:gd name="connsiteY238" fmla="*/ 3113840 h 6858000"/>
              <a:gd name="connsiteX239" fmla="*/ 1066793 w 7467600"/>
              <a:gd name="connsiteY239" fmla="*/ 3212171 h 6858000"/>
              <a:gd name="connsiteX240" fmla="*/ 993319 w 7467600"/>
              <a:gd name="connsiteY240" fmla="*/ 3247648 h 6858000"/>
              <a:gd name="connsiteX241" fmla="*/ 853081 w 7467600"/>
              <a:gd name="connsiteY241" fmla="*/ 3312410 h 6858000"/>
              <a:gd name="connsiteX242" fmla="*/ 805957 w 7467600"/>
              <a:gd name="connsiteY242" fmla="*/ 3330443 h 6858000"/>
              <a:gd name="connsiteX243" fmla="*/ 1318687 w 7467600"/>
              <a:gd name="connsiteY243" fmla="*/ 3113840 h 6858000"/>
              <a:gd name="connsiteX244" fmla="*/ 5453702 w 7467600"/>
              <a:gd name="connsiteY244" fmla="*/ 3090882 h 6858000"/>
              <a:gd name="connsiteX245" fmla="*/ 5480135 w 7467600"/>
              <a:gd name="connsiteY245" fmla="*/ 3565802 h 6858000"/>
              <a:gd name="connsiteX246" fmla="*/ 5499023 w 7467600"/>
              <a:gd name="connsiteY246" fmla="*/ 4166310 h 6858000"/>
              <a:gd name="connsiteX247" fmla="*/ 5547022 w 7467600"/>
              <a:gd name="connsiteY247" fmla="*/ 3607838 h 6858000"/>
              <a:gd name="connsiteX248" fmla="*/ 5515964 w 7467600"/>
              <a:gd name="connsiteY248" fmla="*/ 3378541 h 6858000"/>
              <a:gd name="connsiteX249" fmla="*/ 5453702 w 7467600"/>
              <a:gd name="connsiteY249" fmla="*/ 3090882 h 6858000"/>
              <a:gd name="connsiteX250" fmla="*/ 1238695 w 7467600"/>
              <a:gd name="connsiteY250" fmla="*/ 3076820 h 6858000"/>
              <a:gd name="connsiteX251" fmla="*/ 716371 w 7467600"/>
              <a:gd name="connsiteY251" fmla="*/ 3293249 h 6858000"/>
              <a:gd name="connsiteX252" fmla="*/ 579522 w 7467600"/>
              <a:gd name="connsiteY252" fmla="*/ 3371759 h 6858000"/>
              <a:gd name="connsiteX253" fmla="*/ 600288 w 7467600"/>
              <a:gd name="connsiteY253" fmla="*/ 3365555 h 6858000"/>
              <a:gd name="connsiteX254" fmla="*/ 840692 w 7467600"/>
              <a:gd name="connsiteY254" fmla="*/ 3284921 h 6858000"/>
              <a:gd name="connsiteX255" fmla="*/ 979248 w 7467600"/>
              <a:gd name="connsiteY255" fmla="*/ 3221003 h 6858000"/>
              <a:gd name="connsiteX256" fmla="*/ 1053282 w 7467600"/>
              <a:gd name="connsiteY256" fmla="*/ 3185247 h 6858000"/>
              <a:gd name="connsiteX257" fmla="*/ 1320603 w 7467600"/>
              <a:gd name="connsiteY257" fmla="*/ 3081281 h 6858000"/>
              <a:gd name="connsiteX258" fmla="*/ 1238695 w 7467600"/>
              <a:gd name="connsiteY258" fmla="*/ 3076820 h 6858000"/>
              <a:gd name="connsiteX259" fmla="*/ 5425627 w 7467600"/>
              <a:gd name="connsiteY259" fmla="*/ 2954192 h 6858000"/>
              <a:gd name="connsiteX260" fmla="*/ 5470770 w 7467600"/>
              <a:gd name="connsiteY260" fmla="*/ 3005435 h 6858000"/>
              <a:gd name="connsiteX261" fmla="*/ 5519779 w 7467600"/>
              <a:gd name="connsiteY261" fmla="*/ 4359223 h 6858000"/>
              <a:gd name="connsiteX262" fmla="*/ 5520293 w 7467600"/>
              <a:gd name="connsiteY262" fmla="*/ 4360602 h 6858000"/>
              <a:gd name="connsiteX263" fmla="*/ 5767221 w 7467600"/>
              <a:gd name="connsiteY263" fmla="*/ 4665564 h 6858000"/>
              <a:gd name="connsiteX264" fmla="*/ 6937169 w 7467600"/>
              <a:gd name="connsiteY264" fmla="*/ 4815941 h 6858000"/>
              <a:gd name="connsiteX265" fmla="*/ 6953922 w 7467600"/>
              <a:gd name="connsiteY265" fmla="*/ 4890068 h 6858000"/>
              <a:gd name="connsiteX266" fmla="*/ 6071359 w 7467600"/>
              <a:gd name="connsiteY266" fmla="*/ 4770770 h 6858000"/>
              <a:gd name="connsiteX267" fmla="*/ 6038839 w 7467600"/>
              <a:gd name="connsiteY267" fmla="*/ 4764474 h 6858000"/>
              <a:gd name="connsiteX268" fmla="*/ 6038706 w 7467600"/>
              <a:gd name="connsiteY268" fmla="*/ 4763847 h 6858000"/>
              <a:gd name="connsiteX269" fmla="*/ 6037784 w 7467600"/>
              <a:gd name="connsiteY269" fmla="*/ 4764270 h 6858000"/>
              <a:gd name="connsiteX270" fmla="*/ 6038839 w 7467600"/>
              <a:gd name="connsiteY270" fmla="*/ 4764474 h 6858000"/>
              <a:gd name="connsiteX271" fmla="*/ 6040338 w 7467600"/>
              <a:gd name="connsiteY271" fmla="*/ 4771418 h 6858000"/>
              <a:gd name="connsiteX272" fmla="*/ 6024488 w 7467600"/>
              <a:gd name="connsiteY272" fmla="*/ 4809903 h 6858000"/>
              <a:gd name="connsiteX273" fmla="*/ 5599771 w 7467600"/>
              <a:gd name="connsiteY273" fmla="*/ 5509652 h 6858000"/>
              <a:gd name="connsiteX274" fmla="*/ 5548843 w 7467600"/>
              <a:gd name="connsiteY274" fmla="*/ 5563845 h 6858000"/>
              <a:gd name="connsiteX275" fmla="*/ 5940952 w 7467600"/>
              <a:gd name="connsiteY275" fmla="*/ 6250028 h 6858000"/>
              <a:gd name="connsiteX276" fmla="*/ 6043441 w 7467600"/>
              <a:gd name="connsiteY276" fmla="*/ 6665847 h 6858000"/>
              <a:gd name="connsiteX277" fmla="*/ 6093432 w 7467600"/>
              <a:gd name="connsiteY277" fmla="*/ 6858000 h 6858000"/>
              <a:gd name="connsiteX278" fmla="*/ 6034344 w 7467600"/>
              <a:gd name="connsiteY278" fmla="*/ 6858000 h 6858000"/>
              <a:gd name="connsiteX279" fmla="*/ 6026679 w 7467600"/>
              <a:gd name="connsiteY279" fmla="*/ 6836959 h 6858000"/>
              <a:gd name="connsiteX280" fmla="*/ 5800441 w 7467600"/>
              <a:gd name="connsiteY280" fmla="*/ 6335286 h 6858000"/>
              <a:gd name="connsiteX281" fmla="*/ 5526562 w 7467600"/>
              <a:gd name="connsiteY281" fmla="*/ 5705388 h 6858000"/>
              <a:gd name="connsiteX282" fmla="*/ 5519640 w 7467600"/>
              <a:gd name="connsiteY282" fmla="*/ 5683774 h 6858000"/>
              <a:gd name="connsiteX283" fmla="*/ 5844559 w 7467600"/>
              <a:gd name="connsiteY283" fmla="*/ 6553349 h 6858000"/>
              <a:gd name="connsiteX284" fmla="*/ 5975994 w 7467600"/>
              <a:gd name="connsiteY284" fmla="*/ 6858000 h 6858000"/>
              <a:gd name="connsiteX285" fmla="*/ 5898547 w 7467600"/>
              <a:gd name="connsiteY285" fmla="*/ 6858000 h 6858000"/>
              <a:gd name="connsiteX286" fmla="*/ 5682041 w 7467600"/>
              <a:gd name="connsiteY286" fmla="*/ 6355860 h 6858000"/>
              <a:gd name="connsiteX287" fmla="*/ 5461758 w 7467600"/>
              <a:gd name="connsiteY287" fmla="*/ 5820220 h 6858000"/>
              <a:gd name="connsiteX288" fmla="*/ 5237282 w 7467600"/>
              <a:gd name="connsiteY288" fmla="*/ 6579086 h 6858000"/>
              <a:gd name="connsiteX289" fmla="*/ 5115009 w 7467600"/>
              <a:gd name="connsiteY289" fmla="*/ 6858000 h 6858000"/>
              <a:gd name="connsiteX290" fmla="*/ 5028074 w 7467600"/>
              <a:gd name="connsiteY290" fmla="*/ 6858000 h 6858000"/>
              <a:gd name="connsiteX291" fmla="*/ 5079508 w 7467600"/>
              <a:gd name="connsiteY291" fmla="*/ 6749074 h 6858000"/>
              <a:gd name="connsiteX292" fmla="*/ 5371846 w 7467600"/>
              <a:gd name="connsiteY292" fmla="*/ 5924413 h 6858000"/>
              <a:gd name="connsiteX293" fmla="*/ 5270512 w 7467600"/>
              <a:gd name="connsiteY293" fmla="*/ 6138975 h 6858000"/>
              <a:gd name="connsiteX294" fmla="*/ 5062409 w 7467600"/>
              <a:gd name="connsiteY294" fmla="*/ 6653544 h 6858000"/>
              <a:gd name="connsiteX295" fmla="*/ 5036628 w 7467600"/>
              <a:gd name="connsiteY295" fmla="*/ 6754247 h 6858000"/>
              <a:gd name="connsiteX296" fmla="*/ 5009112 w 7467600"/>
              <a:gd name="connsiteY296" fmla="*/ 6858000 h 6858000"/>
              <a:gd name="connsiteX297" fmla="*/ 4976679 w 7467600"/>
              <a:gd name="connsiteY297" fmla="*/ 6858000 h 6858000"/>
              <a:gd name="connsiteX298" fmla="*/ 5006537 w 7467600"/>
              <a:gd name="connsiteY298" fmla="*/ 6747068 h 6858000"/>
              <a:gd name="connsiteX299" fmla="*/ 5032723 w 7467600"/>
              <a:gd name="connsiteY299" fmla="*/ 6644957 h 6858000"/>
              <a:gd name="connsiteX300" fmla="*/ 5242949 w 7467600"/>
              <a:gd name="connsiteY300" fmla="*/ 6125175 h 6858000"/>
              <a:gd name="connsiteX301" fmla="*/ 5286321 w 7467600"/>
              <a:gd name="connsiteY301" fmla="*/ 6033555 h 6858000"/>
              <a:gd name="connsiteX302" fmla="*/ 5008210 w 7467600"/>
              <a:gd name="connsiteY302" fmla="*/ 6649194 h 6858000"/>
              <a:gd name="connsiteX303" fmla="*/ 4986321 w 7467600"/>
              <a:gd name="connsiteY303" fmla="*/ 6765687 h 6858000"/>
              <a:gd name="connsiteX304" fmla="*/ 4973474 w 7467600"/>
              <a:gd name="connsiteY304" fmla="*/ 6858000 h 6858000"/>
              <a:gd name="connsiteX305" fmla="*/ 4907178 w 7467600"/>
              <a:gd name="connsiteY305" fmla="*/ 6858000 h 6858000"/>
              <a:gd name="connsiteX306" fmla="*/ 4910810 w 7467600"/>
              <a:gd name="connsiteY306" fmla="*/ 6829660 h 6858000"/>
              <a:gd name="connsiteX307" fmla="*/ 4987461 w 7467600"/>
              <a:gd name="connsiteY307" fmla="*/ 6432994 h 6858000"/>
              <a:gd name="connsiteX308" fmla="*/ 5179262 w 7467600"/>
              <a:gd name="connsiteY308" fmla="*/ 6035044 h 6858000"/>
              <a:gd name="connsiteX309" fmla="*/ 4689678 w 7467600"/>
              <a:gd name="connsiteY309" fmla="*/ 6440241 h 6858000"/>
              <a:gd name="connsiteX310" fmla="*/ 4477543 w 7467600"/>
              <a:gd name="connsiteY310" fmla="*/ 6674836 h 6858000"/>
              <a:gd name="connsiteX311" fmla="*/ 4329957 w 7467600"/>
              <a:gd name="connsiteY311" fmla="*/ 6858000 h 6858000"/>
              <a:gd name="connsiteX312" fmla="*/ 4218595 w 7467600"/>
              <a:gd name="connsiteY312" fmla="*/ 6858000 h 6858000"/>
              <a:gd name="connsiteX313" fmla="*/ 4368888 w 7467600"/>
              <a:gd name="connsiteY313" fmla="*/ 6668412 h 6858000"/>
              <a:gd name="connsiteX314" fmla="*/ 4563091 w 7467600"/>
              <a:gd name="connsiteY314" fmla="*/ 6442508 h 6858000"/>
              <a:gd name="connsiteX315" fmla="*/ 5387324 w 7467600"/>
              <a:gd name="connsiteY315" fmla="*/ 5705830 h 6858000"/>
              <a:gd name="connsiteX316" fmla="*/ 5073620 w 7467600"/>
              <a:gd name="connsiteY316" fmla="*/ 5955437 h 6858000"/>
              <a:gd name="connsiteX317" fmla="*/ 4689789 w 7467600"/>
              <a:gd name="connsiteY317" fmla="*/ 6268382 h 6858000"/>
              <a:gd name="connsiteX318" fmla="*/ 4418722 w 7467600"/>
              <a:gd name="connsiteY318" fmla="*/ 6570886 h 6858000"/>
              <a:gd name="connsiteX319" fmla="*/ 4214944 w 7467600"/>
              <a:gd name="connsiteY319" fmla="*/ 6858000 h 6858000"/>
              <a:gd name="connsiteX320" fmla="*/ 4177898 w 7467600"/>
              <a:gd name="connsiteY320" fmla="*/ 6858000 h 6858000"/>
              <a:gd name="connsiteX321" fmla="*/ 4391597 w 7467600"/>
              <a:gd name="connsiteY321" fmla="*/ 6556370 h 6858000"/>
              <a:gd name="connsiteX322" fmla="*/ 4668889 w 7467600"/>
              <a:gd name="connsiteY322" fmla="*/ 6246399 h 6858000"/>
              <a:gd name="connsiteX323" fmla="*/ 5055427 w 7467600"/>
              <a:gd name="connsiteY323" fmla="*/ 5931476 h 6858000"/>
              <a:gd name="connsiteX324" fmla="*/ 5371814 w 7467600"/>
              <a:gd name="connsiteY324" fmla="*/ 5678975 h 6858000"/>
              <a:gd name="connsiteX325" fmla="*/ 4987918 w 7467600"/>
              <a:gd name="connsiteY325" fmla="*/ 5838701 h 6858000"/>
              <a:gd name="connsiteX326" fmla="*/ 4317146 w 7467600"/>
              <a:gd name="connsiteY326" fmla="*/ 6587716 h 6858000"/>
              <a:gd name="connsiteX327" fmla="*/ 4171627 w 7467600"/>
              <a:gd name="connsiteY327" fmla="*/ 6858000 h 6858000"/>
              <a:gd name="connsiteX328" fmla="*/ 4081585 w 7467600"/>
              <a:gd name="connsiteY328" fmla="*/ 6858000 h 6858000"/>
              <a:gd name="connsiteX329" fmla="*/ 4238603 w 7467600"/>
              <a:gd name="connsiteY329" fmla="*/ 6559341 h 6858000"/>
              <a:gd name="connsiteX330" fmla="*/ 4778333 w 7467600"/>
              <a:gd name="connsiteY330" fmla="*/ 5873626 h 6858000"/>
              <a:gd name="connsiteX331" fmla="*/ 5414185 w 7467600"/>
              <a:gd name="connsiteY331" fmla="*/ 5573882 h 6858000"/>
              <a:gd name="connsiteX332" fmla="*/ 5959648 w 7467600"/>
              <a:gd name="connsiteY332" fmla="*/ 4760797 h 6858000"/>
              <a:gd name="connsiteX333" fmla="*/ 5355019 w 7467600"/>
              <a:gd name="connsiteY333" fmla="*/ 4734672 h 6858000"/>
              <a:gd name="connsiteX334" fmla="*/ 5083565 w 7467600"/>
              <a:gd name="connsiteY334" fmla="*/ 5179121 h 6858000"/>
              <a:gd name="connsiteX335" fmla="*/ 4713577 w 7467600"/>
              <a:gd name="connsiteY335" fmla="*/ 5616803 h 6858000"/>
              <a:gd name="connsiteX336" fmla="*/ 3989559 w 7467600"/>
              <a:gd name="connsiteY336" fmla="*/ 6145945 h 6858000"/>
              <a:gd name="connsiteX337" fmla="*/ 3939824 w 7467600"/>
              <a:gd name="connsiteY337" fmla="*/ 6066900 h 6858000"/>
              <a:gd name="connsiteX338" fmla="*/ 4584537 w 7467600"/>
              <a:gd name="connsiteY338" fmla="*/ 5324826 h 6858000"/>
              <a:gd name="connsiteX339" fmla="*/ 5037105 w 7467600"/>
              <a:gd name="connsiteY339" fmla="*/ 5088765 h 6858000"/>
              <a:gd name="connsiteX340" fmla="*/ 5039930 w 7467600"/>
              <a:gd name="connsiteY340" fmla="*/ 5089585 h 6858000"/>
              <a:gd name="connsiteX341" fmla="*/ 5263764 w 7467600"/>
              <a:gd name="connsiteY341" fmla="*/ 4735525 h 6858000"/>
              <a:gd name="connsiteX342" fmla="*/ 4086300 w 7467600"/>
              <a:gd name="connsiteY342" fmla="*/ 4884599 h 6858000"/>
              <a:gd name="connsiteX343" fmla="*/ 4085485 w 7467600"/>
              <a:gd name="connsiteY343" fmla="*/ 4899070 h 6858000"/>
              <a:gd name="connsiteX344" fmla="*/ 3871915 w 7467600"/>
              <a:gd name="connsiteY344" fmla="*/ 5253645 h 6858000"/>
              <a:gd name="connsiteX345" fmla="*/ 3799374 w 7467600"/>
              <a:gd name="connsiteY345" fmla="*/ 5466127 h 6858000"/>
              <a:gd name="connsiteX346" fmla="*/ 3498850 w 7467600"/>
              <a:gd name="connsiteY346" fmla="*/ 6661888 h 6858000"/>
              <a:gd name="connsiteX347" fmla="*/ 3399216 w 7467600"/>
              <a:gd name="connsiteY347" fmla="*/ 6858000 h 6858000"/>
              <a:gd name="connsiteX348" fmla="*/ 3303688 w 7467600"/>
              <a:gd name="connsiteY348" fmla="*/ 6858000 h 6858000"/>
              <a:gd name="connsiteX349" fmla="*/ 3391774 w 7467600"/>
              <a:gd name="connsiteY349" fmla="*/ 6697181 h 6858000"/>
              <a:gd name="connsiteX350" fmla="*/ 3735540 w 7467600"/>
              <a:gd name="connsiteY350" fmla="*/ 5546923 h 6858000"/>
              <a:gd name="connsiteX351" fmla="*/ 3729438 w 7467600"/>
              <a:gd name="connsiteY351" fmla="*/ 5569058 h 6858000"/>
              <a:gd name="connsiteX352" fmla="*/ 3707782 w 7467600"/>
              <a:gd name="connsiteY352" fmla="*/ 5644908 h 6858000"/>
              <a:gd name="connsiteX353" fmla="*/ 3583827 w 7467600"/>
              <a:gd name="connsiteY353" fmla="*/ 6039215 h 6858000"/>
              <a:gd name="connsiteX354" fmla="*/ 3547861 w 7467600"/>
              <a:gd name="connsiteY354" fmla="*/ 6129609 h 6858000"/>
              <a:gd name="connsiteX355" fmla="*/ 3490905 w 7467600"/>
              <a:gd name="connsiteY355" fmla="*/ 6277660 h 6858000"/>
              <a:gd name="connsiteX356" fmla="*/ 3455859 w 7467600"/>
              <a:gd name="connsiteY356" fmla="*/ 6391301 h 6858000"/>
              <a:gd name="connsiteX357" fmla="*/ 3429112 w 7467600"/>
              <a:gd name="connsiteY357" fmla="*/ 6479469 h 6858000"/>
              <a:gd name="connsiteX358" fmla="*/ 3304862 w 7467600"/>
              <a:gd name="connsiteY358" fmla="*/ 6796476 h 6858000"/>
              <a:gd name="connsiteX359" fmla="*/ 3276071 w 7467600"/>
              <a:gd name="connsiteY359" fmla="*/ 6858000 h 6858000"/>
              <a:gd name="connsiteX360" fmla="*/ 3240805 w 7467600"/>
              <a:gd name="connsiteY360" fmla="*/ 6858000 h 6858000"/>
              <a:gd name="connsiteX361" fmla="*/ 3275917 w 7467600"/>
              <a:gd name="connsiteY361" fmla="*/ 6783192 h 6858000"/>
              <a:gd name="connsiteX362" fmla="*/ 3399358 w 7467600"/>
              <a:gd name="connsiteY362" fmla="*/ 6469011 h 6858000"/>
              <a:gd name="connsiteX363" fmla="*/ 3425650 w 7467600"/>
              <a:gd name="connsiteY363" fmla="*/ 6381333 h 6858000"/>
              <a:gd name="connsiteX364" fmla="*/ 3460661 w 7467600"/>
              <a:gd name="connsiteY364" fmla="*/ 6266763 h 6858000"/>
              <a:gd name="connsiteX365" fmla="*/ 3518021 w 7467600"/>
              <a:gd name="connsiteY365" fmla="*/ 6117298 h 6858000"/>
              <a:gd name="connsiteX366" fmla="*/ 3554035 w 7467600"/>
              <a:gd name="connsiteY366" fmla="*/ 6027832 h 6858000"/>
              <a:gd name="connsiteX367" fmla="*/ 3677174 w 7467600"/>
              <a:gd name="connsiteY367" fmla="*/ 5636351 h 6858000"/>
              <a:gd name="connsiteX368" fmla="*/ 3698819 w 7467600"/>
              <a:gd name="connsiteY368" fmla="*/ 5560503 h 6858000"/>
              <a:gd name="connsiteX369" fmla="*/ 3702094 w 7467600"/>
              <a:gd name="connsiteY369" fmla="*/ 5549194 h 6858000"/>
              <a:gd name="connsiteX370" fmla="*/ 3398355 w 7467600"/>
              <a:gd name="connsiteY370" fmla="*/ 6094603 h 6858000"/>
              <a:gd name="connsiteX371" fmla="*/ 3193941 w 7467600"/>
              <a:gd name="connsiteY371" fmla="*/ 6798775 h 6858000"/>
              <a:gd name="connsiteX372" fmla="*/ 3184140 w 7467600"/>
              <a:gd name="connsiteY372" fmla="*/ 6858000 h 6858000"/>
              <a:gd name="connsiteX373" fmla="*/ 3099978 w 7467600"/>
              <a:gd name="connsiteY373" fmla="*/ 6858000 h 6858000"/>
              <a:gd name="connsiteX374" fmla="*/ 3101556 w 7467600"/>
              <a:gd name="connsiteY374" fmla="*/ 6843337 h 6858000"/>
              <a:gd name="connsiteX375" fmla="*/ 3370162 w 7467600"/>
              <a:gd name="connsiteY375" fmla="*/ 5785550 h 6858000"/>
              <a:gd name="connsiteX376" fmla="*/ 3746477 w 7467600"/>
              <a:gd name="connsiteY376" fmla="*/ 5377889 h 6858000"/>
              <a:gd name="connsiteX377" fmla="*/ 3863399 w 7467600"/>
              <a:gd name="connsiteY377" fmla="*/ 5087257 h 6858000"/>
              <a:gd name="connsiteX378" fmla="*/ 3968712 w 7467600"/>
              <a:gd name="connsiteY378" fmla="*/ 4913989 h 6858000"/>
              <a:gd name="connsiteX379" fmla="*/ 2792390 w 7467600"/>
              <a:gd name="connsiteY379" fmla="*/ 5382974 h 6858000"/>
              <a:gd name="connsiteX380" fmla="*/ 2714982 w 7467600"/>
              <a:gd name="connsiteY380" fmla="*/ 5427051 h 6858000"/>
              <a:gd name="connsiteX381" fmla="*/ 2813361 w 7467600"/>
              <a:gd name="connsiteY381" fmla="*/ 6023912 h 6858000"/>
              <a:gd name="connsiteX382" fmla="*/ 2688430 w 7467600"/>
              <a:gd name="connsiteY382" fmla="*/ 6801564 h 6858000"/>
              <a:gd name="connsiteX383" fmla="*/ 2629626 w 7467600"/>
              <a:gd name="connsiteY383" fmla="*/ 6763394 h 6858000"/>
              <a:gd name="connsiteX384" fmla="*/ 2565328 w 7467600"/>
              <a:gd name="connsiteY384" fmla="*/ 5516399 h 6858000"/>
              <a:gd name="connsiteX385" fmla="*/ 1922999 w 7467600"/>
              <a:gd name="connsiteY385" fmla="*/ 5980343 h 6858000"/>
              <a:gd name="connsiteX386" fmla="*/ 1950261 w 7467600"/>
              <a:gd name="connsiteY386" fmla="*/ 6405858 h 6858000"/>
              <a:gd name="connsiteX387" fmla="*/ 2365554 w 7467600"/>
              <a:gd name="connsiteY387" fmla="*/ 6759107 h 6858000"/>
              <a:gd name="connsiteX388" fmla="*/ 2424142 w 7467600"/>
              <a:gd name="connsiteY388" fmla="*/ 6858000 h 6858000"/>
              <a:gd name="connsiteX389" fmla="*/ 2395994 w 7467600"/>
              <a:gd name="connsiteY389" fmla="*/ 6858000 h 6858000"/>
              <a:gd name="connsiteX390" fmla="*/ 2392863 w 7467600"/>
              <a:gd name="connsiteY390" fmla="*/ 6852964 h 6858000"/>
              <a:gd name="connsiteX391" fmla="*/ 2017589 w 7467600"/>
              <a:gd name="connsiteY391" fmla="*/ 6493982 h 6858000"/>
              <a:gd name="connsiteX392" fmla="*/ 2147336 w 7467600"/>
              <a:gd name="connsiteY392" fmla="*/ 6594052 h 6858000"/>
              <a:gd name="connsiteX393" fmla="*/ 2207047 w 7467600"/>
              <a:gd name="connsiteY393" fmla="*/ 6654540 h 6858000"/>
              <a:gd name="connsiteX394" fmla="*/ 2299106 w 7467600"/>
              <a:gd name="connsiteY394" fmla="*/ 6778931 h 6858000"/>
              <a:gd name="connsiteX395" fmla="*/ 2314430 w 7467600"/>
              <a:gd name="connsiteY395" fmla="*/ 6801144 h 6858000"/>
              <a:gd name="connsiteX396" fmla="*/ 2352406 w 7467600"/>
              <a:gd name="connsiteY396" fmla="*/ 6858000 h 6858000"/>
              <a:gd name="connsiteX397" fmla="*/ 2314492 w 7467600"/>
              <a:gd name="connsiteY397" fmla="*/ 6858000 h 6858000"/>
              <a:gd name="connsiteX398" fmla="*/ 2288095 w 7467600"/>
              <a:gd name="connsiteY398" fmla="*/ 6818030 h 6858000"/>
              <a:gd name="connsiteX399" fmla="*/ 2272768 w 7467600"/>
              <a:gd name="connsiteY399" fmla="*/ 6795822 h 6858000"/>
              <a:gd name="connsiteX400" fmla="*/ 2182715 w 7467600"/>
              <a:gd name="connsiteY400" fmla="*/ 6675071 h 6858000"/>
              <a:gd name="connsiteX401" fmla="*/ 2032061 w 7467600"/>
              <a:gd name="connsiteY401" fmla="*/ 6541380 h 6858000"/>
              <a:gd name="connsiteX402" fmla="*/ 2257220 w 7467600"/>
              <a:gd name="connsiteY402" fmla="*/ 6826257 h 6858000"/>
              <a:gd name="connsiteX403" fmla="*/ 2281324 w 7467600"/>
              <a:gd name="connsiteY403" fmla="*/ 6858000 h 6858000"/>
              <a:gd name="connsiteX404" fmla="*/ 2242860 w 7467600"/>
              <a:gd name="connsiteY404" fmla="*/ 6858000 h 6858000"/>
              <a:gd name="connsiteX405" fmla="*/ 2232818 w 7467600"/>
              <a:gd name="connsiteY405" fmla="*/ 6844926 h 6858000"/>
              <a:gd name="connsiteX406" fmla="*/ 1990172 w 7467600"/>
              <a:gd name="connsiteY406" fmla="*/ 6542121 h 6858000"/>
              <a:gd name="connsiteX407" fmla="*/ 2124090 w 7467600"/>
              <a:gd name="connsiteY407" fmla="*/ 6761017 h 6858000"/>
              <a:gd name="connsiteX408" fmla="*/ 2200380 w 7467600"/>
              <a:gd name="connsiteY408" fmla="*/ 6858000 h 6858000"/>
              <a:gd name="connsiteX409" fmla="*/ 2147507 w 7467600"/>
              <a:gd name="connsiteY409" fmla="*/ 6858000 h 6858000"/>
              <a:gd name="connsiteX410" fmla="*/ 2070668 w 7467600"/>
              <a:gd name="connsiteY410" fmla="*/ 6761520 h 6858000"/>
              <a:gd name="connsiteX411" fmla="*/ 1975142 w 7467600"/>
              <a:gd name="connsiteY411" fmla="*/ 6585570 h 6858000"/>
              <a:gd name="connsiteX412" fmla="*/ 2050035 w 7467600"/>
              <a:gd name="connsiteY412" fmla="*/ 6813345 h 6858000"/>
              <a:gd name="connsiteX413" fmla="*/ 2063025 w 7467600"/>
              <a:gd name="connsiteY413" fmla="*/ 6858000 h 6858000"/>
              <a:gd name="connsiteX414" fmla="*/ 2021675 w 7467600"/>
              <a:gd name="connsiteY414" fmla="*/ 6858000 h 6858000"/>
              <a:gd name="connsiteX415" fmla="*/ 2019308 w 7467600"/>
              <a:gd name="connsiteY415" fmla="*/ 6847118 h 6858000"/>
              <a:gd name="connsiteX416" fmla="*/ 1938835 w 7467600"/>
              <a:gd name="connsiteY416" fmla="*/ 6551160 h 6858000"/>
              <a:gd name="connsiteX417" fmla="*/ 1953230 w 7467600"/>
              <a:gd name="connsiteY417" fmla="*/ 6759699 h 6858000"/>
              <a:gd name="connsiteX418" fmla="*/ 1956763 w 7467600"/>
              <a:gd name="connsiteY418" fmla="*/ 6778191 h 6858000"/>
              <a:gd name="connsiteX419" fmla="*/ 1967925 w 7467600"/>
              <a:gd name="connsiteY419" fmla="*/ 6858000 h 6858000"/>
              <a:gd name="connsiteX420" fmla="*/ 1936622 w 7467600"/>
              <a:gd name="connsiteY420" fmla="*/ 6858000 h 6858000"/>
              <a:gd name="connsiteX421" fmla="*/ 1926261 w 7467600"/>
              <a:gd name="connsiteY421" fmla="*/ 6784064 h 6858000"/>
              <a:gd name="connsiteX422" fmla="*/ 1922724 w 7467600"/>
              <a:gd name="connsiteY422" fmla="*/ 6765577 h 6858000"/>
              <a:gd name="connsiteX423" fmla="*/ 1904650 w 7467600"/>
              <a:gd name="connsiteY423" fmla="*/ 6639616 h 6858000"/>
              <a:gd name="connsiteX424" fmla="*/ 1885273 w 7467600"/>
              <a:gd name="connsiteY424" fmla="*/ 6858000 h 6858000"/>
              <a:gd name="connsiteX425" fmla="*/ 1854363 w 7467600"/>
              <a:gd name="connsiteY425" fmla="*/ 6858000 h 6858000"/>
              <a:gd name="connsiteX426" fmla="*/ 1880391 w 7467600"/>
              <a:gd name="connsiteY426" fmla="*/ 6603796 h 6858000"/>
              <a:gd name="connsiteX427" fmla="*/ 1818273 w 7467600"/>
              <a:gd name="connsiteY427" fmla="*/ 6715729 h 6858000"/>
              <a:gd name="connsiteX428" fmla="*/ 1794691 w 7467600"/>
              <a:gd name="connsiteY428" fmla="*/ 6843239 h 6858000"/>
              <a:gd name="connsiteX429" fmla="*/ 1794914 w 7467600"/>
              <a:gd name="connsiteY429" fmla="*/ 6858000 h 6858000"/>
              <a:gd name="connsiteX430" fmla="*/ 1746128 w 7467600"/>
              <a:gd name="connsiteY430" fmla="*/ 6858000 h 6858000"/>
              <a:gd name="connsiteX431" fmla="*/ 1753934 w 7467600"/>
              <a:gd name="connsiteY431" fmla="*/ 6724796 h 6858000"/>
              <a:gd name="connsiteX432" fmla="*/ 1792053 w 7467600"/>
              <a:gd name="connsiteY432" fmla="*/ 6572396 h 6858000"/>
              <a:gd name="connsiteX433" fmla="*/ 1862248 w 7467600"/>
              <a:gd name="connsiteY433" fmla="*/ 6266397 h 6858000"/>
              <a:gd name="connsiteX434" fmla="*/ 1862250 w 7467600"/>
              <a:gd name="connsiteY434" fmla="*/ 6033531 h 6858000"/>
              <a:gd name="connsiteX435" fmla="*/ 1211999 w 7467600"/>
              <a:gd name="connsiteY435" fmla="*/ 6683610 h 6858000"/>
              <a:gd name="connsiteX436" fmla="*/ 1213266 w 7467600"/>
              <a:gd name="connsiteY436" fmla="*/ 6691947 h 6858000"/>
              <a:gd name="connsiteX437" fmla="*/ 1203370 w 7467600"/>
              <a:gd name="connsiteY437" fmla="*/ 6850676 h 6858000"/>
              <a:gd name="connsiteX438" fmla="*/ 1203671 w 7467600"/>
              <a:gd name="connsiteY438" fmla="*/ 6858000 h 6858000"/>
              <a:gd name="connsiteX439" fmla="*/ 1143180 w 7467600"/>
              <a:gd name="connsiteY439" fmla="*/ 6858000 h 6858000"/>
              <a:gd name="connsiteX440" fmla="*/ 1142176 w 7467600"/>
              <a:gd name="connsiteY440" fmla="*/ 6766045 h 6858000"/>
              <a:gd name="connsiteX441" fmla="*/ 1067484 w 7467600"/>
              <a:gd name="connsiteY441" fmla="*/ 6858000 h 6858000"/>
              <a:gd name="connsiteX442" fmla="*/ 953928 w 7467600"/>
              <a:gd name="connsiteY442" fmla="*/ 6858000 h 6858000"/>
              <a:gd name="connsiteX443" fmla="*/ 959715 w 7467600"/>
              <a:gd name="connsiteY443" fmla="*/ 6850185 h 6858000"/>
              <a:gd name="connsiteX444" fmla="*/ 1483788 w 7467600"/>
              <a:gd name="connsiteY444" fmla="*/ 6259174 h 6858000"/>
              <a:gd name="connsiteX445" fmla="*/ 1100671 w 7467600"/>
              <a:gd name="connsiteY445" fmla="*/ 6252137 h 6858000"/>
              <a:gd name="connsiteX446" fmla="*/ 1090144 w 7467600"/>
              <a:gd name="connsiteY446" fmla="*/ 6256748 h 6858000"/>
              <a:gd name="connsiteX447" fmla="*/ 1095872 w 7467600"/>
              <a:gd name="connsiteY447" fmla="*/ 6271892 h 6858000"/>
              <a:gd name="connsiteX448" fmla="*/ 262785 w 7467600"/>
              <a:gd name="connsiteY448" fmla="*/ 6845450 h 6858000"/>
              <a:gd name="connsiteX449" fmla="*/ 209968 w 7467600"/>
              <a:gd name="connsiteY449" fmla="*/ 6770713 h 6858000"/>
              <a:gd name="connsiteX450" fmla="*/ 873460 w 7467600"/>
              <a:gd name="connsiteY450" fmla="*/ 6253768 h 6858000"/>
              <a:gd name="connsiteX451" fmla="*/ 192686 w 7467600"/>
              <a:gd name="connsiteY451" fmla="*/ 5849257 h 6858000"/>
              <a:gd name="connsiteX452" fmla="*/ 4696 w 7467600"/>
              <a:gd name="connsiteY452" fmla="*/ 5697668 h 6858000"/>
              <a:gd name="connsiteX453" fmla="*/ 0 w 7467600"/>
              <a:gd name="connsiteY453" fmla="*/ 5689984 h 6858000"/>
              <a:gd name="connsiteX454" fmla="*/ 0 w 7467600"/>
              <a:gd name="connsiteY454" fmla="*/ 5513472 h 6858000"/>
              <a:gd name="connsiteX455" fmla="*/ 174101 w 7467600"/>
              <a:gd name="connsiteY455" fmla="*/ 5620277 h 6858000"/>
              <a:gd name="connsiteX456" fmla="*/ 891800 w 7467600"/>
              <a:gd name="connsiteY456" fmla="*/ 6036935 h 6858000"/>
              <a:gd name="connsiteX457" fmla="*/ 1072219 w 7467600"/>
              <a:gd name="connsiteY457" fmla="*/ 6169443 h 6858000"/>
              <a:gd name="connsiteX458" fmla="*/ 1074117 w 7467600"/>
              <a:gd name="connsiteY458" fmla="*/ 6170301 h 6858000"/>
              <a:gd name="connsiteX459" fmla="*/ 1083114 w 7467600"/>
              <a:gd name="connsiteY459" fmla="*/ 6174131 h 6858000"/>
              <a:gd name="connsiteX460" fmla="*/ 1543010 w 7467600"/>
              <a:gd name="connsiteY460" fmla="*/ 6191140 h 6858000"/>
              <a:gd name="connsiteX461" fmla="*/ 1551080 w 7467600"/>
              <a:gd name="connsiteY461" fmla="*/ 6195006 h 6858000"/>
              <a:gd name="connsiteX462" fmla="*/ 2345443 w 7467600"/>
              <a:gd name="connsiteY462" fmla="*/ 5549882 h 6858000"/>
              <a:gd name="connsiteX463" fmla="*/ 1721499 w 7467600"/>
              <a:gd name="connsiteY463" fmla="*/ 5599969 h 6858000"/>
              <a:gd name="connsiteX464" fmla="*/ 767716 w 7467600"/>
              <a:gd name="connsiteY464" fmla="*/ 5472768 h 6858000"/>
              <a:gd name="connsiteX465" fmla="*/ 722147 w 7467600"/>
              <a:gd name="connsiteY465" fmla="*/ 5393091 h 6858000"/>
              <a:gd name="connsiteX466" fmla="*/ 1485552 w 7467600"/>
              <a:gd name="connsiteY466" fmla="*/ 5313202 h 6858000"/>
              <a:gd name="connsiteX467" fmla="*/ 2143004 w 7467600"/>
              <a:gd name="connsiteY467" fmla="*/ 5402420 h 6858000"/>
              <a:gd name="connsiteX468" fmla="*/ 1933391 w 7467600"/>
              <a:gd name="connsiteY468" fmla="*/ 5156971 h 6858000"/>
              <a:gd name="connsiteX469" fmla="*/ 1827118 w 7467600"/>
              <a:gd name="connsiteY469" fmla="*/ 4968410 h 6858000"/>
              <a:gd name="connsiteX470" fmla="*/ 1837349 w 7467600"/>
              <a:gd name="connsiteY470" fmla="*/ 4956357 h 6858000"/>
              <a:gd name="connsiteX471" fmla="*/ 2162835 w 7467600"/>
              <a:gd name="connsiteY471" fmla="*/ 5187853 h 6858000"/>
              <a:gd name="connsiteX472" fmla="*/ 2257167 w 7467600"/>
              <a:gd name="connsiteY472" fmla="*/ 5462123 h 6858000"/>
              <a:gd name="connsiteX473" fmla="*/ 2261598 w 7467600"/>
              <a:gd name="connsiteY473" fmla="*/ 5467998 h 6858000"/>
              <a:gd name="connsiteX474" fmla="*/ 2437177 w 7467600"/>
              <a:gd name="connsiteY474" fmla="*/ 5479608 h 6858000"/>
              <a:gd name="connsiteX475" fmla="*/ 2445247 w 7467600"/>
              <a:gd name="connsiteY475" fmla="*/ 5483476 h 6858000"/>
              <a:gd name="connsiteX476" fmla="*/ 2743626 w 7467600"/>
              <a:gd name="connsiteY476" fmla="*/ 5304819 h 6858000"/>
              <a:gd name="connsiteX477" fmla="*/ 3048102 w 7467600"/>
              <a:gd name="connsiteY477" fmla="*/ 5150595 h 6858000"/>
              <a:gd name="connsiteX478" fmla="*/ 1799414 w 7467600"/>
              <a:gd name="connsiteY478" fmla="*/ 4694732 h 6858000"/>
              <a:gd name="connsiteX479" fmla="*/ 1771735 w 7467600"/>
              <a:gd name="connsiteY479" fmla="*/ 4619929 h 6858000"/>
              <a:gd name="connsiteX480" fmla="*/ 3104273 w 7467600"/>
              <a:gd name="connsiteY480" fmla="*/ 5076159 h 6858000"/>
              <a:gd name="connsiteX481" fmla="*/ 3113245 w 7467600"/>
              <a:gd name="connsiteY481" fmla="*/ 5090705 h 6858000"/>
              <a:gd name="connsiteX482" fmla="*/ 3126294 w 7467600"/>
              <a:gd name="connsiteY482" fmla="*/ 5114400 h 6858000"/>
              <a:gd name="connsiteX483" fmla="*/ 3937433 w 7467600"/>
              <a:gd name="connsiteY483" fmla="*/ 4830473 h 6858000"/>
              <a:gd name="connsiteX484" fmla="*/ 3590475 w 7467600"/>
              <a:gd name="connsiteY484" fmla="*/ 4597974 h 6858000"/>
              <a:gd name="connsiteX485" fmla="*/ 3100264 w 7467600"/>
              <a:gd name="connsiteY485" fmla="*/ 4579845 h 6858000"/>
              <a:gd name="connsiteX486" fmla="*/ 2183576 w 7467600"/>
              <a:gd name="connsiteY486" fmla="*/ 4227150 h 6858000"/>
              <a:gd name="connsiteX487" fmla="*/ 2151029 w 7467600"/>
              <a:gd name="connsiteY487" fmla="*/ 4146947 h 6858000"/>
              <a:gd name="connsiteX488" fmla="*/ 3563434 w 7467600"/>
              <a:gd name="connsiteY488" fmla="*/ 4469115 h 6858000"/>
              <a:gd name="connsiteX489" fmla="*/ 3177952 w 7467600"/>
              <a:gd name="connsiteY489" fmla="*/ 3657386 h 6858000"/>
              <a:gd name="connsiteX490" fmla="*/ 3189263 w 7467600"/>
              <a:gd name="connsiteY490" fmla="*/ 3625726 h 6858000"/>
              <a:gd name="connsiteX491" fmla="*/ 3560912 w 7467600"/>
              <a:gd name="connsiteY491" fmla="*/ 4079863 h 6858000"/>
              <a:gd name="connsiteX492" fmla="*/ 3626636 w 7467600"/>
              <a:gd name="connsiteY492" fmla="*/ 4512230 h 6858000"/>
              <a:gd name="connsiteX493" fmla="*/ 3653088 w 7467600"/>
              <a:gd name="connsiteY493" fmla="*/ 4521417 h 6858000"/>
              <a:gd name="connsiteX494" fmla="*/ 3988128 w 7467600"/>
              <a:gd name="connsiteY494" fmla="*/ 4817267 h 6858000"/>
              <a:gd name="connsiteX495" fmla="*/ 4830582 w 7467600"/>
              <a:gd name="connsiteY495" fmla="*/ 4676000 h 6858000"/>
              <a:gd name="connsiteX496" fmla="*/ 4830100 w 7467600"/>
              <a:gd name="connsiteY496" fmla="*/ 4675554 h 6858000"/>
              <a:gd name="connsiteX497" fmla="*/ 4036318 w 7467600"/>
              <a:gd name="connsiteY497" fmla="*/ 4147013 h 6858000"/>
              <a:gd name="connsiteX498" fmla="*/ 3432098 w 7467600"/>
              <a:gd name="connsiteY498" fmla="*/ 3537312 h 6858000"/>
              <a:gd name="connsiteX499" fmla="*/ 3446761 w 7467600"/>
              <a:gd name="connsiteY499" fmla="*/ 3461278 h 6858000"/>
              <a:gd name="connsiteX500" fmla="*/ 4419733 w 7467600"/>
              <a:gd name="connsiteY500" fmla="*/ 3963555 h 6858000"/>
              <a:gd name="connsiteX501" fmla="*/ 4781371 w 7467600"/>
              <a:gd name="connsiteY501" fmla="*/ 4458604 h 6858000"/>
              <a:gd name="connsiteX502" fmla="*/ 4780440 w 7467600"/>
              <a:gd name="connsiteY502" fmla="*/ 4470290 h 6858000"/>
              <a:gd name="connsiteX503" fmla="*/ 4898954 w 7467600"/>
              <a:gd name="connsiteY503" fmla="*/ 4662092 h 6858000"/>
              <a:gd name="connsiteX504" fmla="*/ 4900699 w 7467600"/>
              <a:gd name="connsiteY504" fmla="*/ 4670867 h 6858000"/>
              <a:gd name="connsiteX505" fmla="*/ 5714511 w 7467600"/>
              <a:gd name="connsiteY505" fmla="*/ 4663483 h 6858000"/>
              <a:gd name="connsiteX506" fmla="*/ 5464793 w 7467600"/>
              <a:gd name="connsiteY506" fmla="*/ 4393556 h 6858000"/>
              <a:gd name="connsiteX507" fmla="*/ 5461897 w 7467600"/>
              <a:gd name="connsiteY507" fmla="*/ 4390879 h 6858000"/>
              <a:gd name="connsiteX508" fmla="*/ 4294126 w 7467600"/>
              <a:gd name="connsiteY508" fmla="*/ 3303048 h 6858000"/>
              <a:gd name="connsiteX509" fmla="*/ 4305321 w 7467600"/>
              <a:gd name="connsiteY509" fmla="*/ 3256953 h 6858000"/>
              <a:gd name="connsiteX510" fmla="*/ 4949299 w 7467600"/>
              <a:gd name="connsiteY510" fmla="*/ 3766336 h 6858000"/>
              <a:gd name="connsiteX511" fmla="*/ 5291452 w 7467600"/>
              <a:gd name="connsiteY511" fmla="*/ 4076801 h 6858000"/>
              <a:gd name="connsiteX512" fmla="*/ 5434998 w 7467600"/>
              <a:gd name="connsiteY512" fmla="*/ 4254100 h 6858000"/>
              <a:gd name="connsiteX513" fmla="*/ 5351015 w 7467600"/>
              <a:gd name="connsiteY513" fmla="*/ 3760989 h 6858000"/>
              <a:gd name="connsiteX514" fmla="*/ 5413780 w 7467600"/>
              <a:gd name="connsiteY514" fmla="*/ 2966265 h 6858000"/>
              <a:gd name="connsiteX515" fmla="*/ 5425627 w 7467600"/>
              <a:gd name="connsiteY515" fmla="*/ 2954192 h 6858000"/>
              <a:gd name="connsiteX516" fmla="*/ 6604735 w 7467600"/>
              <a:gd name="connsiteY516" fmla="*/ 2041381 h 6858000"/>
              <a:gd name="connsiteX517" fmla="*/ 7204487 w 7467600"/>
              <a:gd name="connsiteY517" fmla="*/ 2742112 h 6858000"/>
              <a:gd name="connsiteX518" fmla="*/ 7131592 w 7467600"/>
              <a:gd name="connsiteY518" fmla="*/ 2672096 h 6858000"/>
              <a:gd name="connsiteX519" fmla="*/ 6996344 w 7467600"/>
              <a:gd name="connsiteY519" fmla="*/ 2518310 h 6858000"/>
              <a:gd name="connsiteX520" fmla="*/ 6735495 w 7467600"/>
              <a:gd name="connsiteY520" fmla="*/ 2196890 h 6858000"/>
              <a:gd name="connsiteX521" fmla="*/ 6721901 w 7467600"/>
              <a:gd name="connsiteY521" fmla="*/ 2179274 h 6858000"/>
              <a:gd name="connsiteX522" fmla="*/ 6604735 w 7467600"/>
              <a:gd name="connsiteY522" fmla="*/ 2041381 h 6858000"/>
              <a:gd name="connsiteX523" fmla="*/ 6591670 w 7467600"/>
              <a:gd name="connsiteY523" fmla="*/ 1988277 h 6858000"/>
              <a:gd name="connsiteX524" fmla="*/ 6747349 w 7467600"/>
              <a:gd name="connsiteY524" fmla="*/ 2160069 h 6858000"/>
              <a:gd name="connsiteX525" fmla="*/ 6760943 w 7467600"/>
              <a:gd name="connsiteY525" fmla="*/ 2177686 h 6858000"/>
              <a:gd name="connsiteX526" fmla="*/ 7021065 w 7467600"/>
              <a:gd name="connsiteY526" fmla="*/ 2498102 h 6858000"/>
              <a:gd name="connsiteX527" fmla="*/ 7155223 w 7467600"/>
              <a:gd name="connsiteY527" fmla="*/ 2650386 h 6858000"/>
              <a:gd name="connsiteX528" fmla="*/ 7203167 w 7467600"/>
              <a:gd name="connsiteY528" fmla="*/ 2697288 h 6858000"/>
              <a:gd name="connsiteX529" fmla="*/ 6937703 w 7467600"/>
              <a:gd name="connsiteY529" fmla="*/ 2321981 h 6858000"/>
              <a:gd name="connsiteX530" fmla="*/ 6591670 w 7467600"/>
              <a:gd name="connsiteY530" fmla="*/ 1988277 h 6858000"/>
              <a:gd name="connsiteX531" fmla="*/ 5798671 w 7467600"/>
              <a:gd name="connsiteY531" fmla="*/ 1981601 h 6858000"/>
              <a:gd name="connsiteX532" fmla="*/ 5754709 w 7467600"/>
              <a:gd name="connsiteY532" fmla="*/ 2071454 h 6858000"/>
              <a:gd name="connsiteX533" fmla="*/ 5763044 w 7467600"/>
              <a:gd name="connsiteY533" fmla="*/ 2842206 h 6858000"/>
              <a:gd name="connsiteX534" fmla="*/ 5764974 w 7467600"/>
              <a:gd name="connsiteY534" fmla="*/ 2799609 h 6858000"/>
              <a:gd name="connsiteX535" fmla="*/ 5767665 w 7467600"/>
              <a:gd name="connsiteY535" fmla="*/ 2666409 h 6858000"/>
              <a:gd name="connsiteX536" fmla="*/ 5763055 w 7467600"/>
              <a:gd name="connsiteY536" fmla="*/ 2579705 h 6858000"/>
              <a:gd name="connsiteX537" fmla="*/ 5758079 w 7467600"/>
              <a:gd name="connsiteY537" fmla="*/ 2492508 h 6858000"/>
              <a:gd name="connsiteX538" fmla="*/ 5779325 w 7467600"/>
              <a:gd name="connsiteY538" fmla="*/ 2197069 h 6858000"/>
              <a:gd name="connsiteX539" fmla="*/ 5798671 w 7467600"/>
              <a:gd name="connsiteY539" fmla="*/ 1981601 h 6858000"/>
              <a:gd name="connsiteX540" fmla="*/ 5829202 w 7467600"/>
              <a:gd name="connsiteY540" fmla="*/ 1971679 h 6858000"/>
              <a:gd name="connsiteX541" fmla="*/ 5809558 w 7467600"/>
              <a:gd name="connsiteY541" fmla="*/ 2198043 h 6858000"/>
              <a:gd name="connsiteX542" fmla="*/ 5788653 w 7467600"/>
              <a:gd name="connsiteY542" fmla="*/ 2489430 h 6858000"/>
              <a:gd name="connsiteX543" fmla="*/ 5793439 w 7467600"/>
              <a:gd name="connsiteY543" fmla="*/ 2575235 h 6858000"/>
              <a:gd name="connsiteX544" fmla="*/ 5796837 w 7467600"/>
              <a:gd name="connsiteY544" fmla="*/ 2637633 h 6858000"/>
              <a:gd name="connsiteX545" fmla="*/ 5818614 w 7467600"/>
              <a:gd name="connsiteY545" fmla="*/ 2473055 h 6858000"/>
              <a:gd name="connsiteX546" fmla="*/ 5829202 w 7467600"/>
              <a:gd name="connsiteY546" fmla="*/ 1971679 h 6858000"/>
              <a:gd name="connsiteX547" fmla="*/ 5911389 w 7467600"/>
              <a:gd name="connsiteY547" fmla="*/ 1898371 h 6858000"/>
              <a:gd name="connsiteX548" fmla="*/ 6237627 w 7467600"/>
              <a:gd name="connsiteY548" fmla="*/ 2231921 h 6858000"/>
              <a:gd name="connsiteX549" fmla="*/ 5911389 w 7467600"/>
              <a:gd name="connsiteY549" fmla="*/ 1898371 h 6858000"/>
              <a:gd name="connsiteX550" fmla="*/ 6944437 w 7467600"/>
              <a:gd name="connsiteY550" fmla="*/ 1575402 h 6858000"/>
              <a:gd name="connsiteX551" fmla="*/ 6304730 w 7467600"/>
              <a:gd name="connsiteY551" fmla="*/ 1766654 h 6858000"/>
              <a:gd name="connsiteX552" fmla="*/ 6944437 w 7467600"/>
              <a:gd name="connsiteY552" fmla="*/ 1575402 h 6858000"/>
              <a:gd name="connsiteX553" fmla="*/ 7019523 w 7467600"/>
              <a:gd name="connsiteY553" fmla="*/ 1519450 h 6858000"/>
              <a:gd name="connsiteX554" fmla="*/ 6298091 w 7467600"/>
              <a:gd name="connsiteY554" fmla="*/ 1737122 h 6858000"/>
              <a:gd name="connsiteX555" fmla="*/ 7019523 w 7467600"/>
              <a:gd name="connsiteY555" fmla="*/ 1519450 h 6858000"/>
              <a:gd name="connsiteX556" fmla="*/ 2399523 w 7467600"/>
              <a:gd name="connsiteY556" fmla="*/ 1428234 h 6858000"/>
              <a:gd name="connsiteX557" fmla="*/ 2224982 w 7467600"/>
              <a:gd name="connsiteY557" fmla="*/ 1826201 h 6858000"/>
              <a:gd name="connsiteX558" fmla="*/ 2096099 w 7467600"/>
              <a:gd name="connsiteY558" fmla="*/ 2345900 h 6858000"/>
              <a:gd name="connsiteX559" fmla="*/ 2283317 w 7467600"/>
              <a:gd name="connsiteY559" fmla="*/ 1796925 h 6858000"/>
              <a:gd name="connsiteX560" fmla="*/ 2399523 w 7467600"/>
              <a:gd name="connsiteY560" fmla="*/ 1428234 h 6858000"/>
              <a:gd name="connsiteX561" fmla="*/ 2448558 w 7467600"/>
              <a:gd name="connsiteY561" fmla="*/ 1373435 h 6858000"/>
              <a:gd name="connsiteX562" fmla="*/ 2312521 w 7467600"/>
              <a:gd name="connsiteY562" fmla="*/ 1806140 h 6858000"/>
              <a:gd name="connsiteX563" fmla="*/ 2127533 w 7467600"/>
              <a:gd name="connsiteY563" fmla="*/ 2348380 h 6858000"/>
              <a:gd name="connsiteX564" fmla="*/ 2358080 w 7467600"/>
              <a:gd name="connsiteY564" fmla="*/ 1866134 h 6858000"/>
              <a:gd name="connsiteX565" fmla="*/ 2407436 w 7467600"/>
              <a:gd name="connsiteY565" fmla="*/ 1651070 h 6858000"/>
              <a:gd name="connsiteX566" fmla="*/ 2448558 w 7467600"/>
              <a:gd name="connsiteY566" fmla="*/ 1373435 h 6858000"/>
              <a:gd name="connsiteX567" fmla="*/ 278707 w 7467600"/>
              <a:gd name="connsiteY567" fmla="*/ 1352270 h 6858000"/>
              <a:gd name="connsiteX568" fmla="*/ 321570 w 7467600"/>
              <a:gd name="connsiteY568" fmla="*/ 1861610 h 6858000"/>
              <a:gd name="connsiteX569" fmla="*/ 294281 w 7467600"/>
              <a:gd name="connsiteY569" fmla="*/ 1440658 h 6858000"/>
              <a:gd name="connsiteX570" fmla="*/ 278707 w 7467600"/>
              <a:gd name="connsiteY570" fmla="*/ 1352270 h 6858000"/>
              <a:gd name="connsiteX571" fmla="*/ 1423821 w 7467600"/>
              <a:gd name="connsiteY571" fmla="*/ 1351958 h 6858000"/>
              <a:gd name="connsiteX572" fmla="*/ 1638521 w 7467600"/>
              <a:gd name="connsiteY572" fmla="*/ 1908470 h 6858000"/>
              <a:gd name="connsiteX573" fmla="*/ 1754199 w 7467600"/>
              <a:gd name="connsiteY573" fmla="*/ 2149284 h 6858000"/>
              <a:gd name="connsiteX574" fmla="*/ 1908359 w 7467600"/>
              <a:gd name="connsiteY574" fmla="*/ 2364988 h 6858000"/>
              <a:gd name="connsiteX575" fmla="*/ 1647661 w 7467600"/>
              <a:gd name="connsiteY575" fmla="*/ 1825945 h 6858000"/>
              <a:gd name="connsiteX576" fmla="*/ 1423821 w 7467600"/>
              <a:gd name="connsiteY576" fmla="*/ 1351958 h 6858000"/>
              <a:gd name="connsiteX577" fmla="*/ 1431890 w 7467600"/>
              <a:gd name="connsiteY577" fmla="*/ 1306475 h 6858000"/>
              <a:gd name="connsiteX578" fmla="*/ 1507597 w 7467600"/>
              <a:gd name="connsiteY578" fmla="*/ 1446132 h 6858000"/>
              <a:gd name="connsiteX579" fmla="*/ 1674586 w 7467600"/>
              <a:gd name="connsiteY579" fmla="*/ 1813832 h 6858000"/>
              <a:gd name="connsiteX580" fmla="*/ 1815950 w 7467600"/>
              <a:gd name="connsiteY580" fmla="*/ 2128564 h 6858000"/>
              <a:gd name="connsiteX581" fmla="*/ 1984242 w 7467600"/>
              <a:gd name="connsiteY581" fmla="*/ 2430829 h 6858000"/>
              <a:gd name="connsiteX582" fmla="*/ 2014023 w 7467600"/>
              <a:gd name="connsiteY582" fmla="*/ 2450995 h 6858000"/>
              <a:gd name="connsiteX583" fmla="*/ 1747337 w 7467600"/>
              <a:gd name="connsiteY583" fmla="*/ 1855264 h 6858000"/>
              <a:gd name="connsiteX584" fmla="*/ 1533749 w 7467600"/>
              <a:gd name="connsiteY584" fmla="*/ 1478656 h 6858000"/>
              <a:gd name="connsiteX585" fmla="*/ 1431890 w 7467600"/>
              <a:gd name="connsiteY585" fmla="*/ 1306475 h 6858000"/>
              <a:gd name="connsiteX586" fmla="*/ 5052692 w 7467600"/>
              <a:gd name="connsiteY586" fmla="*/ 1292994 h 6858000"/>
              <a:gd name="connsiteX587" fmla="*/ 5200661 w 7467600"/>
              <a:gd name="connsiteY587" fmla="*/ 1635186 h 6858000"/>
              <a:gd name="connsiteX588" fmla="*/ 5297138 w 7467600"/>
              <a:gd name="connsiteY588" fmla="*/ 1906351 h 6858000"/>
              <a:gd name="connsiteX589" fmla="*/ 5052692 w 7467600"/>
              <a:gd name="connsiteY589" fmla="*/ 1292994 h 6858000"/>
              <a:gd name="connsiteX590" fmla="*/ 5009948 w 7467600"/>
              <a:gd name="connsiteY590" fmla="*/ 1273619 h 6858000"/>
              <a:gd name="connsiteX591" fmla="*/ 5121777 w 7467600"/>
              <a:gd name="connsiteY591" fmla="*/ 1654213 h 6858000"/>
              <a:gd name="connsiteX592" fmla="*/ 5293545 w 7467600"/>
              <a:gd name="connsiteY592" fmla="*/ 2072247 h 6858000"/>
              <a:gd name="connsiteX593" fmla="*/ 5294042 w 7467600"/>
              <a:gd name="connsiteY593" fmla="*/ 2065019 h 6858000"/>
              <a:gd name="connsiteX594" fmla="*/ 5171936 w 7467600"/>
              <a:gd name="connsiteY594" fmla="*/ 1647613 h 6858000"/>
              <a:gd name="connsiteX595" fmla="*/ 5009948 w 7467600"/>
              <a:gd name="connsiteY595" fmla="*/ 1273619 h 6858000"/>
              <a:gd name="connsiteX596" fmla="*/ 655236 w 7467600"/>
              <a:gd name="connsiteY596" fmla="*/ 1268632 h 6858000"/>
              <a:gd name="connsiteX597" fmla="*/ 839521 w 7467600"/>
              <a:gd name="connsiteY597" fmla="*/ 1685315 h 6858000"/>
              <a:gd name="connsiteX598" fmla="*/ 1109416 w 7467600"/>
              <a:gd name="connsiteY598" fmla="*/ 2061663 h 6858000"/>
              <a:gd name="connsiteX599" fmla="*/ 1298300 w 7467600"/>
              <a:gd name="connsiteY599" fmla="*/ 2247742 h 6858000"/>
              <a:gd name="connsiteX600" fmla="*/ 1125871 w 7467600"/>
              <a:gd name="connsiteY600" fmla="*/ 1989513 h 6858000"/>
              <a:gd name="connsiteX601" fmla="*/ 981574 w 7467600"/>
              <a:gd name="connsiteY601" fmla="*/ 1783157 h 6858000"/>
              <a:gd name="connsiteX602" fmla="*/ 922198 w 7467600"/>
              <a:gd name="connsiteY602" fmla="*/ 1677437 h 6858000"/>
              <a:gd name="connsiteX603" fmla="*/ 869293 w 7467600"/>
              <a:gd name="connsiteY603" fmla="*/ 1583214 h 6858000"/>
              <a:gd name="connsiteX604" fmla="*/ 751431 w 7467600"/>
              <a:gd name="connsiteY604" fmla="*/ 1405731 h 6858000"/>
              <a:gd name="connsiteX605" fmla="*/ 655236 w 7467600"/>
              <a:gd name="connsiteY605" fmla="*/ 1268632 h 6858000"/>
              <a:gd name="connsiteX606" fmla="*/ 6516292 w 7467600"/>
              <a:gd name="connsiteY606" fmla="*/ 1263064 h 6858000"/>
              <a:gd name="connsiteX607" fmla="*/ 5736320 w 7467600"/>
              <a:gd name="connsiteY607" fmla="*/ 1501803 h 6858000"/>
              <a:gd name="connsiteX608" fmla="*/ 6516292 w 7467600"/>
              <a:gd name="connsiteY608" fmla="*/ 1263064 h 6858000"/>
              <a:gd name="connsiteX609" fmla="*/ 291466 w 7467600"/>
              <a:gd name="connsiteY609" fmla="*/ 1250369 h 6858000"/>
              <a:gd name="connsiteX610" fmla="*/ 323180 w 7467600"/>
              <a:gd name="connsiteY610" fmla="*/ 1435283 h 6858000"/>
              <a:gd name="connsiteX611" fmla="*/ 349381 w 7467600"/>
              <a:gd name="connsiteY611" fmla="*/ 1875041 h 6858000"/>
              <a:gd name="connsiteX612" fmla="*/ 374363 w 7467600"/>
              <a:gd name="connsiteY612" fmla="*/ 1506494 h 6858000"/>
              <a:gd name="connsiteX613" fmla="*/ 302168 w 7467600"/>
              <a:gd name="connsiteY613" fmla="*/ 1274495 h 6858000"/>
              <a:gd name="connsiteX614" fmla="*/ 291466 w 7467600"/>
              <a:gd name="connsiteY614" fmla="*/ 1250369 h 6858000"/>
              <a:gd name="connsiteX615" fmla="*/ 678222 w 7467600"/>
              <a:gd name="connsiteY615" fmla="*/ 1248670 h 6858000"/>
              <a:gd name="connsiteX616" fmla="*/ 775536 w 7467600"/>
              <a:gd name="connsiteY616" fmla="*/ 1388015 h 6858000"/>
              <a:gd name="connsiteX617" fmla="*/ 894529 w 7467600"/>
              <a:gd name="connsiteY617" fmla="*/ 1567739 h 6858000"/>
              <a:gd name="connsiteX618" fmla="*/ 948000 w 7467600"/>
              <a:gd name="connsiteY618" fmla="*/ 1663088 h 6858000"/>
              <a:gd name="connsiteX619" fmla="*/ 1006812 w 7467600"/>
              <a:gd name="connsiteY619" fmla="*/ 1767683 h 6858000"/>
              <a:gd name="connsiteX620" fmla="*/ 1149133 w 7467600"/>
              <a:gd name="connsiteY620" fmla="*/ 1971513 h 6858000"/>
              <a:gd name="connsiteX621" fmla="*/ 1333952 w 7467600"/>
              <a:gd name="connsiteY621" fmla="*/ 2251620 h 6858000"/>
              <a:gd name="connsiteX622" fmla="*/ 1337329 w 7467600"/>
              <a:gd name="connsiteY622" fmla="*/ 2258350 h 6858000"/>
              <a:gd name="connsiteX623" fmla="*/ 1014726 w 7467600"/>
              <a:gd name="connsiteY623" fmla="*/ 1615556 h 6858000"/>
              <a:gd name="connsiteX624" fmla="*/ 678222 w 7467600"/>
              <a:gd name="connsiteY624" fmla="*/ 1248670 h 6858000"/>
              <a:gd name="connsiteX625" fmla="*/ 6691602 w 7467600"/>
              <a:gd name="connsiteY625" fmla="*/ 1140573 h 6858000"/>
              <a:gd name="connsiteX626" fmla="*/ 6571100 w 7467600"/>
              <a:gd name="connsiteY626" fmla="*/ 1183662 h 6858000"/>
              <a:gd name="connsiteX627" fmla="*/ 6241687 w 7467600"/>
              <a:gd name="connsiteY627" fmla="*/ 1257600 h 6858000"/>
              <a:gd name="connsiteX628" fmla="*/ 5693009 w 7467600"/>
              <a:gd name="connsiteY628" fmla="*/ 1478256 h 6858000"/>
              <a:gd name="connsiteX629" fmla="*/ 6548420 w 7467600"/>
              <a:gd name="connsiteY629" fmla="*/ 1214599 h 6858000"/>
              <a:gd name="connsiteX630" fmla="*/ 6605473 w 7467600"/>
              <a:gd name="connsiteY630" fmla="*/ 1184686 h 6858000"/>
              <a:gd name="connsiteX631" fmla="*/ 6691602 w 7467600"/>
              <a:gd name="connsiteY631" fmla="*/ 1140573 h 6858000"/>
              <a:gd name="connsiteX632" fmla="*/ 4002475 w 7467600"/>
              <a:gd name="connsiteY632" fmla="*/ 1037802 h 6858000"/>
              <a:gd name="connsiteX633" fmla="*/ 4000324 w 7467600"/>
              <a:gd name="connsiteY633" fmla="*/ 1039362 h 6858000"/>
              <a:gd name="connsiteX634" fmla="*/ 4002862 w 7467600"/>
              <a:gd name="connsiteY634" fmla="*/ 1042866 h 6858000"/>
              <a:gd name="connsiteX635" fmla="*/ 4002475 w 7467600"/>
              <a:gd name="connsiteY635" fmla="*/ 1037802 h 6858000"/>
              <a:gd name="connsiteX636" fmla="*/ 506322 w 7467600"/>
              <a:gd name="connsiteY636" fmla="*/ 1020997 h 6858000"/>
              <a:gd name="connsiteX637" fmla="*/ 533068 w 7467600"/>
              <a:gd name="connsiteY637" fmla="*/ 1029409 h 6858000"/>
              <a:gd name="connsiteX638" fmla="*/ 1232525 w 7467600"/>
              <a:gd name="connsiteY638" fmla="*/ 1804675 h 6858000"/>
              <a:gd name="connsiteX639" fmla="*/ 1388858 w 7467600"/>
              <a:gd name="connsiteY639" fmla="*/ 2368011 h 6858000"/>
              <a:gd name="connsiteX640" fmla="*/ 1384098 w 7467600"/>
              <a:gd name="connsiteY640" fmla="*/ 2378125 h 6858000"/>
              <a:gd name="connsiteX641" fmla="*/ 1425393 w 7467600"/>
              <a:gd name="connsiteY641" fmla="*/ 2589124 h 6858000"/>
              <a:gd name="connsiteX642" fmla="*/ 1424001 w 7467600"/>
              <a:gd name="connsiteY642" fmla="*/ 2597541 h 6858000"/>
              <a:gd name="connsiteX643" fmla="*/ 2152729 w 7467600"/>
              <a:gd name="connsiteY643" fmla="*/ 2864487 h 6858000"/>
              <a:gd name="connsiteX644" fmla="*/ 2020609 w 7467600"/>
              <a:gd name="connsiteY644" fmla="*/ 2539671 h 6858000"/>
              <a:gd name="connsiteX645" fmla="*/ 2018920 w 7467600"/>
              <a:gd name="connsiteY645" fmla="*/ 2536309 h 6858000"/>
              <a:gd name="connsiteX646" fmla="*/ 1342441 w 7467600"/>
              <a:gd name="connsiteY646" fmla="*/ 1173017 h 6858000"/>
              <a:gd name="connsiteX647" fmla="*/ 1367925 w 7467600"/>
              <a:gd name="connsiteY647" fmla="*/ 1135648 h 6858000"/>
              <a:gd name="connsiteX648" fmla="*/ 1771401 w 7467600"/>
              <a:gd name="connsiteY648" fmla="*/ 1806673 h 6858000"/>
              <a:gd name="connsiteX649" fmla="*/ 1972385 w 7467600"/>
              <a:gd name="connsiteY649" fmla="*/ 2198735 h 6858000"/>
              <a:gd name="connsiteX650" fmla="*/ 2040892 w 7467600"/>
              <a:gd name="connsiteY650" fmla="*/ 2405205 h 6858000"/>
              <a:gd name="connsiteX651" fmla="*/ 2131689 w 7467600"/>
              <a:gd name="connsiteY651" fmla="*/ 1936926 h 6858000"/>
              <a:gd name="connsiteX652" fmla="*/ 2454820 w 7467600"/>
              <a:gd name="connsiteY652" fmla="*/ 1248808 h 6858000"/>
              <a:gd name="connsiteX653" fmla="*/ 2492512 w 7467600"/>
              <a:gd name="connsiteY653" fmla="*/ 1302920 h 6858000"/>
              <a:gd name="connsiteX654" fmla="*/ 2081216 w 7467600"/>
              <a:gd name="connsiteY654" fmla="*/ 2527513 h 6858000"/>
              <a:gd name="connsiteX655" fmla="*/ 2081211 w 7467600"/>
              <a:gd name="connsiteY655" fmla="*/ 2528916 h 6858000"/>
              <a:gd name="connsiteX656" fmla="*/ 2199067 w 7467600"/>
              <a:gd name="connsiteY656" fmla="*/ 2884061 h 6858000"/>
              <a:gd name="connsiteX657" fmla="*/ 3192586 w 7467600"/>
              <a:gd name="connsiteY657" fmla="*/ 3411496 h 6858000"/>
              <a:gd name="connsiteX658" fmla="*/ 3182620 w 7467600"/>
              <a:gd name="connsiteY658" fmla="*/ 3483279 h 6858000"/>
              <a:gd name="connsiteX659" fmla="*/ 2435119 w 7467600"/>
              <a:gd name="connsiteY659" fmla="*/ 3080173 h 6858000"/>
              <a:gd name="connsiteX660" fmla="*/ 2410152 w 7467600"/>
              <a:gd name="connsiteY660" fmla="*/ 3063751 h 6858000"/>
              <a:gd name="connsiteX661" fmla="*/ 2408099 w 7467600"/>
              <a:gd name="connsiteY661" fmla="*/ 3064403 h 6858000"/>
              <a:gd name="connsiteX662" fmla="*/ 2407218 w 7467600"/>
              <a:gd name="connsiteY662" fmla="*/ 3070324 h 6858000"/>
              <a:gd name="connsiteX663" fmla="*/ 2380138 w 7467600"/>
              <a:gd name="connsiteY663" fmla="*/ 3099341 h 6858000"/>
              <a:gd name="connsiteX664" fmla="*/ 1765923 w 7467600"/>
              <a:gd name="connsiteY664" fmla="*/ 3581043 h 6858000"/>
              <a:gd name="connsiteX665" fmla="*/ 1702258 w 7467600"/>
              <a:gd name="connsiteY665" fmla="*/ 3612286 h 6858000"/>
              <a:gd name="connsiteX666" fmla="*/ 1538370 w 7467600"/>
              <a:gd name="connsiteY666" fmla="*/ 3811804 h 6858000"/>
              <a:gd name="connsiteX667" fmla="*/ 542867 w 7467600"/>
              <a:gd name="connsiteY667" fmla="*/ 4944092 h 6858000"/>
              <a:gd name="connsiteX668" fmla="*/ 515800 w 7467600"/>
              <a:gd name="connsiteY668" fmla="*/ 4862180 h 6858000"/>
              <a:gd name="connsiteX669" fmla="*/ 909145 w 7467600"/>
              <a:gd name="connsiteY669" fmla="*/ 4199225 h 6858000"/>
              <a:gd name="connsiteX670" fmla="*/ 1214067 w 7467600"/>
              <a:gd name="connsiteY670" fmla="*/ 3908561 h 6858000"/>
              <a:gd name="connsiteX671" fmla="*/ 640967 w 7467600"/>
              <a:gd name="connsiteY671" fmla="*/ 4105601 h 6858000"/>
              <a:gd name="connsiteX672" fmla="*/ 112563 w 7467600"/>
              <a:gd name="connsiteY672" fmla="*/ 4396952 h 6858000"/>
              <a:gd name="connsiteX673" fmla="*/ 0 w 7467600"/>
              <a:gd name="connsiteY673" fmla="*/ 4466006 h 6858000"/>
              <a:gd name="connsiteX674" fmla="*/ 0 w 7467600"/>
              <a:gd name="connsiteY674" fmla="*/ 4233763 h 6858000"/>
              <a:gd name="connsiteX675" fmla="*/ 36881 w 7467600"/>
              <a:gd name="connsiteY675" fmla="*/ 4200118 h 6858000"/>
              <a:gd name="connsiteX676" fmla="*/ 910534 w 7467600"/>
              <a:gd name="connsiteY676" fmla="*/ 3629753 h 6858000"/>
              <a:gd name="connsiteX677" fmla="*/ 1578717 w 7467600"/>
              <a:gd name="connsiteY677" fmla="*/ 3575982 h 6858000"/>
              <a:gd name="connsiteX678" fmla="*/ 2338780 w 7467600"/>
              <a:gd name="connsiteY678" fmla="*/ 3033725 h 6858000"/>
              <a:gd name="connsiteX679" fmla="*/ 1807991 w 7467600"/>
              <a:gd name="connsiteY679" fmla="*/ 2807184 h 6858000"/>
              <a:gd name="connsiteX680" fmla="*/ 1416358 w 7467600"/>
              <a:gd name="connsiteY680" fmla="*/ 3112571 h 6858000"/>
              <a:gd name="connsiteX681" fmla="*/ 939066 w 7467600"/>
              <a:gd name="connsiteY681" fmla="*/ 3378798 h 6858000"/>
              <a:gd name="connsiteX682" fmla="*/ 115099 w 7467600"/>
              <a:gd name="connsiteY682" fmla="*/ 3607650 h 6858000"/>
              <a:gd name="connsiteX683" fmla="*/ 97284 w 7467600"/>
              <a:gd name="connsiteY683" fmla="*/ 3520393 h 6858000"/>
              <a:gd name="connsiteX684" fmla="*/ 922050 w 7467600"/>
              <a:gd name="connsiteY684" fmla="*/ 3074867 h 6858000"/>
              <a:gd name="connsiteX685" fmla="*/ 1405265 w 7467600"/>
              <a:gd name="connsiteY685" fmla="*/ 3016319 h 6858000"/>
              <a:gd name="connsiteX686" fmla="*/ 1407512 w 7467600"/>
              <a:gd name="connsiteY686" fmla="*/ 3018001 h 6858000"/>
              <a:gd name="connsiteX687" fmla="*/ 1726266 w 7467600"/>
              <a:gd name="connsiteY687" fmla="*/ 2777274 h 6858000"/>
              <a:gd name="connsiteX688" fmla="*/ 625390 w 7467600"/>
              <a:gd name="connsiteY688" fmla="*/ 2514541 h 6858000"/>
              <a:gd name="connsiteX689" fmla="*/ 619799 w 7467600"/>
              <a:gd name="connsiteY689" fmla="*/ 2527180 h 6858000"/>
              <a:gd name="connsiteX690" fmla="*/ 310030 w 7467600"/>
              <a:gd name="connsiteY690" fmla="*/ 2771818 h 6858000"/>
              <a:gd name="connsiteX691" fmla="*/ 173877 w 7467600"/>
              <a:gd name="connsiteY691" fmla="*/ 2937056 h 6858000"/>
              <a:gd name="connsiteX692" fmla="*/ 77889 w 7467600"/>
              <a:gd name="connsiteY692" fmla="*/ 3138440 h 6858000"/>
              <a:gd name="connsiteX693" fmla="*/ 0 w 7467600"/>
              <a:gd name="connsiteY693" fmla="*/ 3271395 h 6858000"/>
              <a:gd name="connsiteX694" fmla="*/ 0 w 7467600"/>
              <a:gd name="connsiteY694" fmla="*/ 3153002 h 6858000"/>
              <a:gd name="connsiteX695" fmla="*/ 2386 w 7467600"/>
              <a:gd name="connsiteY695" fmla="*/ 3149203 h 6858000"/>
              <a:gd name="connsiteX696" fmla="*/ 89753 w 7467600"/>
              <a:gd name="connsiteY696" fmla="*/ 2987702 h 6858000"/>
              <a:gd name="connsiteX697" fmla="*/ 76869 w 7467600"/>
              <a:gd name="connsiteY697" fmla="*/ 3005404 h 6858000"/>
              <a:gd name="connsiteX698" fmla="*/ 32049 w 7467600"/>
              <a:gd name="connsiteY698" fmla="*/ 3065814 h 6858000"/>
              <a:gd name="connsiteX699" fmla="*/ 0 w 7467600"/>
              <a:gd name="connsiteY699" fmla="*/ 3108744 h 6858000"/>
              <a:gd name="connsiteX700" fmla="*/ 0 w 7467600"/>
              <a:gd name="connsiteY700" fmla="*/ 3058059 h 6858000"/>
              <a:gd name="connsiteX701" fmla="*/ 7610 w 7467600"/>
              <a:gd name="connsiteY701" fmla="*/ 3047889 h 6858000"/>
              <a:gd name="connsiteX702" fmla="*/ 52419 w 7467600"/>
              <a:gd name="connsiteY702" fmla="*/ 2987479 h 6858000"/>
              <a:gd name="connsiteX703" fmla="*/ 59142 w 7467600"/>
              <a:gd name="connsiteY703" fmla="*/ 2978488 h 6858000"/>
              <a:gd name="connsiteX704" fmla="*/ 0 w 7467600"/>
              <a:gd name="connsiteY704" fmla="*/ 3015334 h 6858000"/>
              <a:gd name="connsiteX705" fmla="*/ 0 w 7467600"/>
              <a:gd name="connsiteY705" fmla="*/ 2914286 h 6858000"/>
              <a:gd name="connsiteX706" fmla="*/ 36383 w 7467600"/>
              <a:gd name="connsiteY706" fmla="*/ 2901128 h 6858000"/>
              <a:gd name="connsiteX707" fmla="*/ 156329 w 7467600"/>
              <a:gd name="connsiteY707" fmla="*/ 2840533 h 6858000"/>
              <a:gd name="connsiteX708" fmla="*/ 358355 w 7467600"/>
              <a:gd name="connsiteY708" fmla="*/ 2620471 h 6858000"/>
              <a:gd name="connsiteX709" fmla="*/ 510577 w 7467600"/>
              <a:gd name="connsiteY709" fmla="*/ 2501244 h 6858000"/>
              <a:gd name="connsiteX710" fmla="*/ 211967 w 7467600"/>
              <a:gd name="connsiteY710" fmla="*/ 2479171 h 6858000"/>
              <a:gd name="connsiteX711" fmla="*/ 0 w 7467600"/>
              <a:gd name="connsiteY711" fmla="*/ 2476398 h 6858000"/>
              <a:gd name="connsiteX712" fmla="*/ 0 w 7467600"/>
              <a:gd name="connsiteY712" fmla="*/ 2389189 h 6858000"/>
              <a:gd name="connsiteX713" fmla="*/ 103062 w 7467600"/>
              <a:gd name="connsiteY713" fmla="*/ 2389518 h 6858000"/>
              <a:gd name="connsiteX714" fmla="*/ 510734 w 7467600"/>
              <a:gd name="connsiteY714" fmla="*/ 2416201 h 6858000"/>
              <a:gd name="connsiteX715" fmla="*/ 279257 w 7467600"/>
              <a:gd name="connsiteY715" fmla="*/ 2092102 h 6858000"/>
              <a:gd name="connsiteX716" fmla="*/ 65265 w 7467600"/>
              <a:gd name="connsiteY716" fmla="*/ 2006049 h 6858000"/>
              <a:gd name="connsiteX717" fmla="*/ 0 w 7467600"/>
              <a:gd name="connsiteY717" fmla="*/ 1982532 h 6858000"/>
              <a:gd name="connsiteX718" fmla="*/ 0 w 7467600"/>
              <a:gd name="connsiteY718" fmla="*/ 1912789 h 6858000"/>
              <a:gd name="connsiteX719" fmla="*/ 97460 w 7467600"/>
              <a:gd name="connsiteY719" fmla="*/ 1953725 h 6858000"/>
              <a:gd name="connsiteX720" fmla="*/ 221272 w 7467600"/>
              <a:gd name="connsiteY720" fmla="*/ 1980766 h 6858000"/>
              <a:gd name="connsiteX721" fmla="*/ 116765 w 7467600"/>
              <a:gd name="connsiteY721" fmla="*/ 1911033 h 6858000"/>
              <a:gd name="connsiteX722" fmla="*/ 16405 w 7467600"/>
              <a:gd name="connsiteY722" fmla="*/ 1803412 h 6858000"/>
              <a:gd name="connsiteX723" fmla="*/ 0 w 7467600"/>
              <a:gd name="connsiteY723" fmla="*/ 1784777 h 6858000"/>
              <a:gd name="connsiteX724" fmla="*/ 0 w 7467600"/>
              <a:gd name="connsiteY724" fmla="*/ 1740082 h 6858000"/>
              <a:gd name="connsiteX725" fmla="*/ 39394 w 7467600"/>
              <a:gd name="connsiteY725" fmla="*/ 1784856 h 6858000"/>
              <a:gd name="connsiteX726" fmla="*/ 135813 w 7467600"/>
              <a:gd name="connsiteY726" fmla="*/ 1888838 h 6858000"/>
              <a:gd name="connsiteX727" fmla="*/ 242575 w 7467600"/>
              <a:gd name="connsiteY727" fmla="*/ 1958841 h 6858000"/>
              <a:gd name="connsiteX728" fmla="*/ 82197 w 7467600"/>
              <a:gd name="connsiteY728" fmla="*/ 1754826 h 6858000"/>
              <a:gd name="connsiteX729" fmla="*/ 0 w 7467600"/>
              <a:gd name="connsiteY729" fmla="*/ 1679650 h 6858000"/>
              <a:gd name="connsiteX730" fmla="*/ 0 w 7467600"/>
              <a:gd name="connsiteY730" fmla="*/ 1602463 h 6858000"/>
              <a:gd name="connsiteX731" fmla="*/ 84689 w 7467600"/>
              <a:gd name="connsiteY731" fmla="*/ 1677442 h 6858000"/>
              <a:gd name="connsiteX732" fmla="*/ 298437 w 7467600"/>
              <a:gd name="connsiteY732" fmla="*/ 1968019 h 6858000"/>
              <a:gd name="connsiteX733" fmla="*/ 227269 w 7467600"/>
              <a:gd name="connsiteY733" fmla="*/ 1114064 h 6858000"/>
              <a:gd name="connsiteX734" fmla="*/ 248003 w 7467600"/>
              <a:gd name="connsiteY734" fmla="*/ 1089613 h 6858000"/>
              <a:gd name="connsiteX735" fmla="*/ 427020 w 7467600"/>
              <a:gd name="connsiteY735" fmla="*/ 1619803 h 6858000"/>
              <a:gd name="connsiteX736" fmla="*/ 340345 w 7467600"/>
              <a:gd name="connsiteY736" fmla="*/ 2027739 h 6858000"/>
              <a:gd name="connsiteX737" fmla="*/ 360865 w 7467600"/>
              <a:gd name="connsiteY737" fmla="*/ 2044827 h 6858000"/>
              <a:gd name="connsiteX738" fmla="*/ 560414 w 7467600"/>
              <a:gd name="connsiteY738" fmla="*/ 2421457 h 6858000"/>
              <a:gd name="connsiteX739" fmla="*/ 1359703 w 7467600"/>
              <a:gd name="connsiteY739" fmla="*/ 2578554 h 6858000"/>
              <a:gd name="connsiteX740" fmla="*/ 1359422 w 7467600"/>
              <a:gd name="connsiteY740" fmla="*/ 2577994 h 6858000"/>
              <a:gd name="connsiteX741" fmla="*/ 828701 w 7467600"/>
              <a:gd name="connsiteY741" fmla="*/ 1839520 h 6858000"/>
              <a:gd name="connsiteX742" fmla="*/ 494427 w 7467600"/>
              <a:gd name="connsiteY742" fmla="*/ 1092333 h 6858000"/>
              <a:gd name="connsiteX743" fmla="*/ 506322 w 7467600"/>
              <a:gd name="connsiteY743" fmla="*/ 1020997 h 6858000"/>
              <a:gd name="connsiteX744" fmla="*/ 4570198 w 7467600"/>
              <a:gd name="connsiteY744" fmla="*/ 978081 h 6858000"/>
              <a:gd name="connsiteX745" fmla="*/ 4523691 w 7467600"/>
              <a:gd name="connsiteY745" fmla="*/ 1127776 h 6858000"/>
              <a:gd name="connsiteX746" fmla="*/ 4509875 w 7467600"/>
              <a:gd name="connsiteY746" fmla="*/ 1167552 h 6858000"/>
              <a:gd name="connsiteX747" fmla="*/ 4478168 w 7467600"/>
              <a:gd name="connsiteY747" fmla="*/ 1260735 h 6858000"/>
              <a:gd name="connsiteX748" fmla="*/ 4409309 w 7467600"/>
              <a:gd name="connsiteY748" fmla="*/ 1666996 h 6858000"/>
              <a:gd name="connsiteX749" fmla="*/ 4370031 w 7467600"/>
              <a:gd name="connsiteY749" fmla="*/ 1955666 h 6858000"/>
              <a:gd name="connsiteX750" fmla="*/ 4570198 w 7467600"/>
              <a:gd name="connsiteY750" fmla="*/ 978081 h 6858000"/>
              <a:gd name="connsiteX751" fmla="*/ 4557898 w 7467600"/>
              <a:gd name="connsiteY751" fmla="*/ 900011 h 6858000"/>
              <a:gd name="connsiteX752" fmla="*/ 4344840 w 7467600"/>
              <a:gd name="connsiteY752" fmla="*/ 1922038 h 6858000"/>
              <a:gd name="connsiteX753" fmla="*/ 4378710 w 7467600"/>
              <a:gd name="connsiteY753" fmla="*/ 1665516 h 6858000"/>
              <a:gd name="connsiteX754" fmla="*/ 4448798 w 7467600"/>
              <a:gd name="connsiteY754" fmla="*/ 1253024 h 6858000"/>
              <a:gd name="connsiteX755" fmla="*/ 4480315 w 7467600"/>
              <a:gd name="connsiteY755" fmla="*/ 1158454 h 6858000"/>
              <a:gd name="connsiteX756" fmla="*/ 4494133 w 7467600"/>
              <a:gd name="connsiteY756" fmla="*/ 1118676 h 6858000"/>
              <a:gd name="connsiteX757" fmla="*/ 4557898 w 7467600"/>
              <a:gd name="connsiteY757" fmla="*/ 900011 h 6858000"/>
              <a:gd name="connsiteX758" fmla="*/ 5870151 w 7467600"/>
              <a:gd name="connsiteY758" fmla="*/ 898890 h 6858000"/>
              <a:gd name="connsiteX759" fmla="*/ 5861335 w 7467600"/>
              <a:gd name="connsiteY759" fmla="*/ 899177 h 6858000"/>
              <a:gd name="connsiteX760" fmla="*/ 5843702 w 7467600"/>
              <a:gd name="connsiteY760" fmla="*/ 899748 h 6858000"/>
              <a:gd name="connsiteX761" fmla="*/ 5651107 w 7467600"/>
              <a:gd name="connsiteY761" fmla="*/ 920306 h 6858000"/>
              <a:gd name="connsiteX762" fmla="*/ 5459407 w 7467600"/>
              <a:gd name="connsiteY762" fmla="*/ 940975 h 6858000"/>
              <a:gd name="connsiteX763" fmla="*/ 5374846 w 7467600"/>
              <a:gd name="connsiteY763" fmla="*/ 941988 h 6858000"/>
              <a:gd name="connsiteX764" fmla="*/ 5256105 w 7467600"/>
              <a:gd name="connsiteY764" fmla="*/ 945632 h 6858000"/>
              <a:gd name="connsiteX765" fmla="*/ 5107071 w 7467600"/>
              <a:gd name="connsiteY765" fmla="*/ 969720 h 6858000"/>
              <a:gd name="connsiteX766" fmla="*/ 4998681 w 7467600"/>
              <a:gd name="connsiteY766" fmla="*/ 988771 h 6858000"/>
              <a:gd name="connsiteX767" fmla="*/ 5870151 w 7467600"/>
              <a:gd name="connsiteY767" fmla="*/ 898890 h 6858000"/>
              <a:gd name="connsiteX768" fmla="*/ 5504425 w 7467600"/>
              <a:gd name="connsiteY768" fmla="*/ 848067 h 6858000"/>
              <a:gd name="connsiteX769" fmla="*/ 4968849 w 7467600"/>
              <a:gd name="connsiteY769" fmla="*/ 962318 h 6858000"/>
              <a:gd name="connsiteX770" fmla="*/ 5104039 w 7467600"/>
              <a:gd name="connsiteY770" fmla="*/ 940634 h 6858000"/>
              <a:gd name="connsiteX771" fmla="*/ 5256311 w 7467600"/>
              <a:gd name="connsiteY771" fmla="*/ 916490 h 6858000"/>
              <a:gd name="connsiteX772" fmla="*/ 5377381 w 7467600"/>
              <a:gd name="connsiteY772" fmla="*/ 912671 h 6858000"/>
              <a:gd name="connsiteX773" fmla="*/ 5460148 w 7467600"/>
              <a:gd name="connsiteY773" fmla="*/ 911442 h 6858000"/>
              <a:gd name="connsiteX774" fmla="*/ 5648971 w 7467600"/>
              <a:gd name="connsiteY774" fmla="*/ 891331 h 6858000"/>
              <a:gd name="connsiteX775" fmla="*/ 5844807 w 7467600"/>
              <a:gd name="connsiteY775" fmla="*/ 870718 h 6858000"/>
              <a:gd name="connsiteX776" fmla="*/ 5862975 w 7467600"/>
              <a:gd name="connsiteY776" fmla="*/ 869756 h 6858000"/>
              <a:gd name="connsiteX777" fmla="*/ 5920887 w 7467600"/>
              <a:gd name="connsiteY777" fmla="*/ 865929 h 6858000"/>
              <a:gd name="connsiteX778" fmla="*/ 5504425 w 7467600"/>
              <a:gd name="connsiteY778" fmla="*/ 848067 h 6858000"/>
              <a:gd name="connsiteX779" fmla="*/ 3607114 w 7467600"/>
              <a:gd name="connsiteY779" fmla="*/ 467441 h 6858000"/>
              <a:gd name="connsiteX780" fmla="*/ 3296242 w 7467600"/>
              <a:gd name="connsiteY780" fmla="*/ 807991 h 6858000"/>
              <a:gd name="connsiteX781" fmla="*/ 3174674 w 7467600"/>
              <a:gd name="connsiteY781" fmla="*/ 919759 h 6858000"/>
              <a:gd name="connsiteX782" fmla="*/ 3042978 w 7467600"/>
              <a:gd name="connsiteY782" fmla="*/ 1054894 h 6858000"/>
              <a:gd name="connsiteX783" fmla="*/ 2968914 w 7467600"/>
              <a:gd name="connsiteY783" fmla="*/ 1133756 h 6858000"/>
              <a:gd name="connsiteX784" fmla="*/ 3103823 w 7467600"/>
              <a:gd name="connsiteY784" fmla="*/ 1026814 h 6858000"/>
              <a:gd name="connsiteX785" fmla="*/ 3607114 w 7467600"/>
              <a:gd name="connsiteY785" fmla="*/ 467441 h 6858000"/>
              <a:gd name="connsiteX786" fmla="*/ 3744487 w 7467600"/>
              <a:gd name="connsiteY786" fmla="*/ 383136 h 6858000"/>
              <a:gd name="connsiteX787" fmla="*/ 3970213 w 7467600"/>
              <a:gd name="connsiteY787" fmla="*/ 995559 h 6858000"/>
              <a:gd name="connsiteX788" fmla="*/ 3744487 w 7467600"/>
              <a:gd name="connsiteY788" fmla="*/ 383136 h 6858000"/>
              <a:gd name="connsiteX789" fmla="*/ 3624562 w 7467600"/>
              <a:gd name="connsiteY789" fmla="*/ 367041 h 6858000"/>
              <a:gd name="connsiteX790" fmla="*/ 3489712 w 7467600"/>
              <a:gd name="connsiteY790" fmla="*/ 485386 h 6858000"/>
              <a:gd name="connsiteX791" fmla="*/ 3182994 w 7467600"/>
              <a:gd name="connsiteY791" fmla="*/ 828265 h 6858000"/>
              <a:gd name="connsiteX792" fmla="*/ 2892114 w 7467600"/>
              <a:gd name="connsiteY792" fmla="*/ 1172635 h 6858000"/>
              <a:gd name="connsiteX793" fmla="*/ 3021459 w 7467600"/>
              <a:gd name="connsiteY793" fmla="*/ 1035385 h 6858000"/>
              <a:gd name="connsiteX794" fmla="*/ 3153873 w 7467600"/>
              <a:gd name="connsiteY794" fmla="*/ 898971 h 6858000"/>
              <a:gd name="connsiteX795" fmla="*/ 3276511 w 7467600"/>
              <a:gd name="connsiteY795" fmla="*/ 786423 h 6858000"/>
              <a:gd name="connsiteX796" fmla="*/ 3584154 w 7467600"/>
              <a:gd name="connsiteY796" fmla="*/ 448218 h 6858000"/>
              <a:gd name="connsiteX797" fmla="*/ 3624562 w 7467600"/>
              <a:gd name="connsiteY797" fmla="*/ 367041 h 6858000"/>
              <a:gd name="connsiteX798" fmla="*/ 3766672 w 7467600"/>
              <a:gd name="connsiteY798" fmla="*/ 359429 h 6858000"/>
              <a:gd name="connsiteX799" fmla="*/ 3996338 w 7467600"/>
              <a:gd name="connsiteY799" fmla="*/ 968237 h 6858000"/>
              <a:gd name="connsiteX800" fmla="*/ 3766672 w 7467600"/>
              <a:gd name="connsiteY800" fmla="*/ 359429 h 6858000"/>
              <a:gd name="connsiteX801" fmla="*/ 5805386 w 7467600"/>
              <a:gd name="connsiteY801" fmla="*/ 239240 h 6858000"/>
              <a:gd name="connsiteX802" fmla="*/ 5736947 w 7467600"/>
              <a:gd name="connsiteY802" fmla="*/ 261367 h 6858000"/>
              <a:gd name="connsiteX803" fmla="*/ 5427012 w 7467600"/>
              <a:gd name="connsiteY803" fmla="*/ 311272 h 6858000"/>
              <a:gd name="connsiteX804" fmla="*/ 5147818 w 7467600"/>
              <a:gd name="connsiteY804" fmla="*/ 322112 h 6858000"/>
              <a:gd name="connsiteX805" fmla="*/ 5060854 w 7467600"/>
              <a:gd name="connsiteY805" fmla="*/ 311882 h 6858000"/>
              <a:gd name="connsiteX806" fmla="*/ 4945989 w 7467600"/>
              <a:gd name="connsiteY806" fmla="*/ 300516 h 6858000"/>
              <a:gd name="connsiteX807" fmla="*/ 5410479 w 7467600"/>
              <a:gd name="connsiteY807" fmla="*/ 348434 h 6858000"/>
              <a:gd name="connsiteX808" fmla="*/ 5805386 w 7467600"/>
              <a:gd name="connsiteY808" fmla="*/ 239240 h 6858000"/>
              <a:gd name="connsiteX809" fmla="*/ 5905192 w 7467600"/>
              <a:gd name="connsiteY809" fmla="*/ 163079 h 6858000"/>
              <a:gd name="connsiteX810" fmla="*/ 5865655 w 7467600"/>
              <a:gd name="connsiteY810" fmla="*/ 171901 h 6858000"/>
              <a:gd name="connsiteX811" fmla="*/ 5259740 w 7467600"/>
              <a:gd name="connsiteY811" fmla="*/ 257013 h 6858000"/>
              <a:gd name="connsiteX812" fmla="*/ 5208466 w 7467600"/>
              <a:gd name="connsiteY812" fmla="*/ 257550 h 6858000"/>
              <a:gd name="connsiteX813" fmla="*/ 4980204 w 7467600"/>
              <a:gd name="connsiteY813" fmla="*/ 271903 h 6858000"/>
              <a:gd name="connsiteX814" fmla="*/ 5068068 w 7467600"/>
              <a:gd name="connsiteY814" fmla="*/ 282244 h 6858000"/>
              <a:gd name="connsiteX815" fmla="*/ 5153231 w 7467600"/>
              <a:gd name="connsiteY815" fmla="*/ 292240 h 6858000"/>
              <a:gd name="connsiteX816" fmla="*/ 5426491 w 7467600"/>
              <a:gd name="connsiteY816" fmla="*/ 281128 h 6858000"/>
              <a:gd name="connsiteX817" fmla="*/ 5731212 w 7467600"/>
              <a:gd name="connsiteY817" fmla="*/ 231951 h 6858000"/>
              <a:gd name="connsiteX818" fmla="*/ 5905192 w 7467600"/>
              <a:gd name="connsiteY818" fmla="*/ 163079 h 6858000"/>
              <a:gd name="connsiteX819" fmla="*/ 5944437 w 7467600"/>
              <a:gd name="connsiteY819" fmla="*/ 113829 h 6858000"/>
              <a:gd name="connsiteX820" fmla="*/ 5825032 w 7467600"/>
              <a:gd name="connsiteY820" fmla="*/ 146405 h 6858000"/>
              <a:gd name="connsiteX821" fmla="*/ 4955599 w 7467600"/>
              <a:gd name="connsiteY821" fmla="*/ 247008 h 6858000"/>
              <a:gd name="connsiteX822" fmla="*/ 5210104 w 7467600"/>
              <a:gd name="connsiteY822" fmla="*/ 228123 h 6858000"/>
              <a:gd name="connsiteX823" fmla="*/ 5261015 w 7467600"/>
              <a:gd name="connsiteY823" fmla="*/ 227087 h 6858000"/>
              <a:gd name="connsiteX824" fmla="*/ 5861181 w 7467600"/>
              <a:gd name="connsiteY824" fmla="*/ 143093 h 6858000"/>
              <a:gd name="connsiteX825" fmla="*/ 5961252 w 7467600"/>
              <a:gd name="connsiteY825" fmla="*/ 114820 h 6858000"/>
              <a:gd name="connsiteX826" fmla="*/ 5944437 w 7467600"/>
              <a:gd name="connsiteY826" fmla="*/ 113829 h 6858000"/>
              <a:gd name="connsiteX827" fmla="*/ 3882765 w 7467600"/>
              <a:gd name="connsiteY827" fmla="*/ 0 h 6858000"/>
              <a:gd name="connsiteX828" fmla="*/ 3995099 w 7467600"/>
              <a:gd name="connsiteY828" fmla="*/ 0 h 6858000"/>
              <a:gd name="connsiteX829" fmla="*/ 4163818 w 7467600"/>
              <a:gd name="connsiteY829" fmla="*/ 234104 h 6858000"/>
              <a:gd name="connsiteX830" fmla="*/ 4172099 w 7467600"/>
              <a:gd name="connsiteY830" fmla="*/ 234207 h 6858000"/>
              <a:gd name="connsiteX831" fmla="*/ 4784282 w 7467600"/>
              <a:gd name="connsiteY831" fmla="*/ 276561 h 6858000"/>
              <a:gd name="connsiteX832" fmla="*/ 4801687 w 7467600"/>
              <a:gd name="connsiteY832" fmla="*/ 267764 h 6858000"/>
              <a:gd name="connsiteX833" fmla="*/ 6082788 w 7467600"/>
              <a:gd name="connsiteY833" fmla="*/ 64119 h 6858000"/>
              <a:gd name="connsiteX834" fmla="*/ 6099442 w 7467600"/>
              <a:gd name="connsiteY834" fmla="*/ 82568 h 6858000"/>
              <a:gd name="connsiteX835" fmla="*/ 4804137 w 7467600"/>
              <a:gd name="connsiteY835" fmla="*/ 320931 h 6858000"/>
              <a:gd name="connsiteX836" fmla="*/ 4227047 w 7467600"/>
              <a:gd name="connsiteY836" fmla="*/ 313415 h 6858000"/>
              <a:gd name="connsiteX837" fmla="*/ 4346041 w 7467600"/>
              <a:gd name="connsiteY837" fmla="*/ 456086 h 6858000"/>
              <a:gd name="connsiteX838" fmla="*/ 4870967 w 7467600"/>
              <a:gd name="connsiteY838" fmla="*/ 963061 h 6858000"/>
              <a:gd name="connsiteX839" fmla="*/ 4889647 w 7467600"/>
              <a:gd name="connsiteY839" fmla="*/ 957147 h 6858000"/>
              <a:gd name="connsiteX840" fmla="*/ 5422504 w 7467600"/>
              <a:gd name="connsiteY840" fmla="*/ 805191 h 6858000"/>
              <a:gd name="connsiteX841" fmla="*/ 6087656 w 7467600"/>
              <a:gd name="connsiteY841" fmla="*/ 826703 h 6858000"/>
              <a:gd name="connsiteX842" fmla="*/ 6058717 w 7467600"/>
              <a:gd name="connsiteY842" fmla="*/ 865992 h 6858000"/>
              <a:gd name="connsiteX843" fmla="*/ 4974153 w 7467600"/>
              <a:gd name="connsiteY843" fmla="*/ 1045456 h 6858000"/>
              <a:gd name="connsiteX844" fmla="*/ 5627835 w 7467600"/>
              <a:gd name="connsiteY844" fmla="*/ 1472077 h 6858000"/>
              <a:gd name="connsiteX845" fmla="*/ 5629817 w 7467600"/>
              <a:gd name="connsiteY845" fmla="*/ 1471412 h 6858000"/>
              <a:gd name="connsiteX846" fmla="*/ 5634124 w 7467600"/>
              <a:gd name="connsiteY846" fmla="*/ 1470572 h 6858000"/>
              <a:gd name="connsiteX847" fmla="*/ 5755832 w 7467600"/>
              <a:gd name="connsiteY847" fmla="*/ 1383886 h 6858000"/>
              <a:gd name="connsiteX848" fmla="*/ 6014186 w 7467600"/>
              <a:gd name="connsiteY848" fmla="*/ 1279799 h 6858000"/>
              <a:gd name="connsiteX849" fmla="*/ 6901619 w 7467600"/>
              <a:gd name="connsiteY849" fmla="*/ 1047874 h 6858000"/>
              <a:gd name="connsiteX850" fmla="*/ 6931566 w 7467600"/>
              <a:gd name="connsiteY850" fmla="*/ 1062034 h 6858000"/>
              <a:gd name="connsiteX851" fmla="*/ 5790982 w 7467600"/>
              <a:gd name="connsiteY851" fmla="*/ 1561380 h 6858000"/>
              <a:gd name="connsiteX852" fmla="*/ 6188971 w 7467600"/>
              <a:gd name="connsiteY852" fmla="*/ 1755168 h 6858000"/>
              <a:gd name="connsiteX853" fmla="*/ 6202446 w 7467600"/>
              <a:gd name="connsiteY853" fmla="*/ 1752268 h 6858000"/>
              <a:gd name="connsiteX854" fmla="*/ 7179560 w 7467600"/>
              <a:gd name="connsiteY854" fmla="*/ 1467551 h 6858000"/>
              <a:gd name="connsiteX855" fmla="*/ 7158730 w 7467600"/>
              <a:gd name="connsiteY855" fmla="*/ 1507835 h 6858000"/>
              <a:gd name="connsiteX856" fmla="*/ 6326959 w 7467600"/>
              <a:gd name="connsiteY856" fmla="*/ 1817686 h 6858000"/>
              <a:gd name="connsiteX857" fmla="*/ 6537433 w 7467600"/>
              <a:gd name="connsiteY857" fmla="*/ 1907790 h 6858000"/>
              <a:gd name="connsiteX858" fmla="*/ 6550221 w 7467600"/>
              <a:gd name="connsiteY858" fmla="*/ 1910729 h 6858000"/>
              <a:gd name="connsiteX859" fmla="*/ 6964438 w 7467600"/>
              <a:gd name="connsiteY859" fmla="*/ 2209505 h 6858000"/>
              <a:gd name="connsiteX860" fmla="*/ 7367862 w 7467600"/>
              <a:gd name="connsiteY860" fmla="*/ 2806833 h 6858000"/>
              <a:gd name="connsiteX861" fmla="*/ 7364329 w 7467600"/>
              <a:gd name="connsiteY861" fmla="*/ 2826907 h 6858000"/>
              <a:gd name="connsiteX862" fmla="*/ 7290545 w 7467600"/>
              <a:gd name="connsiteY862" fmla="*/ 2850663 h 6858000"/>
              <a:gd name="connsiteX863" fmla="*/ 6472036 w 7467600"/>
              <a:gd name="connsiteY863" fmla="*/ 1959003 h 6858000"/>
              <a:gd name="connsiteX864" fmla="*/ 5792897 w 7467600"/>
              <a:gd name="connsiteY864" fmla="*/ 1647747 h 6858000"/>
              <a:gd name="connsiteX865" fmla="*/ 5842751 w 7467600"/>
              <a:gd name="connsiteY865" fmla="*/ 1816112 h 6858000"/>
              <a:gd name="connsiteX866" fmla="*/ 5847424 w 7467600"/>
              <a:gd name="connsiteY866" fmla="*/ 1815776 h 6858000"/>
              <a:gd name="connsiteX867" fmla="*/ 6399821 w 7467600"/>
              <a:gd name="connsiteY867" fmla="*/ 2344799 h 6858000"/>
              <a:gd name="connsiteX868" fmla="*/ 6323232 w 7467600"/>
              <a:gd name="connsiteY868" fmla="*/ 2389634 h 6858000"/>
              <a:gd name="connsiteX869" fmla="*/ 5942958 w 7467600"/>
              <a:gd name="connsiteY869" fmla="*/ 2077708 h 6858000"/>
              <a:gd name="connsiteX870" fmla="*/ 5921559 w 7467600"/>
              <a:gd name="connsiteY870" fmla="*/ 2378596 h 6858000"/>
              <a:gd name="connsiteX871" fmla="*/ 5817651 w 7467600"/>
              <a:gd name="connsiteY871" fmla="*/ 3023919 h 6858000"/>
              <a:gd name="connsiteX872" fmla="*/ 5729634 w 7467600"/>
              <a:gd name="connsiteY872" fmla="*/ 3051849 h 6858000"/>
              <a:gd name="connsiteX873" fmla="*/ 5611018 w 7467600"/>
              <a:gd name="connsiteY873" fmla="*/ 2316769 h 6858000"/>
              <a:gd name="connsiteX874" fmla="*/ 5687608 w 7467600"/>
              <a:gd name="connsiteY874" fmla="*/ 2039972 h 6858000"/>
              <a:gd name="connsiteX875" fmla="*/ 5657554 w 7467600"/>
              <a:gd name="connsiteY875" fmla="*/ 1576445 h 6858000"/>
              <a:gd name="connsiteX876" fmla="*/ 5150475 w 7467600"/>
              <a:gd name="connsiteY876" fmla="*/ 1274012 h 6858000"/>
              <a:gd name="connsiteX877" fmla="*/ 5349142 w 7467600"/>
              <a:gd name="connsiteY877" fmla="*/ 2204405 h 6858000"/>
              <a:gd name="connsiteX878" fmla="*/ 5262214 w 7467600"/>
              <a:gd name="connsiteY878" fmla="*/ 2233836 h 6858000"/>
              <a:gd name="connsiteX879" fmla="*/ 4981539 w 7467600"/>
              <a:gd name="connsiteY879" fmla="*/ 1542201 h 6858000"/>
              <a:gd name="connsiteX880" fmla="*/ 4958461 w 7467600"/>
              <a:gd name="connsiteY880" fmla="*/ 1136957 h 6858000"/>
              <a:gd name="connsiteX881" fmla="*/ 4655015 w 7467600"/>
              <a:gd name="connsiteY881" fmla="*/ 891426 h 6858000"/>
              <a:gd name="connsiteX882" fmla="*/ 4348002 w 7467600"/>
              <a:gd name="connsiteY882" fmla="*/ 2205895 h 6858000"/>
              <a:gd name="connsiteX883" fmla="*/ 4262250 w 7467600"/>
              <a:gd name="connsiteY883" fmla="*/ 2219972 h 6858000"/>
              <a:gd name="connsiteX884" fmla="*/ 4550611 w 7467600"/>
              <a:gd name="connsiteY884" fmla="*/ 817540 h 6858000"/>
              <a:gd name="connsiteX885" fmla="*/ 4564418 w 7467600"/>
              <a:gd name="connsiteY885" fmla="*/ 808293 h 6858000"/>
              <a:gd name="connsiteX886" fmla="*/ 4266388 w 7467600"/>
              <a:gd name="connsiteY886" fmla="*/ 500083 h 6858000"/>
              <a:gd name="connsiteX887" fmla="*/ 4032842 w 7467600"/>
              <a:gd name="connsiteY887" fmla="*/ 211809 h 6858000"/>
              <a:gd name="connsiteX888" fmla="*/ 3882765 w 7467600"/>
              <a:gd name="connsiteY888" fmla="*/ 0 h 6858000"/>
              <a:gd name="connsiteX889" fmla="*/ 3721337 w 7467600"/>
              <a:gd name="connsiteY889" fmla="*/ 0 h 6858000"/>
              <a:gd name="connsiteX890" fmla="*/ 3797544 w 7467600"/>
              <a:gd name="connsiteY890" fmla="*/ 0 h 6858000"/>
              <a:gd name="connsiteX891" fmla="*/ 3775734 w 7467600"/>
              <a:gd name="connsiteY891" fmla="*/ 95131 h 6858000"/>
              <a:gd name="connsiteX892" fmla="*/ 3724807 w 7467600"/>
              <a:gd name="connsiteY892" fmla="*/ 272257 h 6858000"/>
              <a:gd name="connsiteX893" fmla="*/ 3726844 w 7467600"/>
              <a:gd name="connsiteY893" fmla="*/ 282988 h 6858000"/>
              <a:gd name="connsiteX894" fmla="*/ 3742664 w 7467600"/>
              <a:gd name="connsiteY894" fmla="*/ 279918 h 6858000"/>
              <a:gd name="connsiteX895" fmla="*/ 4103910 w 7467600"/>
              <a:gd name="connsiteY895" fmla="*/ 1161917 h 6858000"/>
              <a:gd name="connsiteX896" fmla="*/ 4020269 w 7467600"/>
              <a:gd name="connsiteY896" fmla="*/ 1200406 h 6858000"/>
              <a:gd name="connsiteX897" fmla="*/ 3674882 w 7467600"/>
              <a:gd name="connsiteY897" fmla="*/ 488524 h 6858000"/>
              <a:gd name="connsiteX898" fmla="*/ 3132682 w 7467600"/>
              <a:gd name="connsiteY898" fmla="*/ 1072284 h 6858000"/>
              <a:gd name="connsiteX899" fmla="*/ 2716346 w 7467600"/>
              <a:gd name="connsiteY899" fmla="*/ 1276376 h 6858000"/>
              <a:gd name="connsiteX900" fmla="*/ 2716772 w 7467600"/>
              <a:gd name="connsiteY900" fmla="*/ 1255462 h 6858000"/>
              <a:gd name="connsiteX901" fmla="*/ 3471096 w 7467600"/>
              <a:gd name="connsiteY901" fmla="*/ 437072 h 6858000"/>
              <a:gd name="connsiteX902" fmla="*/ 3639057 w 7467600"/>
              <a:gd name="connsiteY902" fmla="*/ 286334 h 6858000"/>
              <a:gd name="connsiteX903" fmla="*/ 3640309 w 7467600"/>
              <a:gd name="connsiteY903" fmla="*/ 284664 h 6858000"/>
              <a:gd name="connsiteX904" fmla="*/ 3646022 w 7467600"/>
              <a:gd name="connsiteY904" fmla="*/ 276711 h 6858000"/>
              <a:gd name="connsiteX905" fmla="*/ 3707943 w 7467600"/>
              <a:gd name="connsiteY905" fmla="*/ 65958 h 6858000"/>
              <a:gd name="connsiteX906" fmla="*/ 3721337 w 7467600"/>
              <a:gd name="connsiteY906" fmla="*/ 0 h 6858000"/>
              <a:gd name="connsiteX907" fmla="*/ 2867960 w 7467600"/>
              <a:gd name="connsiteY907" fmla="*/ 0 h 6858000"/>
              <a:gd name="connsiteX908" fmla="*/ 2926351 w 7467600"/>
              <a:gd name="connsiteY908" fmla="*/ 0 h 6858000"/>
              <a:gd name="connsiteX909" fmla="*/ 2902823 w 7467600"/>
              <a:gd name="connsiteY909" fmla="*/ 262929 h 6858000"/>
              <a:gd name="connsiteX910" fmla="*/ 2940663 w 7467600"/>
              <a:gd name="connsiteY910" fmla="*/ 140884 h 6858000"/>
              <a:gd name="connsiteX911" fmla="*/ 2947039 w 7467600"/>
              <a:gd name="connsiteY911" fmla="*/ 122524 h 6858000"/>
              <a:gd name="connsiteX912" fmla="*/ 2984316 w 7467600"/>
              <a:gd name="connsiteY912" fmla="*/ 0 h 6858000"/>
              <a:gd name="connsiteX913" fmla="*/ 3016114 w 7467600"/>
              <a:gd name="connsiteY913" fmla="*/ 0 h 6858000"/>
              <a:gd name="connsiteX914" fmla="*/ 2979949 w 7467600"/>
              <a:gd name="connsiteY914" fmla="*/ 119274 h 6858000"/>
              <a:gd name="connsiteX915" fmla="*/ 3023879 w 7467600"/>
              <a:gd name="connsiteY915" fmla="*/ 0 h 6858000"/>
              <a:gd name="connsiteX916" fmla="*/ 3105400 w 7467600"/>
              <a:gd name="connsiteY916" fmla="*/ 0 h 6858000"/>
              <a:gd name="connsiteX917" fmla="*/ 3094669 w 7467600"/>
              <a:gd name="connsiteY917" fmla="*/ 30308 h 6858000"/>
              <a:gd name="connsiteX918" fmla="*/ 2901945 w 7467600"/>
              <a:gd name="connsiteY918" fmla="*/ 466538 h 6858000"/>
              <a:gd name="connsiteX919" fmla="*/ 2815209 w 7467600"/>
              <a:gd name="connsiteY919" fmla="*/ 497361 h 6858000"/>
              <a:gd name="connsiteX920" fmla="*/ 2844845 w 7467600"/>
              <a:gd name="connsiteY920" fmla="*/ 127638 h 6858000"/>
              <a:gd name="connsiteX921" fmla="*/ 2867960 w 7467600"/>
              <a:gd name="connsiteY921" fmla="*/ 0 h 6858000"/>
              <a:gd name="connsiteX922" fmla="*/ 1057230 w 7467600"/>
              <a:gd name="connsiteY922" fmla="*/ 0 h 6858000"/>
              <a:gd name="connsiteX923" fmla="*/ 1111003 w 7467600"/>
              <a:gd name="connsiteY923" fmla="*/ 0 h 6858000"/>
              <a:gd name="connsiteX924" fmla="*/ 1125553 w 7467600"/>
              <a:gd name="connsiteY924" fmla="*/ 52588 h 6858000"/>
              <a:gd name="connsiteX925" fmla="*/ 1304276 w 7467600"/>
              <a:gd name="connsiteY925" fmla="*/ 476275 h 6858000"/>
              <a:gd name="connsiteX926" fmla="*/ 1492066 w 7467600"/>
              <a:gd name="connsiteY926" fmla="*/ 886333 h 6858000"/>
              <a:gd name="connsiteX927" fmla="*/ 1423698 w 7467600"/>
              <a:gd name="connsiteY927" fmla="*/ 710817 h 6858000"/>
              <a:gd name="connsiteX928" fmla="*/ 1357609 w 7467600"/>
              <a:gd name="connsiteY928" fmla="*/ 532892 h 6858000"/>
              <a:gd name="connsiteX929" fmla="*/ 1309550 w 7467600"/>
              <a:gd name="connsiteY929" fmla="*/ 374031 h 6858000"/>
              <a:gd name="connsiteX930" fmla="*/ 1193673 w 7467600"/>
              <a:gd name="connsiteY930" fmla="*/ 49533 h 6858000"/>
              <a:gd name="connsiteX931" fmla="*/ 1164391 w 7467600"/>
              <a:gd name="connsiteY931" fmla="*/ 0 h 6858000"/>
              <a:gd name="connsiteX932" fmla="*/ 1200666 w 7467600"/>
              <a:gd name="connsiteY932" fmla="*/ 0 h 6858000"/>
              <a:gd name="connsiteX933" fmla="*/ 1223408 w 7467600"/>
              <a:gd name="connsiteY933" fmla="*/ 38996 h 6858000"/>
              <a:gd name="connsiteX934" fmla="*/ 1339635 w 7467600"/>
              <a:gd name="connsiteY934" fmla="*/ 365517 h 6858000"/>
              <a:gd name="connsiteX935" fmla="*/ 1387469 w 7467600"/>
              <a:gd name="connsiteY935" fmla="*/ 523079 h 6858000"/>
              <a:gd name="connsiteX936" fmla="*/ 1452685 w 7467600"/>
              <a:gd name="connsiteY936" fmla="*/ 699806 h 6858000"/>
              <a:gd name="connsiteX937" fmla="*/ 1492092 w 7467600"/>
              <a:gd name="connsiteY937" fmla="*/ 800424 h 6858000"/>
              <a:gd name="connsiteX938" fmla="*/ 1455302 w 7467600"/>
              <a:gd name="connsiteY938" fmla="*/ 632913 h 6858000"/>
              <a:gd name="connsiteX939" fmla="*/ 1222336 w 7467600"/>
              <a:gd name="connsiteY939" fmla="*/ 9480 h 6858000"/>
              <a:gd name="connsiteX940" fmla="*/ 1214634 w 7467600"/>
              <a:gd name="connsiteY940" fmla="*/ 0 h 6858000"/>
              <a:gd name="connsiteX941" fmla="*/ 1289827 w 7467600"/>
              <a:gd name="connsiteY941" fmla="*/ 0 h 6858000"/>
              <a:gd name="connsiteX942" fmla="*/ 1321076 w 7467600"/>
              <a:gd name="connsiteY942" fmla="*/ 59722 h 6858000"/>
              <a:gd name="connsiteX943" fmla="*/ 1512579 w 7467600"/>
              <a:gd name="connsiteY943" fmla="*/ 626441 h 6858000"/>
              <a:gd name="connsiteX944" fmla="*/ 1506076 w 7467600"/>
              <a:gd name="connsiteY944" fmla="*/ 1089289 h 6858000"/>
              <a:gd name="connsiteX945" fmla="*/ 1486346 w 7467600"/>
              <a:gd name="connsiteY945" fmla="*/ 1079919 h 6858000"/>
              <a:gd name="connsiteX946" fmla="*/ 1070511 w 7467600"/>
              <a:gd name="connsiteY946" fmla="*/ 48609 h 6858000"/>
              <a:gd name="connsiteX947" fmla="*/ 1057230 w 7467600"/>
              <a:gd name="connsiteY947" fmla="*/ 0 h 6858000"/>
              <a:gd name="connsiteX948" fmla="*/ 43151 w 7467600"/>
              <a:gd name="connsiteY948" fmla="*/ 0 h 6858000"/>
              <a:gd name="connsiteX949" fmla="*/ 95283 w 7467600"/>
              <a:gd name="connsiteY949" fmla="*/ 0 h 6858000"/>
              <a:gd name="connsiteX950" fmla="*/ 300708 w 7467600"/>
              <a:gd name="connsiteY950" fmla="*/ 154571 h 6858000"/>
              <a:gd name="connsiteX951" fmla="*/ 530414 w 7467600"/>
              <a:gd name="connsiteY951" fmla="*/ 354673 h 6858000"/>
              <a:gd name="connsiteX952" fmla="*/ 333785 w 7467600"/>
              <a:gd name="connsiteY952" fmla="*/ 161564 h 6858000"/>
              <a:gd name="connsiteX953" fmla="*/ 147005 w 7467600"/>
              <a:gd name="connsiteY953" fmla="*/ 0 h 6858000"/>
              <a:gd name="connsiteX954" fmla="*/ 272509 w 7467600"/>
              <a:gd name="connsiteY954" fmla="*/ 0 h 6858000"/>
              <a:gd name="connsiteX955" fmla="*/ 326276 w 7467600"/>
              <a:gd name="connsiteY955" fmla="*/ 45847 h 6858000"/>
              <a:gd name="connsiteX956" fmla="*/ 823759 w 7467600"/>
              <a:gd name="connsiteY956" fmla="*/ 574145 h 6858000"/>
              <a:gd name="connsiteX957" fmla="*/ 811254 w 7467600"/>
              <a:gd name="connsiteY957" fmla="*/ 665546 h 6858000"/>
              <a:gd name="connsiteX958" fmla="*/ 154042 w 7467600"/>
              <a:gd name="connsiteY958" fmla="*/ 261522 h 6858000"/>
              <a:gd name="connsiteX959" fmla="*/ 13550 w 7467600"/>
              <a:gd name="connsiteY959" fmla="*/ 158423 h 6858000"/>
              <a:gd name="connsiteX960" fmla="*/ 0 w 7467600"/>
              <a:gd name="connsiteY960" fmla="*/ 146618 h 6858000"/>
              <a:gd name="connsiteX961" fmla="*/ 0 w 7467600"/>
              <a:gd name="connsiteY961" fmla="*/ 59161 h 6858000"/>
              <a:gd name="connsiteX962" fmla="*/ 45427 w 7467600"/>
              <a:gd name="connsiteY962" fmla="*/ 101078 h 6858000"/>
              <a:gd name="connsiteX963" fmla="*/ 630103 w 7467600"/>
              <a:gd name="connsiteY963" fmla="*/ 485885 h 6858000"/>
              <a:gd name="connsiteX964" fmla="*/ 532040 w 7467600"/>
              <a:gd name="connsiteY964" fmla="*/ 399359 h 6858000"/>
              <a:gd name="connsiteX965" fmla="*/ 517618 w 7467600"/>
              <a:gd name="connsiteY965" fmla="*/ 385726 h 6858000"/>
              <a:gd name="connsiteX966" fmla="*/ 285074 w 7467600"/>
              <a:gd name="connsiteY966" fmla="*/ 182755 h 6858000"/>
              <a:gd name="connsiteX967" fmla="*/ 43151 w 7467600"/>
              <a:gd name="connsiteY967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7454976 w 7467600"/>
              <a:gd name="connsiteY74" fmla="*/ 6318297 h 6858000"/>
              <a:gd name="connsiteX75" fmla="*/ 7379510 w 7467600"/>
              <a:gd name="connsiteY75" fmla="*/ 5755454 h 6858000"/>
              <a:gd name="connsiteX76" fmla="*/ 7467600 w 7467600"/>
              <a:gd name="connsiteY76" fmla="*/ 5845526 h 6858000"/>
              <a:gd name="connsiteX77" fmla="*/ 7467600 w 7467600"/>
              <a:gd name="connsiteY77" fmla="*/ 6012219 h 6858000"/>
              <a:gd name="connsiteX78" fmla="*/ 7356878 w 7467600"/>
              <a:gd name="connsiteY78" fmla="*/ 5981332 h 6858000"/>
              <a:gd name="connsiteX79" fmla="*/ 7467600 w 7467600"/>
              <a:gd name="connsiteY79" fmla="*/ 6117703 h 6858000"/>
              <a:gd name="connsiteX80" fmla="*/ 7467600 w 7467600"/>
              <a:gd name="connsiteY80" fmla="*/ 6163634 h 6858000"/>
              <a:gd name="connsiteX81" fmla="*/ 7403637 w 7467600"/>
              <a:gd name="connsiteY81" fmla="*/ 6083957 h 6858000"/>
              <a:gd name="connsiteX82" fmla="*/ 7254615 w 7467600"/>
              <a:gd name="connsiteY82" fmla="*/ 5911918 h 6858000"/>
              <a:gd name="connsiteX83" fmla="*/ 7312589 w 7467600"/>
              <a:gd name="connsiteY83" fmla="*/ 5982309 h 6858000"/>
              <a:gd name="connsiteX84" fmla="*/ 7448321 w 7467600"/>
              <a:gd name="connsiteY84" fmla="*/ 6190991 h 6858000"/>
              <a:gd name="connsiteX85" fmla="*/ 7467600 w 7467600"/>
              <a:gd name="connsiteY85" fmla="*/ 6221686 h 6858000"/>
              <a:gd name="connsiteX86" fmla="*/ 7467600 w 7467600"/>
              <a:gd name="connsiteY86" fmla="*/ 6334256 h 6858000"/>
              <a:gd name="connsiteX87" fmla="*/ 7454976 w 7467600"/>
              <a:gd name="connsiteY87" fmla="*/ 6318297 h 6858000"/>
              <a:gd name="connsiteX88" fmla="*/ 1456157 w 7467600"/>
              <a:gd name="connsiteY88" fmla="*/ 5371404 h 6858000"/>
              <a:gd name="connsiteX89" fmla="*/ 1244432 w 7467600"/>
              <a:gd name="connsiteY89" fmla="*/ 5385601 h 6858000"/>
              <a:gd name="connsiteX90" fmla="*/ 973990 w 7467600"/>
              <a:gd name="connsiteY90" fmla="*/ 5424940 h 6858000"/>
              <a:gd name="connsiteX91" fmla="*/ 1103809 w 7467600"/>
              <a:gd name="connsiteY91" fmla="*/ 5433720 h 6858000"/>
              <a:gd name="connsiteX92" fmla="*/ 1123454 w 7467600"/>
              <a:gd name="connsiteY92" fmla="*/ 5435727 h 6858000"/>
              <a:gd name="connsiteX93" fmla="*/ 1737017 w 7467600"/>
              <a:gd name="connsiteY93" fmla="*/ 5452183 h 6858000"/>
              <a:gd name="connsiteX94" fmla="*/ 1824397 w 7467600"/>
              <a:gd name="connsiteY94" fmla="*/ 5447757 h 6858000"/>
              <a:gd name="connsiteX95" fmla="*/ 2070059 w 7467600"/>
              <a:gd name="connsiteY95" fmla="*/ 5441660 h 6858000"/>
              <a:gd name="connsiteX96" fmla="*/ 1456157 w 7467600"/>
              <a:gd name="connsiteY96" fmla="*/ 5371404 h 6858000"/>
              <a:gd name="connsiteX97" fmla="*/ 4988186 w 7467600"/>
              <a:gd name="connsiteY97" fmla="*/ 5216467 h 6858000"/>
              <a:gd name="connsiteX98" fmla="*/ 4777334 w 7467600"/>
              <a:gd name="connsiteY98" fmla="*/ 5406072 h 6858000"/>
              <a:gd name="connsiteX99" fmla="*/ 4718341 w 7467600"/>
              <a:gd name="connsiteY99" fmla="*/ 5468043 h 6858000"/>
              <a:gd name="connsiteX100" fmla="*/ 4604655 w 7467600"/>
              <a:gd name="connsiteY100" fmla="*/ 5583434 h 6858000"/>
              <a:gd name="connsiteX101" fmla="*/ 4565074 w 7467600"/>
              <a:gd name="connsiteY101" fmla="*/ 5618550 h 6858000"/>
              <a:gd name="connsiteX102" fmla="*/ 4988186 w 7467600"/>
              <a:gd name="connsiteY102" fmla="*/ 5216467 h 6858000"/>
              <a:gd name="connsiteX103" fmla="*/ 4978032 w 7467600"/>
              <a:gd name="connsiteY103" fmla="*/ 5183809 h 6858000"/>
              <a:gd name="connsiteX104" fmla="*/ 4463413 w 7467600"/>
              <a:gd name="connsiteY104" fmla="*/ 5615162 h 6858000"/>
              <a:gd name="connsiteX105" fmla="*/ 4358134 w 7467600"/>
              <a:gd name="connsiteY105" fmla="*/ 5742791 h 6858000"/>
              <a:gd name="connsiteX106" fmla="*/ 4376219 w 7467600"/>
              <a:gd name="connsiteY106" fmla="*/ 5729027 h 6858000"/>
              <a:gd name="connsiteX107" fmla="*/ 4582340 w 7467600"/>
              <a:gd name="connsiteY107" fmla="*/ 5561037 h 6858000"/>
              <a:gd name="connsiteX108" fmla="*/ 4694684 w 7467600"/>
              <a:gd name="connsiteY108" fmla="*/ 5447098 h 6858000"/>
              <a:gd name="connsiteX109" fmla="*/ 4754123 w 7467600"/>
              <a:gd name="connsiteY109" fmla="*/ 5384643 h 6858000"/>
              <a:gd name="connsiteX110" fmla="*/ 4978032 w 7467600"/>
              <a:gd name="connsiteY110" fmla="*/ 5183809 h 6858000"/>
              <a:gd name="connsiteX111" fmla="*/ 1903353 w 7467600"/>
              <a:gd name="connsiteY111" fmla="*/ 5044827 h 6858000"/>
              <a:gd name="connsiteX112" fmla="*/ 1936931 w 7467600"/>
              <a:gd name="connsiteY112" fmla="*/ 5093954 h 6858000"/>
              <a:gd name="connsiteX113" fmla="*/ 2195868 w 7467600"/>
              <a:gd name="connsiteY113" fmla="*/ 5396574 h 6858000"/>
              <a:gd name="connsiteX114" fmla="*/ 2088852 w 7467600"/>
              <a:gd name="connsiteY114" fmla="*/ 5166123 h 6858000"/>
              <a:gd name="connsiteX115" fmla="*/ 1958241 w 7467600"/>
              <a:gd name="connsiteY115" fmla="*/ 5067955 h 6858000"/>
              <a:gd name="connsiteX116" fmla="*/ 1903353 w 7467600"/>
              <a:gd name="connsiteY116" fmla="*/ 5044827 h 6858000"/>
              <a:gd name="connsiteX117" fmla="*/ 1979378 w 7467600"/>
              <a:gd name="connsiteY117" fmla="*/ 4769504 h 6858000"/>
              <a:gd name="connsiteX118" fmla="*/ 2882120 w 7467600"/>
              <a:gd name="connsiteY118" fmla="*/ 5064547 h 6858000"/>
              <a:gd name="connsiteX119" fmla="*/ 2793103 w 7467600"/>
              <a:gd name="connsiteY119" fmla="*/ 5039699 h 6858000"/>
              <a:gd name="connsiteX120" fmla="*/ 2770041 w 7467600"/>
              <a:gd name="connsiteY120" fmla="*/ 5033634 h 6858000"/>
              <a:gd name="connsiteX121" fmla="*/ 1979378 w 7467600"/>
              <a:gd name="connsiteY121" fmla="*/ 4769504 h 6858000"/>
              <a:gd name="connsiteX122" fmla="*/ 1927410 w 7467600"/>
              <a:gd name="connsiteY122" fmla="*/ 4716164 h 6858000"/>
              <a:gd name="connsiteX123" fmla="*/ 1959587 w 7467600"/>
              <a:gd name="connsiteY123" fmla="*/ 4728849 h 6858000"/>
              <a:gd name="connsiteX124" fmla="*/ 2777707 w 7467600"/>
              <a:gd name="connsiteY124" fmla="*/ 5003991 h 6858000"/>
              <a:gd name="connsiteX125" fmla="*/ 2800768 w 7467600"/>
              <a:gd name="connsiteY125" fmla="*/ 5010056 h 6858000"/>
              <a:gd name="connsiteX126" fmla="*/ 2879408 w 7467600"/>
              <a:gd name="connsiteY126" fmla="*/ 5031590 h 6858000"/>
              <a:gd name="connsiteX127" fmla="*/ 2862295 w 7467600"/>
              <a:gd name="connsiteY127" fmla="*/ 5022958 h 6858000"/>
              <a:gd name="connsiteX128" fmla="*/ 2813343 w 7467600"/>
              <a:gd name="connsiteY128" fmla="*/ 4998369 h 6858000"/>
              <a:gd name="connsiteX129" fmla="*/ 2646245 w 7467600"/>
              <a:gd name="connsiteY129" fmla="*/ 4930999 h 6858000"/>
              <a:gd name="connsiteX130" fmla="*/ 1999243 w 7467600"/>
              <a:gd name="connsiteY130" fmla="*/ 4730524 h 6858000"/>
              <a:gd name="connsiteX131" fmla="*/ 1979527 w 7467600"/>
              <a:gd name="connsiteY131" fmla="*/ 4726651 h 6858000"/>
              <a:gd name="connsiteX132" fmla="*/ 1927410 w 7467600"/>
              <a:gd name="connsiteY132" fmla="*/ 4716164 h 6858000"/>
              <a:gd name="connsiteX133" fmla="*/ 1997014 w 7467600"/>
              <a:gd name="connsiteY133" fmla="*/ 4698007 h 6858000"/>
              <a:gd name="connsiteX134" fmla="*/ 2005458 w 7467600"/>
              <a:gd name="connsiteY134" fmla="*/ 4699540 h 6858000"/>
              <a:gd name="connsiteX135" fmla="*/ 2657186 w 7467600"/>
              <a:gd name="connsiteY135" fmla="*/ 4901687 h 6858000"/>
              <a:gd name="connsiteX136" fmla="*/ 2826662 w 7467600"/>
              <a:gd name="connsiteY136" fmla="*/ 4970362 h 6858000"/>
              <a:gd name="connsiteX137" fmla="*/ 2876100 w 7467600"/>
              <a:gd name="connsiteY137" fmla="*/ 4995397 h 6858000"/>
              <a:gd name="connsiteX138" fmla="*/ 3042600 w 7467600"/>
              <a:gd name="connsiteY138" fmla="*/ 5059532 h 6858000"/>
              <a:gd name="connsiteX139" fmla="*/ 1997014 w 7467600"/>
              <a:gd name="connsiteY139" fmla="*/ 4698007 h 6858000"/>
              <a:gd name="connsiteX140" fmla="*/ 2305292 w 7467600"/>
              <a:gd name="connsiteY140" fmla="*/ 4219492 h 6858000"/>
              <a:gd name="connsiteX141" fmla="*/ 3360922 w 7467600"/>
              <a:gd name="connsiteY141" fmla="*/ 4529373 h 6858000"/>
              <a:gd name="connsiteX142" fmla="*/ 3492420 w 7467600"/>
              <a:gd name="connsiteY142" fmla="*/ 4510145 h 6858000"/>
              <a:gd name="connsiteX143" fmla="*/ 3364086 w 7467600"/>
              <a:gd name="connsiteY143" fmla="*/ 4480340 h 6858000"/>
              <a:gd name="connsiteX144" fmla="*/ 3225818 w 7467600"/>
              <a:gd name="connsiteY144" fmla="*/ 4411822 h 6858000"/>
              <a:gd name="connsiteX145" fmla="*/ 3129696 w 7467600"/>
              <a:gd name="connsiteY145" fmla="*/ 4360704 h 6858000"/>
              <a:gd name="connsiteX146" fmla="*/ 2814545 w 7467600"/>
              <a:gd name="connsiteY146" fmla="*/ 4282955 h 6858000"/>
              <a:gd name="connsiteX147" fmla="*/ 2305292 w 7467600"/>
              <a:gd name="connsiteY147" fmla="*/ 4219492 h 6858000"/>
              <a:gd name="connsiteX148" fmla="*/ 2626982 w 7467600"/>
              <a:gd name="connsiteY148" fmla="*/ 4206450 h 6858000"/>
              <a:gd name="connsiteX149" fmla="*/ 2490617 w 7467600"/>
              <a:gd name="connsiteY149" fmla="*/ 4206951 h 6858000"/>
              <a:gd name="connsiteX150" fmla="*/ 2819869 w 7467600"/>
              <a:gd name="connsiteY150" fmla="*/ 4252936 h 6858000"/>
              <a:gd name="connsiteX151" fmla="*/ 3143018 w 7467600"/>
              <a:gd name="connsiteY151" fmla="*/ 4332698 h 6858000"/>
              <a:gd name="connsiteX152" fmla="*/ 3241520 w 7467600"/>
              <a:gd name="connsiteY152" fmla="*/ 4385112 h 6858000"/>
              <a:gd name="connsiteX153" fmla="*/ 3374575 w 7467600"/>
              <a:gd name="connsiteY153" fmla="*/ 4451517 h 6858000"/>
              <a:gd name="connsiteX154" fmla="*/ 3505221 w 7467600"/>
              <a:gd name="connsiteY154" fmla="*/ 4480757 h 6858000"/>
              <a:gd name="connsiteX155" fmla="*/ 2626982 w 7467600"/>
              <a:gd name="connsiteY155" fmla="*/ 4206450 h 6858000"/>
              <a:gd name="connsiteX156" fmla="*/ 1310106 w 7467600"/>
              <a:gd name="connsiteY156" fmla="*/ 3943217 h 6858000"/>
              <a:gd name="connsiteX157" fmla="*/ 854994 w 7467600"/>
              <a:gd name="connsiteY157" fmla="*/ 4399136 h 6858000"/>
              <a:gd name="connsiteX158" fmla="*/ 742462 w 7467600"/>
              <a:gd name="connsiteY158" fmla="*/ 4594648 h 6858000"/>
              <a:gd name="connsiteX159" fmla="*/ 820602 w 7467600"/>
              <a:gd name="connsiteY159" fmla="*/ 4485915 h 6858000"/>
              <a:gd name="connsiteX160" fmla="*/ 878295 w 7467600"/>
              <a:gd name="connsiteY160" fmla="*/ 4403594 h 6858000"/>
              <a:gd name="connsiteX161" fmla="*/ 1240607 w 7467600"/>
              <a:gd name="connsiteY161" fmla="*/ 4010401 h 6858000"/>
              <a:gd name="connsiteX162" fmla="*/ 1310106 w 7467600"/>
              <a:gd name="connsiteY162" fmla="*/ 3943217 h 6858000"/>
              <a:gd name="connsiteX163" fmla="*/ 1423113 w 7467600"/>
              <a:gd name="connsiteY163" fmla="*/ 3874565 h 6858000"/>
              <a:gd name="connsiteX164" fmla="*/ 1260565 w 7467600"/>
              <a:gd name="connsiteY164" fmla="*/ 4031982 h 6858000"/>
              <a:gd name="connsiteX165" fmla="*/ 901900 w 7467600"/>
              <a:gd name="connsiteY165" fmla="*/ 4421236 h 6858000"/>
              <a:gd name="connsiteX166" fmla="*/ 845044 w 7467600"/>
              <a:gd name="connsiteY166" fmla="*/ 4502436 h 6858000"/>
              <a:gd name="connsiteX167" fmla="*/ 685926 w 7467600"/>
              <a:gd name="connsiteY167" fmla="*/ 4703069 h 6858000"/>
              <a:gd name="connsiteX168" fmla="*/ 684248 w 7467600"/>
              <a:gd name="connsiteY168" fmla="*/ 4706721 h 6858000"/>
              <a:gd name="connsiteX169" fmla="*/ 1423113 w 7467600"/>
              <a:gd name="connsiteY169" fmla="*/ 3874565 h 6858000"/>
              <a:gd name="connsiteX170" fmla="*/ 3316479 w 7467600"/>
              <a:gd name="connsiteY170" fmla="*/ 3872136 h 6858000"/>
              <a:gd name="connsiteX171" fmla="*/ 3546806 w 7467600"/>
              <a:gd name="connsiteY171" fmla="*/ 4356139 h 6858000"/>
              <a:gd name="connsiteX172" fmla="*/ 3364433 w 7467600"/>
              <a:gd name="connsiteY172" fmla="*/ 3953121 h 6858000"/>
              <a:gd name="connsiteX173" fmla="*/ 3316479 w 7467600"/>
              <a:gd name="connsiteY173" fmla="*/ 3872136 h 6858000"/>
              <a:gd name="connsiteX174" fmla="*/ 3291335 w 7467600"/>
              <a:gd name="connsiteY174" fmla="*/ 3767420 h 6858000"/>
              <a:gd name="connsiteX175" fmla="*/ 3390805 w 7467600"/>
              <a:gd name="connsiteY175" fmla="*/ 3937163 h 6858000"/>
              <a:gd name="connsiteX176" fmla="*/ 3579062 w 7467600"/>
              <a:gd name="connsiteY176" fmla="*/ 4359040 h 6858000"/>
              <a:gd name="connsiteX177" fmla="*/ 3467355 w 7467600"/>
              <a:gd name="connsiteY177" fmla="*/ 3988130 h 6858000"/>
              <a:gd name="connsiteX178" fmla="*/ 3310753 w 7467600"/>
              <a:gd name="connsiteY178" fmla="*/ 3787140 h 6858000"/>
              <a:gd name="connsiteX179" fmla="*/ 3291335 w 7467600"/>
              <a:gd name="connsiteY179" fmla="*/ 3767420 h 6858000"/>
              <a:gd name="connsiteX180" fmla="*/ 1635889 w 7467600"/>
              <a:gd name="connsiteY180" fmla="*/ 3709494 h 6858000"/>
              <a:gd name="connsiteX181" fmla="*/ 1634800 w 7467600"/>
              <a:gd name="connsiteY181" fmla="*/ 3731111 h 6858000"/>
              <a:gd name="connsiteX182" fmla="*/ 1635889 w 7467600"/>
              <a:gd name="connsiteY182" fmla="*/ 3709494 h 6858000"/>
              <a:gd name="connsiteX183" fmla="*/ 1510397 w 7467600"/>
              <a:gd name="connsiteY183" fmla="*/ 3684705 h 6858000"/>
              <a:gd name="connsiteX184" fmla="*/ 1146550 w 7467600"/>
              <a:gd name="connsiteY184" fmla="*/ 3802012 h 6858000"/>
              <a:gd name="connsiteX185" fmla="*/ 698834 w 7467600"/>
              <a:gd name="connsiteY185" fmla="*/ 3952272 h 6858000"/>
              <a:gd name="connsiteX186" fmla="*/ 34256 w 7467600"/>
              <a:gd name="connsiteY186" fmla="*/ 4347603 h 6858000"/>
              <a:gd name="connsiteX187" fmla="*/ 527241 w 7467600"/>
              <a:gd name="connsiteY187" fmla="*/ 4065078 h 6858000"/>
              <a:gd name="connsiteX188" fmla="*/ 1510397 w 7467600"/>
              <a:gd name="connsiteY188" fmla="*/ 3684705 h 6858000"/>
              <a:gd name="connsiteX189" fmla="*/ 1313114 w 7467600"/>
              <a:gd name="connsiteY189" fmla="*/ 3655216 h 6858000"/>
              <a:gd name="connsiteX190" fmla="*/ 1109304 w 7467600"/>
              <a:gd name="connsiteY190" fmla="*/ 3669030 h 6858000"/>
              <a:gd name="connsiteX191" fmla="*/ 8129 w 7467600"/>
              <a:gd name="connsiteY191" fmla="*/ 4330519 h 6858000"/>
              <a:gd name="connsiteX192" fmla="*/ 687572 w 7467600"/>
              <a:gd name="connsiteY192" fmla="*/ 3925629 h 6858000"/>
              <a:gd name="connsiteX193" fmla="*/ 1138365 w 7467600"/>
              <a:gd name="connsiteY193" fmla="*/ 3774515 h 6858000"/>
              <a:gd name="connsiteX194" fmla="*/ 1505579 w 7467600"/>
              <a:gd name="connsiteY194" fmla="*/ 3655526 h 6858000"/>
              <a:gd name="connsiteX195" fmla="*/ 1313114 w 7467600"/>
              <a:gd name="connsiteY195" fmla="*/ 3655216 h 6858000"/>
              <a:gd name="connsiteX196" fmla="*/ 3655073 w 7467600"/>
              <a:gd name="connsiteY196" fmla="*/ 3650884 h 6858000"/>
              <a:gd name="connsiteX197" fmla="*/ 3989938 w 7467600"/>
              <a:gd name="connsiteY197" fmla="*/ 3991685 h 6858000"/>
              <a:gd name="connsiteX198" fmla="*/ 4393907 w 7467600"/>
              <a:gd name="connsiteY198" fmla="*/ 4261258 h 6858000"/>
              <a:gd name="connsiteX199" fmla="*/ 4648051 w 7467600"/>
              <a:gd name="connsiteY199" fmla="*/ 4374051 h 6858000"/>
              <a:gd name="connsiteX200" fmla="*/ 4383389 w 7467600"/>
              <a:gd name="connsiteY200" fmla="*/ 4184369 h 6858000"/>
              <a:gd name="connsiteX201" fmla="*/ 4165508 w 7467600"/>
              <a:gd name="connsiteY201" fmla="*/ 4035196 h 6858000"/>
              <a:gd name="connsiteX202" fmla="*/ 4068162 w 7467600"/>
              <a:gd name="connsiteY202" fmla="*/ 3953394 h 6858000"/>
              <a:gd name="connsiteX203" fmla="*/ 3981416 w 7467600"/>
              <a:gd name="connsiteY203" fmla="*/ 3880482 h 6858000"/>
              <a:gd name="connsiteX204" fmla="*/ 3800147 w 7467600"/>
              <a:gd name="connsiteY204" fmla="*/ 3749872 h 6858000"/>
              <a:gd name="connsiteX205" fmla="*/ 3655073 w 7467600"/>
              <a:gd name="connsiteY205" fmla="*/ 3650884 h 6858000"/>
              <a:gd name="connsiteX206" fmla="*/ 3670252 w 7467600"/>
              <a:gd name="connsiteY206" fmla="*/ 3622798 h 6858000"/>
              <a:gd name="connsiteX207" fmla="*/ 3817258 w 7467600"/>
              <a:gd name="connsiteY207" fmla="*/ 3723577 h 6858000"/>
              <a:gd name="connsiteX208" fmla="*/ 4000461 w 7467600"/>
              <a:gd name="connsiteY208" fmla="*/ 3855966 h 6858000"/>
              <a:gd name="connsiteX209" fmla="*/ 4088180 w 7467600"/>
              <a:gd name="connsiteY209" fmla="*/ 3929774 h 6858000"/>
              <a:gd name="connsiteX210" fmla="*/ 4184555 w 7467600"/>
              <a:gd name="connsiteY210" fmla="*/ 4010683 h 6858000"/>
              <a:gd name="connsiteX211" fmla="*/ 4399563 w 7467600"/>
              <a:gd name="connsiteY211" fmla="*/ 4158106 h 6858000"/>
              <a:gd name="connsiteX212" fmla="*/ 4684469 w 7467600"/>
              <a:gd name="connsiteY212" fmla="*/ 4364680 h 6858000"/>
              <a:gd name="connsiteX213" fmla="*/ 4690271 w 7467600"/>
              <a:gd name="connsiteY213" fmla="*/ 4370034 h 6858000"/>
              <a:gd name="connsiteX214" fmla="*/ 4136093 w 7467600"/>
              <a:gd name="connsiteY214" fmla="*/ 3858466 h 6858000"/>
              <a:gd name="connsiteX215" fmla="*/ 3670252 w 7467600"/>
              <a:gd name="connsiteY215" fmla="*/ 3622798 h 6858000"/>
              <a:gd name="connsiteX216" fmla="*/ 4440129 w 7467600"/>
              <a:gd name="connsiteY216" fmla="*/ 3448571 h 6858000"/>
              <a:gd name="connsiteX217" fmla="*/ 4856525 w 7467600"/>
              <a:gd name="connsiteY217" fmla="*/ 3915351 h 6858000"/>
              <a:gd name="connsiteX218" fmla="*/ 5059055 w 7467600"/>
              <a:gd name="connsiteY218" fmla="*/ 4108918 h 6858000"/>
              <a:gd name="connsiteX219" fmla="*/ 5290070 w 7467600"/>
              <a:gd name="connsiteY219" fmla="*/ 4263619 h 6858000"/>
              <a:gd name="connsiteX220" fmla="*/ 4834991 w 7467600"/>
              <a:gd name="connsiteY220" fmla="*/ 3830985 h 6858000"/>
              <a:gd name="connsiteX221" fmla="*/ 4440129 w 7467600"/>
              <a:gd name="connsiteY221" fmla="*/ 3448571 h 6858000"/>
              <a:gd name="connsiteX222" fmla="*/ 4441737 w 7467600"/>
              <a:gd name="connsiteY222" fmla="*/ 3399734 h 6858000"/>
              <a:gd name="connsiteX223" fmla="*/ 4431236 w 7467600"/>
              <a:gd name="connsiteY223" fmla="*/ 3400954 h 6858000"/>
              <a:gd name="connsiteX224" fmla="*/ 4557150 w 7467600"/>
              <a:gd name="connsiteY224" fmla="*/ 3510023 h 6858000"/>
              <a:gd name="connsiteX225" fmla="*/ 4856936 w 7467600"/>
              <a:gd name="connsiteY225" fmla="*/ 3809146 h 6858000"/>
              <a:gd name="connsiteX226" fmla="*/ 5111996 w 7467600"/>
              <a:gd name="connsiteY226" fmla="*/ 4065759 h 6858000"/>
              <a:gd name="connsiteX227" fmla="*/ 5388878 w 7467600"/>
              <a:gd name="connsiteY227" fmla="*/ 4300185 h 6858000"/>
              <a:gd name="connsiteX228" fmla="*/ 5425556 w 7467600"/>
              <a:gd name="connsiteY228" fmla="*/ 4308967 h 6858000"/>
              <a:gd name="connsiteX229" fmla="*/ 4943646 w 7467600"/>
              <a:gd name="connsiteY229" fmla="*/ 3822916 h 6858000"/>
              <a:gd name="connsiteX230" fmla="*/ 4594837 w 7467600"/>
              <a:gd name="connsiteY230" fmla="*/ 3532274 h 6858000"/>
              <a:gd name="connsiteX231" fmla="*/ 4441737 w 7467600"/>
              <a:gd name="connsiteY231" fmla="*/ 3399734 h 6858000"/>
              <a:gd name="connsiteX232" fmla="*/ 5425834 w 7467600"/>
              <a:gd name="connsiteY232" fmla="*/ 3162785 h 6858000"/>
              <a:gd name="connsiteX233" fmla="*/ 5401644 w 7467600"/>
              <a:gd name="connsiteY233" fmla="*/ 3617847 h 6858000"/>
              <a:gd name="connsiteX234" fmla="*/ 5467256 w 7467600"/>
              <a:gd name="connsiteY234" fmla="*/ 4175494 h 6858000"/>
              <a:gd name="connsiteX235" fmla="*/ 5448069 w 7467600"/>
              <a:gd name="connsiteY235" fmla="*/ 3567554 h 6858000"/>
              <a:gd name="connsiteX236" fmla="*/ 5425834 w 7467600"/>
              <a:gd name="connsiteY236" fmla="*/ 3162785 h 6858000"/>
              <a:gd name="connsiteX237" fmla="*/ 1318687 w 7467600"/>
              <a:gd name="connsiteY237" fmla="*/ 3113840 h 6858000"/>
              <a:gd name="connsiteX238" fmla="*/ 1066793 w 7467600"/>
              <a:gd name="connsiteY238" fmla="*/ 3212171 h 6858000"/>
              <a:gd name="connsiteX239" fmla="*/ 993319 w 7467600"/>
              <a:gd name="connsiteY239" fmla="*/ 3247648 h 6858000"/>
              <a:gd name="connsiteX240" fmla="*/ 853081 w 7467600"/>
              <a:gd name="connsiteY240" fmla="*/ 3312410 h 6858000"/>
              <a:gd name="connsiteX241" fmla="*/ 805957 w 7467600"/>
              <a:gd name="connsiteY241" fmla="*/ 3330443 h 6858000"/>
              <a:gd name="connsiteX242" fmla="*/ 1318687 w 7467600"/>
              <a:gd name="connsiteY242" fmla="*/ 3113840 h 6858000"/>
              <a:gd name="connsiteX243" fmla="*/ 5453702 w 7467600"/>
              <a:gd name="connsiteY243" fmla="*/ 3090882 h 6858000"/>
              <a:gd name="connsiteX244" fmla="*/ 5480135 w 7467600"/>
              <a:gd name="connsiteY244" fmla="*/ 3565802 h 6858000"/>
              <a:gd name="connsiteX245" fmla="*/ 5499023 w 7467600"/>
              <a:gd name="connsiteY245" fmla="*/ 4166310 h 6858000"/>
              <a:gd name="connsiteX246" fmla="*/ 5547022 w 7467600"/>
              <a:gd name="connsiteY246" fmla="*/ 3607838 h 6858000"/>
              <a:gd name="connsiteX247" fmla="*/ 5515964 w 7467600"/>
              <a:gd name="connsiteY247" fmla="*/ 3378541 h 6858000"/>
              <a:gd name="connsiteX248" fmla="*/ 5453702 w 7467600"/>
              <a:gd name="connsiteY248" fmla="*/ 3090882 h 6858000"/>
              <a:gd name="connsiteX249" fmla="*/ 1238695 w 7467600"/>
              <a:gd name="connsiteY249" fmla="*/ 3076820 h 6858000"/>
              <a:gd name="connsiteX250" fmla="*/ 716371 w 7467600"/>
              <a:gd name="connsiteY250" fmla="*/ 3293249 h 6858000"/>
              <a:gd name="connsiteX251" fmla="*/ 579522 w 7467600"/>
              <a:gd name="connsiteY251" fmla="*/ 3371759 h 6858000"/>
              <a:gd name="connsiteX252" fmla="*/ 600288 w 7467600"/>
              <a:gd name="connsiteY252" fmla="*/ 3365555 h 6858000"/>
              <a:gd name="connsiteX253" fmla="*/ 840692 w 7467600"/>
              <a:gd name="connsiteY253" fmla="*/ 3284921 h 6858000"/>
              <a:gd name="connsiteX254" fmla="*/ 979248 w 7467600"/>
              <a:gd name="connsiteY254" fmla="*/ 3221003 h 6858000"/>
              <a:gd name="connsiteX255" fmla="*/ 1053282 w 7467600"/>
              <a:gd name="connsiteY255" fmla="*/ 3185247 h 6858000"/>
              <a:gd name="connsiteX256" fmla="*/ 1320603 w 7467600"/>
              <a:gd name="connsiteY256" fmla="*/ 3081281 h 6858000"/>
              <a:gd name="connsiteX257" fmla="*/ 1238695 w 7467600"/>
              <a:gd name="connsiteY257" fmla="*/ 3076820 h 6858000"/>
              <a:gd name="connsiteX258" fmla="*/ 5425627 w 7467600"/>
              <a:gd name="connsiteY258" fmla="*/ 2954192 h 6858000"/>
              <a:gd name="connsiteX259" fmla="*/ 5470770 w 7467600"/>
              <a:gd name="connsiteY259" fmla="*/ 3005435 h 6858000"/>
              <a:gd name="connsiteX260" fmla="*/ 5519779 w 7467600"/>
              <a:gd name="connsiteY260" fmla="*/ 4359223 h 6858000"/>
              <a:gd name="connsiteX261" fmla="*/ 5520293 w 7467600"/>
              <a:gd name="connsiteY261" fmla="*/ 4360602 h 6858000"/>
              <a:gd name="connsiteX262" fmla="*/ 5767221 w 7467600"/>
              <a:gd name="connsiteY262" fmla="*/ 4665564 h 6858000"/>
              <a:gd name="connsiteX263" fmla="*/ 6937169 w 7467600"/>
              <a:gd name="connsiteY263" fmla="*/ 4815941 h 6858000"/>
              <a:gd name="connsiteX264" fmla="*/ 6953922 w 7467600"/>
              <a:gd name="connsiteY264" fmla="*/ 4890068 h 6858000"/>
              <a:gd name="connsiteX265" fmla="*/ 6071359 w 7467600"/>
              <a:gd name="connsiteY265" fmla="*/ 4770770 h 6858000"/>
              <a:gd name="connsiteX266" fmla="*/ 6038839 w 7467600"/>
              <a:gd name="connsiteY266" fmla="*/ 4764474 h 6858000"/>
              <a:gd name="connsiteX267" fmla="*/ 6038706 w 7467600"/>
              <a:gd name="connsiteY267" fmla="*/ 4763847 h 6858000"/>
              <a:gd name="connsiteX268" fmla="*/ 6037784 w 7467600"/>
              <a:gd name="connsiteY268" fmla="*/ 4764270 h 6858000"/>
              <a:gd name="connsiteX269" fmla="*/ 6038839 w 7467600"/>
              <a:gd name="connsiteY269" fmla="*/ 4764474 h 6858000"/>
              <a:gd name="connsiteX270" fmla="*/ 6040338 w 7467600"/>
              <a:gd name="connsiteY270" fmla="*/ 4771418 h 6858000"/>
              <a:gd name="connsiteX271" fmla="*/ 6024488 w 7467600"/>
              <a:gd name="connsiteY271" fmla="*/ 4809903 h 6858000"/>
              <a:gd name="connsiteX272" fmla="*/ 5599771 w 7467600"/>
              <a:gd name="connsiteY272" fmla="*/ 5509652 h 6858000"/>
              <a:gd name="connsiteX273" fmla="*/ 5548843 w 7467600"/>
              <a:gd name="connsiteY273" fmla="*/ 5563845 h 6858000"/>
              <a:gd name="connsiteX274" fmla="*/ 5940952 w 7467600"/>
              <a:gd name="connsiteY274" fmla="*/ 6250028 h 6858000"/>
              <a:gd name="connsiteX275" fmla="*/ 6043441 w 7467600"/>
              <a:gd name="connsiteY275" fmla="*/ 6665847 h 6858000"/>
              <a:gd name="connsiteX276" fmla="*/ 6093432 w 7467600"/>
              <a:gd name="connsiteY276" fmla="*/ 6858000 h 6858000"/>
              <a:gd name="connsiteX277" fmla="*/ 6034344 w 7467600"/>
              <a:gd name="connsiteY277" fmla="*/ 6858000 h 6858000"/>
              <a:gd name="connsiteX278" fmla="*/ 6026679 w 7467600"/>
              <a:gd name="connsiteY278" fmla="*/ 6836959 h 6858000"/>
              <a:gd name="connsiteX279" fmla="*/ 5800441 w 7467600"/>
              <a:gd name="connsiteY279" fmla="*/ 6335286 h 6858000"/>
              <a:gd name="connsiteX280" fmla="*/ 5526562 w 7467600"/>
              <a:gd name="connsiteY280" fmla="*/ 5705388 h 6858000"/>
              <a:gd name="connsiteX281" fmla="*/ 5519640 w 7467600"/>
              <a:gd name="connsiteY281" fmla="*/ 5683774 h 6858000"/>
              <a:gd name="connsiteX282" fmla="*/ 5844559 w 7467600"/>
              <a:gd name="connsiteY282" fmla="*/ 6553349 h 6858000"/>
              <a:gd name="connsiteX283" fmla="*/ 5975994 w 7467600"/>
              <a:gd name="connsiteY283" fmla="*/ 6858000 h 6858000"/>
              <a:gd name="connsiteX284" fmla="*/ 5898547 w 7467600"/>
              <a:gd name="connsiteY284" fmla="*/ 6858000 h 6858000"/>
              <a:gd name="connsiteX285" fmla="*/ 5682041 w 7467600"/>
              <a:gd name="connsiteY285" fmla="*/ 6355860 h 6858000"/>
              <a:gd name="connsiteX286" fmla="*/ 5461758 w 7467600"/>
              <a:gd name="connsiteY286" fmla="*/ 5820220 h 6858000"/>
              <a:gd name="connsiteX287" fmla="*/ 5237282 w 7467600"/>
              <a:gd name="connsiteY287" fmla="*/ 6579086 h 6858000"/>
              <a:gd name="connsiteX288" fmla="*/ 5115009 w 7467600"/>
              <a:gd name="connsiteY288" fmla="*/ 6858000 h 6858000"/>
              <a:gd name="connsiteX289" fmla="*/ 5028074 w 7467600"/>
              <a:gd name="connsiteY289" fmla="*/ 6858000 h 6858000"/>
              <a:gd name="connsiteX290" fmla="*/ 5079508 w 7467600"/>
              <a:gd name="connsiteY290" fmla="*/ 6749074 h 6858000"/>
              <a:gd name="connsiteX291" fmla="*/ 5371846 w 7467600"/>
              <a:gd name="connsiteY291" fmla="*/ 5924413 h 6858000"/>
              <a:gd name="connsiteX292" fmla="*/ 5270512 w 7467600"/>
              <a:gd name="connsiteY292" fmla="*/ 6138975 h 6858000"/>
              <a:gd name="connsiteX293" fmla="*/ 5062409 w 7467600"/>
              <a:gd name="connsiteY293" fmla="*/ 6653544 h 6858000"/>
              <a:gd name="connsiteX294" fmla="*/ 5036628 w 7467600"/>
              <a:gd name="connsiteY294" fmla="*/ 6754247 h 6858000"/>
              <a:gd name="connsiteX295" fmla="*/ 5009112 w 7467600"/>
              <a:gd name="connsiteY295" fmla="*/ 6858000 h 6858000"/>
              <a:gd name="connsiteX296" fmla="*/ 4976679 w 7467600"/>
              <a:gd name="connsiteY296" fmla="*/ 6858000 h 6858000"/>
              <a:gd name="connsiteX297" fmla="*/ 5006537 w 7467600"/>
              <a:gd name="connsiteY297" fmla="*/ 6747068 h 6858000"/>
              <a:gd name="connsiteX298" fmla="*/ 5032723 w 7467600"/>
              <a:gd name="connsiteY298" fmla="*/ 6644957 h 6858000"/>
              <a:gd name="connsiteX299" fmla="*/ 5242949 w 7467600"/>
              <a:gd name="connsiteY299" fmla="*/ 6125175 h 6858000"/>
              <a:gd name="connsiteX300" fmla="*/ 5286321 w 7467600"/>
              <a:gd name="connsiteY300" fmla="*/ 6033555 h 6858000"/>
              <a:gd name="connsiteX301" fmla="*/ 5008210 w 7467600"/>
              <a:gd name="connsiteY301" fmla="*/ 6649194 h 6858000"/>
              <a:gd name="connsiteX302" fmla="*/ 4986321 w 7467600"/>
              <a:gd name="connsiteY302" fmla="*/ 6765687 h 6858000"/>
              <a:gd name="connsiteX303" fmla="*/ 4973474 w 7467600"/>
              <a:gd name="connsiteY303" fmla="*/ 6858000 h 6858000"/>
              <a:gd name="connsiteX304" fmla="*/ 4907178 w 7467600"/>
              <a:gd name="connsiteY304" fmla="*/ 6858000 h 6858000"/>
              <a:gd name="connsiteX305" fmla="*/ 4910810 w 7467600"/>
              <a:gd name="connsiteY305" fmla="*/ 6829660 h 6858000"/>
              <a:gd name="connsiteX306" fmla="*/ 4987461 w 7467600"/>
              <a:gd name="connsiteY306" fmla="*/ 6432994 h 6858000"/>
              <a:gd name="connsiteX307" fmla="*/ 5179262 w 7467600"/>
              <a:gd name="connsiteY307" fmla="*/ 6035044 h 6858000"/>
              <a:gd name="connsiteX308" fmla="*/ 4689678 w 7467600"/>
              <a:gd name="connsiteY308" fmla="*/ 6440241 h 6858000"/>
              <a:gd name="connsiteX309" fmla="*/ 4477543 w 7467600"/>
              <a:gd name="connsiteY309" fmla="*/ 6674836 h 6858000"/>
              <a:gd name="connsiteX310" fmla="*/ 4329957 w 7467600"/>
              <a:gd name="connsiteY310" fmla="*/ 6858000 h 6858000"/>
              <a:gd name="connsiteX311" fmla="*/ 4218595 w 7467600"/>
              <a:gd name="connsiteY311" fmla="*/ 6858000 h 6858000"/>
              <a:gd name="connsiteX312" fmla="*/ 4368888 w 7467600"/>
              <a:gd name="connsiteY312" fmla="*/ 6668412 h 6858000"/>
              <a:gd name="connsiteX313" fmla="*/ 4563091 w 7467600"/>
              <a:gd name="connsiteY313" fmla="*/ 6442508 h 6858000"/>
              <a:gd name="connsiteX314" fmla="*/ 5387324 w 7467600"/>
              <a:gd name="connsiteY314" fmla="*/ 5705830 h 6858000"/>
              <a:gd name="connsiteX315" fmla="*/ 5073620 w 7467600"/>
              <a:gd name="connsiteY315" fmla="*/ 5955437 h 6858000"/>
              <a:gd name="connsiteX316" fmla="*/ 4689789 w 7467600"/>
              <a:gd name="connsiteY316" fmla="*/ 6268382 h 6858000"/>
              <a:gd name="connsiteX317" fmla="*/ 4418722 w 7467600"/>
              <a:gd name="connsiteY317" fmla="*/ 6570886 h 6858000"/>
              <a:gd name="connsiteX318" fmla="*/ 4214944 w 7467600"/>
              <a:gd name="connsiteY318" fmla="*/ 6858000 h 6858000"/>
              <a:gd name="connsiteX319" fmla="*/ 4177898 w 7467600"/>
              <a:gd name="connsiteY319" fmla="*/ 6858000 h 6858000"/>
              <a:gd name="connsiteX320" fmla="*/ 4391597 w 7467600"/>
              <a:gd name="connsiteY320" fmla="*/ 6556370 h 6858000"/>
              <a:gd name="connsiteX321" fmla="*/ 4668889 w 7467600"/>
              <a:gd name="connsiteY321" fmla="*/ 6246399 h 6858000"/>
              <a:gd name="connsiteX322" fmla="*/ 5055427 w 7467600"/>
              <a:gd name="connsiteY322" fmla="*/ 5931476 h 6858000"/>
              <a:gd name="connsiteX323" fmla="*/ 5371814 w 7467600"/>
              <a:gd name="connsiteY323" fmla="*/ 5678975 h 6858000"/>
              <a:gd name="connsiteX324" fmla="*/ 4987918 w 7467600"/>
              <a:gd name="connsiteY324" fmla="*/ 5838701 h 6858000"/>
              <a:gd name="connsiteX325" fmla="*/ 4317146 w 7467600"/>
              <a:gd name="connsiteY325" fmla="*/ 6587716 h 6858000"/>
              <a:gd name="connsiteX326" fmla="*/ 4171627 w 7467600"/>
              <a:gd name="connsiteY326" fmla="*/ 6858000 h 6858000"/>
              <a:gd name="connsiteX327" fmla="*/ 4081585 w 7467600"/>
              <a:gd name="connsiteY327" fmla="*/ 6858000 h 6858000"/>
              <a:gd name="connsiteX328" fmla="*/ 4238603 w 7467600"/>
              <a:gd name="connsiteY328" fmla="*/ 6559341 h 6858000"/>
              <a:gd name="connsiteX329" fmla="*/ 4778333 w 7467600"/>
              <a:gd name="connsiteY329" fmla="*/ 5873626 h 6858000"/>
              <a:gd name="connsiteX330" fmla="*/ 5414185 w 7467600"/>
              <a:gd name="connsiteY330" fmla="*/ 5573882 h 6858000"/>
              <a:gd name="connsiteX331" fmla="*/ 5959648 w 7467600"/>
              <a:gd name="connsiteY331" fmla="*/ 4760797 h 6858000"/>
              <a:gd name="connsiteX332" fmla="*/ 5355019 w 7467600"/>
              <a:gd name="connsiteY332" fmla="*/ 4734672 h 6858000"/>
              <a:gd name="connsiteX333" fmla="*/ 5083565 w 7467600"/>
              <a:gd name="connsiteY333" fmla="*/ 5179121 h 6858000"/>
              <a:gd name="connsiteX334" fmla="*/ 4713577 w 7467600"/>
              <a:gd name="connsiteY334" fmla="*/ 5616803 h 6858000"/>
              <a:gd name="connsiteX335" fmla="*/ 3989559 w 7467600"/>
              <a:gd name="connsiteY335" fmla="*/ 6145945 h 6858000"/>
              <a:gd name="connsiteX336" fmla="*/ 3939824 w 7467600"/>
              <a:gd name="connsiteY336" fmla="*/ 6066900 h 6858000"/>
              <a:gd name="connsiteX337" fmla="*/ 4584537 w 7467600"/>
              <a:gd name="connsiteY337" fmla="*/ 5324826 h 6858000"/>
              <a:gd name="connsiteX338" fmla="*/ 5037105 w 7467600"/>
              <a:gd name="connsiteY338" fmla="*/ 5088765 h 6858000"/>
              <a:gd name="connsiteX339" fmla="*/ 5039930 w 7467600"/>
              <a:gd name="connsiteY339" fmla="*/ 5089585 h 6858000"/>
              <a:gd name="connsiteX340" fmla="*/ 5263764 w 7467600"/>
              <a:gd name="connsiteY340" fmla="*/ 4735525 h 6858000"/>
              <a:gd name="connsiteX341" fmla="*/ 4086300 w 7467600"/>
              <a:gd name="connsiteY341" fmla="*/ 4884599 h 6858000"/>
              <a:gd name="connsiteX342" fmla="*/ 4085485 w 7467600"/>
              <a:gd name="connsiteY342" fmla="*/ 4899070 h 6858000"/>
              <a:gd name="connsiteX343" fmla="*/ 3871915 w 7467600"/>
              <a:gd name="connsiteY343" fmla="*/ 5253645 h 6858000"/>
              <a:gd name="connsiteX344" fmla="*/ 3799374 w 7467600"/>
              <a:gd name="connsiteY344" fmla="*/ 5466127 h 6858000"/>
              <a:gd name="connsiteX345" fmla="*/ 3498850 w 7467600"/>
              <a:gd name="connsiteY345" fmla="*/ 6661888 h 6858000"/>
              <a:gd name="connsiteX346" fmla="*/ 3399216 w 7467600"/>
              <a:gd name="connsiteY346" fmla="*/ 6858000 h 6858000"/>
              <a:gd name="connsiteX347" fmla="*/ 3303688 w 7467600"/>
              <a:gd name="connsiteY347" fmla="*/ 6858000 h 6858000"/>
              <a:gd name="connsiteX348" fmla="*/ 3391774 w 7467600"/>
              <a:gd name="connsiteY348" fmla="*/ 6697181 h 6858000"/>
              <a:gd name="connsiteX349" fmla="*/ 3735540 w 7467600"/>
              <a:gd name="connsiteY349" fmla="*/ 5546923 h 6858000"/>
              <a:gd name="connsiteX350" fmla="*/ 3729438 w 7467600"/>
              <a:gd name="connsiteY350" fmla="*/ 5569058 h 6858000"/>
              <a:gd name="connsiteX351" fmla="*/ 3707782 w 7467600"/>
              <a:gd name="connsiteY351" fmla="*/ 5644908 h 6858000"/>
              <a:gd name="connsiteX352" fmla="*/ 3583827 w 7467600"/>
              <a:gd name="connsiteY352" fmla="*/ 6039215 h 6858000"/>
              <a:gd name="connsiteX353" fmla="*/ 3547861 w 7467600"/>
              <a:gd name="connsiteY353" fmla="*/ 6129609 h 6858000"/>
              <a:gd name="connsiteX354" fmla="*/ 3490905 w 7467600"/>
              <a:gd name="connsiteY354" fmla="*/ 6277660 h 6858000"/>
              <a:gd name="connsiteX355" fmla="*/ 3455859 w 7467600"/>
              <a:gd name="connsiteY355" fmla="*/ 6391301 h 6858000"/>
              <a:gd name="connsiteX356" fmla="*/ 3429112 w 7467600"/>
              <a:gd name="connsiteY356" fmla="*/ 6479469 h 6858000"/>
              <a:gd name="connsiteX357" fmla="*/ 3304862 w 7467600"/>
              <a:gd name="connsiteY357" fmla="*/ 6796476 h 6858000"/>
              <a:gd name="connsiteX358" fmla="*/ 3276071 w 7467600"/>
              <a:gd name="connsiteY358" fmla="*/ 6858000 h 6858000"/>
              <a:gd name="connsiteX359" fmla="*/ 3240805 w 7467600"/>
              <a:gd name="connsiteY359" fmla="*/ 6858000 h 6858000"/>
              <a:gd name="connsiteX360" fmla="*/ 3275917 w 7467600"/>
              <a:gd name="connsiteY360" fmla="*/ 6783192 h 6858000"/>
              <a:gd name="connsiteX361" fmla="*/ 3399358 w 7467600"/>
              <a:gd name="connsiteY361" fmla="*/ 6469011 h 6858000"/>
              <a:gd name="connsiteX362" fmla="*/ 3425650 w 7467600"/>
              <a:gd name="connsiteY362" fmla="*/ 6381333 h 6858000"/>
              <a:gd name="connsiteX363" fmla="*/ 3460661 w 7467600"/>
              <a:gd name="connsiteY363" fmla="*/ 6266763 h 6858000"/>
              <a:gd name="connsiteX364" fmla="*/ 3518021 w 7467600"/>
              <a:gd name="connsiteY364" fmla="*/ 6117298 h 6858000"/>
              <a:gd name="connsiteX365" fmla="*/ 3554035 w 7467600"/>
              <a:gd name="connsiteY365" fmla="*/ 6027832 h 6858000"/>
              <a:gd name="connsiteX366" fmla="*/ 3677174 w 7467600"/>
              <a:gd name="connsiteY366" fmla="*/ 5636351 h 6858000"/>
              <a:gd name="connsiteX367" fmla="*/ 3698819 w 7467600"/>
              <a:gd name="connsiteY367" fmla="*/ 5560503 h 6858000"/>
              <a:gd name="connsiteX368" fmla="*/ 3702094 w 7467600"/>
              <a:gd name="connsiteY368" fmla="*/ 5549194 h 6858000"/>
              <a:gd name="connsiteX369" fmla="*/ 3398355 w 7467600"/>
              <a:gd name="connsiteY369" fmla="*/ 6094603 h 6858000"/>
              <a:gd name="connsiteX370" fmla="*/ 3193941 w 7467600"/>
              <a:gd name="connsiteY370" fmla="*/ 6798775 h 6858000"/>
              <a:gd name="connsiteX371" fmla="*/ 3184140 w 7467600"/>
              <a:gd name="connsiteY371" fmla="*/ 6858000 h 6858000"/>
              <a:gd name="connsiteX372" fmla="*/ 3099978 w 7467600"/>
              <a:gd name="connsiteY372" fmla="*/ 6858000 h 6858000"/>
              <a:gd name="connsiteX373" fmla="*/ 3101556 w 7467600"/>
              <a:gd name="connsiteY373" fmla="*/ 6843337 h 6858000"/>
              <a:gd name="connsiteX374" fmla="*/ 3370162 w 7467600"/>
              <a:gd name="connsiteY374" fmla="*/ 5785550 h 6858000"/>
              <a:gd name="connsiteX375" fmla="*/ 3746477 w 7467600"/>
              <a:gd name="connsiteY375" fmla="*/ 5377889 h 6858000"/>
              <a:gd name="connsiteX376" fmla="*/ 3863399 w 7467600"/>
              <a:gd name="connsiteY376" fmla="*/ 5087257 h 6858000"/>
              <a:gd name="connsiteX377" fmla="*/ 3968712 w 7467600"/>
              <a:gd name="connsiteY377" fmla="*/ 4913989 h 6858000"/>
              <a:gd name="connsiteX378" fmla="*/ 2792390 w 7467600"/>
              <a:gd name="connsiteY378" fmla="*/ 5382974 h 6858000"/>
              <a:gd name="connsiteX379" fmla="*/ 2714982 w 7467600"/>
              <a:gd name="connsiteY379" fmla="*/ 5427051 h 6858000"/>
              <a:gd name="connsiteX380" fmla="*/ 2813361 w 7467600"/>
              <a:gd name="connsiteY380" fmla="*/ 6023912 h 6858000"/>
              <a:gd name="connsiteX381" fmla="*/ 2688430 w 7467600"/>
              <a:gd name="connsiteY381" fmla="*/ 6801564 h 6858000"/>
              <a:gd name="connsiteX382" fmla="*/ 2629626 w 7467600"/>
              <a:gd name="connsiteY382" fmla="*/ 6763394 h 6858000"/>
              <a:gd name="connsiteX383" fmla="*/ 2565328 w 7467600"/>
              <a:gd name="connsiteY383" fmla="*/ 5516399 h 6858000"/>
              <a:gd name="connsiteX384" fmla="*/ 1922999 w 7467600"/>
              <a:gd name="connsiteY384" fmla="*/ 5980343 h 6858000"/>
              <a:gd name="connsiteX385" fmla="*/ 1950261 w 7467600"/>
              <a:gd name="connsiteY385" fmla="*/ 6405858 h 6858000"/>
              <a:gd name="connsiteX386" fmla="*/ 2365554 w 7467600"/>
              <a:gd name="connsiteY386" fmla="*/ 6759107 h 6858000"/>
              <a:gd name="connsiteX387" fmla="*/ 2424142 w 7467600"/>
              <a:gd name="connsiteY387" fmla="*/ 6858000 h 6858000"/>
              <a:gd name="connsiteX388" fmla="*/ 2395994 w 7467600"/>
              <a:gd name="connsiteY388" fmla="*/ 6858000 h 6858000"/>
              <a:gd name="connsiteX389" fmla="*/ 2392863 w 7467600"/>
              <a:gd name="connsiteY389" fmla="*/ 6852964 h 6858000"/>
              <a:gd name="connsiteX390" fmla="*/ 2017589 w 7467600"/>
              <a:gd name="connsiteY390" fmla="*/ 6493982 h 6858000"/>
              <a:gd name="connsiteX391" fmla="*/ 2147336 w 7467600"/>
              <a:gd name="connsiteY391" fmla="*/ 6594052 h 6858000"/>
              <a:gd name="connsiteX392" fmla="*/ 2207047 w 7467600"/>
              <a:gd name="connsiteY392" fmla="*/ 6654540 h 6858000"/>
              <a:gd name="connsiteX393" fmla="*/ 2299106 w 7467600"/>
              <a:gd name="connsiteY393" fmla="*/ 6778931 h 6858000"/>
              <a:gd name="connsiteX394" fmla="*/ 2314430 w 7467600"/>
              <a:gd name="connsiteY394" fmla="*/ 6801144 h 6858000"/>
              <a:gd name="connsiteX395" fmla="*/ 2352406 w 7467600"/>
              <a:gd name="connsiteY395" fmla="*/ 6858000 h 6858000"/>
              <a:gd name="connsiteX396" fmla="*/ 2314492 w 7467600"/>
              <a:gd name="connsiteY396" fmla="*/ 6858000 h 6858000"/>
              <a:gd name="connsiteX397" fmla="*/ 2288095 w 7467600"/>
              <a:gd name="connsiteY397" fmla="*/ 6818030 h 6858000"/>
              <a:gd name="connsiteX398" fmla="*/ 2272768 w 7467600"/>
              <a:gd name="connsiteY398" fmla="*/ 6795822 h 6858000"/>
              <a:gd name="connsiteX399" fmla="*/ 2182715 w 7467600"/>
              <a:gd name="connsiteY399" fmla="*/ 6675071 h 6858000"/>
              <a:gd name="connsiteX400" fmla="*/ 2032061 w 7467600"/>
              <a:gd name="connsiteY400" fmla="*/ 6541380 h 6858000"/>
              <a:gd name="connsiteX401" fmla="*/ 2257220 w 7467600"/>
              <a:gd name="connsiteY401" fmla="*/ 6826257 h 6858000"/>
              <a:gd name="connsiteX402" fmla="*/ 2281324 w 7467600"/>
              <a:gd name="connsiteY402" fmla="*/ 6858000 h 6858000"/>
              <a:gd name="connsiteX403" fmla="*/ 2242860 w 7467600"/>
              <a:gd name="connsiteY403" fmla="*/ 6858000 h 6858000"/>
              <a:gd name="connsiteX404" fmla="*/ 2232818 w 7467600"/>
              <a:gd name="connsiteY404" fmla="*/ 6844926 h 6858000"/>
              <a:gd name="connsiteX405" fmla="*/ 1990172 w 7467600"/>
              <a:gd name="connsiteY405" fmla="*/ 6542121 h 6858000"/>
              <a:gd name="connsiteX406" fmla="*/ 2124090 w 7467600"/>
              <a:gd name="connsiteY406" fmla="*/ 6761017 h 6858000"/>
              <a:gd name="connsiteX407" fmla="*/ 2200380 w 7467600"/>
              <a:gd name="connsiteY407" fmla="*/ 6858000 h 6858000"/>
              <a:gd name="connsiteX408" fmla="*/ 2147507 w 7467600"/>
              <a:gd name="connsiteY408" fmla="*/ 6858000 h 6858000"/>
              <a:gd name="connsiteX409" fmla="*/ 2070668 w 7467600"/>
              <a:gd name="connsiteY409" fmla="*/ 6761520 h 6858000"/>
              <a:gd name="connsiteX410" fmla="*/ 1975142 w 7467600"/>
              <a:gd name="connsiteY410" fmla="*/ 6585570 h 6858000"/>
              <a:gd name="connsiteX411" fmla="*/ 2050035 w 7467600"/>
              <a:gd name="connsiteY411" fmla="*/ 6813345 h 6858000"/>
              <a:gd name="connsiteX412" fmla="*/ 2063025 w 7467600"/>
              <a:gd name="connsiteY412" fmla="*/ 6858000 h 6858000"/>
              <a:gd name="connsiteX413" fmla="*/ 2021675 w 7467600"/>
              <a:gd name="connsiteY413" fmla="*/ 6858000 h 6858000"/>
              <a:gd name="connsiteX414" fmla="*/ 2019308 w 7467600"/>
              <a:gd name="connsiteY414" fmla="*/ 6847118 h 6858000"/>
              <a:gd name="connsiteX415" fmla="*/ 1938835 w 7467600"/>
              <a:gd name="connsiteY415" fmla="*/ 6551160 h 6858000"/>
              <a:gd name="connsiteX416" fmla="*/ 1953230 w 7467600"/>
              <a:gd name="connsiteY416" fmla="*/ 6759699 h 6858000"/>
              <a:gd name="connsiteX417" fmla="*/ 1956763 w 7467600"/>
              <a:gd name="connsiteY417" fmla="*/ 6778191 h 6858000"/>
              <a:gd name="connsiteX418" fmla="*/ 1967925 w 7467600"/>
              <a:gd name="connsiteY418" fmla="*/ 6858000 h 6858000"/>
              <a:gd name="connsiteX419" fmla="*/ 1936622 w 7467600"/>
              <a:gd name="connsiteY419" fmla="*/ 6858000 h 6858000"/>
              <a:gd name="connsiteX420" fmla="*/ 1926261 w 7467600"/>
              <a:gd name="connsiteY420" fmla="*/ 6784064 h 6858000"/>
              <a:gd name="connsiteX421" fmla="*/ 1922724 w 7467600"/>
              <a:gd name="connsiteY421" fmla="*/ 6765577 h 6858000"/>
              <a:gd name="connsiteX422" fmla="*/ 1904650 w 7467600"/>
              <a:gd name="connsiteY422" fmla="*/ 6639616 h 6858000"/>
              <a:gd name="connsiteX423" fmla="*/ 1885273 w 7467600"/>
              <a:gd name="connsiteY423" fmla="*/ 6858000 h 6858000"/>
              <a:gd name="connsiteX424" fmla="*/ 1854363 w 7467600"/>
              <a:gd name="connsiteY424" fmla="*/ 6858000 h 6858000"/>
              <a:gd name="connsiteX425" fmla="*/ 1880391 w 7467600"/>
              <a:gd name="connsiteY425" fmla="*/ 6603796 h 6858000"/>
              <a:gd name="connsiteX426" fmla="*/ 1818273 w 7467600"/>
              <a:gd name="connsiteY426" fmla="*/ 6715729 h 6858000"/>
              <a:gd name="connsiteX427" fmla="*/ 1794691 w 7467600"/>
              <a:gd name="connsiteY427" fmla="*/ 6843239 h 6858000"/>
              <a:gd name="connsiteX428" fmla="*/ 1794914 w 7467600"/>
              <a:gd name="connsiteY428" fmla="*/ 6858000 h 6858000"/>
              <a:gd name="connsiteX429" fmla="*/ 1746128 w 7467600"/>
              <a:gd name="connsiteY429" fmla="*/ 6858000 h 6858000"/>
              <a:gd name="connsiteX430" fmla="*/ 1753934 w 7467600"/>
              <a:gd name="connsiteY430" fmla="*/ 6724796 h 6858000"/>
              <a:gd name="connsiteX431" fmla="*/ 1792053 w 7467600"/>
              <a:gd name="connsiteY431" fmla="*/ 6572396 h 6858000"/>
              <a:gd name="connsiteX432" fmla="*/ 1862248 w 7467600"/>
              <a:gd name="connsiteY432" fmla="*/ 6266397 h 6858000"/>
              <a:gd name="connsiteX433" fmla="*/ 1862250 w 7467600"/>
              <a:gd name="connsiteY433" fmla="*/ 6033531 h 6858000"/>
              <a:gd name="connsiteX434" fmla="*/ 1211999 w 7467600"/>
              <a:gd name="connsiteY434" fmla="*/ 6683610 h 6858000"/>
              <a:gd name="connsiteX435" fmla="*/ 1213266 w 7467600"/>
              <a:gd name="connsiteY435" fmla="*/ 6691947 h 6858000"/>
              <a:gd name="connsiteX436" fmla="*/ 1203370 w 7467600"/>
              <a:gd name="connsiteY436" fmla="*/ 6850676 h 6858000"/>
              <a:gd name="connsiteX437" fmla="*/ 1203671 w 7467600"/>
              <a:gd name="connsiteY437" fmla="*/ 6858000 h 6858000"/>
              <a:gd name="connsiteX438" fmla="*/ 1143180 w 7467600"/>
              <a:gd name="connsiteY438" fmla="*/ 6858000 h 6858000"/>
              <a:gd name="connsiteX439" fmla="*/ 1142176 w 7467600"/>
              <a:gd name="connsiteY439" fmla="*/ 6766045 h 6858000"/>
              <a:gd name="connsiteX440" fmla="*/ 1067484 w 7467600"/>
              <a:gd name="connsiteY440" fmla="*/ 6858000 h 6858000"/>
              <a:gd name="connsiteX441" fmla="*/ 953928 w 7467600"/>
              <a:gd name="connsiteY441" fmla="*/ 6858000 h 6858000"/>
              <a:gd name="connsiteX442" fmla="*/ 959715 w 7467600"/>
              <a:gd name="connsiteY442" fmla="*/ 6850185 h 6858000"/>
              <a:gd name="connsiteX443" fmla="*/ 1483788 w 7467600"/>
              <a:gd name="connsiteY443" fmla="*/ 6259174 h 6858000"/>
              <a:gd name="connsiteX444" fmla="*/ 1100671 w 7467600"/>
              <a:gd name="connsiteY444" fmla="*/ 6252137 h 6858000"/>
              <a:gd name="connsiteX445" fmla="*/ 1090144 w 7467600"/>
              <a:gd name="connsiteY445" fmla="*/ 6256748 h 6858000"/>
              <a:gd name="connsiteX446" fmla="*/ 1095872 w 7467600"/>
              <a:gd name="connsiteY446" fmla="*/ 6271892 h 6858000"/>
              <a:gd name="connsiteX447" fmla="*/ 262785 w 7467600"/>
              <a:gd name="connsiteY447" fmla="*/ 6845450 h 6858000"/>
              <a:gd name="connsiteX448" fmla="*/ 209968 w 7467600"/>
              <a:gd name="connsiteY448" fmla="*/ 6770713 h 6858000"/>
              <a:gd name="connsiteX449" fmla="*/ 873460 w 7467600"/>
              <a:gd name="connsiteY449" fmla="*/ 6253768 h 6858000"/>
              <a:gd name="connsiteX450" fmla="*/ 192686 w 7467600"/>
              <a:gd name="connsiteY450" fmla="*/ 5849257 h 6858000"/>
              <a:gd name="connsiteX451" fmla="*/ 4696 w 7467600"/>
              <a:gd name="connsiteY451" fmla="*/ 5697668 h 6858000"/>
              <a:gd name="connsiteX452" fmla="*/ 0 w 7467600"/>
              <a:gd name="connsiteY452" fmla="*/ 5689984 h 6858000"/>
              <a:gd name="connsiteX453" fmla="*/ 0 w 7467600"/>
              <a:gd name="connsiteY453" fmla="*/ 5513472 h 6858000"/>
              <a:gd name="connsiteX454" fmla="*/ 174101 w 7467600"/>
              <a:gd name="connsiteY454" fmla="*/ 5620277 h 6858000"/>
              <a:gd name="connsiteX455" fmla="*/ 891800 w 7467600"/>
              <a:gd name="connsiteY455" fmla="*/ 6036935 h 6858000"/>
              <a:gd name="connsiteX456" fmla="*/ 1072219 w 7467600"/>
              <a:gd name="connsiteY456" fmla="*/ 6169443 h 6858000"/>
              <a:gd name="connsiteX457" fmla="*/ 1074117 w 7467600"/>
              <a:gd name="connsiteY457" fmla="*/ 6170301 h 6858000"/>
              <a:gd name="connsiteX458" fmla="*/ 1083114 w 7467600"/>
              <a:gd name="connsiteY458" fmla="*/ 6174131 h 6858000"/>
              <a:gd name="connsiteX459" fmla="*/ 1543010 w 7467600"/>
              <a:gd name="connsiteY459" fmla="*/ 6191140 h 6858000"/>
              <a:gd name="connsiteX460" fmla="*/ 1551080 w 7467600"/>
              <a:gd name="connsiteY460" fmla="*/ 6195006 h 6858000"/>
              <a:gd name="connsiteX461" fmla="*/ 2345443 w 7467600"/>
              <a:gd name="connsiteY461" fmla="*/ 5549882 h 6858000"/>
              <a:gd name="connsiteX462" fmla="*/ 1721499 w 7467600"/>
              <a:gd name="connsiteY462" fmla="*/ 5599969 h 6858000"/>
              <a:gd name="connsiteX463" fmla="*/ 767716 w 7467600"/>
              <a:gd name="connsiteY463" fmla="*/ 5472768 h 6858000"/>
              <a:gd name="connsiteX464" fmla="*/ 722147 w 7467600"/>
              <a:gd name="connsiteY464" fmla="*/ 5393091 h 6858000"/>
              <a:gd name="connsiteX465" fmla="*/ 1485552 w 7467600"/>
              <a:gd name="connsiteY465" fmla="*/ 5313202 h 6858000"/>
              <a:gd name="connsiteX466" fmla="*/ 2143004 w 7467600"/>
              <a:gd name="connsiteY466" fmla="*/ 5402420 h 6858000"/>
              <a:gd name="connsiteX467" fmla="*/ 1933391 w 7467600"/>
              <a:gd name="connsiteY467" fmla="*/ 5156971 h 6858000"/>
              <a:gd name="connsiteX468" fmla="*/ 1827118 w 7467600"/>
              <a:gd name="connsiteY468" fmla="*/ 4968410 h 6858000"/>
              <a:gd name="connsiteX469" fmla="*/ 1837349 w 7467600"/>
              <a:gd name="connsiteY469" fmla="*/ 4956357 h 6858000"/>
              <a:gd name="connsiteX470" fmla="*/ 2162835 w 7467600"/>
              <a:gd name="connsiteY470" fmla="*/ 5187853 h 6858000"/>
              <a:gd name="connsiteX471" fmla="*/ 2257167 w 7467600"/>
              <a:gd name="connsiteY471" fmla="*/ 5462123 h 6858000"/>
              <a:gd name="connsiteX472" fmla="*/ 2261598 w 7467600"/>
              <a:gd name="connsiteY472" fmla="*/ 5467998 h 6858000"/>
              <a:gd name="connsiteX473" fmla="*/ 2437177 w 7467600"/>
              <a:gd name="connsiteY473" fmla="*/ 5479608 h 6858000"/>
              <a:gd name="connsiteX474" fmla="*/ 2445247 w 7467600"/>
              <a:gd name="connsiteY474" fmla="*/ 5483476 h 6858000"/>
              <a:gd name="connsiteX475" fmla="*/ 2743626 w 7467600"/>
              <a:gd name="connsiteY475" fmla="*/ 5304819 h 6858000"/>
              <a:gd name="connsiteX476" fmla="*/ 3048102 w 7467600"/>
              <a:gd name="connsiteY476" fmla="*/ 5150595 h 6858000"/>
              <a:gd name="connsiteX477" fmla="*/ 1799414 w 7467600"/>
              <a:gd name="connsiteY477" fmla="*/ 4694732 h 6858000"/>
              <a:gd name="connsiteX478" fmla="*/ 1771735 w 7467600"/>
              <a:gd name="connsiteY478" fmla="*/ 4619929 h 6858000"/>
              <a:gd name="connsiteX479" fmla="*/ 3104273 w 7467600"/>
              <a:gd name="connsiteY479" fmla="*/ 5076159 h 6858000"/>
              <a:gd name="connsiteX480" fmla="*/ 3113245 w 7467600"/>
              <a:gd name="connsiteY480" fmla="*/ 5090705 h 6858000"/>
              <a:gd name="connsiteX481" fmla="*/ 3126294 w 7467600"/>
              <a:gd name="connsiteY481" fmla="*/ 5114400 h 6858000"/>
              <a:gd name="connsiteX482" fmla="*/ 3937433 w 7467600"/>
              <a:gd name="connsiteY482" fmla="*/ 4830473 h 6858000"/>
              <a:gd name="connsiteX483" fmla="*/ 3590475 w 7467600"/>
              <a:gd name="connsiteY483" fmla="*/ 4597974 h 6858000"/>
              <a:gd name="connsiteX484" fmla="*/ 3100264 w 7467600"/>
              <a:gd name="connsiteY484" fmla="*/ 4579845 h 6858000"/>
              <a:gd name="connsiteX485" fmla="*/ 2183576 w 7467600"/>
              <a:gd name="connsiteY485" fmla="*/ 4227150 h 6858000"/>
              <a:gd name="connsiteX486" fmla="*/ 2151029 w 7467600"/>
              <a:gd name="connsiteY486" fmla="*/ 4146947 h 6858000"/>
              <a:gd name="connsiteX487" fmla="*/ 3563434 w 7467600"/>
              <a:gd name="connsiteY487" fmla="*/ 4469115 h 6858000"/>
              <a:gd name="connsiteX488" fmla="*/ 3177952 w 7467600"/>
              <a:gd name="connsiteY488" fmla="*/ 3657386 h 6858000"/>
              <a:gd name="connsiteX489" fmla="*/ 3189263 w 7467600"/>
              <a:gd name="connsiteY489" fmla="*/ 3625726 h 6858000"/>
              <a:gd name="connsiteX490" fmla="*/ 3560912 w 7467600"/>
              <a:gd name="connsiteY490" fmla="*/ 4079863 h 6858000"/>
              <a:gd name="connsiteX491" fmla="*/ 3626636 w 7467600"/>
              <a:gd name="connsiteY491" fmla="*/ 4512230 h 6858000"/>
              <a:gd name="connsiteX492" fmla="*/ 3653088 w 7467600"/>
              <a:gd name="connsiteY492" fmla="*/ 4521417 h 6858000"/>
              <a:gd name="connsiteX493" fmla="*/ 3988128 w 7467600"/>
              <a:gd name="connsiteY493" fmla="*/ 4817267 h 6858000"/>
              <a:gd name="connsiteX494" fmla="*/ 4830582 w 7467600"/>
              <a:gd name="connsiteY494" fmla="*/ 4676000 h 6858000"/>
              <a:gd name="connsiteX495" fmla="*/ 4830100 w 7467600"/>
              <a:gd name="connsiteY495" fmla="*/ 4675554 h 6858000"/>
              <a:gd name="connsiteX496" fmla="*/ 4036318 w 7467600"/>
              <a:gd name="connsiteY496" fmla="*/ 4147013 h 6858000"/>
              <a:gd name="connsiteX497" fmla="*/ 3432098 w 7467600"/>
              <a:gd name="connsiteY497" fmla="*/ 3537312 h 6858000"/>
              <a:gd name="connsiteX498" fmla="*/ 3446761 w 7467600"/>
              <a:gd name="connsiteY498" fmla="*/ 3461278 h 6858000"/>
              <a:gd name="connsiteX499" fmla="*/ 4419733 w 7467600"/>
              <a:gd name="connsiteY499" fmla="*/ 3963555 h 6858000"/>
              <a:gd name="connsiteX500" fmla="*/ 4781371 w 7467600"/>
              <a:gd name="connsiteY500" fmla="*/ 4458604 h 6858000"/>
              <a:gd name="connsiteX501" fmla="*/ 4780440 w 7467600"/>
              <a:gd name="connsiteY501" fmla="*/ 4470290 h 6858000"/>
              <a:gd name="connsiteX502" fmla="*/ 4898954 w 7467600"/>
              <a:gd name="connsiteY502" fmla="*/ 4662092 h 6858000"/>
              <a:gd name="connsiteX503" fmla="*/ 4900699 w 7467600"/>
              <a:gd name="connsiteY503" fmla="*/ 4670867 h 6858000"/>
              <a:gd name="connsiteX504" fmla="*/ 5714511 w 7467600"/>
              <a:gd name="connsiteY504" fmla="*/ 4663483 h 6858000"/>
              <a:gd name="connsiteX505" fmla="*/ 5464793 w 7467600"/>
              <a:gd name="connsiteY505" fmla="*/ 4393556 h 6858000"/>
              <a:gd name="connsiteX506" fmla="*/ 5461897 w 7467600"/>
              <a:gd name="connsiteY506" fmla="*/ 4390879 h 6858000"/>
              <a:gd name="connsiteX507" fmla="*/ 4294126 w 7467600"/>
              <a:gd name="connsiteY507" fmla="*/ 3303048 h 6858000"/>
              <a:gd name="connsiteX508" fmla="*/ 4305321 w 7467600"/>
              <a:gd name="connsiteY508" fmla="*/ 3256953 h 6858000"/>
              <a:gd name="connsiteX509" fmla="*/ 4949299 w 7467600"/>
              <a:gd name="connsiteY509" fmla="*/ 3766336 h 6858000"/>
              <a:gd name="connsiteX510" fmla="*/ 5291452 w 7467600"/>
              <a:gd name="connsiteY510" fmla="*/ 4076801 h 6858000"/>
              <a:gd name="connsiteX511" fmla="*/ 5434998 w 7467600"/>
              <a:gd name="connsiteY511" fmla="*/ 4254100 h 6858000"/>
              <a:gd name="connsiteX512" fmla="*/ 5351015 w 7467600"/>
              <a:gd name="connsiteY512" fmla="*/ 3760989 h 6858000"/>
              <a:gd name="connsiteX513" fmla="*/ 5413780 w 7467600"/>
              <a:gd name="connsiteY513" fmla="*/ 2966265 h 6858000"/>
              <a:gd name="connsiteX514" fmla="*/ 5425627 w 7467600"/>
              <a:gd name="connsiteY514" fmla="*/ 2954192 h 6858000"/>
              <a:gd name="connsiteX515" fmla="*/ 6604735 w 7467600"/>
              <a:gd name="connsiteY515" fmla="*/ 2041381 h 6858000"/>
              <a:gd name="connsiteX516" fmla="*/ 7204487 w 7467600"/>
              <a:gd name="connsiteY516" fmla="*/ 2742112 h 6858000"/>
              <a:gd name="connsiteX517" fmla="*/ 7131592 w 7467600"/>
              <a:gd name="connsiteY517" fmla="*/ 2672096 h 6858000"/>
              <a:gd name="connsiteX518" fmla="*/ 6996344 w 7467600"/>
              <a:gd name="connsiteY518" fmla="*/ 2518310 h 6858000"/>
              <a:gd name="connsiteX519" fmla="*/ 6735495 w 7467600"/>
              <a:gd name="connsiteY519" fmla="*/ 2196890 h 6858000"/>
              <a:gd name="connsiteX520" fmla="*/ 6721901 w 7467600"/>
              <a:gd name="connsiteY520" fmla="*/ 2179274 h 6858000"/>
              <a:gd name="connsiteX521" fmla="*/ 6604735 w 7467600"/>
              <a:gd name="connsiteY521" fmla="*/ 2041381 h 6858000"/>
              <a:gd name="connsiteX522" fmla="*/ 6591670 w 7467600"/>
              <a:gd name="connsiteY522" fmla="*/ 1988277 h 6858000"/>
              <a:gd name="connsiteX523" fmla="*/ 6747349 w 7467600"/>
              <a:gd name="connsiteY523" fmla="*/ 2160069 h 6858000"/>
              <a:gd name="connsiteX524" fmla="*/ 6760943 w 7467600"/>
              <a:gd name="connsiteY524" fmla="*/ 2177686 h 6858000"/>
              <a:gd name="connsiteX525" fmla="*/ 7021065 w 7467600"/>
              <a:gd name="connsiteY525" fmla="*/ 2498102 h 6858000"/>
              <a:gd name="connsiteX526" fmla="*/ 7155223 w 7467600"/>
              <a:gd name="connsiteY526" fmla="*/ 2650386 h 6858000"/>
              <a:gd name="connsiteX527" fmla="*/ 7203167 w 7467600"/>
              <a:gd name="connsiteY527" fmla="*/ 2697288 h 6858000"/>
              <a:gd name="connsiteX528" fmla="*/ 6937703 w 7467600"/>
              <a:gd name="connsiteY528" fmla="*/ 2321981 h 6858000"/>
              <a:gd name="connsiteX529" fmla="*/ 6591670 w 7467600"/>
              <a:gd name="connsiteY529" fmla="*/ 1988277 h 6858000"/>
              <a:gd name="connsiteX530" fmla="*/ 5798671 w 7467600"/>
              <a:gd name="connsiteY530" fmla="*/ 1981601 h 6858000"/>
              <a:gd name="connsiteX531" fmla="*/ 5754709 w 7467600"/>
              <a:gd name="connsiteY531" fmla="*/ 2071454 h 6858000"/>
              <a:gd name="connsiteX532" fmla="*/ 5763044 w 7467600"/>
              <a:gd name="connsiteY532" fmla="*/ 2842206 h 6858000"/>
              <a:gd name="connsiteX533" fmla="*/ 5764974 w 7467600"/>
              <a:gd name="connsiteY533" fmla="*/ 2799609 h 6858000"/>
              <a:gd name="connsiteX534" fmla="*/ 5767665 w 7467600"/>
              <a:gd name="connsiteY534" fmla="*/ 2666409 h 6858000"/>
              <a:gd name="connsiteX535" fmla="*/ 5763055 w 7467600"/>
              <a:gd name="connsiteY535" fmla="*/ 2579705 h 6858000"/>
              <a:gd name="connsiteX536" fmla="*/ 5758079 w 7467600"/>
              <a:gd name="connsiteY536" fmla="*/ 2492508 h 6858000"/>
              <a:gd name="connsiteX537" fmla="*/ 5779325 w 7467600"/>
              <a:gd name="connsiteY537" fmla="*/ 2197069 h 6858000"/>
              <a:gd name="connsiteX538" fmla="*/ 5798671 w 7467600"/>
              <a:gd name="connsiteY538" fmla="*/ 1981601 h 6858000"/>
              <a:gd name="connsiteX539" fmla="*/ 5829202 w 7467600"/>
              <a:gd name="connsiteY539" fmla="*/ 1971679 h 6858000"/>
              <a:gd name="connsiteX540" fmla="*/ 5809558 w 7467600"/>
              <a:gd name="connsiteY540" fmla="*/ 2198043 h 6858000"/>
              <a:gd name="connsiteX541" fmla="*/ 5788653 w 7467600"/>
              <a:gd name="connsiteY541" fmla="*/ 2489430 h 6858000"/>
              <a:gd name="connsiteX542" fmla="*/ 5793439 w 7467600"/>
              <a:gd name="connsiteY542" fmla="*/ 2575235 h 6858000"/>
              <a:gd name="connsiteX543" fmla="*/ 5796837 w 7467600"/>
              <a:gd name="connsiteY543" fmla="*/ 2637633 h 6858000"/>
              <a:gd name="connsiteX544" fmla="*/ 5818614 w 7467600"/>
              <a:gd name="connsiteY544" fmla="*/ 2473055 h 6858000"/>
              <a:gd name="connsiteX545" fmla="*/ 5829202 w 7467600"/>
              <a:gd name="connsiteY545" fmla="*/ 1971679 h 6858000"/>
              <a:gd name="connsiteX546" fmla="*/ 5911389 w 7467600"/>
              <a:gd name="connsiteY546" fmla="*/ 1898371 h 6858000"/>
              <a:gd name="connsiteX547" fmla="*/ 6237627 w 7467600"/>
              <a:gd name="connsiteY547" fmla="*/ 2231921 h 6858000"/>
              <a:gd name="connsiteX548" fmla="*/ 5911389 w 7467600"/>
              <a:gd name="connsiteY548" fmla="*/ 1898371 h 6858000"/>
              <a:gd name="connsiteX549" fmla="*/ 6944437 w 7467600"/>
              <a:gd name="connsiteY549" fmla="*/ 1575402 h 6858000"/>
              <a:gd name="connsiteX550" fmla="*/ 6304730 w 7467600"/>
              <a:gd name="connsiteY550" fmla="*/ 1766654 h 6858000"/>
              <a:gd name="connsiteX551" fmla="*/ 6944437 w 7467600"/>
              <a:gd name="connsiteY551" fmla="*/ 1575402 h 6858000"/>
              <a:gd name="connsiteX552" fmla="*/ 7019523 w 7467600"/>
              <a:gd name="connsiteY552" fmla="*/ 1519450 h 6858000"/>
              <a:gd name="connsiteX553" fmla="*/ 6298091 w 7467600"/>
              <a:gd name="connsiteY553" fmla="*/ 1737122 h 6858000"/>
              <a:gd name="connsiteX554" fmla="*/ 7019523 w 7467600"/>
              <a:gd name="connsiteY554" fmla="*/ 1519450 h 6858000"/>
              <a:gd name="connsiteX555" fmla="*/ 2399523 w 7467600"/>
              <a:gd name="connsiteY555" fmla="*/ 1428234 h 6858000"/>
              <a:gd name="connsiteX556" fmla="*/ 2224982 w 7467600"/>
              <a:gd name="connsiteY556" fmla="*/ 1826201 h 6858000"/>
              <a:gd name="connsiteX557" fmla="*/ 2096099 w 7467600"/>
              <a:gd name="connsiteY557" fmla="*/ 2345900 h 6858000"/>
              <a:gd name="connsiteX558" fmla="*/ 2283317 w 7467600"/>
              <a:gd name="connsiteY558" fmla="*/ 1796925 h 6858000"/>
              <a:gd name="connsiteX559" fmla="*/ 2399523 w 7467600"/>
              <a:gd name="connsiteY559" fmla="*/ 1428234 h 6858000"/>
              <a:gd name="connsiteX560" fmla="*/ 2448558 w 7467600"/>
              <a:gd name="connsiteY560" fmla="*/ 1373435 h 6858000"/>
              <a:gd name="connsiteX561" fmla="*/ 2312521 w 7467600"/>
              <a:gd name="connsiteY561" fmla="*/ 1806140 h 6858000"/>
              <a:gd name="connsiteX562" fmla="*/ 2127533 w 7467600"/>
              <a:gd name="connsiteY562" fmla="*/ 2348380 h 6858000"/>
              <a:gd name="connsiteX563" fmla="*/ 2358080 w 7467600"/>
              <a:gd name="connsiteY563" fmla="*/ 1866134 h 6858000"/>
              <a:gd name="connsiteX564" fmla="*/ 2407436 w 7467600"/>
              <a:gd name="connsiteY564" fmla="*/ 1651070 h 6858000"/>
              <a:gd name="connsiteX565" fmla="*/ 2448558 w 7467600"/>
              <a:gd name="connsiteY565" fmla="*/ 1373435 h 6858000"/>
              <a:gd name="connsiteX566" fmla="*/ 278707 w 7467600"/>
              <a:gd name="connsiteY566" fmla="*/ 1352270 h 6858000"/>
              <a:gd name="connsiteX567" fmla="*/ 321570 w 7467600"/>
              <a:gd name="connsiteY567" fmla="*/ 1861610 h 6858000"/>
              <a:gd name="connsiteX568" fmla="*/ 294281 w 7467600"/>
              <a:gd name="connsiteY568" fmla="*/ 1440658 h 6858000"/>
              <a:gd name="connsiteX569" fmla="*/ 278707 w 7467600"/>
              <a:gd name="connsiteY569" fmla="*/ 1352270 h 6858000"/>
              <a:gd name="connsiteX570" fmla="*/ 1423821 w 7467600"/>
              <a:gd name="connsiteY570" fmla="*/ 1351958 h 6858000"/>
              <a:gd name="connsiteX571" fmla="*/ 1638521 w 7467600"/>
              <a:gd name="connsiteY571" fmla="*/ 1908470 h 6858000"/>
              <a:gd name="connsiteX572" fmla="*/ 1754199 w 7467600"/>
              <a:gd name="connsiteY572" fmla="*/ 2149284 h 6858000"/>
              <a:gd name="connsiteX573" fmla="*/ 1908359 w 7467600"/>
              <a:gd name="connsiteY573" fmla="*/ 2364988 h 6858000"/>
              <a:gd name="connsiteX574" fmla="*/ 1647661 w 7467600"/>
              <a:gd name="connsiteY574" fmla="*/ 1825945 h 6858000"/>
              <a:gd name="connsiteX575" fmla="*/ 1423821 w 7467600"/>
              <a:gd name="connsiteY575" fmla="*/ 1351958 h 6858000"/>
              <a:gd name="connsiteX576" fmla="*/ 1431890 w 7467600"/>
              <a:gd name="connsiteY576" fmla="*/ 1306475 h 6858000"/>
              <a:gd name="connsiteX577" fmla="*/ 1507597 w 7467600"/>
              <a:gd name="connsiteY577" fmla="*/ 1446132 h 6858000"/>
              <a:gd name="connsiteX578" fmla="*/ 1674586 w 7467600"/>
              <a:gd name="connsiteY578" fmla="*/ 1813832 h 6858000"/>
              <a:gd name="connsiteX579" fmla="*/ 1815950 w 7467600"/>
              <a:gd name="connsiteY579" fmla="*/ 2128564 h 6858000"/>
              <a:gd name="connsiteX580" fmla="*/ 1984242 w 7467600"/>
              <a:gd name="connsiteY580" fmla="*/ 2430829 h 6858000"/>
              <a:gd name="connsiteX581" fmla="*/ 2014023 w 7467600"/>
              <a:gd name="connsiteY581" fmla="*/ 2450995 h 6858000"/>
              <a:gd name="connsiteX582" fmla="*/ 1747337 w 7467600"/>
              <a:gd name="connsiteY582" fmla="*/ 1855264 h 6858000"/>
              <a:gd name="connsiteX583" fmla="*/ 1533749 w 7467600"/>
              <a:gd name="connsiteY583" fmla="*/ 1478656 h 6858000"/>
              <a:gd name="connsiteX584" fmla="*/ 1431890 w 7467600"/>
              <a:gd name="connsiteY584" fmla="*/ 1306475 h 6858000"/>
              <a:gd name="connsiteX585" fmla="*/ 5052692 w 7467600"/>
              <a:gd name="connsiteY585" fmla="*/ 1292994 h 6858000"/>
              <a:gd name="connsiteX586" fmla="*/ 5200661 w 7467600"/>
              <a:gd name="connsiteY586" fmla="*/ 1635186 h 6858000"/>
              <a:gd name="connsiteX587" fmla="*/ 5297138 w 7467600"/>
              <a:gd name="connsiteY587" fmla="*/ 1906351 h 6858000"/>
              <a:gd name="connsiteX588" fmla="*/ 5052692 w 7467600"/>
              <a:gd name="connsiteY588" fmla="*/ 1292994 h 6858000"/>
              <a:gd name="connsiteX589" fmla="*/ 5009948 w 7467600"/>
              <a:gd name="connsiteY589" fmla="*/ 1273619 h 6858000"/>
              <a:gd name="connsiteX590" fmla="*/ 5121777 w 7467600"/>
              <a:gd name="connsiteY590" fmla="*/ 1654213 h 6858000"/>
              <a:gd name="connsiteX591" fmla="*/ 5293545 w 7467600"/>
              <a:gd name="connsiteY591" fmla="*/ 2072247 h 6858000"/>
              <a:gd name="connsiteX592" fmla="*/ 5294042 w 7467600"/>
              <a:gd name="connsiteY592" fmla="*/ 2065019 h 6858000"/>
              <a:gd name="connsiteX593" fmla="*/ 5171936 w 7467600"/>
              <a:gd name="connsiteY593" fmla="*/ 1647613 h 6858000"/>
              <a:gd name="connsiteX594" fmla="*/ 5009948 w 7467600"/>
              <a:gd name="connsiteY594" fmla="*/ 1273619 h 6858000"/>
              <a:gd name="connsiteX595" fmla="*/ 655236 w 7467600"/>
              <a:gd name="connsiteY595" fmla="*/ 1268632 h 6858000"/>
              <a:gd name="connsiteX596" fmla="*/ 839521 w 7467600"/>
              <a:gd name="connsiteY596" fmla="*/ 1685315 h 6858000"/>
              <a:gd name="connsiteX597" fmla="*/ 1109416 w 7467600"/>
              <a:gd name="connsiteY597" fmla="*/ 2061663 h 6858000"/>
              <a:gd name="connsiteX598" fmla="*/ 1298300 w 7467600"/>
              <a:gd name="connsiteY598" fmla="*/ 2247742 h 6858000"/>
              <a:gd name="connsiteX599" fmla="*/ 1125871 w 7467600"/>
              <a:gd name="connsiteY599" fmla="*/ 1989513 h 6858000"/>
              <a:gd name="connsiteX600" fmla="*/ 981574 w 7467600"/>
              <a:gd name="connsiteY600" fmla="*/ 1783157 h 6858000"/>
              <a:gd name="connsiteX601" fmla="*/ 922198 w 7467600"/>
              <a:gd name="connsiteY601" fmla="*/ 1677437 h 6858000"/>
              <a:gd name="connsiteX602" fmla="*/ 869293 w 7467600"/>
              <a:gd name="connsiteY602" fmla="*/ 1583214 h 6858000"/>
              <a:gd name="connsiteX603" fmla="*/ 751431 w 7467600"/>
              <a:gd name="connsiteY603" fmla="*/ 1405731 h 6858000"/>
              <a:gd name="connsiteX604" fmla="*/ 655236 w 7467600"/>
              <a:gd name="connsiteY604" fmla="*/ 1268632 h 6858000"/>
              <a:gd name="connsiteX605" fmla="*/ 6516292 w 7467600"/>
              <a:gd name="connsiteY605" fmla="*/ 1263064 h 6858000"/>
              <a:gd name="connsiteX606" fmla="*/ 5736320 w 7467600"/>
              <a:gd name="connsiteY606" fmla="*/ 1501803 h 6858000"/>
              <a:gd name="connsiteX607" fmla="*/ 6516292 w 7467600"/>
              <a:gd name="connsiteY607" fmla="*/ 1263064 h 6858000"/>
              <a:gd name="connsiteX608" fmla="*/ 291466 w 7467600"/>
              <a:gd name="connsiteY608" fmla="*/ 1250369 h 6858000"/>
              <a:gd name="connsiteX609" fmla="*/ 323180 w 7467600"/>
              <a:gd name="connsiteY609" fmla="*/ 1435283 h 6858000"/>
              <a:gd name="connsiteX610" fmla="*/ 349381 w 7467600"/>
              <a:gd name="connsiteY610" fmla="*/ 1875041 h 6858000"/>
              <a:gd name="connsiteX611" fmla="*/ 374363 w 7467600"/>
              <a:gd name="connsiteY611" fmla="*/ 1506494 h 6858000"/>
              <a:gd name="connsiteX612" fmla="*/ 302168 w 7467600"/>
              <a:gd name="connsiteY612" fmla="*/ 1274495 h 6858000"/>
              <a:gd name="connsiteX613" fmla="*/ 291466 w 7467600"/>
              <a:gd name="connsiteY613" fmla="*/ 1250369 h 6858000"/>
              <a:gd name="connsiteX614" fmla="*/ 678222 w 7467600"/>
              <a:gd name="connsiteY614" fmla="*/ 1248670 h 6858000"/>
              <a:gd name="connsiteX615" fmla="*/ 775536 w 7467600"/>
              <a:gd name="connsiteY615" fmla="*/ 1388015 h 6858000"/>
              <a:gd name="connsiteX616" fmla="*/ 894529 w 7467600"/>
              <a:gd name="connsiteY616" fmla="*/ 1567739 h 6858000"/>
              <a:gd name="connsiteX617" fmla="*/ 948000 w 7467600"/>
              <a:gd name="connsiteY617" fmla="*/ 1663088 h 6858000"/>
              <a:gd name="connsiteX618" fmla="*/ 1006812 w 7467600"/>
              <a:gd name="connsiteY618" fmla="*/ 1767683 h 6858000"/>
              <a:gd name="connsiteX619" fmla="*/ 1149133 w 7467600"/>
              <a:gd name="connsiteY619" fmla="*/ 1971513 h 6858000"/>
              <a:gd name="connsiteX620" fmla="*/ 1333952 w 7467600"/>
              <a:gd name="connsiteY620" fmla="*/ 2251620 h 6858000"/>
              <a:gd name="connsiteX621" fmla="*/ 1337329 w 7467600"/>
              <a:gd name="connsiteY621" fmla="*/ 2258350 h 6858000"/>
              <a:gd name="connsiteX622" fmla="*/ 1014726 w 7467600"/>
              <a:gd name="connsiteY622" fmla="*/ 1615556 h 6858000"/>
              <a:gd name="connsiteX623" fmla="*/ 678222 w 7467600"/>
              <a:gd name="connsiteY623" fmla="*/ 1248670 h 6858000"/>
              <a:gd name="connsiteX624" fmla="*/ 6691602 w 7467600"/>
              <a:gd name="connsiteY624" fmla="*/ 1140573 h 6858000"/>
              <a:gd name="connsiteX625" fmla="*/ 6571100 w 7467600"/>
              <a:gd name="connsiteY625" fmla="*/ 1183662 h 6858000"/>
              <a:gd name="connsiteX626" fmla="*/ 6241687 w 7467600"/>
              <a:gd name="connsiteY626" fmla="*/ 1257600 h 6858000"/>
              <a:gd name="connsiteX627" fmla="*/ 5693009 w 7467600"/>
              <a:gd name="connsiteY627" fmla="*/ 1478256 h 6858000"/>
              <a:gd name="connsiteX628" fmla="*/ 6548420 w 7467600"/>
              <a:gd name="connsiteY628" fmla="*/ 1214599 h 6858000"/>
              <a:gd name="connsiteX629" fmla="*/ 6605473 w 7467600"/>
              <a:gd name="connsiteY629" fmla="*/ 1184686 h 6858000"/>
              <a:gd name="connsiteX630" fmla="*/ 6691602 w 7467600"/>
              <a:gd name="connsiteY630" fmla="*/ 1140573 h 6858000"/>
              <a:gd name="connsiteX631" fmla="*/ 4002475 w 7467600"/>
              <a:gd name="connsiteY631" fmla="*/ 1037802 h 6858000"/>
              <a:gd name="connsiteX632" fmla="*/ 4000324 w 7467600"/>
              <a:gd name="connsiteY632" fmla="*/ 1039362 h 6858000"/>
              <a:gd name="connsiteX633" fmla="*/ 4002862 w 7467600"/>
              <a:gd name="connsiteY633" fmla="*/ 1042866 h 6858000"/>
              <a:gd name="connsiteX634" fmla="*/ 4002475 w 7467600"/>
              <a:gd name="connsiteY634" fmla="*/ 1037802 h 6858000"/>
              <a:gd name="connsiteX635" fmla="*/ 506322 w 7467600"/>
              <a:gd name="connsiteY635" fmla="*/ 1020997 h 6858000"/>
              <a:gd name="connsiteX636" fmla="*/ 533068 w 7467600"/>
              <a:gd name="connsiteY636" fmla="*/ 1029409 h 6858000"/>
              <a:gd name="connsiteX637" fmla="*/ 1232525 w 7467600"/>
              <a:gd name="connsiteY637" fmla="*/ 1804675 h 6858000"/>
              <a:gd name="connsiteX638" fmla="*/ 1388858 w 7467600"/>
              <a:gd name="connsiteY638" fmla="*/ 2368011 h 6858000"/>
              <a:gd name="connsiteX639" fmla="*/ 1384098 w 7467600"/>
              <a:gd name="connsiteY639" fmla="*/ 2378125 h 6858000"/>
              <a:gd name="connsiteX640" fmla="*/ 1425393 w 7467600"/>
              <a:gd name="connsiteY640" fmla="*/ 2589124 h 6858000"/>
              <a:gd name="connsiteX641" fmla="*/ 1424001 w 7467600"/>
              <a:gd name="connsiteY641" fmla="*/ 2597541 h 6858000"/>
              <a:gd name="connsiteX642" fmla="*/ 2152729 w 7467600"/>
              <a:gd name="connsiteY642" fmla="*/ 2864487 h 6858000"/>
              <a:gd name="connsiteX643" fmla="*/ 2020609 w 7467600"/>
              <a:gd name="connsiteY643" fmla="*/ 2539671 h 6858000"/>
              <a:gd name="connsiteX644" fmla="*/ 2018920 w 7467600"/>
              <a:gd name="connsiteY644" fmla="*/ 2536309 h 6858000"/>
              <a:gd name="connsiteX645" fmla="*/ 1342441 w 7467600"/>
              <a:gd name="connsiteY645" fmla="*/ 1173017 h 6858000"/>
              <a:gd name="connsiteX646" fmla="*/ 1367925 w 7467600"/>
              <a:gd name="connsiteY646" fmla="*/ 1135648 h 6858000"/>
              <a:gd name="connsiteX647" fmla="*/ 1771401 w 7467600"/>
              <a:gd name="connsiteY647" fmla="*/ 1806673 h 6858000"/>
              <a:gd name="connsiteX648" fmla="*/ 1972385 w 7467600"/>
              <a:gd name="connsiteY648" fmla="*/ 2198735 h 6858000"/>
              <a:gd name="connsiteX649" fmla="*/ 2040892 w 7467600"/>
              <a:gd name="connsiteY649" fmla="*/ 2405205 h 6858000"/>
              <a:gd name="connsiteX650" fmla="*/ 2131689 w 7467600"/>
              <a:gd name="connsiteY650" fmla="*/ 1936926 h 6858000"/>
              <a:gd name="connsiteX651" fmla="*/ 2454820 w 7467600"/>
              <a:gd name="connsiteY651" fmla="*/ 1248808 h 6858000"/>
              <a:gd name="connsiteX652" fmla="*/ 2492512 w 7467600"/>
              <a:gd name="connsiteY652" fmla="*/ 1302920 h 6858000"/>
              <a:gd name="connsiteX653" fmla="*/ 2081216 w 7467600"/>
              <a:gd name="connsiteY653" fmla="*/ 2527513 h 6858000"/>
              <a:gd name="connsiteX654" fmla="*/ 2081211 w 7467600"/>
              <a:gd name="connsiteY654" fmla="*/ 2528916 h 6858000"/>
              <a:gd name="connsiteX655" fmla="*/ 2199067 w 7467600"/>
              <a:gd name="connsiteY655" fmla="*/ 2884061 h 6858000"/>
              <a:gd name="connsiteX656" fmla="*/ 3192586 w 7467600"/>
              <a:gd name="connsiteY656" fmla="*/ 3411496 h 6858000"/>
              <a:gd name="connsiteX657" fmla="*/ 3182620 w 7467600"/>
              <a:gd name="connsiteY657" fmla="*/ 3483279 h 6858000"/>
              <a:gd name="connsiteX658" fmla="*/ 2435119 w 7467600"/>
              <a:gd name="connsiteY658" fmla="*/ 3080173 h 6858000"/>
              <a:gd name="connsiteX659" fmla="*/ 2410152 w 7467600"/>
              <a:gd name="connsiteY659" fmla="*/ 3063751 h 6858000"/>
              <a:gd name="connsiteX660" fmla="*/ 2408099 w 7467600"/>
              <a:gd name="connsiteY660" fmla="*/ 3064403 h 6858000"/>
              <a:gd name="connsiteX661" fmla="*/ 2407218 w 7467600"/>
              <a:gd name="connsiteY661" fmla="*/ 3070324 h 6858000"/>
              <a:gd name="connsiteX662" fmla="*/ 2380138 w 7467600"/>
              <a:gd name="connsiteY662" fmla="*/ 3099341 h 6858000"/>
              <a:gd name="connsiteX663" fmla="*/ 1765923 w 7467600"/>
              <a:gd name="connsiteY663" fmla="*/ 3581043 h 6858000"/>
              <a:gd name="connsiteX664" fmla="*/ 1702258 w 7467600"/>
              <a:gd name="connsiteY664" fmla="*/ 3612286 h 6858000"/>
              <a:gd name="connsiteX665" fmla="*/ 1538370 w 7467600"/>
              <a:gd name="connsiteY665" fmla="*/ 3811804 h 6858000"/>
              <a:gd name="connsiteX666" fmla="*/ 542867 w 7467600"/>
              <a:gd name="connsiteY666" fmla="*/ 4944092 h 6858000"/>
              <a:gd name="connsiteX667" fmla="*/ 515800 w 7467600"/>
              <a:gd name="connsiteY667" fmla="*/ 4862180 h 6858000"/>
              <a:gd name="connsiteX668" fmla="*/ 909145 w 7467600"/>
              <a:gd name="connsiteY668" fmla="*/ 4199225 h 6858000"/>
              <a:gd name="connsiteX669" fmla="*/ 1214067 w 7467600"/>
              <a:gd name="connsiteY669" fmla="*/ 3908561 h 6858000"/>
              <a:gd name="connsiteX670" fmla="*/ 640967 w 7467600"/>
              <a:gd name="connsiteY670" fmla="*/ 4105601 h 6858000"/>
              <a:gd name="connsiteX671" fmla="*/ 112563 w 7467600"/>
              <a:gd name="connsiteY671" fmla="*/ 4396952 h 6858000"/>
              <a:gd name="connsiteX672" fmla="*/ 0 w 7467600"/>
              <a:gd name="connsiteY672" fmla="*/ 4466006 h 6858000"/>
              <a:gd name="connsiteX673" fmla="*/ 0 w 7467600"/>
              <a:gd name="connsiteY673" fmla="*/ 4233763 h 6858000"/>
              <a:gd name="connsiteX674" fmla="*/ 36881 w 7467600"/>
              <a:gd name="connsiteY674" fmla="*/ 4200118 h 6858000"/>
              <a:gd name="connsiteX675" fmla="*/ 910534 w 7467600"/>
              <a:gd name="connsiteY675" fmla="*/ 3629753 h 6858000"/>
              <a:gd name="connsiteX676" fmla="*/ 1578717 w 7467600"/>
              <a:gd name="connsiteY676" fmla="*/ 3575982 h 6858000"/>
              <a:gd name="connsiteX677" fmla="*/ 2338780 w 7467600"/>
              <a:gd name="connsiteY677" fmla="*/ 3033725 h 6858000"/>
              <a:gd name="connsiteX678" fmla="*/ 1807991 w 7467600"/>
              <a:gd name="connsiteY678" fmla="*/ 2807184 h 6858000"/>
              <a:gd name="connsiteX679" fmla="*/ 1416358 w 7467600"/>
              <a:gd name="connsiteY679" fmla="*/ 3112571 h 6858000"/>
              <a:gd name="connsiteX680" fmla="*/ 939066 w 7467600"/>
              <a:gd name="connsiteY680" fmla="*/ 3378798 h 6858000"/>
              <a:gd name="connsiteX681" fmla="*/ 115099 w 7467600"/>
              <a:gd name="connsiteY681" fmla="*/ 3607650 h 6858000"/>
              <a:gd name="connsiteX682" fmla="*/ 97284 w 7467600"/>
              <a:gd name="connsiteY682" fmla="*/ 3520393 h 6858000"/>
              <a:gd name="connsiteX683" fmla="*/ 922050 w 7467600"/>
              <a:gd name="connsiteY683" fmla="*/ 3074867 h 6858000"/>
              <a:gd name="connsiteX684" fmla="*/ 1405265 w 7467600"/>
              <a:gd name="connsiteY684" fmla="*/ 3016319 h 6858000"/>
              <a:gd name="connsiteX685" fmla="*/ 1407512 w 7467600"/>
              <a:gd name="connsiteY685" fmla="*/ 3018001 h 6858000"/>
              <a:gd name="connsiteX686" fmla="*/ 1726266 w 7467600"/>
              <a:gd name="connsiteY686" fmla="*/ 2777274 h 6858000"/>
              <a:gd name="connsiteX687" fmla="*/ 625390 w 7467600"/>
              <a:gd name="connsiteY687" fmla="*/ 2514541 h 6858000"/>
              <a:gd name="connsiteX688" fmla="*/ 619799 w 7467600"/>
              <a:gd name="connsiteY688" fmla="*/ 2527180 h 6858000"/>
              <a:gd name="connsiteX689" fmla="*/ 310030 w 7467600"/>
              <a:gd name="connsiteY689" fmla="*/ 2771818 h 6858000"/>
              <a:gd name="connsiteX690" fmla="*/ 173877 w 7467600"/>
              <a:gd name="connsiteY690" fmla="*/ 2937056 h 6858000"/>
              <a:gd name="connsiteX691" fmla="*/ 77889 w 7467600"/>
              <a:gd name="connsiteY691" fmla="*/ 3138440 h 6858000"/>
              <a:gd name="connsiteX692" fmla="*/ 0 w 7467600"/>
              <a:gd name="connsiteY692" fmla="*/ 3271395 h 6858000"/>
              <a:gd name="connsiteX693" fmla="*/ 0 w 7467600"/>
              <a:gd name="connsiteY693" fmla="*/ 3153002 h 6858000"/>
              <a:gd name="connsiteX694" fmla="*/ 2386 w 7467600"/>
              <a:gd name="connsiteY694" fmla="*/ 3149203 h 6858000"/>
              <a:gd name="connsiteX695" fmla="*/ 89753 w 7467600"/>
              <a:gd name="connsiteY695" fmla="*/ 2987702 h 6858000"/>
              <a:gd name="connsiteX696" fmla="*/ 76869 w 7467600"/>
              <a:gd name="connsiteY696" fmla="*/ 3005404 h 6858000"/>
              <a:gd name="connsiteX697" fmla="*/ 32049 w 7467600"/>
              <a:gd name="connsiteY697" fmla="*/ 3065814 h 6858000"/>
              <a:gd name="connsiteX698" fmla="*/ 0 w 7467600"/>
              <a:gd name="connsiteY698" fmla="*/ 3108744 h 6858000"/>
              <a:gd name="connsiteX699" fmla="*/ 0 w 7467600"/>
              <a:gd name="connsiteY699" fmla="*/ 3058059 h 6858000"/>
              <a:gd name="connsiteX700" fmla="*/ 7610 w 7467600"/>
              <a:gd name="connsiteY700" fmla="*/ 3047889 h 6858000"/>
              <a:gd name="connsiteX701" fmla="*/ 52419 w 7467600"/>
              <a:gd name="connsiteY701" fmla="*/ 2987479 h 6858000"/>
              <a:gd name="connsiteX702" fmla="*/ 59142 w 7467600"/>
              <a:gd name="connsiteY702" fmla="*/ 2978488 h 6858000"/>
              <a:gd name="connsiteX703" fmla="*/ 0 w 7467600"/>
              <a:gd name="connsiteY703" fmla="*/ 3015334 h 6858000"/>
              <a:gd name="connsiteX704" fmla="*/ 0 w 7467600"/>
              <a:gd name="connsiteY704" fmla="*/ 2914286 h 6858000"/>
              <a:gd name="connsiteX705" fmla="*/ 36383 w 7467600"/>
              <a:gd name="connsiteY705" fmla="*/ 2901128 h 6858000"/>
              <a:gd name="connsiteX706" fmla="*/ 156329 w 7467600"/>
              <a:gd name="connsiteY706" fmla="*/ 2840533 h 6858000"/>
              <a:gd name="connsiteX707" fmla="*/ 358355 w 7467600"/>
              <a:gd name="connsiteY707" fmla="*/ 2620471 h 6858000"/>
              <a:gd name="connsiteX708" fmla="*/ 510577 w 7467600"/>
              <a:gd name="connsiteY708" fmla="*/ 2501244 h 6858000"/>
              <a:gd name="connsiteX709" fmla="*/ 211967 w 7467600"/>
              <a:gd name="connsiteY709" fmla="*/ 2479171 h 6858000"/>
              <a:gd name="connsiteX710" fmla="*/ 0 w 7467600"/>
              <a:gd name="connsiteY710" fmla="*/ 2476398 h 6858000"/>
              <a:gd name="connsiteX711" fmla="*/ 0 w 7467600"/>
              <a:gd name="connsiteY711" fmla="*/ 2389189 h 6858000"/>
              <a:gd name="connsiteX712" fmla="*/ 103062 w 7467600"/>
              <a:gd name="connsiteY712" fmla="*/ 2389518 h 6858000"/>
              <a:gd name="connsiteX713" fmla="*/ 510734 w 7467600"/>
              <a:gd name="connsiteY713" fmla="*/ 2416201 h 6858000"/>
              <a:gd name="connsiteX714" fmla="*/ 279257 w 7467600"/>
              <a:gd name="connsiteY714" fmla="*/ 2092102 h 6858000"/>
              <a:gd name="connsiteX715" fmla="*/ 65265 w 7467600"/>
              <a:gd name="connsiteY715" fmla="*/ 2006049 h 6858000"/>
              <a:gd name="connsiteX716" fmla="*/ 0 w 7467600"/>
              <a:gd name="connsiteY716" fmla="*/ 1982532 h 6858000"/>
              <a:gd name="connsiteX717" fmla="*/ 0 w 7467600"/>
              <a:gd name="connsiteY717" fmla="*/ 1912789 h 6858000"/>
              <a:gd name="connsiteX718" fmla="*/ 97460 w 7467600"/>
              <a:gd name="connsiteY718" fmla="*/ 1953725 h 6858000"/>
              <a:gd name="connsiteX719" fmla="*/ 221272 w 7467600"/>
              <a:gd name="connsiteY719" fmla="*/ 1980766 h 6858000"/>
              <a:gd name="connsiteX720" fmla="*/ 116765 w 7467600"/>
              <a:gd name="connsiteY720" fmla="*/ 1911033 h 6858000"/>
              <a:gd name="connsiteX721" fmla="*/ 16405 w 7467600"/>
              <a:gd name="connsiteY721" fmla="*/ 1803412 h 6858000"/>
              <a:gd name="connsiteX722" fmla="*/ 0 w 7467600"/>
              <a:gd name="connsiteY722" fmla="*/ 1784777 h 6858000"/>
              <a:gd name="connsiteX723" fmla="*/ 0 w 7467600"/>
              <a:gd name="connsiteY723" fmla="*/ 1740082 h 6858000"/>
              <a:gd name="connsiteX724" fmla="*/ 39394 w 7467600"/>
              <a:gd name="connsiteY724" fmla="*/ 1784856 h 6858000"/>
              <a:gd name="connsiteX725" fmla="*/ 135813 w 7467600"/>
              <a:gd name="connsiteY725" fmla="*/ 1888838 h 6858000"/>
              <a:gd name="connsiteX726" fmla="*/ 242575 w 7467600"/>
              <a:gd name="connsiteY726" fmla="*/ 1958841 h 6858000"/>
              <a:gd name="connsiteX727" fmla="*/ 82197 w 7467600"/>
              <a:gd name="connsiteY727" fmla="*/ 1754826 h 6858000"/>
              <a:gd name="connsiteX728" fmla="*/ 0 w 7467600"/>
              <a:gd name="connsiteY728" fmla="*/ 1679650 h 6858000"/>
              <a:gd name="connsiteX729" fmla="*/ 0 w 7467600"/>
              <a:gd name="connsiteY729" fmla="*/ 1602463 h 6858000"/>
              <a:gd name="connsiteX730" fmla="*/ 84689 w 7467600"/>
              <a:gd name="connsiteY730" fmla="*/ 1677442 h 6858000"/>
              <a:gd name="connsiteX731" fmla="*/ 298437 w 7467600"/>
              <a:gd name="connsiteY731" fmla="*/ 1968019 h 6858000"/>
              <a:gd name="connsiteX732" fmla="*/ 227269 w 7467600"/>
              <a:gd name="connsiteY732" fmla="*/ 1114064 h 6858000"/>
              <a:gd name="connsiteX733" fmla="*/ 248003 w 7467600"/>
              <a:gd name="connsiteY733" fmla="*/ 1089613 h 6858000"/>
              <a:gd name="connsiteX734" fmla="*/ 427020 w 7467600"/>
              <a:gd name="connsiteY734" fmla="*/ 1619803 h 6858000"/>
              <a:gd name="connsiteX735" fmla="*/ 340345 w 7467600"/>
              <a:gd name="connsiteY735" fmla="*/ 2027739 h 6858000"/>
              <a:gd name="connsiteX736" fmla="*/ 360865 w 7467600"/>
              <a:gd name="connsiteY736" fmla="*/ 2044827 h 6858000"/>
              <a:gd name="connsiteX737" fmla="*/ 560414 w 7467600"/>
              <a:gd name="connsiteY737" fmla="*/ 2421457 h 6858000"/>
              <a:gd name="connsiteX738" fmla="*/ 1359703 w 7467600"/>
              <a:gd name="connsiteY738" fmla="*/ 2578554 h 6858000"/>
              <a:gd name="connsiteX739" fmla="*/ 1359422 w 7467600"/>
              <a:gd name="connsiteY739" fmla="*/ 2577994 h 6858000"/>
              <a:gd name="connsiteX740" fmla="*/ 828701 w 7467600"/>
              <a:gd name="connsiteY740" fmla="*/ 1839520 h 6858000"/>
              <a:gd name="connsiteX741" fmla="*/ 494427 w 7467600"/>
              <a:gd name="connsiteY741" fmla="*/ 1092333 h 6858000"/>
              <a:gd name="connsiteX742" fmla="*/ 506322 w 7467600"/>
              <a:gd name="connsiteY742" fmla="*/ 1020997 h 6858000"/>
              <a:gd name="connsiteX743" fmla="*/ 4570198 w 7467600"/>
              <a:gd name="connsiteY743" fmla="*/ 978081 h 6858000"/>
              <a:gd name="connsiteX744" fmla="*/ 4523691 w 7467600"/>
              <a:gd name="connsiteY744" fmla="*/ 1127776 h 6858000"/>
              <a:gd name="connsiteX745" fmla="*/ 4509875 w 7467600"/>
              <a:gd name="connsiteY745" fmla="*/ 1167552 h 6858000"/>
              <a:gd name="connsiteX746" fmla="*/ 4478168 w 7467600"/>
              <a:gd name="connsiteY746" fmla="*/ 1260735 h 6858000"/>
              <a:gd name="connsiteX747" fmla="*/ 4409309 w 7467600"/>
              <a:gd name="connsiteY747" fmla="*/ 1666996 h 6858000"/>
              <a:gd name="connsiteX748" fmla="*/ 4370031 w 7467600"/>
              <a:gd name="connsiteY748" fmla="*/ 1955666 h 6858000"/>
              <a:gd name="connsiteX749" fmla="*/ 4570198 w 7467600"/>
              <a:gd name="connsiteY749" fmla="*/ 978081 h 6858000"/>
              <a:gd name="connsiteX750" fmla="*/ 4557898 w 7467600"/>
              <a:gd name="connsiteY750" fmla="*/ 900011 h 6858000"/>
              <a:gd name="connsiteX751" fmla="*/ 4344840 w 7467600"/>
              <a:gd name="connsiteY751" fmla="*/ 1922038 h 6858000"/>
              <a:gd name="connsiteX752" fmla="*/ 4378710 w 7467600"/>
              <a:gd name="connsiteY752" fmla="*/ 1665516 h 6858000"/>
              <a:gd name="connsiteX753" fmla="*/ 4448798 w 7467600"/>
              <a:gd name="connsiteY753" fmla="*/ 1253024 h 6858000"/>
              <a:gd name="connsiteX754" fmla="*/ 4480315 w 7467600"/>
              <a:gd name="connsiteY754" fmla="*/ 1158454 h 6858000"/>
              <a:gd name="connsiteX755" fmla="*/ 4494133 w 7467600"/>
              <a:gd name="connsiteY755" fmla="*/ 1118676 h 6858000"/>
              <a:gd name="connsiteX756" fmla="*/ 4557898 w 7467600"/>
              <a:gd name="connsiteY756" fmla="*/ 900011 h 6858000"/>
              <a:gd name="connsiteX757" fmla="*/ 5870151 w 7467600"/>
              <a:gd name="connsiteY757" fmla="*/ 898890 h 6858000"/>
              <a:gd name="connsiteX758" fmla="*/ 5861335 w 7467600"/>
              <a:gd name="connsiteY758" fmla="*/ 899177 h 6858000"/>
              <a:gd name="connsiteX759" fmla="*/ 5843702 w 7467600"/>
              <a:gd name="connsiteY759" fmla="*/ 899748 h 6858000"/>
              <a:gd name="connsiteX760" fmla="*/ 5651107 w 7467600"/>
              <a:gd name="connsiteY760" fmla="*/ 920306 h 6858000"/>
              <a:gd name="connsiteX761" fmla="*/ 5459407 w 7467600"/>
              <a:gd name="connsiteY761" fmla="*/ 940975 h 6858000"/>
              <a:gd name="connsiteX762" fmla="*/ 5374846 w 7467600"/>
              <a:gd name="connsiteY762" fmla="*/ 941988 h 6858000"/>
              <a:gd name="connsiteX763" fmla="*/ 5256105 w 7467600"/>
              <a:gd name="connsiteY763" fmla="*/ 945632 h 6858000"/>
              <a:gd name="connsiteX764" fmla="*/ 5107071 w 7467600"/>
              <a:gd name="connsiteY764" fmla="*/ 969720 h 6858000"/>
              <a:gd name="connsiteX765" fmla="*/ 4998681 w 7467600"/>
              <a:gd name="connsiteY765" fmla="*/ 988771 h 6858000"/>
              <a:gd name="connsiteX766" fmla="*/ 5870151 w 7467600"/>
              <a:gd name="connsiteY766" fmla="*/ 898890 h 6858000"/>
              <a:gd name="connsiteX767" fmla="*/ 5504425 w 7467600"/>
              <a:gd name="connsiteY767" fmla="*/ 848067 h 6858000"/>
              <a:gd name="connsiteX768" fmla="*/ 4968849 w 7467600"/>
              <a:gd name="connsiteY768" fmla="*/ 962318 h 6858000"/>
              <a:gd name="connsiteX769" fmla="*/ 5104039 w 7467600"/>
              <a:gd name="connsiteY769" fmla="*/ 940634 h 6858000"/>
              <a:gd name="connsiteX770" fmla="*/ 5256311 w 7467600"/>
              <a:gd name="connsiteY770" fmla="*/ 916490 h 6858000"/>
              <a:gd name="connsiteX771" fmla="*/ 5377381 w 7467600"/>
              <a:gd name="connsiteY771" fmla="*/ 912671 h 6858000"/>
              <a:gd name="connsiteX772" fmla="*/ 5460148 w 7467600"/>
              <a:gd name="connsiteY772" fmla="*/ 911442 h 6858000"/>
              <a:gd name="connsiteX773" fmla="*/ 5648971 w 7467600"/>
              <a:gd name="connsiteY773" fmla="*/ 891331 h 6858000"/>
              <a:gd name="connsiteX774" fmla="*/ 5844807 w 7467600"/>
              <a:gd name="connsiteY774" fmla="*/ 870718 h 6858000"/>
              <a:gd name="connsiteX775" fmla="*/ 5862975 w 7467600"/>
              <a:gd name="connsiteY775" fmla="*/ 869756 h 6858000"/>
              <a:gd name="connsiteX776" fmla="*/ 5920887 w 7467600"/>
              <a:gd name="connsiteY776" fmla="*/ 865929 h 6858000"/>
              <a:gd name="connsiteX777" fmla="*/ 5504425 w 7467600"/>
              <a:gd name="connsiteY777" fmla="*/ 848067 h 6858000"/>
              <a:gd name="connsiteX778" fmla="*/ 3607114 w 7467600"/>
              <a:gd name="connsiteY778" fmla="*/ 467441 h 6858000"/>
              <a:gd name="connsiteX779" fmla="*/ 3296242 w 7467600"/>
              <a:gd name="connsiteY779" fmla="*/ 807991 h 6858000"/>
              <a:gd name="connsiteX780" fmla="*/ 3174674 w 7467600"/>
              <a:gd name="connsiteY780" fmla="*/ 919759 h 6858000"/>
              <a:gd name="connsiteX781" fmla="*/ 3042978 w 7467600"/>
              <a:gd name="connsiteY781" fmla="*/ 1054894 h 6858000"/>
              <a:gd name="connsiteX782" fmla="*/ 2968914 w 7467600"/>
              <a:gd name="connsiteY782" fmla="*/ 1133756 h 6858000"/>
              <a:gd name="connsiteX783" fmla="*/ 3103823 w 7467600"/>
              <a:gd name="connsiteY783" fmla="*/ 1026814 h 6858000"/>
              <a:gd name="connsiteX784" fmla="*/ 3607114 w 7467600"/>
              <a:gd name="connsiteY784" fmla="*/ 467441 h 6858000"/>
              <a:gd name="connsiteX785" fmla="*/ 3744487 w 7467600"/>
              <a:gd name="connsiteY785" fmla="*/ 383136 h 6858000"/>
              <a:gd name="connsiteX786" fmla="*/ 3970213 w 7467600"/>
              <a:gd name="connsiteY786" fmla="*/ 995559 h 6858000"/>
              <a:gd name="connsiteX787" fmla="*/ 3744487 w 7467600"/>
              <a:gd name="connsiteY787" fmla="*/ 383136 h 6858000"/>
              <a:gd name="connsiteX788" fmla="*/ 3624562 w 7467600"/>
              <a:gd name="connsiteY788" fmla="*/ 367041 h 6858000"/>
              <a:gd name="connsiteX789" fmla="*/ 3489712 w 7467600"/>
              <a:gd name="connsiteY789" fmla="*/ 485386 h 6858000"/>
              <a:gd name="connsiteX790" fmla="*/ 3182994 w 7467600"/>
              <a:gd name="connsiteY790" fmla="*/ 828265 h 6858000"/>
              <a:gd name="connsiteX791" fmla="*/ 2892114 w 7467600"/>
              <a:gd name="connsiteY791" fmla="*/ 1172635 h 6858000"/>
              <a:gd name="connsiteX792" fmla="*/ 3021459 w 7467600"/>
              <a:gd name="connsiteY792" fmla="*/ 1035385 h 6858000"/>
              <a:gd name="connsiteX793" fmla="*/ 3153873 w 7467600"/>
              <a:gd name="connsiteY793" fmla="*/ 898971 h 6858000"/>
              <a:gd name="connsiteX794" fmla="*/ 3276511 w 7467600"/>
              <a:gd name="connsiteY794" fmla="*/ 786423 h 6858000"/>
              <a:gd name="connsiteX795" fmla="*/ 3584154 w 7467600"/>
              <a:gd name="connsiteY795" fmla="*/ 448218 h 6858000"/>
              <a:gd name="connsiteX796" fmla="*/ 3624562 w 7467600"/>
              <a:gd name="connsiteY796" fmla="*/ 367041 h 6858000"/>
              <a:gd name="connsiteX797" fmla="*/ 3766672 w 7467600"/>
              <a:gd name="connsiteY797" fmla="*/ 359429 h 6858000"/>
              <a:gd name="connsiteX798" fmla="*/ 3996338 w 7467600"/>
              <a:gd name="connsiteY798" fmla="*/ 968237 h 6858000"/>
              <a:gd name="connsiteX799" fmla="*/ 3766672 w 7467600"/>
              <a:gd name="connsiteY799" fmla="*/ 359429 h 6858000"/>
              <a:gd name="connsiteX800" fmla="*/ 5805386 w 7467600"/>
              <a:gd name="connsiteY800" fmla="*/ 239240 h 6858000"/>
              <a:gd name="connsiteX801" fmla="*/ 5736947 w 7467600"/>
              <a:gd name="connsiteY801" fmla="*/ 261367 h 6858000"/>
              <a:gd name="connsiteX802" fmla="*/ 5427012 w 7467600"/>
              <a:gd name="connsiteY802" fmla="*/ 311272 h 6858000"/>
              <a:gd name="connsiteX803" fmla="*/ 5147818 w 7467600"/>
              <a:gd name="connsiteY803" fmla="*/ 322112 h 6858000"/>
              <a:gd name="connsiteX804" fmla="*/ 5060854 w 7467600"/>
              <a:gd name="connsiteY804" fmla="*/ 311882 h 6858000"/>
              <a:gd name="connsiteX805" fmla="*/ 4945989 w 7467600"/>
              <a:gd name="connsiteY805" fmla="*/ 300516 h 6858000"/>
              <a:gd name="connsiteX806" fmla="*/ 5410479 w 7467600"/>
              <a:gd name="connsiteY806" fmla="*/ 348434 h 6858000"/>
              <a:gd name="connsiteX807" fmla="*/ 5805386 w 7467600"/>
              <a:gd name="connsiteY807" fmla="*/ 239240 h 6858000"/>
              <a:gd name="connsiteX808" fmla="*/ 5905192 w 7467600"/>
              <a:gd name="connsiteY808" fmla="*/ 163079 h 6858000"/>
              <a:gd name="connsiteX809" fmla="*/ 5865655 w 7467600"/>
              <a:gd name="connsiteY809" fmla="*/ 171901 h 6858000"/>
              <a:gd name="connsiteX810" fmla="*/ 5259740 w 7467600"/>
              <a:gd name="connsiteY810" fmla="*/ 257013 h 6858000"/>
              <a:gd name="connsiteX811" fmla="*/ 5208466 w 7467600"/>
              <a:gd name="connsiteY811" fmla="*/ 257550 h 6858000"/>
              <a:gd name="connsiteX812" fmla="*/ 4980204 w 7467600"/>
              <a:gd name="connsiteY812" fmla="*/ 271903 h 6858000"/>
              <a:gd name="connsiteX813" fmla="*/ 5068068 w 7467600"/>
              <a:gd name="connsiteY813" fmla="*/ 282244 h 6858000"/>
              <a:gd name="connsiteX814" fmla="*/ 5153231 w 7467600"/>
              <a:gd name="connsiteY814" fmla="*/ 292240 h 6858000"/>
              <a:gd name="connsiteX815" fmla="*/ 5426491 w 7467600"/>
              <a:gd name="connsiteY815" fmla="*/ 281128 h 6858000"/>
              <a:gd name="connsiteX816" fmla="*/ 5731212 w 7467600"/>
              <a:gd name="connsiteY816" fmla="*/ 231951 h 6858000"/>
              <a:gd name="connsiteX817" fmla="*/ 5905192 w 7467600"/>
              <a:gd name="connsiteY817" fmla="*/ 163079 h 6858000"/>
              <a:gd name="connsiteX818" fmla="*/ 5944437 w 7467600"/>
              <a:gd name="connsiteY818" fmla="*/ 113829 h 6858000"/>
              <a:gd name="connsiteX819" fmla="*/ 5825032 w 7467600"/>
              <a:gd name="connsiteY819" fmla="*/ 146405 h 6858000"/>
              <a:gd name="connsiteX820" fmla="*/ 4955599 w 7467600"/>
              <a:gd name="connsiteY820" fmla="*/ 247008 h 6858000"/>
              <a:gd name="connsiteX821" fmla="*/ 5210104 w 7467600"/>
              <a:gd name="connsiteY821" fmla="*/ 228123 h 6858000"/>
              <a:gd name="connsiteX822" fmla="*/ 5261015 w 7467600"/>
              <a:gd name="connsiteY822" fmla="*/ 227087 h 6858000"/>
              <a:gd name="connsiteX823" fmla="*/ 5861181 w 7467600"/>
              <a:gd name="connsiteY823" fmla="*/ 143093 h 6858000"/>
              <a:gd name="connsiteX824" fmla="*/ 5961252 w 7467600"/>
              <a:gd name="connsiteY824" fmla="*/ 114820 h 6858000"/>
              <a:gd name="connsiteX825" fmla="*/ 5944437 w 7467600"/>
              <a:gd name="connsiteY825" fmla="*/ 113829 h 6858000"/>
              <a:gd name="connsiteX826" fmla="*/ 3882765 w 7467600"/>
              <a:gd name="connsiteY826" fmla="*/ 0 h 6858000"/>
              <a:gd name="connsiteX827" fmla="*/ 3995099 w 7467600"/>
              <a:gd name="connsiteY827" fmla="*/ 0 h 6858000"/>
              <a:gd name="connsiteX828" fmla="*/ 4163818 w 7467600"/>
              <a:gd name="connsiteY828" fmla="*/ 234104 h 6858000"/>
              <a:gd name="connsiteX829" fmla="*/ 4172099 w 7467600"/>
              <a:gd name="connsiteY829" fmla="*/ 234207 h 6858000"/>
              <a:gd name="connsiteX830" fmla="*/ 4784282 w 7467600"/>
              <a:gd name="connsiteY830" fmla="*/ 276561 h 6858000"/>
              <a:gd name="connsiteX831" fmla="*/ 4801687 w 7467600"/>
              <a:gd name="connsiteY831" fmla="*/ 267764 h 6858000"/>
              <a:gd name="connsiteX832" fmla="*/ 6082788 w 7467600"/>
              <a:gd name="connsiteY832" fmla="*/ 64119 h 6858000"/>
              <a:gd name="connsiteX833" fmla="*/ 6099442 w 7467600"/>
              <a:gd name="connsiteY833" fmla="*/ 82568 h 6858000"/>
              <a:gd name="connsiteX834" fmla="*/ 4804137 w 7467600"/>
              <a:gd name="connsiteY834" fmla="*/ 320931 h 6858000"/>
              <a:gd name="connsiteX835" fmla="*/ 4227047 w 7467600"/>
              <a:gd name="connsiteY835" fmla="*/ 313415 h 6858000"/>
              <a:gd name="connsiteX836" fmla="*/ 4346041 w 7467600"/>
              <a:gd name="connsiteY836" fmla="*/ 456086 h 6858000"/>
              <a:gd name="connsiteX837" fmla="*/ 4870967 w 7467600"/>
              <a:gd name="connsiteY837" fmla="*/ 963061 h 6858000"/>
              <a:gd name="connsiteX838" fmla="*/ 4889647 w 7467600"/>
              <a:gd name="connsiteY838" fmla="*/ 957147 h 6858000"/>
              <a:gd name="connsiteX839" fmla="*/ 5422504 w 7467600"/>
              <a:gd name="connsiteY839" fmla="*/ 805191 h 6858000"/>
              <a:gd name="connsiteX840" fmla="*/ 6087656 w 7467600"/>
              <a:gd name="connsiteY840" fmla="*/ 826703 h 6858000"/>
              <a:gd name="connsiteX841" fmla="*/ 6058717 w 7467600"/>
              <a:gd name="connsiteY841" fmla="*/ 865992 h 6858000"/>
              <a:gd name="connsiteX842" fmla="*/ 4974153 w 7467600"/>
              <a:gd name="connsiteY842" fmla="*/ 1045456 h 6858000"/>
              <a:gd name="connsiteX843" fmla="*/ 5627835 w 7467600"/>
              <a:gd name="connsiteY843" fmla="*/ 1472077 h 6858000"/>
              <a:gd name="connsiteX844" fmla="*/ 5629817 w 7467600"/>
              <a:gd name="connsiteY844" fmla="*/ 1471412 h 6858000"/>
              <a:gd name="connsiteX845" fmla="*/ 5634124 w 7467600"/>
              <a:gd name="connsiteY845" fmla="*/ 1470572 h 6858000"/>
              <a:gd name="connsiteX846" fmla="*/ 5755832 w 7467600"/>
              <a:gd name="connsiteY846" fmla="*/ 1383886 h 6858000"/>
              <a:gd name="connsiteX847" fmla="*/ 6014186 w 7467600"/>
              <a:gd name="connsiteY847" fmla="*/ 1279799 h 6858000"/>
              <a:gd name="connsiteX848" fmla="*/ 6901619 w 7467600"/>
              <a:gd name="connsiteY848" fmla="*/ 1047874 h 6858000"/>
              <a:gd name="connsiteX849" fmla="*/ 6931566 w 7467600"/>
              <a:gd name="connsiteY849" fmla="*/ 1062034 h 6858000"/>
              <a:gd name="connsiteX850" fmla="*/ 5790982 w 7467600"/>
              <a:gd name="connsiteY850" fmla="*/ 1561380 h 6858000"/>
              <a:gd name="connsiteX851" fmla="*/ 6188971 w 7467600"/>
              <a:gd name="connsiteY851" fmla="*/ 1755168 h 6858000"/>
              <a:gd name="connsiteX852" fmla="*/ 6202446 w 7467600"/>
              <a:gd name="connsiteY852" fmla="*/ 1752268 h 6858000"/>
              <a:gd name="connsiteX853" fmla="*/ 7179560 w 7467600"/>
              <a:gd name="connsiteY853" fmla="*/ 1467551 h 6858000"/>
              <a:gd name="connsiteX854" fmla="*/ 7158730 w 7467600"/>
              <a:gd name="connsiteY854" fmla="*/ 1507835 h 6858000"/>
              <a:gd name="connsiteX855" fmla="*/ 6326959 w 7467600"/>
              <a:gd name="connsiteY855" fmla="*/ 1817686 h 6858000"/>
              <a:gd name="connsiteX856" fmla="*/ 6537433 w 7467600"/>
              <a:gd name="connsiteY856" fmla="*/ 1907790 h 6858000"/>
              <a:gd name="connsiteX857" fmla="*/ 6550221 w 7467600"/>
              <a:gd name="connsiteY857" fmla="*/ 1910729 h 6858000"/>
              <a:gd name="connsiteX858" fmla="*/ 6964438 w 7467600"/>
              <a:gd name="connsiteY858" fmla="*/ 2209505 h 6858000"/>
              <a:gd name="connsiteX859" fmla="*/ 7367862 w 7467600"/>
              <a:gd name="connsiteY859" fmla="*/ 2806833 h 6858000"/>
              <a:gd name="connsiteX860" fmla="*/ 7364329 w 7467600"/>
              <a:gd name="connsiteY860" fmla="*/ 2826907 h 6858000"/>
              <a:gd name="connsiteX861" fmla="*/ 7290545 w 7467600"/>
              <a:gd name="connsiteY861" fmla="*/ 2850663 h 6858000"/>
              <a:gd name="connsiteX862" fmla="*/ 6472036 w 7467600"/>
              <a:gd name="connsiteY862" fmla="*/ 1959003 h 6858000"/>
              <a:gd name="connsiteX863" fmla="*/ 5792897 w 7467600"/>
              <a:gd name="connsiteY863" fmla="*/ 1647747 h 6858000"/>
              <a:gd name="connsiteX864" fmla="*/ 5842751 w 7467600"/>
              <a:gd name="connsiteY864" fmla="*/ 1816112 h 6858000"/>
              <a:gd name="connsiteX865" fmla="*/ 5847424 w 7467600"/>
              <a:gd name="connsiteY865" fmla="*/ 1815776 h 6858000"/>
              <a:gd name="connsiteX866" fmla="*/ 6399821 w 7467600"/>
              <a:gd name="connsiteY866" fmla="*/ 2344799 h 6858000"/>
              <a:gd name="connsiteX867" fmla="*/ 6323232 w 7467600"/>
              <a:gd name="connsiteY867" fmla="*/ 2389634 h 6858000"/>
              <a:gd name="connsiteX868" fmla="*/ 5942958 w 7467600"/>
              <a:gd name="connsiteY868" fmla="*/ 2077708 h 6858000"/>
              <a:gd name="connsiteX869" fmla="*/ 5921559 w 7467600"/>
              <a:gd name="connsiteY869" fmla="*/ 2378596 h 6858000"/>
              <a:gd name="connsiteX870" fmla="*/ 5817651 w 7467600"/>
              <a:gd name="connsiteY870" fmla="*/ 3023919 h 6858000"/>
              <a:gd name="connsiteX871" fmla="*/ 5729634 w 7467600"/>
              <a:gd name="connsiteY871" fmla="*/ 3051849 h 6858000"/>
              <a:gd name="connsiteX872" fmla="*/ 5611018 w 7467600"/>
              <a:gd name="connsiteY872" fmla="*/ 2316769 h 6858000"/>
              <a:gd name="connsiteX873" fmla="*/ 5687608 w 7467600"/>
              <a:gd name="connsiteY873" fmla="*/ 2039972 h 6858000"/>
              <a:gd name="connsiteX874" fmla="*/ 5657554 w 7467600"/>
              <a:gd name="connsiteY874" fmla="*/ 1576445 h 6858000"/>
              <a:gd name="connsiteX875" fmla="*/ 5150475 w 7467600"/>
              <a:gd name="connsiteY875" fmla="*/ 1274012 h 6858000"/>
              <a:gd name="connsiteX876" fmla="*/ 5349142 w 7467600"/>
              <a:gd name="connsiteY876" fmla="*/ 2204405 h 6858000"/>
              <a:gd name="connsiteX877" fmla="*/ 5262214 w 7467600"/>
              <a:gd name="connsiteY877" fmla="*/ 2233836 h 6858000"/>
              <a:gd name="connsiteX878" fmla="*/ 4981539 w 7467600"/>
              <a:gd name="connsiteY878" fmla="*/ 1542201 h 6858000"/>
              <a:gd name="connsiteX879" fmla="*/ 4958461 w 7467600"/>
              <a:gd name="connsiteY879" fmla="*/ 1136957 h 6858000"/>
              <a:gd name="connsiteX880" fmla="*/ 4655015 w 7467600"/>
              <a:gd name="connsiteY880" fmla="*/ 891426 h 6858000"/>
              <a:gd name="connsiteX881" fmla="*/ 4348002 w 7467600"/>
              <a:gd name="connsiteY881" fmla="*/ 2205895 h 6858000"/>
              <a:gd name="connsiteX882" fmla="*/ 4262250 w 7467600"/>
              <a:gd name="connsiteY882" fmla="*/ 2219972 h 6858000"/>
              <a:gd name="connsiteX883" fmla="*/ 4550611 w 7467600"/>
              <a:gd name="connsiteY883" fmla="*/ 817540 h 6858000"/>
              <a:gd name="connsiteX884" fmla="*/ 4564418 w 7467600"/>
              <a:gd name="connsiteY884" fmla="*/ 808293 h 6858000"/>
              <a:gd name="connsiteX885" fmla="*/ 4266388 w 7467600"/>
              <a:gd name="connsiteY885" fmla="*/ 500083 h 6858000"/>
              <a:gd name="connsiteX886" fmla="*/ 4032842 w 7467600"/>
              <a:gd name="connsiteY886" fmla="*/ 211809 h 6858000"/>
              <a:gd name="connsiteX887" fmla="*/ 3882765 w 7467600"/>
              <a:gd name="connsiteY887" fmla="*/ 0 h 6858000"/>
              <a:gd name="connsiteX888" fmla="*/ 3721337 w 7467600"/>
              <a:gd name="connsiteY888" fmla="*/ 0 h 6858000"/>
              <a:gd name="connsiteX889" fmla="*/ 3797544 w 7467600"/>
              <a:gd name="connsiteY889" fmla="*/ 0 h 6858000"/>
              <a:gd name="connsiteX890" fmla="*/ 3775734 w 7467600"/>
              <a:gd name="connsiteY890" fmla="*/ 95131 h 6858000"/>
              <a:gd name="connsiteX891" fmla="*/ 3724807 w 7467600"/>
              <a:gd name="connsiteY891" fmla="*/ 272257 h 6858000"/>
              <a:gd name="connsiteX892" fmla="*/ 3726844 w 7467600"/>
              <a:gd name="connsiteY892" fmla="*/ 282988 h 6858000"/>
              <a:gd name="connsiteX893" fmla="*/ 3742664 w 7467600"/>
              <a:gd name="connsiteY893" fmla="*/ 279918 h 6858000"/>
              <a:gd name="connsiteX894" fmla="*/ 4103910 w 7467600"/>
              <a:gd name="connsiteY894" fmla="*/ 1161917 h 6858000"/>
              <a:gd name="connsiteX895" fmla="*/ 4020269 w 7467600"/>
              <a:gd name="connsiteY895" fmla="*/ 1200406 h 6858000"/>
              <a:gd name="connsiteX896" fmla="*/ 3674882 w 7467600"/>
              <a:gd name="connsiteY896" fmla="*/ 488524 h 6858000"/>
              <a:gd name="connsiteX897" fmla="*/ 3132682 w 7467600"/>
              <a:gd name="connsiteY897" fmla="*/ 1072284 h 6858000"/>
              <a:gd name="connsiteX898" fmla="*/ 2716346 w 7467600"/>
              <a:gd name="connsiteY898" fmla="*/ 1276376 h 6858000"/>
              <a:gd name="connsiteX899" fmla="*/ 2716772 w 7467600"/>
              <a:gd name="connsiteY899" fmla="*/ 1255462 h 6858000"/>
              <a:gd name="connsiteX900" fmla="*/ 3471096 w 7467600"/>
              <a:gd name="connsiteY900" fmla="*/ 437072 h 6858000"/>
              <a:gd name="connsiteX901" fmla="*/ 3639057 w 7467600"/>
              <a:gd name="connsiteY901" fmla="*/ 286334 h 6858000"/>
              <a:gd name="connsiteX902" fmla="*/ 3640309 w 7467600"/>
              <a:gd name="connsiteY902" fmla="*/ 284664 h 6858000"/>
              <a:gd name="connsiteX903" fmla="*/ 3646022 w 7467600"/>
              <a:gd name="connsiteY903" fmla="*/ 276711 h 6858000"/>
              <a:gd name="connsiteX904" fmla="*/ 3707943 w 7467600"/>
              <a:gd name="connsiteY904" fmla="*/ 65958 h 6858000"/>
              <a:gd name="connsiteX905" fmla="*/ 3721337 w 7467600"/>
              <a:gd name="connsiteY905" fmla="*/ 0 h 6858000"/>
              <a:gd name="connsiteX906" fmla="*/ 2867960 w 7467600"/>
              <a:gd name="connsiteY906" fmla="*/ 0 h 6858000"/>
              <a:gd name="connsiteX907" fmla="*/ 2926351 w 7467600"/>
              <a:gd name="connsiteY907" fmla="*/ 0 h 6858000"/>
              <a:gd name="connsiteX908" fmla="*/ 2902823 w 7467600"/>
              <a:gd name="connsiteY908" fmla="*/ 262929 h 6858000"/>
              <a:gd name="connsiteX909" fmla="*/ 2940663 w 7467600"/>
              <a:gd name="connsiteY909" fmla="*/ 140884 h 6858000"/>
              <a:gd name="connsiteX910" fmla="*/ 2947039 w 7467600"/>
              <a:gd name="connsiteY910" fmla="*/ 122524 h 6858000"/>
              <a:gd name="connsiteX911" fmla="*/ 2984316 w 7467600"/>
              <a:gd name="connsiteY911" fmla="*/ 0 h 6858000"/>
              <a:gd name="connsiteX912" fmla="*/ 3016114 w 7467600"/>
              <a:gd name="connsiteY912" fmla="*/ 0 h 6858000"/>
              <a:gd name="connsiteX913" fmla="*/ 2979949 w 7467600"/>
              <a:gd name="connsiteY913" fmla="*/ 119274 h 6858000"/>
              <a:gd name="connsiteX914" fmla="*/ 3023879 w 7467600"/>
              <a:gd name="connsiteY914" fmla="*/ 0 h 6858000"/>
              <a:gd name="connsiteX915" fmla="*/ 3105400 w 7467600"/>
              <a:gd name="connsiteY915" fmla="*/ 0 h 6858000"/>
              <a:gd name="connsiteX916" fmla="*/ 3094669 w 7467600"/>
              <a:gd name="connsiteY916" fmla="*/ 30308 h 6858000"/>
              <a:gd name="connsiteX917" fmla="*/ 2901945 w 7467600"/>
              <a:gd name="connsiteY917" fmla="*/ 466538 h 6858000"/>
              <a:gd name="connsiteX918" fmla="*/ 2815209 w 7467600"/>
              <a:gd name="connsiteY918" fmla="*/ 497361 h 6858000"/>
              <a:gd name="connsiteX919" fmla="*/ 2844845 w 7467600"/>
              <a:gd name="connsiteY919" fmla="*/ 127638 h 6858000"/>
              <a:gd name="connsiteX920" fmla="*/ 2867960 w 7467600"/>
              <a:gd name="connsiteY920" fmla="*/ 0 h 6858000"/>
              <a:gd name="connsiteX921" fmla="*/ 1057230 w 7467600"/>
              <a:gd name="connsiteY921" fmla="*/ 0 h 6858000"/>
              <a:gd name="connsiteX922" fmla="*/ 1111003 w 7467600"/>
              <a:gd name="connsiteY922" fmla="*/ 0 h 6858000"/>
              <a:gd name="connsiteX923" fmla="*/ 1125553 w 7467600"/>
              <a:gd name="connsiteY923" fmla="*/ 52588 h 6858000"/>
              <a:gd name="connsiteX924" fmla="*/ 1304276 w 7467600"/>
              <a:gd name="connsiteY924" fmla="*/ 476275 h 6858000"/>
              <a:gd name="connsiteX925" fmla="*/ 1492066 w 7467600"/>
              <a:gd name="connsiteY925" fmla="*/ 886333 h 6858000"/>
              <a:gd name="connsiteX926" fmla="*/ 1423698 w 7467600"/>
              <a:gd name="connsiteY926" fmla="*/ 710817 h 6858000"/>
              <a:gd name="connsiteX927" fmla="*/ 1357609 w 7467600"/>
              <a:gd name="connsiteY927" fmla="*/ 532892 h 6858000"/>
              <a:gd name="connsiteX928" fmla="*/ 1309550 w 7467600"/>
              <a:gd name="connsiteY928" fmla="*/ 374031 h 6858000"/>
              <a:gd name="connsiteX929" fmla="*/ 1193673 w 7467600"/>
              <a:gd name="connsiteY929" fmla="*/ 49533 h 6858000"/>
              <a:gd name="connsiteX930" fmla="*/ 1164391 w 7467600"/>
              <a:gd name="connsiteY930" fmla="*/ 0 h 6858000"/>
              <a:gd name="connsiteX931" fmla="*/ 1200666 w 7467600"/>
              <a:gd name="connsiteY931" fmla="*/ 0 h 6858000"/>
              <a:gd name="connsiteX932" fmla="*/ 1223408 w 7467600"/>
              <a:gd name="connsiteY932" fmla="*/ 38996 h 6858000"/>
              <a:gd name="connsiteX933" fmla="*/ 1339635 w 7467600"/>
              <a:gd name="connsiteY933" fmla="*/ 365517 h 6858000"/>
              <a:gd name="connsiteX934" fmla="*/ 1387469 w 7467600"/>
              <a:gd name="connsiteY934" fmla="*/ 523079 h 6858000"/>
              <a:gd name="connsiteX935" fmla="*/ 1452685 w 7467600"/>
              <a:gd name="connsiteY935" fmla="*/ 699806 h 6858000"/>
              <a:gd name="connsiteX936" fmla="*/ 1492092 w 7467600"/>
              <a:gd name="connsiteY936" fmla="*/ 800424 h 6858000"/>
              <a:gd name="connsiteX937" fmla="*/ 1455302 w 7467600"/>
              <a:gd name="connsiteY937" fmla="*/ 632913 h 6858000"/>
              <a:gd name="connsiteX938" fmla="*/ 1222336 w 7467600"/>
              <a:gd name="connsiteY938" fmla="*/ 9480 h 6858000"/>
              <a:gd name="connsiteX939" fmla="*/ 1214634 w 7467600"/>
              <a:gd name="connsiteY939" fmla="*/ 0 h 6858000"/>
              <a:gd name="connsiteX940" fmla="*/ 1289827 w 7467600"/>
              <a:gd name="connsiteY940" fmla="*/ 0 h 6858000"/>
              <a:gd name="connsiteX941" fmla="*/ 1321076 w 7467600"/>
              <a:gd name="connsiteY941" fmla="*/ 59722 h 6858000"/>
              <a:gd name="connsiteX942" fmla="*/ 1512579 w 7467600"/>
              <a:gd name="connsiteY942" fmla="*/ 626441 h 6858000"/>
              <a:gd name="connsiteX943" fmla="*/ 1506076 w 7467600"/>
              <a:gd name="connsiteY943" fmla="*/ 1089289 h 6858000"/>
              <a:gd name="connsiteX944" fmla="*/ 1486346 w 7467600"/>
              <a:gd name="connsiteY944" fmla="*/ 1079919 h 6858000"/>
              <a:gd name="connsiteX945" fmla="*/ 1070511 w 7467600"/>
              <a:gd name="connsiteY945" fmla="*/ 48609 h 6858000"/>
              <a:gd name="connsiteX946" fmla="*/ 1057230 w 7467600"/>
              <a:gd name="connsiteY946" fmla="*/ 0 h 6858000"/>
              <a:gd name="connsiteX947" fmla="*/ 43151 w 7467600"/>
              <a:gd name="connsiteY947" fmla="*/ 0 h 6858000"/>
              <a:gd name="connsiteX948" fmla="*/ 95283 w 7467600"/>
              <a:gd name="connsiteY948" fmla="*/ 0 h 6858000"/>
              <a:gd name="connsiteX949" fmla="*/ 300708 w 7467600"/>
              <a:gd name="connsiteY949" fmla="*/ 154571 h 6858000"/>
              <a:gd name="connsiteX950" fmla="*/ 530414 w 7467600"/>
              <a:gd name="connsiteY950" fmla="*/ 354673 h 6858000"/>
              <a:gd name="connsiteX951" fmla="*/ 333785 w 7467600"/>
              <a:gd name="connsiteY951" fmla="*/ 161564 h 6858000"/>
              <a:gd name="connsiteX952" fmla="*/ 147005 w 7467600"/>
              <a:gd name="connsiteY952" fmla="*/ 0 h 6858000"/>
              <a:gd name="connsiteX953" fmla="*/ 272509 w 7467600"/>
              <a:gd name="connsiteY953" fmla="*/ 0 h 6858000"/>
              <a:gd name="connsiteX954" fmla="*/ 326276 w 7467600"/>
              <a:gd name="connsiteY954" fmla="*/ 45847 h 6858000"/>
              <a:gd name="connsiteX955" fmla="*/ 823759 w 7467600"/>
              <a:gd name="connsiteY955" fmla="*/ 574145 h 6858000"/>
              <a:gd name="connsiteX956" fmla="*/ 811254 w 7467600"/>
              <a:gd name="connsiteY956" fmla="*/ 665546 h 6858000"/>
              <a:gd name="connsiteX957" fmla="*/ 154042 w 7467600"/>
              <a:gd name="connsiteY957" fmla="*/ 261522 h 6858000"/>
              <a:gd name="connsiteX958" fmla="*/ 13550 w 7467600"/>
              <a:gd name="connsiteY958" fmla="*/ 158423 h 6858000"/>
              <a:gd name="connsiteX959" fmla="*/ 0 w 7467600"/>
              <a:gd name="connsiteY959" fmla="*/ 146618 h 6858000"/>
              <a:gd name="connsiteX960" fmla="*/ 0 w 7467600"/>
              <a:gd name="connsiteY960" fmla="*/ 59161 h 6858000"/>
              <a:gd name="connsiteX961" fmla="*/ 45427 w 7467600"/>
              <a:gd name="connsiteY961" fmla="*/ 101078 h 6858000"/>
              <a:gd name="connsiteX962" fmla="*/ 630103 w 7467600"/>
              <a:gd name="connsiteY962" fmla="*/ 485885 h 6858000"/>
              <a:gd name="connsiteX963" fmla="*/ 532040 w 7467600"/>
              <a:gd name="connsiteY963" fmla="*/ 399359 h 6858000"/>
              <a:gd name="connsiteX964" fmla="*/ 517618 w 7467600"/>
              <a:gd name="connsiteY964" fmla="*/ 385726 h 6858000"/>
              <a:gd name="connsiteX965" fmla="*/ 285074 w 7467600"/>
              <a:gd name="connsiteY965" fmla="*/ 182755 h 6858000"/>
              <a:gd name="connsiteX966" fmla="*/ 43151 w 7467600"/>
              <a:gd name="connsiteY966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7454976 w 7467600"/>
              <a:gd name="connsiteY74" fmla="*/ 6318297 h 6858000"/>
              <a:gd name="connsiteX75" fmla="*/ 7379510 w 7467600"/>
              <a:gd name="connsiteY75" fmla="*/ 5755454 h 6858000"/>
              <a:gd name="connsiteX76" fmla="*/ 7467600 w 7467600"/>
              <a:gd name="connsiteY76" fmla="*/ 6012219 h 6858000"/>
              <a:gd name="connsiteX77" fmla="*/ 7356878 w 7467600"/>
              <a:gd name="connsiteY77" fmla="*/ 5981332 h 6858000"/>
              <a:gd name="connsiteX78" fmla="*/ 7467600 w 7467600"/>
              <a:gd name="connsiteY78" fmla="*/ 6117703 h 6858000"/>
              <a:gd name="connsiteX79" fmla="*/ 7467600 w 7467600"/>
              <a:gd name="connsiteY79" fmla="*/ 6163634 h 6858000"/>
              <a:gd name="connsiteX80" fmla="*/ 7403637 w 7467600"/>
              <a:gd name="connsiteY80" fmla="*/ 6083957 h 6858000"/>
              <a:gd name="connsiteX81" fmla="*/ 7254615 w 7467600"/>
              <a:gd name="connsiteY81" fmla="*/ 5911918 h 6858000"/>
              <a:gd name="connsiteX82" fmla="*/ 7312589 w 7467600"/>
              <a:gd name="connsiteY82" fmla="*/ 5982309 h 6858000"/>
              <a:gd name="connsiteX83" fmla="*/ 7448321 w 7467600"/>
              <a:gd name="connsiteY83" fmla="*/ 6190991 h 6858000"/>
              <a:gd name="connsiteX84" fmla="*/ 7467600 w 7467600"/>
              <a:gd name="connsiteY84" fmla="*/ 6221686 h 6858000"/>
              <a:gd name="connsiteX85" fmla="*/ 7467600 w 7467600"/>
              <a:gd name="connsiteY85" fmla="*/ 6334256 h 6858000"/>
              <a:gd name="connsiteX86" fmla="*/ 7454976 w 7467600"/>
              <a:gd name="connsiteY86" fmla="*/ 6318297 h 6858000"/>
              <a:gd name="connsiteX87" fmla="*/ 1456157 w 7467600"/>
              <a:gd name="connsiteY87" fmla="*/ 5371404 h 6858000"/>
              <a:gd name="connsiteX88" fmla="*/ 1244432 w 7467600"/>
              <a:gd name="connsiteY88" fmla="*/ 5385601 h 6858000"/>
              <a:gd name="connsiteX89" fmla="*/ 973990 w 7467600"/>
              <a:gd name="connsiteY89" fmla="*/ 5424940 h 6858000"/>
              <a:gd name="connsiteX90" fmla="*/ 1103809 w 7467600"/>
              <a:gd name="connsiteY90" fmla="*/ 5433720 h 6858000"/>
              <a:gd name="connsiteX91" fmla="*/ 1123454 w 7467600"/>
              <a:gd name="connsiteY91" fmla="*/ 5435727 h 6858000"/>
              <a:gd name="connsiteX92" fmla="*/ 1737017 w 7467600"/>
              <a:gd name="connsiteY92" fmla="*/ 5452183 h 6858000"/>
              <a:gd name="connsiteX93" fmla="*/ 1824397 w 7467600"/>
              <a:gd name="connsiteY93" fmla="*/ 5447757 h 6858000"/>
              <a:gd name="connsiteX94" fmla="*/ 2070059 w 7467600"/>
              <a:gd name="connsiteY94" fmla="*/ 5441660 h 6858000"/>
              <a:gd name="connsiteX95" fmla="*/ 1456157 w 7467600"/>
              <a:gd name="connsiteY95" fmla="*/ 5371404 h 6858000"/>
              <a:gd name="connsiteX96" fmla="*/ 4988186 w 7467600"/>
              <a:gd name="connsiteY96" fmla="*/ 5216467 h 6858000"/>
              <a:gd name="connsiteX97" fmla="*/ 4777334 w 7467600"/>
              <a:gd name="connsiteY97" fmla="*/ 5406072 h 6858000"/>
              <a:gd name="connsiteX98" fmla="*/ 4718341 w 7467600"/>
              <a:gd name="connsiteY98" fmla="*/ 5468043 h 6858000"/>
              <a:gd name="connsiteX99" fmla="*/ 4604655 w 7467600"/>
              <a:gd name="connsiteY99" fmla="*/ 5583434 h 6858000"/>
              <a:gd name="connsiteX100" fmla="*/ 4565074 w 7467600"/>
              <a:gd name="connsiteY100" fmla="*/ 5618550 h 6858000"/>
              <a:gd name="connsiteX101" fmla="*/ 4988186 w 7467600"/>
              <a:gd name="connsiteY101" fmla="*/ 5216467 h 6858000"/>
              <a:gd name="connsiteX102" fmla="*/ 4978032 w 7467600"/>
              <a:gd name="connsiteY102" fmla="*/ 5183809 h 6858000"/>
              <a:gd name="connsiteX103" fmla="*/ 4463413 w 7467600"/>
              <a:gd name="connsiteY103" fmla="*/ 5615162 h 6858000"/>
              <a:gd name="connsiteX104" fmla="*/ 4358134 w 7467600"/>
              <a:gd name="connsiteY104" fmla="*/ 5742791 h 6858000"/>
              <a:gd name="connsiteX105" fmla="*/ 4376219 w 7467600"/>
              <a:gd name="connsiteY105" fmla="*/ 5729027 h 6858000"/>
              <a:gd name="connsiteX106" fmla="*/ 4582340 w 7467600"/>
              <a:gd name="connsiteY106" fmla="*/ 5561037 h 6858000"/>
              <a:gd name="connsiteX107" fmla="*/ 4694684 w 7467600"/>
              <a:gd name="connsiteY107" fmla="*/ 5447098 h 6858000"/>
              <a:gd name="connsiteX108" fmla="*/ 4754123 w 7467600"/>
              <a:gd name="connsiteY108" fmla="*/ 5384643 h 6858000"/>
              <a:gd name="connsiteX109" fmla="*/ 4978032 w 7467600"/>
              <a:gd name="connsiteY109" fmla="*/ 5183809 h 6858000"/>
              <a:gd name="connsiteX110" fmla="*/ 1903353 w 7467600"/>
              <a:gd name="connsiteY110" fmla="*/ 5044827 h 6858000"/>
              <a:gd name="connsiteX111" fmla="*/ 1936931 w 7467600"/>
              <a:gd name="connsiteY111" fmla="*/ 5093954 h 6858000"/>
              <a:gd name="connsiteX112" fmla="*/ 2195868 w 7467600"/>
              <a:gd name="connsiteY112" fmla="*/ 5396574 h 6858000"/>
              <a:gd name="connsiteX113" fmla="*/ 2088852 w 7467600"/>
              <a:gd name="connsiteY113" fmla="*/ 5166123 h 6858000"/>
              <a:gd name="connsiteX114" fmla="*/ 1958241 w 7467600"/>
              <a:gd name="connsiteY114" fmla="*/ 5067955 h 6858000"/>
              <a:gd name="connsiteX115" fmla="*/ 1903353 w 7467600"/>
              <a:gd name="connsiteY115" fmla="*/ 5044827 h 6858000"/>
              <a:gd name="connsiteX116" fmla="*/ 1979378 w 7467600"/>
              <a:gd name="connsiteY116" fmla="*/ 4769504 h 6858000"/>
              <a:gd name="connsiteX117" fmla="*/ 2882120 w 7467600"/>
              <a:gd name="connsiteY117" fmla="*/ 5064547 h 6858000"/>
              <a:gd name="connsiteX118" fmla="*/ 2793103 w 7467600"/>
              <a:gd name="connsiteY118" fmla="*/ 5039699 h 6858000"/>
              <a:gd name="connsiteX119" fmla="*/ 2770041 w 7467600"/>
              <a:gd name="connsiteY119" fmla="*/ 5033634 h 6858000"/>
              <a:gd name="connsiteX120" fmla="*/ 1979378 w 7467600"/>
              <a:gd name="connsiteY120" fmla="*/ 4769504 h 6858000"/>
              <a:gd name="connsiteX121" fmla="*/ 1927410 w 7467600"/>
              <a:gd name="connsiteY121" fmla="*/ 4716164 h 6858000"/>
              <a:gd name="connsiteX122" fmla="*/ 1959587 w 7467600"/>
              <a:gd name="connsiteY122" fmla="*/ 4728849 h 6858000"/>
              <a:gd name="connsiteX123" fmla="*/ 2777707 w 7467600"/>
              <a:gd name="connsiteY123" fmla="*/ 5003991 h 6858000"/>
              <a:gd name="connsiteX124" fmla="*/ 2800768 w 7467600"/>
              <a:gd name="connsiteY124" fmla="*/ 5010056 h 6858000"/>
              <a:gd name="connsiteX125" fmla="*/ 2879408 w 7467600"/>
              <a:gd name="connsiteY125" fmla="*/ 5031590 h 6858000"/>
              <a:gd name="connsiteX126" fmla="*/ 2862295 w 7467600"/>
              <a:gd name="connsiteY126" fmla="*/ 5022958 h 6858000"/>
              <a:gd name="connsiteX127" fmla="*/ 2813343 w 7467600"/>
              <a:gd name="connsiteY127" fmla="*/ 4998369 h 6858000"/>
              <a:gd name="connsiteX128" fmla="*/ 2646245 w 7467600"/>
              <a:gd name="connsiteY128" fmla="*/ 4930999 h 6858000"/>
              <a:gd name="connsiteX129" fmla="*/ 1999243 w 7467600"/>
              <a:gd name="connsiteY129" fmla="*/ 4730524 h 6858000"/>
              <a:gd name="connsiteX130" fmla="*/ 1979527 w 7467600"/>
              <a:gd name="connsiteY130" fmla="*/ 4726651 h 6858000"/>
              <a:gd name="connsiteX131" fmla="*/ 1927410 w 7467600"/>
              <a:gd name="connsiteY131" fmla="*/ 4716164 h 6858000"/>
              <a:gd name="connsiteX132" fmla="*/ 1997014 w 7467600"/>
              <a:gd name="connsiteY132" fmla="*/ 4698007 h 6858000"/>
              <a:gd name="connsiteX133" fmla="*/ 2005458 w 7467600"/>
              <a:gd name="connsiteY133" fmla="*/ 4699540 h 6858000"/>
              <a:gd name="connsiteX134" fmla="*/ 2657186 w 7467600"/>
              <a:gd name="connsiteY134" fmla="*/ 4901687 h 6858000"/>
              <a:gd name="connsiteX135" fmla="*/ 2826662 w 7467600"/>
              <a:gd name="connsiteY135" fmla="*/ 4970362 h 6858000"/>
              <a:gd name="connsiteX136" fmla="*/ 2876100 w 7467600"/>
              <a:gd name="connsiteY136" fmla="*/ 4995397 h 6858000"/>
              <a:gd name="connsiteX137" fmla="*/ 3042600 w 7467600"/>
              <a:gd name="connsiteY137" fmla="*/ 5059532 h 6858000"/>
              <a:gd name="connsiteX138" fmla="*/ 1997014 w 7467600"/>
              <a:gd name="connsiteY138" fmla="*/ 4698007 h 6858000"/>
              <a:gd name="connsiteX139" fmla="*/ 2305292 w 7467600"/>
              <a:gd name="connsiteY139" fmla="*/ 4219492 h 6858000"/>
              <a:gd name="connsiteX140" fmla="*/ 3360922 w 7467600"/>
              <a:gd name="connsiteY140" fmla="*/ 4529373 h 6858000"/>
              <a:gd name="connsiteX141" fmla="*/ 3492420 w 7467600"/>
              <a:gd name="connsiteY141" fmla="*/ 4510145 h 6858000"/>
              <a:gd name="connsiteX142" fmla="*/ 3364086 w 7467600"/>
              <a:gd name="connsiteY142" fmla="*/ 4480340 h 6858000"/>
              <a:gd name="connsiteX143" fmla="*/ 3225818 w 7467600"/>
              <a:gd name="connsiteY143" fmla="*/ 4411822 h 6858000"/>
              <a:gd name="connsiteX144" fmla="*/ 3129696 w 7467600"/>
              <a:gd name="connsiteY144" fmla="*/ 4360704 h 6858000"/>
              <a:gd name="connsiteX145" fmla="*/ 2814545 w 7467600"/>
              <a:gd name="connsiteY145" fmla="*/ 4282955 h 6858000"/>
              <a:gd name="connsiteX146" fmla="*/ 2305292 w 7467600"/>
              <a:gd name="connsiteY146" fmla="*/ 4219492 h 6858000"/>
              <a:gd name="connsiteX147" fmla="*/ 2626982 w 7467600"/>
              <a:gd name="connsiteY147" fmla="*/ 4206450 h 6858000"/>
              <a:gd name="connsiteX148" fmla="*/ 2490617 w 7467600"/>
              <a:gd name="connsiteY148" fmla="*/ 4206951 h 6858000"/>
              <a:gd name="connsiteX149" fmla="*/ 2819869 w 7467600"/>
              <a:gd name="connsiteY149" fmla="*/ 4252936 h 6858000"/>
              <a:gd name="connsiteX150" fmla="*/ 3143018 w 7467600"/>
              <a:gd name="connsiteY150" fmla="*/ 4332698 h 6858000"/>
              <a:gd name="connsiteX151" fmla="*/ 3241520 w 7467600"/>
              <a:gd name="connsiteY151" fmla="*/ 4385112 h 6858000"/>
              <a:gd name="connsiteX152" fmla="*/ 3374575 w 7467600"/>
              <a:gd name="connsiteY152" fmla="*/ 4451517 h 6858000"/>
              <a:gd name="connsiteX153" fmla="*/ 3505221 w 7467600"/>
              <a:gd name="connsiteY153" fmla="*/ 4480757 h 6858000"/>
              <a:gd name="connsiteX154" fmla="*/ 2626982 w 7467600"/>
              <a:gd name="connsiteY154" fmla="*/ 4206450 h 6858000"/>
              <a:gd name="connsiteX155" fmla="*/ 1310106 w 7467600"/>
              <a:gd name="connsiteY155" fmla="*/ 3943217 h 6858000"/>
              <a:gd name="connsiteX156" fmla="*/ 854994 w 7467600"/>
              <a:gd name="connsiteY156" fmla="*/ 4399136 h 6858000"/>
              <a:gd name="connsiteX157" fmla="*/ 742462 w 7467600"/>
              <a:gd name="connsiteY157" fmla="*/ 4594648 h 6858000"/>
              <a:gd name="connsiteX158" fmla="*/ 820602 w 7467600"/>
              <a:gd name="connsiteY158" fmla="*/ 4485915 h 6858000"/>
              <a:gd name="connsiteX159" fmla="*/ 878295 w 7467600"/>
              <a:gd name="connsiteY159" fmla="*/ 4403594 h 6858000"/>
              <a:gd name="connsiteX160" fmla="*/ 1240607 w 7467600"/>
              <a:gd name="connsiteY160" fmla="*/ 4010401 h 6858000"/>
              <a:gd name="connsiteX161" fmla="*/ 1310106 w 7467600"/>
              <a:gd name="connsiteY161" fmla="*/ 3943217 h 6858000"/>
              <a:gd name="connsiteX162" fmla="*/ 1423113 w 7467600"/>
              <a:gd name="connsiteY162" fmla="*/ 3874565 h 6858000"/>
              <a:gd name="connsiteX163" fmla="*/ 1260565 w 7467600"/>
              <a:gd name="connsiteY163" fmla="*/ 4031982 h 6858000"/>
              <a:gd name="connsiteX164" fmla="*/ 901900 w 7467600"/>
              <a:gd name="connsiteY164" fmla="*/ 4421236 h 6858000"/>
              <a:gd name="connsiteX165" fmla="*/ 845044 w 7467600"/>
              <a:gd name="connsiteY165" fmla="*/ 4502436 h 6858000"/>
              <a:gd name="connsiteX166" fmla="*/ 685926 w 7467600"/>
              <a:gd name="connsiteY166" fmla="*/ 4703069 h 6858000"/>
              <a:gd name="connsiteX167" fmla="*/ 684248 w 7467600"/>
              <a:gd name="connsiteY167" fmla="*/ 4706721 h 6858000"/>
              <a:gd name="connsiteX168" fmla="*/ 1423113 w 7467600"/>
              <a:gd name="connsiteY168" fmla="*/ 3874565 h 6858000"/>
              <a:gd name="connsiteX169" fmla="*/ 3316479 w 7467600"/>
              <a:gd name="connsiteY169" fmla="*/ 3872136 h 6858000"/>
              <a:gd name="connsiteX170" fmla="*/ 3546806 w 7467600"/>
              <a:gd name="connsiteY170" fmla="*/ 4356139 h 6858000"/>
              <a:gd name="connsiteX171" fmla="*/ 3364433 w 7467600"/>
              <a:gd name="connsiteY171" fmla="*/ 3953121 h 6858000"/>
              <a:gd name="connsiteX172" fmla="*/ 3316479 w 7467600"/>
              <a:gd name="connsiteY172" fmla="*/ 3872136 h 6858000"/>
              <a:gd name="connsiteX173" fmla="*/ 3291335 w 7467600"/>
              <a:gd name="connsiteY173" fmla="*/ 3767420 h 6858000"/>
              <a:gd name="connsiteX174" fmla="*/ 3390805 w 7467600"/>
              <a:gd name="connsiteY174" fmla="*/ 3937163 h 6858000"/>
              <a:gd name="connsiteX175" fmla="*/ 3579062 w 7467600"/>
              <a:gd name="connsiteY175" fmla="*/ 4359040 h 6858000"/>
              <a:gd name="connsiteX176" fmla="*/ 3467355 w 7467600"/>
              <a:gd name="connsiteY176" fmla="*/ 3988130 h 6858000"/>
              <a:gd name="connsiteX177" fmla="*/ 3310753 w 7467600"/>
              <a:gd name="connsiteY177" fmla="*/ 3787140 h 6858000"/>
              <a:gd name="connsiteX178" fmla="*/ 3291335 w 7467600"/>
              <a:gd name="connsiteY178" fmla="*/ 3767420 h 6858000"/>
              <a:gd name="connsiteX179" fmla="*/ 1635889 w 7467600"/>
              <a:gd name="connsiteY179" fmla="*/ 3709494 h 6858000"/>
              <a:gd name="connsiteX180" fmla="*/ 1634800 w 7467600"/>
              <a:gd name="connsiteY180" fmla="*/ 3731111 h 6858000"/>
              <a:gd name="connsiteX181" fmla="*/ 1635889 w 7467600"/>
              <a:gd name="connsiteY181" fmla="*/ 3709494 h 6858000"/>
              <a:gd name="connsiteX182" fmla="*/ 1510397 w 7467600"/>
              <a:gd name="connsiteY182" fmla="*/ 3684705 h 6858000"/>
              <a:gd name="connsiteX183" fmla="*/ 1146550 w 7467600"/>
              <a:gd name="connsiteY183" fmla="*/ 3802012 h 6858000"/>
              <a:gd name="connsiteX184" fmla="*/ 698834 w 7467600"/>
              <a:gd name="connsiteY184" fmla="*/ 3952272 h 6858000"/>
              <a:gd name="connsiteX185" fmla="*/ 34256 w 7467600"/>
              <a:gd name="connsiteY185" fmla="*/ 4347603 h 6858000"/>
              <a:gd name="connsiteX186" fmla="*/ 527241 w 7467600"/>
              <a:gd name="connsiteY186" fmla="*/ 4065078 h 6858000"/>
              <a:gd name="connsiteX187" fmla="*/ 1510397 w 7467600"/>
              <a:gd name="connsiteY187" fmla="*/ 3684705 h 6858000"/>
              <a:gd name="connsiteX188" fmla="*/ 1313114 w 7467600"/>
              <a:gd name="connsiteY188" fmla="*/ 3655216 h 6858000"/>
              <a:gd name="connsiteX189" fmla="*/ 1109304 w 7467600"/>
              <a:gd name="connsiteY189" fmla="*/ 3669030 h 6858000"/>
              <a:gd name="connsiteX190" fmla="*/ 8129 w 7467600"/>
              <a:gd name="connsiteY190" fmla="*/ 4330519 h 6858000"/>
              <a:gd name="connsiteX191" fmla="*/ 687572 w 7467600"/>
              <a:gd name="connsiteY191" fmla="*/ 3925629 h 6858000"/>
              <a:gd name="connsiteX192" fmla="*/ 1138365 w 7467600"/>
              <a:gd name="connsiteY192" fmla="*/ 3774515 h 6858000"/>
              <a:gd name="connsiteX193" fmla="*/ 1505579 w 7467600"/>
              <a:gd name="connsiteY193" fmla="*/ 3655526 h 6858000"/>
              <a:gd name="connsiteX194" fmla="*/ 1313114 w 7467600"/>
              <a:gd name="connsiteY194" fmla="*/ 3655216 h 6858000"/>
              <a:gd name="connsiteX195" fmla="*/ 3655073 w 7467600"/>
              <a:gd name="connsiteY195" fmla="*/ 3650884 h 6858000"/>
              <a:gd name="connsiteX196" fmla="*/ 3989938 w 7467600"/>
              <a:gd name="connsiteY196" fmla="*/ 3991685 h 6858000"/>
              <a:gd name="connsiteX197" fmla="*/ 4393907 w 7467600"/>
              <a:gd name="connsiteY197" fmla="*/ 4261258 h 6858000"/>
              <a:gd name="connsiteX198" fmla="*/ 4648051 w 7467600"/>
              <a:gd name="connsiteY198" fmla="*/ 4374051 h 6858000"/>
              <a:gd name="connsiteX199" fmla="*/ 4383389 w 7467600"/>
              <a:gd name="connsiteY199" fmla="*/ 4184369 h 6858000"/>
              <a:gd name="connsiteX200" fmla="*/ 4165508 w 7467600"/>
              <a:gd name="connsiteY200" fmla="*/ 4035196 h 6858000"/>
              <a:gd name="connsiteX201" fmla="*/ 4068162 w 7467600"/>
              <a:gd name="connsiteY201" fmla="*/ 3953394 h 6858000"/>
              <a:gd name="connsiteX202" fmla="*/ 3981416 w 7467600"/>
              <a:gd name="connsiteY202" fmla="*/ 3880482 h 6858000"/>
              <a:gd name="connsiteX203" fmla="*/ 3800147 w 7467600"/>
              <a:gd name="connsiteY203" fmla="*/ 3749872 h 6858000"/>
              <a:gd name="connsiteX204" fmla="*/ 3655073 w 7467600"/>
              <a:gd name="connsiteY204" fmla="*/ 3650884 h 6858000"/>
              <a:gd name="connsiteX205" fmla="*/ 3670252 w 7467600"/>
              <a:gd name="connsiteY205" fmla="*/ 3622798 h 6858000"/>
              <a:gd name="connsiteX206" fmla="*/ 3817258 w 7467600"/>
              <a:gd name="connsiteY206" fmla="*/ 3723577 h 6858000"/>
              <a:gd name="connsiteX207" fmla="*/ 4000461 w 7467600"/>
              <a:gd name="connsiteY207" fmla="*/ 3855966 h 6858000"/>
              <a:gd name="connsiteX208" fmla="*/ 4088180 w 7467600"/>
              <a:gd name="connsiteY208" fmla="*/ 3929774 h 6858000"/>
              <a:gd name="connsiteX209" fmla="*/ 4184555 w 7467600"/>
              <a:gd name="connsiteY209" fmla="*/ 4010683 h 6858000"/>
              <a:gd name="connsiteX210" fmla="*/ 4399563 w 7467600"/>
              <a:gd name="connsiteY210" fmla="*/ 4158106 h 6858000"/>
              <a:gd name="connsiteX211" fmla="*/ 4684469 w 7467600"/>
              <a:gd name="connsiteY211" fmla="*/ 4364680 h 6858000"/>
              <a:gd name="connsiteX212" fmla="*/ 4690271 w 7467600"/>
              <a:gd name="connsiteY212" fmla="*/ 4370034 h 6858000"/>
              <a:gd name="connsiteX213" fmla="*/ 4136093 w 7467600"/>
              <a:gd name="connsiteY213" fmla="*/ 3858466 h 6858000"/>
              <a:gd name="connsiteX214" fmla="*/ 3670252 w 7467600"/>
              <a:gd name="connsiteY214" fmla="*/ 3622798 h 6858000"/>
              <a:gd name="connsiteX215" fmla="*/ 4440129 w 7467600"/>
              <a:gd name="connsiteY215" fmla="*/ 3448571 h 6858000"/>
              <a:gd name="connsiteX216" fmla="*/ 4856525 w 7467600"/>
              <a:gd name="connsiteY216" fmla="*/ 3915351 h 6858000"/>
              <a:gd name="connsiteX217" fmla="*/ 5059055 w 7467600"/>
              <a:gd name="connsiteY217" fmla="*/ 4108918 h 6858000"/>
              <a:gd name="connsiteX218" fmla="*/ 5290070 w 7467600"/>
              <a:gd name="connsiteY218" fmla="*/ 4263619 h 6858000"/>
              <a:gd name="connsiteX219" fmla="*/ 4834991 w 7467600"/>
              <a:gd name="connsiteY219" fmla="*/ 3830985 h 6858000"/>
              <a:gd name="connsiteX220" fmla="*/ 4440129 w 7467600"/>
              <a:gd name="connsiteY220" fmla="*/ 3448571 h 6858000"/>
              <a:gd name="connsiteX221" fmla="*/ 4441737 w 7467600"/>
              <a:gd name="connsiteY221" fmla="*/ 3399734 h 6858000"/>
              <a:gd name="connsiteX222" fmla="*/ 4431236 w 7467600"/>
              <a:gd name="connsiteY222" fmla="*/ 3400954 h 6858000"/>
              <a:gd name="connsiteX223" fmla="*/ 4557150 w 7467600"/>
              <a:gd name="connsiteY223" fmla="*/ 3510023 h 6858000"/>
              <a:gd name="connsiteX224" fmla="*/ 4856936 w 7467600"/>
              <a:gd name="connsiteY224" fmla="*/ 3809146 h 6858000"/>
              <a:gd name="connsiteX225" fmla="*/ 5111996 w 7467600"/>
              <a:gd name="connsiteY225" fmla="*/ 4065759 h 6858000"/>
              <a:gd name="connsiteX226" fmla="*/ 5388878 w 7467600"/>
              <a:gd name="connsiteY226" fmla="*/ 4300185 h 6858000"/>
              <a:gd name="connsiteX227" fmla="*/ 5425556 w 7467600"/>
              <a:gd name="connsiteY227" fmla="*/ 4308967 h 6858000"/>
              <a:gd name="connsiteX228" fmla="*/ 4943646 w 7467600"/>
              <a:gd name="connsiteY228" fmla="*/ 3822916 h 6858000"/>
              <a:gd name="connsiteX229" fmla="*/ 4594837 w 7467600"/>
              <a:gd name="connsiteY229" fmla="*/ 3532274 h 6858000"/>
              <a:gd name="connsiteX230" fmla="*/ 4441737 w 7467600"/>
              <a:gd name="connsiteY230" fmla="*/ 3399734 h 6858000"/>
              <a:gd name="connsiteX231" fmla="*/ 5425834 w 7467600"/>
              <a:gd name="connsiteY231" fmla="*/ 3162785 h 6858000"/>
              <a:gd name="connsiteX232" fmla="*/ 5401644 w 7467600"/>
              <a:gd name="connsiteY232" fmla="*/ 3617847 h 6858000"/>
              <a:gd name="connsiteX233" fmla="*/ 5467256 w 7467600"/>
              <a:gd name="connsiteY233" fmla="*/ 4175494 h 6858000"/>
              <a:gd name="connsiteX234" fmla="*/ 5448069 w 7467600"/>
              <a:gd name="connsiteY234" fmla="*/ 3567554 h 6858000"/>
              <a:gd name="connsiteX235" fmla="*/ 5425834 w 7467600"/>
              <a:gd name="connsiteY235" fmla="*/ 3162785 h 6858000"/>
              <a:gd name="connsiteX236" fmla="*/ 1318687 w 7467600"/>
              <a:gd name="connsiteY236" fmla="*/ 3113840 h 6858000"/>
              <a:gd name="connsiteX237" fmla="*/ 1066793 w 7467600"/>
              <a:gd name="connsiteY237" fmla="*/ 3212171 h 6858000"/>
              <a:gd name="connsiteX238" fmla="*/ 993319 w 7467600"/>
              <a:gd name="connsiteY238" fmla="*/ 3247648 h 6858000"/>
              <a:gd name="connsiteX239" fmla="*/ 853081 w 7467600"/>
              <a:gd name="connsiteY239" fmla="*/ 3312410 h 6858000"/>
              <a:gd name="connsiteX240" fmla="*/ 805957 w 7467600"/>
              <a:gd name="connsiteY240" fmla="*/ 3330443 h 6858000"/>
              <a:gd name="connsiteX241" fmla="*/ 1318687 w 7467600"/>
              <a:gd name="connsiteY241" fmla="*/ 3113840 h 6858000"/>
              <a:gd name="connsiteX242" fmla="*/ 5453702 w 7467600"/>
              <a:gd name="connsiteY242" fmla="*/ 3090882 h 6858000"/>
              <a:gd name="connsiteX243" fmla="*/ 5480135 w 7467600"/>
              <a:gd name="connsiteY243" fmla="*/ 3565802 h 6858000"/>
              <a:gd name="connsiteX244" fmla="*/ 5499023 w 7467600"/>
              <a:gd name="connsiteY244" fmla="*/ 4166310 h 6858000"/>
              <a:gd name="connsiteX245" fmla="*/ 5547022 w 7467600"/>
              <a:gd name="connsiteY245" fmla="*/ 3607838 h 6858000"/>
              <a:gd name="connsiteX246" fmla="*/ 5515964 w 7467600"/>
              <a:gd name="connsiteY246" fmla="*/ 3378541 h 6858000"/>
              <a:gd name="connsiteX247" fmla="*/ 5453702 w 7467600"/>
              <a:gd name="connsiteY247" fmla="*/ 3090882 h 6858000"/>
              <a:gd name="connsiteX248" fmla="*/ 1238695 w 7467600"/>
              <a:gd name="connsiteY248" fmla="*/ 3076820 h 6858000"/>
              <a:gd name="connsiteX249" fmla="*/ 716371 w 7467600"/>
              <a:gd name="connsiteY249" fmla="*/ 3293249 h 6858000"/>
              <a:gd name="connsiteX250" fmla="*/ 579522 w 7467600"/>
              <a:gd name="connsiteY250" fmla="*/ 3371759 h 6858000"/>
              <a:gd name="connsiteX251" fmla="*/ 600288 w 7467600"/>
              <a:gd name="connsiteY251" fmla="*/ 3365555 h 6858000"/>
              <a:gd name="connsiteX252" fmla="*/ 840692 w 7467600"/>
              <a:gd name="connsiteY252" fmla="*/ 3284921 h 6858000"/>
              <a:gd name="connsiteX253" fmla="*/ 979248 w 7467600"/>
              <a:gd name="connsiteY253" fmla="*/ 3221003 h 6858000"/>
              <a:gd name="connsiteX254" fmla="*/ 1053282 w 7467600"/>
              <a:gd name="connsiteY254" fmla="*/ 3185247 h 6858000"/>
              <a:gd name="connsiteX255" fmla="*/ 1320603 w 7467600"/>
              <a:gd name="connsiteY255" fmla="*/ 3081281 h 6858000"/>
              <a:gd name="connsiteX256" fmla="*/ 1238695 w 7467600"/>
              <a:gd name="connsiteY256" fmla="*/ 3076820 h 6858000"/>
              <a:gd name="connsiteX257" fmla="*/ 5425627 w 7467600"/>
              <a:gd name="connsiteY257" fmla="*/ 2954192 h 6858000"/>
              <a:gd name="connsiteX258" fmla="*/ 5470770 w 7467600"/>
              <a:gd name="connsiteY258" fmla="*/ 3005435 h 6858000"/>
              <a:gd name="connsiteX259" fmla="*/ 5519779 w 7467600"/>
              <a:gd name="connsiteY259" fmla="*/ 4359223 h 6858000"/>
              <a:gd name="connsiteX260" fmla="*/ 5520293 w 7467600"/>
              <a:gd name="connsiteY260" fmla="*/ 4360602 h 6858000"/>
              <a:gd name="connsiteX261" fmla="*/ 5767221 w 7467600"/>
              <a:gd name="connsiteY261" fmla="*/ 4665564 h 6858000"/>
              <a:gd name="connsiteX262" fmla="*/ 6937169 w 7467600"/>
              <a:gd name="connsiteY262" fmla="*/ 4815941 h 6858000"/>
              <a:gd name="connsiteX263" fmla="*/ 6953922 w 7467600"/>
              <a:gd name="connsiteY263" fmla="*/ 4890068 h 6858000"/>
              <a:gd name="connsiteX264" fmla="*/ 6071359 w 7467600"/>
              <a:gd name="connsiteY264" fmla="*/ 4770770 h 6858000"/>
              <a:gd name="connsiteX265" fmla="*/ 6038839 w 7467600"/>
              <a:gd name="connsiteY265" fmla="*/ 4764474 h 6858000"/>
              <a:gd name="connsiteX266" fmla="*/ 6038706 w 7467600"/>
              <a:gd name="connsiteY266" fmla="*/ 4763847 h 6858000"/>
              <a:gd name="connsiteX267" fmla="*/ 6037784 w 7467600"/>
              <a:gd name="connsiteY267" fmla="*/ 4764270 h 6858000"/>
              <a:gd name="connsiteX268" fmla="*/ 6038839 w 7467600"/>
              <a:gd name="connsiteY268" fmla="*/ 4764474 h 6858000"/>
              <a:gd name="connsiteX269" fmla="*/ 6040338 w 7467600"/>
              <a:gd name="connsiteY269" fmla="*/ 4771418 h 6858000"/>
              <a:gd name="connsiteX270" fmla="*/ 6024488 w 7467600"/>
              <a:gd name="connsiteY270" fmla="*/ 4809903 h 6858000"/>
              <a:gd name="connsiteX271" fmla="*/ 5599771 w 7467600"/>
              <a:gd name="connsiteY271" fmla="*/ 5509652 h 6858000"/>
              <a:gd name="connsiteX272" fmla="*/ 5548843 w 7467600"/>
              <a:gd name="connsiteY272" fmla="*/ 5563845 h 6858000"/>
              <a:gd name="connsiteX273" fmla="*/ 5940952 w 7467600"/>
              <a:gd name="connsiteY273" fmla="*/ 6250028 h 6858000"/>
              <a:gd name="connsiteX274" fmla="*/ 6043441 w 7467600"/>
              <a:gd name="connsiteY274" fmla="*/ 6665847 h 6858000"/>
              <a:gd name="connsiteX275" fmla="*/ 6093432 w 7467600"/>
              <a:gd name="connsiteY275" fmla="*/ 6858000 h 6858000"/>
              <a:gd name="connsiteX276" fmla="*/ 6034344 w 7467600"/>
              <a:gd name="connsiteY276" fmla="*/ 6858000 h 6858000"/>
              <a:gd name="connsiteX277" fmla="*/ 6026679 w 7467600"/>
              <a:gd name="connsiteY277" fmla="*/ 6836959 h 6858000"/>
              <a:gd name="connsiteX278" fmla="*/ 5800441 w 7467600"/>
              <a:gd name="connsiteY278" fmla="*/ 6335286 h 6858000"/>
              <a:gd name="connsiteX279" fmla="*/ 5526562 w 7467600"/>
              <a:gd name="connsiteY279" fmla="*/ 5705388 h 6858000"/>
              <a:gd name="connsiteX280" fmla="*/ 5519640 w 7467600"/>
              <a:gd name="connsiteY280" fmla="*/ 5683774 h 6858000"/>
              <a:gd name="connsiteX281" fmla="*/ 5844559 w 7467600"/>
              <a:gd name="connsiteY281" fmla="*/ 6553349 h 6858000"/>
              <a:gd name="connsiteX282" fmla="*/ 5975994 w 7467600"/>
              <a:gd name="connsiteY282" fmla="*/ 6858000 h 6858000"/>
              <a:gd name="connsiteX283" fmla="*/ 5898547 w 7467600"/>
              <a:gd name="connsiteY283" fmla="*/ 6858000 h 6858000"/>
              <a:gd name="connsiteX284" fmla="*/ 5682041 w 7467600"/>
              <a:gd name="connsiteY284" fmla="*/ 6355860 h 6858000"/>
              <a:gd name="connsiteX285" fmla="*/ 5461758 w 7467600"/>
              <a:gd name="connsiteY285" fmla="*/ 5820220 h 6858000"/>
              <a:gd name="connsiteX286" fmla="*/ 5237282 w 7467600"/>
              <a:gd name="connsiteY286" fmla="*/ 6579086 h 6858000"/>
              <a:gd name="connsiteX287" fmla="*/ 5115009 w 7467600"/>
              <a:gd name="connsiteY287" fmla="*/ 6858000 h 6858000"/>
              <a:gd name="connsiteX288" fmla="*/ 5028074 w 7467600"/>
              <a:gd name="connsiteY288" fmla="*/ 6858000 h 6858000"/>
              <a:gd name="connsiteX289" fmla="*/ 5079508 w 7467600"/>
              <a:gd name="connsiteY289" fmla="*/ 6749074 h 6858000"/>
              <a:gd name="connsiteX290" fmla="*/ 5371846 w 7467600"/>
              <a:gd name="connsiteY290" fmla="*/ 5924413 h 6858000"/>
              <a:gd name="connsiteX291" fmla="*/ 5270512 w 7467600"/>
              <a:gd name="connsiteY291" fmla="*/ 6138975 h 6858000"/>
              <a:gd name="connsiteX292" fmla="*/ 5062409 w 7467600"/>
              <a:gd name="connsiteY292" fmla="*/ 6653544 h 6858000"/>
              <a:gd name="connsiteX293" fmla="*/ 5036628 w 7467600"/>
              <a:gd name="connsiteY293" fmla="*/ 6754247 h 6858000"/>
              <a:gd name="connsiteX294" fmla="*/ 5009112 w 7467600"/>
              <a:gd name="connsiteY294" fmla="*/ 6858000 h 6858000"/>
              <a:gd name="connsiteX295" fmla="*/ 4976679 w 7467600"/>
              <a:gd name="connsiteY295" fmla="*/ 6858000 h 6858000"/>
              <a:gd name="connsiteX296" fmla="*/ 5006537 w 7467600"/>
              <a:gd name="connsiteY296" fmla="*/ 6747068 h 6858000"/>
              <a:gd name="connsiteX297" fmla="*/ 5032723 w 7467600"/>
              <a:gd name="connsiteY297" fmla="*/ 6644957 h 6858000"/>
              <a:gd name="connsiteX298" fmla="*/ 5242949 w 7467600"/>
              <a:gd name="connsiteY298" fmla="*/ 6125175 h 6858000"/>
              <a:gd name="connsiteX299" fmla="*/ 5286321 w 7467600"/>
              <a:gd name="connsiteY299" fmla="*/ 6033555 h 6858000"/>
              <a:gd name="connsiteX300" fmla="*/ 5008210 w 7467600"/>
              <a:gd name="connsiteY300" fmla="*/ 6649194 h 6858000"/>
              <a:gd name="connsiteX301" fmla="*/ 4986321 w 7467600"/>
              <a:gd name="connsiteY301" fmla="*/ 6765687 h 6858000"/>
              <a:gd name="connsiteX302" fmla="*/ 4973474 w 7467600"/>
              <a:gd name="connsiteY302" fmla="*/ 6858000 h 6858000"/>
              <a:gd name="connsiteX303" fmla="*/ 4907178 w 7467600"/>
              <a:gd name="connsiteY303" fmla="*/ 6858000 h 6858000"/>
              <a:gd name="connsiteX304" fmla="*/ 4910810 w 7467600"/>
              <a:gd name="connsiteY304" fmla="*/ 6829660 h 6858000"/>
              <a:gd name="connsiteX305" fmla="*/ 4987461 w 7467600"/>
              <a:gd name="connsiteY305" fmla="*/ 6432994 h 6858000"/>
              <a:gd name="connsiteX306" fmla="*/ 5179262 w 7467600"/>
              <a:gd name="connsiteY306" fmla="*/ 6035044 h 6858000"/>
              <a:gd name="connsiteX307" fmla="*/ 4689678 w 7467600"/>
              <a:gd name="connsiteY307" fmla="*/ 6440241 h 6858000"/>
              <a:gd name="connsiteX308" fmla="*/ 4477543 w 7467600"/>
              <a:gd name="connsiteY308" fmla="*/ 6674836 h 6858000"/>
              <a:gd name="connsiteX309" fmla="*/ 4329957 w 7467600"/>
              <a:gd name="connsiteY309" fmla="*/ 6858000 h 6858000"/>
              <a:gd name="connsiteX310" fmla="*/ 4218595 w 7467600"/>
              <a:gd name="connsiteY310" fmla="*/ 6858000 h 6858000"/>
              <a:gd name="connsiteX311" fmla="*/ 4368888 w 7467600"/>
              <a:gd name="connsiteY311" fmla="*/ 6668412 h 6858000"/>
              <a:gd name="connsiteX312" fmla="*/ 4563091 w 7467600"/>
              <a:gd name="connsiteY312" fmla="*/ 6442508 h 6858000"/>
              <a:gd name="connsiteX313" fmla="*/ 5387324 w 7467600"/>
              <a:gd name="connsiteY313" fmla="*/ 5705830 h 6858000"/>
              <a:gd name="connsiteX314" fmla="*/ 5073620 w 7467600"/>
              <a:gd name="connsiteY314" fmla="*/ 5955437 h 6858000"/>
              <a:gd name="connsiteX315" fmla="*/ 4689789 w 7467600"/>
              <a:gd name="connsiteY315" fmla="*/ 6268382 h 6858000"/>
              <a:gd name="connsiteX316" fmla="*/ 4418722 w 7467600"/>
              <a:gd name="connsiteY316" fmla="*/ 6570886 h 6858000"/>
              <a:gd name="connsiteX317" fmla="*/ 4214944 w 7467600"/>
              <a:gd name="connsiteY317" fmla="*/ 6858000 h 6858000"/>
              <a:gd name="connsiteX318" fmla="*/ 4177898 w 7467600"/>
              <a:gd name="connsiteY318" fmla="*/ 6858000 h 6858000"/>
              <a:gd name="connsiteX319" fmla="*/ 4391597 w 7467600"/>
              <a:gd name="connsiteY319" fmla="*/ 6556370 h 6858000"/>
              <a:gd name="connsiteX320" fmla="*/ 4668889 w 7467600"/>
              <a:gd name="connsiteY320" fmla="*/ 6246399 h 6858000"/>
              <a:gd name="connsiteX321" fmla="*/ 5055427 w 7467600"/>
              <a:gd name="connsiteY321" fmla="*/ 5931476 h 6858000"/>
              <a:gd name="connsiteX322" fmla="*/ 5371814 w 7467600"/>
              <a:gd name="connsiteY322" fmla="*/ 5678975 h 6858000"/>
              <a:gd name="connsiteX323" fmla="*/ 4987918 w 7467600"/>
              <a:gd name="connsiteY323" fmla="*/ 5838701 h 6858000"/>
              <a:gd name="connsiteX324" fmla="*/ 4317146 w 7467600"/>
              <a:gd name="connsiteY324" fmla="*/ 6587716 h 6858000"/>
              <a:gd name="connsiteX325" fmla="*/ 4171627 w 7467600"/>
              <a:gd name="connsiteY325" fmla="*/ 6858000 h 6858000"/>
              <a:gd name="connsiteX326" fmla="*/ 4081585 w 7467600"/>
              <a:gd name="connsiteY326" fmla="*/ 6858000 h 6858000"/>
              <a:gd name="connsiteX327" fmla="*/ 4238603 w 7467600"/>
              <a:gd name="connsiteY327" fmla="*/ 6559341 h 6858000"/>
              <a:gd name="connsiteX328" fmla="*/ 4778333 w 7467600"/>
              <a:gd name="connsiteY328" fmla="*/ 5873626 h 6858000"/>
              <a:gd name="connsiteX329" fmla="*/ 5414185 w 7467600"/>
              <a:gd name="connsiteY329" fmla="*/ 5573882 h 6858000"/>
              <a:gd name="connsiteX330" fmla="*/ 5959648 w 7467600"/>
              <a:gd name="connsiteY330" fmla="*/ 4760797 h 6858000"/>
              <a:gd name="connsiteX331" fmla="*/ 5355019 w 7467600"/>
              <a:gd name="connsiteY331" fmla="*/ 4734672 h 6858000"/>
              <a:gd name="connsiteX332" fmla="*/ 5083565 w 7467600"/>
              <a:gd name="connsiteY332" fmla="*/ 5179121 h 6858000"/>
              <a:gd name="connsiteX333" fmla="*/ 4713577 w 7467600"/>
              <a:gd name="connsiteY333" fmla="*/ 5616803 h 6858000"/>
              <a:gd name="connsiteX334" fmla="*/ 3989559 w 7467600"/>
              <a:gd name="connsiteY334" fmla="*/ 6145945 h 6858000"/>
              <a:gd name="connsiteX335" fmla="*/ 3939824 w 7467600"/>
              <a:gd name="connsiteY335" fmla="*/ 6066900 h 6858000"/>
              <a:gd name="connsiteX336" fmla="*/ 4584537 w 7467600"/>
              <a:gd name="connsiteY336" fmla="*/ 5324826 h 6858000"/>
              <a:gd name="connsiteX337" fmla="*/ 5037105 w 7467600"/>
              <a:gd name="connsiteY337" fmla="*/ 5088765 h 6858000"/>
              <a:gd name="connsiteX338" fmla="*/ 5039930 w 7467600"/>
              <a:gd name="connsiteY338" fmla="*/ 5089585 h 6858000"/>
              <a:gd name="connsiteX339" fmla="*/ 5263764 w 7467600"/>
              <a:gd name="connsiteY339" fmla="*/ 4735525 h 6858000"/>
              <a:gd name="connsiteX340" fmla="*/ 4086300 w 7467600"/>
              <a:gd name="connsiteY340" fmla="*/ 4884599 h 6858000"/>
              <a:gd name="connsiteX341" fmla="*/ 4085485 w 7467600"/>
              <a:gd name="connsiteY341" fmla="*/ 4899070 h 6858000"/>
              <a:gd name="connsiteX342" fmla="*/ 3871915 w 7467600"/>
              <a:gd name="connsiteY342" fmla="*/ 5253645 h 6858000"/>
              <a:gd name="connsiteX343" fmla="*/ 3799374 w 7467600"/>
              <a:gd name="connsiteY343" fmla="*/ 5466127 h 6858000"/>
              <a:gd name="connsiteX344" fmla="*/ 3498850 w 7467600"/>
              <a:gd name="connsiteY344" fmla="*/ 6661888 h 6858000"/>
              <a:gd name="connsiteX345" fmla="*/ 3399216 w 7467600"/>
              <a:gd name="connsiteY345" fmla="*/ 6858000 h 6858000"/>
              <a:gd name="connsiteX346" fmla="*/ 3303688 w 7467600"/>
              <a:gd name="connsiteY346" fmla="*/ 6858000 h 6858000"/>
              <a:gd name="connsiteX347" fmla="*/ 3391774 w 7467600"/>
              <a:gd name="connsiteY347" fmla="*/ 6697181 h 6858000"/>
              <a:gd name="connsiteX348" fmla="*/ 3735540 w 7467600"/>
              <a:gd name="connsiteY348" fmla="*/ 5546923 h 6858000"/>
              <a:gd name="connsiteX349" fmla="*/ 3729438 w 7467600"/>
              <a:gd name="connsiteY349" fmla="*/ 5569058 h 6858000"/>
              <a:gd name="connsiteX350" fmla="*/ 3707782 w 7467600"/>
              <a:gd name="connsiteY350" fmla="*/ 5644908 h 6858000"/>
              <a:gd name="connsiteX351" fmla="*/ 3583827 w 7467600"/>
              <a:gd name="connsiteY351" fmla="*/ 6039215 h 6858000"/>
              <a:gd name="connsiteX352" fmla="*/ 3547861 w 7467600"/>
              <a:gd name="connsiteY352" fmla="*/ 6129609 h 6858000"/>
              <a:gd name="connsiteX353" fmla="*/ 3490905 w 7467600"/>
              <a:gd name="connsiteY353" fmla="*/ 6277660 h 6858000"/>
              <a:gd name="connsiteX354" fmla="*/ 3455859 w 7467600"/>
              <a:gd name="connsiteY354" fmla="*/ 6391301 h 6858000"/>
              <a:gd name="connsiteX355" fmla="*/ 3429112 w 7467600"/>
              <a:gd name="connsiteY355" fmla="*/ 6479469 h 6858000"/>
              <a:gd name="connsiteX356" fmla="*/ 3304862 w 7467600"/>
              <a:gd name="connsiteY356" fmla="*/ 6796476 h 6858000"/>
              <a:gd name="connsiteX357" fmla="*/ 3276071 w 7467600"/>
              <a:gd name="connsiteY357" fmla="*/ 6858000 h 6858000"/>
              <a:gd name="connsiteX358" fmla="*/ 3240805 w 7467600"/>
              <a:gd name="connsiteY358" fmla="*/ 6858000 h 6858000"/>
              <a:gd name="connsiteX359" fmla="*/ 3275917 w 7467600"/>
              <a:gd name="connsiteY359" fmla="*/ 6783192 h 6858000"/>
              <a:gd name="connsiteX360" fmla="*/ 3399358 w 7467600"/>
              <a:gd name="connsiteY360" fmla="*/ 6469011 h 6858000"/>
              <a:gd name="connsiteX361" fmla="*/ 3425650 w 7467600"/>
              <a:gd name="connsiteY361" fmla="*/ 6381333 h 6858000"/>
              <a:gd name="connsiteX362" fmla="*/ 3460661 w 7467600"/>
              <a:gd name="connsiteY362" fmla="*/ 6266763 h 6858000"/>
              <a:gd name="connsiteX363" fmla="*/ 3518021 w 7467600"/>
              <a:gd name="connsiteY363" fmla="*/ 6117298 h 6858000"/>
              <a:gd name="connsiteX364" fmla="*/ 3554035 w 7467600"/>
              <a:gd name="connsiteY364" fmla="*/ 6027832 h 6858000"/>
              <a:gd name="connsiteX365" fmla="*/ 3677174 w 7467600"/>
              <a:gd name="connsiteY365" fmla="*/ 5636351 h 6858000"/>
              <a:gd name="connsiteX366" fmla="*/ 3698819 w 7467600"/>
              <a:gd name="connsiteY366" fmla="*/ 5560503 h 6858000"/>
              <a:gd name="connsiteX367" fmla="*/ 3702094 w 7467600"/>
              <a:gd name="connsiteY367" fmla="*/ 5549194 h 6858000"/>
              <a:gd name="connsiteX368" fmla="*/ 3398355 w 7467600"/>
              <a:gd name="connsiteY368" fmla="*/ 6094603 h 6858000"/>
              <a:gd name="connsiteX369" fmla="*/ 3193941 w 7467600"/>
              <a:gd name="connsiteY369" fmla="*/ 6798775 h 6858000"/>
              <a:gd name="connsiteX370" fmla="*/ 3184140 w 7467600"/>
              <a:gd name="connsiteY370" fmla="*/ 6858000 h 6858000"/>
              <a:gd name="connsiteX371" fmla="*/ 3099978 w 7467600"/>
              <a:gd name="connsiteY371" fmla="*/ 6858000 h 6858000"/>
              <a:gd name="connsiteX372" fmla="*/ 3101556 w 7467600"/>
              <a:gd name="connsiteY372" fmla="*/ 6843337 h 6858000"/>
              <a:gd name="connsiteX373" fmla="*/ 3370162 w 7467600"/>
              <a:gd name="connsiteY373" fmla="*/ 5785550 h 6858000"/>
              <a:gd name="connsiteX374" fmla="*/ 3746477 w 7467600"/>
              <a:gd name="connsiteY374" fmla="*/ 5377889 h 6858000"/>
              <a:gd name="connsiteX375" fmla="*/ 3863399 w 7467600"/>
              <a:gd name="connsiteY375" fmla="*/ 5087257 h 6858000"/>
              <a:gd name="connsiteX376" fmla="*/ 3968712 w 7467600"/>
              <a:gd name="connsiteY376" fmla="*/ 4913989 h 6858000"/>
              <a:gd name="connsiteX377" fmla="*/ 2792390 w 7467600"/>
              <a:gd name="connsiteY377" fmla="*/ 5382974 h 6858000"/>
              <a:gd name="connsiteX378" fmla="*/ 2714982 w 7467600"/>
              <a:gd name="connsiteY378" fmla="*/ 5427051 h 6858000"/>
              <a:gd name="connsiteX379" fmla="*/ 2813361 w 7467600"/>
              <a:gd name="connsiteY379" fmla="*/ 6023912 h 6858000"/>
              <a:gd name="connsiteX380" fmla="*/ 2688430 w 7467600"/>
              <a:gd name="connsiteY380" fmla="*/ 6801564 h 6858000"/>
              <a:gd name="connsiteX381" fmla="*/ 2629626 w 7467600"/>
              <a:gd name="connsiteY381" fmla="*/ 6763394 h 6858000"/>
              <a:gd name="connsiteX382" fmla="*/ 2565328 w 7467600"/>
              <a:gd name="connsiteY382" fmla="*/ 5516399 h 6858000"/>
              <a:gd name="connsiteX383" fmla="*/ 1922999 w 7467600"/>
              <a:gd name="connsiteY383" fmla="*/ 5980343 h 6858000"/>
              <a:gd name="connsiteX384" fmla="*/ 1950261 w 7467600"/>
              <a:gd name="connsiteY384" fmla="*/ 6405858 h 6858000"/>
              <a:gd name="connsiteX385" fmla="*/ 2365554 w 7467600"/>
              <a:gd name="connsiteY385" fmla="*/ 6759107 h 6858000"/>
              <a:gd name="connsiteX386" fmla="*/ 2424142 w 7467600"/>
              <a:gd name="connsiteY386" fmla="*/ 6858000 h 6858000"/>
              <a:gd name="connsiteX387" fmla="*/ 2395994 w 7467600"/>
              <a:gd name="connsiteY387" fmla="*/ 6858000 h 6858000"/>
              <a:gd name="connsiteX388" fmla="*/ 2392863 w 7467600"/>
              <a:gd name="connsiteY388" fmla="*/ 6852964 h 6858000"/>
              <a:gd name="connsiteX389" fmla="*/ 2017589 w 7467600"/>
              <a:gd name="connsiteY389" fmla="*/ 6493982 h 6858000"/>
              <a:gd name="connsiteX390" fmla="*/ 2147336 w 7467600"/>
              <a:gd name="connsiteY390" fmla="*/ 6594052 h 6858000"/>
              <a:gd name="connsiteX391" fmla="*/ 2207047 w 7467600"/>
              <a:gd name="connsiteY391" fmla="*/ 6654540 h 6858000"/>
              <a:gd name="connsiteX392" fmla="*/ 2299106 w 7467600"/>
              <a:gd name="connsiteY392" fmla="*/ 6778931 h 6858000"/>
              <a:gd name="connsiteX393" fmla="*/ 2314430 w 7467600"/>
              <a:gd name="connsiteY393" fmla="*/ 6801144 h 6858000"/>
              <a:gd name="connsiteX394" fmla="*/ 2352406 w 7467600"/>
              <a:gd name="connsiteY394" fmla="*/ 6858000 h 6858000"/>
              <a:gd name="connsiteX395" fmla="*/ 2314492 w 7467600"/>
              <a:gd name="connsiteY395" fmla="*/ 6858000 h 6858000"/>
              <a:gd name="connsiteX396" fmla="*/ 2288095 w 7467600"/>
              <a:gd name="connsiteY396" fmla="*/ 6818030 h 6858000"/>
              <a:gd name="connsiteX397" fmla="*/ 2272768 w 7467600"/>
              <a:gd name="connsiteY397" fmla="*/ 6795822 h 6858000"/>
              <a:gd name="connsiteX398" fmla="*/ 2182715 w 7467600"/>
              <a:gd name="connsiteY398" fmla="*/ 6675071 h 6858000"/>
              <a:gd name="connsiteX399" fmla="*/ 2032061 w 7467600"/>
              <a:gd name="connsiteY399" fmla="*/ 6541380 h 6858000"/>
              <a:gd name="connsiteX400" fmla="*/ 2257220 w 7467600"/>
              <a:gd name="connsiteY400" fmla="*/ 6826257 h 6858000"/>
              <a:gd name="connsiteX401" fmla="*/ 2281324 w 7467600"/>
              <a:gd name="connsiteY401" fmla="*/ 6858000 h 6858000"/>
              <a:gd name="connsiteX402" fmla="*/ 2242860 w 7467600"/>
              <a:gd name="connsiteY402" fmla="*/ 6858000 h 6858000"/>
              <a:gd name="connsiteX403" fmla="*/ 2232818 w 7467600"/>
              <a:gd name="connsiteY403" fmla="*/ 6844926 h 6858000"/>
              <a:gd name="connsiteX404" fmla="*/ 1990172 w 7467600"/>
              <a:gd name="connsiteY404" fmla="*/ 6542121 h 6858000"/>
              <a:gd name="connsiteX405" fmla="*/ 2124090 w 7467600"/>
              <a:gd name="connsiteY405" fmla="*/ 6761017 h 6858000"/>
              <a:gd name="connsiteX406" fmla="*/ 2200380 w 7467600"/>
              <a:gd name="connsiteY406" fmla="*/ 6858000 h 6858000"/>
              <a:gd name="connsiteX407" fmla="*/ 2147507 w 7467600"/>
              <a:gd name="connsiteY407" fmla="*/ 6858000 h 6858000"/>
              <a:gd name="connsiteX408" fmla="*/ 2070668 w 7467600"/>
              <a:gd name="connsiteY408" fmla="*/ 6761520 h 6858000"/>
              <a:gd name="connsiteX409" fmla="*/ 1975142 w 7467600"/>
              <a:gd name="connsiteY409" fmla="*/ 6585570 h 6858000"/>
              <a:gd name="connsiteX410" fmla="*/ 2050035 w 7467600"/>
              <a:gd name="connsiteY410" fmla="*/ 6813345 h 6858000"/>
              <a:gd name="connsiteX411" fmla="*/ 2063025 w 7467600"/>
              <a:gd name="connsiteY411" fmla="*/ 6858000 h 6858000"/>
              <a:gd name="connsiteX412" fmla="*/ 2021675 w 7467600"/>
              <a:gd name="connsiteY412" fmla="*/ 6858000 h 6858000"/>
              <a:gd name="connsiteX413" fmla="*/ 2019308 w 7467600"/>
              <a:gd name="connsiteY413" fmla="*/ 6847118 h 6858000"/>
              <a:gd name="connsiteX414" fmla="*/ 1938835 w 7467600"/>
              <a:gd name="connsiteY414" fmla="*/ 6551160 h 6858000"/>
              <a:gd name="connsiteX415" fmla="*/ 1953230 w 7467600"/>
              <a:gd name="connsiteY415" fmla="*/ 6759699 h 6858000"/>
              <a:gd name="connsiteX416" fmla="*/ 1956763 w 7467600"/>
              <a:gd name="connsiteY416" fmla="*/ 6778191 h 6858000"/>
              <a:gd name="connsiteX417" fmla="*/ 1967925 w 7467600"/>
              <a:gd name="connsiteY417" fmla="*/ 6858000 h 6858000"/>
              <a:gd name="connsiteX418" fmla="*/ 1936622 w 7467600"/>
              <a:gd name="connsiteY418" fmla="*/ 6858000 h 6858000"/>
              <a:gd name="connsiteX419" fmla="*/ 1926261 w 7467600"/>
              <a:gd name="connsiteY419" fmla="*/ 6784064 h 6858000"/>
              <a:gd name="connsiteX420" fmla="*/ 1922724 w 7467600"/>
              <a:gd name="connsiteY420" fmla="*/ 6765577 h 6858000"/>
              <a:gd name="connsiteX421" fmla="*/ 1904650 w 7467600"/>
              <a:gd name="connsiteY421" fmla="*/ 6639616 h 6858000"/>
              <a:gd name="connsiteX422" fmla="*/ 1885273 w 7467600"/>
              <a:gd name="connsiteY422" fmla="*/ 6858000 h 6858000"/>
              <a:gd name="connsiteX423" fmla="*/ 1854363 w 7467600"/>
              <a:gd name="connsiteY423" fmla="*/ 6858000 h 6858000"/>
              <a:gd name="connsiteX424" fmla="*/ 1880391 w 7467600"/>
              <a:gd name="connsiteY424" fmla="*/ 6603796 h 6858000"/>
              <a:gd name="connsiteX425" fmla="*/ 1818273 w 7467600"/>
              <a:gd name="connsiteY425" fmla="*/ 6715729 h 6858000"/>
              <a:gd name="connsiteX426" fmla="*/ 1794691 w 7467600"/>
              <a:gd name="connsiteY426" fmla="*/ 6843239 h 6858000"/>
              <a:gd name="connsiteX427" fmla="*/ 1794914 w 7467600"/>
              <a:gd name="connsiteY427" fmla="*/ 6858000 h 6858000"/>
              <a:gd name="connsiteX428" fmla="*/ 1746128 w 7467600"/>
              <a:gd name="connsiteY428" fmla="*/ 6858000 h 6858000"/>
              <a:gd name="connsiteX429" fmla="*/ 1753934 w 7467600"/>
              <a:gd name="connsiteY429" fmla="*/ 6724796 h 6858000"/>
              <a:gd name="connsiteX430" fmla="*/ 1792053 w 7467600"/>
              <a:gd name="connsiteY430" fmla="*/ 6572396 h 6858000"/>
              <a:gd name="connsiteX431" fmla="*/ 1862248 w 7467600"/>
              <a:gd name="connsiteY431" fmla="*/ 6266397 h 6858000"/>
              <a:gd name="connsiteX432" fmla="*/ 1862250 w 7467600"/>
              <a:gd name="connsiteY432" fmla="*/ 6033531 h 6858000"/>
              <a:gd name="connsiteX433" fmla="*/ 1211999 w 7467600"/>
              <a:gd name="connsiteY433" fmla="*/ 6683610 h 6858000"/>
              <a:gd name="connsiteX434" fmla="*/ 1213266 w 7467600"/>
              <a:gd name="connsiteY434" fmla="*/ 6691947 h 6858000"/>
              <a:gd name="connsiteX435" fmla="*/ 1203370 w 7467600"/>
              <a:gd name="connsiteY435" fmla="*/ 6850676 h 6858000"/>
              <a:gd name="connsiteX436" fmla="*/ 1203671 w 7467600"/>
              <a:gd name="connsiteY436" fmla="*/ 6858000 h 6858000"/>
              <a:gd name="connsiteX437" fmla="*/ 1143180 w 7467600"/>
              <a:gd name="connsiteY437" fmla="*/ 6858000 h 6858000"/>
              <a:gd name="connsiteX438" fmla="*/ 1142176 w 7467600"/>
              <a:gd name="connsiteY438" fmla="*/ 6766045 h 6858000"/>
              <a:gd name="connsiteX439" fmla="*/ 1067484 w 7467600"/>
              <a:gd name="connsiteY439" fmla="*/ 6858000 h 6858000"/>
              <a:gd name="connsiteX440" fmla="*/ 953928 w 7467600"/>
              <a:gd name="connsiteY440" fmla="*/ 6858000 h 6858000"/>
              <a:gd name="connsiteX441" fmla="*/ 959715 w 7467600"/>
              <a:gd name="connsiteY441" fmla="*/ 6850185 h 6858000"/>
              <a:gd name="connsiteX442" fmla="*/ 1483788 w 7467600"/>
              <a:gd name="connsiteY442" fmla="*/ 6259174 h 6858000"/>
              <a:gd name="connsiteX443" fmla="*/ 1100671 w 7467600"/>
              <a:gd name="connsiteY443" fmla="*/ 6252137 h 6858000"/>
              <a:gd name="connsiteX444" fmla="*/ 1090144 w 7467600"/>
              <a:gd name="connsiteY444" fmla="*/ 6256748 h 6858000"/>
              <a:gd name="connsiteX445" fmla="*/ 1095872 w 7467600"/>
              <a:gd name="connsiteY445" fmla="*/ 6271892 h 6858000"/>
              <a:gd name="connsiteX446" fmla="*/ 262785 w 7467600"/>
              <a:gd name="connsiteY446" fmla="*/ 6845450 h 6858000"/>
              <a:gd name="connsiteX447" fmla="*/ 209968 w 7467600"/>
              <a:gd name="connsiteY447" fmla="*/ 6770713 h 6858000"/>
              <a:gd name="connsiteX448" fmla="*/ 873460 w 7467600"/>
              <a:gd name="connsiteY448" fmla="*/ 6253768 h 6858000"/>
              <a:gd name="connsiteX449" fmla="*/ 192686 w 7467600"/>
              <a:gd name="connsiteY449" fmla="*/ 5849257 h 6858000"/>
              <a:gd name="connsiteX450" fmla="*/ 4696 w 7467600"/>
              <a:gd name="connsiteY450" fmla="*/ 5697668 h 6858000"/>
              <a:gd name="connsiteX451" fmla="*/ 0 w 7467600"/>
              <a:gd name="connsiteY451" fmla="*/ 5689984 h 6858000"/>
              <a:gd name="connsiteX452" fmla="*/ 0 w 7467600"/>
              <a:gd name="connsiteY452" fmla="*/ 5513472 h 6858000"/>
              <a:gd name="connsiteX453" fmla="*/ 174101 w 7467600"/>
              <a:gd name="connsiteY453" fmla="*/ 5620277 h 6858000"/>
              <a:gd name="connsiteX454" fmla="*/ 891800 w 7467600"/>
              <a:gd name="connsiteY454" fmla="*/ 6036935 h 6858000"/>
              <a:gd name="connsiteX455" fmla="*/ 1072219 w 7467600"/>
              <a:gd name="connsiteY455" fmla="*/ 6169443 h 6858000"/>
              <a:gd name="connsiteX456" fmla="*/ 1074117 w 7467600"/>
              <a:gd name="connsiteY456" fmla="*/ 6170301 h 6858000"/>
              <a:gd name="connsiteX457" fmla="*/ 1083114 w 7467600"/>
              <a:gd name="connsiteY457" fmla="*/ 6174131 h 6858000"/>
              <a:gd name="connsiteX458" fmla="*/ 1543010 w 7467600"/>
              <a:gd name="connsiteY458" fmla="*/ 6191140 h 6858000"/>
              <a:gd name="connsiteX459" fmla="*/ 1551080 w 7467600"/>
              <a:gd name="connsiteY459" fmla="*/ 6195006 h 6858000"/>
              <a:gd name="connsiteX460" fmla="*/ 2345443 w 7467600"/>
              <a:gd name="connsiteY460" fmla="*/ 5549882 h 6858000"/>
              <a:gd name="connsiteX461" fmla="*/ 1721499 w 7467600"/>
              <a:gd name="connsiteY461" fmla="*/ 5599969 h 6858000"/>
              <a:gd name="connsiteX462" fmla="*/ 767716 w 7467600"/>
              <a:gd name="connsiteY462" fmla="*/ 5472768 h 6858000"/>
              <a:gd name="connsiteX463" fmla="*/ 722147 w 7467600"/>
              <a:gd name="connsiteY463" fmla="*/ 5393091 h 6858000"/>
              <a:gd name="connsiteX464" fmla="*/ 1485552 w 7467600"/>
              <a:gd name="connsiteY464" fmla="*/ 5313202 h 6858000"/>
              <a:gd name="connsiteX465" fmla="*/ 2143004 w 7467600"/>
              <a:gd name="connsiteY465" fmla="*/ 5402420 h 6858000"/>
              <a:gd name="connsiteX466" fmla="*/ 1933391 w 7467600"/>
              <a:gd name="connsiteY466" fmla="*/ 5156971 h 6858000"/>
              <a:gd name="connsiteX467" fmla="*/ 1827118 w 7467600"/>
              <a:gd name="connsiteY467" fmla="*/ 4968410 h 6858000"/>
              <a:gd name="connsiteX468" fmla="*/ 1837349 w 7467600"/>
              <a:gd name="connsiteY468" fmla="*/ 4956357 h 6858000"/>
              <a:gd name="connsiteX469" fmla="*/ 2162835 w 7467600"/>
              <a:gd name="connsiteY469" fmla="*/ 5187853 h 6858000"/>
              <a:gd name="connsiteX470" fmla="*/ 2257167 w 7467600"/>
              <a:gd name="connsiteY470" fmla="*/ 5462123 h 6858000"/>
              <a:gd name="connsiteX471" fmla="*/ 2261598 w 7467600"/>
              <a:gd name="connsiteY471" fmla="*/ 5467998 h 6858000"/>
              <a:gd name="connsiteX472" fmla="*/ 2437177 w 7467600"/>
              <a:gd name="connsiteY472" fmla="*/ 5479608 h 6858000"/>
              <a:gd name="connsiteX473" fmla="*/ 2445247 w 7467600"/>
              <a:gd name="connsiteY473" fmla="*/ 5483476 h 6858000"/>
              <a:gd name="connsiteX474" fmla="*/ 2743626 w 7467600"/>
              <a:gd name="connsiteY474" fmla="*/ 5304819 h 6858000"/>
              <a:gd name="connsiteX475" fmla="*/ 3048102 w 7467600"/>
              <a:gd name="connsiteY475" fmla="*/ 5150595 h 6858000"/>
              <a:gd name="connsiteX476" fmla="*/ 1799414 w 7467600"/>
              <a:gd name="connsiteY476" fmla="*/ 4694732 h 6858000"/>
              <a:gd name="connsiteX477" fmla="*/ 1771735 w 7467600"/>
              <a:gd name="connsiteY477" fmla="*/ 4619929 h 6858000"/>
              <a:gd name="connsiteX478" fmla="*/ 3104273 w 7467600"/>
              <a:gd name="connsiteY478" fmla="*/ 5076159 h 6858000"/>
              <a:gd name="connsiteX479" fmla="*/ 3113245 w 7467600"/>
              <a:gd name="connsiteY479" fmla="*/ 5090705 h 6858000"/>
              <a:gd name="connsiteX480" fmla="*/ 3126294 w 7467600"/>
              <a:gd name="connsiteY480" fmla="*/ 5114400 h 6858000"/>
              <a:gd name="connsiteX481" fmla="*/ 3937433 w 7467600"/>
              <a:gd name="connsiteY481" fmla="*/ 4830473 h 6858000"/>
              <a:gd name="connsiteX482" fmla="*/ 3590475 w 7467600"/>
              <a:gd name="connsiteY482" fmla="*/ 4597974 h 6858000"/>
              <a:gd name="connsiteX483" fmla="*/ 3100264 w 7467600"/>
              <a:gd name="connsiteY483" fmla="*/ 4579845 h 6858000"/>
              <a:gd name="connsiteX484" fmla="*/ 2183576 w 7467600"/>
              <a:gd name="connsiteY484" fmla="*/ 4227150 h 6858000"/>
              <a:gd name="connsiteX485" fmla="*/ 2151029 w 7467600"/>
              <a:gd name="connsiteY485" fmla="*/ 4146947 h 6858000"/>
              <a:gd name="connsiteX486" fmla="*/ 3563434 w 7467600"/>
              <a:gd name="connsiteY486" fmla="*/ 4469115 h 6858000"/>
              <a:gd name="connsiteX487" fmla="*/ 3177952 w 7467600"/>
              <a:gd name="connsiteY487" fmla="*/ 3657386 h 6858000"/>
              <a:gd name="connsiteX488" fmla="*/ 3189263 w 7467600"/>
              <a:gd name="connsiteY488" fmla="*/ 3625726 h 6858000"/>
              <a:gd name="connsiteX489" fmla="*/ 3560912 w 7467600"/>
              <a:gd name="connsiteY489" fmla="*/ 4079863 h 6858000"/>
              <a:gd name="connsiteX490" fmla="*/ 3626636 w 7467600"/>
              <a:gd name="connsiteY490" fmla="*/ 4512230 h 6858000"/>
              <a:gd name="connsiteX491" fmla="*/ 3653088 w 7467600"/>
              <a:gd name="connsiteY491" fmla="*/ 4521417 h 6858000"/>
              <a:gd name="connsiteX492" fmla="*/ 3988128 w 7467600"/>
              <a:gd name="connsiteY492" fmla="*/ 4817267 h 6858000"/>
              <a:gd name="connsiteX493" fmla="*/ 4830582 w 7467600"/>
              <a:gd name="connsiteY493" fmla="*/ 4676000 h 6858000"/>
              <a:gd name="connsiteX494" fmla="*/ 4830100 w 7467600"/>
              <a:gd name="connsiteY494" fmla="*/ 4675554 h 6858000"/>
              <a:gd name="connsiteX495" fmla="*/ 4036318 w 7467600"/>
              <a:gd name="connsiteY495" fmla="*/ 4147013 h 6858000"/>
              <a:gd name="connsiteX496" fmla="*/ 3432098 w 7467600"/>
              <a:gd name="connsiteY496" fmla="*/ 3537312 h 6858000"/>
              <a:gd name="connsiteX497" fmla="*/ 3446761 w 7467600"/>
              <a:gd name="connsiteY497" fmla="*/ 3461278 h 6858000"/>
              <a:gd name="connsiteX498" fmla="*/ 4419733 w 7467600"/>
              <a:gd name="connsiteY498" fmla="*/ 3963555 h 6858000"/>
              <a:gd name="connsiteX499" fmla="*/ 4781371 w 7467600"/>
              <a:gd name="connsiteY499" fmla="*/ 4458604 h 6858000"/>
              <a:gd name="connsiteX500" fmla="*/ 4780440 w 7467600"/>
              <a:gd name="connsiteY500" fmla="*/ 4470290 h 6858000"/>
              <a:gd name="connsiteX501" fmla="*/ 4898954 w 7467600"/>
              <a:gd name="connsiteY501" fmla="*/ 4662092 h 6858000"/>
              <a:gd name="connsiteX502" fmla="*/ 4900699 w 7467600"/>
              <a:gd name="connsiteY502" fmla="*/ 4670867 h 6858000"/>
              <a:gd name="connsiteX503" fmla="*/ 5714511 w 7467600"/>
              <a:gd name="connsiteY503" fmla="*/ 4663483 h 6858000"/>
              <a:gd name="connsiteX504" fmla="*/ 5464793 w 7467600"/>
              <a:gd name="connsiteY504" fmla="*/ 4393556 h 6858000"/>
              <a:gd name="connsiteX505" fmla="*/ 5461897 w 7467600"/>
              <a:gd name="connsiteY505" fmla="*/ 4390879 h 6858000"/>
              <a:gd name="connsiteX506" fmla="*/ 4294126 w 7467600"/>
              <a:gd name="connsiteY506" fmla="*/ 3303048 h 6858000"/>
              <a:gd name="connsiteX507" fmla="*/ 4305321 w 7467600"/>
              <a:gd name="connsiteY507" fmla="*/ 3256953 h 6858000"/>
              <a:gd name="connsiteX508" fmla="*/ 4949299 w 7467600"/>
              <a:gd name="connsiteY508" fmla="*/ 3766336 h 6858000"/>
              <a:gd name="connsiteX509" fmla="*/ 5291452 w 7467600"/>
              <a:gd name="connsiteY509" fmla="*/ 4076801 h 6858000"/>
              <a:gd name="connsiteX510" fmla="*/ 5434998 w 7467600"/>
              <a:gd name="connsiteY510" fmla="*/ 4254100 h 6858000"/>
              <a:gd name="connsiteX511" fmla="*/ 5351015 w 7467600"/>
              <a:gd name="connsiteY511" fmla="*/ 3760989 h 6858000"/>
              <a:gd name="connsiteX512" fmla="*/ 5413780 w 7467600"/>
              <a:gd name="connsiteY512" fmla="*/ 2966265 h 6858000"/>
              <a:gd name="connsiteX513" fmla="*/ 5425627 w 7467600"/>
              <a:gd name="connsiteY513" fmla="*/ 2954192 h 6858000"/>
              <a:gd name="connsiteX514" fmla="*/ 6604735 w 7467600"/>
              <a:gd name="connsiteY514" fmla="*/ 2041381 h 6858000"/>
              <a:gd name="connsiteX515" fmla="*/ 7204487 w 7467600"/>
              <a:gd name="connsiteY515" fmla="*/ 2742112 h 6858000"/>
              <a:gd name="connsiteX516" fmla="*/ 7131592 w 7467600"/>
              <a:gd name="connsiteY516" fmla="*/ 2672096 h 6858000"/>
              <a:gd name="connsiteX517" fmla="*/ 6996344 w 7467600"/>
              <a:gd name="connsiteY517" fmla="*/ 2518310 h 6858000"/>
              <a:gd name="connsiteX518" fmla="*/ 6735495 w 7467600"/>
              <a:gd name="connsiteY518" fmla="*/ 2196890 h 6858000"/>
              <a:gd name="connsiteX519" fmla="*/ 6721901 w 7467600"/>
              <a:gd name="connsiteY519" fmla="*/ 2179274 h 6858000"/>
              <a:gd name="connsiteX520" fmla="*/ 6604735 w 7467600"/>
              <a:gd name="connsiteY520" fmla="*/ 2041381 h 6858000"/>
              <a:gd name="connsiteX521" fmla="*/ 6591670 w 7467600"/>
              <a:gd name="connsiteY521" fmla="*/ 1988277 h 6858000"/>
              <a:gd name="connsiteX522" fmla="*/ 6747349 w 7467600"/>
              <a:gd name="connsiteY522" fmla="*/ 2160069 h 6858000"/>
              <a:gd name="connsiteX523" fmla="*/ 6760943 w 7467600"/>
              <a:gd name="connsiteY523" fmla="*/ 2177686 h 6858000"/>
              <a:gd name="connsiteX524" fmla="*/ 7021065 w 7467600"/>
              <a:gd name="connsiteY524" fmla="*/ 2498102 h 6858000"/>
              <a:gd name="connsiteX525" fmla="*/ 7155223 w 7467600"/>
              <a:gd name="connsiteY525" fmla="*/ 2650386 h 6858000"/>
              <a:gd name="connsiteX526" fmla="*/ 7203167 w 7467600"/>
              <a:gd name="connsiteY526" fmla="*/ 2697288 h 6858000"/>
              <a:gd name="connsiteX527" fmla="*/ 6937703 w 7467600"/>
              <a:gd name="connsiteY527" fmla="*/ 2321981 h 6858000"/>
              <a:gd name="connsiteX528" fmla="*/ 6591670 w 7467600"/>
              <a:gd name="connsiteY528" fmla="*/ 1988277 h 6858000"/>
              <a:gd name="connsiteX529" fmla="*/ 5798671 w 7467600"/>
              <a:gd name="connsiteY529" fmla="*/ 1981601 h 6858000"/>
              <a:gd name="connsiteX530" fmla="*/ 5754709 w 7467600"/>
              <a:gd name="connsiteY530" fmla="*/ 2071454 h 6858000"/>
              <a:gd name="connsiteX531" fmla="*/ 5763044 w 7467600"/>
              <a:gd name="connsiteY531" fmla="*/ 2842206 h 6858000"/>
              <a:gd name="connsiteX532" fmla="*/ 5764974 w 7467600"/>
              <a:gd name="connsiteY532" fmla="*/ 2799609 h 6858000"/>
              <a:gd name="connsiteX533" fmla="*/ 5767665 w 7467600"/>
              <a:gd name="connsiteY533" fmla="*/ 2666409 h 6858000"/>
              <a:gd name="connsiteX534" fmla="*/ 5763055 w 7467600"/>
              <a:gd name="connsiteY534" fmla="*/ 2579705 h 6858000"/>
              <a:gd name="connsiteX535" fmla="*/ 5758079 w 7467600"/>
              <a:gd name="connsiteY535" fmla="*/ 2492508 h 6858000"/>
              <a:gd name="connsiteX536" fmla="*/ 5779325 w 7467600"/>
              <a:gd name="connsiteY536" fmla="*/ 2197069 h 6858000"/>
              <a:gd name="connsiteX537" fmla="*/ 5798671 w 7467600"/>
              <a:gd name="connsiteY537" fmla="*/ 1981601 h 6858000"/>
              <a:gd name="connsiteX538" fmla="*/ 5829202 w 7467600"/>
              <a:gd name="connsiteY538" fmla="*/ 1971679 h 6858000"/>
              <a:gd name="connsiteX539" fmla="*/ 5809558 w 7467600"/>
              <a:gd name="connsiteY539" fmla="*/ 2198043 h 6858000"/>
              <a:gd name="connsiteX540" fmla="*/ 5788653 w 7467600"/>
              <a:gd name="connsiteY540" fmla="*/ 2489430 h 6858000"/>
              <a:gd name="connsiteX541" fmla="*/ 5793439 w 7467600"/>
              <a:gd name="connsiteY541" fmla="*/ 2575235 h 6858000"/>
              <a:gd name="connsiteX542" fmla="*/ 5796837 w 7467600"/>
              <a:gd name="connsiteY542" fmla="*/ 2637633 h 6858000"/>
              <a:gd name="connsiteX543" fmla="*/ 5818614 w 7467600"/>
              <a:gd name="connsiteY543" fmla="*/ 2473055 h 6858000"/>
              <a:gd name="connsiteX544" fmla="*/ 5829202 w 7467600"/>
              <a:gd name="connsiteY544" fmla="*/ 1971679 h 6858000"/>
              <a:gd name="connsiteX545" fmla="*/ 5911389 w 7467600"/>
              <a:gd name="connsiteY545" fmla="*/ 1898371 h 6858000"/>
              <a:gd name="connsiteX546" fmla="*/ 6237627 w 7467600"/>
              <a:gd name="connsiteY546" fmla="*/ 2231921 h 6858000"/>
              <a:gd name="connsiteX547" fmla="*/ 5911389 w 7467600"/>
              <a:gd name="connsiteY547" fmla="*/ 1898371 h 6858000"/>
              <a:gd name="connsiteX548" fmla="*/ 6944437 w 7467600"/>
              <a:gd name="connsiteY548" fmla="*/ 1575402 h 6858000"/>
              <a:gd name="connsiteX549" fmla="*/ 6304730 w 7467600"/>
              <a:gd name="connsiteY549" fmla="*/ 1766654 h 6858000"/>
              <a:gd name="connsiteX550" fmla="*/ 6944437 w 7467600"/>
              <a:gd name="connsiteY550" fmla="*/ 1575402 h 6858000"/>
              <a:gd name="connsiteX551" fmla="*/ 7019523 w 7467600"/>
              <a:gd name="connsiteY551" fmla="*/ 1519450 h 6858000"/>
              <a:gd name="connsiteX552" fmla="*/ 6298091 w 7467600"/>
              <a:gd name="connsiteY552" fmla="*/ 1737122 h 6858000"/>
              <a:gd name="connsiteX553" fmla="*/ 7019523 w 7467600"/>
              <a:gd name="connsiteY553" fmla="*/ 1519450 h 6858000"/>
              <a:gd name="connsiteX554" fmla="*/ 2399523 w 7467600"/>
              <a:gd name="connsiteY554" fmla="*/ 1428234 h 6858000"/>
              <a:gd name="connsiteX555" fmla="*/ 2224982 w 7467600"/>
              <a:gd name="connsiteY555" fmla="*/ 1826201 h 6858000"/>
              <a:gd name="connsiteX556" fmla="*/ 2096099 w 7467600"/>
              <a:gd name="connsiteY556" fmla="*/ 2345900 h 6858000"/>
              <a:gd name="connsiteX557" fmla="*/ 2283317 w 7467600"/>
              <a:gd name="connsiteY557" fmla="*/ 1796925 h 6858000"/>
              <a:gd name="connsiteX558" fmla="*/ 2399523 w 7467600"/>
              <a:gd name="connsiteY558" fmla="*/ 1428234 h 6858000"/>
              <a:gd name="connsiteX559" fmla="*/ 2448558 w 7467600"/>
              <a:gd name="connsiteY559" fmla="*/ 1373435 h 6858000"/>
              <a:gd name="connsiteX560" fmla="*/ 2312521 w 7467600"/>
              <a:gd name="connsiteY560" fmla="*/ 1806140 h 6858000"/>
              <a:gd name="connsiteX561" fmla="*/ 2127533 w 7467600"/>
              <a:gd name="connsiteY561" fmla="*/ 2348380 h 6858000"/>
              <a:gd name="connsiteX562" fmla="*/ 2358080 w 7467600"/>
              <a:gd name="connsiteY562" fmla="*/ 1866134 h 6858000"/>
              <a:gd name="connsiteX563" fmla="*/ 2407436 w 7467600"/>
              <a:gd name="connsiteY563" fmla="*/ 1651070 h 6858000"/>
              <a:gd name="connsiteX564" fmla="*/ 2448558 w 7467600"/>
              <a:gd name="connsiteY564" fmla="*/ 1373435 h 6858000"/>
              <a:gd name="connsiteX565" fmla="*/ 278707 w 7467600"/>
              <a:gd name="connsiteY565" fmla="*/ 1352270 h 6858000"/>
              <a:gd name="connsiteX566" fmla="*/ 321570 w 7467600"/>
              <a:gd name="connsiteY566" fmla="*/ 1861610 h 6858000"/>
              <a:gd name="connsiteX567" fmla="*/ 294281 w 7467600"/>
              <a:gd name="connsiteY567" fmla="*/ 1440658 h 6858000"/>
              <a:gd name="connsiteX568" fmla="*/ 278707 w 7467600"/>
              <a:gd name="connsiteY568" fmla="*/ 1352270 h 6858000"/>
              <a:gd name="connsiteX569" fmla="*/ 1423821 w 7467600"/>
              <a:gd name="connsiteY569" fmla="*/ 1351958 h 6858000"/>
              <a:gd name="connsiteX570" fmla="*/ 1638521 w 7467600"/>
              <a:gd name="connsiteY570" fmla="*/ 1908470 h 6858000"/>
              <a:gd name="connsiteX571" fmla="*/ 1754199 w 7467600"/>
              <a:gd name="connsiteY571" fmla="*/ 2149284 h 6858000"/>
              <a:gd name="connsiteX572" fmla="*/ 1908359 w 7467600"/>
              <a:gd name="connsiteY572" fmla="*/ 2364988 h 6858000"/>
              <a:gd name="connsiteX573" fmla="*/ 1647661 w 7467600"/>
              <a:gd name="connsiteY573" fmla="*/ 1825945 h 6858000"/>
              <a:gd name="connsiteX574" fmla="*/ 1423821 w 7467600"/>
              <a:gd name="connsiteY574" fmla="*/ 1351958 h 6858000"/>
              <a:gd name="connsiteX575" fmla="*/ 1431890 w 7467600"/>
              <a:gd name="connsiteY575" fmla="*/ 1306475 h 6858000"/>
              <a:gd name="connsiteX576" fmla="*/ 1507597 w 7467600"/>
              <a:gd name="connsiteY576" fmla="*/ 1446132 h 6858000"/>
              <a:gd name="connsiteX577" fmla="*/ 1674586 w 7467600"/>
              <a:gd name="connsiteY577" fmla="*/ 1813832 h 6858000"/>
              <a:gd name="connsiteX578" fmla="*/ 1815950 w 7467600"/>
              <a:gd name="connsiteY578" fmla="*/ 2128564 h 6858000"/>
              <a:gd name="connsiteX579" fmla="*/ 1984242 w 7467600"/>
              <a:gd name="connsiteY579" fmla="*/ 2430829 h 6858000"/>
              <a:gd name="connsiteX580" fmla="*/ 2014023 w 7467600"/>
              <a:gd name="connsiteY580" fmla="*/ 2450995 h 6858000"/>
              <a:gd name="connsiteX581" fmla="*/ 1747337 w 7467600"/>
              <a:gd name="connsiteY581" fmla="*/ 1855264 h 6858000"/>
              <a:gd name="connsiteX582" fmla="*/ 1533749 w 7467600"/>
              <a:gd name="connsiteY582" fmla="*/ 1478656 h 6858000"/>
              <a:gd name="connsiteX583" fmla="*/ 1431890 w 7467600"/>
              <a:gd name="connsiteY583" fmla="*/ 1306475 h 6858000"/>
              <a:gd name="connsiteX584" fmla="*/ 5052692 w 7467600"/>
              <a:gd name="connsiteY584" fmla="*/ 1292994 h 6858000"/>
              <a:gd name="connsiteX585" fmla="*/ 5200661 w 7467600"/>
              <a:gd name="connsiteY585" fmla="*/ 1635186 h 6858000"/>
              <a:gd name="connsiteX586" fmla="*/ 5297138 w 7467600"/>
              <a:gd name="connsiteY586" fmla="*/ 1906351 h 6858000"/>
              <a:gd name="connsiteX587" fmla="*/ 5052692 w 7467600"/>
              <a:gd name="connsiteY587" fmla="*/ 1292994 h 6858000"/>
              <a:gd name="connsiteX588" fmla="*/ 5009948 w 7467600"/>
              <a:gd name="connsiteY588" fmla="*/ 1273619 h 6858000"/>
              <a:gd name="connsiteX589" fmla="*/ 5121777 w 7467600"/>
              <a:gd name="connsiteY589" fmla="*/ 1654213 h 6858000"/>
              <a:gd name="connsiteX590" fmla="*/ 5293545 w 7467600"/>
              <a:gd name="connsiteY590" fmla="*/ 2072247 h 6858000"/>
              <a:gd name="connsiteX591" fmla="*/ 5294042 w 7467600"/>
              <a:gd name="connsiteY591" fmla="*/ 2065019 h 6858000"/>
              <a:gd name="connsiteX592" fmla="*/ 5171936 w 7467600"/>
              <a:gd name="connsiteY592" fmla="*/ 1647613 h 6858000"/>
              <a:gd name="connsiteX593" fmla="*/ 5009948 w 7467600"/>
              <a:gd name="connsiteY593" fmla="*/ 1273619 h 6858000"/>
              <a:gd name="connsiteX594" fmla="*/ 655236 w 7467600"/>
              <a:gd name="connsiteY594" fmla="*/ 1268632 h 6858000"/>
              <a:gd name="connsiteX595" fmla="*/ 839521 w 7467600"/>
              <a:gd name="connsiteY595" fmla="*/ 1685315 h 6858000"/>
              <a:gd name="connsiteX596" fmla="*/ 1109416 w 7467600"/>
              <a:gd name="connsiteY596" fmla="*/ 2061663 h 6858000"/>
              <a:gd name="connsiteX597" fmla="*/ 1298300 w 7467600"/>
              <a:gd name="connsiteY597" fmla="*/ 2247742 h 6858000"/>
              <a:gd name="connsiteX598" fmla="*/ 1125871 w 7467600"/>
              <a:gd name="connsiteY598" fmla="*/ 1989513 h 6858000"/>
              <a:gd name="connsiteX599" fmla="*/ 981574 w 7467600"/>
              <a:gd name="connsiteY599" fmla="*/ 1783157 h 6858000"/>
              <a:gd name="connsiteX600" fmla="*/ 922198 w 7467600"/>
              <a:gd name="connsiteY600" fmla="*/ 1677437 h 6858000"/>
              <a:gd name="connsiteX601" fmla="*/ 869293 w 7467600"/>
              <a:gd name="connsiteY601" fmla="*/ 1583214 h 6858000"/>
              <a:gd name="connsiteX602" fmla="*/ 751431 w 7467600"/>
              <a:gd name="connsiteY602" fmla="*/ 1405731 h 6858000"/>
              <a:gd name="connsiteX603" fmla="*/ 655236 w 7467600"/>
              <a:gd name="connsiteY603" fmla="*/ 1268632 h 6858000"/>
              <a:gd name="connsiteX604" fmla="*/ 6516292 w 7467600"/>
              <a:gd name="connsiteY604" fmla="*/ 1263064 h 6858000"/>
              <a:gd name="connsiteX605" fmla="*/ 5736320 w 7467600"/>
              <a:gd name="connsiteY605" fmla="*/ 1501803 h 6858000"/>
              <a:gd name="connsiteX606" fmla="*/ 6516292 w 7467600"/>
              <a:gd name="connsiteY606" fmla="*/ 1263064 h 6858000"/>
              <a:gd name="connsiteX607" fmla="*/ 291466 w 7467600"/>
              <a:gd name="connsiteY607" fmla="*/ 1250369 h 6858000"/>
              <a:gd name="connsiteX608" fmla="*/ 323180 w 7467600"/>
              <a:gd name="connsiteY608" fmla="*/ 1435283 h 6858000"/>
              <a:gd name="connsiteX609" fmla="*/ 349381 w 7467600"/>
              <a:gd name="connsiteY609" fmla="*/ 1875041 h 6858000"/>
              <a:gd name="connsiteX610" fmla="*/ 374363 w 7467600"/>
              <a:gd name="connsiteY610" fmla="*/ 1506494 h 6858000"/>
              <a:gd name="connsiteX611" fmla="*/ 302168 w 7467600"/>
              <a:gd name="connsiteY611" fmla="*/ 1274495 h 6858000"/>
              <a:gd name="connsiteX612" fmla="*/ 291466 w 7467600"/>
              <a:gd name="connsiteY612" fmla="*/ 1250369 h 6858000"/>
              <a:gd name="connsiteX613" fmla="*/ 678222 w 7467600"/>
              <a:gd name="connsiteY613" fmla="*/ 1248670 h 6858000"/>
              <a:gd name="connsiteX614" fmla="*/ 775536 w 7467600"/>
              <a:gd name="connsiteY614" fmla="*/ 1388015 h 6858000"/>
              <a:gd name="connsiteX615" fmla="*/ 894529 w 7467600"/>
              <a:gd name="connsiteY615" fmla="*/ 1567739 h 6858000"/>
              <a:gd name="connsiteX616" fmla="*/ 948000 w 7467600"/>
              <a:gd name="connsiteY616" fmla="*/ 1663088 h 6858000"/>
              <a:gd name="connsiteX617" fmla="*/ 1006812 w 7467600"/>
              <a:gd name="connsiteY617" fmla="*/ 1767683 h 6858000"/>
              <a:gd name="connsiteX618" fmla="*/ 1149133 w 7467600"/>
              <a:gd name="connsiteY618" fmla="*/ 1971513 h 6858000"/>
              <a:gd name="connsiteX619" fmla="*/ 1333952 w 7467600"/>
              <a:gd name="connsiteY619" fmla="*/ 2251620 h 6858000"/>
              <a:gd name="connsiteX620" fmla="*/ 1337329 w 7467600"/>
              <a:gd name="connsiteY620" fmla="*/ 2258350 h 6858000"/>
              <a:gd name="connsiteX621" fmla="*/ 1014726 w 7467600"/>
              <a:gd name="connsiteY621" fmla="*/ 1615556 h 6858000"/>
              <a:gd name="connsiteX622" fmla="*/ 678222 w 7467600"/>
              <a:gd name="connsiteY622" fmla="*/ 1248670 h 6858000"/>
              <a:gd name="connsiteX623" fmla="*/ 6691602 w 7467600"/>
              <a:gd name="connsiteY623" fmla="*/ 1140573 h 6858000"/>
              <a:gd name="connsiteX624" fmla="*/ 6571100 w 7467600"/>
              <a:gd name="connsiteY624" fmla="*/ 1183662 h 6858000"/>
              <a:gd name="connsiteX625" fmla="*/ 6241687 w 7467600"/>
              <a:gd name="connsiteY625" fmla="*/ 1257600 h 6858000"/>
              <a:gd name="connsiteX626" fmla="*/ 5693009 w 7467600"/>
              <a:gd name="connsiteY626" fmla="*/ 1478256 h 6858000"/>
              <a:gd name="connsiteX627" fmla="*/ 6548420 w 7467600"/>
              <a:gd name="connsiteY627" fmla="*/ 1214599 h 6858000"/>
              <a:gd name="connsiteX628" fmla="*/ 6605473 w 7467600"/>
              <a:gd name="connsiteY628" fmla="*/ 1184686 h 6858000"/>
              <a:gd name="connsiteX629" fmla="*/ 6691602 w 7467600"/>
              <a:gd name="connsiteY629" fmla="*/ 1140573 h 6858000"/>
              <a:gd name="connsiteX630" fmla="*/ 4002475 w 7467600"/>
              <a:gd name="connsiteY630" fmla="*/ 1037802 h 6858000"/>
              <a:gd name="connsiteX631" fmla="*/ 4000324 w 7467600"/>
              <a:gd name="connsiteY631" fmla="*/ 1039362 h 6858000"/>
              <a:gd name="connsiteX632" fmla="*/ 4002862 w 7467600"/>
              <a:gd name="connsiteY632" fmla="*/ 1042866 h 6858000"/>
              <a:gd name="connsiteX633" fmla="*/ 4002475 w 7467600"/>
              <a:gd name="connsiteY633" fmla="*/ 1037802 h 6858000"/>
              <a:gd name="connsiteX634" fmla="*/ 506322 w 7467600"/>
              <a:gd name="connsiteY634" fmla="*/ 1020997 h 6858000"/>
              <a:gd name="connsiteX635" fmla="*/ 533068 w 7467600"/>
              <a:gd name="connsiteY635" fmla="*/ 1029409 h 6858000"/>
              <a:gd name="connsiteX636" fmla="*/ 1232525 w 7467600"/>
              <a:gd name="connsiteY636" fmla="*/ 1804675 h 6858000"/>
              <a:gd name="connsiteX637" fmla="*/ 1388858 w 7467600"/>
              <a:gd name="connsiteY637" fmla="*/ 2368011 h 6858000"/>
              <a:gd name="connsiteX638" fmla="*/ 1384098 w 7467600"/>
              <a:gd name="connsiteY638" fmla="*/ 2378125 h 6858000"/>
              <a:gd name="connsiteX639" fmla="*/ 1425393 w 7467600"/>
              <a:gd name="connsiteY639" fmla="*/ 2589124 h 6858000"/>
              <a:gd name="connsiteX640" fmla="*/ 1424001 w 7467600"/>
              <a:gd name="connsiteY640" fmla="*/ 2597541 h 6858000"/>
              <a:gd name="connsiteX641" fmla="*/ 2152729 w 7467600"/>
              <a:gd name="connsiteY641" fmla="*/ 2864487 h 6858000"/>
              <a:gd name="connsiteX642" fmla="*/ 2020609 w 7467600"/>
              <a:gd name="connsiteY642" fmla="*/ 2539671 h 6858000"/>
              <a:gd name="connsiteX643" fmla="*/ 2018920 w 7467600"/>
              <a:gd name="connsiteY643" fmla="*/ 2536309 h 6858000"/>
              <a:gd name="connsiteX644" fmla="*/ 1342441 w 7467600"/>
              <a:gd name="connsiteY644" fmla="*/ 1173017 h 6858000"/>
              <a:gd name="connsiteX645" fmla="*/ 1367925 w 7467600"/>
              <a:gd name="connsiteY645" fmla="*/ 1135648 h 6858000"/>
              <a:gd name="connsiteX646" fmla="*/ 1771401 w 7467600"/>
              <a:gd name="connsiteY646" fmla="*/ 1806673 h 6858000"/>
              <a:gd name="connsiteX647" fmla="*/ 1972385 w 7467600"/>
              <a:gd name="connsiteY647" fmla="*/ 2198735 h 6858000"/>
              <a:gd name="connsiteX648" fmla="*/ 2040892 w 7467600"/>
              <a:gd name="connsiteY648" fmla="*/ 2405205 h 6858000"/>
              <a:gd name="connsiteX649" fmla="*/ 2131689 w 7467600"/>
              <a:gd name="connsiteY649" fmla="*/ 1936926 h 6858000"/>
              <a:gd name="connsiteX650" fmla="*/ 2454820 w 7467600"/>
              <a:gd name="connsiteY650" fmla="*/ 1248808 h 6858000"/>
              <a:gd name="connsiteX651" fmla="*/ 2492512 w 7467600"/>
              <a:gd name="connsiteY651" fmla="*/ 1302920 h 6858000"/>
              <a:gd name="connsiteX652" fmla="*/ 2081216 w 7467600"/>
              <a:gd name="connsiteY652" fmla="*/ 2527513 h 6858000"/>
              <a:gd name="connsiteX653" fmla="*/ 2081211 w 7467600"/>
              <a:gd name="connsiteY653" fmla="*/ 2528916 h 6858000"/>
              <a:gd name="connsiteX654" fmla="*/ 2199067 w 7467600"/>
              <a:gd name="connsiteY654" fmla="*/ 2884061 h 6858000"/>
              <a:gd name="connsiteX655" fmla="*/ 3192586 w 7467600"/>
              <a:gd name="connsiteY655" fmla="*/ 3411496 h 6858000"/>
              <a:gd name="connsiteX656" fmla="*/ 3182620 w 7467600"/>
              <a:gd name="connsiteY656" fmla="*/ 3483279 h 6858000"/>
              <a:gd name="connsiteX657" fmla="*/ 2435119 w 7467600"/>
              <a:gd name="connsiteY657" fmla="*/ 3080173 h 6858000"/>
              <a:gd name="connsiteX658" fmla="*/ 2410152 w 7467600"/>
              <a:gd name="connsiteY658" fmla="*/ 3063751 h 6858000"/>
              <a:gd name="connsiteX659" fmla="*/ 2408099 w 7467600"/>
              <a:gd name="connsiteY659" fmla="*/ 3064403 h 6858000"/>
              <a:gd name="connsiteX660" fmla="*/ 2407218 w 7467600"/>
              <a:gd name="connsiteY660" fmla="*/ 3070324 h 6858000"/>
              <a:gd name="connsiteX661" fmla="*/ 2380138 w 7467600"/>
              <a:gd name="connsiteY661" fmla="*/ 3099341 h 6858000"/>
              <a:gd name="connsiteX662" fmla="*/ 1765923 w 7467600"/>
              <a:gd name="connsiteY662" fmla="*/ 3581043 h 6858000"/>
              <a:gd name="connsiteX663" fmla="*/ 1702258 w 7467600"/>
              <a:gd name="connsiteY663" fmla="*/ 3612286 h 6858000"/>
              <a:gd name="connsiteX664" fmla="*/ 1538370 w 7467600"/>
              <a:gd name="connsiteY664" fmla="*/ 3811804 h 6858000"/>
              <a:gd name="connsiteX665" fmla="*/ 542867 w 7467600"/>
              <a:gd name="connsiteY665" fmla="*/ 4944092 h 6858000"/>
              <a:gd name="connsiteX666" fmla="*/ 515800 w 7467600"/>
              <a:gd name="connsiteY666" fmla="*/ 4862180 h 6858000"/>
              <a:gd name="connsiteX667" fmla="*/ 909145 w 7467600"/>
              <a:gd name="connsiteY667" fmla="*/ 4199225 h 6858000"/>
              <a:gd name="connsiteX668" fmla="*/ 1214067 w 7467600"/>
              <a:gd name="connsiteY668" fmla="*/ 3908561 h 6858000"/>
              <a:gd name="connsiteX669" fmla="*/ 640967 w 7467600"/>
              <a:gd name="connsiteY669" fmla="*/ 4105601 h 6858000"/>
              <a:gd name="connsiteX670" fmla="*/ 112563 w 7467600"/>
              <a:gd name="connsiteY670" fmla="*/ 4396952 h 6858000"/>
              <a:gd name="connsiteX671" fmla="*/ 0 w 7467600"/>
              <a:gd name="connsiteY671" fmla="*/ 4466006 h 6858000"/>
              <a:gd name="connsiteX672" fmla="*/ 0 w 7467600"/>
              <a:gd name="connsiteY672" fmla="*/ 4233763 h 6858000"/>
              <a:gd name="connsiteX673" fmla="*/ 36881 w 7467600"/>
              <a:gd name="connsiteY673" fmla="*/ 4200118 h 6858000"/>
              <a:gd name="connsiteX674" fmla="*/ 910534 w 7467600"/>
              <a:gd name="connsiteY674" fmla="*/ 3629753 h 6858000"/>
              <a:gd name="connsiteX675" fmla="*/ 1578717 w 7467600"/>
              <a:gd name="connsiteY675" fmla="*/ 3575982 h 6858000"/>
              <a:gd name="connsiteX676" fmla="*/ 2338780 w 7467600"/>
              <a:gd name="connsiteY676" fmla="*/ 3033725 h 6858000"/>
              <a:gd name="connsiteX677" fmla="*/ 1807991 w 7467600"/>
              <a:gd name="connsiteY677" fmla="*/ 2807184 h 6858000"/>
              <a:gd name="connsiteX678" fmla="*/ 1416358 w 7467600"/>
              <a:gd name="connsiteY678" fmla="*/ 3112571 h 6858000"/>
              <a:gd name="connsiteX679" fmla="*/ 939066 w 7467600"/>
              <a:gd name="connsiteY679" fmla="*/ 3378798 h 6858000"/>
              <a:gd name="connsiteX680" fmla="*/ 115099 w 7467600"/>
              <a:gd name="connsiteY680" fmla="*/ 3607650 h 6858000"/>
              <a:gd name="connsiteX681" fmla="*/ 97284 w 7467600"/>
              <a:gd name="connsiteY681" fmla="*/ 3520393 h 6858000"/>
              <a:gd name="connsiteX682" fmla="*/ 922050 w 7467600"/>
              <a:gd name="connsiteY682" fmla="*/ 3074867 h 6858000"/>
              <a:gd name="connsiteX683" fmla="*/ 1405265 w 7467600"/>
              <a:gd name="connsiteY683" fmla="*/ 3016319 h 6858000"/>
              <a:gd name="connsiteX684" fmla="*/ 1407512 w 7467600"/>
              <a:gd name="connsiteY684" fmla="*/ 3018001 h 6858000"/>
              <a:gd name="connsiteX685" fmla="*/ 1726266 w 7467600"/>
              <a:gd name="connsiteY685" fmla="*/ 2777274 h 6858000"/>
              <a:gd name="connsiteX686" fmla="*/ 625390 w 7467600"/>
              <a:gd name="connsiteY686" fmla="*/ 2514541 h 6858000"/>
              <a:gd name="connsiteX687" fmla="*/ 619799 w 7467600"/>
              <a:gd name="connsiteY687" fmla="*/ 2527180 h 6858000"/>
              <a:gd name="connsiteX688" fmla="*/ 310030 w 7467600"/>
              <a:gd name="connsiteY688" fmla="*/ 2771818 h 6858000"/>
              <a:gd name="connsiteX689" fmla="*/ 173877 w 7467600"/>
              <a:gd name="connsiteY689" fmla="*/ 2937056 h 6858000"/>
              <a:gd name="connsiteX690" fmla="*/ 77889 w 7467600"/>
              <a:gd name="connsiteY690" fmla="*/ 3138440 h 6858000"/>
              <a:gd name="connsiteX691" fmla="*/ 0 w 7467600"/>
              <a:gd name="connsiteY691" fmla="*/ 3271395 h 6858000"/>
              <a:gd name="connsiteX692" fmla="*/ 0 w 7467600"/>
              <a:gd name="connsiteY692" fmla="*/ 3153002 h 6858000"/>
              <a:gd name="connsiteX693" fmla="*/ 2386 w 7467600"/>
              <a:gd name="connsiteY693" fmla="*/ 3149203 h 6858000"/>
              <a:gd name="connsiteX694" fmla="*/ 89753 w 7467600"/>
              <a:gd name="connsiteY694" fmla="*/ 2987702 h 6858000"/>
              <a:gd name="connsiteX695" fmla="*/ 76869 w 7467600"/>
              <a:gd name="connsiteY695" fmla="*/ 3005404 h 6858000"/>
              <a:gd name="connsiteX696" fmla="*/ 32049 w 7467600"/>
              <a:gd name="connsiteY696" fmla="*/ 3065814 h 6858000"/>
              <a:gd name="connsiteX697" fmla="*/ 0 w 7467600"/>
              <a:gd name="connsiteY697" fmla="*/ 3108744 h 6858000"/>
              <a:gd name="connsiteX698" fmla="*/ 0 w 7467600"/>
              <a:gd name="connsiteY698" fmla="*/ 3058059 h 6858000"/>
              <a:gd name="connsiteX699" fmla="*/ 7610 w 7467600"/>
              <a:gd name="connsiteY699" fmla="*/ 3047889 h 6858000"/>
              <a:gd name="connsiteX700" fmla="*/ 52419 w 7467600"/>
              <a:gd name="connsiteY700" fmla="*/ 2987479 h 6858000"/>
              <a:gd name="connsiteX701" fmla="*/ 59142 w 7467600"/>
              <a:gd name="connsiteY701" fmla="*/ 2978488 h 6858000"/>
              <a:gd name="connsiteX702" fmla="*/ 0 w 7467600"/>
              <a:gd name="connsiteY702" fmla="*/ 3015334 h 6858000"/>
              <a:gd name="connsiteX703" fmla="*/ 0 w 7467600"/>
              <a:gd name="connsiteY703" fmla="*/ 2914286 h 6858000"/>
              <a:gd name="connsiteX704" fmla="*/ 36383 w 7467600"/>
              <a:gd name="connsiteY704" fmla="*/ 2901128 h 6858000"/>
              <a:gd name="connsiteX705" fmla="*/ 156329 w 7467600"/>
              <a:gd name="connsiteY705" fmla="*/ 2840533 h 6858000"/>
              <a:gd name="connsiteX706" fmla="*/ 358355 w 7467600"/>
              <a:gd name="connsiteY706" fmla="*/ 2620471 h 6858000"/>
              <a:gd name="connsiteX707" fmla="*/ 510577 w 7467600"/>
              <a:gd name="connsiteY707" fmla="*/ 2501244 h 6858000"/>
              <a:gd name="connsiteX708" fmla="*/ 211967 w 7467600"/>
              <a:gd name="connsiteY708" fmla="*/ 2479171 h 6858000"/>
              <a:gd name="connsiteX709" fmla="*/ 0 w 7467600"/>
              <a:gd name="connsiteY709" fmla="*/ 2476398 h 6858000"/>
              <a:gd name="connsiteX710" fmla="*/ 0 w 7467600"/>
              <a:gd name="connsiteY710" fmla="*/ 2389189 h 6858000"/>
              <a:gd name="connsiteX711" fmla="*/ 103062 w 7467600"/>
              <a:gd name="connsiteY711" fmla="*/ 2389518 h 6858000"/>
              <a:gd name="connsiteX712" fmla="*/ 510734 w 7467600"/>
              <a:gd name="connsiteY712" fmla="*/ 2416201 h 6858000"/>
              <a:gd name="connsiteX713" fmla="*/ 279257 w 7467600"/>
              <a:gd name="connsiteY713" fmla="*/ 2092102 h 6858000"/>
              <a:gd name="connsiteX714" fmla="*/ 65265 w 7467600"/>
              <a:gd name="connsiteY714" fmla="*/ 2006049 h 6858000"/>
              <a:gd name="connsiteX715" fmla="*/ 0 w 7467600"/>
              <a:gd name="connsiteY715" fmla="*/ 1982532 h 6858000"/>
              <a:gd name="connsiteX716" fmla="*/ 0 w 7467600"/>
              <a:gd name="connsiteY716" fmla="*/ 1912789 h 6858000"/>
              <a:gd name="connsiteX717" fmla="*/ 97460 w 7467600"/>
              <a:gd name="connsiteY717" fmla="*/ 1953725 h 6858000"/>
              <a:gd name="connsiteX718" fmla="*/ 221272 w 7467600"/>
              <a:gd name="connsiteY718" fmla="*/ 1980766 h 6858000"/>
              <a:gd name="connsiteX719" fmla="*/ 116765 w 7467600"/>
              <a:gd name="connsiteY719" fmla="*/ 1911033 h 6858000"/>
              <a:gd name="connsiteX720" fmla="*/ 16405 w 7467600"/>
              <a:gd name="connsiteY720" fmla="*/ 1803412 h 6858000"/>
              <a:gd name="connsiteX721" fmla="*/ 0 w 7467600"/>
              <a:gd name="connsiteY721" fmla="*/ 1784777 h 6858000"/>
              <a:gd name="connsiteX722" fmla="*/ 0 w 7467600"/>
              <a:gd name="connsiteY722" fmla="*/ 1740082 h 6858000"/>
              <a:gd name="connsiteX723" fmla="*/ 39394 w 7467600"/>
              <a:gd name="connsiteY723" fmla="*/ 1784856 h 6858000"/>
              <a:gd name="connsiteX724" fmla="*/ 135813 w 7467600"/>
              <a:gd name="connsiteY724" fmla="*/ 1888838 h 6858000"/>
              <a:gd name="connsiteX725" fmla="*/ 242575 w 7467600"/>
              <a:gd name="connsiteY725" fmla="*/ 1958841 h 6858000"/>
              <a:gd name="connsiteX726" fmla="*/ 82197 w 7467600"/>
              <a:gd name="connsiteY726" fmla="*/ 1754826 h 6858000"/>
              <a:gd name="connsiteX727" fmla="*/ 0 w 7467600"/>
              <a:gd name="connsiteY727" fmla="*/ 1679650 h 6858000"/>
              <a:gd name="connsiteX728" fmla="*/ 0 w 7467600"/>
              <a:gd name="connsiteY728" fmla="*/ 1602463 h 6858000"/>
              <a:gd name="connsiteX729" fmla="*/ 84689 w 7467600"/>
              <a:gd name="connsiteY729" fmla="*/ 1677442 h 6858000"/>
              <a:gd name="connsiteX730" fmla="*/ 298437 w 7467600"/>
              <a:gd name="connsiteY730" fmla="*/ 1968019 h 6858000"/>
              <a:gd name="connsiteX731" fmla="*/ 227269 w 7467600"/>
              <a:gd name="connsiteY731" fmla="*/ 1114064 h 6858000"/>
              <a:gd name="connsiteX732" fmla="*/ 248003 w 7467600"/>
              <a:gd name="connsiteY732" fmla="*/ 1089613 h 6858000"/>
              <a:gd name="connsiteX733" fmla="*/ 427020 w 7467600"/>
              <a:gd name="connsiteY733" fmla="*/ 1619803 h 6858000"/>
              <a:gd name="connsiteX734" fmla="*/ 340345 w 7467600"/>
              <a:gd name="connsiteY734" fmla="*/ 2027739 h 6858000"/>
              <a:gd name="connsiteX735" fmla="*/ 360865 w 7467600"/>
              <a:gd name="connsiteY735" fmla="*/ 2044827 h 6858000"/>
              <a:gd name="connsiteX736" fmla="*/ 560414 w 7467600"/>
              <a:gd name="connsiteY736" fmla="*/ 2421457 h 6858000"/>
              <a:gd name="connsiteX737" fmla="*/ 1359703 w 7467600"/>
              <a:gd name="connsiteY737" fmla="*/ 2578554 h 6858000"/>
              <a:gd name="connsiteX738" fmla="*/ 1359422 w 7467600"/>
              <a:gd name="connsiteY738" fmla="*/ 2577994 h 6858000"/>
              <a:gd name="connsiteX739" fmla="*/ 828701 w 7467600"/>
              <a:gd name="connsiteY739" fmla="*/ 1839520 h 6858000"/>
              <a:gd name="connsiteX740" fmla="*/ 494427 w 7467600"/>
              <a:gd name="connsiteY740" fmla="*/ 1092333 h 6858000"/>
              <a:gd name="connsiteX741" fmla="*/ 506322 w 7467600"/>
              <a:gd name="connsiteY741" fmla="*/ 1020997 h 6858000"/>
              <a:gd name="connsiteX742" fmla="*/ 4570198 w 7467600"/>
              <a:gd name="connsiteY742" fmla="*/ 978081 h 6858000"/>
              <a:gd name="connsiteX743" fmla="*/ 4523691 w 7467600"/>
              <a:gd name="connsiteY743" fmla="*/ 1127776 h 6858000"/>
              <a:gd name="connsiteX744" fmla="*/ 4509875 w 7467600"/>
              <a:gd name="connsiteY744" fmla="*/ 1167552 h 6858000"/>
              <a:gd name="connsiteX745" fmla="*/ 4478168 w 7467600"/>
              <a:gd name="connsiteY745" fmla="*/ 1260735 h 6858000"/>
              <a:gd name="connsiteX746" fmla="*/ 4409309 w 7467600"/>
              <a:gd name="connsiteY746" fmla="*/ 1666996 h 6858000"/>
              <a:gd name="connsiteX747" fmla="*/ 4370031 w 7467600"/>
              <a:gd name="connsiteY747" fmla="*/ 1955666 h 6858000"/>
              <a:gd name="connsiteX748" fmla="*/ 4570198 w 7467600"/>
              <a:gd name="connsiteY748" fmla="*/ 978081 h 6858000"/>
              <a:gd name="connsiteX749" fmla="*/ 4557898 w 7467600"/>
              <a:gd name="connsiteY749" fmla="*/ 900011 h 6858000"/>
              <a:gd name="connsiteX750" fmla="*/ 4344840 w 7467600"/>
              <a:gd name="connsiteY750" fmla="*/ 1922038 h 6858000"/>
              <a:gd name="connsiteX751" fmla="*/ 4378710 w 7467600"/>
              <a:gd name="connsiteY751" fmla="*/ 1665516 h 6858000"/>
              <a:gd name="connsiteX752" fmla="*/ 4448798 w 7467600"/>
              <a:gd name="connsiteY752" fmla="*/ 1253024 h 6858000"/>
              <a:gd name="connsiteX753" fmla="*/ 4480315 w 7467600"/>
              <a:gd name="connsiteY753" fmla="*/ 1158454 h 6858000"/>
              <a:gd name="connsiteX754" fmla="*/ 4494133 w 7467600"/>
              <a:gd name="connsiteY754" fmla="*/ 1118676 h 6858000"/>
              <a:gd name="connsiteX755" fmla="*/ 4557898 w 7467600"/>
              <a:gd name="connsiteY755" fmla="*/ 900011 h 6858000"/>
              <a:gd name="connsiteX756" fmla="*/ 5870151 w 7467600"/>
              <a:gd name="connsiteY756" fmla="*/ 898890 h 6858000"/>
              <a:gd name="connsiteX757" fmla="*/ 5861335 w 7467600"/>
              <a:gd name="connsiteY757" fmla="*/ 899177 h 6858000"/>
              <a:gd name="connsiteX758" fmla="*/ 5843702 w 7467600"/>
              <a:gd name="connsiteY758" fmla="*/ 899748 h 6858000"/>
              <a:gd name="connsiteX759" fmla="*/ 5651107 w 7467600"/>
              <a:gd name="connsiteY759" fmla="*/ 920306 h 6858000"/>
              <a:gd name="connsiteX760" fmla="*/ 5459407 w 7467600"/>
              <a:gd name="connsiteY760" fmla="*/ 940975 h 6858000"/>
              <a:gd name="connsiteX761" fmla="*/ 5374846 w 7467600"/>
              <a:gd name="connsiteY761" fmla="*/ 941988 h 6858000"/>
              <a:gd name="connsiteX762" fmla="*/ 5256105 w 7467600"/>
              <a:gd name="connsiteY762" fmla="*/ 945632 h 6858000"/>
              <a:gd name="connsiteX763" fmla="*/ 5107071 w 7467600"/>
              <a:gd name="connsiteY763" fmla="*/ 969720 h 6858000"/>
              <a:gd name="connsiteX764" fmla="*/ 4998681 w 7467600"/>
              <a:gd name="connsiteY764" fmla="*/ 988771 h 6858000"/>
              <a:gd name="connsiteX765" fmla="*/ 5870151 w 7467600"/>
              <a:gd name="connsiteY765" fmla="*/ 898890 h 6858000"/>
              <a:gd name="connsiteX766" fmla="*/ 5504425 w 7467600"/>
              <a:gd name="connsiteY766" fmla="*/ 848067 h 6858000"/>
              <a:gd name="connsiteX767" fmla="*/ 4968849 w 7467600"/>
              <a:gd name="connsiteY767" fmla="*/ 962318 h 6858000"/>
              <a:gd name="connsiteX768" fmla="*/ 5104039 w 7467600"/>
              <a:gd name="connsiteY768" fmla="*/ 940634 h 6858000"/>
              <a:gd name="connsiteX769" fmla="*/ 5256311 w 7467600"/>
              <a:gd name="connsiteY769" fmla="*/ 916490 h 6858000"/>
              <a:gd name="connsiteX770" fmla="*/ 5377381 w 7467600"/>
              <a:gd name="connsiteY770" fmla="*/ 912671 h 6858000"/>
              <a:gd name="connsiteX771" fmla="*/ 5460148 w 7467600"/>
              <a:gd name="connsiteY771" fmla="*/ 911442 h 6858000"/>
              <a:gd name="connsiteX772" fmla="*/ 5648971 w 7467600"/>
              <a:gd name="connsiteY772" fmla="*/ 891331 h 6858000"/>
              <a:gd name="connsiteX773" fmla="*/ 5844807 w 7467600"/>
              <a:gd name="connsiteY773" fmla="*/ 870718 h 6858000"/>
              <a:gd name="connsiteX774" fmla="*/ 5862975 w 7467600"/>
              <a:gd name="connsiteY774" fmla="*/ 869756 h 6858000"/>
              <a:gd name="connsiteX775" fmla="*/ 5920887 w 7467600"/>
              <a:gd name="connsiteY775" fmla="*/ 865929 h 6858000"/>
              <a:gd name="connsiteX776" fmla="*/ 5504425 w 7467600"/>
              <a:gd name="connsiteY776" fmla="*/ 848067 h 6858000"/>
              <a:gd name="connsiteX777" fmla="*/ 3607114 w 7467600"/>
              <a:gd name="connsiteY777" fmla="*/ 467441 h 6858000"/>
              <a:gd name="connsiteX778" fmla="*/ 3296242 w 7467600"/>
              <a:gd name="connsiteY778" fmla="*/ 807991 h 6858000"/>
              <a:gd name="connsiteX779" fmla="*/ 3174674 w 7467600"/>
              <a:gd name="connsiteY779" fmla="*/ 919759 h 6858000"/>
              <a:gd name="connsiteX780" fmla="*/ 3042978 w 7467600"/>
              <a:gd name="connsiteY780" fmla="*/ 1054894 h 6858000"/>
              <a:gd name="connsiteX781" fmla="*/ 2968914 w 7467600"/>
              <a:gd name="connsiteY781" fmla="*/ 1133756 h 6858000"/>
              <a:gd name="connsiteX782" fmla="*/ 3103823 w 7467600"/>
              <a:gd name="connsiteY782" fmla="*/ 1026814 h 6858000"/>
              <a:gd name="connsiteX783" fmla="*/ 3607114 w 7467600"/>
              <a:gd name="connsiteY783" fmla="*/ 467441 h 6858000"/>
              <a:gd name="connsiteX784" fmla="*/ 3744487 w 7467600"/>
              <a:gd name="connsiteY784" fmla="*/ 383136 h 6858000"/>
              <a:gd name="connsiteX785" fmla="*/ 3970213 w 7467600"/>
              <a:gd name="connsiteY785" fmla="*/ 995559 h 6858000"/>
              <a:gd name="connsiteX786" fmla="*/ 3744487 w 7467600"/>
              <a:gd name="connsiteY786" fmla="*/ 383136 h 6858000"/>
              <a:gd name="connsiteX787" fmla="*/ 3624562 w 7467600"/>
              <a:gd name="connsiteY787" fmla="*/ 367041 h 6858000"/>
              <a:gd name="connsiteX788" fmla="*/ 3489712 w 7467600"/>
              <a:gd name="connsiteY788" fmla="*/ 485386 h 6858000"/>
              <a:gd name="connsiteX789" fmla="*/ 3182994 w 7467600"/>
              <a:gd name="connsiteY789" fmla="*/ 828265 h 6858000"/>
              <a:gd name="connsiteX790" fmla="*/ 2892114 w 7467600"/>
              <a:gd name="connsiteY790" fmla="*/ 1172635 h 6858000"/>
              <a:gd name="connsiteX791" fmla="*/ 3021459 w 7467600"/>
              <a:gd name="connsiteY791" fmla="*/ 1035385 h 6858000"/>
              <a:gd name="connsiteX792" fmla="*/ 3153873 w 7467600"/>
              <a:gd name="connsiteY792" fmla="*/ 898971 h 6858000"/>
              <a:gd name="connsiteX793" fmla="*/ 3276511 w 7467600"/>
              <a:gd name="connsiteY793" fmla="*/ 786423 h 6858000"/>
              <a:gd name="connsiteX794" fmla="*/ 3584154 w 7467600"/>
              <a:gd name="connsiteY794" fmla="*/ 448218 h 6858000"/>
              <a:gd name="connsiteX795" fmla="*/ 3624562 w 7467600"/>
              <a:gd name="connsiteY795" fmla="*/ 367041 h 6858000"/>
              <a:gd name="connsiteX796" fmla="*/ 3766672 w 7467600"/>
              <a:gd name="connsiteY796" fmla="*/ 359429 h 6858000"/>
              <a:gd name="connsiteX797" fmla="*/ 3996338 w 7467600"/>
              <a:gd name="connsiteY797" fmla="*/ 968237 h 6858000"/>
              <a:gd name="connsiteX798" fmla="*/ 3766672 w 7467600"/>
              <a:gd name="connsiteY798" fmla="*/ 359429 h 6858000"/>
              <a:gd name="connsiteX799" fmla="*/ 5805386 w 7467600"/>
              <a:gd name="connsiteY799" fmla="*/ 239240 h 6858000"/>
              <a:gd name="connsiteX800" fmla="*/ 5736947 w 7467600"/>
              <a:gd name="connsiteY800" fmla="*/ 261367 h 6858000"/>
              <a:gd name="connsiteX801" fmla="*/ 5427012 w 7467600"/>
              <a:gd name="connsiteY801" fmla="*/ 311272 h 6858000"/>
              <a:gd name="connsiteX802" fmla="*/ 5147818 w 7467600"/>
              <a:gd name="connsiteY802" fmla="*/ 322112 h 6858000"/>
              <a:gd name="connsiteX803" fmla="*/ 5060854 w 7467600"/>
              <a:gd name="connsiteY803" fmla="*/ 311882 h 6858000"/>
              <a:gd name="connsiteX804" fmla="*/ 4945989 w 7467600"/>
              <a:gd name="connsiteY804" fmla="*/ 300516 h 6858000"/>
              <a:gd name="connsiteX805" fmla="*/ 5410479 w 7467600"/>
              <a:gd name="connsiteY805" fmla="*/ 348434 h 6858000"/>
              <a:gd name="connsiteX806" fmla="*/ 5805386 w 7467600"/>
              <a:gd name="connsiteY806" fmla="*/ 239240 h 6858000"/>
              <a:gd name="connsiteX807" fmla="*/ 5905192 w 7467600"/>
              <a:gd name="connsiteY807" fmla="*/ 163079 h 6858000"/>
              <a:gd name="connsiteX808" fmla="*/ 5865655 w 7467600"/>
              <a:gd name="connsiteY808" fmla="*/ 171901 h 6858000"/>
              <a:gd name="connsiteX809" fmla="*/ 5259740 w 7467600"/>
              <a:gd name="connsiteY809" fmla="*/ 257013 h 6858000"/>
              <a:gd name="connsiteX810" fmla="*/ 5208466 w 7467600"/>
              <a:gd name="connsiteY810" fmla="*/ 257550 h 6858000"/>
              <a:gd name="connsiteX811" fmla="*/ 4980204 w 7467600"/>
              <a:gd name="connsiteY811" fmla="*/ 271903 h 6858000"/>
              <a:gd name="connsiteX812" fmla="*/ 5068068 w 7467600"/>
              <a:gd name="connsiteY812" fmla="*/ 282244 h 6858000"/>
              <a:gd name="connsiteX813" fmla="*/ 5153231 w 7467600"/>
              <a:gd name="connsiteY813" fmla="*/ 292240 h 6858000"/>
              <a:gd name="connsiteX814" fmla="*/ 5426491 w 7467600"/>
              <a:gd name="connsiteY814" fmla="*/ 281128 h 6858000"/>
              <a:gd name="connsiteX815" fmla="*/ 5731212 w 7467600"/>
              <a:gd name="connsiteY815" fmla="*/ 231951 h 6858000"/>
              <a:gd name="connsiteX816" fmla="*/ 5905192 w 7467600"/>
              <a:gd name="connsiteY816" fmla="*/ 163079 h 6858000"/>
              <a:gd name="connsiteX817" fmla="*/ 5944437 w 7467600"/>
              <a:gd name="connsiteY817" fmla="*/ 113829 h 6858000"/>
              <a:gd name="connsiteX818" fmla="*/ 5825032 w 7467600"/>
              <a:gd name="connsiteY818" fmla="*/ 146405 h 6858000"/>
              <a:gd name="connsiteX819" fmla="*/ 4955599 w 7467600"/>
              <a:gd name="connsiteY819" fmla="*/ 247008 h 6858000"/>
              <a:gd name="connsiteX820" fmla="*/ 5210104 w 7467600"/>
              <a:gd name="connsiteY820" fmla="*/ 228123 h 6858000"/>
              <a:gd name="connsiteX821" fmla="*/ 5261015 w 7467600"/>
              <a:gd name="connsiteY821" fmla="*/ 227087 h 6858000"/>
              <a:gd name="connsiteX822" fmla="*/ 5861181 w 7467600"/>
              <a:gd name="connsiteY822" fmla="*/ 143093 h 6858000"/>
              <a:gd name="connsiteX823" fmla="*/ 5961252 w 7467600"/>
              <a:gd name="connsiteY823" fmla="*/ 114820 h 6858000"/>
              <a:gd name="connsiteX824" fmla="*/ 5944437 w 7467600"/>
              <a:gd name="connsiteY824" fmla="*/ 113829 h 6858000"/>
              <a:gd name="connsiteX825" fmla="*/ 3882765 w 7467600"/>
              <a:gd name="connsiteY825" fmla="*/ 0 h 6858000"/>
              <a:gd name="connsiteX826" fmla="*/ 3995099 w 7467600"/>
              <a:gd name="connsiteY826" fmla="*/ 0 h 6858000"/>
              <a:gd name="connsiteX827" fmla="*/ 4163818 w 7467600"/>
              <a:gd name="connsiteY827" fmla="*/ 234104 h 6858000"/>
              <a:gd name="connsiteX828" fmla="*/ 4172099 w 7467600"/>
              <a:gd name="connsiteY828" fmla="*/ 234207 h 6858000"/>
              <a:gd name="connsiteX829" fmla="*/ 4784282 w 7467600"/>
              <a:gd name="connsiteY829" fmla="*/ 276561 h 6858000"/>
              <a:gd name="connsiteX830" fmla="*/ 4801687 w 7467600"/>
              <a:gd name="connsiteY830" fmla="*/ 267764 h 6858000"/>
              <a:gd name="connsiteX831" fmla="*/ 6082788 w 7467600"/>
              <a:gd name="connsiteY831" fmla="*/ 64119 h 6858000"/>
              <a:gd name="connsiteX832" fmla="*/ 6099442 w 7467600"/>
              <a:gd name="connsiteY832" fmla="*/ 82568 h 6858000"/>
              <a:gd name="connsiteX833" fmla="*/ 4804137 w 7467600"/>
              <a:gd name="connsiteY833" fmla="*/ 320931 h 6858000"/>
              <a:gd name="connsiteX834" fmla="*/ 4227047 w 7467600"/>
              <a:gd name="connsiteY834" fmla="*/ 313415 h 6858000"/>
              <a:gd name="connsiteX835" fmla="*/ 4346041 w 7467600"/>
              <a:gd name="connsiteY835" fmla="*/ 456086 h 6858000"/>
              <a:gd name="connsiteX836" fmla="*/ 4870967 w 7467600"/>
              <a:gd name="connsiteY836" fmla="*/ 963061 h 6858000"/>
              <a:gd name="connsiteX837" fmla="*/ 4889647 w 7467600"/>
              <a:gd name="connsiteY837" fmla="*/ 957147 h 6858000"/>
              <a:gd name="connsiteX838" fmla="*/ 5422504 w 7467600"/>
              <a:gd name="connsiteY838" fmla="*/ 805191 h 6858000"/>
              <a:gd name="connsiteX839" fmla="*/ 6087656 w 7467600"/>
              <a:gd name="connsiteY839" fmla="*/ 826703 h 6858000"/>
              <a:gd name="connsiteX840" fmla="*/ 6058717 w 7467600"/>
              <a:gd name="connsiteY840" fmla="*/ 865992 h 6858000"/>
              <a:gd name="connsiteX841" fmla="*/ 4974153 w 7467600"/>
              <a:gd name="connsiteY841" fmla="*/ 1045456 h 6858000"/>
              <a:gd name="connsiteX842" fmla="*/ 5627835 w 7467600"/>
              <a:gd name="connsiteY842" fmla="*/ 1472077 h 6858000"/>
              <a:gd name="connsiteX843" fmla="*/ 5629817 w 7467600"/>
              <a:gd name="connsiteY843" fmla="*/ 1471412 h 6858000"/>
              <a:gd name="connsiteX844" fmla="*/ 5634124 w 7467600"/>
              <a:gd name="connsiteY844" fmla="*/ 1470572 h 6858000"/>
              <a:gd name="connsiteX845" fmla="*/ 5755832 w 7467600"/>
              <a:gd name="connsiteY845" fmla="*/ 1383886 h 6858000"/>
              <a:gd name="connsiteX846" fmla="*/ 6014186 w 7467600"/>
              <a:gd name="connsiteY846" fmla="*/ 1279799 h 6858000"/>
              <a:gd name="connsiteX847" fmla="*/ 6901619 w 7467600"/>
              <a:gd name="connsiteY847" fmla="*/ 1047874 h 6858000"/>
              <a:gd name="connsiteX848" fmla="*/ 6931566 w 7467600"/>
              <a:gd name="connsiteY848" fmla="*/ 1062034 h 6858000"/>
              <a:gd name="connsiteX849" fmla="*/ 5790982 w 7467600"/>
              <a:gd name="connsiteY849" fmla="*/ 1561380 h 6858000"/>
              <a:gd name="connsiteX850" fmla="*/ 6188971 w 7467600"/>
              <a:gd name="connsiteY850" fmla="*/ 1755168 h 6858000"/>
              <a:gd name="connsiteX851" fmla="*/ 6202446 w 7467600"/>
              <a:gd name="connsiteY851" fmla="*/ 1752268 h 6858000"/>
              <a:gd name="connsiteX852" fmla="*/ 7179560 w 7467600"/>
              <a:gd name="connsiteY852" fmla="*/ 1467551 h 6858000"/>
              <a:gd name="connsiteX853" fmla="*/ 7158730 w 7467600"/>
              <a:gd name="connsiteY853" fmla="*/ 1507835 h 6858000"/>
              <a:gd name="connsiteX854" fmla="*/ 6326959 w 7467600"/>
              <a:gd name="connsiteY854" fmla="*/ 1817686 h 6858000"/>
              <a:gd name="connsiteX855" fmla="*/ 6537433 w 7467600"/>
              <a:gd name="connsiteY855" fmla="*/ 1907790 h 6858000"/>
              <a:gd name="connsiteX856" fmla="*/ 6550221 w 7467600"/>
              <a:gd name="connsiteY856" fmla="*/ 1910729 h 6858000"/>
              <a:gd name="connsiteX857" fmla="*/ 6964438 w 7467600"/>
              <a:gd name="connsiteY857" fmla="*/ 2209505 h 6858000"/>
              <a:gd name="connsiteX858" fmla="*/ 7367862 w 7467600"/>
              <a:gd name="connsiteY858" fmla="*/ 2806833 h 6858000"/>
              <a:gd name="connsiteX859" fmla="*/ 7364329 w 7467600"/>
              <a:gd name="connsiteY859" fmla="*/ 2826907 h 6858000"/>
              <a:gd name="connsiteX860" fmla="*/ 7290545 w 7467600"/>
              <a:gd name="connsiteY860" fmla="*/ 2850663 h 6858000"/>
              <a:gd name="connsiteX861" fmla="*/ 6472036 w 7467600"/>
              <a:gd name="connsiteY861" fmla="*/ 1959003 h 6858000"/>
              <a:gd name="connsiteX862" fmla="*/ 5792897 w 7467600"/>
              <a:gd name="connsiteY862" fmla="*/ 1647747 h 6858000"/>
              <a:gd name="connsiteX863" fmla="*/ 5842751 w 7467600"/>
              <a:gd name="connsiteY863" fmla="*/ 1816112 h 6858000"/>
              <a:gd name="connsiteX864" fmla="*/ 5847424 w 7467600"/>
              <a:gd name="connsiteY864" fmla="*/ 1815776 h 6858000"/>
              <a:gd name="connsiteX865" fmla="*/ 6399821 w 7467600"/>
              <a:gd name="connsiteY865" fmla="*/ 2344799 h 6858000"/>
              <a:gd name="connsiteX866" fmla="*/ 6323232 w 7467600"/>
              <a:gd name="connsiteY866" fmla="*/ 2389634 h 6858000"/>
              <a:gd name="connsiteX867" fmla="*/ 5942958 w 7467600"/>
              <a:gd name="connsiteY867" fmla="*/ 2077708 h 6858000"/>
              <a:gd name="connsiteX868" fmla="*/ 5921559 w 7467600"/>
              <a:gd name="connsiteY868" fmla="*/ 2378596 h 6858000"/>
              <a:gd name="connsiteX869" fmla="*/ 5817651 w 7467600"/>
              <a:gd name="connsiteY869" fmla="*/ 3023919 h 6858000"/>
              <a:gd name="connsiteX870" fmla="*/ 5729634 w 7467600"/>
              <a:gd name="connsiteY870" fmla="*/ 3051849 h 6858000"/>
              <a:gd name="connsiteX871" fmla="*/ 5611018 w 7467600"/>
              <a:gd name="connsiteY871" fmla="*/ 2316769 h 6858000"/>
              <a:gd name="connsiteX872" fmla="*/ 5687608 w 7467600"/>
              <a:gd name="connsiteY872" fmla="*/ 2039972 h 6858000"/>
              <a:gd name="connsiteX873" fmla="*/ 5657554 w 7467600"/>
              <a:gd name="connsiteY873" fmla="*/ 1576445 h 6858000"/>
              <a:gd name="connsiteX874" fmla="*/ 5150475 w 7467600"/>
              <a:gd name="connsiteY874" fmla="*/ 1274012 h 6858000"/>
              <a:gd name="connsiteX875" fmla="*/ 5349142 w 7467600"/>
              <a:gd name="connsiteY875" fmla="*/ 2204405 h 6858000"/>
              <a:gd name="connsiteX876" fmla="*/ 5262214 w 7467600"/>
              <a:gd name="connsiteY876" fmla="*/ 2233836 h 6858000"/>
              <a:gd name="connsiteX877" fmla="*/ 4981539 w 7467600"/>
              <a:gd name="connsiteY877" fmla="*/ 1542201 h 6858000"/>
              <a:gd name="connsiteX878" fmla="*/ 4958461 w 7467600"/>
              <a:gd name="connsiteY878" fmla="*/ 1136957 h 6858000"/>
              <a:gd name="connsiteX879" fmla="*/ 4655015 w 7467600"/>
              <a:gd name="connsiteY879" fmla="*/ 891426 h 6858000"/>
              <a:gd name="connsiteX880" fmla="*/ 4348002 w 7467600"/>
              <a:gd name="connsiteY880" fmla="*/ 2205895 h 6858000"/>
              <a:gd name="connsiteX881" fmla="*/ 4262250 w 7467600"/>
              <a:gd name="connsiteY881" fmla="*/ 2219972 h 6858000"/>
              <a:gd name="connsiteX882" fmla="*/ 4550611 w 7467600"/>
              <a:gd name="connsiteY882" fmla="*/ 817540 h 6858000"/>
              <a:gd name="connsiteX883" fmla="*/ 4564418 w 7467600"/>
              <a:gd name="connsiteY883" fmla="*/ 808293 h 6858000"/>
              <a:gd name="connsiteX884" fmla="*/ 4266388 w 7467600"/>
              <a:gd name="connsiteY884" fmla="*/ 500083 h 6858000"/>
              <a:gd name="connsiteX885" fmla="*/ 4032842 w 7467600"/>
              <a:gd name="connsiteY885" fmla="*/ 211809 h 6858000"/>
              <a:gd name="connsiteX886" fmla="*/ 3882765 w 7467600"/>
              <a:gd name="connsiteY886" fmla="*/ 0 h 6858000"/>
              <a:gd name="connsiteX887" fmla="*/ 3721337 w 7467600"/>
              <a:gd name="connsiteY887" fmla="*/ 0 h 6858000"/>
              <a:gd name="connsiteX888" fmla="*/ 3797544 w 7467600"/>
              <a:gd name="connsiteY888" fmla="*/ 0 h 6858000"/>
              <a:gd name="connsiteX889" fmla="*/ 3775734 w 7467600"/>
              <a:gd name="connsiteY889" fmla="*/ 95131 h 6858000"/>
              <a:gd name="connsiteX890" fmla="*/ 3724807 w 7467600"/>
              <a:gd name="connsiteY890" fmla="*/ 272257 h 6858000"/>
              <a:gd name="connsiteX891" fmla="*/ 3726844 w 7467600"/>
              <a:gd name="connsiteY891" fmla="*/ 282988 h 6858000"/>
              <a:gd name="connsiteX892" fmla="*/ 3742664 w 7467600"/>
              <a:gd name="connsiteY892" fmla="*/ 279918 h 6858000"/>
              <a:gd name="connsiteX893" fmla="*/ 4103910 w 7467600"/>
              <a:gd name="connsiteY893" fmla="*/ 1161917 h 6858000"/>
              <a:gd name="connsiteX894" fmla="*/ 4020269 w 7467600"/>
              <a:gd name="connsiteY894" fmla="*/ 1200406 h 6858000"/>
              <a:gd name="connsiteX895" fmla="*/ 3674882 w 7467600"/>
              <a:gd name="connsiteY895" fmla="*/ 488524 h 6858000"/>
              <a:gd name="connsiteX896" fmla="*/ 3132682 w 7467600"/>
              <a:gd name="connsiteY896" fmla="*/ 1072284 h 6858000"/>
              <a:gd name="connsiteX897" fmla="*/ 2716346 w 7467600"/>
              <a:gd name="connsiteY897" fmla="*/ 1276376 h 6858000"/>
              <a:gd name="connsiteX898" fmla="*/ 2716772 w 7467600"/>
              <a:gd name="connsiteY898" fmla="*/ 1255462 h 6858000"/>
              <a:gd name="connsiteX899" fmla="*/ 3471096 w 7467600"/>
              <a:gd name="connsiteY899" fmla="*/ 437072 h 6858000"/>
              <a:gd name="connsiteX900" fmla="*/ 3639057 w 7467600"/>
              <a:gd name="connsiteY900" fmla="*/ 286334 h 6858000"/>
              <a:gd name="connsiteX901" fmla="*/ 3640309 w 7467600"/>
              <a:gd name="connsiteY901" fmla="*/ 284664 h 6858000"/>
              <a:gd name="connsiteX902" fmla="*/ 3646022 w 7467600"/>
              <a:gd name="connsiteY902" fmla="*/ 276711 h 6858000"/>
              <a:gd name="connsiteX903" fmla="*/ 3707943 w 7467600"/>
              <a:gd name="connsiteY903" fmla="*/ 65958 h 6858000"/>
              <a:gd name="connsiteX904" fmla="*/ 3721337 w 7467600"/>
              <a:gd name="connsiteY904" fmla="*/ 0 h 6858000"/>
              <a:gd name="connsiteX905" fmla="*/ 2867960 w 7467600"/>
              <a:gd name="connsiteY905" fmla="*/ 0 h 6858000"/>
              <a:gd name="connsiteX906" fmla="*/ 2926351 w 7467600"/>
              <a:gd name="connsiteY906" fmla="*/ 0 h 6858000"/>
              <a:gd name="connsiteX907" fmla="*/ 2902823 w 7467600"/>
              <a:gd name="connsiteY907" fmla="*/ 262929 h 6858000"/>
              <a:gd name="connsiteX908" fmla="*/ 2940663 w 7467600"/>
              <a:gd name="connsiteY908" fmla="*/ 140884 h 6858000"/>
              <a:gd name="connsiteX909" fmla="*/ 2947039 w 7467600"/>
              <a:gd name="connsiteY909" fmla="*/ 122524 h 6858000"/>
              <a:gd name="connsiteX910" fmla="*/ 2984316 w 7467600"/>
              <a:gd name="connsiteY910" fmla="*/ 0 h 6858000"/>
              <a:gd name="connsiteX911" fmla="*/ 3016114 w 7467600"/>
              <a:gd name="connsiteY911" fmla="*/ 0 h 6858000"/>
              <a:gd name="connsiteX912" fmla="*/ 2979949 w 7467600"/>
              <a:gd name="connsiteY912" fmla="*/ 119274 h 6858000"/>
              <a:gd name="connsiteX913" fmla="*/ 3023879 w 7467600"/>
              <a:gd name="connsiteY913" fmla="*/ 0 h 6858000"/>
              <a:gd name="connsiteX914" fmla="*/ 3105400 w 7467600"/>
              <a:gd name="connsiteY914" fmla="*/ 0 h 6858000"/>
              <a:gd name="connsiteX915" fmla="*/ 3094669 w 7467600"/>
              <a:gd name="connsiteY915" fmla="*/ 30308 h 6858000"/>
              <a:gd name="connsiteX916" fmla="*/ 2901945 w 7467600"/>
              <a:gd name="connsiteY916" fmla="*/ 466538 h 6858000"/>
              <a:gd name="connsiteX917" fmla="*/ 2815209 w 7467600"/>
              <a:gd name="connsiteY917" fmla="*/ 497361 h 6858000"/>
              <a:gd name="connsiteX918" fmla="*/ 2844845 w 7467600"/>
              <a:gd name="connsiteY918" fmla="*/ 127638 h 6858000"/>
              <a:gd name="connsiteX919" fmla="*/ 2867960 w 7467600"/>
              <a:gd name="connsiteY919" fmla="*/ 0 h 6858000"/>
              <a:gd name="connsiteX920" fmla="*/ 1057230 w 7467600"/>
              <a:gd name="connsiteY920" fmla="*/ 0 h 6858000"/>
              <a:gd name="connsiteX921" fmla="*/ 1111003 w 7467600"/>
              <a:gd name="connsiteY921" fmla="*/ 0 h 6858000"/>
              <a:gd name="connsiteX922" fmla="*/ 1125553 w 7467600"/>
              <a:gd name="connsiteY922" fmla="*/ 52588 h 6858000"/>
              <a:gd name="connsiteX923" fmla="*/ 1304276 w 7467600"/>
              <a:gd name="connsiteY923" fmla="*/ 476275 h 6858000"/>
              <a:gd name="connsiteX924" fmla="*/ 1492066 w 7467600"/>
              <a:gd name="connsiteY924" fmla="*/ 886333 h 6858000"/>
              <a:gd name="connsiteX925" fmla="*/ 1423698 w 7467600"/>
              <a:gd name="connsiteY925" fmla="*/ 710817 h 6858000"/>
              <a:gd name="connsiteX926" fmla="*/ 1357609 w 7467600"/>
              <a:gd name="connsiteY926" fmla="*/ 532892 h 6858000"/>
              <a:gd name="connsiteX927" fmla="*/ 1309550 w 7467600"/>
              <a:gd name="connsiteY927" fmla="*/ 374031 h 6858000"/>
              <a:gd name="connsiteX928" fmla="*/ 1193673 w 7467600"/>
              <a:gd name="connsiteY928" fmla="*/ 49533 h 6858000"/>
              <a:gd name="connsiteX929" fmla="*/ 1164391 w 7467600"/>
              <a:gd name="connsiteY929" fmla="*/ 0 h 6858000"/>
              <a:gd name="connsiteX930" fmla="*/ 1200666 w 7467600"/>
              <a:gd name="connsiteY930" fmla="*/ 0 h 6858000"/>
              <a:gd name="connsiteX931" fmla="*/ 1223408 w 7467600"/>
              <a:gd name="connsiteY931" fmla="*/ 38996 h 6858000"/>
              <a:gd name="connsiteX932" fmla="*/ 1339635 w 7467600"/>
              <a:gd name="connsiteY932" fmla="*/ 365517 h 6858000"/>
              <a:gd name="connsiteX933" fmla="*/ 1387469 w 7467600"/>
              <a:gd name="connsiteY933" fmla="*/ 523079 h 6858000"/>
              <a:gd name="connsiteX934" fmla="*/ 1452685 w 7467600"/>
              <a:gd name="connsiteY934" fmla="*/ 699806 h 6858000"/>
              <a:gd name="connsiteX935" fmla="*/ 1492092 w 7467600"/>
              <a:gd name="connsiteY935" fmla="*/ 800424 h 6858000"/>
              <a:gd name="connsiteX936" fmla="*/ 1455302 w 7467600"/>
              <a:gd name="connsiteY936" fmla="*/ 632913 h 6858000"/>
              <a:gd name="connsiteX937" fmla="*/ 1222336 w 7467600"/>
              <a:gd name="connsiteY937" fmla="*/ 9480 h 6858000"/>
              <a:gd name="connsiteX938" fmla="*/ 1214634 w 7467600"/>
              <a:gd name="connsiteY938" fmla="*/ 0 h 6858000"/>
              <a:gd name="connsiteX939" fmla="*/ 1289827 w 7467600"/>
              <a:gd name="connsiteY939" fmla="*/ 0 h 6858000"/>
              <a:gd name="connsiteX940" fmla="*/ 1321076 w 7467600"/>
              <a:gd name="connsiteY940" fmla="*/ 59722 h 6858000"/>
              <a:gd name="connsiteX941" fmla="*/ 1512579 w 7467600"/>
              <a:gd name="connsiteY941" fmla="*/ 626441 h 6858000"/>
              <a:gd name="connsiteX942" fmla="*/ 1506076 w 7467600"/>
              <a:gd name="connsiteY942" fmla="*/ 1089289 h 6858000"/>
              <a:gd name="connsiteX943" fmla="*/ 1486346 w 7467600"/>
              <a:gd name="connsiteY943" fmla="*/ 1079919 h 6858000"/>
              <a:gd name="connsiteX944" fmla="*/ 1070511 w 7467600"/>
              <a:gd name="connsiteY944" fmla="*/ 48609 h 6858000"/>
              <a:gd name="connsiteX945" fmla="*/ 1057230 w 7467600"/>
              <a:gd name="connsiteY945" fmla="*/ 0 h 6858000"/>
              <a:gd name="connsiteX946" fmla="*/ 43151 w 7467600"/>
              <a:gd name="connsiteY946" fmla="*/ 0 h 6858000"/>
              <a:gd name="connsiteX947" fmla="*/ 95283 w 7467600"/>
              <a:gd name="connsiteY947" fmla="*/ 0 h 6858000"/>
              <a:gd name="connsiteX948" fmla="*/ 300708 w 7467600"/>
              <a:gd name="connsiteY948" fmla="*/ 154571 h 6858000"/>
              <a:gd name="connsiteX949" fmla="*/ 530414 w 7467600"/>
              <a:gd name="connsiteY949" fmla="*/ 354673 h 6858000"/>
              <a:gd name="connsiteX950" fmla="*/ 333785 w 7467600"/>
              <a:gd name="connsiteY950" fmla="*/ 161564 h 6858000"/>
              <a:gd name="connsiteX951" fmla="*/ 147005 w 7467600"/>
              <a:gd name="connsiteY951" fmla="*/ 0 h 6858000"/>
              <a:gd name="connsiteX952" fmla="*/ 272509 w 7467600"/>
              <a:gd name="connsiteY952" fmla="*/ 0 h 6858000"/>
              <a:gd name="connsiteX953" fmla="*/ 326276 w 7467600"/>
              <a:gd name="connsiteY953" fmla="*/ 45847 h 6858000"/>
              <a:gd name="connsiteX954" fmla="*/ 823759 w 7467600"/>
              <a:gd name="connsiteY954" fmla="*/ 574145 h 6858000"/>
              <a:gd name="connsiteX955" fmla="*/ 811254 w 7467600"/>
              <a:gd name="connsiteY955" fmla="*/ 665546 h 6858000"/>
              <a:gd name="connsiteX956" fmla="*/ 154042 w 7467600"/>
              <a:gd name="connsiteY956" fmla="*/ 261522 h 6858000"/>
              <a:gd name="connsiteX957" fmla="*/ 13550 w 7467600"/>
              <a:gd name="connsiteY957" fmla="*/ 158423 h 6858000"/>
              <a:gd name="connsiteX958" fmla="*/ 0 w 7467600"/>
              <a:gd name="connsiteY958" fmla="*/ 146618 h 6858000"/>
              <a:gd name="connsiteX959" fmla="*/ 0 w 7467600"/>
              <a:gd name="connsiteY959" fmla="*/ 59161 h 6858000"/>
              <a:gd name="connsiteX960" fmla="*/ 45427 w 7467600"/>
              <a:gd name="connsiteY960" fmla="*/ 101078 h 6858000"/>
              <a:gd name="connsiteX961" fmla="*/ 630103 w 7467600"/>
              <a:gd name="connsiteY961" fmla="*/ 485885 h 6858000"/>
              <a:gd name="connsiteX962" fmla="*/ 532040 w 7467600"/>
              <a:gd name="connsiteY962" fmla="*/ 399359 h 6858000"/>
              <a:gd name="connsiteX963" fmla="*/ 517618 w 7467600"/>
              <a:gd name="connsiteY963" fmla="*/ 385726 h 6858000"/>
              <a:gd name="connsiteX964" fmla="*/ 285074 w 7467600"/>
              <a:gd name="connsiteY964" fmla="*/ 182755 h 6858000"/>
              <a:gd name="connsiteX965" fmla="*/ 43151 w 7467600"/>
              <a:gd name="connsiteY965" fmla="*/ 0 h 6858000"/>
              <a:gd name="connsiteX0" fmla="*/ 369702 w 7472601"/>
              <a:gd name="connsiteY0" fmla="*/ 6712169 h 6858000"/>
              <a:gd name="connsiteX1" fmla="*/ 366575 w 7472601"/>
              <a:gd name="connsiteY1" fmla="*/ 6715556 h 6858000"/>
              <a:gd name="connsiteX2" fmla="*/ 371637 w 7472601"/>
              <a:gd name="connsiteY2" fmla="*/ 6713954 h 6858000"/>
              <a:gd name="connsiteX3" fmla="*/ 369702 w 7472601"/>
              <a:gd name="connsiteY3" fmla="*/ 6712169 h 6858000"/>
              <a:gd name="connsiteX4" fmla="*/ 7088673 w 7472601"/>
              <a:gd name="connsiteY4" fmla="*/ 6610396 h 6858000"/>
              <a:gd name="connsiteX5" fmla="*/ 7440138 w 7472601"/>
              <a:gd name="connsiteY5" fmla="*/ 6622648 h 6858000"/>
              <a:gd name="connsiteX6" fmla="*/ 7467600 w 7472601"/>
              <a:gd name="connsiteY6" fmla="*/ 6628217 h 6858000"/>
              <a:gd name="connsiteX7" fmla="*/ 7467600 w 7472601"/>
              <a:gd name="connsiteY7" fmla="*/ 6668575 h 6858000"/>
              <a:gd name="connsiteX8" fmla="*/ 7392322 w 7472601"/>
              <a:gd name="connsiteY8" fmla="*/ 6658238 h 6858000"/>
              <a:gd name="connsiteX9" fmla="*/ 7467600 w 7472601"/>
              <a:gd name="connsiteY9" fmla="*/ 6683873 h 6858000"/>
              <a:gd name="connsiteX10" fmla="*/ 7467600 w 7472601"/>
              <a:gd name="connsiteY10" fmla="*/ 6714215 h 6858000"/>
              <a:gd name="connsiteX11" fmla="*/ 7447383 w 7472601"/>
              <a:gd name="connsiteY11" fmla="*/ 6707202 h 6858000"/>
              <a:gd name="connsiteX12" fmla="*/ 7289862 w 7472601"/>
              <a:gd name="connsiteY12" fmla="*/ 6659827 h 6858000"/>
              <a:gd name="connsiteX13" fmla="*/ 7434024 w 7472601"/>
              <a:gd name="connsiteY13" fmla="*/ 6722130 h 6858000"/>
              <a:gd name="connsiteX14" fmla="*/ 7467600 w 7472601"/>
              <a:gd name="connsiteY14" fmla="*/ 6736157 h 6858000"/>
              <a:gd name="connsiteX15" fmla="*/ 7467600 w 7472601"/>
              <a:gd name="connsiteY15" fmla="*/ 6767913 h 6858000"/>
              <a:gd name="connsiteX16" fmla="*/ 7392158 w 7472601"/>
              <a:gd name="connsiteY16" fmla="*/ 6771365 h 6858000"/>
              <a:gd name="connsiteX17" fmla="*/ 7467600 w 7472601"/>
              <a:gd name="connsiteY17" fmla="*/ 6805948 h 6858000"/>
              <a:gd name="connsiteX18" fmla="*/ 7467600 w 7472601"/>
              <a:gd name="connsiteY18" fmla="*/ 6831490 h 6858000"/>
              <a:gd name="connsiteX19" fmla="*/ 7410696 w 7472601"/>
              <a:gd name="connsiteY19" fmla="*/ 6803861 h 6858000"/>
              <a:gd name="connsiteX20" fmla="*/ 7088673 w 7472601"/>
              <a:gd name="connsiteY20" fmla="*/ 6610396 h 6858000"/>
              <a:gd name="connsiteX21" fmla="*/ 1019354 w 7472601"/>
              <a:gd name="connsiteY21" fmla="*/ 6315006 h 6858000"/>
              <a:gd name="connsiteX22" fmla="*/ 441046 w 7472601"/>
              <a:gd name="connsiteY22" fmla="*/ 6691153 h 6858000"/>
              <a:gd name="connsiteX23" fmla="*/ 1019354 w 7472601"/>
              <a:gd name="connsiteY23" fmla="*/ 6315006 h 6858000"/>
              <a:gd name="connsiteX24" fmla="*/ 991680 w 7472601"/>
              <a:gd name="connsiteY24" fmla="*/ 6298413 h 6858000"/>
              <a:gd name="connsiteX25" fmla="*/ 409060 w 7472601"/>
              <a:gd name="connsiteY25" fmla="*/ 6671470 h 6858000"/>
              <a:gd name="connsiteX26" fmla="*/ 991680 w 7472601"/>
              <a:gd name="connsiteY26" fmla="*/ 6298413 h 6858000"/>
              <a:gd name="connsiteX27" fmla="*/ 103333 w 7472601"/>
              <a:gd name="connsiteY27" fmla="*/ 5699602 h 6858000"/>
              <a:gd name="connsiteX28" fmla="*/ 233938 w 7472601"/>
              <a:gd name="connsiteY28" fmla="*/ 5809416 h 6858000"/>
              <a:gd name="connsiteX29" fmla="*/ 883580 w 7472601"/>
              <a:gd name="connsiteY29" fmla="*/ 6180710 h 6858000"/>
              <a:gd name="connsiteX30" fmla="*/ 487337 w 7472601"/>
              <a:gd name="connsiteY30" fmla="*/ 5950182 h 6858000"/>
              <a:gd name="connsiteX31" fmla="*/ 354051 w 7472601"/>
              <a:gd name="connsiteY31" fmla="*/ 5854912 h 6858000"/>
              <a:gd name="connsiteX32" fmla="*/ 195436 w 7472601"/>
              <a:gd name="connsiteY32" fmla="*/ 5755068 h 6858000"/>
              <a:gd name="connsiteX33" fmla="*/ 103333 w 7472601"/>
              <a:gd name="connsiteY33" fmla="*/ 5699602 h 6858000"/>
              <a:gd name="connsiteX34" fmla="*/ 5539432 w 7472601"/>
              <a:gd name="connsiteY34" fmla="*/ 5642928 h 6858000"/>
              <a:gd name="connsiteX35" fmla="*/ 5555462 w 7472601"/>
              <a:gd name="connsiteY35" fmla="*/ 5694454 h 6858000"/>
              <a:gd name="connsiteX36" fmla="*/ 5828270 w 7472601"/>
              <a:gd name="connsiteY36" fmla="*/ 6320663 h 6858000"/>
              <a:gd name="connsiteX37" fmla="*/ 5947416 w 7472601"/>
              <a:gd name="connsiteY37" fmla="*/ 6574846 h 6858000"/>
              <a:gd name="connsiteX38" fmla="*/ 5539432 w 7472601"/>
              <a:gd name="connsiteY38" fmla="*/ 5642928 h 6858000"/>
              <a:gd name="connsiteX39" fmla="*/ 51253 w 7472601"/>
              <a:gd name="connsiteY39" fmla="*/ 5631825 h 6858000"/>
              <a:gd name="connsiteX40" fmla="*/ 211622 w 7472601"/>
              <a:gd name="connsiteY40" fmla="*/ 5728803 h 6858000"/>
              <a:gd name="connsiteX41" fmla="*/ 371652 w 7472601"/>
              <a:gd name="connsiteY41" fmla="*/ 5829062 h 6858000"/>
              <a:gd name="connsiteX42" fmla="*/ 505903 w 7472601"/>
              <a:gd name="connsiteY42" fmla="*/ 5925221 h 6858000"/>
              <a:gd name="connsiteX43" fmla="*/ 899240 w 7472601"/>
              <a:gd name="connsiteY43" fmla="*/ 6153068 h 6858000"/>
              <a:gd name="connsiteX44" fmla="*/ 988114 w 7472601"/>
              <a:gd name="connsiteY44" fmla="*/ 6174204 h 6858000"/>
              <a:gd name="connsiteX45" fmla="*/ 845971 w 7472601"/>
              <a:gd name="connsiteY45" fmla="*/ 6067177 h 6858000"/>
              <a:gd name="connsiteX46" fmla="*/ 448057 w 7472601"/>
              <a:gd name="connsiteY46" fmla="*/ 5841376 h 6858000"/>
              <a:gd name="connsiteX47" fmla="*/ 51253 w 7472601"/>
              <a:gd name="connsiteY47" fmla="*/ 5631825 h 6858000"/>
              <a:gd name="connsiteX48" fmla="*/ 2606687 w 7472601"/>
              <a:gd name="connsiteY48" fmla="*/ 5630718 h 6858000"/>
              <a:gd name="connsiteX49" fmla="*/ 2645658 w 7472601"/>
              <a:gd name="connsiteY49" fmla="*/ 6640259 h 6858000"/>
              <a:gd name="connsiteX50" fmla="*/ 2606687 w 7472601"/>
              <a:gd name="connsiteY50" fmla="*/ 5630718 h 6858000"/>
              <a:gd name="connsiteX51" fmla="*/ 3642057 w 7472601"/>
              <a:gd name="connsiteY51" fmla="*/ 5573487 h 6858000"/>
              <a:gd name="connsiteX52" fmla="*/ 3632981 w 7472601"/>
              <a:gd name="connsiteY52" fmla="*/ 5579437 h 6858000"/>
              <a:gd name="connsiteX53" fmla="*/ 3382436 w 7472601"/>
              <a:gd name="connsiteY53" fmla="*/ 5952726 h 6858000"/>
              <a:gd name="connsiteX54" fmla="*/ 3191929 w 7472601"/>
              <a:gd name="connsiteY54" fmla="*/ 6662669 h 6858000"/>
              <a:gd name="connsiteX55" fmla="*/ 3369898 w 7472601"/>
              <a:gd name="connsiteY55" fmla="*/ 6081771 h 6858000"/>
              <a:gd name="connsiteX56" fmla="*/ 3642057 w 7472601"/>
              <a:gd name="connsiteY56" fmla="*/ 5573487 h 6858000"/>
              <a:gd name="connsiteX57" fmla="*/ 2650666 w 7472601"/>
              <a:gd name="connsiteY57" fmla="*/ 5530686 h 6858000"/>
              <a:gd name="connsiteX58" fmla="*/ 2650249 w 7472601"/>
              <a:gd name="connsiteY58" fmla="*/ 5532101 h 6858000"/>
              <a:gd name="connsiteX59" fmla="*/ 2663808 w 7472601"/>
              <a:gd name="connsiteY59" fmla="*/ 6535215 h 6858000"/>
              <a:gd name="connsiteX60" fmla="*/ 2665418 w 7472601"/>
              <a:gd name="connsiteY60" fmla="*/ 6132756 h 6858000"/>
              <a:gd name="connsiteX61" fmla="*/ 2650666 w 7472601"/>
              <a:gd name="connsiteY61" fmla="*/ 5530686 h 6858000"/>
              <a:gd name="connsiteX62" fmla="*/ 2680277 w 7472601"/>
              <a:gd name="connsiteY62" fmla="*/ 5479204 h 6858000"/>
              <a:gd name="connsiteX63" fmla="*/ 2678972 w 7472601"/>
              <a:gd name="connsiteY63" fmla="*/ 5481582 h 6858000"/>
              <a:gd name="connsiteX64" fmla="*/ 2696666 w 7472601"/>
              <a:gd name="connsiteY64" fmla="*/ 6133836 h 6858000"/>
              <a:gd name="connsiteX65" fmla="*/ 2695769 w 7472601"/>
              <a:gd name="connsiteY65" fmla="*/ 6390955 h 6858000"/>
              <a:gd name="connsiteX66" fmla="*/ 2739893 w 7472601"/>
              <a:gd name="connsiteY66" fmla="*/ 6108357 h 6858000"/>
              <a:gd name="connsiteX67" fmla="*/ 2680277 w 7472601"/>
              <a:gd name="connsiteY67" fmla="*/ 5479204 h 6858000"/>
              <a:gd name="connsiteX68" fmla="*/ 1132195 w 7472601"/>
              <a:gd name="connsiteY68" fmla="*/ 5467980 h 6858000"/>
              <a:gd name="connsiteX69" fmla="*/ 1679056 w 7472601"/>
              <a:gd name="connsiteY69" fmla="*/ 5516907 h 6858000"/>
              <a:gd name="connsiteX70" fmla="*/ 2128648 w 7472601"/>
              <a:gd name="connsiteY70" fmla="*/ 5474249 h 6858000"/>
              <a:gd name="connsiteX71" fmla="*/ 1825619 w 7472601"/>
              <a:gd name="connsiteY71" fmla="*/ 5478447 h 6858000"/>
              <a:gd name="connsiteX72" fmla="*/ 1737798 w 7472601"/>
              <a:gd name="connsiteY72" fmla="*/ 5483353 h 6858000"/>
              <a:gd name="connsiteX73" fmla="*/ 1132195 w 7472601"/>
              <a:gd name="connsiteY73" fmla="*/ 5467980 h 6858000"/>
              <a:gd name="connsiteX74" fmla="*/ 7454976 w 7472601"/>
              <a:gd name="connsiteY74" fmla="*/ 6318297 h 6858000"/>
              <a:gd name="connsiteX75" fmla="*/ 7467600 w 7472601"/>
              <a:gd name="connsiteY75" fmla="*/ 6012219 h 6858000"/>
              <a:gd name="connsiteX76" fmla="*/ 7356878 w 7472601"/>
              <a:gd name="connsiteY76" fmla="*/ 5981332 h 6858000"/>
              <a:gd name="connsiteX77" fmla="*/ 7467600 w 7472601"/>
              <a:gd name="connsiteY77" fmla="*/ 6117703 h 6858000"/>
              <a:gd name="connsiteX78" fmla="*/ 7467600 w 7472601"/>
              <a:gd name="connsiteY78" fmla="*/ 6163634 h 6858000"/>
              <a:gd name="connsiteX79" fmla="*/ 7403637 w 7472601"/>
              <a:gd name="connsiteY79" fmla="*/ 6083957 h 6858000"/>
              <a:gd name="connsiteX80" fmla="*/ 7254615 w 7472601"/>
              <a:gd name="connsiteY80" fmla="*/ 5911918 h 6858000"/>
              <a:gd name="connsiteX81" fmla="*/ 7312589 w 7472601"/>
              <a:gd name="connsiteY81" fmla="*/ 5982309 h 6858000"/>
              <a:gd name="connsiteX82" fmla="*/ 7448321 w 7472601"/>
              <a:gd name="connsiteY82" fmla="*/ 6190991 h 6858000"/>
              <a:gd name="connsiteX83" fmla="*/ 7467600 w 7472601"/>
              <a:gd name="connsiteY83" fmla="*/ 6221686 h 6858000"/>
              <a:gd name="connsiteX84" fmla="*/ 7467600 w 7472601"/>
              <a:gd name="connsiteY84" fmla="*/ 6334256 h 6858000"/>
              <a:gd name="connsiteX85" fmla="*/ 7454976 w 7472601"/>
              <a:gd name="connsiteY85" fmla="*/ 6318297 h 6858000"/>
              <a:gd name="connsiteX86" fmla="*/ 1456157 w 7472601"/>
              <a:gd name="connsiteY86" fmla="*/ 5371404 h 6858000"/>
              <a:gd name="connsiteX87" fmla="*/ 1244432 w 7472601"/>
              <a:gd name="connsiteY87" fmla="*/ 5385601 h 6858000"/>
              <a:gd name="connsiteX88" fmla="*/ 973990 w 7472601"/>
              <a:gd name="connsiteY88" fmla="*/ 5424940 h 6858000"/>
              <a:gd name="connsiteX89" fmla="*/ 1103809 w 7472601"/>
              <a:gd name="connsiteY89" fmla="*/ 5433720 h 6858000"/>
              <a:gd name="connsiteX90" fmla="*/ 1123454 w 7472601"/>
              <a:gd name="connsiteY90" fmla="*/ 5435727 h 6858000"/>
              <a:gd name="connsiteX91" fmla="*/ 1737017 w 7472601"/>
              <a:gd name="connsiteY91" fmla="*/ 5452183 h 6858000"/>
              <a:gd name="connsiteX92" fmla="*/ 1824397 w 7472601"/>
              <a:gd name="connsiteY92" fmla="*/ 5447757 h 6858000"/>
              <a:gd name="connsiteX93" fmla="*/ 2070059 w 7472601"/>
              <a:gd name="connsiteY93" fmla="*/ 5441660 h 6858000"/>
              <a:gd name="connsiteX94" fmla="*/ 1456157 w 7472601"/>
              <a:gd name="connsiteY94" fmla="*/ 5371404 h 6858000"/>
              <a:gd name="connsiteX95" fmla="*/ 4988186 w 7472601"/>
              <a:gd name="connsiteY95" fmla="*/ 5216467 h 6858000"/>
              <a:gd name="connsiteX96" fmla="*/ 4777334 w 7472601"/>
              <a:gd name="connsiteY96" fmla="*/ 5406072 h 6858000"/>
              <a:gd name="connsiteX97" fmla="*/ 4718341 w 7472601"/>
              <a:gd name="connsiteY97" fmla="*/ 5468043 h 6858000"/>
              <a:gd name="connsiteX98" fmla="*/ 4604655 w 7472601"/>
              <a:gd name="connsiteY98" fmla="*/ 5583434 h 6858000"/>
              <a:gd name="connsiteX99" fmla="*/ 4565074 w 7472601"/>
              <a:gd name="connsiteY99" fmla="*/ 5618550 h 6858000"/>
              <a:gd name="connsiteX100" fmla="*/ 4988186 w 7472601"/>
              <a:gd name="connsiteY100" fmla="*/ 5216467 h 6858000"/>
              <a:gd name="connsiteX101" fmla="*/ 4978032 w 7472601"/>
              <a:gd name="connsiteY101" fmla="*/ 5183809 h 6858000"/>
              <a:gd name="connsiteX102" fmla="*/ 4463413 w 7472601"/>
              <a:gd name="connsiteY102" fmla="*/ 5615162 h 6858000"/>
              <a:gd name="connsiteX103" fmla="*/ 4358134 w 7472601"/>
              <a:gd name="connsiteY103" fmla="*/ 5742791 h 6858000"/>
              <a:gd name="connsiteX104" fmla="*/ 4376219 w 7472601"/>
              <a:gd name="connsiteY104" fmla="*/ 5729027 h 6858000"/>
              <a:gd name="connsiteX105" fmla="*/ 4582340 w 7472601"/>
              <a:gd name="connsiteY105" fmla="*/ 5561037 h 6858000"/>
              <a:gd name="connsiteX106" fmla="*/ 4694684 w 7472601"/>
              <a:gd name="connsiteY106" fmla="*/ 5447098 h 6858000"/>
              <a:gd name="connsiteX107" fmla="*/ 4754123 w 7472601"/>
              <a:gd name="connsiteY107" fmla="*/ 5384643 h 6858000"/>
              <a:gd name="connsiteX108" fmla="*/ 4978032 w 7472601"/>
              <a:gd name="connsiteY108" fmla="*/ 5183809 h 6858000"/>
              <a:gd name="connsiteX109" fmla="*/ 1903353 w 7472601"/>
              <a:gd name="connsiteY109" fmla="*/ 5044827 h 6858000"/>
              <a:gd name="connsiteX110" fmla="*/ 1936931 w 7472601"/>
              <a:gd name="connsiteY110" fmla="*/ 5093954 h 6858000"/>
              <a:gd name="connsiteX111" fmla="*/ 2195868 w 7472601"/>
              <a:gd name="connsiteY111" fmla="*/ 5396574 h 6858000"/>
              <a:gd name="connsiteX112" fmla="*/ 2088852 w 7472601"/>
              <a:gd name="connsiteY112" fmla="*/ 5166123 h 6858000"/>
              <a:gd name="connsiteX113" fmla="*/ 1958241 w 7472601"/>
              <a:gd name="connsiteY113" fmla="*/ 5067955 h 6858000"/>
              <a:gd name="connsiteX114" fmla="*/ 1903353 w 7472601"/>
              <a:gd name="connsiteY114" fmla="*/ 5044827 h 6858000"/>
              <a:gd name="connsiteX115" fmla="*/ 1979378 w 7472601"/>
              <a:gd name="connsiteY115" fmla="*/ 4769504 h 6858000"/>
              <a:gd name="connsiteX116" fmla="*/ 2882120 w 7472601"/>
              <a:gd name="connsiteY116" fmla="*/ 5064547 h 6858000"/>
              <a:gd name="connsiteX117" fmla="*/ 2793103 w 7472601"/>
              <a:gd name="connsiteY117" fmla="*/ 5039699 h 6858000"/>
              <a:gd name="connsiteX118" fmla="*/ 2770041 w 7472601"/>
              <a:gd name="connsiteY118" fmla="*/ 5033634 h 6858000"/>
              <a:gd name="connsiteX119" fmla="*/ 1979378 w 7472601"/>
              <a:gd name="connsiteY119" fmla="*/ 4769504 h 6858000"/>
              <a:gd name="connsiteX120" fmla="*/ 1927410 w 7472601"/>
              <a:gd name="connsiteY120" fmla="*/ 4716164 h 6858000"/>
              <a:gd name="connsiteX121" fmla="*/ 1959587 w 7472601"/>
              <a:gd name="connsiteY121" fmla="*/ 4728849 h 6858000"/>
              <a:gd name="connsiteX122" fmla="*/ 2777707 w 7472601"/>
              <a:gd name="connsiteY122" fmla="*/ 5003991 h 6858000"/>
              <a:gd name="connsiteX123" fmla="*/ 2800768 w 7472601"/>
              <a:gd name="connsiteY123" fmla="*/ 5010056 h 6858000"/>
              <a:gd name="connsiteX124" fmla="*/ 2879408 w 7472601"/>
              <a:gd name="connsiteY124" fmla="*/ 5031590 h 6858000"/>
              <a:gd name="connsiteX125" fmla="*/ 2862295 w 7472601"/>
              <a:gd name="connsiteY125" fmla="*/ 5022958 h 6858000"/>
              <a:gd name="connsiteX126" fmla="*/ 2813343 w 7472601"/>
              <a:gd name="connsiteY126" fmla="*/ 4998369 h 6858000"/>
              <a:gd name="connsiteX127" fmla="*/ 2646245 w 7472601"/>
              <a:gd name="connsiteY127" fmla="*/ 4930999 h 6858000"/>
              <a:gd name="connsiteX128" fmla="*/ 1999243 w 7472601"/>
              <a:gd name="connsiteY128" fmla="*/ 4730524 h 6858000"/>
              <a:gd name="connsiteX129" fmla="*/ 1979527 w 7472601"/>
              <a:gd name="connsiteY129" fmla="*/ 4726651 h 6858000"/>
              <a:gd name="connsiteX130" fmla="*/ 1927410 w 7472601"/>
              <a:gd name="connsiteY130" fmla="*/ 4716164 h 6858000"/>
              <a:gd name="connsiteX131" fmla="*/ 1997014 w 7472601"/>
              <a:gd name="connsiteY131" fmla="*/ 4698007 h 6858000"/>
              <a:gd name="connsiteX132" fmla="*/ 2005458 w 7472601"/>
              <a:gd name="connsiteY132" fmla="*/ 4699540 h 6858000"/>
              <a:gd name="connsiteX133" fmla="*/ 2657186 w 7472601"/>
              <a:gd name="connsiteY133" fmla="*/ 4901687 h 6858000"/>
              <a:gd name="connsiteX134" fmla="*/ 2826662 w 7472601"/>
              <a:gd name="connsiteY134" fmla="*/ 4970362 h 6858000"/>
              <a:gd name="connsiteX135" fmla="*/ 2876100 w 7472601"/>
              <a:gd name="connsiteY135" fmla="*/ 4995397 h 6858000"/>
              <a:gd name="connsiteX136" fmla="*/ 3042600 w 7472601"/>
              <a:gd name="connsiteY136" fmla="*/ 5059532 h 6858000"/>
              <a:gd name="connsiteX137" fmla="*/ 1997014 w 7472601"/>
              <a:gd name="connsiteY137" fmla="*/ 4698007 h 6858000"/>
              <a:gd name="connsiteX138" fmla="*/ 2305292 w 7472601"/>
              <a:gd name="connsiteY138" fmla="*/ 4219492 h 6858000"/>
              <a:gd name="connsiteX139" fmla="*/ 3360922 w 7472601"/>
              <a:gd name="connsiteY139" fmla="*/ 4529373 h 6858000"/>
              <a:gd name="connsiteX140" fmla="*/ 3492420 w 7472601"/>
              <a:gd name="connsiteY140" fmla="*/ 4510145 h 6858000"/>
              <a:gd name="connsiteX141" fmla="*/ 3364086 w 7472601"/>
              <a:gd name="connsiteY141" fmla="*/ 4480340 h 6858000"/>
              <a:gd name="connsiteX142" fmla="*/ 3225818 w 7472601"/>
              <a:gd name="connsiteY142" fmla="*/ 4411822 h 6858000"/>
              <a:gd name="connsiteX143" fmla="*/ 3129696 w 7472601"/>
              <a:gd name="connsiteY143" fmla="*/ 4360704 h 6858000"/>
              <a:gd name="connsiteX144" fmla="*/ 2814545 w 7472601"/>
              <a:gd name="connsiteY144" fmla="*/ 4282955 h 6858000"/>
              <a:gd name="connsiteX145" fmla="*/ 2305292 w 7472601"/>
              <a:gd name="connsiteY145" fmla="*/ 4219492 h 6858000"/>
              <a:gd name="connsiteX146" fmla="*/ 2626982 w 7472601"/>
              <a:gd name="connsiteY146" fmla="*/ 4206450 h 6858000"/>
              <a:gd name="connsiteX147" fmla="*/ 2490617 w 7472601"/>
              <a:gd name="connsiteY147" fmla="*/ 4206951 h 6858000"/>
              <a:gd name="connsiteX148" fmla="*/ 2819869 w 7472601"/>
              <a:gd name="connsiteY148" fmla="*/ 4252936 h 6858000"/>
              <a:gd name="connsiteX149" fmla="*/ 3143018 w 7472601"/>
              <a:gd name="connsiteY149" fmla="*/ 4332698 h 6858000"/>
              <a:gd name="connsiteX150" fmla="*/ 3241520 w 7472601"/>
              <a:gd name="connsiteY150" fmla="*/ 4385112 h 6858000"/>
              <a:gd name="connsiteX151" fmla="*/ 3374575 w 7472601"/>
              <a:gd name="connsiteY151" fmla="*/ 4451517 h 6858000"/>
              <a:gd name="connsiteX152" fmla="*/ 3505221 w 7472601"/>
              <a:gd name="connsiteY152" fmla="*/ 4480757 h 6858000"/>
              <a:gd name="connsiteX153" fmla="*/ 2626982 w 7472601"/>
              <a:gd name="connsiteY153" fmla="*/ 4206450 h 6858000"/>
              <a:gd name="connsiteX154" fmla="*/ 1310106 w 7472601"/>
              <a:gd name="connsiteY154" fmla="*/ 3943217 h 6858000"/>
              <a:gd name="connsiteX155" fmla="*/ 854994 w 7472601"/>
              <a:gd name="connsiteY155" fmla="*/ 4399136 h 6858000"/>
              <a:gd name="connsiteX156" fmla="*/ 742462 w 7472601"/>
              <a:gd name="connsiteY156" fmla="*/ 4594648 h 6858000"/>
              <a:gd name="connsiteX157" fmla="*/ 820602 w 7472601"/>
              <a:gd name="connsiteY157" fmla="*/ 4485915 h 6858000"/>
              <a:gd name="connsiteX158" fmla="*/ 878295 w 7472601"/>
              <a:gd name="connsiteY158" fmla="*/ 4403594 h 6858000"/>
              <a:gd name="connsiteX159" fmla="*/ 1240607 w 7472601"/>
              <a:gd name="connsiteY159" fmla="*/ 4010401 h 6858000"/>
              <a:gd name="connsiteX160" fmla="*/ 1310106 w 7472601"/>
              <a:gd name="connsiteY160" fmla="*/ 3943217 h 6858000"/>
              <a:gd name="connsiteX161" fmla="*/ 1423113 w 7472601"/>
              <a:gd name="connsiteY161" fmla="*/ 3874565 h 6858000"/>
              <a:gd name="connsiteX162" fmla="*/ 1260565 w 7472601"/>
              <a:gd name="connsiteY162" fmla="*/ 4031982 h 6858000"/>
              <a:gd name="connsiteX163" fmla="*/ 901900 w 7472601"/>
              <a:gd name="connsiteY163" fmla="*/ 4421236 h 6858000"/>
              <a:gd name="connsiteX164" fmla="*/ 845044 w 7472601"/>
              <a:gd name="connsiteY164" fmla="*/ 4502436 h 6858000"/>
              <a:gd name="connsiteX165" fmla="*/ 685926 w 7472601"/>
              <a:gd name="connsiteY165" fmla="*/ 4703069 h 6858000"/>
              <a:gd name="connsiteX166" fmla="*/ 684248 w 7472601"/>
              <a:gd name="connsiteY166" fmla="*/ 4706721 h 6858000"/>
              <a:gd name="connsiteX167" fmla="*/ 1423113 w 7472601"/>
              <a:gd name="connsiteY167" fmla="*/ 3874565 h 6858000"/>
              <a:gd name="connsiteX168" fmla="*/ 3316479 w 7472601"/>
              <a:gd name="connsiteY168" fmla="*/ 3872136 h 6858000"/>
              <a:gd name="connsiteX169" fmla="*/ 3546806 w 7472601"/>
              <a:gd name="connsiteY169" fmla="*/ 4356139 h 6858000"/>
              <a:gd name="connsiteX170" fmla="*/ 3364433 w 7472601"/>
              <a:gd name="connsiteY170" fmla="*/ 3953121 h 6858000"/>
              <a:gd name="connsiteX171" fmla="*/ 3316479 w 7472601"/>
              <a:gd name="connsiteY171" fmla="*/ 3872136 h 6858000"/>
              <a:gd name="connsiteX172" fmla="*/ 3291335 w 7472601"/>
              <a:gd name="connsiteY172" fmla="*/ 3767420 h 6858000"/>
              <a:gd name="connsiteX173" fmla="*/ 3390805 w 7472601"/>
              <a:gd name="connsiteY173" fmla="*/ 3937163 h 6858000"/>
              <a:gd name="connsiteX174" fmla="*/ 3579062 w 7472601"/>
              <a:gd name="connsiteY174" fmla="*/ 4359040 h 6858000"/>
              <a:gd name="connsiteX175" fmla="*/ 3467355 w 7472601"/>
              <a:gd name="connsiteY175" fmla="*/ 3988130 h 6858000"/>
              <a:gd name="connsiteX176" fmla="*/ 3310753 w 7472601"/>
              <a:gd name="connsiteY176" fmla="*/ 3787140 h 6858000"/>
              <a:gd name="connsiteX177" fmla="*/ 3291335 w 7472601"/>
              <a:gd name="connsiteY177" fmla="*/ 3767420 h 6858000"/>
              <a:gd name="connsiteX178" fmla="*/ 1635889 w 7472601"/>
              <a:gd name="connsiteY178" fmla="*/ 3709494 h 6858000"/>
              <a:gd name="connsiteX179" fmla="*/ 1634800 w 7472601"/>
              <a:gd name="connsiteY179" fmla="*/ 3731111 h 6858000"/>
              <a:gd name="connsiteX180" fmla="*/ 1635889 w 7472601"/>
              <a:gd name="connsiteY180" fmla="*/ 3709494 h 6858000"/>
              <a:gd name="connsiteX181" fmla="*/ 1510397 w 7472601"/>
              <a:gd name="connsiteY181" fmla="*/ 3684705 h 6858000"/>
              <a:gd name="connsiteX182" fmla="*/ 1146550 w 7472601"/>
              <a:gd name="connsiteY182" fmla="*/ 3802012 h 6858000"/>
              <a:gd name="connsiteX183" fmla="*/ 698834 w 7472601"/>
              <a:gd name="connsiteY183" fmla="*/ 3952272 h 6858000"/>
              <a:gd name="connsiteX184" fmla="*/ 34256 w 7472601"/>
              <a:gd name="connsiteY184" fmla="*/ 4347603 h 6858000"/>
              <a:gd name="connsiteX185" fmla="*/ 527241 w 7472601"/>
              <a:gd name="connsiteY185" fmla="*/ 4065078 h 6858000"/>
              <a:gd name="connsiteX186" fmla="*/ 1510397 w 7472601"/>
              <a:gd name="connsiteY186" fmla="*/ 3684705 h 6858000"/>
              <a:gd name="connsiteX187" fmla="*/ 1313114 w 7472601"/>
              <a:gd name="connsiteY187" fmla="*/ 3655216 h 6858000"/>
              <a:gd name="connsiteX188" fmla="*/ 1109304 w 7472601"/>
              <a:gd name="connsiteY188" fmla="*/ 3669030 h 6858000"/>
              <a:gd name="connsiteX189" fmla="*/ 8129 w 7472601"/>
              <a:gd name="connsiteY189" fmla="*/ 4330519 h 6858000"/>
              <a:gd name="connsiteX190" fmla="*/ 687572 w 7472601"/>
              <a:gd name="connsiteY190" fmla="*/ 3925629 h 6858000"/>
              <a:gd name="connsiteX191" fmla="*/ 1138365 w 7472601"/>
              <a:gd name="connsiteY191" fmla="*/ 3774515 h 6858000"/>
              <a:gd name="connsiteX192" fmla="*/ 1505579 w 7472601"/>
              <a:gd name="connsiteY192" fmla="*/ 3655526 h 6858000"/>
              <a:gd name="connsiteX193" fmla="*/ 1313114 w 7472601"/>
              <a:gd name="connsiteY193" fmla="*/ 3655216 h 6858000"/>
              <a:gd name="connsiteX194" fmla="*/ 3655073 w 7472601"/>
              <a:gd name="connsiteY194" fmla="*/ 3650884 h 6858000"/>
              <a:gd name="connsiteX195" fmla="*/ 3989938 w 7472601"/>
              <a:gd name="connsiteY195" fmla="*/ 3991685 h 6858000"/>
              <a:gd name="connsiteX196" fmla="*/ 4393907 w 7472601"/>
              <a:gd name="connsiteY196" fmla="*/ 4261258 h 6858000"/>
              <a:gd name="connsiteX197" fmla="*/ 4648051 w 7472601"/>
              <a:gd name="connsiteY197" fmla="*/ 4374051 h 6858000"/>
              <a:gd name="connsiteX198" fmla="*/ 4383389 w 7472601"/>
              <a:gd name="connsiteY198" fmla="*/ 4184369 h 6858000"/>
              <a:gd name="connsiteX199" fmla="*/ 4165508 w 7472601"/>
              <a:gd name="connsiteY199" fmla="*/ 4035196 h 6858000"/>
              <a:gd name="connsiteX200" fmla="*/ 4068162 w 7472601"/>
              <a:gd name="connsiteY200" fmla="*/ 3953394 h 6858000"/>
              <a:gd name="connsiteX201" fmla="*/ 3981416 w 7472601"/>
              <a:gd name="connsiteY201" fmla="*/ 3880482 h 6858000"/>
              <a:gd name="connsiteX202" fmla="*/ 3800147 w 7472601"/>
              <a:gd name="connsiteY202" fmla="*/ 3749872 h 6858000"/>
              <a:gd name="connsiteX203" fmla="*/ 3655073 w 7472601"/>
              <a:gd name="connsiteY203" fmla="*/ 3650884 h 6858000"/>
              <a:gd name="connsiteX204" fmla="*/ 3670252 w 7472601"/>
              <a:gd name="connsiteY204" fmla="*/ 3622798 h 6858000"/>
              <a:gd name="connsiteX205" fmla="*/ 3817258 w 7472601"/>
              <a:gd name="connsiteY205" fmla="*/ 3723577 h 6858000"/>
              <a:gd name="connsiteX206" fmla="*/ 4000461 w 7472601"/>
              <a:gd name="connsiteY206" fmla="*/ 3855966 h 6858000"/>
              <a:gd name="connsiteX207" fmla="*/ 4088180 w 7472601"/>
              <a:gd name="connsiteY207" fmla="*/ 3929774 h 6858000"/>
              <a:gd name="connsiteX208" fmla="*/ 4184555 w 7472601"/>
              <a:gd name="connsiteY208" fmla="*/ 4010683 h 6858000"/>
              <a:gd name="connsiteX209" fmla="*/ 4399563 w 7472601"/>
              <a:gd name="connsiteY209" fmla="*/ 4158106 h 6858000"/>
              <a:gd name="connsiteX210" fmla="*/ 4684469 w 7472601"/>
              <a:gd name="connsiteY210" fmla="*/ 4364680 h 6858000"/>
              <a:gd name="connsiteX211" fmla="*/ 4690271 w 7472601"/>
              <a:gd name="connsiteY211" fmla="*/ 4370034 h 6858000"/>
              <a:gd name="connsiteX212" fmla="*/ 4136093 w 7472601"/>
              <a:gd name="connsiteY212" fmla="*/ 3858466 h 6858000"/>
              <a:gd name="connsiteX213" fmla="*/ 3670252 w 7472601"/>
              <a:gd name="connsiteY213" fmla="*/ 3622798 h 6858000"/>
              <a:gd name="connsiteX214" fmla="*/ 4440129 w 7472601"/>
              <a:gd name="connsiteY214" fmla="*/ 3448571 h 6858000"/>
              <a:gd name="connsiteX215" fmla="*/ 4856525 w 7472601"/>
              <a:gd name="connsiteY215" fmla="*/ 3915351 h 6858000"/>
              <a:gd name="connsiteX216" fmla="*/ 5059055 w 7472601"/>
              <a:gd name="connsiteY216" fmla="*/ 4108918 h 6858000"/>
              <a:gd name="connsiteX217" fmla="*/ 5290070 w 7472601"/>
              <a:gd name="connsiteY217" fmla="*/ 4263619 h 6858000"/>
              <a:gd name="connsiteX218" fmla="*/ 4834991 w 7472601"/>
              <a:gd name="connsiteY218" fmla="*/ 3830985 h 6858000"/>
              <a:gd name="connsiteX219" fmla="*/ 4440129 w 7472601"/>
              <a:gd name="connsiteY219" fmla="*/ 3448571 h 6858000"/>
              <a:gd name="connsiteX220" fmla="*/ 4441737 w 7472601"/>
              <a:gd name="connsiteY220" fmla="*/ 3399734 h 6858000"/>
              <a:gd name="connsiteX221" fmla="*/ 4431236 w 7472601"/>
              <a:gd name="connsiteY221" fmla="*/ 3400954 h 6858000"/>
              <a:gd name="connsiteX222" fmla="*/ 4557150 w 7472601"/>
              <a:gd name="connsiteY222" fmla="*/ 3510023 h 6858000"/>
              <a:gd name="connsiteX223" fmla="*/ 4856936 w 7472601"/>
              <a:gd name="connsiteY223" fmla="*/ 3809146 h 6858000"/>
              <a:gd name="connsiteX224" fmla="*/ 5111996 w 7472601"/>
              <a:gd name="connsiteY224" fmla="*/ 4065759 h 6858000"/>
              <a:gd name="connsiteX225" fmla="*/ 5388878 w 7472601"/>
              <a:gd name="connsiteY225" fmla="*/ 4300185 h 6858000"/>
              <a:gd name="connsiteX226" fmla="*/ 5425556 w 7472601"/>
              <a:gd name="connsiteY226" fmla="*/ 4308967 h 6858000"/>
              <a:gd name="connsiteX227" fmla="*/ 4943646 w 7472601"/>
              <a:gd name="connsiteY227" fmla="*/ 3822916 h 6858000"/>
              <a:gd name="connsiteX228" fmla="*/ 4594837 w 7472601"/>
              <a:gd name="connsiteY228" fmla="*/ 3532274 h 6858000"/>
              <a:gd name="connsiteX229" fmla="*/ 4441737 w 7472601"/>
              <a:gd name="connsiteY229" fmla="*/ 3399734 h 6858000"/>
              <a:gd name="connsiteX230" fmla="*/ 5425834 w 7472601"/>
              <a:gd name="connsiteY230" fmla="*/ 3162785 h 6858000"/>
              <a:gd name="connsiteX231" fmla="*/ 5401644 w 7472601"/>
              <a:gd name="connsiteY231" fmla="*/ 3617847 h 6858000"/>
              <a:gd name="connsiteX232" fmla="*/ 5467256 w 7472601"/>
              <a:gd name="connsiteY232" fmla="*/ 4175494 h 6858000"/>
              <a:gd name="connsiteX233" fmla="*/ 5448069 w 7472601"/>
              <a:gd name="connsiteY233" fmla="*/ 3567554 h 6858000"/>
              <a:gd name="connsiteX234" fmla="*/ 5425834 w 7472601"/>
              <a:gd name="connsiteY234" fmla="*/ 3162785 h 6858000"/>
              <a:gd name="connsiteX235" fmla="*/ 1318687 w 7472601"/>
              <a:gd name="connsiteY235" fmla="*/ 3113840 h 6858000"/>
              <a:gd name="connsiteX236" fmla="*/ 1066793 w 7472601"/>
              <a:gd name="connsiteY236" fmla="*/ 3212171 h 6858000"/>
              <a:gd name="connsiteX237" fmla="*/ 993319 w 7472601"/>
              <a:gd name="connsiteY237" fmla="*/ 3247648 h 6858000"/>
              <a:gd name="connsiteX238" fmla="*/ 853081 w 7472601"/>
              <a:gd name="connsiteY238" fmla="*/ 3312410 h 6858000"/>
              <a:gd name="connsiteX239" fmla="*/ 805957 w 7472601"/>
              <a:gd name="connsiteY239" fmla="*/ 3330443 h 6858000"/>
              <a:gd name="connsiteX240" fmla="*/ 1318687 w 7472601"/>
              <a:gd name="connsiteY240" fmla="*/ 3113840 h 6858000"/>
              <a:gd name="connsiteX241" fmla="*/ 5453702 w 7472601"/>
              <a:gd name="connsiteY241" fmla="*/ 3090882 h 6858000"/>
              <a:gd name="connsiteX242" fmla="*/ 5480135 w 7472601"/>
              <a:gd name="connsiteY242" fmla="*/ 3565802 h 6858000"/>
              <a:gd name="connsiteX243" fmla="*/ 5499023 w 7472601"/>
              <a:gd name="connsiteY243" fmla="*/ 4166310 h 6858000"/>
              <a:gd name="connsiteX244" fmla="*/ 5547022 w 7472601"/>
              <a:gd name="connsiteY244" fmla="*/ 3607838 h 6858000"/>
              <a:gd name="connsiteX245" fmla="*/ 5515964 w 7472601"/>
              <a:gd name="connsiteY245" fmla="*/ 3378541 h 6858000"/>
              <a:gd name="connsiteX246" fmla="*/ 5453702 w 7472601"/>
              <a:gd name="connsiteY246" fmla="*/ 3090882 h 6858000"/>
              <a:gd name="connsiteX247" fmla="*/ 1238695 w 7472601"/>
              <a:gd name="connsiteY247" fmla="*/ 3076820 h 6858000"/>
              <a:gd name="connsiteX248" fmla="*/ 716371 w 7472601"/>
              <a:gd name="connsiteY248" fmla="*/ 3293249 h 6858000"/>
              <a:gd name="connsiteX249" fmla="*/ 579522 w 7472601"/>
              <a:gd name="connsiteY249" fmla="*/ 3371759 h 6858000"/>
              <a:gd name="connsiteX250" fmla="*/ 600288 w 7472601"/>
              <a:gd name="connsiteY250" fmla="*/ 3365555 h 6858000"/>
              <a:gd name="connsiteX251" fmla="*/ 840692 w 7472601"/>
              <a:gd name="connsiteY251" fmla="*/ 3284921 h 6858000"/>
              <a:gd name="connsiteX252" fmla="*/ 979248 w 7472601"/>
              <a:gd name="connsiteY252" fmla="*/ 3221003 h 6858000"/>
              <a:gd name="connsiteX253" fmla="*/ 1053282 w 7472601"/>
              <a:gd name="connsiteY253" fmla="*/ 3185247 h 6858000"/>
              <a:gd name="connsiteX254" fmla="*/ 1320603 w 7472601"/>
              <a:gd name="connsiteY254" fmla="*/ 3081281 h 6858000"/>
              <a:gd name="connsiteX255" fmla="*/ 1238695 w 7472601"/>
              <a:gd name="connsiteY255" fmla="*/ 3076820 h 6858000"/>
              <a:gd name="connsiteX256" fmla="*/ 5425627 w 7472601"/>
              <a:gd name="connsiteY256" fmla="*/ 2954192 h 6858000"/>
              <a:gd name="connsiteX257" fmla="*/ 5470770 w 7472601"/>
              <a:gd name="connsiteY257" fmla="*/ 3005435 h 6858000"/>
              <a:gd name="connsiteX258" fmla="*/ 5519779 w 7472601"/>
              <a:gd name="connsiteY258" fmla="*/ 4359223 h 6858000"/>
              <a:gd name="connsiteX259" fmla="*/ 5520293 w 7472601"/>
              <a:gd name="connsiteY259" fmla="*/ 4360602 h 6858000"/>
              <a:gd name="connsiteX260" fmla="*/ 5767221 w 7472601"/>
              <a:gd name="connsiteY260" fmla="*/ 4665564 h 6858000"/>
              <a:gd name="connsiteX261" fmla="*/ 6937169 w 7472601"/>
              <a:gd name="connsiteY261" fmla="*/ 4815941 h 6858000"/>
              <a:gd name="connsiteX262" fmla="*/ 6953922 w 7472601"/>
              <a:gd name="connsiteY262" fmla="*/ 4890068 h 6858000"/>
              <a:gd name="connsiteX263" fmla="*/ 6071359 w 7472601"/>
              <a:gd name="connsiteY263" fmla="*/ 4770770 h 6858000"/>
              <a:gd name="connsiteX264" fmla="*/ 6038839 w 7472601"/>
              <a:gd name="connsiteY264" fmla="*/ 4764474 h 6858000"/>
              <a:gd name="connsiteX265" fmla="*/ 6038706 w 7472601"/>
              <a:gd name="connsiteY265" fmla="*/ 4763847 h 6858000"/>
              <a:gd name="connsiteX266" fmla="*/ 6037784 w 7472601"/>
              <a:gd name="connsiteY266" fmla="*/ 4764270 h 6858000"/>
              <a:gd name="connsiteX267" fmla="*/ 6038839 w 7472601"/>
              <a:gd name="connsiteY267" fmla="*/ 4764474 h 6858000"/>
              <a:gd name="connsiteX268" fmla="*/ 6040338 w 7472601"/>
              <a:gd name="connsiteY268" fmla="*/ 4771418 h 6858000"/>
              <a:gd name="connsiteX269" fmla="*/ 6024488 w 7472601"/>
              <a:gd name="connsiteY269" fmla="*/ 4809903 h 6858000"/>
              <a:gd name="connsiteX270" fmla="*/ 5599771 w 7472601"/>
              <a:gd name="connsiteY270" fmla="*/ 5509652 h 6858000"/>
              <a:gd name="connsiteX271" fmla="*/ 5548843 w 7472601"/>
              <a:gd name="connsiteY271" fmla="*/ 5563845 h 6858000"/>
              <a:gd name="connsiteX272" fmla="*/ 5940952 w 7472601"/>
              <a:gd name="connsiteY272" fmla="*/ 6250028 h 6858000"/>
              <a:gd name="connsiteX273" fmla="*/ 6043441 w 7472601"/>
              <a:gd name="connsiteY273" fmla="*/ 6665847 h 6858000"/>
              <a:gd name="connsiteX274" fmla="*/ 6093432 w 7472601"/>
              <a:gd name="connsiteY274" fmla="*/ 6858000 h 6858000"/>
              <a:gd name="connsiteX275" fmla="*/ 6034344 w 7472601"/>
              <a:gd name="connsiteY275" fmla="*/ 6858000 h 6858000"/>
              <a:gd name="connsiteX276" fmla="*/ 6026679 w 7472601"/>
              <a:gd name="connsiteY276" fmla="*/ 6836959 h 6858000"/>
              <a:gd name="connsiteX277" fmla="*/ 5800441 w 7472601"/>
              <a:gd name="connsiteY277" fmla="*/ 6335286 h 6858000"/>
              <a:gd name="connsiteX278" fmla="*/ 5526562 w 7472601"/>
              <a:gd name="connsiteY278" fmla="*/ 5705388 h 6858000"/>
              <a:gd name="connsiteX279" fmla="*/ 5519640 w 7472601"/>
              <a:gd name="connsiteY279" fmla="*/ 5683774 h 6858000"/>
              <a:gd name="connsiteX280" fmla="*/ 5844559 w 7472601"/>
              <a:gd name="connsiteY280" fmla="*/ 6553349 h 6858000"/>
              <a:gd name="connsiteX281" fmla="*/ 5975994 w 7472601"/>
              <a:gd name="connsiteY281" fmla="*/ 6858000 h 6858000"/>
              <a:gd name="connsiteX282" fmla="*/ 5898547 w 7472601"/>
              <a:gd name="connsiteY282" fmla="*/ 6858000 h 6858000"/>
              <a:gd name="connsiteX283" fmla="*/ 5682041 w 7472601"/>
              <a:gd name="connsiteY283" fmla="*/ 6355860 h 6858000"/>
              <a:gd name="connsiteX284" fmla="*/ 5461758 w 7472601"/>
              <a:gd name="connsiteY284" fmla="*/ 5820220 h 6858000"/>
              <a:gd name="connsiteX285" fmla="*/ 5237282 w 7472601"/>
              <a:gd name="connsiteY285" fmla="*/ 6579086 h 6858000"/>
              <a:gd name="connsiteX286" fmla="*/ 5115009 w 7472601"/>
              <a:gd name="connsiteY286" fmla="*/ 6858000 h 6858000"/>
              <a:gd name="connsiteX287" fmla="*/ 5028074 w 7472601"/>
              <a:gd name="connsiteY287" fmla="*/ 6858000 h 6858000"/>
              <a:gd name="connsiteX288" fmla="*/ 5079508 w 7472601"/>
              <a:gd name="connsiteY288" fmla="*/ 6749074 h 6858000"/>
              <a:gd name="connsiteX289" fmla="*/ 5371846 w 7472601"/>
              <a:gd name="connsiteY289" fmla="*/ 5924413 h 6858000"/>
              <a:gd name="connsiteX290" fmla="*/ 5270512 w 7472601"/>
              <a:gd name="connsiteY290" fmla="*/ 6138975 h 6858000"/>
              <a:gd name="connsiteX291" fmla="*/ 5062409 w 7472601"/>
              <a:gd name="connsiteY291" fmla="*/ 6653544 h 6858000"/>
              <a:gd name="connsiteX292" fmla="*/ 5036628 w 7472601"/>
              <a:gd name="connsiteY292" fmla="*/ 6754247 h 6858000"/>
              <a:gd name="connsiteX293" fmla="*/ 5009112 w 7472601"/>
              <a:gd name="connsiteY293" fmla="*/ 6858000 h 6858000"/>
              <a:gd name="connsiteX294" fmla="*/ 4976679 w 7472601"/>
              <a:gd name="connsiteY294" fmla="*/ 6858000 h 6858000"/>
              <a:gd name="connsiteX295" fmla="*/ 5006537 w 7472601"/>
              <a:gd name="connsiteY295" fmla="*/ 6747068 h 6858000"/>
              <a:gd name="connsiteX296" fmla="*/ 5032723 w 7472601"/>
              <a:gd name="connsiteY296" fmla="*/ 6644957 h 6858000"/>
              <a:gd name="connsiteX297" fmla="*/ 5242949 w 7472601"/>
              <a:gd name="connsiteY297" fmla="*/ 6125175 h 6858000"/>
              <a:gd name="connsiteX298" fmla="*/ 5286321 w 7472601"/>
              <a:gd name="connsiteY298" fmla="*/ 6033555 h 6858000"/>
              <a:gd name="connsiteX299" fmla="*/ 5008210 w 7472601"/>
              <a:gd name="connsiteY299" fmla="*/ 6649194 h 6858000"/>
              <a:gd name="connsiteX300" fmla="*/ 4986321 w 7472601"/>
              <a:gd name="connsiteY300" fmla="*/ 6765687 h 6858000"/>
              <a:gd name="connsiteX301" fmla="*/ 4973474 w 7472601"/>
              <a:gd name="connsiteY301" fmla="*/ 6858000 h 6858000"/>
              <a:gd name="connsiteX302" fmla="*/ 4907178 w 7472601"/>
              <a:gd name="connsiteY302" fmla="*/ 6858000 h 6858000"/>
              <a:gd name="connsiteX303" fmla="*/ 4910810 w 7472601"/>
              <a:gd name="connsiteY303" fmla="*/ 6829660 h 6858000"/>
              <a:gd name="connsiteX304" fmla="*/ 4987461 w 7472601"/>
              <a:gd name="connsiteY304" fmla="*/ 6432994 h 6858000"/>
              <a:gd name="connsiteX305" fmla="*/ 5179262 w 7472601"/>
              <a:gd name="connsiteY305" fmla="*/ 6035044 h 6858000"/>
              <a:gd name="connsiteX306" fmla="*/ 4689678 w 7472601"/>
              <a:gd name="connsiteY306" fmla="*/ 6440241 h 6858000"/>
              <a:gd name="connsiteX307" fmla="*/ 4477543 w 7472601"/>
              <a:gd name="connsiteY307" fmla="*/ 6674836 h 6858000"/>
              <a:gd name="connsiteX308" fmla="*/ 4329957 w 7472601"/>
              <a:gd name="connsiteY308" fmla="*/ 6858000 h 6858000"/>
              <a:gd name="connsiteX309" fmla="*/ 4218595 w 7472601"/>
              <a:gd name="connsiteY309" fmla="*/ 6858000 h 6858000"/>
              <a:gd name="connsiteX310" fmla="*/ 4368888 w 7472601"/>
              <a:gd name="connsiteY310" fmla="*/ 6668412 h 6858000"/>
              <a:gd name="connsiteX311" fmla="*/ 4563091 w 7472601"/>
              <a:gd name="connsiteY311" fmla="*/ 6442508 h 6858000"/>
              <a:gd name="connsiteX312" fmla="*/ 5387324 w 7472601"/>
              <a:gd name="connsiteY312" fmla="*/ 5705830 h 6858000"/>
              <a:gd name="connsiteX313" fmla="*/ 5073620 w 7472601"/>
              <a:gd name="connsiteY313" fmla="*/ 5955437 h 6858000"/>
              <a:gd name="connsiteX314" fmla="*/ 4689789 w 7472601"/>
              <a:gd name="connsiteY314" fmla="*/ 6268382 h 6858000"/>
              <a:gd name="connsiteX315" fmla="*/ 4418722 w 7472601"/>
              <a:gd name="connsiteY315" fmla="*/ 6570886 h 6858000"/>
              <a:gd name="connsiteX316" fmla="*/ 4214944 w 7472601"/>
              <a:gd name="connsiteY316" fmla="*/ 6858000 h 6858000"/>
              <a:gd name="connsiteX317" fmla="*/ 4177898 w 7472601"/>
              <a:gd name="connsiteY317" fmla="*/ 6858000 h 6858000"/>
              <a:gd name="connsiteX318" fmla="*/ 4391597 w 7472601"/>
              <a:gd name="connsiteY318" fmla="*/ 6556370 h 6858000"/>
              <a:gd name="connsiteX319" fmla="*/ 4668889 w 7472601"/>
              <a:gd name="connsiteY319" fmla="*/ 6246399 h 6858000"/>
              <a:gd name="connsiteX320" fmla="*/ 5055427 w 7472601"/>
              <a:gd name="connsiteY320" fmla="*/ 5931476 h 6858000"/>
              <a:gd name="connsiteX321" fmla="*/ 5371814 w 7472601"/>
              <a:gd name="connsiteY321" fmla="*/ 5678975 h 6858000"/>
              <a:gd name="connsiteX322" fmla="*/ 4987918 w 7472601"/>
              <a:gd name="connsiteY322" fmla="*/ 5838701 h 6858000"/>
              <a:gd name="connsiteX323" fmla="*/ 4317146 w 7472601"/>
              <a:gd name="connsiteY323" fmla="*/ 6587716 h 6858000"/>
              <a:gd name="connsiteX324" fmla="*/ 4171627 w 7472601"/>
              <a:gd name="connsiteY324" fmla="*/ 6858000 h 6858000"/>
              <a:gd name="connsiteX325" fmla="*/ 4081585 w 7472601"/>
              <a:gd name="connsiteY325" fmla="*/ 6858000 h 6858000"/>
              <a:gd name="connsiteX326" fmla="*/ 4238603 w 7472601"/>
              <a:gd name="connsiteY326" fmla="*/ 6559341 h 6858000"/>
              <a:gd name="connsiteX327" fmla="*/ 4778333 w 7472601"/>
              <a:gd name="connsiteY327" fmla="*/ 5873626 h 6858000"/>
              <a:gd name="connsiteX328" fmla="*/ 5414185 w 7472601"/>
              <a:gd name="connsiteY328" fmla="*/ 5573882 h 6858000"/>
              <a:gd name="connsiteX329" fmla="*/ 5959648 w 7472601"/>
              <a:gd name="connsiteY329" fmla="*/ 4760797 h 6858000"/>
              <a:gd name="connsiteX330" fmla="*/ 5355019 w 7472601"/>
              <a:gd name="connsiteY330" fmla="*/ 4734672 h 6858000"/>
              <a:gd name="connsiteX331" fmla="*/ 5083565 w 7472601"/>
              <a:gd name="connsiteY331" fmla="*/ 5179121 h 6858000"/>
              <a:gd name="connsiteX332" fmla="*/ 4713577 w 7472601"/>
              <a:gd name="connsiteY332" fmla="*/ 5616803 h 6858000"/>
              <a:gd name="connsiteX333" fmla="*/ 3989559 w 7472601"/>
              <a:gd name="connsiteY333" fmla="*/ 6145945 h 6858000"/>
              <a:gd name="connsiteX334" fmla="*/ 3939824 w 7472601"/>
              <a:gd name="connsiteY334" fmla="*/ 6066900 h 6858000"/>
              <a:gd name="connsiteX335" fmla="*/ 4584537 w 7472601"/>
              <a:gd name="connsiteY335" fmla="*/ 5324826 h 6858000"/>
              <a:gd name="connsiteX336" fmla="*/ 5037105 w 7472601"/>
              <a:gd name="connsiteY336" fmla="*/ 5088765 h 6858000"/>
              <a:gd name="connsiteX337" fmla="*/ 5039930 w 7472601"/>
              <a:gd name="connsiteY337" fmla="*/ 5089585 h 6858000"/>
              <a:gd name="connsiteX338" fmla="*/ 5263764 w 7472601"/>
              <a:gd name="connsiteY338" fmla="*/ 4735525 h 6858000"/>
              <a:gd name="connsiteX339" fmla="*/ 4086300 w 7472601"/>
              <a:gd name="connsiteY339" fmla="*/ 4884599 h 6858000"/>
              <a:gd name="connsiteX340" fmla="*/ 4085485 w 7472601"/>
              <a:gd name="connsiteY340" fmla="*/ 4899070 h 6858000"/>
              <a:gd name="connsiteX341" fmla="*/ 3871915 w 7472601"/>
              <a:gd name="connsiteY341" fmla="*/ 5253645 h 6858000"/>
              <a:gd name="connsiteX342" fmla="*/ 3799374 w 7472601"/>
              <a:gd name="connsiteY342" fmla="*/ 5466127 h 6858000"/>
              <a:gd name="connsiteX343" fmla="*/ 3498850 w 7472601"/>
              <a:gd name="connsiteY343" fmla="*/ 6661888 h 6858000"/>
              <a:gd name="connsiteX344" fmla="*/ 3399216 w 7472601"/>
              <a:gd name="connsiteY344" fmla="*/ 6858000 h 6858000"/>
              <a:gd name="connsiteX345" fmla="*/ 3303688 w 7472601"/>
              <a:gd name="connsiteY345" fmla="*/ 6858000 h 6858000"/>
              <a:gd name="connsiteX346" fmla="*/ 3391774 w 7472601"/>
              <a:gd name="connsiteY346" fmla="*/ 6697181 h 6858000"/>
              <a:gd name="connsiteX347" fmla="*/ 3735540 w 7472601"/>
              <a:gd name="connsiteY347" fmla="*/ 5546923 h 6858000"/>
              <a:gd name="connsiteX348" fmla="*/ 3729438 w 7472601"/>
              <a:gd name="connsiteY348" fmla="*/ 5569058 h 6858000"/>
              <a:gd name="connsiteX349" fmla="*/ 3707782 w 7472601"/>
              <a:gd name="connsiteY349" fmla="*/ 5644908 h 6858000"/>
              <a:gd name="connsiteX350" fmla="*/ 3583827 w 7472601"/>
              <a:gd name="connsiteY350" fmla="*/ 6039215 h 6858000"/>
              <a:gd name="connsiteX351" fmla="*/ 3547861 w 7472601"/>
              <a:gd name="connsiteY351" fmla="*/ 6129609 h 6858000"/>
              <a:gd name="connsiteX352" fmla="*/ 3490905 w 7472601"/>
              <a:gd name="connsiteY352" fmla="*/ 6277660 h 6858000"/>
              <a:gd name="connsiteX353" fmla="*/ 3455859 w 7472601"/>
              <a:gd name="connsiteY353" fmla="*/ 6391301 h 6858000"/>
              <a:gd name="connsiteX354" fmla="*/ 3429112 w 7472601"/>
              <a:gd name="connsiteY354" fmla="*/ 6479469 h 6858000"/>
              <a:gd name="connsiteX355" fmla="*/ 3304862 w 7472601"/>
              <a:gd name="connsiteY355" fmla="*/ 6796476 h 6858000"/>
              <a:gd name="connsiteX356" fmla="*/ 3276071 w 7472601"/>
              <a:gd name="connsiteY356" fmla="*/ 6858000 h 6858000"/>
              <a:gd name="connsiteX357" fmla="*/ 3240805 w 7472601"/>
              <a:gd name="connsiteY357" fmla="*/ 6858000 h 6858000"/>
              <a:gd name="connsiteX358" fmla="*/ 3275917 w 7472601"/>
              <a:gd name="connsiteY358" fmla="*/ 6783192 h 6858000"/>
              <a:gd name="connsiteX359" fmla="*/ 3399358 w 7472601"/>
              <a:gd name="connsiteY359" fmla="*/ 6469011 h 6858000"/>
              <a:gd name="connsiteX360" fmla="*/ 3425650 w 7472601"/>
              <a:gd name="connsiteY360" fmla="*/ 6381333 h 6858000"/>
              <a:gd name="connsiteX361" fmla="*/ 3460661 w 7472601"/>
              <a:gd name="connsiteY361" fmla="*/ 6266763 h 6858000"/>
              <a:gd name="connsiteX362" fmla="*/ 3518021 w 7472601"/>
              <a:gd name="connsiteY362" fmla="*/ 6117298 h 6858000"/>
              <a:gd name="connsiteX363" fmla="*/ 3554035 w 7472601"/>
              <a:gd name="connsiteY363" fmla="*/ 6027832 h 6858000"/>
              <a:gd name="connsiteX364" fmla="*/ 3677174 w 7472601"/>
              <a:gd name="connsiteY364" fmla="*/ 5636351 h 6858000"/>
              <a:gd name="connsiteX365" fmla="*/ 3698819 w 7472601"/>
              <a:gd name="connsiteY365" fmla="*/ 5560503 h 6858000"/>
              <a:gd name="connsiteX366" fmla="*/ 3702094 w 7472601"/>
              <a:gd name="connsiteY366" fmla="*/ 5549194 h 6858000"/>
              <a:gd name="connsiteX367" fmla="*/ 3398355 w 7472601"/>
              <a:gd name="connsiteY367" fmla="*/ 6094603 h 6858000"/>
              <a:gd name="connsiteX368" fmla="*/ 3193941 w 7472601"/>
              <a:gd name="connsiteY368" fmla="*/ 6798775 h 6858000"/>
              <a:gd name="connsiteX369" fmla="*/ 3184140 w 7472601"/>
              <a:gd name="connsiteY369" fmla="*/ 6858000 h 6858000"/>
              <a:gd name="connsiteX370" fmla="*/ 3099978 w 7472601"/>
              <a:gd name="connsiteY370" fmla="*/ 6858000 h 6858000"/>
              <a:gd name="connsiteX371" fmla="*/ 3101556 w 7472601"/>
              <a:gd name="connsiteY371" fmla="*/ 6843337 h 6858000"/>
              <a:gd name="connsiteX372" fmla="*/ 3370162 w 7472601"/>
              <a:gd name="connsiteY372" fmla="*/ 5785550 h 6858000"/>
              <a:gd name="connsiteX373" fmla="*/ 3746477 w 7472601"/>
              <a:gd name="connsiteY373" fmla="*/ 5377889 h 6858000"/>
              <a:gd name="connsiteX374" fmla="*/ 3863399 w 7472601"/>
              <a:gd name="connsiteY374" fmla="*/ 5087257 h 6858000"/>
              <a:gd name="connsiteX375" fmla="*/ 3968712 w 7472601"/>
              <a:gd name="connsiteY375" fmla="*/ 4913989 h 6858000"/>
              <a:gd name="connsiteX376" fmla="*/ 2792390 w 7472601"/>
              <a:gd name="connsiteY376" fmla="*/ 5382974 h 6858000"/>
              <a:gd name="connsiteX377" fmla="*/ 2714982 w 7472601"/>
              <a:gd name="connsiteY377" fmla="*/ 5427051 h 6858000"/>
              <a:gd name="connsiteX378" fmla="*/ 2813361 w 7472601"/>
              <a:gd name="connsiteY378" fmla="*/ 6023912 h 6858000"/>
              <a:gd name="connsiteX379" fmla="*/ 2688430 w 7472601"/>
              <a:gd name="connsiteY379" fmla="*/ 6801564 h 6858000"/>
              <a:gd name="connsiteX380" fmla="*/ 2629626 w 7472601"/>
              <a:gd name="connsiteY380" fmla="*/ 6763394 h 6858000"/>
              <a:gd name="connsiteX381" fmla="*/ 2565328 w 7472601"/>
              <a:gd name="connsiteY381" fmla="*/ 5516399 h 6858000"/>
              <a:gd name="connsiteX382" fmla="*/ 1922999 w 7472601"/>
              <a:gd name="connsiteY382" fmla="*/ 5980343 h 6858000"/>
              <a:gd name="connsiteX383" fmla="*/ 1950261 w 7472601"/>
              <a:gd name="connsiteY383" fmla="*/ 6405858 h 6858000"/>
              <a:gd name="connsiteX384" fmla="*/ 2365554 w 7472601"/>
              <a:gd name="connsiteY384" fmla="*/ 6759107 h 6858000"/>
              <a:gd name="connsiteX385" fmla="*/ 2424142 w 7472601"/>
              <a:gd name="connsiteY385" fmla="*/ 6858000 h 6858000"/>
              <a:gd name="connsiteX386" fmla="*/ 2395994 w 7472601"/>
              <a:gd name="connsiteY386" fmla="*/ 6858000 h 6858000"/>
              <a:gd name="connsiteX387" fmla="*/ 2392863 w 7472601"/>
              <a:gd name="connsiteY387" fmla="*/ 6852964 h 6858000"/>
              <a:gd name="connsiteX388" fmla="*/ 2017589 w 7472601"/>
              <a:gd name="connsiteY388" fmla="*/ 6493982 h 6858000"/>
              <a:gd name="connsiteX389" fmla="*/ 2147336 w 7472601"/>
              <a:gd name="connsiteY389" fmla="*/ 6594052 h 6858000"/>
              <a:gd name="connsiteX390" fmla="*/ 2207047 w 7472601"/>
              <a:gd name="connsiteY390" fmla="*/ 6654540 h 6858000"/>
              <a:gd name="connsiteX391" fmla="*/ 2299106 w 7472601"/>
              <a:gd name="connsiteY391" fmla="*/ 6778931 h 6858000"/>
              <a:gd name="connsiteX392" fmla="*/ 2314430 w 7472601"/>
              <a:gd name="connsiteY392" fmla="*/ 6801144 h 6858000"/>
              <a:gd name="connsiteX393" fmla="*/ 2352406 w 7472601"/>
              <a:gd name="connsiteY393" fmla="*/ 6858000 h 6858000"/>
              <a:gd name="connsiteX394" fmla="*/ 2314492 w 7472601"/>
              <a:gd name="connsiteY394" fmla="*/ 6858000 h 6858000"/>
              <a:gd name="connsiteX395" fmla="*/ 2288095 w 7472601"/>
              <a:gd name="connsiteY395" fmla="*/ 6818030 h 6858000"/>
              <a:gd name="connsiteX396" fmla="*/ 2272768 w 7472601"/>
              <a:gd name="connsiteY396" fmla="*/ 6795822 h 6858000"/>
              <a:gd name="connsiteX397" fmla="*/ 2182715 w 7472601"/>
              <a:gd name="connsiteY397" fmla="*/ 6675071 h 6858000"/>
              <a:gd name="connsiteX398" fmla="*/ 2032061 w 7472601"/>
              <a:gd name="connsiteY398" fmla="*/ 6541380 h 6858000"/>
              <a:gd name="connsiteX399" fmla="*/ 2257220 w 7472601"/>
              <a:gd name="connsiteY399" fmla="*/ 6826257 h 6858000"/>
              <a:gd name="connsiteX400" fmla="*/ 2281324 w 7472601"/>
              <a:gd name="connsiteY400" fmla="*/ 6858000 h 6858000"/>
              <a:gd name="connsiteX401" fmla="*/ 2242860 w 7472601"/>
              <a:gd name="connsiteY401" fmla="*/ 6858000 h 6858000"/>
              <a:gd name="connsiteX402" fmla="*/ 2232818 w 7472601"/>
              <a:gd name="connsiteY402" fmla="*/ 6844926 h 6858000"/>
              <a:gd name="connsiteX403" fmla="*/ 1990172 w 7472601"/>
              <a:gd name="connsiteY403" fmla="*/ 6542121 h 6858000"/>
              <a:gd name="connsiteX404" fmla="*/ 2124090 w 7472601"/>
              <a:gd name="connsiteY404" fmla="*/ 6761017 h 6858000"/>
              <a:gd name="connsiteX405" fmla="*/ 2200380 w 7472601"/>
              <a:gd name="connsiteY405" fmla="*/ 6858000 h 6858000"/>
              <a:gd name="connsiteX406" fmla="*/ 2147507 w 7472601"/>
              <a:gd name="connsiteY406" fmla="*/ 6858000 h 6858000"/>
              <a:gd name="connsiteX407" fmla="*/ 2070668 w 7472601"/>
              <a:gd name="connsiteY407" fmla="*/ 6761520 h 6858000"/>
              <a:gd name="connsiteX408" fmla="*/ 1975142 w 7472601"/>
              <a:gd name="connsiteY408" fmla="*/ 6585570 h 6858000"/>
              <a:gd name="connsiteX409" fmla="*/ 2050035 w 7472601"/>
              <a:gd name="connsiteY409" fmla="*/ 6813345 h 6858000"/>
              <a:gd name="connsiteX410" fmla="*/ 2063025 w 7472601"/>
              <a:gd name="connsiteY410" fmla="*/ 6858000 h 6858000"/>
              <a:gd name="connsiteX411" fmla="*/ 2021675 w 7472601"/>
              <a:gd name="connsiteY411" fmla="*/ 6858000 h 6858000"/>
              <a:gd name="connsiteX412" fmla="*/ 2019308 w 7472601"/>
              <a:gd name="connsiteY412" fmla="*/ 6847118 h 6858000"/>
              <a:gd name="connsiteX413" fmla="*/ 1938835 w 7472601"/>
              <a:gd name="connsiteY413" fmla="*/ 6551160 h 6858000"/>
              <a:gd name="connsiteX414" fmla="*/ 1953230 w 7472601"/>
              <a:gd name="connsiteY414" fmla="*/ 6759699 h 6858000"/>
              <a:gd name="connsiteX415" fmla="*/ 1956763 w 7472601"/>
              <a:gd name="connsiteY415" fmla="*/ 6778191 h 6858000"/>
              <a:gd name="connsiteX416" fmla="*/ 1967925 w 7472601"/>
              <a:gd name="connsiteY416" fmla="*/ 6858000 h 6858000"/>
              <a:gd name="connsiteX417" fmla="*/ 1936622 w 7472601"/>
              <a:gd name="connsiteY417" fmla="*/ 6858000 h 6858000"/>
              <a:gd name="connsiteX418" fmla="*/ 1926261 w 7472601"/>
              <a:gd name="connsiteY418" fmla="*/ 6784064 h 6858000"/>
              <a:gd name="connsiteX419" fmla="*/ 1922724 w 7472601"/>
              <a:gd name="connsiteY419" fmla="*/ 6765577 h 6858000"/>
              <a:gd name="connsiteX420" fmla="*/ 1904650 w 7472601"/>
              <a:gd name="connsiteY420" fmla="*/ 6639616 h 6858000"/>
              <a:gd name="connsiteX421" fmla="*/ 1885273 w 7472601"/>
              <a:gd name="connsiteY421" fmla="*/ 6858000 h 6858000"/>
              <a:gd name="connsiteX422" fmla="*/ 1854363 w 7472601"/>
              <a:gd name="connsiteY422" fmla="*/ 6858000 h 6858000"/>
              <a:gd name="connsiteX423" fmla="*/ 1880391 w 7472601"/>
              <a:gd name="connsiteY423" fmla="*/ 6603796 h 6858000"/>
              <a:gd name="connsiteX424" fmla="*/ 1818273 w 7472601"/>
              <a:gd name="connsiteY424" fmla="*/ 6715729 h 6858000"/>
              <a:gd name="connsiteX425" fmla="*/ 1794691 w 7472601"/>
              <a:gd name="connsiteY425" fmla="*/ 6843239 h 6858000"/>
              <a:gd name="connsiteX426" fmla="*/ 1794914 w 7472601"/>
              <a:gd name="connsiteY426" fmla="*/ 6858000 h 6858000"/>
              <a:gd name="connsiteX427" fmla="*/ 1746128 w 7472601"/>
              <a:gd name="connsiteY427" fmla="*/ 6858000 h 6858000"/>
              <a:gd name="connsiteX428" fmla="*/ 1753934 w 7472601"/>
              <a:gd name="connsiteY428" fmla="*/ 6724796 h 6858000"/>
              <a:gd name="connsiteX429" fmla="*/ 1792053 w 7472601"/>
              <a:gd name="connsiteY429" fmla="*/ 6572396 h 6858000"/>
              <a:gd name="connsiteX430" fmla="*/ 1862248 w 7472601"/>
              <a:gd name="connsiteY430" fmla="*/ 6266397 h 6858000"/>
              <a:gd name="connsiteX431" fmla="*/ 1862250 w 7472601"/>
              <a:gd name="connsiteY431" fmla="*/ 6033531 h 6858000"/>
              <a:gd name="connsiteX432" fmla="*/ 1211999 w 7472601"/>
              <a:gd name="connsiteY432" fmla="*/ 6683610 h 6858000"/>
              <a:gd name="connsiteX433" fmla="*/ 1213266 w 7472601"/>
              <a:gd name="connsiteY433" fmla="*/ 6691947 h 6858000"/>
              <a:gd name="connsiteX434" fmla="*/ 1203370 w 7472601"/>
              <a:gd name="connsiteY434" fmla="*/ 6850676 h 6858000"/>
              <a:gd name="connsiteX435" fmla="*/ 1203671 w 7472601"/>
              <a:gd name="connsiteY435" fmla="*/ 6858000 h 6858000"/>
              <a:gd name="connsiteX436" fmla="*/ 1143180 w 7472601"/>
              <a:gd name="connsiteY436" fmla="*/ 6858000 h 6858000"/>
              <a:gd name="connsiteX437" fmla="*/ 1142176 w 7472601"/>
              <a:gd name="connsiteY437" fmla="*/ 6766045 h 6858000"/>
              <a:gd name="connsiteX438" fmla="*/ 1067484 w 7472601"/>
              <a:gd name="connsiteY438" fmla="*/ 6858000 h 6858000"/>
              <a:gd name="connsiteX439" fmla="*/ 953928 w 7472601"/>
              <a:gd name="connsiteY439" fmla="*/ 6858000 h 6858000"/>
              <a:gd name="connsiteX440" fmla="*/ 959715 w 7472601"/>
              <a:gd name="connsiteY440" fmla="*/ 6850185 h 6858000"/>
              <a:gd name="connsiteX441" fmla="*/ 1483788 w 7472601"/>
              <a:gd name="connsiteY441" fmla="*/ 6259174 h 6858000"/>
              <a:gd name="connsiteX442" fmla="*/ 1100671 w 7472601"/>
              <a:gd name="connsiteY442" fmla="*/ 6252137 h 6858000"/>
              <a:gd name="connsiteX443" fmla="*/ 1090144 w 7472601"/>
              <a:gd name="connsiteY443" fmla="*/ 6256748 h 6858000"/>
              <a:gd name="connsiteX444" fmla="*/ 1095872 w 7472601"/>
              <a:gd name="connsiteY444" fmla="*/ 6271892 h 6858000"/>
              <a:gd name="connsiteX445" fmla="*/ 262785 w 7472601"/>
              <a:gd name="connsiteY445" fmla="*/ 6845450 h 6858000"/>
              <a:gd name="connsiteX446" fmla="*/ 209968 w 7472601"/>
              <a:gd name="connsiteY446" fmla="*/ 6770713 h 6858000"/>
              <a:gd name="connsiteX447" fmla="*/ 873460 w 7472601"/>
              <a:gd name="connsiteY447" fmla="*/ 6253768 h 6858000"/>
              <a:gd name="connsiteX448" fmla="*/ 192686 w 7472601"/>
              <a:gd name="connsiteY448" fmla="*/ 5849257 h 6858000"/>
              <a:gd name="connsiteX449" fmla="*/ 4696 w 7472601"/>
              <a:gd name="connsiteY449" fmla="*/ 5697668 h 6858000"/>
              <a:gd name="connsiteX450" fmla="*/ 0 w 7472601"/>
              <a:gd name="connsiteY450" fmla="*/ 5689984 h 6858000"/>
              <a:gd name="connsiteX451" fmla="*/ 0 w 7472601"/>
              <a:gd name="connsiteY451" fmla="*/ 5513472 h 6858000"/>
              <a:gd name="connsiteX452" fmla="*/ 174101 w 7472601"/>
              <a:gd name="connsiteY452" fmla="*/ 5620277 h 6858000"/>
              <a:gd name="connsiteX453" fmla="*/ 891800 w 7472601"/>
              <a:gd name="connsiteY453" fmla="*/ 6036935 h 6858000"/>
              <a:gd name="connsiteX454" fmla="*/ 1072219 w 7472601"/>
              <a:gd name="connsiteY454" fmla="*/ 6169443 h 6858000"/>
              <a:gd name="connsiteX455" fmla="*/ 1074117 w 7472601"/>
              <a:gd name="connsiteY455" fmla="*/ 6170301 h 6858000"/>
              <a:gd name="connsiteX456" fmla="*/ 1083114 w 7472601"/>
              <a:gd name="connsiteY456" fmla="*/ 6174131 h 6858000"/>
              <a:gd name="connsiteX457" fmla="*/ 1543010 w 7472601"/>
              <a:gd name="connsiteY457" fmla="*/ 6191140 h 6858000"/>
              <a:gd name="connsiteX458" fmla="*/ 1551080 w 7472601"/>
              <a:gd name="connsiteY458" fmla="*/ 6195006 h 6858000"/>
              <a:gd name="connsiteX459" fmla="*/ 2345443 w 7472601"/>
              <a:gd name="connsiteY459" fmla="*/ 5549882 h 6858000"/>
              <a:gd name="connsiteX460" fmla="*/ 1721499 w 7472601"/>
              <a:gd name="connsiteY460" fmla="*/ 5599969 h 6858000"/>
              <a:gd name="connsiteX461" fmla="*/ 767716 w 7472601"/>
              <a:gd name="connsiteY461" fmla="*/ 5472768 h 6858000"/>
              <a:gd name="connsiteX462" fmla="*/ 722147 w 7472601"/>
              <a:gd name="connsiteY462" fmla="*/ 5393091 h 6858000"/>
              <a:gd name="connsiteX463" fmla="*/ 1485552 w 7472601"/>
              <a:gd name="connsiteY463" fmla="*/ 5313202 h 6858000"/>
              <a:gd name="connsiteX464" fmla="*/ 2143004 w 7472601"/>
              <a:gd name="connsiteY464" fmla="*/ 5402420 h 6858000"/>
              <a:gd name="connsiteX465" fmla="*/ 1933391 w 7472601"/>
              <a:gd name="connsiteY465" fmla="*/ 5156971 h 6858000"/>
              <a:gd name="connsiteX466" fmla="*/ 1827118 w 7472601"/>
              <a:gd name="connsiteY466" fmla="*/ 4968410 h 6858000"/>
              <a:gd name="connsiteX467" fmla="*/ 1837349 w 7472601"/>
              <a:gd name="connsiteY467" fmla="*/ 4956357 h 6858000"/>
              <a:gd name="connsiteX468" fmla="*/ 2162835 w 7472601"/>
              <a:gd name="connsiteY468" fmla="*/ 5187853 h 6858000"/>
              <a:gd name="connsiteX469" fmla="*/ 2257167 w 7472601"/>
              <a:gd name="connsiteY469" fmla="*/ 5462123 h 6858000"/>
              <a:gd name="connsiteX470" fmla="*/ 2261598 w 7472601"/>
              <a:gd name="connsiteY470" fmla="*/ 5467998 h 6858000"/>
              <a:gd name="connsiteX471" fmla="*/ 2437177 w 7472601"/>
              <a:gd name="connsiteY471" fmla="*/ 5479608 h 6858000"/>
              <a:gd name="connsiteX472" fmla="*/ 2445247 w 7472601"/>
              <a:gd name="connsiteY472" fmla="*/ 5483476 h 6858000"/>
              <a:gd name="connsiteX473" fmla="*/ 2743626 w 7472601"/>
              <a:gd name="connsiteY473" fmla="*/ 5304819 h 6858000"/>
              <a:gd name="connsiteX474" fmla="*/ 3048102 w 7472601"/>
              <a:gd name="connsiteY474" fmla="*/ 5150595 h 6858000"/>
              <a:gd name="connsiteX475" fmla="*/ 1799414 w 7472601"/>
              <a:gd name="connsiteY475" fmla="*/ 4694732 h 6858000"/>
              <a:gd name="connsiteX476" fmla="*/ 1771735 w 7472601"/>
              <a:gd name="connsiteY476" fmla="*/ 4619929 h 6858000"/>
              <a:gd name="connsiteX477" fmla="*/ 3104273 w 7472601"/>
              <a:gd name="connsiteY477" fmla="*/ 5076159 h 6858000"/>
              <a:gd name="connsiteX478" fmla="*/ 3113245 w 7472601"/>
              <a:gd name="connsiteY478" fmla="*/ 5090705 h 6858000"/>
              <a:gd name="connsiteX479" fmla="*/ 3126294 w 7472601"/>
              <a:gd name="connsiteY479" fmla="*/ 5114400 h 6858000"/>
              <a:gd name="connsiteX480" fmla="*/ 3937433 w 7472601"/>
              <a:gd name="connsiteY480" fmla="*/ 4830473 h 6858000"/>
              <a:gd name="connsiteX481" fmla="*/ 3590475 w 7472601"/>
              <a:gd name="connsiteY481" fmla="*/ 4597974 h 6858000"/>
              <a:gd name="connsiteX482" fmla="*/ 3100264 w 7472601"/>
              <a:gd name="connsiteY482" fmla="*/ 4579845 h 6858000"/>
              <a:gd name="connsiteX483" fmla="*/ 2183576 w 7472601"/>
              <a:gd name="connsiteY483" fmla="*/ 4227150 h 6858000"/>
              <a:gd name="connsiteX484" fmla="*/ 2151029 w 7472601"/>
              <a:gd name="connsiteY484" fmla="*/ 4146947 h 6858000"/>
              <a:gd name="connsiteX485" fmla="*/ 3563434 w 7472601"/>
              <a:gd name="connsiteY485" fmla="*/ 4469115 h 6858000"/>
              <a:gd name="connsiteX486" fmla="*/ 3177952 w 7472601"/>
              <a:gd name="connsiteY486" fmla="*/ 3657386 h 6858000"/>
              <a:gd name="connsiteX487" fmla="*/ 3189263 w 7472601"/>
              <a:gd name="connsiteY487" fmla="*/ 3625726 h 6858000"/>
              <a:gd name="connsiteX488" fmla="*/ 3560912 w 7472601"/>
              <a:gd name="connsiteY488" fmla="*/ 4079863 h 6858000"/>
              <a:gd name="connsiteX489" fmla="*/ 3626636 w 7472601"/>
              <a:gd name="connsiteY489" fmla="*/ 4512230 h 6858000"/>
              <a:gd name="connsiteX490" fmla="*/ 3653088 w 7472601"/>
              <a:gd name="connsiteY490" fmla="*/ 4521417 h 6858000"/>
              <a:gd name="connsiteX491" fmla="*/ 3988128 w 7472601"/>
              <a:gd name="connsiteY491" fmla="*/ 4817267 h 6858000"/>
              <a:gd name="connsiteX492" fmla="*/ 4830582 w 7472601"/>
              <a:gd name="connsiteY492" fmla="*/ 4676000 h 6858000"/>
              <a:gd name="connsiteX493" fmla="*/ 4830100 w 7472601"/>
              <a:gd name="connsiteY493" fmla="*/ 4675554 h 6858000"/>
              <a:gd name="connsiteX494" fmla="*/ 4036318 w 7472601"/>
              <a:gd name="connsiteY494" fmla="*/ 4147013 h 6858000"/>
              <a:gd name="connsiteX495" fmla="*/ 3432098 w 7472601"/>
              <a:gd name="connsiteY495" fmla="*/ 3537312 h 6858000"/>
              <a:gd name="connsiteX496" fmla="*/ 3446761 w 7472601"/>
              <a:gd name="connsiteY496" fmla="*/ 3461278 h 6858000"/>
              <a:gd name="connsiteX497" fmla="*/ 4419733 w 7472601"/>
              <a:gd name="connsiteY497" fmla="*/ 3963555 h 6858000"/>
              <a:gd name="connsiteX498" fmla="*/ 4781371 w 7472601"/>
              <a:gd name="connsiteY498" fmla="*/ 4458604 h 6858000"/>
              <a:gd name="connsiteX499" fmla="*/ 4780440 w 7472601"/>
              <a:gd name="connsiteY499" fmla="*/ 4470290 h 6858000"/>
              <a:gd name="connsiteX500" fmla="*/ 4898954 w 7472601"/>
              <a:gd name="connsiteY500" fmla="*/ 4662092 h 6858000"/>
              <a:gd name="connsiteX501" fmla="*/ 4900699 w 7472601"/>
              <a:gd name="connsiteY501" fmla="*/ 4670867 h 6858000"/>
              <a:gd name="connsiteX502" fmla="*/ 5714511 w 7472601"/>
              <a:gd name="connsiteY502" fmla="*/ 4663483 h 6858000"/>
              <a:gd name="connsiteX503" fmla="*/ 5464793 w 7472601"/>
              <a:gd name="connsiteY503" fmla="*/ 4393556 h 6858000"/>
              <a:gd name="connsiteX504" fmla="*/ 5461897 w 7472601"/>
              <a:gd name="connsiteY504" fmla="*/ 4390879 h 6858000"/>
              <a:gd name="connsiteX505" fmla="*/ 4294126 w 7472601"/>
              <a:gd name="connsiteY505" fmla="*/ 3303048 h 6858000"/>
              <a:gd name="connsiteX506" fmla="*/ 4305321 w 7472601"/>
              <a:gd name="connsiteY506" fmla="*/ 3256953 h 6858000"/>
              <a:gd name="connsiteX507" fmla="*/ 4949299 w 7472601"/>
              <a:gd name="connsiteY507" fmla="*/ 3766336 h 6858000"/>
              <a:gd name="connsiteX508" fmla="*/ 5291452 w 7472601"/>
              <a:gd name="connsiteY508" fmla="*/ 4076801 h 6858000"/>
              <a:gd name="connsiteX509" fmla="*/ 5434998 w 7472601"/>
              <a:gd name="connsiteY509" fmla="*/ 4254100 h 6858000"/>
              <a:gd name="connsiteX510" fmla="*/ 5351015 w 7472601"/>
              <a:gd name="connsiteY510" fmla="*/ 3760989 h 6858000"/>
              <a:gd name="connsiteX511" fmla="*/ 5413780 w 7472601"/>
              <a:gd name="connsiteY511" fmla="*/ 2966265 h 6858000"/>
              <a:gd name="connsiteX512" fmla="*/ 5425627 w 7472601"/>
              <a:gd name="connsiteY512" fmla="*/ 2954192 h 6858000"/>
              <a:gd name="connsiteX513" fmla="*/ 6604735 w 7472601"/>
              <a:gd name="connsiteY513" fmla="*/ 2041381 h 6858000"/>
              <a:gd name="connsiteX514" fmla="*/ 7204487 w 7472601"/>
              <a:gd name="connsiteY514" fmla="*/ 2742112 h 6858000"/>
              <a:gd name="connsiteX515" fmla="*/ 7131592 w 7472601"/>
              <a:gd name="connsiteY515" fmla="*/ 2672096 h 6858000"/>
              <a:gd name="connsiteX516" fmla="*/ 6996344 w 7472601"/>
              <a:gd name="connsiteY516" fmla="*/ 2518310 h 6858000"/>
              <a:gd name="connsiteX517" fmla="*/ 6735495 w 7472601"/>
              <a:gd name="connsiteY517" fmla="*/ 2196890 h 6858000"/>
              <a:gd name="connsiteX518" fmla="*/ 6721901 w 7472601"/>
              <a:gd name="connsiteY518" fmla="*/ 2179274 h 6858000"/>
              <a:gd name="connsiteX519" fmla="*/ 6604735 w 7472601"/>
              <a:gd name="connsiteY519" fmla="*/ 2041381 h 6858000"/>
              <a:gd name="connsiteX520" fmla="*/ 6591670 w 7472601"/>
              <a:gd name="connsiteY520" fmla="*/ 1988277 h 6858000"/>
              <a:gd name="connsiteX521" fmla="*/ 6747349 w 7472601"/>
              <a:gd name="connsiteY521" fmla="*/ 2160069 h 6858000"/>
              <a:gd name="connsiteX522" fmla="*/ 6760943 w 7472601"/>
              <a:gd name="connsiteY522" fmla="*/ 2177686 h 6858000"/>
              <a:gd name="connsiteX523" fmla="*/ 7021065 w 7472601"/>
              <a:gd name="connsiteY523" fmla="*/ 2498102 h 6858000"/>
              <a:gd name="connsiteX524" fmla="*/ 7155223 w 7472601"/>
              <a:gd name="connsiteY524" fmla="*/ 2650386 h 6858000"/>
              <a:gd name="connsiteX525" fmla="*/ 7203167 w 7472601"/>
              <a:gd name="connsiteY525" fmla="*/ 2697288 h 6858000"/>
              <a:gd name="connsiteX526" fmla="*/ 6937703 w 7472601"/>
              <a:gd name="connsiteY526" fmla="*/ 2321981 h 6858000"/>
              <a:gd name="connsiteX527" fmla="*/ 6591670 w 7472601"/>
              <a:gd name="connsiteY527" fmla="*/ 1988277 h 6858000"/>
              <a:gd name="connsiteX528" fmla="*/ 5798671 w 7472601"/>
              <a:gd name="connsiteY528" fmla="*/ 1981601 h 6858000"/>
              <a:gd name="connsiteX529" fmla="*/ 5754709 w 7472601"/>
              <a:gd name="connsiteY529" fmla="*/ 2071454 h 6858000"/>
              <a:gd name="connsiteX530" fmla="*/ 5763044 w 7472601"/>
              <a:gd name="connsiteY530" fmla="*/ 2842206 h 6858000"/>
              <a:gd name="connsiteX531" fmla="*/ 5764974 w 7472601"/>
              <a:gd name="connsiteY531" fmla="*/ 2799609 h 6858000"/>
              <a:gd name="connsiteX532" fmla="*/ 5767665 w 7472601"/>
              <a:gd name="connsiteY532" fmla="*/ 2666409 h 6858000"/>
              <a:gd name="connsiteX533" fmla="*/ 5763055 w 7472601"/>
              <a:gd name="connsiteY533" fmla="*/ 2579705 h 6858000"/>
              <a:gd name="connsiteX534" fmla="*/ 5758079 w 7472601"/>
              <a:gd name="connsiteY534" fmla="*/ 2492508 h 6858000"/>
              <a:gd name="connsiteX535" fmla="*/ 5779325 w 7472601"/>
              <a:gd name="connsiteY535" fmla="*/ 2197069 h 6858000"/>
              <a:gd name="connsiteX536" fmla="*/ 5798671 w 7472601"/>
              <a:gd name="connsiteY536" fmla="*/ 1981601 h 6858000"/>
              <a:gd name="connsiteX537" fmla="*/ 5829202 w 7472601"/>
              <a:gd name="connsiteY537" fmla="*/ 1971679 h 6858000"/>
              <a:gd name="connsiteX538" fmla="*/ 5809558 w 7472601"/>
              <a:gd name="connsiteY538" fmla="*/ 2198043 h 6858000"/>
              <a:gd name="connsiteX539" fmla="*/ 5788653 w 7472601"/>
              <a:gd name="connsiteY539" fmla="*/ 2489430 h 6858000"/>
              <a:gd name="connsiteX540" fmla="*/ 5793439 w 7472601"/>
              <a:gd name="connsiteY540" fmla="*/ 2575235 h 6858000"/>
              <a:gd name="connsiteX541" fmla="*/ 5796837 w 7472601"/>
              <a:gd name="connsiteY541" fmla="*/ 2637633 h 6858000"/>
              <a:gd name="connsiteX542" fmla="*/ 5818614 w 7472601"/>
              <a:gd name="connsiteY542" fmla="*/ 2473055 h 6858000"/>
              <a:gd name="connsiteX543" fmla="*/ 5829202 w 7472601"/>
              <a:gd name="connsiteY543" fmla="*/ 1971679 h 6858000"/>
              <a:gd name="connsiteX544" fmla="*/ 5911389 w 7472601"/>
              <a:gd name="connsiteY544" fmla="*/ 1898371 h 6858000"/>
              <a:gd name="connsiteX545" fmla="*/ 6237627 w 7472601"/>
              <a:gd name="connsiteY545" fmla="*/ 2231921 h 6858000"/>
              <a:gd name="connsiteX546" fmla="*/ 5911389 w 7472601"/>
              <a:gd name="connsiteY546" fmla="*/ 1898371 h 6858000"/>
              <a:gd name="connsiteX547" fmla="*/ 6944437 w 7472601"/>
              <a:gd name="connsiteY547" fmla="*/ 1575402 h 6858000"/>
              <a:gd name="connsiteX548" fmla="*/ 6304730 w 7472601"/>
              <a:gd name="connsiteY548" fmla="*/ 1766654 h 6858000"/>
              <a:gd name="connsiteX549" fmla="*/ 6944437 w 7472601"/>
              <a:gd name="connsiteY549" fmla="*/ 1575402 h 6858000"/>
              <a:gd name="connsiteX550" fmla="*/ 7019523 w 7472601"/>
              <a:gd name="connsiteY550" fmla="*/ 1519450 h 6858000"/>
              <a:gd name="connsiteX551" fmla="*/ 6298091 w 7472601"/>
              <a:gd name="connsiteY551" fmla="*/ 1737122 h 6858000"/>
              <a:gd name="connsiteX552" fmla="*/ 7019523 w 7472601"/>
              <a:gd name="connsiteY552" fmla="*/ 1519450 h 6858000"/>
              <a:gd name="connsiteX553" fmla="*/ 2399523 w 7472601"/>
              <a:gd name="connsiteY553" fmla="*/ 1428234 h 6858000"/>
              <a:gd name="connsiteX554" fmla="*/ 2224982 w 7472601"/>
              <a:gd name="connsiteY554" fmla="*/ 1826201 h 6858000"/>
              <a:gd name="connsiteX555" fmla="*/ 2096099 w 7472601"/>
              <a:gd name="connsiteY555" fmla="*/ 2345900 h 6858000"/>
              <a:gd name="connsiteX556" fmla="*/ 2283317 w 7472601"/>
              <a:gd name="connsiteY556" fmla="*/ 1796925 h 6858000"/>
              <a:gd name="connsiteX557" fmla="*/ 2399523 w 7472601"/>
              <a:gd name="connsiteY557" fmla="*/ 1428234 h 6858000"/>
              <a:gd name="connsiteX558" fmla="*/ 2448558 w 7472601"/>
              <a:gd name="connsiteY558" fmla="*/ 1373435 h 6858000"/>
              <a:gd name="connsiteX559" fmla="*/ 2312521 w 7472601"/>
              <a:gd name="connsiteY559" fmla="*/ 1806140 h 6858000"/>
              <a:gd name="connsiteX560" fmla="*/ 2127533 w 7472601"/>
              <a:gd name="connsiteY560" fmla="*/ 2348380 h 6858000"/>
              <a:gd name="connsiteX561" fmla="*/ 2358080 w 7472601"/>
              <a:gd name="connsiteY561" fmla="*/ 1866134 h 6858000"/>
              <a:gd name="connsiteX562" fmla="*/ 2407436 w 7472601"/>
              <a:gd name="connsiteY562" fmla="*/ 1651070 h 6858000"/>
              <a:gd name="connsiteX563" fmla="*/ 2448558 w 7472601"/>
              <a:gd name="connsiteY563" fmla="*/ 1373435 h 6858000"/>
              <a:gd name="connsiteX564" fmla="*/ 278707 w 7472601"/>
              <a:gd name="connsiteY564" fmla="*/ 1352270 h 6858000"/>
              <a:gd name="connsiteX565" fmla="*/ 321570 w 7472601"/>
              <a:gd name="connsiteY565" fmla="*/ 1861610 h 6858000"/>
              <a:gd name="connsiteX566" fmla="*/ 294281 w 7472601"/>
              <a:gd name="connsiteY566" fmla="*/ 1440658 h 6858000"/>
              <a:gd name="connsiteX567" fmla="*/ 278707 w 7472601"/>
              <a:gd name="connsiteY567" fmla="*/ 1352270 h 6858000"/>
              <a:gd name="connsiteX568" fmla="*/ 1423821 w 7472601"/>
              <a:gd name="connsiteY568" fmla="*/ 1351958 h 6858000"/>
              <a:gd name="connsiteX569" fmla="*/ 1638521 w 7472601"/>
              <a:gd name="connsiteY569" fmla="*/ 1908470 h 6858000"/>
              <a:gd name="connsiteX570" fmla="*/ 1754199 w 7472601"/>
              <a:gd name="connsiteY570" fmla="*/ 2149284 h 6858000"/>
              <a:gd name="connsiteX571" fmla="*/ 1908359 w 7472601"/>
              <a:gd name="connsiteY571" fmla="*/ 2364988 h 6858000"/>
              <a:gd name="connsiteX572" fmla="*/ 1647661 w 7472601"/>
              <a:gd name="connsiteY572" fmla="*/ 1825945 h 6858000"/>
              <a:gd name="connsiteX573" fmla="*/ 1423821 w 7472601"/>
              <a:gd name="connsiteY573" fmla="*/ 1351958 h 6858000"/>
              <a:gd name="connsiteX574" fmla="*/ 1431890 w 7472601"/>
              <a:gd name="connsiteY574" fmla="*/ 1306475 h 6858000"/>
              <a:gd name="connsiteX575" fmla="*/ 1507597 w 7472601"/>
              <a:gd name="connsiteY575" fmla="*/ 1446132 h 6858000"/>
              <a:gd name="connsiteX576" fmla="*/ 1674586 w 7472601"/>
              <a:gd name="connsiteY576" fmla="*/ 1813832 h 6858000"/>
              <a:gd name="connsiteX577" fmla="*/ 1815950 w 7472601"/>
              <a:gd name="connsiteY577" fmla="*/ 2128564 h 6858000"/>
              <a:gd name="connsiteX578" fmla="*/ 1984242 w 7472601"/>
              <a:gd name="connsiteY578" fmla="*/ 2430829 h 6858000"/>
              <a:gd name="connsiteX579" fmla="*/ 2014023 w 7472601"/>
              <a:gd name="connsiteY579" fmla="*/ 2450995 h 6858000"/>
              <a:gd name="connsiteX580" fmla="*/ 1747337 w 7472601"/>
              <a:gd name="connsiteY580" fmla="*/ 1855264 h 6858000"/>
              <a:gd name="connsiteX581" fmla="*/ 1533749 w 7472601"/>
              <a:gd name="connsiteY581" fmla="*/ 1478656 h 6858000"/>
              <a:gd name="connsiteX582" fmla="*/ 1431890 w 7472601"/>
              <a:gd name="connsiteY582" fmla="*/ 1306475 h 6858000"/>
              <a:gd name="connsiteX583" fmla="*/ 5052692 w 7472601"/>
              <a:gd name="connsiteY583" fmla="*/ 1292994 h 6858000"/>
              <a:gd name="connsiteX584" fmla="*/ 5200661 w 7472601"/>
              <a:gd name="connsiteY584" fmla="*/ 1635186 h 6858000"/>
              <a:gd name="connsiteX585" fmla="*/ 5297138 w 7472601"/>
              <a:gd name="connsiteY585" fmla="*/ 1906351 h 6858000"/>
              <a:gd name="connsiteX586" fmla="*/ 5052692 w 7472601"/>
              <a:gd name="connsiteY586" fmla="*/ 1292994 h 6858000"/>
              <a:gd name="connsiteX587" fmla="*/ 5009948 w 7472601"/>
              <a:gd name="connsiteY587" fmla="*/ 1273619 h 6858000"/>
              <a:gd name="connsiteX588" fmla="*/ 5121777 w 7472601"/>
              <a:gd name="connsiteY588" fmla="*/ 1654213 h 6858000"/>
              <a:gd name="connsiteX589" fmla="*/ 5293545 w 7472601"/>
              <a:gd name="connsiteY589" fmla="*/ 2072247 h 6858000"/>
              <a:gd name="connsiteX590" fmla="*/ 5294042 w 7472601"/>
              <a:gd name="connsiteY590" fmla="*/ 2065019 h 6858000"/>
              <a:gd name="connsiteX591" fmla="*/ 5171936 w 7472601"/>
              <a:gd name="connsiteY591" fmla="*/ 1647613 h 6858000"/>
              <a:gd name="connsiteX592" fmla="*/ 5009948 w 7472601"/>
              <a:gd name="connsiteY592" fmla="*/ 1273619 h 6858000"/>
              <a:gd name="connsiteX593" fmla="*/ 655236 w 7472601"/>
              <a:gd name="connsiteY593" fmla="*/ 1268632 h 6858000"/>
              <a:gd name="connsiteX594" fmla="*/ 839521 w 7472601"/>
              <a:gd name="connsiteY594" fmla="*/ 1685315 h 6858000"/>
              <a:gd name="connsiteX595" fmla="*/ 1109416 w 7472601"/>
              <a:gd name="connsiteY595" fmla="*/ 2061663 h 6858000"/>
              <a:gd name="connsiteX596" fmla="*/ 1298300 w 7472601"/>
              <a:gd name="connsiteY596" fmla="*/ 2247742 h 6858000"/>
              <a:gd name="connsiteX597" fmla="*/ 1125871 w 7472601"/>
              <a:gd name="connsiteY597" fmla="*/ 1989513 h 6858000"/>
              <a:gd name="connsiteX598" fmla="*/ 981574 w 7472601"/>
              <a:gd name="connsiteY598" fmla="*/ 1783157 h 6858000"/>
              <a:gd name="connsiteX599" fmla="*/ 922198 w 7472601"/>
              <a:gd name="connsiteY599" fmla="*/ 1677437 h 6858000"/>
              <a:gd name="connsiteX600" fmla="*/ 869293 w 7472601"/>
              <a:gd name="connsiteY600" fmla="*/ 1583214 h 6858000"/>
              <a:gd name="connsiteX601" fmla="*/ 751431 w 7472601"/>
              <a:gd name="connsiteY601" fmla="*/ 1405731 h 6858000"/>
              <a:gd name="connsiteX602" fmla="*/ 655236 w 7472601"/>
              <a:gd name="connsiteY602" fmla="*/ 1268632 h 6858000"/>
              <a:gd name="connsiteX603" fmla="*/ 6516292 w 7472601"/>
              <a:gd name="connsiteY603" fmla="*/ 1263064 h 6858000"/>
              <a:gd name="connsiteX604" fmla="*/ 5736320 w 7472601"/>
              <a:gd name="connsiteY604" fmla="*/ 1501803 h 6858000"/>
              <a:gd name="connsiteX605" fmla="*/ 6516292 w 7472601"/>
              <a:gd name="connsiteY605" fmla="*/ 1263064 h 6858000"/>
              <a:gd name="connsiteX606" fmla="*/ 291466 w 7472601"/>
              <a:gd name="connsiteY606" fmla="*/ 1250369 h 6858000"/>
              <a:gd name="connsiteX607" fmla="*/ 323180 w 7472601"/>
              <a:gd name="connsiteY607" fmla="*/ 1435283 h 6858000"/>
              <a:gd name="connsiteX608" fmla="*/ 349381 w 7472601"/>
              <a:gd name="connsiteY608" fmla="*/ 1875041 h 6858000"/>
              <a:gd name="connsiteX609" fmla="*/ 374363 w 7472601"/>
              <a:gd name="connsiteY609" fmla="*/ 1506494 h 6858000"/>
              <a:gd name="connsiteX610" fmla="*/ 302168 w 7472601"/>
              <a:gd name="connsiteY610" fmla="*/ 1274495 h 6858000"/>
              <a:gd name="connsiteX611" fmla="*/ 291466 w 7472601"/>
              <a:gd name="connsiteY611" fmla="*/ 1250369 h 6858000"/>
              <a:gd name="connsiteX612" fmla="*/ 678222 w 7472601"/>
              <a:gd name="connsiteY612" fmla="*/ 1248670 h 6858000"/>
              <a:gd name="connsiteX613" fmla="*/ 775536 w 7472601"/>
              <a:gd name="connsiteY613" fmla="*/ 1388015 h 6858000"/>
              <a:gd name="connsiteX614" fmla="*/ 894529 w 7472601"/>
              <a:gd name="connsiteY614" fmla="*/ 1567739 h 6858000"/>
              <a:gd name="connsiteX615" fmla="*/ 948000 w 7472601"/>
              <a:gd name="connsiteY615" fmla="*/ 1663088 h 6858000"/>
              <a:gd name="connsiteX616" fmla="*/ 1006812 w 7472601"/>
              <a:gd name="connsiteY616" fmla="*/ 1767683 h 6858000"/>
              <a:gd name="connsiteX617" fmla="*/ 1149133 w 7472601"/>
              <a:gd name="connsiteY617" fmla="*/ 1971513 h 6858000"/>
              <a:gd name="connsiteX618" fmla="*/ 1333952 w 7472601"/>
              <a:gd name="connsiteY618" fmla="*/ 2251620 h 6858000"/>
              <a:gd name="connsiteX619" fmla="*/ 1337329 w 7472601"/>
              <a:gd name="connsiteY619" fmla="*/ 2258350 h 6858000"/>
              <a:gd name="connsiteX620" fmla="*/ 1014726 w 7472601"/>
              <a:gd name="connsiteY620" fmla="*/ 1615556 h 6858000"/>
              <a:gd name="connsiteX621" fmla="*/ 678222 w 7472601"/>
              <a:gd name="connsiteY621" fmla="*/ 1248670 h 6858000"/>
              <a:gd name="connsiteX622" fmla="*/ 6691602 w 7472601"/>
              <a:gd name="connsiteY622" fmla="*/ 1140573 h 6858000"/>
              <a:gd name="connsiteX623" fmla="*/ 6571100 w 7472601"/>
              <a:gd name="connsiteY623" fmla="*/ 1183662 h 6858000"/>
              <a:gd name="connsiteX624" fmla="*/ 6241687 w 7472601"/>
              <a:gd name="connsiteY624" fmla="*/ 1257600 h 6858000"/>
              <a:gd name="connsiteX625" fmla="*/ 5693009 w 7472601"/>
              <a:gd name="connsiteY625" fmla="*/ 1478256 h 6858000"/>
              <a:gd name="connsiteX626" fmla="*/ 6548420 w 7472601"/>
              <a:gd name="connsiteY626" fmla="*/ 1214599 h 6858000"/>
              <a:gd name="connsiteX627" fmla="*/ 6605473 w 7472601"/>
              <a:gd name="connsiteY627" fmla="*/ 1184686 h 6858000"/>
              <a:gd name="connsiteX628" fmla="*/ 6691602 w 7472601"/>
              <a:gd name="connsiteY628" fmla="*/ 1140573 h 6858000"/>
              <a:gd name="connsiteX629" fmla="*/ 4002475 w 7472601"/>
              <a:gd name="connsiteY629" fmla="*/ 1037802 h 6858000"/>
              <a:gd name="connsiteX630" fmla="*/ 4000324 w 7472601"/>
              <a:gd name="connsiteY630" fmla="*/ 1039362 h 6858000"/>
              <a:gd name="connsiteX631" fmla="*/ 4002862 w 7472601"/>
              <a:gd name="connsiteY631" fmla="*/ 1042866 h 6858000"/>
              <a:gd name="connsiteX632" fmla="*/ 4002475 w 7472601"/>
              <a:gd name="connsiteY632" fmla="*/ 1037802 h 6858000"/>
              <a:gd name="connsiteX633" fmla="*/ 506322 w 7472601"/>
              <a:gd name="connsiteY633" fmla="*/ 1020997 h 6858000"/>
              <a:gd name="connsiteX634" fmla="*/ 533068 w 7472601"/>
              <a:gd name="connsiteY634" fmla="*/ 1029409 h 6858000"/>
              <a:gd name="connsiteX635" fmla="*/ 1232525 w 7472601"/>
              <a:gd name="connsiteY635" fmla="*/ 1804675 h 6858000"/>
              <a:gd name="connsiteX636" fmla="*/ 1388858 w 7472601"/>
              <a:gd name="connsiteY636" fmla="*/ 2368011 h 6858000"/>
              <a:gd name="connsiteX637" fmla="*/ 1384098 w 7472601"/>
              <a:gd name="connsiteY637" fmla="*/ 2378125 h 6858000"/>
              <a:gd name="connsiteX638" fmla="*/ 1425393 w 7472601"/>
              <a:gd name="connsiteY638" fmla="*/ 2589124 h 6858000"/>
              <a:gd name="connsiteX639" fmla="*/ 1424001 w 7472601"/>
              <a:gd name="connsiteY639" fmla="*/ 2597541 h 6858000"/>
              <a:gd name="connsiteX640" fmla="*/ 2152729 w 7472601"/>
              <a:gd name="connsiteY640" fmla="*/ 2864487 h 6858000"/>
              <a:gd name="connsiteX641" fmla="*/ 2020609 w 7472601"/>
              <a:gd name="connsiteY641" fmla="*/ 2539671 h 6858000"/>
              <a:gd name="connsiteX642" fmla="*/ 2018920 w 7472601"/>
              <a:gd name="connsiteY642" fmla="*/ 2536309 h 6858000"/>
              <a:gd name="connsiteX643" fmla="*/ 1342441 w 7472601"/>
              <a:gd name="connsiteY643" fmla="*/ 1173017 h 6858000"/>
              <a:gd name="connsiteX644" fmla="*/ 1367925 w 7472601"/>
              <a:gd name="connsiteY644" fmla="*/ 1135648 h 6858000"/>
              <a:gd name="connsiteX645" fmla="*/ 1771401 w 7472601"/>
              <a:gd name="connsiteY645" fmla="*/ 1806673 h 6858000"/>
              <a:gd name="connsiteX646" fmla="*/ 1972385 w 7472601"/>
              <a:gd name="connsiteY646" fmla="*/ 2198735 h 6858000"/>
              <a:gd name="connsiteX647" fmla="*/ 2040892 w 7472601"/>
              <a:gd name="connsiteY647" fmla="*/ 2405205 h 6858000"/>
              <a:gd name="connsiteX648" fmla="*/ 2131689 w 7472601"/>
              <a:gd name="connsiteY648" fmla="*/ 1936926 h 6858000"/>
              <a:gd name="connsiteX649" fmla="*/ 2454820 w 7472601"/>
              <a:gd name="connsiteY649" fmla="*/ 1248808 h 6858000"/>
              <a:gd name="connsiteX650" fmla="*/ 2492512 w 7472601"/>
              <a:gd name="connsiteY650" fmla="*/ 1302920 h 6858000"/>
              <a:gd name="connsiteX651" fmla="*/ 2081216 w 7472601"/>
              <a:gd name="connsiteY651" fmla="*/ 2527513 h 6858000"/>
              <a:gd name="connsiteX652" fmla="*/ 2081211 w 7472601"/>
              <a:gd name="connsiteY652" fmla="*/ 2528916 h 6858000"/>
              <a:gd name="connsiteX653" fmla="*/ 2199067 w 7472601"/>
              <a:gd name="connsiteY653" fmla="*/ 2884061 h 6858000"/>
              <a:gd name="connsiteX654" fmla="*/ 3192586 w 7472601"/>
              <a:gd name="connsiteY654" fmla="*/ 3411496 h 6858000"/>
              <a:gd name="connsiteX655" fmla="*/ 3182620 w 7472601"/>
              <a:gd name="connsiteY655" fmla="*/ 3483279 h 6858000"/>
              <a:gd name="connsiteX656" fmla="*/ 2435119 w 7472601"/>
              <a:gd name="connsiteY656" fmla="*/ 3080173 h 6858000"/>
              <a:gd name="connsiteX657" fmla="*/ 2410152 w 7472601"/>
              <a:gd name="connsiteY657" fmla="*/ 3063751 h 6858000"/>
              <a:gd name="connsiteX658" fmla="*/ 2408099 w 7472601"/>
              <a:gd name="connsiteY658" fmla="*/ 3064403 h 6858000"/>
              <a:gd name="connsiteX659" fmla="*/ 2407218 w 7472601"/>
              <a:gd name="connsiteY659" fmla="*/ 3070324 h 6858000"/>
              <a:gd name="connsiteX660" fmla="*/ 2380138 w 7472601"/>
              <a:gd name="connsiteY660" fmla="*/ 3099341 h 6858000"/>
              <a:gd name="connsiteX661" fmla="*/ 1765923 w 7472601"/>
              <a:gd name="connsiteY661" fmla="*/ 3581043 h 6858000"/>
              <a:gd name="connsiteX662" fmla="*/ 1702258 w 7472601"/>
              <a:gd name="connsiteY662" fmla="*/ 3612286 h 6858000"/>
              <a:gd name="connsiteX663" fmla="*/ 1538370 w 7472601"/>
              <a:gd name="connsiteY663" fmla="*/ 3811804 h 6858000"/>
              <a:gd name="connsiteX664" fmla="*/ 542867 w 7472601"/>
              <a:gd name="connsiteY664" fmla="*/ 4944092 h 6858000"/>
              <a:gd name="connsiteX665" fmla="*/ 515800 w 7472601"/>
              <a:gd name="connsiteY665" fmla="*/ 4862180 h 6858000"/>
              <a:gd name="connsiteX666" fmla="*/ 909145 w 7472601"/>
              <a:gd name="connsiteY666" fmla="*/ 4199225 h 6858000"/>
              <a:gd name="connsiteX667" fmla="*/ 1214067 w 7472601"/>
              <a:gd name="connsiteY667" fmla="*/ 3908561 h 6858000"/>
              <a:gd name="connsiteX668" fmla="*/ 640967 w 7472601"/>
              <a:gd name="connsiteY668" fmla="*/ 4105601 h 6858000"/>
              <a:gd name="connsiteX669" fmla="*/ 112563 w 7472601"/>
              <a:gd name="connsiteY669" fmla="*/ 4396952 h 6858000"/>
              <a:gd name="connsiteX670" fmla="*/ 0 w 7472601"/>
              <a:gd name="connsiteY670" fmla="*/ 4466006 h 6858000"/>
              <a:gd name="connsiteX671" fmla="*/ 0 w 7472601"/>
              <a:gd name="connsiteY671" fmla="*/ 4233763 h 6858000"/>
              <a:gd name="connsiteX672" fmla="*/ 36881 w 7472601"/>
              <a:gd name="connsiteY672" fmla="*/ 4200118 h 6858000"/>
              <a:gd name="connsiteX673" fmla="*/ 910534 w 7472601"/>
              <a:gd name="connsiteY673" fmla="*/ 3629753 h 6858000"/>
              <a:gd name="connsiteX674" fmla="*/ 1578717 w 7472601"/>
              <a:gd name="connsiteY674" fmla="*/ 3575982 h 6858000"/>
              <a:gd name="connsiteX675" fmla="*/ 2338780 w 7472601"/>
              <a:gd name="connsiteY675" fmla="*/ 3033725 h 6858000"/>
              <a:gd name="connsiteX676" fmla="*/ 1807991 w 7472601"/>
              <a:gd name="connsiteY676" fmla="*/ 2807184 h 6858000"/>
              <a:gd name="connsiteX677" fmla="*/ 1416358 w 7472601"/>
              <a:gd name="connsiteY677" fmla="*/ 3112571 h 6858000"/>
              <a:gd name="connsiteX678" fmla="*/ 939066 w 7472601"/>
              <a:gd name="connsiteY678" fmla="*/ 3378798 h 6858000"/>
              <a:gd name="connsiteX679" fmla="*/ 115099 w 7472601"/>
              <a:gd name="connsiteY679" fmla="*/ 3607650 h 6858000"/>
              <a:gd name="connsiteX680" fmla="*/ 97284 w 7472601"/>
              <a:gd name="connsiteY680" fmla="*/ 3520393 h 6858000"/>
              <a:gd name="connsiteX681" fmla="*/ 922050 w 7472601"/>
              <a:gd name="connsiteY681" fmla="*/ 3074867 h 6858000"/>
              <a:gd name="connsiteX682" fmla="*/ 1405265 w 7472601"/>
              <a:gd name="connsiteY682" fmla="*/ 3016319 h 6858000"/>
              <a:gd name="connsiteX683" fmla="*/ 1407512 w 7472601"/>
              <a:gd name="connsiteY683" fmla="*/ 3018001 h 6858000"/>
              <a:gd name="connsiteX684" fmla="*/ 1726266 w 7472601"/>
              <a:gd name="connsiteY684" fmla="*/ 2777274 h 6858000"/>
              <a:gd name="connsiteX685" fmla="*/ 625390 w 7472601"/>
              <a:gd name="connsiteY685" fmla="*/ 2514541 h 6858000"/>
              <a:gd name="connsiteX686" fmla="*/ 619799 w 7472601"/>
              <a:gd name="connsiteY686" fmla="*/ 2527180 h 6858000"/>
              <a:gd name="connsiteX687" fmla="*/ 310030 w 7472601"/>
              <a:gd name="connsiteY687" fmla="*/ 2771818 h 6858000"/>
              <a:gd name="connsiteX688" fmla="*/ 173877 w 7472601"/>
              <a:gd name="connsiteY688" fmla="*/ 2937056 h 6858000"/>
              <a:gd name="connsiteX689" fmla="*/ 77889 w 7472601"/>
              <a:gd name="connsiteY689" fmla="*/ 3138440 h 6858000"/>
              <a:gd name="connsiteX690" fmla="*/ 0 w 7472601"/>
              <a:gd name="connsiteY690" fmla="*/ 3271395 h 6858000"/>
              <a:gd name="connsiteX691" fmla="*/ 0 w 7472601"/>
              <a:gd name="connsiteY691" fmla="*/ 3153002 h 6858000"/>
              <a:gd name="connsiteX692" fmla="*/ 2386 w 7472601"/>
              <a:gd name="connsiteY692" fmla="*/ 3149203 h 6858000"/>
              <a:gd name="connsiteX693" fmla="*/ 89753 w 7472601"/>
              <a:gd name="connsiteY693" fmla="*/ 2987702 h 6858000"/>
              <a:gd name="connsiteX694" fmla="*/ 76869 w 7472601"/>
              <a:gd name="connsiteY694" fmla="*/ 3005404 h 6858000"/>
              <a:gd name="connsiteX695" fmla="*/ 32049 w 7472601"/>
              <a:gd name="connsiteY695" fmla="*/ 3065814 h 6858000"/>
              <a:gd name="connsiteX696" fmla="*/ 0 w 7472601"/>
              <a:gd name="connsiteY696" fmla="*/ 3108744 h 6858000"/>
              <a:gd name="connsiteX697" fmla="*/ 0 w 7472601"/>
              <a:gd name="connsiteY697" fmla="*/ 3058059 h 6858000"/>
              <a:gd name="connsiteX698" fmla="*/ 7610 w 7472601"/>
              <a:gd name="connsiteY698" fmla="*/ 3047889 h 6858000"/>
              <a:gd name="connsiteX699" fmla="*/ 52419 w 7472601"/>
              <a:gd name="connsiteY699" fmla="*/ 2987479 h 6858000"/>
              <a:gd name="connsiteX700" fmla="*/ 59142 w 7472601"/>
              <a:gd name="connsiteY700" fmla="*/ 2978488 h 6858000"/>
              <a:gd name="connsiteX701" fmla="*/ 0 w 7472601"/>
              <a:gd name="connsiteY701" fmla="*/ 3015334 h 6858000"/>
              <a:gd name="connsiteX702" fmla="*/ 0 w 7472601"/>
              <a:gd name="connsiteY702" fmla="*/ 2914286 h 6858000"/>
              <a:gd name="connsiteX703" fmla="*/ 36383 w 7472601"/>
              <a:gd name="connsiteY703" fmla="*/ 2901128 h 6858000"/>
              <a:gd name="connsiteX704" fmla="*/ 156329 w 7472601"/>
              <a:gd name="connsiteY704" fmla="*/ 2840533 h 6858000"/>
              <a:gd name="connsiteX705" fmla="*/ 358355 w 7472601"/>
              <a:gd name="connsiteY705" fmla="*/ 2620471 h 6858000"/>
              <a:gd name="connsiteX706" fmla="*/ 510577 w 7472601"/>
              <a:gd name="connsiteY706" fmla="*/ 2501244 h 6858000"/>
              <a:gd name="connsiteX707" fmla="*/ 211967 w 7472601"/>
              <a:gd name="connsiteY707" fmla="*/ 2479171 h 6858000"/>
              <a:gd name="connsiteX708" fmla="*/ 0 w 7472601"/>
              <a:gd name="connsiteY708" fmla="*/ 2476398 h 6858000"/>
              <a:gd name="connsiteX709" fmla="*/ 0 w 7472601"/>
              <a:gd name="connsiteY709" fmla="*/ 2389189 h 6858000"/>
              <a:gd name="connsiteX710" fmla="*/ 103062 w 7472601"/>
              <a:gd name="connsiteY710" fmla="*/ 2389518 h 6858000"/>
              <a:gd name="connsiteX711" fmla="*/ 510734 w 7472601"/>
              <a:gd name="connsiteY711" fmla="*/ 2416201 h 6858000"/>
              <a:gd name="connsiteX712" fmla="*/ 279257 w 7472601"/>
              <a:gd name="connsiteY712" fmla="*/ 2092102 h 6858000"/>
              <a:gd name="connsiteX713" fmla="*/ 65265 w 7472601"/>
              <a:gd name="connsiteY713" fmla="*/ 2006049 h 6858000"/>
              <a:gd name="connsiteX714" fmla="*/ 0 w 7472601"/>
              <a:gd name="connsiteY714" fmla="*/ 1982532 h 6858000"/>
              <a:gd name="connsiteX715" fmla="*/ 0 w 7472601"/>
              <a:gd name="connsiteY715" fmla="*/ 1912789 h 6858000"/>
              <a:gd name="connsiteX716" fmla="*/ 97460 w 7472601"/>
              <a:gd name="connsiteY716" fmla="*/ 1953725 h 6858000"/>
              <a:gd name="connsiteX717" fmla="*/ 221272 w 7472601"/>
              <a:gd name="connsiteY717" fmla="*/ 1980766 h 6858000"/>
              <a:gd name="connsiteX718" fmla="*/ 116765 w 7472601"/>
              <a:gd name="connsiteY718" fmla="*/ 1911033 h 6858000"/>
              <a:gd name="connsiteX719" fmla="*/ 16405 w 7472601"/>
              <a:gd name="connsiteY719" fmla="*/ 1803412 h 6858000"/>
              <a:gd name="connsiteX720" fmla="*/ 0 w 7472601"/>
              <a:gd name="connsiteY720" fmla="*/ 1784777 h 6858000"/>
              <a:gd name="connsiteX721" fmla="*/ 0 w 7472601"/>
              <a:gd name="connsiteY721" fmla="*/ 1740082 h 6858000"/>
              <a:gd name="connsiteX722" fmla="*/ 39394 w 7472601"/>
              <a:gd name="connsiteY722" fmla="*/ 1784856 h 6858000"/>
              <a:gd name="connsiteX723" fmla="*/ 135813 w 7472601"/>
              <a:gd name="connsiteY723" fmla="*/ 1888838 h 6858000"/>
              <a:gd name="connsiteX724" fmla="*/ 242575 w 7472601"/>
              <a:gd name="connsiteY724" fmla="*/ 1958841 h 6858000"/>
              <a:gd name="connsiteX725" fmla="*/ 82197 w 7472601"/>
              <a:gd name="connsiteY725" fmla="*/ 1754826 h 6858000"/>
              <a:gd name="connsiteX726" fmla="*/ 0 w 7472601"/>
              <a:gd name="connsiteY726" fmla="*/ 1679650 h 6858000"/>
              <a:gd name="connsiteX727" fmla="*/ 0 w 7472601"/>
              <a:gd name="connsiteY727" fmla="*/ 1602463 h 6858000"/>
              <a:gd name="connsiteX728" fmla="*/ 84689 w 7472601"/>
              <a:gd name="connsiteY728" fmla="*/ 1677442 h 6858000"/>
              <a:gd name="connsiteX729" fmla="*/ 298437 w 7472601"/>
              <a:gd name="connsiteY729" fmla="*/ 1968019 h 6858000"/>
              <a:gd name="connsiteX730" fmla="*/ 227269 w 7472601"/>
              <a:gd name="connsiteY730" fmla="*/ 1114064 h 6858000"/>
              <a:gd name="connsiteX731" fmla="*/ 248003 w 7472601"/>
              <a:gd name="connsiteY731" fmla="*/ 1089613 h 6858000"/>
              <a:gd name="connsiteX732" fmla="*/ 427020 w 7472601"/>
              <a:gd name="connsiteY732" fmla="*/ 1619803 h 6858000"/>
              <a:gd name="connsiteX733" fmla="*/ 340345 w 7472601"/>
              <a:gd name="connsiteY733" fmla="*/ 2027739 h 6858000"/>
              <a:gd name="connsiteX734" fmla="*/ 360865 w 7472601"/>
              <a:gd name="connsiteY734" fmla="*/ 2044827 h 6858000"/>
              <a:gd name="connsiteX735" fmla="*/ 560414 w 7472601"/>
              <a:gd name="connsiteY735" fmla="*/ 2421457 h 6858000"/>
              <a:gd name="connsiteX736" fmla="*/ 1359703 w 7472601"/>
              <a:gd name="connsiteY736" fmla="*/ 2578554 h 6858000"/>
              <a:gd name="connsiteX737" fmla="*/ 1359422 w 7472601"/>
              <a:gd name="connsiteY737" fmla="*/ 2577994 h 6858000"/>
              <a:gd name="connsiteX738" fmla="*/ 828701 w 7472601"/>
              <a:gd name="connsiteY738" fmla="*/ 1839520 h 6858000"/>
              <a:gd name="connsiteX739" fmla="*/ 494427 w 7472601"/>
              <a:gd name="connsiteY739" fmla="*/ 1092333 h 6858000"/>
              <a:gd name="connsiteX740" fmla="*/ 506322 w 7472601"/>
              <a:gd name="connsiteY740" fmla="*/ 1020997 h 6858000"/>
              <a:gd name="connsiteX741" fmla="*/ 4570198 w 7472601"/>
              <a:gd name="connsiteY741" fmla="*/ 978081 h 6858000"/>
              <a:gd name="connsiteX742" fmla="*/ 4523691 w 7472601"/>
              <a:gd name="connsiteY742" fmla="*/ 1127776 h 6858000"/>
              <a:gd name="connsiteX743" fmla="*/ 4509875 w 7472601"/>
              <a:gd name="connsiteY743" fmla="*/ 1167552 h 6858000"/>
              <a:gd name="connsiteX744" fmla="*/ 4478168 w 7472601"/>
              <a:gd name="connsiteY744" fmla="*/ 1260735 h 6858000"/>
              <a:gd name="connsiteX745" fmla="*/ 4409309 w 7472601"/>
              <a:gd name="connsiteY745" fmla="*/ 1666996 h 6858000"/>
              <a:gd name="connsiteX746" fmla="*/ 4370031 w 7472601"/>
              <a:gd name="connsiteY746" fmla="*/ 1955666 h 6858000"/>
              <a:gd name="connsiteX747" fmla="*/ 4570198 w 7472601"/>
              <a:gd name="connsiteY747" fmla="*/ 978081 h 6858000"/>
              <a:gd name="connsiteX748" fmla="*/ 4557898 w 7472601"/>
              <a:gd name="connsiteY748" fmla="*/ 900011 h 6858000"/>
              <a:gd name="connsiteX749" fmla="*/ 4344840 w 7472601"/>
              <a:gd name="connsiteY749" fmla="*/ 1922038 h 6858000"/>
              <a:gd name="connsiteX750" fmla="*/ 4378710 w 7472601"/>
              <a:gd name="connsiteY750" fmla="*/ 1665516 h 6858000"/>
              <a:gd name="connsiteX751" fmla="*/ 4448798 w 7472601"/>
              <a:gd name="connsiteY751" fmla="*/ 1253024 h 6858000"/>
              <a:gd name="connsiteX752" fmla="*/ 4480315 w 7472601"/>
              <a:gd name="connsiteY752" fmla="*/ 1158454 h 6858000"/>
              <a:gd name="connsiteX753" fmla="*/ 4494133 w 7472601"/>
              <a:gd name="connsiteY753" fmla="*/ 1118676 h 6858000"/>
              <a:gd name="connsiteX754" fmla="*/ 4557898 w 7472601"/>
              <a:gd name="connsiteY754" fmla="*/ 900011 h 6858000"/>
              <a:gd name="connsiteX755" fmla="*/ 5870151 w 7472601"/>
              <a:gd name="connsiteY755" fmla="*/ 898890 h 6858000"/>
              <a:gd name="connsiteX756" fmla="*/ 5861335 w 7472601"/>
              <a:gd name="connsiteY756" fmla="*/ 899177 h 6858000"/>
              <a:gd name="connsiteX757" fmla="*/ 5843702 w 7472601"/>
              <a:gd name="connsiteY757" fmla="*/ 899748 h 6858000"/>
              <a:gd name="connsiteX758" fmla="*/ 5651107 w 7472601"/>
              <a:gd name="connsiteY758" fmla="*/ 920306 h 6858000"/>
              <a:gd name="connsiteX759" fmla="*/ 5459407 w 7472601"/>
              <a:gd name="connsiteY759" fmla="*/ 940975 h 6858000"/>
              <a:gd name="connsiteX760" fmla="*/ 5374846 w 7472601"/>
              <a:gd name="connsiteY760" fmla="*/ 941988 h 6858000"/>
              <a:gd name="connsiteX761" fmla="*/ 5256105 w 7472601"/>
              <a:gd name="connsiteY761" fmla="*/ 945632 h 6858000"/>
              <a:gd name="connsiteX762" fmla="*/ 5107071 w 7472601"/>
              <a:gd name="connsiteY762" fmla="*/ 969720 h 6858000"/>
              <a:gd name="connsiteX763" fmla="*/ 4998681 w 7472601"/>
              <a:gd name="connsiteY763" fmla="*/ 988771 h 6858000"/>
              <a:gd name="connsiteX764" fmla="*/ 5870151 w 7472601"/>
              <a:gd name="connsiteY764" fmla="*/ 898890 h 6858000"/>
              <a:gd name="connsiteX765" fmla="*/ 5504425 w 7472601"/>
              <a:gd name="connsiteY765" fmla="*/ 848067 h 6858000"/>
              <a:gd name="connsiteX766" fmla="*/ 4968849 w 7472601"/>
              <a:gd name="connsiteY766" fmla="*/ 962318 h 6858000"/>
              <a:gd name="connsiteX767" fmla="*/ 5104039 w 7472601"/>
              <a:gd name="connsiteY767" fmla="*/ 940634 h 6858000"/>
              <a:gd name="connsiteX768" fmla="*/ 5256311 w 7472601"/>
              <a:gd name="connsiteY768" fmla="*/ 916490 h 6858000"/>
              <a:gd name="connsiteX769" fmla="*/ 5377381 w 7472601"/>
              <a:gd name="connsiteY769" fmla="*/ 912671 h 6858000"/>
              <a:gd name="connsiteX770" fmla="*/ 5460148 w 7472601"/>
              <a:gd name="connsiteY770" fmla="*/ 911442 h 6858000"/>
              <a:gd name="connsiteX771" fmla="*/ 5648971 w 7472601"/>
              <a:gd name="connsiteY771" fmla="*/ 891331 h 6858000"/>
              <a:gd name="connsiteX772" fmla="*/ 5844807 w 7472601"/>
              <a:gd name="connsiteY772" fmla="*/ 870718 h 6858000"/>
              <a:gd name="connsiteX773" fmla="*/ 5862975 w 7472601"/>
              <a:gd name="connsiteY773" fmla="*/ 869756 h 6858000"/>
              <a:gd name="connsiteX774" fmla="*/ 5920887 w 7472601"/>
              <a:gd name="connsiteY774" fmla="*/ 865929 h 6858000"/>
              <a:gd name="connsiteX775" fmla="*/ 5504425 w 7472601"/>
              <a:gd name="connsiteY775" fmla="*/ 848067 h 6858000"/>
              <a:gd name="connsiteX776" fmla="*/ 3607114 w 7472601"/>
              <a:gd name="connsiteY776" fmla="*/ 467441 h 6858000"/>
              <a:gd name="connsiteX777" fmla="*/ 3296242 w 7472601"/>
              <a:gd name="connsiteY777" fmla="*/ 807991 h 6858000"/>
              <a:gd name="connsiteX778" fmla="*/ 3174674 w 7472601"/>
              <a:gd name="connsiteY778" fmla="*/ 919759 h 6858000"/>
              <a:gd name="connsiteX779" fmla="*/ 3042978 w 7472601"/>
              <a:gd name="connsiteY779" fmla="*/ 1054894 h 6858000"/>
              <a:gd name="connsiteX780" fmla="*/ 2968914 w 7472601"/>
              <a:gd name="connsiteY780" fmla="*/ 1133756 h 6858000"/>
              <a:gd name="connsiteX781" fmla="*/ 3103823 w 7472601"/>
              <a:gd name="connsiteY781" fmla="*/ 1026814 h 6858000"/>
              <a:gd name="connsiteX782" fmla="*/ 3607114 w 7472601"/>
              <a:gd name="connsiteY782" fmla="*/ 467441 h 6858000"/>
              <a:gd name="connsiteX783" fmla="*/ 3744487 w 7472601"/>
              <a:gd name="connsiteY783" fmla="*/ 383136 h 6858000"/>
              <a:gd name="connsiteX784" fmla="*/ 3970213 w 7472601"/>
              <a:gd name="connsiteY784" fmla="*/ 995559 h 6858000"/>
              <a:gd name="connsiteX785" fmla="*/ 3744487 w 7472601"/>
              <a:gd name="connsiteY785" fmla="*/ 383136 h 6858000"/>
              <a:gd name="connsiteX786" fmla="*/ 3624562 w 7472601"/>
              <a:gd name="connsiteY786" fmla="*/ 367041 h 6858000"/>
              <a:gd name="connsiteX787" fmla="*/ 3489712 w 7472601"/>
              <a:gd name="connsiteY787" fmla="*/ 485386 h 6858000"/>
              <a:gd name="connsiteX788" fmla="*/ 3182994 w 7472601"/>
              <a:gd name="connsiteY788" fmla="*/ 828265 h 6858000"/>
              <a:gd name="connsiteX789" fmla="*/ 2892114 w 7472601"/>
              <a:gd name="connsiteY789" fmla="*/ 1172635 h 6858000"/>
              <a:gd name="connsiteX790" fmla="*/ 3021459 w 7472601"/>
              <a:gd name="connsiteY790" fmla="*/ 1035385 h 6858000"/>
              <a:gd name="connsiteX791" fmla="*/ 3153873 w 7472601"/>
              <a:gd name="connsiteY791" fmla="*/ 898971 h 6858000"/>
              <a:gd name="connsiteX792" fmla="*/ 3276511 w 7472601"/>
              <a:gd name="connsiteY792" fmla="*/ 786423 h 6858000"/>
              <a:gd name="connsiteX793" fmla="*/ 3584154 w 7472601"/>
              <a:gd name="connsiteY793" fmla="*/ 448218 h 6858000"/>
              <a:gd name="connsiteX794" fmla="*/ 3624562 w 7472601"/>
              <a:gd name="connsiteY794" fmla="*/ 367041 h 6858000"/>
              <a:gd name="connsiteX795" fmla="*/ 3766672 w 7472601"/>
              <a:gd name="connsiteY795" fmla="*/ 359429 h 6858000"/>
              <a:gd name="connsiteX796" fmla="*/ 3996338 w 7472601"/>
              <a:gd name="connsiteY796" fmla="*/ 968237 h 6858000"/>
              <a:gd name="connsiteX797" fmla="*/ 3766672 w 7472601"/>
              <a:gd name="connsiteY797" fmla="*/ 359429 h 6858000"/>
              <a:gd name="connsiteX798" fmla="*/ 5805386 w 7472601"/>
              <a:gd name="connsiteY798" fmla="*/ 239240 h 6858000"/>
              <a:gd name="connsiteX799" fmla="*/ 5736947 w 7472601"/>
              <a:gd name="connsiteY799" fmla="*/ 261367 h 6858000"/>
              <a:gd name="connsiteX800" fmla="*/ 5427012 w 7472601"/>
              <a:gd name="connsiteY800" fmla="*/ 311272 h 6858000"/>
              <a:gd name="connsiteX801" fmla="*/ 5147818 w 7472601"/>
              <a:gd name="connsiteY801" fmla="*/ 322112 h 6858000"/>
              <a:gd name="connsiteX802" fmla="*/ 5060854 w 7472601"/>
              <a:gd name="connsiteY802" fmla="*/ 311882 h 6858000"/>
              <a:gd name="connsiteX803" fmla="*/ 4945989 w 7472601"/>
              <a:gd name="connsiteY803" fmla="*/ 300516 h 6858000"/>
              <a:gd name="connsiteX804" fmla="*/ 5410479 w 7472601"/>
              <a:gd name="connsiteY804" fmla="*/ 348434 h 6858000"/>
              <a:gd name="connsiteX805" fmla="*/ 5805386 w 7472601"/>
              <a:gd name="connsiteY805" fmla="*/ 239240 h 6858000"/>
              <a:gd name="connsiteX806" fmla="*/ 5905192 w 7472601"/>
              <a:gd name="connsiteY806" fmla="*/ 163079 h 6858000"/>
              <a:gd name="connsiteX807" fmla="*/ 5865655 w 7472601"/>
              <a:gd name="connsiteY807" fmla="*/ 171901 h 6858000"/>
              <a:gd name="connsiteX808" fmla="*/ 5259740 w 7472601"/>
              <a:gd name="connsiteY808" fmla="*/ 257013 h 6858000"/>
              <a:gd name="connsiteX809" fmla="*/ 5208466 w 7472601"/>
              <a:gd name="connsiteY809" fmla="*/ 257550 h 6858000"/>
              <a:gd name="connsiteX810" fmla="*/ 4980204 w 7472601"/>
              <a:gd name="connsiteY810" fmla="*/ 271903 h 6858000"/>
              <a:gd name="connsiteX811" fmla="*/ 5068068 w 7472601"/>
              <a:gd name="connsiteY811" fmla="*/ 282244 h 6858000"/>
              <a:gd name="connsiteX812" fmla="*/ 5153231 w 7472601"/>
              <a:gd name="connsiteY812" fmla="*/ 292240 h 6858000"/>
              <a:gd name="connsiteX813" fmla="*/ 5426491 w 7472601"/>
              <a:gd name="connsiteY813" fmla="*/ 281128 h 6858000"/>
              <a:gd name="connsiteX814" fmla="*/ 5731212 w 7472601"/>
              <a:gd name="connsiteY814" fmla="*/ 231951 h 6858000"/>
              <a:gd name="connsiteX815" fmla="*/ 5905192 w 7472601"/>
              <a:gd name="connsiteY815" fmla="*/ 163079 h 6858000"/>
              <a:gd name="connsiteX816" fmla="*/ 5944437 w 7472601"/>
              <a:gd name="connsiteY816" fmla="*/ 113829 h 6858000"/>
              <a:gd name="connsiteX817" fmla="*/ 5825032 w 7472601"/>
              <a:gd name="connsiteY817" fmla="*/ 146405 h 6858000"/>
              <a:gd name="connsiteX818" fmla="*/ 4955599 w 7472601"/>
              <a:gd name="connsiteY818" fmla="*/ 247008 h 6858000"/>
              <a:gd name="connsiteX819" fmla="*/ 5210104 w 7472601"/>
              <a:gd name="connsiteY819" fmla="*/ 228123 h 6858000"/>
              <a:gd name="connsiteX820" fmla="*/ 5261015 w 7472601"/>
              <a:gd name="connsiteY820" fmla="*/ 227087 h 6858000"/>
              <a:gd name="connsiteX821" fmla="*/ 5861181 w 7472601"/>
              <a:gd name="connsiteY821" fmla="*/ 143093 h 6858000"/>
              <a:gd name="connsiteX822" fmla="*/ 5961252 w 7472601"/>
              <a:gd name="connsiteY822" fmla="*/ 114820 h 6858000"/>
              <a:gd name="connsiteX823" fmla="*/ 5944437 w 7472601"/>
              <a:gd name="connsiteY823" fmla="*/ 113829 h 6858000"/>
              <a:gd name="connsiteX824" fmla="*/ 3882765 w 7472601"/>
              <a:gd name="connsiteY824" fmla="*/ 0 h 6858000"/>
              <a:gd name="connsiteX825" fmla="*/ 3995099 w 7472601"/>
              <a:gd name="connsiteY825" fmla="*/ 0 h 6858000"/>
              <a:gd name="connsiteX826" fmla="*/ 4163818 w 7472601"/>
              <a:gd name="connsiteY826" fmla="*/ 234104 h 6858000"/>
              <a:gd name="connsiteX827" fmla="*/ 4172099 w 7472601"/>
              <a:gd name="connsiteY827" fmla="*/ 234207 h 6858000"/>
              <a:gd name="connsiteX828" fmla="*/ 4784282 w 7472601"/>
              <a:gd name="connsiteY828" fmla="*/ 276561 h 6858000"/>
              <a:gd name="connsiteX829" fmla="*/ 4801687 w 7472601"/>
              <a:gd name="connsiteY829" fmla="*/ 267764 h 6858000"/>
              <a:gd name="connsiteX830" fmla="*/ 6082788 w 7472601"/>
              <a:gd name="connsiteY830" fmla="*/ 64119 h 6858000"/>
              <a:gd name="connsiteX831" fmla="*/ 6099442 w 7472601"/>
              <a:gd name="connsiteY831" fmla="*/ 82568 h 6858000"/>
              <a:gd name="connsiteX832" fmla="*/ 4804137 w 7472601"/>
              <a:gd name="connsiteY832" fmla="*/ 320931 h 6858000"/>
              <a:gd name="connsiteX833" fmla="*/ 4227047 w 7472601"/>
              <a:gd name="connsiteY833" fmla="*/ 313415 h 6858000"/>
              <a:gd name="connsiteX834" fmla="*/ 4346041 w 7472601"/>
              <a:gd name="connsiteY834" fmla="*/ 456086 h 6858000"/>
              <a:gd name="connsiteX835" fmla="*/ 4870967 w 7472601"/>
              <a:gd name="connsiteY835" fmla="*/ 963061 h 6858000"/>
              <a:gd name="connsiteX836" fmla="*/ 4889647 w 7472601"/>
              <a:gd name="connsiteY836" fmla="*/ 957147 h 6858000"/>
              <a:gd name="connsiteX837" fmla="*/ 5422504 w 7472601"/>
              <a:gd name="connsiteY837" fmla="*/ 805191 h 6858000"/>
              <a:gd name="connsiteX838" fmla="*/ 6087656 w 7472601"/>
              <a:gd name="connsiteY838" fmla="*/ 826703 h 6858000"/>
              <a:gd name="connsiteX839" fmla="*/ 6058717 w 7472601"/>
              <a:gd name="connsiteY839" fmla="*/ 865992 h 6858000"/>
              <a:gd name="connsiteX840" fmla="*/ 4974153 w 7472601"/>
              <a:gd name="connsiteY840" fmla="*/ 1045456 h 6858000"/>
              <a:gd name="connsiteX841" fmla="*/ 5627835 w 7472601"/>
              <a:gd name="connsiteY841" fmla="*/ 1472077 h 6858000"/>
              <a:gd name="connsiteX842" fmla="*/ 5629817 w 7472601"/>
              <a:gd name="connsiteY842" fmla="*/ 1471412 h 6858000"/>
              <a:gd name="connsiteX843" fmla="*/ 5634124 w 7472601"/>
              <a:gd name="connsiteY843" fmla="*/ 1470572 h 6858000"/>
              <a:gd name="connsiteX844" fmla="*/ 5755832 w 7472601"/>
              <a:gd name="connsiteY844" fmla="*/ 1383886 h 6858000"/>
              <a:gd name="connsiteX845" fmla="*/ 6014186 w 7472601"/>
              <a:gd name="connsiteY845" fmla="*/ 1279799 h 6858000"/>
              <a:gd name="connsiteX846" fmla="*/ 6901619 w 7472601"/>
              <a:gd name="connsiteY846" fmla="*/ 1047874 h 6858000"/>
              <a:gd name="connsiteX847" fmla="*/ 6931566 w 7472601"/>
              <a:gd name="connsiteY847" fmla="*/ 1062034 h 6858000"/>
              <a:gd name="connsiteX848" fmla="*/ 5790982 w 7472601"/>
              <a:gd name="connsiteY848" fmla="*/ 1561380 h 6858000"/>
              <a:gd name="connsiteX849" fmla="*/ 6188971 w 7472601"/>
              <a:gd name="connsiteY849" fmla="*/ 1755168 h 6858000"/>
              <a:gd name="connsiteX850" fmla="*/ 6202446 w 7472601"/>
              <a:gd name="connsiteY850" fmla="*/ 1752268 h 6858000"/>
              <a:gd name="connsiteX851" fmla="*/ 7179560 w 7472601"/>
              <a:gd name="connsiteY851" fmla="*/ 1467551 h 6858000"/>
              <a:gd name="connsiteX852" fmla="*/ 7158730 w 7472601"/>
              <a:gd name="connsiteY852" fmla="*/ 1507835 h 6858000"/>
              <a:gd name="connsiteX853" fmla="*/ 6326959 w 7472601"/>
              <a:gd name="connsiteY853" fmla="*/ 1817686 h 6858000"/>
              <a:gd name="connsiteX854" fmla="*/ 6537433 w 7472601"/>
              <a:gd name="connsiteY854" fmla="*/ 1907790 h 6858000"/>
              <a:gd name="connsiteX855" fmla="*/ 6550221 w 7472601"/>
              <a:gd name="connsiteY855" fmla="*/ 1910729 h 6858000"/>
              <a:gd name="connsiteX856" fmla="*/ 6964438 w 7472601"/>
              <a:gd name="connsiteY856" fmla="*/ 2209505 h 6858000"/>
              <a:gd name="connsiteX857" fmla="*/ 7367862 w 7472601"/>
              <a:gd name="connsiteY857" fmla="*/ 2806833 h 6858000"/>
              <a:gd name="connsiteX858" fmla="*/ 7364329 w 7472601"/>
              <a:gd name="connsiteY858" fmla="*/ 2826907 h 6858000"/>
              <a:gd name="connsiteX859" fmla="*/ 7290545 w 7472601"/>
              <a:gd name="connsiteY859" fmla="*/ 2850663 h 6858000"/>
              <a:gd name="connsiteX860" fmla="*/ 6472036 w 7472601"/>
              <a:gd name="connsiteY860" fmla="*/ 1959003 h 6858000"/>
              <a:gd name="connsiteX861" fmla="*/ 5792897 w 7472601"/>
              <a:gd name="connsiteY861" fmla="*/ 1647747 h 6858000"/>
              <a:gd name="connsiteX862" fmla="*/ 5842751 w 7472601"/>
              <a:gd name="connsiteY862" fmla="*/ 1816112 h 6858000"/>
              <a:gd name="connsiteX863" fmla="*/ 5847424 w 7472601"/>
              <a:gd name="connsiteY863" fmla="*/ 1815776 h 6858000"/>
              <a:gd name="connsiteX864" fmla="*/ 6399821 w 7472601"/>
              <a:gd name="connsiteY864" fmla="*/ 2344799 h 6858000"/>
              <a:gd name="connsiteX865" fmla="*/ 6323232 w 7472601"/>
              <a:gd name="connsiteY865" fmla="*/ 2389634 h 6858000"/>
              <a:gd name="connsiteX866" fmla="*/ 5942958 w 7472601"/>
              <a:gd name="connsiteY866" fmla="*/ 2077708 h 6858000"/>
              <a:gd name="connsiteX867" fmla="*/ 5921559 w 7472601"/>
              <a:gd name="connsiteY867" fmla="*/ 2378596 h 6858000"/>
              <a:gd name="connsiteX868" fmla="*/ 5817651 w 7472601"/>
              <a:gd name="connsiteY868" fmla="*/ 3023919 h 6858000"/>
              <a:gd name="connsiteX869" fmla="*/ 5729634 w 7472601"/>
              <a:gd name="connsiteY869" fmla="*/ 3051849 h 6858000"/>
              <a:gd name="connsiteX870" fmla="*/ 5611018 w 7472601"/>
              <a:gd name="connsiteY870" fmla="*/ 2316769 h 6858000"/>
              <a:gd name="connsiteX871" fmla="*/ 5687608 w 7472601"/>
              <a:gd name="connsiteY871" fmla="*/ 2039972 h 6858000"/>
              <a:gd name="connsiteX872" fmla="*/ 5657554 w 7472601"/>
              <a:gd name="connsiteY872" fmla="*/ 1576445 h 6858000"/>
              <a:gd name="connsiteX873" fmla="*/ 5150475 w 7472601"/>
              <a:gd name="connsiteY873" fmla="*/ 1274012 h 6858000"/>
              <a:gd name="connsiteX874" fmla="*/ 5349142 w 7472601"/>
              <a:gd name="connsiteY874" fmla="*/ 2204405 h 6858000"/>
              <a:gd name="connsiteX875" fmla="*/ 5262214 w 7472601"/>
              <a:gd name="connsiteY875" fmla="*/ 2233836 h 6858000"/>
              <a:gd name="connsiteX876" fmla="*/ 4981539 w 7472601"/>
              <a:gd name="connsiteY876" fmla="*/ 1542201 h 6858000"/>
              <a:gd name="connsiteX877" fmla="*/ 4958461 w 7472601"/>
              <a:gd name="connsiteY877" fmla="*/ 1136957 h 6858000"/>
              <a:gd name="connsiteX878" fmla="*/ 4655015 w 7472601"/>
              <a:gd name="connsiteY878" fmla="*/ 891426 h 6858000"/>
              <a:gd name="connsiteX879" fmla="*/ 4348002 w 7472601"/>
              <a:gd name="connsiteY879" fmla="*/ 2205895 h 6858000"/>
              <a:gd name="connsiteX880" fmla="*/ 4262250 w 7472601"/>
              <a:gd name="connsiteY880" fmla="*/ 2219972 h 6858000"/>
              <a:gd name="connsiteX881" fmla="*/ 4550611 w 7472601"/>
              <a:gd name="connsiteY881" fmla="*/ 817540 h 6858000"/>
              <a:gd name="connsiteX882" fmla="*/ 4564418 w 7472601"/>
              <a:gd name="connsiteY882" fmla="*/ 808293 h 6858000"/>
              <a:gd name="connsiteX883" fmla="*/ 4266388 w 7472601"/>
              <a:gd name="connsiteY883" fmla="*/ 500083 h 6858000"/>
              <a:gd name="connsiteX884" fmla="*/ 4032842 w 7472601"/>
              <a:gd name="connsiteY884" fmla="*/ 211809 h 6858000"/>
              <a:gd name="connsiteX885" fmla="*/ 3882765 w 7472601"/>
              <a:gd name="connsiteY885" fmla="*/ 0 h 6858000"/>
              <a:gd name="connsiteX886" fmla="*/ 3721337 w 7472601"/>
              <a:gd name="connsiteY886" fmla="*/ 0 h 6858000"/>
              <a:gd name="connsiteX887" fmla="*/ 3797544 w 7472601"/>
              <a:gd name="connsiteY887" fmla="*/ 0 h 6858000"/>
              <a:gd name="connsiteX888" fmla="*/ 3775734 w 7472601"/>
              <a:gd name="connsiteY888" fmla="*/ 95131 h 6858000"/>
              <a:gd name="connsiteX889" fmla="*/ 3724807 w 7472601"/>
              <a:gd name="connsiteY889" fmla="*/ 272257 h 6858000"/>
              <a:gd name="connsiteX890" fmla="*/ 3726844 w 7472601"/>
              <a:gd name="connsiteY890" fmla="*/ 282988 h 6858000"/>
              <a:gd name="connsiteX891" fmla="*/ 3742664 w 7472601"/>
              <a:gd name="connsiteY891" fmla="*/ 279918 h 6858000"/>
              <a:gd name="connsiteX892" fmla="*/ 4103910 w 7472601"/>
              <a:gd name="connsiteY892" fmla="*/ 1161917 h 6858000"/>
              <a:gd name="connsiteX893" fmla="*/ 4020269 w 7472601"/>
              <a:gd name="connsiteY893" fmla="*/ 1200406 h 6858000"/>
              <a:gd name="connsiteX894" fmla="*/ 3674882 w 7472601"/>
              <a:gd name="connsiteY894" fmla="*/ 488524 h 6858000"/>
              <a:gd name="connsiteX895" fmla="*/ 3132682 w 7472601"/>
              <a:gd name="connsiteY895" fmla="*/ 1072284 h 6858000"/>
              <a:gd name="connsiteX896" fmla="*/ 2716346 w 7472601"/>
              <a:gd name="connsiteY896" fmla="*/ 1276376 h 6858000"/>
              <a:gd name="connsiteX897" fmla="*/ 2716772 w 7472601"/>
              <a:gd name="connsiteY897" fmla="*/ 1255462 h 6858000"/>
              <a:gd name="connsiteX898" fmla="*/ 3471096 w 7472601"/>
              <a:gd name="connsiteY898" fmla="*/ 437072 h 6858000"/>
              <a:gd name="connsiteX899" fmla="*/ 3639057 w 7472601"/>
              <a:gd name="connsiteY899" fmla="*/ 286334 h 6858000"/>
              <a:gd name="connsiteX900" fmla="*/ 3640309 w 7472601"/>
              <a:gd name="connsiteY900" fmla="*/ 284664 h 6858000"/>
              <a:gd name="connsiteX901" fmla="*/ 3646022 w 7472601"/>
              <a:gd name="connsiteY901" fmla="*/ 276711 h 6858000"/>
              <a:gd name="connsiteX902" fmla="*/ 3707943 w 7472601"/>
              <a:gd name="connsiteY902" fmla="*/ 65958 h 6858000"/>
              <a:gd name="connsiteX903" fmla="*/ 3721337 w 7472601"/>
              <a:gd name="connsiteY903" fmla="*/ 0 h 6858000"/>
              <a:gd name="connsiteX904" fmla="*/ 2867960 w 7472601"/>
              <a:gd name="connsiteY904" fmla="*/ 0 h 6858000"/>
              <a:gd name="connsiteX905" fmla="*/ 2926351 w 7472601"/>
              <a:gd name="connsiteY905" fmla="*/ 0 h 6858000"/>
              <a:gd name="connsiteX906" fmla="*/ 2902823 w 7472601"/>
              <a:gd name="connsiteY906" fmla="*/ 262929 h 6858000"/>
              <a:gd name="connsiteX907" fmla="*/ 2940663 w 7472601"/>
              <a:gd name="connsiteY907" fmla="*/ 140884 h 6858000"/>
              <a:gd name="connsiteX908" fmla="*/ 2947039 w 7472601"/>
              <a:gd name="connsiteY908" fmla="*/ 122524 h 6858000"/>
              <a:gd name="connsiteX909" fmla="*/ 2984316 w 7472601"/>
              <a:gd name="connsiteY909" fmla="*/ 0 h 6858000"/>
              <a:gd name="connsiteX910" fmla="*/ 3016114 w 7472601"/>
              <a:gd name="connsiteY910" fmla="*/ 0 h 6858000"/>
              <a:gd name="connsiteX911" fmla="*/ 2979949 w 7472601"/>
              <a:gd name="connsiteY911" fmla="*/ 119274 h 6858000"/>
              <a:gd name="connsiteX912" fmla="*/ 3023879 w 7472601"/>
              <a:gd name="connsiteY912" fmla="*/ 0 h 6858000"/>
              <a:gd name="connsiteX913" fmla="*/ 3105400 w 7472601"/>
              <a:gd name="connsiteY913" fmla="*/ 0 h 6858000"/>
              <a:gd name="connsiteX914" fmla="*/ 3094669 w 7472601"/>
              <a:gd name="connsiteY914" fmla="*/ 30308 h 6858000"/>
              <a:gd name="connsiteX915" fmla="*/ 2901945 w 7472601"/>
              <a:gd name="connsiteY915" fmla="*/ 466538 h 6858000"/>
              <a:gd name="connsiteX916" fmla="*/ 2815209 w 7472601"/>
              <a:gd name="connsiteY916" fmla="*/ 497361 h 6858000"/>
              <a:gd name="connsiteX917" fmla="*/ 2844845 w 7472601"/>
              <a:gd name="connsiteY917" fmla="*/ 127638 h 6858000"/>
              <a:gd name="connsiteX918" fmla="*/ 2867960 w 7472601"/>
              <a:gd name="connsiteY918" fmla="*/ 0 h 6858000"/>
              <a:gd name="connsiteX919" fmla="*/ 1057230 w 7472601"/>
              <a:gd name="connsiteY919" fmla="*/ 0 h 6858000"/>
              <a:gd name="connsiteX920" fmla="*/ 1111003 w 7472601"/>
              <a:gd name="connsiteY920" fmla="*/ 0 h 6858000"/>
              <a:gd name="connsiteX921" fmla="*/ 1125553 w 7472601"/>
              <a:gd name="connsiteY921" fmla="*/ 52588 h 6858000"/>
              <a:gd name="connsiteX922" fmla="*/ 1304276 w 7472601"/>
              <a:gd name="connsiteY922" fmla="*/ 476275 h 6858000"/>
              <a:gd name="connsiteX923" fmla="*/ 1492066 w 7472601"/>
              <a:gd name="connsiteY923" fmla="*/ 886333 h 6858000"/>
              <a:gd name="connsiteX924" fmla="*/ 1423698 w 7472601"/>
              <a:gd name="connsiteY924" fmla="*/ 710817 h 6858000"/>
              <a:gd name="connsiteX925" fmla="*/ 1357609 w 7472601"/>
              <a:gd name="connsiteY925" fmla="*/ 532892 h 6858000"/>
              <a:gd name="connsiteX926" fmla="*/ 1309550 w 7472601"/>
              <a:gd name="connsiteY926" fmla="*/ 374031 h 6858000"/>
              <a:gd name="connsiteX927" fmla="*/ 1193673 w 7472601"/>
              <a:gd name="connsiteY927" fmla="*/ 49533 h 6858000"/>
              <a:gd name="connsiteX928" fmla="*/ 1164391 w 7472601"/>
              <a:gd name="connsiteY928" fmla="*/ 0 h 6858000"/>
              <a:gd name="connsiteX929" fmla="*/ 1200666 w 7472601"/>
              <a:gd name="connsiteY929" fmla="*/ 0 h 6858000"/>
              <a:gd name="connsiteX930" fmla="*/ 1223408 w 7472601"/>
              <a:gd name="connsiteY930" fmla="*/ 38996 h 6858000"/>
              <a:gd name="connsiteX931" fmla="*/ 1339635 w 7472601"/>
              <a:gd name="connsiteY931" fmla="*/ 365517 h 6858000"/>
              <a:gd name="connsiteX932" fmla="*/ 1387469 w 7472601"/>
              <a:gd name="connsiteY932" fmla="*/ 523079 h 6858000"/>
              <a:gd name="connsiteX933" fmla="*/ 1452685 w 7472601"/>
              <a:gd name="connsiteY933" fmla="*/ 699806 h 6858000"/>
              <a:gd name="connsiteX934" fmla="*/ 1492092 w 7472601"/>
              <a:gd name="connsiteY934" fmla="*/ 800424 h 6858000"/>
              <a:gd name="connsiteX935" fmla="*/ 1455302 w 7472601"/>
              <a:gd name="connsiteY935" fmla="*/ 632913 h 6858000"/>
              <a:gd name="connsiteX936" fmla="*/ 1222336 w 7472601"/>
              <a:gd name="connsiteY936" fmla="*/ 9480 h 6858000"/>
              <a:gd name="connsiteX937" fmla="*/ 1214634 w 7472601"/>
              <a:gd name="connsiteY937" fmla="*/ 0 h 6858000"/>
              <a:gd name="connsiteX938" fmla="*/ 1289827 w 7472601"/>
              <a:gd name="connsiteY938" fmla="*/ 0 h 6858000"/>
              <a:gd name="connsiteX939" fmla="*/ 1321076 w 7472601"/>
              <a:gd name="connsiteY939" fmla="*/ 59722 h 6858000"/>
              <a:gd name="connsiteX940" fmla="*/ 1512579 w 7472601"/>
              <a:gd name="connsiteY940" fmla="*/ 626441 h 6858000"/>
              <a:gd name="connsiteX941" fmla="*/ 1506076 w 7472601"/>
              <a:gd name="connsiteY941" fmla="*/ 1089289 h 6858000"/>
              <a:gd name="connsiteX942" fmla="*/ 1486346 w 7472601"/>
              <a:gd name="connsiteY942" fmla="*/ 1079919 h 6858000"/>
              <a:gd name="connsiteX943" fmla="*/ 1070511 w 7472601"/>
              <a:gd name="connsiteY943" fmla="*/ 48609 h 6858000"/>
              <a:gd name="connsiteX944" fmla="*/ 1057230 w 7472601"/>
              <a:gd name="connsiteY944" fmla="*/ 0 h 6858000"/>
              <a:gd name="connsiteX945" fmla="*/ 43151 w 7472601"/>
              <a:gd name="connsiteY945" fmla="*/ 0 h 6858000"/>
              <a:gd name="connsiteX946" fmla="*/ 95283 w 7472601"/>
              <a:gd name="connsiteY946" fmla="*/ 0 h 6858000"/>
              <a:gd name="connsiteX947" fmla="*/ 300708 w 7472601"/>
              <a:gd name="connsiteY947" fmla="*/ 154571 h 6858000"/>
              <a:gd name="connsiteX948" fmla="*/ 530414 w 7472601"/>
              <a:gd name="connsiteY948" fmla="*/ 354673 h 6858000"/>
              <a:gd name="connsiteX949" fmla="*/ 333785 w 7472601"/>
              <a:gd name="connsiteY949" fmla="*/ 161564 h 6858000"/>
              <a:gd name="connsiteX950" fmla="*/ 147005 w 7472601"/>
              <a:gd name="connsiteY950" fmla="*/ 0 h 6858000"/>
              <a:gd name="connsiteX951" fmla="*/ 272509 w 7472601"/>
              <a:gd name="connsiteY951" fmla="*/ 0 h 6858000"/>
              <a:gd name="connsiteX952" fmla="*/ 326276 w 7472601"/>
              <a:gd name="connsiteY952" fmla="*/ 45847 h 6858000"/>
              <a:gd name="connsiteX953" fmla="*/ 823759 w 7472601"/>
              <a:gd name="connsiteY953" fmla="*/ 574145 h 6858000"/>
              <a:gd name="connsiteX954" fmla="*/ 811254 w 7472601"/>
              <a:gd name="connsiteY954" fmla="*/ 665546 h 6858000"/>
              <a:gd name="connsiteX955" fmla="*/ 154042 w 7472601"/>
              <a:gd name="connsiteY955" fmla="*/ 261522 h 6858000"/>
              <a:gd name="connsiteX956" fmla="*/ 13550 w 7472601"/>
              <a:gd name="connsiteY956" fmla="*/ 158423 h 6858000"/>
              <a:gd name="connsiteX957" fmla="*/ 0 w 7472601"/>
              <a:gd name="connsiteY957" fmla="*/ 146618 h 6858000"/>
              <a:gd name="connsiteX958" fmla="*/ 0 w 7472601"/>
              <a:gd name="connsiteY958" fmla="*/ 59161 h 6858000"/>
              <a:gd name="connsiteX959" fmla="*/ 45427 w 7472601"/>
              <a:gd name="connsiteY959" fmla="*/ 101078 h 6858000"/>
              <a:gd name="connsiteX960" fmla="*/ 630103 w 7472601"/>
              <a:gd name="connsiteY960" fmla="*/ 485885 h 6858000"/>
              <a:gd name="connsiteX961" fmla="*/ 532040 w 7472601"/>
              <a:gd name="connsiteY961" fmla="*/ 399359 h 6858000"/>
              <a:gd name="connsiteX962" fmla="*/ 517618 w 7472601"/>
              <a:gd name="connsiteY962" fmla="*/ 385726 h 6858000"/>
              <a:gd name="connsiteX963" fmla="*/ 285074 w 7472601"/>
              <a:gd name="connsiteY963" fmla="*/ 182755 h 6858000"/>
              <a:gd name="connsiteX964" fmla="*/ 43151 w 7472601"/>
              <a:gd name="connsiteY964" fmla="*/ 0 h 6858000"/>
              <a:gd name="connsiteX0" fmla="*/ 369702 w 7472601"/>
              <a:gd name="connsiteY0" fmla="*/ 6712169 h 6858000"/>
              <a:gd name="connsiteX1" fmla="*/ 366575 w 7472601"/>
              <a:gd name="connsiteY1" fmla="*/ 6715556 h 6858000"/>
              <a:gd name="connsiteX2" fmla="*/ 371637 w 7472601"/>
              <a:gd name="connsiteY2" fmla="*/ 6713954 h 6858000"/>
              <a:gd name="connsiteX3" fmla="*/ 369702 w 7472601"/>
              <a:gd name="connsiteY3" fmla="*/ 6712169 h 6858000"/>
              <a:gd name="connsiteX4" fmla="*/ 7088673 w 7472601"/>
              <a:gd name="connsiteY4" fmla="*/ 6610396 h 6858000"/>
              <a:gd name="connsiteX5" fmla="*/ 7440138 w 7472601"/>
              <a:gd name="connsiteY5" fmla="*/ 6622648 h 6858000"/>
              <a:gd name="connsiteX6" fmla="*/ 7467600 w 7472601"/>
              <a:gd name="connsiteY6" fmla="*/ 6628217 h 6858000"/>
              <a:gd name="connsiteX7" fmla="*/ 7467600 w 7472601"/>
              <a:gd name="connsiteY7" fmla="*/ 6668575 h 6858000"/>
              <a:gd name="connsiteX8" fmla="*/ 7392322 w 7472601"/>
              <a:gd name="connsiteY8" fmla="*/ 6658238 h 6858000"/>
              <a:gd name="connsiteX9" fmla="*/ 7467600 w 7472601"/>
              <a:gd name="connsiteY9" fmla="*/ 6683873 h 6858000"/>
              <a:gd name="connsiteX10" fmla="*/ 7467600 w 7472601"/>
              <a:gd name="connsiteY10" fmla="*/ 6714215 h 6858000"/>
              <a:gd name="connsiteX11" fmla="*/ 7447383 w 7472601"/>
              <a:gd name="connsiteY11" fmla="*/ 6707202 h 6858000"/>
              <a:gd name="connsiteX12" fmla="*/ 7289862 w 7472601"/>
              <a:gd name="connsiteY12" fmla="*/ 6659827 h 6858000"/>
              <a:gd name="connsiteX13" fmla="*/ 7434024 w 7472601"/>
              <a:gd name="connsiteY13" fmla="*/ 6722130 h 6858000"/>
              <a:gd name="connsiteX14" fmla="*/ 7467600 w 7472601"/>
              <a:gd name="connsiteY14" fmla="*/ 6736157 h 6858000"/>
              <a:gd name="connsiteX15" fmla="*/ 7467600 w 7472601"/>
              <a:gd name="connsiteY15" fmla="*/ 6767913 h 6858000"/>
              <a:gd name="connsiteX16" fmla="*/ 7392158 w 7472601"/>
              <a:gd name="connsiteY16" fmla="*/ 6771365 h 6858000"/>
              <a:gd name="connsiteX17" fmla="*/ 7467600 w 7472601"/>
              <a:gd name="connsiteY17" fmla="*/ 6805948 h 6858000"/>
              <a:gd name="connsiteX18" fmla="*/ 7467600 w 7472601"/>
              <a:gd name="connsiteY18" fmla="*/ 6831490 h 6858000"/>
              <a:gd name="connsiteX19" fmla="*/ 7410696 w 7472601"/>
              <a:gd name="connsiteY19" fmla="*/ 6803861 h 6858000"/>
              <a:gd name="connsiteX20" fmla="*/ 7088673 w 7472601"/>
              <a:gd name="connsiteY20" fmla="*/ 6610396 h 6858000"/>
              <a:gd name="connsiteX21" fmla="*/ 1019354 w 7472601"/>
              <a:gd name="connsiteY21" fmla="*/ 6315006 h 6858000"/>
              <a:gd name="connsiteX22" fmla="*/ 441046 w 7472601"/>
              <a:gd name="connsiteY22" fmla="*/ 6691153 h 6858000"/>
              <a:gd name="connsiteX23" fmla="*/ 1019354 w 7472601"/>
              <a:gd name="connsiteY23" fmla="*/ 6315006 h 6858000"/>
              <a:gd name="connsiteX24" fmla="*/ 991680 w 7472601"/>
              <a:gd name="connsiteY24" fmla="*/ 6298413 h 6858000"/>
              <a:gd name="connsiteX25" fmla="*/ 409060 w 7472601"/>
              <a:gd name="connsiteY25" fmla="*/ 6671470 h 6858000"/>
              <a:gd name="connsiteX26" fmla="*/ 991680 w 7472601"/>
              <a:gd name="connsiteY26" fmla="*/ 6298413 h 6858000"/>
              <a:gd name="connsiteX27" fmla="*/ 103333 w 7472601"/>
              <a:gd name="connsiteY27" fmla="*/ 5699602 h 6858000"/>
              <a:gd name="connsiteX28" fmla="*/ 233938 w 7472601"/>
              <a:gd name="connsiteY28" fmla="*/ 5809416 h 6858000"/>
              <a:gd name="connsiteX29" fmla="*/ 883580 w 7472601"/>
              <a:gd name="connsiteY29" fmla="*/ 6180710 h 6858000"/>
              <a:gd name="connsiteX30" fmla="*/ 487337 w 7472601"/>
              <a:gd name="connsiteY30" fmla="*/ 5950182 h 6858000"/>
              <a:gd name="connsiteX31" fmla="*/ 354051 w 7472601"/>
              <a:gd name="connsiteY31" fmla="*/ 5854912 h 6858000"/>
              <a:gd name="connsiteX32" fmla="*/ 195436 w 7472601"/>
              <a:gd name="connsiteY32" fmla="*/ 5755068 h 6858000"/>
              <a:gd name="connsiteX33" fmla="*/ 103333 w 7472601"/>
              <a:gd name="connsiteY33" fmla="*/ 5699602 h 6858000"/>
              <a:gd name="connsiteX34" fmla="*/ 5539432 w 7472601"/>
              <a:gd name="connsiteY34" fmla="*/ 5642928 h 6858000"/>
              <a:gd name="connsiteX35" fmla="*/ 5555462 w 7472601"/>
              <a:gd name="connsiteY35" fmla="*/ 5694454 h 6858000"/>
              <a:gd name="connsiteX36" fmla="*/ 5828270 w 7472601"/>
              <a:gd name="connsiteY36" fmla="*/ 6320663 h 6858000"/>
              <a:gd name="connsiteX37" fmla="*/ 5947416 w 7472601"/>
              <a:gd name="connsiteY37" fmla="*/ 6574846 h 6858000"/>
              <a:gd name="connsiteX38" fmla="*/ 5539432 w 7472601"/>
              <a:gd name="connsiteY38" fmla="*/ 5642928 h 6858000"/>
              <a:gd name="connsiteX39" fmla="*/ 51253 w 7472601"/>
              <a:gd name="connsiteY39" fmla="*/ 5631825 h 6858000"/>
              <a:gd name="connsiteX40" fmla="*/ 211622 w 7472601"/>
              <a:gd name="connsiteY40" fmla="*/ 5728803 h 6858000"/>
              <a:gd name="connsiteX41" fmla="*/ 371652 w 7472601"/>
              <a:gd name="connsiteY41" fmla="*/ 5829062 h 6858000"/>
              <a:gd name="connsiteX42" fmla="*/ 505903 w 7472601"/>
              <a:gd name="connsiteY42" fmla="*/ 5925221 h 6858000"/>
              <a:gd name="connsiteX43" fmla="*/ 899240 w 7472601"/>
              <a:gd name="connsiteY43" fmla="*/ 6153068 h 6858000"/>
              <a:gd name="connsiteX44" fmla="*/ 988114 w 7472601"/>
              <a:gd name="connsiteY44" fmla="*/ 6174204 h 6858000"/>
              <a:gd name="connsiteX45" fmla="*/ 845971 w 7472601"/>
              <a:gd name="connsiteY45" fmla="*/ 6067177 h 6858000"/>
              <a:gd name="connsiteX46" fmla="*/ 448057 w 7472601"/>
              <a:gd name="connsiteY46" fmla="*/ 5841376 h 6858000"/>
              <a:gd name="connsiteX47" fmla="*/ 51253 w 7472601"/>
              <a:gd name="connsiteY47" fmla="*/ 5631825 h 6858000"/>
              <a:gd name="connsiteX48" fmla="*/ 2606687 w 7472601"/>
              <a:gd name="connsiteY48" fmla="*/ 5630718 h 6858000"/>
              <a:gd name="connsiteX49" fmla="*/ 2645658 w 7472601"/>
              <a:gd name="connsiteY49" fmla="*/ 6640259 h 6858000"/>
              <a:gd name="connsiteX50" fmla="*/ 2606687 w 7472601"/>
              <a:gd name="connsiteY50" fmla="*/ 5630718 h 6858000"/>
              <a:gd name="connsiteX51" fmla="*/ 3642057 w 7472601"/>
              <a:gd name="connsiteY51" fmla="*/ 5573487 h 6858000"/>
              <a:gd name="connsiteX52" fmla="*/ 3632981 w 7472601"/>
              <a:gd name="connsiteY52" fmla="*/ 5579437 h 6858000"/>
              <a:gd name="connsiteX53" fmla="*/ 3382436 w 7472601"/>
              <a:gd name="connsiteY53" fmla="*/ 5952726 h 6858000"/>
              <a:gd name="connsiteX54" fmla="*/ 3191929 w 7472601"/>
              <a:gd name="connsiteY54" fmla="*/ 6662669 h 6858000"/>
              <a:gd name="connsiteX55" fmla="*/ 3369898 w 7472601"/>
              <a:gd name="connsiteY55" fmla="*/ 6081771 h 6858000"/>
              <a:gd name="connsiteX56" fmla="*/ 3642057 w 7472601"/>
              <a:gd name="connsiteY56" fmla="*/ 5573487 h 6858000"/>
              <a:gd name="connsiteX57" fmla="*/ 2650666 w 7472601"/>
              <a:gd name="connsiteY57" fmla="*/ 5530686 h 6858000"/>
              <a:gd name="connsiteX58" fmla="*/ 2650249 w 7472601"/>
              <a:gd name="connsiteY58" fmla="*/ 5532101 h 6858000"/>
              <a:gd name="connsiteX59" fmla="*/ 2663808 w 7472601"/>
              <a:gd name="connsiteY59" fmla="*/ 6535215 h 6858000"/>
              <a:gd name="connsiteX60" fmla="*/ 2665418 w 7472601"/>
              <a:gd name="connsiteY60" fmla="*/ 6132756 h 6858000"/>
              <a:gd name="connsiteX61" fmla="*/ 2650666 w 7472601"/>
              <a:gd name="connsiteY61" fmla="*/ 5530686 h 6858000"/>
              <a:gd name="connsiteX62" fmla="*/ 2680277 w 7472601"/>
              <a:gd name="connsiteY62" fmla="*/ 5479204 h 6858000"/>
              <a:gd name="connsiteX63" fmla="*/ 2678972 w 7472601"/>
              <a:gd name="connsiteY63" fmla="*/ 5481582 h 6858000"/>
              <a:gd name="connsiteX64" fmla="*/ 2696666 w 7472601"/>
              <a:gd name="connsiteY64" fmla="*/ 6133836 h 6858000"/>
              <a:gd name="connsiteX65" fmla="*/ 2695769 w 7472601"/>
              <a:gd name="connsiteY65" fmla="*/ 6390955 h 6858000"/>
              <a:gd name="connsiteX66" fmla="*/ 2739893 w 7472601"/>
              <a:gd name="connsiteY66" fmla="*/ 6108357 h 6858000"/>
              <a:gd name="connsiteX67" fmla="*/ 2680277 w 7472601"/>
              <a:gd name="connsiteY67" fmla="*/ 5479204 h 6858000"/>
              <a:gd name="connsiteX68" fmla="*/ 1132195 w 7472601"/>
              <a:gd name="connsiteY68" fmla="*/ 5467980 h 6858000"/>
              <a:gd name="connsiteX69" fmla="*/ 1679056 w 7472601"/>
              <a:gd name="connsiteY69" fmla="*/ 5516907 h 6858000"/>
              <a:gd name="connsiteX70" fmla="*/ 2128648 w 7472601"/>
              <a:gd name="connsiteY70" fmla="*/ 5474249 h 6858000"/>
              <a:gd name="connsiteX71" fmla="*/ 1825619 w 7472601"/>
              <a:gd name="connsiteY71" fmla="*/ 5478447 h 6858000"/>
              <a:gd name="connsiteX72" fmla="*/ 1737798 w 7472601"/>
              <a:gd name="connsiteY72" fmla="*/ 5483353 h 6858000"/>
              <a:gd name="connsiteX73" fmla="*/ 1132195 w 7472601"/>
              <a:gd name="connsiteY73" fmla="*/ 5467980 h 6858000"/>
              <a:gd name="connsiteX74" fmla="*/ 7454976 w 7472601"/>
              <a:gd name="connsiteY74" fmla="*/ 6318297 h 6858000"/>
              <a:gd name="connsiteX75" fmla="*/ 7467600 w 7472601"/>
              <a:gd name="connsiteY75" fmla="*/ 6012219 h 6858000"/>
              <a:gd name="connsiteX76" fmla="*/ 7356878 w 7472601"/>
              <a:gd name="connsiteY76" fmla="*/ 5981332 h 6858000"/>
              <a:gd name="connsiteX77" fmla="*/ 7467600 w 7472601"/>
              <a:gd name="connsiteY77" fmla="*/ 6117703 h 6858000"/>
              <a:gd name="connsiteX78" fmla="*/ 7467600 w 7472601"/>
              <a:gd name="connsiteY78" fmla="*/ 6163634 h 6858000"/>
              <a:gd name="connsiteX79" fmla="*/ 7403637 w 7472601"/>
              <a:gd name="connsiteY79" fmla="*/ 6083957 h 6858000"/>
              <a:gd name="connsiteX80" fmla="*/ 7312589 w 7472601"/>
              <a:gd name="connsiteY80" fmla="*/ 5982309 h 6858000"/>
              <a:gd name="connsiteX81" fmla="*/ 7448321 w 7472601"/>
              <a:gd name="connsiteY81" fmla="*/ 6190991 h 6858000"/>
              <a:gd name="connsiteX82" fmla="*/ 7467600 w 7472601"/>
              <a:gd name="connsiteY82" fmla="*/ 6221686 h 6858000"/>
              <a:gd name="connsiteX83" fmla="*/ 7467600 w 7472601"/>
              <a:gd name="connsiteY83" fmla="*/ 6334256 h 6858000"/>
              <a:gd name="connsiteX84" fmla="*/ 7454976 w 7472601"/>
              <a:gd name="connsiteY84" fmla="*/ 6318297 h 6858000"/>
              <a:gd name="connsiteX85" fmla="*/ 1456157 w 7472601"/>
              <a:gd name="connsiteY85" fmla="*/ 5371404 h 6858000"/>
              <a:gd name="connsiteX86" fmla="*/ 1244432 w 7472601"/>
              <a:gd name="connsiteY86" fmla="*/ 5385601 h 6858000"/>
              <a:gd name="connsiteX87" fmla="*/ 973990 w 7472601"/>
              <a:gd name="connsiteY87" fmla="*/ 5424940 h 6858000"/>
              <a:gd name="connsiteX88" fmla="*/ 1103809 w 7472601"/>
              <a:gd name="connsiteY88" fmla="*/ 5433720 h 6858000"/>
              <a:gd name="connsiteX89" fmla="*/ 1123454 w 7472601"/>
              <a:gd name="connsiteY89" fmla="*/ 5435727 h 6858000"/>
              <a:gd name="connsiteX90" fmla="*/ 1737017 w 7472601"/>
              <a:gd name="connsiteY90" fmla="*/ 5452183 h 6858000"/>
              <a:gd name="connsiteX91" fmla="*/ 1824397 w 7472601"/>
              <a:gd name="connsiteY91" fmla="*/ 5447757 h 6858000"/>
              <a:gd name="connsiteX92" fmla="*/ 2070059 w 7472601"/>
              <a:gd name="connsiteY92" fmla="*/ 5441660 h 6858000"/>
              <a:gd name="connsiteX93" fmla="*/ 1456157 w 7472601"/>
              <a:gd name="connsiteY93" fmla="*/ 5371404 h 6858000"/>
              <a:gd name="connsiteX94" fmla="*/ 4988186 w 7472601"/>
              <a:gd name="connsiteY94" fmla="*/ 5216467 h 6858000"/>
              <a:gd name="connsiteX95" fmla="*/ 4777334 w 7472601"/>
              <a:gd name="connsiteY95" fmla="*/ 5406072 h 6858000"/>
              <a:gd name="connsiteX96" fmla="*/ 4718341 w 7472601"/>
              <a:gd name="connsiteY96" fmla="*/ 5468043 h 6858000"/>
              <a:gd name="connsiteX97" fmla="*/ 4604655 w 7472601"/>
              <a:gd name="connsiteY97" fmla="*/ 5583434 h 6858000"/>
              <a:gd name="connsiteX98" fmla="*/ 4565074 w 7472601"/>
              <a:gd name="connsiteY98" fmla="*/ 5618550 h 6858000"/>
              <a:gd name="connsiteX99" fmla="*/ 4988186 w 7472601"/>
              <a:gd name="connsiteY99" fmla="*/ 5216467 h 6858000"/>
              <a:gd name="connsiteX100" fmla="*/ 4978032 w 7472601"/>
              <a:gd name="connsiteY100" fmla="*/ 5183809 h 6858000"/>
              <a:gd name="connsiteX101" fmla="*/ 4463413 w 7472601"/>
              <a:gd name="connsiteY101" fmla="*/ 5615162 h 6858000"/>
              <a:gd name="connsiteX102" fmla="*/ 4358134 w 7472601"/>
              <a:gd name="connsiteY102" fmla="*/ 5742791 h 6858000"/>
              <a:gd name="connsiteX103" fmla="*/ 4376219 w 7472601"/>
              <a:gd name="connsiteY103" fmla="*/ 5729027 h 6858000"/>
              <a:gd name="connsiteX104" fmla="*/ 4582340 w 7472601"/>
              <a:gd name="connsiteY104" fmla="*/ 5561037 h 6858000"/>
              <a:gd name="connsiteX105" fmla="*/ 4694684 w 7472601"/>
              <a:gd name="connsiteY105" fmla="*/ 5447098 h 6858000"/>
              <a:gd name="connsiteX106" fmla="*/ 4754123 w 7472601"/>
              <a:gd name="connsiteY106" fmla="*/ 5384643 h 6858000"/>
              <a:gd name="connsiteX107" fmla="*/ 4978032 w 7472601"/>
              <a:gd name="connsiteY107" fmla="*/ 5183809 h 6858000"/>
              <a:gd name="connsiteX108" fmla="*/ 1903353 w 7472601"/>
              <a:gd name="connsiteY108" fmla="*/ 5044827 h 6858000"/>
              <a:gd name="connsiteX109" fmla="*/ 1936931 w 7472601"/>
              <a:gd name="connsiteY109" fmla="*/ 5093954 h 6858000"/>
              <a:gd name="connsiteX110" fmla="*/ 2195868 w 7472601"/>
              <a:gd name="connsiteY110" fmla="*/ 5396574 h 6858000"/>
              <a:gd name="connsiteX111" fmla="*/ 2088852 w 7472601"/>
              <a:gd name="connsiteY111" fmla="*/ 5166123 h 6858000"/>
              <a:gd name="connsiteX112" fmla="*/ 1958241 w 7472601"/>
              <a:gd name="connsiteY112" fmla="*/ 5067955 h 6858000"/>
              <a:gd name="connsiteX113" fmla="*/ 1903353 w 7472601"/>
              <a:gd name="connsiteY113" fmla="*/ 5044827 h 6858000"/>
              <a:gd name="connsiteX114" fmla="*/ 1979378 w 7472601"/>
              <a:gd name="connsiteY114" fmla="*/ 4769504 h 6858000"/>
              <a:gd name="connsiteX115" fmla="*/ 2882120 w 7472601"/>
              <a:gd name="connsiteY115" fmla="*/ 5064547 h 6858000"/>
              <a:gd name="connsiteX116" fmla="*/ 2793103 w 7472601"/>
              <a:gd name="connsiteY116" fmla="*/ 5039699 h 6858000"/>
              <a:gd name="connsiteX117" fmla="*/ 2770041 w 7472601"/>
              <a:gd name="connsiteY117" fmla="*/ 5033634 h 6858000"/>
              <a:gd name="connsiteX118" fmla="*/ 1979378 w 7472601"/>
              <a:gd name="connsiteY118" fmla="*/ 4769504 h 6858000"/>
              <a:gd name="connsiteX119" fmla="*/ 1927410 w 7472601"/>
              <a:gd name="connsiteY119" fmla="*/ 4716164 h 6858000"/>
              <a:gd name="connsiteX120" fmla="*/ 1959587 w 7472601"/>
              <a:gd name="connsiteY120" fmla="*/ 4728849 h 6858000"/>
              <a:gd name="connsiteX121" fmla="*/ 2777707 w 7472601"/>
              <a:gd name="connsiteY121" fmla="*/ 5003991 h 6858000"/>
              <a:gd name="connsiteX122" fmla="*/ 2800768 w 7472601"/>
              <a:gd name="connsiteY122" fmla="*/ 5010056 h 6858000"/>
              <a:gd name="connsiteX123" fmla="*/ 2879408 w 7472601"/>
              <a:gd name="connsiteY123" fmla="*/ 5031590 h 6858000"/>
              <a:gd name="connsiteX124" fmla="*/ 2862295 w 7472601"/>
              <a:gd name="connsiteY124" fmla="*/ 5022958 h 6858000"/>
              <a:gd name="connsiteX125" fmla="*/ 2813343 w 7472601"/>
              <a:gd name="connsiteY125" fmla="*/ 4998369 h 6858000"/>
              <a:gd name="connsiteX126" fmla="*/ 2646245 w 7472601"/>
              <a:gd name="connsiteY126" fmla="*/ 4930999 h 6858000"/>
              <a:gd name="connsiteX127" fmla="*/ 1999243 w 7472601"/>
              <a:gd name="connsiteY127" fmla="*/ 4730524 h 6858000"/>
              <a:gd name="connsiteX128" fmla="*/ 1979527 w 7472601"/>
              <a:gd name="connsiteY128" fmla="*/ 4726651 h 6858000"/>
              <a:gd name="connsiteX129" fmla="*/ 1927410 w 7472601"/>
              <a:gd name="connsiteY129" fmla="*/ 4716164 h 6858000"/>
              <a:gd name="connsiteX130" fmla="*/ 1997014 w 7472601"/>
              <a:gd name="connsiteY130" fmla="*/ 4698007 h 6858000"/>
              <a:gd name="connsiteX131" fmla="*/ 2005458 w 7472601"/>
              <a:gd name="connsiteY131" fmla="*/ 4699540 h 6858000"/>
              <a:gd name="connsiteX132" fmla="*/ 2657186 w 7472601"/>
              <a:gd name="connsiteY132" fmla="*/ 4901687 h 6858000"/>
              <a:gd name="connsiteX133" fmla="*/ 2826662 w 7472601"/>
              <a:gd name="connsiteY133" fmla="*/ 4970362 h 6858000"/>
              <a:gd name="connsiteX134" fmla="*/ 2876100 w 7472601"/>
              <a:gd name="connsiteY134" fmla="*/ 4995397 h 6858000"/>
              <a:gd name="connsiteX135" fmla="*/ 3042600 w 7472601"/>
              <a:gd name="connsiteY135" fmla="*/ 5059532 h 6858000"/>
              <a:gd name="connsiteX136" fmla="*/ 1997014 w 7472601"/>
              <a:gd name="connsiteY136" fmla="*/ 4698007 h 6858000"/>
              <a:gd name="connsiteX137" fmla="*/ 2305292 w 7472601"/>
              <a:gd name="connsiteY137" fmla="*/ 4219492 h 6858000"/>
              <a:gd name="connsiteX138" fmla="*/ 3360922 w 7472601"/>
              <a:gd name="connsiteY138" fmla="*/ 4529373 h 6858000"/>
              <a:gd name="connsiteX139" fmla="*/ 3492420 w 7472601"/>
              <a:gd name="connsiteY139" fmla="*/ 4510145 h 6858000"/>
              <a:gd name="connsiteX140" fmla="*/ 3364086 w 7472601"/>
              <a:gd name="connsiteY140" fmla="*/ 4480340 h 6858000"/>
              <a:gd name="connsiteX141" fmla="*/ 3225818 w 7472601"/>
              <a:gd name="connsiteY141" fmla="*/ 4411822 h 6858000"/>
              <a:gd name="connsiteX142" fmla="*/ 3129696 w 7472601"/>
              <a:gd name="connsiteY142" fmla="*/ 4360704 h 6858000"/>
              <a:gd name="connsiteX143" fmla="*/ 2814545 w 7472601"/>
              <a:gd name="connsiteY143" fmla="*/ 4282955 h 6858000"/>
              <a:gd name="connsiteX144" fmla="*/ 2305292 w 7472601"/>
              <a:gd name="connsiteY144" fmla="*/ 4219492 h 6858000"/>
              <a:gd name="connsiteX145" fmla="*/ 2626982 w 7472601"/>
              <a:gd name="connsiteY145" fmla="*/ 4206450 h 6858000"/>
              <a:gd name="connsiteX146" fmla="*/ 2490617 w 7472601"/>
              <a:gd name="connsiteY146" fmla="*/ 4206951 h 6858000"/>
              <a:gd name="connsiteX147" fmla="*/ 2819869 w 7472601"/>
              <a:gd name="connsiteY147" fmla="*/ 4252936 h 6858000"/>
              <a:gd name="connsiteX148" fmla="*/ 3143018 w 7472601"/>
              <a:gd name="connsiteY148" fmla="*/ 4332698 h 6858000"/>
              <a:gd name="connsiteX149" fmla="*/ 3241520 w 7472601"/>
              <a:gd name="connsiteY149" fmla="*/ 4385112 h 6858000"/>
              <a:gd name="connsiteX150" fmla="*/ 3374575 w 7472601"/>
              <a:gd name="connsiteY150" fmla="*/ 4451517 h 6858000"/>
              <a:gd name="connsiteX151" fmla="*/ 3505221 w 7472601"/>
              <a:gd name="connsiteY151" fmla="*/ 4480757 h 6858000"/>
              <a:gd name="connsiteX152" fmla="*/ 2626982 w 7472601"/>
              <a:gd name="connsiteY152" fmla="*/ 4206450 h 6858000"/>
              <a:gd name="connsiteX153" fmla="*/ 1310106 w 7472601"/>
              <a:gd name="connsiteY153" fmla="*/ 3943217 h 6858000"/>
              <a:gd name="connsiteX154" fmla="*/ 854994 w 7472601"/>
              <a:gd name="connsiteY154" fmla="*/ 4399136 h 6858000"/>
              <a:gd name="connsiteX155" fmla="*/ 742462 w 7472601"/>
              <a:gd name="connsiteY155" fmla="*/ 4594648 h 6858000"/>
              <a:gd name="connsiteX156" fmla="*/ 820602 w 7472601"/>
              <a:gd name="connsiteY156" fmla="*/ 4485915 h 6858000"/>
              <a:gd name="connsiteX157" fmla="*/ 878295 w 7472601"/>
              <a:gd name="connsiteY157" fmla="*/ 4403594 h 6858000"/>
              <a:gd name="connsiteX158" fmla="*/ 1240607 w 7472601"/>
              <a:gd name="connsiteY158" fmla="*/ 4010401 h 6858000"/>
              <a:gd name="connsiteX159" fmla="*/ 1310106 w 7472601"/>
              <a:gd name="connsiteY159" fmla="*/ 3943217 h 6858000"/>
              <a:gd name="connsiteX160" fmla="*/ 1423113 w 7472601"/>
              <a:gd name="connsiteY160" fmla="*/ 3874565 h 6858000"/>
              <a:gd name="connsiteX161" fmla="*/ 1260565 w 7472601"/>
              <a:gd name="connsiteY161" fmla="*/ 4031982 h 6858000"/>
              <a:gd name="connsiteX162" fmla="*/ 901900 w 7472601"/>
              <a:gd name="connsiteY162" fmla="*/ 4421236 h 6858000"/>
              <a:gd name="connsiteX163" fmla="*/ 845044 w 7472601"/>
              <a:gd name="connsiteY163" fmla="*/ 4502436 h 6858000"/>
              <a:gd name="connsiteX164" fmla="*/ 685926 w 7472601"/>
              <a:gd name="connsiteY164" fmla="*/ 4703069 h 6858000"/>
              <a:gd name="connsiteX165" fmla="*/ 684248 w 7472601"/>
              <a:gd name="connsiteY165" fmla="*/ 4706721 h 6858000"/>
              <a:gd name="connsiteX166" fmla="*/ 1423113 w 7472601"/>
              <a:gd name="connsiteY166" fmla="*/ 3874565 h 6858000"/>
              <a:gd name="connsiteX167" fmla="*/ 3316479 w 7472601"/>
              <a:gd name="connsiteY167" fmla="*/ 3872136 h 6858000"/>
              <a:gd name="connsiteX168" fmla="*/ 3546806 w 7472601"/>
              <a:gd name="connsiteY168" fmla="*/ 4356139 h 6858000"/>
              <a:gd name="connsiteX169" fmla="*/ 3364433 w 7472601"/>
              <a:gd name="connsiteY169" fmla="*/ 3953121 h 6858000"/>
              <a:gd name="connsiteX170" fmla="*/ 3316479 w 7472601"/>
              <a:gd name="connsiteY170" fmla="*/ 3872136 h 6858000"/>
              <a:gd name="connsiteX171" fmla="*/ 3291335 w 7472601"/>
              <a:gd name="connsiteY171" fmla="*/ 3767420 h 6858000"/>
              <a:gd name="connsiteX172" fmla="*/ 3390805 w 7472601"/>
              <a:gd name="connsiteY172" fmla="*/ 3937163 h 6858000"/>
              <a:gd name="connsiteX173" fmla="*/ 3579062 w 7472601"/>
              <a:gd name="connsiteY173" fmla="*/ 4359040 h 6858000"/>
              <a:gd name="connsiteX174" fmla="*/ 3467355 w 7472601"/>
              <a:gd name="connsiteY174" fmla="*/ 3988130 h 6858000"/>
              <a:gd name="connsiteX175" fmla="*/ 3310753 w 7472601"/>
              <a:gd name="connsiteY175" fmla="*/ 3787140 h 6858000"/>
              <a:gd name="connsiteX176" fmla="*/ 3291335 w 7472601"/>
              <a:gd name="connsiteY176" fmla="*/ 3767420 h 6858000"/>
              <a:gd name="connsiteX177" fmla="*/ 1635889 w 7472601"/>
              <a:gd name="connsiteY177" fmla="*/ 3709494 h 6858000"/>
              <a:gd name="connsiteX178" fmla="*/ 1634800 w 7472601"/>
              <a:gd name="connsiteY178" fmla="*/ 3731111 h 6858000"/>
              <a:gd name="connsiteX179" fmla="*/ 1635889 w 7472601"/>
              <a:gd name="connsiteY179" fmla="*/ 3709494 h 6858000"/>
              <a:gd name="connsiteX180" fmla="*/ 1510397 w 7472601"/>
              <a:gd name="connsiteY180" fmla="*/ 3684705 h 6858000"/>
              <a:gd name="connsiteX181" fmla="*/ 1146550 w 7472601"/>
              <a:gd name="connsiteY181" fmla="*/ 3802012 h 6858000"/>
              <a:gd name="connsiteX182" fmla="*/ 698834 w 7472601"/>
              <a:gd name="connsiteY182" fmla="*/ 3952272 h 6858000"/>
              <a:gd name="connsiteX183" fmla="*/ 34256 w 7472601"/>
              <a:gd name="connsiteY183" fmla="*/ 4347603 h 6858000"/>
              <a:gd name="connsiteX184" fmla="*/ 527241 w 7472601"/>
              <a:gd name="connsiteY184" fmla="*/ 4065078 h 6858000"/>
              <a:gd name="connsiteX185" fmla="*/ 1510397 w 7472601"/>
              <a:gd name="connsiteY185" fmla="*/ 3684705 h 6858000"/>
              <a:gd name="connsiteX186" fmla="*/ 1313114 w 7472601"/>
              <a:gd name="connsiteY186" fmla="*/ 3655216 h 6858000"/>
              <a:gd name="connsiteX187" fmla="*/ 1109304 w 7472601"/>
              <a:gd name="connsiteY187" fmla="*/ 3669030 h 6858000"/>
              <a:gd name="connsiteX188" fmla="*/ 8129 w 7472601"/>
              <a:gd name="connsiteY188" fmla="*/ 4330519 h 6858000"/>
              <a:gd name="connsiteX189" fmla="*/ 687572 w 7472601"/>
              <a:gd name="connsiteY189" fmla="*/ 3925629 h 6858000"/>
              <a:gd name="connsiteX190" fmla="*/ 1138365 w 7472601"/>
              <a:gd name="connsiteY190" fmla="*/ 3774515 h 6858000"/>
              <a:gd name="connsiteX191" fmla="*/ 1505579 w 7472601"/>
              <a:gd name="connsiteY191" fmla="*/ 3655526 h 6858000"/>
              <a:gd name="connsiteX192" fmla="*/ 1313114 w 7472601"/>
              <a:gd name="connsiteY192" fmla="*/ 3655216 h 6858000"/>
              <a:gd name="connsiteX193" fmla="*/ 3655073 w 7472601"/>
              <a:gd name="connsiteY193" fmla="*/ 3650884 h 6858000"/>
              <a:gd name="connsiteX194" fmla="*/ 3989938 w 7472601"/>
              <a:gd name="connsiteY194" fmla="*/ 3991685 h 6858000"/>
              <a:gd name="connsiteX195" fmla="*/ 4393907 w 7472601"/>
              <a:gd name="connsiteY195" fmla="*/ 4261258 h 6858000"/>
              <a:gd name="connsiteX196" fmla="*/ 4648051 w 7472601"/>
              <a:gd name="connsiteY196" fmla="*/ 4374051 h 6858000"/>
              <a:gd name="connsiteX197" fmla="*/ 4383389 w 7472601"/>
              <a:gd name="connsiteY197" fmla="*/ 4184369 h 6858000"/>
              <a:gd name="connsiteX198" fmla="*/ 4165508 w 7472601"/>
              <a:gd name="connsiteY198" fmla="*/ 4035196 h 6858000"/>
              <a:gd name="connsiteX199" fmla="*/ 4068162 w 7472601"/>
              <a:gd name="connsiteY199" fmla="*/ 3953394 h 6858000"/>
              <a:gd name="connsiteX200" fmla="*/ 3981416 w 7472601"/>
              <a:gd name="connsiteY200" fmla="*/ 3880482 h 6858000"/>
              <a:gd name="connsiteX201" fmla="*/ 3800147 w 7472601"/>
              <a:gd name="connsiteY201" fmla="*/ 3749872 h 6858000"/>
              <a:gd name="connsiteX202" fmla="*/ 3655073 w 7472601"/>
              <a:gd name="connsiteY202" fmla="*/ 3650884 h 6858000"/>
              <a:gd name="connsiteX203" fmla="*/ 3670252 w 7472601"/>
              <a:gd name="connsiteY203" fmla="*/ 3622798 h 6858000"/>
              <a:gd name="connsiteX204" fmla="*/ 3817258 w 7472601"/>
              <a:gd name="connsiteY204" fmla="*/ 3723577 h 6858000"/>
              <a:gd name="connsiteX205" fmla="*/ 4000461 w 7472601"/>
              <a:gd name="connsiteY205" fmla="*/ 3855966 h 6858000"/>
              <a:gd name="connsiteX206" fmla="*/ 4088180 w 7472601"/>
              <a:gd name="connsiteY206" fmla="*/ 3929774 h 6858000"/>
              <a:gd name="connsiteX207" fmla="*/ 4184555 w 7472601"/>
              <a:gd name="connsiteY207" fmla="*/ 4010683 h 6858000"/>
              <a:gd name="connsiteX208" fmla="*/ 4399563 w 7472601"/>
              <a:gd name="connsiteY208" fmla="*/ 4158106 h 6858000"/>
              <a:gd name="connsiteX209" fmla="*/ 4684469 w 7472601"/>
              <a:gd name="connsiteY209" fmla="*/ 4364680 h 6858000"/>
              <a:gd name="connsiteX210" fmla="*/ 4690271 w 7472601"/>
              <a:gd name="connsiteY210" fmla="*/ 4370034 h 6858000"/>
              <a:gd name="connsiteX211" fmla="*/ 4136093 w 7472601"/>
              <a:gd name="connsiteY211" fmla="*/ 3858466 h 6858000"/>
              <a:gd name="connsiteX212" fmla="*/ 3670252 w 7472601"/>
              <a:gd name="connsiteY212" fmla="*/ 3622798 h 6858000"/>
              <a:gd name="connsiteX213" fmla="*/ 4440129 w 7472601"/>
              <a:gd name="connsiteY213" fmla="*/ 3448571 h 6858000"/>
              <a:gd name="connsiteX214" fmla="*/ 4856525 w 7472601"/>
              <a:gd name="connsiteY214" fmla="*/ 3915351 h 6858000"/>
              <a:gd name="connsiteX215" fmla="*/ 5059055 w 7472601"/>
              <a:gd name="connsiteY215" fmla="*/ 4108918 h 6858000"/>
              <a:gd name="connsiteX216" fmla="*/ 5290070 w 7472601"/>
              <a:gd name="connsiteY216" fmla="*/ 4263619 h 6858000"/>
              <a:gd name="connsiteX217" fmla="*/ 4834991 w 7472601"/>
              <a:gd name="connsiteY217" fmla="*/ 3830985 h 6858000"/>
              <a:gd name="connsiteX218" fmla="*/ 4440129 w 7472601"/>
              <a:gd name="connsiteY218" fmla="*/ 3448571 h 6858000"/>
              <a:gd name="connsiteX219" fmla="*/ 4441737 w 7472601"/>
              <a:gd name="connsiteY219" fmla="*/ 3399734 h 6858000"/>
              <a:gd name="connsiteX220" fmla="*/ 4431236 w 7472601"/>
              <a:gd name="connsiteY220" fmla="*/ 3400954 h 6858000"/>
              <a:gd name="connsiteX221" fmla="*/ 4557150 w 7472601"/>
              <a:gd name="connsiteY221" fmla="*/ 3510023 h 6858000"/>
              <a:gd name="connsiteX222" fmla="*/ 4856936 w 7472601"/>
              <a:gd name="connsiteY222" fmla="*/ 3809146 h 6858000"/>
              <a:gd name="connsiteX223" fmla="*/ 5111996 w 7472601"/>
              <a:gd name="connsiteY223" fmla="*/ 4065759 h 6858000"/>
              <a:gd name="connsiteX224" fmla="*/ 5388878 w 7472601"/>
              <a:gd name="connsiteY224" fmla="*/ 4300185 h 6858000"/>
              <a:gd name="connsiteX225" fmla="*/ 5425556 w 7472601"/>
              <a:gd name="connsiteY225" fmla="*/ 4308967 h 6858000"/>
              <a:gd name="connsiteX226" fmla="*/ 4943646 w 7472601"/>
              <a:gd name="connsiteY226" fmla="*/ 3822916 h 6858000"/>
              <a:gd name="connsiteX227" fmla="*/ 4594837 w 7472601"/>
              <a:gd name="connsiteY227" fmla="*/ 3532274 h 6858000"/>
              <a:gd name="connsiteX228" fmla="*/ 4441737 w 7472601"/>
              <a:gd name="connsiteY228" fmla="*/ 3399734 h 6858000"/>
              <a:gd name="connsiteX229" fmla="*/ 5425834 w 7472601"/>
              <a:gd name="connsiteY229" fmla="*/ 3162785 h 6858000"/>
              <a:gd name="connsiteX230" fmla="*/ 5401644 w 7472601"/>
              <a:gd name="connsiteY230" fmla="*/ 3617847 h 6858000"/>
              <a:gd name="connsiteX231" fmla="*/ 5467256 w 7472601"/>
              <a:gd name="connsiteY231" fmla="*/ 4175494 h 6858000"/>
              <a:gd name="connsiteX232" fmla="*/ 5448069 w 7472601"/>
              <a:gd name="connsiteY232" fmla="*/ 3567554 h 6858000"/>
              <a:gd name="connsiteX233" fmla="*/ 5425834 w 7472601"/>
              <a:gd name="connsiteY233" fmla="*/ 3162785 h 6858000"/>
              <a:gd name="connsiteX234" fmla="*/ 1318687 w 7472601"/>
              <a:gd name="connsiteY234" fmla="*/ 3113840 h 6858000"/>
              <a:gd name="connsiteX235" fmla="*/ 1066793 w 7472601"/>
              <a:gd name="connsiteY235" fmla="*/ 3212171 h 6858000"/>
              <a:gd name="connsiteX236" fmla="*/ 993319 w 7472601"/>
              <a:gd name="connsiteY236" fmla="*/ 3247648 h 6858000"/>
              <a:gd name="connsiteX237" fmla="*/ 853081 w 7472601"/>
              <a:gd name="connsiteY237" fmla="*/ 3312410 h 6858000"/>
              <a:gd name="connsiteX238" fmla="*/ 805957 w 7472601"/>
              <a:gd name="connsiteY238" fmla="*/ 3330443 h 6858000"/>
              <a:gd name="connsiteX239" fmla="*/ 1318687 w 7472601"/>
              <a:gd name="connsiteY239" fmla="*/ 3113840 h 6858000"/>
              <a:gd name="connsiteX240" fmla="*/ 5453702 w 7472601"/>
              <a:gd name="connsiteY240" fmla="*/ 3090882 h 6858000"/>
              <a:gd name="connsiteX241" fmla="*/ 5480135 w 7472601"/>
              <a:gd name="connsiteY241" fmla="*/ 3565802 h 6858000"/>
              <a:gd name="connsiteX242" fmla="*/ 5499023 w 7472601"/>
              <a:gd name="connsiteY242" fmla="*/ 4166310 h 6858000"/>
              <a:gd name="connsiteX243" fmla="*/ 5547022 w 7472601"/>
              <a:gd name="connsiteY243" fmla="*/ 3607838 h 6858000"/>
              <a:gd name="connsiteX244" fmla="*/ 5515964 w 7472601"/>
              <a:gd name="connsiteY244" fmla="*/ 3378541 h 6858000"/>
              <a:gd name="connsiteX245" fmla="*/ 5453702 w 7472601"/>
              <a:gd name="connsiteY245" fmla="*/ 3090882 h 6858000"/>
              <a:gd name="connsiteX246" fmla="*/ 1238695 w 7472601"/>
              <a:gd name="connsiteY246" fmla="*/ 3076820 h 6858000"/>
              <a:gd name="connsiteX247" fmla="*/ 716371 w 7472601"/>
              <a:gd name="connsiteY247" fmla="*/ 3293249 h 6858000"/>
              <a:gd name="connsiteX248" fmla="*/ 579522 w 7472601"/>
              <a:gd name="connsiteY248" fmla="*/ 3371759 h 6858000"/>
              <a:gd name="connsiteX249" fmla="*/ 600288 w 7472601"/>
              <a:gd name="connsiteY249" fmla="*/ 3365555 h 6858000"/>
              <a:gd name="connsiteX250" fmla="*/ 840692 w 7472601"/>
              <a:gd name="connsiteY250" fmla="*/ 3284921 h 6858000"/>
              <a:gd name="connsiteX251" fmla="*/ 979248 w 7472601"/>
              <a:gd name="connsiteY251" fmla="*/ 3221003 h 6858000"/>
              <a:gd name="connsiteX252" fmla="*/ 1053282 w 7472601"/>
              <a:gd name="connsiteY252" fmla="*/ 3185247 h 6858000"/>
              <a:gd name="connsiteX253" fmla="*/ 1320603 w 7472601"/>
              <a:gd name="connsiteY253" fmla="*/ 3081281 h 6858000"/>
              <a:gd name="connsiteX254" fmla="*/ 1238695 w 7472601"/>
              <a:gd name="connsiteY254" fmla="*/ 3076820 h 6858000"/>
              <a:gd name="connsiteX255" fmla="*/ 5425627 w 7472601"/>
              <a:gd name="connsiteY255" fmla="*/ 2954192 h 6858000"/>
              <a:gd name="connsiteX256" fmla="*/ 5470770 w 7472601"/>
              <a:gd name="connsiteY256" fmla="*/ 3005435 h 6858000"/>
              <a:gd name="connsiteX257" fmla="*/ 5519779 w 7472601"/>
              <a:gd name="connsiteY257" fmla="*/ 4359223 h 6858000"/>
              <a:gd name="connsiteX258" fmla="*/ 5520293 w 7472601"/>
              <a:gd name="connsiteY258" fmla="*/ 4360602 h 6858000"/>
              <a:gd name="connsiteX259" fmla="*/ 5767221 w 7472601"/>
              <a:gd name="connsiteY259" fmla="*/ 4665564 h 6858000"/>
              <a:gd name="connsiteX260" fmla="*/ 6937169 w 7472601"/>
              <a:gd name="connsiteY260" fmla="*/ 4815941 h 6858000"/>
              <a:gd name="connsiteX261" fmla="*/ 6953922 w 7472601"/>
              <a:gd name="connsiteY261" fmla="*/ 4890068 h 6858000"/>
              <a:gd name="connsiteX262" fmla="*/ 6071359 w 7472601"/>
              <a:gd name="connsiteY262" fmla="*/ 4770770 h 6858000"/>
              <a:gd name="connsiteX263" fmla="*/ 6038839 w 7472601"/>
              <a:gd name="connsiteY263" fmla="*/ 4764474 h 6858000"/>
              <a:gd name="connsiteX264" fmla="*/ 6038706 w 7472601"/>
              <a:gd name="connsiteY264" fmla="*/ 4763847 h 6858000"/>
              <a:gd name="connsiteX265" fmla="*/ 6037784 w 7472601"/>
              <a:gd name="connsiteY265" fmla="*/ 4764270 h 6858000"/>
              <a:gd name="connsiteX266" fmla="*/ 6038839 w 7472601"/>
              <a:gd name="connsiteY266" fmla="*/ 4764474 h 6858000"/>
              <a:gd name="connsiteX267" fmla="*/ 6040338 w 7472601"/>
              <a:gd name="connsiteY267" fmla="*/ 4771418 h 6858000"/>
              <a:gd name="connsiteX268" fmla="*/ 6024488 w 7472601"/>
              <a:gd name="connsiteY268" fmla="*/ 4809903 h 6858000"/>
              <a:gd name="connsiteX269" fmla="*/ 5599771 w 7472601"/>
              <a:gd name="connsiteY269" fmla="*/ 5509652 h 6858000"/>
              <a:gd name="connsiteX270" fmla="*/ 5548843 w 7472601"/>
              <a:gd name="connsiteY270" fmla="*/ 5563845 h 6858000"/>
              <a:gd name="connsiteX271" fmla="*/ 5940952 w 7472601"/>
              <a:gd name="connsiteY271" fmla="*/ 6250028 h 6858000"/>
              <a:gd name="connsiteX272" fmla="*/ 6043441 w 7472601"/>
              <a:gd name="connsiteY272" fmla="*/ 6665847 h 6858000"/>
              <a:gd name="connsiteX273" fmla="*/ 6093432 w 7472601"/>
              <a:gd name="connsiteY273" fmla="*/ 6858000 h 6858000"/>
              <a:gd name="connsiteX274" fmla="*/ 6034344 w 7472601"/>
              <a:gd name="connsiteY274" fmla="*/ 6858000 h 6858000"/>
              <a:gd name="connsiteX275" fmla="*/ 6026679 w 7472601"/>
              <a:gd name="connsiteY275" fmla="*/ 6836959 h 6858000"/>
              <a:gd name="connsiteX276" fmla="*/ 5800441 w 7472601"/>
              <a:gd name="connsiteY276" fmla="*/ 6335286 h 6858000"/>
              <a:gd name="connsiteX277" fmla="*/ 5526562 w 7472601"/>
              <a:gd name="connsiteY277" fmla="*/ 5705388 h 6858000"/>
              <a:gd name="connsiteX278" fmla="*/ 5519640 w 7472601"/>
              <a:gd name="connsiteY278" fmla="*/ 5683774 h 6858000"/>
              <a:gd name="connsiteX279" fmla="*/ 5844559 w 7472601"/>
              <a:gd name="connsiteY279" fmla="*/ 6553349 h 6858000"/>
              <a:gd name="connsiteX280" fmla="*/ 5975994 w 7472601"/>
              <a:gd name="connsiteY280" fmla="*/ 6858000 h 6858000"/>
              <a:gd name="connsiteX281" fmla="*/ 5898547 w 7472601"/>
              <a:gd name="connsiteY281" fmla="*/ 6858000 h 6858000"/>
              <a:gd name="connsiteX282" fmla="*/ 5682041 w 7472601"/>
              <a:gd name="connsiteY282" fmla="*/ 6355860 h 6858000"/>
              <a:gd name="connsiteX283" fmla="*/ 5461758 w 7472601"/>
              <a:gd name="connsiteY283" fmla="*/ 5820220 h 6858000"/>
              <a:gd name="connsiteX284" fmla="*/ 5237282 w 7472601"/>
              <a:gd name="connsiteY284" fmla="*/ 6579086 h 6858000"/>
              <a:gd name="connsiteX285" fmla="*/ 5115009 w 7472601"/>
              <a:gd name="connsiteY285" fmla="*/ 6858000 h 6858000"/>
              <a:gd name="connsiteX286" fmla="*/ 5028074 w 7472601"/>
              <a:gd name="connsiteY286" fmla="*/ 6858000 h 6858000"/>
              <a:gd name="connsiteX287" fmla="*/ 5079508 w 7472601"/>
              <a:gd name="connsiteY287" fmla="*/ 6749074 h 6858000"/>
              <a:gd name="connsiteX288" fmla="*/ 5371846 w 7472601"/>
              <a:gd name="connsiteY288" fmla="*/ 5924413 h 6858000"/>
              <a:gd name="connsiteX289" fmla="*/ 5270512 w 7472601"/>
              <a:gd name="connsiteY289" fmla="*/ 6138975 h 6858000"/>
              <a:gd name="connsiteX290" fmla="*/ 5062409 w 7472601"/>
              <a:gd name="connsiteY290" fmla="*/ 6653544 h 6858000"/>
              <a:gd name="connsiteX291" fmla="*/ 5036628 w 7472601"/>
              <a:gd name="connsiteY291" fmla="*/ 6754247 h 6858000"/>
              <a:gd name="connsiteX292" fmla="*/ 5009112 w 7472601"/>
              <a:gd name="connsiteY292" fmla="*/ 6858000 h 6858000"/>
              <a:gd name="connsiteX293" fmla="*/ 4976679 w 7472601"/>
              <a:gd name="connsiteY293" fmla="*/ 6858000 h 6858000"/>
              <a:gd name="connsiteX294" fmla="*/ 5006537 w 7472601"/>
              <a:gd name="connsiteY294" fmla="*/ 6747068 h 6858000"/>
              <a:gd name="connsiteX295" fmla="*/ 5032723 w 7472601"/>
              <a:gd name="connsiteY295" fmla="*/ 6644957 h 6858000"/>
              <a:gd name="connsiteX296" fmla="*/ 5242949 w 7472601"/>
              <a:gd name="connsiteY296" fmla="*/ 6125175 h 6858000"/>
              <a:gd name="connsiteX297" fmla="*/ 5286321 w 7472601"/>
              <a:gd name="connsiteY297" fmla="*/ 6033555 h 6858000"/>
              <a:gd name="connsiteX298" fmla="*/ 5008210 w 7472601"/>
              <a:gd name="connsiteY298" fmla="*/ 6649194 h 6858000"/>
              <a:gd name="connsiteX299" fmla="*/ 4986321 w 7472601"/>
              <a:gd name="connsiteY299" fmla="*/ 6765687 h 6858000"/>
              <a:gd name="connsiteX300" fmla="*/ 4973474 w 7472601"/>
              <a:gd name="connsiteY300" fmla="*/ 6858000 h 6858000"/>
              <a:gd name="connsiteX301" fmla="*/ 4907178 w 7472601"/>
              <a:gd name="connsiteY301" fmla="*/ 6858000 h 6858000"/>
              <a:gd name="connsiteX302" fmla="*/ 4910810 w 7472601"/>
              <a:gd name="connsiteY302" fmla="*/ 6829660 h 6858000"/>
              <a:gd name="connsiteX303" fmla="*/ 4987461 w 7472601"/>
              <a:gd name="connsiteY303" fmla="*/ 6432994 h 6858000"/>
              <a:gd name="connsiteX304" fmla="*/ 5179262 w 7472601"/>
              <a:gd name="connsiteY304" fmla="*/ 6035044 h 6858000"/>
              <a:gd name="connsiteX305" fmla="*/ 4689678 w 7472601"/>
              <a:gd name="connsiteY305" fmla="*/ 6440241 h 6858000"/>
              <a:gd name="connsiteX306" fmla="*/ 4477543 w 7472601"/>
              <a:gd name="connsiteY306" fmla="*/ 6674836 h 6858000"/>
              <a:gd name="connsiteX307" fmla="*/ 4329957 w 7472601"/>
              <a:gd name="connsiteY307" fmla="*/ 6858000 h 6858000"/>
              <a:gd name="connsiteX308" fmla="*/ 4218595 w 7472601"/>
              <a:gd name="connsiteY308" fmla="*/ 6858000 h 6858000"/>
              <a:gd name="connsiteX309" fmla="*/ 4368888 w 7472601"/>
              <a:gd name="connsiteY309" fmla="*/ 6668412 h 6858000"/>
              <a:gd name="connsiteX310" fmla="*/ 4563091 w 7472601"/>
              <a:gd name="connsiteY310" fmla="*/ 6442508 h 6858000"/>
              <a:gd name="connsiteX311" fmla="*/ 5387324 w 7472601"/>
              <a:gd name="connsiteY311" fmla="*/ 5705830 h 6858000"/>
              <a:gd name="connsiteX312" fmla="*/ 5073620 w 7472601"/>
              <a:gd name="connsiteY312" fmla="*/ 5955437 h 6858000"/>
              <a:gd name="connsiteX313" fmla="*/ 4689789 w 7472601"/>
              <a:gd name="connsiteY313" fmla="*/ 6268382 h 6858000"/>
              <a:gd name="connsiteX314" fmla="*/ 4418722 w 7472601"/>
              <a:gd name="connsiteY314" fmla="*/ 6570886 h 6858000"/>
              <a:gd name="connsiteX315" fmla="*/ 4214944 w 7472601"/>
              <a:gd name="connsiteY315" fmla="*/ 6858000 h 6858000"/>
              <a:gd name="connsiteX316" fmla="*/ 4177898 w 7472601"/>
              <a:gd name="connsiteY316" fmla="*/ 6858000 h 6858000"/>
              <a:gd name="connsiteX317" fmla="*/ 4391597 w 7472601"/>
              <a:gd name="connsiteY317" fmla="*/ 6556370 h 6858000"/>
              <a:gd name="connsiteX318" fmla="*/ 4668889 w 7472601"/>
              <a:gd name="connsiteY318" fmla="*/ 6246399 h 6858000"/>
              <a:gd name="connsiteX319" fmla="*/ 5055427 w 7472601"/>
              <a:gd name="connsiteY319" fmla="*/ 5931476 h 6858000"/>
              <a:gd name="connsiteX320" fmla="*/ 5371814 w 7472601"/>
              <a:gd name="connsiteY320" fmla="*/ 5678975 h 6858000"/>
              <a:gd name="connsiteX321" fmla="*/ 4987918 w 7472601"/>
              <a:gd name="connsiteY321" fmla="*/ 5838701 h 6858000"/>
              <a:gd name="connsiteX322" fmla="*/ 4317146 w 7472601"/>
              <a:gd name="connsiteY322" fmla="*/ 6587716 h 6858000"/>
              <a:gd name="connsiteX323" fmla="*/ 4171627 w 7472601"/>
              <a:gd name="connsiteY323" fmla="*/ 6858000 h 6858000"/>
              <a:gd name="connsiteX324" fmla="*/ 4081585 w 7472601"/>
              <a:gd name="connsiteY324" fmla="*/ 6858000 h 6858000"/>
              <a:gd name="connsiteX325" fmla="*/ 4238603 w 7472601"/>
              <a:gd name="connsiteY325" fmla="*/ 6559341 h 6858000"/>
              <a:gd name="connsiteX326" fmla="*/ 4778333 w 7472601"/>
              <a:gd name="connsiteY326" fmla="*/ 5873626 h 6858000"/>
              <a:gd name="connsiteX327" fmla="*/ 5414185 w 7472601"/>
              <a:gd name="connsiteY327" fmla="*/ 5573882 h 6858000"/>
              <a:gd name="connsiteX328" fmla="*/ 5959648 w 7472601"/>
              <a:gd name="connsiteY328" fmla="*/ 4760797 h 6858000"/>
              <a:gd name="connsiteX329" fmla="*/ 5355019 w 7472601"/>
              <a:gd name="connsiteY329" fmla="*/ 4734672 h 6858000"/>
              <a:gd name="connsiteX330" fmla="*/ 5083565 w 7472601"/>
              <a:gd name="connsiteY330" fmla="*/ 5179121 h 6858000"/>
              <a:gd name="connsiteX331" fmla="*/ 4713577 w 7472601"/>
              <a:gd name="connsiteY331" fmla="*/ 5616803 h 6858000"/>
              <a:gd name="connsiteX332" fmla="*/ 3989559 w 7472601"/>
              <a:gd name="connsiteY332" fmla="*/ 6145945 h 6858000"/>
              <a:gd name="connsiteX333" fmla="*/ 3939824 w 7472601"/>
              <a:gd name="connsiteY333" fmla="*/ 6066900 h 6858000"/>
              <a:gd name="connsiteX334" fmla="*/ 4584537 w 7472601"/>
              <a:gd name="connsiteY334" fmla="*/ 5324826 h 6858000"/>
              <a:gd name="connsiteX335" fmla="*/ 5037105 w 7472601"/>
              <a:gd name="connsiteY335" fmla="*/ 5088765 h 6858000"/>
              <a:gd name="connsiteX336" fmla="*/ 5039930 w 7472601"/>
              <a:gd name="connsiteY336" fmla="*/ 5089585 h 6858000"/>
              <a:gd name="connsiteX337" fmla="*/ 5263764 w 7472601"/>
              <a:gd name="connsiteY337" fmla="*/ 4735525 h 6858000"/>
              <a:gd name="connsiteX338" fmla="*/ 4086300 w 7472601"/>
              <a:gd name="connsiteY338" fmla="*/ 4884599 h 6858000"/>
              <a:gd name="connsiteX339" fmla="*/ 4085485 w 7472601"/>
              <a:gd name="connsiteY339" fmla="*/ 4899070 h 6858000"/>
              <a:gd name="connsiteX340" fmla="*/ 3871915 w 7472601"/>
              <a:gd name="connsiteY340" fmla="*/ 5253645 h 6858000"/>
              <a:gd name="connsiteX341" fmla="*/ 3799374 w 7472601"/>
              <a:gd name="connsiteY341" fmla="*/ 5466127 h 6858000"/>
              <a:gd name="connsiteX342" fmla="*/ 3498850 w 7472601"/>
              <a:gd name="connsiteY342" fmla="*/ 6661888 h 6858000"/>
              <a:gd name="connsiteX343" fmla="*/ 3399216 w 7472601"/>
              <a:gd name="connsiteY343" fmla="*/ 6858000 h 6858000"/>
              <a:gd name="connsiteX344" fmla="*/ 3303688 w 7472601"/>
              <a:gd name="connsiteY344" fmla="*/ 6858000 h 6858000"/>
              <a:gd name="connsiteX345" fmla="*/ 3391774 w 7472601"/>
              <a:gd name="connsiteY345" fmla="*/ 6697181 h 6858000"/>
              <a:gd name="connsiteX346" fmla="*/ 3735540 w 7472601"/>
              <a:gd name="connsiteY346" fmla="*/ 5546923 h 6858000"/>
              <a:gd name="connsiteX347" fmla="*/ 3729438 w 7472601"/>
              <a:gd name="connsiteY347" fmla="*/ 5569058 h 6858000"/>
              <a:gd name="connsiteX348" fmla="*/ 3707782 w 7472601"/>
              <a:gd name="connsiteY348" fmla="*/ 5644908 h 6858000"/>
              <a:gd name="connsiteX349" fmla="*/ 3583827 w 7472601"/>
              <a:gd name="connsiteY349" fmla="*/ 6039215 h 6858000"/>
              <a:gd name="connsiteX350" fmla="*/ 3547861 w 7472601"/>
              <a:gd name="connsiteY350" fmla="*/ 6129609 h 6858000"/>
              <a:gd name="connsiteX351" fmla="*/ 3490905 w 7472601"/>
              <a:gd name="connsiteY351" fmla="*/ 6277660 h 6858000"/>
              <a:gd name="connsiteX352" fmla="*/ 3455859 w 7472601"/>
              <a:gd name="connsiteY352" fmla="*/ 6391301 h 6858000"/>
              <a:gd name="connsiteX353" fmla="*/ 3429112 w 7472601"/>
              <a:gd name="connsiteY353" fmla="*/ 6479469 h 6858000"/>
              <a:gd name="connsiteX354" fmla="*/ 3304862 w 7472601"/>
              <a:gd name="connsiteY354" fmla="*/ 6796476 h 6858000"/>
              <a:gd name="connsiteX355" fmla="*/ 3276071 w 7472601"/>
              <a:gd name="connsiteY355" fmla="*/ 6858000 h 6858000"/>
              <a:gd name="connsiteX356" fmla="*/ 3240805 w 7472601"/>
              <a:gd name="connsiteY356" fmla="*/ 6858000 h 6858000"/>
              <a:gd name="connsiteX357" fmla="*/ 3275917 w 7472601"/>
              <a:gd name="connsiteY357" fmla="*/ 6783192 h 6858000"/>
              <a:gd name="connsiteX358" fmla="*/ 3399358 w 7472601"/>
              <a:gd name="connsiteY358" fmla="*/ 6469011 h 6858000"/>
              <a:gd name="connsiteX359" fmla="*/ 3425650 w 7472601"/>
              <a:gd name="connsiteY359" fmla="*/ 6381333 h 6858000"/>
              <a:gd name="connsiteX360" fmla="*/ 3460661 w 7472601"/>
              <a:gd name="connsiteY360" fmla="*/ 6266763 h 6858000"/>
              <a:gd name="connsiteX361" fmla="*/ 3518021 w 7472601"/>
              <a:gd name="connsiteY361" fmla="*/ 6117298 h 6858000"/>
              <a:gd name="connsiteX362" fmla="*/ 3554035 w 7472601"/>
              <a:gd name="connsiteY362" fmla="*/ 6027832 h 6858000"/>
              <a:gd name="connsiteX363" fmla="*/ 3677174 w 7472601"/>
              <a:gd name="connsiteY363" fmla="*/ 5636351 h 6858000"/>
              <a:gd name="connsiteX364" fmla="*/ 3698819 w 7472601"/>
              <a:gd name="connsiteY364" fmla="*/ 5560503 h 6858000"/>
              <a:gd name="connsiteX365" fmla="*/ 3702094 w 7472601"/>
              <a:gd name="connsiteY365" fmla="*/ 5549194 h 6858000"/>
              <a:gd name="connsiteX366" fmla="*/ 3398355 w 7472601"/>
              <a:gd name="connsiteY366" fmla="*/ 6094603 h 6858000"/>
              <a:gd name="connsiteX367" fmla="*/ 3193941 w 7472601"/>
              <a:gd name="connsiteY367" fmla="*/ 6798775 h 6858000"/>
              <a:gd name="connsiteX368" fmla="*/ 3184140 w 7472601"/>
              <a:gd name="connsiteY368" fmla="*/ 6858000 h 6858000"/>
              <a:gd name="connsiteX369" fmla="*/ 3099978 w 7472601"/>
              <a:gd name="connsiteY369" fmla="*/ 6858000 h 6858000"/>
              <a:gd name="connsiteX370" fmla="*/ 3101556 w 7472601"/>
              <a:gd name="connsiteY370" fmla="*/ 6843337 h 6858000"/>
              <a:gd name="connsiteX371" fmla="*/ 3370162 w 7472601"/>
              <a:gd name="connsiteY371" fmla="*/ 5785550 h 6858000"/>
              <a:gd name="connsiteX372" fmla="*/ 3746477 w 7472601"/>
              <a:gd name="connsiteY372" fmla="*/ 5377889 h 6858000"/>
              <a:gd name="connsiteX373" fmla="*/ 3863399 w 7472601"/>
              <a:gd name="connsiteY373" fmla="*/ 5087257 h 6858000"/>
              <a:gd name="connsiteX374" fmla="*/ 3968712 w 7472601"/>
              <a:gd name="connsiteY374" fmla="*/ 4913989 h 6858000"/>
              <a:gd name="connsiteX375" fmla="*/ 2792390 w 7472601"/>
              <a:gd name="connsiteY375" fmla="*/ 5382974 h 6858000"/>
              <a:gd name="connsiteX376" fmla="*/ 2714982 w 7472601"/>
              <a:gd name="connsiteY376" fmla="*/ 5427051 h 6858000"/>
              <a:gd name="connsiteX377" fmla="*/ 2813361 w 7472601"/>
              <a:gd name="connsiteY377" fmla="*/ 6023912 h 6858000"/>
              <a:gd name="connsiteX378" fmla="*/ 2688430 w 7472601"/>
              <a:gd name="connsiteY378" fmla="*/ 6801564 h 6858000"/>
              <a:gd name="connsiteX379" fmla="*/ 2629626 w 7472601"/>
              <a:gd name="connsiteY379" fmla="*/ 6763394 h 6858000"/>
              <a:gd name="connsiteX380" fmla="*/ 2565328 w 7472601"/>
              <a:gd name="connsiteY380" fmla="*/ 5516399 h 6858000"/>
              <a:gd name="connsiteX381" fmla="*/ 1922999 w 7472601"/>
              <a:gd name="connsiteY381" fmla="*/ 5980343 h 6858000"/>
              <a:gd name="connsiteX382" fmla="*/ 1950261 w 7472601"/>
              <a:gd name="connsiteY382" fmla="*/ 6405858 h 6858000"/>
              <a:gd name="connsiteX383" fmla="*/ 2365554 w 7472601"/>
              <a:gd name="connsiteY383" fmla="*/ 6759107 h 6858000"/>
              <a:gd name="connsiteX384" fmla="*/ 2424142 w 7472601"/>
              <a:gd name="connsiteY384" fmla="*/ 6858000 h 6858000"/>
              <a:gd name="connsiteX385" fmla="*/ 2395994 w 7472601"/>
              <a:gd name="connsiteY385" fmla="*/ 6858000 h 6858000"/>
              <a:gd name="connsiteX386" fmla="*/ 2392863 w 7472601"/>
              <a:gd name="connsiteY386" fmla="*/ 6852964 h 6858000"/>
              <a:gd name="connsiteX387" fmla="*/ 2017589 w 7472601"/>
              <a:gd name="connsiteY387" fmla="*/ 6493982 h 6858000"/>
              <a:gd name="connsiteX388" fmla="*/ 2147336 w 7472601"/>
              <a:gd name="connsiteY388" fmla="*/ 6594052 h 6858000"/>
              <a:gd name="connsiteX389" fmla="*/ 2207047 w 7472601"/>
              <a:gd name="connsiteY389" fmla="*/ 6654540 h 6858000"/>
              <a:gd name="connsiteX390" fmla="*/ 2299106 w 7472601"/>
              <a:gd name="connsiteY390" fmla="*/ 6778931 h 6858000"/>
              <a:gd name="connsiteX391" fmla="*/ 2314430 w 7472601"/>
              <a:gd name="connsiteY391" fmla="*/ 6801144 h 6858000"/>
              <a:gd name="connsiteX392" fmla="*/ 2352406 w 7472601"/>
              <a:gd name="connsiteY392" fmla="*/ 6858000 h 6858000"/>
              <a:gd name="connsiteX393" fmla="*/ 2314492 w 7472601"/>
              <a:gd name="connsiteY393" fmla="*/ 6858000 h 6858000"/>
              <a:gd name="connsiteX394" fmla="*/ 2288095 w 7472601"/>
              <a:gd name="connsiteY394" fmla="*/ 6818030 h 6858000"/>
              <a:gd name="connsiteX395" fmla="*/ 2272768 w 7472601"/>
              <a:gd name="connsiteY395" fmla="*/ 6795822 h 6858000"/>
              <a:gd name="connsiteX396" fmla="*/ 2182715 w 7472601"/>
              <a:gd name="connsiteY396" fmla="*/ 6675071 h 6858000"/>
              <a:gd name="connsiteX397" fmla="*/ 2032061 w 7472601"/>
              <a:gd name="connsiteY397" fmla="*/ 6541380 h 6858000"/>
              <a:gd name="connsiteX398" fmla="*/ 2257220 w 7472601"/>
              <a:gd name="connsiteY398" fmla="*/ 6826257 h 6858000"/>
              <a:gd name="connsiteX399" fmla="*/ 2281324 w 7472601"/>
              <a:gd name="connsiteY399" fmla="*/ 6858000 h 6858000"/>
              <a:gd name="connsiteX400" fmla="*/ 2242860 w 7472601"/>
              <a:gd name="connsiteY400" fmla="*/ 6858000 h 6858000"/>
              <a:gd name="connsiteX401" fmla="*/ 2232818 w 7472601"/>
              <a:gd name="connsiteY401" fmla="*/ 6844926 h 6858000"/>
              <a:gd name="connsiteX402" fmla="*/ 1990172 w 7472601"/>
              <a:gd name="connsiteY402" fmla="*/ 6542121 h 6858000"/>
              <a:gd name="connsiteX403" fmla="*/ 2124090 w 7472601"/>
              <a:gd name="connsiteY403" fmla="*/ 6761017 h 6858000"/>
              <a:gd name="connsiteX404" fmla="*/ 2200380 w 7472601"/>
              <a:gd name="connsiteY404" fmla="*/ 6858000 h 6858000"/>
              <a:gd name="connsiteX405" fmla="*/ 2147507 w 7472601"/>
              <a:gd name="connsiteY405" fmla="*/ 6858000 h 6858000"/>
              <a:gd name="connsiteX406" fmla="*/ 2070668 w 7472601"/>
              <a:gd name="connsiteY406" fmla="*/ 6761520 h 6858000"/>
              <a:gd name="connsiteX407" fmla="*/ 1975142 w 7472601"/>
              <a:gd name="connsiteY407" fmla="*/ 6585570 h 6858000"/>
              <a:gd name="connsiteX408" fmla="*/ 2050035 w 7472601"/>
              <a:gd name="connsiteY408" fmla="*/ 6813345 h 6858000"/>
              <a:gd name="connsiteX409" fmla="*/ 2063025 w 7472601"/>
              <a:gd name="connsiteY409" fmla="*/ 6858000 h 6858000"/>
              <a:gd name="connsiteX410" fmla="*/ 2021675 w 7472601"/>
              <a:gd name="connsiteY410" fmla="*/ 6858000 h 6858000"/>
              <a:gd name="connsiteX411" fmla="*/ 2019308 w 7472601"/>
              <a:gd name="connsiteY411" fmla="*/ 6847118 h 6858000"/>
              <a:gd name="connsiteX412" fmla="*/ 1938835 w 7472601"/>
              <a:gd name="connsiteY412" fmla="*/ 6551160 h 6858000"/>
              <a:gd name="connsiteX413" fmla="*/ 1953230 w 7472601"/>
              <a:gd name="connsiteY413" fmla="*/ 6759699 h 6858000"/>
              <a:gd name="connsiteX414" fmla="*/ 1956763 w 7472601"/>
              <a:gd name="connsiteY414" fmla="*/ 6778191 h 6858000"/>
              <a:gd name="connsiteX415" fmla="*/ 1967925 w 7472601"/>
              <a:gd name="connsiteY415" fmla="*/ 6858000 h 6858000"/>
              <a:gd name="connsiteX416" fmla="*/ 1936622 w 7472601"/>
              <a:gd name="connsiteY416" fmla="*/ 6858000 h 6858000"/>
              <a:gd name="connsiteX417" fmla="*/ 1926261 w 7472601"/>
              <a:gd name="connsiteY417" fmla="*/ 6784064 h 6858000"/>
              <a:gd name="connsiteX418" fmla="*/ 1922724 w 7472601"/>
              <a:gd name="connsiteY418" fmla="*/ 6765577 h 6858000"/>
              <a:gd name="connsiteX419" fmla="*/ 1904650 w 7472601"/>
              <a:gd name="connsiteY419" fmla="*/ 6639616 h 6858000"/>
              <a:gd name="connsiteX420" fmla="*/ 1885273 w 7472601"/>
              <a:gd name="connsiteY420" fmla="*/ 6858000 h 6858000"/>
              <a:gd name="connsiteX421" fmla="*/ 1854363 w 7472601"/>
              <a:gd name="connsiteY421" fmla="*/ 6858000 h 6858000"/>
              <a:gd name="connsiteX422" fmla="*/ 1880391 w 7472601"/>
              <a:gd name="connsiteY422" fmla="*/ 6603796 h 6858000"/>
              <a:gd name="connsiteX423" fmla="*/ 1818273 w 7472601"/>
              <a:gd name="connsiteY423" fmla="*/ 6715729 h 6858000"/>
              <a:gd name="connsiteX424" fmla="*/ 1794691 w 7472601"/>
              <a:gd name="connsiteY424" fmla="*/ 6843239 h 6858000"/>
              <a:gd name="connsiteX425" fmla="*/ 1794914 w 7472601"/>
              <a:gd name="connsiteY425" fmla="*/ 6858000 h 6858000"/>
              <a:gd name="connsiteX426" fmla="*/ 1746128 w 7472601"/>
              <a:gd name="connsiteY426" fmla="*/ 6858000 h 6858000"/>
              <a:gd name="connsiteX427" fmla="*/ 1753934 w 7472601"/>
              <a:gd name="connsiteY427" fmla="*/ 6724796 h 6858000"/>
              <a:gd name="connsiteX428" fmla="*/ 1792053 w 7472601"/>
              <a:gd name="connsiteY428" fmla="*/ 6572396 h 6858000"/>
              <a:gd name="connsiteX429" fmla="*/ 1862248 w 7472601"/>
              <a:gd name="connsiteY429" fmla="*/ 6266397 h 6858000"/>
              <a:gd name="connsiteX430" fmla="*/ 1862250 w 7472601"/>
              <a:gd name="connsiteY430" fmla="*/ 6033531 h 6858000"/>
              <a:gd name="connsiteX431" fmla="*/ 1211999 w 7472601"/>
              <a:gd name="connsiteY431" fmla="*/ 6683610 h 6858000"/>
              <a:gd name="connsiteX432" fmla="*/ 1213266 w 7472601"/>
              <a:gd name="connsiteY432" fmla="*/ 6691947 h 6858000"/>
              <a:gd name="connsiteX433" fmla="*/ 1203370 w 7472601"/>
              <a:gd name="connsiteY433" fmla="*/ 6850676 h 6858000"/>
              <a:gd name="connsiteX434" fmla="*/ 1203671 w 7472601"/>
              <a:gd name="connsiteY434" fmla="*/ 6858000 h 6858000"/>
              <a:gd name="connsiteX435" fmla="*/ 1143180 w 7472601"/>
              <a:gd name="connsiteY435" fmla="*/ 6858000 h 6858000"/>
              <a:gd name="connsiteX436" fmla="*/ 1142176 w 7472601"/>
              <a:gd name="connsiteY436" fmla="*/ 6766045 h 6858000"/>
              <a:gd name="connsiteX437" fmla="*/ 1067484 w 7472601"/>
              <a:gd name="connsiteY437" fmla="*/ 6858000 h 6858000"/>
              <a:gd name="connsiteX438" fmla="*/ 953928 w 7472601"/>
              <a:gd name="connsiteY438" fmla="*/ 6858000 h 6858000"/>
              <a:gd name="connsiteX439" fmla="*/ 959715 w 7472601"/>
              <a:gd name="connsiteY439" fmla="*/ 6850185 h 6858000"/>
              <a:gd name="connsiteX440" fmla="*/ 1483788 w 7472601"/>
              <a:gd name="connsiteY440" fmla="*/ 6259174 h 6858000"/>
              <a:gd name="connsiteX441" fmla="*/ 1100671 w 7472601"/>
              <a:gd name="connsiteY441" fmla="*/ 6252137 h 6858000"/>
              <a:gd name="connsiteX442" fmla="*/ 1090144 w 7472601"/>
              <a:gd name="connsiteY442" fmla="*/ 6256748 h 6858000"/>
              <a:gd name="connsiteX443" fmla="*/ 1095872 w 7472601"/>
              <a:gd name="connsiteY443" fmla="*/ 6271892 h 6858000"/>
              <a:gd name="connsiteX444" fmla="*/ 262785 w 7472601"/>
              <a:gd name="connsiteY444" fmla="*/ 6845450 h 6858000"/>
              <a:gd name="connsiteX445" fmla="*/ 209968 w 7472601"/>
              <a:gd name="connsiteY445" fmla="*/ 6770713 h 6858000"/>
              <a:gd name="connsiteX446" fmla="*/ 873460 w 7472601"/>
              <a:gd name="connsiteY446" fmla="*/ 6253768 h 6858000"/>
              <a:gd name="connsiteX447" fmla="*/ 192686 w 7472601"/>
              <a:gd name="connsiteY447" fmla="*/ 5849257 h 6858000"/>
              <a:gd name="connsiteX448" fmla="*/ 4696 w 7472601"/>
              <a:gd name="connsiteY448" fmla="*/ 5697668 h 6858000"/>
              <a:gd name="connsiteX449" fmla="*/ 0 w 7472601"/>
              <a:gd name="connsiteY449" fmla="*/ 5689984 h 6858000"/>
              <a:gd name="connsiteX450" fmla="*/ 0 w 7472601"/>
              <a:gd name="connsiteY450" fmla="*/ 5513472 h 6858000"/>
              <a:gd name="connsiteX451" fmla="*/ 174101 w 7472601"/>
              <a:gd name="connsiteY451" fmla="*/ 5620277 h 6858000"/>
              <a:gd name="connsiteX452" fmla="*/ 891800 w 7472601"/>
              <a:gd name="connsiteY452" fmla="*/ 6036935 h 6858000"/>
              <a:gd name="connsiteX453" fmla="*/ 1072219 w 7472601"/>
              <a:gd name="connsiteY453" fmla="*/ 6169443 h 6858000"/>
              <a:gd name="connsiteX454" fmla="*/ 1074117 w 7472601"/>
              <a:gd name="connsiteY454" fmla="*/ 6170301 h 6858000"/>
              <a:gd name="connsiteX455" fmla="*/ 1083114 w 7472601"/>
              <a:gd name="connsiteY455" fmla="*/ 6174131 h 6858000"/>
              <a:gd name="connsiteX456" fmla="*/ 1543010 w 7472601"/>
              <a:gd name="connsiteY456" fmla="*/ 6191140 h 6858000"/>
              <a:gd name="connsiteX457" fmla="*/ 1551080 w 7472601"/>
              <a:gd name="connsiteY457" fmla="*/ 6195006 h 6858000"/>
              <a:gd name="connsiteX458" fmla="*/ 2345443 w 7472601"/>
              <a:gd name="connsiteY458" fmla="*/ 5549882 h 6858000"/>
              <a:gd name="connsiteX459" fmla="*/ 1721499 w 7472601"/>
              <a:gd name="connsiteY459" fmla="*/ 5599969 h 6858000"/>
              <a:gd name="connsiteX460" fmla="*/ 767716 w 7472601"/>
              <a:gd name="connsiteY460" fmla="*/ 5472768 h 6858000"/>
              <a:gd name="connsiteX461" fmla="*/ 722147 w 7472601"/>
              <a:gd name="connsiteY461" fmla="*/ 5393091 h 6858000"/>
              <a:gd name="connsiteX462" fmla="*/ 1485552 w 7472601"/>
              <a:gd name="connsiteY462" fmla="*/ 5313202 h 6858000"/>
              <a:gd name="connsiteX463" fmla="*/ 2143004 w 7472601"/>
              <a:gd name="connsiteY463" fmla="*/ 5402420 h 6858000"/>
              <a:gd name="connsiteX464" fmla="*/ 1933391 w 7472601"/>
              <a:gd name="connsiteY464" fmla="*/ 5156971 h 6858000"/>
              <a:gd name="connsiteX465" fmla="*/ 1827118 w 7472601"/>
              <a:gd name="connsiteY465" fmla="*/ 4968410 h 6858000"/>
              <a:gd name="connsiteX466" fmla="*/ 1837349 w 7472601"/>
              <a:gd name="connsiteY466" fmla="*/ 4956357 h 6858000"/>
              <a:gd name="connsiteX467" fmla="*/ 2162835 w 7472601"/>
              <a:gd name="connsiteY467" fmla="*/ 5187853 h 6858000"/>
              <a:gd name="connsiteX468" fmla="*/ 2257167 w 7472601"/>
              <a:gd name="connsiteY468" fmla="*/ 5462123 h 6858000"/>
              <a:gd name="connsiteX469" fmla="*/ 2261598 w 7472601"/>
              <a:gd name="connsiteY469" fmla="*/ 5467998 h 6858000"/>
              <a:gd name="connsiteX470" fmla="*/ 2437177 w 7472601"/>
              <a:gd name="connsiteY470" fmla="*/ 5479608 h 6858000"/>
              <a:gd name="connsiteX471" fmla="*/ 2445247 w 7472601"/>
              <a:gd name="connsiteY471" fmla="*/ 5483476 h 6858000"/>
              <a:gd name="connsiteX472" fmla="*/ 2743626 w 7472601"/>
              <a:gd name="connsiteY472" fmla="*/ 5304819 h 6858000"/>
              <a:gd name="connsiteX473" fmla="*/ 3048102 w 7472601"/>
              <a:gd name="connsiteY473" fmla="*/ 5150595 h 6858000"/>
              <a:gd name="connsiteX474" fmla="*/ 1799414 w 7472601"/>
              <a:gd name="connsiteY474" fmla="*/ 4694732 h 6858000"/>
              <a:gd name="connsiteX475" fmla="*/ 1771735 w 7472601"/>
              <a:gd name="connsiteY475" fmla="*/ 4619929 h 6858000"/>
              <a:gd name="connsiteX476" fmla="*/ 3104273 w 7472601"/>
              <a:gd name="connsiteY476" fmla="*/ 5076159 h 6858000"/>
              <a:gd name="connsiteX477" fmla="*/ 3113245 w 7472601"/>
              <a:gd name="connsiteY477" fmla="*/ 5090705 h 6858000"/>
              <a:gd name="connsiteX478" fmla="*/ 3126294 w 7472601"/>
              <a:gd name="connsiteY478" fmla="*/ 5114400 h 6858000"/>
              <a:gd name="connsiteX479" fmla="*/ 3937433 w 7472601"/>
              <a:gd name="connsiteY479" fmla="*/ 4830473 h 6858000"/>
              <a:gd name="connsiteX480" fmla="*/ 3590475 w 7472601"/>
              <a:gd name="connsiteY480" fmla="*/ 4597974 h 6858000"/>
              <a:gd name="connsiteX481" fmla="*/ 3100264 w 7472601"/>
              <a:gd name="connsiteY481" fmla="*/ 4579845 h 6858000"/>
              <a:gd name="connsiteX482" fmla="*/ 2183576 w 7472601"/>
              <a:gd name="connsiteY482" fmla="*/ 4227150 h 6858000"/>
              <a:gd name="connsiteX483" fmla="*/ 2151029 w 7472601"/>
              <a:gd name="connsiteY483" fmla="*/ 4146947 h 6858000"/>
              <a:gd name="connsiteX484" fmla="*/ 3563434 w 7472601"/>
              <a:gd name="connsiteY484" fmla="*/ 4469115 h 6858000"/>
              <a:gd name="connsiteX485" fmla="*/ 3177952 w 7472601"/>
              <a:gd name="connsiteY485" fmla="*/ 3657386 h 6858000"/>
              <a:gd name="connsiteX486" fmla="*/ 3189263 w 7472601"/>
              <a:gd name="connsiteY486" fmla="*/ 3625726 h 6858000"/>
              <a:gd name="connsiteX487" fmla="*/ 3560912 w 7472601"/>
              <a:gd name="connsiteY487" fmla="*/ 4079863 h 6858000"/>
              <a:gd name="connsiteX488" fmla="*/ 3626636 w 7472601"/>
              <a:gd name="connsiteY488" fmla="*/ 4512230 h 6858000"/>
              <a:gd name="connsiteX489" fmla="*/ 3653088 w 7472601"/>
              <a:gd name="connsiteY489" fmla="*/ 4521417 h 6858000"/>
              <a:gd name="connsiteX490" fmla="*/ 3988128 w 7472601"/>
              <a:gd name="connsiteY490" fmla="*/ 4817267 h 6858000"/>
              <a:gd name="connsiteX491" fmla="*/ 4830582 w 7472601"/>
              <a:gd name="connsiteY491" fmla="*/ 4676000 h 6858000"/>
              <a:gd name="connsiteX492" fmla="*/ 4830100 w 7472601"/>
              <a:gd name="connsiteY492" fmla="*/ 4675554 h 6858000"/>
              <a:gd name="connsiteX493" fmla="*/ 4036318 w 7472601"/>
              <a:gd name="connsiteY493" fmla="*/ 4147013 h 6858000"/>
              <a:gd name="connsiteX494" fmla="*/ 3432098 w 7472601"/>
              <a:gd name="connsiteY494" fmla="*/ 3537312 h 6858000"/>
              <a:gd name="connsiteX495" fmla="*/ 3446761 w 7472601"/>
              <a:gd name="connsiteY495" fmla="*/ 3461278 h 6858000"/>
              <a:gd name="connsiteX496" fmla="*/ 4419733 w 7472601"/>
              <a:gd name="connsiteY496" fmla="*/ 3963555 h 6858000"/>
              <a:gd name="connsiteX497" fmla="*/ 4781371 w 7472601"/>
              <a:gd name="connsiteY497" fmla="*/ 4458604 h 6858000"/>
              <a:gd name="connsiteX498" fmla="*/ 4780440 w 7472601"/>
              <a:gd name="connsiteY498" fmla="*/ 4470290 h 6858000"/>
              <a:gd name="connsiteX499" fmla="*/ 4898954 w 7472601"/>
              <a:gd name="connsiteY499" fmla="*/ 4662092 h 6858000"/>
              <a:gd name="connsiteX500" fmla="*/ 4900699 w 7472601"/>
              <a:gd name="connsiteY500" fmla="*/ 4670867 h 6858000"/>
              <a:gd name="connsiteX501" fmla="*/ 5714511 w 7472601"/>
              <a:gd name="connsiteY501" fmla="*/ 4663483 h 6858000"/>
              <a:gd name="connsiteX502" fmla="*/ 5464793 w 7472601"/>
              <a:gd name="connsiteY502" fmla="*/ 4393556 h 6858000"/>
              <a:gd name="connsiteX503" fmla="*/ 5461897 w 7472601"/>
              <a:gd name="connsiteY503" fmla="*/ 4390879 h 6858000"/>
              <a:gd name="connsiteX504" fmla="*/ 4294126 w 7472601"/>
              <a:gd name="connsiteY504" fmla="*/ 3303048 h 6858000"/>
              <a:gd name="connsiteX505" fmla="*/ 4305321 w 7472601"/>
              <a:gd name="connsiteY505" fmla="*/ 3256953 h 6858000"/>
              <a:gd name="connsiteX506" fmla="*/ 4949299 w 7472601"/>
              <a:gd name="connsiteY506" fmla="*/ 3766336 h 6858000"/>
              <a:gd name="connsiteX507" fmla="*/ 5291452 w 7472601"/>
              <a:gd name="connsiteY507" fmla="*/ 4076801 h 6858000"/>
              <a:gd name="connsiteX508" fmla="*/ 5434998 w 7472601"/>
              <a:gd name="connsiteY508" fmla="*/ 4254100 h 6858000"/>
              <a:gd name="connsiteX509" fmla="*/ 5351015 w 7472601"/>
              <a:gd name="connsiteY509" fmla="*/ 3760989 h 6858000"/>
              <a:gd name="connsiteX510" fmla="*/ 5413780 w 7472601"/>
              <a:gd name="connsiteY510" fmla="*/ 2966265 h 6858000"/>
              <a:gd name="connsiteX511" fmla="*/ 5425627 w 7472601"/>
              <a:gd name="connsiteY511" fmla="*/ 2954192 h 6858000"/>
              <a:gd name="connsiteX512" fmla="*/ 6604735 w 7472601"/>
              <a:gd name="connsiteY512" fmla="*/ 2041381 h 6858000"/>
              <a:gd name="connsiteX513" fmla="*/ 7204487 w 7472601"/>
              <a:gd name="connsiteY513" fmla="*/ 2742112 h 6858000"/>
              <a:gd name="connsiteX514" fmla="*/ 7131592 w 7472601"/>
              <a:gd name="connsiteY514" fmla="*/ 2672096 h 6858000"/>
              <a:gd name="connsiteX515" fmla="*/ 6996344 w 7472601"/>
              <a:gd name="connsiteY515" fmla="*/ 2518310 h 6858000"/>
              <a:gd name="connsiteX516" fmla="*/ 6735495 w 7472601"/>
              <a:gd name="connsiteY516" fmla="*/ 2196890 h 6858000"/>
              <a:gd name="connsiteX517" fmla="*/ 6721901 w 7472601"/>
              <a:gd name="connsiteY517" fmla="*/ 2179274 h 6858000"/>
              <a:gd name="connsiteX518" fmla="*/ 6604735 w 7472601"/>
              <a:gd name="connsiteY518" fmla="*/ 2041381 h 6858000"/>
              <a:gd name="connsiteX519" fmla="*/ 6591670 w 7472601"/>
              <a:gd name="connsiteY519" fmla="*/ 1988277 h 6858000"/>
              <a:gd name="connsiteX520" fmla="*/ 6747349 w 7472601"/>
              <a:gd name="connsiteY520" fmla="*/ 2160069 h 6858000"/>
              <a:gd name="connsiteX521" fmla="*/ 6760943 w 7472601"/>
              <a:gd name="connsiteY521" fmla="*/ 2177686 h 6858000"/>
              <a:gd name="connsiteX522" fmla="*/ 7021065 w 7472601"/>
              <a:gd name="connsiteY522" fmla="*/ 2498102 h 6858000"/>
              <a:gd name="connsiteX523" fmla="*/ 7155223 w 7472601"/>
              <a:gd name="connsiteY523" fmla="*/ 2650386 h 6858000"/>
              <a:gd name="connsiteX524" fmla="*/ 7203167 w 7472601"/>
              <a:gd name="connsiteY524" fmla="*/ 2697288 h 6858000"/>
              <a:gd name="connsiteX525" fmla="*/ 6937703 w 7472601"/>
              <a:gd name="connsiteY525" fmla="*/ 2321981 h 6858000"/>
              <a:gd name="connsiteX526" fmla="*/ 6591670 w 7472601"/>
              <a:gd name="connsiteY526" fmla="*/ 1988277 h 6858000"/>
              <a:gd name="connsiteX527" fmla="*/ 5798671 w 7472601"/>
              <a:gd name="connsiteY527" fmla="*/ 1981601 h 6858000"/>
              <a:gd name="connsiteX528" fmla="*/ 5754709 w 7472601"/>
              <a:gd name="connsiteY528" fmla="*/ 2071454 h 6858000"/>
              <a:gd name="connsiteX529" fmla="*/ 5763044 w 7472601"/>
              <a:gd name="connsiteY529" fmla="*/ 2842206 h 6858000"/>
              <a:gd name="connsiteX530" fmla="*/ 5764974 w 7472601"/>
              <a:gd name="connsiteY530" fmla="*/ 2799609 h 6858000"/>
              <a:gd name="connsiteX531" fmla="*/ 5767665 w 7472601"/>
              <a:gd name="connsiteY531" fmla="*/ 2666409 h 6858000"/>
              <a:gd name="connsiteX532" fmla="*/ 5763055 w 7472601"/>
              <a:gd name="connsiteY532" fmla="*/ 2579705 h 6858000"/>
              <a:gd name="connsiteX533" fmla="*/ 5758079 w 7472601"/>
              <a:gd name="connsiteY533" fmla="*/ 2492508 h 6858000"/>
              <a:gd name="connsiteX534" fmla="*/ 5779325 w 7472601"/>
              <a:gd name="connsiteY534" fmla="*/ 2197069 h 6858000"/>
              <a:gd name="connsiteX535" fmla="*/ 5798671 w 7472601"/>
              <a:gd name="connsiteY535" fmla="*/ 1981601 h 6858000"/>
              <a:gd name="connsiteX536" fmla="*/ 5829202 w 7472601"/>
              <a:gd name="connsiteY536" fmla="*/ 1971679 h 6858000"/>
              <a:gd name="connsiteX537" fmla="*/ 5809558 w 7472601"/>
              <a:gd name="connsiteY537" fmla="*/ 2198043 h 6858000"/>
              <a:gd name="connsiteX538" fmla="*/ 5788653 w 7472601"/>
              <a:gd name="connsiteY538" fmla="*/ 2489430 h 6858000"/>
              <a:gd name="connsiteX539" fmla="*/ 5793439 w 7472601"/>
              <a:gd name="connsiteY539" fmla="*/ 2575235 h 6858000"/>
              <a:gd name="connsiteX540" fmla="*/ 5796837 w 7472601"/>
              <a:gd name="connsiteY540" fmla="*/ 2637633 h 6858000"/>
              <a:gd name="connsiteX541" fmla="*/ 5818614 w 7472601"/>
              <a:gd name="connsiteY541" fmla="*/ 2473055 h 6858000"/>
              <a:gd name="connsiteX542" fmla="*/ 5829202 w 7472601"/>
              <a:gd name="connsiteY542" fmla="*/ 1971679 h 6858000"/>
              <a:gd name="connsiteX543" fmla="*/ 5911389 w 7472601"/>
              <a:gd name="connsiteY543" fmla="*/ 1898371 h 6858000"/>
              <a:gd name="connsiteX544" fmla="*/ 6237627 w 7472601"/>
              <a:gd name="connsiteY544" fmla="*/ 2231921 h 6858000"/>
              <a:gd name="connsiteX545" fmla="*/ 5911389 w 7472601"/>
              <a:gd name="connsiteY545" fmla="*/ 1898371 h 6858000"/>
              <a:gd name="connsiteX546" fmla="*/ 6944437 w 7472601"/>
              <a:gd name="connsiteY546" fmla="*/ 1575402 h 6858000"/>
              <a:gd name="connsiteX547" fmla="*/ 6304730 w 7472601"/>
              <a:gd name="connsiteY547" fmla="*/ 1766654 h 6858000"/>
              <a:gd name="connsiteX548" fmla="*/ 6944437 w 7472601"/>
              <a:gd name="connsiteY548" fmla="*/ 1575402 h 6858000"/>
              <a:gd name="connsiteX549" fmla="*/ 7019523 w 7472601"/>
              <a:gd name="connsiteY549" fmla="*/ 1519450 h 6858000"/>
              <a:gd name="connsiteX550" fmla="*/ 6298091 w 7472601"/>
              <a:gd name="connsiteY550" fmla="*/ 1737122 h 6858000"/>
              <a:gd name="connsiteX551" fmla="*/ 7019523 w 7472601"/>
              <a:gd name="connsiteY551" fmla="*/ 1519450 h 6858000"/>
              <a:gd name="connsiteX552" fmla="*/ 2399523 w 7472601"/>
              <a:gd name="connsiteY552" fmla="*/ 1428234 h 6858000"/>
              <a:gd name="connsiteX553" fmla="*/ 2224982 w 7472601"/>
              <a:gd name="connsiteY553" fmla="*/ 1826201 h 6858000"/>
              <a:gd name="connsiteX554" fmla="*/ 2096099 w 7472601"/>
              <a:gd name="connsiteY554" fmla="*/ 2345900 h 6858000"/>
              <a:gd name="connsiteX555" fmla="*/ 2283317 w 7472601"/>
              <a:gd name="connsiteY555" fmla="*/ 1796925 h 6858000"/>
              <a:gd name="connsiteX556" fmla="*/ 2399523 w 7472601"/>
              <a:gd name="connsiteY556" fmla="*/ 1428234 h 6858000"/>
              <a:gd name="connsiteX557" fmla="*/ 2448558 w 7472601"/>
              <a:gd name="connsiteY557" fmla="*/ 1373435 h 6858000"/>
              <a:gd name="connsiteX558" fmla="*/ 2312521 w 7472601"/>
              <a:gd name="connsiteY558" fmla="*/ 1806140 h 6858000"/>
              <a:gd name="connsiteX559" fmla="*/ 2127533 w 7472601"/>
              <a:gd name="connsiteY559" fmla="*/ 2348380 h 6858000"/>
              <a:gd name="connsiteX560" fmla="*/ 2358080 w 7472601"/>
              <a:gd name="connsiteY560" fmla="*/ 1866134 h 6858000"/>
              <a:gd name="connsiteX561" fmla="*/ 2407436 w 7472601"/>
              <a:gd name="connsiteY561" fmla="*/ 1651070 h 6858000"/>
              <a:gd name="connsiteX562" fmla="*/ 2448558 w 7472601"/>
              <a:gd name="connsiteY562" fmla="*/ 1373435 h 6858000"/>
              <a:gd name="connsiteX563" fmla="*/ 278707 w 7472601"/>
              <a:gd name="connsiteY563" fmla="*/ 1352270 h 6858000"/>
              <a:gd name="connsiteX564" fmla="*/ 321570 w 7472601"/>
              <a:gd name="connsiteY564" fmla="*/ 1861610 h 6858000"/>
              <a:gd name="connsiteX565" fmla="*/ 294281 w 7472601"/>
              <a:gd name="connsiteY565" fmla="*/ 1440658 h 6858000"/>
              <a:gd name="connsiteX566" fmla="*/ 278707 w 7472601"/>
              <a:gd name="connsiteY566" fmla="*/ 1352270 h 6858000"/>
              <a:gd name="connsiteX567" fmla="*/ 1423821 w 7472601"/>
              <a:gd name="connsiteY567" fmla="*/ 1351958 h 6858000"/>
              <a:gd name="connsiteX568" fmla="*/ 1638521 w 7472601"/>
              <a:gd name="connsiteY568" fmla="*/ 1908470 h 6858000"/>
              <a:gd name="connsiteX569" fmla="*/ 1754199 w 7472601"/>
              <a:gd name="connsiteY569" fmla="*/ 2149284 h 6858000"/>
              <a:gd name="connsiteX570" fmla="*/ 1908359 w 7472601"/>
              <a:gd name="connsiteY570" fmla="*/ 2364988 h 6858000"/>
              <a:gd name="connsiteX571" fmla="*/ 1647661 w 7472601"/>
              <a:gd name="connsiteY571" fmla="*/ 1825945 h 6858000"/>
              <a:gd name="connsiteX572" fmla="*/ 1423821 w 7472601"/>
              <a:gd name="connsiteY572" fmla="*/ 1351958 h 6858000"/>
              <a:gd name="connsiteX573" fmla="*/ 1431890 w 7472601"/>
              <a:gd name="connsiteY573" fmla="*/ 1306475 h 6858000"/>
              <a:gd name="connsiteX574" fmla="*/ 1507597 w 7472601"/>
              <a:gd name="connsiteY574" fmla="*/ 1446132 h 6858000"/>
              <a:gd name="connsiteX575" fmla="*/ 1674586 w 7472601"/>
              <a:gd name="connsiteY575" fmla="*/ 1813832 h 6858000"/>
              <a:gd name="connsiteX576" fmla="*/ 1815950 w 7472601"/>
              <a:gd name="connsiteY576" fmla="*/ 2128564 h 6858000"/>
              <a:gd name="connsiteX577" fmla="*/ 1984242 w 7472601"/>
              <a:gd name="connsiteY577" fmla="*/ 2430829 h 6858000"/>
              <a:gd name="connsiteX578" fmla="*/ 2014023 w 7472601"/>
              <a:gd name="connsiteY578" fmla="*/ 2450995 h 6858000"/>
              <a:gd name="connsiteX579" fmla="*/ 1747337 w 7472601"/>
              <a:gd name="connsiteY579" fmla="*/ 1855264 h 6858000"/>
              <a:gd name="connsiteX580" fmla="*/ 1533749 w 7472601"/>
              <a:gd name="connsiteY580" fmla="*/ 1478656 h 6858000"/>
              <a:gd name="connsiteX581" fmla="*/ 1431890 w 7472601"/>
              <a:gd name="connsiteY581" fmla="*/ 1306475 h 6858000"/>
              <a:gd name="connsiteX582" fmla="*/ 5052692 w 7472601"/>
              <a:gd name="connsiteY582" fmla="*/ 1292994 h 6858000"/>
              <a:gd name="connsiteX583" fmla="*/ 5200661 w 7472601"/>
              <a:gd name="connsiteY583" fmla="*/ 1635186 h 6858000"/>
              <a:gd name="connsiteX584" fmla="*/ 5297138 w 7472601"/>
              <a:gd name="connsiteY584" fmla="*/ 1906351 h 6858000"/>
              <a:gd name="connsiteX585" fmla="*/ 5052692 w 7472601"/>
              <a:gd name="connsiteY585" fmla="*/ 1292994 h 6858000"/>
              <a:gd name="connsiteX586" fmla="*/ 5009948 w 7472601"/>
              <a:gd name="connsiteY586" fmla="*/ 1273619 h 6858000"/>
              <a:gd name="connsiteX587" fmla="*/ 5121777 w 7472601"/>
              <a:gd name="connsiteY587" fmla="*/ 1654213 h 6858000"/>
              <a:gd name="connsiteX588" fmla="*/ 5293545 w 7472601"/>
              <a:gd name="connsiteY588" fmla="*/ 2072247 h 6858000"/>
              <a:gd name="connsiteX589" fmla="*/ 5294042 w 7472601"/>
              <a:gd name="connsiteY589" fmla="*/ 2065019 h 6858000"/>
              <a:gd name="connsiteX590" fmla="*/ 5171936 w 7472601"/>
              <a:gd name="connsiteY590" fmla="*/ 1647613 h 6858000"/>
              <a:gd name="connsiteX591" fmla="*/ 5009948 w 7472601"/>
              <a:gd name="connsiteY591" fmla="*/ 1273619 h 6858000"/>
              <a:gd name="connsiteX592" fmla="*/ 655236 w 7472601"/>
              <a:gd name="connsiteY592" fmla="*/ 1268632 h 6858000"/>
              <a:gd name="connsiteX593" fmla="*/ 839521 w 7472601"/>
              <a:gd name="connsiteY593" fmla="*/ 1685315 h 6858000"/>
              <a:gd name="connsiteX594" fmla="*/ 1109416 w 7472601"/>
              <a:gd name="connsiteY594" fmla="*/ 2061663 h 6858000"/>
              <a:gd name="connsiteX595" fmla="*/ 1298300 w 7472601"/>
              <a:gd name="connsiteY595" fmla="*/ 2247742 h 6858000"/>
              <a:gd name="connsiteX596" fmla="*/ 1125871 w 7472601"/>
              <a:gd name="connsiteY596" fmla="*/ 1989513 h 6858000"/>
              <a:gd name="connsiteX597" fmla="*/ 981574 w 7472601"/>
              <a:gd name="connsiteY597" fmla="*/ 1783157 h 6858000"/>
              <a:gd name="connsiteX598" fmla="*/ 922198 w 7472601"/>
              <a:gd name="connsiteY598" fmla="*/ 1677437 h 6858000"/>
              <a:gd name="connsiteX599" fmla="*/ 869293 w 7472601"/>
              <a:gd name="connsiteY599" fmla="*/ 1583214 h 6858000"/>
              <a:gd name="connsiteX600" fmla="*/ 751431 w 7472601"/>
              <a:gd name="connsiteY600" fmla="*/ 1405731 h 6858000"/>
              <a:gd name="connsiteX601" fmla="*/ 655236 w 7472601"/>
              <a:gd name="connsiteY601" fmla="*/ 1268632 h 6858000"/>
              <a:gd name="connsiteX602" fmla="*/ 6516292 w 7472601"/>
              <a:gd name="connsiteY602" fmla="*/ 1263064 h 6858000"/>
              <a:gd name="connsiteX603" fmla="*/ 5736320 w 7472601"/>
              <a:gd name="connsiteY603" fmla="*/ 1501803 h 6858000"/>
              <a:gd name="connsiteX604" fmla="*/ 6516292 w 7472601"/>
              <a:gd name="connsiteY604" fmla="*/ 1263064 h 6858000"/>
              <a:gd name="connsiteX605" fmla="*/ 291466 w 7472601"/>
              <a:gd name="connsiteY605" fmla="*/ 1250369 h 6858000"/>
              <a:gd name="connsiteX606" fmla="*/ 323180 w 7472601"/>
              <a:gd name="connsiteY606" fmla="*/ 1435283 h 6858000"/>
              <a:gd name="connsiteX607" fmla="*/ 349381 w 7472601"/>
              <a:gd name="connsiteY607" fmla="*/ 1875041 h 6858000"/>
              <a:gd name="connsiteX608" fmla="*/ 374363 w 7472601"/>
              <a:gd name="connsiteY608" fmla="*/ 1506494 h 6858000"/>
              <a:gd name="connsiteX609" fmla="*/ 302168 w 7472601"/>
              <a:gd name="connsiteY609" fmla="*/ 1274495 h 6858000"/>
              <a:gd name="connsiteX610" fmla="*/ 291466 w 7472601"/>
              <a:gd name="connsiteY610" fmla="*/ 1250369 h 6858000"/>
              <a:gd name="connsiteX611" fmla="*/ 678222 w 7472601"/>
              <a:gd name="connsiteY611" fmla="*/ 1248670 h 6858000"/>
              <a:gd name="connsiteX612" fmla="*/ 775536 w 7472601"/>
              <a:gd name="connsiteY612" fmla="*/ 1388015 h 6858000"/>
              <a:gd name="connsiteX613" fmla="*/ 894529 w 7472601"/>
              <a:gd name="connsiteY613" fmla="*/ 1567739 h 6858000"/>
              <a:gd name="connsiteX614" fmla="*/ 948000 w 7472601"/>
              <a:gd name="connsiteY614" fmla="*/ 1663088 h 6858000"/>
              <a:gd name="connsiteX615" fmla="*/ 1006812 w 7472601"/>
              <a:gd name="connsiteY615" fmla="*/ 1767683 h 6858000"/>
              <a:gd name="connsiteX616" fmla="*/ 1149133 w 7472601"/>
              <a:gd name="connsiteY616" fmla="*/ 1971513 h 6858000"/>
              <a:gd name="connsiteX617" fmla="*/ 1333952 w 7472601"/>
              <a:gd name="connsiteY617" fmla="*/ 2251620 h 6858000"/>
              <a:gd name="connsiteX618" fmla="*/ 1337329 w 7472601"/>
              <a:gd name="connsiteY618" fmla="*/ 2258350 h 6858000"/>
              <a:gd name="connsiteX619" fmla="*/ 1014726 w 7472601"/>
              <a:gd name="connsiteY619" fmla="*/ 1615556 h 6858000"/>
              <a:gd name="connsiteX620" fmla="*/ 678222 w 7472601"/>
              <a:gd name="connsiteY620" fmla="*/ 1248670 h 6858000"/>
              <a:gd name="connsiteX621" fmla="*/ 6691602 w 7472601"/>
              <a:gd name="connsiteY621" fmla="*/ 1140573 h 6858000"/>
              <a:gd name="connsiteX622" fmla="*/ 6571100 w 7472601"/>
              <a:gd name="connsiteY622" fmla="*/ 1183662 h 6858000"/>
              <a:gd name="connsiteX623" fmla="*/ 6241687 w 7472601"/>
              <a:gd name="connsiteY623" fmla="*/ 1257600 h 6858000"/>
              <a:gd name="connsiteX624" fmla="*/ 5693009 w 7472601"/>
              <a:gd name="connsiteY624" fmla="*/ 1478256 h 6858000"/>
              <a:gd name="connsiteX625" fmla="*/ 6548420 w 7472601"/>
              <a:gd name="connsiteY625" fmla="*/ 1214599 h 6858000"/>
              <a:gd name="connsiteX626" fmla="*/ 6605473 w 7472601"/>
              <a:gd name="connsiteY626" fmla="*/ 1184686 h 6858000"/>
              <a:gd name="connsiteX627" fmla="*/ 6691602 w 7472601"/>
              <a:gd name="connsiteY627" fmla="*/ 1140573 h 6858000"/>
              <a:gd name="connsiteX628" fmla="*/ 4002475 w 7472601"/>
              <a:gd name="connsiteY628" fmla="*/ 1037802 h 6858000"/>
              <a:gd name="connsiteX629" fmla="*/ 4000324 w 7472601"/>
              <a:gd name="connsiteY629" fmla="*/ 1039362 h 6858000"/>
              <a:gd name="connsiteX630" fmla="*/ 4002862 w 7472601"/>
              <a:gd name="connsiteY630" fmla="*/ 1042866 h 6858000"/>
              <a:gd name="connsiteX631" fmla="*/ 4002475 w 7472601"/>
              <a:gd name="connsiteY631" fmla="*/ 1037802 h 6858000"/>
              <a:gd name="connsiteX632" fmla="*/ 506322 w 7472601"/>
              <a:gd name="connsiteY632" fmla="*/ 1020997 h 6858000"/>
              <a:gd name="connsiteX633" fmla="*/ 533068 w 7472601"/>
              <a:gd name="connsiteY633" fmla="*/ 1029409 h 6858000"/>
              <a:gd name="connsiteX634" fmla="*/ 1232525 w 7472601"/>
              <a:gd name="connsiteY634" fmla="*/ 1804675 h 6858000"/>
              <a:gd name="connsiteX635" fmla="*/ 1388858 w 7472601"/>
              <a:gd name="connsiteY635" fmla="*/ 2368011 h 6858000"/>
              <a:gd name="connsiteX636" fmla="*/ 1384098 w 7472601"/>
              <a:gd name="connsiteY636" fmla="*/ 2378125 h 6858000"/>
              <a:gd name="connsiteX637" fmla="*/ 1425393 w 7472601"/>
              <a:gd name="connsiteY637" fmla="*/ 2589124 h 6858000"/>
              <a:gd name="connsiteX638" fmla="*/ 1424001 w 7472601"/>
              <a:gd name="connsiteY638" fmla="*/ 2597541 h 6858000"/>
              <a:gd name="connsiteX639" fmla="*/ 2152729 w 7472601"/>
              <a:gd name="connsiteY639" fmla="*/ 2864487 h 6858000"/>
              <a:gd name="connsiteX640" fmla="*/ 2020609 w 7472601"/>
              <a:gd name="connsiteY640" fmla="*/ 2539671 h 6858000"/>
              <a:gd name="connsiteX641" fmla="*/ 2018920 w 7472601"/>
              <a:gd name="connsiteY641" fmla="*/ 2536309 h 6858000"/>
              <a:gd name="connsiteX642" fmla="*/ 1342441 w 7472601"/>
              <a:gd name="connsiteY642" fmla="*/ 1173017 h 6858000"/>
              <a:gd name="connsiteX643" fmla="*/ 1367925 w 7472601"/>
              <a:gd name="connsiteY643" fmla="*/ 1135648 h 6858000"/>
              <a:gd name="connsiteX644" fmla="*/ 1771401 w 7472601"/>
              <a:gd name="connsiteY644" fmla="*/ 1806673 h 6858000"/>
              <a:gd name="connsiteX645" fmla="*/ 1972385 w 7472601"/>
              <a:gd name="connsiteY645" fmla="*/ 2198735 h 6858000"/>
              <a:gd name="connsiteX646" fmla="*/ 2040892 w 7472601"/>
              <a:gd name="connsiteY646" fmla="*/ 2405205 h 6858000"/>
              <a:gd name="connsiteX647" fmla="*/ 2131689 w 7472601"/>
              <a:gd name="connsiteY647" fmla="*/ 1936926 h 6858000"/>
              <a:gd name="connsiteX648" fmla="*/ 2454820 w 7472601"/>
              <a:gd name="connsiteY648" fmla="*/ 1248808 h 6858000"/>
              <a:gd name="connsiteX649" fmla="*/ 2492512 w 7472601"/>
              <a:gd name="connsiteY649" fmla="*/ 1302920 h 6858000"/>
              <a:gd name="connsiteX650" fmla="*/ 2081216 w 7472601"/>
              <a:gd name="connsiteY650" fmla="*/ 2527513 h 6858000"/>
              <a:gd name="connsiteX651" fmla="*/ 2081211 w 7472601"/>
              <a:gd name="connsiteY651" fmla="*/ 2528916 h 6858000"/>
              <a:gd name="connsiteX652" fmla="*/ 2199067 w 7472601"/>
              <a:gd name="connsiteY652" fmla="*/ 2884061 h 6858000"/>
              <a:gd name="connsiteX653" fmla="*/ 3192586 w 7472601"/>
              <a:gd name="connsiteY653" fmla="*/ 3411496 h 6858000"/>
              <a:gd name="connsiteX654" fmla="*/ 3182620 w 7472601"/>
              <a:gd name="connsiteY654" fmla="*/ 3483279 h 6858000"/>
              <a:gd name="connsiteX655" fmla="*/ 2435119 w 7472601"/>
              <a:gd name="connsiteY655" fmla="*/ 3080173 h 6858000"/>
              <a:gd name="connsiteX656" fmla="*/ 2410152 w 7472601"/>
              <a:gd name="connsiteY656" fmla="*/ 3063751 h 6858000"/>
              <a:gd name="connsiteX657" fmla="*/ 2408099 w 7472601"/>
              <a:gd name="connsiteY657" fmla="*/ 3064403 h 6858000"/>
              <a:gd name="connsiteX658" fmla="*/ 2407218 w 7472601"/>
              <a:gd name="connsiteY658" fmla="*/ 3070324 h 6858000"/>
              <a:gd name="connsiteX659" fmla="*/ 2380138 w 7472601"/>
              <a:gd name="connsiteY659" fmla="*/ 3099341 h 6858000"/>
              <a:gd name="connsiteX660" fmla="*/ 1765923 w 7472601"/>
              <a:gd name="connsiteY660" fmla="*/ 3581043 h 6858000"/>
              <a:gd name="connsiteX661" fmla="*/ 1702258 w 7472601"/>
              <a:gd name="connsiteY661" fmla="*/ 3612286 h 6858000"/>
              <a:gd name="connsiteX662" fmla="*/ 1538370 w 7472601"/>
              <a:gd name="connsiteY662" fmla="*/ 3811804 h 6858000"/>
              <a:gd name="connsiteX663" fmla="*/ 542867 w 7472601"/>
              <a:gd name="connsiteY663" fmla="*/ 4944092 h 6858000"/>
              <a:gd name="connsiteX664" fmla="*/ 515800 w 7472601"/>
              <a:gd name="connsiteY664" fmla="*/ 4862180 h 6858000"/>
              <a:gd name="connsiteX665" fmla="*/ 909145 w 7472601"/>
              <a:gd name="connsiteY665" fmla="*/ 4199225 h 6858000"/>
              <a:gd name="connsiteX666" fmla="*/ 1214067 w 7472601"/>
              <a:gd name="connsiteY666" fmla="*/ 3908561 h 6858000"/>
              <a:gd name="connsiteX667" fmla="*/ 640967 w 7472601"/>
              <a:gd name="connsiteY667" fmla="*/ 4105601 h 6858000"/>
              <a:gd name="connsiteX668" fmla="*/ 112563 w 7472601"/>
              <a:gd name="connsiteY668" fmla="*/ 4396952 h 6858000"/>
              <a:gd name="connsiteX669" fmla="*/ 0 w 7472601"/>
              <a:gd name="connsiteY669" fmla="*/ 4466006 h 6858000"/>
              <a:gd name="connsiteX670" fmla="*/ 0 w 7472601"/>
              <a:gd name="connsiteY670" fmla="*/ 4233763 h 6858000"/>
              <a:gd name="connsiteX671" fmla="*/ 36881 w 7472601"/>
              <a:gd name="connsiteY671" fmla="*/ 4200118 h 6858000"/>
              <a:gd name="connsiteX672" fmla="*/ 910534 w 7472601"/>
              <a:gd name="connsiteY672" fmla="*/ 3629753 h 6858000"/>
              <a:gd name="connsiteX673" fmla="*/ 1578717 w 7472601"/>
              <a:gd name="connsiteY673" fmla="*/ 3575982 h 6858000"/>
              <a:gd name="connsiteX674" fmla="*/ 2338780 w 7472601"/>
              <a:gd name="connsiteY674" fmla="*/ 3033725 h 6858000"/>
              <a:gd name="connsiteX675" fmla="*/ 1807991 w 7472601"/>
              <a:gd name="connsiteY675" fmla="*/ 2807184 h 6858000"/>
              <a:gd name="connsiteX676" fmla="*/ 1416358 w 7472601"/>
              <a:gd name="connsiteY676" fmla="*/ 3112571 h 6858000"/>
              <a:gd name="connsiteX677" fmla="*/ 939066 w 7472601"/>
              <a:gd name="connsiteY677" fmla="*/ 3378798 h 6858000"/>
              <a:gd name="connsiteX678" fmla="*/ 115099 w 7472601"/>
              <a:gd name="connsiteY678" fmla="*/ 3607650 h 6858000"/>
              <a:gd name="connsiteX679" fmla="*/ 97284 w 7472601"/>
              <a:gd name="connsiteY679" fmla="*/ 3520393 h 6858000"/>
              <a:gd name="connsiteX680" fmla="*/ 922050 w 7472601"/>
              <a:gd name="connsiteY680" fmla="*/ 3074867 h 6858000"/>
              <a:gd name="connsiteX681" fmla="*/ 1405265 w 7472601"/>
              <a:gd name="connsiteY681" fmla="*/ 3016319 h 6858000"/>
              <a:gd name="connsiteX682" fmla="*/ 1407512 w 7472601"/>
              <a:gd name="connsiteY682" fmla="*/ 3018001 h 6858000"/>
              <a:gd name="connsiteX683" fmla="*/ 1726266 w 7472601"/>
              <a:gd name="connsiteY683" fmla="*/ 2777274 h 6858000"/>
              <a:gd name="connsiteX684" fmla="*/ 625390 w 7472601"/>
              <a:gd name="connsiteY684" fmla="*/ 2514541 h 6858000"/>
              <a:gd name="connsiteX685" fmla="*/ 619799 w 7472601"/>
              <a:gd name="connsiteY685" fmla="*/ 2527180 h 6858000"/>
              <a:gd name="connsiteX686" fmla="*/ 310030 w 7472601"/>
              <a:gd name="connsiteY686" fmla="*/ 2771818 h 6858000"/>
              <a:gd name="connsiteX687" fmla="*/ 173877 w 7472601"/>
              <a:gd name="connsiteY687" fmla="*/ 2937056 h 6858000"/>
              <a:gd name="connsiteX688" fmla="*/ 77889 w 7472601"/>
              <a:gd name="connsiteY688" fmla="*/ 3138440 h 6858000"/>
              <a:gd name="connsiteX689" fmla="*/ 0 w 7472601"/>
              <a:gd name="connsiteY689" fmla="*/ 3271395 h 6858000"/>
              <a:gd name="connsiteX690" fmla="*/ 0 w 7472601"/>
              <a:gd name="connsiteY690" fmla="*/ 3153002 h 6858000"/>
              <a:gd name="connsiteX691" fmla="*/ 2386 w 7472601"/>
              <a:gd name="connsiteY691" fmla="*/ 3149203 h 6858000"/>
              <a:gd name="connsiteX692" fmla="*/ 89753 w 7472601"/>
              <a:gd name="connsiteY692" fmla="*/ 2987702 h 6858000"/>
              <a:gd name="connsiteX693" fmla="*/ 76869 w 7472601"/>
              <a:gd name="connsiteY693" fmla="*/ 3005404 h 6858000"/>
              <a:gd name="connsiteX694" fmla="*/ 32049 w 7472601"/>
              <a:gd name="connsiteY694" fmla="*/ 3065814 h 6858000"/>
              <a:gd name="connsiteX695" fmla="*/ 0 w 7472601"/>
              <a:gd name="connsiteY695" fmla="*/ 3108744 h 6858000"/>
              <a:gd name="connsiteX696" fmla="*/ 0 w 7472601"/>
              <a:gd name="connsiteY696" fmla="*/ 3058059 h 6858000"/>
              <a:gd name="connsiteX697" fmla="*/ 7610 w 7472601"/>
              <a:gd name="connsiteY697" fmla="*/ 3047889 h 6858000"/>
              <a:gd name="connsiteX698" fmla="*/ 52419 w 7472601"/>
              <a:gd name="connsiteY698" fmla="*/ 2987479 h 6858000"/>
              <a:gd name="connsiteX699" fmla="*/ 59142 w 7472601"/>
              <a:gd name="connsiteY699" fmla="*/ 2978488 h 6858000"/>
              <a:gd name="connsiteX700" fmla="*/ 0 w 7472601"/>
              <a:gd name="connsiteY700" fmla="*/ 3015334 h 6858000"/>
              <a:gd name="connsiteX701" fmla="*/ 0 w 7472601"/>
              <a:gd name="connsiteY701" fmla="*/ 2914286 h 6858000"/>
              <a:gd name="connsiteX702" fmla="*/ 36383 w 7472601"/>
              <a:gd name="connsiteY702" fmla="*/ 2901128 h 6858000"/>
              <a:gd name="connsiteX703" fmla="*/ 156329 w 7472601"/>
              <a:gd name="connsiteY703" fmla="*/ 2840533 h 6858000"/>
              <a:gd name="connsiteX704" fmla="*/ 358355 w 7472601"/>
              <a:gd name="connsiteY704" fmla="*/ 2620471 h 6858000"/>
              <a:gd name="connsiteX705" fmla="*/ 510577 w 7472601"/>
              <a:gd name="connsiteY705" fmla="*/ 2501244 h 6858000"/>
              <a:gd name="connsiteX706" fmla="*/ 211967 w 7472601"/>
              <a:gd name="connsiteY706" fmla="*/ 2479171 h 6858000"/>
              <a:gd name="connsiteX707" fmla="*/ 0 w 7472601"/>
              <a:gd name="connsiteY707" fmla="*/ 2476398 h 6858000"/>
              <a:gd name="connsiteX708" fmla="*/ 0 w 7472601"/>
              <a:gd name="connsiteY708" fmla="*/ 2389189 h 6858000"/>
              <a:gd name="connsiteX709" fmla="*/ 103062 w 7472601"/>
              <a:gd name="connsiteY709" fmla="*/ 2389518 h 6858000"/>
              <a:gd name="connsiteX710" fmla="*/ 510734 w 7472601"/>
              <a:gd name="connsiteY710" fmla="*/ 2416201 h 6858000"/>
              <a:gd name="connsiteX711" fmla="*/ 279257 w 7472601"/>
              <a:gd name="connsiteY711" fmla="*/ 2092102 h 6858000"/>
              <a:gd name="connsiteX712" fmla="*/ 65265 w 7472601"/>
              <a:gd name="connsiteY712" fmla="*/ 2006049 h 6858000"/>
              <a:gd name="connsiteX713" fmla="*/ 0 w 7472601"/>
              <a:gd name="connsiteY713" fmla="*/ 1982532 h 6858000"/>
              <a:gd name="connsiteX714" fmla="*/ 0 w 7472601"/>
              <a:gd name="connsiteY714" fmla="*/ 1912789 h 6858000"/>
              <a:gd name="connsiteX715" fmla="*/ 97460 w 7472601"/>
              <a:gd name="connsiteY715" fmla="*/ 1953725 h 6858000"/>
              <a:gd name="connsiteX716" fmla="*/ 221272 w 7472601"/>
              <a:gd name="connsiteY716" fmla="*/ 1980766 h 6858000"/>
              <a:gd name="connsiteX717" fmla="*/ 116765 w 7472601"/>
              <a:gd name="connsiteY717" fmla="*/ 1911033 h 6858000"/>
              <a:gd name="connsiteX718" fmla="*/ 16405 w 7472601"/>
              <a:gd name="connsiteY718" fmla="*/ 1803412 h 6858000"/>
              <a:gd name="connsiteX719" fmla="*/ 0 w 7472601"/>
              <a:gd name="connsiteY719" fmla="*/ 1784777 h 6858000"/>
              <a:gd name="connsiteX720" fmla="*/ 0 w 7472601"/>
              <a:gd name="connsiteY720" fmla="*/ 1740082 h 6858000"/>
              <a:gd name="connsiteX721" fmla="*/ 39394 w 7472601"/>
              <a:gd name="connsiteY721" fmla="*/ 1784856 h 6858000"/>
              <a:gd name="connsiteX722" fmla="*/ 135813 w 7472601"/>
              <a:gd name="connsiteY722" fmla="*/ 1888838 h 6858000"/>
              <a:gd name="connsiteX723" fmla="*/ 242575 w 7472601"/>
              <a:gd name="connsiteY723" fmla="*/ 1958841 h 6858000"/>
              <a:gd name="connsiteX724" fmla="*/ 82197 w 7472601"/>
              <a:gd name="connsiteY724" fmla="*/ 1754826 h 6858000"/>
              <a:gd name="connsiteX725" fmla="*/ 0 w 7472601"/>
              <a:gd name="connsiteY725" fmla="*/ 1679650 h 6858000"/>
              <a:gd name="connsiteX726" fmla="*/ 0 w 7472601"/>
              <a:gd name="connsiteY726" fmla="*/ 1602463 h 6858000"/>
              <a:gd name="connsiteX727" fmla="*/ 84689 w 7472601"/>
              <a:gd name="connsiteY727" fmla="*/ 1677442 h 6858000"/>
              <a:gd name="connsiteX728" fmla="*/ 298437 w 7472601"/>
              <a:gd name="connsiteY728" fmla="*/ 1968019 h 6858000"/>
              <a:gd name="connsiteX729" fmla="*/ 227269 w 7472601"/>
              <a:gd name="connsiteY729" fmla="*/ 1114064 h 6858000"/>
              <a:gd name="connsiteX730" fmla="*/ 248003 w 7472601"/>
              <a:gd name="connsiteY730" fmla="*/ 1089613 h 6858000"/>
              <a:gd name="connsiteX731" fmla="*/ 427020 w 7472601"/>
              <a:gd name="connsiteY731" fmla="*/ 1619803 h 6858000"/>
              <a:gd name="connsiteX732" fmla="*/ 340345 w 7472601"/>
              <a:gd name="connsiteY732" fmla="*/ 2027739 h 6858000"/>
              <a:gd name="connsiteX733" fmla="*/ 360865 w 7472601"/>
              <a:gd name="connsiteY733" fmla="*/ 2044827 h 6858000"/>
              <a:gd name="connsiteX734" fmla="*/ 560414 w 7472601"/>
              <a:gd name="connsiteY734" fmla="*/ 2421457 h 6858000"/>
              <a:gd name="connsiteX735" fmla="*/ 1359703 w 7472601"/>
              <a:gd name="connsiteY735" fmla="*/ 2578554 h 6858000"/>
              <a:gd name="connsiteX736" fmla="*/ 1359422 w 7472601"/>
              <a:gd name="connsiteY736" fmla="*/ 2577994 h 6858000"/>
              <a:gd name="connsiteX737" fmla="*/ 828701 w 7472601"/>
              <a:gd name="connsiteY737" fmla="*/ 1839520 h 6858000"/>
              <a:gd name="connsiteX738" fmla="*/ 494427 w 7472601"/>
              <a:gd name="connsiteY738" fmla="*/ 1092333 h 6858000"/>
              <a:gd name="connsiteX739" fmla="*/ 506322 w 7472601"/>
              <a:gd name="connsiteY739" fmla="*/ 1020997 h 6858000"/>
              <a:gd name="connsiteX740" fmla="*/ 4570198 w 7472601"/>
              <a:gd name="connsiteY740" fmla="*/ 978081 h 6858000"/>
              <a:gd name="connsiteX741" fmla="*/ 4523691 w 7472601"/>
              <a:gd name="connsiteY741" fmla="*/ 1127776 h 6858000"/>
              <a:gd name="connsiteX742" fmla="*/ 4509875 w 7472601"/>
              <a:gd name="connsiteY742" fmla="*/ 1167552 h 6858000"/>
              <a:gd name="connsiteX743" fmla="*/ 4478168 w 7472601"/>
              <a:gd name="connsiteY743" fmla="*/ 1260735 h 6858000"/>
              <a:gd name="connsiteX744" fmla="*/ 4409309 w 7472601"/>
              <a:gd name="connsiteY744" fmla="*/ 1666996 h 6858000"/>
              <a:gd name="connsiteX745" fmla="*/ 4370031 w 7472601"/>
              <a:gd name="connsiteY745" fmla="*/ 1955666 h 6858000"/>
              <a:gd name="connsiteX746" fmla="*/ 4570198 w 7472601"/>
              <a:gd name="connsiteY746" fmla="*/ 978081 h 6858000"/>
              <a:gd name="connsiteX747" fmla="*/ 4557898 w 7472601"/>
              <a:gd name="connsiteY747" fmla="*/ 900011 h 6858000"/>
              <a:gd name="connsiteX748" fmla="*/ 4344840 w 7472601"/>
              <a:gd name="connsiteY748" fmla="*/ 1922038 h 6858000"/>
              <a:gd name="connsiteX749" fmla="*/ 4378710 w 7472601"/>
              <a:gd name="connsiteY749" fmla="*/ 1665516 h 6858000"/>
              <a:gd name="connsiteX750" fmla="*/ 4448798 w 7472601"/>
              <a:gd name="connsiteY750" fmla="*/ 1253024 h 6858000"/>
              <a:gd name="connsiteX751" fmla="*/ 4480315 w 7472601"/>
              <a:gd name="connsiteY751" fmla="*/ 1158454 h 6858000"/>
              <a:gd name="connsiteX752" fmla="*/ 4494133 w 7472601"/>
              <a:gd name="connsiteY752" fmla="*/ 1118676 h 6858000"/>
              <a:gd name="connsiteX753" fmla="*/ 4557898 w 7472601"/>
              <a:gd name="connsiteY753" fmla="*/ 900011 h 6858000"/>
              <a:gd name="connsiteX754" fmla="*/ 5870151 w 7472601"/>
              <a:gd name="connsiteY754" fmla="*/ 898890 h 6858000"/>
              <a:gd name="connsiteX755" fmla="*/ 5861335 w 7472601"/>
              <a:gd name="connsiteY755" fmla="*/ 899177 h 6858000"/>
              <a:gd name="connsiteX756" fmla="*/ 5843702 w 7472601"/>
              <a:gd name="connsiteY756" fmla="*/ 899748 h 6858000"/>
              <a:gd name="connsiteX757" fmla="*/ 5651107 w 7472601"/>
              <a:gd name="connsiteY757" fmla="*/ 920306 h 6858000"/>
              <a:gd name="connsiteX758" fmla="*/ 5459407 w 7472601"/>
              <a:gd name="connsiteY758" fmla="*/ 940975 h 6858000"/>
              <a:gd name="connsiteX759" fmla="*/ 5374846 w 7472601"/>
              <a:gd name="connsiteY759" fmla="*/ 941988 h 6858000"/>
              <a:gd name="connsiteX760" fmla="*/ 5256105 w 7472601"/>
              <a:gd name="connsiteY760" fmla="*/ 945632 h 6858000"/>
              <a:gd name="connsiteX761" fmla="*/ 5107071 w 7472601"/>
              <a:gd name="connsiteY761" fmla="*/ 969720 h 6858000"/>
              <a:gd name="connsiteX762" fmla="*/ 4998681 w 7472601"/>
              <a:gd name="connsiteY762" fmla="*/ 988771 h 6858000"/>
              <a:gd name="connsiteX763" fmla="*/ 5870151 w 7472601"/>
              <a:gd name="connsiteY763" fmla="*/ 898890 h 6858000"/>
              <a:gd name="connsiteX764" fmla="*/ 5504425 w 7472601"/>
              <a:gd name="connsiteY764" fmla="*/ 848067 h 6858000"/>
              <a:gd name="connsiteX765" fmla="*/ 4968849 w 7472601"/>
              <a:gd name="connsiteY765" fmla="*/ 962318 h 6858000"/>
              <a:gd name="connsiteX766" fmla="*/ 5104039 w 7472601"/>
              <a:gd name="connsiteY766" fmla="*/ 940634 h 6858000"/>
              <a:gd name="connsiteX767" fmla="*/ 5256311 w 7472601"/>
              <a:gd name="connsiteY767" fmla="*/ 916490 h 6858000"/>
              <a:gd name="connsiteX768" fmla="*/ 5377381 w 7472601"/>
              <a:gd name="connsiteY768" fmla="*/ 912671 h 6858000"/>
              <a:gd name="connsiteX769" fmla="*/ 5460148 w 7472601"/>
              <a:gd name="connsiteY769" fmla="*/ 911442 h 6858000"/>
              <a:gd name="connsiteX770" fmla="*/ 5648971 w 7472601"/>
              <a:gd name="connsiteY770" fmla="*/ 891331 h 6858000"/>
              <a:gd name="connsiteX771" fmla="*/ 5844807 w 7472601"/>
              <a:gd name="connsiteY771" fmla="*/ 870718 h 6858000"/>
              <a:gd name="connsiteX772" fmla="*/ 5862975 w 7472601"/>
              <a:gd name="connsiteY772" fmla="*/ 869756 h 6858000"/>
              <a:gd name="connsiteX773" fmla="*/ 5920887 w 7472601"/>
              <a:gd name="connsiteY773" fmla="*/ 865929 h 6858000"/>
              <a:gd name="connsiteX774" fmla="*/ 5504425 w 7472601"/>
              <a:gd name="connsiteY774" fmla="*/ 848067 h 6858000"/>
              <a:gd name="connsiteX775" fmla="*/ 3607114 w 7472601"/>
              <a:gd name="connsiteY775" fmla="*/ 467441 h 6858000"/>
              <a:gd name="connsiteX776" fmla="*/ 3296242 w 7472601"/>
              <a:gd name="connsiteY776" fmla="*/ 807991 h 6858000"/>
              <a:gd name="connsiteX777" fmla="*/ 3174674 w 7472601"/>
              <a:gd name="connsiteY777" fmla="*/ 919759 h 6858000"/>
              <a:gd name="connsiteX778" fmla="*/ 3042978 w 7472601"/>
              <a:gd name="connsiteY778" fmla="*/ 1054894 h 6858000"/>
              <a:gd name="connsiteX779" fmla="*/ 2968914 w 7472601"/>
              <a:gd name="connsiteY779" fmla="*/ 1133756 h 6858000"/>
              <a:gd name="connsiteX780" fmla="*/ 3103823 w 7472601"/>
              <a:gd name="connsiteY780" fmla="*/ 1026814 h 6858000"/>
              <a:gd name="connsiteX781" fmla="*/ 3607114 w 7472601"/>
              <a:gd name="connsiteY781" fmla="*/ 467441 h 6858000"/>
              <a:gd name="connsiteX782" fmla="*/ 3744487 w 7472601"/>
              <a:gd name="connsiteY782" fmla="*/ 383136 h 6858000"/>
              <a:gd name="connsiteX783" fmla="*/ 3970213 w 7472601"/>
              <a:gd name="connsiteY783" fmla="*/ 995559 h 6858000"/>
              <a:gd name="connsiteX784" fmla="*/ 3744487 w 7472601"/>
              <a:gd name="connsiteY784" fmla="*/ 383136 h 6858000"/>
              <a:gd name="connsiteX785" fmla="*/ 3624562 w 7472601"/>
              <a:gd name="connsiteY785" fmla="*/ 367041 h 6858000"/>
              <a:gd name="connsiteX786" fmla="*/ 3489712 w 7472601"/>
              <a:gd name="connsiteY786" fmla="*/ 485386 h 6858000"/>
              <a:gd name="connsiteX787" fmla="*/ 3182994 w 7472601"/>
              <a:gd name="connsiteY787" fmla="*/ 828265 h 6858000"/>
              <a:gd name="connsiteX788" fmla="*/ 2892114 w 7472601"/>
              <a:gd name="connsiteY788" fmla="*/ 1172635 h 6858000"/>
              <a:gd name="connsiteX789" fmla="*/ 3021459 w 7472601"/>
              <a:gd name="connsiteY789" fmla="*/ 1035385 h 6858000"/>
              <a:gd name="connsiteX790" fmla="*/ 3153873 w 7472601"/>
              <a:gd name="connsiteY790" fmla="*/ 898971 h 6858000"/>
              <a:gd name="connsiteX791" fmla="*/ 3276511 w 7472601"/>
              <a:gd name="connsiteY791" fmla="*/ 786423 h 6858000"/>
              <a:gd name="connsiteX792" fmla="*/ 3584154 w 7472601"/>
              <a:gd name="connsiteY792" fmla="*/ 448218 h 6858000"/>
              <a:gd name="connsiteX793" fmla="*/ 3624562 w 7472601"/>
              <a:gd name="connsiteY793" fmla="*/ 367041 h 6858000"/>
              <a:gd name="connsiteX794" fmla="*/ 3766672 w 7472601"/>
              <a:gd name="connsiteY794" fmla="*/ 359429 h 6858000"/>
              <a:gd name="connsiteX795" fmla="*/ 3996338 w 7472601"/>
              <a:gd name="connsiteY795" fmla="*/ 968237 h 6858000"/>
              <a:gd name="connsiteX796" fmla="*/ 3766672 w 7472601"/>
              <a:gd name="connsiteY796" fmla="*/ 359429 h 6858000"/>
              <a:gd name="connsiteX797" fmla="*/ 5805386 w 7472601"/>
              <a:gd name="connsiteY797" fmla="*/ 239240 h 6858000"/>
              <a:gd name="connsiteX798" fmla="*/ 5736947 w 7472601"/>
              <a:gd name="connsiteY798" fmla="*/ 261367 h 6858000"/>
              <a:gd name="connsiteX799" fmla="*/ 5427012 w 7472601"/>
              <a:gd name="connsiteY799" fmla="*/ 311272 h 6858000"/>
              <a:gd name="connsiteX800" fmla="*/ 5147818 w 7472601"/>
              <a:gd name="connsiteY800" fmla="*/ 322112 h 6858000"/>
              <a:gd name="connsiteX801" fmla="*/ 5060854 w 7472601"/>
              <a:gd name="connsiteY801" fmla="*/ 311882 h 6858000"/>
              <a:gd name="connsiteX802" fmla="*/ 4945989 w 7472601"/>
              <a:gd name="connsiteY802" fmla="*/ 300516 h 6858000"/>
              <a:gd name="connsiteX803" fmla="*/ 5410479 w 7472601"/>
              <a:gd name="connsiteY803" fmla="*/ 348434 h 6858000"/>
              <a:gd name="connsiteX804" fmla="*/ 5805386 w 7472601"/>
              <a:gd name="connsiteY804" fmla="*/ 239240 h 6858000"/>
              <a:gd name="connsiteX805" fmla="*/ 5905192 w 7472601"/>
              <a:gd name="connsiteY805" fmla="*/ 163079 h 6858000"/>
              <a:gd name="connsiteX806" fmla="*/ 5865655 w 7472601"/>
              <a:gd name="connsiteY806" fmla="*/ 171901 h 6858000"/>
              <a:gd name="connsiteX807" fmla="*/ 5259740 w 7472601"/>
              <a:gd name="connsiteY807" fmla="*/ 257013 h 6858000"/>
              <a:gd name="connsiteX808" fmla="*/ 5208466 w 7472601"/>
              <a:gd name="connsiteY808" fmla="*/ 257550 h 6858000"/>
              <a:gd name="connsiteX809" fmla="*/ 4980204 w 7472601"/>
              <a:gd name="connsiteY809" fmla="*/ 271903 h 6858000"/>
              <a:gd name="connsiteX810" fmla="*/ 5068068 w 7472601"/>
              <a:gd name="connsiteY810" fmla="*/ 282244 h 6858000"/>
              <a:gd name="connsiteX811" fmla="*/ 5153231 w 7472601"/>
              <a:gd name="connsiteY811" fmla="*/ 292240 h 6858000"/>
              <a:gd name="connsiteX812" fmla="*/ 5426491 w 7472601"/>
              <a:gd name="connsiteY812" fmla="*/ 281128 h 6858000"/>
              <a:gd name="connsiteX813" fmla="*/ 5731212 w 7472601"/>
              <a:gd name="connsiteY813" fmla="*/ 231951 h 6858000"/>
              <a:gd name="connsiteX814" fmla="*/ 5905192 w 7472601"/>
              <a:gd name="connsiteY814" fmla="*/ 163079 h 6858000"/>
              <a:gd name="connsiteX815" fmla="*/ 5944437 w 7472601"/>
              <a:gd name="connsiteY815" fmla="*/ 113829 h 6858000"/>
              <a:gd name="connsiteX816" fmla="*/ 5825032 w 7472601"/>
              <a:gd name="connsiteY816" fmla="*/ 146405 h 6858000"/>
              <a:gd name="connsiteX817" fmla="*/ 4955599 w 7472601"/>
              <a:gd name="connsiteY817" fmla="*/ 247008 h 6858000"/>
              <a:gd name="connsiteX818" fmla="*/ 5210104 w 7472601"/>
              <a:gd name="connsiteY818" fmla="*/ 228123 h 6858000"/>
              <a:gd name="connsiteX819" fmla="*/ 5261015 w 7472601"/>
              <a:gd name="connsiteY819" fmla="*/ 227087 h 6858000"/>
              <a:gd name="connsiteX820" fmla="*/ 5861181 w 7472601"/>
              <a:gd name="connsiteY820" fmla="*/ 143093 h 6858000"/>
              <a:gd name="connsiteX821" fmla="*/ 5961252 w 7472601"/>
              <a:gd name="connsiteY821" fmla="*/ 114820 h 6858000"/>
              <a:gd name="connsiteX822" fmla="*/ 5944437 w 7472601"/>
              <a:gd name="connsiteY822" fmla="*/ 113829 h 6858000"/>
              <a:gd name="connsiteX823" fmla="*/ 3882765 w 7472601"/>
              <a:gd name="connsiteY823" fmla="*/ 0 h 6858000"/>
              <a:gd name="connsiteX824" fmla="*/ 3995099 w 7472601"/>
              <a:gd name="connsiteY824" fmla="*/ 0 h 6858000"/>
              <a:gd name="connsiteX825" fmla="*/ 4163818 w 7472601"/>
              <a:gd name="connsiteY825" fmla="*/ 234104 h 6858000"/>
              <a:gd name="connsiteX826" fmla="*/ 4172099 w 7472601"/>
              <a:gd name="connsiteY826" fmla="*/ 234207 h 6858000"/>
              <a:gd name="connsiteX827" fmla="*/ 4784282 w 7472601"/>
              <a:gd name="connsiteY827" fmla="*/ 276561 h 6858000"/>
              <a:gd name="connsiteX828" fmla="*/ 4801687 w 7472601"/>
              <a:gd name="connsiteY828" fmla="*/ 267764 h 6858000"/>
              <a:gd name="connsiteX829" fmla="*/ 6082788 w 7472601"/>
              <a:gd name="connsiteY829" fmla="*/ 64119 h 6858000"/>
              <a:gd name="connsiteX830" fmla="*/ 6099442 w 7472601"/>
              <a:gd name="connsiteY830" fmla="*/ 82568 h 6858000"/>
              <a:gd name="connsiteX831" fmla="*/ 4804137 w 7472601"/>
              <a:gd name="connsiteY831" fmla="*/ 320931 h 6858000"/>
              <a:gd name="connsiteX832" fmla="*/ 4227047 w 7472601"/>
              <a:gd name="connsiteY832" fmla="*/ 313415 h 6858000"/>
              <a:gd name="connsiteX833" fmla="*/ 4346041 w 7472601"/>
              <a:gd name="connsiteY833" fmla="*/ 456086 h 6858000"/>
              <a:gd name="connsiteX834" fmla="*/ 4870967 w 7472601"/>
              <a:gd name="connsiteY834" fmla="*/ 963061 h 6858000"/>
              <a:gd name="connsiteX835" fmla="*/ 4889647 w 7472601"/>
              <a:gd name="connsiteY835" fmla="*/ 957147 h 6858000"/>
              <a:gd name="connsiteX836" fmla="*/ 5422504 w 7472601"/>
              <a:gd name="connsiteY836" fmla="*/ 805191 h 6858000"/>
              <a:gd name="connsiteX837" fmla="*/ 6087656 w 7472601"/>
              <a:gd name="connsiteY837" fmla="*/ 826703 h 6858000"/>
              <a:gd name="connsiteX838" fmla="*/ 6058717 w 7472601"/>
              <a:gd name="connsiteY838" fmla="*/ 865992 h 6858000"/>
              <a:gd name="connsiteX839" fmla="*/ 4974153 w 7472601"/>
              <a:gd name="connsiteY839" fmla="*/ 1045456 h 6858000"/>
              <a:gd name="connsiteX840" fmla="*/ 5627835 w 7472601"/>
              <a:gd name="connsiteY840" fmla="*/ 1472077 h 6858000"/>
              <a:gd name="connsiteX841" fmla="*/ 5629817 w 7472601"/>
              <a:gd name="connsiteY841" fmla="*/ 1471412 h 6858000"/>
              <a:gd name="connsiteX842" fmla="*/ 5634124 w 7472601"/>
              <a:gd name="connsiteY842" fmla="*/ 1470572 h 6858000"/>
              <a:gd name="connsiteX843" fmla="*/ 5755832 w 7472601"/>
              <a:gd name="connsiteY843" fmla="*/ 1383886 h 6858000"/>
              <a:gd name="connsiteX844" fmla="*/ 6014186 w 7472601"/>
              <a:gd name="connsiteY844" fmla="*/ 1279799 h 6858000"/>
              <a:gd name="connsiteX845" fmla="*/ 6901619 w 7472601"/>
              <a:gd name="connsiteY845" fmla="*/ 1047874 h 6858000"/>
              <a:gd name="connsiteX846" fmla="*/ 6931566 w 7472601"/>
              <a:gd name="connsiteY846" fmla="*/ 1062034 h 6858000"/>
              <a:gd name="connsiteX847" fmla="*/ 5790982 w 7472601"/>
              <a:gd name="connsiteY847" fmla="*/ 1561380 h 6858000"/>
              <a:gd name="connsiteX848" fmla="*/ 6188971 w 7472601"/>
              <a:gd name="connsiteY848" fmla="*/ 1755168 h 6858000"/>
              <a:gd name="connsiteX849" fmla="*/ 6202446 w 7472601"/>
              <a:gd name="connsiteY849" fmla="*/ 1752268 h 6858000"/>
              <a:gd name="connsiteX850" fmla="*/ 7179560 w 7472601"/>
              <a:gd name="connsiteY850" fmla="*/ 1467551 h 6858000"/>
              <a:gd name="connsiteX851" fmla="*/ 7158730 w 7472601"/>
              <a:gd name="connsiteY851" fmla="*/ 1507835 h 6858000"/>
              <a:gd name="connsiteX852" fmla="*/ 6326959 w 7472601"/>
              <a:gd name="connsiteY852" fmla="*/ 1817686 h 6858000"/>
              <a:gd name="connsiteX853" fmla="*/ 6537433 w 7472601"/>
              <a:gd name="connsiteY853" fmla="*/ 1907790 h 6858000"/>
              <a:gd name="connsiteX854" fmla="*/ 6550221 w 7472601"/>
              <a:gd name="connsiteY854" fmla="*/ 1910729 h 6858000"/>
              <a:gd name="connsiteX855" fmla="*/ 6964438 w 7472601"/>
              <a:gd name="connsiteY855" fmla="*/ 2209505 h 6858000"/>
              <a:gd name="connsiteX856" fmla="*/ 7367862 w 7472601"/>
              <a:gd name="connsiteY856" fmla="*/ 2806833 h 6858000"/>
              <a:gd name="connsiteX857" fmla="*/ 7364329 w 7472601"/>
              <a:gd name="connsiteY857" fmla="*/ 2826907 h 6858000"/>
              <a:gd name="connsiteX858" fmla="*/ 7290545 w 7472601"/>
              <a:gd name="connsiteY858" fmla="*/ 2850663 h 6858000"/>
              <a:gd name="connsiteX859" fmla="*/ 6472036 w 7472601"/>
              <a:gd name="connsiteY859" fmla="*/ 1959003 h 6858000"/>
              <a:gd name="connsiteX860" fmla="*/ 5792897 w 7472601"/>
              <a:gd name="connsiteY860" fmla="*/ 1647747 h 6858000"/>
              <a:gd name="connsiteX861" fmla="*/ 5842751 w 7472601"/>
              <a:gd name="connsiteY861" fmla="*/ 1816112 h 6858000"/>
              <a:gd name="connsiteX862" fmla="*/ 5847424 w 7472601"/>
              <a:gd name="connsiteY862" fmla="*/ 1815776 h 6858000"/>
              <a:gd name="connsiteX863" fmla="*/ 6399821 w 7472601"/>
              <a:gd name="connsiteY863" fmla="*/ 2344799 h 6858000"/>
              <a:gd name="connsiteX864" fmla="*/ 6323232 w 7472601"/>
              <a:gd name="connsiteY864" fmla="*/ 2389634 h 6858000"/>
              <a:gd name="connsiteX865" fmla="*/ 5942958 w 7472601"/>
              <a:gd name="connsiteY865" fmla="*/ 2077708 h 6858000"/>
              <a:gd name="connsiteX866" fmla="*/ 5921559 w 7472601"/>
              <a:gd name="connsiteY866" fmla="*/ 2378596 h 6858000"/>
              <a:gd name="connsiteX867" fmla="*/ 5817651 w 7472601"/>
              <a:gd name="connsiteY867" fmla="*/ 3023919 h 6858000"/>
              <a:gd name="connsiteX868" fmla="*/ 5729634 w 7472601"/>
              <a:gd name="connsiteY868" fmla="*/ 3051849 h 6858000"/>
              <a:gd name="connsiteX869" fmla="*/ 5611018 w 7472601"/>
              <a:gd name="connsiteY869" fmla="*/ 2316769 h 6858000"/>
              <a:gd name="connsiteX870" fmla="*/ 5687608 w 7472601"/>
              <a:gd name="connsiteY870" fmla="*/ 2039972 h 6858000"/>
              <a:gd name="connsiteX871" fmla="*/ 5657554 w 7472601"/>
              <a:gd name="connsiteY871" fmla="*/ 1576445 h 6858000"/>
              <a:gd name="connsiteX872" fmla="*/ 5150475 w 7472601"/>
              <a:gd name="connsiteY872" fmla="*/ 1274012 h 6858000"/>
              <a:gd name="connsiteX873" fmla="*/ 5349142 w 7472601"/>
              <a:gd name="connsiteY873" fmla="*/ 2204405 h 6858000"/>
              <a:gd name="connsiteX874" fmla="*/ 5262214 w 7472601"/>
              <a:gd name="connsiteY874" fmla="*/ 2233836 h 6858000"/>
              <a:gd name="connsiteX875" fmla="*/ 4981539 w 7472601"/>
              <a:gd name="connsiteY875" fmla="*/ 1542201 h 6858000"/>
              <a:gd name="connsiteX876" fmla="*/ 4958461 w 7472601"/>
              <a:gd name="connsiteY876" fmla="*/ 1136957 h 6858000"/>
              <a:gd name="connsiteX877" fmla="*/ 4655015 w 7472601"/>
              <a:gd name="connsiteY877" fmla="*/ 891426 h 6858000"/>
              <a:gd name="connsiteX878" fmla="*/ 4348002 w 7472601"/>
              <a:gd name="connsiteY878" fmla="*/ 2205895 h 6858000"/>
              <a:gd name="connsiteX879" fmla="*/ 4262250 w 7472601"/>
              <a:gd name="connsiteY879" fmla="*/ 2219972 h 6858000"/>
              <a:gd name="connsiteX880" fmla="*/ 4550611 w 7472601"/>
              <a:gd name="connsiteY880" fmla="*/ 817540 h 6858000"/>
              <a:gd name="connsiteX881" fmla="*/ 4564418 w 7472601"/>
              <a:gd name="connsiteY881" fmla="*/ 808293 h 6858000"/>
              <a:gd name="connsiteX882" fmla="*/ 4266388 w 7472601"/>
              <a:gd name="connsiteY882" fmla="*/ 500083 h 6858000"/>
              <a:gd name="connsiteX883" fmla="*/ 4032842 w 7472601"/>
              <a:gd name="connsiteY883" fmla="*/ 211809 h 6858000"/>
              <a:gd name="connsiteX884" fmla="*/ 3882765 w 7472601"/>
              <a:gd name="connsiteY884" fmla="*/ 0 h 6858000"/>
              <a:gd name="connsiteX885" fmla="*/ 3721337 w 7472601"/>
              <a:gd name="connsiteY885" fmla="*/ 0 h 6858000"/>
              <a:gd name="connsiteX886" fmla="*/ 3797544 w 7472601"/>
              <a:gd name="connsiteY886" fmla="*/ 0 h 6858000"/>
              <a:gd name="connsiteX887" fmla="*/ 3775734 w 7472601"/>
              <a:gd name="connsiteY887" fmla="*/ 95131 h 6858000"/>
              <a:gd name="connsiteX888" fmla="*/ 3724807 w 7472601"/>
              <a:gd name="connsiteY888" fmla="*/ 272257 h 6858000"/>
              <a:gd name="connsiteX889" fmla="*/ 3726844 w 7472601"/>
              <a:gd name="connsiteY889" fmla="*/ 282988 h 6858000"/>
              <a:gd name="connsiteX890" fmla="*/ 3742664 w 7472601"/>
              <a:gd name="connsiteY890" fmla="*/ 279918 h 6858000"/>
              <a:gd name="connsiteX891" fmla="*/ 4103910 w 7472601"/>
              <a:gd name="connsiteY891" fmla="*/ 1161917 h 6858000"/>
              <a:gd name="connsiteX892" fmla="*/ 4020269 w 7472601"/>
              <a:gd name="connsiteY892" fmla="*/ 1200406 h 6858000"/>
              <a:gd name="connsiteX893" fmla="*/ 3674882 w 7472601"/>
              <a:gd name="connsiteY893" fmla="*/ 488524 h 6858000"/>
              <a:gd name="connsiteX894" fmla="*/ 3132682 w 7472601"/>
              <a:gd name="connsiteY894" fmla="*/ 1072284 h 6858000"/>
              <a:gd name="connsiteX895" fmla="*/ 2716346 w 7472601"/>
              <a:gd name="connsiteY895" fmla="*/ 1276376 h 6858000"/>
              <a:gd name="connsiteX896" fmla="*/ 2716772 w 7472601"/>
              <a:gd name="connsiteY896" fmla="*/ 1255462 h 6858000"/>
              <a:gd name="connsiteX897" fmla="*/ 3471096 w 7472601"/>
              <a:gd name="connsiteY897" fmla="*/ 437072 h 6858000"/>
              <a:gd name="connsiteX898" fmla="*/ 3639057 w 7472601"/>
              <a:gd name="connsiteY898" fmla="*/ 286334 h 6858000"/>
              <a:gd name="connsiteX899" fmla="*/ 3640309 w 7472601"/>
              <a:gd name="connsiteY899" fmla="*/ 284664 h 6858000"/>
              <a:gd name="connsiteX900" fmla="*/ 3646022 w 7472601"/>
              <a:gd name="connsiteY900" fmla="*/ 276711 h 6858000"/>
              <a:gd name="connsiteX901" fmla="*/ 3707943 w 7472601"/>
              <a:gd name="connsiteY901" fmla="*/ 65958 h 6858000"/>
              <a:gd name="connsiteX902" fmla="*/ 3721337 w 7472601"/>
              <a:gd name="connsiteY902" fmla="*/ 0 h 6858000"/>
              <a:gd name="connsiteX903" fmla="*/ 2867960 w 7472601"/>
              <a:gd name="connsiteY903" fmla="*/ 0 h 6858000"/>
              <a:gd name="connsiteX904" fmla="*/ 2926351 w 7472601"/>
              <a:gd name="connsiteY904" fmla="*/ 0 h 6858000"/>
              <a:gd name="connsiteX905" fmla="*/ 2902823 w 7472601"/>
              <a:gd name="connsiteY905" fmla="*/ 262929 h 6858000"/>
              <a:gd name="connsiteX906" fmla="*/ 2940663 w 7472601"/>
              <a:gd name="connsiteY906" fmla="*/ 140884 h 6858000"/>
              <a:gd name="connsiteX907" fmla="*/ 2947039 w 7472601"/>
              <a:gd name="connsiteY907" fmla="*/ 122524 h 6858000"/>
              <a:gd name="connsiteX908" fmla="*/ 2984316 w 7472601"/>
              <a:gd name="connsiteY908" fmla="*/ 0 h 6858000"/>
              <a:gd name="connsiteX909" fmla="*/ 3016114 w 7472601"/>
              <a:gd name="connsiteY909" fmla="*/ 0 h 6858000"/>
              <a:gd name="connsiteX910" fmla="*/ 2979949 w 7472601"/>
              <a:gd name="connsiteY910" fmla="*/ 119274 h 6858000"/>
              <a:gd name="connsiteX911" fmla="*/ 3023879 w 7472601"/>
              <a:gd name="connsiteY911" fmla="*/ 0 h 6858000"/>
              <a:gd name="connsiteX912" fmla="*/ 3105400 w 7472601"/>
              <a:gd name="connsiteY912" fmla="*/ 0 h 6858000"/>
              <a:gd name="connsiteX913" fmla="*/ 3094669 w 7472601"/>
              <a:gd name="connsiteY913" fmla="*/ 30308 h 6858000"/>
              <a:gd name="connsiteX914" fmla="*/ 2901945 w 7472601"/>
              <a:gd name="connsiteY914" fmla="*/ 466538 h 6858000"/>
              <a:gd name="connsiteX915" fmla="*/ 2815209 w 7472601"/>
              <a:gd name="connsiteY915" fmla="*/ 497361 h 6858000"/>
              <a:gd name="connsiteX916" fmla="*/ 2844845 w 7472601"/>
              <a:gd name="connsiteY916" fmla="*/ 127638 h 6858000"/>
              <a:gd name="connsiteX917" fmla="*/ 2867960 w 7472601"/>
              <a:gd name="connsiteY917" fmla="*/ 0 h 6858000"/>
              <a:gd name="connsiteX918" fmla="*/ 1057230 w 7472601"/>
              <a:gd name="connsiteY918" fmla="*/ 0 h 6858000"/>
              <a:gd name="connsiteX919" fmla="*/ 1111003 w 7472601"/>
              <a:gd name="connsiteY919" fmla="*/ 0 h 6858000"/>
              <a:gd name="connsiteX920" fmla="*/ 1125553 w 7472601"/>
              <a:gd name="connsiteY920" fmla="*/ 52588 h 6858000"/>
              <a:gd name="connsiteX921" fmla="*/ 1304276 w 7472601"/>
              <a:gd name="connsiteY921" fmla="*/ 476275 h 6858000"/>
              <a:gd name="connsiteX922" fmla="*/ 1492066 w 7472601"/>
              <a:gd name="connsiteY922" fmla="*/ 886333 h 6858000"/>
              <a:gd name="connsiteX923" fmla="*/ 1423698 w 7472601"/>
              <a:gd name="connsiteY923" fmla="*/ 710817 h 6858000"/>
              <a:gd name="connsiteX924" fmla="*/ 1357609 w 7472601"/>
              <a:gd name="connsiteY924" fmla="*/ 532892 h 6858000"/>
              <a:gd name="connsiteX925" fmla="*/ 1309550 w 7472601"/>
              <a:gd name="connsiteY925" fmla="*/ 374031 h 6858000"/>
              <a:gd name="connsiteX926" fmla="*/ 1193673 w 7472601"/>
              <a:gd name="connsiteY926" fmla="*/ 49533 h 6858000"/>
              <a:gd name="connsiteX927" fmla="*/ 1164391 w 7472601"/>
              <a:gd name="connsiteY927" fmla="*/ 0 h 6858000"/>
              <a:gd name="connsiteX928" fmla="*/ 1200666 w 7472601"/>
              <a:gd name="connsiteY928" fmla="*/ 0 h 6858000"/>
              <a:gd name="connsiteX929" fmla="*/ 1223408 w 7472601"/>
              <a:gd name="connsiteY929" fmla="*/ 38996 h 6858000"/>
              <a:gd name="connsiteX930" fmla="*/ 1339635 w 7472601"/>
              <a:gd name="connsiteY930" fmla="*/ 365517 h 6858000"/>
              <a:gd name="connsiteX931" fmla="*/ 1387469 w 7472601"/>
              <a:gd name="connsiteY931" fmla="*/ 523079 h 6858000"/>
              <a:gd name="connsiteX932" fmla="*/ 1452685 w 7472601"/>
              <a:gd name="connsiteY932" fmla="*/ 699806 h 6858000"/>
              <a:gd name="connsiteX933" fmla="*/ 1492092 w 7472601"/>
              <a:gd name="connsiteY933" fmla="*/ 800424 h 6858000"/>
              <a:gd name="connsiteX934" fmla="*/ 1455302 w 7472601"/>
              <a:gd name="connsiteY934" fmla="*/ 632913 h 6858000"/>
              <a:gd name="connsiteX935" fmla="*/ 1222336 w 7472601"/>
              <a:gd name="connsiteY935" fmla="*/ 9480 h 6858000"/>
              <a:gd name="connsiteX936" fmla="*/ 1214634 w 7472601"/>
              <a:gd name="connsiteY936" fmla="*/ 0 h 6858000"/>
              <a:gd name="connsiteX937" fmla="*/ 1289827 w 7472601"/>
              <a:gd name="connsiteY937" fmla="*/ 0 h 6858000"/>
              <a:gd name="connsiteX938" fmla="*/ 1321076 w 7472601"/>
              <a:gd name="connsiteY938" fmla="*/ 59722 h 6858000"/>
              <a:gd name="connsiteX939" fmla="*/ 1512579 w 7472601"/>
              <a:gd name="connsiteY939" fmla="*/ 626441 h 6858000"/>
              <a:gd name="connsiteX940" fmla="*/ 1506076 w 7472601"/>
              <a:gd name="connsiteY940" fmla="*/ 1089289 h 6858000"/>
              <a:gd name="connsiteX941" fmla="*/ 1486346 w 7472601"/>
              <a:gd name="connsiteY941" fmla="*/ 1079919 h 6858000"/>
              <a:gd name="connsiteX942" fmla="*/ 1070511 w 7472601"/>
              <a:gd name="connsiteY942" fmla="*/ 48609 h 6858000"/>
              <a:gd name="connsiteX943" fmla="*/ 1057230 w 7472601"/>
              <a:gd name="connsiteY943" fmla="*/ 0 h 6858000"/>
              <a:gd name="connsiteX944" fmla="*/ 43151 w 7472601"/>
              <a:gd name="connsiteY944" fmla="*/ 0 h 6858000"/>
              <a:gd name="connsiteX945" fmla="*/ 95283 w 7472601"/>
              <a:gd name="connsiteY945" fmla="*/ 0 h 6858000"/>
              <a:gd name="connsiteX946" fmla="*/ 300708 w 7472601"/>
              <a:gd name="connsiteY946" fmla="*/ 154571 h 6858000"/>
              <a:gd name="connsiteX947" fmla="*/ 530414 w 7472601"/>
              <a:gd name="connsiteY947" fmla="*/ 354673 h 6858000"/>
              <a:gd name="connsiteX948" fmla="*/ 333785 w 7472601"/>
              <a:gd name="connsiteY948" fmla="*/ 161564 h 6858000"/>
              <a:gd name="connsiteX949" fmla="*/ 147005 w 7472601"/>
              <a:gd name="connsiteY949" fmla="*/ 0 h 6858000"/>
              <a:gd name="connsiteX950" fmla="*/ 272509 w 7472601"/>
              <a:gd name="connsiteY950" fmla="*/ 0 h 6858000"/>
              <a:gd name="connsiteX951" fmla="*/ 326276 w 7472601"/>
              <a:gd name="connsiteY951" fmla="*/ 45847 h 6858000"/>
              <a:gd name="connsiteX952" fmla="*/ 823759 w 7472601"/>
              <a:gd name="connsiteY952" fmla="*/ 574145 h 6858000"/>
              <a:gd name="connsiteX953" fmla="*/ 811254 w 7472601"/>
              <a:gd name="connsiteY953" fmla="*/ 665546 h 6858000"/>
              <a:gd name="connsiteX954" fmla="*/ 154042 w 7472601"/>
              <a:gd name="connsiteY954" fmla="*/ 261522 h 6858000"/>
              <a:gd name="connsiteX955" fmla="*/ 13550 w 7472601"/>
              <a:gd name="connsiteY955" fmla="*/ 158423 h 6858000"/>
              <a:gd name="connsiteX956" fmla="*/ 0 w 7472601"/>
              <a:gd name="connsiteY956" fmla="*/ 146618 h 6858000"/>
              <a:gd name="connsiteX957" fmla="*/ 0 w 7472601"/>
              <a:gd name="connsiteY957" fmla="*/ 59161 h 6858000"/>
              <a:gd name="connsiteX958" fmla="*/ 45427 w 7472601"/>
              <a:gd name="connsiteY958" fmla="*/ 101078 h 6858000"/>
              <a:gd name="connsiteX959" fmla="*/ 630103 w 7472601"/>
              <a:gd name="connsiteY959" fmla="*/ 485885 h 6858000"/>
              <a:gd name="connsiteX960" fmla="*/ 532040 w 7472601"/>
              <a:gd name="connsiteY960" fmla="*/ 399359 h 6858000"/>
              <a:gd name="connsiteX961" fmla="*/ 517618 w 7472601"/>
              <a:gd name="connsiteY961" fmla="*/ 385726 h 6858000"/>
              <a:gd name="connsiteX962" fmla="*/ 285074 w 7472601"/>
              <a:gd name="connsiteY962" fmla="*/ 182755 h 6858000"/>
              <a:gd name="connsiteX963" fmla="*/ 43151 w 7472601"/>
              <a:gd name="connsiteY963" fmla="*/ 0 h 6858000"/>
              <a:gd name="connsiteX0" fmla="*/ 369702 w 7472601"/>
              <a:gd name="connsiteY0" fmla="*/ 6712169 h 6858000"/>
              <a:gd name="connsiteX1" fmla="*/ 366575 w 7472601"/>
              <a:gd name="connsiteY1" fmla="*/ 6715556 h 6858000"/>
              <a:gd name="connsiteX2" fmla="*/ 371637 w 7472601"/>
              <a:gd name="connsiteY2" fmla="*/ 6713954 h 6858000"/>
              <a:gd name="connsiteX3" fmla="*/ 369702 w 7472601"/>
              <a:gd name="connsiteY3" fmla="*/ 6712169 h 6858000"/>
              <a:gd name="connsiteX4" fmla="*/ 7088673 w 7472601"/>
              <a:gd name="connsiteY4" fmla="*/ 6610396 h 6858000"/>
              <a:gd name="connsiteX5" fmla="*/ 7440138 w 7472601"/>
              <a:gd name="connsiteY5" fmla="*/ 6622648 h 6858000"/>
              <a:gd name="connsiteX6" fmla="*/ 7467600 w 7472601"/>
              <a:gd name="connsiteY6" fmla="*/ 6628217 h 6858000"/>
              <a:gd name="connsiteX7" fmla="*/ 7467600 w 7472601"/>
              <a:gd name="connsiteY7" fmla="*/ 6668575 h 6858000"/>
              <a:gd name="connsiteX8" fmla="*/ 7392322 w 7472601"/>
              <a:gd name="connsiteY8" fmla="*/ 6658238 h 6858000"/>
              <a:gd name="connsiteX9" fmla="*/ 7467600 w 7472601"/>
              <a:gd name="connsiteY9" fmla="*/ 6683873 h 6858000"/>
              <a:gd name="connsiteX10" fmla="*/ 7467600 w 7472601"/>
              <a:gd name="connsiteY10" fmla="*/ 6714215 h 6858000"/>
              <a:gd name="connsiteX11" fmla="*/ 7447383 w 7472601"/>
              <a:gd name="connsiteY11" fmla="*/ 6707202 h 6858000"/>
              <a:gd name="connsiteX12" fmla="*/ 7289862 w 7472601"/>
              <a:gd name="connsiteY12" fmla="*/ 6659827 h 6858000"/>
              <a:gd name="connsiteX13" fmla="*/ 7434024 w 7472601"/>
              <a:gd name="connsiteY13" fmla="*/ 6722130 h 6858000"/>
              <a:gd name="connsiteX14" fmla="*/ 7467600 w 7472601"/>
              <a:gd name="connsiteY14" fmla="*/ 6736157 h 6858000"/>
              <a:gd name="connsiteX15" fmla="*/ 7467600 w 7472601"/>
              <a:gd name="connsiteY15" fmla="*/ 6767913 h 6858000"/>
              <a:gd name="connsiteX16" fmla="*/ 7392158 w 7472601"/>
              <a:gd name="connsiteY16" fmla="*/ 6771365 h 6858000"/>
              <a:gd name="connsiteX17" fmla="*/ 7467600 w 7472601"/>
              <a:gd name="connsiteY17" fmla="*/ 6805948 h 6858000"/>
              <a:gd name="connsiteX18" fmla="*/ 7467600 w 7472601"/>
              <a:gd name="connsiteY18" fmla="*/ 6831490 h 6858000"/>
              <a:gd name="connsiteX19" fmla="*/ 7410696 w 7472601"/>
              <a:gd name="connsiteY19" fmla="*/ 6803861 h 6858000"/>
              <a:gd name="connsiteX20" fmla="*/ 7088673 w 7472601"/>
              <a:gd name="connsiteY20" fmla="*/ 6610396 h 6858000"/>
              <a:gd name="connsiteX21" fmla="*/ 1019354 w 7472601"/>
              <a:gd name="connsiteY21" fmla="*/ 6315006 h 6858000"/>
              <a:gd name="connsiteX22" fmla="*/ 441046 w 7472601"/>
              <a:gd name="connsiteY22" fmla="*/ 6691153 h 6858000"/>
              <a:gd name="connsiteX23" fmla="*/ 1019354 w 7472601"/>
              <a:gd name="connsiteY23" fmla="*/ 6315006 h 6858000"/>
              <a:gd name="connsiteX24" fmla="*/ 991680 w 7472601"/>
              <a:gd name="connsiteY24" fmla="*/ 6298413 h 6858000"/>
              <a:gd name="connsiteX25" fmla="*/ 409060 w 7472601"/>
              <a:gd name="connsiteY25" fmla="*/ 6671470 h 6858000"/>
              <a:gd name="connsiteX26" fmla="*/ 991680 w 7472601"/>
              <a:gd name="connsiteY26" fmla="*/ 6298413 h 6858000"/>
              <a:gd name="connsiteX27" fmla="*/ 103333 w 7472601"/>
              <a:gd name="connsiteY27" fmla="*/ 5699602 h 6858000"/>
              <a:gd name="connsiteX28" fmla="*/ 233938 w 7472601"/>
              <a:gd name="connsiteY28" fmla="*/ 5809416 h 6858000"/>
              <a:gd name="connsiteX29" fmla="*/ 883580 w 7472601"/>
              <a:gd name="connsiteY29" fmla="*/ 6180710 h 6858000"/>
              <a:gd name="connsiteX30" fmla="*/ 487337 w 7472601"/>
              <a:gd name="connsiteY30" fmla="*/ 5950182 h 6858000"/>
              <a:gd name="connsiteX31" fmla="*/ 354051 w 7472601"/>
              <a:gd name="connsiteY31" fmla="*/ 5854912 h 6858000"/>
              <a:gd name="connsiteX32" fmla="*/ 195436 w 7472601"/>
              <a:gd name="connsiteY32" fmla="*/ 5755068 h 6858000"/>
              <a:gd name="connsiteX33" fmla="*/ 103333 w 7472601"/>
              <a:gd name="connsiteY33" fmla="*/ 5699602 h 6858000"/>
              <a:gd name="connsiteX34" fmla="*/ 5539432 w 7472601"/>
              <a:gd name="connsiteY34" fmla="*/ 5642928 h 6858000"/>
              <a:gd name="connsiteX35" fmla="*/ 5555462 w 7472601"/>
              <a:gd name="connsiteY35" fmla="*/ 5694454 h 6858000"/>
              <a:gd name="connsiteX36" fmla="*/ 5828270 w 7472601"/>
              <a:gd name="connsiteY36" fmla="*/ 6320663 h 6858000"/>
              <a:gd name="connsiteX37" fmla="*/ 5947416 w 7472601"/>
              <a:gd name="connsiteY37" fmla="*/ 6574846 h 6858000"/>
              <a:gd name="connsiteX38" fmla="*/ 5539432 w 7472601"/>
              <a:gd name="connsiteY38" fmla="*/ 5642928 h 6858000"/>
              <a:gd name="connsiteX39" fmla="*/ 51253 w 7472601"/>
              <a:gd name="connsiteY39" fmla="*/ 5631825 h 6858000"/>
              <a:gd name="connsiteX40" fmla="*/ 211622 w 7472601"/>
              <a:gd name="connsiteY40" fmla="*/ 5728803 h 6858000"/>
              <a:gd name="connsiteX41" fmla="*/ 371652 w 7472601"/>
              <a:gd name="connsiteY41" fmla="*/ 5829062 h 6858000"/>
              <a:gd name="connsiteX42" fmla="*/ 505903 w 7472601"/>
              <a:gd name="connsiteY42" fmla="*/ 5925221 h 6858000"/>
              <a:gd name="connsiteX43" fmla="*/ 899240 w 7472601"/>
              <a:gd name="connsiteY43" fmla="*/ 6153068 h 6858000"/>
              <a:gd name="connsiteX44" fmla="*/ 988114 w 7472601"/>
              <a:gd name="connsiteY44" fmla="*/ 6174204 h 6858000"/>
              <a:gd name="connsiteX45" fmla="*/ 845971 w 7472601"/>
              <a:gd name="connsiteY45" fmla="*/ 6067177 h 6858000"/>
              <a:gd name="connsiteX46" fmla="*/ 448057 w 7472601"/>
              <a:gd name="connsiteY46" fmla="*/ 5841376 h 6858000"/>
              <a:gd name="connsiteX47" fmla="*/ 51253 w 7472601"/>
              <a:gd name="connsiteY47" fmla="*/ 5631825 h 6858000"/>
              <a:gd name="connsiteX48" fmla="*/ 2606687 w 7472601"/>
              <a:gd name="connsiteY48" fmla="*/ 5630718 h 6858000"/>
              <a:gd name="connsiteX49" fmla="*/ 2645658 w 7472601"/>
              <a:gd name="connsiteY49" fmla="*/ 6640259 h 6858000"/>
              <a:gd name="connsiteX50" fmla="*/ 2606687 w 7472601"/>
              <a:gd name="connsiteY50" fmla="*/ 5630718 h 6858000"/>
              <a:gd name="connsiteX51" fmla="*/ 3642057 w 7472601"/>
              <a:gd name="connsiteY51" fmla="*/ 5573487 h 6858000"/>
              <a:gd name="connsiteX52" fmla="*/ 3632981 w 7472601"/>
              <a:gd name="connsiteY52" fmla="*/ 5579437 h 6858000"/>
              <a:gd name="connsiteX53" fmla="*/ 3382436 w 7472601"/>
              <a:gd name="connsiteY53" fmla="*/ 5952726 h 6858000"/>
              <a:gd name="connsiteX54" fmla="*/ 3191929 w 7472601"/>
              <a:gd name="connsiteY54" fmla="*/ 6662669 h 6858000"/>
              <a:gd name="connsiteX55" fmla="*/ 3369898 w 7472601"/>
              <a:gd name="connsiteY55" fmla="*/ 6081771 h 6858000"/>
              <a:gd name="connsiteX56" fmla="*/ 3642057 w 7472601"/>
              <a:gd name="connsiteY56" fmla="*/ 5573487 h 6858000"/>
              <a:gd name="connsiteX57" fmla="*/ 2650666 w 7472601"/>
              <a:gd name="connsiteY57" fmla="*/ 5530686 h 6858000"/>
              <a:gd name="connsiteX58" fmla="*/ 2650249 w 7472601"/>
              <a:gd name="connsiteY58" fmla="*/ 5532101 h 6858000"/>
              <a:gd name="connsiteX59" fmla="*/ 2663808 w 7472601"/>
              <a:gd name="connsiteY59" fmla="*/ 6535215 h 6858000"/>
              <a:gd name="connsiteX60" fmla="*/ 2665418 w 7472601"/>
              <a:gd name="connsiteY60" fmla="*/ 6132756 h 6858000"/>
              <a:gd name="connsiteX61" fmla="*/ 2650666 w 7472601"/>
              <a:gd name="connsiteY61" fmla="*/ 5530686 h 6858000"/>
              <a:gd name="connsiteX62" fmla="*/ 2680277 w 7472601"/>
              <a:gd name="connsiteY62" fmla="*/ 5479204 h 6858000"/>
              <a:gd name="connsiteX63" fmla="*/ 2678972 w 7472601"/>
              <a:gd name="connsiteY63" fmla="*/ 5481582 h 6858000"/>
              <a:gd name="connsiteX64" fmla="*/ 2696666 w 7472601"/>
              <a:gd name="connsiteY64" fmla="*/ 6133836 h 6858000"/>
              <a:gd name="connsiteX65" fmla="*/ 2695769 w 7472601"/>
              <a:gd name="connsiteY65" fmla="*/ 6390955 h 6858000"/>
              <a:gd name="connsiteX66" fmla="*/ 2739893 w 7472601"/>
              <a:gd name="connsiteY66" fmla="*/ 6108357 h 6858000"/>
              <a:gd name="connsiteX67" fmla="*/ 2680277 w 7472601"/>
              <a:gd name="connsiteY67" fmla="*/ 5479204 h 6858000"/>
              <a:gd name="connsiteX68" fmla="*/ 1132195 w 7472601"/>
              <a:gd name="connsiteY68" fmla="*/ 5467980 h 6858000"/>
              <a:gd name="connsiteX69" fmla="*/ 1679056 w 7472601"/>
              <a:gd name="connsiteY69" fmla="*/ 5516907 h 6858000"/>
              <a:gd name="connsiteX70" fmla="*/ 2128648 w 7472601"/>
              <a:gd name="connsiteY70" fmla="*/ 5474249 h 6858000"/>
              <a:gd name="connsiteX71" fmla="*/ 1825619 w 7472601"/>
              <a:gd name="connsiteY71" fmla="*/ 5478447 h 6858000"/>
              <a:gd name="connsiteX72" fmla="*/ 1737798 w 7472601"/>
              <a:gd name="connsiteY72" fmla="*/ 5483353 h 6858000"/>
              <a:gd name="connsiteX73" fmla="*/ 1132195 w 7472601"/>
              <a:gd name="connsiteY73" fmla="*/ 5467980 h 6858000"/>
              <a:gd name="connsiteX74" fmla="*/ 7454976 w 7472601"/>
              <a:gd name="connsiteY74" fmla="*/ 6318297 h 6858000"/>
              <a:gd name="connsiteX75" fmla="*/ 7467600 w 7472601"/>
              <a:gd name="connsiteY75" fmla="*/ 6012219 h 6858000"/>
              <a:gd name="connsiteX76" fmla="*/ 7356878 w 7472601"/>
              <a:gd name="connsiteY76" fmla="*/ 5981332 h 6858000"/>
              <a:gd name="connsiteX77" fmla="*/ 7467600 w 7472601"/>
              <a:gd name="connsiteY77" fmla="*/ 6117703 h 6858000"/>
              <a:gd name="connsiteX78" fmla="*/ 7467600 w 7472601"/>
              <a:gd name="connsiteY78" fmla="*/ 6163634 h 6858000"/>
              <a:gd name="connsiteX79" fmla="*/ 7403637 w 7472601"/>
              <a:gd name="connsiteY79" fmla="*/ 6083957 h 6858000"/>
              <a:gd name="connsiteX80" fmla="*/ 7448321 w 7472601"/>
              <a:gd name="connsiteY80" fmla="*/ 6190991 h 6858000"/>
              <a:gd name="connsiteX81" fmla="*/ 7467600 w 7472601"/>
              <a:gd name="connsiteY81" fmla="*/ 6221686 h 6858000"/>
              <a:gd name="connsiteX82" fmla="*/ 7467600 w 7472601"/>
              <a:gd name="connsiteY82" fmla="*/ 6334256 h 6858000"/>
              <a:gd name="connsiteX83" fmla="*/ 7454976 w 7472601"/>
              <a:gd name="connsiteY83" fmla="*/ 6318297 h 6858000"/>
              <a:gd name="connsiteX84" fmla="*/ 1456157 w 7472601"/>
              <a:gd name="connsiteY84" fmla="*/ 5371404 h 6858000"/>
              <a:gd name="connsiteX85" fmla="*/ 1244432 w 7472601"/>
              <a:gd name="connsiteY85" fmla="*/ 5385601 h 6858000"/>
              <a:gd name="connsiteX86" fmla="*/ 973990 w 7472601"/>
              <a:gd name="connsiteY86" fmla="*/ 5424940 h 6858000"/>
              <a:gd name="connsiteX87" fmla="*/ 1103809 w 7472601"/>
              <a:gd name="connsiteY87" fmla="*/ 5433720 h 6858000"/>
              <a:gd name="connsiteX88" fmla="*/ 1123454 w 7472601"/>
              <a:gd name="connsiteY88" fmla="*/ 5435727 h 6858000"/>
              <a:gd name="connsiteX89" fmla="*/ 1737017 w 7472601"/>
              <a:gd name="connsiteY89" fmla="*/ 5452183 h 6858000"/>
              <a:gd name="connsiteX90" fmla="*/ 1824397 w 7472601"/>
              <a:gd name="connsiteY90" fmla="*/ 5447757 h 6858000"/>
              <a:gd name="connsiteX91" fmla="*/ 2070059 w 7472601"/>
              <a:gd name="connsiteY91" fmla="*/ 5441660 h 6858000"/>
              <a:gd name="connsiteX92" fmla="*/ 1456157 w 7472601"/>
              <a:gd name="connsiteY92" fmla="*/ 5371404 h 6858000"/>
              <a:gd name="connsiteX93" fmla="*/ 4988186 w 7472601"/>
              <a:gd name="connsiteY93" fmla="*/ 5216467 h 6858000"/>
              <a:gd name="connsiteX94" fmla="*/ 4777334 w 7472601"/>
              <a:gd name="connsiteY94" fmla="*/ 5406072 h 6858000"/>
              <a:gd name="connsiteX95" fmla="*/ 4718341 w 7472601"/>
              <a:gd name="connsiteY95" fmla="*/ 5468043 h 6858000"/>
              <a:gd name="connsiteX96" fmla="*/ 4604655 w 7472601"/>
              <a:gd name="connsiteY96" fmla="*/ 5583434 h 6858000"/>
              <a:gd name="connsiteX97" fmla="*/ 4565074 w 7472601"/>
              <a:gd name="connsiteY97" fmla="*/ 5618550 h 6858000"/>
              <a:gd name="connsiteX98" fmla="*/ 4988186 w 7472601"/>
              <a:gd name="connsiteY98" fmla="*/ 5216467 h 6858000"/>
              <a:gd name="connsiteX99" fmla="*/ 4978032 w 7472601"/>
              <a:gd name="connsiteY99" fmla="*/ 5183809 h 6858000"/>
              <a:gd name="connsiteX100" fmla="*/ 4463413 w 7472601"/>
              <a:gd name="connsiteY100" fmla="*/ 5615162 h 6858000"/>
              <a:gd name="connsiteX101" fmla="*/ 4358134 w 7472601"/>
              <a:gd name="connsiteY101" fmla="*/ 5742791 h 6858000"/>
              <a:gd name="connsiteX102" fmla="*/ 4376219 w 7472601"/>
              <a:gd name="connsiteY102" fmla="*/ 5729027 h 6858000"/>
              <a:gd name="connsiteX103" fmla="*/ 4582340 w 7472601"/>
              <a:gd name="connsiteY103" fmla="*/ 5561037 h 6858000"/>
              <a:gd name="connsiteX104" fmla="*/ 4694684 w 7472601"/>
              <a:gd name="connsiteY104" fmla="*/ 5447098 h 6858000"/>
              <a:gd name="connsiteX105" fmla="*/ 4754123 w 7472601"/>
              <a:gd name="connsiteY105" fmla="*/ 5384643 h 6858000"/>
              <a:gd name="connsiteX106" fmla="*/ 4978032 w 7472601"/>
              <a:gd name="connsiteY106" fmla="*/ 5183809 h 6858000"/>
              <a:gd name="connsiteX107" fmla="*/ 1903353 w 7472601"/>
              <a:gd name="connsiteY107" fmla="*/ 5044827 h 6858000"/>
              <a:gd name="connsiteX108" fmla="*/ 1936931 w 7472601"/>
              <a:gd name="connsiteY108" fmla="*/ 5093954 h 6858000"/>
              <a:gd name="connsiteX109" fmla="*/ 2195868 w 7472601"/>
              <a:gd name="connsiteY109" fmla="*/ 5396574 h 6858000"/>
              <a:gd name="connsiteX110" fmla="*/ 2088852 w 7472601"/>
              <a:gd name="connsiteY110" fmla="*/ 5166123 h 6858000"/>
              <a:gd name="connsiteX111" fmla="*/ 1958241 w 7472601"/>
              <a:gd name="connsiteY111" fmla="*/ 5067955 h 6858000"/>
              <a:gd name="connsiteX112" fmla="*/ 1903353 w 7472601"/>
              <a:gd name="connsiteY112" fmla="*/ 5044827 h 6858000"/>
              <a:gd name="connsiteX113" fmla="*/ 1979378 w 7472601"/>
              <a:gd name="connsiteY113" fmla="*/ 4769504 h 6858000"/>
              <a:gd name="connsiteX114" fmla="*/ 2882120 w 7472601"/>
              <a:gd name="connsiteY114" fmla="*/ 5064547 h 6858000"/>
              <a:gd name="connsiteX115" fmla="*/ 2793103 w 7472601"/>
              <a:gd name="connsiteY115" fmla="*/ 5039699 h 6858000"/>
              <a:gd name="connsiteX116" fmla="*/ 2770041 w 7472601"/>
              <a:gd name="connsiteY116" fmla="*/ 5033634 h 6858000"/>
              <a:gd name="connsiteX117" fmla="*/ 1979378 w 7472601"/>
              <a:gd name="connsiteY117" fmla="*/ 4769504 h 6858000"/>
              <a:gd name="connsiteX118" fmla="*/ 1927410 w 7472601"/>
              <a:gd name="connsiteY118" fmla="*/ 4716164 h 6858000"/>
              <a:gd name="connsiteX119" fmla="*/ 1959587 w 7472601"/>
              <a:gd name="connsiteY119" fmla="*/ 4728849 h 6858000"/>
              <a:gd name="connsiteX120" fmla="*/ 2777707 w 7472601"/>
              <a:gd name="connsiteY120" fmla="*/ 5003991 h 6858000"/>
              <a:gd name="connsiteX121" fmla="*/ 2800768 w 7472601"/>
              <a:gd name="connsiteY121" fmla="*/ 5010056 h 6858000"/>
              <a:gd name="connsiteX122" fmla="*/ 2879408 w 7472601"/>
              <a:gd name="connsiteY122" fmla="*/ 5031590 h 6858000"/>
              <a:gd name="connsiteX123" fmla="*/ 2862295 w 7472601"/>
              <a:gd name="connsiteY123" fmla="*/ 5022958 h 6858000"/>
              <a:gd name="connsiteX124" fmla="*/ 2813343 w 7472601"/>
              <a:gd name="connsiteY124" fmla="*/ 4998369 h 6858000"/>
              <a:gd name="connsiteX125" fmla="*/ 2646245 w 7472601"/>
              <a:gd name="connsiteY125" fmla="*/ 4930999 h 6858000"/>
              <a:gd name="connsiteX126" fmla="*/ 1999243 w 7472601"/>
              <a:gd name="connsiteY126" fmla="*/ 4730524 h 6858000"/>
              <a:gd name="connsiteX127" fmla="*/ 1979527 w 7472601"/>
              <a:gd name="connsiteY127" fmla="*/ 4726651 h 6858000"/>
              <a:gd name="connsiteX128" fmla="*/ 1927410 w 7472601"/>
              <a:gd name="connsiteY128" fmla="*/ 4716164 h 6858000"/>
              <a:gd name="connsiteX129" fmla="*/ 1997014 w 7472601"/>
              <a:gd name="connsiteY129" fmla="*/ 4698007 h 6858000"/>
              <a:gd name="connsiteX130" fmla="*/ 2005458 w 7472601"/>
              <a:gd name="connsiteY130" fmla="*/ 4699540 h 6858000"/>
              <a:gd name="connsiteX131" fmla="*/ 2657186 w 7472601"/>
              <a:gd name="connsiteY131" fmla="*/ 4901687 h 6858000"/>
              <a:gd name="connsiteX132" fmla="*/ 2826662 w 7472601"/>
              <a:gd name="connsiteY132" fmla="*/ 4970362 h 6858000"/>
              <a:gd name="connsiteX133" fmla="*/ 2876100 w 7472601"/>
              <a:gd name="connsiteY133" fmla="*/ 4995397 h 6858000"/>
              <a:gd name="connsiteX134" fmla="*/ 3042600 w 7472601"/>
              <a:gd name="connsiteY134" fmla="*/ 5059532 h 6858000"/>
              <a:gd name="connsiteX135" fmla="*/ 1997014 w 7472601"/>
              <a:gd name="connsiteY135" fmla="*/ 4698007 h 6858000"/>
              <a:gd name="connsiteX136" fmla="*/ 2305292 w 7472601"/>
              <a:gd name="connsiteY136" fmla="*/ 4219492 h 6858000"/>
              <a:gd name="connsiteX137" fmla="*/ 3360922 w 7472601"/>
              <a:gd name="connsiteY137" fmla="*/ 4529373 h 6858000"/>
              <a:gd name="connsiteX138" fmla="*/ 3492420 w 7472601"/>
              <a:gd name="connsiteY138" fmla="*/ 4510145 h 6858000"/>
              <a:gd name="connsiteX139" fmla="*/ 3364086 w 7472601"/>
              <a:gd name="connsiteY139" fmla="*/ 4480340 h 6858000"/>
              <a:gd name="connsiteX140" fmla="*/ 3225818 w 7472601"/>
              <a:gd name="connsiteY140" fmla="*/ 4411822 h 6858000"/>
              <a:gd name="connsiteX141" fmla="*/ 3129696 w 7472601"/>
              <a:gd name="connsiteY141" fmla="*/ 4360704 h 6858000"/>
              <a:gd name="connsiteX142" fmla="*/ 2814545 w 7472601"/>
              <a:gd name="connsiteY142" fmla="*/ 4282955 h 6858000"/>
              <a:gd name="connsiteX143" fmla="*/ 2305292 w 7472601"/>
              <a:gd name="connsiteY143" fmla="*/ 4219492 h 6858000"/>
              <a:gd name="connsiteX144" fmla="*/ 2626982 w 7472601"/>
              <a:gd name="connsiteY144" fmla="*/ 4206450 h 6858000"/>
              <a:gd name="connsiteX145" fmla="*/ 2490617 w 7472601"/>
              <a:gd name="connsiteY145" fmla="*/ 4206951 h 6858000"/>
              <a:gd name="connsiteX146" fmla="*/ 2819869 w 7472601"/>
              <a:gd name="connsiteY146" fmla="*/ 4252936 h 6858000"/>
              <a:gd name="connsiteX147" fmla="*/ 3143018 w 7472601"/>
              <a:gd name="connsiteY147" fmla="*/ 4332698 h 6858000"/>
              <a:gd name="connsiteX148" fmla="*/ 3241520 w 7472601"/>
              <a:gd name="connsiteY148" fmla="*/ 4385112 h 6858000"/>
              <a:gd name="connsiteX149" fmla="*/ 3374575 w 7472601"/>
              <a:gd name="connsiteY149" fmla="*/ 4451517 h 6858000"/>
              <a:gd name="connsiteX150" fmla="*/ 3505221 w 7472601"/>
              <a:gd name="connsiteY150" fmla="*/ 4480757 h 6858000"/>
              <a:gd name="connsiteX151" fmla="*/ 2626982 w 7472601"/>
              <a:gd name="connsiteY151" fmla="*/ 4206450 h 6858000"/>
              <a:gd name="connsiteX152" fmla="*/ 1310106 w 7472601"/>
              <a:gd name="connsiteY152" fmla="*/ 3943217 h 6858000"/>
              <a:gd name="connsiteX153" fmla="*/ 854994 w 7472601"/>
              <a:gd name="connsiteY153" fmla="*/ 4399136 h 6858000"/>
              <a:gd name="connsiteX154" fmla="*/ 742462 w 7472601"/>
              <a:gd name="connsiteY154" fmla="*/ 4594648 h 6858000"/>
              <a:gd name="connsiteX155" fmla="*/ 820602 w 7472601"/>
              <a:gd name="connsiteY155" fmla="*/ 4485915 h 6858000"/>
              <a:gd name="connsiteX156" fmla="*/ 878295 w 7472601"/>
              <a:gd name="connsiteY156" fmla="*/ 4403594 h 6858000"/>
              <a:gd name="connsiteX157" fmla="*/ 1240607 w 7472601"/>
              <a:gd name="connsiteY157" fmla="*/ 4010401 h 6858000"/>
              <a:gd name="connsiteX158" fmla="*/ 1310106 w 7472601"/>
              <a:gd name="connsiteY158" fmla="*/ 3943217 h 6858000"/>
              <a:gd name="connsiteX159" fmla="*/ 1423113 w 7472601"/>
              <a:gd name="connsiteY159" fmla="*/ 3874565 h 6858000"/>
              <a:gd name="connsiteX160" fmla="*/ 1260565 w 7472601"/>
              <a:gd name="connsiteY160" fmla="*/ 4031982 h 6858000"/>
              <a:gd name="connsiteX161" fmla="*/ 901900 w 7472601"/>
              <a:gd name="connsiteY161" fmla="*/ 4421236 h 6858000"/>
              <a:gd name="connsiteX162" fmla="*/ 845044 w 7472601"/>
              <a:gd name="connsiteY162" fmla="*/ 4502436 h 6858000"/>
              <a:gd name="connsiteX163" fmla="*/ 685926 w 7472601"/>
              <a:gd name="connsiteY163" fmla="*/ 4703069 h 6858000"/>
              <a:gd name="connsiteX164" fmla="*/ 684248 w 7472601"/>
              <a:gd name="connsiteY164" fmla="*/ 4706721 h 6858000"/>
              <a:gd name="connsiteX165" fmla="*/ 1423113 w 7472601"/>
              <a:gd name="connsiteY165" fmla="*/ 3874565 h 6858000"/>
              <a:gd name="connsiteX166" fmla="*/ 3316479 w 7472601"/>
              <a:gd name="connsiteY166" fmla="*/ 3872136 h 6858000"/>
              <a:gd name="connsiteX167" fmla="*/ 3546806 w 7472601"/>
              <a:gd name="connsiteY167" fmla="*/ 4356139 h 6858000"/>
              <a:gd name="connsiteX168" fmla="*/ 3364433 w 7472601"/>
              <a:gd name="connsiteY168" fmla="*/ 3953121 h 6858000"/>
              <a:gd name="connsiteX169" fmla="*/ 3316479 w 7472601"/>
              <a:gd name="connsiteY169" fmla="*/ 3872136 h 6858000"/>
              <a:gd name="connsiteX170" fmla="*/ 3291335 w 7472601"/>
              <a:gd name="connsiteY170" fmla="*/ 3767420 h 6858000"/>
              <a:gd name="connsiteX171" fmla="*/ 3390805 w 7472601"/>
              <a:gd name="connsiteY171" fmla="*/ 3937163 h 6858000"/>
              <a:gd name="connsiteX172" fmla="*/ 3579062 w 7472601"/>
              <a:gd name="connsiteY172" fmla="*/ 4359040 h 6858000"/>
              <a:gd name="connsiteX173" fmla="*/ 3467355 w 7472601"/>
              <a:gd name="connsiteY173" fmla="*/ 3988130 h 6858000"/>
              <a:gd name="connsiteX174" fmla="*/ 3310753 w 7472601"/>
              <a:gd name="connsiteY174" fmla="*/ 3787140 h 6858000"/>
              <a:gd name="connsiteX175" fmla="*/ 3291335 w 7472601"/>
              <a:gd name="connsiteY175" fmla="*/ 3767420 h 6858000"/>
              <a:gd name="connsiteX176" fmla="*/ 1635889 w 7472601"/>
              <a:gd name="connsiteY176" fmla="*/ 3709494 h 6858000"/>
              <a:gd name="connsiteX177" fmla="*/ 1634800 w 7472601"/>
              <a:gd name="connsiteY177" fmla="*/ 3731111 h 6858000"/>
              <a:gd name="connsiteX178" fmla="*/ 1635889 w 7472601"/>
              <a:gd name="connsiteY178" fmla="*/ 3709494 h 6858000"/>
              <a:gd name="connsiteX179" fmla="*/ 1510397 w 7472601"/>
              <a:gd name="connsiteY179" fmla="*/ 3684705 h 6858000"/>
              <a:gd name="connsiteX180" fmla="*/ 1146550 w 7472601"/>
              <a:gd name="connsiteY180" fmla="*/ 3802012 h 6858000"/>
              <a:gd name="connsiteX181" fmla="*/ 698834 w 7472601"/>
              <a:gd name="connsiteY181" fmla="*/ 3952272 h 6858000"/>
              <a:gd name="connsiteX182" fmla="*/ 34256 w 7472601"/>
              <a:gd name="connsiteY182" fmla="*/ 4347603 h 6858000"/>
              <a:gd name="connsiteX183" fmla="*/ 527241 w 7472601"/>
              <a:gd name="connsiteY183" fmla="*/ 4065078 h 6858000"/>
              <a:gd name="connsiteX184" fmla="*/ 1510397 w 7472601"/>
              <a:gd name="connsiteY184" fmla="*/ 3684705 h 6858000"/>
              <a:gd name="connsiteX185" fmla="*/ 1313114 w 7472601"/>
              <a:gd name="connsiteY185" fmla="*/ 3655216 h 6858000"/>
              <a:gd name="connsiteX186" fmla="*/ 1109304 w 7472601"/>
              <a:gd name="connsiteY186" fmla="*/ 3669030 h 6858000"/>
              <a:gd name="connsiteX187" fmla="*/ 8129 w 7472601"/>
              <a:gd name="connsiteY187" fmla="*/ 4330519 h 6858000"/>
              <a:gd name="connsiteX188" fmla="*/ 687572 w 7472601"/>
              <a:gd name="connsiteY188" fmla="*/ 3925629 h 6858000"/>
              <a:gd name="connsiteX189" fmla="*/ 1138365 w 7472601"/>
              <a:gd name="connsiteY189" fmla="*/ 3774515 h 6858000"/>
              <a:gd name="connsiteX190" fmla="*/ 1505579 w 7472601"/>
              <a:gd name="connsiteY190" fmla="*/ 3655526 h 6858000"/>
              <a:gd name="connsiteX191" fmla="*/ 1313114 w 7472601"/>
              <a:gd name="connsiteY191" fmla="*/ 3655216 h 6858000"/>
              <a:gd name="connsiteX192" fmla="*/ 3655073 w 7472601"/>
              <a:gd name="connsiteY192" fmla="*/ 3650884 h 6858000"/>
              <a:gd name="connsiteX193" fmla="*/ 3989938 w 7472601"/>
              <a:gd name="connsiteY193" fmla="*/ 3991685 h 6858000"/>
              <a:gd name="connsiteX194" fmla="*/ 4393907 w 7472601"/>
              <a:gd name="connsiteY194" fmla="*/ 4261258 h 6858000"/>
              <a:gd name="connsiteX195" fmla="*/ 4648051 w 7472601"/>
              <a:gd name="connsiteY195" fmla="*/ 4374051 h 6858000"/>
              <a:gd name="connsiteX196" fmla="*/ 4383389 w 7472601"/>
              <a:gd name="connsiteY196" fmla="*/ 4184369 h 6858000"/>
              <a:gd name="connsiteX197" fmla="*/ 4165508 w 7472601"/>
              <a:gd name="connsiteY197" fmla="*/ 4035196 h 6858000"/>
              <a:gd name="connsiteX198" fmla="*/ 4068162 w 7472601"/>
              <a:gd name="connsiteY198" fmla="*/ 3953394 h 6858000"/>
              <a:gd name="connsiteX199" fmla="*/ 3981416 w 7472601"/>
              <a:gd name="connsiteY199" fmla="*/ 3880482 h 6858000"/>
              <a:gd name="connsiteX200" fmla="*/ 3800147 w 7472601"/>
              <a:gd name="connsiteY200" fmla="*/ 3749872 h 6858000"/>
              <a:gd name="connsiteX201" fmla="*/ 3655073 w 7472601"/>
              <a:gd name="connsiteY201" fmla="*/ 3650884 h 6858000"/>
              <a:gd name="connsiteX202" fmla="*/ 3670252 w 7472601"/>
              <a:gd name="connsiteY202" fmla="*/ 3622798 h 6858000"/>
              <a:gd name="connsiteX203" fmla="*/ 3817258 w 7472601"/>
              <a:gd name="connsiteY203" fmla="*/ 3723577 h 6858000"/>
              <a:gd name="connsiteX204" fmla="*/ 4000461 w 7472601"/>
              <a:gd name="connsiteY204" fmla="*/ 3855966 h 6858000"/>
              <a:gd name="connsiteX205" fmla="*/ 4088180 w 7472601"/>
              <a:gd name="connsiteY205" fmla="*/ 3929774 h 6858000"/>
              <a:gd name="connsiteX206" fmla="*/ 4184555 w 7472601"/>
              <a:gd name="connsiteY206" fmla="*/ 4010683 h 6858000"/>
              <a:gd name="connsiteX207" fmla="*/ 4399563 w 7472601"/>
              <a:gd name="connsiteY207" fmla="*/ 4158106 h 6858000"/>
              <a:gd name="connsiteX208" fmla="*/ 4684469 w 7472601"/>
              <a:gd name="connsiteY208" fmla="*/ 4364680 h 6858000"/>
              <a:gd name="connsiteX209" fmla="*/ 4690271 w 7472601"/>
              <a:gd name="connsiteY209" fmla="*/ 4370034 h 6858000"/>
              <a:gd name="connsiteX210" fmla="*/ 4136093 w 7472601"/>
              <a:gd name="connsiteY210" fmla="*/ 3858466 h 6858000"/>
              <a:gd name="connsiteX211" fmla="*/ 3670252 w 7472601"/>
              <a:gd name="connsiteY211" fmla="*/ 3622798 h 6858000"/>
              <a:gd name="connsiteX212" fmla="*/ 4440129 w 7472601"/>
              <a:gd name="connsiteY212" fmla="*/ 3448571 h 6858000"/>
              <a:gd name="connsiteX213" fmla="*/ 4856525 w 7472601"/>
              <a:gd name="connsiteY213" fmla="*/ 3915351 h 6858000"/>
              <a:gd name="connsiteX214" fmla="*/ 5059055 w 7472601"/>
              <a:gd name="connsiteY214" fmla="*/ 4108918 h 6858000"/>
              <a:gd name="connsiteX215" fmla="*/ 5290070 w 7472601"/>
              <a:gd name="connsiteY215" fmla="*/ 4263619 h 6858000"/>
              <a:gd name="connsiteX216" fmla="*/ 4834991 w 7472601"/>
              <a:gd name="connsiteY216" fmla="*/ 3830985 h 6858000"/>
              <a:gd name="connsiteX217" fmla="*/ 4440129 w 7472601"/>
              <a:gd name="connsiteY217" fmla="*/ 3448571 h 6858000"/>
              <a:gd name="connsiteX218" fmla="*/ 4441737 w 7472601"/>
              <a:gd name="connsiteY218" fmla="*/ 3399734 h 6858000"/>
              <a:gd name="connsiteX219" fmla="*/ 4431236 w 7472601"/>
              <a:gd name="connsiteY219" fmla="*/ 3400954 h 6858000"/>
              <a:gd name="connsiteX220" fmla="*/ 4557150 w 7472601"/>
              <a:gd name="connsiteY220" fmla="*/ 3510023 h 6858000"/>
              <a:gd name="connsiteX221" fmla="*/ 4856936 w 7472601"/>
              <a:gd name="connsiteY221" fmla="*/ 3809146 h 6858000"/>
              <a:gd name="connsiteX222" fmla="*/ 5111996 w 7472601"/>
              <a:gd name="connsiteY222" fmla="*/ 4065759 h 6858000"/>
              <a:gd name="connsiteX223" fmla="*/ 5388878 w 7472601"/>
              <a:gd name="connsiteY223" fmla="*/ 4300185 h 6858000"/>
              <a:gd name="connsiteX224" fmla="*/ 5425556 w 7472601"/>
              <a:gd name="connsiteY224" fmla="*/ 4308967 h 6858000"/>
              <a:gd name="connsiteX225" fmla="*/ 4943646 w 7472601"/>
              <a:gd name="connsiteY225" fmla="*/ 3822916 h 6858000"/>
              <a:gd name="connsiteX226" fmla="*/ 4594837 w 7472601"/>
              <a:gd name="connsiteY226" fmla="*/ 3532274 h 6858000"/>
              <a:gd name="connsiteX227" fmla="*/ 4441737 w 7472601"/>
              <a:gd name="connsiteY227" fmla="*/ 3399734 h 6858000"/>
              <a:gd name="connsiteX228" fmla="*/ 5425834 w 7472601"/>
              <a:gd name="connsiteY228" fmla="*/ 3162785 h 6858000"/>
              <a:gd name="connsiteX229" fmla="*/ 5401644 w 7472601"/>
              <a:gd name="connsiteY229" fmla="*/ 3617847 h 6858000"/>
              <a:gd name="connsiteX230" fmla="*/ 5467256 w 7472601"/>
              <a:gd name="connsiteY230" fmla="*/ 4175494 h 6858000"/>
              <a:gd name="connsiteX231" fmla="*/ 5448069 w 7472601"/>
              <a:gd name="connsiteY231" fmla="*/ 3567554 h 6858000"/>
              <a:gd name="connsiteX232" fmla="*/ 5425834 w 7472601"/>
              <a:gd name="connsiteY232" fmla="*/ 3162785 h 6858000"/>
              <a:gd name="connsiteX233" fmla="*/ 1318687 w 7472601"/>
              <a:gd name="connsiteY233" fmla="*/ 3113840 h 6858000"/>
              <a:gd name="connsiteX234" fmla="*/ 1066793 w 7472601"/>
              <a:gd name="connsiteY234" fmla="*/ 3212171 h 6858000"/>
              <a:gd name="connsiteX235" fmla="*/ 993319 w 7472601"/>
              <a:gd name="connsiteY235" fmla="*/ 3247648 h 6858000"/>
              <a:gd name="connsiteX236" fmla="*/ 853081 w 7472601"/>
              <a:gd name="connsiteY236" fmla="*/ 3312410 h 6858000"/>
              <a:gd name="connsiteX237" fmla="*/ 805957 w 7472601"/>
              <a:gd name="connsiteY237" fmla="*/ 3330443 h 6858000"/>
              <a:gd name="connsiteX238" fmla="*/ 1318687 w 7472601"/>
              <a:gd name="connsiteY238" fmla="*/ 3113840 h 6858000"/>
              <a:gd name="connsiteX239" fmla="*/ 5453702 w 7472601"/>
              <a:gd name="connsiteY239" fmla="*/ 3090882 h 6858000"/>
              <a:gd name="connsiteX240" fmla="*/ 5480135 w 7472601"/>
              <a:gd name="connsiteY240" fmla="*/ 3565802 h 6858000"/>
              <a:gd name="connsiteX241" fmla="*/ 5499023 w 7472601"/>
              <a:gd name="connsiteY241" fmla="*/ 4166310 h 6858000"/>
              <a:gd name="connsiteX242" fmla="*/ 5547022 w 7472601"/>
              <a:gd name="connsiteY242" fmla="*/ 3607838 h 6858000"/>
              <a:gd name="connsiteX243" fmla="*/ 5515964 w 7472601"/>
              <a:gd name="connsiteY243" fmla="*/ 3378541 h 6858000"/>
              <a:gd name="connsiteX244" fmla="*/ 5453702 w 7472601"/>
              <a:gd name="connsiteY244" fmla="*/ 3090882 h 6858000"/>
              <a:gd name="connsiteX245" fmla="*/ 1238695 w 7472601"/>
              <a:gd name="connsiteY245" fmla="*/ 3076820 h 6858000"/>
              <a:gd name="connsiteX246" fmla="*/ 716371 w 7472601"/>
              <a:gd name="connsiteY246" fmla="*/ 3293249 h 6858000"/>
              <a:gd name="connsiteX247" fmla="*/ 579522 w 7472601"/>
              <a:gd name="connsiteY247" fmla="*/ 3371759 h 6858000"/>
              <a:gd name="connsiteX248" fmla="*/ 600288 w 7472601"/>
              <a:gd name="connsiteY248" fmla="*/ 3365555 h 6858000"/>
              <a:gd name="connsiteX249" fmla="*/ 840692 w 7472601"/>
              <a:gd name="connsiteY249" fmla="*/ 3284921 h 6858000"/>
              <a:gd name="connsiteX250" fmla="*/ 979248 w 7472601"/>
              <a:gd name="connsiteY250" fmla="*/ 3221003 h 6858000"/>
              <a:gd name="connsiteX251" fmla="*/ 1053282 w 7472601"/>
              <a:gd name="connsiteY251" fmla="*/ 3185247 h 6858000"/>
              <a:gd name="connsiteX252" fmla="*/ 1320603 w 7472601"/>
              <a:gd name="connsiteY252" fmla="*/ 3081281 h 6858000"/>
              <a:gd name="connsiteX253" fmla="*/ 1238695 w 7472601"/>
              <a:gd name="connsiteY253" fmla="*/ 3076820 h 6858000"/>
              <a:gd name="connsiteX254" fmla="*/ 5425627 w 7472601"/>
              <a:gd name="connsiteY254" fmla="*/ 2954192 h 6858000"/>
              <a:gd name="connsiteX255" fmla="*/ 5470770 w 7472601"/>
              <a:gd name="connsiteY255" fmla="*/ 3005435 h 6858000"/>
              <a:gd name="connsiteX256" fmla="*/ 5519779 w 7472601"/>
              <a:gd name="connsiteY256" fmla="*/ 4359223 h 6858000"/>
              <a:gd name="connsiteX257" fmla="*/ 5520293 w 7472601"/>
              <a:gd name="connsiteY257" fmla="*/ 4360602 h 6858000"/>
              <a:gd name="connsiteX258" fmla="*/ 5767221 w 7472601"/>
              <a:gd name="connsiteY258" fmla="*/ 4665564 h 6858000"/>
              <a:gd name="connsiteX259" fmla="*/ 6937169 w 7472601"/>
              <a:gd name="connsiteY259" fmla="*/ 4815941 h 6858000"/>
              <a:gd name="connsiteX260" fmla="*/ 6953922 w 7472601"/>
              <a:gd name="connsiteY260" fmla="*/ 4890068 h 6858000"/>
              <a:gd name="connsiteX261" fmla="*/ 6071359 w 7472601"/>
              <a:gd name="connsiteY261" fmla="*/ 4770770 h 6858000"/>
              <a:gd name="connsiteX262" fmla="*/ 6038839 w 7472601"/>
              <a:gd name="connsiteY262" fmla="*/ 4764474 h 6858000"/>
              <a:gd name="connsiteX263" fmla="*/ 6038706 w 7472601"/>
              <a:gd name="connsiteY263" fmla="*/ 4763847 h 6858000"/>
              <a:gd name="connsiteX264" fmla="*/ 6037784 w 7472601"/>
              <a:gd name="connsiteY264" fmla="*/ 4764270 h 6858000"/>
              <a:gd name="connsiteX265" fmla="*/ 6038839 w 7472601"/>
              <a:gd name="connsiteY265" fmla="*/ 4764474 h 6858000"/>
              <a:gd name="connsiteX266" fmla="*/ 6040338 w 7472601"/>
              <a:gd name="connsiteY266" fmla="*/ 4771418 h 6858000"/>
              <a:gd name="connsiteX267" fmla="*/ 6024488 w 7472601"/>
              <a:gd name="connsiteY267" fmla="*/ 4809903 h 6858000"/>
              <a:gd name="connsiteX268" fmla="*/ 5599771 w 7472601"/>
              <a:gd name="connsiteY268" fmla="*/ 5509652 h 6858000"/>
              <a:gd name="connsiteX269" fmla="*/ 5548843 w 7472601"/>
              <a:gd name="connsiteY269" fmla="*/ 5563845 h 6858000"/>
              <a:gd name="connsiteX270" fmla="*/ 5940952 w 7472601"/>
              <a:gd name="connsiteY270" fmla="*/ 6250028 h 6858000"/>
              <a:gd name="connsiteX271" fmla="*/ 6043441 w 7472601"/>
              <a:gd name="connsiteY271" fmla="*/ 6665847 h 6858000"/>
              <a:gd name="connsiteX272" fmla="*/ 6093432 w 7472601"/>
              <a:gd name="connsiteY272" fmla="*/ 6858000 h 6858000"/>
              <a:gd name="connsiteX273" fmla="*/ 6034344 w 7472601"/>
              <a:gd name="connsiteY273" fmla="*/ 6858000 h 6858000"/>
              <a:gd name="connsiteX274" fmla="*/ 6026679 w 7472601"/>
              <a:gd name="connsiteY274" fmla="*/ 6836959 h 6858000"/>
              <a:gd name="connsiteX275" fmla="*/ 5800441 w 7472601"/>
              <a:gd name="connsiteY275" fmla="*/ 6335286 h 6858000"/>
              <a:gd name="connsiteX276" fmla="*/ 5526562 w 7472601"/>
              <a:gd name="connsiteY276" fmla="*/ 5705388 h 6858000"/>
              <a:gd name="connsiteX277" fmla="*/ 5519640 w 7472601"/>
              <a:gd name="connsiteY277" fmla="*/ 5683774 h 6858000"/>
              <a:gd name="connsiteX278" fmla="*/ 5844559 w 7472601"/>
              <a:gd name="connsiteY278" fmla="*/ 6553349 h 6858000"/>
              <a:gd name="connsiteX279" fmla="*/ 5975994 w 7472601"/>
              <a:gd name="connsiteY279" fmla="*/ 6858000 h 6858000"/>
              <a:gd name="connsiteX280" fmla="*/ 5898547 w 7472601"/>
              <a:gd name="connsiteY280" fmla="*/ 6858000 h 6858000"/>
              <a:gd name="connsiteX281" fmla="*/ 5682041 w 7472601"/>
              <a:gd name="connsiteY281" fmla="*/ 6355860 h 6858000"/>
              <a:gd name="connsiteX282" fmla="*/ 5461758 w 7472601"/>
              <a:gd name="connsiteY282" fmla="*/ 5820220 h 6858000"/>
              <a:gd name="connsiteX283" fmla="*/ 5237282 w 7472601"/>
              <a:gd name="connsiteY283" fmla="*/ 6579086 h 6858000"/>
              <a:gd name="connsiteX284" fmla="*/ 5115009 w 7472601"/>
              <a:gd name="connsiteY284" fmla="*/ 6858000 h 6858000"/>
              <a:gd name="connsiteX285" fmla="*/ 5028074 w 7472601"/>
              <a:gd name="connsiteY285" fmla="*/ 6858000 h 6858000"/>
              <a:gd name="connsiteX286" fmla="*/ 5079508 w 7472601"/>
              <a:gd name="connsiteY286" fmla="*/ 6749074 h 6858000"/>
              <a:gd name="connsiteX287" fmla="*/ 5371846 w 7472601"/>
              <a:gd name="connsiteY287" fmla="*/ 5924413 h 6858000"/>
              <a:gd name="connsiteX288" fmla="*/ 5270512 w 7472601"/>
              <a:gd name="connsiteY288" fmla="*/ 6138975 h 6858000"/>
              <a:gd name="connsiteX289" fmla="*/ 5062409 w 7472601"/>
              <a:gd name="connsiteY289" fmla="*/ 6653544 h 6858000"/>
              <a:gd name="connsiteX290" fmla="*/ 5036628 w 7472601"/>
              <a:gd name="connsiteY290" fmla="*/ 6754247 h 6858000"/>
              <a:gd name="connsiteX291" fmla="*/ 5009112 w 7472601"/>
              <a:gd name="connsiteY291" fmla="*/ 6858000 h 6858000"/>
              <a:gd name="connsiteX292" fmla="*/ 4976679 w 7472601"/>
              <a:gd name="connsiteY292" fmla="*/ 6858000 h 6858000"/>
              <a:gd name="connsiteX293" fmla="*/ 5006537 w 7472601"/>
              <a:gd name="connsiteY293" fmla="*/ 6747068 h 6858000"/>
              <a:gd name="connsiteX294" fmla="*/ 5032723 w 7472601"/>
              <a:gd name="connsiteY294" fmla="*/ 6644957 h 6858000"/>
              <a:gd name="connsiteX295" fmla="*/ 5242949 w 7472601"/>
              <a:gd name="connsiteY295" fmla="*/ 6125175 h 6858000"/>
              <a:gd name="connsiteX296" fmla="*/ 5286321 w 7472601"/>
              <a:gd name="connsiteY296" fmla="*/ 6033555 h 6858000"/>
              <a:gd name="connsiteX297" fmla="*/ 5008210 w 7472601"/>
              <a:gd name="connsiteY297" fmla="*/ 6649194 h 6858000"/>
              <a:gd name="connsiteX298" fmla="*/ 4986321 w 7472601"/>
              <a:gd name="connsiteY298" fmla="*/ 6765687 h 6858000"/>
              <a:gd name="connsiteX299" fmla="*/ 4973474 w 7472601"/>
              <a:gd name="connsiteY299" fmla="*/ 6858000 h 6858000"/>
              <a:gd name="connsiteX300" fmla="*/ 4907178 w 7472601"/>
              <a:gd name="connsiteY300" fmla="*/ 6858000 h 6858000"/>
              <a:gd name="connsiteX301" fmla="*/ 4910810 w 7472601"/>
              <a:gd name="connsiteY301" fmla="*/ 6829660 h 6858000"/>
              <a:gd name="connsiteX302" fmla="*/ 4987461 w 7472601"/>
              <a:gd name="connsiteY302" fmla="*/ 6432994 h 6858000"/>
              <a:gd name="connsiteX303" fmla="*/ 5179262 w 7472601"/>
              <a:gd name="connsiteY303" fmla="*/ 6035044 h 6858000"/>
              <a:gd name="connsiteX304" fmla="*/ 4689678 w 7472601"/>
              <a:gd name="connsiteY304" fmla="*/ 6440241 h 6858000"/>
              <a:gd name="connsiteX305" fmla="*/ 4477543 w 7472601"/>
              <a:gd name="connsiteY305" fmla="*/ 6674836 h 6858000"/>
              <a:gd name="connsiteX306" fmla="*/ 4329957 w 7472601"/>
              <a:gd name="connsiteY306" fmla="*/ 6858000 h 6858000"/>
              <a:gd name="connsiteX307" fmla="*/ 4218595 w 7472601"/>
              <a:gd name="connsiteY307" fmla="*/ 6858000 h 6858000"/>
              <a:gd name="connsiteX308" fmla="*/ 4368888 w 7472601"/>
              <a:gd name="connsiteY308" fmla="*/ 6668412 h 6858000"/>
              <a:gd name="connsiteX309" fmla="*/ 4563091 w 7472601"/>
              <a:gd name="connsiteY309" fmla="*/ 6442508 h 6858000"/>
              <a:gd name="connsiteX310" fmla="*/ 5387324 w 7472601"/>
              <a:gd name="connsiteY310" fmla="*/ 5705830 h 6858000"/>
              <a:gd name="connsiteX311" fmla="*/ 5073620 w 7472601"/>
              <a:gd name="connsiteY311" fmla="*/ 5955437 h 6858000"/>
              <a:gd name="connsiteX312" fmla="*/ 4689789 w 7472601"/>
              <a:gd name="connsiteY312" fmla="*/ 6268382 h 6858000"/>
              <a:gd name="connsiteX313" fmla="*/ 4418722 w 7472601"/>
              <a:gd name="connsiteY313" fmla="*/ 6570886 h 6858000"/>
              <a:gd name="connsiteX314" fmla="*/ 4214944 w 7472601"/>
              <a:gd name="connsiteY314" fmla="*/ 6858000 h 6858000"/>
              <a:gd name="connsiteX315" fmla="*/ 4177898 w 7472601"/>
              <a:gd name="connsiteY315" fmla="*/ 6858000 h 6858000"/>
              <a:gd name="connsiteX316" fmla="*/ 4391597 w 7472601"/>
              <a:gd name="connsiteY316" fmla="*/ 6556370 h 6858000"/>
              <a:gd name="connsiteX317" fmla="*/ 4668889 w 7472601"/>
              <a:gd name="connsiteY317" fmla="*/ 6246399 h 6858000"/>
              <a:gd name="connsiteX318" fmla="*/ 5055427 w 7472601"/>
              <a:gd name="connsiteY318" fmla="*/ 5931476 h 6858000"/>
              <a:gd name="connsiteX319" fmla="*/ 5371814 w 7472601"/>
              <a:gd name="connsiteY319" fmla="*/ 5678975 h 6858000"/>
              <a:gd name="connsiteX320" fmla="*/ 4987918 w 7472601"/>
              <a:gd name="connsiteY320" fmla="*/ 5838701 h 6858000"/>
              <a:gd name="connsiteX321" fmla="*/ 4317146 w 7472601"/>
              <a:gd name="connsiteY321" fmla="*/ 6587716 h 6858000"/>
              <a:gd name="connsiteX322" fmla="*/ 4171627 w 7472601"/>
              <a:gd name="connsiteY322" fmla="*/ 6858000 h 6858000"/>
              <a:gd name="connsiteX323" fmla="*/ 4081585 w 7472601"/>
              <a:gd name="connsiteY323" fmla="*/ 6858000 h 6858000"/>
              <a:gd name="connsiteX324" fmla="*/ 4238603 w 7472601"/>
              <a:gd name="connsiteY324" fmla="*/ 6559341 h 6858000"/>
              <a:gd name="connsiteX325" fmla="*/ 4778333 w 7472601"/>
              <a:gd name="connsiteY325" fmla="*/ 5873626 h 6858000"/>
              <a:gd name="connsiteX326" fmla="*/ 5414185 w 7472601"/>
              <a:gd name="connsiteY326" fmla="*/ 5573882 h 6858000"/>
              <a:gd name="connsiteX327" fmla="*/ 5959648 w 7472601"/>
              <a:gd name="connsiteY327" fmla="*/ 4760797 h 6858000"/>
              <a:gd name="connsiteX328" fmla="*/ 5355019 w 7472601"/>
              <a:gd name="connsiteY328" fmla="*/ 4734672 h 6858000"/>
              <a:gd name="connsiteX329" fmla="*/ 5083565 w 7472601"/>
              <a:gd name="connsiteY329" fmla="*/ 5179121 h 6858000"/>
              <a:gd name="connsiteX330" fmla="*/ 4713577 w 7472601"/>
              <a:gd name="connsiteY330" fmla="*/ 5616803 h 6858000"/>
              <a:gd name="connsiteX331" fmla="*/ 3989559 w 7472601"/>
              <a:gd name="connsiteY331" fmla="*/ 6145945 h 6858000"/>
              <a:gd name="connsiteX332" fmla="*/ 3939824 w 7472601"/>
              <a:gd name="connsiteY332" fmla="*/ 6066900 h 6858000"/>
              <a:gd name="connsiteX333" fmla="*/ 4584537 w 7472601"/>
              <a:gd name="connsiteY333" fmla="*/ 5324826 h 6858000"/>
              <a:gd name="connsiteX334" fmla="*/ 5037105 w 7472601"/>
              <a:gd name="connsiteY334" fmla="*/ 5088765 h 6858000"/>
              <a:gd name="connsiteX335" fmla="*/ 5039930 w 7472601"/>
              <a:gd name="connsiteY335" fmla="*/ 5089585 h 6858000"/>
              <a:gd name="connsiteX336" fmla="*/ 5263764 w 7472601"/>
              <a:gd name="connsiteY336" fmla="*/ 4735525 h 6858000"/>
              <a:gd name="connsiteX337" fmla="*/ 4086300 w 7472601"/>
              <a:gd name="connsiteY337" fmla="*/ 4884599 h 6858000"/>
              <a:gd name="connsiteX338" fmla="*/ 4085485 w 7472601"/>
              <a:gd name="connsiteY338" fmla="*/ 4899070 h 6858000"/>
              <a:gd name="connsiteX339" fmla="*/ 3871915 w 7472601"/>
              <a:gd name="connsiteY339" fmla="*/ 5253645 h 6858000"/>
              <a:gd name="connsiteX340" fmla="*/ 3799374 w 7472601"/>
              <a:gd name="connsiteY340" fmla="*/ 5466127 h 6858000"/>
              <a:gd name="connsiteX341" fmla="*/ 3498850 w 7472601"/>
              <a:gd name="connsiteY341" fmla="*/ 6661888 h 6858000"/>
              <a:gd name="connsiteX342" fmla="*/ 3399216 w 7472601"/>
              <a:gd name="connsiteY342" fmla="*/ 6858000 h 6858000"/>
              <a:gd name="connsiteX343" fmla="*/ 3303688 w 7472601"/>
              <a:gd name="connsiteY343" fmla="*/ 6858000 h 6858000"/>
              <a:gd name="connsiteX344" fmla="*/ 3391774 w 7472601"/>
              <a:gd name="connsiteY344" fmla="*/ 6697181 h 6858000"/>
              <a:gd name="connsiteX345" fmla="*/ 3735540 w 7472601"/>
              <a:gd name="connsiteY345" fmla="*/ 5546923 h 6858000"/>
              <a:gd name="connsiteX346" fmla="*/ 3729438 w 7472601"/>
              <a:gd name="connsiteY346" fmla="*/ 5569058 h 6858000"/>
              <a:gd name="connsiteX347" fmla="*/ 3707782 w 7472601"/>
              <a:gd name="connsiteY347" fmla="*/ 5644908 h 6858000"/>
              <a:gd name="connsiteX348" fmla="*/ 3583827 w 7472601"/>
              <a:gd name="connsiteY348" fmla="*/ 6039215 h 6858000"/>
              <a:gd name="connsiteX349" fmla="*/ 3547861 w 7472601"/>
              <a:gd name="connsiteY349" fmla="*/ 6129609 h 6858000"/>
              <a:gd name="connsiteX350" fmla="*/ 3490905 w 7472601"/>
              <a:gd name="connsiteY350" fmla="*/ 6277660 h 6858000"/>
              <a:gd name="connsiteX351" fmla="*/ 3455859 w 7472601"/>
              <a:gd name="connsiteY351" fmla="*/ 6391301 h 6858000"/>
              <a:gd name="connsiteX352" fmla="*/ 3429112 w 7472601"/>
              <a:gd name="connsiteY352" fmla="*/ 6479469 h 6858000"/>
              <a:gd name="connsiteX353" fmla="*/ 3304862 w 7472601"/>
              <a:gd name="connsiteY353" fmla="*/ 6796476 h 6858000"/>
              <a:gd name="connsiteX354" fmla="*/ 3276071 w 7472601"/>
              <a:gd name="connsiteY354" fmla="*/ 6858000 h 6858000"/>
              <a:gd name="connsiteX355" fmla="*/ 3240805 w 7472601"/>
              <a:gd name="connsiteY355" fmla="*/ 6858000 h 6858000"/>
              <a:gd name="connsiteX356" fmla="*/ 3275917 w 7472601"/>
              <a:gd name="connsiteY356" fmla="*/ 6783192 h 6858000"/>
              <a:gd name="connsiteX357" fmla="*/ 3399358 w 7472601"/>
              <a:gd name="connsiteY357" fmla="*/ 6469011 h 6858000"/>
              <a:gd name="connsiteX358" fmla="*/ 3425650 w 7472601"/>
              <a:gd name="connsiteY358" fmla="*/ 6381333 h 6858000"/>
              <a:gd name="connsiteX359" fmla="*/ 3460661 w 7472601"/>
              <a:gd name="connsiteY359" fmla="*/ 6266763 h 6858000"/>
              <a:gd name="connsiteX360" fmla="*/ 3518021 w 7472601"/>
              <a:gd name="connsiteY360" fmla="*/ 6117298 h 6858000"/>
              <a:gd name="connsiteX361" fmla="*/ 3554035 w 7472601"/>
              <a:gd name="connsiteY361" fmla="*/ 6027832 h 6858000"/>
              <a:gd name="connsiteX362" fmla="*/ 3677174 w 7472601"/>
              <a:gd name="connsiteY362" fmla="*/ 5636351 h 6858000"/>
              <a:gd name="connsiteX363" fmla="*/ 3698819 w 7472601"/>
              <a:gd name="connsiteY363" fmla="*/ 5560503 h 6858000"/>
              <a:gd name="connsiteX364" fmla="*/ 3702094 w 7472601"/>
              <a:gd name="connsiteY364" fmla="*/ 5549194 h 6858000"/>
              <a:gd name="connsiteX365" fmla="*/ 3398355 w 7472601"/>
              <a:gd name="connsiteY365" fmla="*/ 6094603 h 6858000"/>
              <a:gd name="connsiteX366" fmla="*/ 3193941 w 7472601"/>
              <a:gd name="connsiteY366" fmla="*/ 6798775 h 6858000"/>
              <a:gd name="connsiteX367" fmla="*/ 3184140 w 7472601"/>
              <a:gd name="connsiteY367" fmla="*/ 6858000 h 6858000"/>
              <a:gd name="connsiteX368" fmla="*/ 3099978 w 7472601"/>
              <a:gd name="connsiteY368" fmla="*/ 6858000 h 6858000"/>
              <a:gd name="connsiteX369" fmla="*/ 3101556 w 7472601"/>
              <a:gd name="connsiteY369" fmla="*/ 6843337 h 6858000"/>
              <a:gd name="connsiteX370" fmla="*/ 3370162 w 7472601"/>
              <a:gd name="connsiteY370" fmla="*/ 5785550 h 6858000"/>
              <a:gd name="connsiteX371" fmla="*/ 3746477 w 7472601"/>
              <a:gd name="connsiteY371" fmla="*/ 5377889 h 6858000"/>
              <a:gd name="connsiteX372" fmla="*/ 3863399 w 7472601"/>
              <a:gd name="connsiteY372" fmla="*/ 5087257 h 6858000"/>
              <a:gd name="connsiteX373" fmla="*/ 3968712 w 7472601"/>
              <a:gd name="connsiteY373" fmla="*/ 4913989 h 6858000"/>
              <a:gd name="connsiteX374" fmla="*/ 2792390 w 7472601"/>
              <a:gd name="connsiteY374" fmla="*/ 5382974 h 6858000"/>
              <a:gd name="connsiteX375" fmla="*/ 2714982 w 7472601"/>
              <a:gd name="connsiteY375" fmla="*/ 5427051 h 6858000"/>
              <a:gd name="connsiteX376" fmla="*/ 2813361 w 7472601"/>
              <a:gd name="connsiteY376" fmla="*/ 6023912 h 6858000"/>
              <a:gd name="connsiteX377" fmla="*/ 2688430 w 7472601"/>
              <a:gd name="connsiteY377" fmla="*/ 6801564 h 6858000"/>
              <a:gd name="connsiteX378" fmla="*/ 2629626 w 7472601"/>
              <a:gd name="connsiteY378" fmla="*/ 6763394 h 6858000"/>
              <a:gd name="connsiteX379" fmla="*/ 2565328 w 7472601"/>
              <a:gd name="connsiteY379" fmla="*/ 5516399 h 6858000"/>
              <a:gd name="connsiteX380" fmla="*/ 1922999 w 7472601"/>
              <a:gd name="connsiteY380" fmla="*/ 5980343 h 6858000"/>
              <a:gd name="connsiteX381" fmla="*/ 1950261 w 7472601"/>
              <a:gd name="connsiteY381" fmla="*/ 6405858 h 6858000"/>
              <a:gd name="connsiteX382" fmla="*/ 2365554 w 7472601"/>
              <a:gd name="connsiteY382" fmla="*/ 6759107 h 6858000"/>
              <a:gd name="connsiteX383" fmla="*/ 2424142 w 7472601"/>
              <a:gd name="connsiteY383" fmla="*/ 6858000 h 6858000"/>
              <a:gd name="connsiteX384" fmla="*/ 2395994 w 7472601"/>
              <a:gd name="connsiteY384" fmla="*/ 6858000 h 6858000"/>
              <a:gd name="connsiteX385" fmla="*/ 2392863 w 7472601"/>
              <a:gd name="connsiteY385" fmla="*/ 6852964 h 6858000"/>
              <a:gd name="connsiteX386" fmla="*/ 2017589 w 7472601"/>
              <a:gd name="connsiteY386" fmla="*/ 6493982 h 6858000"/>
              <a:gd name="connsiteX387" fmla="*/ 2147336 w 7472601"/>
              <a:gd name="connsiteY387" fmla="*/ 6594052 h 6858000"/>
              <a:gd name="connsiteX388" fmla="*/ 2207047 w 7472601"/>
              <a:gd name="connsiteY388" fmla="*/ 6654540 h 6858000"/>
              <a:gd name="connsiteX389" fmla="*/ 2299106 w 7472601"/>
              <a:gd name="connsiteY389" fmla="*/ 6778931 h 6858000"/>
              <a:gd name="connsiteX390" fmla="*/ 2314430 w 7472601"/>
              <a:gd name="connsiteY390" fmla="*/ 6801144 h 6858000"/>
              <a:gd name="connsiteX391" fmla="*/ 2352406 w 7472601"/>
              <a:gd name="connsiteY391" fmla="*/ 6858000 h 6858000"/>
              <a:gd name="connsiteX392" fmla="*/ 2314492 w 7472601"/>
              <a:gd name="connsiteY392" fmla="*/ 6858000 h 6858000"/>
              <a:gd name="connsiteX393" fmla="*/ 2288095 w 7472601"/>
              <a:gd name="connsiteY393" fmla="*/ 6818030 h 6858000"/>
              <a:gd name="connsiteX394" fmla="*/ 2272768 w 7472601"/>
              <a:gd name="connsiteY394" fmla="*/ 6795822 h 6858000"/>
              <a:gd name="connsiteX395" fmla="*/ 2182715 w 7472601"/>
              <a:gd name="connsiteY395" fmla="*/ 6675071 h 6858000"/>
              <a:gd name="connsiteX396" fmla="*/ 2032061 w 7472601"/>
              <a:gd name="connsiteY396" fmla="*/ 6541380 h 6858000"/>
              <a:gd name="connsiteX397" fmla="*/ 2257220 w 7472601"/>
              <a:gd name="connsiteY397" fmla="*/ 6826257 h 6858000"/>
              <a:gd name="connsiteX398" fmla="*/ 2281324 w 7472601"/>
              <a:gd name="connsiteY398" fmla="*/ 6858000 h 6858000"/>
              <a:gd name="connsiteX399" fmla="*/ 2242860 w 7472601"/>
              <a:gd name="connsiteY399" fmla="*/ 6858000 h 6858000"/>
              <a:gd name="connsiteX400" fmla="*/ 2232818 w 7472601"/>
              <a:gd name="connsiteY400" fmla="*/ 6844926 h 6858000"/>
              <a:gd name="connsiteX401" fmla="*/ 1990172 w 7472601"/>
              <a:gd name="connsiteY401" fmla="*/ 6542121 h 6858000"/>
              <a:gd name="connsiteX402" fmla="*/ 2124090 w 7472601"/>
              <a:gd name="connsiteY402" fmla="*/ 6761017 h 6858000"/>
              <a:gd name="connsiteX403" fmla="*/ 2200380 w 7472601"/>
              <a:gd name="connsiteY403" fmla="*/ 6858000 h 6858000"/>
              <a:gd name="connsiteX404" fmla="*/ 2147507 w 7472601"/>
              <a:gd name="connsiteY404" fmla="*/ 6858000 h 6858000"/>
              <a:gd name="connsiteX405" fmla="*/ 2070668 w 7472601"/>
              <a:gd name="connsiteY405" fmla="*/ 6761520 h 6858000"/>
              <a:gd name="connsiteX406" fmla="*/ 1975142 w 7472601"/>
              <a:gd name="connsiteY406" fmla="*/ 6585570 h 6858000"/>
              <a:gd name="connsiteX407" fmla="*/ 2050035 w 7472601"/>
              <a:gd name="connsiteY407" fmla="*/ 6813345 h 6858000"/>
              <a:gd name="connsiteX408" fmla="*/ 2063025 w 7472601"/>
              <a:gd name="connsiteY408" fmla="*/ 6858000 h 6858000"/>
              <a:gd name="connsiteX409" fmla="*/ 2021675 w 7472601"/>
              <a:gd name="connsiteY409" fmla="*/ 6858000 h 6858000"/>
              <a:gd name="connsiteX410" fmla="*/ 2019308 w 7472601"/>
              <a:gd name="connsiteY410" fmla="*/ 6847118 h 6858000"/>
              <a:gd name="connsiteX411" fmla="*/ 1938835 w 7472601"/>
              <a:gd name="connsiteY411" fmla="*/ 6551160 h 6858000"/>
              <a:gd name="connsiteX412" fmla="*/ 1953230 w 7472601"/>
              <a:gd name="connsiteY412" fmla="*/ 6759699 h 6858000"/>
              <a:gd name="connsiteX413" fmla="*/ 1956763 w 7472601"/>
              <a:gd name="connsiteY413" fmla="*/ 6778191 h 6858000"/>
              <a:gd name="connsiteX414" fmla="*/ 1967925 w 7472601"/>
              <a:gd name="connsiteY414" fmla="*/ 6858000 h 6858000"/>
              <a:gd name="connsiteX415" fmla="*/ 1936622 w 7472601"/>
              <a:gd name="connsiteY415" fmla="*/ 6858000 h 6858000"/>
              <a:gd name="connsiteX416" fmla="*/ 1926261 w 7472601"/>
              <a:gd name="connsiteY416" fmla="*/ 6784064 h 6858000"/>
              <a:gd name="connsiteX417" fmla="*/ 1922724 w 7472601"/>
              <a:gd name="connsiteY417" fmla="*/ 6765577 h 6858000"/>
              <a:gd name="connsiteX418" fmla="*/ 1904650 w 7472601"/>
              <a:gd name="connsiteY418" fmla="*/ 6639616 h 6858000"/>
              <a:gd name="connsiteX419" fmla="*/ 1885273 w 7472601"/>
              <a:gd name="connsiteY419" fmla="*/ 6858000 h 6858000"/>
              <a:gd name="connsiteX420" fmla="*/ 1854363 w 7472601"/>
              <a:gd name="connsiteY420" fmla="*/ 6858000 h 6858000"/>
              <a:gd name="connsiteX421" fmla="*/ 1880391 w 7472601"/>
              <a:gd name="connsiteY421" fmla="*/ 6603796 h 6858000"/>
              <a:gd name="connsiteX422" fmla="*/ 1818273 w 7472601"/>
              <a:gd name="connsiteY422" fmla="*/ 6715729 h 6858000"/>
              <a:gd name="connsiteX423" fmla="*/ 1794691 w 7472601"/>
              <a:gd name="connsiteY423" fmla="*/ 6843239 h 6858000"/>
              <a:gd name="connsiteX424" fmla="*/ 1794914 w 7472601"/>
              <a:gd name="connsiteY424" fmla="*/ 6858000 h 6858000"/>
              <a:gd name="connsiteX425" fmla="*/ 1746128 w 7472601"/>
              <a:gd name="connsiteY425" fmla="*/ 6858000 h 6858000"/>
              <a:gd name="connsiteX426" fmla="*/ 1753934 w 7472601"/>
              <a:gd name="connsiteY426" fmla="*/ 6724796 h 6858000"/>
              <a:gd name="connsiteX427" fmla="*/ 1792053 w 7472601"/>
              <a:gd name="connsiteY427" fmla="*/ 6572396 h 6858000"/>
              <a:gd name="connsiteX428" fmla="*/ 1862248 w 7472601"/>
              <a:gd name="connsiteY428" fmla="*/ 6266397 h 6858000"/>
              <a:gd name="connsiteX429" fmla="*/ 1862250 w 7472601"/>
              <a:gd name="connsiteY429" fmla="*/ 6033531 h 6858000"/>
              <a:gd name="connsiteX430" fmla="*/ 1211999 w 7472601"/>
              <a:gd name="connsiteY430" fmla="*/ 6683610 h 6858000"/>
              <a:gd name="connsiteX431" fmla="*/ 1213266 w 7472601"/>
              <a:gd name="connsiteY431" fmla="*/ 6691947 h 6858000"/>
              <a:gd name="connsiteX432" fmla="*/ 1203370 w 7472601"/>
              <a:gd name="connsiteY432" fmla="*/ 6850676 h 6858000"/>
              <a:gd name="connsiteX433" fmla="*/ 1203671 w 7472601"/>
              <a:gd name="connsiteY433" fmla="*/ 6858000 h 6858000"/>
              <a:gd name="connsiteX434" fmla="*/ 1143180 w 7472601"/>
              <a:gd name="connsiteY434" fmla="*/ 6858000 h 6858000"/>
              <a:gd name="connsiteX435" fmla="*/ 1142176 w 7472601"/>
              <a:gd name="connsiteY435" fmla="*/ 6766045 h 6858000"/>
              <a:gd name="connsiteX436" fmla="*/ 1067484 w 7472601"/>
              <a:gd name="connsiteY436" fmla="*/ 6858000 h 6858000"/>
              <a:gd name="connsiteX437" fmla="*/ 953928 w 7472601"/>
              <a:gd name="connsiteY437" fmla="*/ 6858000 h 6858000"/>
              <a:gd name="connsiteX438" fmla="*/ 959715 w 7472601"/>
              <a:gd name="connsiteY438" fmla="*/ 6850185 h 6858000"/>
              <a:gd name="connsiteX439" fmla="*/ 1483788 w 7472601"/>
              <a:gd name="connsiteY439" fmla="*/ 6259174 h 6858000"/>
              <a:gd name="connsiteX440" fmla="*/ 1100671 w 7472601"/>
              <a:gd name="connsiteY440" fmla="*/ 6252137 h 6858000"/>
              <a:gd name="connsiteX441" fmla="*/ 1090144 w 7472601"/>
              <a:gd name="connsiteY441" fmla="*/ 6256748 h 6858000"/>
              <a:gd name="connsiteX442" fmla="*/ 1095872 w 7472601"/>
              <a:gd name="connsiteY442" fmla="*/ 6271892 h 6858000"/>
              <a:gd name="connsiteX443" fmla="*/ 262785 w 7472601"/>
              <a:gd name="connsiteY443" fmla="*/ 6845450 h 6858000"/>
              <a:gd name="connsiteX444" fmla="*/ 209968 w 7472601"/>
              <a:gd name="connsiteY444" fmla="*/ 6770713 h 6858000"/>
              <a:gd name="connsiteX445" fmla="*/ 873460 w 7472601"/>
              <a:gd name="connsiteY445" fmla="*/ 6253768 h 6858000"/>
              <a:gd name="connsiteX446" fmla="*/ 192686 w 7472601"/>
              <a:gd name="connsiteY446" fmla="*/ 5849257 h 6858000"/>
              <a:gd name="connsiteX447" fmla="*/ 4696 w 7472601"/>
              <a:gd name="connsiteY447" fmla="*/ 5697668 h 6858000"/>
              <a:gd name="connsiteX448" fmla="*/ 0 w 7472601"/>
              <a:gd name="connsiteY448" fmla="*/ 5689984 h 6858000"/>
              <a:gd name="connsiteX449" fmla="*/ 0 w 7472601"/>
              <a:gd name="connsiteY449" fmla="*/ 5513472 h 6858000"/>
              <a:gd name="connsiteX450" fmla="*/ 174101 w 7472601"/>
              <a:gd name="connsiteY450" fmla="*/ 5620277 h 6858000"/>
              <a:gd name="connsiteX451" fmla="*/ 891800 w 7472601"/>
              <a:gd name="connsiteY451" fmla="*/ 6036935 h 6858000"/>
              <a:gd name="connsiteX452" fmla="*/ 1072219 w 7472601"/>
              <a:gd name="connsiteY452" fmla="*/ 6169443 h 6858000"/>
              <a:gd name="connsiteX453" fmla="*/ 1074117 w 7472601"/>
              <a:gd name="connsiteY453" fmla="*/ 6170301 h 6858000"/>
              <a:gd name="connsiteX454" fmla="*/ 1083114 w 7472601"/>
              <a:gd name="connsiteY454" fmla="*/ 6174131 h 6858000"/>
              <a:gd name="connsiteX455" fmla="*/ 1543010 w 7472601"/>
              <a:gd name="connsiteY455" fmla="*/ 6191140 h 6858000"/>
              <a:gd name="connsiteX456" fmla="*/ 1551080 w 7472601"/>
              <a:gd name="connsiteY456" fmla="*/ 6195006 h 6858000"/>
              <a:gd name="connsiteX457" fmla="*/ 2345443 w 7472601"/>
              <a:gd name="connsiteY457" fmla="*/ 5549882 h 6858000"/>
              <a:gd name="connsiteX458" fmla="*/ 1721499 w 7472601"/>
              <a:gd name="connsiteY458" fmla="*/ 5599969 h 6858000"/>
              <a:gd name="connsiteX459" fmla="*/ 767716 w 7472601"/>
              <a:gd name="connsiteY459" fmla="*/ 5472768 h 6858000"/>
              <a:gd name="connsiteX460" fmla="*/ 722147 w 7472601"/>
              <a:gd name="connsiteY460" fmla="*/ 5393091 h 6858000"/>
              <a:gd name="connsiteX461" fmla="*/ 1485552 w 7472601"/>
              <a:gd name="connsiteY461" fmla="*/ 5313202 h 6858000"/>
              <a:gd name="connsiteX462" fmla="*/ 2143004 w 7472601"/>
              <a:gd name="connsiteY462" fmla="*/ 5402420 h 6858000"/>
              <a:gd name="connsiteX463" fmla="*/ 1933391 w 7472601"/>
              <a:gd name="connsiteY463" fmla="*/ 5156971 h 6858000"/>
              <a:gd name="connsiteX464" fmla="*/ 1827118 w 7472601"/>
              <a:gd name="connsiteY464" fmla="*/ 4968410 h 6858000"/>
              <a:gd name="connsiteX465" fmla="*/ 1837349 w 7472601"/>
              <a:gd name="connsiteY465" fmla="*/ 4956357 h 6858000"/>
              <a:gd name="connsiteX466" fmla="*/ 2162835 w 7472601"/>
              <a:gd name="connsiteY466" fmla="*/ 5187853 h 6858000"/>
              <a:gd name="connsiteX467" fmla="*/ 2257167 w 7472601"/>
              <a:gd name="connsiteY467" fmla="*/ 5462123 h 6858000"/>
              <a:gd name="connsiteX468" fmla="*/ 2261598 w 7472601"/>
              <a:gd name="connsiteY468" fmla="*/ 5467998 h 6858000"/>
              <a:gd name="connsiteX469" fmla="*/ 2437177 w 7472601"/>
              <a:gd name="connsiteY469" fmla="*/ 5479608 h 6858000"/>
              <a:gd name="connsiteX470" fmla="*/ 2445247 w 7472601"/>
              <a:gd name="connsiteY470" fmla="*/ 5483476 h 6858000"/>
              <a:gd name="connsiteX471" fmla="*/ 2743626 w 7472601"/>
              <a:gd name="connsiteY471" fmla="*/ 5304819 h 6858000"/>
              <a:gd name="connsiteX472" fmla="*/ 3048102 w 7472601"/>
              <a:gd name="connsiteY472" fmla="*/ 5150595 h 6858000"/>
              <a:gd name="connsiteX473" fmla="*/ 1799414 w 7472601"/>
              <a:gd name="connsiteY473" fmla="*/ 4694732 h 6858000"/>
              <a:gd name="connsiteX474" fmla="*/ 1771735 w 7472601"/>
              <a:gd name="connsiteY474" fmla="*/ 4619929 h 6858000"/>
              <a:gd name="connsiteX475" fmla="*/ 3104273 w 7472601"/>
              <a:gd name="connsiteY475" fmla="*/ 5076159 h 6858000"/>
              <a:gd name="connsiteX476" fmla="*/ 3113245 w 7472601"/>
              <a:gd name="connsiteY476" fmla="*/ 5090705 h 6858000"/>
              <a:gd name="connsiteX477" fmla="*/ 3126294 w 7472601"/>
              <a:gd name="connsiteY477" fmla="*/ 5114400 h 6858000"/>
              <a:gd name="connsiteX478" fmla="*/ 3937433 w 7472601"/>
              <a:gd name="connsiteY478" fmla="*/ 4830473 h 6858000"/>
              <a:gd name="connsiteX479" fmla="*/ 3590475 w 7472601"/>
              <a:gd name="connsiteY479" fmla="*/ 4597974 h 6858000"/>
              <a:gd name="connsiteX480" fmla="*/ 3100264 w 7472601"/>
              <a:gd name="connsiteY480" fmla="*/ 4579845 h 6858000"/>
              <a:gd name="connsiteX481" fmla="*/ 2183576 w 7472601"/>
              <a:gd name="connsiteY481" fmla="*/ 4227150 h 6858000"/>
              <a:gd name="connsiteX482" fmla="*/ 2151029 w 7472601"/>
              <a:gd name="connsiteY482" fmla="*/ 4146947 h 6858000"/>
              <a:gd name="connsiteX483" fmla="*/ 3563434 w 7472601"/>
              <a:gd name="connsiteY483" fmla="*/ 4469115 h 6858000"/>
              <a:gd name="connsiteX484" fmla="*/ 3177952 w 7472601"/>
              <a:gd name="connsiteY484" fmla="*/ 3657386 h 6858000"/>
              <a:gd name="connsiteX485" fmla="*/ 3189263 w 7472601"/>
              <a:gd name="connsiteY485" fmla="*/ 3625726 h 6858000"/>
              <a:gd name="connsiteX486" fmla="*/ 3560912 w 7472601"/>
              <a:gd name="connsiteY486" fmla="*/ 4079863 h 6858000"/>
              <a:gd name="connsiteX487" fmla="*/ 3626636 w 7472601"/>
              <a:gd name="connsiteY487" fmla="*/ 4512230 h 6858000"/>
              <a:gd name="connsiteX488" fmla="*/ 3653088 w 7472601"/>
              <a:gd name="connsiteY488" fmla="*/ 4521417 h 6858000"/>
              <a:gd name="connsiteX489" fmla="*/ 3988128 w 7472601"/>
              <a:gd name="connsiteY489" fmla="*/ 4817267 h 6858000"/>
              <a:gd name="connsiteX490" fmla="*/ 4830582 w 7472601"/>
              <a:gd name="connsiteY490" fmla="*/ 4676000 h 6858000"/>
              <a:gd name="connsiteX491" fmla="*/ 4830100 w 7472601"/>
              <a:gd name="connsiteY491" fmla="*/ 4675554 h 6858000"/>
              <a:gd name="connsiteX492" fmla="*/ 4036318 w 7472601"/>
              <a:gd name="connsiteY492" fmla="*/ 4147013 h 6858000"/>
              <a:gd name="connsiteX493" fmla="*/ 3432098 w 7472601"/>
              <a:gd name="connsiteY493" fmla="*/ 3537312 h 6858000"/>
              <a:gd name="connsiteX494" fmla="*/ 3446761 w 7472601"/>
              <a:gd name="connsiteY494" fmla="*/ 3461278 h 6858000"/>
              <a:gd name="connsiteX495" fmla="*/ 4419733 w 7472601"/>
              <a:gd name="connsiteY495" fmla="*/ 3963555 h 6858000"/>
              <a:gd name="connsiteX496" fmla="*/ 4781371 w 7472601"/>
              <a:gd name="connsiteY496" fmla="*/ 4458604 h 6858000"/>
              <a:gd name="connsiteX497" fmla="*/ 4780440 w 7472601"/>
              <a:gd name="connsiteY497" fmla="*/ 4470290 h 6858000"/>
              <a:gd name="connsiteX498" fmla="*/ 4898954 w 7472601"/>
              <a:gd name="connsiteY498" fmla="*/ 4662092 h 6858000"/>
              <a:gd name="connsiteX499" fmla="*/ 4900699 w 7472601"/>
              <a:gd name="connsiteY499" fmla="*/ 4670867 h 6858000"/>
              <a:gd name="connsiteX500" fmla="*/ 5714511 w 7472601"/>
              <a:gd name="connsiteY500" fmla="*/ 4663483 h 6858000"/>
              <a:gd name="connsiteX501" fmla="*/ 5464793 w 7472601"/>
              <a:gd name="connsiteY501" fmla="*/ 4393556 h 6858000"/>
              <a:gd name="connsiteX502" fmla="*/ 5461897 w 7472601"/>
              <a:gd name="connsiteY502" fmla="*/ 4390879 h 6858000"/>
              <a:gd name="connsiteX503" fmla="*/ 4294126 w 7472601"/>
              <a:gd name="connsiteY503" fmla="*/ 3303048 h 6858000"/>
              <a:gd name="connsiteX504" fmla="*/ 4305321 w 7472601"/>
              <a:gd name="connsiteY504" fmla="*/ 3256953 h 6858000"/>
              <a:gd name="connsiteX505" fmla="*/ 4949299 w 7472601"/>
              <a:gd name="connsiteY505" fmla="*/ 3766336 h 6858000"/>
              <a:gd name="connsiteX506" fmla="*/ 5291452 w 7472601"/>
              <a:gd name="connsiteY506" fmla="*/ 4076801 h 6858000"/>
              <a:gd name="connsiteX507" fmla="*/ 5434998 w 7472601"/>
              <a:gd name="connsiteY507" fmla="*/ 4254100 h 6858000"/>
              <a:gd name="connsiteX508" fmla="*/ 5351015 w 7472601"/>
              <a:gd name="connsiteY508" fmla="*/ 3760989 h 6858000"/>
              <a:gd name="connsiteX509" fmla="*/ 5413780 w 7472601"/>
              <a:gd name="connsiteY509" fmla="*/ 2966265 h 6858000"/>
              <a:gd name="connsiteX510" fmla="*/ 5425627 w 7472601"/>
              <a:gd name="connsiteY510" fmla="*/ 2954192 h 6858000"/>
              <a:gd name="connsiteX511" fmla="*/ 6604735 w 7472601"/>
              <a:gd name="connsiteY511" fmla="*/ 2041381 h 6858000"/>
              <a:gd name="connsiteX512" fmla="*/ 7204487 w 7472601"/>
              <a:gd name="connsiteY512" fmla="*/ 2742112 h 6858000"/>
              <a:gd name="connsiteX513" fmla="*/ 7131592 w 7472601"/>
              <a:gd name="connsiteY513" fmla="*/ 2672096 h 6858000"/>
              <a:gd name="connsiteX514" fmla="*/ 6996344 w 7472601"/>
              <a:gd name="connsiteY514" fmla="*/ 2518310 h 6858000"/>
              <a:gd name="connsiteX515" fmla="*/ 6735495 w 7472601"/>
              <a:gd name="connsiteY515" fmla="*/ 2196890 h 6858000"/>
              <a:gd name="connsiteX516" fmla="*/ 6721901 w 7472601"/>
              <a:gd name="connsiteY516" fmla="*/ 2179274 h 6858000"/>
              <a:gd name="connsiteX517" fmla="*/ 6604735 w 7472601"/>
              <a:gd name="connsiteY517" fmla="*/ 2041381 h 6858000"/>
              <a:gd name="connsiteX518" fmla="*/ 6591670 w 7472601"/>
              <a:gd name="connsiteY518" fmla="*/ 1988277 h 6858000"/>
              <a:gd name="connsiteX519" fmla="*/ 6747349 w 7472601"/>
              <a:gd name="connsiteY519" fmla="*/ 2160069 h 6858000"/>
              <a:gd name="connsiteX520" fmla="*/ 6760943 w 7472601"/>
              <a:gd name="connsiteY520" fmla="*/ 2177686 h 6858000"/>
              <a:gd name="connsiteX521" fmla="*/ 7021065 w 7472601"/>
              <a:gd name="connsiteY521" fmla="*/ 2498102 h 6858000"/>
              <a:gd name="connsiteX522" fmla="*/ 7155223 w 7472601"/>
              <a:gd name="connsiteY522" fmla="*/ 2650386 h 6858000"/>
              <a:gd name="connsiteX523" fmla="*/ 7203167 w 7472601"/>
              <a:gd name="connsiteY523" fmla="*/ 2697288 h 6858000"/>
              <a:gd name="connsiteX524" fmla="*/ 6937703 w 7472601"/>
              <a:gd name="connsiteY524" fmla="*/ 2321981 h 6858000"/>
              <a:gd name="connsiteX525" fmla="*/ 6591670 w 7472601"/>
              <a:gd name="connsiteY525" fmla="*/ 1988277 h 6858000"/>
              <a:gd name="connsiteX526" fmla="*/ 5798671 w 7472601"/>
              <a:gd name="connsiteY526" fmla="*/ 1981601 h 6858000"/>
              <a:gd name="connsiteX527" fmla="*/ 5754709 w 7472601"/>
              <a:gd name="connsiteY527" fmla="*/ 2071454 h 6858000"/>
              <a:gd name="connsiteX528" fmla="*/ 5763044 w 7472601"/>
              <a:gd name="connsiteY528" fmla="*/ 2842206 h 6858000"/>
              <a:gd name="connsiteX529" fmla="*/ 5764974 w 7472601"/>
              <a:gd name="connsiteY529" fmla="*/ 2799609 h 6858000"/>
              <a:gd name="connsiteX530" fmla="*/ 5767665 w 7472601"/>
              <a:gd name="connsiteY530" fmla="*/ 2666409 h 6858000"/>
              <a:gd name="connsiteX531" fmla="*/ 5763055 w 7472601"/>
              <a:gd name="connsiteY531" fmla="*/ 2579705 h 6858000"/>
              <a:gd name="connsiteX532" fmla="*/ 5758079 w 7472601"/>
              <a:gd name="connsiteY532" fmla="*/ 2492508 h 6858000"/>
              <a:gd name="connsiteX533" fmla="*/ 5779325 w 7472601"/>
              <a:gd name="connsiteY533" fmla="*/ 2197069 h 6858000"/>
              <a:gd name="connsiteX534" fmla="*/ 5798671 w 7472601"/>
              <a:gd name="connsiteY534" fmla="*/ 1981601 h 6858000"/>
              <a:gd name="connsiteX535" fmla="*/ 5829202 w 7472601"/>
              <a:gd name="connsiteY535" fmla="*/ 1971679 h 6858000"/>
              <a:gd name="connsiteX536" fmla="*/ 5809558 w 7472601"/>
              <a:gd name="connsiteY536" fmla="*/ 2198043 h 6858000"/>
              <a:gd name="connsiteX537" fmla="*/ 5788653 w 7472601"/>
              <a:gd name="connsiteY537" fmla="*/ 2489430 h 6858000"/>
              <a:gd name="connsiteX538" fmla="*/ 5793439 w 7472601"/>
              <a:gd name="connsiteY538" fmla="*/ 2575235 h 6858000"/>
              <a:gd name="connsiteX539" fmla="*/ 5796837 w 7472601"/>
              <a:gd name="connsiteY539" fmla="*/ 2637633 h 6858000"/>
              <a:gd name="connsiteX540" fmla="*/ 5818614 w 7472601"/>
              <a:gd name="connsiteY540" fmla="*/ 2473055 h 6858000"/>
              <a:gd name="connsiteX541" fmla="*/ 5829202 w 7472601"/>
              <a:gd name="connsiteY541" fmla="*/ 1971679 h 6858000"/>
              <a:gd name="connsiteX542" fmla="*/ 5911389 w 7472601"/>
              <a:gd name="connsiteY542" fmla="*/ 1898371 h 6858000"/>
              <a:gd name="connsiteX543" fmla="*/ 6237627 w 7472601"/>
              <a:gd name="connsiteY543" fmla="*/ 2231921 h 6858000"/>
              <a:gd name="connsiteX544" fmla="*/ 5911389 w 7472601"/>
              <a:gd name="connsiteY544" fmla="*/ 1898371 h 6858000"/>
              <a:gd name="connsiteX545" fmla="*/ 6944437 w 7472601"/>
              <a:gd name="connsiteY545" fmla="*/ 1575402 h 6858000"/>
              <a:gd name="connsiteX546" fmla="*/ 6304730 w 7472601"/>
              <a:gd name="connsiteY546" fmla="*/ 1766654 h 6858000"/>
              <a:gd name="connsiteX547" fmla="*/ 6944437 w 7472601"/>
              <a:gd name="connsiteY547" fmla="*/ 1575402 h 6858000"/>
              <a:gd name="connsiteX548" fmla="*/ 7019523 w 7472601"/>
              <a:gd name="connsiteY548" fmla="*/ 1519450 h 6858000"/>
              <a:gd name="connsiteX549" fmla="*/ 6298091 w 7472601"/>
              <a:gd name="connsiteY549" fmla="*/ 1737122 h 6858000"/>
              <a:gd name="connsiteX550" fmla="*/ 7019523 w 7472601"/>
              <a:gd name="connsiteY550" fmla="*/ 1519450 h 6858000"/>
              <a:gd name="connsiteX551" fmla="*/ 2399523 w 7472601"/>
              <a:gd name="connsiteY551" fmla="*/ 1428234 h 6858000"/>
              <a:gd name="connsiteX552" fmla="*/ 2224982 w 7472601"/>
              <a:gd name="connsiteY552" fmla="*/ 1826201 h 6858000"/>
              <a:gd name="connsiteX553" fmla="*/ 2096099 w 7472601"/>
              <a:gd name="connsiteY553" fmla="*/ 2345900 h 6858000"/>
              <a:gd name="connsiteX554" fmla="*/ 2283317 w 7472601"/>
              <a:gd name="connsiteY554" fmla="*/ 1796925 h 6858000"/>
              <a:gd name="connsiteX555" fmla="*/ 2399523 w 7472601"/>
              <a:gd name="connsiteY555" fmla="*/ 1428234 h 6858000"/>
              <a:gd name="connsiteX556" fmla="*/ 2448558 w 7472601"/>
              <a:gd name="connsiteY556" fmla="*/ 1373435 h 6858000"/>
              <a:gd name="connsiteX557" fmla="*/ 2312521 w 7472601"/>
              <a:gd name="connsiteY557" fmla="*/ 1806140 h 6858000"/>
              <a:gd name="connsiteX558" fmla="*/ 2127533 w 7472601"/>
              <a:gd name="connsiteY558" fmla="*/ 2348380 h 6858000"/>
              <a:gd name="connsiteX559" fmla="*/ 2358080 w 7472601"/>
              <a:gd name="connsiteY559" fmla="*/ 1866134 h 6858000"/>
              <a:gd name="connsiteX560" fmla="*/ 2407436 w 7472601"/>
              <a:gd name="connsiteY560" fmla="*/ 1651070 h 6858000"/>
              <a:gd name="connsiteX561" fmla="*/ 2448558 w 7472601"/>
              <a:gd name="connsiteY561" fmla="*/ 1373435 h 6858000"/>
              <a:gd name="connsiteX562" fmla="*/ 278707 w 7472601"/>
              <a:gd name="connsiteY562" fmla="*/ 1352270 h 6858000"/>
              <a:gd name="connsiteX563" fmla="*/ 321570 w 7472601"/>
              <a:gd name="connsiteY563" fmla="*/ 1861610 h 6858000"/>
              <a:gd name="connsiteX564" fmla="*/ 294281 w 7472601"/>
              <a:gd name="connsiteY564" fmla="*/ 1440658 h 6858000"/>
              <a:gd name="connsiteX565" fmla="*/ 278707 w 7472601"/>
              <a:gd name="connsiteY565" fmla="*/ 1352270 h 6858000"/>
              <a:gd name="connsiteX566" fmla="*/ 1423821 w 7472601"/>
              <a:gd name="connsiteY566" fmla="*/ 1351958 h 6858000"/>
              <a:gd name="connsiteX567" fmla="*/ 1638521 w 7472601"/>
              <a:gd name="connsiteY567" fmla="*/ 1908470 h 6858000"/>
              <a:gd name="connsiteX568" fmla="*/ 1754199 w 7472601"/>
              <a:gd name="connsiteY568" fmla="*/ 2149284 h 6858000"/>
              <a:gd name="connsiteX569" fmla="*/ 1908359 w 7472601"/>
              <a:gd name="connsiteY569" fmla="*/ 2364988 h 6858000"/>
              <a:gd name="connsiteX570" fmla="*/ 1647661 w 7472601"/>
              <a:gd name="connsiteY570" fmla="*/ 1825945 h 6858000"/>
              <a:gd name="connsiteX571" fmla="*/ 1423821 w 7472601"/>
              <a:gd name="connsiteY571" fmla="*/ 1351958 h 6858000"/>
              <a:gd name="connsiteX572" fmla="*/ 1431890 w 7472601"/>
              <a:gd name="connsiteY572" fmla="*/ 1306475 h 6858000"/>
              <a:gd name="connsiteX573" fmla="*/ 1507597 w 7472601"/>
              <a:gd name="connsiteY573" fmla="*/ 1446132 h 6858000"/>
              <a:gd name="connsiteX574" fmla="*/ 1674586 w 7472601"/>
              <a:gd name="connsiteY574" fmla="*/ 1813832 h 6858000"/>
              <a:gd name="connsiteX575" fmla="*/ 1815950 w 7472601"/>
              <a:gd name="connsiteY575" fmla="*/ 2128564 h 6858000"/>
              <a:gd name="connsiteX576" fmla="*/ 1984242 w 7472601"/>
              <a:gd name="connsiteY576" fmla="*/ 2430829 h 6858000"/>
              <a:gd name="connsiteX577" fmla="*/ 2014023 w 7472601"/>
              <a:gd name="connsiteY577" fmla="*/ 2450995 h 6858000"/>
              <a:gd name="connsiteX578" fmla="*/ 1747337 w 7472601"/>
              <a:gd name="connsiteY578" fmla="*/ 1855264 h 6858000"/>
              <a:gd name="connsiteX579" fmla="*/ 1533749 w 7472601"/>
              <a:gd name="connsiteY579" fmla="*/ 1478656 h 6858000"/>
              <a:gd name="connsiteX580" fmla="*/ 1431890 w 7472601"/>
              <a:gd name="connsiteY580" fmla="*/ 1306475 h 6858000"/>
              <a:gd name="connsiteX581" fmla="*/ 5052692 w 7472601"/>
              <a:gd name="connsiteY581" fmla="*/ 1292994 h 6858000"/>
              <a:gd name="connsiteX582" fmla="*/ 5200661 w 7472601"/>
              <a:gd name="connsiteY582" fmla="*/ 1635186 h 6858000"/>
              <a:gd name="connsiteX583" fmla="*/ 5297138 w 7472601"/>
              <a:gd name="connsiteY583" fmla="*/ 1906351 h 6858000"/>
              <a:gd name="connsiteX584" fmla="*/ 5052692 w 7472601"/>
              <a:gd name="connsiteY584" fmla="*/ 1292994 h 6858000"/>
              <a:gd name="connsiteX585" fmla="*/ 5009948 w 7472601"/>
              <a:gd name="connsiteY585" fmla="*/ 1273619 h 6858000"/>
              <a:gd name="connsiteX586" fmla="*/ 5121777 w 7472601"/>
              <a:gd name="connsiteY586" fmla="*/ 1654213 h 6858000"/>
              <a:gd name="connsiteX587" fmla="*/ 5293545 w 7472601"/>
              <a:gd name="connsiteY587" fmla="*/ 2072247 h 6858000"/>
              <a:gd name="connsiteX588" fmla="*/ 5294042 w 7472601"/>
              <a:gd name="connsiteY588" fmla="*/ 2065019 h 6858000"/>
              <a:gd name="connsiteX589" fmla="*/ 5171936 w 7472601"/>
              <a:gd name="connsiteY589" fmla="*/ 1647613 h 6858000"/>
              <a:gd name="connsiteX590" fmla="*/ 5009948 w 7472601"/>
              <a:gd name="connsiteY590" fmla="*/ 1273619 h 6858000"/>
              <a:gd name="connsiteX591" fmla="*/ 655236 w 7472601"/>
              <a:gd name="connsiteY591" fmla="*/ 1268632 h 6858000"/>
              <a:gd name="connsiteX592" fmla="*/ 839521 w 7472601"/>
              <a:gd name="connsiteY592" fmla="*/ 1685315 h 6858000"/>
              <a:gd name="connsiteX593" fmla="*/ 1109416 w 7472601"/>
              <a:gd name="connsiteY593" fmla="*/ 2061663 h 6858000"/>
              <a:gd name="connsiteX594" fmla="*/ 1298300 w 7472601"/>
              <a:gd name="connsiteY594" fmla="*/ 2247742 h 6858000"/>
              <a:gd name="connsiteX595" fmla="*/ 1125871 w 7472601"/>
              <a:gd name="connsiteY595" fmla="*/ 1989513 h 6858000"/>
              <a:gd name="connsiteX596" fmla="*/ 981574 w 7472601"/>
              <a:gd name="connsiteY596" fmla="*/ 1783157 h 6858000"/>
              <a:gd name="connsiteX597" fmla="*/ 922198 w 7472601"/>
              <a:gd name="connsiteY597" fmla="*/ 1677437 h 6858000"/>
              <a:gd name="connsiteX598" fmla="*/ 869293 w 7472601"/>
              <a:gd name="connsiteY598" fmla="*/ 1583214 h 6858000"/>
              <a:gd name="connsiteX599" fmla="*/ 751431 w 7472601"/>
              <a:gd name="connsiteY599" fmla="*/ 1405731 h 6858000"/>
              <a:gd name="connsiteX600" fmla="*/ 655236 w 7472601"/>
              <a:gd name="connsiteY600" fmla="*/ 1268632 h 6858000"/>
              <a:gd name="connsiteX601" fmla="*/ 6516292 w 7472601"/>
              <a:gd name="connsiteY601" fmla="*/ 1263064 h 6858000"/>
              <a:gd name="connsiteX602" fmla="*/ 5736320 w 7472601"/>
              <a:gd name="connsiteY602" fmla="*/ 1501803 h 6858000"/>
              <a:gd name="connsiteX603" fmla="*/ 6516292 w 7472601"/>
              <a:gd name="connsiteY603" fmla="*/ 1263064 h 6858000"/>
              <a:gd name="connsiteX604" fmla="*/ 291466 w 7472601"/>
              <a:gd name="connsiteY604" fmla="*/ 1250369 h 6858000"/>
              <a:gd name="connsiteX605" fmla="*/ 323180 w 7472601"/>
              <a:gd name="connsiteY605" fmla="*/ 1435283 h 6858000"/>
              <a:gd name="connsiteX606" fmla="*/ 349381 w 7472601"/>
              <a:gd name="connsiteY606" fmla="*/ 1875041 h 6858000"/>
              <a:gd name="connsiteX607" fmla="*/ 374363 w 7472601"/>
              <a:gd name="connsiteY607" fmla="*/ 1506494 h 6858000"/>
              <a:gd name="connsiteX608" fmla="*/ 302168 w 7472601"/>
              <a:gd name="connsiteY608" fmla="*/ 1274495 h 6858000"/>
              <a:gd name="connsiteX609" fmla="*/ 291466 w 7472601"/>
              <a:gd name="connsiteY609" fmla="*/ 1250369 h 6858000"/>
              <a:gd name="connsiteX610" fmla="*/ 678222 w 7472601"/>
              <a:gd name="connsiteY610" fmla="*/ 1248670 h 6858000"/>
              <a:gd name="connsiteX611" fmla="*/ 775536 w 7472601"/>
              <a:gd name="connsiteY611" fmla="*/ 1388015 h 6858000"/>
              <a:gd name="connsiteX612" fmla="*/ 894529 w 7472601"/>
              <a:gd name="connsiteY612" fmla="*/ 1567739 h 6858000"/>
              <a:gd name="connsiteX613" fmla="*/ 948000 w 7472601"/>
              <a:gd name="connsiteY613" fmla="*/ 1663088 h 6858000"/>
              <a:gd name="connsiteX614" fmla="*/ 1006812 w 7472601"/>
              <a:gd name="connsiteY614" fmla="*/ 1767683 h 6858000"/>
              <a:gd name="connsiteX615" fmla="*/ 1149133 w 7472601"/>
              <a:gd name="connsiteY615" fmla="*/ 1971513 h 6858000"/>
              <a:gd name="connsiteX616" fmla="*/ 1333952 w 7472601"/>
              <a:gd name="connsiteY616" fmla="*/ 2251620 h 6858000"/>
              <a:gd name="connsiteX617" fmla="*/ 1337329 w 7472601"/>
              <a:gd name="connsiteY617" fmla="*/ 2258350 h 6858000"/>
              <a:gd name="connsiteX618" fmla="*/ 1014726 w 7472601"/>
              <a:gd name="connsiteY618" fmla="*/ 1615556 h 6858000"/>
              <a:gd name="connsiteX619" fmla="*/ 678222 w 7472601"/>
              <a:gd name="connsiteY619" fmla="*/ 1248670 h 6858000"/>
              <a:gd name="connsiteX620" fmla="*/ 6691602 w 7472601"/>
              <a:gd name="connsiteY620" fmla="*/ 1140573 h 6858000"/>
              <a:gd name="connsiteX621" fmla="*/ 6571100 w 7472601"/>
              <a:gd name="connsiteY621" fmla="*/ 1183662 h 6858000"/>
              <a:gd name="connsiteX622" fmla="*/ 6241687 w 7472601"/>
              <a:gd name="connsiteY622" fmla="*/ 1257600 h 6858000"/>
              <a:gd name="connsiteX623" fmla="*/ 5693009 w 7472601"/>
              <a:gd name="connsiteY623" fmla="*/ 1478256 h 6858000"/>
              <a:gd name="connsiteX624" fmla="*/ 6548420 w 7472601"/>
              <a:gd name="connsiteY624" fmla="*/ 1214599 h 6858000"/>
              <a:gd name="connsiteX625" fmla="*/ 6605473 w 7472601"/>
              <a:gd name="connsiteY625" fmla="*/ 1184686 h 6858000"/>
              <a:gd name="connsiteX626" fmla="*/ 6691602 w 7472601"/>
              <a:gd name="connsiteY626" fmla="*/ 1140573 h 6858000"/>
              <a:gd name="connsiteX627" fmla="*/ 4002475 w 7472601"/>
              <a:gd name="connsiteY627" fmla="*/ 1037802 h 6858000"/>
              <a:gd name="connsiteX628" fmla="*/ 4000324 w 7472601"/>
              <a:gd name="connsiteY628" fmla="*/ 1039362 h 6858000"/>
              <a:gd name="connsiteX629" fmla="*/ 4002862 w 7472601"/>
              <a:gd name="connsiteY629" fmla="*/ 1042866 h 6858000"/>
              <a:gd name="connsiteX630" fmla="*/ 4002475 w 7472601"/>
              <a:gd name="connsiteY630" fmla="*/ 1037802 h 6858000"/>
              <a:gd name="connsiteX631" fmla="*/ 506322 w 7472601"/>
              <a:gd name="connsiteY631" fmla="*/ 1020997 h 6858000"/>
              <a:gd name="connsiteX632" fmla="*/ 533068 w 7472601"/>
              <a:gd name="connsiteY632" fmla="*/ 1029409 h 6858000"/>
              <a:gd name="connsiteX633" fmla="*/ 1232525 w 7472601"/>
              <a:gd name="connsiteY633" fmla="*/ 1804675 h 6858000"/>
              <a:gd name="connsiteX634" fmla="*/ 1388858 w 7472601"/>
              <a:gd name="connsiteY634" fmla="*/ 2368011 h 6858000"/>
              <a:gd name="connsiteX635" fmla="*/ 1384098 w 7472601"/>
              <a:gd name="connsiteY635" fmla="*/ 2378125 h 6858000"/>
              <a:gd name="connsiteX636" fmla="*/ 1425393 w 7472601"/>
              <a:gd name="connsiteY636" fmla="*/ 2589124 h 6858000"/>
              <a:gd name="connsiteX637" fmla="*/ 1424001 w 7472601"/>
              <a:gd name="connsiteY637" fmla="*/ 2597541 h 6858000"/>
              <a:gd name="connsiteX638" fmla="*/ 2152729 w 7472601"/>
              <a:gd name="connsiteY638" fmla="*/ 2864487 h 6858000"/>
              <a:gd name="connsiteX639" fmla="*/ 2020609 w 7472601"/>
              <a:gd name="connsiteY639" fmla="*/ 2539671 h 6858000"/>
              <a:gd name="connsiteX640" fmla="*/ 2018920 w 7472601"/>
              <a:gd name="connsiteY640" fmla="*/ 2536309 h 6858000"/>
              <a:gd name="connsiteX641" fmla="*/ 1342441 w 7472601"/>
              <a:gd name="connsiteY641" fmla="*/ 1173017 h 6858000"/>
              <a:gd name="connsiteX642" fmla="*/ 1367925 w 7472601"/>
              <a:gd name="connsiteY642" fmla="*/ 1135648 h 6858000"/>
              <a:gd name="connsiteX643" fmla="*/ 1771401 w 7472601"/>
              <a:gd name="connsiteY643" fmla="*/ 1806673 h 6858000"/>
              <a:gd name="connsiteX644" fmla="*/ 1972385 w 7472601"/>
              <a:gd name="connsiteY644" fmla="*/ 2198735 h 6858000"/>
              <a:gd name="connsiteX645" fmla="*/ 2040892 w 7472601"/>
              <a:gd name="connsiteY645" fmla="*/ 2405205 h 6858000"/>
              <a:gd name="connsiteX646" fmla="*/ 2131689 w 7472601"/>
              <a:gd name="connsiteY646" fmla="*/ 1936926 h 6858000"/>
              <a:gd name="connsiteX647" fmla="*/ 2454820 w 7472601"/>
              <a:gd name="connsiteY647" fmla="*/ 1248808 h 6858000"/>
              <a:gd name="connsiteX648" fmla="*/ 2492512 w 7472601"/>
              <a:gd name="connsiteY648" fmla="*/ 1302920 h 6858000"/>
              <a:gd name="connsiteX649" fmla="*/ 2081216 w 7472601"/>
              <a:gd name="connsiteY649" fmla="*/ 2527513 h 6858000"/>
              <a:gd name="connsiteX650" fmla="*/ 2081211 w 7472601"/>
              <a:gd name="connsiteY650" fmla="*/ 2528916 h 6858000"/>
              <a:gd name="connsiteX651" fmla="*/ 2199067 w 7472601"/>
              <a:gd name="connsiteY651" fmla="*/ 2884061 h 6858000"/>
              <a:gd name="connsiteX652" fmla="*/ 3192586 w 7472601"/>
              <a:gd name="connsiteY652" fmla="*/ 3411496 h 6858000"/>
              <a:gd name="connsiteX653" fmla="*/ 3182620 w 7472601"/>
              <a:gd name="connsiteY653" fmla="*/ 3483279 h 6858000"/>
              <a:gd name="connsiteX654" fmla="*/ 2435119 w 7472601"/>
              <a:gd name="connsiteY654" fmla="*/ 3080173 h 6858000"/>
              <a:gd name="connsiteX655" fmla="*/ 2410152 w 7472601"/>
              <a:gd name="connsiteY655" fmla="*/ 3063751 h 6858000"/>
              <a:gd name="connsiteX656" fmla="*/ 2408099 w 7472601"/>
              <a:gd name="connsiteY656" fmla="*/ 3064403 h 6858000"/>
              <a:gd name="connsiteX657" fmla="*/ 2407218 w 7472601"/>
              <a:gd name="connsiteY657" fmla="*/ 3070324 h 6858000"/>
              <a:gd name="connsiteX658" fmla="*/ 2380138 w 7472601"/>
              <a:gd name="connsiteY658" fmla="*/ 3099341 h 6858000"/>
              <a:gd name="connsiteX659" fmla="*/ 1765923 w 7472601"/>
              <a:gd name="connsiteY659" fmla="*/ 3581043 h 6858000"/>
              <a:gd name="connsiteX660" fmla="*/ 1702258 w 7472601"/>
              <a:gd name="connsiteY660" fmla="*/ 3612286 h 6858000"/>
              <a:gd name="connsiteX661" fmla="*/ 1538370 w 7472601"/>
              <a:gd name="connsiteY661" fmla="*/ 3811804 h 6858000"/>
              <a:gd name="connsiteX662" fmla="*/ 542867 w 7472601"/>
              <a:gd name="connsiteY662" fmla="*/ 4944092 h 6858000"/>
              <a:gd name="connsiteX663" fmla="*/ 515800 w 7472601"/>
              <a:gd name="connsiteY663" fmla="*/ 4862180 h 6858000"/>
              <a:gd name="connsiteX664" fmla="*/ 909145 w 7472601"/>
              <a:gd name="connsiteY664" fmla="*/ 4199225 h 6858000"/>
              <a:gd name="connsiteX665" fmla="*/ 1214067 w 7472601"/>
              <a:gd name="connsiteY665" fmla="*/ 3908561 h 6858000"/>
              <a:gd name="connsiteX666" fmla="*/ 640967 w 7472601"/>
              <a:gd name="connsiteY666" fmla="*/ 4105601 h 6858000"/>
              <a:gd name="connsiteX667" fmla="*/ 112563 w 7472601"/>
              <a:gd name="connsiteY667" fmla="*/ 4396952 h 6858000"/>
              <a:gd name="connsiteX668" fmla="*/ 0 w 7472601"/>
              <a:gd name="connsiteY668" fmla="*/ 4466006 h 6858000"/>
              <a:gd name="connsiteX669" fmla="*/ 0 w 7472601"/>
              <a:gd name="connsiteY669" fmla="*/ 4233763 h 6858000"/>
              <a:gd name="connsiteX670" fmla="*/ 36881 w 7472601"/>
              <a:gd name="connsiteY670" fmla="*/ 4200118 h 6858000"/>
              <a:gd name="connsiteX671" fmla="*/ 910534 w 7472601"/>
              <a:gd name="connsiteY671" fmla="*/ 3629753 h 6858000"/>
              <a:gd name="connsiteX672" fmla="*/ 1578717 w 7472601"/>
              <a:gd name="connsiteY672" fmla="*/ 3575982 h 6858000"/>
              <a:gd name="connsiteX673" fmla="*/ 2338780 w 7472601"/>
              <a:gd name="connsiteY673" fmla="*/ 3033725 h 6858000"/>
              <a:gd name="connsiteX674" fmla="*/ 1807991 w 7472601"/>
              <a:gd name="connsiteY674" fmla="*/ 2807184 h 6858000"/>
              <a:gd name="connsiteX675" fmla="*/ 1416358 w 7472601"/>
              <a:gd name="connsiteY675" fmla="*/ 3112571 h 6858000"/>
              <a:gd name="connsiteX676" fmla="*/ 939066 w 7472601"/>
              <a:gd name="connsiteY676" fmla="*/ 3378798 h 6858000"/>
              <a:gd name="connsiteX677" fmla="*/ 115099 w 7472601"/>
              <a:gd name="connsiteY677" fmla="*/ 3607650 h 6858000"/>
              <a:gd name="connsiteX678" fmla="*/ 97284 w 7472601"/>
              <a:gd name="connsiteY678" fmla="*/ 3520393 h 6858000"/>
              <a:gd name="connsiteX679" fmla="*/ 922050 w 7472601"/>
              <a:gd name="connsiteY679" fmla="*/ 3074867 h 6858000"/>
              <a:gd name="connsiteX680" fmla="*/ 1405265 w 7472601"/>
              <a:gd name="connsiteY680" fmla="*/ 3016319 h 6858000"/>
              <a:gd name="connsiteX681" fmla="*/ 1407512 w 7472601"/>
              <a:gd name="connsiteY681" fmla="*/ 3018001 h 6858000"/>
              <a:gd name="connsiteX682" fmla="*/ 1726266 w 7472601"/>
              <a:gd name="connsiteY682" fmla="*/ 2777274 h 6858000"/>
              <a:gd name="connsiteX683" fmla="*/ 625390 w 7472601"/>
              <a:gd name="connsiteY683" fmla="*/ 2514541 h 6858000"/>
              <a:gd name="connsiteX684" fmla="*/ 619799 w 7472601"/>
              <a:gd name="connsiteY684" fmla="*/ 2527180 h 6858000"/>
              <a:gd name="connsiteX685" fmla="*/ 310030 w 7472601"/>
              <a:gd name="connsiteY685" fmla="*/ 2771818 h 6858000"/>
              <a:gd name="connsiteX686" fmla="*/ 173877 w 7472601"/>
              <a:gd name="connsiteY686" fmla="*/ 2937056 h 6858000"/>
              <a:gd name="connsiteX687" fmla="*/ 77889 w 7472601"/>
              <a:gd name="connsiteY687" fmla="*/ 3138440 h 6858000"/>
              <a:gd name="connsiteX688" fmla="*/ 0 w 7472601"/>
              <a:gd name="connsiteY688" fmla="*/ 3271395 h 6858000"/>
              <a:gd name="connsiteX689" fmla="*/ 0 w 7472601"/>
              <a:gd name="connsiteY689" fmla="*/ 3153002 h 6858000"/>
              <a:gd name="connsiteX690" fmla="*/ 2386 w 7472601"/>
              <a:gd name="connsiteY690" fmla="*/ 3149203 h 6858000"/>
              <a:gd name="connsiteX691" fmla="*/ 89753 w 7472601"/>
              <a:gd name="connsiteY691" fmla="*/ 2987702 h 6858000"/>
              <a:gd name="connsiteX692" fmla="*/ 76869 w 7472601"/>
              <a:gd name="connsiteY692" fmla="*/ 3005404 h 6858000"/>
              <a:gd name="connsiteX693" fmla="*/ 32049 w 7472601"/>
              <a:gd name="connsiteY693" fmla="*/ 3065814 h 6858000"/>
              <a:gd name="connsiteX694" fmla="*/ 0 w 7472601"/>
              <a:gd name="connsiteY694" fmla="*/ 3108744 h 6858000"/>
              <a:gd name="connsiteX695" fmla="*/ 0 w 7472601"/>
              <a:gd name="connsiteY695" fmla="*/ 3058059 h 6858000"/>
              <a:gd name="connsiteX696" fmla="*/ 7610 w 7472601"/>
              <a:gd name="connsiteY696" fmla="*/ 3047889 h 6858000"/>
              <a:gd name="connsiteX697" fmla="*/ 52419 w 7472601"/>
              <a:gd name="connsiteY697" fmla="*/ 2987479 h 6858000"/>
              <a:gd name="connsiteX698" fmla="*/ 59142 w 7472601"/>
              <a:gd name="connsiteY698" fmla="*/ 2978488 h 6858000"/>
              <a:gd name="connsiteX699" fmla="*/ 0 w 7472601"/>
              <a:gd name="connsiteY699" fmla="*/ 3015334 h 6858000"/>
              <a:gd name="connsiteX700" fmla="*/ 0 w 7472601"/>
              <a:gd name="connsiteY700" fmla="*/ 2914286 h 6858000"/>
              <a:gd name="connsiteX701" fmla="*/ 36383 w 7472601"/>
              <a:gd name="connsiteY701" fmla="*/ 2901128 h 6858000"/>
              <a:gd name="connsiteX702" fmla="*/ 156329 w 7472601"/>
              <a:gd name="connsiteY702" fmla="*/ 2840533 h 6858000"/>
              <a:gd name="connsiteX703" fmla="*/ 358355 w 7472601"/>
              <a:gd name="connsiteY703" fmla="*/ 2620471 h 6858000"/>
              <a:gd name="connsiteX704" fmla="*/ 510577 w 7472601"/>
              <a:gd name="connsiteY704" fmla="*/ 2501244 h 6858000"/>
              <a:gd name="connsiteX705" fmla="*/ 211967 w 7472601"/>
              <a:gd name="connsiteY705" fmla="*/ 2479171 h 6858000"/>
              <a:gd name="connsiteX706" fmla="*/ 0 w 7472601"/>
              <a:gd name="connsiteY706" fmla="*/ 2476398 h 6858000"/>
              <a:gd name="connsiteX707" fmla="*/ 0 w 7472601"/>
              <a:gd name="connsiteY707" fmla="*/ 2389189 h 6858000"/>
              <a:gd name="connsiteX708" fmla="*/ 103062 w 7472601"/>
              <a:gd name="connsiteY708" fmla="*/ 2389518 h 6858000"/>
              <a:gd name="connsiteX709" fmla="*/ 510734 w 7472601"/>
              <a:gd name="connsiteY709" fmla="*/ 2416201 h 6858000"/>
              <a:gd name="connsiteX710" fmla="*/ 279257 w 7472601"/>
              <a:gd name="connsiteY710" fmla="*/ 2092102 h 6858000"/>
              <a:gd name="connsiteX711" fmla="*/ 65265 w 7472601"/>
              <a:gd name="connsiteY711" fmla="*/ 2006049 h 6858000"/>
              <a:gd name="connsiteX712" fmla="*/ 0 w 7472601"/>
              <a:gd name="connsiteY712" fmla="*/ 1982532 h 6858000"/>
              <a:gd name="connsiteX713" fmla="*/ 0 w 7472601"/>
              <a:gd name="connsiteY713" fmla="*/ 1912789 h 6858000"/>
              <a:gd name="connsiteX714" fmla="*/ 97460 w 7472601"/>
              <a:gd name="connsiteY714" fmla="*/ 1953725 h 6858000"/>
              <a:gd name="connsiteX715" fmla="*/ 221272 w 7472601"/>
              <a:gd name="connsiteY715" fmla="*/ 1980766 h 6858000"/>
              <a:gd name="connsiteX716" fmla="*/ 116765 w 7472601"/>
              <a:gd name="connsiteY716" fmla="*/ 1911033 h 6858000"/>
              <a:gd name="connsiteX717" fmla="*/ 16405 w 7472601"/>
              <a:gd name="connsiteY717" fmla="*/ 1803412 h 6858000"/>
              <a:gd name="connsiteX718" fmla="*/ 0 w 7472601"/>
              <a:gd name="connsiteY718" fmla="*/ 1784777 h 6858000"/>
              <a:gd name="connsiteX719" fmla="*/ 0 w 7472601"/>
              <a:gd name="connsiteY719" fmla="*/ 1740082 h 6858000"/>
              <a:gd name="connsiteX720" fmla="*/ 39394 w 7472601"/>
              <a:gd name="connsiteY720" fmla="*/ 1784856 h 6858000"/>
              <a:gd name="connsiteX721" fmla="*/ 135813 w 7472601"/>
              <a:gd name="connsiteY721" fmla="*/ 1888838 h 6858000"/>
              <a:gd name="connsiteX722" fmla="*/ 242575 w 7472601"/>
              <a:gd name="connsiteY722" fmla="*/ 1958841 h 6858000"/>
              <a:gd name="connsiteX723" fmla="*/ 82197 w 7472601"/>
              <a:gd name="connsiteY723" fmla="*/ 1754826 h 6858000"/>
              <a:gd name="connsiteX724" fmla="*/ 0 w 7472601"/>
              <a:gd name="connsiteY724" fmla="*/ 1679650 h 6858000"/>
              <a:gd name="connsiteX725" fmla="*/ 0 w 7472601"/>
              <a:gd name="connsiteY725" fmla="*/ 1602463 h 6858000"/>
              <a:gd name="connsiteX726" fmla="*/ 84689 w 7472601"/>
              <a:gd name="connsiteY726" fmla="*/ 1677442 h 6858000"/>
              <a:gd name="connsiteX727" fmla="*/ 298437 w 7472601"/>
              <a:gd name="connsiteY727" fmla="*/ 1968019 h 6858000"/>
              <a:gd name="connsiteX728" fmla="*/ 227269 w 7472601"/>
              <a:gd name="connsiteY728" fmla="*/ 1114064 h 6858000"/>
              <a:gd name="connsiteX729" fmla="*/ 248003 w 7472601"/>
              <a:gd name="connsiteY729" fmla="*/ 1089613 h 6858000"/>
              <a:gd name="connsiteX730" fmla="*/ 427020 w 7472601"/>
              <a:gd name="connsiteY730" fmla="*/ 1619803 h 6858000"/>
              <a:gd name="connsiteX731" fmla="*/ 340345 w 7472601"/>
              <a:gd name="connsiteY731" fmla="*/ 2027739 h 6858000"/>
              <a:gd name="connsiteX732" fmla="*/ 360865 w 7472601"/>
              <a:gd name="connsiteY732" fmla="*/ 2044827 h 6858000"/>
              <a:gd name="connsiteX733" fmla="*/ 560414 w 7472601"/>
              <a:gd name="connsiteY733" fmla="*/ 2421457 h 6858000"/>
              <a:gd name="connsiteX734" fmla="*/ 1359703 w 7472601"/>
              <a:gd name="connsiteY734" fmla="*/ 2578554 h 6858000"/>
              <a:gd name="connsiteX735" fmla="*/ 1359422 w 7472601"/>
              <a:gd name="connsiteY735" fmla="*/ 2577994 h 6858000"/>
              <a:gd name="connsiteX736" fmla="*/ 828701 w 7472601"/>
              <a:gd name="connsiteY736" fmla="*/ 1839520 h 6858000"/>
              <a:gd name="connsiteX737" fmla="*/ 494427 w 7472601"/>
              <a:gd name="connsiteY737" fmla="*/ 1092333 h 6858000"/>
              <a:gd name="connsiteX738" fmla="*/ 506322 w 7472601"/>
              <a:gd name="connsiteY738" fmla="*/ 1020997 h 6858000"/>
              <a:gd name="connsiteX739" fmla="*/ 4570198 w 7472601"/>
              <a:gd name="connsiteY739" fmla="*/ 978081 h 6858000"/>
              <a:gd name="connsiteX740" fmla="*/ 4523691 w 7472601"/>
              <a:gd name="connsiteY740" fmla="*/ 1127776 h 6858000"/>
              <a:gd name="connsiteX741" fmla="*/ 4509875 w 7472601"/>
              <a:gd name="connsiteY741" fmla="*/ 1167552 h 6858000"/>
              <a:gd name="connsiteX742" fmla="*/ 4478168 w 7472601"/>
              <a:gd name="connsiteY742" fmla="*/ 1260735 h 6858000"/>
              <a:gd name="connsiteX743" fmla="*/ 4409309 w 7472601"/>
              <a:gd name="connsiteY743" fmla="*/ 1666996 h 6858000"/>
              <a:gd name="connsiteX744" fmla="*/ 4370031 w 7472601"/>
              <a:gd name="connsiteY744" fmla="*/ 1955666 h 6858000"/>
              <a:gd name="connsiteX745" fmla="*/ 4570198 w 7472601"/>
              <a:gd name="connsiteY745" fmla="*/ 978081 h 6858000"/>
              <a:gd name="connsiteX746" fmla="*/ 4557898 w 7472601"/>
              <a:gd name="connsiteY746" fmla="*/ 900011 h 6858000"/>
              <a:gd name="connsiteX747" fmla="*/ 4344840 w 7472601"/>
              <a:gd name="connsiteY747" fmla="*/ 1922038 h 6858000"/>
              <a:gd name="connsiteX748" fmla="*/ 4378710 w 7472601"/>
              <a:gd name="connsiteY748" fmla="*/ 1665516 h 6858000"/>
              <a:gd name="connsiteX749" fmla="*/ 4448798 w 7472601"/>
              <a:gd name="connsiteY749" fmla="*/ 1253024 h 6858000"/>
              <a:gd name="connsiteX750" fmla="*/ 4480315 w 7472601"/>
              <a:gd name="connsiteY750" fmla="*/ 1158454 h 6858000"/>
              <a:gd name="connsiteX751" fmla="*/ 4494133 w 7472601"/>
              <a:gd name="connsiteY751" fmla="*/ 1118676 h 6858000"/>
              <a:gd name="connsiteX752" fmla="*/ 4557898 w 7472601"/>
              <a:gd name="connsiteY752" fmla="*/ 900011 h 6858000"/>
              <a:gd name="connsiteX753" fmla="*/ 5870151 w 7472601"/>
              <a:gd name="connsiteY753" fmla="*/ 898890 h 6858000"/>
              <a:gd name="connsiteX754" fmla="*/ 5861335 w 7472601"/>
              <a:gd name="connsiteY754" fmla="*/ 899177 h 6858000"/>
              <a:gd name="connsiteX755" fmla="*/ 5843702 w 7472601"/>
              <a:gd name="connsiteY755" fmla="*/ 899748 h 6858000"/>
              <a:gd name="connsiteX756" fmla="*/ 5651107 w 7472601"/>
              <a:gd name="connsiteY756" fmla="*/ 920306 h 6858000"/>
              <a:gd name="connsiteX757" fmla="*/ 5459407 w 7472601"/>
              <a:gd name="connsiteY757" fmla="*/ 940975 h 6858000"/>
              <a:gd name="connsiteX758" fmla="*/ 5374846 w 7472601"/>
              <a:gd name="connsiteY758" fmla="*/ 941988 h 6858000"/>
              <a:gd name="connsiteX759" fmla="*/ 5256105 w 7472601"/>
              <a:gd name="connsiteY759" fmla="*/ 945632 h 6858000"/>
              <a:gd name="connsiteX760" fmla="*/ 5107071 w 7472601"/>
              <a:gd name="connsiteY760" fmla="*/ 969720 h 6858000"/>
              <a:gd name="connsiteX761" fmla="*/ 4998681 w 7472601"/>
              <a:gd name="connsiteY761" fmla="*/ 988771 h 6858000"/>
              <a:gd name="connsiteX762" fmla="*/ 5870151 w 7472601"/>
              <a:gd name="connsiteY762" fmla="*/ 898890 h 6858000"/>
              <a:gd name="connsiteX763" fmla="*/ 5504425 w 7472601"/>
              <a:gd name="connsiteY763" fmla="*/ 848067 h 6858000"/>
              <a:gd name="connsiteX764" fmla="*/ 4968849 w 7472601"/>
              <a:gd name="connsiteY764" fmla="*/ 962318 h 6858000"/>
              <a:gd name="connsiteX765" fmla="*/ 5104039 w 7472601"/>
              <a:gd name="connsiteY765" fmla="*/ 940634 h 6858000"/>
              <a:gd name="connsiteX766" fmla="*/ 5256311 w 7472601"/>
              <a:gd name="connsiteY766" fmla="*/ 916490 h 6858000"/>
              <a:gd name="connsiteX767" fmla="*/ 5377381 w 7472601"/>
              <a:gd name="connsiteY767" fmla="*/ 912671 h 6858000"/>
              <a:gd name="connsiteX768" fmla="*/ 5460148 w 7472601"/>
              <a:gd name="connsiteY768" fmla="*/ 911442 h 6858000"/>
              <a:gd name="connsiteX769" fmla="*/ 5648971 w 7472601"/>
              <a:gd name="connsiteY769" fmla="*/ 891331 h 6858000"/>
              <a:gd name="connsiteX770" fmla="*/ 5844807 w 7472601"/>
              <a:gd name="connsiteY770" fmla="*/ 870718 h 6858000"/>
              <a:gd name="connsiteX771" fmla="*/ 5862975 w 7472601"/>
              <a:gd name="connsiteY771" fmla="*/ 869756 h 6858000"/>
              <a:gd name="connsiteX772" fmla="*/ 5920887 w 7472601"/>
              <a:gd name="connsiteY772" fmla="*/ 865929 h 6858000"/>
              <a:gd name="connsiteX773" fmla="*/ 5504425 w 7472601"/>
              <a:gd name="connsiteY773" fmla="*/ 848067 h 6858000"/>
              <a:gd name="connsiteX774" fmla="*/ 3607114 w 7472601"/>
              <a:gd name="connsiteY774" fmla="*/ 467441 h 6858000"/>
              <a:gd name="connsiteX775" fmla="*/ 3296242 w 7472601"/>
              <a:gd name="connsiteY775" fmla="*/ 807991 h 6858000"/>
              <a:gd name="connsiteX776" fmla="*/ 3174674 w 7472601"/>
              <a:gd name="connsiteY776" fmla="*/ 919759 h 6858000"/>
              <a:gd name="connsiteX777" fmla="*/ 3042978 w 7472601"/>
              <a:gd name="connsiteY777" fmla="*/ 1054894 h 6858000"/>
              <a:gd name="connsiteX778" fmla="*/ 2968914 w 7472601"/>
              <a:gd name="connsiteY778" fmla="*/ 1133756 h 6858000"/>
              <a:gd name="connsiteX779" fmla="*/ 3103823 w 7472601"/>
              <a:gd name="connsiteY779" fmla="*/ 1026814 h 6858000"/>
              <a:gd name="connsiteX780" fmla="*/ 3607114 w 7472601"/>
              <a:gd name="connsiteY780" fmla="*/ 467441 h 6858000"/>
              <a:gd name="connsiteX781" fmla="*/ 3744487 w 7472601"/>
              <a:gd name="connsiteY781" fmla="*/ 383136 h 6858000"/>
              <a:gd name="connsiteX782" fmla="*/ 3970213 w 7472601"/>
              <a:gd name="connsiteY782" fmla="*/ 995559 h 6858000"/>
              <a:gd name="connsiteX783" fmla="*/ 3744487 w 7472601"/>
              <a:gd name="connsiteY783" fmla="*/ 383136 h 6858000"/>
              <a:gd name="connsiteX784" fmla="*/ 3624562 w 7472601"/>
              <a:gd name="connsiteY784" fmla="*/ 367041 h 6858000"/>
              <a:gd name="connsiteX785" fmla="*/ 3489712 w 7472601"/>
              <a:gd name="connsiteY785" fmla="*/ 485386 h 6858000"/>
              <a:gd name="connsiteX786" fmla="*/ 3182994 w 7472601"/>
              <a:gd name="connsiteY786" fmla="*/ 828265 h 6858000"/>
              <a:gd name="connsiteX787" fmla="*/ 2892114 w 7472601"/>
              <a:gd name="connsiteY787" fmla="*/ 1172635 h 6858000"/>
              <a:gd name="connsiteX788" fmla="*/ 3021459 w 7472601"/>
              <a:gd name="connsiteY788" fmla="*/ 1035385 h 6858000"/>
              <a:gd name="connsiteX789" fmla="*/ 3153873 w 7472601"/>
              <a:gd name="connsiteY789" fmla="*/ 898971 h 6858000"/>
              <a:gd name="connsiteX790" fmla="*/ 3276511 w 7472601"/>
              <a:gd name="connsiteY790" fmla="*/ 786423 h 6858000"/>
              <a:gd name="connsiteX791" fmla="*/ 3584154 w 7472601"/>
              <a:gd name="connsiteY791" fmla="*/ 448218 h 6858000"/>
              <a:gd name="connsiteX792" fmla="*/ 3624562 w 7472601"/>
              <a:gd name="connsiteY792" fmla="*/ 367041 h 6858000"/>
              <a:gd name="connsiteX793" fmla="*/ 3766672 w 7472601"/>
              <a:gd name="connsiteY793" fmla="*/ 359429 h 6858000"/>
              <a:gd name="connsiteX794" fmla="*/ 3996338 w 7472601"/>
              <a:gd name="connsiteY794" fmla="*/ 968237 h 6858000"/>
              <a:gd name="connsiteX795" fmla="*/ 3766672 w 7472601"/>
              <a:gd name="connsiteY795" fmla="*/ 359429 h 6858000"/>
              <a:gd name="connsiteX796" fmla="*/ 5805386 w 7472601"/>
              <a:gd name="connsiteY796" fmla="*/ 239240 h 6858000"/>
              <a:gd name="connsiteX797" fmla="*/ 5736947 w 7472601"/>
              <a:gd name="connsiteY797" fmla="*/ 261367 h 6858000"/>
              <a:gd name="connsiteX798" fmla="*/ 5427012 w 7472601"/>
              <a:gd name="connsiteY798" fmla="*/ 311272 h 6858000"/>
              <a:gd name="connsiteX799" fmla="*/ 5147818 w 7472601"/>
              <a:gd name="connsiteY799" fmla="*/ 322112 h 6858000"/>
              <a:gd name="connsiteX800" fmla="*/ 5060854 w 7472601"/>
              <a:gd name="connsiteY800" fmla="*/ 311882 h 6858000"/>
              <a:gd name="connsiteX801" fmla="*/ 4945989 w 7472601"/>
              <a:gd name="connsiteY801" fmla="*/ 300516 h 6858000"/>
              <a:gd name="connsiteX802" fmla="*/ 5410479 w 7472601"/>
              <a:gd name="connsiteY802" fmla="*/ 348434 h 6858000"/>
              <a:gd name="connsiteX803" fmla="*/ 5805386 w 7472601"/>
              <a:gd name="connsiteY803" fmla="*/ 239240 h 6858000"/>
              <a:gd name="connsiteX804" fmla="*/ 5905192 w 7472601"/>
              <a:gd name="connsiteY804" fmla="*/ 163079 h 6858000"/>
              <a:gd name="connsiteX805" fmla="*/ 5865655 w 7472601"/>
              <a:gd name="connsiteY805" fmla="*/ 171901 h 6858000"/>
              <a:gd name="connsiteX806" fmla="*/ 5259740 w 7472601"/>
              <a:gd name="connsiteY806" fmla="*/ 257013 h 6858000"/>
              <a:gd name="connsiteX807" fmla="*/ 5208466 w 7472601"/>
              <a:gd name="connsiteY807" fmla="*/ 257550 h 6858000"/>
              <a:gd name="connsiteX808" fmla="*/ 4980204 w 7472601"/>
              <a:gd name="connsiteY808" fmla="*/ 271903 h 6858000"/>
              <a:gd name="connsiteX809" fmla="*/ 5068068 w 7472601"/>
              <a:gd name="connsiteY809" fmla="*/ 282244 h 6858000"/>
              <a:gd name="connsiteX810" fmla="*/ 5153231 w 7472601"/>
              <a:gd name="connsiteY810" fmla="*/ 292240 h 6858000"/>
              <a:gd name="connsiteX811" fmla="*/ 5426491 w 7472601"/>
              <a:gd name="connsiteY811" fmla="*/ 281128 h 6858000"/>
              <a:gd name="connsiteX812" fmla="*/ 5731212 w 7472601"/>
              <a:gd name="connsiteY812" fmla="*/ 231951 h 6858000"/>
              <a:gd name="connsiteX813" fmla="*/ 5905192 w 7472601"/>
              <a:gd name="connsiteY813" fmla="*/ 163079 h 6858000"/>
              <a:gd name="connsiteX814" fmla="*/ 5944437 w 7472601"/>
              <a:gd name="connsiteY814" fmla="*/ 113829 h 6858000"/>
              <a:gd name="connsiteX815" fmla="*/ 5825032 w 7472601"/>
              <a:gd name="connsiteY815" fmla="*/ 146405 h 6858000"/>
              <a:gd name="connsiteX816" fmla="*/ 4955599 w 7472601"/>
              <a:gd name="connsiteY816" fmla="*/ 247008 h 6858000"/>
              <a:gd name="connsiteX817" fmla="*/ 5210104 w 7472601"/>
              <a:gd name="connsiteY817" fmla="*/ 228123 h 6858000"/>
              <a:gd name="connsiteX818" fmla="*/ 5261015 w 7472601"/>
              <a:gd name="connsiteY818" fmla="*/ 227087 h 6858000"/>
              <a:gd name="connsiteX819" fmla="*/ 5861181 w 7472601"/>
              <a:gd name="connsiteY819" fmla="*/ 143093 h 6858000"/>
              <a:gd name="connsiteX820" fmla="*/ 5961252 w 7472601"/>
              <a:gd name="connsiteY820" fmla="*/ 114820 h 6858000"/>
              <a:gd name="connsiteX821" fmla="*/ 5944437 w 7472601"/>
              <a:gd name="connsiteY821" fmla="*/ 113829 h 6858000"/>
              <a:gd name="connsiteX822" fmla="*/ 3882765 w 7472601"/>
              <a:gd name="connsiteY822" fmla="*/ 0 h 6858000"/>
              <a:gd name="connsiteX823" fmla="*/ 3995099 w 7472601"/>
              <a:gd name="connsiteY823" fmla="*/ 0 h 6858000"/>
              <a:gd name="connsiteX824" fmla="*/ 4163818 w 7472601"/>
              <a:gd name="connsiteY824" fmla="*/ 234104 h 6858000"/>
              <a:gd name="connsiteX825" fmla="*/ 4172099 w 7472601"/>
              <a:gd name="connsiteY825" fmla="*/ 234207 h 6858000"/>
              <a:gd name="connsiteX826" fmla="*/ 4784282 w 7472601"/>
              <a:gd name="connsiteY826" fmla="*/ 276561 h 6858000"/>
              <a:gd name="connsiteX827" fmla="*/ 4801687 w 7472601"/>
              <a:gd name="connsiteY827" fmla="*/ 267764 h 6858000"/>
              <a:gd name="connsiteX828" fmla="*/ 6082788 w 7472601"/>
              <a:gd name="connsiteY828" fmla="*/ 64119 h 6858000"/>
              <a:gd name="connsiteX829" fmla="*/ 6099442 w 7472601"/>
              <a:gd name="connsiteY829" fmla="*/ 82568 h 6858000"/>
              <a:gd name="connsiteX830" fmla="*/ 4804137 w 7472601"/>
              <a:gd name="connsiteY830" fmla="*/ 320931 h 6858000"/>
              <a:gd name="connsiteX831" fmla="*/ 4227047 w 7472601"/>
              <a:gd name="connsiteY831" fmla="*/ 313415 h 6858000"/>
              <a:gd name="connsiteX832" fmla="*/ 4346041 w 7472601"/>
              <a:gd name="connsiteY832" fmla="*/ 456086 h 6858000"/>
              <a:gd name="connsiteX833" fmla="*/ 4870967 w 7472601"/>
              <a:gd name="connsiteY833" fmla="*/ 963061 h 6858000"/>
              <a:gd name="connsiteX834" fmla="*/ 4889647 w 7472601"/>
              <a:gd name="connsiteY834" fmla="*/ 957147 h 6858000"/>
              <a:gd name="connsiteX835" fmla="*/ 5422504 w 7472601"/>
              <a:gd name="connsiteY835" fmla="*/ 805191 h 6858000"/>
              <a:gd name="connsiteX836" fmla="*/ 6087656 w 7472601"/>
              <a:gd name="connsiteY836" fmla="*/ 826703 h 6858000"/>
              <a:gd name="connsiteX837" fmla="*/ 6058717 w 7472601"/>
              <a:gd name="connsiteY837" fmla="*/ 865992 h 6858000"/>
              <a:gd name="connsiteX838" fmla="*/ 4974153 w 7472601"/>
              <a:gd name="connsiteY838" fmla="*/ 1045456 h 6858000"/>
              <a:gd name="connsiteX839" fmla="*/ 5627835 w 7472601"/>
              <a:gd name="connsiteY839" fmla="*/ 1472077 h 6858000"/>
              <a:gd name="connsiteX840" fmla="*/ 5629817 w 7472601"/>
              <a:gd name="connsiteY840" fmla="*/ 1471412 h 6858000"/>
              <a:gd name="connsiteX841" fmla="*/ 5634124 w 7472601"/>
              <a:gd name="connsiteY841" fmla="*/ 1470572 h 6858000"/>
              <a:gd name="connsiteX842" fmla="*/ 5755832 w 7472601"/>
              <a:gd name="connsiteY842" fmla="*/ 1383886 h 6858000"/>
              <a:gd name="connsiteX843" fmla="*/ 6014186 w 7472601"/>
              <a:gd name="connsiteY843" fmla="*/ 1279799 h 6858000"/>
              <a:gd name="connsiteX844" fmla="*/ 6901619 w 7472601"/>
              <a:gd name="connsiteY844" fmla="*/ 1047874 h 6858000"/>
              <a:gd name="connsiteX845" fmla="*/ 6931566 w 7472601"/>
              <a:gd name="connsiteY845" fmla="*/ 1062034 h 6858000"/>
              <a:gd name="connsiteX846" fmla="*/ 5790982 w 7472601"/>
              <a:gd name="connsiteY846" fmla="*/ 1561380 h 6858000"/>
              <a:gd name="connsiteX847" fmla="*/ 6188971 w 7472601"/>
              <a:gd name="connsiteY847" fmla="*/ 1755168 h 6858000"/>
              <a:gd name="connsiteX848" fmla="*/ 6202446 w 7472601"/>
              <a:gd name="connsiteY848" fmla="*/ 1752268 h 6858000"/>
              <a:gd name="connsiteX849" fmla="*/ 7179560 w 7472601"/>
              <a:gd name="connsiteY849" fmla="*/ 1467551 h 6858000"/>
              <a:gd name="connsiteX850" fmla="*/ 7158730 w 7472601"/>
              <a:gd name="connsiteY850" fmla="*/ 1507835 h 6858000"/>
              <a:gd name="connsiteX851" fmla="*/ 6326959 w 7472601"/>
              <a:gd name="connsiteY851" fmla="*/ 1817686 h 6858000"/>
              <a:gd name="connsiteX852" fmla="*/ 6537433 w 7472601"/>
              <a:gd name="connsiteY852" fmla="*/ 1907790 h 6858000"/>
              <a:gd name="connsiteX853" fmla="*/ 6550221 w 7472601"/>
              <a:gd name="connsiteY853" fmla="*/ 1910729 h 6858000"/>
              <a:gd name="connsiteX854" fmla="*/ 6964438 w 7472601"/>
              <a:gd name="connsiteY854" fmla="*/ 2209505 h 6858000"/>
              <a:gd name="connsiteX855" fmla="*/ 7367862 w 7472601"/>
              <a:gd name="connsiteY855" fmla="*/ 2806833 h 6858000"/>
              <a:gd name="connsiteX856" fmla="*/ 7364329 w 7472601"/>
              <a:gd name="connsiteY856" fmla="*/ 2826907 h 6858000"/>
              <a:gd name="connsiteX857" fmla="*/ 7290545 w 7472601"/>
              <a:gd name="connsiteY857" fmla="*/ 2850663 h 6858000"/>
              <a:gd name="connsiteX858" fmla="*/ 6472036 w 7472601"/>
              <a:gd name="connsiteY858" fmla="*/ 1959003 h 6858000"/>
              <a:gd name="connsiteX859" fmla="*/ 5792897 w 7472601"/>
              <a:gd name="connsiteY859" fmla="*/ 1647747 h 6858000"/>
              <a:gd name="connsiteX860" fmla="*/ 5842751 w 7472601"/>
              <a:gd name="connsiteY860" fmla="*/ 1816112 h 6858000"/>
              <a:gd name="connsiteX861" fmla="*/ 5847424 w 7472601"/>
              <a:gd name="connsiteY861" fmla="*/ 1815776 h 6858000"/>
              <a:gd name="connsiteX862" fmla="*/ 6399821 w 7472601"/>
              <a:gd name="connsiteY862" fmla="*/ 2344799 h 6858000"/>
              <a:gd name="connsiteX863" fmla="*/ 6323232 w 7472601"/>
              <a:gd name="connsiteY863" fmla="*/ 2389634 h 6858000"/>
              <a:gd name="connsiteX864" fmla="*/ 5942958 w 7472601"/>
              <a:gd name="connsiteY864" fmla="*/ 2077708 h 6858000"/>
              <a:gd name="connsiteX865" fmla="*/ 5921559 w 7472601"/>
              <a:gd name="connsiteY865" fmla="*/ 2378596 h 6858000"/>
              <a:gd name="connsiteX866" fmla="*/ 5817651 w 7472601"/>
              <a:gd name="connsiteY866" fmla="*/ 3023919 h 6858000"/>
              <a:gd name="connsiteX867" fmla="*/ 5729634 w 7472601"/>
              <a:gd name="connsiteY867" fmla="*/ 3051849 h 6858000"/>
              <a:gd name="connsiteX868" fmla="*/ 5611018 w 7472601"/>
              <a:gd name="connsiteY868" fmla="*/ 2316769 h 6858000"/>
              <a:gd name="connsiteX869" fmla="*/ 5687608 w 7472601"/>
              <a:gd name="connsiteY869" fmla="*/ 2039972 h 6858000"/>
              <a:gd name="connsiteX870" fmla="*/ 5657554 w 7472601"/>
              <a:gd name="connsiteY870" fmla="*/ 1576445 h 6858000"/>
              <a:gd name="connsiteX871" fmla="*/ 5150475 w 7472601"/>
              <a:gd name="connsiteY871" fmla="*/ 1274012 h 6858000"/>
              <a:gd name="connsiteX872" fmla="*/ 5349142 w 7472601"/>
              <a:gd name="connsiteY872" fmla="*/ 2204405 h 6858000"/>
              <a:gd name="connsiteX873" fmla="*/ 5262214 w 7472601"/>
              <a:gd name="connsiteY873" fmla="*/ 2233836 h 6858000"/>
              <a:gd name="connsiteX874" fmla="*/ 4981539 w 7472601"/>
              <a:gd name="connsiteY874" fmla="*/ 1542201 h 6858000"/>
              <a:gd name="connsiteX875" fmla="*/ 4958461 w 7472601"/>
              <a:gd name="connsiteY875" fmla="*/ 1136957 h 6858000"/>
              <a:gd name="connsiteX876" fmla="*/ 4655015 w 7472601"/>
              <a:gd name="connsiteY876" fmla="*/ 891426 h 6858000"/>
              <a:gd name="connsiteX877" fmla="*/ 4348002 w 7472601"/>
              <a:gd name="connsiteY877" fmla="*/ 2205895 h 6858000"/>
              <a:gd name="connsiteX878" fmla="*/ 4262250 w 7472601"/>
              <a:gd name="connsiteY878" fmla="*/ 2219972 h 6858000"/>
              <a:gd name="connsiteX879" fmla="*/ 4550611 w 7472601"/>
              <a:gd name="connsiteY879" fmla="*/ 817540 h 6858000"/>
              <a:gd name="connsiteX880" fmla="*/ 4564418 w 7472601"/>
              <a:gd name="connsiteY880" fmla="*/ 808293 h 6858000"/>
              <a:gd name="connsiteX881" fmla="*/ 4266388 w 7472601"/>
              <a:gd name="connsiteY881" fmla="*/ 500083 h 6858000"/>
              <a:gd name="connsiteX882" fmla="*/ 4032842 w 7472601"/>
              <a:gd name="connsiteY882" fmla="*/ 211809 h 6858000"/>
              <a:gd name="connsiteX883" fmla="*/ 3882765 w 7472601"/>
              <a:gd name="connsiteY883" fmla="*/ 0 h 6858000"/>
              <a:gd name="connsiteX884" fmla="*/ 3721337 w 7472601"/>
              <a:gd name="connsiteY884" fmla="*/ 0 h 6858000"/>
              <a:gd name="connsiteX885" fmla="*/ 3797544 w 7472601"/>
              <a:gd name="connsiteY885" fmla="*/ 0 h 6858000"/>
              <a:gd name="connsiteX886" fmla="*/ 3775734 w 7472601"/>
              <a:gd name="connsiteY886" fmla="*/ 95131 h 6858000"/>
              <a:gd name="connsiteX887" fmla="*/ 3724807 w 7472601"/>
              <a:gd name="connsiteY887" fmla="*/ 272257 h 6858000"/>
              <a:gd name="connsiteX888" fmla="*/ 3726844 w 7472601"/>
              <a:gd name="connsiteY888" fmla="*/ 282988 h 6858000"/>
              <a:gd name="connsiteX889" fmla="*/ 3742664 w 7472601"/>
              <a:gd name="connsiteY889" fmla="*/ 279918 h 6858000"/>
              <a:gd name="connsiteX890" fmla="*/ 4103910 w 7472601"/>
              <a:gd name="connsiteY890" fmla="*/ 1161917 h 6858000"/>
              <a:gd name="connsiteX891" fmla="*/ 4020269 w 7472601"/>
              <a:gd name="connsiteY891" fmla="*/ 1200406 h 6858000"/>
              <a:gd name="connsiteX892" fmla="*/ 3674882 w 7472601"/>
              <a:gd name="connsiteY892" fmla="*/ 488524 h 6858000"/>
              <a:gd name="connsiteX893" fmla="*/ 3132682 w 7472601"/>
              <a:gd name="connsiteY893" fmla="*/ 1072284 h 6858000"/>
              <a:gd name="connsiteX894" fmla="*/ 2716346 w 7472601"/>
              <a:gd name="connsiteY894" fmla="*/ 1276376 h 6858000"/>
              <a:gd name="connsiteX895" fmla="*/ 2716772 w 7472601"/>
              <a:gd name="connsiteY895" fmla="*/ 1255462 h 6858000"/>
              <a:gd name="connsiteX896" fmla="*/ 3471096 w 7472601"/>
              <a:gd name="connsiteY896" fmla="*/ 437072 h 6858000"/>
              <a:gd name="connsiteX897" fmla="*/ 3639057 w 7472601"/>
              <a:gd name="connsiteY897" fmla="*/ 286334 h 6858000"/>
              <a:gd name="connsiteX898" fmla="*/ 3640309 w 7472601"/>
              <a:gd name="connsiteY898" fmla="*/ 284664 h 6858000"/>
              <a:gd name="connsiteX899" fmla="*/ 3646022 w 7472601"/>
              <a:gd name="connsiteY899" fmla="*/ 276711 h 6858000"/>
              <a:gd name="connsiteX900" fmla="*/ 3707943 w 7472601"/>
              <a:gd name="connsiteY900" fmla="*/ 65958 h 6858000"/>
              <a:gd name="connsiteX901" fmla="*/ 3721337 w 7472601"/>
              <a:gd name="connsiteY901" fmla="*/ 0 h 6858000"/>
              <a:gd name="connsiteX902" fmla="*/ 2867960 w 7472601"/>
              <a:gd name="connsiteY902" fmla="*/ 0 h 6858000"/>
              <a:gd name="connsiteX903" fmla="*/ 2926351 w 7472601"/>
              <a:gd name="connsiteY903" fmla="*/ 0 h 6858000"/>
              <a:gd name="connsiteX904" fmla="*/ 2902823 w 7472601"/>
              <a:gd name="connsiteY904" fmla="*/ 262929 h 6858000"/>
              <a:gd name="connsiteX905" fmla="*/ 2940663 w 7472601"/>
              <a:gd name="connsiteY905" fmla="*/ 140884 h 6858000"/>
              <a:gd name="connsiteX906" fmla="*/ 2947039 w 7472601"/>
              <a:gd name="connsiteY906" fmla="*/ 122524 h 6858000"/>
              <a:gd name="connsiteX907" fmla="*/ 2984316 w 7472601"/>
              <a:gd name="connsiteY907" fmla="*/ 0 h 6858000"/>
              <a:gd name="connsiteX908" fmla="*/ 3016114 w 7472601"/>
              <a:gd name="connsiteY908" fmla="*/ 0 h 6858000"/>
              <a:gd name="connsiteX909" fmla="*/ 2979949 w 7472601"/>
              <a:gd name="connsiteY909" fmla="*/ 119274 h 6858000"/>
              <a:gd name="connsiteX910" fmla="*/ 3023879 w 7472601"/>
              <a:gd name="connsiteY910" fmla="*/ 0 h 6858000"/>
              <a:gd name="connsiteX911" fmla="*/ 3105400 w 7472601"/>
              <a:gd name="connsiteY911" fmla="*/ 0 h 6858000"/>
              <a:gd name="connsiteX912" fmla="*/ 3094669 w 7472601"/>
              <a:gd name="connsiteY912" fmla="*/ 30308 h 6858000"/>
              <a:gd name="connsiteX913" fmla="*/ 2901945 w 7472601"/>
              <a:gd name="connsiteY913" fmla="*/ 466538 h 6858000"/>
              <a:gd name="connsiteX914" fmla="*/ 2815209 w 7472601"/>
              <a:gd name="connsiteY914" fmla="*/ 497361 h 6858000"/>
              <a:gd name="connsiteX915" fmla="*/ 2844845 w 7472601"/>
              <a:gd name="connsiteY915" fmla="*/ 127638 h 6858000"/>
              <a:gd name="connsiteX916" fmla="*/ 2867960 w 7472601"/>
              <a:gd name="connsiteY916" fmla="*/ 0 h 6858000"/>
              <a:gd name="connsiteX917" fmla="*/ 1057230 w 7472601"/>
              <a:gd name="connsiteY917" fmla="*/ 0 h 6858000"/>
              <a:gd name="connsiteX918" fmla="*/ 1111003 w 7472601"/>
              <a:gd name="connsiteY918" fmla="*/ 0 h 6858000"/>
              <a:gd name="connsiteX919" fmla="*/ 1125553 w 7472601"/>
              <a:gd name="connsiteY919" fmla="*/ 52588 h 6858000"/>
              <a:gd name="connsiteX920" fmla="*/ 1304276 w 7472601"/>
              <a:gd name="connsiteY920" fmla="*/ 476275 h 6858000"/>
              <a:gd name="connsiteX921" fmla="*/ 1492066 w 7472601"/>
              <a:gd name="connsiteY921" fmla="*/ 886333 h 6858000"/>
              <a:gd name="connsiteX922" fmla="*/ 1423698 w 7472601"/>
              <a:gd name="connsiteY922" fmla="*/ 710817 h 6858000"/>
              <a:gd name="connsiteX923" fmla="*/ 1357609 w 7472601"/>
              <a:gd name="connsiteY923" fmla="*/ 532892 h 6858000"/>
              <a:gd name="connsiteX924" fmla="*/ 1309550 w 7472601"/>
              <a:gd name="connsiteY924" fmla="*/ 374031 h 6858000"/>
              <a:gd name="connsiteX925" fmla="*/ 1193673 w 7472601"/>
              <a:gd name="connsiteY925" fmla="*/ 49533 h 6858000"/>
              <a:gd name="connsiteX926" fmla="*/ 1164391 w 7472601"/>
              <a:gd name="connsiteY926" fmla="*/ 0 h 6858000"/>
              <a:gd name="connsiteX927" fmla="*/ 1200666 w 7472601"/>
              <a:gd name="connsiteY927" fmla="*/ 0 h 6858000"/>
              <a:gd name="connsiteX928" fmla="*/ 1223408 w 7472601"/>
              <a:gd name="connsiteY928" fmla="*/ 38996 h 6858000"/>
              <a:gd name="connsiteX929" fmla="*/ 1339635 w 7472601"/>
              <a:gd name="connsiteY929" fmla="*/ 365517 h 6858000"/>
              <a:gd name="connsiteX930" fmla="*/ 1387469 w 7472601"/>
              <a:gd name="connsiteY930" fmla="*/ 523079 h 6858000"/>
              <a:gd name="connsiteX931" fmla="*/ 1452685 w 7472601"/>
              <a:gd name="connsiteY931" fmla="*/ 699806 h 6858000"/>
              <a:gd name="connsiteX932" fmla="*/ 1492092 w 7472601"/>
              <a:gd name="connsiteY932" fmla="*/ 800424 h 6858000"/>
              <a:gd name="connsiteX933" fmla="*/ 1455302 w 7472601"/>
              <a:gd name="connsiteY933" fmla="*/ 632913 h 6858000"/>
              <a:gd name="connsiteX934" fmla="*/ 1222336 w 7472601"/>
              <a:gd name="connsiteY934" fmla="*/ 9480 h 6858000"/>
              <a:gd name="connsiteX935" fmla="*/ 1214634 w 7472601"/>
              <a:gd name="connsiteY935" fmla="*/ 0 h 6858000"/>
              <a:gd name="connsiteX936" fmla="*/ 1289827 w 7472601"/>
              <a:gd name="connsiteY936" fmla="*/ 0 h 6858000"/>
              <a:gd name="connsiteX937" fmla="*/ 1321076 w 7472601"/>
              <a:gd name="connsiteY937" fmla="*/ 59722 h 6858000"/>
              <a:gd name="connsiteX938" fmla="*/ 1512579 w 7472601"/>
              <a:gd name="connsiteY938" fmla="*/ 626441 h 6858000"/>
              <a:gd name="connsiteX939" fmla="*/ 1506076 w 7472601"/>
              <a:gd name="connsiteY939" fmla="*/ 1089289 h 6858000"/>
              <a:gd name="connsiteX940" fmla="*/ 1486346 w 7472601"/>
              <a:gd name="connsiteY940" fmla="*/ 1079919 h 6858000"/>
              <a:gd name="connsiteX941" fmla="*/ 1070511 w 7472601"/>
              <a:gd name="connsiteY941" fmla="*/ 48609 h 6858000"/>
              <a:gd name="connsiteX942" fmla="*/ 1057230 w 7472601"/>
              <a:gd name="connsiteY942" fmla="*/ 0 h 6858000"/>
              <a:gd name="connsiteX943" fmla="*/ 43151 w 7472601"/>
              <a:gd name="connsiteY943" fmla="*/ 0 h 6858000"/>
              <a:gd name="connsiteX944" fmla="*/ 95283 w 7472601"/>
              <a:gd name="connsiteY944" fmla="*/ 0 h 6858000"/>
              <a:gd name="connsiteX945" fmla="*/ 300708 w 7472601"/>
              <a:gd name="connsiteY945" fmla="*/ 154571 h 6858000"/>
              <a:gd name="connsiteX946" fmla="*/ 530414 w 7472601"/>
              <a:gd name="connsiteY946" fmla="*/ 354673 h 6858000"/>
              <a:gd name="connsiteX947" fmla="*/ 333785 w 7472601"/>
              <a:gd name="connsiteY947" fmla="*/ 161564 h 6858000"/>
              <a:gd name="connsiteX948" fmla="*/ 147005 w 7472601"/>
              <a:gd name="connsiteY948" fmla="*/ 0 h 6858000"/>
              <a:gd name="connsiteX949" fmla="*/ 272509 w 7472601"/>
              <a:gd name="connsiteY949" fmla="*/ 0 h 6858000"/>
              <a:gd name="connsiteX950" fmla="*/ 326276 w 7472601"/>
              <a:gd name="connsiteY950" fmla="*/ 45847 h 6858000"/>
              <a:gd name="connsiteX951" fmla="*/ 823759 w 7472601"/>
              <a:gd name="connsiteY951" fmla="*/ 574145 h 6858000"/>
              <a:gd name="connsiteX952" fmla="*/ 811254 w 7472601"/>
              <a:gd name="connsiteY952" fmla="*/ 665546 h 6858000"/>
              <a:gd name="connsiteX953" fmla="*/ 154042 w 7472601"/>
              <a:gd name="connsiteY953" fmla="*/ 261522 h 6858000"/>
              <a:gd name="connsiteX954" fmla="*/ 13550 w 7472601"/>
              <a:gd name="connsiteY954" fmla="*/ 158423 h 6858000"/>
              <a:gd name="connsiteX955" fmla="*/ 0 w 7472601"/>
              <a:gd name="connsiteY955" fmla="*/ 146618 h 6858000"/>
              <a:gd name="connsiteX956" fmla="*/ 0 w 7472601"/>
              <a:gd name="connsiteY956" fmla="*/ 59161 h 6858000"/>
              <a:gd name="connsiteX957" fmla="*/ 45427 w 7472601"/>
              <a:gd name="connsiteY957" fmla="*/ 101078 h 6858000"/>
              <a:gd name="connsiteX958" fmla="*/ 630103 w 7472601"/>
              <a:gd name="connsiteY958" fmla="*/ 485885 h 6858000"/>
              <a:gd name="connsiteX959" fmla="*/ 532040 w 7472601"/>
              <a:gd name="connsiteY959" fmla="*/ 399359 h 6858000"/>
              <a:gd name="connsiteX960" fmla="*/ 517618 w 7472601"/>
              <a:gd name="connsiteY960" fmla="*/ 385726 h 6858000"/>
              <a:gd name="connsiteX961" fmla="*/ 285074 w 7472601"/>
              <a:gd name="connsiteY961" fmla="*/ 182755 h 6858000"/>
              <a:gd name="connsiteX962" fmla="*/ 43151 w 7472601"/>
              <a:gd name="connsiteY962" fmla="*/ 0 h 6858000"/>
              <a:gd name="connsiteX0" fmla="*/ 369702 w 7472601"/>
              <a:gd name="connsiteY0" fmla="*/ 6712169 h 6858000"/>
              <a:gd name="connsiteX1" fmla="*/ 366575 w 7472601"/>
              <a:gd name="connsiteY1" fmla="*/ 6715556 h 6858000"/>
              <a:gd name="connsiteX2" fmla="*/ 371637 w 7472601"/>
              <a:gd name="connsiteY2" fmla="*/ 6713954 h 6858000"/>
              <a:gd name="connsiteX3" fmla="*/ 369702 w 7472601"/>
              <a:gd name="connsiteY3" fmla="*/ 6712169 h 6858000"/>
              <a:gd name="connsiteX4" fmla="*/ 7088673 w 7472601"/>
              <a:gd name="connsiteY4" fmla="*/ 6610396 h 6858000"/>
              <a:gd name="connsiteX5" fmla="*/ 7440138 w 7472601"/>
              <a:gd name="connsiteY5" fmla="*/ 6622648 h 6858000"/>
              <a:gd name="connsiteX6" fmla="*/ 7467600 w 7472601"/>
              <a:gd name="connsiteY6" fmla="*/ 6628217 h 6858000"/>
              <a:gd name="connsiteX7" fmla="*/ 7467600 w 7472601"/>
              <a:gd name="connsiteY7" fmla="*/ 6668575 h 6858000"/>
              <a:gd name="connsiteX8" fmla="*/ 7392322 w 7472601"/>
              <a:gd name="connsiteY8" fmla="*/ 6658238 h 6858000"/>
              <a:gd name="connsiteX9" fmla="*/ 7467600 w 7472601"/>
              <a:gd name="connsiteY9" fmla="*/ 6683873 h 6858000"/>
              <a:gd name="connsiteX10" fmla="*/ 7467600 w 7472601"/>
              <a:gd name="connsiteY10" fmla="*/ 6714215 h 6858000"/>
              <a:gd name="connsiteX11" fmla="*/ 7447383 w 7472601"/>
              <a:gd name="connsiteY11" fmla="*/ 6707202 h 6858000"/>
              <a:gd name="connsiteX12" fmla="*/ 7289862 w 7472601"/>
              <a:gd name="connsiteY12" fmla="*/ 6659827 h 6858000"/>
              <a:gd name="connsiteX13" fmla="*/ 7434024 w 7472601"/>
              <a:gd name="connsiteY13" fmla="*/ 6722130 h 6858000"/>
              <a:gd name="connsiteX14" fmla="*/ 7467600 w 7472601"/>
              <a:gd name="connsiteY14" fmla="*/ 6736157 h 6858000"/>
              <a:gd name="connsiteX15" fmla="*/ 7467600 w 7472601"/>
              <a:gd name="connsiteY15" fmla="*/ 6767913 h 6858000"/>
              <a:gd name="connsiteX16" fmla="*/ 7392158 w 7472601"/>
              <a:gd name="connsiteY16" fmla="*/ 6771365 h 6858000"/>
              <a:gd name="connsiteX17" fmla="*/ 7467600 w 7472601"/>
              <a:gd name="connsiteY17" fmla="*/ 6805948 h 6858000"/>
              <a:gd name="connsiteX18" fmla="*/ 7467600 w 7472601"/>
              <a:gd name="connsiteY18" fmla="*/ 6831490 h 6858000"/>
              <a:gd name="connsiteX19" fmla="*/ 7410696 w 7472601"/>
              <a:gd name="connsiteY19" fmla="*/ 6803861 h 6858000"/>
              <a:gd name="connsiteX20" fmla="*/ 7088673 w 7472601"/>
              <a:gd name="connsiteY20" fmla="*/ 6610396 h 6858000"/>
              <a:gd name="connsiteX21" fmla="*/ 1019354 w 7472601"/>
              <a:gd name="connsiteY21" fmla="*/ 6315006 h 6858000"/>
              <a:gd name="connsiteX22" fmla="*/ 441046 w 7472601"/>
              <a:gd name="connsiteY22" fmla="*/ 6691153 h 6858000"/>
              <a:gd name="connsiteX23" fmla="*/ 1019354 w 7472601"/>
              <a:gd name="connsiteY23" fmla="*/ 6315006 h 6858000"/>
              <a:gd name="connsiteX24" fmla="*/ 991680 w 7472601"/>
              <a:gd name="connsiteY24" fmla="*/ 6298413 h 6858000"/>
              <a:gd name="connsiteX25" fmla="*/ 409060 w 7472601"/>
              <a:gd name="connsiteY25" fmla="*/ 6671470 h 6858000"/>
              <a:gd name="connsiteX26" fmla="*/ 991680 w 7472601"/>
              <a:gd name="connsiteY26" fmla="*/ 6298413 h 6858000"/>
              <a:gd name="connsiteX27" fmla="*/ 103333 w 7472601"/>
              <a:gd name="connsiteY27" fmla="*/ 5699602 h 6858000"/>
              <a:gd name="connsiteX28" fmla="*/ 233938 w 7472601"/>
              <a:gd name="connsiteY28" fmla="*/ 5809416 h 6858000"/>
              <a:gd name="connsiteX29" fmla="*/ 883580 w 7472601"/>
              <a:gd name="connsiteY29" fmla="*/ 6180710 h 6858000"/>
              <a:gd name="connsiteX30" fmla="*/ 487337 w 7472601"/>
              <a:gd name="connsiteY30" fmla="*/ 5950182 h 6858000"/>
              <a:gd name="connsiteX31" fmla="*/ 354051 w 7472601"/>
              <a:gd name="connsiteY31" fmla="*/ 5854912 h 6858000"/>
              <a:gd name="connsiteX32" fmla="*/ 195436 w 7472601"/>
              <a:gd name="connsiteY32" fmla="*/ 5755068 h 6858000"/>
              <a:gd name="connsiteX33" fmla="*/ 103333 w 7472601"/>
              <a:gd name="connsiteY33" fmla="*/ 5699602 h 6858000"/>
              <a:gd name="connsiteX34" fmla="*/ 5539432 w 7472601"/>
              <a:gd name="connsiteY34" fmla="*/ 5642928 h 6858000"/>
              <a:gd name="connsiteX35" fmla="*/ 5555462 w 7472601"/>
              <a:gd name="connsiteY35" fmla="*/ 5694454 h 6858000"/>
              <a:gd name="connsiteX36" fmla="*/ 5828270 w 7472601"/>
              <a:gd name="connsiteY36" fmla="*/ 6320663 h 6858000"/>
              <a:gd name="connsiteX37" fmla="*/ 5947416 w 7472601"/>
              <a:gd name="connsiteY37" fmla="*/ 6574846 h 6858000"/>
              <a:gd name="connsiteX38" fmla="*/ 5539432 w 7472601"/>
              <a:gd name="connsiteY38" fmla="*/ 5642928 h 6858000"/>
              <a:gd name="connsiteX39" fmla="*/ 51253 w 7472601"/>
              <a:gd name="connsiteY39" fmla="*/ 5631825 h 6858000"/>
              <a:gd name="connsiteX40" fmla="*/ 211622 w 7472601"/>
              <a:gd name="connsiteY40" fmla="*/ 5728803 h 6858000"/>
              <a:gd name="connsiteX41" fmla="*/ 371652 w 7472601"/>
              <a:gd name="connsiteY41" fmla="*/ 5829062 h 6858000"/>
              <a:gd name="connsiteX42" fmla="*/ 505903 w 7472601"/>
              <a:gd name="connsiteY42" fmla="*/ 5925221 h 6858000"/>
              <a:gd name="connsiteX43" fmla="*/ 899240 w 7472601"/>
              <a:gd name="connsiteY43" fmla="*/ 6153068 h 6858000"/>
              <a:gd name="connsiteX44" fmla="*/ 988114 w 7472601"/>
              <a:gd name="connsiteY44" fmla="*/ 6174204 h 6858000"/>
              <a:gd name="connsiteX45" fmla="*/ 845971 w 7472601"/>
              <a:gd name="connsiteY45" fmla="*/ 6067177 h 6858000"/>
              <a:gd name="connsiteX46" fmla="*/ 448057 w 7472601"/>
              <a:gd name="connsiteY46" fmla="*/ 5841376 h 6858000"/>
              <a:gd name="connsiteX47" fmla="*/ 51253 w 7472601"/>
              <a:gd name="connsiteY47" fmla="*/ 5631825 h 6858000"/>
              <a:gd name="connsiteX48" fmla="*/ 2606687 w 7472601"/>
              <a:gd name="connsiteY48" fmla="*/ 5630718 h 6858000"/>
              <a:gd name="connsiteX49" fmla="*/ 2645658 w 7472601"/>
              <a:gd name="connsiteY49" fmla="*/ 6640259 h 6858000"/>
              <a:gd name="connsiteX50" fmla="*/ 2606687 w 7472601"/>
              <a:gd name="connsiteY50" fmla="*/ 5630718 h 6858000"/>
              <a:gd name="connsiteX51" fmla="*/ 3642057 w 7472601"/>
              <a:gd name="connsiteY51" fmla="*/ 5573487 h 6858000"/>
              <a:gd name="connsiteX52" fmla="*/ 3632981 w 7472601"/>
              <a:gd name="connsiteY52" fmla="*/ 5579437 h 6858000"/>
              <a:gd name="connsiteX53" fmla="*/ 3382436 w 7472601"/>
              <a:gd name="connsiteY53" fmla="*/ 5952726 h 6858000"/>
              <a:gd name="connsiteX54" fmla="*/ 3191929 w 7472601"/>
              <a:gd name="connsiteY54" fmla="*/ 6662669 h 6858000"/>
              <a:gd name="connsiteX55" fmla="*/ 3369898 w 7472601"/>
              <a:gd name="connsiteY55" fmla="*/ 6081771 h 6858000"/>
              <a:gd name="connsiteX56" fmla="*/ 3642057 w 7472601"/>
              <a:gd name="connsiteY56" fmla="*/ 5573487 h 6858000"/>
              <a:gd name="connsiteX57" fmla="*/ 2650666 w 7472601"/>
              <a:gd name="connsiteY57" fmla="*/ 5530686 h 6858000"/>
              <a:gd name="connsiteX58" fmla="*/ 2650249 w 7472601"/>
              <a:gd name="connsiteY58" fmla="*/ 5532101 h 6858000"/>
              <a:gd name="connsiteX59" fmla="*/ 2663808 w 7472601"/>
              <a:gd name="connsiteY59" fmla="*/ 6535215 h 6858000"/>
              <a:gd name="connsiteX60" fmla="*/ 2665418 w 7472601"/>
              <a:gd name="connsiteY60" fmla="*/ 6132756 h 6858000"/>
              <a:gd name="connsiteX61" fmla="*/ 2650666 w 7472601"/>
              <a:gd name="connsiteY61" fmla="*/ 5530686 h 6858000"/>
              <a:gd name="connsiteX62" fmla="*/ 2680277 w 7472601"/>
              <a:gd name="connsiteY62" fmla="*/ 5479204 h 6858000"/>
              <a:gd name="connsiteX63" fmla="*/ 2678972 w 7472601"/>
              <a:gd name="connsiteY63" fmla="*/ 5481582 h 6858000"/>
              <a:gd name="connsiteX64" fmla="*/ 2696666 w 7472601"/>
              <a:gd name="connsiteY64" fmla="*/ 6133836 h 6858000"/>
              <a:gd name="connsiteX65" fmla="*/ 2695769 w 7472601"/>
              <a:gd name="connsiteY65" fmla="*/ 6390955 h 6858000"/>
              <a:gd name="connsiteX66" fmla="*/ 2739893 w 7472601"/>
              <a:gd name="connsiteY66" fmla="*/ 6108357 h 6858000"/>
              <a:gd name="connsiteX67" fmla="*/ 2680277 w 7472601"/>
              <a:gd name="connsiteY67" fmla="*/ 5479204 h 6858000"/>
              <a:gd name="connsiteX68" fmla="*/ 1132195 w 7472601"/>
              <a:gd name="connsiteY68" fmla="*/ 5467980 h 6858000"/>
              <a:gd name="connsiteX69" fmla="*/ 1679056 w 7472601"/>
              <a:gd name="connsiteY69" fmla="*/ 5516907 h 6858000"/>
              <a:gd name="connsiteX70" fmla="*/ 2128648 w 7472601"/>
              <a:gd name="connsiteY70" fmla="*/ 5474249 h 6858000"/>
              <a:gd name="connsiteX71" fmla="*/ 1825619 w 7472601"/>
              <a:gd name="connsiteY71" fmla="*/ 5478447 h 6858000"/>
              <a:gd name="connsiteX72" fmla="*/ 1737798 w 7472601"/>
              <a:gd name="connsiteY72" fmla="*/ 5483353 h 6858000"/>
              <a:gd name="connsiteX73" fmla="*/ 1132195 w 7472601"/>
              <a:gd name="connsiteY73" fmla="*/ 5467980 h 6858000"/>
              <a:gd name="connsiteX74" fmla="*/ 7454976 w 7472601"/>
              <a:gd name="connsiteY74" fmla="*/ 6318297 h 6858000"/>
              <a:gd name="connsiteX75" fmla="*/ 7467600 w 7472601"/>
              <a:gd name="connsiteY75" fmla="*/ 6012219 h 6858000"/>
              <a:gd name="connsiteX76" fmla="*/ 7356878 w 7472601"/>
              <a:gd name="connsiteY76" fmla="*/ 5981332 h 6858000"/>
              <a:gd name="connsiteX77" fmla="*/ 7467600 w 7472601"/>
              <a:gd name="connsiteY77" fmla="*/ 6117703 h 6858000"/>
              <a:gd name="connsiteX78" fmla="*/ 7467600 w 7472601"/>
              <a:gd name="connsiteY78" fmla="*/ 6163634 h 6858000"/>
              <a:gd name="connsiteX79" fmla="*/ 7448321 w 7472601"/>
              <a:gd name="connsiteY79" fmla="*/ 6190991 h 6858000"/>
              <a:gd name="connsiteX80" fmla="*/ 7467600 w 7472601"/>
              <a:gd name="connsiteY80" fmla="*/ 6221686 h 6858000"/>
              <a:gd name="connsiteX81" fmla="*/ 7467600 w 7472601"/>
              <a:gd name="connsiteY81" fmla="*/ 6334256 h 6858000"/>
              <a:gd name="connsiteX82" fmla="*/ 7454976 w 7472601"/>
              <a:gd name="connsiteY82" fmla="*/ 6318297 h 6858000"/>
              <a:gd name="connsiteX83" fmla="*/ 1456157 w 7472601"/>
              <a:gd name="connsiteY83" fmla="*/ 5371404 h 6858000"/>
              <a:gd name="connsiteX84" fmla="*/ 1244432 w 7472601"/>
              <a:gd name="connsiteY84" fmla="*/ 5385601 h 6858000"/>
              <a:gd name="connsiteX85" fmla="*/ 973990 w 7472601"/>
              <a:gd name="connsiteY85" fmla="*/ 5424940 h 6858000"/>
              <a:gd name="connsiteX86" fmla="*/ 1103809 w 7472601"/>
              <a:gd name="connsiteY86" fmla="*/ 5433720 h 6858000"/>
              <a:gd name="connsiteX87" fmla="*/ 1123454 w 7472601"/>
              <a:gd name="connsiteY87" fmla="*/ 5435727 h 6858000"/>
              <a:gd name="connsiteX88" fmla="*/ 1737017 w 7472601"/>
              <a:gd name="connsiteY88" fmla="*/ 5452183 h 6858000"/>
              <a:gd name="connsiteX89" fmla="*/ 1824397 w 7472601"/>
              <a:gd name="connsiteY89" fmla="*/ 5447757 h 6858000"/>
              <a:gd name="connsiteX90" fmla="*/ 2070059 w 7472601"/>
              <a:gd name="connsiteY90" fmla="*/ 5441660 h 6858000"/>
              <a:gd name="connsiteX91" fmla="*/ 1456157 w 7472601"/>
              <a:gd name="connsiteY91" fmla="*/ 5371404 h 6858000"/>
              <a:gd name="connsiteX92" fmla="*/ 4988186 w 7472601"/>
              <a:gd name="connsiteY92" fmla="*/ 5216467 h 6858000"/>
              <a:gd name="connsiteX93" fmla="*/ 4777334 w 7472601"/>
              <a:gd name="connsiteY93" fmla="*/ 5406072 h 6858000"/>
              <a:gd name="connsiteX94" fmla="*/ 4718341 w 7472601"/>
              <a:gd name="connsiteY94" fmla="*/ 5468043 h 6858000"/>
              <a:gd name="connsiteX95" fmla="*/ 4604655 w 7472601"/>
              <a:gd name="connsiteY95" fmla="*/ 5583434 h 6858000"/>
              <a:gd name="connsiteX96" fmla="*/ 4565074 w 7472601"/>
              <a:gd name="connsiteY96" fmla="*/ 5618550 h 6858000"/>
              <a:gd name="connsiteX97" fmla="*/ 4988186 w 7472601"/>
              <a:gd name="connsiteY97" fmla="*/ 5216467 h 6858000"/>
              <a:gd name="connsiteX98" fmla="*/ 4978032 w 7472601"/>
              <a:gd name="connsiteY98" fmla="*/ 5183809 h 6858000"/>
              <a:gd name="connsiteX99" fmla="*/ 4463413 w 7472601"/>
              <a:gd name="connsiteY99" fmla="*/ 5615162 h 6858000"/>
              <a:gd name="connsiteX100" fmla="*/ 4358134 w 7472601"/>
              <a:gd name="connsiteY100" fmla="*/ 5742791 h 6858000"/>
              <a:gd name="connsiteX101" fmla="*/ 4376219 w 7472601"/>
              <a:gd name="connsiteY101" fmla="*/ 5729027 h 6858000"/>
              <a:gd name="connsiteX102" fmla="*/ 4582340 w 7472601"/>
              <a:gd name="connsiteY102" fmla="*/ 5561037 h 6858000"/>
              <a:gd name="connsiteX103" fmla="*/ 4694684 w 7472601"/>
              <a:gd name="connsiteY103" fmla="*/ 5447098 h 6858000"/>
              <a:gd name="connsiteX104" fmla="*/ 4754123 w 7472601"/>
              <a:gd name="connsiteY104" fmla="*/ 5384643 h 6858000"/>
              <a:gd name="connsiteX105" fmla="*/ 4978032 w 7472601"/>
              <a:gd name="connsiteY105" fmla="*/ 5183809 h 6858000"/>
              <a:gd name="connsiteX106" fmla="*/ 1903353 w 7472601"/>
              <a:gd name="connsiteY106" fmla="*/ 5044827 h 6858000"/>
              <a:gd name="connsiteX107" fmla="*/ 1936931 w 7472601"/>
              <a:gd name="connsiteY107" fmla="*/ 5093954 h 6858000"/>
              <a:gd name="connsiteX108" fmla="*/ 2195868 w 7472601"/>
              <a:gd name="connsiteY108" fmla="*/ 5396574 h 6858000"/>
              <a:gd name="connsiteX109" fmla="*/ 2088852 w 7472601"/>
              <a:gd name="connsiteY109" fmla="*/ 5166123 h 6858000"/>
              <a:gd name="connsiteX110" fmla="*/ 1958241 w 7472601"/>
              <a:gd name="connsiteY110" fmla="*/ 5067955 h 6858000"/>
              <a:gd name="connsiteX111" fmla="*/ 1903353 w 7472601"/>
              <a:gd name="connsiteY111" fmla="*/ 5044827 h 6858000"/>
              <a:gd name="connsiteX112" fmla="*/ 1979378 w 7472601"/>
              <a:gd name="connsiteY112" fmla="*/ 4769504 h 6858000"/>
              <a:gd name="connsiteX113" fmla="*/ 2882120 w 7472601"/>
              <a:gd name="connsiteY113" fmla="*/ 5064547 h 6858000"/>
              <a:gd name="connsiteX114" fmla="*/ 2793103 w 7472601"/>
              <a:gd name="connsiteY114" fmla="*/ 5039699 h 6858000"/>
              <a:gd name="connsiteX115" fmla="*/ 2770041 w 7472601"/>
              <a:gd name="connsiteY115" fmla="*/ 5033634 h 6858000"/>
              <a:gd name="connsiteX116" fmla="*/ 1979378 w 7472601"/>
              <a:gd name="connsiteY116" fmla="*/ 4769504 h 6858000"/>
              <a:gd name="connsiteX117" fmla="*/ 1927410 w 7472601"/>
              <a:gd name="connsiteY117" fmla="*/ 4716164 h 6858000"/>
              <a:gd name="connsiteX118" fmla="*/ 1959587 w 7472601"/>
              <a:gd name="connsiteY118" fmla="*/ 4728849 h 6858000"/>
              <a:gd name="connsiteX119" fmla="*/ 2777707 w 7472601"/>
              <a:gd name="connsiteY119" fmla="*/ 5003991 h 6858000"/>
              <a:gd name="connsiteX120" fmla="*/ 2800768 w 7472601"/>
              <a:gd name="connsiteY120" fmla="*/ 5010056 h 6858000"/>
              <a:gd name="connsiteX121" fmla="*/ 2879408 w 7472601"/>
              <a:gd name="connsiteY121" fmla="*/ 5031590 h 6858000"/>
              <a:gd name="connsiteX122" fmla="*/ 2862295 w 7472601"/>
              <a:gd name="connsiteY122" fmla="*/ 5022958 h 6858000"/>
              <a:gd name="connsiteX123" fmla="*/ 2813343 w 7472601"/>
              <a:gd name="connsiteY123" fmla="*/ 4998369 h 6858000"/>
              <a:gd name="connsiteX124" fmla="*/ 2646245 w 7472601"/>
              <a:gd name="connsiteY124" fmla="*/ 4930999 h 6858000"/>
              <a:gd name="connsiteX125" fmla="*/ 1999243 w 7472601"/>
              <a:gd name="connsiteY125" fmla="*/ 4730524 h 6858000"/>
              <a:gd name="connsiteX126" fmla="*/ 1979527 w 7472601"/>
              <a:gd name="connsiteY126" fmla="*/ 4726651 h 6858000"/>
              <a:gd name="connsiteX127" fmla="*/ 1927410 w 7472601"/>
              <a:gd name="connsiteY127" fmla="*/ 4716164 h 6858000"/>
              <a:gd name="connsiteX128" fmla="*/ 1997014 w 7472601"/>
              <a:gd name="connsiteY128" fmla="*/ 4698007 h 6858000"/>
              <a:gd name="connsiteX129" fmla="*/ 2005458 w 7472601"/>
              <a:gd name="connsiteY129" fmla="*/ 4699540 h 6858000"/>
              <a:gd name="connsiteX130" fmla="*/ 2657186 w 7472601"/>
              <a:gd name="connsiteY130" fmla="*/ 4901687 h 6858000"/>
              <a:gd name="connsiteX131" fmla="*/ 2826662 w 7472601"/>
              <a:gd name="connsiteY131" fmla="*/ 4970362 h 6858000"/>
              <a:gd name="connsiteX132" fmla="*/ 2876100 w 7472601"/>
              <a:gd name="connsiteY132" fmla="*/ 4995397 h 6858000"/>
              <a:gd name="connsiteX133" fmla="*/ 3042600 w 7472601"/>
              <a:gd name="connsiteY133" fmla="*/ 5059532 h 6858000"/>
              <a:gd name="connsiteX134" fmla="*/ 1997014 w 7472601"/>
              <a:gd name="connsiteY134" fmla="*/ 4698007 h 6858000"/>
              <a:gd name="connsiteX135" fmla="*/ 2305292 w 7472601"/>
              <a:gd name="connsiteY135" fmla="*/ 4219492 h 6858000"/>
              <a:gd name="connsiteX136" fmla="*/ 3360922 w 7472601"/>
              <a:gd name="connsiteY136" fmla="*/ 4529373 h 6858000"/>
              <a:gd name="connsiteX137" fmla="*/ 3492420 w 7472601"/>
              <a:gd name="connsiteY137" fmla="*/ 4510145 h 6858000"/>
              <a:gd name="connsiteX138" fmla="*/ 3364086 w 7472601"/>
              <a:gd name="connsiteY138" fmla="*/ 4480340 h 6858000"/>
              <a:gd name="connsiteX139" fmla="*/ 3225818 w 7472601"/>
              <a:gd name="connsiteY139" fmla="*/ 4411822 h 6858000"/>
              <a:gd name="connsiteX140" fmla="*/ 3129696 w 7472601"/>
              <a:gd name="connsiteY140" fmla="*/ 4360704 h 6858000"/>
              <a:gd name="connsiteX141" fmla="*/ 2814545 w 7472601"/>
              <a:gd name="connsiteY141" fmla="*/ 4282955 h 6858000"/>
              <a:gd name="connsiteX142" fmla="*/ 2305292 w 7472601"/>
              <a:gd name="connsiteY142" fmla="*/ 4219492 h 6858000"/>
              <a:gd name="connsiteX143" fmla="*/ 2626982 w 7472601"/>
              <a:gd name="connsiteY143" fmla="*/ 4206450 h 6858000"/>
              <a:gd name="connsiteX144" fmla="*/ 2490617 w 7472601"/>
              <a:gd name="connsiteY144" fmla="*/ 4206951 h 6858000"/>
              <a:gd name="connsiteX145" fmla="*/ 2819869 w 7472601"/>
              <a:gd name="connsiteY145" fmla="*/ 4252936 h 6858000"/>
              <a:gd name="connsiteX146" fmla="*/ 3143018 w 7472601"/>
              <a:gd name="connsiteY146" fmla="*/ 4332698 h 6858000"/>
              <a:gd name="connsiteX147" fmla="*/ 3241520 w 7472601"/>
              <a:gd name="connsiteY147" fmla="*/ 4385112 h 6858000"/>
              <a:gd name="connsiteX148" fmla="*/ 3374575 w 7472601"/>
              <a:gd name="connsiteY148" fmla="*/ 4451517 h 6858000"/>
              <a:gd name="connsiteX149" fmla="*/ 3505221 w 7472601"/>
              <a:gd name="connsiteY149" fmla="*/ 4480757 h 6858000"/>
              <a:gd name="connsiteX150" fmla="*/ 2626982 w 7472601"/>
              <a:gd name="connsiteY150" fmla="*/ 4206450 h 6858000"/>
              <a:gd name="connsiteX151" fmla="*/ 1310106 w 7472601"/>
              <a:gd name="connsiteY151" fmla="*/ 3943217 h 6858000"/>
              <a:gd name="connsiteX152" fmla="*/ 854994 w 7472601"/>
              <a:gd name="connsiteY152" fmla="*/ 4399136 h 6858000"/>
              <a:gd name="connsiteX153" fmla="*/ 742462 w 7472601"/>
              <a:gd name="connsiteY153" fmla="*/ 4594648 h 6858000"/>
              <a:gd name="connsiteX154" fmla="*/ 820602 w 7472601"/>
              <a:gd name="connsiteY154" fmla="*/ 4485915 h 6858000"/>
              <a:gd name="connsiteX155" fmla="*/ 878295 w 7472601"/>
              <a:gd name="connsiteY155" fmla="*/ 4403594 h 6858000"/>
              <a:gd name="connsiteX156" fmla="*/ 1240607 w 7472601"/>
              <a:gd name="connsiteY156" fmla="*/ 4010401 h 6858000"/>
              <a:gd name="connsiteX157" fmla="*/ 1310106 w 7472601"/>
              <a:gd name="connsiteY157" fmla="*/ 3943217 h 6858000"/>
              <a:gd name="connsiteX158" fmla="*/ 1423113 w 7472601"/>
              <a:gd name="connsiteY158" fmla="*/ 3874565 h 6858000"/>
              <a:gd name="connsiteX159" fmla="*/ 1260565 w 7472601"/>
              <a:gd name="connsiteY159" fmla="*/ 4031982 h 6858000"/>
              <a:gd name="connsiteX160" fmla="*/ 901900 w 7472601"/>
              <a:gd name="connsiteY160" fmla="*/ 4421236 h 6858000"/>
              <a:gd name="connsiteX161" fmla="*/ 845044 w 7472601"/>
              <a:gd name="connsiteY161" fmla="*/ 4502436 h 6858000"/>
              <a:gd name="connsiteX162" fmla="*/ 685926 w 7472601"/>
              <a:gd name="connsiteY162" fmla="*/ 4703069 h 6858000"/>
              <a:gd name="connsiteX163" fmla="*/ 684248 w 7472601"/>
              <a:gd name="connsiteY163" fmla="*/ 4706721 h 6858000"/>
              <a:gd name="connsiteX164" fmla="*/ 1423113 w 7472601"/>
              <a:gd name="connsiteY164" fmla="*/ 3874565 h 6858000"/>
              <a:gd name="connsiteX165" fmla="*/ 3316479 w 7472601"/>
              <a:gd name="connsiteY165" fmla="*/ 3872136 h 6858000"/>
              <a:gd name="connsiteX166" fmla="*/ 3546806 w 7472601"/>
              <a:gd name="connsiteY166" fmla="*/ 4356139 h 6858000"/>
              <a:gd name="connsiteX167" fmla="*/ 3364433 w 7472601"/>
              <a:gd name="connsiteY167" fmla="*/ 3953121 h 6858000"/>
              <a:gd name="connsiteX168" fmla="*/ 3316479 w 7472601"/>
              <a:gd name="connsiteY168" fmla="*/ 3872136 h 6858000"/>
              <a:gd name="connsiteX169" fmla="*/ 3291335 w 7472601"/>
              <a:gd name="connsiteY169" fmla="*/ 3767420 h 6858000"/>
              <a:gd name="connsiteX170" fmla="*/ 3390805 w 7472601"/>
              <a:gd name="connsiteY170" fmla="*/ 3937163 h 6858000"/>
              <a:gd name="connsiteX171" fmla="*/ 3579062 w 7472601"/>
              <a:gd name="connsiteY171" fmla="*/ 4359040 h 6858000"/>
              <a:gd name="connsiteX172" fmla="*/ 3467355 w 7472601"/>
              <a:gd name="connsiteY172" fmla="*/ 3988130 h 6858000"/>
              <a:gd name="connsiteX173" fmla="*/ 3310753 w 7472601"/>
              <a:gd name="connsiteY173" fmla="*/ 3787140 h 6858000"/>
              <a:gd name="connsiteX174" fmla="*/ 3291335 w 7472601"/>
              <a:gd name="connsiteY174" fmla="*/ 3767420 h 6858000"/>
              <a:gd name="connsiteX175" fmla="*/ 1635889 w 7472601"/>
              <a:gd name="connsiteY175" fmla="*/ 3709494 h 6858000"/>
              <a:gd name="connsiteX176" fmla="*/ 1634800 w 7472601"/>
              <a:gd name="connsiteY176" fmla="*/ 3731111 h 6858000"/>
              <a:gd name="connsiteX177" fmla="*/ 1635889 w 7472601"/>
              <a:gd name="connsiteY177" fmla="*/ 3709494 h 6858000"/>
              <a:gd name="connsiteX178" fmla="*/ 1510397 w 7472601"/>
              <a:gd name="connsiteY178" fmla="*/ 3684705 h 6858000"/>
              <a:gd name="connsiteX179" fmla="*/ 1146550 w 7472601"/>
              <a:gd name="connsiteY179" fmla="*/ 3802012 h 6858000"/>
              <a:gd name="connsiteX180" fmla="*/ 698834 w 7472601"/>
              <a:gd name="connsiteY180" fmla="*/ 3952272 h 6858000"/>
              <a:gd name="connsiteX181" fmla="*/ 34256 w 7472601"/>
              <a:gd name="connsiteY181" fmla="*/ 4347603 h 6858000"/>
              <a:gd name="connsiteX182" fmla="*/ 527241 w 7472601"/>
              <a:gd name="connsiteY182" fmla="*/ 4065078 h 6858000"/>
              <a:gd name="connsiteX183" fmla="*/ 1510397 w 7472601"/>
              <a:gd name="connsiteY183" fmla="*/ 3684705 h 6858000"/>
              <a:gd name="connsiteX184" fmla="*/ 1313114 w 7472601"/>
              <a:gd name="connsiteY184" fmla="*/ 3655216 h 6858000"/>
              <a:gd name="connsiteX185" fmla="*/ 1109304 w 7472601"/>
              <a:gd name="connsiteY185" fmla="*/ 3669030 h 6858000"/>
              <a:gd name="connsiteX186" fmla="*/ 8129 w 7472601"/>
              <a:gd name="connsiteY186" fmla="*/ 4330519 h 6858000"/>
              <a:gd name="connsiteX187" fmla="*/ 687572 w 7472601"/>
              <a:gd name="connsiteY187" fmla="*/ 3925629 h 6858000"/>
              <a:gd name="connsiteX188" fmla="*/ 1138365 w 7472601"/>
              <a:gd name="connsiteY188" fmla="*/ 3774515 h 6858000"/>
              <a:gd name="connsiteX189" fmla="*/ 1505579 w 7472601"/>
              <a:gd name="connsiteY189" fmla="*/ 3655526 h 6858000"/>
              <a:gd name="connsiteX190" fmla="*/ 1313114 w 7472601"/>
              <a:gd name="connsiteY190" fmla="*/ 3655216 h 6858000"/>
              <a:gd name="connsiteX191" fmla="*/ 3655073 w 7472601"/>
              <a:gd name="connsiteY191" fmla="*/ 3650884 h 6858000"/>
              <a:gd name="connsiteX192" fmla="*/ 3989938 w 7472601"/>
              <a:gd name="connsiteY192" fmla="*/ 3991685 h 6858000"/>
              <a:gd name="connsiteX193" fmla="*/ 4393907 w 7472601"/>
              <a:gd name="connsiteY193" fmla="*/ 4261258 h 6858000"/>
              <a:gd name="connsiteX194" fmla="*/ 4648051 w 7472601"/>
              <a:gd name="connsiteY194" fmla="*/ 4374051 h 6858000"/>
              <a:gd name="connsiteX195" fmla="*/ 4383389 w 7472601"/>
              <a:gd name="connsiteY195" fmla="*/ 4184369 h 6858000"/>
              <a:gd name="connsiteX196" fmla="*/ 4165508 w 7472601"/>
              <a:gd name="connsiteY196" fmla="*/ 4035196 h 6858000"/>
              <a:gd name="connsiteX197" fmla="*/ 4068162 w 7472601"/>
              <a:gd name="connsiteY197" fmla="*/ 3953394 h 6858000"/>
              <a:gd name="connsiteX198" fmla="*/ 3981416 w 7472601"/>
              <a:gd name="connsiteY198" fmla="*/ 3880482 h 6858000"/>
              <a:gd name="connsiteX199" fmla="*/ 3800147 w 7472601"/>
              <a:gd name="connsiteY199" fmla="*/ 3749872 h 6858000"/>
              <a:gd name="connsiteX200" fmla="*/ 3655073 w 7472601"/>
              <a:gd name="connsiteY200" fmla="*/ 3650884 h 6858000"/>
              <a:gd name="connsiteX201" fmla="*/ 3670252 w 7472601"/>
              <a:gd name="connsiteY201" fmla="*/ 3622798 h 6858000"/>
              <a:gd name="connsiteX202" fmla="*/ 3817258 w 7472601"/>
              <a:gd name="connsiteY202" fmla="*/ 3723577 h 6858000"/>
              <a:gd name="connsiteX203" fmla="*/ 4000461 w 7472601"/>
              <a:gd name="connsiteY203" fmla="*/ 3855966 h 6858000"/>
              <a:gd name="connsiteX204" fmla="*/ 4088180 w 7472601"/>
              <a:gd name="connsiteY204" fmla="*/ 3929774 h 6858000"/>
              <a:gd name="connsiteX205" fmla="*/ 4184555 w 7472601"/>
              <a:gd name="connsiteY205" fmla="*/ 4010683 h 6858000"/>
              <a:gd name="connsiteX206" fmla="*/ 4399563 w 7472601"/>
              <a:gd name="connsiteY206" fmla="*/ 4158106 h 6858000"/>
              <a:gd name="connsiteX207" fmla="*/ 4684469 w 7472601"/>
              <a:gd name="connsiteY207" fmla="*/ 4364680 h 6858000"/>
              <a:gd name="connsiteX208" fmla="*/ 4690271 w 7472601"/>
              <a:gd name="connsiteY208" fmla="*/ 4370034 h 6858000"/>
              <a:gd name="connsiteX209" fmla="*/ 4136093 w 7472601"/>
              <a:gd name="connsiteY209" fmla="*/ 3858466 h 6858000"/>
              <a:gd name="connsiteX210" fmla="*/ 3670252 w 7472601"/>
              <a:gd name="connsiteY210" fmla="*/ 3622798 h 6858000"/>
              <a:gd name="connsiteX211" fmla="*/ 4440129 w 7472601"/>
              <a:gd name="connsiteY211" fmla="*/ 3448571 h 6858000"/>
              <a:gd name="connsiteX212" fmla="*/ 4856525 w 7472601"/>
              <a:gd name="connsiteY212" fmla="*/ 3915351 h 6858000"/>
              <a:gd name="connsiteX213" fmla="*/ 5059055 w 7472601"/>
              <a:gd name="connsiteY213" fmla="*/ 4108918 h 6858000"/>
              <a:gd name="connsiteX214" fmla="*/ 5290070 w 7472601"/>
              <a:gd name="connsiteY214" fmla="*/ 4263619 h 6858000"/>
              <a:gd name="connsiteX215" fmla="*/ 4834991 w 7472601"/>
              <a:gd name="connsiteY215" fmla="*/ 3830985 h 6858000"/>
              <a:gd name="connsiteX216" fmla="*/ 4440129 w 7472601"/>
              <a:gd name="connsiteY216" fmla="*/ 3448571 h 6858000"/>
              <a:gd name="connsiteX217" fmla="*/ 4441737 w 7472601"/>
              <a:gd name="connsiteY217" fmla="*/ 3399734 h 6858000"/>
              <a:gd name="connsiteX218" fmla="*/ 4431236 w 7472601"/>
              <a:gd name="connsiteY218" fmla="*/ 3400954 h 6858000"/>
              <a:gd name="connsiteX219" fmla="*/ 4557150 w 7472601"/>
              <a:gd name="connsiteY219" fmla="*/ 3510023 h 6858000"/>
              <a:gd name="connsiteX220" fmla="*/ 4856936 w 7472601"/>
              <a:gd name="connsiteY220" fmla="*/ 3809146 h 6858000"/>
              <a:gd name="connsiteX221" fmla="*/ 5111996 w 7472601"/>
              <a:gd name="connsiteY221" fmla="*/ 4065759 h 6858000"/>
              <a:gd name="connsiteX222" fmla="*/ 5388878 w 7472601"/>
              <a:gd name="connsiteY222" fmla="*/ 4300185 h 6858000"/>
              <a:gd name="connsiteX223" fmla="*/ 5425556 w 7472601"/>
              <a:gd name="connsiteY223" fmla="*/ 4308967 h 6858000"/>
              <a:gd name="connsiteX224" fmla="*/ 4943646 w 7472601"/>
              <a:gd name="connsiteY224" fmla="*/ 3822916 h 6858000"/>
              <a:gd name="connsiteX225" fmla="*/ 4594837 w 7472601"/>
              <a:gd name="connsiteY225" fmla="*/ 3532274 h 6858000"/>
              <a:gd name="connsiteX226" fmla="*/ 4441737 w 7472601"/>
              <a:gd name="connsiteY226" fmla="*/ 3399734 h 6858000"/>
              <a:gd name="connsiteX227" fmla="*/ 5425834 w 7472601"/>
              <a:gd name="connsiteY227" fmla="*/ 3162785 h 6858000"/>
              <a:gd name="connsiteX228" fmla="*/ 5401644 w 7472601"/>
              <a:gd name="connsiteY228" fmla="*/ 3617847 h 6858000"/>
              <a:gd name="connsiteX229" fmla="*/ 5467256 w 7472601"/>
              <a:gd name="connsiteY229" fmla="*/ 4175494 h 6858000"/>
              <a:gd name="connsiteX230" fmla="*/ 5448069 w 7472601"/>
              <a:gd name="connsiteY230" fmla="*/ 3567554 h 6858000"/>
              <a:gd name="connsiteX231" fmla="*/ 5425834 w 7472601"/>
              <a:gd name="connsiteY231" fmla="*/ 3162785 h 6858000"/>
              <a:gd name="connsiteX232" fmla="*/ 1318687 w 7472601"/>
              <a:gd name="connsiteY232" fmla="*/ 3113840 h 6858000"/>
              <a:gd name="connsiteX233" fmla="*/ 1066793 w 7472601"/>
              <a:gd name="connsiteY233" fmla="*/ 3212171 h 6858000"/>
              <a:gd name="connsiteX234" fmla="*/ 993319 w 7472601"/>
              <a:gd name="connsiteY234" fmla="*/ 3247648 h 6858000"/>
              <a:gd name="connsiteX235" fmla="*/ 853081 w 7472601"/>
              <a:gd name="connsiteY235" fmla="*/ 3312410 h 6858000"/>
              <a:gd name="connsiteX236" fmla="*/ 805957 w 7472601"/>
              <a:gd name="connsiteY236" fmla="*/ 3330443 h 6858000"/>
              <a:gd name="connsiteX237" fmla="*/ 1318687 w 7472601"/>
              <a:gd name="connsiteY237" fmla="*/ 3113840 h 6858000"/>
              <a:gd name="connsiteX238" fmla="*/ 5453702 w 7472601"/>
              <a:gd name="connsiteY238" fmla="*/ 3090882 h 6858000"/>
              <a:gd name="connsiteX239" fmla="*/ 5480135 w 7472601"/>
              <a:gd name="connsiteY239" fmla="*/ 3565802 h 6858000"/>
              <a:gd name="connsiteX240" fmla="*/ 5499023 w 7472601"/>
              <a:gd name="connsiteY240" fmla="*/ 4166310 h 6858000"/>
              <a:gd name="connsiteX241" fmla="*/ 5547022 w 7472601"/>
              <a:gd name="connsiteY241" fmla="*/ 3607838 h 6858000"/>
              <a:gd name="connsiteX242" fmla="*/ 5515964 w 7472601"/>
              <a:gd name="connsiteY242" fmla="*/ 3378541 h 6858000"/>
              <a:gd name="connsiteX243" fmla="*/ 5453702 w 7472601"/>
              <a:gd name="connsiteY243" fmla="*/ 3090882 h 6858000"/>
              <a:gd name="connsiteX244" fmla="*/ 1238695 w 7472601"/>
              <a:gd name="connsiteY244" fmla="*/ 3076820 h 6858000"/>
              <a:gd name="connsiteX245" fmla="*/ 716371 w 7472601"/>
              <a:gd name="connsiteY245" fmla="*/ 3293249 h 6858000"/>
              <a:gd name="connsiteX246" fmla="*/ 579522 w 7472601"/>
              <a:gd name="connsiteY246" fmla="*/ 3371759 h 6858000"/>
              <a:gd name="connsiteX247" fmla="*/ 600288 w 7472601"/>
              <a:gd name="connsiteY247" fmla="*/ 3365555 h 6858000"/>
              <a:gd name="connsiteX248" fmla="*/ 840692 w 7472601"/>
              <a:gd name="connsiteY248" fmla="*/ 3284921 h 6858000"/>
              <a:gd name="connsiteX249" fmla="*/ 979248 w 7472601"/>
              <a:gd name="connsiteY249" fmla="*/ 3221003 h 6858000"/>
              <a:gd name="connsiteX250" fmla="*/ 1053282 w 7472601"/>
              <a:gd name="connsiteY250" fmla="*/ 3185247 h 6858000"/>
              <a:gd name="connsiteX251" fmla="*/ 1320603 w 7472601"/>
              <a:gd name="connsiteY251" fmla="*/ 3081281 h 6858000"/>
              <a:gd name="connsiteX252" fmla="*/ 1238695 w 7472601"/>
              <a:gd name="connsiteY252" fmla="*/ 3076820 h 6858000"/>
              <a:gd name="connsiteX253" fmla="*/ 5425627 w 7472601"/>
              <a:gd name="connsiteY253" fmla="*/ 2954192 h 6858000"/>
              <a:gd name="connsiteX254" fmla="*/ 5470770 w 7472601"/>
              <a:gd name="connsiteY254" fmla="*/ 3005435 h 6858000"/>
              <a:gd name="connsiteX255" fmla="*/ 5519779 w 7472601"/>
              <a:gd name="connsiteY255" fmla="*/ 4359223 h 6858000"/>
              <a:gd name="connsiteX256" fmla="*/ 5520293 w 7472601"/>
              <a:gd name="connsiteY256" fmla="*/ 4360602 h 6858000"/>
              <a:gd name="connsiteX257" fmla="*/ 5767221 w 7472601"/>
              <a:gd name="connsiteY257" fmla="*/ 4665564 h 6858000"/>
              <a:gd name="connsiteX258" fmla="*/ 6937169 w 7472601"/>
              <a:gd name="connsiteY258" fmla="*/ 4815941 h 6858000"/>
              <a:gd name="connsiteX259" fmla="*/ 6953922 w 7472601"/>
              <a:gd name="connsiteY259" fmla="*/ 4890068 h 6858000"/>
              <a:gd name="connsiteX260" fmla="*/ 6071359 w 7472601"/>
              <a:gd name="connsiteY260" fmla="*/ 4770770 h 6858000"/>
              <a:gd name="connsiteX261" fmla="*/ 6038839 w 7472601"/>
              <a:gd name="connsiteY261" fmla="*/ 4764474 h 6858000"/>
              <a:gd name="connsiteX262" fmla="*/ 6038706 w 7472601"/>
              <a:gd name="connsiteY262" fmla="*/ 4763847 h 6858000"/>
              <a:gd name="connsiteX263" fmla="*/ 6037784 w 7472601"/>
              <a:gd name="connsiteY263" fmla="*/ 4764270 h 6858000"/>
              <a:gd name="connsiteX264" fmla="*/ 6038839 w 7472601"/>
              <a:gd name="connsiteY264" fmla="*/ 4764474 h 6858000"/>
              <a:gd name="connsiteX265" fmla="*/ 6040338 w 7472601"/>
              <a:gd name="connsiteY265" fmla="*/ 4771418 h 6858000"/>
              <a:gd name="connsiteX266" fmla="*/ 6024488 w 7472601"/>
              <a:gd name="connsiteY266" fmla="*/ 4809903 h 6858000"/>
              <a:gd name="connsiteX267" fmla="*/ 5599771 w 7472601"/>
              <a:gd name="connsiteY267" fmla="*/ 5509652 h 6858000"/>
              <a:gd name="connsiteX268" fmla="*/ 5548843 w 7472601"/>
              <a:gd name="connsiteY268" fmla="*/ 5563845 h 6858000"/>
              <a:gd name="connsiteX269" fmla="*/ 5940952 w 7472601"/>
              <a:gd name="connsiteY269" fmla="*/ 6250028 h 6858000"/>
              <a:gd name="connsiteX270" fmla="*/ 6043441 w 7472601"/>
              <a:gd name="connsiteY270" fmla="*/ 6665847 h 6858000"/>
              <a:gd name="connsiteX271" fmla="*/ 6093432 w 7472601"/>
              <a:gd name="connsiteY271" fmla="*/ 6858000 h 6858000"/>
              <a:gd name="connsiteX272" fmla="*/ 6034344 w 7472601"/>
              <a:gd name="connsiteY272" fmla="*/ 6858000 h 6858000"/>
              <a:gd name="connsiteX273" fmla="*/ 6026679 w 7472601"/>
              <a:gd name="connsiteY273" fmla="*/ 6836959 h 6858000"/>
              <a:gd name="connsiteX274" fmla="*/ 5800441 w 7472601"/>
              <a:gd name="connsiteY274" fmla="*/ 6335286 h 6858000"/>
              <a:gd name="connsiteX275" fmla="*/ 5526562 w 7472601"/>
              <a:gd name="connsiteY275" fmla="*/ 5705388 h 6858000"/>
              <a:gd name="connsiteX276" fmla="*/ 5519640 w 7472601"/>
              <a:gd name="connsiteY276" fmla="*/ 5683774 h 6858000"/>
              <a:gd name="connsiteX277" fmla="*/ 5844559 w 7472601"/>
              <a:gd name="connsiteY277" fmla="*/ 6553349 h 6858000"/>
              <a:gd name="connsiteX278" fmla="*/ 5975994 w 7472601"/>
              <a:gd name="connsiteY278" fmla="*/ 6858000 h 6858000"/>
              <a:gd name="connsiteX279" fmla="*/ 5898547 w 7472601"/>
              <a:gd name="connsiteY279" fmla="*/ 6858000 h 6858000"/>
              <a:gd name="connsiteX280" fmla="*/ 5682041 w 7472601"/>
              <a:gd name="connsiteY280" fmla="*/ 6355860 h 6858000"/>
              <a:gd name="connsiteX281" fmla="*/ 5461758 w 7472601"/>
              <a:gd name="connsiteY281" fmla="*/ 5820220 h 6858000"/>
              <a:gd name="connsiteX282" fmla="*/ 5237282 w 7472601"/>
              <a:gd name="connsiteY282" fmla="*/ 6579086 h 6858000"/>
              <a:gd name="connsiteX283" fmla="*/ 5115009 w 7472601"/>
              <a:gd name="connsiteY283" fmla="*/ 6858000 h 6858000"/>
              <a:gd name="connsiteX284" fmla="*/ 5028074 w 7472601"/>
              <a:gd name="connsiteY284" fmla="*/ 6858000 h 6858000"/>
              <a:gd name="connsiteX285" fmla="*/ 5079508 w 7472601"/>
              <a:gd name="connsiteY285" fmla="*/ 6749074 h 6858000"/>
              <a:gd name="connsiteX286" fmla="*/ 5371846 w 7472601"/>
              <a:gd name="connsiteY286" fmla="*/ 5924413 h 6858000"/>
              <a:gd name="connsiteX287" fmla="*/ 5270512 w 7472601"/>
              <a:gd name="connsiteY287" fmla="*/ 6138975 h 6858000"/>
              <a:gd name="connsiteX288" fmla="*/ 5062409 w 7472601"/>
              <a:gd name="connsiteY288" fmla="*/ 6653544 h 6858000"/>
              <a:gd name="connsiteX289" fmla="*/ 5036628 w 7472601"/>
              <a:gd name="connsiteY289" fmla="*/ 6754247 h 6858000"/>
              <a:gd name="connsiteX290" fmla="*/ 5009112 w 7472601"/>
              <a:gd name="connsiteY290" fmla="*/ 6858000 h 6858000"/>
              <a:gd name="connsiteX291" fmla="*/ 4976679 w 7472601"/>
              <a:gd name="connsiteY291" fmla="*/ 6858000 h 6858000"/>
              <a:gd name="connsiteX292" fmla="*/ 5006537 w 7472601"/>
              <a:gd name="connsiteY292" fmla="*/ 6747068 h 6858000"/>
              <a:gd name="connsiteX293" fmla="*/ 5032723 w 7472601"/>
              <a:gd name="connsiteY293" fmla="*/ 6644957 h 6858000"/>
              <a:gd name="connsiteX294" fmla="*/ 5242949 w 7472601"/>
              <a:gd name="connsiteY294" fmla="*/ 6125175 h 6858000"/>
              <a:gd name="connsiteX295" fmla="*/ 5286321 w 7472601"/>
              <a:gd name="connsiteY295" fmla="*/ 6033555 h 6858000"/>
              <a:gd name="connsiteX296" fmla="*/ 5008210 w 7472601"/>
              <a:gd name="connsiteY296" fmla="*/ 6649194 h 6858000"/>
              <a:gd name="connsiteX297" fmla="*/ 4986321 w 7472601"/>
              <a:gd name="connsiteY297" fmla="*/ 6765687 h 6858000"/>
              <a:gd name="connsiteX298" fmla="*/ 4973474 w 7472601"/>
              <a:gd name="connsiteY298" fmla="*/ 6858000 h 6858000"/>
              <a:gd name="connsiteX299" fmla="*/ 4907178 w 7472601"/>
              <a:gd name="connsiteY299" fmla="*/ 6858000 h 6858000"/>
              <a:gd name="connsiteX300" fmla="*/ 4910810 w 7472601"/>
              <a:gd name="connsiteY300" fmla="*/ 6829660 h 6858000"/>
              <a:gd name="connsiteX301" fmla="*/ 4987461 w 7472601"/>
              <a:gd name="connsiteY301" fmla="*/ 6432994 h 6858000"/>
              <a:gd name="connsiteX302" fmla="*/ 5179262 w 7472601"/>
              <a:gd name="connsiteY302" fmla="*/ 6035044 h 6858000"/>
              <a:gd name="connsiteX303" fmla="*/ 4689678 w 7472601"/>
              <a:gd name="connsiteY303" fmla="*/ 6440241 h 6858000"/>
              <a:gd name="connsiteX304" fmla="*/ 4477543 w 7472601"/>
              <a:gd name="connsiteY304" fmla="*/ 6674836 h 6858000"/>
              <a:gd name="connsiteX305" fmla="*/ 4329957 w 7472601"/>
              <a:gd name="connsiteY305" fmla="*/ 6858000 h 6858000"/>
              <a:gd name="connsiteX306" fmla="*/ 4218595 w 7472601"/>
              <a:gd name="connsiteY306" fmla="*/ 6858000 h 6858000"/>
              <a:gd name="connsiteX307" fmla="*/ 4368888 w 7472601"/>
              <a:gd name="connsiteY307" fmla="*/ 6668412 h 6858000"/>
              <a:gd name="connsiteX308" fmla="*/ 4563091 w 7472601"/>
              <a:gd name="connsiteY308" fmla="*/ 6442508 h 6858000"/>
              <a:gd name="connsiteX309" fmla="*/ 5387324 w 7472601"/>
              <a:gd name="connsiteY309" fmla="*/ 5705830 h 6858000"/>
              <a:gd name="connsiteX310" fmla="*/ 5073620 w 7472601"/>
              <a:gd name="connsiteY310" fmla="*/ 5955437 h 6858000"/>
              <a:gd name="connsiteX311" fmla="*/ 4689789 w 7472601"/>
              <a:gd name="connsiteY311" fmla="*/ 6268382 h 6858000"/>
              <a:gd name="connsiteX312" fmla="*/ 4418722 w 7472601"/>
              <a:gd name="connsiteY312" fmla="*/ 6570886 h 6858000"/>
              <a:gd name="connsiteX313" fmla="*/ 4214944 w 7472601"/>
              <a:gd name="connsiteY313" fmla="*/ 6858000 h 6858000"/>
              <a:gd name="connsiteX314" fmla="*/ 4177898 w 7472601"/>
              <a:gd name="connsiteY314" fmla="*/ 6858000 h 6858000"/>
              <a:gd name="connsiteX315" fmla="*/ 4391597 w 7472601"/>
              <a:gd name="connsiteY315" fmla="*/ 6556370 h 6858000"/>
              <a:gd name="connsiteX316" fmla="*/ 4668889 w 7472601"/>
              <a:gd name="connsiteY316" fmla="*/ 6246399 h 6858000"/>
              <a:gd name="connsiteX317" fmla="*/ 5055427 w 7472601"/>
              <a:gd name="connsiteY317" fmla="*/ 5931476 h 6858000"/>
              <a:gd name="connsiteX318" fmla="*/ 5371814 w 7472601"/>
              <a:gd name="connsiteY318" fmla="*/ 5678975 h 6858000"/>
              <a:gd name="connsiteX319" fmla="*/ 4987918 w 7472601"/>
              <a:gd name="connsiteY319" fmla="*/ 5838701 h 6858000"/>
              <a:gd name="connsiteX320" fmla="*/ 4317146 w 7472601"/>
              <a:gd name="connsiteY320" fmla="*/ 6587716 h 6858000"/>
              <a:gd name="connsiteX321" fmla="*/ 4171627 w 7472601"/>
              <a:gd name="connsiteY321" fmla="*/ 6858000 h 6858000"/>
              <a:gd name="connsiteX322" fmla="*/ 4081585 w 7472601"/>
              <a:gd name="connsiteY322" fmla="*/ 6858000 h 6858000"/>
              <a:gd name="connsiteX323" fmla="*/ 4238603 w 7472601"/>
              <a:gd name="connsiteY323" fmla="*/ 6559341 h 6858000"/>
              <a:gd name="connsiteX324" fmla="*/ 4778333 w 7472601"/>
              <a:gd name="connsiteY324" fmla="*/ 5873626 h 6858000"/>
              <a:gd name="connsiteX325" fmla="*/ 5414185 w 7472601"/>
              <a:gd name="connsiteY325" fmla="*/ 5573882 h 6858000"/>
              <a:gd name="connsiteX326" fmla="*/ 5959648 w 7472601"/>
              <a:gd name="connsiteY326" fmla="*/ 4760797 h 6858000"/>
              <a:gd name="connsiteX327" fmla="*/ 5355019 w 7472601"/>
              <a:gd name="connsiteY327" fmla="*/ 4734672 h 6858000"/>
              <a:gd name="connsiteX328" fmla="*/ 5083565 w 7472601"/>
              <a:gd name="connsiteY328" fmla="*/ 5179121 h 6858000"/>
              <a:gd name="connsiteX329" fmla="*/ 4713577 w 7472601"/>
              <a:gd name="connsiteY329" fmla="*/ 5616803 h 6858000"/>
              <a:gd name="connsiteX330" fmla="*/ 3989559 w 7472601"/>
              <a:gd name="connsiteY330" fmla="*/ 6145945 h 6858000"/>
              <a:gd name="connsiteX331" fmla="*/ 3939824 w 7472601"/>
              <a:gd name="connsiteY331" fmla="*/ 6066900 h 6858000"/>
              <a:gd name="connsiteX332" fmla="*/ 4584537 w 7472601"/>
              <a:gd name="connsiteY332" fmla="*/ 5324826 h 6858000"/>
              <a:gd name="connsiteX333" fmla="*/ 5037105 w 7472601"/>
              <a:gd name="connsiteY333" fmla="*/ 5088765 h 6858000"/>
              <a:gd name="connsiteX334" fmla="*/ 5039930 w 7472601"/>
              <a:gd name="connsiteY334" fmla="*/ 5089585 h 6858000"/>
              <a:gd name="connsiteX335" fmla="*/ 5263764 w 7472601"/>
              <a:gd name="connsiteY335" fmla="*/ 4735525 h 6858000"/>
              <a:gd name="connsiteX336" fmla="*/ 4086300 w 7472601"/>
              <a:gd name="connsiteY336" fmla="*/ 4884599 h 6858000"/>
              <a:gd name="connsiteX337" fmla="*/ 4085485 w 7472601"/>
              <a:gd name="connsiteY337" fmla="*/ 4899070 h 6858000"/>
              <a:gd name="connsiteX338" fmla="*/ 3871915 w 7472601"/>
              <a:gd name="connsiteY338" fmla="*/ 5253645 h 6858000"/>
              <a:gd name="connsiteX339" fmla="*/ 3799374 w 7472601"/>
              <a:gd name="connsiteY339" fmla="*/ 5466127 h 6858000"/>
              <a:gd name="connsiteX340" fmla="*/ 3498850 w 7472601"/>
              <a:gd name="connsiteY340" fmla="*/ 6661888 h 6858000"/>
              <a:gd name="connsiteX341" fmla="*/ 3399216 w 7472601"/>
              <a:gd name="connsiteY341" fmla="*/ 6858000 h 6858000"/>
              <a:gd name="connsiteX342" fmla="*/ 3303688 w 7472601"/>
              <a:gd name="connsiteY342" fmla="*/ 6858000 h 6858000"/>
              <a:gd name="connsiteX343" fmla="*/ 3391774 w 7472601"/>
              <a:gd name="connsiteY343" fmla="*/ 6697181 h 6858000"/>
              <a:gd name="connsiteX344" fmla="*/ 3735540 w 7472601"/>
              <a:gd name="connsiteY344" fmla="*/ 5546923 h 6858000"/>
              <a:gd name="connsiteX345" fmla="*/ 3729438 w 7472601"/>
              <a:gd name="connsiteY345" fmla="*/ 5569058 h 6858000"/>
              <a:gd name="connsiteX346" fmla="*/ 3707782 w 7472601"/>
              <a:gd name="connsiteY346" fmla="*/ 5644908 h 6858000"/>
              <a:gd name="connsiteX347" fmla="*/ 3583827 w 7472601"/>
              <a:gd name="connsiteY347" fmla="*/ 6039215 h 6858000"/>
              <a:gd name="connsiteX348" fmla="*/ 3547861 w 7472601"/>
              <a:gd name="connsiteY348" fmla="*/ 6129609 h 6858000"/>
              <a:gd name="connsiteX349" fmla="*/ 3490905 w 7472601"/>
              <a:gd name="connsiteY349" fmla="*/ 6277660 h 6858000"/>
              <a:gd name="connsiteX350" fmla="*/ 3455859 w 7472601"/>
              <a:gd name="connsiteY350" fmla="*/ 6391301 h 6858000"/>
              <a:gd name="connsiteX351" fmla="*/ 3429112 w 7472601"/>
              <a:gd name="connsiteY351" fmla="*/ 6479469 h 6858000"/>
              <a:gd name="connsiteX352" fmla="*/ 3304862 w 7472601"/>
              <a:gd name="connsiteY352" fmla="*/ 6796476 h 6858000"/>
              <a:gd name="connsiteX353" fmla="*/ 3276071 w 7472601"/>
              <a:gd name="connsiteY353" fmla="*/ 6858000 h 6858000"/>
              <a:gd name="connsiteX354" fmla="*/ 3240805 w 7472601"/>
              <a:gd name="connsiteY354" fmla="*/ 6858000 h 6858000"/>
              <a:gd name="connsiteX355" fmla="*/ 3275917 w 7472601"/>
              <a:gd name="connsiteY355" fmla="*/ 6783192 h 6858000"/>
              <a:gd name="connsiteX356" fmla="*/ 3399358 w 7472601"/>
              <a:gd name="connsiteY356" fmla="*/ 6469011 h 6858000"/>
              <a:gd name="connsiteX357" fmla="*/ 3425650 w 7472601"/>
              <a:gd name="connsiteY357" fmla="*/ 6381333 h 6858000"/>
              <a:gd name="connsiteX358" fmla="*/ 3460661 w 7472601"/>
              <a:gd name="connsiteY358" fmla="*/ 6266763 h 6858000"/>
              <a:gd name="connsiteX359" fmla="*/ 3518021 w 7472601"/>
              <a:gd name="connsiteY359" fmla="*/ 6117298 h 6858000"/>
              <a:gd name="connsiteX360" fmla="*/ 3554035 w 7472601"/>
              <a:gd name="connsiteY360" fmla="*/ 6027832 h 6858000"/>
              <a:gd name="connsiteX361" fmla="*/ 3677174 w 7472601"/>
              <a:gd name="connsiteY361" fmla="*/ 5636351 h 6858000"/>
              <a:gd name="connsiteX362" fmla="*/ 3698819 w 7472601"/>
              <a:gd name="connsiteY362" fmla="*/ 5560503 h 6858000"/>
              <a:gd name="connsiteX363" fmla="*/ 3702094 w 7472601"/>
              <a:gd name="connsiteY363" fmla="*/ 5549194 h 6858000"/>
              <a:gd name="connsiteX364" fmla="*/ 3398355 w 7472601"/>
              <a:gd name="connsiteY364" fmla="*/ 6094603 h 6858000"/>
              <a:gd name="connsiteX365" fmla="*/ 3193941 w 7472601"/>
              <a:gd name="connsiteY365" fmla="*/ 6798775 h 6858000"/>
              <a:gd name="connsiteX366" fmla="*/ 3184140 w 7472601"/>
              <a:gd name="connsiteY366" fmla="*/ 6858000 h 6858000"/>
              <a:gd name="connsiteX367" fmla="*/ 3099978 w 7472601"/>
              <a:gd name="connsiteY367" fmla="*/ 6858000 h 6858000"/>
              <a:gd name="connsiteX368" fmla="*/ 3101556 w 7472601"/>
              <a:gd name="connsiteY368" fmla="*/ 6843337 h 6858000"/>
              <a:gd name="connsiteX369" fmla="*/ 3370162 w 7472601"/>
              <a:gd name="connsiteY369" fmla="*/ 5785550 h 6858000"/>
              <a:gd name="connsiteX370" fmla="*/ 3746477 w 7472601"/>
              <a:gd name="connsiteY370" fmla="*/ 5377889 h 6858000"/>
              <a:gd name="connsiteX371" fmla="*/ 3863399 w 7472601"/>
              <a:gd name="connsiteY371" fmla="*/ 5087257 h 6858000"/>
              <a:gd name="connsiteX372" fmla="*/ 3968712 w 7472601"/>
              <a:gd name="connsiteY372" fmla="*/ 4913989 h 6858000"/>
              <a:gd name="connsiteX373" fmla="*/ 2792390 w 7472601"/>
              <a:gd name="connsiteY373" fmla="*/ 5382974 h 6858000"/>
              <a:gd name="connsiteX374" fmla="*/ 2714982 w 7472601"/>
              <a:gd name="connsiteY374" fmla="*/ 5427051 h 6858000"/>
              <a:gd name="connsiteX375" fmla="*/ 2813361 w 7472601"/>
              <a:gd name="connsiteY375" fmla="*/ 6023912 h 6858000"/>
              <a:gd name="connsiteX376" fmla="*/ 2688430 w 7472601"/>
              <a:gd name="connsiteY376" fmla="*/ 6801564 h 6858000"/>
              <a:gd name="connsiteX377" fmla="*/ 2629626 w 7472601"/>
              <a:gd name="connsiteY377" fmla="*/ 6763394 h 6858000"/>
              <a:gd name="connsiteX378" fmla="*/ 2565328 w 7472601"/>
              <a:gd name="connsiteY378" fmla="*/ 5516399 h 6858000"/>
              <a:gd name="connsiteX379" fmla="*/ 1922999 w 7472601"/>
              <a:gd name="connsiteY379" fmla="*/ 5980343 h 6858000"/>
              <a:gd name="connsiteX380" fmla="*/ 1950261 w 7472601"/>
              <a:gd name="connsiteY380" fmla="*/ 6405858 h 6858000"/>
              <a:gd name="connsiteX381" fmla="*/ 2365554 w 7472601"/>
              <a:gd name="connsiteY381" fmla="*/ 6759107 h 6858000"/>
              <a:gd name="connsiteX382" fmla="*/ 2424142 w 7472601"/>
              <a:gd name="connsiteY382" fmla="*/ 6858000 h 6858000"/>
              <a:gd name="connsiteX383" fmla="*/ 2395994 w 7472601"/>
              <a:gd name="connsiteY383" fmla="*/ 6858000 h 6858000"/>
              <a:gd name="connsiteX384" fmla="*/ 2392863 w 7472601"/>
              <a:gd name="connsiteY384" fmla="*/ 6852964 h 6858000"/>
              <a:gd name="connsiteX385" fmla="*/ 2017589 w 7472601"/>
              <a:gd name="connsiteY385" fmla="*/ 6493982 h 6858000"/>
              <a:gd name="connsiteX386" fmla="*/ 2147336 w 7472601"/>
              <a:gd name="connsiteY386" fmla="*/ 6594052 h 6858000"/>
              <a:gd name="connsiteX387" fmla="*/ 2207047 w 7472601"/>
              <a:gd name="connsiteY387" fmla="*/ 6654540 h 6858000"/>
              <a:gd name="connsiteX388" fmla="*/ 2299106 w 7472601"/>
              <a:gd name="connsiteY388" fmla="*/ 6778931 h 6858000"/>
              <a:gd name="connsiteX389" fmla="*/ 2314430 w 7472601"/>
              <a:gd name="connsiteY389" fmla="*/ 6801144 h 6858000"/>
              <a:gd name="connsiteX390" fmla="*/ 2352406 w 7472601"/>
              <a:gd name="connsiteY390" fmla="*/ 6858000 h 6858000"/>
              <a:gd name="connsiteX391" fmla="*/ 2314492 w 7472601"/>
              <a:gd name="connsiteY391" fmla="*/ 6858000 h 6858000"/>
              <a:gd name="connsiteX392" fmla="*/ 2288095 w 7472601"/>
              <a:gd name="connsiteY392" fmla="*/ 6818030 h 6858000"/>
              <a:gd name="connsiteX393" fmla="*/ 2272768 w 7472601"/>
              <a:gd name="connsiteY393" fmla="*/ 6795822 h 6858000"/>
              <a:gd name="connsiteX394" fmla="*/ 2182715 w 7472601"/>
              <a:gd name="connsiteY394" fmla="*/ 6675071 h 6858000"/>
              <a:gd name="connsiteX395" fmla="*/ 2032061 w 7472601"/>
              <a:gd name="connsiteY395" fmla="*/ 6541380 h 6858000"/>
              <a:gd name="connsiteX396" fmla="*/ 2257220 w 7472601"/>
              <a:gd name="connsiteY396" fmla="*/ 6826257 h 6858000"/>
              <a:gd name="connsiteX397" fmla="*/ 2281324 w 7472601"/>
              <a:gd name="connsiteY397" fmla="*/ 6858000 h 6858000"/>
              <a:gd name="connsiteX398" fmla="*/ 2242860 w 7472601"/>
              <a:gd name="connsiteY398" fmla="*/ 6858000 h 6858000"/>
              <a:gd name="connsiteX399" fmla="*/ 2232818 w 7472601"/>
              <a:gd name="connsiteY399" fmla="*/ 6844926 h 6858000"/>
              <a:gd name="connsiteX400" fmla="*/ 1990172 w 7472601"/>
              <a:gd name="connsiteY400" fmla="*/ 6542121 h 6858000"/>
              <a:gd name="connsiteX401" fmla="*/ 2124090 w 7472601"/>
              <a:gd name="connsiteY401" fmla="*/ 6761017 h 6858000"/>
              <a:gd name="connsiteX402" fmla="*/ 2200380 w 7472601"/>
              <a:gd name="connsiteY402" fmla="*/ 6858000 h 6858000"/>
              <a:gd name="connsiteX403" fmla="*/ 2147507 w 7472601"/>
              <a:gd name="connsiteY403" fmla="*/ 6858000 h 6858000"/>
              <a:gd name="connsiteX404" fmla="*/ 2070668 w 7472601"/>
              <a:gd name="connsiteY404" fmla="*/ 6761520 h 6858000"/>
              <a:gd name="connsiteX405" fmla="*/ 1975142 w 7472601"/>
              <a:gd name="connsiteY405" fmla="*/ 6585570 h 6858000"/>
              <a:gd name="connsiteX406" fmla="*/ 2050035 w 7472601"/>
              <a:gd name="connsiteY406" fmla="*/ 6813345 h 6858000"/>
              <a:gd name="connsiteX407" fmla="*/ 2063025 w 7472601"/>
              <a:gd name="connsiteY407" fmla="*/ 6858000 h 6858000"/>
              <a:gd name="connsiteX408" fmla="*/ 2021675 w 7472601"/>
              <a:gd name="connsiteY408" fmla="*/ 6858000 h 6858000"/>
              <a:gd name="connsiteX409" fmla="*/ 2019308 w 7472601"/>
              <a:gd name="connsiteY409" fmla="*/ 6847118 h 6858000"/>
              <a:gd name="connsiteX410" fmla="*/ 1938835 w 7472601"/>
              <a:gd name="connsiteY410" fmla="*/ 6551160 h 6858000"/>
              <a:gd name="connsiteX411" fmla="*/ 1953230 w 7472601"/>
              <a:gd name="connsiteY411" fmla="*/ 6759699 h 6858000"/>
              <a:gd name="connsiteX412" fmla="*/ 1956763 w 7472601"/>
              <a:gd name="connsiteY412" fmla="*/ 6778191 h 6858000"/>
              <a:gd name="connsiteX413" fmla="*/ 1967925 w 7472601"/>
              <a:gd name="connsiteY413" fmla="*/ 6858000 h 6858000"/>
              <a:gd name="connsiteX414" fmla="*/ 1936622 w 7472601"/>
              <a:gd name="connsiteY414" fmla="*/ 6858000 h 6858000"/>
              <a:gd name="connsiteX415" fmla="*/ 1926261 w 7472601"/>
              <a:gd name="connsiteY415" fmla="*/ 6784064 h 6858000"/>
              <a:gd name="connsiteX416" fmla="*/ 1922724 w 7472601"/>
              <a:gd name="connsiteY416" fmla="*/ 6765577 h 6858000"/>
              <a:gd name="connsiteX417" fmla="*/ 1904650 w 7472601"/>
              <a:gd name="connsiteY417" fmla="*/ 6639616 h 6858000"/>
              <a:gd name="connsiteX418" fmla="*/ 1885273 w 7472601"/>
              <a:gd name="connsiteY418" fmla="*/ 6858000 h 6858000"/>
              <a:gd name="connsiteX419" fmla="*/ 1854363 w 7472601"/>
              <a:gd name="connsiteY419" fmla="*/ 6858000 h 6858000"/>
              <a:gd name="connsiteX420" fmla="*/ 1880391 w 7472601"/>
              <a:gd name="connsiteY420" fmla="*/ 6603796 h 6858000"/>
              <a:gd name="connsiteX421" fmla="*/ 1818273 w 7472601"/>
              <a:gd name="connsiteY421" fmla="*/ 6715729 h 6858000"/>
              <a:gd name="connsiteX422" fmla="*/ 1794691 w 7472601"/>
              <a:gd name="connsiteY422" fmla="*/ 6843239 h 6858000"/>
              <a:gd name="connsiteX423" fmla="*/ 1794914 w 7472601"/>
              <a:gd name="connsiteY423" fmla="*/ 6858000 h 6858000"/>
              <a:gd name="connsiteX424" fmla="*/ 1746128 w 7472601"/>
              <a:gd name="connsiteY424" fmla="*/ 6858000 h 6858000"/>
              <a:gd name="connsiteX425" fmla="*/ 1753934 w 7472601"/>
              <a:gd name="connsiteY425" fmla="*/ 6724796 h 6858000"/>
              <a:gd name="connsiteX426" fmla="*/ 1792053 w 7472601"/>
              <a:gd name="connsiteY426" fmla="*/ 6572396 h 6858000"/>
              <a:gd name="connsiteX427" fmla="*/ 1862248 w 7472601"/>
              <a:gd name="connsiteY427" fmla="*/ 6266397 h 6858000"/>
              <a:gd name="connsiteX428" fmla="*/ 1862250 w 7472601"/>
              <a:gd name="connsiteY428" fmla="*/ 6033531 h 6858000"/>
              <a:gd name="connsiteX429" fmla="*/ 1211999 w 7472601"/>
              <a:gd name="connsiteY429" fmla="*/ 6683610 h 6858000"/>
              <a:gd name="connsiteX430" fmla="*/ 1213266 w 7472601"/>
              <a:gd name="connsiteY430" fmla="*/ 6691947 h 6858000"/>
              <a:gd name="connsiteX431" fmla="*/ 1203370 w 7472601"/>
              <a:gd name="connsiteY431" fmla="*/ 6850676 h 6858000"/>
              <a:gd name="connsiteX432" fmla="*/ 1203671 w 7472601"/>
              <a:gd name="connsiteY432" fmla="*/ 6858000 h 6858000"/>
              <a:gd name="connsiteX433" fmla="*/ 1143180 w 7472601"/>
              <a:gd name="connsiteY433" fmla="*/ 6858000 h 6858000"/>
              <a:gd name="connsiteX434" fmla="*/ 1142176 w 7472601"/>
              <a:gd name="connsiteY434" fmla="*/ 6766045 h 6858000"/>
              <a:gd name="connsiteX435" fmla="*/ 1067484 w 7472601"/>
              <a:gd name="connsiteY435" fmla="*/ 6858000 h 6858000"/>
              <a:gd name="connsiteX436" fmla="*/ 953928 w 7472601"/>
              <a:gd name="connsiteY436" fmla="*/ 6858000 h 6858000"/>
              <a:gd name="connsiteX437" fmla="*/ 959715 w 7472601"/>
              <a:gd name="connsiteY437" fmla="*/ 6850185 h 6858000"/>
              <a:gd name="connsiteX438" fmla="*/ 1483788 w 7472601"/>
              <a:gd name="connsiteY438" fmla="*/ 6259174 h 6858000"/>
              <a:gd name="connsiteX439" fmla="*/ 1100671 w 7472601"/>
              <a:gd name="connsiteY439" fmla="*/ 6252137 h 6858000"/>
              <a:gd name="connsiteX440" fmla="*/ 1090144 w 7472601"/>
              <a:gd name="connsiteY440" fmla="*/ 6256748 h 6858000"/>
              <a:gd name="connsiteX441" fmla="*/ 1095872 w 7472601"/>
              <a:gd name="connsiteY441" fmla="*/ 6271892 h 6858000"/>
              <a:gd name="connsiteX442" fmla="*/ 262785 w 7472601"/>
              <a:gd name="connsiteY442" fmla="*/ 6845450 h 6858000"/>
              <a:gd name="connsiteX443" fmla="*/ 209968 w 7472601"/>
              <a:gd name="connsiteY443" fmla="*/ 6770713 h 6858000"/>
              <a:gd name="connsiteX444" fmla="*/ 873460 w 7472601"/>
              <a:gd name="connsiteY444" fmla="*/ 6253768 h 6858000"/>
              <a:gd name="connsiteX445" fmla="*/ 192686 w 7472601"/>
              <a:gd name="connsiteY445" fmla="*/ 5849257 h 6858000"/>
              <a:gd name="connsiteX446" fmla="*/ 4696 w 7472601"/>
              <a:gd name="connsiteY446" fmla="*/ 5697668 h 6858000"/>
              <a:gd name="connsiteX447" fmla="*/ 0 w 7472601"/>
              <a:gd name="connsiteY447" fmla="*/ 5689984 h 6858000"/>
              <a:gd name="connsiteX448" fmla="*/ 0 w 7472601"/>
              <a:gd name="connsiteY448" fmla="*/ 5513472 h 6858000"/>
              <a:gd name="connsiteX449" fmla="*/ 174101 w 7472601"/>
              <a:gd name="connsiteY449" fmla="*/ 5620277 h 6858000"/>
              <a:gd name="connsiteX450" fmla="*/ 891800 w 7472601"/>
              <a:gd name="connsiteY450" fmla="*/ 6036935 h 6858000"/>
              <a:gd name="connsiteX451" fmla="*/ 1072219 w 7472601"/>
              <a:gd name="connsiteY451" fmla="*/ 6169443 h 6858000"/>
              <a:gd name="connsiteX452" fmla="*/ 1074117 w 7472601"/>
              <a:gd name="connsiteY452" fmla="*/ 6170301 h 6858000"/>
              <a:gd name="connsiteX453" fmla="*/ 1083114 w 7472601"/>
              <a:gd name="connsiteY453" fmla="*/ 6174131 h 6858000"/>
              <a:gd name="connsiteX454" fmla="*/ 1543010 w 7472601"/>
              <a:gd name="connsiteY454" fmla="*/ 6191140 h 6858000"/>
              <a:gd name="connsiteX455" fmla="*/ 1551080 w 7472601"/>
              <a:gd name="connsiteY455" fmla="*/ 6195006 h 6858000"/>
              <a:gd name="connsiteX456" fmla="*/ 2345443 w 7472601"/>
              <a:gd name="connsiteY456" fmla="*/ 5549882 h 6858000"/>
              <a:gd name="connsiteX457" fmla="*/ 1721499 w 7472601"/>
              <a:gd name="connsiteY457" fmla="*/ 5599969 h 6858000"/>
              <a:gd name="connsiteX458" fmla="*/ 767716 w 7472601"/>
              <a:gd name="connsiteY458" fmla="*/ 5472768 h 6858000"/>
              <a:gd name="connsiteX459" fmla="*/ 722147 w 7472601"/>
              <a:gd name="connsiteY459" fmla="*/ 5393091 h 6858000"/>
              <a:gd name="connsiteX460" fmla="*/ 1485552 w 7472601"/>
              <a:gd name="connsiteY460" fmla="*/ 5313202 h 6858000"/>
              <a:gd name="connsiteX461" fmla="*/ 2143004 w 7472601"/>
              <a:gd name="connsiteY461" fmla="*/ 5402420 h 6858000"/>
              <a:gd name="connsiteX462" fmla="*/ 1933391 w 7472601"/>
              <a:gd name="connsiteY462" fmla="*/ 5156971 h 6858000"/>
              <a:gd name="connsiteX463" fmla="*/ 1827118 w 7472601"/>
              <a:gd name="connsiteY463" fmla="*/ 4968410 h 6858000"/>
              <a:gd name="connsiteX464" fmla="*/ 1837349 w 7472601"/>
              <a:gd name="connsiteY464" fmla="*/ 4956357 h 6858000"/>
              <a:gd name="connsiteX465" fmla="*/ 2162835 w 7472601"/>
              <a:gd name="connsiteY465" fmla="*/ 5187853 h 6858000"/>
              <a:gd name="connsiteX466" fmla="*/ 2257167 w 7472601"/>
              <a:gd name="connsiteY466" fmla="*/ 5462123 h 6858000"/>
              <a:gd name="connsiteX467" fmla="*/ 2261598 w 7472601"/>
              <a:gd name="connsiteY467" fmla="*/ 5467998 h 6858000"/>
              <a:gd name="connsiteX468" fmla="*/ 2437177 w 7472601"/>
              <a:gd name="connsiteY468" fmla="*/ 5479608 h 6858000"/>
              <a:gd name="connsiteX469" fmla="*/ 2445247 w 7472601"/>
              <a:gd name="connsiteY469" fmla="*/ 5483476 h 6858000"/>
              <a:gd name="connsiteX470" fmla="*/ 2743626 w 7472601"/>
              <a:gd name="connsiteY470" fmla="*/ 5304819 h 6858000"/>
              <a:gd name="connsiteX471" fmla="*/ 3048102 w 7472601"/>
              <a:gd name="connsiteY471" fmla="*/ 5150595 h 6858000"/>
              <a:gd name="connsiteX472" fmla="*/ 1799414 w 7472601"/>
              <a:gd name="connsiteY472" fmla="*/ 4694732 h 6858000"/>
              <a:gd name="connsiteX473" fmla="*/ 1771735 w 7472601"/>
              <a:gd name="connsiteY473" fmla="*/ 4619929 h 6858000"/>
              <a:gd name="connsiteX474" fmla="*/ 3104273 w 7472601"/>
              <a:gd name="connsiteY474" fmla="*/ 5076159 h 6858000"/>
              <a:gd name="connsiteX475" fmla="*/ 3113245 w 7472601"/>
              <a:gd name="connsiteY475" fmla="*/ 5090705 h 6858000"/>
              <a:gd name="connsiteX476" fmla="*/ 3126294 w 7472601"/>
              <a:gd name="connsiteY476" fmla="*/ 5114400 h 6858000"/>
              <a:gd name="connsiteX477" fmla="*/ 3937433 w 7472601"/>
              <a:gd name="connsiteY477" fmla="*/ 4830473 h 6858000"/>
              <a:gd name="connsiteX478" fmla="*/ 3590475 w 7472601"/>
              <a:gd name="connsiteY478" fmla="*/ 4597974 h 6858000"/>
              <a:gd name="connsiteX479" fmla="*/ 3100264 w 7472601"/>
              <a:gd name="connsiteY479" fmla="*/ 4579845 h 6858000"/>
              <a:gd name="connsiteX480" fmla="*/ 2183576 w 7472601"/>
              <a:gd name="connsiteY480" fmla="*/ 4227150 h 6858000"/>
              <a:gd name="connsiteX481" fmla="*/ 2151029 w 7472601"/>
              <a:gd name="connsiteY481" fmla="*/ 4146947 h 6858000"/>
              <a:gd name="connsiteX482" fmla="*/ 3563434 w 7472601"/>
              <a:gd name="connsiteY482" fmla="*/ 4469115 h 6858000"/>
              <a:gd name="connsiteX483" fmla="*/ 3177952 w 7472601"/>
              <a:gd name="connsiteY483" fmla="*/ 3657386 h 6858000"/>
              <a:gd name="connsiteX484" fmla="*/ 3189263 w 7472601"/>
              <a:gd name="connsiteY484" fmla="*/ 3625726 h 6858000"/>
              <a:gd name="connsiteX485" fmla="*/ 3560912 w 7472601"/>
              <a:gd name="connsiteY485" fmla="*/ 4079863 h 6858000"/>
              <a:gd name="connsiteX486" fmla="*/ 3626636 w 7472601"/>
              <a:gd name="connsiteY486" fmla="*/ 4512230 h 6858000"/>
              <a:gd name="connsiteX487" fmla="*/ 3653088 w 7472601"/>
              <a:gd name="connsiteY487" fmla="*/ 4521417 h 6858000"/>
              <a:gd name="connsiteX488" fmla="*/ 3988128 w 7472601"/>
              <a:gd name="connsiteY488" fmla="*/ 4817267 h 6858000"/>
              <a:gd name="connsiteX489" fmla="*/ 4830582 w 7472601"/>
              <a:gd name="connsiteY489" fmla="*/ 4676000 h 6858000"/>
              <a:gd name="connsiteX490" fmla="*/ 4830100 w 7472601"/>
              <a:gd name="connsiteY490" fmla="*/ 4675554 h 6858000"/>
              <a:gd name="connsiteX491" fmla="*/ 4036318 w 7472601"/>
              <a:gd name="connsiteY491" fmla="*/ 4147013 h 6858000"/>
              <a:gd name="connsiteX492" fmla="*/ 3432098 w 7472601"/>
              <a:gd name="connsiteY492" fmla="*/ 3537312 h 6858000"/>
              <a:gd name="connsiteX493" fmla="*/ 3446761 w 7472601"/>
              <a:gd name="connsiteY493" fmla="*/ 3461278 h 6858000"/>
              <a:gd name="connsiteX494" fmla="*/ 4419733 w 7472601"/>
              <a:gd name="connsiteY494" fmla="*/ 3963555 h 6858000"/>
              <a:gd name="connsiteX495" fmla="*/ 4781371 w 7472601"/>
              <a:gd name="connsiteY495" fmla="*/ 4458604 h 6858000"/>
              <a:gd name="connsiteX496" fmla="*/ 4780440 w 7472601"/>
              <a:gd name="connsiteY496" fmla="*/ 4470290 h 6858000"/>
              <a:gd name="connsiteX497" fmla="*/ 4898954 w 7472601"/>
              <a:gd name="connsiteY497" fmla="*/ 4662092 h 6858000"/>
              <a:gd name="connsiteX498" fmla="*/ 4900699 w 7472601"/>
              <a:gd name="connsiteY498" fmla="*/ 4670867 h 6858000"/>
              <a:gd name="connsiteX499" fmla="*/ 5714511 w 7472601"/>
              <a:gd name="connsiteY499" fmla="*/ 4663483 h 6858000"/>
              <a:gd name="connsiteX500" fmla="*/ 5464793 w 7472601"/>
              <a:gd name="connsiteY500" fmla="*/ 4393556 h 6858000"/>
              <a:gd name="connsiteX501" fmla="*/ 5461897 w 7472601"/>
              <a:gd name="connsiteY501" fmla="*/ 4390879 h 6858000"/>
              <a:gd name="connsiteX502" fmla="*/ 4294126 w 7472601"/>
              <a:gd name="connsiteY502" fmla="*/ 3303048 h 6858000"/>
              <a:gd name="connsiteX503" fmla="*/ 4305321 w 7472601"/>
              <a:gd name="connsiteY503" fmla="*/ 3256953 h 6858000"/>
              <a:gd name="connsiteX504" fmla="*/ 4949299 w 7472601"/>
              <a:gd name="connsiteY504" fmla="*/ 3766336 h 6858000"/>
              <a:gd name="connsiteX505" fmla="*/ 5291452 w 7472601"/>
              <a:gd name="connsiteY505" fmla="*/ 4076801 h 6858000"/>
              <a:gd name="connsiteX506" fmla="*/ 5434998 w 7472601"/>
              <a:gd name="connsiteY506" fmla="*/ 4254100 h 6858000"/>
              <a:gd name="connsiteX507" fmla="*/ 5351015 w 7472601"/>
              <a:gd name="connsiteY507" fmla="*/ 3760989 h 6858000"/>
              <a:gd name="connsiteX508" fmla="*/ 5413780 w 7472601"/>
              <a:gd name="connsiteY508" fmla="*/ 2966265 h 6858000"/>
              <a:gd name="connsiteX509" fmla="*/ 5425627 w 7472601"/>
              <a:gd name="connsiteY509" fmla="*/ 2954192 h 6858000"/>
              <a:gd name="connsiteX510" fmla="*/ 6604735 w 7472601"/>
              <a:gd name="connsiteY510" fmla="*/ 2041381 h 6858000"/>
              <a:gd name="connsiteX511" fmla="*/ 7204487 w 7472601"/>
              <a:gd name="connsiteY511" fmla="*/ 2742112 h 6858000"/>
              <a:gd name="connsiteX512" fmla="*/ 7131592 w 7472601"/>
              <a:gd name="connsiteY512" fmla="*/ 2672096 h 6858000"/>
              <a:gd name="connsiteX513" fmla="*/ 6996344 w 7472601"/>
              <a:gd name="connsiteY513" fmla="*/ 2518310 h 6858000"/>
              <a:gd name="connsiteX514" fmla="*/ 6735495 w 7472601"/>
              <a:gd name="connsiteY514" fmla="*/ 2196890 h 6858000"/>
              <a:gd name="connsiteX515" fmla="*/ 6721901 w 7472601"/>
              <a:gd name="connsiteY515" fmla="*/ 2179274 h 6858000"/>
              <a:gd name="connsiteX516" fmla="*/ 6604735 w 7472601"/>
              <a:gd name="connsiteY516" fmla="*/ 2041381 h 6858000"/>
              <a:gd name="connsiteX517" fmla="*/ 6591670 w 7472601"/>
              <a:gd name="connsiteY517" fmla="*/ 1988277 h 6858000"/>
              <a:gd name="connsiteX518" fmla="*/ 6747349 w 7472601"/>
              <a:gd name="connsiteY518" fmla="*/ 2160069 h 6858000"/>
              <a:gd name="connsiteX519" fmla="*/ 6760943 w 7472601"/>
              <a:gd name="connsiteY519" fmla="*/ 2177686 h 6858000"/>
              <a:gd name="connsiteX520" fmla="*/ 7021065 w 7472601"/>
              <a:gd name="connsiteY520" fmla="*/ 2498102 h 6858000"/>
              <a:gd name="connsiteX521" fmla="*/ 7155223 w 7472601"/>
              <a:gd name="connsiteY521" fmla="*/ 2650386 h 6858000"/>
              <a:gd name="connsiteX522" fmla="*/ 7203167 w 7472601"/>
              <a:gd name="connsiteY522" fmla="*/ 2697288 h 6858000"/>
              <a:gd name="connsiteX523" fmla="*/ 6937703 w 7472601"/>
              <a:gd name="connsiteY523" fmla="*/ 2321981 h 6858000"/>
              <a:gd name="connsiteX524" fmla="*/ 6591670 w 7472601"/>
              <a:gd name="connsiteY524" fmla="*/ 1988277 h 6858000"/>
              <a:gd name="connsiteX525" fmla="*/ 5798671 w 7472601"/>
              <a:gd name="connsiteY525" fmla="*/ 1981601 h 6858000"/>
              <a:gd name="connsiteX526" fmla="*/ 5754709 w 7472601"/>
              <a:gd name="connsiteY526" fmla="*/ 2071454 h 6858000"/>
              <a:gd name="connsiteX527" fmla="*/ 5763044 w 7472601"/>
              <a:gd name="connsiteY527" fmla="*/ 2842206 h 6858000"/>
              <a:gd name="connsiteX528" fmla="*/ 5764974 w 7472601"/>
              <a:gd name="connsiteY528" fmla="*/ 2799609 h 6858000"/>
              <a:gd name="connsiteX529" fmla="*/ 5767665 w 7472601"/>
              <a:gd name="connsiteY529" fmla="*/ 2666409 h 6858000"/>
              <a:gd name="connsiteX530" fmla="*/ 5763055 w 7472601"/>
              <a:gd name="connsiteY530" fmla="*/ 2579705 h 6858000"/>
              <a:gd name="connsiteX531" fmla="*/ 5758079 w 7472601"/>
              <a:gd name="connsiteY531" fmla="*/ 2492508 h 6858000"/>
              <a:gd name="connsiteX532" fmla="*/ 5779325 w 7472601"/>
              <a:gd name="connsiteY532" fmla="*/ 2197069 h 6858000"/>
              <a:gd name="connsiteX533" fmla="*/ 5798671 w 7472601"/>
              <a:gd name="connsiteY533" fmla="*/ 1981601 h 6858000"/>
              <a:gd name="connsiteX534" fmla="*/ 5829202 w 7472601"/>
              <a:gd name="connsiteY534" fmla="*/ 1971679 h 6858000"/>
              <a:gd name="connsiteX535" fmla="*/ 5809558 w 7472601"/>
              <a:gd name="connsiteY535" fmla="*/ 2198043 h 6858000"/>
              <a:gd name="connsiteX536" fmla="*/ 5788653 w 7472601"/>
              <a:gd name="connsiteY536" fmla="*/ 2489430 h 6858000"/>
              <a:gd name="connsiteX537" fmla="*/ 5793439 w 7472601"/>
              <a:gd name="connsiteY537" fmla="*/ 2575235 h 6858000"/>
              <a:gd name="connsiteX538" fmla="*/ 5796837 w 7472601"/>
              <a:gd name="connsiteY538" fmla="*/ 2637633 h 6858000"/>
              <a:gd name="connsiteX539" fmla="*/ 5818614 w 7472601"/>
              <a:gd name="connsiteY539" fmla="*/ 2473055 h 6858000"/>
              <a:gd name="connsiteX540" fmla="*/ 5829202 w 7472601"/>
              <a:gd name="connsiteY540" fmla="*/ 1971679 h 6858000"/>
              <a:gd name="connsiteX541" fmla="*/ 5911389 w 7472601"/>
              <a:gd name="connsiteY541" fmla="*/ 1898371 h 6858000"/>
              <a:gd name="connsiteX542" fmla="*/ 6237627 w 7472601"/>
              <a:gd name="connsiteY542" fmla="*/ 2231921 h 6858000"/>
              <a:gd name="connsiteX543" fmla="*/ 5911389 w 7472601"/>
              <a:gd name="connsiteY543" fmla="*/ 1898371 h 6858000"/>
              <a:gd name="connsiteX544" fmla="*/ 6944437 w 7472601"/>
              <a:gd name="connsiteY544" fmla="*/ 1575402 h 6858000"/>
              <a:gd name="connsiteX545" fmla="*/ 6304730 w 7472601"/>
              <a:gd name="connsiteY545" fmla="*/ 1766654 h 6858000"/>
              <a:gd name="connsiteX546" fmla="*/ 6944437 w 7472601"/>
              <a:gd name="connsiteY546" fmla="*/ 1575402 h 6858000"/>
              <a:gd name="connsiteX547" fmla="*/ 7019523 w 7472601"/>
              <a:gd name="connsiteY547" fmla="*/ 1519450 h 6858000"/>
              <a:gd name="connsiteX548" fmla="*/ 6298091 w 7472601"/>
              <a:gd name="connsiteY548" fmla="*/ 1737122 h 6858000"/>
              <a:gd name="connsiteX549" fmla="*/ 7019523 w 7472601"/>
              <a:gd name="connsiteY549" fmla="*/ 1519450 h 6858000"/>
              <a:gd name="connsiteX550" fmla="*/ 2399523 w 7472601"/>
              <a:gd name="connsiteY550" fmla="*/ 1428234 h 6858000"/>
              <a:gd name="connsiteX551" fmla="*/ 2224982 w 7472601"/>
              <a:gd name="connsiteY551" fmla="*/ 1826201 h 6858000"/>
              <a:gd name="connsiteX552" fmla="*/ 2096099 w 7472601"/>
              <a:gd name="connsiteY552" fmla="*/ 2345900 h 6858000"/>
              <a:gd name="connsiteX553" fmla="*/ 2283317 w 7472601"/>
              <a:gd name="connsiteY553" fmla="*/ 1796925 h 6858000"/>
              <a:gd name="connsiteX554" fmla="*/ 2399523 w 7472601"/>
              <a:gd name="connsiteY554" fmla="*/ 1428234 h 6858000"/>
              <a:gd name="connsiteX555" fmla="*/ 2448558 w 7472601"/>
              <a:gd name="connsiteY555" fmla="*/ 1373435 h 6858000"/>
              <a:gd name="connsiteX556" fmla="*/ 2312521 w 7472601"/>
              <a:gd name="connsiteY556" fmla="*/ 1806140 h 6858000"/>
              <a:gd name="connsiteX557" fmla="*/ 2127533 w 7472601"/>
              <a:gd name="connsiteY557" fmla="*/ 2348380 h 6858000"/>
              <a:gd name="connsiteX558" fmla="*/ 2358080 w 7472601"/>
              <a:gd name="connsiteY558" fmla="*/ 1866134 h 6858000"/>
              <a:gd name="connsiteX559" fmla="*/ 2407436 w 7472601"/>
              <a:gd name="connsiteY559" fmla="*/ 1651070 h 6858000"/>
              <a:gd name="connsiteX560" fmla="*/ 2448558 w 7472601"/>
              <a:gd name="connsiteY560" fmla="*/ 1373435 h 6858000"/>
              <a:gd name="connsiteX561" fmla="*/ 278707 w 7472601"/>
              <a:gd name="connsiteY561" fmla="*/ 1352270 h 6858000"/>
              <a:gd name="connsiteX562" fmla="*/ 321570 w 7472601"/>
              <a:gd name="connsiteY562" fmla="*/ 1861610 h 6858000"/>
              <a:gd name="connsiteX563" fmla="*/ 294281 w 7472601"/>
              <a:gd name="connsiteY563" fmla="*/ 1440658 h 6858000"/>
              <a:gd name="connsiteX564" fmla="*/ 278707 w 7472601"/>
              <a:gd name="connsiteY564" fmla="*/ 1352270 h 6858000"/>
              <a:gd name="connsiteX565" fmla="*/ 1423821 w 7472601"/>
              <a:gd name="connsiteY565" fmla="*/ 1351958 h 6858000"/>
              <a:gd name="connsiteX566" fmla="*/ 1638521 w 7472601"/>
              <a:gd name="connsiteY566" fmla="*/ 1908470 h 6858000"/>
              <a:gd name="connsiteX567" fmla="*/ 1754199 w 7472601"/>
              <a:gd name="connsiteY567" fmla="*/ 2149284 h 6858000"/>
              <a:gd name="connsiteX568" fmla="*/ 1908359 w 7472601"/>
              <a:gd name="connsiteY568" fmla="*/ 2364988 h 6858000"/>
              <a:gd name="connsiteX569" fmla="*/ 1647661 w 7472601"/>
              <a:gd name="connsiteY569" fmla="*/ 1825945 h 6858000"/>
              <a:gd name="connsiteX570" fmla="*/ 1423821 w 7472601"/>
              <a:gd name="connsiteY570" fmla="*/ 1351958 h 6858000"/>
              <a:gd name="connsiteX571" fmla="*/ 1431890 w 7472601"/>
              <a:gd name="connsiteY571" fmla="*/ 1306475 h 6858000"/>
              <a:gd name="connsiteX572" fmla="*/ 1507597 w 7472601"/>
              <a:gd name="connsiteY572" fmla="*/ 1446132 h 6858000"/>
              <a:gd name="connsiteX573" fmla="*/ 1674586 w 7472601"/>
              <a:gd name="connsiteY573" fmla="*/ 1813832 h 6858000"/>
              <a:gd name="connsiteX574" fmla="*/ 1815950 w 7472601"/>
              <a:gd name="connsiteY574" fmla="*/ 2128564 h 6858000"/>
              <a:gd name="connsiteX575" fmla="*/ 1984242 w 7472601"/>
              <a:gd name="connsiteY575" fmla="*/ 2430829 h 6858000"/>
              <a:gd name="connsiteX576" fmla="*/ 2014023 w 7472601"/>
              <a:gd name="connsiteY576" fmla="*/ 2450995 h 6858000"/>
              <a:gd name="connsiteX577" fmla="*/ 1747337 w 7472601"/>
              <a:gd name="connsiteY577" fmla="*/ 1855264 h 6858000"/>
              <a:gd name="connsiteX578" fmla="*/ 1533749 w 7472601"/>
              <a:gd name="connsiteY578" fmla="*/ 1478656 h 6858000"/>
              <a:gd name="connsiteX579" fmla="*/ 1431890 w 7472601"/>
              <a:gd name="connsiteY579" fmla="*/ 1306475 h 6858000"/>
              <a:gd name="connsiteX580" fmla="*/ 5052692 w 7472601"/>
              <a:gd name="connsiteY580" fmla="*/ 1292994 h 6858000"/>
              <a:gd name="connsiteX581" fmla="*/ 5200661 w 7472601"/>
              <a:gd name="connsiteY581" fmla="*/ 1635186 h 6858000"/>
              <a:gd name="connsiteX582" fmla="*/ 5297138 w 7472601"/>
              <a:gd name="connsiteY582" fmla="*/ 1906351 h 6858000"/>
              <a:gd name="connsiteX583" fmla="*/ 5052692 w 7472601"/>
              <a:gd name="connsiteY583" fmla="*/ 1292994 h 6858000"/>
              <a:gd name="connsiteX584" fmla="*/ 5009948 w 7472601"/>
              <a:gd name="connsiteY584" fmla="*/ 1273619 h 6858000"/>
              <a:gd name="connsiteX585" fmla="*/ 5121777 w 7472601"/>
              <a:gd name="connsiteY585" fmla="*/ 1654213 h 6858000"/>
              <a:gd name="connsiteX586" fmla="*/ 5293545 w 7472601"/>
              <a:gd name="connsiteY586" fmla="*/ 2072247 h 6858000"/>
              <a:gd name="connsiteX587" fmla="*/ 5294042 w 7472601"/>
              <a:gd name="connsiteY587" fmla="*/ 2065019 h 6858000"/>
              <a:gd name="connsiteX588" fmla="*/ 5171936 w 7472601"/>
              <a:gd name="connsiteY588" fmla="*/ 1647613 h 6858000"/>
              <a:gd name="connsiteX589" fmla="*/ 5009948 w 7472601"/>
              <a:gd name="connsiteY589" fmla="*/ 1273619 h 6858000"/>
              <a:gd name="connsiteX590" fmla="*/ 655236 w 7472601"/>
              <a:gd name="connsiteY590" fmla="*/ 1268632 h 6858000"/>
              <a:gd name="connsiteX591" fmla="*/ 839521 w 7472601"/>
              <a:gd name="connsiteY591" fmla="*/ 1685315 h 6858000"/>
              <a:gd name="connsiteX592" fmla="*/ 1109416 w 7472601"/>
              <a:gd name="connsiteY592" fmla="*/ 2061663 h 6858000"/>
              <a:gd name="connsiteX593" fmla="*/ 1298300 w 7472601"/>
              <a:gd name="connsiteY593" fmla="*/ 2247742 h 6858000"/>
              <a:gd name="connsiteX594" fmla="*/ 1125871 w 7472601"/>
              <a:gd name="connsiteY594" fmla="*/ 1989513 h 6858000"/>
              <a:gd name="connsiteX595" fmla="*/ 981574 w 7472601"/>
              <a:gd name="connsiteY595" fmla="*/ 1783157 h 6858000"/>
              <a:gd name="connsiteX596" fmla="*/ 922198 w 7472601"/>
              <a:gd name="connsiteY596" fmla="*/ 1677437 h 6858000"/>
              <a:gd name="connsiteX597" fmla="*/ 869293 w 7472601"/>
              <a:gd name="connsiteY597" fmla="*/ 1583214 h 6858000"/>
              <a:gd name="connsiteX598" fmla="*/ 751431 w 7472601"/>
              <a:gd name="connsiteY598" fmla="*/ 1405731 h 6858000"/>
              <a:gd name="connsiteX599" fmla="*/ 655236 w 7472601"/>
              <a:gd name="connsiteY599" fmla="*/ 1268632 h 6858000"/>
              <a:gd name="connsiteX600" fmla="*/ 6516292 w 7472601"/>
              <a:gd name="connsiteY600" fmla="*/ 1263064 h 6858000"/>
              <a:gd name="connsiteX601" fmla="*/ 5736320 w 7472601"/>
              <a:gd name="connsiteY601" fmla="*/ 1501803 h 6858000"/>
              <a:gd name="connsiteX602" fmla="*/ 6516292 w 7472601"/>
              <a:gd name="connsiteY602" fmla="*/ 1263064 h 6858000"/>
              <a:gd name="connsiteX603" fmla="*/ 291466 w 7472601"/>
              <a:gd name="connsiteY603" fmla="*/ 1250369 h 6858000"/>
              <a:gd name="connsiteX604" fmla="*/ 323180 w 7472601"/>
              <a:gd name="connsiteY604" fmla="*/ 1435283 h 6858000"/>
              <a:gd name="connsiteX605" fmla="*/ 349381 w 7472601"/>
              <a:gd name="connsiteY605" fmla="*/ 1875041 h 6858000"/>
              <a:gd name="connsiteX606" fmla="*/ 374363 w 7472601"/>
              <a:gd name="connsiteY606" fmla="*/ 1506494 h 6858000"/>
              <a:gd name="connsiteX607" fmla="*/ 302168 w 7472601"/>
              <a:gd name="connsiteY607" fmla="*/ 1274495 h 6858000"/>
              <a:gd name="connsiteX608" fmla="*/ 291466 w 7472601"/>
              <a:gd name="connsiteY608" fmla="*/ 1250369 h 6858000"/>
              <a:gd name="connsiteX609" fmla="*/ 678222 w 7472601"/>
              <a:gd name="connsiteY609" fmla="*/ 1248670 h 6858000"/>
              <a:gd name="connsiteX610" fmla="*/ 775536 w 7472601"/>
              <a:gd name="connsiteY610" fmla="*/ 1388015 h 6858000"/>
              <a:gd name="connsiteX611" fmla="*/ 894529 w 7472601"/>
              <a:gd name="connsiteY611" fmla="*/ 1567739 h 6858000"/>
              <a:gd name="connsiteX612" fmla="*/ 948000 w 7472601"/>
              <a:gd name="connsiteY612" fmla="*/ 1663088 h 6858000"/>
              <a:gd name="connsiteX613" fmla="*/ 1006812 w 7472601"/>
              <a:gd name="connsiteY613" fmla="*/ 1767683 h 6858000"/>
              <a:gd name="connsiteX614" fmla="*/ 1149133 w 7472601"/>
              <a:gd name="connsiteY614" fmla="*/ 1971513 h 6858000"/>
              <a:gd name="connsiteX615" fmla="*/ 1333952 w 7472601"/>
              <a:gd name="connsiteY615" fmla="*/ 2251620 h 6858000"/>
              <a:gd name="connsiteX616" fmla="*/ 1337329 w 7472601"/>
              <a:gd name="connsiteY616" fmla="*/ 2258350 h 6858000"/>
              <a:gd name="connsiteX617" fmla="*/ 1014726 w 7472601"/>
              <a:gd name="connsiteY617" fmla="*/ 1615556 h 6858000"/>
              <a:gd name="connsiteX618" fmla="*/ 678222 w 7472601"/>
              <a:gd name="connsiteY618" fmla="*/ 1248670 h 6858000"/>
              <a:gd name="connsiteX619" fmla="*/ 6691602 w 7472601"/>
              <a:gd name="connsiteY619" fmla="*/ 1140573 h 6858000"/>
              <a:gd name="connsiteX620" fmla="*/ 6571100 w 7472601"/>
              <a:gd name="connsiteY620" fmla="*/ 1183662 h 6858000"/>
              <a:gd name="connsiteX621" fmla="*/ 6241687 w 7472601"/>
              <a:gd name="connsiteY621" fmla="*/ 1257600 h 6858000"/>
              <a:gd name="connsiteX622" fmla="*/ 5693009 w 7472601"/>
              <a:gd name="connsiteY622" fmla="*/ 1478256 h 6858000"/>
              <a:gd name="connsiteX623" fmla="*/ 6548420 w 7472601"/>
              <a:gd name="connsiteY623" fmla="*/ 1214599 h 6858000"/>
              <a:gd name="connsiteX624" fmla="*/ 6605473 w 7472601"/>
              <a:gd name="connsiteY624" fmla="*/ 1184686 h 6858000"/>
              <a:gd name="connsiteX625" fmla="*/ 6691602 w 7472601"/>
              <a:gd name="connsiteY625" fmla="*/ 1140573 h 6858000"/>
              <a:gd name="connsiteX626" fmla="*/ 4002475 w 7472601"/>
              <a:gd name="connsiteY626" fmla="*/ 1037802 h 6858000"/>
              <a:gd name="connsiteX627" fmla="*/ 4000324 w 7472601"/>
              <a:gd name="connsiteY627" fmla="*/ 1039362 h 6858000"/>
              <a:gd name="connsiteX628" fmla="*/ 4002862 w 7472601"/>
              <a:gd name="connsiteY628" fmla="*/ 1042866 h 6858000"/>
              <a:gd name="connsiteX629" fmla="*/ 4002475 w 7472601"/>
              <a:gd name="connsiteY629" fmla="*/ 1037802 h 6858000"/>
              <a:gd name="connsiteX630" fmla="*/ 506322 w 7472601"/>
              <a:gd name="connsiteY630" fmla="*/ 1020997 h 6858000"/>
              <a:gd name="connsiteX631" fmla="*/ 533068 w 7472601"/>
              <a:gd name="connsiteY631" fmla="*/ 1029409 h 6858000"/>
              <a:gd name="connsiteX632" fmla="*/ 1232525 w 7472601"/>
              <a:gd name="connsiteY632" fmla="*/ 1804675 h 6858000"/>
              <a:gd name="connsiteX633" fmla="*/ 1388858 w 7472601"/>
              <a:gd name="connsiteY633" fmla="*/ 2368011 h 6858000"/>
              <a:gd name="connsiteX634" fmla="*/ 1384098 w 7472601"/>
              <a:gd name="connsiteY634" fmla="*/ 2378125 h 6858000"/>
              <a:gd name="connsiteX635" fmla="*/ 1425393 w 7472601"/>
              <a:gd name="connsiteY635" fmla="*/ 2589124 h 6858000"/>
              <a:gd name="connsiteX636" fmla="*/ 1424001 w 7472601"/>
              <a:gd name="connsiteY636" fmla="*/ 2597541 h 6858000"/>
              <a:gd name="connsiteX637" fmla="*/ 2152729 w 7472601"/>
              <a:gd name="connsiteY637" fmla="*/ 2864487 h 6858000"/>
              <a:gd name="connsiteX638" fmla="*/ 2020609 w 7472601"/>
              <a:gd name="connsiteY638" fmla="*/ 2539671 h 6858000"/>
              <a:gd name="connsiteX639" fmla="*/ 2018920 w 7472601"/>
              <a:gd name="connsiteY639" fmla="*/ 2536309 h 6858000"/>
              <a:gd name="connsiteX640" fmla="*/ 1342441 w 7472601"/>
              <a:gd name="connsiteY640" fmla="*/ 1173017 h 6858000"/>
              <a:gd name="connsiteX641" fmla="*/ 1367925 w 7472601"/>
              <a:gd name="connsiteY641" fmla="*/ 1135648 h 6858000"/>
              <a:gd name="connsiteX642" fmla="*/ 1771401 w 7472601"/>
              <a:gd name="connsiteY642" fmla="*/ 1806673 h 6858000"/>
              <a:gd name="connsiteX643" fmla="*/ 1972385 w 7472601"/>
              <a:gd name="connsiteY643" fmla="*/ 2198735 h 6858000"/>
              <a:gd name="connsiteX644" fmla="*/ 2040892 w 7472601"/>
              <a:gd name="connsiteY644" fmla="*/ 2405205 h 6858000"/>
              <a:gd name="connsiteX645" fmla="*/ 2131689 w 7472601"/>
              <a:gd name="connsiteY645" fmla="*/ 1936926 h 6858000"/>
              <a:gd name="connsiteX646" fmla="*/ 2454820 w 7472601"/>
              <a:gd name="connsiteY646" fmla="*/ 1248808 h 6858000"/>
              <a:gd name="connsiteX647" fmla="*/ 2492512 w 7472601"/>
              <a:gd name="connsiteY647" fmla="*/ 1302920 h 6858000"/>
              <a:gd name="connsiteX648" fmla="*/ 2081216 w 7472601"/>
              <a:gd name="connsiteY648" fmla="*/ 2527513 h 6858000"/>
              <a:gd name="connsiteX649" fmla="*/ 2081211 w 7472601"/>
              <a:gd name="connsiteY649" fmla="*/ 2528916 h 6858000"/>
              <a:gd name="connsiteX650" fmla="*/ 2199067 w 7472601"/>
              <a:gd name="connsiteY650" fmla="*/ 2884061 h 6858000"/>
              <a:gd name="connsiteX651" fmla="*/ 3192586 w 7472601"/>
              <a:gd name="connsiteY651" fmla="*/ 3411496 h 6858000"/>
              <a:gd name="connsiteX652" fmla="*/ 3182620 w 7472601"/>
              <a:gd name="connsiteY652" fmla="*/ 3483279 h 6858000"/>
              <a:gd name="connsiteX653" fmla="*/ 2435119 w 7472601"/>
              <a:gd name="connsiteY653" fmla="*/ 3080173 h 6858000"/>
              <a:gd name="connsiteX654" fmla="*/ 2410152 w 7472601"/>
              <a:gd name="connsiteY654" fmla="*/ 3063751 h 6858000"/>
              <a:gd name="connsiteX655" fmla="*/ 2408099 w 7472601"/>
              <a:gd name="connsiteY655" fmla="*/ 3064403 h 6858000"/>
              <a:gd name="connsiteX656" fmla="*/ 2407218 w 7472601"/>
              <a:gd name="connsiteY656" fmla="*/ 3070324 h 6858000"/>
              <a:gd name="connsiteX657" fmla="*/ 2380138 w 7472601"/>
              <a:gd name="connsiteY657" fmla="*/ 3099341 h 6858000"/>
              <a:gd name="connsiteX658" fmla="*/ 1765923 w 7472601"/>
              <a:gd name="connsiteY658" fmla="*/ 3581043 h 6858000"/>
              <a:gd name="connsiteX659" fmla="*/ 1702258 w 7472601"/>
              <a:gd name="connsiteY659" fmla="*/ 3612286 h 6858000"/>
              <a:gd name="connsiteX660" fmla="*/ 1538370 w 7472601"/>
              <a:gd name="connsiteY660" fmla="*/ 3811804 h 6858000"/>
              <a:gd name="connsiteX661" fmla="*/ 542867 w 7472601"/>
              <a:gd name="connsiteY661" fmla="*/ 4944092 h 6858000"/>
              <a:gd name="connsiteX662" fmla="*/ 515800 w 7472601"/>
              <a:gd name="connsiteY662" fmla="*/ 4862180 h 6858000"/>
              <a:gd name="connsiteX663" fmla="*/ 909145 w 7472601"/>
              <a:gd name="connsiteY663" fmla="*/ 4199225 h 6858000"/>
              <a:gd name="connsiteX664" fmla="*/ 1214067 w 7472601"/>
              <a:gd name="connsiteY664" fmla="*/ 3908561 h 6858000"/>
              <a:gd name="connsiteX665" fmla="*/ 640967 w 7472601"/>
              <a:gd name="connsiteY665" fmla="*/ 4105601 h 6858000"/>
              <a:gd name="connsiteX666" fmla="*/ 112563 w 7472601"/>
              <a:gd name="connsiteY666" fmla="*/ 4396952 h 6858000"/>
              <a:gd name="connsiteX667" fmla="*/ 0 w 7472601"/>
              <a:gd name="connsiteY667" fmla="*/ 4466006 h 6858000"/>
              <a:gd name="connsiteX668" fmla="*/ 0 w 7472601"/>
              <a:gd name="connsiteY668" fmla="*/ 4233763 h 6858000"/>
              <a:gd name="connsiteX669" fmla="*/ 36881 w 7472601"/>
              <a:gd name="connsiteY669" fmla="*/ 4200118 h 6858000"/>
              <a:gd name="connsiteX670" fmla="*/ 910534 w 7472601"/>
              <a:gd name="connsiteY670" fmla="*/ 3629753 h 6858000"/>
              <a:gd name="connsiteX671" fmla="*/ 1578717 w 7472601"/>
              <a:gd name="connsiteY671" fmla="*/ 3575982 h 6858000"/>
              <a:gd name="connsiteX672" fmla="*/ 2338780 w 7472601"/>
              <a:gd name="connsiteY672" fmla="*/ 3033725 h 6858000"/>
              <a:gd name="connsiteX673" fmla="*/ 1807991 w 7472601"/>
              <a:gd name="connsiteY673" fmla="*/ 2807184 h 6858000"/>
              <a:gd name="connsiteX674" fmla="*/ 1416358 w 7472601"/>
              <a:gd name="connsiteY674" fmla="*/ 3112571 h 6858000"/>
              <a:gd name="connsiteX675" fmla="*/ 939066 w 7472601"/>
              <a:gd name="connsiteY675" fmla="*/ 3378798 h 6858000"/>
              <a:gd name="connsiteX676" fmla="*/ 115099 w 7472601"/>
              <a:gd name="connsiteY676" fmla="*/ 3607650 h 6858000"/>
              <a:gd name="connsiteX677" fmla="*/ 97284 w 7472601"/>
              <a:gd name="connsiteY677" fmla="*/ 3520393 h 6858000"/>
              <a:gd name="connsiteX678" fmla="*/ 922050 w 7472601"/>
              <a:gd name="connsiteY678" fmla="*/ 3074867 h 6858000"/>
              <a:gd name="connsiteX679" fmla="*/ 1405265 w 7472601"/>
              <a:gd name="connsiteY679" fmla="*/ 3016319 h 6858000"/>
              <a:gd name="connsiteX680" fmla="*/ 1407512 w 7472601"/>
              <a:gd name="connsiteY680" fmla="*/ 3018001 h 6858000"/>
              <a:gd name="connsiteX681" fmla="*/ 1726266 w 7472601"/>
              <a:gd name="connsiteY681" fmla="*/ 2777274 h 6858000"/>
              <a:gd name="connsiteX682" fmla="*/ 625390 w 7472601"/>
              <a:gd name="connsiteY682" fmla="*/ 2514541 h 6858000"/>
              <a:gd name="connsiteX683" fmla="*/ 619799 w 7472601"/>
              <a:gd name="connsiteY683" fmla="*/ 2527180 h 6858000"/>
              <a:gd name="connsiteX684" fmla="*/ 310030 w 7472601"/>
              <a:gd name="connsiteY684" fmla="*/ 2771818 h 6858000"/>
              <a:gd name="connsiteX685" fmla="*/ 173877 w 7472601"/>
              <a:gd name="connsiteY685" fmla="*/ 2937056 h 6858000"/>
              <a:gd name="connsiteX686" fmla="*/ 77889 w 7472601"/>
              <a:gd name="connsiteY686" fmla="*/ 3138440 h 6858000"/>
              <a:gd name="connsiteX687" fmla="*/ 0 w 7472601"/>
              <a:gd name="connsiteY687" fmla="*/ 3271395 h 6858000"/>
              <a:gd name="connsiteX688" fmla="*/ 0 w 7472601"/>
              <a:gd name="connsiteY688" fmla="*/ 3153002 h 6858000"/>
              <a:gd name="connsiteX689" fmla="*/ 2386 w 7472601"/>
              <a:gd name="connsiteY689" fmla="*/ 3149203 h 6858000"/>
              <a:gd name="connsiteX690" fmla="*/ 89753 w 7472601"/>
              <a:gd name="connsiteY690" fmla="*/ 2987702 h 6858000"/>
              <a:gd name="connsiteX691" fmla="*/ 76869 w 7472601"/>
              <a:gd name="connsiteY691" fmla="*/ 3005404 h 6858000"/>
              <a:gd name="connsiteX692" fmla="*/ 32049 w 7472601"/>
              <a:gd name="connsiteY692" fmla="*/ 3065814 h 6858000"/>
              <a:gd name="connsiteX693" fmla="*/ 0 w 7472601"/>
              <a:gd name="connsiteY693" fmla="*/ 3108744 h 6858000"/>
              <a:gd name="connsiteX694" fmla="*/ 0 w 7472601"/>
              <a:gd name="connsiteY694" fmla="*/ 3058059 h 6858000"/>
              <a:gd name="connsiteX695" fmla="*/ 7610 w 7472601"/>
              <a:gd name="connsiteY695" fmla="*/ 3047889 h 6858000"/>
              <a:gd name="connsiteX696" fmla="*/ 52419 w 7472601"/>
              <a:gd name="connsiteY696" fmla="*/ 2987479 h 6858000"/>
              <a:gd name="connsiteX697" fmla="*/ 59142 w 7472601"/>
              <a:gd name="connsiteY697" fmla="*/ 2978488 h 6858000"/>
              <a:gd name="connsiteX698" fmla="*/ 0 w 7472601"/>
              <a:gd name="connsiteY698" fmla="*/ 3015334 h 6858000"/>
              <a:gd name="connsiteX699" fmla="*/ 0 w 7472601"/>
              <a:gd name="connsiteY699" fmla="*/ 2914286 h 6858000"/>
              <a:gd name="connsiteX700" fmla="*/ 36383 w 7472601"/>
              <a:gd name="connsiteY700" fmla="*/ 2901128 h 6858000"/>
              <a:gd name="connsiteX701" fmla="*/ 156329 w 7472601"/>
              <a:gd name="connsiteY701" fmla="*/ 2840533 h 6858000"/>
              <a:gd name="connsiteX702" fmla="*/ 358355 w 7472601"/>
              <a:gd name="connsiteY702" fmla="*/ 2620471 h 6858000"/>
              <a:gd name="connsiteX703" fmla="*/ 510577 w 7472601"/>
              <a:gd name="connsiteY703" fmla="*/ 2501244 h 6858000"/>
              <a:gd name="connsiteX704" fmla="*/ 211967 w 7472601"/>
              <a:gd name="connsiteY704" fmla="*/ 2479171 h 6858000"/>
              <a:gd name="connsiteX705" fmla="*/ 0 w 7472601"/>
              <a:gd name="connsiteY705" fmla="*/ 2476398 h 6858000"/>
              <a:gd name="connsiteX706" fmla="*/ 0 w 7472601"/>
              <a:gd name="connsiteY706" fmla="*/ 2389189 h 6858000"/>
              <a:gd name="connsiteX707" fmla="*/ 103062 w 7472601"/>
              <a:gd name="connsiteY707" fmla="*/ 2389518 h 6858000"/>
              <a:gd name="connsiteX708" fmla="*/ 510734 w 7472601"/>
              <a:gd name="connsiteY708" fmla="*/ 2416201 h 6858000"/>
              <a:gd name="connsiteX709" fmla="*/ 279257 w 7472601"/>
              <a:gd name="connsiteY709" fmla="*/ 2092102 h 6858000"/>
              <a:gd name="connsiteX710" fmla="*/ 65265 w 7472601"/>
              <a:gd name="connsiteY710" fmla="*/ 2006049 h 6858000"/>
              <a:gd name="connsiteX711" fmla="*/ 0 w 7472601"/>
              <a:gd name="connsiteY711" fmla="*/ 1982532 h 6858000"/>
              <a:gd name="connsiteX712" fmla="*/ 0 w 7472601"/>
              <a:gd name="connsiteY712" fmla="*/ 1912789 h 6858000"/>
              <a:gd name="connsiteX713" fmla="*/ 97460 w 7472601"/>
              <a:gd name="connsiteY713" fmla="*/ 1953725 h 6858000"/>
              <a:gd name="connsiteX714" fmla="*/ 221272 w 7472601"/>
              <a:gd name="connsiteY714" fmla="*/ 1980766 h 6858000"/>
              <a:gd name="connsiteX715" fmla="*/ 116765 w 7472601"/>
              <a:gd name="connsiteY715" fmla="*/ 1911033 h 6858000"/>
              <a:gd name="connsiteX716" fmla="*/ 16405 w 7472601"/>
              <a:gd name="connsiteY716" fmla="*/ 1803412 h 6858000"/>
              <a:gd name="connsiteX717" fmla="*/ 0 w 7472601"/>
              <a:gd name="connsiteY717" fmla="*/ 1784777 h 6858000"/>
              <a:gd name="connsiteX718" fmla="*/ 0 w 7472601"/>
              <a:gd name="connsiteY718" fmla="*/ 1740082 h 6858000"/>
              <a:gd name="connsiteX719" fmla="*/ 39394 w 7472601"/>
              <a:gd name="connsiteY719" fmla="*/ 1784856 h 6858000"/>
              <a:gd name="connsiteX720" fmla="*/ 135813 w 7472601"/>
              <a:gd name="connsiteY720" fmla="*/ 1888838 h 6858000"/>
              <a:gd name="connsiteX721" fmla="*/ 242575 w 7472601"/>
              <a:gd name="connsiteY721" fmla="*/ 1958841 h 6858000"/>
              <a:gd name="connsiteX722" fmla="*/ 82197 w 7472601"/>
              <a:gd name="connsiteY722" fmla="*/ 1754826 h 6858000"/>
              <a:gd name="connsiteX723" fmla="*/ 0 w 7472601"/>
              <a:gd name="connsiteY723" fmla="*/ 1679650 h 6858000"/>
              <a:gd name="connsiteX724" fmla="*/ 0 w 7472601"/>
              <a:gd name="connsiteY724" fmla="*/ 1602463 h 6858000"/>
              <a:gd name="connsiteX725" fmla="*/ 84689 w 7472601"/>
              <a:gd name="connsiteY725" fmla="*/ 1677442 h 6858000"/>
              <a:gd name="connsiteX726" fmla="*/ 298437 w 7472601"/>
              <a:gd name="connsiteY726" fmla="*/ 1968019 h 6858000"/>
              <a:gd name="connsiteX727" fmla="*/ 227269 w 7472601"/>
              <a:gd name="connsiteY727" fmla="*/ 1114064 h 6858000"/>
              <a:gd name="connsiteX728" fmla="*/ 248003 w 7472601"/>
              <a:gd name="connsiteY728" fmla="*/ 1089613 h 6858000"/>
              <a:gd name="connsiteX729" fmla="*/ 427020 w 7472601"/>
              <a:gd name="connsiteY729" fmla="*/ 1619803 h 6858000"/>
              <a:gd name="connsiteX730" fmla="*/ 340345 w 7472601"/>
              <a:gd name="connsiteY730" fmla="*/ 2027739 h 6858000"/>
              <a:gd name="connsiteX731" fmla="*/ 360865 w 7472601"/>
              <a:gd name="connsiteY731" fmla="*/ 2044827 h 6858000"/>
              <a:gd name="connsiteX732" fmla="*/ 560414 w 7472601"/>
              <a:gd name="connsiteY732" fmla="*/ 2421457 h 6858000"/>
              <a:gd name="connsiteX733" fmla="*/ 1359703 w 7472601"/>
              <a:gd name="connsiteY733" fmla="*/ 2578554 h 6858000"/>
              <a:gd name="connsiteX734" fmla="*/ 1359422 w 7472601"/>
              <a:gd name="connsiteY734" fmla="*/ 2577994 h 6858000"/>
              <a:gd name="connsiteX735" fmla="*/ 828701 w 7472601"/>
              <a:gd name="connsiteY735" fmla="*/ 1839520 h 6858000"/>
              <a:gd name="connsiteX736" fmla="*/ 494427 w 7472601"/>
              <a:gd name="connsiteY736" fmla="*/ 1092333 h 6858000"/>
              <a:gd name="connsiteX737" fmla="*/ 506322 w 7472601"/>
              <a:gd name="connsiteY737" fmla="*/ 1020997 h 6858000"/>
              <a:gd name="connsiteX738" fmla="*/ 4570198 w 7472601"/>
              <a:gd name="connsiteY738" fmla="*/ 978081 h 6858000"/>
              <a:gd name="connsiteX739" fmla="*/ 4523691 w 7472601"/>
              <a:gd name="connsiteY739" fmla="*/ 1127776 h 6858000"/>
              <a:gd name="connsiteX740" fmla="*/ 4509875 w 7472601"/>
              <a:gd name="connsiteY740" fmla="*/ 1167552 h 6858000"/>
              <a:gd name="connsiteX741" fmla="*/ 4478168 w 7472601"/>
              <a:gd name="connsiteY741" fmla="*/ 1260735 h 6858000"/>
              <a:gd name="connsiteX742" fmla="*/ 4409309 w 7472601"/>
              <a:gd name="connsiteY742" fmla="*/ 1666996 h 6858000"/>
              <a:gd name="connsiteX743" fmla="*/ 4370031 w 7472601"/>
              <a:gd name="connsiteY743" fmla="*/ 1955666 h 6858000"/>
              <a:gd name="connsiteX744" fmla="*/ 4570198 w 7472601"/>
              <a:gd name="connsiteY744" fmla="*/ 978081 h 6858000"/>
              <a:gd name="connsiteX745" fmla="*/ 4557898 w 7472601"/>
              <a:gd name="connsiteY745" fmla="*/ 900011 h 6858000"/>
              <a:gd name="connsiteX746" fmla="*/ 4344840 w 7472601"/>
              <a:gd name="connsiteY746" fmla="*/ 1922038 h 6858000"/>
              <a:gd name="connsiteX747" fmla="*/ 4378710 w 7472601"/>
              <a:gd name="connsiteY747" fmla="*/ 1665516 h 6858000"/>
              <a:gd name="connsiteX748" fmla="*/ 4448798 w 7472601"/>
              <a:gd name="connsiteY748" fmla="*/ 1253024 h 6858000"/>
              <a:gd name="connsiteX749" fmla="*/ 4480315 w 7472601"/>
              <a:gd name="connsiteY749" fmla="*/ 1158454 h 6858000"/>
              <a:gd name="connsiteX750" fmla="*/ 4494133 w 7472601"/>
              <a:gd name="connsiteY750" fmla="*/ 1118676 h 6858000"/>
              <a:gd name="connsiteX751" fmla="*/ 4557898 w 7472601"/>
              <a:gd name="connsiteY751" fmla="*/ 900011 h 6858000"/>
              <a:gd name="connsiteX752" fmla="*/ 5870151 w 7472601"/>
              <a:gd name="connsiteY752" fmla="*/ 898890 h 6858000"/>
              <a:gd name="connsiteX753" fmla="*/ 5861335 w 7472601"/>
              <a:gd name="connsiteY753" fmla="*/ 899177 h 6858000"/>
              <a:gd name="connsiteX754" fmla="*/ 5843702 w 7472601"/>
              <a:gd name="connsiteY754" fmla="*/ 899748 h 6858000"/>
              <a:gd name="connsiteX755" fmla="*/ 5651107 w 7472601"/>
              <a:gd name="connsiteY755" fmla="*/ 920306 h 6858000"/>
              <a:gd name="connsiteX756" fmla="*/ 5459407 w 7472601"/>
              <a:gd name="connsiteY756" fmla="*/ 940975 h 6858000"/>
              <a:gd name="connsiteX757" fmla="*/ 5374846 w 7472601"/>
              <a:gd name="connsiteY757" fmla="*/ 941988 h 6858000"/>
              <a:gd name="connsiteX758" fmla="*/ 5256105 w 7472601"/>
              <a:gd name="connsiteY758" fmla="*/ 945632 h 6858000"/>
              <a:gd name="connsiteX759" fmla="*/ 5107071 w 7472601"/>
              <a:gd name="connsiteY759" fmla="*/ 969720 h 6858000"/>
              <a:gd name="connsiteX760" fmla="*/ 4998681 w 7472601"/>
              <a:gd name="connsiteY760" fmla="*/ 988771 h 6858000"/>
              <a:gd name="connsiteX761" fmla="*/ 5870151 w 7472601"/>
              <a:gd name="connsiteY761" fmla="*/ 898890 h 6858000"/>
              <a:gd name="connsiteX762" fmla="*/ 5504425 w 7472601"/>
              <a:gd name="connsiteY762" fmla="*/ 848067 h 6858000"/>
              <a:gd name="connsiteX763" fmla="*/ 4968849 w 7472601"/>
              <a:gd name="connsiteY763" fmla="*/ 962318 h 6858000"/>
              <a:gd name="connsiteX764" fmla="*/ 5104039 w 7472601"/>
              <a:gd name="connsiteY764" fmla="*/ 940634 h 6858000"/>
              <a:gd name="connsiteX765" fmla="*/ 5256311 w 7472601"/>
              <a:gd name="connsiteY765" fmla="*/ 916490 h 6858000"/>
              <a:gd name="connsiteX766" fmla="*/ 5377381 w 7472601"/>
              <a:gd name="connsiteY766" fmla="*/ 912671 h 6858000"/>
              <a:gd name="connsiteX767" fmla="*/ 5460148 w 7472601"/>
              <a:gd name="connsiteY767" fmla="*/ 911442 h 6858000"/>
              <a:gd name="connsiteX768" fmla="*/ 5648971 w 7472601"/>
              <a:gd name="connsiteY768" fmla="*/ 891331 h 6858000"/>
              <a:gd name="connsiteX769" fmla="*/ 5844807 w 7472601"/>
              <a:gd name="connsiteY769" fmla="*/ 870718 h 6858000"/>
              <a:gd name="connsiteX770" fmla="*/ 5862975 w 7472601"/>
              <a:gd name="connsiteY770" fmla="*/ 869756 h 6858000"/>
              <a:gd name="connsiteX771" fmla="*/ 5920887 w 7472601"/>
              <a:gd name="connsiteY771" fmla="*/ 865929 h 6858000"/>
              <a:gd name="connsiteX772" fmla="*/ 5504425 w 7472601"/>
              <a:gd name="connsiteY772" fmla="*/ 848067 h 6858000"/>
              <a:gd name="connsiteX773" fmla="*/ 3607114 w 7472601"/>
              <a:gd name="connsiteY773" fmla="*/ 467441 h 6858000"/>
              <a:gd name="connsiteX774" fmla="*/ 3296242 w 7472601"/>
              <a:gd name="connsiteY774" fmla="*/ 807991 h 6858000"/>
              <a:gd name="connsiteX775" fmla="*/ 3174674 w 7472601"/>
              <a:gd name="connsiteY775" fmla="*/ 919759 h 6858000"/>
              <a:gd name="connsiteX776" fmla="*/ 3042978 w 7472601"/>
              <a:gd name="connsiteY776" fmla="*/ 1054894 h 6858000"/>
              <a:gd name="connsiteX777" fmla="*/ 2968914 w 7472601"/>
              <a:gd name="connsiteY777" fmla="*/ 1133756 h 6858000"/>
              <a:gd name="connsiteX778" fmla="*/ 3103823 w 7472601"/>
              <a:gd name="connsiteY778" fmla="*/ 1026814 h 6858000"/>
              <a:gd name="connsiteX779" fmla="*/ 3607114 w 7472601"/>
              <a:gd name="connsiteY779" fmla="*/ 467441 h 6858000"/>
              <a:gd name="connsiteX780" fmla="*/ 3744487 w 7472601"/>
              <a:gd name="connsiteY780" fmla="*/ 383136 h 6858000"/>
              <a:gd name="connsiteX781" fmla="*/ 3970213 w 7472601"/>
              <a:gd name="connsiteY781" fmla="*/ 995559 h 6858000"/>
              <a:gd name="connsiteX782" fmla="*/ 3744487 w 7472601"/>
              <a:gd name="connsiteY782" fmla="*/ 383136 h 6858000"/>
              <a:gd name="connsiteX783" fmla="*/ 3624562 w 7472601"/>
              <a:gd name="connsiteY783" fmla="*/ 367041 h 6858000"/>
              <a:gd name="connsiteX784" fmla="*/ 3489712 w 7472601"/>
              <a:gd name="connsiteY784" fmla="*/ 485386 h 6858000"/>
              <a:gd name="connsiteX785" fmla="*/ 3182994 w 7472601"/>
              <a:gd name="connsiteY785" fmla="*/ 828265 h 6858000"/>
              <a:gd name="connsiteX786" fmla="*/ 2892114 w 7472601"/>
              <a:gd name="connsiteY786" fmla="*/ 1172635 h 6858000"/>
              <a:gd name="connsiteX787" fmla="*/ 3021459 w 7472601"/>
              <a:gd name="connsiteY787" fmla="*/ 1035385 h 6858000"/>
              <a:gd name="connsiteX788" fmla="*/ 3153873 w 7472601"/>
              <a:gd name="connsiteY788" fmla="*/ 898971 h 6858000"/>
              <a:gd name="connsiteX789" fmla="*/ 3276511 w 7472601"/>
              <a:gd name="connsiteY789" fmla="*/ 786423 h 6858000"/>
              <a:gd name="connsiteX790" fmla="*/ 3584154 w 7472601"/>
              <a:gd name="connsiteY790" fmla="*/ 448218 h 6858000"/>
              <a:gd name="connsiteX791" fmla="*/ 3624562 w 7472601"/>
              <a:gd name="connsiteY791" fmla="*/ 367041 h 6858000"/>
              <a:gd name="connsiteX792" fmla="*/ 3766672 w 7472601"/>
              <a:gd name="connsiteY792" fmla="*/ 359429 h 6858000"/>
              <a:gd name="connsiteX793" fmla="*/ 3996338 w 7472601"/>
              <a:gd name="connsiteY793" fmla="*/ 968237 h 6858000"/>
              <a:gd name="connsiteX794" fmla="*/ 3766672 w 7472601"/>
              <a:gd name="connsiteY794" fmla="*/ 359429 h 6858000"/>
              <a:gd name="connsiteX795" fmla="*/ 5805386 w 7472601"/>
              <a:gd name="connsiteY795" fmla="*/ 239240 h 6858000"/>
              <a:gd name="connsiteX796" fmla="*/ 5736947 w 7472601"/>
              <a:gd name="connsiteY796" fmla="*/ 261367 h 6858000"/>
              <a:gd name="connsiteX797" fmla="*/ 5427012 w 7472601"/>
              <a:gd name="connsiteY797" fmla="*/ 311272 h 6858000"/>
              <a:gd name="connsiteX798" fmla="*/ 5147818 w 7472601"/>
              <a:gd name="connsiteY798" fmla="*/ 322112 h 6858000"/>
              <a:gd name="connsiteX799" fmla="*/ 5060854 w 7472601"/>
              <a:gd name="connsiteY799" fmla="*/ 311882 h 6858000"/>
              <a:gd name="connsiteX800" fmla="*/ 4945989 w 7472601"/>
              <a:gd name="connsiteY800" fmla="*/ 300516 h 6858000"/>
              <a:gd name="connsiteX801" fmla="*/ 5410479 w 7472601"/>
              <a:gd name="connsiteY801" fmla="*/ 348434 h 6858000"/>
              <a:gd name="connsiteX802" fmla="*/ 5805386 w 7472601"/>
              <a:gd name="connsiteY802" fmla="*/ 239240 h 6858000"/>
              <a:gd name="connsiteX803" fmla="*/ 5905192 w 7472601"/>
              <a:gd name="connsiteY803" fmla="*/ 163079 h 6858000"/>
              <a:gd name="connsiteX804" fmla="*/ 5865655 w 7472601"/>
              <a:gd name="connsiteY804" fmla="*/ 171901 h 6858000"/>
              <a:gd name="connsiteX805" fmla="*/ 5259740 w 7472601"/>
              <a:gd name="connsiteY805" fmla="*/ 257013 h 6858000"/>
              <a:gd name="connsiteX806" fmla="*/ 5208466 w 7472601"/>
              <a:gd name="connsiteY806" fmla="*/ 257550 h 6858000"/>
              <a:gd name="connsiteX807" fmla="*/ 4980204 w 7472601"/>
              <a:gd name="connsiteY807" fmla="*/ 271903 h 6858000"/>
              <a:gd name="connsiteX808" fmla="*/ 5068068 w 7472601"/>
              <a:gd name="connsiteY808" fmla="*/ 282244 h 6858000"/>
              <a:gd name="connsiteX809" fmla="*/ 5153231 w 7472601"/>
              <a:gd name="connsiteY809" fmla="*/ 292240 h 6858000"/>
              <a:gd name="connsiteX810" fmla="*/ 5426491 w 7472601"/>
              <a:gd name="connsiteY810" fmla="*/ 281128 h 6858000"/>
              <a:gd name="connsiteX811" fmla="*/ 5731212 w 7472601"/>
              <a:gd name="connsiteY811" fmla="*/ 231951 h 6858000"/>
              <a:gd name="connsiteX812" fmla="*/ 5905192 w 7472601"/>
              <a:gd name="connsiteY812" fmla="*/ 163079 h 6858000"/>
              <a:gd name="connsiteX813" fmla="*/ 5944437 w 7472601"/>
              <a:gd name="connsiteY813" fmla="*/ 113829 h 6858000"/>
              <a:gd name="connsiteX814" fmla="*/ 5825032 w 7472601"/>
              <a:gd name="connsiteY814" fmla="*/ 146405 h 6858000"/>
              <a:gd name="connsiteX815" fmla="*/ 4955599 w 7472601"/>
              <a:gd name="connsiteY815" fmla="*/ 247008 h 6858000"/>
              <a:gd name="connsiteX816" fmla="*/ 5210104 w 7472601"/>
              <a:gd name="connsiteY816" fmla="*/ 228123 h 6858000"/>
              <a:gd name="connsiteX817" fmla="*/ 5261015 w 7472601"/>
              <a:gd name="connsiteY817" fmla="*/ 227087 h 6858000"/>
              <a:gd name="connsiteX818" fmla="*/ 5861181 w 7472601"/>
              <a:gd name="connsiteY818" fmla="*/ 143093 h 6858000"/>
              <a:gd name="connsiteX819" fmla="*/ 5961252 w 7472601"/>
              <a:gd name="connsiteY819" fmla="*/ 114820 h 6858000"/>
              <a:gd name="connsiteX820" fmla="*/ 5944437 w 7472601"/>
              <a:gd name="connsiteY820" fmla="*/ 113829 h 6858000"/>
              <a:gd name="connsiteX821" fmla="*/ 3882765 w 7472601"/>
              <a:gd name="connsiteY821" fmla="*/ 0 h 6858000"/>
              <a:gd name="connsiteX822" fmla="*/ 3995099 w 7472601"/>
              <a:gd name="connsiteY822" fmla="*/ 0 h 6858000"/>
              <a:gd name="connsiteX823" fmla="*/ 4163818 w 7472601"/>
              <a:gd name="connsiteY823" fmla="*/ 234104 h 6858000"/>
              <a:gd name="connsiteX824" fmla="*/ 4172099 w 7472601"/>
              <a:gd name="connsiteY824" fmla="*/ 234207 h 6858000"/>
              <a:gd name="connsiteX825" fmla="*/ 4784282 w 7472601"/>
              <a:gd name="connsiteY825" fmla="*/ 276561 h 6858000"/>
              <a:gd name="connsiteX826" fmla="*/ 4801687 w 7472601"/>
              <a:gd name="connsiteY826" fmla="*/ 267764 h 6858000"/>
              <a:gd name="connsiteX827" fmla="*/ 6082788 w 7472601"/>
              <a:gd name="connsiteY827" fmla="*/ 64119 h 6858000"/>
              <a:gd name="connsiteX828" fmla="*/ 6099442 w 7472601"/>
              <a:gd name="connsiteY828" fmla="*/ 82568 h 6858000"/>
              <a:gd name="connsiteX829" fmla="*/ 4804137 w 7472601"/>
              <a:gd name="connsiteY829" fmla="*/ 320931 h 6858000"/>
              <a:gd name="connsiteX830" fmla="*/ 4227047 w 7472601"/>
              <a:gd name="connsiteY830" fmla="*/ 313415 h 6858000"/>
              <a:gd name="connsiteX831" fmla="*/ 4346041 w 7472601"/>
              <a:gd name="connsiteY831" fmla="*/ 456086 h 6858000"/>
              <a:gd name="connsiteX832" fmla="*/ 4870967 w 7472601"/>
              <a:gd name="connsiteY832" fmla="*/ 963061 h 6858000"/>
              <a:gd name="connsiteX833" fmla="*/ 4889647 w 7472601"/>
              <a:gd name="connsiteY833" fmla="*/ 957147 h 6858000"/>
              <a:gd name="connsiteX834" fmla="*/ 5422504 w 7472601"/>
              <a:gd name="connsiteY834" fmla="*/ 805191 h 6858000"/>
              <a:gd name="connsiteX835" fmla="*/ 6087656 w 7472601"/>
              <a:gd name="connsiteY835" fmla="*/ 826703 h 6858000"/>
              <a:gd name="connsiteX836" fmla="*/ 6058717 w 7472601"/>
              <a:gd name="connsiteY836" fmla="*/ 865992 h 6858000"/>
              <a:gd name="connsiteX837" fmla="*/ 4974153 w 7472601"/>
              <a:gd name="connsiteY837" fmla="*/ 1045456 h 6858000"/>
              <a:gd name="connsiteX838" fmla="*/ 5627835 w 7472601"/>
              <a:gd name="connsiteY838" fmla="*/ 1472077 h 6858000"/>
              <a:gd name="connsiteX839" fmla="*/ 5629817 w 7472601"/>
              <a:gd name="connsiteY839" fmla="*/ 1471412 h 6858000"/>
              <a:gd name="connsiteX840" fmla="*/ 5634124 w 7472601"/>
              <a:gd name="connsiteY840" fmla="*/ 1470572 h 6858000"/>
              <a:gd name="connsiteX841" fmla="*/ 5755832 w 7472601"/>
              <a:gd name="connsiteY841" fmla="*/ 1383886 h 6858000"/>
              <a:gd name="connsiteX842" fmla="*/ 6014186 w 7472601"/>
              <a:gd name="connsiteY842" fmla="*/ 1279799 h 6858000"/>
              <a:gd name="connsiteX843" fmla="*/ 6901619 w 7472601"/>
              <a:gd name="connsiteY843" fmla="*/ 1047874 h 6858000"/>
              <a:gd name="connsiteX844" fmla="*/ 6931566 w 7472601"/>
              <a:gd name="connsiteY844" fmla="*/ 1062034 h 6858000"/>
              <a:gd name="connsiteX845" fmla="*/ 5790982 w 7472601"/>
              <a:gd name="connsiteY845" fmla="*/ 1561380 h 6858000"/>
              <a:gd name="connsiteX846" fmla="*/ 6188971 w 7472601"/>
              <a:gd name="connsiteY846" fmla="*/ 1755168 h 6858000"/>
              <a:gd name="connsiteX847" fmla="*/ 6202446 w 7472601"/>
              <a:gd name="connsiteY847" fmla="*/ 1752268 h 6858000"/>
              <a:gd name="connsiteX848" fmla="*/ 7179560 w 7472601"/>
              <a:gd name="connsiteY848" fmla="*/ 1467551 h 6858000"/>
              <a:gd name="connsiteX849" fmla="*/ 7158730 w 7472601"/>
              <a:gd name="connsiteY849" fmla="*/ 1507835 h 6858000"/>
              <a:gd name="connsiteX850" fmla="*/ 6326959 w 7472601"/>
              <a:gd name="connsiteY850" fmla="*/ 1817686 h 6858000"/>
              <a:gd name="connsiteX851" fmla="*/ 6537433 w 7472601"/>
              <a:gd name="connsiteY851" fmla="*/ 1907790 h 6858000"/>
              <a:gd name="connsiteX852" fmla="*/ 6550221 w 7472601"/>
              <a:gd name="connsiteY852" fmla="*/ 1910729 h 6858000"/>
              <a:gd name="connsiteX853" fmla="*/ 6964438 w 7472601"/>
              <a:gd name="connsiteY853" fmla="*/ 2209505 h 6858000"/>
              <a:gd name="connsiteX854" fmla="*/ 7367862 w 7472601"/>
              <a:gd name="connsiteY854" fmla="*/ 2806833 h 6858000"/>
              <a:gd name="connsiteX855" fmla="*/ 7364329 w 7472601"/>
              <a:gd name="connsiteY855" fmla="*/ 2826907 h 6858000"/>
              <a:gd name="connsiteX856" fmla="*/ 7290545 w 7472601"/>
              <a:gd name="connsiteY856" fmla="*/ 2850663 h 6858000"/>
              <a:gd name="connsiteX857" fmla="*/ 6472036 w 7472601"/>
              <a:gd name="connsiteY857" fmla="*/ 1959003 h 6858000"/>
              <a:gd name="connsiteX858" fmla="*/ 5792897 w 7472601"/>
              <a:gd name="connsiteY858" fmla="*/ 1647747 h 6858000"/>
              <a:gd name="connsiteX859" fmla="*/ 5842751 w 7472601"/>
              <a:gd name="connsiteY859" fmla="*/ 1816112 h 6858000"/>
              <a:gd name="connsiteX860" fmla="*/ 5847424 w 7472601"/>
              <a:gd name="connsiteY860" fmla="*/ 1815776 h 6858000"/>
              <a:gd name="connsiteX861" fmla="*/ 6399821 w 7472601"/>
              <a:gd name="connsiteY861" fmla="*/ 2344799 h 6858000"/>
              <a:gd name="connsiteX862" fmla="*/ 6323232 w 7472601"/>
              <a:gd name="connsiteY862" fmla="*/ 2389634 h 6858000"/>
              <a:gd name="connsiteX863" fmla="*/ 5942958 w 7472601"/>
              <a:gd name="connsiteY863" fmla="*/ 2077708 h 6858000"/>
              <a:gd name="connsiteX864" fmla="*/ 5921559 w 7472601"/>
              <a:gd name="connsiteY864" fmla="*/ 2378596 h 6858000"/>
              <a:gd name="connsiteX865" fmla="*/ 5817651 w 7472601"/>
              <a:gd name="connsiteY865" fmla="*/ 3023919 h 6858000"/>
              <a:gd name="connsiteX866" fmla="*/ 5729634 w 7472601"/>
              <a:gd name="connsiteY866" fmla="*/ 3051849 h 6858000"/>
              <a:gd name="connsiteX867" fmla="*/ 5611018 w 7472601"/>
              <a:gd name="connsiteY867" fmla="*/ 2316769 h 6858000"/>
              <a:gd name="connsiteX868" fmla="*/ 5687608 w 7472601"/>
              <a:gd name="connsiteY868" fmla="*/ 2039972 h 6858000"/>
              <a:gd name="connsiteX869" fmla="*/ 5657554 w 7472601"/>
              <a:gd name="connsiteY869" fmla="*/ 1576445 h 6858000"/>
              <a:gd name="connsiteX870" fmla="*/ 5150475 w 7472601"/>
              <a:gd name="connsiteY870" fmla="*/ 1274012 h 6858000"/>
              <a:gd name="connsiteX871" fmla="*/ 5349142 w 7472601"/>
              <a:gd name="connsiteY871" fmla="*/ 2204405 h 6858000"/>
              <a:gd name="connsiteX872" fmla="*/ 5262214 w 7472601"/>
              <a:gd name="connsiteY872" fmla="*/ 2233836 h 6858000"/>
              <a:gd name="connsiteX873" fmla="*/ 4981539 w 7472601"/>
              <a:gd name="connsiteY873" fmla="*/ 1542201 h 6858000"/>
              <a:gd name="connsiteX874" fmla="*/ 4958461 w 7472601"/>
              <a:gd name="connsiteY874" fmla="*/ 1136957 h 6858000"/>
              <a:gd name="connsiteX875" fmla="*/ 4655015 w 7472601"/>
              <a:gd name="connsiteY875" fmla="*/ 891426 h 6858000"/>
              <a:gd name="connsiteX876" fmla="*/ 4348002 w 7472601"/>
              <a:gd name="connsiteY876" fmla="*/ 2205895 h 6858000"/>
              <a:gd name="connsiteX877" fmla="*/ 4262250 w 7472601"/>
              <a:gd name="connsiteY877" fmla="*/ 2219972 h 6858000"/>
              <a:gd name="connsiteX878" fmla="*/ 4550611 w 7472601"/>
              <a:gd name="connsiteY878" fmla="*/ 817540 h 6858000"/>
              <a:gd name="connsiteX879" fmla="*/ 4564418 w 7472601"/>
              <a:gd name="connsiteY879" fmla="*/ 808293 h 6858000"/>
              <a:gd name="connsiteX880" fmla="*/ 4266388 w 7472601"/>
              <a:gd name="connsiteY880" fmla="*/ 500083 h 6858000"/>
              <a:gd name="connsiteX881" fmla="*/ 4032842 w 7472601"/>
              <a:gd name="connsiteY881" fmla="*/ 211809 h 6858000"/>
              <a:gd name="connsiteX882" fmla="*/ 3882765 w 7472601"/>
              <a:gd name="connsiteY882" fmla="*/ 0 h 6858000"/>
              <a:gd name="connsiteX883" fmla="*/ 3721337 w 7472601"/>
              <a:gd name="connsiteY883" fmla="*/ 0 h 6858000"/>
              <a:gd name="connsiteX884" fmla="*/ 3797544 w 7472601"/>
              <a:gd name="connsiteY884" fmla="*/ 0 h 6858000"/>
              <a:gd name="connsiteX885" fmla="*/ 3775734 w 7472601"/>
              <a:gd name="connsiteY885" fmla="*/ 95131 h 6858000"/>
              <a:gd name="connsiteX886" fmla="*/ 3724807 w 7472601"/>
              <a:gd name="connsiteY886" fmla="*/ 272257 h 6858000"/>
              <a:gd name="connsiteX887" fmla="*/ 3726844 w 7472601"/>
              <a:gd name="connsiteY887" fmla="*/ 282988 h 6858000"/>
              <a:gd name="connsiteX888" fmla="*/ 3742664 w 7472601"/>
              <a:gd name="connsiteY888" fmla="*/ 279918 h 6858000"/>
              <a:gd name="connsiteX889" fmla="*/ 4103910 w 7472601"/>
              <a:gd name="connsiteY889" fmla="*/ 1161917 h 6858000"/>
              <a:gd name="connsiteX890" fmla="*/ 4020269 w 7472601"/>
              <a:gd name="connsiteY890" fmla="*/ 1200406 h 6858000"/>
              <a:gd name="connsiteX891" fmla="*/ 3674882 w 7472601"/>
              <a:gd name="connsiteY891" fmla="*/ 488524 h 6858000"/>
              <a:gd name="connsiteX892" fmla="*/ 3132682 w 7472601"/>
              <a:gd name="connsiteY892" fmla="*/ 1072284 h 6858000"/>
              <a:gd name="connsiteX893" fmla="*/ 2716346 w 7472601"/>
              <a:gd name="connsiteY893" fmla="*/ 1276376 h 6858000"/>
              <a:gd name="connsiteX894" fmla="*/ 2716772 w 7472601"/>
              <a:gd name="connsiteY894" fmla="*/ 1255462 h 6858000"/>
              <a:gd name="connsiteX895" fmla="*/ 3471096 w 7472601"/>
              <a:gd name="connsiteY895" fmla="*/ 437072 h 6858000"/>
              <a:gd name="connsiteX896" fmla="*/ 3639057 w 7472601"/>
              <a:gd name="connsiteY896" fmla="*/ 286334 h 6858000"/>
              <a:gd name="connsiteX897" fmla="*/ 3640309 w 7472601"/>
              <a:gd name="connsiteY897" fmla="*/ 284664 h 6858000"/>
              <a:gd name="connsiteX898" fmla="*/ 3646022 w 7472601"/>
              <a:gd name="connsiteY898" fmla="*/ 276711 h 6858000"/>
              <a:gd name="connsiteX899" fmla="*/ 3707943 w 7472601"/>
              <a:gd name="connsiteY899" fmla="*/ 65958 h 6858000"/>
              <a:gd name="connsiteX900" fmla="*/ 3721337 w 7472601"/>
              <a:gd name="connsiteY900" fmla="*/ 0 h 6858000"/>
              <a:gd name="connsiteX901" fmla="*/ 2867960 w 7472601"/>
              <a:gd name="connsiteY901" fmla="*/ 0 h 6858000"/>
              <a:gd name="connsiteX902" fmla="*/ 2926351 w 7472601"/>
              <a:gd name="connsiteY902" fmla="*/ 0 h 6858000"/>
              <a:gd name="connsiteX903" fmla="*/ 2902823 w 7472601"/>
              <a:gd name="connsiteY903" fmla="*/ 262929 h 6858000"/>
              <a:gd name="connsiteX904" fmla="*/ 2940663 w 7472601"/>
              <a:gd name="connsiteY904" fmla="*/ 140884 h 6858000"/>
              <a:gd name="connsiteX905" fmla="*/ 2947039 w 7472601"/>
              <a:gd name="connsiteY905" fmla="*/ 122524 h 6858000"/>
              <a:gd name="connsiteX906" fmla="*/ 2984316 w 7472601"/>
              <a:gd name="connsiteY906" fmla="*/ 0 h 6858000"/>
              <a:gd name="connsiteX907" fmla="*/ 3016114 w 7472601"/>
              <a:gd name="connsiteY907" fmla="*/ 0 h 6858000"/>
              <a:gd name="connsiteX908" fmla="*/ 2979949 w 7472601"/>
              <a:gd name="connsiteY908" fmla="*/ 119274 h 6858000"/>
              <a:gd name="connsiteX909" fmla="*/ 3023879 w 7472601"/>
              <a:gd name="connsiteY909" fmla="*/ 0 h 6858000"/>
              <a:gd name="connsiteX910" fmla="*/ 3105400 w 7472601"/>
              <a:gd name="connsiteY910" fmla="*/ 0 h 6858000"/>
              <a:gd name="connsiteX911" fmla="*/ 3094669 w 7472601"/>
              <a:gd name="connsiteY911" fmla="*/ 30308 h 6858000"/>
              <a:gd name="connsiteX912" fmla="*/ 2901945 w 7472601"/>
              <a:gd name="connsiteY912" fmla="*/ 466538 h 6858000"/>
              <a:gd name="connsiteX913" fmla="*/ 2815209 w 7472601"/>
              <a:gd name="connsiteY913" fmla="*/ 497361 h 6858000"/>
              <a:gd name="connsiteX914" fmla="*/ 2844845 w 7472601"/>
              <a:gd name="connsiteY914" fmla="*/ 127638 h 6858000"/>
              <a:gd name="connsiteX915" fmla="*/ 2867960 w 7472601"/>
              <a:gd name="connsiteY915" fmla="*/ 0 h 6858000"/>
              <a:gd name="connsiteX916" fmla="*/ 1057230 w 7472601"/>
              <a:gd name="connsiteY916" fmla="*/ 0 h 6858000"/>
              <a:gd name="connsiteX917" fmla="*/ 1111003 w 7472601"/>
              <a:gd name="connsiteY917" fmla="*/ 0 h 6858000"/>
              <a:gd name="connsiteX918" fmla="*/ 1125553 w 7472601"/>
              <a:gd name="connsiteY918" fmla="*/ 52588 h 6858000"/>
              <a:gd name="connsiteX919" fmla="*/ 1304276 w 7472601"/>
              <a:gd name="connsiteY919" fmla="*/ 476275 h 6858000"/>
              <a:gd name="connsiteX920" fmla="*/ 1492066 w 7472601"/>
              <a:gd name="connsiteY920" fmla="*/ 886333 h 6858000"/>
              <a:gd name="connsiteX921" fmla="*/ 1423698 w 7472601"/>
              <a:gd name="connsiteY921" fmla="*/ 710817 h 6858000"/>
              <a:gd name="connsiteX922" fmla="*/ 1357609 w 7472601"/>
              <a:gd name="connsiteY922" fmla="*/ 532892 h 6858000"/>
              <a:gd name="connsiteX923" fmla="*/ 1309550 w 7472601"/>
              <a:gd name="connsiteY923" fmla="*/ 374031 h 6858000"/>
              <a:gd name="connsiteX924" fmla="*/ 1193673 w 7472601"/>
              <a:gd name="connsiteY924" fmla="*/ 49533 h 6858000"/>
              <a:gd name="connsiteX925" fmla="*/ 1164391 w 7472601"/>
              <a:gd name="connsiteY925" fmla="*/ 0 h 6858000"/>
              <a:gd name="connsiteX926" fmla="*/ 1200666 w 7472601"/>
              <a:gd name="connsiteY926" fmla="*/ 0 h 6858000"/>
              <a:gd name="connsiteX927" fmla="*/ 1223408 w 7472601"/>
              <a:gd name="connsiteY927" fmla="*/ 38996 h 6858000"/>
              <a:gd name="connsiteX928" fmla="*/ 1339635 w 7472601"/>
              <a:gd name="connsiteY928" fmla="*/ 365517 h 6858000"/>
              <a:gd name="connsiteX929" fmla="*/ 1387469 w 7472601"/>
              <a:gd name="connsiteY929" fmla="*/ 523079 h 6858000"/>
              <a:gd name="connsiteX930" fmla="*/ 1452685 w 7472601"/>
              <a:gd name="connsiteY930" fmla="*/ 699806 h 6858000"/>
              <a:gd name="connsiteX931" fmla="*/ 1492092 w 7472601"/>
              <a:gd name="connsiteY931" fmla="*/ 800424 h 6858000"/>
              <a:gd name="connsiteX932" fmla="*/ 1455302 w 7472601"/>
              <a:gd name="connsiteY932" fmla="*/ 632913 h 6858000"/>
              <a:gd name="connsiteX933" fmla="*/ 1222336 w 7472601"/>
              <a:gd name="connsiteY933" fmla="*/ 9480 h 6858000"/>
              <a:gd name="connsiteX934" fmla="*/ 1214634 w 7472601"/>
              <a:gd name="connsiteY934" fmla="*/ 0 h 6858000"/>
              <a:gd name="connsiteX935" fmla="*/ 1289827 w 7472601"/>
              <a:gd name="connsiteY935" fmla="*/ 0 h 6858000"/>
              <a:gd name="connsiteX936" fmla="*/ 1321076 w 7472601"/>
              <a:gd name="connsiteY936" fmla="*/ 59722 h 6858000"/>
              <a:gd name="connsiteX937" fmla="*/ 1512579 w 7472601"/>
              <a:gd name="connsiteY937" fmla="*/ 626441 h 6858000"/>
              <a:gd name="connsiteX938" fmla="*/ 1506076 w 7472601"/>
              <a:gd name="connsiteY938" fmla="*/ 1089289 h 6858000"/>
              <a:gd name="connsiteX939" fmla="*/ 1486346 w 7472601"/>
              <a:gd name="connsiteY939" fmla="*/ 1079919 h 6858000"/>
              <a:gd name="connsiteX940" fmla="*/ 1070511 w 7472601"/>
              <a:gd name="connsiteY940" fmla="*/ 48609 h 6858000"/>
              <a:gd name="connsiteX941" fmla="*/ 1057230 w 7472601"/>
              <a:gd name="connsiteY941" fmla="*/ 0 h 6858000"/>
              <a:gd name="connsiteX942" fmla="*/ 43151 w 7472601"/>
              <a:gd name="connsiteY942" fmla="*/ 0 h 6858000"/>
              <a:gd name="connsiteX943" fmla="*/ 95283 w 7472601"/>
              <a:gd name="connsiteY943" fmla="*/ 0 h 6858000"/>
              <a:gd name="connsiteX944" fmla="*/ 300708 w 7472601"/>
              <a:gd name="connsiteY944" fmla="*/ 154571 h 6858000"/>
              <a:gd name="connsiteX945" fmla="*/ 530414 w 7472601"/>
              <a:gd name="connsiteY945" fmla="*/ 354673 h 6858000"/>
              <a:gd name="connsiteX946" fmla="*/ 333785 w 7472601"/>
              <a:gd name="connsiteY946" fmla="*/ 161564 h 6858000"/>
              <a:gd name="connsiteX947" fmla="*/ 147005 w 7472601"/>
              <a:gd name="connsiteY947" fmla="*/ 0 h 6858000"/>
              <a:gd name="connsiteX948" fmla="*/ 272509 w 7472601"/>
              <a:gd name="connsiteY948" fmla="*/ 0 h 6858000"/>
              <a:gd name="connsiteX949" fmla="*/ 326276 w 7472601"/>
              <a:gd name="connsiteY949" fmla="*/ 45847 h 6858000"/>
              <a:gd name="connsiteX950" fmla="*/ 823759 w 7472601"/>
              <a:gd name="connsiteY950" fmla="*/ 574145 h 6858000"/>
              <a:gd name="connsiteX951" fmla="*/ 811254 w 7472601"/>
              <a:gd name="connsiteY951" fmla="*/ 665546 h 6858000"/>
              <a:gd name="connsiteX952" fmla="*/ 154042 w 7472601"/>
              <a:gd name="connsiteY952" fmla="*/ 261522 h 6858000"/>
              <a:gd name="connsiteX953" fmla="*/ 13550 w 7472601"/>
              <a:gd name="connsiteY953" fmla="*/ 158423 h 6858000"/>
              <a:gd name="connsiteX954" fmla="*/ 0 w 7472601"/>
              <a:gd name="connsiteY954" fmla="*/ 146618 h 6858000"/>
              <a:gd name="connsiteX955" fmla="*/ 0 w 7472601"/>
              <a:gd name="connsiteY955" fmla="*/ 59161 h 6858000"/>
              <a:gd name="connsiteX956" fmla="*/ 45427 w 7472601"/>
              <a:gd name="connsiteY956" fmla="*/ 101078 h 6858000"/>
              <a:gd name="connsiteX957" fmla="*/ 630103 w 7472601"/>
              <a:gd name="connsiteY957" fmla="*/ 485885 h 6858000"/>
              <a:gd name="connsiteX958" fmla="*/ 532040 w 7472601"/>
              <a:gd name="connsiteY958" fmla="*/ 399359 h 6858000"/>
              <a:gd name="connsiteX959" fmla="*/ 517618 w 7472601"/>
              <a:gd name="connsiteY959" fmla="*/ 385726 h 6858000"/>
              <a:gd name="connsiteX960" fmla="*/ 285074 w 7472601"/>
              <a:gd name="connsiteY960" fmla="*/ 182755 h 6858000"/>
              <a:gd name="connsiteX961" fmla="*/ 43151 w 7472601"/>
              <a:gd name="connsiteY961" fmla="*/ 0 h 6858000"/>
              <a:gd name="connsiteX0" fmla="*/ 369702 w 7472601"/>
              <a:gd name="connsiteY0" fmla="*/ 6712169 h 6858000"/>
              <a:gd name="connsiteX1" fmla="*/ 366575 w 7472601"/>
              <a:gd name="connsiteY1" fmla="*/ 6715556 h 6858000"/>
              <a:gd name="connsiteX2" fmla="*/ 371637 w 7472601"/>
              <a:gd name="connsiteY2" fmla="*/ 6713954 h 6858000"/>
              <a:gd name="connsiteX3" fmla="*/ 369702 w 7472601"/>
              <a:gd name="connsiteY3" fmla="*/ 6712169 h 6858000"/>
              <a:gd name="connsiteX4" fmla="*/ 7088673 w 7472601"/>
              <a:gd name="connsiteY4" fmla="*/ 6610396 h 6858000"/>
              <a:gd name="connsiteX5" fmla="*/ 7440138 w 7472601"/>
              <a:gd name="connsiteY5" fmla="*/ 6622648 h 6858000"/>
              <a:gd name="connsiteX6" fmla="*/ 7467600 w 7472601"/>
              <a:gd name="connsiteY6" fmla="*/ 6628217 h 6858000"/>
              <a:gd name="connsiteX7" fmla="*/ 7467600 w 7472601"/>
              <a:gd name="connsiteY7" fmla="*/ 6668575 h 6858000"/>
              <a:gd name="connsiteX8" fmla="*/ 7392322 w 7472601"/>
              <a:gd name="connsiteY8" fmla="*/ 6658238 h 6858000"/>
              <a:gd name="connsiteX9" fmla="*/ 7467600 w 7472601"/>
              <a:gd name="connsiteY9" fmla="*/ 6683873 h 6858000"/>
              <a:gd name="connsiteX10" fmla="*/ 7467600 w 7472601"/>
              <a:gd name="connsiteY10" fmla="*/ 6714215 h 6858000"/>
              <a:gd name="connsiteX11" fmla="*/ 7447383 w 7472601"/>
              <a:gd name="connsiteY11" fmla="*/ 6707202 h 6858000"/>
              <a:gd name="connsiteX12" fmla="*/ 7289862 w 7472601"/>
              <a:gd name="connsiteY12" fmla="*/ 6659827 h 6858000"/>
              <a:gd name="connsiteX13" fmla="*/ 7434024 w 7472601"/>
              <a:gd name="connsiteY13" fmla="*/ 6722130 h 6858000"/>
              <a:gd name="connsiteX14" fmla="*/ 7467600 w 7472601"/>
              <a:gd name="connsiteY14" fmla="*/ 6736157 h 6858000"/>
              <a:gd name="connsiteX15" fmla="*/ 7467600 w 7472601"/>
              <a:gd name="connsiteY15" fmla="*/ 6767913 h 6858000"/>
              <a:gd name="connsiteX16" fmla="*/ 7392158 w 7472601"/>
              <a:gd name="connsiteY16" fmla="*/ 6771365 h 6858000"/>
              <a:gd name="connsiteX17" fmla="*/ 7467600 w 7472601"/>
              <a:gd name="connsiteY17" fmla="*/ 6805948 h 6858000"/>
              <a:gd name="connsiteX18" fmla="*/ 7467600 w 7472601"/>
              <a:gd name="connsiteY18" fmla="*/ 6831490 h 6858000"/>
              <a:gd name="connsiteX19" fmla="*/ 7410696 w 7472601"/>
              <a:gd name="connsiteY19" fmla="*/ 6803861 h 6858000"/>
              <a:gd name="connsiteX20" fmla="*/ 7088673 w 7472601"/>
              <a:gd name="connsiteY20" fmla="*/ 6610396 h 6858000"/>
              <a:gd name="connsiteX21" fmla="*/ 1019354 w 7472601"/>
              <a:gd name="connsiteY21" fmla="*/ 6315006 h 6858000"/>
              <a:gd name="connsiteX22" fmla="*/ 441046 w 7472601"/>
              <a:gd name="connsiteY22" fmla="*/ 6691153 h 6858000"/>
              <a:gd name="connsiteX23" fmla="*/ 1019354 w 7472601"/>
              <a:gd name="connsiteY23" fmla="*/ 6315006 h 6858000"/>
              <a:gd name="connsiteX24" fmla="*/ 991680 w 7472601"/>
              <a:gd name="connsiteY24" fmla="*/ 6298413 h 6858000"/>
              <a:gd name="connsiteX25" fmla="*/ 409060 w 7472601"/>
              <a:gd name="connsiteY25" fmla="*/ 6671470 h 6858000"/>
              <a:gd name="connsiteX26" fmla="*/ 991680 w 7472601"/>
              <a:gd name="connsiteY26" fmla="*/ 6298413 h 6858000"/>
              <a:gd name="connsiteX27" fmla="*/ 103333 w 7472601"/>
              <a:gd name="connsiteY27" fmla="*/ 5699602 h 6858000"/>
              <a:gd name="connsiteX28" fmla="*/ 233938 w 7472601"/>
              <a:gd name="connsiteY28" fmla="*/ 5809416 h 6858000"/>
              <a:gd name="connsiteX29" fmla="*/ 883580 w 7472601"/>
              <a:gd name="connsiteY29" fmla="*/ 6180710 h 6858000"/>
              <a:gd name="connsiteX30" fmla="*/ 487337 w 7472601"/>
              <a:gd name="connsiteY30" fmla="*/ 5950182 h 6858000"/>
              <a:gd name="connsiteX31" fmla="*/ 354051 w 7472601"/>
              <a:gd name="connsiteY31" fmla="*/ 5854912 h 6858000"/>
              <a:gd name="connsiteX32" fmla="*/ 195436 w 7472601"/>
              <a:gd name="connsiteY32" fmla="*/ 5755068 h 6858000"/>
              <a:gd name="connsiteX33" fmla="*/ 103333 w 7472601"/>
              <a:gd name="connsiteY33" fmla="*/ 5699602 h 6858000"/>
              <a:gd name="connsiteX34" fmla="*/ 5539432 w 7472601"/>
              <a:gd name="connsiteY34" fmla="*/ 5642928 h 6858000"/>
              <a:gd name="connsiteX35" fmla="*/ 5555462 w 7472601"/>
              <a:gd name="connsiteY35" fmla="*/ 5694454 h 6858000"/>
              <a:gd name="connsiteX36" fmla="*/ 5828270 w 7472601"/>
              <a:gd name="connsiteY36" fmla="*/ 6320663 h 6858000"/>
              <a:gd name="connsiteX37" fmla="*/ 5947416 w 7472601"/>
              <a:gd name="connsiteY37" fmla="*/ 6574846 h 6858000"/>
              <a:gd name="connsiteX38" fmla="*/ 5539432 w 7472601"/>
              <a:gd name="connsiteY38" fmla="*/ 5642928 h 6858000"/>
              <a:gd name="connsiteX39" fmla="*/ 51253 w 7472601"/>
              <a:gd name="connsiteY39" fmla="*/ 5631825 h 6858000"/>
              <a:gd name="connsiteX40" fmla="*/ 211622 w 7472601"/>
              <a:gd name="connsiteY40" fmla="*/ 5728803 h 6858000"/>
              <a:gd name="connsiteX41" fmla="*/ 371652 w 7472601"/>
              <a:gd name="connsiteY41" fmla="*/ 5829062 h 6858000"/>
              <a:gd name="connsiteX42" fmla="*/ 505903 w 7472601"/>
              <a:gd name="connsiteY42" fmla="*/ 5925221 h 6858000"/>
              <a:gd name="connsiteX43" fmla="*/ 899240 w 7472601"/>
              <a:gd name="connsiteY43" fmla="*/ 6153068 h 6858000"/>
              <a:gd name="connsiteX44" fmla="*/ 988114 w 7472601"/>
              <a:gd name="connsiteY44" fmla="*/ 6174204 h 6858000"/>
              <a:gd name="connsiteX45" fmla="*/ 845971 w 7472601"/>
              <a:gd name="connsiteY45" fmla="*/ 6067177 h 6858000"/>
              <a:gd name="connsiteX46" fmla="*/ 448057 w 7472601"/>
              <a:gd name="connsiteY46" fmla="*/ 5841376 h 6858000"/>
              <a:gd name="connsiteX47" fmla="*/ 51253 w 7472601"/>
              <a:gd name="connsiteY47" fmla="*/ 5631825 h 6858000"/>
              <a:gd name="connsiteX48" fmla="*/ 2606687 w 7472601"/>
              <a:gd name="connsiteY48" fmla="*/ 5630718 h 6858000"/>
              <a:gd name="connsiteX49" fmla="*/ 2645658 w 7472601"/>
              <a:gd name="connsiteY49" fmla="*/ 6640259 h 6858000"/>
              <a:gd name="connsiteX50" fmla="*/ 2606687 w 7472601"/>
              <a:gd name="connsiteY50" fmla="*/ 5630718 h 6858000"/>
              <a:gd name="connsiteX51" fmla="*/ 3642057 w 7472601"/>
              <a:gd name="connsiteY51" fmla="*/ 5573487 h 6858000"/>
              <a:gd name="connsiteX52" fmla="*/ 3632981 w 7472601"/>
              <a:gd name="connsiteY52" fmla="*/ 5579437 h 6858000"/>
              <a:gd name="connsiteX53" fmla="*/ 3382436 w 7472601"/>
              <a:gd name="connsiteY53" fmla="*/ 5952726 h 6858000"/>
              <a:gd name="connsiteX54" fmla="*/ 3191929 w 7472601"/>
              <a:gd name="connsiteY54" fmla="*/ 6662669 h 6858000"/>
              <a:gd name="connsiteX55" fmla="*/ 3369898 w 7472601"/>
              <a:gd name="connsiteY55" fmla="*/ 6081771 h 6858000"/>
              <a:gd name="connsiteX56" fmla="*/ 3642057 w 7472601"/>
              <a:gd name="connsiteY56" fmla="*/ 5573487 h 6858000"/>
              <a:gd name="connsiteX57" fmla="*/ 2650666 w 7472601"/>
              <a:gd name="connsiteY57" fmla="*/ 5530686 h 6858000"/>
              <a:gd name="connsiteX58" fmla="*/ 2650249 w 7472601"/>
              <a:gd name="connsiteY58" fmla="*/ 5532101 h 6858000"/>
              <a:gd name="connsiteX59" fmla="*/ 2663808 w 7472601"/>
              <a:gd name="connsiteY59" fmla="*/ 6535215 h 6858000"/>
              <a:gd name="connsiteX60" fmla="*/ 2665418 w 7472601"/>
              <a:gd name="connsiteY60" fmla="*/ 6132756 h 6858000"/>
              <a:gd name="connsiteX61" fmla="*/ 2650666 w 7472601"/>
              <a:gd name="connsiteY61" fmla="*/ 5530686 h 6858000"/>
              <a:gd name="connsiteX62" fmla="*/ 2680277 w 7472601"/>
              <a:gd name="connsiteY62" fmla="*/ 5479204 h 6858000"/>
              <a:gd name="connsiteX63" fmla="*/ 2678972 w 7472601"/>
              <a:gd name="connsiteY63" fmla="*/ 5481582 h 6858000"/>
              <a:gd name="connsiteX64" fmla="*/ 2696666 w 7472601"/>
              <a:gd name="connsiteY64" fmla="*/ 6133836 h 6858000"/>
              <a:gd name="connsiteX65" fmla="*/ 2695769 w 7472601"/>
              <a:gd name="connsiteY65" fmla="*/ 6390955 h 6858000"/>
              <a:gd name="connsiteX66" fmla="*/ 2739893 w 7472601"/>
              <a:gd name="connsiteY66" fmla="*/ 6108357 h 6858000"/>
              <a:gd name="connsiteX67" fmla="*/ 2680277 w 7472601"/>
              <a:gd name="connsiteY67" fmla="*/ 5479204 h 6858000"/>
              <a:gd name="connsiteX68" fmla="*/ 1132195 w 7472601"/>
              <a:gd name="connsiteY68" fmla="*/ 5467980 h 6858000"/>
              <a:gd name="connsiteX69" fmla="*/ 1679056 w 7472601"/>
              <a:gd name="connsiteY69" fmla="*/ 5516907 h 6858000"/>
              <a:gd name="connsiteX70" fmla="*/ 2128648 w 7472601"/>
              <a:gd name="connsiteY70" fmla="*/ 5474249 h 6858000"/>
              <a:gd name="connsiteX71" fmla="*/ 1825619 w 7472601"/>
              <a:gd name="connsiteY71" fmla="*/ 5478447 h 6858000"/>
              <a:gd name="connsiteX72" fmla="*/ 1737798 w 7472601"/>
              <a:gd name="connsiteY72" fmla="*/ 5483353 h 6858000"/>
              <a:gd name="connsiteX73" fmla="*/ 1132195 w 7472601"/>
              <a:gd name="connsiteY73" fmla="*/ 5467980 h 6858000"/>
              <a:gd name="connsiteX74" fmla="*/ 7454976 w 7472601"/>
              <a:gd name="connsiteY74" fmla="*/ 6318297 h 6858000"/>
              <a:gd name="connsiteX75" fmla="*/ 7467600 w 7472601"/>
              <a:gd name="connsiteY75" fmla="*/ 6012219 h 6858000"/>
              <a:gd name="connsiteX76" fmla="*/ 7356878 w 7472601"/>
              <a:gd name="connsiteY76" fmla="*/ 5981332 h 6858000"/>
              <a:gd name="connsiteX77" fmla="*/ 7467600 w 7472601"/>
              <a:gd name="connsiteY77" fmla="*/ 6163634 h 6858000"/>
              <a:gd name="connsiteX78" fmla="*/ 7448321 w 7472601"/>
              <a:gd name="connsiteY78" fmla="*/ 6190991 h 6858000"/>
              <a:gd name="connsiteX79" fmla="*/ 7467600 w 7472601"/>
              <a:gd name="connsiteY79" fmla="*/ 6221686 h 6858000"/>
              <a:gd name="connsiteX80" fmla="*/ 7467600 w 7472601"/>
              <a:gd name="connsiteY80" fmla="*/ 6334256 h 6858000"/>
              <a:gd name="connsiteX81" fmla="*/ 7454976 w 7472601"/>
              <a:gd name="connsiteY81" fmla="*/ 6318297 h 6858000"/>
              <a:gd name="connsiteX82" fmla="*/ 1456157 w 7472601"/>
              <a:gd name="connsiteY82" fmla="*/ 5371404 h 6858000"/>
              <a:gd name="connsiteX83" fmla="*/ 1244432 w 7472601"/>
              <a:gd name="connsiteY83" fmla="*/ 5385601 h 6858000"/>
              <a:gd name="connsiteX84" fmla="*/ 973990 w 7472601"/>
              <a:gd name="connsiteY84" fmla="*/ 5424940 h 6858000"/>
              <a:gd name="connsiteX85" fmla="*/ 1103809 w 7472601"/>
              <a:gd name="connsiteY85" fmla="*/ 5433720 h 6858000"/>
              <a:gd name="connsiteX86" fmla="*/ 1123454 w 7472601"/>
              <a:gd name="connsiteY86" fmla="*/ 5435727 h 6858000"/>
              <a:gd name="connsiteX87" fmla="*/ 1737017 w 7472601"/>
              <a:gd name="connsiteY87" fmla="*/ 5452183 h 6858000"/>
              <a:gd name="connsiteX88" fmla="*/ 1824397 w 7472601"/>
              <a:gd name="connsiteY88" fmla="*/ 5447757 h 6858000"/>
              <a:gd name="connsiteX89" fmla="*/ 2070059 w 7472601"/>
              <a:gd name="connsiteY89" fmla="*/ 5441660 h 6858000"/>
              <a:gd name="connsiteX90" fmla="*/ 1456157 w 7472601"/>
              <a:gd name="connsiteY90" fmla="*/ 5371404 h 6858000"/>
              <a:gd name="connsiteX91" fmla="*/ 4988186 w 7472601"/>
              <a:gd name="connsiteY91" fmla="*/ 5216467 h 6858000"/>
              <a:gd name="connsiteX92" fmla="*/ 4777334 w 7472601"/>
              <a:gd name="connsiteY92" fmla="*/ 5406072 h 6858000"/>
              <a:gd name="connsiteX93" fmla="*/ 4718341 w 7472601"/>
              <a:gd name="connsiteY93" fmla="*/ 5468043 h 6858000"/>
              <a:gd name="connsiteX94" fmla="*/ 4604655 w 7472601"/>
              <a:gd name="connsiteY94" fmla="*/ 5583434 h 6858000"/>
              <a:gd name="connsiteX95" fmla="*/ 4565074 w 7472601"/>
              <a:gd name="connsiteY95" fmla="*/ 5618550 h 6858000"/>
              <a:gd name="connsiteX96" fmla="*/ 4988186 w 7472601"/>
              <a:gd name="connsiteY96" fmla="*/ 5216467 h 6858000"/>
              <a:gd name="connsiteX97" fmla="*/ 4978032 w 7472601"/>
              <a:gd name="connsiteY97" fmla="*/ 5183809 h 6858000"/>
              <a:gd name="connsiteX98" fmla="*/ 4463413 w 7472601"/>
              <a:gd name="connsiteY98" fmla="*/ 5615162 h 6858000"/>
              <a:gd name="connsiteX99" fmla="*/ 4358134 w 7472601"/>
              <a:gd name="connsiteY99" fmla="*/ 5742791 h 6858000"/>
              <a:gd name="connsiteX100" fmla="*/ 4376219 w 7472601"/>
              <a:gd name="connsiteY100" fmla="*/ 5729027 h 6858000"/>
              <a:gd name="connsiteX101" fmla="*/ 4582340 w 7472601"/>
              <a:gd name="connsiteY101" fmla="*/ 5561037 h 6858000"/>
              <a:gd name="connsiteX102" fmla="*/ 4694684 w 7472601"/>
              <a:gd name="connsiteY102" fmla="*/ 5447098 h 6858000"/>
              <a:gd name="connsiteX103" fmla="*/ 4754123 w 7472601"/>
              <a:gd name="connsiteY103" fmla="*/ 5384643 h 6858000"/>
              <a:gd name="connsiteX104" fmla="*/ 4978032 w 7472601"/>
              <a:gd name="connsiteY104" fmla="*/ 5183809 h 6858000"/>
              <a:gd name="connsiteX105" fmla="*/ 1903353 w 7472601"/>
              <a:gd name="connsiteY105" fmla="*/ 5044827 h 6858000"/>
              <a:gd name="connsiteX106" fmla="*/ 1936931 w 7472601"/>
              <a:gd name="connsiteY106" fmla="*/ 5093954 h 6858000"/>
              <a:gd name="connsiteX107" fmla="*/ 2195868 w 7472601"/>
              <a:gd name="connsiteY107" fmla="*/ 5396574 h 6858000"/>
              <a:gd name="connsiteX108" fmla="*/ 2088852 w 7472601"/>
              <a:gd name="connsiteY108" fmla="*/ 5166123 h 6858000"/>
              <a:gd name="connsiteX109" fmla="*/ 1958241 w 7472601"/>
              <a:gd name="connsiteY109" fmla="*/ 5067955 h 6858000"/>
              <a:gd name="connsiteX110" fmla="*/ 1903353 w 7472601"/>
              <a:gd name="connsiteY110" fmla="*/ 5044827 h 6858000"/>
              <a:gd name="connsiteX111" fmla="*/ 1979378 w 7472601"/>
              <a:gd name="connsiteY111" fmla="*/ 4769504 h 6858000"/>
              <a:gd name="connsiteX112" fmla="*/ 2882120 w 7472601"/>
              <a:gd name="connsiteY112" fmla="*/ 5064547 h 6858000"/>
              <a:gd name="connsiteX113" fmla="*/ 2793103 w 7472601"/>
              <a:gd name="connsiteY113" fmla="*/ 5039699 h 6858000"/>
              <a:gd name="connsiteX114" fmla="*/ 2770041 w 7472601"/>
              <a:gd name="connsiteY114" fmla="*/ 5033634 h 6858000"/>
              <a:gd name="connsiteX115" fmla="*/ 1979378 w 7472601"/>
              <a:gd name="connsiteY115" fmla="*/ 4769504 h 6858000"/>
              <a:gd name="connsiteX116" fmla="*/ 1927410 w 7472601"/>
              <a:gd name="connsiteY116" fmla="*/ 4716164 h 6858000"/>
              <a:gd name="connsiteX117" fmla="*/ 1959587 w 7472601"/>
              <a:gd name="connsiteY117" fmla="*/ 4728849 h 6858000"/>
              <a:gd name="connsiteX118" fmla="*/ 2777707 w 7472601"/>
              <a:gd name="connsiteY118" fmla="*/ 5003991 h 6858000"/>
              <a:gd name="connsiteX119" fmla="*/ 2800768 w 7472601"/>
              <a:gd name="connsiteY119" fmla="*/ 5010056 h 6858000"/>
              <a:gd name="connsiteX120" fmla="*/ 2879408 w 7472601"/>
              <a:gd name="connsiteY120" fmla="*/ 5031590 h 6858000"/>
              <a:gd name="connsiteX121" fmla="*/ 2862295 w 7472601"/>
              <a:gd name="connsiteY121" fmla="*/ 5022958 h 6858000"/>
              <a:gd name="connsiteX122" fmla="*/ 2813343 w 7472601"/>
              <a:gd name="connsiteY122" fmla="*/ 4998369 h 6858000"/>
              <a:gd name="connsiteX123" fmla="*/ 2646245 w 7472601"/>
              <a:gd name="connsiteY123" fmla="*/ 4930999 h 6858000"/>
              <a:gd name="connsiteX124" fmla="*/ 1999243 w 7472601"/>
              <a:gd name="connsiteY124" fmla="*/ 4730524 h 6858000"/>
              <a:gd name="connsiteX125" fmla="*/ 1979527 w 7472601"/>
              <a:gd name="connsiteY125" fmla="*/ 4726651 h 6858000"/>
              <a:gd name="connsiteX126" fmla="*/ 1927410 w 7472601"/>
              <a:gd name="connsiteY126" fmla="*/ 4716164 h 6858000"/>
              <a:gd name="connsiteX127" fmla="*/ 1997014 w 7472601"/>
              <a:gd name="connsiteY127" fmla="*/ 4698007 h 6858000"/>
              <a:gd name="connsiteX128" fmla="*/ 2005458 w 7472601"/>
              <a:gd name="connsiteY128" fmla="*/ 4699540 h 6858000"/>
              <a:gd name="connsiteX129" fmla="*/ 2657186 w 7472601"/>
              <a:gd name="connsiteY129" fmla="*/ 4901687 h 6858000"/>
              <a:gd name="connsiteX130" fmla="*/ 2826662 w 7472601"/>
              <a:gd name="connsiteY130" fmla="*/ 4970362 h 6858000"/>
              <a:gd name="connsiteX131" fmla="*/ 2876100 w 7472601"/>
              <a:gd name="connsiteY131" fmla="*/ 4995397 h 6858000"/>
              <a:gd name="connsiteX132" fmla="*/ 3042600 w 7472601"/>
              <a:gd name="connsiteY132" fmla="*/ 5059532 h 6858000"/>
              <a:gd name="connsiteX133" fmla="*/ 1997014 w 7472601"/>
              <a:gd name="connsiteY133" fmla="*/ 4698007 h 6858000"/>
              <a:gd name="connsiteX134" fmla="*/ 2305292 w 7472601"/>
              <a:gd name="connsiteY134" fmla="*/ 4219492 h 6858000"/>
              <a:gd name="connsiteX135" fmla="*/ 3360922 w 7472601"/>
              <a:gd name="connsiteY135" fmla="*/ 4529373 h 6858000"/>
              <a:gd name="connsiteX136" fmla="*/ 3492420 w 7472601"/>
              <a:gd name="connsiteY136" fmla="*/ 4510145 h 6858000"/>
              <a:gd name="connsiteX137" fmla="*/ 3364086 w 7472601"/>
              <a:gd name="connsiteY137" fmla="*/ 4480340 h 6858000"/>
              <a:gd name="connsiteX138" fmla="*/ 3225818 w 7472601"/>
              <a:gd name="connsiteY138" fmla="*/ 4411822 h 6858000"/>
              <a:gd name="connsiteX139" fmla="*/ 3129696 w 7472601"/>
              <a:gd name="connsiteY139" fmla="*/ 4360704 h 6858000"/>
              <a:gd name="connsiteX140" fmla="*/ 2814545 w 7472601"/>
              <a:gd name="connsiteY140" fmla="*/ 4282955 h 6858000"/>
              <a:gd name="connsiteX141" fmla="*/ 2305292 w 7472601"/>
              <a:gd name="connsiteY141" fmla="*/ 4219492 h 6858000"/>
              <a:gd name="connsiteX142" fmla="*/ 2626982 w 7472601"/>
              <a:gd name="connsiteY142" fmla="*/ 4206450 h 6858000"/>
              <a:gd name="connsiteX143" fmla="*/ 2490617 w 7472601"/>
              <a:gd name="connsiteY143" fmla="*/ 4206951 h 6858000"/>
              <a:gd name="connsiteX144" fmla="*/ 2819869 w 7472601"/>
              <a:gd name="connsiteY144" fmla="*/ 4252936 h 6858000"/>
              <a:gd name="connsiteX145" fmla="*/ 3143018 w 7472601"/>
              <a:gd name="connsiteY145" fmla="*/ 4332698 h 6858000"/>
              <a:gd name="connsiteX146" fmla="*/ 3241520 w 7472601"/>
              <a:gd name="connsiteY146" fmla="*/ 4385112 h 6858000"/>
              <a:gd name="connsiteX147" fmla="*/ 3374575 w 7472601"/>
              <a:gd name="connsiteY147" fmla="*/ 4451517 h 6858000"/>
              <a:gd name="connsiteX148" fmla="*/ 3505221 w 7472601"/>
              <a:gd name="connsiteY148" fmla="*/ 4480757 h 6858000"/>
              <a:gd name="connsiteX149" fmla="*/ 2626982 w 7472601"/>
              <a:gd name="connsiteY149" fmla="*/ 4206450 h 6858000"/>
              <a:gd name="connsiteX150" fmla="*/ 1310106 w 7472601"/>
              <a:gd name="connsiteY150" fmla="*/ 3943217 h 6858000"/>
              <a:gd name="connsiteX151" fmla="*/ 854994 w 7472601"/>
              <a:gd name="connsiteY151" fmla="*/ 4399136 h 6858000"/>
              <a:gd name="connsiteX152" fmla="*/ 742462 w 7472601"/>
              <a:gd name="connsiteY152" fmla="*/ 4594648 h 6858000"/>
              <a:gd name="connsiteX153" fmla="*/ 820602 w 7472601"/>
              <a:gd name="connsiteY153" fmla="*/ 4485915 h 6858000"/>
              <a:gd name="connsiteX154" fmla="*/ 878295 w 7472601"/>
              <a:gd name="connsiteY154" fmla="*/ 4403594 h 6858000"/>
              <a:gd name="connsiteX155" fmla="*/ 1240607 w 7472601"/>
              <a:gd name="connsiteY155" fmla="*/ 4010401 h 6858000"/>
              <a:gd name="connsiteX156" fmla="*/ 1310106 w 7472601"/>
              <a:gd name="connsiteY156" fmla="*/ 3943217 h 6858000"/>
              <a:gd name="connsiteX157" fmla="*/ 1423113 w 7472601"/>
              <a:gd name="connsiteY157" fmla="*/ 3874565 h 6858000"/>
              <a:gd name="connsiteX158" fmla="*/ 1260565 w 7472601"/>
              <a:gd name="connsiteY158" fmla="*/ 4031982 h 6858000"/>
              <a:gd name="connsiteX159" fmla="*/ 901900 w 7472601"/>
              <a:gd name="connsiteY159" fmla="*/ 4421236 h 6858000"/>
              <a:gd name="connsiteX160" fmla="*/ 845044 w 7472601"/>
              <a:gd name="connsiteY160" fmla="*/ 4502436 h 6858000"/>
              <a:gd name="connsiteX161" fmla="*/ 685926 w 7472601"/>
              <a:gd name="connsiteY161" fmla="*/ 4703069 h 6858000"/>
              <a:gd name="connsiteX162" fmla="*/ 684248 w 7472601"/>
              <a:gd name="connsiteY162" fmla="*/ 4706721 h 6858000"/>
              <a:gd name="connsiteX163" fmla="*/ 1423113 w 7472601"/>
              <a:gd name="connsiteY163" fmla="*/ 3874565 h 6858000"/>
              <a:gd name="connsiteX164" fmla="*/ 3316479 w 7472601"/>
              <a:gd name="connsiteY164" fmla="*/ 3872136 h 6858000"/>
              <a:gd name="connsiteX165" fmla="*/ 3546806 w 7472601"/>
              <a:gd name="connsiteY165" fmla="*/ 4356139 h 6858000"/>
              <a:gd name="connsiteX166" fmla="*/ 3364433 w 7472601"/>
              <a:gd name="connsiteY166" fmla="*/ 3953121 h 6858000"/>
              <a:gd name="connsiteX167" fmla="*/ 3316479 w 7472601"/>
              <a:gd name="connsiteY167" fmla="*/ 3872136 h 6858000"/>
              <a:gd name="connsiteX168" fmla="*/ 3291335 w 7472601"/>
              <a:gd name="connsiteY168" fmla="*/ 3767420 h 6858000"/>
              <a:gd name="connsiteX169" fmla="*/ 3390805 w 7472601"/>
              <a:gd name="connsiteY169" fmla="*/ 3937163 h 6858000"/>
              <a:gd name="connsiteX170" fmla="*/ 3579062 w 7472601"/>
              <a:gd name="connsiteY170" fmla="*/ 4359040 h 6858000"/>
              <a:gd name="connsiteX171" fmla="*/ 3467355 w 7472601"/>
              <a:gd name="connsiteY171" fmla="*/ 3988130 h 6858000"/>
              <a:gd name="connsiteX172" fmla="*/ 3310753 w 7472601"/>
              <a:gd name="connsiteY172" fmla="*/ 3787140 h 6858000"/>
              <a:gd name="connsiteX173" fmla="*/ 3291335 w 7472601"/>
              <a:gd name="connsiteY173" fmla="*/ 3767420 h 6858000"/>
              <a:gd name="connsiteX174" fmla="*/ 1635889 w 7472601"/>
              <a:gd name="connsiteY174" fmla="*/ 3709494 h 6858000"/>
              <a:gd name="connsiteX175" fmla="*/ 1634800 w 7472601"/>
              <a:gd name="connsiteY175" fmla="*/ 3731111 h 6858000"/>
              <a:gd name="connsiteX176" fmla="*/ 1635889 w 7472601"/>
              <a:gd name="connsiteY176" fmla="*/ 3709494 h 6858000"/>
              <a:gd name="connsiteX177" fmla="*/ 1510397 w 7472601"/>
              <a:gd name="connsiteY177" fmla="*/ 3684705 h 6858000"/>
              <a:gd name="connsiteX178" fmla="*/ 1146550 w 7472601"/>
              <a:gd name="connsiteY178" fmla="*/ 3802012 h 6858000"/>
              <a:gd name="connsiteX179" fmla="*/ 698834 w 7472601"/>
              <a:gd name="connsiteY179" fmla="*/ 3952272 h 6858000"/>
              <a:gd name="connsiteX180" fmla="*/ 34256 w 7472601"/>
              <a:gd name="connsiteY180" fmla="*/ 4347603 h 6858000"/>
              <a:gd name="connsiteX181" fmla="*/ 527241 w 7472601"/>
              <a:gd name="connsiteY181" fmla="*/ 4065078 h 6858000"/>
              <a:gd name="connsiteX182" fmla="*/ 1510397 w 7472601"/>
              <a:gd name="connsiteY182" fmla="*/ 3684705 h 6858000"/>
              <a:gd name="connsiteX183" fmla="*/ 1313114 w 7472601"/>
              <a:gd name="connsiteY183" fmla="*/ 3655216 h 6858000"/>
              <a:gd name="connsiteX184" fmla="*/ 1109304 w 7472601"/>
              <a:gd name="connsiteY184" fmla="*/ 3669030 h 6858000"/>
              <a:gd name="connsiteX185" fmla="*/ 8129 w 7472601"/>
              <a:gd name="connsiteY185" fmla="*/ 4330519 h 6858000"/>
              <a:gd name="connsiteX186" fmla="*/ 687572 w 7472601"/>
              <a:gd name="connsiteY186" fmla="*/ 3925629 h 6858000"/>
              <a:gd name="connsiteX187" fmla="*/ 1138365 w 7472601"/>
              <a:gd name="connsiteY187" fmla="*/ 3774515 h 6858000"/>
              <a:gd name="connsiteX188" fmla="*/ 1505579 w 7472601"/>
              <a:gd name="connsiteY188" fmla="*/ 3655526 h 6858000"/>
              <a:gd name="connsiteX189" fmla="*/ 1313114 w 7472601"/>
              <a:gd name="connsiteY189" fmla="*/ 3655216 h 6858000"/>
              <a:gd name="connsiteX190" fmla="*/ 3655073 w 7472601"/>
              <a:gd name="connsiteY190" fmla="*/ 3650884 h 6858000"/>
              <a:gd name="connsiteX191" fmla="*/ 3989938 w 7472601"/>
              <a:gd name="connsiteY191" fmla="*/ 3991685 h 6858000"/>
              <a:gd name="connsiteX192" fmla="*/ 4393907 w 7472601"/>
              <a:gd name="connsiteY192" fmla="*/ 4261258 h 6858000"/>
              <a:gd name="connsiteX193" fmla="*/ 4648051 w 7472601"/>
              <a:gd name="connsiteY193" fmla="*/ 4374051 h 6858000"/>
              <a:gd name="connsiteX194" fmla="*/ 4383389 w 7472601"/>
              <a:gd name="connsiteY194" fmla="*/ 4184369 h 6858000"/>
              <a:gd name="connsiteX195" fmla="*/ 4165508 w 7472601"/>
              <a:gd name="connsiteY195" fmla="*/ 4035196 h 6858000"/>
              <a:gd name="connsiteX196" fmla="*/ 4068162 w 7472601"/>
              <a:gd name="connsiteY196" fmla="*/ 3953394 h 6858000"/>
              <a:gd name="connsiteX197" fmla="*/ 3981416 w 7472601"/>
              <a:gd name="connsiteY197" fmla="*/ 3880482 h 6858000"/>
              <a:gd name="connsiteX198" fmla="*/ 3800147 w 7472601"/>
              <a:gd name="connsiteY198" fmla="*/ 3749872 h 6858000"/>
              <a:gd name="connsiteX199" fmla="*/ 3655073 w 7472601"/>
              <a:gd name="connsiteY199" fmla="*/ 3650884 h 6858000"/>
              <a:gd name="connsiteX200" fmla="*/ 3670252 w 7472601"/>
              <a:gd name="connsiteY200" fmla="*/ 3622798 h 6858000"/>
              <a:gd name="connsiteX201" fmla="*/ 3817258 w 7472601"/>
              <a:gd name="connsiteY201" fmla="*/ 3723577 h 6858000"/>
              <a:gd name="connsiteX202" fmla="*/ 4000461 w 7472601"/>
              <a:gd name="connsiteY202" fmla="*/ 3855966 h 6858000"/>
              <a:gd name="connsiteX203" fmla="*/ 4088180 w 7472601"/>
              <a:gd name="connsiteY203" fmla="*/ 3929774 h 6858000"/>
              <a:gd name="connsiteX204" fmla="*/ 4184555 w 7472601"/>
              <a:gd name="connsiteY204" fmla="*/ 4010683 h 6858000"/>
              <a:gd name="connsiteX205" fmla="*/ 4399563 w 7472601"/>
              <a:gd name="connsiteY205" fmla="*/ 4158106 h 6858000"/>
              <a:gd name="connsiteX206" fmla="*/ 4684469 w 7472601"/>
              <a:gd name="connsiteY206" fmla="*/ 4364680 h 6858000"/>
              <a:gd name="connsiteX207" fmla="*/ 4690271 w 7472601"/>
              <a:gd name="connsiteY207" fmla="*/ 4370034 h 6858000"/>
              <a:gd name="connsiteX208" fmla="*/ 4136093 w 7472601"/>
              <a:gd name="connsiteY208" fmla="*/ 3858466 h 6858000"/>
              <a:gd name="connsiteX209" fmla="*/ 3670252 w 7472601"/>
              <a:gd name="connsiteY209" fmla="*/ 3622798 h 6858000"/>
              <a:gd name="connsiteX210" fmla="*/ 4440129 w 7472601"/>
              <a:gd name="connsiteY210" fmla="*/ 3448571 h 6858000"/>
              <a:gd name="connsiteX211" fmla="*/ 4856525 w 7472601"/>
              <a:gd name="connsiteY211" fmla="*/ 3915351 h 6858000"/>
              <a:gd name="connsiteX212" fmla="*/ 5059055 w 7472601"/>
              <a:gd name="connsiteY212" fmla="*/ 4108918 h 6858000"/>
              <a:gd name="connsiteX213" fmla="*/ 5290070 w 7472601"/>
              <a:gd name="connsiteY213" fmla="*/ 4263619 h 6858000"/>
              <a:gd name="connsiteX214" fmla="*/ 4834991 w 7472601"/>
              <a:gd name="connsiteY214" fmla="*/ 3830985 h 6858000"/>
              <a:gd name="connsiteX215" fmla="*/ 4440129 w 7472601"/>
              <a:gd name="connsiteY215" fmla="*/ 3448571 h 6858000"/>
              <a:gd name="connsiteX216" fmla="*/ 4441737 w 7472601"/>
              <a:gd name="connsiteY216" fmla="*/ 3399734 h 6858000"/>
              <a:gd name="connsiteX217" fmla="*/ 4431236 w 7472601"/>
              <a:gd name="connsiteY217" fmla="*/ 3400954 h 6858000"/>
              <a:gd name="connsiteX218" fmla="*/ 4557150 w 7472601"/>
              <a:gd name="connsiteY218" fmla="*/ 3510023 h 6858000"/>
              <a:gd name="connsiteX219" fmla="*/ 4856936 w 7472601"/>
              <a:gd name="connsiteY219" fmla="*/ 3809146 h 6858000"/>
              <a:gd name="connsiteX220" fmla="*/ 5111996 w 7472601"/>
              <a:gd name="connsiteY220" fmla="*/ 4065759 h 6858000"/>
              <a:gd name="connsiteX221" fmla="*/ 5388878 w 7472601"/>
              <a:gd name="connsiteY221" fmla="*/ 4300185 h 6858000"/>
              <a:gd name="connsiteX222" fmla="*/ 5425556 w 7472601"/>
              <a:gd name="connsiteY222" fmla="*/ 4308967 h 6858000"/>
              <a:gd name="connsiteX223" fmla="*/ 4943646 w 7472601"/>
              <a:gd name="connsiteY223" fmla="*/ 3822916 h 6858000"/>
              <a:gd name="connsiteX224" fmla="*/ 4594837 w 7472601"/>
              <a:gd name="connsiteY224" fmla="*/ 3532274 h 6858000"/>
              <a:gd name="connsiteX225" fmla="*/ 4441737 w 7472601"/>
              <a:gd name="connsiteY225" fmla="*/ 3399734 h 6858000"/>
              <a:gd name="connsiteX226" fmla="*/ 5425834 w 7472601"/>
              <a:gd name="connsiteY226" fmla="*/ 3162785 h 6858000"/>
              <a:gd name="connsiteX227" fmla="*/ 5401644 w 7472601"/>
              <a:gd name="connsiteY227" fmla="*/ 3617847 h 6858000"/>
              <a:gd name="connsiteX228" fmla="*/ 5467256 w 7472601"/>
              <a:gd name="connsiteY228" fmla="*/ 4175494 h 6858000"/>
              <a:gd name="connsiteX229" fmla="*/ 5448069 w 7472601"/>
              <a:gd name="connsiteY229" fmla="*/ 3567554 h 6858000"/>
              <a:gd name="connsiteX230" fmla="*/ 5425834 w 7472601"/>
              <a:gd name="connsiteY230" fmla="*/ 3162785 h 6858000"/>
              <a:gd name="connsiteX231" fmla="*/ 1318687 w 7472601"/>
              <a:gd name="connsiteY231" fmla="*/ 3113840 h 6858000"/>
              <a:gd name="connsiteX232" fmla="*/ 1066793 w 7472601"/>
              <a:gd name="connsiteY232" fmla="*/ 3212171 h 6858000"/>
              <a:gd name="connsiteX233" fmla="*/ 993319 w 7472601"/>
              <a:gd name="connsiteY233" fmla="*/ 3247648 h 6858000"/>
              <a:gd name="connsiteX234" fmla="*/ 853081 w 7472601"/>
              <a:gd name="connsiteY234" fmla="*/ 3312410 h 6858000"/>
              <a:gd name="connsiteX235" fmla="*/ 805957 w 7472601"/>
              <a:gd name="connsiteY235" fmla="*/ 3330443 h 6858000"/>
              <a:gd name="connsiteX236" fmla="*/ 1318687 w 7472601"/>
              <a:gd name="connsiteY236" fmla="*/ 3113840 h 6858000"/>
              <a:gd name="connsiteX237" fmla="*/ 5453702 w 7472601"/>
              <a:gd name="connsiteY237" fmla="*/ 3090882 h 6858000"/>
              <a:gd name="connsiteX238" fmla="*/ 5480135 w 7472601"/>
              <a:gd name="connsiteY238" fmla="*/ 3565802 h 6858000"/>
              <a:gd name="connsiteX239" fmla="*/ 5499023 w 7472601"/>
              <a:gd name="connsiteY239" fmla="*/ 4166310 h 6858000"/>
              <a:gd name="connsiteX240" fmla="*/ 5547022 w 7472601"/>
              <a:gd name="connsiteY240" fmla="*/ 3607838 h 6858000"/>
              <a:gd name="connsiteX241" fmla="*/ 5515964 w 7472601"/>
              <a:gd name="connsiteY241" fmla="*/ 3378541 h 6858000"/>
              <a:gd name="connsiteX242" fmla="*/ 5453702 w 7472601"/>
              <a:gd name="connsiteY242" fmla="*/ 3090882 h 6858000"/>
              <a:gd name="connsiteX243" fmla="*/ 1238695 w 7472601"/>
              <a:gd name="connsiteY243" fmla="*/ 3076820 h 6858000"/>
              <a:gd name="connsiteX244" fmla="*/ 716371 w 7472601"/>
              <a:gd name="connsiteY244" fmla="*/ 3293249 h 6858000"/>
              <a:gd name="connsiteX245" fmla="*/ 579522 w 7472601"/>
              <a:gd name="connsiteY245" fmla="*/ 3371759 h 6858000"/>
              <a:gd name="connsiteX246" fmla="*/ 600288 w 7472601"/>
              <a:gd name="connsiteY246" fmla="*/ 3365555 h 6858000"/>
              <a:gd name="connsiteX247" fmla="*/ 840692 w 7472601"/>
              <a:gd name="connsiteY247" fmla="*/ 3284921 h 6858000"/>
              <a:gd name="connsiteX248" fmla="*/ 979248 w 7472601"/>
              <a:gd name="connsiteY248" fmla="*/ 3221003 h 6858000"/>
              <a:gd name="connsiteX249" fmla="*/ 1053282 w 7472601"/>
              <a:gd name="connsiteY249" fmla="*/ 3185247 h 6858000"/>
              <a:gd name="connsiteX250" fmla="*/ 1320603 w 7472601"/>
              <a:gd name="connsiteY250" fmla="*/ 3081281 h 6858000"/>
              <a:gd name="connsiteX251" fmla="*/ 1238695 w 7472601"/>
              <a:gd name="connsiteY251" fmla="*/ 3076820 h 6858000"/>
              <a:gd name="connsiteX252" fmla="*/ 5425627 w 7472601"/>
              <a:gd name="connsiteY252" fmla="*/ 2954192 h 6858000"/>
              <a:gd name="connsiteX253" fmla="*/ 5470770 w 7472601"/>
              <a:gd name="connsiteY253" fmla="*/ 3005435 h 6858000"/>
              <a:gd name="connsiteX254" fmla="*/ 5519779 w 7472601"/>
              <a:gd name="connsiteY254" fmla="*/ 4359223 h 6858000"/>
              <a:gd name="connsiteX255" fmla="*/ 5520293 w 7472601"/>
              <a:gd name="connsiteY255" fmla="*/ 4360602 h 6858000"/>
              <a:gd name="connsiteX256" fmla="*/ 5767221 w 7472601"/>
              <a:gd name="connsiteY256" fmla="*/ 4665564 h 6858000"/>
              <a:gd name="connsiteX257" fmla="*/ 6937169 w 7472601"/>
              <a:gd name="connsiteY257" fmla="*/ 4815941 h 6858000"/>
              <a:gd name="connsiteX258" fmla="*/ 6953922 w 7472601"/>
              <a:gd name="connsiteY258" fmla="*/ 4890068 h 6858000"/>
              <a:gd name="connsiteX259" fmla="*/ 6071359 w 7472601"/>
              <a:gd name="connsiteY259" fmla="*/ 4770770 h 6858000"/>
              <a:gd name="connsiteX260" fmla="*/ 6038839 w 7472601"/>
              <a:gd name="connsiteY260" fmla="*/ 4764474 h 6858000"/>
              <a:gd name="connsiteX261" fmla="*/ 6038706 w 7472601"/>
              <a:gd name="connsiteY261" fmla="*/ 4763847 h 6858000"/>
              <a:gd name="connsiteX262" fmla="*/ 6037784 w 7472601"/>
              <a:gd name="connsiteY262" fmla="*/ 4764270 h 6858000"/>
              <a:gd name="connsiteX263" fmla="*/ 6038839 w 7472601"/>
              <a:gd name="connsiteY263" fmla="*/ 4764474 h 6858000"/>
              <a:gd name="connsiteX264" fmla="*/ 6040338 w 7472601"/>
              <a:gd name="connsiteY264" fmla="*/ 4771418 h 6858000"/>
              <a:gd name="connsiteX265" fmla="*/ 6024488 w 7472601"/>
              <a:gd name="connsiteY265" fmla="*/ 4809903 h 6858000"/>
              <a:gd name="connsiteX266" fmla="*/ 5599771 w 7472601"/>
              <a:gd name="connsiteY266" fmla="*/ 5509652 h 6858000"/>
              <a:gd name="connsiteX267" fmla="*/ 5548843 w 7472601"/>
              <a:gd name="connsiteY267" fmla="*/ 5563845 h 6858000"/>
              <a:gd name="connsiteX268" fmla="*/ 5940952 w 7472601"/>
              <a:gd name="connsiteY268" fmla="*/ 6250028 h 6858000"/>
              <a:gd name="connsiteX269" fmla="*/ 6043441 w 7472601"/>
              <a:gd name="connsiteY269" fmla="*/ 6665847 h 6858000"/>
              <a:gd name="connsiteX270" fmla="*/ 6093432 w 7472601"/>
              <a:gd name="connsiteY270" fmla="*/ 6858000 h 6858000"/>
              <a:gd name="connsiteX271" fmla="*/ 6034344 w 7472601"/>
              <a:gd name="connsiteY271" fmla="*/ 6858000 h 6858000"/>
              <a:gd name="connsiteX272" fmla="*/ 6026679 w 7472601"/>
              <a:gd name="connsiteY272" fmla="*/ 6836959 h 6858000"/>
              <a:gd name="connsiteX273" fmla="*/ 5800441 w 7472601"/>
              <a:gd name="connsiteY273" fmla="*/ 6335286 h 6858000"/>
              <a:gd name="connsiteX274" fmla="*/ 5526562 w 7472601"/>
              <a:gd name="connsiteY274" fmla="*/ 5705388 h 6858000"/>
              <a:gd name="connsiteX275" fmla="*/ 5519640 w 7472601"/>
              <a:gd name="connsiteY275" fmla="*/ 5683774 h 6858000"/>
              <a:gd name="connsiteX276" fmla="*/ 5844559 w 7472601"/>
              <a:gd name="connsiteY276" fmla="*/ 6553349 h 6858000"/>
              <a:gd name="connsiteX277" fmla="*/ 5975994 w 7472601"/>
              <a:gd name="connsiteY277" fmla="*/ 6858000 h 6858000"/>
              <a:gd name="connsiteX278" fmla="*/ 5898547 w 7472601"/>
              <a:gd name="connsiteY278" fmla="*/ 6858000 h 6858000"/>
              <a:gd name="connsiteX279" fmla="*/ 5682041 w 7472601"/>
              <a:gd name="connsiteY279" fmla="*/ 6355860 h 6858000"/>
              <a:gd name="connsiteX280" fmla="*/ 5461758 w 7472601"/>
              <a:gd name="connsiteY280" fmla="*/ 5820220 h 6858000"/>
              <a:gd name="connsiteX281" fmla="*/ 5237282 w 7472601"/>
              <a:gd name="connsiteY281" fmla="*/ 6579086 h 6858000"/>
              <a:gd name="connsiteX282" fmla="*/ 5115009 w 7472601"/>
              <a:gd name="connsiteY282" fmla="*/ 6858000 h 6858000"/>
              <a:gd name="connsiteX283" fmla="*/ 5028074 w 7472601"/>
              <a:gd name="connsiteY283" fmla="*/ 6858000 h 6858000"/>
              <a:gd name="connsiteX284" fmla="*/ 5079508 w 7472601"/>
              <a:gd name="connsiteY284" fmla="*/ 6749074 h 6858000"/>
              <a:gd name="connsiteX285" fmla="*/ 5371846 w 7472601"/>
              <a:gd name="connsiteY285" fmla="*/ 5924413 h 6858000"/>
              <a:gd name="connsiteX286" fmla="*/ 5270512 w 7472601"/>
              <a:gd name="connsiteY286" fmla="*/ 6138975 h 6858000"/>
              <a:gd name="connsiteX287" fmla="*/ 5062409 w 7472601"/>
              <a:gd name="connsiteY287" fmla="*/ 6653544 h 6858000"/>
              <a:gd name="connsiteX288" fmla="*/ 5036628 w 7472601"/>
              <a:gd name="connsiteY288" fmla="*/ 6754247 h 6858000"/>
              <a:gd name="connsiteX289" fmla="*/ 5009112 w 7472601"/>
              <a:gd name="connsiteY289" fmla="*/ 6858000 h 6858000"/>
              <a:gd name="connsiteX290" fmla="*/ 4976679 w 7472601"/>
              <a:gd name="connsiteY290" fmla="*/ 6858000 h 6858000"/>
              <a:gd name="connsiteX291" fmla="*/ 5006537 w 7472601"/>
              <a:gd name="connsiteY291" fmla="*/ 6747068 h 6858000"/>
              <a:gd name="connsiteX292" fmla="*/ 5032723 w 7472601"/>
              <a:gd name="connsiteY292" fmla="*/ 6644957 h 6858000"/>
              <a:gd name="connsiteX293" fmla="*/ 5242949 w 7472601"/>
              <a:gd name="connsiteY293" fmla="*/ 6125175 h 6858000"/>
              <a:gd name="connsiteX294" fmla="*/ 5286321 w 7472601"/>
              <a:gd name="connsiteY294" fmla="*/ 6033555 h 6858000"/>
              <a:gd name="connsiteX295" fmla="*/ 5008210 w 7472601"/>
              <a:gd name="connsiteY295" fmla="*/ 6649194 h 6858000"/>
              <a:gd name="connsiteX296" fmla="*/ 4986321 w 7472601"/>
              <a:gd name="connsiteY296" fmla="*/ 6765687 h 6858000"/>
              <a:gd name="connsiteX297" fmla="*/ 4973474 w 7472601"/>
              <a:gd name="connsiteY297" fmla="*/ 6858000 h 6858000"/>
              <a:gd name="connsiteX298" fmla="*/ 4907178 w 7472601"/>
              <a:gd name="connsiteY298" fmla="*/ 6858000 h 6858000"/>
              <a:gd name="connsiteX299" fmla="*/ 4910810 w 7472601"/>
              <a:gd name="connsiteY299" fmla="*/ 6829660 h 6858000"/>
              <a:gd name="connsiteX300" fmla="*/ 4987461 w 7472601"/>
              <a:gd name="connsiteY300" fmla="*/ 6432994 h 6858000"/>
              <a:gd name="connsiteX301" fmla="*/ 5179262 w 7472601"/>
              <a:gd name="connsiteY301" fmla="*/ 6035044 h 6858000"/>
              <a:gd name="connsiteX302" fmla="*/ 4689678 w 7472601"/>
              <a:gd name="connsiteY302" fmla="*/ 6440241 h 6858000"/>
              <a:gd name="connsiteX303" fmla="*/ 4477543 w 7472601"/>
              <a:gd name="connsiteY303" fmla="*/ 6674836 h 6858000"/>
              <a:gd name="connsiteX304" fmla="*/ 4329957 w 7472601"/>
              <a:gd name="connsiteY304" fmla="*/ 6858000 h 6858000"/>
              <a:gd name="connsiteX305" fmla="*/ 4218595 w 7472601"/>
              <a:gd name="connsiteY305" fmla="*/ 6858000 h 6858000"/>
              <a:gd name="connsiteX306" fmla="*/ 4368888 w 7472601"/>
              <a:gd name="connsiteY306" fmla="*/ 6668412 h 6858000"/>
              <a:gd name="connsiteX307" fmla="*/ 4563091 w 7472601"/>
              <a:gd name="connsiteY307" fmla="*/ 6442508 h 6858000"/>
              <a:gd name="connsiteX308" fmla="*/ 5387324 w 7472601"/>
              <a:gd name="connsiteY308" fmla="*/ 5705830 h 6858000"/>
              <a:gd name="connsiteX309" fmla="*/ 5073620 w 7472601"/>
              <a:gd name="connsiteY309" fmla="*/ 5955437 h 6858000"/>
              <a:gd name="connsiteX310" fmla="*/ 4689789 w 7472601"/>
              <a:gd name="connsiteY310" fmla="*/ 6268382 h 6858000"/>
              <a:gd name="connsiteX311" fmla="*/ 4418722 w 7472601"/>
              <a:gd name="connsiteY311" fmla="*/ 6570886 h 6858000"/>
              <a:gd name="connsiteX312" fmla="*/ 4214944 w 7472601"/>
              <a:gd name="connsiteY312" fmla="*/ 6858000 h 6858000"/>
              <a:gd name="connsiteX313" fmla="*/ 4177898 w 7472601"/>
              <a:gd name="connsiteY313" fmla="*/ 6858000 h 6858000"/>
              <a:gd name="connsiteX314" fmla="*/ 4391597 w 7472601"/>
              <a:gd name="connsiteY314" fmla="*/ 6556370 h 6858000"/>
              <a:gd name="connsiteX315" fmla="*/ 4668889 w 7472601"/>
              <a:gd name="connsiteY315" fmla="*/ 6246399 h 6858000"/>
              <a:gd name="connsiteX316" fmla="*/ 5055427 w 7472601"/>
              <a:gd name="connsiteY316" fmla="*/ 5931476 h 6858000"/>
              <a:gd name="connsiteX317" fmla="*/ 5371814 w 7472601"/>
              <a:gd name="connsiteY317" fmla="*/ 5678975 h 6858000"/>
              <a:gd name="connsiteX318" fmla="*/ 4987918 w 7472601"/>
              <a:gd name="connsiteY318" fmla="*/ 5838701 h 6858000"/>
              <a:gd name="connsiteX319" fmla="*/ 4317146 w 7472601"/>
              <a:gd name="connsiteY319" fmla="*/ 6587716 h 6858000"/>
              <a:gd name="connsiteX320" fmla="*/ 4171627 w 7472601"/>
              <a:gd name="connsiteY320" fmla="*/ 6858000 h 6858000"/>
              <a:gd name="connsiteX321" fmla="*/ 4081585 w 7472601"/>
              <a:gd name="connsiteY321" fmla="*/ 6858000 h 6858000"/>
              <a:gd name="connsiteX322" fmla="*/ 4238603 w 7472601"/>
              <a:gd name="connsiteY322" fmla="*/ 6559341 h 6858000"/>
              <a:gd name="connsiteX323" fmla="*/ 4778333 w 7472601"/>
              <a:gd name="connsiteY323" fmla="*/ 5873626 h 6858000"/>
              <a:gd name="connsiteX324" fmla="*/ 5414185 w 7472601"/>
              <a:gd name="connsiteY324" fmla="*/ 5573882 h 6858000"/>
              <a:gd name="connsiteX325" fmla="*/ 5959648 w 7472601"/>
              <a:gd name="connsiteY325" fmla="*/ 4760797 h 6858000"/>
              <a:gd name="connsiteX326" fmla="*/ 5355019 w 7472601"/>
              <a:gd name="connsiteY326" fmla="*/ 4734672 h 6858000"/>
              <a:gd name="connsiteX327" fmla="*/ 5083565 w 7472601"/>
              <a:gd name="connsiteY327" fmla="*/ 5179121 h 6858000"/>
              <a:gd name="connsiteX328" fmla="*/ 4713577 w 7472601"/>
              <a:gd name="connsiteY328" fmla="*/ 5616803 h 6858000"/>
              <a:gd name="connsiteX329" fmla="*/ 3989559 w 7472601"/>
              <a:gd name="connsiteY329" fmla="*/ 6145945 h 6858000"/>
              <a:gd name="connsiteX330" fmla="*/ 3939824 w 7472601"/>
              <a:gd name="connsiteY330" fmla="*/ 6066900 h 6858000"/>
              <a:gd name="connsiteX331" fmla="*/ 4584537 w 7472601"/>
              <a:gd name="connsiteY331" fmla="*/ 5324826 h 6858000"/>
              <a:gd name="connsiteX332" fmla="*/ 5037105 w 7472601"/>
              <a:gd name="connsiteY332" fmla="*/ 5088765 h 6858000"/>
              <a:gd name="connsiteX333" fmla="*/ 5039930 w 7472601"/>
              <a:gd name="connsiteY333" fmla="*/ 5089585 h 6858000"/>
              <a:gd name="connsiteX334" fmla="*/ 5263764 w 7472601"/>
              <a:gd name="connsiteY334" fmla="*/ 4735525 h 6858000"/>
              <a:gd name="connsiteX335" fmla="*/ 4086300 w 7472601"/>
              <a:gd name="connsiteY335" fmla="*/ 4884599 h 6858000"/>
              <a:gd name="connsiteX336" fmla="*/ 4085485 w 7472601"/>
              <a:gd name="connsiteY336" fmla="*/ 4899070 h 6858000"/>
              <a:gd name="connsiteX337" fmla="*/ 3871915 w 7472601"/>
              <a:gd name="connsiteY337" fmla="*/ 5253645 h 6858000"/>
              <a:gd name="connsiteX338" fmla="*/ 3799374 w 7472601"/>
              <a:gd name="connsiteY338" fmla="*/ 5466127 h 6858000"/>
              <a:gd name="connsiteX339" fmla="*/ 3498850 w 7472601"/>
              <a:gd name="connsiteY339" fmla="*/ 6661888 h 6858000"/>
              <a:gd name="connsiteX340" fmla="*/ 3399216 w 7472601"/>
              <a:gd name="connsiteY340" fmla="*/ 6858000 h 6858000"/>
              <a:gd name="connsiteX341" fmla="*/ 3303688 w 7472601"/>
              <a:gd name="connsiteY341" fmla="*/ 6858000 h 6858000"/>
              <a:gd name="connsiteX342" fmla="*/ 3391774 w 7472601"/>
              <a:gd name="connsiteY342" fmla="*/ 6697181 h 6858000"/>
              <a:gd name="connsiteX343" fmla="*/ 3735540 w 7472601"/>
              <a:gd name="connsiteY343" fmla="*/ 5546923 h 6858000"/>
              <a:gd name="connsiteX344" fmla="*/ 3729438 w 7472601"/>
              <a:gd name="connsiteY344" fmla="*/ 5569058 h 6858000"/>
              <a:gd name="connsiteX345" fmla="*/ 3707782 w 7472601"/>
              <a:gd name="connsiteY345" fmla="*/ 5644908 h 6858000"/>
              <a:gd name="connsiteX346" fmla="*/ 3583827 w 7472601"/>
              <a:gd name="connsiteY346" fmla="*/ 6039215 h 6858000"/>
              <a:gd name="connsiteX347" fmla="*/ 3547861 w 7472601"/>
              <a:gd name="connsiteY347" fmla="*/ 6129609 h 6858000"/>
              <a:gd name="connsiteX348" fmla="*/ 3490905 w 7472601"/>
              <a:gd name="connsiteY348" fmla="*/ 6277660 h 6858000"/>
              <a:gd name="connsiteX349" fmla="*/ 3455859 w 7472601"/>
              <a:gd name="connsiteY349" fmla="*/ 6391301 h 6858000"/>
              <a:gd name="connsiteX350" fmla="*/ 3429112 w 7472601"/>
              <a:gd name="connsiteY350" fmla="*/ 6479469 h 6858000"/>
              <a:gd name="connsiteX351" fmla="*/ 3304862 w 7472601"/>
              <a:gd name="connsiteY351" fmla="*/ 6796476 h 6858000"/>
              <a:gd name="connsiteX352" fmla="*/ 3276071 w 7472601"/>
              <a:gd name="connsiteY352" fmla="*/ 6858000 h 6858000"/>
              <a:gd name="connsiteX353" fmla="*/ 3240805 w 7472601"/>
              <a:gd name="connsiteY353" fmla="*/ 6858000 h 6858000"/>
              <a:gd name="connsiteX354" fmla="*/ 3275917 w 7472601"/>
              <a:gd name="connsiteY354" fmla="*/ 6783192 h 6858000"/>
              <a:gd name="connsiteX355" fmla="*/ 3399358 w 7472601"/>
              <a:gd name="connsiteY355" fmla="*/ 6469011 h 6858000"/>
              <a:gd name="connsiteX356" fmla="*/ 3425650 w 7472601"/>
              <a:gd name="connsiteY356" fmla="*/ 6381333 h 6858000"/>
              <a:gd name="connsiteX357" fmla="*/ 3460661 w 7472601"/>
              <a:gd name="connsiteY357" fmla="*/ 6266763 h 6858000"/>
              <a:gd name="connsiteX358" fmla="*/ 3518021 w 7472601"/>
              <a:gd name="connsiteY358" fmla="*/ 6117298 h 6858000"/>
              <a:gd name="connsiteX359" fmla="*/ 3554035 w 7472601"/>
              <a:gd name="connsiteY359" fmla="*/ 6027832 h 6858000"/>
              <a:gd name="connsiteX360" fmla="*/ 3677174 w 7472601"/>
              <a:gd name="connsiteY360" fmla="*/ 5636351 h 6858000"/>
              <a:gd name="connsiteX361" fmla="*/ 3698819 w 7472601"/>
              <a:gd name="connsiteY361" fmla="*/ 5560503 h 6858000"/>
              <a:gd name="connsiteX362" fmla="*/ 3702094 w 7472601"/>
              <a:gd name="connsiteY362" fmla="*/ 5549194 h 6858000"/>
              <a:gd name="connsiteX363" fmla="*/ 3398355 w 7472601"/>
              <a:gd name="connsiteY363" fmla="*/ 6094603 h 6858000"/>
              <a:gd name="connsiteX364" fmla="*/ 3193941 w 7472601"/>
              <a:gd name="connsiteY364" fmla="*/ 6798775 h 6858000"/>
              <a:gd name="connsiteX365" fmla="*/ 3184140 w 7472601"/>
              <a:gd name="connsiteY365" fmla="*/ 6858000 h 6858000"/>
              <a:gd name="connsiteX366" fmla="*/ 3099978 w 7472601"/>
              <a:gd name="connsiteY366" fmla="*/ 6858000 h 6858000"/>
              <a:gd name="connsiteX367" fmla="*/ 3101556 w 7472601"/>
              <a:gd name="connsiteY367" fmla="*/ 6843337 h 6858000"/>
              <a:gd name="connsiteX368" fmla="*/ 3370162 w 7472601"/>
              <a:gd name="connsiteY368" fmla="*/ 5785550 h 6858000"/>
              <a:gd name="connsiteX369" fmla="*/ 3746477 w 7472601"/>
              <a:gd name="connsiteY369" fmla="*/ 5377889 h 6858000"/>
              <a:gd name="connsiteX370" fmla="*/ 3863399 w 7472601"/>
              <a:gd name="connsiteY370" fmla="*/ 5087257 h 6858000"/>
              <a:gd name="connsiteX371" fmla="*/ 3968712 w 7472601"/>
              <a:gd name="connsiteY371" fmla="*/ 4913989 h 6858000"/>
              <a:gd name="connsiteX372" fmla="*/ 2792390 w 7472601"/>
              <a:gd name="connsiteY372" fmla="*/ 5382974 h 6858000"/>
              <a:gd name="connsiteX373" fmla="*/ 2714982 w 7472601"/>
              <a:gd name="connsiteY373" fmla="*/ 5427051 h 6858000"/>
              <a:gd name="connsiteX374" fmla="*/ 2813361 w 7472601"/>
              <a:gd name="connsiteY374" fmla="*/ 6023912 h 6858000"/>
              <a:gd name="connsiteX375" fmla="*/ 2688430 w 7472601"/>
              <a:gd name="connsiteY375" fmla="*/ 6801564 h 6858000"/>
              <a:gd name="connsiteX376" fmla="*/ 2629626 w 7472601"/>
              <a:gd name="connsiteY376" fmla="*/ 6763394 h 6858000"/>
              <a:gd name="connsiteX377" fmla="*/ 2565328 w 7472601"/>
              <a:gd name="connsiteY377" fmla="*/ 5516399 h 6858000"/>
              <a:gd name="connsiteX378" fmla="*/ 1922999 w 7472601"/>
              <a:gd name="connsiteY378" fmla="*/ 5980343 h 6858000"/>
              <a:gd name="connsiteX379" fmla="*/ 1950261 w 7472601"/>
              <a:gd name="connsiteY379" fmla="*/ 6405858 h 6858000"/>
              <a:gd name="connsiteX380" fmla="*/ 2365554 w 7472601"/>
              <a:gd name="connsiteY380" fmla="*/ 6759107 h 6858000"/>
              <a:gd name="connsiteX381" fmla="*/ 2424142 w 7472601"/>
              <a:gd name="connsiteY381" fmla="*/ 6858000 h 6858000"/>
              <a:gd name="connsiteX382" fmla="*/ 2395994 w 7472601"/>
              <a:gd name="connsiteY382" fmla="*/ 6858000 h 6858000"/>
              <a:gd name="connsiteX383" fmla="*/ 2392863 w 7472601"/>
              <a:gd name="connsiteY383" fmla="*/ 6852964 h 6858000"/>
              <a:gd name="connsiteX384" fmla="*/ 2017589 w 7472601"/>
              <a:gd name="connsiteY384" fmla="*/ 6493982 h 6858000"/>
              <a:gd name="connsiteX385" fmla="*/ 2147336 w 7472601"/>
              <a:gd name="connsiteY385" fmla="*/ 6594052 h 6858000"/>
              <a:gd name="connsiteX386" fmla="*/ 2207047 w 7472601"/>
              <a:gd name="connsiteY386" fmla="*/ 6654540 h 6858000"/>
              <a:gd name="connsiteX387" fmla="*/ 2299106 w 7472601"/>
              <a:gd name="connsiteY387" fmla="*/ 6778931 h 6858000"/>
              <a:gd name="connsiteX388" fmla="*/ 2314430 w 7472601"/>
              <a:gd name="connsiteY388" fmla="*/ 6801144 h 6858000"/>
              <a:gd name="connsiteX389" fmla="*/ 2352406 w 7472601"/>
              <a:gd name="connsiteY389" fmla="*/ 6858000 h 6858000"/>
              <a:gd name="connsiteX390" fmla="*/ 2314492 w 7472601"/>
              <a:gd name="connsiteY390" fmla="*/ 6858000 h 6858000"/>
              <a:gd name="connsiteX391" fmla="*/ 2288095 w 7472601"/>
              <a:gd name="connsiteY391" fmla="*/ 6818030 h 6858000"/>
              <a:gd name="connsiteX392" fmla="*/ 2272768 w 7472601"/>
              <a:gd name="connsiteY392" fmla="*/ 6795822 h 6858000"/>
              <a:gd name="connsiteX393" fmla="*/ 2182715 w 7472601"/>
              <a:gd name="connsiteY393" fmla="*/ 6675071 h 6858000"/>
              <a:gd name="connsiteX394" fmla="*/ 2032061 w 7472601"/>
              <a:gd name="connsiteY394" fmla="*/ 6541380 h 6858000"/>
              <a:gd name="connsiteX395" fmla="*/ 2257220 w 7472601"/>
              <a:gd name="connsiteY395" fmla="*/ 6826257 h 6858000"/>
              <a:gd name="connsiteX396" fmla="*/ 2281324 w 7472601"/>
              <a:gd name="connsiteY396" fmla="*/ 6858000 h 6858000"/>
              <a:gd name="connsiteX397" fmla="*/ 2242860 w 7472601"/>
              <a:gd name="connsiteY397" fmla="*/ 6858000 h 6858000"/>
              <a:gd name="connsiteX398" fmla="*/ 2232818 w 7472601"/>
              <a:gd name="connsiteY398" fmla="*/ 6844926 h 6858000"/>
              <a:gd name="connsiteX399" fmla="*/ 1990172 w 7472601"/>
              <a:gd name="connsiteY399" fmla="*/ 6542121 h 6858000"/>
              <a:gd name="connsiteX400" fmla="*/ 2124090 w 7472601"/>
              <a:gd name="connsiteY400" fmla="*/ 6761017 h 6858000"/>
              <a:gd name="connsiteX401" fmla="*/ 2200380 w 7472601"/>
              <a:gd name="connsiteY401" fmla="*/ 6858000 h 6858000"/>
              <a:gd name="connsiteX402" fmla="*/ 2147507 w 7472601"/>
              <a:gd name="connsiteY402" fmla="*/ 6858000 h 6858000"/>
              <a:gd name="connsiteX403" fmla="*/ 2070668 w 7472601"/>
              <a:gd name="connsiteY403" fmla="*/ 6761520 h 6858000"/>
              <a:gd name="connsiteX404" fmla="*/ 1975142 w 7472601"/>
              <a:gd name="connsiteY404" fmla="*/ 6585570 h 6858000"/>
              <a:gd name="connsiteX405" fmla="*/ 2050035 w 7472601"/>
              <a:gd name="connsiteY405" fmla="*/ 6813345 h 6858000"/>
              <a:gd name="connsiteX406" fmla="*/ 2063025 w 7472601"/>
              <a:gd name="connsiteY406" fmla="*/ 6858000 h 6858000"/>
              <a:gd name="connsiteX407" fmla="*/ 2021675 w 7472601"/>
              <a:gd name="connsiteY407" fmla="*/ 6858000 h 6858000"/>
              <a:gd name="connsiteX408" fmla="*/ 2019308 w 7472601"/>
              <a:gd name="connsiteY408" fmla="*/ 6847118 h 6858000"/>
              <a:gd name="connsiteX409" fmla="*/ 1938835 w 7472601"/>
              <a:gd name="connsiteY409" fmla="*/ 6551160 h 6858000"/>
              <a:gd name="connsiteX410" fmla="*/ 1953230 w 7472601"/>
              <a:gd name="connsiteY410" fmla="*/ 6759699 h 6858000"/>
              <a:gd name="connsiteX411" fmla="*/ 1956763 w 7472601"/>
              <a:gd name="connsiteY411" fmla="*/ 6778191 h 6858000"/>
              <a:gd name="connsiteX412" fmla="*/ 1967925 w 7472601"/>
              <a:gd name="connsiteY412" fmla="*/ 6858000 h 6858000"/>
              <a:gd name="connsiteX413" fmla="*/ 1936622 w 7472601"/>
              <a:gd name="connsiteY413" fmla="*/ 6858000 h 6858000"/>
              <a:gd name="connsiteX414" fmla="*/ 1926261 w 7472601"/>
              <a:gd name="connsiteY414" fmla="*/ 6784064 h 6858000"/>
              <a:gd name="connsiteX415" fmla="*/ 1922724 w 7472601"/>
              <a:gd name="connsiteY415" fmla="*/ 6765577 h 6858000"/>
              <a:gd name="connsiteX416" fmla="*/ 1904650 w 7472601"/>
              <a:gd name="connsiteY416" fmla="*/ 6639616 h 6858000"/>
              <a:gd name="connsiteX417" fmla="*/ 1885273 w 7472601"/>
              <a:gd name="connsiteY417" fmla="*/ 6858000 h 6858000"/>
              <a:gd name="connsiteX418" fmla="*/ 1854363 w 7472601"/>
              <a:gd name="connsiteY418" fmla="*/ 6858000 h 6858000"/>
              <a:gd name="connsiteX419" fmla="*/ 1880391 w 7472601"/>
              <a:gd name="connsiteY419" fmla="*/ 6603796 h 6858000"/>
              <a:gd name="connsiteX420" fmla="*/ 1818273 w 7472601"/>
              <a:gd name="connsiteY420" fmla="*/ 6715729 h 6858000"/>
              <a:gd name="connsiteX421" fmla="*/ 1794691 w 7472601"/>
              <a:gd name="connsiteY421" fmla="*/ 6843239 h 6858000"/>
              <a:gd name="connsiteX422" fmla="*/ 1794914 w 7472601"/>
              <a:gd name="connsiteY422" fmla="*/ 6858000 h 6858000"/>
              <a:gd name="connsiteX423" fmla="*/ 1746128 w 7472601"/>
              <a:gd name="connsiteY423" fmla="*/ 6858000 h 6858000"/>
              <a:gd name="connsiteX424" fmla="*/ 1753934 w 7472601"/>
              <a:gd name="connsiteY424" fmla="*/ 6724796 h 6858000"/>
              <a:gd name="connsiteX425" fmla="*/ 1792053 w 7472601"/>
              <a:gd name="connsiteY425" fmla="*/ 6572396 h 6858000"/>
              <a:gd name="connsiteX426" fmla="*/ 1862248 w 7472601"/>
              <a:gd name="connsiteY426" fmla="*/ 6266397 h 6858000"/>
              <a:gd name="connsiteX427" fmla="*/ 1862250 w 7472601"/>
              <a:gd name="connsiteY427" fmla="*/ 6033531 h 6858000"/>
              <a:gd name="connsiteX428" fmla="*/ 1211999 w 7472601"/>
              <a:gd name="connsiteY428" fmla="*/ 6683610 h 6858000"/>
              <a:gd name="connsiteX429" fmla="*/ 1213266 w 7472601"/>
              <a:gd name="connsiteY429" fmla="*/ 6691947 h 6858000"/>
              <a:gd name="connsiteX430" fmla="*/ 1203370 w 7472601"/>
              <a:gd name="connsiteY430" fmla="*/ 6850676 h 6858000"/>
              <a:gd name="connsiteX431" fmla="*/ 1203671 w 7472601"/>
              <a:gd name="connsiteY431" fmla="*/ 6858000 h 6858000"/>
              <a:gd name="connsiteX432" fmla="*/ 1143180 w 7472601"/>
              <a:gd name="connsiteY432" fmla="*/ 6858000 h 6858000"/>
              <a:gd name="connsiteX433" fmla="*/ 1142176 w 7472601"/>
              <a:gd name="connsiteY433" fmla="*/ 6766045 h 6858000"/>
              <a:gd name="connsiteX434" fmla="*/ 1067484 w 7472601"/>
              <a:gd name="connsiteY434" fmla="*/ 6858000 h 6858000"/>
              <a:gd name="connsiteX435" fmla="*/ 953928 w 7472601"/>
              <a:gd name="connsiteY435" fmla="*/ 6858000 h 6858000"/>
              <a:gd name="connsiteX436" fmla="*/ 959715 w 7472601"/>
              <a:gd name="connsiteY436" fmla="*/ 6850185 h 6858000"/>
              <a:gd name="connsiteX437" fmla="*/ 1483788 w 7472601"/>
              <a:gd name="connsiteY437" fmla="*/ 6259174 h 6858000"/>
              <a:gd name="connsiteX438" fmla="*/ 1100671 w 7472601"/>
              <a:gd name="connsiteY438" fmla="*/ 6252137 h 6858000"/>
              <a:gd name="connsiteX439" fmla="*/ 1090144 w 7472601"/>
              <a:gd name="connsiteY439" fmla="*/ 6256748 h 6858000"/>
              <a:gd name="connsiteX440" fmla="*/ 1095872 w 7472601"/>
              <a:gd name="connsiteY440" fmla="*/ 6271892 h 6858000"/>
              <a:gd name="connsiteX441" fmla="*/ 262785 w 7472601"/>
              <a:gd name="connsiteY441" fmla="*/ 6845450 h 6858000"/>
              <a:gd name="connsiteX442" fmla="*/ 209968 w 7472601"/>
              <a:gd name="connsiteY442" fmla="*/ 6770713 h 6858000"/>
              <a:gd name="connsiteX443" fmla="*/ 873460 w 7472601"/>
              <a:gd name="connsiteY443" fmla="*/ 6253768 h 6858000"/>
              <a:gd name="connsiteX444" fmla="*/ 192686 w 7472601"/>
              <a:gd name="connsiteY444" fmla="*/ 5849257 h 6858000"/>
              <a:gd name="connsiteX445" fmla="*/ 4696 w 7472601"/>
              <a:gd name="connsiteY445" fmla="*/ 5697668 h 6858000"/>
              <a:gd name="connsiteX446" fmla="*/ 0 w 7472601"/>
              <a:gd name="connsiteY446" fmla="*/ 5689984 h 6858000"/>
              <a:gd name="connsiteX447" fmla="*/ 0 w 7472601"/>
              <a:gd name="connsiteY447" fmla="*/ 5513472 h 6858000"/>
              <a:gd name="connsiteX448" fmla="*/ 174101 w 7472601"/>
              <a:gd name="connsiteY448" fmla="*/ 5620277 h 6858000"/>
              <a:gd name="connsiteX449" fmla="*/ 891800 w 7472601"/>
              <a:gd name="connsiteY449" fmla="*/ 6036935 h 6858000"/>
              <a:gd name="connsiteX450" fmla="*/ 1072219 w 7472601"/>
              <a:gd name="connsiteY450" fmla="*/ 6169443 h 6858000"/>
              <a:gd name="connsiteX451" fmla="*/ 1074117 w 7472601"/>
              <a:gd name="connsiteY451" fmla="*/ 6170301 h 6858000"/>
              <a:gd name="connsiteX452" fmla="*/ 1083114 w 7472601"/>
              <a:gd name="connsiteY452" fmla="*/ 6174131 h 6858000"/>
              <a:gd name="connsiteX453" fmla="*/ 1543010 w 7472601"/>
              <a:gd name="connsiteY453" fmla="*/ 6191140 h 6858000"/>
              <a:gd name="connsiteX454" fmla="*/ 1551080 w 7472601"/>
              <a:gd name="connsiteY454" fmla="*/ 6195006 h 6858000"/>
              <a:gd name="connsiteX455" fmla="*/ 2345443 w 7472601"/>
              <a:gd name="connsiteY455" fmla="*/ 5549882 h 6858000"/>
              <a:gd name="connsiteX456" fmla="*/ 1721499 w 7472601"/>
              <a:gd name="connsiteY456" fmla="*/ 5599969 h 6858000"/>
              <a:gd name="connsiteX457" fmla="*/ 767716 w 7472601"/>
              <a:gd name="connsiteY457" fmla="*/ 5472768 h 6858000"/>
              <a:gd name="connsiteX458" fmla="*/ 722147 w 7472601"/>
              <a:gd name="connsiteY458" fmla="*/ 5393091 h 6858000"/>
              <a:gd name="connsiteX459" fmla="*/ 1485552 w 7472601"/>
              <a:gd name="connsiteY459" fmla="*/ 5313202 h 6858000"/>
              <a:gd name="connsiteX460" fmla="*/ 2143004 w 7472601"/>
              <a:gd name="connsiteY460" fmla="*/ 5402420 h 6858000"/>
              <a:gd name="connsiteX461" fmla="*/ 1933391 w 7472601"/>
              <a:gd name="connsiteY461" fmla="*/ 5156971 h 6858000"/>
              <a:gd name="connsiteX462" fmla="*/ 1827118 w 7472601"/>
              <a:gd name="connsiteY462" fmla="*/ 4968410 h 6858000"/>
              <a:gd name="connsiteX463" fmla="*/ 1837349 w 7472601"/>
              <a:gd name="connsiteY463" fmla="*/ 4956357 h 6858000"/>
              <a:gd name="connsiteX464" fmla="*/ 2162835 w 7472601"/>
              <a:gd name="connsiteY464" fmla="*/ 5187853 h 6858000"/>
              <a:gd name="connsiteX465" fmla="*/ 2257167 w 7472601"/>
              <a:gd name="connsiteY465" fmla="*/ 5462123 h 6858000"/>
              <a:gd name="connsiteX466" fmla="*/ 2261598 w 7472601"/>
              <a:gd name="connsiteY466" fmla="*/ 5467998 h 6858000"/>
              <a:gd name="connsiteX467" fmla="*/ 2437177 w 7472601"/>
              <a:gd name="connsiteY467" fmla="*/ 5479608 h 6858000"/>
              <a:gd name="connsiteX468" fmla="*/ 2445247 w 7472601"/>
              <a:gd name="connsiteY468" fmla="*/ 5483476 h 6858000"/>
              <a:gd name="connsiteX469" fmla="*/ 2743626 w 7472601"/>
              <a:gd name="connsiteY469" fmla="*/ 5304819 h 6858000"/>
              <a:gd name="connsiteX470" fmla="*/ 3048102 w 7472601"/>
              <a:gd name="connsiteY470" fmla="*/ 5150595 h 6858000"/>
              <a:gd name="connsiteX471" fmla="*/ 1799414 w 7472601"/>
              <a:gd name="connsiteY471" fmla="*/ 4694732 h 6858000"/>
              <a:gd name="connsiteX472" fmla="*/ 1771735 w 7472601"/>
              <a:gd name="connsiteY472" fmla="*/ 4619929 h 6858000"/>
              <a:gd name="connsiteX473" fmla="*/ 3104273 w 7472601"/>
              <a:gd name="connsiteY473" fmla="*/ 5076159 h 6858000"/>
              <a:gd name="connsiteX474" fmla="*/ 3113245 w 7472601"/>
              <a:gd name="connsiteY474" fmla="*/ 5090705 h 6858000"/>
              <a:gd name="connsiteX475" fmla="*/ 3126294 w 7472601"/>
              <a:gd name="connsiteY475" fmla="*/ 5114400 h 6858000"/>
              <a:gd name="connsiteX476" fmla="*/ 3937433 w 7472601"/>
              <a:gd name="connsiteY476" fmla="*/ 4830473 h 6858000"/>
              <a:gd name="connsiteX477" fmla="*/ 3590475 w 7472601"/>
              <a:gd name="connsiteY477" fmla="*/ 4597974 h 6858000"/>
              <a:gd name="connsiteX478" fmla="*/ 3100264 w 7472601"/>
              <a:gd name="connsiteY478" fmla="*/ 4579845 h 6858000"/>
              <a:gd name="connsiteX479" fmla="*/ 2183576 w 7472601"/>
              <a:gd name="connsiteY479" fmla="*/ 4227150 h 6858000"/>
              <a:gd name="connsiteX480" fmla="*/ 2151029 w 7472601"/>
              <a:gd name="connsiteY480" fmla="*/ 4146947 h 6858000"/>
              <a:gd name="connsiteX481" fmla="*/ 3563434 w 7472601"/>
              <a:gd name="connsiteY481" fmla="*/ 4469115 h 6858000"/>
              <a:gd name="connsiteX482" fmla="*/ 3177952 w 7472601"/>
              <a:gd name="connsiteY482" fmla="*/ 3657386 h 6858000"/>
              <a:gd name="connsiteX483" fmla="*/ 3189263 w 7472601"/>
              <a:gd name="connsiteY483" fmla="*/ 3625726 h 6858000"/>
              <a:gd name="connsiteX484" fmla="*/ 3560912 w 7472601"/>
              <a:gd name="connsiteY484" fmla="*/ 4079863 h 6858000"/>
              <a:gd name="connsiteX485" fmla="*/ 3626636 w 7472601"/>
              <a:gd name="connsiteY485" fmla="*/ 4512230 h 6858000"/>
              <a:gd name="connsiteX486" fmla="*/ 3653088 w 7472601"/>
              <a:gd name="connsiteY486" fmla="*/ 4521417 h 6858000"/>
              <a:gd name="connsiteX487" fmla="*/ 3988128 w 7472601"/>
              <a:gd name="connsiteY487" fmla="*/ 4817267 h 6858000"/>
              <a:gd name="connsiteX488" fmla="*/ 4830582 w 7472601"/>
              <a:gd name="connsiteY488" fmla="*/ 4676000 h 6858000"/>
              <a:gd name="connsiteX489" fmla="*/ 4830100 w 7472601"/>
              <a:gd name="connsiteY489" fmla="*/ 4675554 h 6858000"/>
              <a:gd name="connsiteX490" fmla="*/ 4036318 w 7472601"/>
              <a:gd name="connsiteY490" fmla="*/ 4147013 h 6858000"/>
              <a:gd name="connsiteX491" fmla="*/ 3432098 w 7472601"/>
              <a:gd name="connsiteY491" fmla="*/ 3537312 h 6858000"/>
              <a:gd name="connsiteX492" fmla="*/ 3446761 w 7472601"/>
              <a:gd name="connsiteY492" fmla="*/ 3461278 h 6858000"/>
              <a:gd name="connsiteX493" fmla="*/ 4419733 w 7472601"/>
              <a:gd name="connsiteY493" fmla="*/ 3963555 h 6858000"/>
              <a:gd name="connsiteX494" fmla="*/ 4781371 w 7472601"/>
              <a:gd name="connsiteY494" fmla="*/ 4458604 h 6858000"/>
              <a:gd name="connsiteX495" fmla="*/ 4780440 w 7472601"/>
              <a:gd name="connsiteY495" fmla="*/ 4470290 h 6858000"/>
              <a:gd name="connsiteX496" fmla="*/ 4898954 w 7472601"/>
              <a:gd name="connsiteY496" fmla="*/ 4662092 h 6858000"/>
              <a:gd name="connsiteX497" fmla="*/ 4900699 w 7472601"/>
              <a:gd name="connsiteY497" fmla="*/ 4670867 h 6858000"/>
              <a:gd name="connsiteX498" fmla="*/ 5714511 w 7472601"/>
              <a:gd name="connsiteY498" fmla="*/ 4663483 h 6858000"/>
              <a:gd name="connsiteX499" fmla="*/ 5464793 w 7472601"/>
              <a:gd name="connsiteY499" fmla="*/ 4393556 h 6858000"/>
              <a:gd name="connsiteX500" fmla="*/ 5461897 w 7472601"/>
              <a:gd name="connsiteY500" fmla="*/ 4390879 h 6858000"/>
              <a:gd name="connsiteX501" fmla="*/ 4294126 w 7472601"/>
              <a:gd name="connsiteY501" fmla="*/ 3303048 h 6858000"/>
              <a:gd name="connsiteX502" fmla="*/ 4305321 w 7472601"/>
              <a:gd name="connsiteY502" fmla="*/ 3256953 h 6858000"/>
              <a:gd name="connsiteX503" fmla="*/ 4949299 w 7472601"/>
              <a:gd name="connsiteY503" fmla="*/ 3766336 h 6858000"/>
              <a:gd name="connsiteX504" fmla="*/ 5291452 w 7472601"/>
              <a:gd name="connsiteY504" fmla="*/ 4076801 h 6858000"/>
              <a:gd name="connsiteX505" fmla="*/ 5434998 w 7472601"/>
              <a:gd name="connsiteY505" fmla="*/ 4254100 h 6858000"/>
              <a:gd name="connsiteX506" fmla="*/ 5351015 w 7472601"/>
              <a:gd name="connsiteY506" fmla="*/ 3760989 h 6858000"/>
              <a:gd name="connsiteX507" fmla="*/ 5413780 w 7472601"/>
              <a:gd name="connsiteY507" fmla="*/ 2966265 h 6858000"/>
              <a:gd name="connsiteX508" fmla="*/ 5425627 w 7472601"/>
              <a:gd name="connsiteY508" fmla="*/ 2954192 h 6858000"/>
              <a:gd name="connsiteX509" fmla="*/ 6604735 w 7472601"/>
              <a:gd name="connsiteY509" fmla="*/ 2041381 h 6858000"/>
              <a:gd name="connsiteX510" fmla="*/ 7204487 w 7472601"/>
              <a:gd name="connsiteY510" fmla="*/ 2742112 h 6858000"/>
              <a:gd name="connsiteX511" fmla="*/ 7131592 w 7472601"/>
              <a:gd name="connsiteY511" fmla="*/ 2672096 h 6858000"/>
              <a:gd name="connsiteX512" fmla="*/ 6996344 w 7472601"/>
              <a:gd name="connsiteY512" fmla="*/ 2518310 h 6858000"/>
              <a:gd name="connsiteX513" fmla="*/ 6735495 w 7472601"/>
              <a:gd name="connsiteY513" fmla="*/ 2196890 h 6858000"/>
              <a:gd name="connsiteX514" fmla="*/ 6721901 w 7472601"/>
              <a:gd name="connsiteY514" fmla="*/ 2179274 h 6858000"/>
              <a:gd name="connsiteX515" fmla="*/ 6604735 w 7472601"/>
              <a:gd name="connsiteY515" fmla="*/ 2041381 h 6858000"/>
              <a:gd name="connsiteX516" fmla="*/ 6591670 w 7472601"/>
              <a:gd name="connsiteY516" fmla="*/ 1988277 h 6858000"/>
              <a:gd name="connsiteX517" fmla="*/ 6747349 w 7472601"/>
              <a:gd name="connsiteY517" fmla="*/ 2160069 h 6858000"/>
              <a:gd name="connsiteX518" fmla="*/ 6760943 w 7472601"/>
              <a:gd name="connsiteY518" fmla="*/ 2177686 h 6858000"/>
              <a:gd name="connsiteX519" fmla="*/ 7021065 w 7472601"/>
              <a:gd name="connsiteY519" fmla="*/ 2498102 h 6858000"/>
              <a:gd name="connsiteX520" fmla="*/ 7155223 w 7472601"/>
              <a:gd name="connsiteY520" fmla="*/ 2650386 h 6858000"/>
              <a:gd name="connsiteX521" fmla="*/ 7203167 w 7472601"/>
              <a:gd name="connsiteY521" fmla="*/ 2697288 h 6858000"/>
              <a:gd name="connsiteX522" fmla="*/ 6937703 w 7472601"/>
              <a:gd name="connsiteY522" fmla="*/ 2321981 h 6858000"/>
              <a:gd name="connsiteX523" fmla="*/ 6591670 w 7472601"/>
              <a:gd name="connsiteY523" fmla="*/ 1988277 h 6858000"/>
              <a:gd name="connsiteX524" fmla="*/ 5798671 w 7472601"/>
              <a:gd name="connsiteY524" fmla="*/ 1981601 h 6858000"/>
              <a:gd name="connsiteX525" fmla="*/ 5754709 w 7472601"/>
              <a:gd name="connsiteY525" fmla="*/ 2071454 h 6858000"/>
              <a:gd name="connsiteX526" fmla="*/ 5763044 w 7472601"/>
              <a:gd name="connsiteY526" fmla="*/ 2842206 h 6858000"/>
              <a:gd name="connsiteX527" fmla="*/ 5764974 w 7472601"/>
              <a:gd name="connsiteY527" fmla="*/ 2799609 h 6858000"/>
              <a:gd name="connsiteX528" fmla="*/ 5767665 w 7472601"/>
              <a:gd name="connsiteY528" fmla="*/ 2666409 h 6858000"/>
              <a:gd name="connsiteX529" fmla="*/ 5763055 w 7472601"/>
              <a:gd name="connsiteY529" fmla="*/ 2579705 h 6858000"/>
              <a:gd name="connsiteX530" fmla="*/ 5758079 w 7472601"/>
              <a:gd name="connsiteY530" fmla="*/ 2492508 h 6858000"/>
              <a:gd name="connsiteX531" fmla="*/ 5779325 w 7472601"/>
              <a:gd name="connsiteY531" fmla="*/ 2197069 h 6858000"/>
              <a:gd name="connsiteX532" fmla="*/ 5798671 w 7472601"/>
              <a:gd name="connsiteY532" fmla="*/ 1981601 h 6858000"/>
              <a:gd name="connsiteX533" fmla="*/ 5829202 w 7472601"/>
              <a:gd name="connsiteY533" fmla="*/ 1971679 h 6858000"/>
              <a:gd name="connsiteX534" fmla="*/ 5809558 w 7472601"/>
              <a:gd name="connsiteY534" fmla="*/ 2198043 h 6858000"/>
              <a:gd name="connsiteX535" fmla="*/ 5788653 w 7472601"/>
              <a:gd name="connsiteY535" fmla="*/ 2489430 h 6858000"/>
              <a:gd name="connsiteX536" fmla="*/ 5793439 w 7472601"/>
              <a:gd name="connsiteY536" fmla="*/ 2575235 h 6858000"/>
              <a:gd name="connsiteX537" fmla="*/ 5796837 w 7472601"/>
              <a:gd name="connsiteY537" fmla="*/ 2637633 h 6858000"/>
              <a:gd name="connsiteX538" fmla="*/ 5818614 w 7472601"/>
              <a:gd name="connsiteY538" fmla="*/ 2473055 h 6858000"/>
              <a:gd name="connsiteX539" fmla="*/ 5829202 w 7472601"/>
              <a:gd name="connsiteY539" fmla="*/ 1971679 h 6858000"/>
              <a:gd name="connsiteX540" fmla="*/ 5911389 w 7472601"/>
              <a:gd name="connsiteY540" fmla="*/ 1898371 h 6858000"/>
              <a:gd name="connsiteX541" fmla="*/ 6237627 w 7472601"/>
              <a:gd name="connsiteY541" fmla="*/ 2231921 h 6858000"/>
              <a:gd name="connsiteX542" fmla="*/ 5911389 w 7472601"/>
              <a:gd name="connsiteY542" fmla="*/ 1898371 h 6858000"/>
              <a:gd name="connsiteX543" fmla="*/ 6944437 w 7472601"/>
              <a:gd name="connsiteY543" fmla="*/ 1575402 h 6858000"/>
              <a:gd name="connsiteX544" fmla="*/ 6304730 w 7472601"/>
              <a:gd name="connsiteY544" fmla="*/ 1766654 h 6858000"/>
              <a:gd name="connsiteX545" fmla="*/ 6944437 w 7472601"/>
              <a:gd name="connsiteY545" fmla="*/ 1575402 h 6858000"/>
              <a:gd name="connsiteX546" fmla="*/ 7019523 w 7472601"/>
              <a:gd name="connsiteY546" fmla="*/ 1519450 h 6858000"/>
              <a:gd name="connsiteX547" fmla="*/ 6298091 w 7472601"/>
              <a:gd name="connsiteY547" fmla="*/ 1737122 h 6858000"/>
              <a:gd name="connsiteX548" fmla="*/ 7019523 w 7472601"/>
              <a:gd name="connsiteY548" fmla="*/ 1519450 h 6858000"/>
              <a:gd name="connsiteX549" fmla="*/ 2399523 w 7472601"/>
              <a:gd name="connsiteY549" fmla="*/ 1428234 h 6858000"/>
              <a:gd name="connsiteX550" fmla="*/ 2224982 w 7472601"/>
              <a:gd name="connsiteY550" fmla="*/ 1826201 h 6858000"/>
              <a:gd name="connsiteX551" fmla="*/ 2096099 w 7472601"/>
              <a:gd name="connsiteY551" fmla="*/ 2345900 h 6858000"/>
              <a:gd name="connsiteX552" fmla="*/ 2283317 w 7472601"/>
              <a:gd name="connsiteY552" fmla="*/ 1796925 h 6858000"/>
              <a:gd name="connsiteX553" fmla="*/ 2399523 w 7472601"/>
              <a:gd name="connsiteY553" fmla="*/ 1428234 h 6858000"/>
              <a:gd name="connsiteX554" fmla="*/ 2448558 w 7472601"/>
              <a:gd name="connsiteY554" fmla="*/ 1373435 h 6858000"/>
              <a:gd name="connsiteX555" fmla="*/ 2312521 w 7472601"/>
              <a:gd name="connsiteY555" fmla="*/ 1806140 h 6858000"/>
              <a:gd name="connsiteX556" fmla="*/ 2127533 w 7472601"/>
              <a:gd name="connsiteY556" fmla="*/ 2348380 h 6858000"/>
              <a:gd name="connsiteX557" fmla="*/ 2358080 w 7472601"/>
              <a:gd name="connsiteY557" fmla="*/ 1866134 h 6858000"/>
              <a:gd name="connsiteX558" fmla="*/ 2407436 w 7472601"/>
              <a:gd name="connsiteY558" fmla="*/ 1651070 h 6858000"/>
              <a:gd name="connsiteX559" fmla="*/ 2448558 w 7472601"/>
              <a:gd name="connsiteY559" fmla="*/ 1373435 h 6858000"/>
              <a:gd name="connsiteX560" fmla="*/ 278707 w 7472601"/>
              <a:gd name="connsiteY560" fmla="*/ 1352270 h 6858000"/>
              <a:gd name="connsiteX561" fmla="*/ 321570 w 7472601"/>
              <a:gd name="connsiteY561" fmla="*/ 1861610 h 6858000"/>
              <a:gd name="connsiteX562" fmla="*/ 294281 w 7472601"/>
              <a:gd name="connsiteY562" fmla="*/ 1440658 h 6858000"/>
              <a:gd name="connsiteX563" fmla="*/ 278707 w 7472601"/>
              <a:gd name="connsiteY563" fmla="*/ 1352270 h 6858000"/>
              <a:gd name="connsiteX564" fmla="*/ 1423821 w 7472601"/>
              <a:gd name="connsiteY564" fmla="*/ 1351958 h 6858000"/>
              <a:gd name="connsiteX565" fmla="*/ 1638521 w 7472601"/>
              <a:gd name="connsiteY565" fmla="*/ 1908470 h 6858000"/>
              <a:gd name="connsiteX566" fmla="*/ 1754199 w 7472601"/>
              <a:gd name="connsiteY566" fmla="*/ 2149284 h 6858000"/>
              <a:gd name="connsiteX567" fmla="*/ 1908359 w 7472601"/>
              <a:gd name="connsiteY567" fmla="*/ 2364988 h 6858000"/>
              <a:gd name="connsiteX568" fmla="*/ 1647661 w 7472601"/>
              <a:gd name="connsiteY568" fmla="*/ 1825945 h 6858000"/>
              <a:gd name="connsiteX569" fmla="*/ 1423821 w 7472601"/>
              <a:gd name="connsiteY569" fmla="*/ 1351958 h 6858000"/>
              <a:gd name="connsiteX570" fmla="*/ 1431890 w 7472601"/>
              <a:gd name="connsiteY570" fmla="*/ 1306475 h 6858000"/>
              <a:gd name="connsiteX571" fmla="*/ 1507597 w 7472601"/>
              <a:gd name="connsiteY571" fmla="*/ 1446132 h 6858000"/>
              <a:gd name="connsiteX572" fmla="*/ 1674586 w 7472601"/>
              <a:gd name="connsiteY572" fmla="*/ 1813832 h 6858000"/>
              <a:gd name="connsiteX573" fmla="*/ 1815950 w 7472601"/>
              <a:gd name="connsiteY573" fmla="*/ 2128564 h 6858000"/>
              <a:gd name="connsiteX574" fmla="*/ 1984242 w 7472601"/>
              <a:gd name="connsiteY574" fmla="*/ 2430829 h 6858000"/>
              <a:gd name="connsiteX575" fmla="*/ 2014023 w 7472601"/>
              <a:gd name="connsiteY575" fmla="*/ 2450995 h 6858000"/>
              <a:gd name="connsiteX576" fmla="*/ 1747337 w 7472601"/>
              <a:gd name="connsiteY576" fmla="*/ 1855264 h 6858000"/>
              <a:gd name="connsiteX577" fmla="*/ 1533749 w 7472601"/>
              <a:gd name="connsiteY577" fmla="*/ 1478656 h 6858000"/>
              <a:gd name="connsiteX578" fmla="*/ 1431890 w 7472601"/>
              <a:gd name="connsiteY578" fmla="*/ 1306475 h 6858000"/>
              <a:gd name="connsiteX579" fmla="*/ 5052692 w 7472601"/>
              <a:gd name="connsiteY579" fmla="*/ 1292994 h 6858000"/>
              <a:gd name="connsiteX580" fmla="*/ 5200661 w 7472601"/>
              <a:gd name="connsiteY580" fmla="*/ 1635186 h 6858000"/>
              <a:gd name="connsiteX581" fmla="*/ 5297138 w 7472601"/>
              <a:gd name="connsiteY581" fmla="*/ 1906351 h 6858000"/>
              <a:gd name="connsiteX582" fmla="*/ 5052692 w 7472601"/>
              <a:gd name="connsiteY582" fmla="*/ 1292994 h 6858000"/>
              <a:gd name="connsiteX583" fmla="*/ 5009948 w 7472601"/>
              <a:gd name="connsiteY583" fmla="*/ 1273619 h 6858000"/>
              <a:gd name="connsiteX584" fmla="*/ 5121777 w 7472601"/>
              <a:gd name="connsiteY584" fmla="*/ 1654213 h 6858000"/>
              <a:gd name="connsiteX585" fmla="*/ 5293545 w 7472601"/>
              <a:gd name="connsiteY585" fmla="*/ 2072247 h 6858000"/>
              <a:gd name="connsiteX586" fmla="*/ 5294042 w 7472601"/>
              <a:gd name="connsiteY586" fmla="*/ 2065019 h 6858000"/>
              <a:gd name="connsiteX587" fmla="*/ 5171936 w 7472601"/>
              <a:gd name="connsiteY587" fmla="*/ 1647613 h 6858000"/>
              <a:gd name="connsiteX588" fmla="*/ 5009948 w 7472601"/>
              <a:gd name="connsiteY588" fmla="*/ 1273619 h 6858000"/>
              <a:gd name="connsiteX589" fmla="*/ 655236 w 7472601"/>
              <a:gd name="connsiteY589" fmla="*/ 1268632 h 6858000"/>
              <a:gd name="connsiteX590" fmla="*/ 839521 w 7472601"/>
              <a:gd name="connsiteY590" fmla="*/ 1685315 h 6858000"/>
              <a:gd name="connsiteX591" fmla="*/ 1109416 w 7472601"/>
              <a:gd name="connsiteY591" fmla="*/ 2061663 h 6858000"/>
              <a:gd name="connsiteX592" fmla="*/ 1298300 w 7472601"/>
              <a:gd name="connsiteY592" fmla="*/ 2247742 h 6858000"/>
              <a:gd name="connsiteX593" fmla="*/ 1125871 w 7472601"/>
              <a:gd name="connsiteY593" fmla="*/ 1989513 h 6858000"/>
              <a:gd name="connsiteX594" fmla="*/ 981574 w 7472601"/>
              <a:gd name="connsiteY594" fmla="*/ 1783157 h 6858000"/>
              <a:gd name="connsiteX595" fmla="*/ 922198 w 7472601"/>
              <a:gd name="connsiteY595" fmla="*/ 1677437 h 6858000"/>
              <a:gd name="connsiteX596" fmla="*/ 869293 w 7472601"/>
              <a:gd name="connsiteY596" fmla="*/ 1583214 h 6858000"/>
              <a:gd name="connsiteX597" fmla="*/ 751431 w 7472601"/>
              <a:gd name="connsiteY597" fmla="*/ 1405731 h 6858000"/>
              <a:gd name="connsiteX598" fmla="*/ 655236 w 7472601"/>
              <a:gd name="connsiteY598" fmla="*/ 1268632 h 6858000"/>
              <a:gd name="connsiteX599" fmla="*/ 6516292 w 7472601"/>
              <a:gd name="connsiteY599" fmla="*/ 1263064 h 6858000"/>
              <a:gd name="connsiteX600" fmla="*/ 5736320 w 7472601"/>
              <a:gd name="connsiteY600" fmla="*/ 1501803 h 6858000"/>
              <a:gd name="connsiteX601" fmla="*/ 6516292 w 7472601"/>
              <a:gd name="connsiteY601" fmla="*/ 1263064 h 6858000"/>
              <a:gd name="connsiteX602" fmla="*/ 291466 w 7472601"/>
              <a:gd name="connsiteY602" fmla="*/ 1250369 h 6858000"/>
              <a:gd name="connsiteX603" fmla="*/ 323180 w 7472601"/>
              <a:gd name="connsiteY603" fmla="*/ 1435283 h 6858000"/>
              <a:gd name="connsiteX604" fmla="*/ 349381 w 7472601"/>
              <a:gd name="connsiteY604" fmla="*/ 1875041 h 6858000"/>
              <a:gd name="connsiteX605" fmla="*/ 374363 w 7472601"/>
              <a:gd name="connsiteY605" fmla="*/ 1506494 h 6858000"/>
              <a:gd name="connsiteX606" fmla="*/ 302168 w 7472601"/>
              <a:gd name="connsiteY606" fmla="*/ 1274495 h 6858000"/>
              <a:gd name="connsiteX607" fmla="*/ 291466 w 7472601"/>
              <a:gd name="connsiteY607" fmla="*/ 1250369 h 6858000"/>
              <a:gd name="connsiteX608" fmla="*/ 678222 w 7472601"/>
              <a:gd name="connsiteY608" fmla="*/ 1248670 h 6858000"/>
              <a:gd name="connsiteX609" fmla="*/ 775536 w 7472601"/>
              <a:gd name="connsiteY609" fmla="*/ 1388015 h 6858000"/>
              <a:gd name="connsiteX610" fmla="*/ 894529 w 7472601"/>
              <a:gd name="connsiteY610" fmla="*/ 1567739 h 6858000"/>
              <a:gd name="connsiteX611" fmla="*/ 948000 w 7472601"/>
              <a:gd name="connsiteY611" fmla="*/ 1663088 h 6858000"/>
              <a:gd name="connsiteX612" fmla="*/ 1006812 w 7472601"/>
              <a:gd name="connsiteY612" fmla="*/ 1767683 h 6858000"/>
              <a:gd name="connsiteX613" fmla="*/ 1149133 w 7472601"/>
              <a:gd name="connsiteY613" fmla="*/ 1971513 h 6858000"/>
              <a:gd name="connsiteX614" fmla="*/ 1333952 w 7472601"/>
              <a:gd name="connsiteY614" fmla="*/ 2251620 h 6858000"/>
              <a:gd name="connsiteX615" fmla="*/ 1337329 w 7472601"/>
              <a:gd name="connsiteY615" fmla="*/ 2258350 h 6858000"/>
              <a:gd name="connsiteX616" fmla="*/ 1014726 w 7472601"/>
              <a:gd name="connsiteY616" fmla="*/ 1615556 h 6858000"/>
              <a:gd name="connsiteX617" fmla="*/ 678222 w 7472601"/>
              <a:gd name="connsiteY617" fmla="*/ 1248670 h 6858000"/>
              <a:gd name="connsiteX618" fmla="*/ 6691602 w 7472601"/>
              <a:gd name="connsiteY618" fmla="*/ 1140573 h 6858000"/>
              <a:gd name="connsiteX619" fmla="*/ 6571100 w 7472601"/>
              <a:gd name="connsiteY619" fmla="*/ 1183662 h 6858000"/>
              <a:gd name="connsiteX620" fmla="*/ 6241687 w 7472601"/>
              <a:gd name="connsiteY620" fmla="*/ 1257600 h 6858000"/>
              <a:gd name="connsiteX621" fmla="*/ 5693009 w 7472601"/>
              <a:gd name="connsiteY621" fmla="*/ 1478256 h 6858000"/>
              <a:gd name="connsiteX622" fmla="*/ 6548420 w 7472601"/>
              <a:gd name="connsiteY622" fmla="*/ 1214599 h 6858000"/>
              <a:gd name="connsiteX623" fmla="*/ 6605473 w 7472601"/>
              <a:gd name="connsiteY623" fmla="*/ 1184686 h 6858000"/>
              <a:gd name="connsiteX624" fmla="*/ 6691602 w 7472601"/>
              <a:gd name="connsiteY624" fmla="*/ 1140573 h 6858000"/>
              <a:gd name="connsiteX625" fmla="*/ 4002475 w 7472601"/>
              <a:gd name="connsiteY625" fmla="*/ 1037802 h 6858000"/>
              <a:gd name="connsiteX626" fmla="*/ 4000324 w 7472601"/>
              <a:gd name="connsiteY626" fmla="*/ 1039362 h 6858000"/>
              <a:gd name="connsiteX627" fmla="*/ 4002862 w 7472601"/>
              <a:gd name="connsiteY627" fmla="*/ 1042866 h 6858000"/>
              <a:gd name="connsiteX628" fmla="*/ 4002475 w 7472601"/>
              <a:gd name="connsiteY628" fmla="*/ 1037802 h 6858000"/>
              <a:gd name="connsiteX629" fmla="*/ 506322 w 7472601"/>
              <a:gd name="connsiteY629" fmla="*/ 1020997 h 6858000"/>
              <a:gd name="connsiteX630" fmla="*/ 533068 w 7472601"/>
              <a:gd name="connsiteY630" fmla="*/ 1029409 h 6858000"/>
              <a:gd name="connsiteX631" fmla="*/ 1232525 w 7472601"/>
              <a:gd name="connsiteY631" fmla="*/ 1804675 h 6858000"/>
              <a:gd name="connsiteX632" fmla="*/ 1388858 w 7472601"/>
              <a:gd name="connsiteY632" fmla="*/ 2368011 h 6858000"/>
              <a:gd name="connsiteX633" fmla="*/ 1384098 w 7472601"/>
              <a:gd name="connsiteY633" fmla="*/ 2378125 h 6858000"/>
              <a:gd name="connsiteX634" fmla="*/ 1425393 w 7472601"/>
              <a:gd name="connsiteY634" fmla="*/ 2589124 h 6858000"/>
              <a:gd name="connsiteX635" fmla="*/ 1424001 w 7472601"/>
              <a:gd name="connsiteY635" fmla="*/ 2597541 h 6858000"/>
              <a:gd name="connsiteX636" fmla="*/ 2152729 w 7472601"/>
              <a:gd name="connsiteY636" fmla="*/ 2864487 h 6858000"/>
              <a:gd name="connsiteX637" fmla="*/ 2020609 w 7472601"/>
              <a:gd name="connsiteY637" fmla="*/ 2539671 h 6858000"/>
              <a:gd name="connsiteX638" fmla="*/ 2018920 w 7472601"/>
              <a:gd name="connsiteY638" fmla="*/ 2536309 h 6858000"/>
              <a:gd name="connsiteX639" fmla="*/ 1342441 w 7472601"/>
              <a:gd name="connsiteY639" fmla="*/ 1173017 h 6858000"/>
              <a:gd name="connsiteX640" fmla="*/ 1367925 w 7472601"/>
              <a:gd name="connsiteY640" fmla="*/ 1135648 h 6858000"/>
              <a:gd name="connsiteX641" fmla="*/ 1771401 w 7472601"/>
              <a:gd name="connsiteY641" fmla="*/ 1806673 h 6858000"/>
              <a:gd name="connsiteX642" fmla="*/ 1972385 w 7472601"/>
              <a:gd name="connsiteY642" fmla="*/ 2198735 h 6858000"/>
              <a:gd name="connsiteX643" fmla="*/ 2040892 w 7472601"/>
              <a:gd name="connsiteY643" fmla="*/ 2405205 h 6858000"/>
              <a:gd name="connsiteX644" fmla="*/ 2131689 w 7472601"/>
              <a:gd name="connsiteY644" fmla="*/ 1936926 h 6858000"/>
              <a:gd name="connsiteX645" fmla="*/ 2454820 w 7472601"/>
              <a:gd name="connsiteY645" fmla="*/ 1248808 h 6858000"/>
              <a:gd name="connsiteX646" fmla="*/ 2492512 w 7472601"/>
              <a:gd name="connsiteY646" fmla="*/ 1302920 h 6858000"/>
              <a:gd name="connsiteX647" fmla="*/ 2081216 w 7472601"/>
              <a:gd name="connsiteY647" fmla="*/ 2527513 h 6858000"/>
              <a:gd name="connsiteX648" fmla="*/ 2081211 w 7472601"/>
              <a:gd name="connsiteY648" fmla="*/ 2528916 h 6858000"/>
              <a:gd name="connsiteX649" fmla="*/ 2199067 w 7472601"/>
              <a:gd name="connsiteY649" fmla="*/ 2884061 h 6858000"/>
              <a:gd name="connsiteX650" fmla="*/ 3192586 w 7472601"/>
              <a:gd name="connsiteY650" fmla="*/ 3411496 h 6858000"/>
              <a:gd name="connsiteX651" fmla="*/ 3182620 w 7472601"/>
              <a:gd name="connsiteY651" fmla="*/ 3483279 h 6858000"/>
              <a:gd name="connsiteX652" fmla="*/ 2435119 w 7472601"/>
              <a:gd name="connsiteY652" fmla="*/ 3080173 h 6858000"/>
              <a:gd name="connsiteX653" fmla="*/ 2410152 w 7472601"/>
              <a:gd name="connsiteY653" fmla="*/ 3063751 h 6858000"/>
              <a:gd name="connsiteX654" fmla="*/ 2408099 w 7472601"/>
              <a:gd name="connsiteY654" fmla="*/ 3064403 h 6858000"/>
              <a:gd name="connsiteX655" fmla="*/ 2407218 w 7472601"/>
              <a:gd name="connsiteY655" fmla="*/ 3070324 h 6858000"/>
              <a:gd name="connsiteX656" fmla="*/ 2380138 w 7472601"/>
              <a:gd name="connsiteY656" fmla="*/ 3099341 h 6858000"/>
              <a:gd name="connsiteX657" fmla="*/ 1765923 w 7472601"/>
              <a:gd name="connsiteY657" fmla="*/ 3581043 h 6858000"/>
              <a:gd name="connsiteX658" fmla="*/ 1702258 w 7472601"/>
              <a:gd name="connsiteY658" fmla="*/ 3612286 h 6858000"/>
              <a:gd name="connsiteX659" fmla="*/ 1538370 w 7472601"/>
              <a:gd name="connsiteY659" fmla="*/ 3811804 h 6858000"/>
              <a:gd name="connsiteX660" fmla="*/ 542867 w 7472601"/>
              <a:gd name="connsiteY660" fmla="*/ 4944092 h 6858000"/>
              <a:gd name="connsiteX661" fmla="*/ 515800 w 7472601"/>
              <a:gd name="connsiteY661" fmla="*/ 4862180 h 6858000"/>
              <a:gd name="connsiteX662" fmla="*/ 909145 w 7472601"/>
              <a:gd name="connsiteY662" fmla="*/ 4199225 h 6858000"/>
              <a:gd name="connsiteX663" fmla="*/ 1214067 w 7472601"/>
              <a:gd name="connsiteY663" fmla="*/ 3908561 h 6858000"/>
              <a:gd name="connsiteX664" fmla="*/ 640967 w 7472601"/>
              <a:gd name="connsiteY664" fmla="*/ 4105601 h 6858000"/>
              <a:gd name="connsiteX665" fmla="*/ 112563 w 7472601"/>
              <a:gd name="connsiteY665" fmla="*/ 4396952 h 6858000"/>
              <a:gd name="connsiteX666" fmla="*/ 0 w 7472601"/>
              <a:gd name="connsiteY666" fmla="*/ 4466006 h 6858000"/>
              <a:gd name="connsiteX667" fmla="*/ 0 w 7472601"/>
              <a:gd name="connsiteY667" fmla="*/ 4233763 h 6858000"/>
              <a:gd name="connsiteX668" fmla="*/ 36881 w 7472601"/>
              <a:gd name="connsiteY668" fmla="*/ 4200118 h 6858000"/>
              <a:gd name="connsiteX669" fmla="*/ 910534 w 7472601"/>
              <a:gd name="connsiteY669" fmla="*/ 3629753 h 6858000"/>
              <a:gd name="connsiteX670" fmla="*/ 1578717 w 7472601"/>
              <a:gd name="connsiteY670" fmla="*/ 3575982 h 6858000"/>
              <a:gd name="connsiteX671" fmla="*/ 2338780 w 7472601"/>
              <a:gd name="connsiteY671" fmla="*/ 3033725 h 6858000"/>
              <a:gd name="connsiteX672" fmla="*/ 1807991 w 7472601"/>
              <a:gd name="connsiteY672" fmla="*/ 2807184 h 6858000"/>
              <a:gd name="connsiteX673" fmla="*/ 1416358 w 7472601"/>
              <a:gd name="connsiteY673" fmla="*/ 3112571 h 6858000"/>
              <a:gd name="connsiteX674" fmla="*/ 939066 w 7472601"/>
              <a:gd name="connsiteY674" fmla="*/ 3378798 h 6858000"/>
              <a:gd name="connsiteX675" fmla="*/ 115099 w 7472601"/>
              <a:gd name="connsiteY675" fmla="*/ 3607650 h 6858000"/>
              <a:gd name="connsiteX676" fmla="*/ 97284 w 7472601"/>
              <a:gd name="connsiteY676" fmla="*/ 3520393 h 6858000"/>
              <a:gd name="connsiteX677" fmla="*/ 922050 w 7472601"/>
              <a:gd name="connsiteY677" fmla="*/ 3074867 h 6858000"/>
              <a:gd name="connsiteX678" fmla="*/ 1405265 w 7472601"/>
              <a:gd name="connsiteY678" fmla="*/ 3016319 h 6858000"/>
              <a:gd name="connsiteX679" fmla="*/ 1407512 w 7472601"/>
              <a:gd name="connsiteY679" fmla="*/ 3018001 h 6858000"/>
              <a:gd name="connsiteX680" fmla="*/ 1726266 w 7472601"/>
              <a:gd name="connsiteY680" fmla="*/ 2777274 h 6858000"/>
              <a:gd name="connsiteX681" fmla="*/ 625390 w 7472601"/>
              <a:gd name="connsiteY681" fmla="*/ 2514541 h 6858000"/>
              <a:gd name="connsiteX682" fmla="*/ 619799 w 7472601"/>
              <a:gd name="connsiteY682" fmla="*/ 2527180 h 6858000"/>
              <a:gd name="connsiteX683" fmla="*/ 310030 w 7472601"/>
              <a:gd name="connsiteY683" fmla="*/ 2771818 h 6858000"/>
              <a:gd name="connsiteX684" fmla="*/ 173877 w 7472601"/>
              <a:gd name="connsiteY684" fmla="*/ 2937056 h 6858000"/>
              <a:gd name="connsiteX685" fmla="*/ 77889 w 7472601"/>
              <a:gd name="connsiteY685" fmla="*/ 3138440 h 6858000"/>
              <a:gd name="connsiteX686" fmla="*/ 0 w 7472601"/>
              <a:gd name="connsiteY686" fmla="*/ 3271395 h 6858000"/>
              <a:gd name="connsiteX687" fmla="*/ 0 w 7472601"/>
              <a:gd name="connsiteY687" fmla="*/ 3153002 h 6858000"/>
              <a:gd name="connsiteX688" fmla="*/ 2386 w 7472601"/>
              <a:gd name="connsiteY688" fmla="*/ 3149203 h 6858000"/>
              <a:gd name="connsiteX689" fmla="*/ 89753 w 7472601"/>
              <a:gd name="connsiteY689" fmla="*/ 2987702 h 6858000"/>
              <a:gd name="connsiteX690" fmla="*/ 76869 w 7472601"/>
              <a:gd name="connsiteY690" fmla="*/ 3005404 h 6858000"/>
              <a:gd name="connsiteX691" fmla="*/ 32049 w 7472601"/>
              <a:gd name="connsiteY691" fmla="*/ 3065814 h 6858000"/>
              <a:gd name="connsiteX692" fmla="*/ 0 w 7472601"/>
              <a:gd name="connsiteY692" fmla="*/ 3108744 h 6858000"/>
              <a:gd name="connsiteX693" fmla="*/ 0 w 7472601"/>
              <a:gd name="connsiteY693" fmla="*/ 3058059 h 6858000"/>
              <a:gd name="connsiteX694" fmla="*/ 7610 w 7472601"/>
              <a:gd name="connsiteY694" fmla="*/ 3047889 h 6858000"/>
              <a:gd name="connsiteX695" fmla="*/ 52419 w 7472601"/>
              <a:gd name="connsiteY695" fmla="*/ 2987479 h 6858000"/>
              <a:gd name="connsiteX696" fmla="*/ 59142 w 7472601"/>
              <a:gd name="connsiteY696" fmla="*/ 2978488 h 6858000"/>
              <a:gd name="connsiteX697" fmla="*/ 0 w 7472601"/>
              <a:gd name="connsiteY697" fmla="*/ 3015334 h 6858000"/>
              <a:gd name="connsiteX698" fmla="*/ 0 w 7472601"/>
              <a:gd name="connsiteY698" fmla="*/ 2914286 h 6858000"/>
              <a:gd name="connsiteX699" fmla="*/ 36383 w 7472601"/>
              <a:gd name="connsiteY699" fmla="*/ 2901128 h 6858000"/>
              <a:gd name="connsiteX700" fmla="*/ 156329 w 7472601"/>
              <a:gd name="connsiteY700" fmla="*/ 2840533 h 6858000"/>
              <a:gd name="connsiteX701" fmla="*/ 358355 w 7472601"/>
              <a:gd name="connsiteY701" fmla="*/ 2620471 h 6858000"/>
              <a:gd name="connsiteX702" fmla="*/ 510577 w 7472601"/>
              <a:gd name="connsiteY702" fmla="*/ 2501244 h 6858000"/>
              <a:gd name="connsiteX703" fmla="*/ 211967 w 7472601"/>
              <a:gd name="connsiteY703" fmla="*/ 2479171 h 6858000"/>
              <a:gd name="connsiteX704" fmla="*/ 0 w 7472601"/>
              <a:gd name="connsiteY704" fmla="*/ 2476398 h 6858000"/>
              <a:gd name="connsiteX705" fmla="*/ 0 w 7472601"/>
              <a:gd name="connsiteY705" fmla="*/ 2389189 h 6858000"/>
              <a:gd name="connsiteX706" fmla="*/ 103062 w 7472601"/>
              <a:gd name="connsiteY706" fmla="*/ 2389518 h 6858000"/>
              <a:gd name="connsiteX707" fmla="*/ 510734 w 7472601"/>
              <a:gd name="connsiteY707" fmla="*/ 2416201 h 6858000"/>
              <a:gd name="connsiteX708" fmla="*/ 279257 w 7472601"/>
              <a:gd name="connsiteY708" fmla="*/ 2092102 h 6858000"/>
              <a:gd name="connsiteX709" fmla="*/ 65265 w 7472601"/>
              <a:gd name="connsiteY709" fmla="*/ 2006049 h 6858000"/>
              <a:gd name="connsiteX710" fmla="*/ 0 w 7472601"/>
              <a:gd name="connsiteY710" fmla="*/ 1982532 h 6858000"/>
              <a:gd name="connsiteX711" fmla="*/ 0 w 7472601"/>
              <a:gd name="connsiteY711" fmla="*/ 1912789 h 6858000"/>
              <a:gd name="connsiteX712" fmla="*/ 97460 w 7472601"/>
              <a:gd name="connsiteY712" fmla="*/ 1953725 h 6858000"/>
              <a:gd name="connsiteX713" fmla="*/ 221272 w 7472601"/>
              <a:gd name="connsiteY713" fmla="*/ 1980766 h 6858000"/>
              <a:gd name="connsiteX714" fmla="*/ 116765 w 7472601"/>
              <a:gd name="connsiteY714" fmla="*/ 1911033 h 6858000"/>
              <a:gd name="connsiteX715" fmla="*/ 16405 w 7472601"/>
              <a:gd name="connsiteY715" fmla="*/ 1803412 h 6858000"/>
              <a:gd name="connsiteX716" fmla="*/ 0 w 7472601"/>
              <a:gd name="connsiteY716" fmla="*/ 1784777 h 6858000"/>
              <a:gd name="connsiteX717" fmla="*/ 0 w 7472601"/>
              <a:gd name="connsiteY717" fmla="*/ 1740082 h 6858000"/>
              <a:gd name="connsiteX718" fmla="*/ 39394 w 7472601"/>
              <a:gd name="connsiteY718" fmla="*/ 1784856 h 6858000"/>
              <a:gd name="connsiteX719" fmla="*/ 135813 w 7472601"/>
              <a:gd name="connsiteY719" fmla="*/ 1888838 h 6858000"/>
              <a:gd name="connsiteX720" fmla="*/ 242575 w 7472601"/>
              <a:gd name="connsiteY720" fmla="*/ 1958841 h 6858000"/>
              <a:gd name="connsiteX721" fmla="*/ 82197 w 7472601"/>
              <a:gd name="connsiteY721" fmla="*/ 1754826 h 6858000"/>
              <a:gd name="connsiteX722" fmla="*/ 0 w 7472601"/>
              <a:gd name="connsiteY722" fmla="*/ 1679650 h 6858000"/>
              <a:gd name="connsiteX723" fmla="*/ 0 w 7472601"/>
              <a:gd name="connsiteY723" fmla="*/ 1602463 h 6858000"/>
              <a:gd name="connsiteX724" fmla="*/ 84689 w 7472601"/>
              <a:gd name="connsiteY724" fmla="*/ 1677442 h 6858000"/>
              <a:gd name="connsiteX725" fmla="*/ 298437 w 7472601"/>
              <a:gd name="connsiteY725" fmla="*/ 1968019 h 6858000"/>
              <a:gd name="connsiteX726" fmla="*/ 227269 w 7472601"/>
              <a:gd name="connsiteY726" fmla="*/ 1114064 h 6858000"/>
              <a:gd name="connsiteX727" fmla="*/ 248003 w 7472601"/>
              <a:gd name="connsiteY727" fmla="*/ 1089613 h 6858000"/>
              <a:gd name="connsiteX728" fmla="*/ 427020 w 7472601"/>
              <a:gd name="connsiteY728" fmla="*/ 1619803 h 6858000"/>
              <a:gd name="connsiteX729" fmla="*/ 340345 w 7472601"/>
              <a:gd name="connsiteY729" fmla="*/ 2027739 h 6858000"/>
              <a:gd name="connsiteX730" fmla="*/ 360865 w 7472601"/>
              <a:gd name="connsiteY730" fmla="*/ 2044827 h 6858000"/>
              <a:gd name="connsiteX731" fmla="*/ 560414 w 7472601"/>
              <a:gd name="connsiteY731" fmla="*/ 2421457 h 6858000"/>
              <a:gd name="connsiteX732" fmla="*/ 1359703 w 7472601"/>
              <a:gd name="connsiteY732" fmla="*/ 2578554 h 6858000"/>
              <a:gd name="connsiteX733" fmla="*/ 1359422 w 7472601"/>
              <a:gd name="connsiteY733" fmla="*/ 2577994 h 6858000"/>
              <a:gd name="connsiteX734" fmla="*/ 828701 w 7472601"/>
              <a:gd name="connsiteY734" fmla="*/ 1839520 h 6858000"/>
              <a:gd name="connsiteX735" fmla="*/ 494427 w 7472601"/>
              <a:gd name="connsiteY735" fmla="*/ 1092333 h 6858000"/>
              <a:gd name="connsiteX736" fmla="*/ 506322 w 7472601"/>
              <a:gd name="connsiteY736" fmla="*/ 1020997 h 6858000"/>
              <a:gd name="connsiteX737" fmla="*/ 4570198 w 7472601"/>
              <a:gd name="connsiteY737" fmla="*/ 978081 h 6858000"/>
              <a:gd name="connsiteX738" fmla="*/ 4523691 w 7472601"/>
              <a:gd name="connsiteY738" fmla="*/ 1127776 h 6858000"/>
              <a:gd name="connsiteX739" fmla="*/ 4509875 w 7472601"/>
              <a:gd name="connsiteY739" fmla="*/ 1167552 h 6858000"/>
              <a:gd name="connsiteX740" fmla="*/ 4478168 w 7472601"/>
              <a:gd name="connsiteY740" fmla="*/ 1260735 h 6858000"/>
              <a:gd name="connsiteX741" fmla="*/ 4409309 w 7472601"/>
              <a:gd name="connsiteY741" fmla="*/ 1666996 h 6858000"/>
              <a:gd name="connsiteX742" fmla="*/ 4370031 w 7472601"/>
              <a:gd name="connsiteY742" fmla="*/ 1955666 h 6858000"/>
              <a:gd name="connsiteX743" fmla="*/ 4570198 w 7472601"/>
              <a:gd name="connsiteY743" fmla="*/ 978081 h 6858000"/>
              <a:gd name="connsiteX744" fmla="*/ 4557898 w 7472601"/>
              <a:gd name="connsiteY744" fmla="*/ 900011 h 6858000"/>
              <a:gd name="connsiteX745" fmla="*/ 4344840 w 7472601"/>
              <a:gd name="connsiteY745" fmla="*/ 1922038 h 6858000"/>
              <a:gd name="connsiteX746" fmla="*/ 4378710 w 7472601"/>
              <a:gd name="connsiteY746" fmla="*/ 1665516 h 6858000"/>
              <a:gd name="connsiteX747" fmla="*/ 4448798 w 7472601"/>
              <a:gd name="connsiteY747" fmla="*/ 1253024 h 6858000"/>
              <a:gd name="connsiteX748" fmla="*/ 4480315 w 7472601"/>
              <a:gd name="connsiteY748" fmla="*/ 1158454 h 6858000"/>
              <a:gd name="connsiteX749" fmla="*/ 4494133 w 7472601"/>
              <a:gd name="connsiteY749" fmla="*/ 1118676 h 6858000"/>
              <a:gd name="connsiteX750" fmla="*/ 4557898 w 7472601"/>
              <a:gd name="connsiteY750" fmla="*/ 900011 h 6858000"/>
              <a:gd name="connsiteX751" fmla="*/ 5870151 w 7472601"/>
              <a:gd name="connsiteY751" fmla="*/ 898890 h 6858000"/>
              <a:gd name="connsiteX752" fmla="*/ 5861335 w 7472601"/>
              <a:gd name="connsiteY752" fmla="*/ 899177 h 6858000"/>
              <a:gd name="connsiteX753" fmla="*/ 5843702 w 7472601"/>
              <a:gd name="connsiteY753" fmla="*/ 899748 h 6858000"/>
              <a:gd name="connsiteX754" fmla="*/ 5651107 w 7472601"/>
              <a:gd name="connsiteY754" fmla="*/ 920306 h 6858000"/>
              <a:gd name="connsiteX755" fmla="*/ 5459407 w 7472601"/>
              <a:gd name="connsiteY755" fmla="*/ 940975 h 6858000"/>
              <a:gd name="connsiteX756" fmla="*/ 5374846 w 7472601"/>
              <a:gd name="connsiteY756" fmla="*/ 941988 h 6858000"/>
              <a:gd name="connsiteX757" fmla="*/ 5256105 w 7472601"/>
              <a:gd name="connsiteY757" fmla="*/ 945632 h 6858000"/>
              <a:gd name="connsiteX758" fmla="*/ 5107071 w 7472601"/>
              <a:gd name="connsiteY758" fmla="*/ 969720 h 6858000"/>
              <a:gd name="connsiteX759" fmla="*/ 4998681 w 7472601"/>
              <a:gd name="connsiteY759" fmla="*/ 988771 h 6858000"/>
              <a:gd name="connsiteX760" fmla="*/ 5870151 w 7472601"/>
              <a:gd name="connsiteY760" fmla="*/ 898890 h 6858000"/>
              <a:gd name="connsiteX761" fmla="*/ 5504425 w 7472601"/>
              <a:gd name="connsiteY761" fmla="*/ 848067 h 6858000"/>
              <a:gd name="connsiteX762" fmla="*/ 4968849 w 7472601"/>
              <a:gd name="connsiteY762" fmla="*/ 962318 h 6858000"/>
              <a:gd name="connsiteX763" fmla="*/ 5104039 w 7472601"/>
              <a:gd name="connsiteY763" fmla="*/ 940634 h 6858000"/>
              <a:gd name="connsiteX764" fmla="*/ 5256311 w 7472601"/>
              <a:gd name="connsiteY764" fmla="*/ 916490 h 6858000"/>
              <a:gd name="connsiteX765" fmla="*/ 5377381 w 7472601"/>
              <a:gd name="connsiteY765" fmla="*/ 912671 h 6858000"/>
              <a:gd name="connsiteX766" fmla="*/ 5460148 w 7472601"/>
              <a:gd name="connsiteY766" fmla="*/ 911442 h 6858000"/>
              <a:gd name="connsiteX767" fmla="*/ 5648971 w 7472601"/>
              <a:gd name="connsiteY767" fmla="*/ 891331 h 6858000"/>
              <a:gd name="connsiteX768" fmla="*/ 5844807 w 7472601"/>
              <a:gd name="connsiteY768" fmla="*/ 870718 h 6858000"/>
              <a:gd name="connsiteX769" fmla="*/ 5862975 w 7472601"/>
              <a:gd name="connsiteY769" fmla="*/ 869756 h 6858000"/>
              <a:gd name="connsiteX770" fmla="*/ 5920887 w 7472601"/>
              <a:gd name="connsiteY770" fmla="*/ 865929 h 6858000"/>
              <a:gd name="connsiteX771" fmla="*/ 5504425 w 7472601"/>
              <a:gd name="connsiteY771" fmla="*/ 848067 h 6858000"/>
              <a:gd name="connsiteX772" fmla="*/ 3607114 w 7472601"/>
              <a:gd name="connsiteY772" fmla="*/ 467441 h 6858000"/>
              <a:gd name="connsiteX773" fmla="*/ 3296242 w 7472601"/>
              <a:gd name="connsiteY773" fmla="*/ 807991 h 6858000"/>
              <a:gd name="connsiteX774" fmla="*/ 3174674 w 7472601"/>
              <a:gd name="connsiteY774" fmla="*/ 919759 h 6858000"/>
              <a:gd name="connsiteX775" fmla="*/ 3042978 w 7472601"/>
              <a:gd name="connsiteY775" fmla="*/ 1054894 h 6858000"/>
              <a:gd name="connsiteX776" fmla="*/ 2968914 w 7472601"/>
              <a:gd name="connsiteY776" fmla="*/ 1133756 h 6858000"/>
              <a:gd name="connsiteX777" fmla="*/ 3103823 w 7472601"/>
              <a:gd name="connsiteY777" fmla="*/ 1026814 h 6858000"/>
              <a:gd name="connsiteX778" fmla="*/ 3607114 w 7472601"/>
              <a:gd name="connsiteY778" fmla="*/ 467441 h 6858000"/>
              <a:gd name="connsiteX779" fmla="*/ 3744487 w 7472601"/>
              <a:gd name="connsiteY779" fmla="*/ 383136 h 6858000"/>
              <a:gd name="connsiteX780" fmla="*/ 3970213 w 7472601"/>
              <a:gd name="connsiteY780" fmla="*/ 995559 h 6858000"/>
              <a:gd name="connsiteX781" fmla="*/ 3744487 w 7472601"/>
              <a:gd name="connsiteY781" fmla="*/ 383136 h 6858000"/>
              <a:gd name="connsiteX782" fmla="*/ 3624562 w 7472601"/>
              <a:gd name="connsiteY782" fmla="*/ 367041 h 6858000"/>
              <a:gd name="connsiteX783" fmla="*/ 3489712 w 7472601"/>
              <a:gd name="connsiteY783" fmla="*/ 485386 h 6858000"/>
              <a:gd name="connsiteX784" fmla="*/ 3182994 w 7472601"/>
              <a:gd name="connsiteY784" fmla="*/ 828265 h 6858000"/>
              <a:gd name="connsiteX785" fmla="*/ 2892114 w 7472601"/>
              <a:gd name="connsiteY785" fmla="*/ 1172635 h 6858000"/>
              <a:gd name="connsiteX786" fmla="*/ 3021459 w 7472601"/>
              <a:gd name="connsiteY786" fmla="*/ 1035385 h 6858000"/>
              <a:gd name="connsiteX787" fmla="*/ 3153873 w 7472601"/>
              <a:gd name="connsiteY787" fmla="*/ 898971 h 6858000"/>
              <a:gd name="connsiteX788" fmla="*/ 3276511 w 7472601"/>
              <a:gd name="connsiteY788" fmla="*/ 786423 h 6858000"/>
              <a:gd name="connsiteX789" fmla="*/ 3584154 w 7472601"/>
              <a:gd name="connsiteY789" fmla="*/ 448218 h 6858000"/>
              <a:gd name="connsiteX790" fmla="*/ 3624562 w 7472601"/>
              <a:gd name="connsiteY790" fmla="*/ 367041 h 6858000"/>
              <a:gd name="connsiteX791" fmla="*/ 3766672 w 7472601"/>
              <a:gd name="connsiteY791" fmla="*/ 359429 h 6858000"/>
              <a:gd name="connsiteX792" fmla="*/ 3996338 w 7472601"/>
              <a:gd name="connsiteY792" fmla="*/ 968237 h 6858000"/>
              <a:gd name="connsiteX793" fmla="*/ 3766672 w 7472601"/>
              <a:gd name="connsiteY793" fmla="*/ 359429 h 6858000"/>
              <a:gd name="connsiteX794" fmla="*/ 5805386 w 7472601"/>
              <a:gd name="connsiteY794" fmla="*/ 239240 h 6858000"/>
              <a:gd name="connsiteX795" fmla="*/ 5736947 w 7472601"/>
              <a:gd name="connsiteY795" fmla="*/ 261367 h 6858000"/>
              <a:gd name="connsiteX796" fmla="*/ 5427012 w 7472601"/>
              <a:gd name="connsiteY796" fmla="*/ 311272 h 6858000"/>
              <a:gd name="connsiteX797" fmla="*/ 5147818 w 7472601"/>
              <a:gd name="connsiteY797" fmla="*/ 322112 h 6858000"/>
              <a:gd name="connsiteX798" fmla="*/ 5060854 w 7472601"/>
              <a:gd name="connsiteY798" fmla="*/ 311882 h 6858000"/>
              <a:gd name="connsiteX799" fmla="*/ 4945989 w 7472601"/>
              <a:gd name="connsiteY799" fmla="*/ 300516 h 6858000"/>
              <a:gd name="connsiteX800" fmla="*/ 5410479 w 7472601"/>
              <a:gd name="connsiteY800" fmla="*/ 348434 h 6858000"/>
              <a:gd name="connsiteX801" fmla="*/ 5805386 w 7472601"/>
              <a:gd name="connsiteY801" fmla="*/ 239240 h 6858000"/>
              <a:gd name="connsiteX802" fmla="*/ 5905192 w 7472601"/>
              <a:gd name="connsiteY802" fmla="*/ 163079 h 6858000"/>
              <a:gd name="connsiteX803" fmla="*/ 5865655 w 7472601"/>
              <a:gd name="connsiteY803" fmla="*/ 171901 h 6858000"/>
              <a:gd name="connsiteX804" fmla="*/ 5259740 w 7472601"/>
              <a:gd name="connsiteY804" fmla="*/ 257013 h 6858000"/>
              <a:gd name="connsiteX805" fmla="*/ 5208466 w 7472601"/>
              <a:gd name="connsiteY805" fmla="*/ 257550 h 6858000"/>
              <a:gd name="connsiteX806" fmla="*/ 4980204 w 7472601"/>
              <a:gd name="connsiteY806" fmla="*/ 271903 h 6858000"/>
              <a:gd name="connsiteX807" fmla="*/ 5068068 w 7472601"/>
              <a:gd name="connsiteY807" fmla="*/ 282244 h 6858000"/>
              <a:gd name="connsiteX808" fmla="*/ 5153231 w 7472601"/>
              <a:gd name="connsiteY808" fmla="*/ 292240 h 6858000"/>
              <a:gd name="connsiteX809" fmla="*/ 5426491 w 7472601"/>
              <a:gd name="connsiteY809" fmla="*/ 281128 h 6858000"/>
              <a:gd name="connsiteX810" fmla="*/ 5731212 w 7472601"/>
              <a:gd name="connsiteY810" fmla="*/ 231951 h 6858000"/>
              <a:gd name="connsiteX811" fmla="*/ 5905192 w 7472601"/>
              <a:gd name="connsiteY811" fmla="*/ 163079 h 6858000"/>
              <a:gd name="connsiteX812" fmla="*/ 5944437 w 7472601"/>
              <a:gd name="connsiteY812" fmla="*/ 113829 h 6858000"/>
              <a:gd name="connsiteX813" fmla="*/ 5825032 w 7472601"/>
              <a:gd name="connsiteY813" fmla="*/ 146405 h 6858000"/>
              <a:gd name="connsiteX814" fmla="*/ 4955599 w 7472601"/>
              <a:gd name="connsiteY814" fmla="*/ 247008 h 6858000"/>
              <a:gd name="connsiteX815" fmla="*/ 5210104 w 7472601"/>
              <a:gd name="connsiteY815" fmla="*/ 228123 h 6858000"/>
              <a:gd name="connsiteX816" fmla="*/ 5261015 w 7472601"/>
              <a:gd name="connsiteY816" fmla="*/ 227087 h 6858000"/>
              <a:gd name="connsiteX817" fmla="*/ 5861181 w 7472601"/>
              <a:gd name="connsiteY817" fmla="*/ 143093 h 6858000"/>
              <a:gd name="connsiteX818" fmla="*/ 5961252 w 7472601"/>
              <a:gd name="connsiteY818" fmla="*/ 114820 h 6858000"/>
              <a:gd name="connsiteX819" fmla="*/ 5944437 w 7472601"/>
              <a:gd name="connsiteY819" fmla="*/ 113829 h 6858000"/>
              <a:gd name="connsiteX820" fmla="*/ 3882765 w 7472601"/>
              <a:gd name="connsiteY820" fmla="*/ 0 h 6858000"/>
              <a:gd name="connsiteX821" fmla="*/ 3995099 w 7472601"/>
              <a:gd name="connsiteY821" fmla="*/ 0 h 6858000"/>
              <a:gd name="connsiteX822" fmla="*/ 4163818 w 7472601"/>
              <a:gd name="connsiteY822" fmla="*/ 234104 h 6858000"/>
              <a:gd name="connsiteX823" fmla="*/ 4172099 w 7472601"/>
              <a:gd name="connsiteY823" fmla="*/ 234207 h 6858000"/>
              <a:gd name="connsiteX824" fmla="*/ 4784282 w 7472601"/>
              <a:gd name="connsiteY824" fmla="*/ 276561 h 6858000"/>
              <a:gd name="connsiteX825" fmla="*/ 4801687 w 7472601"/>
              <a:gd name="connsiteY825" fmla="*/ 267764 h 6858000"/>
              <a:gd name="connsiteX826" fmla="*/ 6082788 w 7472601"/>
              <a:gd name="connsiteY826" fmla="*/ 64119 h 6858000"/>
              <a:gd name="connsiteX827" fmla="*/ 6099442 w 7472601"/>
              <a:gd name="connsiteY827" fmla="*/ 82568 h 6858000"/>
              <a:gd name="connsiteX828" fmla="*/ 4804137 w 7472601"/>
              <a:gd name="connsiteY828" fmla="*/ 320931 h 6858000"/>
              <a:gd name="connsiteX829" fmla="*/ 4227047 w 7472601"/>
              <a:gd name="connsiteY829" fmla="*/ 313415 h 6858000"/>
              <a:gd name="connsiteX830" fmla="*/ 4346041 w 7472601"/>
              <a:gd name="connsiteY830" fmla="*/ 456086 h 6858000"/>
              <a:gd name="connsiteX831" fmla="*/ 4870967 w 7472601"/>
              <a:gd name="connsiteY831" fmla="*/ 963061 h 6858000"/>
              <a:gd name="connsiteX832" fmla="*/ 4889647 w 7472601"/>
              <a:gd name="connsiteY832" fmla="*/ 957147 h 6858000"/>
              <a:gd name="connsiteX833" fmla="*/ 5422504 w 7472601"/>
              <a:gd name="connsiteY833" fmla="*/ 805191 h 6858000"/>
              <a:gd name="connsiteX834" fmla="*/ 6087656 w 7472601"/>
              <a:gd name="connsiteY834" fmla="*/ 826703 h 6858000"/>
              <a:gd name="connsiteX835" fmla="*/ 6058717 w 7472601"/>
              <a:gd name="connsiteY835" fmla="*/ 865992 h 6858000"/>
              <a:gd name="connsiteX836" fmla="*/ 4974153 w 7472601"/>
              <a:gd name="connsiteY836" fmla="*/ 1045456 h 6858000"/>
              <a:gd name="connsiteX837" fmla="*/ 5627835 w 7472601"/>
              <a:gd name="connsiteY837" fmla="*/ 1472077 h 6858000"/>
              <a:gd name="connsiteX838" fmla="*/ 5629817 w 7472601"/>
              <a:gd name="connsiteY838" fmla="*/ 1471412 h 6858000"/>
              <a:gd name="connsiteX839" fmla="*/ 5634124 w 7472601"/>
              <a:gd name="connsiteY839" fmla="*/ 1470572 h 6858000"/>
              <a:gd name="connsiteX840" fmla="*/ 5755832 w 7472601"/>
              <a:gd name="connsiteY840" fmla="*/ 1383886 h 6858000"/>
              <a:gd name="connsiteX841" fmla="*/ 6014186 w 7472601"/>
              <a:gd name="connsiteY841" fmla="*/ 1279799 h 6858000"/>
              <a:gd name="connsiteX842" fmla="*/ 6901619 w 7472601"/>
              <a:gd name="connsiteY842" fmla="*/ 1047874 h 6858000"/>
              <a:gd name="connsiteX843" fmla="*/ 6931566 w 7472601"/>
              <a:gd name="connsiteY843" fmla="*/ 1062034 h 6858000"/>
              <a:gd name="connsiteX844" fmla="*/ 5790982 w 7472601"/>
              <a:gd name="connsiteY844" fmla="*/ 1561380 h 6858000"/>
              <a:gd name="connsiteX845" fmla="*/ 6188971 w 7472601"/>
              <a:gd name="connsiteY845" fmla="*/ 1755168 h 6858000"/>
              <a:gd name="connsiteX846" fmla="*/ 6202446 w 7472601"/>
              <a:gd name="connsiteY846" fmla="*/ 1752268 h 6858000"/>
              <a:gd name="connsiteX847" fmla="*/ 7179560 w 7472601"/>
              <a:gd name="connsiteY847" fmla="*/ 1467551 h 6858000"/>
              <a:gd name="connsiteX848" fmla="*/ 7158730 w 7472601"/>
              <a:gd name="connsiteY848" fmla="*/ 1507835 h 6858000"/>
              <a:gd name="connsiteX849" fmla="*/ 6326959 w 7472601"/>
              <a:gd name="connsiteY849" fmla="*/ 1817686 h 6858000"/>
              <a:gd name="connsiteX850" fmla="*/ 6537433 w 7472601"/>
              <a:gd name="connsiteY850" fmla="*/ 1907790 h 6858000"/>
              <a:gd name="connsiteX851" fmla="*/ 6550221 w 7472601"/>
              <a:gd name="connsiteY851" fmla="*/ 1910729 h 6858000"/>
              <a:gd name="connsiteX852" fmla="*/ 6964438 w 7472601"/>
              <a:gd name="connsiteY852" fmla="*/ 2209505 h 6858000"/>
              <a:gd name="connsiteX853" fmla="*/ 7367862 w 7472601"/>
              <a:gd name="connsiteY853" fmla="*/ 2806833 h 6858000"/>
              <a:gd name="connsiteX854" fmla="*/ 7364329 w 7472601"/>
              <a:gd name="connsiteY854" fmla="*/ 2826907 h 6858000"/>
              <a:gd name="connsiteX855" fmla="*/ 7290545 w 7472601"/>
              <a:gd name="connsiteY855" fmla="*/ 2850663 h 6858000"/>
              <a:gd name="connsiteX856" fmla="*/ 6472036 w 7472601"/>
              <a:gd name="connsiteY856" fmla="*/ 1959003 h 6858000"/>
              <a:gd name="connsiteX857" fmla="*/ 5792897 w 7472601"/>
              <a:gd name="connsiteY857" fmla="*/ 1647747 h 6858000"/>
              <a:gd name="connsiteX858" fmla="*/ 5842751 w 7472601"/>
              <a:gd name="connsiteY858" fmla="*/ 1816112 h 6858000"/>
              <a:gd name="connsiteX859" fmla="*/ 5847424 w 7472601"/>
              <a:gd name="connsiteY859" fmla="*/ 1815776 h 6858000"/>
              <a:gd name="connsiteX860" fmla="*/ 6399821 w 7472601"/>
              <a:gd name="connsiteY860" fmla="*/ 2344799 h 6858000"/>
              <a:gd name="connsiteX861" fmla="*/ 6323232 w 7472601"/>
              <a:gd name="connsiteY861" fmla="*/ 2389634 h 6858000"/>
              <a:gd name="connsiteX862" fmla="*/ 5942958 w 7472601"/>
              <a:gd name="connsiteY862" fmla="*/ 2077708 h 6858000"/>
              <a:gd name="connsiteX863" fmla="*/ 5921559 w 7472601"/>
              <a:gd name="connsiteY863" fmla="*/ 2378596 h 6858000"/>
              <a:gd name="connsiteX864" fmla="*/ 5817651 w 7472601"/>
              <a:gd name="connsiteY864" fmla="*/ 3023919 h 6858000"/>
              <a:gd name="connsiteX865" fmla="*/ 5729634 w 7472601"/>
              <a:gd name="connsiteY865" fmla="*/ 3051849 h 6858000"/>
              <a:gd name="connsiteX866" fmla="*/ 5611018 w 7472601"/>
              <a:gd name="connsiteY866" fmla="*/ 2316769 h 6858000"/>
              <a:gd name="connsiteX867" fmla="*/ 5687608 w 7472601"/>
              <a:gd name="connsiteY867" fmla="*/ 2039972 h 6858000"/>
              <a:gd name="connsiteX868" fmla="*/ 5657554 w 7472601"/>
              <a:gd name="connsiteY868" fmla="*/ 1576445 h 6858000"/>
              <a:gd name="connsiteX869" fmla="*/ 5150475 w 7472601"/>
              <a:gd name="connsiteY869" fmla="*/ 1274012 h 6858000"/>
              <a:gd name="connsiteX870" fmla="*/ 5349142 w 7472601"/>
              <a:gd name="connsiteY870" fmla="*/ 2204405 h 6858000"/>
              <a:gd name="connsiteX871" fmla="*/ 5262214 w 7472601"/>
              <a:gd name="connsiteY871" fmla="*/ 2233836 h 6858000"/>
              <a:gd name="connsiteX872" fmla="*/ 4981539 w 7472601"/>
              <a:gd name="connsiteY872" fmla="*/ 1542201 h 6858000"/>
              <a:gd name="connsiteX873" fmla="*/ 4958461 w 7472601"/>
              <a:gd name="connsiteY873" fmla="*/ 1136957 h 6858000"/>
              <a:gd name="connsiteX874" fmla="*/ 4655015 w 7472601"/>
              <a:gd name="connsiteY874" fmla="*/ 891426 h 6858000"/>
              <a:gd name="connsiteX875" fmla="*/ 4348002 w 7472601"/>
              <a:gd name="connsiteY875" fmla="*/ 2205895 h 6858000"/>
              <a:gd name="connsiteX876" fmla="*/ 4262250 w 7472601"/>
              <a:gd name="connsiteY876" fmla="*/ 2219972 h 6858000"/>
              <a:gd name="connsiteX877" fmla="*/ 4550611 w 7472601"/>
              <a:gd name="connsiteY877" fmla="*/ 817540 h 6858000"/>
              <a:gd name="connsiteX878" fmla="*/ 4564418 w 7472601"/>
              <a:gd name="connsiteY878" fmla="*/ 808293 h 6858000"/>
              <a:gd name="connsiteX879" fmla="*/ 4266388 w 7472601"/>
              <a:gd name="connsiteY879" fmla="*/ 500083 h 6858000"/>
              <a:gd name="connsiteX880" fmla="*/ 4032842 w 7472601"/>
              <a:gd name="connsiteY880" fmla="*/ 211809 h 6858000"/>
              <a:gd name="connsiteX881" fmla="*/ 3882765 w 7472601"/>
              <a:gd name="connsiteY881" fmla="*/ 0 h 6858000"/>
              <a:gd name="connsiteX882" fmla="*/ 3721337 w 7472601"/>
              <a:gd name="connsiteY882" fmla="*/ 0 h 6858000"/>
              <a:gd name="connsiteX883" fmla="*/ 3797544 w 7472601"/>
              <a:gd name="connsiteY883" fmla="*/ 0 h 6858000"/>
              <a:gd name="connsiteX884" fmla="*/ 3775734 w 7472601"/>
              <a:gd name="connsiteY884" fmla="*/ 95131 h 6858000"/>
              <a:gd name="connsiteX885" fmla="*/ 3724807 w 7472601"/>
              <a:gd name="connsiteY885" fmla="*/ 272257 h 6858000"/>
              <a:gd name="connsiteX886" fmla="*/ 3726844 w 7472601"/>
              <a:gd name="connsiteY886" fmla="*/ 282988 h 6858000"/>
              <a:gd name="connsiteX887" fmla="*/ 3742664 w 7472601"/>
              <a:gd name="connsiteY887" fmla="*/ 279918 h 6858000"/>
              <a:gd name="connsiteX888" fmla="*/ 4103910 w 7472601"/>
              <a:gd name="connsiteY888" fmla="*/ 1161917 h 6858000"/>
              <a:gd name="connsiteX889" fmla="*/ 4020269 w 7472601"/>
              <a:gd name="connsiteY889" fmla="*/ 1200406 h 6858000"/>
              <a:gd name="connsiteX890" fmla="*/ 3674882 w 7472601"/>
              <a:gd name="connsiteY890" fmla="*/ 488524 h 6858000"/>
              <a:gd name="connsiteX891" fmla="*/ 3132682 w 7472601"/>
              <a:gd name="connsiteY891" fmla="*/ 1072284 h 6858000"/>
              <a:gd name="connsiteX892" fmla="*/ 2716346 w 7472601"/>
              <a:gd name="connsiteY892" fmla="*/ 1276376 h 6858000"/>
              <a:gd name="connsiteX893" fmla="*/ 2716772 w 7472601"/>
              <a:gd name="connsiteY893" fmla="*/ 1255462 h 6858000"/>
              <a:gd name="connsiteX894" fmla="*/ 3471096 w 7472601"/>
              <a:gd name="connsiteY894" fmla="*/ 437072 h 6858000"/>
              <a:gd name="connsiteX895" fmla="*/ 3639057 w 7472601"/>
              <a:gd name="connsiteY895" fmla="*/ 286334 h 6858000"/>
              <a:gd name="connsiteX896" fmla="*/ 3640309 w 7472601"/>
              <a:gd name="connsiteY896" fmla="*/ 284664 h 6858000"/>
              <a:gd name="connsiteX897" fmla="*/ 3646022 w 7472601"/>
              <a:gd name="connsiteY897" fmla="*/ 276711 h 6858000"/>
              <a:gd name="connsiteX898" fmla="*/ 3707943 w 7472601"/>
              <a:gd name="connsiteY898" fmla="*/ 65958 h 6858000"/>
              <a:gd name="connsiteX899" fmla="*/ 3721337 w 7472601"/>
              <a:gd name="connsiteY899" fmla="*/ 0 h 6858000"/>
              <a:gd name="connsiteX900" fmla="*/ 2867960 w 7472601"/>
              <a:gd name="connsiteY900" fmla="*/ 0 h 6858000"/>
              <a:gd name="connsiteX901" fmla="*/ 2926351 w 7472601"/>
              <a:gd name="connsiteY901" fmla="*/ 0 h 6858000"/>
              <a:gd name="connsiteX902" fmla="*/ 2902823 w 7472601"/>
              <a:gd name="connsiteY902" fmla="*/ 262929 h 6858000"/>
              <a:gd name="connsiteX903" fmla="*/ 2940663 w 7472601"/>
              <a:gd name="connsiteY903" fmla="*/ 140884 h 6858000"/>
              <a:gd name="connsiteX904" fmla="*/ 2947039 w 7472601"/>
              <a:gd name="connsiteY904" fmla="*/ 122524 h 6858000"/>
              <a:gd name="connsiteX905" fmla="*/ 2984316 w 7472601"/>
              <a:gd name="connsiteY905" fmla="*/ 0 h 6858000"/>
              <a:gd name="connsiteX906" fmla="*/ 3016114 w 7472601"/>
              <a:gd name="connsiteY906" fmla="*/ 0 h 6858000"/>
              <a:gd name="connsiteX907" fmla="*/ 2979949 w 7472601"/>
              <a:gd name="connsiteY907" fmla="*/ 119274 h 6858000"/>
              <a:gd name="connsiteX908" fmla="*/ 3023879 w 7472601"/>
              <a:gd name="connsiteY908" fmla="*/ 0 h 6858000"/>
              <a:gd name="connsiteX909" fmla="*/ 3105400 w 7472601"/>
              <a:gd name="connsiteY909" fmla="*/ 0 h 6858000"/>
              <a:gd name="connsiteX910" fmla="*/ 3094669 w 7472601"/>
              <a:gd name="connsiteY910" fmla="*/ 30308 h 6858000"/>
              <a:gd name="connsiteX911" fmla="*/ 2901945 w 7472601"/>
              <a:gd name="connsiteY911" fmla="*/ 466538 h 6858000"/>
              <a:gd name="connsiteX912" fmla="*/ 2815209 w 7472601"/>
              <a:gd name="connsiteY912" fmla="*/ 497361 h 6858000"/>
              <a:gd name="connsiteX913" fmla="*/ 2844845 w 7472601"/>
              <a:gd name="connsiteY913" fmla="*/ 127638 h 6858000"/>
              <a:gd name="connsiteX914" fmla="*/ 2867960 w 7472601"/>
              <a:gd name="connsiteY914" fmla="*/ 0 h 6858000"/>
              <a:gd name="connsiteX915" fmla="*/ 1057230 w 7472601"/>
              <a:gd name="connsiteY915" fmla="*/ 0 h 6858000"/>
              <a:gd name="connsiteX916" fmla="*/ 1111003 w 7472601"/>
              <a:gd name="connsiteY916" fmla="*/ 0 h 6858000"/>
              <a:gd name="connsiteX917" fmla="*/ 1125553 w 7472601"/>
              <a:gd name="connsiteY917" fmla="*/ 52588 h 6858000"/>
              <a:gd name="connsiteX918" fmla="*/ 1304276 w 7472601"/>
              <a:gd name="connsiteY918" fmla="*/ 476275 h 6858000"/>
              <a:gd name="connsiteX919" fmla="*/ 1492066 w 7472601"/>
              <a:gd name="connsiteY919" fmla="*/ 886333 h 6858000"/>
              <a:gd name="connsiteX920" fmla="*/ 1423698 w 7472601"/>
              <a:gd name="connsiteY920" fmla="*/ 710817 h 6858000"/>
              <a:gd name="connsiteX921" fmla="*/ 1357609 w 7472601"/>
              <a:gd name="connsiteY921" fmla="*/ 532892 h 6858000"/>
              <a:gd name="connsiteX922" fmla="*/ 1309550 w 7472601"/>
              <a:gd name="connsiteY922" fmla="*/ 374031 h 6858000"/>
              <a:gd name="connsiteX923" fmla="*/ 1193673 w 7472601"/>
              <a:gd name="connsiteY923" fmla="*/ 49533 h 6858000"/>
              <a:gd name="connsiteX924" fmla="*/ 1164391 w 7472601"/>
              <a:gd name="connsiteY924" fmla="*/ 0 h 6858000"/>
              <a:gd name="connsiteX925" fmla="*/ 1200666 w 7472601"/>
              <a:gd name="connsiteY925" fmla="*/ 0 h 6858000"/>
              <a:gd name="connsiteX926" fmla="*/ 1223408 w 7472601"/>
              <a:gd name="connsiteY926" fmla="*/ 38996 h 6858000"/>
              <a:gd name="connsiteX927" fmla="*/ 1339635 w 7472601"/>
              <a:gd name="connsiteY927" fmla="*/ 365517 h 6858000"/>
              <a:gd name="connsiteX928" fmla="*/ 1387469 w 7472601"/>
              <a:gd name="connsiteY928" fmla="*/ 523079 h 6858000"/>
              <a:gd name="connsiteX929" fmla="*/ 1452685 w 7472601"/>
              <a:gd name="connsiteY929" fmla="*/ 699806 h 6858000"/>
              <a:gd name="connsiteX930" fmla="*/ 1492092 w 7472601"/>
              <a:gd name="connsiteY930" fmla="*/ 800424 h 6858000"/>
              <a:gd name="connsiteX931" fmla="*/ 1455302 w 7472601"/>
              <a:gd name="connsiteY931" fmla="*/ 632913 h 6858000"/>
              <a:gd name="connsiteX932" fmla="*/ 1222336 w 7472601"/>
              <a:gd name="connsiteY932" fmla="*/ 9480 h 6858000"/>
              <a:gd name="connsiteX933" fmla="*/ 1214634 w 7472601"/>
              <a:gd name="connsiteY933" fmla="*/ 0 h 6858000"/>
              <a:gd name="connsiteX934" fmla="*/ 1289827 w 7472601"/>
              <a:gd name="connsiteY934" fmla="*/ 0 h 6858000"/>
              <a:gd name="connsiteX935" fmla="*/ 1321076 w 7472601"/>
              <a:gd name="connsiteY935" fmla="*/ 59722 h 6858000"/>
              <a:gd name="connsiteX936" fmla="*/ 1512579 w 7472601"/>
              <a:gd name="connsiteY936" fmla="*/ 626441 h 6858000"/>
              <a:gd name="connsiteX937" fmla="*/ 1506076 w 7472601"/>
              <a:gd name="connsiteY937" fmla="*/ 1089289 h 6858000"/>
              <a:gd name="connsiteX938" fmla="*/ 1486346 w 7472601"/>
              <a:gd name="connsiteY938" fmla="*/ 1079919 h 6858000"/>
              <a:gd name="connsiteX939" fmla="*/ 1070511 w 7472601"/>
              <a:gd name="connsiteY939" fmla="*/ 48609 h 6858000"/>
              <a:gd name="connsiteX940" fmla="*/ 1057230 w 7472601"/>
              <a:gd name="connsiteY940" fmla="*/ 0 h 6858000"/>
              <a:gd name="connsiteX941" fmla="*/ 43151 w 7472601"/>
              <a:gd name="connsiteY941" fmla="*/ 0 h 6858000"/>
              <a:gd name="connsiteX942" fmla="*/ 95283 w 7472601"/>
              <a:gd name="connsiteY942" fmla="*/ 0 h 6858000"/>
              <a:gd name="connsiteX943" fmla="*/ 300708 w 7472601"/>
              <a:gd name="connsiteY943" fmla="*/ 154571 h 6858000"/>
              <a:gd name="connsiteX944" fmla="*/ 530414 w 7472601"/>
              <a:gd name="connsiteY944" fmla="*/ 354673 h 6858000"/>
              <a:gd name="connsiteX945" fmla="*/ 333785 w 7472601"/>
              <a:gd name="connsiteY945" fmla="*/ 161564 h 6858000"/>
              <a:gd name="connsiteX946" fmla="*/ 147005 w 7472601"/>
              <a:gd name="connsiteY946" fmla="*/ 0 h 6858000"/>
              <a:gd name="connsiteX947" fmla="*/ 272509 w 7472601"/>
              <a:gd name="connsiteY947" fmla="*/ 0 h 6858000"/>
              <a:gd name="connsiteX948" fmla="*/ 326276 w 7472601"/>
              <a:gd name="connsiteY948" fmla="*/ 45847 h 6858000"/>
              <a:gd name="connsiteX949" fmla="*/ 823759 w 7472601"/>
              <a:gd name="connsiteY949" fmla="*/ 574145 h 6858000"/>
              <a:gd name="connsiteX950" fmla="*/ 811254 w 7472601"/>
              <a:gd name="connsiteY950" fmla="*/ 665546 h 6858000"/>
              <a:gd name="connsiteX951" fmla="*/ 154042 w 7472601"/>
              <a:gd name="connsiteY951" fmla="*/ 261522 h 6858000"/>
              <a:gd name="connsiteX952" fmla="*/ 13550 w 7472601"/>
              <a:gd name="connsiteY952" fmla="*/ 158423 h 6858000"/>
              <a:gd name="connsiteX953" fmla="*/ 0 w 7472601"/>
              <a:gd name="connsiteY953" fmla="*/ 146618 h 6858000"/>
              <a:gd name="connsiteX954" fmla="*/ 0 w 7472601"/>
              <a:gd name="connsiteY954" fmla="*/ 59161 h 6858000"/>
              <a:gd name="connsiteX955" fmla="*/ 45427 w 7472601"/>
              <a:gd name="connsiteY955" fmla="*/ 101078 h 6858000"/>
              <a:gd name="connsiteX956" fmla="*/ 630103 w 7472601"/>
              <a:gd name="connsiteY956" fmla="*/ 485885 h 6858000"/>
              <a:gd name="connsiteX957" fmla="*/ 532040 w 7472601"/>
              <a:gd name="connsiteY957" fmla="*/ 399359 h 6858000"/>
              <a:gd name="connsiteX958" fmla="*/ 517618 w 7472601"/>
              <a:gd name="connsiteY958" fmla="*/ 385726 h 6858000"/>
              <a:gd name="connsiteX959" fmla="*/ 285074 w 7472601"/>
              <a:gd name="connsiteY959" fmla="*/ 182755 h 6858000"/>
              <a:gd name="connsiteX960" fmla="*/ 43151 w 7472601"/>
              <a:gd name="connsiteY960" fmla="*/ 0 h 6858000"/>
              <a:gd name="connsiteX0" fmla="*/ 369702 w 7472601"/>
              <a:gd name="connsiteY0" fmla="*/ 6712169 h 6858000"/>
              <a:gd name="connsiteX1" fmla="*/ 366575 w 7472601"/>
              <a:gd name="connsiteY1" fmla="*/ 6715556 h 6858000"/>
              <a:gd name="connsiteX2" fmla="*/ 371637 w 7472601"/>
              <a:gd name="connsiteY2" fmla="*/ 6713954 h 6858000"/>
              <a:gd name="connsiteX3" fmla="*/ 369702 w 7472601"/>
              <a:gd name="connsiteY3" fmla="*/ 6712169 h 6858000"/>
              <a:gd name="connsiteX4" fmla="*/ 7088673 w 7472601"/>
              <a:gd name="connsiteY4" fmla="*/ 6610396 h 6858000"/>
              <a:gd name="connsiteX5" fmla="*/ 7440138 w 7472601"/>
              <a:gd name="connsiteY5" fmla="*/ 6622648 h 6858000"/>
              <a:gd name="connsiteX6" fmla="*/ 7467600 w 7472601"/>
              <a:gd name="connsiteY6" fmla="*/ 6628217 h 6858000"/>
              <a:gd name="connsiteX7" fmla="*/ 7467600 w 7472601"/>
              <a:gd name="connsiteY7" fmla="*/ 6668575 h 6858000"/>
              <a:gd name="connsiteX8" fmla="*/ 7392322 w 7472601"/>
              <a:gd name="connsiteY8" fmla="*/ 6658238 h 6858000"/>
              <a:gd name="connsiteX9" fmla="*/ 7467600 w 7472601"/>
              <a:gd name="connsiteY9" fmla="*/ 6683873 h 6858000"/>
              <a:gd name="connsiteX10" fmla="*/ 7467600 w 7472601"/>
              <a:gd name="connsiteY10" fmla="*/ 6714215 h 6858000"/>
              <a:gd name="connsiteX11" fmla="*/ 7447383 w 7472601"/>
              <a:gd name="connsiteY11" fmla="*/ 6707202 h 6858000"/>
              <a:gd name="connsiteX12" fmla="*/ 7289862 w 7472601"/>
              <a:gd name="connsiteY12" fmla="*/ 6659827 h 6858000"/>
              <a:gd name="connsiteX13" fmla="*/ 7434024 w 7472601"/>
              <a:gd name="connsiteY13" fmla="*/ 6722130 h 6858000"/>
              <a:gd name="connsiteX14" fmla="*/ 7467600 w 7472601"/>
              <a:gd name="connsiteY14" fmla="*/ 6736157 h 6858000"/>
              <a:gd name="connsiteX15" fmla="*/ 7467600 w 7472601"/>
              <a:gd name="connsiteY15" fmla="*/ 6767913 h 6858000"/>
              <a:gd name="connsiteX16" fmla="*/ 7392158 w 7472601"/>
              <a:gd name="connsiteY16" fmla="*/ 6771365 h 6858000"/>
              <a:gd name="connsiteX17" fmla="*/ 7467600 w 7472601"/>
              <a:gd name="connsiteY17" fmla="*/ 6805948 h 6858000"/>
              <a:gd name="connsiteX18" fmla="*/ 7467600 w 7472601"/>
              <a:gd name="connsiteY18" fmla="*/ 6831490 h 6858000"/>
              <a:gd name="connsiteX19" fmla="*/ 7410696 w 7472601"/>
              <a:gd name="connsiteY19" fmla="*/ 6803861 h 6858000"/>
              <a:gd name="connsiteX20" fmla="*/ 7088673 w 7472601"/>
              <a:gd name="connsiteY20" fmla="*/ 6610396 h 6858000"/>
              <a:gd name="connsiteX21" fmla="*/ 1019354 w 7472601"/>
              <a:gd name="connsiteY21" fmla="*/ 6315006 h 6858000"/>
              <a:gd name="connsiteX22" fmla="*/ 441046 w 7472601"/>
              <a:gd name="connsiteY22" fmla="*/ 6691153 h 6858000"/>
              <a:gd name="connsiteX23" fmla="*/ 1019354 w 7472601"/>
              <a:gd name="connsiteY23" fmla="*/ 6315006 h 6858000"/>
              <a:gd name="connsiteX24" fmla="*/ 991680 w 7472601"/>
              <a:gd name="connsiteY24" fmla="*/ 6298413 h 6858000"/>
              <a:gd name="connsiteX25" fmla="*/ 409060 w 7472601"/>
              <a:gd name="connsiteY25" fmla="*/ 6671470 h 6858000"/>
              <a:gd name="connsiteX26" fmla="*/ 991680 w 7472601"/>
              <a:gd name="connsiteY26" fmla="*/ 6298413 h 6858000"/>
              <a:gd name="connsiteX27" fmla="*/ 103333 w 7472601"/>
              <a:gd name="connsiteY27" fmla="*/ 5699602 h 6858000"/>
              <a:gd name="connsiteX28" fmla="*/ 233938 w 7472601"/>
              <a:gd name="connsiteY28" fmla="*/ 5809416 h 6858000"/>
              <a:gd name="connsiteX29" fmla="*/ 883580 w 7472601"/>
              <a:gd name="connsiteY29" fmla="*/ 6180710 h 6858000"/>
              <a:gd name="connsiteX30" fmla="*/ 487337 w 7472601"/>
              <a:gd name="connsiteY30" fmla="*/ 5950182 h 6858000"/>
              <a:gd name="connsiteX31" fmla="*/ 354051 w 7472601"/>
              <a:gd name="connsiteY31" fmla="*/ 5854912 h 6858000"/>
              <a:gd name="connsiteX32" fmla="*/ 195436 w 7472601"/>
              <a:gd name="connsiteY32" fmla="*/ 5755068 h 6858000"/>
              <a:gd name="connsiteX33" fmla="*/ 103333 w 7472601"/>
              <a:gd name="connsiteY33" fmla="*/ 5699602 h 6858000"/>
              <a:gd name="connsiteX34" fmla="*/ 5539432 w 7472601"/>
              <a:gd name="connsiteY34" fmla="*/ 5642928 h 6858000"/>
              <a:gd name="connsiteX35" fmla="*/ 5555462 w 7472601"/>
              <a:gd name="connsiteY35" fmla="*/ 5694454 h 6858000"/>
              <a:gd name="connsiteX36" fmla="*/ 5828270 w 7472601"/>
              <a:gd name="connsiteY36" fmla="*/ 6320663 h 6858000"/>
              <a:gd name="connsiteX37" fmla="*/ 5947416 w 7472601"/>
              <a:gd name="connsiteY37" fmla="*/ 6574846 h 6858000"/>
              <a:gd name="connsiteX38" fmla="*/ 5539432 w 7472601"/>
              <a:gd name="connsiteY38" fmla="*/ 5642928 h 6858000"/>
              <a:gd name="connsiteX39" fmla="*/ 51253 w 7472601"/>
              <a:gd name="connsiteY39" fmla="*/ 5631825 h 6858000"/>
              <a:gd name="connsiteX40" fmla="*/ 211622 w 7472601"/>
              <a:gd name="connsiteY40" fmla="*/ 5728803 h 6858000"/>
              <a:gd name="connsiteX41" fmla="*/ 371652 w 7472601"/>
              <a:gd name="connsiteY41" fmla="*/ 5829062 h 6858000"/>
              <a:gd name="connsiteX42" fmla="*/ 505903 w 7472601"/>
              <a:gd name="connsiteY42" fmla="*/ 5925221 h 6858000"/>
              <a:gd name="connsiteX43" fmla="*/ 899240 w 7472601"/>
              <a:gd name="connsiteY43" fmla="*/ 6153068 h 6858000"/>
              <a:gd name="connsiteX44" fmla="*/ 988114 w 7472601"/>
              <a:gd name="connsiteY44" fmla="*/ 6174204 h 6858000"/>
              <a:gd name="connsiteX45" fmla="*/ 845971 w 7472601"/>
              <a:gd name="connsiteY45" fmla="*/ 6067177 h 6858000"/>
              <a:gd name="connsiteX46" fmla="*/ 448057 w 7472601"/>
              <a:gd name="connsiteY46" fmla="*/ 5841376 h 6858000"/>
              <a:gd name="connsiteX47" fmla="*/ 51253 w 7472601"/>
              <a:gd name="connsiteY47" fmla="*/ 5631825 h 6858000"/>
              <a:gd name="connsiteX48" fmla="*/ 2606687 w 7472601"/>
              <a:gd name="connsiteY48" fmla="*/ 5630718 h 6858000"/>
              <a:gd name="connsiteX49" fmla="*/ 2645658 w 7472601"/>
              <a:gd name="connsiteY49" fmla="*/ 6640259 h 6858000"/>
              <a:gd name="connsiteX50" fmla="*/ 2606687 w 7472601"/>
              <a:gd name="connsiteY50" fmla="*/ 5630718 h 6858000"/>
              <a:gd name="connsiteX51" fmla="*/ 3642057 w 7472601"/>
              <a:gd name="connsiteY51" fmla="*/ 5573487 h 6858000"/>
              <a:gd name="connsiteX52" fmla="*/ 3632981 w 7472601"/>
              <a:gd name="connsiteY52" fmla="*/ 5579437 h 6858000"/>
              <a:gd name="connsiteX53" fmla="*/ 3382436 w 7472601"/>
              <a:gd name="connsiteY53" fmla="*/ 5952726 h 6858000"/>
              <a:gd name="connsiteX54" fmla="*/ 3191929 w 7472601"/>
              <a:gd name="connsiteY54" fmla="*/ 6662669 h 6858000"/>
              <a:gd name="connsiteX55" fmla="*/ 3369898 w 7472601"/>
              <a:gd name="connsiteY55" fmla="*/ 6081771 h 6858000"/>
              <a:gd name="connsiteX56" fmla="*/ 3642057 w 7472601"/>
              <a:gd name="connsiteY56" fmla="*/ 5573487 h 6858000"/>
              <a:gd name="connsiteX57" fmla="*/ 2650666 w 7472601"/>
              <a:gd name="connsiteY57" fmla="*/ 5530686 h 6858000"/>
              <a:gd name="connsiteX58" fmla="*/ 2650249 w 7472601"/>
              <a:gd name="connsiteY58" fmla="*/ 5532101 h 6858000"/>
              <a:gd name="connsiteX59" fmla="*/ 2663808 w 7472601"/>
              <a:gd name="connsiteY59" fmla="*/ 6535215 h 6858000"/>
              <a:gd name="connsiteX60" fmla="*/ 2665418 w 7472601"/>
              <a:gd name="connsiteY60" fmla="*/ 6132756 h 6858000"/>
              <a:gd name="connsiteX61" fmla="*/ 2650666 w 7472601"/>
              <a:gd name="connsiteY61" fmla="*/ 5530686 h 6858000"/>
              <a:gd name="connsiteX62" fmla="*/ 2680277 w 7472601"/>
              <a:gd name="connsiteY62" fmla="*/ 5479204 h 6858000"/>
              <a:gd name="connsiteX63" fmla="*/ 2678972 w 7472601"/>
              <a:gd name="connsiteY63" fmla="*/ 5481582 h 6858000"/>
              <a:gd name="connsiteX64" fmla="*/ 2696666 w 7472601"/>
              <a:gd name="connsiteY64" fmla="*/ 6133836 h 6858000"/>
              <a:gd name="connsiteX65" fmla="*/ 2695769 w 7472601"/>
              <a:gd name="connsiteY65" fmla="*/ 6390955 h 6858000"/>
              <a:gd name="connsiteX66" fmla="*/ 2739893 w 7472601"/>
              <a:gd name="connsiteY66" fmla="*/ 6108357 h 6858000"/>
              <a:gd name="connsiteX67" fmla="*/ 2680277 w 7472601"/>
              <a:gd name="connsiteY67" fmla="*/ 5479204 h 6858000"/>
              <a:gd name="connsiteX68" fmla="*/ 1132195 w 7472601"/>
              <a:gd name="connsiteY68" fmla="*/ 5467980 h 6858000"/>
              <a:gd name="connsiteX69" fmla="*/ 1679056 w 7472601"/>
              <a:gd name="connsiteY69" fmla="*/ 5516907 h 6858000"/>
              <a:gd name="connsiteX70" fmla="*/ 2128648 w 7472601"/>
              <a:gd name="connsiteY70" fmla="*/ 5474249 h 6858000"/>
              <a:gd name="connsiteX71" fmla="*/ 1825619 w 7472601"/>
              <a:gd name="connsiteY71" fmla="*/ 5478447 h 6858000"/>
              <a:gd name="connsiteX72" fmla="*/ 1737798 w 7472601"/>
              <a:gd name="connsiteY72" fmla="*/ 5483353 h 6858000"/>
              <a:gd name="connsiteX73" fmla="*/ 1132195 w 7472601"/>
              <a:gd name="connsiteY73" fmla="*/ 5467980 h 6858000"/>
              <a:gd name="connsiteX74" fmla="*/ 7454976 w 7472601"/>
              <a:gd name="connsiteY74" fmla="*/ 6318297 h 6858000"/>
              <a:gd name="connsiteX75" fmla="*/ 7467600 w 7472601"/>
              <a:gd name="connsiteY75" fmla="*/ 6012219 h 6858000"/>
              <a:gd name="connsiteX76" fmla="*/ 7467600 w 7472601"/>
              <a:gd name="connsiteY76" fmla="*/ 6163634 h 6858000"/>
              <a:gd name="connsiteX77" fmla="*/ 7448321 w 7472601"/>
              <a:gd name="connsiteY77" fmla="*/ 6190991 h 6858000"/>
              <a:gd name="connsiteX78" fmla="*/ 7467600 w 7472601"/>
              <a:gd name="connsiteY78" fmla="*/ 6221686 h 6858000"/>
              <a:gd name="connsiteX79" fmla="*/ 7467600 w 7472601"/>
              <a:gd name="connsiteY79" fmla="*/ 6334256 h 6858000"/>
              <a:gd name="connsiteX80" fmla="*/ 7454976 w 7472601"/>
              <a:gd name="connsiteY80" fmla="*/ 6318297 h 6858000"/>
              <a:gd name="connsiteX81" fmla="*/ 1456157 w 7472601"/>
              <a:gd name="connsiteY81" fmla="*/ 5371404 h 6858000"/>
              <a:gd name="connsiteX82" fmla="*/ 1244432 w 7472601"/>
              <a:gd name="connsiteY82" fmla="*/ 5385601 h 6858000"/>
              <a:gd name="connsiteX83" fmla="*/ 973990 w 7472601"/>
              <a:gd name="connsiteY83" fmla="*/ 5424940 h 6858000"/>
              <a:gd name="connsiteX84" fmla="*/ 1103809 w 7472601"/>
              <a:gd name="connsiteY84" fmla="*/ 5433720 h 6858000"/>
              <a:gd name="connsiteX85" fmla="*/ 1123454 w 7472601"/>
              <a:gd name="connsiteY85" fmla="*/ 5435727 h 6858000"/>
              <a:gd name="connsiteX86" fmla="*/ 1737017 w 7472601"/>
              <a:gd name="connsiteY86" fmla="*/ 5452183 h 6858000"/>
              <a:gd name="connsiteX87" fmla="*/ 1824397 w 7472601"/>
              <a:gd name="connsiteY87" fmla="*/ 5447757 h 6858000"/>
              <a:gd name="connsiteX88" fmla="*/ 2070059 w 7472601"/>
              <a:gd name="connsiteY88" fmla="*/ 5441660 h 6858000"/>
              <a:gd name="connsiteX89" fmla="*/ 1456157 w 7472601"/>
              <a:gd name="connsiteY89" fmla="*/ 5371404 h 6858000"/>
              <a:gd name="connsiteX90" fmla="*/ 4988186 w 7472601"/>
              <a:gd name="connsiteY90" fmla="*/ 5216467 h 6858000"/>
              <a:gd name="connsiteX91" fmla="*/ 4777334 w 7472601"/>
              <a:gd name="connsiteY91" fmla="*/ 5406072 h 6858000"/>
              <a:gd name="connsiteX92" fmla="*/ 4718341 w 7472601"/>
              <a:gd name="connsiteY92" fmla="*/ 5468043 h 6858000"/>
              <a:gd name="connsiteX93" fmla="*/ 4604655 w 7472601"/>
              <a:gd name="connsiteY93" fmla="*/ 5583434 h 6858000"/>
              <a:gd name="connsiteX94" fmla="*/ 4565074 w 7472601"/>
              <a:gd name="connsiteY94" fmla="*/ 5618550 h 6858000"/>
              <a:gd name="connsiteX95" fmla="*/ 4988186 w 7472601"/>
              <a:gd name="connsiteY95" fmla="*/ 5216467 h 6858000"/>
              <a:gd name="connsiteX96" fmla="*/ 4978032 w 7472601"/>
              <a:gd name="connsiteY96" fmla="*/ 5183809 h 6858000"/>
              <a:gd name="connsiteX97" fmla="*/ 4463413 w 7472601"/>
              <a:gd name="connsiteY97" fmla="*/ 5615162 h 6858000"/>
              <a:gd name="connsiteX98" fmla="*/ 4358134 w 7472601"/>
              <a:gd name="connsiteY98" fmla="*/ 5742791 h 6858000"/>
              <a:gd name="connsiteX99" fmla="*/ 4376219 w 7472601"/>
              <a:gd name="connsiteY99" fmla="*/ 5729027 h 6858000"/>
              <a:gd name="connsiteX100" fmla="*/ 4582340 w 7472601"/>
              <a:gd name="connsiteY100" fmla="*/ 5561037 h 6858000"/>
              <a:gd name="connsiteX101" fmla="*/ 4694684 w 7472601"/>
              <a:gd name="connsiteY101" fmla="*/ 5447098 h 6858000"/>
              <a:gd name="connsiteX102" fmla="*/ 4754123 w 7472601"/>
              <a:gd name="connsiteY102" fmla="*/ 5384643 h 6858000"/>
              <a:gd name="connsiteX103" fmla="*/ 4978032 w 7472601"/>
              <a:gd name="connsiteY103" fmla="*/ 5183809 h 6858000"/>
              <a:gd name="connsiteX104" fmla="*/ 1903353 w 7472601"/>
              <a:gd name="connsiteY104" fmla="*/ 5044827 h 6858000"/>
              <a:gd name="connsiteX105" fmla="*/ 1936931 w 7472601"/>
              <a:gd name="connsiteY105" fmla="*/ 5093954 h 6858000"/>
              <a:gd name="connsiteX106" fmla="*/ 2195868 w 7472601"/>
              <a:gd name="connsiteY106" fmla="*/ 5396574 h 6858000"/>
              <a:gd name="connsiteX107" fmla="*/ 2088852 w 7472601"/>
              <a:gd name="connsiteY107" fmla="*/ 5166123 h 6858000"/>
              <a:gd name="connsiteX108" fmla="*/ 1958241 w 7472601"/>
              <a:gd name="connsiteY108" fmla="*/ 5067955 h 6858000"/>
              <a:gd name="connsiteX109" fmla="*/ 1903353 w 7472601"/>
              <a:gd name="connsiteY109" fmla="*/ 5044827 h 6858000"/>
              <a:gd name="connsiteX110" fmla="*/ 1979378 w 7472601"/>
              <a:gd name="connsiteY110" fmla="*/ 4769504 h 6858000"/>
              <a:gd name="connsiteX111" fmla="*/ 2882120 w 7472601"/>
              <a:gd name="connsiteY111" fmla="*/ 5064547 h 6858000"/>
              <a:gd name="connsiteX112" fmla="*/ 2793103 w 7472601"/>
              <a:gd name="connsiteY112" fmla="*/ 5039699 h 6858000"/>
              <a:gd name="connsiteX113" fmla="*/ 2770041 w 7472601"/>
              <a:gd name="connsiteY113" fmla="*/ 5033634 h 6858000"/>
              <a:gd name="connsiteX114" fmla="*/ 1979378 w 7472601"/>
              <a:gd name="connsiteY114" fmla="*/ 4769504 h 6858000"/>
              <a:gd name="connsiteX115" fmla="*/ 1927410 w 7472601"/>
              <a:gd name="connsiteY115" fmla="*/ 4716164 h 6858000"/>
              <a:gd name="connsiteX116" fmla="*/ 1959587 w 7472601"/>
              <a:gd name="connsiteY116" fmla="*/ 4728849 h 6858000"/>
              <a:gd name="connsiteX117" fmla="*/ 2777707 w 7472601"/>
              <a:gd name="connsiteY117" fmla="*/ 5003991 h 6858000"/>
              <a:gd name="connsiteX118" fmla="*/ 2800768 w 7472601"/>
              <a:gd name="connsiteY118" fmla="*/ 5010056 h 6858000"/>
              <a:gd name="connsiteX119" fmla="*/ 2879408 w 7472601"/>
              <a:gd name="connsiteY119" fmla="*/ 5031590 h 6858000"/>
              <a:gd name="connsiteX120" fmla="*/ 2862295 w 7472601"/>
              <a:gd name="connsiteY120" fmla="*/ 5022958 h 6858000"/>
              <a:gd name="connsiteX121" fmla="*/ 2813343 w 7472601"/>
              <a:gd name="connsiteY121" fmla="*/ 4998369 h 6858000"/>
              <a:gd name="connsiteX122" fmla="*/ 2646245 w 7472601"/>
              <a:gd name="connsiteY122" fmla="*/ 4930999 h 6858000"/>
              <a:gd name="connsiteX123" fmla="*/ 1999243 w 7472601"/>
              <a:gd name="connsiteY123" fmla="*/ 4730524 h 6858000"/>
              <a:gd name="connsiteX124" fmla="*/ 1979527 w 7472601"/>
              <a:gd name="connsiteY124" fmla="*/ 4726651 h 6858000"/>
              <a:gd name="connsiteX125" fmla="*/ 1927410 w 7472601"/>
              <a:gd name="connsiteY125" fmla="*/ 4716164 h 6858000"/>
              <a:gd name="connsiteX126" fmla="*/ 1997014 w 7472601"/>
              <a:gd name="connsiteY126" fmla="*/ 4698007 h 6858000"/>
              <a:gd name="connsiteX127" fmla="*/ 2005458 w 7472601"/>
              <a:gd name="connsiteY127" fmla="*/ 4699540 h 6858000"/>
              <a:gd name="connsiteX128" fmla="*/ 2657186 w 7472601"/>
              <a:gd name="connsiteY128" fmla="*/ 4901687 h 6858000"/>
              <a:gd name="connsiteX129" fmla="*/ 2826662 w 7472601"/>
              <a:gd name="connsiteY129" fmla="*/ 4970362 h 6858000"/>
              <a:gd name="connsiteX130" fmla="*/ 2876100 w 7472601"/>
              <a:gd name="connsiteY130" fmla="*/ 4995397 h 6858000"/>
              <a:gd name="connsiteX131" fmla="*/ 3042600 w 7472601"/>
              <a:gd name="connsiteY131" fmla="*/ 5059532 h 6858000"/>
              <a:gd name="connsiteX132" fmla="*/ 1997014 w 7472601"/>
              <a:gd name="connsiteY132" fmla="*/ 4698007 h 6858000"/>
              <a:gd name="connsiteX133" fmla="*/ 2305292 w 7472601"/>
              <a:gd name="connsiteY133" fmla="*/ 4219492 h 6858000"/>
              <a:gd name="connsiteX134" fmla="*/ 3360922 w 7472601"/>
              <a:gd name="connsiteY134" fmla="*/ 4529373 h 6858000"/>
              <a:gd name="connsiteX135" fmla="*/ 3492420 w 7472601"/>
              <a:gd name="connsiteY135" fmla="*/ 4510145 h 6858000"/>
              <a:gd name="connsiteX136" fmla="*/ 3364086 w 7472601"/>
              <a:gd name="connsiteY136" fmla="*/ 4480340 h 6858000"/>
              <a:gd name="connsiteX137" fmla="*/ 3225818 w 7472601"/>
              <a:gd name="connsiteY137" fmla="*/ 4411822 h 6858000"/>
              <a:gd name="connsiteX138" fmla="*/ 3129696 w 7472601"/>
              <a:gd name="connsiteY138" fmla="*/ 4360704 h 6858000"/>
              <a:gd name="connsiteX139" fmla="*/ 2814545 w 7472601"/>
              <a:gd name="connsiteY139" fmla="*/ 4282955 h 6858000"/>
              <a:gd name="connsiteX140" fmla="*/ 2305292 w 7472601"/>
              <a:gd name="connsiteY140" fmla="*/ 4219492 h 6858000"/>
              <a:gd name="connsiteX141" fmla="*/ 2626982 w 7472601"/>
              <a:gd name="connsiteY141" fmla="*/ 4206450 h 6858000"/>
              <a:gd name="connsiteX142" fmla="*/ 2490617 w 7472601"/>
              <a:gd name="connsiteY142" fmla="*/ 4206951 h 6858000"/>
              <a:gd name="connsiteX143" fmla="*/ 2819869 w 7472601"/>
              <a:gd name="connsiteY143" fmla="*/ 4252936 h 6858000"/>
              <a:gd name="connsiteX144" fmla="*/ 3143018 w 7472601"/>
              <a:gd name="connsiteY144" fmla="*/ 4332698 h 6858000"/>
              <a:gd name="connsiteX145" fmla="*/ 3241520 w 7472601"/>
              <a:gd name="connsiteY145" fmla="*/ 4385112 h 6858000"/>
              <a:gd name="connsiteX146" fmla="*/ 3374575 w 7472601"/>
              <a:gd name="connsiteY146" fmla="*/ 4451517 h 6858000"/>
              <a:gd name="connsiteX147" fmla="*/ 3505221 w 7472601"/>
              <a:gd name="connsiteY147" fmla="*/ 4480757 h 6858000"/>
              <a:gd name="connsiteX148" fmla="*/ 2626982 w 7472601"/>
              <a:gd name="connsiteY148" fmla="*/ 4206450 h 6858000"/>
              <a:gd name="connsiteX149" fmla="*/ 1310106 w 7472601"/>
              <a:gd name="connsiteY149" fmla="*/ 3943217 h 6858000"/>
              <a:gd name="connsiteX150" fmla="*/ 854994 w 7472601"/>
              <a:gd name="connsiteY150" fmla="*/ 4399136 h 6858000"/>
              <a:gd name="connsiteX151" fmla="*/ 742462 w 7472601"/>
              <a:gd name="connsiteY151" fmla="*/ 4594648 h 6858000"/>
              <a:gd name="connsiteX152" fmla="*/ 820602 w 7472601"/>
              <a:gd name="connsiteY152" fmla="*/ 4485915 h 6858000"/>
              <a:gd name="connsiteX153" fmla="*/ 878295 w 7472601"/>
              <a:gd name="connsiteY153" fmla="*/ 4403594 h 6858000"/>
              <a:gd name="connsiteX154" fmla="*/ 1240607 w 7472601"/>
              <a:gd name="connsiteY154" fmla="*/ 4010401 h 6858000"/>
              <a:gd name="connsiteX155" fmla="*/ 1310106 w 7472601"/>
              <a:gd name="connsiteY155" fmla="*/ 3943217 h 6858000"/>
              <a:gd name="connsiteX156" fmla="*/ 1423113 w 7472601"/>
              <a:gd name="connsiteY156" fmla="*/ 3874565 h 6858000"/>
              <a:gd name="connsiteX157" fmla="*/ 1260565 w 7472601"/>
              <a:gd name="connsiteY157" fmla="*/ 4031982 h 6858000"/>
              <a:gd name="connsiteX158" fmla="*/ 901900 w 7472601"/>
              <a:gd name="connsiteY158" fmla="*/ 4421236 h 6858000"/>
              <a:gd name="connsiteX159" fmla="*/ 845044 w 7472601"/>
              <a:gd name="connsiteY159" fmla="*/ 4502436 h 6858000"/>
              <a:gd name="connsiteX160" fmla="*/ 685926 w 7472601"/>
              <a:gd name="connsiteY160" fmla="*/ 4703069 h 6858000"/>
              <a:gd name="connsiteX161" fmla="*/ 684248 w 7472601"/>
              <a:gd name="connsiteY161" fmla="*/ 4706721 h 6858000"/>
              <a:gd name="connsiteX162" fmla="*/ 1423113 w 7472601"/>
              <a:gd name="connsiteY162" fmla="*/ 3874565 h 6858000"/>
              <a:gd name="connsiteX163" fmla="*/ 3316479 w 7472601"/>
              <a:gd name="connsiteY163" fmla="*/ 3872136 h 6858000"/>
              <a:gd name="connsiteX164" fmla="*/ 3546806 w 7472601"/>
              <a:gd name="connsiteY164" fmla="*/ 4356139 h 6858000"/>
              <a:gd name="connsiteX165" fmla="*/ 3364433 w 7472601"/>
              <a:gd name="connsiteY165" fmla="*/ 3953121 h 6858000"/>
              <a:gd name="connsiteX166" fmla="*/ 3316479 w 7472601"/>
              <a:gd name="connsiteY166" fmla="*/ 3872136 h 6858000"/>
              <a:gd name="connsiteX167" fmla="*/ 3291335 w 7472601"/>
              <a:gd name="connsiteY167" fmla="*/ 3767420 h 6858000"/>
              <a:gd name="connsiteX168" fmla="*/ 3390805 w 7472601"/>
              <a:gd name="connsiteY168" fmla="*/ 3937163 h 6858000"/>
              <a:gd name="connsiteX169" fmla="*/ 3579062 w 7472601"/>
              <a:gd name="connsiteY169" fmla="*/ 4359040 h 6858000"/>
              <a:gd name="connsiteX170" fmla="*/ 3467355 w 7472601"/>
              <a:gd name="connsiteY170" fmla="*/ 3988130 h 6858000"/>
              <a:gd name="connsiteX171" fmla="*/ 3310753 w 7472601"/>
              <a:gd name="connsiteY171" fmla="*/ 3787140 h 6858000"/>
              <a:gd name="connsiteX172" fmla="*/ 3291335 w 7472601"/>
              <a:gd name="connsiteY172" fmla="*/ 3767420 h 6858000"/>
              <a:gd name="connsiteX173" fmla="*/ 1635889 w 7472601"/>
              <a:gd name="connsiteY173" fmla="*/ 3709494 h 6858000"/>
              <a:gd name="connsiteX174" fmla="*/ 1634800 w 7472601"/>
              <a:gd name="connsiteY174" fmla="*/ 3731111 h 6858000"/>
              <a:gd name="connsiteX175" fmla="*/ 1635889 w 7472601"/>
              <a:gd name="connsiteY175" fmla="*/ 3709494 h 6858000"/>
              <a:gd name="connsiteX176" fmla="*/ 1510397 w 7472601"/>
              <a:gd name="connsiteY176" fmla="*/ 3684705 h 6858000"/>
              <a:gd name="connsiteX177" fmla="*/ 1146550 w 7472601"/>
              <a:gd name="connsiteY177" fmla="*/ 3802012 h 6858000"/>
              <a:gd name="connsiteX178" fmla="*/ 698834 w 7472601"/>
              <a:gd name="connsiteY178" fmla="*/ 3952272 h 6858000"/>
              <a:gd name="connsiteX179" fmla="*/ 34256 w 7472601"/>
              <a:gd name="connsiteY179" fmla="*/ 4347603 h 6858000"/>
              <a:gd name="connsiteX180" fmla="*/ 527241 w 7472601"/>
              <a:gd name="connsiteY180" fmla="*/ 4065078 h 6858000"/>
              <a:gd name="connsiteX181" fmla="*/ 1510397 w 7472601"/>
              <a:gd name="connsiteY181" fmla="*/ 3684705 h 6858000"/>
              <a:gd name="connsiteX182" fmla="*/ 1313114 w 7472601"/>
              <a:gd name="connsiteY182" fmla="*/ 3655216 h 6858000"/>
              <a:gd name="connsiteX183" fmla="*/ 1109304 w 7472601"/>
              <a:gd name="connsiteY183" fmla="*/ 3669030 h 6858000"/>
              <a:gd name="connsiteX184" fmla="*/ 8129 w 7472601"/>
              <a:gd name="connsiteY184" fmla="*/ 4330519 h 6858000"/>
              <a:gd name="connsiteX185" fmla="*/ 687572 w 7472601"/>
              <a:gd name="connsiteY185" fmla="*/ 3925629 h 6858000"/>
              <a:gd name="connsiteX186" fmla="*/ 1138365 w 7472601"/>
              <a:gd name="connsiteY186" fmla="*/ 3774515 h 6858000"/>
              <a:gd name="connsiteX187" fmla="*/ 1505579 w 7472601"/>
              <a:gd name="connsiteY187" fmla="*/ 3655526 h 6858000"/>
              <a:gd name="connsiteX188" fmla="*/ 1313114 w 7472601"/>
              <a:gd name="connsiteY188" fmla="*/ 3655216 h 6858000"/>
              <a:gd name="connsiteX189" fmla="*/ 3655073 w 7472601"/>
              <a:gd name="connsiteY189" fmla="*/ 3650884 h 6858000"/>
              <a:gd name="connsiteX190" fmla="*/ 3989938 w 7472601"/>
              <a:gd name="connsiteY190" fmla="*/ 3991685 h 6858000"/>
              <a:gd name="connsiteX191" fmla="*/ 4393907 w 7472601"/>
              <a:gd name="connsiteY191" fmla="*/ 4261258 h 6858000"/>
              <a:gd name="connsiteX192" fmla="*/ 4648051 w 7472601"/>
              <a:gd name="connsiteY192" fmla="*/ 4374051 h 6858000"/>
              <a:gd name="connsiteX193" fmla="*/ 4383389 w 7472601"/>
              <a:gd name="connsiteY193" fmla="*/ 4184369 h 6858000"/>
              <a:gd name="connsiteX194" fmla="*/ 4165508 w 7472601"/>
              <a:gd name="connsiteY194" fmla="*/ 4035196 h 6858000"/>
              <a:gd name="connsiteX195" fmla="*/ 4068162 w 7472601"/>
              <a:gd name="connsiteY195" fmla="*/ 3953394 h 6858000"/>
              <a:gd name="connsiteX196" fmla="*/ 3981416 w 7472601"/>
              <a:gd name="connsiteY196" fmla="*/ 3880482 h 6858000"/>
              <a:gd name="connsiteX197" fmla="*/ 3800147 w 7472601"/>
              <a:gd name="connsiteY197" fmla="*/ 3749872 h 6858000"/>
              <a:gd name="connsiteX198" fmla="*/ 3655073 w 7472601"/>
              <a:gd name="connsiteY198" fmla="*/ 3650884 h 6858000"/>
              <a:gd name="connsiteX199" fmla="*/ 3670252 w 7472601"/>
              <a:gd name="connsiteY199" fmla="*/ 3622798 h 6858000"/>
              <a:gd name="connsiteX200" fmla="*/ 3817258 w 7472601"/>
              <a:gd name="connsiteY200" fmla="*/ 3723577 h 6858000"/>
              <a:gd name="connsiteX201" fmla="*/ 4000461 w 7472601"/>
              <a:gd name="connsiteY201" fmla="*/ 3855966 h 6858000"/>
              <a:gd name="connsiteX202" fmla="*/ 4088180 w 7472601"/>
              <a:gd name="connsiteY202" fmla="*/ 3929774 h 6858000"/>
              <a:gd name="connsiteX203" fmla="*/ 4184555 w 7472601"/>
              <a:gd name="connsiteY203" fmla="*/ 4010683 h 6858000"/>
              <a:gd name="connsiteX204" fmla="*/ 4399563 w 7472601"/>
              <a:gd name="connsiteY204" fmla="*/ 4158106 h 6858000"/>
              <a:gd name="connsiteX205" fmla="*/ 4684469 w 7472601"/>
              <a:gd name="connsiteY205" fmla="*/ 4364680 h 6858000"/>
              <a:gd name="connsiteX206" fmla="*/ 4690271 w 7472601"/>
              <a:gd name="connsiteY206" fmla="*/ 4370034 h 6858000"/>
              <a:gd name="connsiteX207" fmla="*/ 4136093 w 7472601"/>
              <a:gd name="connsiteY207" fmla="*/ 3858466 h 6858000"/>
              <a:gd name="connsiteX208" fmla="*/ 3670252 w 7472601"/>
              <a:gd name="connsiteY208" fmla="*/ 3622798 h 6858000"/>
              <a:gd name="connsiteX209" fmla="*/ 4440129 w 7472601"/>
              <a:gd name="connsiteY209" fmla="*/ 3448571 h 6858000"/>
              <a:gd name="connsiteX210" fmla="*/ 4856525 w 7472601"/>
              <a:gd name="connsiteY210" fmla="*/ 3915351 h 6858000"/>
              <a:gd name="connsiteX211" fmla="*/ 5059055 w 7472601"/>
              <a:gd name="connsiteY211" fmla="*/ 4108918 h 6858000"/>
              <a:gd name="connsiteX212" fmla="*/ 5290070 w 7472601"/>
              <a:gd name="connsiteY212" fmla="*/ 4263619 h 6858000"/>
              <a:gd name="connsiteX213" fmla="*/ 4834991 w 7472601"/>
              <a:gd name="connsiteY213" fmla="*/ 3830985 h 6858000"/>
              <a:gd name="connsiteX214" fmla="*/ 4440129 w 7472601"/>
              <a:gd name="connsiteY214" fmla="*/ 3448571 h 6858000"/>
              <a:gd name="connsiteX215" fmla="*/ 4441737 w 7472601"/>
              <a:gd name="connsiteY215" fmla="*/ 3399734 h 6858000"/>
              <a:gd name="connsiteX216" fmla="*/ 4431236 w 7472601"/>
              <a:gd name="connsiteY216" fmla="*/ 3400954 h 6858000"/>
              <a:gd name="connsiteX217" fmla="*/ 4557150 w 7472601"/>
              <a:gd name="connsiteY217" fmla="*/ 3510023 h 6858000"/>
              <a:gd name="connsiteX218" fmla="*/ 4856936 w 7472601"/>
              <a:gd name="connsiteY218" fmla="*/ 3809146 h 6858000"/>
              <a:gd name="connsiteX219" fmla="*/ 5111996 w 7472601"/>
              <a:gd name="connsiteY219" fmla="*/ 4065759 h 6858000"/>
              <a:gd name="connsiteX220" fmla="*/ 5388878 w 7472601"/>
              <a:gd name="connsiteY220" fmla="*/ 4300185 h 6858000"/>
              <a:gd name="connsiteX221" fmla="*/ 5425556 w 7472601"/>
              <a:gd name="connsiteY221" fmla="*/ 4308967 h 6858000"/>
              <a:gd name="connsiteX222" fmla="*/ 4943646 w 7472601"/>
              <a:gd name="connsiteY222" fmla="*/ 3822916 h 6858000"/>
              <a:gd name="connsiteX223" fmla="*/ 4594837 w 7472601"/>
              <a:gd name="connsiteY223" fmla="*/ 3532274 h 6858000"/>
              <a:gd name="connsiteX224" fmla="*/ 4441737 w 7472601"/>
              <a:gd name="connsiteY224" fmla="*/ 3399734 h 6858000"/>
              <a:gd name="connsiteX225" fmla="*/ 5425834 w 7472601"/>
              <a:gd name="connsiteY225" fmla="*/ 3162785 h 6858000"/>
              <a:gd name="connsiteX226" fmla="*/ 5401644 w 7472601"/>
              <a:gd name="connsiteY226" fmla="*/ 3617847 h 6858000"/>
              <a:gd name="connsiteX227" fmla="*/ 5467256 w 7472601"/>
              <a:gd name="connsiteY227" fmla="*/ 4175494 h 6858000"/>
              <a:gd name="connsiteX228" fmla="*/ 5448069 w 7472601"/>
              <a:gd name="connsiteY228" fmla="*/ 3567554 h 6858000"/>
              <a:gd name="connsiteX229" fmla="*/ 5425834 w 7472601"/>
              <a:gd name="connsiteY229" fmla="*/ 3162785 h 6858000"/>
              <a:gd name="connsiteX230" fmla="*/ 1318687 w 7472601"/>
              <a:gd name="connsiteY230" fmla="*/ 3113840 h 6858000"/>
              <a:gd name="connsiteX231" fmla="*/ 1066793 w 7472601"/>
              <a:gd name="connsiteY231" fmla="*/ 3212171 h 6858000"/>
              <a:gd name="connsiteX232" fmla="*/ 993319 w 7472601"/>
              <a:gd name="connsiteY232" fmla="*/ 3247648 h 6858000"/>
              <a:gd name="connsiteX233" fmla="*/ 853081 w 7472601"/>
              <a:gd name="connsiteY233" fmla="*/ 3312410 h 6858000"/>
              <a:gd name="connsiteX234" fmla="*/ 805957 w 7472601"/>
              <a:gd name="connsiteY234" fmla="*/ 3330443 h 6858000"/>
              <a:gd name="connsiteX235" fmla="*/ 1318687 w 7472601"/>
              <a:gd name="connsiteY235" fmla="*/ 3113840 h 6858000"/>
              <a:gd name="connsiteX236" fmla="*/ 5453702 w 7472601"/>
              <a:gd name="connsiteY236" fmla="*/ 3090882 h 6858000"/>
              <a:gd name="connsiteX237" fmla="*/ 5480135 w 7472601"/>
              <a:gd name="connsiteY237" fmla="*/ 3565802 h 6858000"/>
              <a:gd name="connsiteX238" fmla="*/ 5499023 w 7472601"/>
              <a:gd name="connsiteY238" fmla="*/ 4166310 h 6858000"/>
              <a:gd name="connsiteX239" fmla="*/ 5547022 w 7472601"/>
              <a:gd name="connsiteY239" fmla="*/ 3607838 h 6858000"/>
              <a:gd name="connsiteX240" fmla="*/ 5515964 w 7472601"/>
              <a:gd name="connsiteY240" fmla="*/ 3378541 h 6858000"/>
              <a:gd name="connsiteX241" fmla="*/ 5453702 w 7472601"/>
              <a:gd name="connsiteY241" fmla="*/ 3090882 h 6858000"/>
              <a:gd name="connsiteX242" fmla="*/ 1238695 w 7472601"/>
              <a:gd name="connsiteY242" fmla="*/ 3076820 h 6858000"/>
              <a:gd name="connsiteX243" fmla="*/ 716371 w 7472601"/>
              <a:gd name="connsiteY243" fmla="*/ 3293249 h 6858000"/>
              <a:gd name="connsiteX244" fmla="*/ 579522 w 7472601"/>
              <a:gd name="connsiteY244" fmla="*/ 3371759 h 6858000"/>
              <a:gd name="connsiteX245" fmla="*/ 600288 w 7472601"/>
              <a:gd name="connsiteY245" fmla="*/ 3365555 h 6858000"/>
              <a:gd name="connsiteX246" fmla="*/ 840692 w 7472601"/>
              <a:gd name="connsiteY246" fmla="*/ 3284921 h 6858000"/>
              <a:gd name="connsiteX247" fmla="*/ 979248 w 7472601"/>
              <a:gd name="connsiteY247" fmla="*/ 3221003 h 6858000"/>
              <a:gd name="connsiteX248" fmla="*/ 1053282 w 7472601"/>
              <a:gd name="connsiteY248" fmla="*/ 3185247 h 6858000"/>
              <a:gd name="connsiteX249" fmla="*/ 1320603 w 7472601"/>
              <a:gd name="connsiteY249" fmla="*/ 3081281 h 6858000"/>
              <a:gd name="connsiteX250" fmla="*/ 1238695 w 7472601"/>
              <a:gd name="connsiteY250" fmla="*/ 3076820 h 6858000"/>
              <a:gd name="connsiteX251" fmla="*/ 5425627 w 7472601"/>
              <a:gd name="connsiteY251" fmla="*/ 2954192 h 6858000"/>
              <a:gd name="connsiteX252" fmla="*/ 5470770 w 7472601"/>
              <a:gd name="connsiteY252" fmla="*/ 3005435 h 6858000"/>
              <a:gd name="connsiteX253" fmla="*/ 5519779 w 7472601"/>
              <a:gd name="connsiteY253" fmla="*/ 4359223 h 6858000"/>
              <a:gd name="connsiteX254" fmla="*/ 5520293 w 7472601"/>
              <a:gd name="connsiteY254" fmla="*/ 4360602 h 6858000"/>
              <a:gd name="connsiteX255" fmla="*/ 5767221 w 7472601"/>
              <a:gd name="connsiteY255" fmla="*/ 4665564 h 6858000"/>
              <a:gd name="connsiteX256" fmla="*/ 6937169 w 7472601"/>
              <a:gd name="connsiteY256" fmla="*/ 4815941 h 6858000"/>
              <a:gd name="connsiteX257" fmla="*/ 6953922 w 7472601"/>
              <a:gd name="connsiteY257" fmla="*/ 4890068 h 6858000"/>
              <a:gd name="connsiteX258" fmla="*/ 6071359 w 7472601"/>
              <a:gd name="connsiteY258" fmla="*/ 4770770 h 6858000"/>
              <a:gd name="connsiteX259" fmla="*/ 6038839 w 7472601"/>
              <a:gd name="connsiteY259" fmla="*/ 4764474 h 6858000"/>
              <a:gd name="connsiteX260" fmla="*/ 6038706 w 7472601"/>
              <a:gd name="connsiteY260" fmla="*/ 4763847 h 6858000"/>
              <a:gd name="connsiteX261" fmla="*/ 6037784 w 7472601"/>
              <a:gd name="connsiteY261" fmla="*/ 4764270 h 6858000"/>
              <a:gd name="connsiteX262" fmla="*/ 6038839 w 7472601"/>
              <a:gd name="connsiteY262" fmla="*/ 4764474 h 6858000"/>
              <a:gd name="connsiteX263" fmla="*/ 6040338 w 7472601"/>
              <a:gd name="connsiteY263" fmla="*/ 4771418 h 6858000"/>
              <a:gd name="connsiteX264" fmla="*/ 6024488 w 7472601"/>
              <a:gd name="connsiteY264" fmla="*/ 4809903 h 6858000"/>
              <a:gd name="connsiteX265" fmla="*/ 5599771 w 7472601"/>
              <a:gd name="connsiteY265" fmla="*/ 5509652 h 6858000"/>
              <a:gd name="connsiteX266" fmla="*/ 5548843 w 7472601"/>
              <a:gd name="connsiteY266" fmla="*/ 5563845 h 6858000"/>
              <a:gd name="connsiteX267" fmla="*/ 5940952 w 7472601"/>
              <a:gd name="connsiteY267" fmla="*/ 6250028 h 6858000"/>
              <a:gd name="connsiteX268" fmla="*/ 6043441 w 7472601"/>
              <a:gd name="connsiteY268" fmla="*/ 6665847 h 6858000"/>
              <a:gd name="connsiteX269" fmla="*/ 6093432 w 7472601"/>
              <a:gd name="connsiteY269" fmla="*/ 6858000 h 6858000"/>
              <a:gd name="connsiteX270" fmla="*/ 6034344 w 7472601"/>
              <a:gd name="connsiteY270" fmla="*/ 6858000 h 6858000"/>
              <a:gd name="connsiteX271" fmla="*/ 6026679 w 7472601"/>
              <a:gd name="connsiteY271" fmla="*/ 6836959 h 6858000"/>
              <a:gd name="connsiteX272" fmla="*/ 5800441 w 7472601"/>
              <a:gd name="connsiteY272" fmla="*/ 6335286 h 6858000"/>
              <a:gd name="connsiteX273" fmla="*/ 5526562 w 7472601"/>
              <a:gd name="connsiteY273" fmla="*/ 5705388 h 6858000"/>
              <a:gd name="connsiteX274" fmla="*/ 5519640 w 7472601"/>
              <a:gd name="connsiteY274" fmla="*/ 5683774 h 6858000"/>
              <a:gd name="connsiteX275" fmla="*/ 5844559 w 7472601"/>
              <a:gd name="connsiteY275" fmla="*/ 6553349 h 6858000"/>
              <a:gd name="connsiteX276" fmla="*/ 5975994 w 7472601"/>
              <a:gd name="connsiteY276" fmla="*/ 6858000 h 6858000"/>
              <a:gd name="connsiteX277" fmla="*/ 5898547 w 7472601"/>
              <a:gd name="connsiteY277" fmla="*/ 6858000 h 6858000"/>
              <a:gd name="connsiteX278" fmla="*/ 5682041 w 7472601"/>
              <a:gd name="connsiteY278" fmla="*/ 6355860 h 6858000"/>
              <a:gd name="connsiteX279" fmla="*/ 5461758 w 7472601"/>
              <a:gd name="connsiteY279" fmla="*/ 5820220 h 6858000"/>
              <a:gd name="connsiteX280" fmla="*/ 5237282 w 7472601"/>
              <a:gd name="connsiteY280" fmla="*/ 6579086 h 6858000"/>
              <a:gd name="connsiteX281" fmla="*/ 5115009 w 7472601"/>
              <a:gd name="connsiteY281" fmla="*/ 6858000 h 6858000"/>
              <a:gd name="connsiteX282" fmla="*/ 5028074 w 7472601"/>
              <a:gd name="connsiteY282" fmla="*/ 6858000 h 6858000"/>
              <a:gd name="connsiteX283" fmla="*/ 5079508 w 7472601"/>
              <a:gd name="connsiteY283" fmla="*/ 6749074 h 6858000"/>
              <a:gd name="connsiteX284" fmla="*/ 5371846 w 7472601"/>
              <a:gd name="connsiteY284" fmla="*/ 5924413 h 6858000"/>
              <a:gd name="connsiteX285" fmla="*/ 5270512 w 7472601"/>
              <a:gd name="connsiteY285" fmla="*/ 6138975 h 6858000"/>
              <a:gd name="connsiteX286" fmla="*/ 5062409 w 7472601"/>
              <a:gd name="connsiteY286" fmla="*/ 6653544 h 6858000"/>
              <a:gd name="connsiteX287" fmla="*/ 5036628 w 7472601"/>
              <a:gd name="connsiteY287" fmla="*/ 6754247 h 6858000"/>
              <a:gd name="connsiteX288" fmla="*/ 5009112 w 7472601"/>
              <a:gd name="connsiteY288" fmla="*/ 6858000 h 6858000"/>
              <a:gd name="connsiteX289" fmla="*/ 4976679 w 7472601"/>
              <a:gd name="connsiteY289" fmla="*/ 6858000 h 6858000"/>
              <a:gd name="connsiteX290" fmla="*/ 5006537 w 7472601"/>
              <a:gd name="connsiteY290" fmla="*/ 6747068 h 6858000"/>
              <a:gd name="connsiteX291" fmla="*/ 5032723 w 7472601"/>
              <a:gd name="connsiteY291" fmla="*/ 6644957 h 6858000"/>
              <a:gd name="connsiteX292" fmla="*/ 5242949 w 7472601"/>
              <a:gd name="connsiteY292" fmla="*/ 6125175 h 6858000"/>
              <a:gd name="connsiteX293" fmla="*/ 5286321 w 7472601"/>
              <a:gd name="connsiteY293" fmla="*/ 6033555 h 6858000"/>
              <a:gd name="connsiteX294" fmla="*/ 5008210 w 7472601"/>
              <a:gd name="connsiteY294" fmla="*/ 6649194 h 6858000"/>
              <a:gd name="connsiteX295" fmla="*/ 4986321 w 7472601"/>
              <a:gd name="connsiteY295" fmla="*/ 6765687 h 6858000"/>
              <a:gd name="connsiteX296" fmla="*/ 4973474 w 7472601"/>
              <a:gd name="connsiteY296" fmla="*/ 6858000 h 6858000"/>
              <a:gd name="connsiteX297" fmla="*/ 4907178 w 7472601"/>
              <a:gd name="connsiteY297" fmla="*/ 6858000 h 6858000"/>
              <a:gd name="connsiteX298" fmla="*/ 4910810 w 7472601"/>
              <a:gd name="connsiteY298" fmla="*/ 6829660 h 6858000"/>
              <a:gd name="connsiteX299" fmla="*/ 4987461 w 7472601"/>
              <a:gd name="connsiteY299" fmla="*/ 6432994 h 6858000"/>
              <a:gd name="connsiteX300" fmla="*/ 5179262 w 7472601"/>
              <a:gd name="connsiteY300" fmla="*/ 6035044 h 6858000"/>
              <a:gd name="connsiteX301" fmla="*/ 4689678 w 7472601"/>
              <a:gd name="connsiteY301" fmla="*/ 6440241 h 6858000"/>
              <a:gd name="connsiteX302" fmla="*/ 4477543 w 7472601"/>
              <a:gd name="connsiteY302" fmla="*/ 6674836 h 6858000"/>
              <a:gd name="connsiteX303" fmla="*/ 4329957 w 7472601"/>
              <a:gd name="connsiteY303" fmla="*/ 6858000 h 6858000"/>
              <a:gd name="connsiteX304" fmla="*/ 4218595 w 7472601"/>
              <a:gd name="connsiteY304" fmla="*/ 6858000 h 6858000"/>
              <a:gd name="connsiteX305" fmla="*/ 4368888 w 7472601"/>
              <a:gd name="connsiteY305" fmla="*/ 6668412 h 6858000"/>
              <a:gd name="connsiteX306" fmla="*/ 4563091 w 7472601"/>
              <a:gd name="connsiteY306" fmla="*/ 6442508 h 6858000"/>
              <a:gd name="connsiteX307" fmla="*/ 5387324 w 7472601"/>
              <a:gd name="connsiteY307" fmla="*/ 5705830 h 6858000"/>
              <a:gd name="connsiteX308" fmla="*/ 5073620 w 7472601"/>
              <a:gd name="connsiteY308" fmla="*/ 5955437 h 6858000"/>
              <a:gd name="connsiteX309" fmla="*/ 4689789 w 7472601"/>
              <a:gd name="connsiteY309" fmla="*/ 6268382 h 6858000"/>
              <a:gd name="connsiteX310" fmla="*/ 4418722 w 7472601"/>
              <a:gd name="connsiteY310" fmla="*/ 6570886 h 6858000"/>
              <a:gd name="connsiteX311" fmla="*/ 4214944 w 7472601"/>
              <a:gd name="connsiteY311" fmla="*/ 6858000 h 6858000"/>
              <a:gd name="connsiteX312" fmla="*/ 4177898 w 7472601"/>
              <a:gd name="connsiteY312" fmla="*/ 6858000 h 6858000"/>
              <a:gd name="connsiteX313" fmla="*/ 4391597 w 7472601"/>
              <a:gd name="connsiteY313" fmla="*/ 6556370 h 6858000"/>
              <a:gd name="connsiteX314" fmla="*/ 4668889 w 7472601"/>
              <a:gd name="connsiteY314" fmla="*/ 6246399 h 6858000"/>
              <a:gd name="connsiteX315" fmla="*/ 5055427 w 7472601"/>
              <a:gd name="connsiteY315" fmla="*/ 5931476 h 6858000"/>
              <a:gd name="connsiteX316" fmla="*/ 5371814 w 7472601"/>
              <a:gd name="connsiteY316" fmla="*/ 5678975 h 6858000"/>
              <a:gd name="connsiteX317" fmla="*/ 4987918 w 7472601"/>
              <a:gd name="connsiteY317" fmla="*/ 5838701 h 6858000"/>
              <a:gd name="connsiteX318" fmla="*/ 4317146 w 7472601"/>
              <a:gd name="connsiteY318" fmla="*/ 6587716 h 6858000"/>
              <a:gd name="connsiteX319" fmla="*/ 4171627 w 7472601"/>
              <a:gd name="connsiteY319" fmla="*/ 6858000 h 6858000"/>
              <a:gd name="connsiteX320" fmla="*/ 4081585 w 7472601"/>
              <a:gd name="connsiteY320" fmla="*/ 6858000 h 6858000"/>
              <a:gd name="connsiteX321" fmla="*/ 4238603 w 7472601"/>
              <a:gd name="connsiteY321" fmla="*/ 6559341 h 6858000"/>
              <a:gd name="connsiteX322" fmla="*/ 4778333 w 7472601"/>
              <a:gd name="connsiteY322" fmla="*/ 5873626 h 6858000"/>
              <a:gd name="connsiteX323" fmla="*/ 5414185 w 7472601"/>
              <a:gd name="connsiteY323" fmla="*/ 5573882 h 6858000"/>
              <a:gd name="connsiteX324" fmla="*/ 5959648 w 7472601"/>
              <a:gd name="connsiteY324" fmla="*/ 4760797 h 6858000"/>
              <a:gd name="connsiteX325" fmla="*/ 5355019 w 7472601"/>
              <a:gd name="connsiteY325" fmla="*/ 4734672 h 6858000"/>
              <a:gd name="connsiteX326" fmla="*/ 5083565 w 7472601"/>
              <a:gd name="connsiteY326" fmla="*/ 5179121 h 6858000"/>
              <a:gd name="connsiteX327" fmla="*/ 4713577 w 7472601"/>
              <a:gd name="connsiteY327" fmla="*/ 5616803 h 6858000"/>
              <a:gd name="connsiteX328" fmla="*/ 3989559 w 7472601"/>
              <a:gd name="connsiteY328" fmla="*/ 6145945 h 6858000"/>
              <a:gd name="connsiteX329" fmla="*/ 3939824 w 7472601"/>
              <a:gd name="connsiteY329" fmla="*/ 6066900 h 6858000"/>
              <a:gd name="connsiteX330" fmla="*/ 4584537 w 7472601"/>
              <a:gd name="connsiteY330" fmla="*/ 5324826 h 6858000"/>
              <a:gd name="connsiteX331" fmla="*/ 5037105 w 7472601"/>
              <a:gd name="connsiteY331" fmla="*/ 5088765 h 6858000"/>
              <a:gd name="connsiteX332" fmla="*/ 5039930 w 7472601"/>
              <a:gd name="connsiteY332" fmla="*/ 5089585 h 6858000"/>
              <a:gd name="connsiteX333" fmla="*/ 5263764 w 7472601"/>
              <a:gd name="connsiteY333" fmla="*/ 4735525 h 6858000"/>
              <a:gd name="connsiteX334" fmla="*/ 4086300 w 7472601"/>
              <a:gd name="connsiteY334" fmla="*/ 4884599 h 6858000"/>
              <a:gd name="connsiteX335" fmla="*/ 4085485 w 7472601"/>
              <a:gd name="connsiteY335" fmla="*/ 4899070 h 6858000"/>
              <a:gd name="connsiteX336" fmla="*/ 3871915 w 7472601"/>
              <a:gd name="connsiteY336" fmla="*/ 5253645 h 6858000"/>
              <a:gd name="connsiteX337" fmla="*/ 3799374 w 7472601"/>
              <a:gd name="connsiteY337" fmla="*/ 5466127 h 6858000"/>
              <a:gd name="connsiteX338" fmla="*/ 3498850 w 7472601"/>
              <a:gd name="connsiteY338" fmla="*/ 6661888 h 6858000"/>
              <a:gd name="connsiteX339" fmla="*/ 3399216 w 7472601"/>
              <a:gd name="connsiteY339" fmla="*/ 6858000 h 6858000"/>
              <a:gd name="connsiteX340" fmla="*/ 3303688 w 7472601"/>
              <a:gd name="connsiteY340" fmla="*/ 6858000 h 6858000"/>
              <a:gd name="connsiteX341" fmla="*/ 3391774 w 7472601"/>
              <a:gd name="connsiteY341" fmla="*/ 6697181 h 6858000"/>
              <a:gd name="connsiteX342" fmla="*/ 3735540 w 7472601"/>
              <a:gd name="connsiteY342" fmla="*/ 5546923 h 6858000"/>
              <a:gd name="connsiteX343" fmla="*/ 3729438 w 7472601"/>
              <a:gd name="connsiteY343" fmla="*/ 5569058 h 6858000"/>
              <a:gd name="connsiteX344" fmla="*/ 3707782 w 7472601"/>
              <a:gd name="connsiteY344" fmla="*/ 5644908 h 6858000"/>
              <a:gd name="connsiteX345" fmla="*/ 3583827 w 7472601"/>
              <a:gd name="connsiteY345" fmla="*/ 6039215 h 6858000"/>
              <a:gd name="connsiteX346" fmla="*/ 3547861 w 7472601"/>
              <a:gd name="connsiteY346" fmla="*/ 6129609 h 6858000"/>
              <a:gd name="connsiteX347" fmla="*/ 3490905 w 7472601"/>
              <a:gd name="connsiteY347" fmla="*/ 6277660 h 6858000"/>
              <a:gd name="connsiteX348" fmla="*/ 3455859 w 7472601"/>
              <a:gd name="connsiteY348" fmla="*/ 6391301 h 6858000"/>
              <a:gd name="connsiteX349" fmla="*/ 3429112 w 7472601"/>
              <a:gd name="connsiteY349" fmla="*/ 6479469 h 6858000"/>
              <a:gd name="connsiteX350" fmla="*/ 3304862 w 7472601"/>
              <a:gd name="connsiteY350" fmla="*/ 6796476 h 6858000"/>
              <a:gd name="connsiteX351" fmla="*/ 3276071 w 7472601"/>
              <a:gd name="connsiteY351" fmla="*/ 6858000 h 6858000"/>
              <a:gd name="connsiteX352" fmla="*/ 3240805 w 7472601"/>
              <a:gd name="connsiteY352" fmla="*/ 6858000 h 6858000"/>
              <a:gd name="connsiteX353" fmla="*/ 3275917 w 7472601"/>
              <a:gd name="connsiteY353" fmla="*/ 6783192 h 6858000"/>
              <a:gd name="connsiteX354" fmla="*/ 3399358 w 7472601"/>
              <a:gd name="connsiteY354" fmla="*/ 6469011 h 6858000"/>
              <a:gd name="connsiteX355" fmla="*/ 3425650 w 7472601"/>
              <a:gd name="connsiteY355" fmla="*/ 6381333 h 6858000"/>
              <a:gd name="connsiteX356" fmla="*/ 3460661 w 7472601"/>
              <a:gd name="connsiteY356" fmla="*/ 6266763 h 6858000"/>
              <a:gd name="connsiteX357" fmla="*/ 3518021 w 7472601"/>
              <a:gd name="connsiteY357" fmla="*/ 6117298 h 6858000"/>
              <a:gd name="connsiteX358" fmla="*/ 3554035 w 7472601"/>
              <a:gd name="connsiteY358" fmla="*/ 6027832 h 6858000"/>
              <a:gd name="connsiteX359" fmla="*/ 3677174 w 7472601"/>
              <a:gd name="connsiteY359" fmla="*/ 5636351 h 6858000"/>
              <a:gd name="connsiteX360" fmla="*/ 3698819 w 7472601"/>
              <a:gd name="connsiteY360" fmla="*/ 5560503 h 6858000"/>
              <a:gd name="connsiteX361" fmla="*/ 3702094 w 7472601"/>
              <a:gd name="connsiteY361" fmla="*/ 5549194 h 6858000"/>
              <a:gd name="connsiteX362" fmla="*/ 3398355 w 7472601"/>
              <a:gd name="connsiteY362" fmla="*/ 6094603 h 6858000"/>
              <a:gd name="connsiteX363" fmla="*/ 3193941 w 7472601"/>
              <a:gd name="connsiteY363" fmla="*/ 6798775 h 6858000"/>
              <a:gd name="connsiteX364" fmla="*/ 3184140 w 7472601"/>
              <a:gd name="connsiteY364" fmla="*/ 6858000 h 6858000"/>
              <a:gd name="connsiteX365" fmla="*/ 3099978 w 7472601"/>
              <a:gd name="connsiteY365" fmla="*/ 6858000 h 6858000"/>
              <a:gd name="connsiteX366" fmla="*/ 3101556 w 7472601"/>
              <a:gd name="connsiteY366" fmla="*/ 6843337 h 6858000"/>
              <a:gd name="connsiteX367" fmla="*/ 3370162 w 7472601"/>
              <a:gd name="connsiteY367" fmla="*/ 5785550 h 6858000"/>
              <a:gd name="connsiteX368" fmla="*/ 3746477 w 7472601"/>
              <a:gd name="connsiteY368" fmla="*/ 5377889 h 6858000"/>
              <a:gd name="connsiteX369" fmla="*/ 3863399 w 7472601"/>
              <a:gd name="connsiteY369" fmla="*/ 5087257 h 6858000"/>
              <a:gd name="connsiteX370" fmla="*/ 3968712 w 7472601"/>
              <a:gd name="connsiteY370" fmla="*/ 4913989 h 6858000"/>
              <a:gd name="connsiteX371" fmla="*/ 2792390 w 7472601"/>
              <a:gd name="connsiteY371" fmla="*/ 5382974 h 6858000"/>
              <a:gd name="connsiteX372" fmla="*/ 2714982 w 7472601"/>
              <a:gd name="connsiteY372" fmla="*/ 5427051 h 6858000"/>
              <a:gd name="connsiteX373" fmla="*/ 2813361 w 7472601"/>
              <a:gd name="connsiteY373" fmla="*/ 6023912 h 6858000"/>
              <a:gd name="connsiteX374" fmla="*/ 2688430 w 7472601"/>
              <a:gd name="connsiteY374" fmla="*/ 6801564 h 6858000"/>
              <a:gd name="connsiteX375" fmla="*/ 2629626 w 7472601"/>
              <a:gd name="connsiteY375" fmla="*/ 6763394 h 6858000"/>
              <a:gd name="connsiteX376" fmla="*/ 2565328 w 7472601"/>
              <a:gd name="connsiteY376" fmla="*/ 5516399 h 6858000"/>
              <a:gd name="connsiteX377" fmla="*/ 1922999 w 7472601"/>
              <a:gd name="connsiteY377" fmla="*/ 5980343 h 6858000"/>
              <a:gd name="connsiteX378" fmla="*/ 1950261 w 7472601"/>
              <a:gd name="connsiteY378" fmla="*/ 6405858 h 6858000"/>
              <a:gd name="connsiteX379" fmla="*/ 2365554 w 7472601"/>
              <a:gd name="connsiteY379" fmla="*/ 6759107 h 6858000"/>
              <a:gd name="connsiteX380" fmla="*/ 2424142 w 7472601"/>
              <a:gd name="connsiteY380" fmla="*/ 6858000 h 6858000"/>
              <a:gd name="connsiteX381" fmla="*/ 2395994 w 7472601"/>
              <a:gd name="connsiteY381" fmla="*/ 6858000 h 6858000"/>
              <a:gd name="connsiteX382" fmla="*/ 2392863 w 7472601"/>
              <a:gd name="connsiteY382" fmla="*/ 6852964 h 6858000"/>
              <a:gd name="connsiteX383" fmla="*/ 2017589 w 7472601"/>
              <a:gd name="connsiteY383" fmla="*/ 6493982 h 6858000"/>
              <a:gd name="connsiteX384" fmla="*/ 2147336 w 7472601"/>
              <a:gd name="connsiteY384" fmla="*/ 6594052 h 6858000"/>
              <a:gd name="connsiteX385" fmla="*/ 2207047 w 7472601"/>
              <a:gd name="connsiteY385" fmla="*/ 6654540 h 6858000"/>
              <a:gd name="connsiteX386" fmla="*/ 2299106 w 7472601"/>
              <a:gd name="connsiteY386" fmla="*/ 6778931 h 6858000"/>
              <a:gd name="connsiteX387" fmla="*/ 2314430 w 7472601"/>
              <a:gd name="connsiteY387" fmla="*/ 6801144 h 6858000"/>
              <a:gd name="connsiteX388" fmla="*/ 2352406 w 7472601"/>
              <a:gd name="connsiteY388" fmla="*/ 6858000 h 6858000"/>
              <a:gd name="connsiteX389" fmla="*/ 2314492 w 7472601"/>
              <a:gd name="connsiteY389" fmla="*/ 6858000 h 6858000"/>
              <a:gd name="connsiteX390" fmla="*/ 2288095 w 7472601"/>
              <a:gd name="connsiteY390" fmla="*/ 6818030 h 6858000"/>
              <a:gd name="connsiteX391" fmla="*/ 2272768 w 7472601"/>
              <a:gd name="connsiteY391" fmla="*/ 6795822 h 6858000"/>
              <a:gd name="connsiteX392" fmla="*/ 2182715 w 7472601"/>
              <a:gd name="connsiteY392" fmla="*/ 6675071 h 6858000"/>
              <a:gd name="connsiteX393" fmla="*/ 2032061 w 7472601"/>
              <a:gd name="connsiteY393" fmla="*/ 6541380 h 6858000"/>
              <a:gd name="connsiteX394" fmla="*/ 2257220 w 7472601"/>
              <a:gd name="connsiteY394" fmla="*/ 6826257 h 6858000"/>
              <a:gd name="connsiteX395" fmla="*/ 2281324 w 7472601"/>
              <a:gd name="connsiteY395" fmla="*/ 6858000 h 6858000"/>
              <a:gd name="connsiteX396" fmla="*/ 2242860 w 7472601"/>
              <a:gd name="connsiteY396" fmla="*/ 6858000 h 6858000"/>
              <a:gd name="connsiteX397" fmla="*/ 2232818 w 7472601"/>
              <a:gd name="connsiteY397" fmla="*/ 6844926 h 6858000"/>
              <a:gd name="connsiteX398" fmla="*/ 1990172 w 7472601"/>
              <a:gd name="connsiteY398" fmla="*/ 6542121 h 6858000"/>
              <a:gd name="connsiteX399" fmla="*/ 2124090 w 7472601"/>
              <a:gd name="connsiteY399" fmla="*/ 6761017 h 6858000"/>
              <a:gd name="connsiteX400" fmla="*/ 2200380 w 7472601"/>
              <a:gd name="connsiteY400" fmla="*/ 6858000 h 6858000"/>
              <a:gd name="connsiteX401" fmla="*/ 2147507 w 7472601"/>
              <a:gd name="connsiteY401" fmla="*/ 6858000 h 6858000"/>
              <a:gd name="connsiteX402" fmla="*/ 2070668 w 7472601"/>
              <a:gd name="connsiteY402" fmla="*/ 6761520 h 6858000"/>
              <a:gd name="connsiteX403" fmla="*/ 1975142 w 7472601"/>
              <a:gd name="connsiteY403" fmla="*/ 6585570 h 6858000"/>
              <a:gd name="connsiteX404" fmla="*/ 2050035 w 7472601"/>
              <a:gd name="connsiteY404" fmla="*/ 6813345 h 6858000"/>
              <a:gd name="connsiteX405" fmla="*/ 2063025 w 7472601"/>
              <a:gd name="connsiteY405" fmla="*/ 6858000 h 6858000"/>
              <a:gd name="connsiteX406" fmla="*/ 2021675 w 7472601"/>
              <a:gd name="connsiteY406" fmla="*/ 6858000 h 6858000"/>
              <a:gd name="connsiteX407" fmla="*/ 2019308 w 7472601"/>
              <a:gd name="connsiteY407" fmla="*/ 6847118 h 6858000"/>
              <a:gd name="connsiteX408" fmla="*/ 1938835 w 7472601"/>
              <a:gd name="connsiteY408" fmla="*/ 6551160 h 6858000"/>
              <a:gd name="connsiteX409" fmla="*/ 1953230 w 7472601"/>
              <a:gd name="connsiteY409" fmla="*/ 6759699 h 6858000"/>
              <a:gd name="connsiteX410" fmla="*/ 1956763 w 7472601"/>
              <a:gd name="connsiteY410" fmla="*/ 6778191 h 6858000"/>
              <a:gd name="connsiteX411" fmla="*/ 1967925 w 7472601"/>
              <a:gd name="connsiteY411" fmla="*/ 6858000 h 6858000"/>
              <a:gd name="connsiteX412" fmla="*/ 1936622 w 7472601"/>
              <a:gd name="connsiteY412" fmla="*/ 6858000 h 6858000"/>
              <a:gd name="connsiteX413" fmla="*/ 1926261 w 7472601"/>
              <a:gd name="connsiteY413" fmla="*/ 6784064 h 6858000"/>
              <a:gd name="connsiteX414" fmla="*/ 1922724 w 7472601"/>
              <a:gd name="connsiteY414" fmla="*/ 6765577 h 6858000"/>
              <a:gd name="connsiteX415" fmla="*/ 1904650 w 7472601"/>
              <a:gd name="connsiteY415" fmla="*/ 6639616 h 6858000"/>
              <a:gd name="connsiteX416" fmla="*/ 1885273 w 7472601"/>
              <a:gd name="connsiteY416" fmla="*/ 6858000 h 6858000"/>
              <a:gd name="connsiteX417" fmla="*/ 1854363 w 7472601"/>
              <a:gd name="connsiteY417" fmla="*/ 6858000 h 6858000"/>
              <a:gd name="connsiteX418" fmla="*/ 1880391 w 7472601"/>
              <a:gd name="connsiteY418" fmla="*/ 6603796 h 6858000"/>
              <a:gd name="connsiteX419" fmla="*/ 1818273 w 7472601"/>
              <a:gd name="connsiteY419" fmla="*/ 6715729 h 6858000"/>
              <a:gd name="connsiteX420" fmla="*/ 1794691 w 7472601"/>
              <a:gd name="connsiteY420" fmla="*/ 6843239 h 6858000"/>
              <a:gd name="connsiteX421" fmla="*/ 1794914 w 7472601"/>
              <a:gd name="connsiteY421" fmla="*/ 6858000 h 6858000"/>
              <a:gd name="connsiteX422" fmla="*/ 1746128 w 7472601"/>
              <a:gd name="connsiteY422" fmla="*/ 6858000 h 6858000"/>
              <a:gd name="connsiteX423" fmla="*/ 1753934 w 7472601"/>
              <a:gd name="connsiteY423" fmla="*/ 6724796 h 6858000"/>
              <a:gd name="connsiteX424" fmla="*/ 1792053 w 7472601"/>
              <a:gd name="connsiteY424" fmla="*/ 6572396 h 6858000"/>
              <a:gd name="connsiteX425" fmla="*/ 1862248 w 7472601"/>
              <a:gd name="connsiteY425" fmla="*/ 6266397 h 6858000"/>
              <a:gd name="connsiteX426" fmla="*/ 1862250 w 7472601"/>
              <a:gd name="connsiteY426" fmla="*/ 6033531 h 6858000"/>
              <a:gd name="connsiteX427" fmla="*/ 1211999 w 7472601"/>
              <a:gd name="connsiteY427" fmla="*/ 6683610 h 6858000"/>
              <a:gd name="connsiteX428" fmla="*/ 1213266 w 7472601"/>
              <a:gd name="connsiteY428" fmla="*/ 6691947 h 6858000"/>
              <a:gd name="connsiteX429" fmla="*/ 1203370 w 7472601"/>
              <a:gd name="connsiteY429" fmla="*/ 6850676 h 6858000"/>
              <a:gd name="connsiteX430" fmla="*/ 1203671 w 7472601"/>
              <a:gd name="connsiteY430" fmla="*/ 6858000 h 6858000"/>
              <a:gd name="connsiteX431" fmla="*/ 1143180 w 7472601"/>
              <a:gd name="connsiteY431" fmla="*/ 6858000 h 6858000"/>
              <a:gd name="connsiteX432" fmla="*/ 1142176 w 7472601"/>
              <a:gd name="connsiteY432" fmla="*/ 6766045 h 6858000"/>
              <a:gd name="connsiteX433" fmla="*/ 1067484 w 7472601"/>
              <a:gd name="connsiteY433" fmla="*/ 6858000 h 6858000"/>
              <a:gd name="connsiteX434" fmla="*/ 953928 w 7472601"/>
              <a:gd name="connsiteY434" fmla="*/ 6858000 h 6858000"/>
              <a:gd name="connsiteX435" fmla="*/ 959715 w 7472601"/>
              <a:gd name="connsiteY435" fmla="*/ 6850185 h 6858000"/>
              <a:gd name="connsiteX436" fmla="*/ 1483788 w 7472601"/>
              <a:gd name="connsiteY436" fmla="*/ 6259174 h 6858000"/>
              <a:gd name="connsiteX437" fmla="*/ 1100671 w 7472601"/>
              <a:gd name="connsiteY437" fmla="*/ 6252137 h 6858000"/>
              <a:gd name="connsiteX438" fmla="*/ 1090144 w 7472601"/>
              <a:gd name="connsiteY438" fmla="*/ 6256748 h 6858000"/>
              <a:gd name="connsiteX439" fmla="*/ 1095872 w 7472601"/>
              <a:gd name="connsiteY439" fmla="*/ 6271892 h 6858000"/>
              <a:gd name="connsiteX440" fmla="*/ 262785 w 7472601"/>
              <a:gd name="connsiteY440" fmla="*/ 6845450 h 6858000"/>
              <a:gd name="connsiteX441" fmla="*/ 209968 w 7472601"/>
              <a:gd name="connsiteY441" fmla="*/ 6770713 h 6858000"/>
              <a:gd name="connsiteX442" fmla="*/ 873460 w 7472601"/>
              <a:gd name="connsiteY442" fmla="*/ 6253768 h 6858000"/>
              <a:gd name="connsiteX443" fmla="*/ 192686 w 7472601"/>
              <a:gd name="connsiteY443" fmla="*/ 5849257 h 6858000"/>
              <a:gd name="connsiteX444" fmla="*/ 4696 w 7472601"/>
              <a:gd name="connsiteY444" fmla="*/ 5697668 h 6858000"/>
              <a:gd name="connsiteX445" fmla="*/ 0 w 7472601"/>
              <a:gd name="connsiteY445" fmla="*/ 5689984 h 6858000"/>
              <a:gd name="connsiteX446" fmla="*/ 0 w 7472601"/>
              <a:gd name="connsiteY446" fmla="*/ 5513472 h 6858000"/>
              <a:gd name="connsiteX447" fmla="*/ 174101 w 7472601"/>
              <a:gd name="connsiteY447" fmla="*/ 5620277 h 6858000"/>
              <a:gd name="connsiteX448" fmla="*/ 891800 w 7472601"/>
              <a:gd name="connsiteY448" fmla="*/ 6036935 h 6858000"/>
              <a:gd name="connsiteX449" fmla="*/ 1072219 w 7472601"/>
              <a:gd name="connsiteY449" fmla="*/ 6169443 h 6858000"/>
              <a:gd name="connsiteX450" fmla="*/ 1074117 w 7472601"/>
              <a:gd name="connsiteY450" fmla="*/ 6170301 h 6858000"/>
              <a:gd name="connsiteX451" fmla="*/ 1083114 w 7472601"/>
              <a:gd name="connsiteY451" fmla="*/ 6174131 h 6858000"/>
              <a:gd name="connsiteX452" fmla="*/ 1543010 w 7472601"/>
              <a:gd name="connsiteY452" fmla="*/ 6191140 h 6858000"/>
              <a:gd name="connsiteX453" fmla="*/ 1551080 w 7472601"/>
              <a:gd name="connsiteY453" fmla="*/ 6195006 h 6858000"/>
              <a:gd name="connsiteX454" fmla="*/ 2345443 w 7472601"/>
              <a:gd name="connsiteY454" fmla="*/ 5549882 h 6858000"/>
              <a:gd name="connsiteX455" fmla="*/ 1721499 w 7472601"/>
              <a:gd name="connsiteY455" fmla="*/ 5599969 h 6858000"/>
              <a:gd name="connsiteX456" fmla="*/ 767716 w 7472601"/>
              <a:gd name="connsiteY456" fmla="*/ 5472768 h 6858000"/>
              <a:gd name="connsiteX457" fmla="*/ 722147 w 7472601"/>
              <a:gd name="connsiteY457" fmla="*/ 5393091 h 6858000"/>
              <a:gd name="connsiteX458" fmla="*/ 1485552 w 7472601"/>
              <a:gd name="connsiteY458" fmla="*/ 5313202 h 6858000"/>
              <a:gd name="connsiteX459" fmla="*/ 2143004 w 7472601"/>
              <a:gd name="connsiteY459" fmla="*/ 5402420 h 6858000"/>
              <a:gd name="connsiteX460" fmla="*/ 1933391 w 7472601"/>
              <a:gd name="connsiteY460" fmla="*/ 5156971 h 6858000"/>
              <a:gd name="connsiteX461" fmla="*/ 1827118 w 7472601"/>
              <a:gd name="connsiteY461" fmla="*/ 4968410 h 6858000"/>
              <a:gd name="connsiteX462" fmla="*/ 1837349 w 7472601"/>
              <a:gd name="connsiteY462" fmla="*/ 4956357 h 6858000"/>
              <a:gd name="connsiteX463" fmla="*/ 2162835 w 7472601"/>
              <a:gd name="connsiteY463" fmla="*/ 5187853 h 6858000"/>
              <a:gd name="connsiteX464" fmla="*/ 2257167 w 7472601"/>
              <a:gd name="connsiteY464" fmla="*/ 5462123 h 6858000"/>
              <a:gd name="connsiteX465" fmla="*/ 2261598 w 7472601"/>
              <a:gd name="connsiteY465" fmla="*/ 5467998 h 6858000"/>
              <a:gd name="connsiteX466" fmla="*/ 2437177 w 7472601"/>
              <a:gd name="connsiteY466" fmla="*/ 5479608 h 6858000"/>
              <a:gd name="connsiteX467" fmla="*/ 2445247 w 7472601"/>
              <a:gd name="connsiteY467" fmla="*/ 5483476 h 6858000"/>
              <a:gd name="connsiteX468" fmla="*/ 2743626 w 7472601"/>
              <a:gd name="connsiteY468" fmla="*/ 5304819 h 6858000"/>
              <a:gd name="connsiteX469" fmla="*/ 3048102 w 7472601"/>
              <a:gd name="connsiteY469" fmla="*/ 5150595 h 6858000"/>
              <a:gd name="connsiteX470" fmla="*/ 1799414 w 7472601"/>
              <a:gd name="connsiteY470" fmla="*/ 4694732 h 6858000"/>
              <a:gd name="connsiteX471" fmla="*/ 1771735 w 7472601"/>
              <a:gd name="connsiteY471" fmla="*/ 4619929 h 6858000"/>
              <a:gd name="connsiteX472" fmla="*/ 3104273 w 7472601"/>
              <a:gd name="connsiteY472" fmla="*/ 5076159 h 6858000"/>
              <a:gd name="connsiteX473" fmla="*/ 3113245 w 7472601"/>
              <a:gd name="connsiteY473" fmla="*/ 5090705 h 6858000"/>
              <a:gd name="connsiteX474" fmla="*/ 3126294 w 7472601"/>
              <a:gd name="connsiteY474" fmla="*/ 5114400 h 6858000"/>
              <a:gd name="connsiteX475" fmla="*/ 3937433 w 7472601"/>
              <a:gd name="connsiteY475" fmla="*/ 4830473 h 6858000"/>
              <a:gd name="connsiteX476" fmla="*/ 3590475 w 7472601"/>
              <a:gd name="connsiteY476" fmla="*/ 4597974 h 6858000"/>
              <a:gd name="connsiteX477" fmla="*/ 3100264 w 7472601"/>
              <a:gd name="connsiteY477" fmla="*/ 4579845 h 6858000"/>
              <a:gd name="connsiteX478" fmla="*/ 2183576 w 7472601"/>
              <a:gd name="connsiteY478" fmla="*/ 4227150 h 6858000"/>
              <a:gd name="connsiteX479" fmla="*/ 2151029 w 7472601"/>
              <a:gd name="connsiteY479" fmla="*/ 4146947 h 6858000"/>
              <a:gd name="connsiteX480" fmla="*/ 3563434 w 7472601"/>
              <a:gd name="connsiteY480" fmla="*/ 4469115 h 6858000"/>
              <a:gd name="connsiteX481" fmla="*/ 3177952 w 7472601"/>
              <a:gd name="connsiteY481" fmla="*/ 3657386 h 6858000"/>
              <a:gd name="connsiteX482" fmla="*/ 3189263 w 7472601"/>
              <a:gd name="connsiteY482" fmla="*/ 3625726 h 6858000"/>
              <a:gd name="connsiteX483" fmla="*/ 3560912 w 7472601"/>
              <a:gd name="connsiteY483" fmla="*/ 4079863 h 6858000"/>
              <a:gd name="connsiteX484" fmla="*/ 3626636 w 7472601"/>
              <a:gd name="connsiteY484" fmla="*/ 4512230 h 6858000"/>
              <a:gd name="connsiteX485" fmla="*/ 3653088 w 7472601"/>
              <a:gd name="connsiteY485" fmla="*/ 4521417 h 6858000"/>
              <a:gd name="connsiteX486" fmla="*/ 3988128 w 7472601"/>
              <a:gd name="connsiteY486" fmla="*/ 4817267 h 6858000"/>
              <a:gd name="connsiteX487" fmla="*/ 4830582 w 7472601"/>
              <a:gd name="connsiteY487" fmla="*/ 4676000 h 6858000"/>
              <a:gd name="connsiteX488" fmla="*/ 4830100 w 7472601"/>
              <a:gd name="connsiteY488" fmla="*/ 4675554 h 6858000"/>
              <a:gd name="connsiteX489" fmla="*/ 4036318 w 7472601"/>
              <a:gd name="connsiteY489" fmla="*/ 4147013 h 6858000"/>
              <a:gd name="connsiteX490" fmla="*/ 3432098 w 7472601"/>
              <a:gd name="connsiteY490" fmla="*/ 3537312 h 6858000"/>
              <a:gd name="connsiteX491" fmla="*/ 3446761 w 7472601"/>
              <a:gd name="connsiteY491" fmla="*/ 3461278 h 6858000"/>
              <a:gd name="connsiteX492" fmla="*/ 4419733 w 7472601"/>
              <a:gd name="connsiteY492" fmla="*/ 3963555 h 6858000"/>
              <a:gd name="connsiteX493" fmla="*/ 4781371 w 7472601"/>
              <a:gd name="connsiteY493" fmla="*/ 4458604 h 6858000"/>
              <a:gd name="connsiteX494" fmla="*/ 4780440 w 7472601"/>
              <a:gd name="connsiteY494" fmla="*/ 4470290 h 6858000"/>
              <a:gd name="connsiteX495" fmla="*/ 4898954 w 7472601"/>
              <a:gd name="connsiteY495" fmla="*/ 4662092 h 6858000"/>
              <a:gd name="connsiteX496" fmla="*/ 4900699 w 7472601"/>
              <a:gd name="connsiteY496" fmla="*/ 4670867 h 6858000"/>
              <a:gd name="connsiteX497" fmla="*/ 5714511 w 7472601"/>
              <a:gd name="connsiteY497" fmla="*/ 4663483 h 6858000"/>
              <a:gd name="connsiteX498" fmla="*/ 5464793 w 7472601"/>
              <a:gd name="connsiteY498" fmla="*/ 4393556 h 6858000"/>
              <a:gd name="connsiteX499" fmla="*/ 5461897 w 7472601"/>
              <a:gd name="connsiteY499" fmla="*/ 4390879 h 6858000"/>
              <a:gd name="connsiteX500" fmla="*/ 4294126 w 7472601"/>
              <a:gd name="connsiteY500" fmla="*/ 3303048 h 6858000"/>
              <a:gd name="connsiteX501" fmla="*/ 4305321 w 7472601"/>
              <a:gd name="connsiteY501" fmla="*/ 3256953 h 6858000"/>
              <a:gd name="connsiteX502" fmla="*/ 4949299 w 7472601"/>
              <a:gd name="connsiteY502" fmla="*/ 3766336 h 6858000"/>
              <a:gd name="connsiteX503" fmla="*/ 5291452 w 7472601"/>
              <a:gd name="connsiteY503" fmla="*/ 4076801 h 6858000"/>
              <a:gd name="connsiteX504" fmla="*/ 5434998 w 7472601"/>
              <a:gd name="connsiteY504" fmla="*/ 4254100 h 6858000"/>
              <a:gd name="connsiteX505" fmla="*/ 5351015 w 7472601"/>
              <a:gd name="connsiteY505" fmla="*/ 3760989 h 6858000"/>
              <a:gd name="connsiteX506" fmla="*/ 5413780 w 7472601"/>
              <a:gd name="connsiteY506" fmla="*/ 2966265 h 6858000"/>
              <a:gd name="connsiteX507" fmla="*/ 5425627 w 7472601"/>
              <a:gd name="connsiteY507" fmla="*/ 2954192 h 6858000"/>
              <a:gd name="connsiteX508" fmla="*/ 6604735 w 7472601"/>
              <a:gd name="connsiteY508" fmla="*/ 2041381 h 6858000"/>
              <a:gd name="connsiteX509" fmla="*/ 7204487 w 7472601"/>
              <a:gd name="connsiteY509" fmla="*/ 2742112 h 6858000"/>
              <a:gd name="connsiteX510" fmla="*/ 7131592 w 7472601"/>
              <a:gd name="connsiteY510" fmla="*/ 2672096 h 6858000"/>
              <a:gd name="connsiteX511" fmla="*/ 6996344 w 7472601"/>
              <a:gd name="connsiteY511" fmla="*/ 2518310 h 6858000"/>
              <a:gd name="connsiteX512" fmla="*/ 6735495 w 7472601"/>
              <a:gd name="connsiteY512" fmla="*/ 2196890 h 6858000"/>
              <a:gd name="connsiteX513" fmla="*/ 6721901 w 7472601"/>
              <a:gd name="connsiteY513" fmla="*/ 2179274 h 6858000"/>
              <a:gd name="connsiteX514" fmla="*/ 6604735 w 7472601"/>
              <a:gd name="connsiteY514" fmla="*/ 2041381 h 6858000"/>
              <a:gd name="connsiteX515" fmla="*/ 6591670 w 7472601"/>
              <a:gd name="connsiteY515" fmla="*/ 1988277 h 6858000"/>
              <a:gd name="connsiteX516" fmla="*/ 6747349 w 7472601"/>
              <a:gd name="connsiteY516" fmla="*/ 2160069 h 6858000"/>
              <a:gd name="connsiteX517" fmla="*/ 6760943 w 7472601"/>
              <a:gd name="connsiteY517" fmla="*/ 2177686 h 6858000"/>
              <a:gd name="connsiteX518" fmla="*/ 7021065 w 7472601"/>
              <a:gd name="connsiteY518" fmla="*/ 2498102 h 6858000"/>
              <a:gd name="connsiteX519" fmla="*/ 7155223 w 7472601"/>
              <a:gd name="connsiteY519" fmla="*/ 2650386 h 6858000"/>
              <a:gd name="connsiteX520" fmla="*/ 7203167 w 7472601"/>
              <a:gd name="connsiteY520" fmla="*/ 2697288 h 6858000"/>
              <a:gd name="connsiteX521" fmla="*/ 6937703 w 7472601"/>
              <a:gd name="connsiteY521" fmla="*/ 2321981 h 6858000"/>
              <a:gd name="connsiteX522" fmla="*/ 6591670 w 7472601"/>
              <a:gd name="connsiteY522" fmla="*/ 1988277 h 6858000"/>
              <a:gd name="connsiteX523" fmla="*/ 5798671 w 7472601"/>
              <a:gd name="connsiteY523" fmla="*/ 1981601 h 6858000"/>
              <a:gd name="connsiteX524" fmla="*/ 5754709 w 7472601"/>
              <a:gd name="connsiteY524" fmla="*/ 2071454 h 6858000"/>
              <a:gd name="connsiteX525" fmla="*/ 5763044 w 7472601"/>
              <a:gd name="connsiteY525" fmla="*/ 2842206 h 6858000"/>
              <a:gd name="connsiteX526" fmla="*/ 5764974 w 7472601"/>
              <a:gd name="connsiteY526" fmla="*/ 2799609 h 6858000"/>
              <a:gd name="connsiteX527" fmla="*/ 5767665 w 7472601"/>
              <a:gd name="connsiteY527" fmla="*/ 2666409 h 6858000"/>
              <a:gd name="connsiteX528" fmla="*/ 5763055 w 7472601"/>
              <a:gd name="connsiteY528" fmla="*/ 2579705 h 6858000"/>
              <a:gd name="connsiteX529" fmla="*/ 5758079 w 7472601"/>
              <a:gd name="connsiteY529" fmla="*/ 2492508 h 6858000"/>
              <a:gd name="connsiteX530" fmla="*/ 5779325 w 7472601"/>
              <a:gd name="connsiteY530" fmla="*/ 2197069 h 6858000"/>
              <a:gd name="connsiteX531" fmla="*/ 5798671 w 7472601"/>
              <a:gd name="connsiteY531" fmla="*/ 1981601 h 6858000"/>
              <a:gd name="connsiteX532" fmla="*/ 5829202 w 7472601"/>
              <a:gd name="connsiteY532" fmla="*/ 1971679 h 6858000"/>
              <a:gd name="connsiteX533" fmla="*/ 5809558 w 7472601"/>
              <a:gd name="connsiteY533" fmla="*/ 2198043 h 6858000"/>
              <a:gd name="connsiteX534" fmla="*/ 5788653 w 7472601"/>
              <a:gd name="connsiteY534" fmla="*/ 2489430 h 6858000"/>
              <a:gd name="connsiteX535" fmla="*/ 5793439 w 7472601"/>
              <a:gd name="connsiteY535" fmla="*/ 2575235 h 6858000"/>
              <a:gd name="connsiteX536" fmla="*/ 5796837 w 7472601"/>
              <a:gd name="connsiteY536" fmla="*/ 2637633 h 6858000"/>
              <a:gd name="connsiteX537" fmla="*/ 5818614 w 7472601"/>
              <a:gd name="connsiteY537" fmla="*/ 2473055 h 6858000"/>
              <a:gd name="connsiteX538" fmla="*/ 5829202 w 7472601"/>
              <a:gd name="connsiteY538" fmla="*/ 1971679 h 6858000"/>
              <a:gd name="connsiteX539" fmla="*/ 5911389 w 7472601"/>
              <a:gd name="connsiteY539" fmla="*/ 1898371 h 6858000"/>
              <a:gd name="connsiteX540" fmla="*/ 6237627 w 7472601"/>
              <a:gd name="connsiteY540" fmla="*/ 2231921 h 6858000"/>
              <a:gd name="connsiteX541" fmla="*/ 5911389 w 7472601"/>
              <a:gd name="connsiteY541" fmla="*/ 1898371 h 6858000"/>
              <a:gd name="connsiteX542" fmla="*/ 6944437 w 7472601"/>
              <a:gd name="connsiteY542" fmla="*/ 1575402 h 6858000"/>
              <a:gd name="connsiteX543" fmla="*/ 6304730 w 7472601"/>
              <a:gd name="connsiteY543" fmla="*/ 1766654 h 6858000"/>
              <a:gd name="connsiteX544" fmla="*/ 6944437 w 7472601"/>
              <a:gd name="connsiteY544" fmla="*/ 1575402 h 6858000"/>
              <a:gd name="connsiteX545" fmla="*/ 7019523 w 7472601"/>
              <a:gd name="connsiteY545" fmla="*/ 1519450 h 6858000"/>
              <a:gd name="connsiteX546" fmla="*/ 6298091 w 7472601"/>
              <a:gd name="connsiteY546" fmla="*/ 1737122 h 6858000"/>
              <a:gd name="connsiteX547" fmla="*/ 7019523 w 7472601"/>
              <a:gd name="connsiteY547" fmla="*/ 1519450 h 6858000"/>
              <a:gd name="connsiteX548" fmla="*/ 2399523 w 7472601"/>
              <a:gd name="connsiteY548" fmla="*/ 1428234 h 6858000"/>
              <a:gd name="connsiteX549" fmla="*/ 2224982 w 7472601"/>
              <a:gd name="connsiteY549" fmla="*/ 1826201 h 6858000"/>
              <a:gd name="connsiteX550" fmla="*/ 2096099 w 7472601"/>
              <a:gd name="connsiteY550" fmla="*/ 2345900 h 6858000"/>
              <a:gd name="connsiteX551" fmla="*/ 2283317 w 7472601"/>
              <a:gd name="connsiteY551" fmla="*/ 1796925 h 6858000"/>
              <a:gd name="connsiteX552" fmla="*/ 2399523 w 7472601"/>
              <a:gd name="connsiteY552" fmla="*/ 1428234 h 6858000"/>
              <a:gd name="connsiteX553" fmla="*/ 2448558 w 7472601"/>
              <a:gd name="connsiteY553" fmla="*/ 1373435 h 6858000"/>
              <a:gd name="connsiteX554" fmla="*/ 2312521 w 7472601"/>
              <a:gd name="connsiteY554" fmla="*/ 1806140 h 6858000"/>
              <a:gd name="connsiteX555" fmla="*/ 2127533 w 7472601"/>
              <a:gd name="connsiteY555" fmla="*/ 2348380 h 6858000"/>
              <a:gd name="connsiteX556" fmla="*/ 2358080 w 7472601"/>
              <a:gd name="connsiteY556" fmla="*/ 1866134 h 6858000"/>
              <a:gd name="connsiteX557" fmla="*/ 2407436 w 7472601"/>
              <a:gd name="connsiteY557" fmla="*/ 1651070 h 6858000"/>
              <a:gd name="connsiteX558" fmla="*/ 2448558 w 7472601"/>
              <a:gd name="connsiteY558" fmla="*/ 1373435 h 6858000"/>
              <a:gd name="connsiteX559" fmla="*/ 278707 w 7472601"/>
              <a:gd name="connsiteY559" fmla="*/ 1352270 h 6858000"/>
              <a:gd name="connsiteX560" fmla="*/ 321570 w 7472601"/>
              <a:gd name="connsiteY560" fmla="*/ 1861610 h 6858000"/>
              <a:gd name="connsiteX561" fmla="*/ 294281 w 7472601"/>
              <a:gd name="connsiteY561" fmla="*/ 1440658 h 6858000"/>
              <a:gd name="connsiteX562" fmla="*/ 278707 w 7472601"/>
              <a:gd name="connsiteY562" fmla="*/ 1352270 h 6858000"/>
              <a:gd name="connsiteX563" fmla="*/ 1423821 w 7472601"/>
              <a:gd name="connsiteY563" fmla="*/ 1351958 h 6858000"/>
              <a:gd name="connsiteX564" fmla="*/ 1638521 w 7472601"/>
              <a:gd name="connsiteY564" fmla="*/ 1908470 h 6858000"/>
              <a:gd name="connsiteX565" fmla="*/ 1754199 w 7472601"/>
              <a:gd name="connsiteY565" fmla="*/ 2149284 h 6858000"/>
              <a:gd name="connsiteX566" fmla="*/ 1908359 w 7472601"/>
              <a:gd name="connsiteY566" fmla="*/ 2364988 h 6858000"/>
              <a:gd name="connsiteX567" fmla="*/ 1647661 w 7472601"/>
              <a:gd name="connsiteY567" fmla="*/ 1825945 h 6858000"/>
              <a:gd name="connsiteX568" fmla="*/ 1423821 w 7472601"/>
              <a:gd name="connsiteY568" fmla="*/ 1351958 h 6858000"/>
              <a:gd name="connsiteX569" fmla="*/ 1431890 w 7472601"/>
              <a:gd name="connsiteY569" fmla="*/ 1306475 h 6858000"/>
              <a:gd name="connsiteX570" fmla="*/ 1507597 w 7472601"/>
              <a:gd name="connsiteY570" fmla="*/ 1446132 h 6858000"/>
              <a:gd name="connsiteX571" fmla="*/ 1674586 w 7472601"/>
              <a:gd name="connsiteY571" fmla="*/ 1813832 h 6858000"/>
              <a:gd name="connsiteX572" fmla="*/ 1815950 w 7472601"/>
              <a:gd name="connsiteY572" fmla="*/ 2128564 h 6858000"/>
              <a:gd name="connsiteX573" fmla="*/ 1984242 w 7472601"/>
              <a:gd name="connsiteY573" fmla="*/ 2430829 h 6858000"/>
              <a:gd name="connsiteX574" fmla="*/ 2014023 w 7472601"/>
              <a:gd name="connsiteY574" fmla="*/ 2450995 h 6858000"/>
              <a:gd name="connsiteX575" fmla="*/ 1747337 w 7472601"/>
              <a:gd name="connsiteY575" fmla="*/ 1855264 h 6858000"/>
              <a:gd name="connsiteX576" fmla="*/ 1533749 w 7472601"/>
              <a:gd name="connsiteY576" fmla="*/ 1478656 h 6858000"/>
              <a:gd name="connsiteX577" fmla="*/ 1431890 w 7472601"/>
              <a:gd name="connsiteY577" fmla="*/ 1306475 h 6858000"/>
              <a:gd name="connsiteX578" fmla="*/ 5052692 w 7472601"/>
              <a:gd name="connsiteY578" fmla="*/ 1292994 h 6858000"/>
              <a:gd name="connsiteX579" fmla="*/ 5200661 w 7472601"/>
              <a:gd name="connsiteY579" fmla="*/ 1635186 h 6858000"/>
              <a:gd name="connsiteX580" fmla="*/ 5297138 w 7472601"/>
              <a:gd name="connsiteY580" fmla="*/ 1906351 h 6858000"/>
              <a:gd name="connsiteX581" fmla="*/ 5052692 w 7472601"/>
              <a:gd name="connsiteY581" fmla="*/ 1292994 h 6858000"/>
              <a:gd name="connsiteX582" fmla="*/ 5009948 w 7472601"/>
              <a:gd name="connsiteY582" fmla="*/ 1273619 h 6858000"/>
              <a:gd name="connsiteX583" fmla="*/ 5121777 w 7472601"/>
              <a:gd name="connsiteY583" fmla="*/ 1654213 h 6858000"/>
              <a:gd name="connsiteX584" fmla="*/ 5293545 w 7472601"/>
              <a:gd name="connsiteY584" fmla="*/ 2072247 h 6858000"/>
              <a:gd name="connsiteX585" fmla="*/ 5294042 w 7472601"/>
              <a:gd name="connsiteY585" fmla="*/ 2065019 h 6858000"/>
              <a:gd name="connsiteX586" fmla="*/ 5171936 w 7472601"/>
              <a:gd name="connsiteY586" fmla="*/ 1647613 h 6858000"/>
              <a:gd name="connsiteX587" fmla="*/ 5009948 w 7472601"/>
              <a:gd name="connsiteY587" fmla="*/ 1273619 h 6858000"/>
              <a:gd name="connsiteX588" fmla="*/ 655236 w 7472601"/>
              <a:gd name="connsiteY588" fmla="*/ 1268632 h 6858000"/>
              <a:gd name="connsiteX589" fmla="*/ 839521 w 7472601"/>
              <a:gd name="connsiteY589" fmla="*/ 1685315 h 6858000"/>
              <a:gd name="connsiteX590" fmla="*/ 1109416 w 7472601"/>
              <a:gd name="connsiteY590" fmla="*/ 2061663 h 6858000"/>
              <a:gd name="connsiteX591" fmla="*/ 1298300 w 7472601"/>
              <a:gd name="connsiteY591" fmla="*/ 2247742 h 6858000"/>
              <a:gd name="connsiteX592" fmla="*/ 1125871 w 7472601"/>
              <a:gd name="connsiteY592" fmla="*/ 1989513 h 6858000"/>
              <a:gd name="connsiteX593" fmla="*/ 981574 w 7472601"/>
              <a:gd name="connsiteY593" fmla="*/ 1783157 h 6858000"/>
              <a:gd name="connsiteX594" fmla="*/ 922198 w 7472601"/>
              <a:gd name="connsiteY594" fmla="*/ 1677437 h 6858000"/>
              <a:gd name="connsiteX595" fmla="*/ 869293 w 7472601"/>
              <a:gd name="connsiteY595" fmla="*/ 1583214 h 6858000"/>
              <a:gd name="connsiteX596" fmla="*/ 751431 w 7472601"/>
              <a:gd name="connsiteY596" fmla="*/ 1405731 h 6858000"/>
              <a:gd name="connsiteX597" fmla="*/ 655236 w 7472601"/>
              <a:gd name="connsiteY597" fmla="*/ 1268632 h 6858000"/>
              <a:gd name="connsiteX598" fmla="*/ 6516292 w 7472601"/>
              <a:gd name="connsiteY598" fmla="*/ 1263064 h 6858000"/>
              <a:gd name="connsiteX599" fmla="*/ 5736320 w 7472601"/>
              <a:gd name="connsiteY599" fmla="*/ 1501803 h 6858000"/>
              <a:gd name="connsiteX600" fmla="*/ 6516292 w 7472601"/>
              <a:gd name="connsiteY600" fmla="*/ 1263064 h 6858000"/>
              <a:gd name="connsiteX601" fmla="*/ 291466 w 7472601"/>
              <a:gd name="connsiteY601" fmla="*/ 1250369 h 6858000"/>
              <a:gd name="connsiteX602" fmla="*/ 323180 w 7472601"/>
              <a:gd name="connsiteY602" fmla="*/ 1435283 h 6858000"/>
              <a:gd name="connsiteX603" fmla="*/ 349381 w 7472601"/>
              <a:gd name="connsiteY603" fmla="*/ 1875041 h 6858000"/>
              <a:gd name="connsiteX604" fmla="*/ 374363 w 7472601"/>
              <a:gd name="connsiteY604" fmla="*/ 1506494 h 6858000"/>
              <a:gd name="connsiteX605" fmla="*/ 302168 w 7472601"/>
              <a:gd name="connsiteY605" fmla="*/ 1274495 h 6858000"/>
              <a:gd name="connsiteX606" fmla="*/ 291466 w 7472601"/>
              <a:gd name="connsiteY606" fmla="*/ 1250369 h 6858000"/>
              <a:gd name="connsiteX607" fmla="*/ 678222 w 7472601"/>
              <a:gd name="connsiteY607" fmla="*/ 1248670 h 6858000"/>
              <a:gd name="connsiteX608" fmla="*/ 775536 w 7472601"/>
              <a:gd name="connsiteY608" fmla="*/ 1388015 h 6858000"/>
              <a:gd name="connsiteX609" fmla="*/ 894529 w 7472601"/>
              <a:gd name="connsiteY609" fmla="*/ 1567739 h 6858000"/>
              <a:gd name="connsiteX610" fmla="*/ 948000 w 7472601"/>
              <a:gd name="connsiteY610" fmla="*/ 1663088 h 6858000"/>
              <a:gd name="connsiteX611" fmla="*/ 1006812 w 7472601"/>
              <a:gd name="connsiteY611" fmla="*/ 1767683 h 6858000"/>
              <a:gd name="connsiteX612" fmla="*/ 1149133 w 7472601"/>
              <a:gd name="connsiteY612" fmla="*/ 1971513 h 6858000"/>
              <a:gd name="connsiteX613" fmla="*/ 1333952 w 7472601"/>
              <a:gd name="connsiteY613" fmla="*/ 2251620 h 6858000"/>
              <a:gd name="connsiteX614" fmla="*/ 1337329 w 7472601"/>
              <a:gd name="connsiteY614" fmla="*/ 2258350 h 6858000"/>
              <a:gd name="connsiteX615" fmla="*/ 1014726 w 7472601"/>
              <a:gd name="connsiteY615" fmla="*/ 1615556 h 6858000"/>
              <a:gd name="connsiteX616" fmla="*/ 678222 w 7472601"/>
              <a:gd name="connsiteY616" fmla="*/ 1248670 h 6858000"/>
              <a:gd name="connsiteX617" fmla="*/ 6691602 w 7472601"/>
              <a:gd name="connsiteY617" fmla="*/ 1140573 h 6858000"/>
              <a:gd name="connsiteX618" fmla="*/ 6571100 w 7472601"/>
              <a:gd name="connsiteY618" fmla="*/ 1183662 h 6858000"/>
              <a:gd name="connsiteX619" fmla="*/ 6241687 w 7472601"/>
              <a:gd name="connsiteY619" fmla="*/ 1257600 h 6858000"/>
              <a:gd name="connsiteX620" fmla="*/ 5693009 w 7472601"/>
              <a:gd name="connsiteY620" fmla="*/ 1478256 h 6858000"/>
              <a:gd name="connsiteX621" fmla="*/ 6548420 w 7472601"/>
              <a:gd name="connsiteY621" fmla="*/ 1214599 h 6858000"/>
              <a:gd name="connsiteX622" fmla="*/ 6605473 w 7472601"/>
              <a:gd name="connsiteY622" fmla="*/ 1184686 h 6858000"/>
              <a:gd name="connsiteX623" fmla="*/ 6691602 w 7472601"/>
              <a:gd name="connsiteY623" fmla="*/ 1140573 h 6858000"/>
              <a:gd name="connsiteX624" fmla="*/ 4002475 w 7472601"/>
              <a:gd name="connsiteY624" fmla="*/ 1037802 h 6858000"/>
              <a:gd name="connsiteX625" fmla="*/ 4000324 w 7472601"/>
              <a:gd name="connsiteY625" fmla="*/ 1039362 h 6858000"/>
              <a:gd name="connsiteX626" fmla="*/ 4002862 w 7472601"/>
              <a:gd name="connsiteY626" fmla="*/ 1042866 h 6858000"/>
              <a:gd name="connsiteX627" fmla="*/ 4002475 w 7472601"/>
              <a:gd name="connsiteY627" fmla="*/ 1037802 h 6858000"/>
              <a:gd name="connsiteX628" fmla="*/ 506322 w 7472601"/>
              <a:gd name="connsiteY628" fmla="*/ 1020997 h 6858000"/>
              <a:gd name="connsiteX629" fmla="*/ 533068 w 7472601"/>
              <a:gd name="connsiteY629" fmla="*/ 1029409 h 6858000"/>
              <a:gd name="connsiteX630" fmla="*/ 1232525 w 7472601"/>
              <a:gd name="connsiteY630" fmla="*/ 1804675 h 6858000"/>
              <a:gd name="connsiteX631" fmla="*/ 1388858 w 7472601"/>
              <a:gd name="connsiteY631" fmla="*/ 2368011 h 6858000"/>
              <a:gd name="connsiteX632" fmla="*/ 1384098 w 7472601"/>
              <a:gd name="connsiteY632" fmla="*/ 2378125 h 6858000"/>
              <a:gd name="connsiteX633" fmla="*/ 1425393 w 7472601"/>
              <a:gd name="connsiteY633" fmla="*/ 2589124 h 6858000"/>
              <a:gd name="connsiteX634" fmla="*/ 1424001 w 7472601"/>
              <a:gd name="connsiteY634" fmla="*/ 2597541 h 6858000"/>
              <a:gd name="connsiteX635" fmla="*/ 2152729 w 7472601"/>
              <a:gd name="connsiteY635" fmla="*/ 2864487 h 6858000"/>
              <a:gd name="connsiteX636" fmla="*/ 2020609 w 7472601"/>
              <a:gd name="connsiteY636" fmla="*/ 2539671 h 6858000"/>
              <a:gd name="connsiteX637" fmla="*/ 2018920 w 7472601"/>
              <a:gd name="connsiteY637" fmla="*/ 2536309 h 6858000"/>
              <a:gd name="connsiteX638" fmla="*/ 1342441 w 7472601"/>
              <a:gd name="connsiteY638" fmla="*/ 1173017 h 6858000"/>
              <a:gd name="connsiteX639" fmla="*/ 1367925 w 7472601"/>
              <a:gd name="connsiteY639" fmla="*/ 1135648 h 6858000"/>
              <a:gd name="connsiteX640" fmla="*/ 1771401 w 7472601"/>
              <a:gd name="connsiteY640" fmla="*/ 1806673 h 6858000"/>
              <a:gd name="connsiteX641" fmla="*/ 1972385 w 7472601"/>
              <a:gd name="connsiteY641" fmla="*/ 2198735 h 6858000"/>
              <a:gd name="connsiteX642" fmla="*/ 2040892 w 7472601"/>
              <a:gd name="connsiteY642" fmla="*/ 2405205 h 6858000"/>
              <a:gd name="connsiteX643" fmla="*/ 2131689 w 7472601"/>
              <a:gd name="connsiteY643" fmla="*/ 1936926 h 6858000"/>
              <a:gd name="connsiteX644" fmla="*/ 2454820 w 7472601"/>
              <a:gd name="connsiteY644" fmla="*/ 1248808 h 6858000"/>
              <a:gd name="connsiteX645" fmla="*/ 2492512 w 7472601"/>
              <a:gd name="connsiteY645" fmla="*/ 1302920 h 6858000"/>
              <a:gd name="connsiteX646" fmla="*/ 2081216 w 7472601"/>
              <a:gd name="connsiteY646" fmla="*/ 2527513 h 6858000"/>
              <a:gd name="connsiteX647" fmla="*/ 2081211 w 7472601"/>
              <a:gd name="connsiteY647" fmla="*/ 2528916 h 6858000"/>
              <a:gd name="connsiteX648" fmla="*/ 2199067 w 7472601"/>
              <a:gd name="connsiteY648" fmla="*/ 2884061 h 6858000"/>
              <a:gd name="connsiteX649" fmla="*/ 3192586 w 7472601"/>
              <a:gd name="connsiteY649" fmla="*/ 3411496 h 6858000"/>
              <a:gd name="connsiteX650" fmla="*/ 3182620 w 7472601"/>
              <a:gd name="connsiteY650" fmla="*/ 3483279 h 6858000"/>
              <a:gd name="connsiteX651" fmla="*/ 2435119 w 7472601"/>
              <a:gd name="connsiteY651" fmla="*/ 3080173 h 6858000"/>
              <a:gd name="connsiteX652" fmla="*/ 2410152 w 7472601"/>
              <a:gd name="connsiteY652" fmla="*/ 3063751 h 6858000"/>
              <a:gd name="connsiteX653" fmla="*/ 2408099 w 7472601"/>
              <a:gd name="connsiteY653" fmla="*/ 3064403 h 6858000"/>
              <a:gd name="connsiteX654" fmla="*/ 2407218 w 7472601"/>
              <a:gd name="connsiteY654" fmla="*/ 3070324 h 6858000"/>
              <a:gd name="connsiteX655" fmla="*/ 2380138 w 7472601"/>
              <a:gd name="connsiteY655" fmla="*/ 3099341 h 6858000"/>
              <a:gd name="connsiteX656" fmla="*/ 1765923 w 7472601"/>
              <a:gd name="connsiteY656" fmla="*/ 3581043 h 6858000"/>
              <a:gd name="connsiteX657" fmla="*/ 1702258 w 7472601"/>
              <a:gd name="connsiteY657" fmla="*/ 3612286 h 6858000"/>
              <a:gd name="connsiteX658" fmla="*/ 1538370 w 7472601"/>
              <a:gd name="connsiteY658" fmla="*/ 3811804 h 6858000"/>
              <a:gd name="connsiteX659" fmla="*/ 542867 w 7472601"/>
              <a:gd name="connsiteY659" fmla="*/ 4944092 h 6858000"/>
              <a:gd name="connsiteX660" fmla="*/ 515800 w 7472601"/>
              <a:gd name="connsiteY660" fmla="*/ 4862180 h 6858000"/>
              <a:gd name="connsiteX661" fmla="*/ 909145 w 7472601"/>
              <a:gd name="connsiteY661" fmla="*/ 4199225 h 6858000"/>
              <a:gd name="connsiteX662" fmla="*/ 1214067 w 7472601"/>
              <a:gd name="connsiteY662" fmla="*/ 3908561 h 6858000"/>
              <a:gd name="connsiteX663" fmla="*/ 640967 w 7472601"/>
              <a:gd name="connsiteY663" fmla="*/ 4105601 h 6858000"/>
              <a:gd name="connsiteX664" fmla="*/ 112563 w 7472601"/>
              <a:gd name="connsiteY664" fmla="*/ 4396952 h 6858000"/>
              <a:gd name="connsiteX665" fmla="*/ 0 w 7472601"/>
              <a:gd name="connsiteY665" fmla="*/ 4466006 h 6858000"/>
              <a:gd name="connsiteX666" fmla="*/ 0 w 7472601"/>
              <a:gd name="connsiteY666" fmla="*/ 4233763 h 6858000"/>
              <a:gd name="connsiteX667" fmla="*/ 36881 w 7472601"/>
              <a:gd name="connsiteY667" fmla="*/ 4200118 h 6858000"/>
              <a:gd name="connsiteX668" fmla="*/ 910534 w 7472601"/>
              <a:gd name="connsiteY668" fmla="*/ 3629753 h 6858000"/>
              <a:gd name="connsiteX669" fmla="*/ 1578717 w 7472601"/>
              <a:gd name="connsiteY669" fmla="*/ 3575982 h 6858000"/>
              <a:gd name="connsiteX670" fmla="*/ 2338780 w 7472601"/>
              <a:gd name="connsiteY670" fmla="*/ 3033725 h 6858000"/>
              <a:gd name="connsiteX671" fmla="*/ 1807991 w 7472601"/>
              <a:gd name="connsiteY671" fmla="*/ 2807184 h 6858000"/>
              <a:gd name="connsiteX672" fmla="*/ 1416358 w 7472601"/>
              <a:gd name="connsiteY672" fmla="*/ 3112571 h 6858000"/>
              <a:gd name="connsiteX673" fmla="*/ 939066 w 7472601"/>
              <a:gd name="connsiteY673" fmla="*/ 3378798 h 6858000"/>
              <a:gd name="connsiteX674" fmla="*/ 115099 w 7472601"/>
              <a:gd name="connsiteY674" fmla="*/ 3607650 h 6858000"/>
              <a:gd name="connsiteX675" fmla="*/ 97284 w 7472601"/>
              <a:gd name="connsiteY675" fmla="*/ 3520393 h 6858000"/>
              <a:gd name="connsiteX676" fmla="*/ 922050 w 7472601"/>
              <a:gd name="connsiteY676" fmla="*/ 3074867 h 6858000"/>
              <a:gd name="connsiteX677" fmla="*/ 1405265 w 7472601"/>
              <a:gd name="connsiteY677" fmla="*/ 3016319 h 6858000"/>
              <a:gd name="connsiteX678" fmla="*/ 1407512 w 7472601"/>
              <a:gd name="connsiteY678" fmla="*/ 3018001 h 6858000"/>
              <a:gd name="connsiteX679" fmla="*/ 1726266 w 7472601"/>
              <a:gd name="connsiteY679" fmla="*/ 2777274 h 6858000"/>
              <a:gd name="connsiteX680" fmla="*/ 625390 w 7472601"/>
              <a:gd name="connsiteY680" fmla="*/ 2514541 h 6858000"/>
              <a:gd name="connsiteX681" fmla="*/ 619799 w 7472601"/>
              <a:gd name="connsiteY681" fmla="*/ 2527180 h 6858000"/>
              <a:gd name="connsiteX682" fmla="*/ 310030 w 7472601"/>
              <a:gd name="connsiteY682" fmla="*/ 2771818 h 6858000"/>
              <a:gd name="connsiteX683" fmla="*/ 173877 w 7472601"/>
              <a:gd name="connsiteY683" fmla="*/ 2937056 h 6858000"/>
              <a:gd name="connsiteX684" fmla="*/ 77889 w 7472601"/>
              <a:gd name="connsiteY684" fmla="*/ 3138440 h 6858000"/>
              <a:gd name="connsiteX685" fmla="*/ 0 w 7472601"/>
              <a:gd name="connsiteY685" fmla="*/ 3271395 h 6858000"/>
              <a:gd name="connsiteX686" fmla="*/ 0 w 7472601"/>
              <a:gd name="connsiteY686" fmla="*/ 3153002 h 6858000"/>
              <a:gd name="connsiteX687" fmla="*/ 2386 w 7472601"/>
              <a:gd name="connsiteY687" fmla="*/ 3149203 h 6858000"/>
              <a:gd name="connsiteX688" fmla="*/ 89753 w 7472601"/>
              <a:gd name="connsiteY688" fmla="*/ 2987702 h 6858000"/>
              <a:gd name="connsiteX689" fmla="*/ 76869 w 7472601"/>
              <a:gd name="connsiteY689" fmla="*/ 3005404 h 6858000"/>
              <a:gd name="connsiteX690" fmla="*/ 32049 w 7472601"/>
              <a:gd name="connsiteY690" fmla="*/ 3065814 h 6858000"/>
              <a:gd name="connsiteX691" fmla="*/ 0 w 7472601"/>
              <a:gd name="connsiteY691" fmla="*/ 3108744 h 6858000"/>
              <a:gd name="connsiteX692" fmla="*/ 0 w 7472601"/>
              <a:gd name="connsiteY692" fmla="*/ 3058059 h 6858000"/>
              <a:gd name="connsiteX693" fmla="*/ 7610 w 7472601"/>
              <a:gd name="connsiteY693" fmla="*/ 3047889 h 6858000"/>
              <a:gd name="connsiteX694" fmla="*/ 52419 w 7472601"/>
              <a:gd name="connsiteY694" fmla="*/ 2987479 h 6858000"/>
              <a:gd name="connsiteX695" fmla="*/ 59142 w 7472601"/>
              <a:gd name="connsiteY695" fmla="*/ 2978488 h 6858000"/>
              <a:gd name="connsiteX696" fmla="*/ 0 w 7472601"/>
              <a:gd name="connsiteY696" fmla="*/ 3015334 h 6858000"/>
              <a:gd name="connsiteX697" fmla="*/ 0 w 7472601"/>
              <a:gd name="connsiteY697" fmla="*/ 2914286 h 6858000"/>
              <a:gd name="connsiteX698" fmla="*/ 36383 w 7472601"/>
              <a:gd name="connsiteY698" fmla="*/ 2901128 h 6858000"/>
              <a:gd name="connsiteX699" fmla="*/ 156329 w 7472601"/>
              <a:gd name="connsiteY699" fmla="*/ 2840533 h 6858000"/>
              <a:gd name="connsiteX700" fmla="*/ 358355 w 7472601"/>
              <a:gd name="connsiteY700" fmla="*/ 2620471 h 6858000"/>
              <a:gd name="connsiteX701" fmla="*/ 510577 w 7472601"/>
              <a:gd name="connsiteY701" fmla="*/ 2501244 h 6858000"/>
              <a:gd name="connsiteX702" fmla="*/ 211967 w 7472601"/>
              <a:gd name="connsiteY702" fmla="*/ 2479171 h 6858000"/>
              <a:gd name="connsiteX703" fmla="*/ 0 w 7472601"/>
              <a:gd name="connsiteY703" fmla="*/ 2476398 h 6858000"/>
              <a:gd name="connsiteX704" fmla="*/ 0 w 7472601"/>
              <a:gd name="connsiteY704" fmla="*/ 2389189 h 6858000"/>
              <a:gd name="connsiteX705" fmla="*/ 103062 w 7472601"/>
              <a:gd name="connsiteY705" fmla="*/ 2389518 h 6858000"/>
              <a:gd name="connsiteX706" fmla="*/ 510734 w 7472601"/>
              <a:gd name="connsiteY706" fmla="*/ 2416201 h 6858000"/>
              <a:gd name="connsiteX707" fmla="*/ 279257 w 7472601"/>
              <a:gd name="connsiteY707" fmla="*/ 2092102 h 6858000"/>
              <a:gd name="connsiteX708" fmla="*/ 65265 w 7472601"/>
              <a:gd name="connsiteY708" fmla="*/ 2006049 h 6858000"/>
              <a:gd name="connsiteX709" fmla="*/ 0 w 7472601"/>
              <a:gd name="connsiteY709" fmla="*/ 1982532 h 6858000"/>
              <a:gd name="connsiteX710" fmla="*/ 0 w 7472601"/>
              <a:gd name="connsiteY710" fmla="*/ 1912789 h 6858000"/>
              <a:gd name="connsiteX711" fmla="*/ 97460 w 7472601"/>
              <a:gd name="connsiteY711" fmla="*/ 1953725 h 6858000"/>
              <a:gd name="connsiteX712" fmla="*/ 221272 w 7472601"/>
              <a:gd name="connsiteY712" fmla="*/ 1980766 h 6858000"/>
              <a:gd name="connsiteX713" fmla="*/ 116765 w 7472601"/>
              <a:gd name="connsiteY713" fmla="*/ 1911033 h 6858000"/>
              <a:gd name="connsiteX714" fmla="*/ 16405 w 7472601"/>
              <a:gd name="connsiteY714" fmla="*/ 1803412 h 6858000"/>
              <a:gd name="connsiteX715" fmla="*/ 0 w 7472601"/>
              <a:gd name="connsiteY715" fmla="*/ 1784777 h 6858000"/>
              <a:gd name="connsiteX716" fmla="*/ 0 w 7472601"/>
              <a:gd name="connsiteY716" fmla="*/ 1740082 h 6858000"/>
              <a:gd name="connsiteX717" fmla="*/ 39394 w 7472601"/>
              <a:gd name="connsiteY717" fmla="*/ 1784856 h 6858000"/>
              <a:gd name="connsiteX718" fmla="*/ 135813 w 7472601"/>
              <a:gd name="connsiteY718" fmla="*/ 1888838 h 6858000"/>
              <a:gd name="connsiteX719" fmla="*/ 242575 w 7472601"/>
              <a:gd name="connsiteY719" fmla="*/ 1958841 h 6858000"/>
              <a:gd name="connsiteX720" fmla="*/ 82197 w 7472601"/>
              <a:gd name="connsiteY720" fmla="*/ 1754826 h 6858000"/>
              <a:gd name="connsiteX721" fmla="*/ 0 w 7472601"/>
              <a:gd name="connsiteY721" fmla="*/ 1679650 h 6858000"/>
              <a:gd name="connsiteX722" fmla="*/ 0 w 7472601"/>
              <a:gd name="connsiteY722" fmla="*/ 1602463 h 6858000"/>
              <a:gd name="connsiteX723" fmla="*/ 84689 w 7472601"/>
              <a:gd name="connsiteY723" fmla="*/ 1677442 h 6858000"/>
              <a:gd name="connsiteX724" fmla="*/ 298437 w 7472601"/>
              <a:gd name="connsiteY724" fmla="*/ 1968019 h 6858000"/>
              <a:gd name="connsiteX725" fmla="*/ 227269 w 7472601"/>
              <a:gd name="connsiteY725" fmla="*/ 1114064 h 6858000"/>
              <a:gd name="connsiteX726" fmla="*/ 248003 w 7472601"/>
              <a:gd name="connsiteY726" fmla="*/ 1089613 h 6858000"/>
              <a:gd name="connsiteX727" fmla="*/ 427020 w 7472601"/>
              <a:gd name="connsiteY727" fmla="*/ 1619803 h 6858000"/>
              <a:gd name="connsiteX728" fmla="*/ 340345 w 7472601"/>
              <a:gd name="connsiteY728" fmla="*/ 2027739 h 6858000"/>
              <a:gd name="connsiteX729" fmla="*/ 360865 w 7472601"/>
              <a:gd name="connsiteY729" fmla="*/ 2044827 h 6858000"/>
              <a:gd name="connsiteX730" fmla="*/ 560414 w 7472601"/>
              <a:gd name="connsiteY730" fmla="*/ 2421457 h 6858000"/>
              <a:gd name="connsiteX731" fmla="*/ 1359703 w 7472601"/>
              <a:gd name="connsiteY731" fmla="*/ 2578554 h 6858000"/>
              <a:gd name="connsiteX732" fmla="*/ 1359422 w 7472601"/>
              <a:gd name="connsiteY732" fmla="*/ 2577994 h 6858000"/>
              <a:gd name="connsiteX733" fmla="*/ 828701 w 7472601"/>
              <a:gd name="connsiteY733" fmla="*/ 1839520 h 6858000"/>
              <a:gd name="connsiteX734" fmla="*/ 494427 w 7472601"/>
              <a:gd name="connsiteY734" fmla="*/ 1092333 h 6858000"/>
              <a:gd name="connsiteX735" fmla="*/ 506322 w 7472601"/>
              <a:gd name="connsiteY735" fmla="*/ 1020997 h 6858000"/>
              <a:gd name="connsiteX736" fmla="*/ 4570198 w 7472601"/>
              <a:gd name="connsiteY736" fmla="*/ 978081 h 6858000"/>
              <a:gd name="connsiteX737" fmla="*/ 4523691 w 7472601"/>
              <a:gd name="connsiteY737" fmla="*/ 1127776 h 6858000"/>
              <a:gd name="connsiteX738" fmla="*/ 4509875 w 7472601"/>
              <a:gd name="connsiteY738" fmla="*/ 1167552 h 6858000"/>
              <a:gd name="connsiteX739" fmla="*/ 4478168 w 7472601"/>
              <a:gd name="connsiteY739" fmla="*/ 1260735 h 6858000"/>
              <a:gd name="connsiteX740" fmla="*/ 4409309 w 7472601"/>
              <a:gd name="connsiteY740" fmla="*/ 1666996 h 6858000"/>
              <a:gd name="connsiteX741" fmla="*/ 4370031 w 7472601"/>
              <a:gd name="connsiteY741" fmla="*/ 1955666 h 6858000"/>
              <a:gd name="connsiteX742" fmla="*/ 4570198 w 7472601"/>
              <a:gd name="connsiteY742" fmla="*/ 978081 h 6858000"/>
              <a:gd name="connsiteX743" fmla="*/ 4557898 w 7472601"/>
              <a:gd name="connsiteY743" fmla="*/ 900011 h 6858000"/>
              <a:gd name="connsiteX744" fmla="*/ 4344840 w 7472601"/>
              <a:gd name="connsiteY744" fmla="*/ 1922038 h 6858000"/>
              <a:gd name="connsiteX745" fmla="*/ 4378710 w 7472601"/>
              <a:gd name="connsiteY745" fmla="*/ 1665516 h 6858000"/>
              <a:gd name="connsiteX746" fmla="*/ 4448798 w 7472601"/>
              <a:gd name="connsiteY746" fmla="*/ 1253024 h 6858000"/>
              <a:gd name="connsiteX747" fmla="*/ 4480315 w 7472601"/>
              <a:gd name="connsiteY747" fmla="*/ 1158454 h 6858000"/>
              <a:gd name="connsiteX748" fmla="*/ 4494133 w 7472601"/>
              <a:gd name="connsiteY748" fmla="*/ 1118676 h 6858000"/>
              <a:gd name="connsiteX749" fmla="*/ 4557898 w 7472601"/>
              <a:gd name="connsiteY749" fmla="*/ 900011 h 6858000"/>
              <a:gd name="connsiteX750" fmla="*/ 5870151 w 7472601"/>
              <a:gd name="connsiteY750" fmla="*/ 898890 h 6858000"/>
              <a:gd name="connsiteX751" fmla="*/ 5861335 w 7472601"/>
              <a:gd name="connsiteY751" fmla="*/ 899177 h 6858000"/>
              <a:gd name="connsiteX752" fmla="*/ 5843702 w 7472601"/>
              <a:gd name="connsiteY752" fmla="*/ 899748 h 6858000"/>
              <a:gd name="connsiteX753" fmla="*/ 5651107 w 7472601"/>
              <a:gd name="connsiteY753" fmla="*/ 920306 h 6858000"/>
              <a:gd name="connsiteX754" fmla="*/ 5459407 w 7472601"/>
              <a:gd name="connsiteY754" fmla="*/ 940975 h 6858000"/>
              <a:gd name="connsiteX755" fmla="*/ 5374846 w 7472601"/>
              <a:gd name="connsiteY755" fmla="*/ 941988 h 6858000"/>
              <a:gd name="connsiteX756" fmla="*/ 5256105 w 7472601"/>
              <a:gd name="connsiteY756" fmla="*/ 945632 h 6858000"/>
              <a:gd name="connsiteX757" fmla="*/ 5107071 w 7472601"/>
              <a:gd name="connsiteY757" fmla="*/ 969720 h 6858000"/>
              <a:gd name="connsiteX758" fmla="*/ 4998681 w 7472601"/>
              <a:gd name="connsiteY758" fmla="*/ 988771 h 6858000"/>
              <a:gd name="connsiteX759" fmla="*/ 5870151 w 7472601"/>
              <a:gd name="connsiteY759" fmla="*/ 898890 h 6858000"/>
              <a:gd name="connsiteX760" fmla="*/ 5504425 w 7472601"/>
              <a:gd name="connsiteY760" fmla="*/ 848067 h 6858000"/>
              <a:gd name="connsiteX761" fmla="*/ 4968849 w 7472601"/>
              <a:gd name="connsiteY761" fmla="*/ 962318 h 6858000"/>
              <a:gd name="connsiteX762" fmla="*/ 5104039 w 7472601"/>
              <a:gd name="connsiteY762" fmla="*/ 940634 h 6858000"/>
              <a:gd name="connsiteX763" fmla="*/ 5256311 w 7472601"/>
              <a:gd name="connsiteY763" fmla="*/ 916490 h 6858000"/>
              <a:gd name="connsiteX764" fmla="*/ 5377381 w 7472601"/>
              <a:gd name="connsiteY764" fmla="*/ 912671 h 6858000"/>
              <a:gd name="connsiteX765" fmla="*/ 5460148 w 7472601"/>
              <a:gd name="connsiteY765" fmla="*/ 911442 h 6858000"/>
              <a:gd name="connsiteX766" fmla="*/ 5648971 w 7472601"/>
              <a:gd name="connsiteY766" fmla="*/ 891331 h 6858000"/>
              <a:gd name="connsiteX767" fmla="*/ 5844807 w 7472601"/>
              <a:gd name="connsiteY767" fmla="*/ 870718 h 6858000"/>
              <a:gd name="connsiteX768" fmla="*/ 5862975 w 7472601"/>
              <a:gd name="connsiteY768" fmla="*/ 869756 h 6858000"/>
              <a:gd name="connsiteX769" fmla="*/ 5920887 w 7472601"/>
              <a:gd name="connsiteY769" fmla="*/ 865929 h 6858000"/>
              <a:gd name="connsiteX770" fmla="*/ 5504425 w 7472601"/>
              <a:gd name="connsiteY770" fmla="*/ 848067 h 6858000"/>
              <a:gd name="connsiteX771" fmla="*/ 3607114 w 7472601"/>
              <a:gd name="connsiteY771" fmla="*/ 467441 h 6858000"/>
              <a:gd name="connsiteX772" fmla="*/ 3296242 w 7472601"/>
              <a:gd name="connsiteY772" fmla="*/ 807991 h 6858000"/>
              <a:gd name="connsiteX773" fmla="*/ 3174674 w 7472601"/>
              <a:gd name="connsiteY773" fmla="*/ 919759 h 6858000"/>
              <a:gd name="connsiteX774" fmla="*/ 3042978 w 7472601"/>
              <a:gd name="connsiteY774" fmla="*/ 1054894 h 6858000"/>
              <a:gd name="connsiteX775" fmla="*/ 2968914 w 7472601"/>
              <a:gd name="connsiteY775" fmla="*/ 1133756 h 6858000"/>
              <a:gd name="connsiteX776" fmla="*/ 3103823 w 7472601"/>
              <a:gd name="connsiteY776" fmla="*/ 1026814 h 6858000"/>
              <a:gd name="connsiteX777" fmla="*/ 3607114 w 7472601"/>
              <a:gd name="connsiteY777" fmla="*/ 467441 h 6858000"/>
              <a:gd name="connsiteX778" fmla="*/ 3744487 w 7472601"/>
              <a:gd name="connsiteY778" fmla="*/ 383136 h 6858000"/>
              <a:gd name="connsiteX779" fmla="*/ 3970213 w 7472601"/>
              <a:gd name="connsiteY779" fmla="*/ 995559 h 6858000"/>
              <a:gd name="connsiteX780" fmla="*/ 3744487 w 7472601"/>
              <a:gd name="connsiteY780" fmla="*/ 383136 h 6858000"/>
              <a:gd name="connsiteX781" fmla="*/ 3624562 w 7472601"/>
              <a:gd name="connsiteY781" fmla="*/ 367041 h 6858000"/>
              <a:gd name="connsiteX782" fmla="*/ 3489712 w 7472601"/>
              <a:gd name="connsiteY782" fmla="*/ 485386 h 6858000"/>
              <a:gd name="connsiteX783" fmla="*/ 3182994 w 7472601"/>
              <a:gd name="connsiteY783" fmla="*/ 828265 h 6858000"/>
              <a:gd name="connsiteX784" fmla="*/ 2892114 w 7472601"/>
              <a:gd name="connsiteY784" fmla="*/ 1172635 h 6858000"/>
              <a:gd name="connsiteX785" fmla="*/ 3021459 w 7472601"/>
              <a:gd name="connsiteY785" fmla="*/ 1035385 h 6858000"/>
              <a:gd name="connsiteX786" fmla="*/ 3153873 w 7472601"/>
              <a:gd name="connsiteY786" fmla="*/ 898971 h 6858000"/>
              <a:gd name="connsiteX787" fmla="*/ 3276511 w 7472601"/>
              <a:gd name="connsiteY787" fmla="*/ 786423 h 6858000"/>
              <a:gd name="connsiteX788" fmla="*/ 3584154 w 7472601"/>
              <a:gd name="connsiteY788" fmla="*/ 448218 h 6858000"/>
              <a:gd name="connsiteX789" fmla="*/ 3624562 w 7472601"/>
              <a:gd name="connsiteY789" fmla="*/ 367041 h 6858000"/>
              <a:gd name="connsiteX790" fmla="*/ 3766672 w 7472601"/>
              <a:gd name="connsiteY790" fmla="*/ 359429 h 6858000"/>
              <a:gd name="connsiteX791" fmla="*/ 3996338 w 7472601"/>
              <a:gd name="connsiteY791" fmla="*/ 968237 h 6858000"/>
              <a:gd name="connsiteX792" fmla="*/ 3766672 w 7472601"/>
              <a:gd name="connsiteY792" fmla="*/ 359429 h 6858000"/>
              <a:gd name="connsiteX793" fmla="*/ 5805386 w 7472601"/>
              <a:gd name="connsiteY793" fmla="*/ 239240 h 6858000"/>
              <a:gd name="connsiteX794" fmla="*/ 5736947 w 7472601"/>
              <a:gd name="connsiteY794" fmla="*/ 261367 h 6858000"/>
              <a:gd name="connsiteX795" fmla="*/ 5427012 w 7472601"/>
              <a:gd name="connsiteY795" fmla="*/ 311272 h 6858000"/>
              <a:gd name="connsiteX796" fmla="*/ 5147818 w 7472601"/>
              <a:gd name="connsiteY796" fmla="*/ 322112 h 6858000"/>
              <a:gd name="connsiteX797" fmla="*/ 5060854 w 7472601"/>
              <a:gd name="connsiteY797" fmla="*/ 311882 h 6858000"/>
              <a:gd name="connsiteX798" fmla="*/ 4945989 w 7472601"/>
              <a:gd name="connsiteY798" fmla="*/ 300516 h 6858000"/>
              <a:gd name="connsiteX799" fmla="*/ 5410479 w 7472601"/>
              <a:gd name="connsiteY799" fmla="*/ 348434 h 6858000"/>
              <a:gd name="connsiteX800" fmla="*/ 5805386 w 7472601"/>
              <a:gd name="connsiteY800" fmla="*/ 239240 h 6858000"/>
              <a:gd name="connsiteX801" fmla="*/ 5905192 w 7472601"/>
              <a:gd name="connsiteY801" fmla="*/ 163079 h 6858000"/>
              <a:gd name="connsiteX802" fmla="*/ 5865655 w 7472601"/>
              <a:gd name="connsiteY802" fmla="*/ 171901 h 6858000"/>
              <a:gd name="connsiteX803" fmla="*/ 5259740 w 7472601"/>
              <a:gd name="connsiteY803" fmla="*/ 257013 h 6858000"/>
              <a:gd name="connsiteX804" fmla="*/ 5208466 w 7472601"/>
              <a:gd name="connsiteY804" fmla="*/ 257550 h 6858000"/>
              <a:gd name="connsiteX805" fmla="*/ 4980204 w 7472601"/>
              <a:gd name="connsiteY805" fmla="*/ 271903 h 6858000"/>
              <a:gd name="connsiteX806" fmla="*/ 5068068 w 7472601"/>
              <a:gd name="connsiteY806" fmla="*/ 282244 h 6858000"/>
              <a:gd name="connsiteX807" fmla="*/ 5153231 w 7472601"/>
              <a:gd name="connsiteY807" fmla="*/ 292240 h 6858000"/>
              <a:gd name="connsiteX808" fmla="*/ 5426491 w 7472601"/>
              <a:gd name="connsiteY808" fmla="*/ 281128 h 6858000"/>
              <a:gd name="connsiteX809" fmla="*/ 5731212 w 7472601"/>
              <a:gd name="connsiteY809" fmla="*/ 231951 h 6858000"/>
              <a:gd name="connsiteX810" fmla="*/ 5905192 w 7472601"/>
              <a:gd name="connsiteY810" fmla="*/ 163079 h 6858000"/>
              <a:gd name="connsiteX811" fmla="*/ 5944437 w 7472601"/>
              <a:gd name="connsiteY811" fmla="*/ 113829 h 6858000"/>
              <a:gd name="connsiteX812" fmla="*/ 5825032 w 7472601"/>
              <a:gd name="connsiteY812" fmla="*/ 146405 h 6858000"/>
              <a:gd name="connsiteX813" fmla="*/ 4955599 w 7472601"/>
              <a:gd name="connsiteY813" fmla="*/ 247008 h 6858000"/>
              <a:gd name="connsiteX814" fmla="*/ 5210104 w 7472601"/>
              <a:gd name="connsiteY814" fmla="*/ 228123 h 6858000"/>
              <a:gd name="connsiteX815" fmla="*/ 5261015 w 7472601"/>
              <a:gd name="connsiteY815" fmla="*/ 227087 h 6858000"/>
              <a:gd name="connsiteX816" fmla="*/ 5861181 w 7472601"/>
              <a:gd name="connsiteY816" fmla="*/ 143093 h 6858000"/>
              <a:gd name="connsiteX817" fmla="*/ 5961252 w 7472601"/>
              <a:gd name="connsiteY817" fmla="*/ 114820 h 6858000"/>
              <a:gd name="connsiteX818" fmla="*/ 5944437 w 7472601"/>
              <a:gd name="connsiteY818" fmla="*/ 113829 h 6858000"/>
              <a:gd name="connsiteX819" fmla="*/ 3882765 w 7472601"/>
              <a:gd name="connsiteY819" fmla="*/ 0 h 6858000"/>
              <a:gd name="connsiteX820" fmla="*/ 3995099 w 7472601"/>
              <a:gd name="connsiteY820" fmla="*/ 0 h 6858000"/>
              <a:gd name="connsiteX821" fmla="*/ 4163818 w 7472601"/>
              <a:gd name="connsiteY821" fmla="*/ 234104 h 6858000"/>
              <a:gd name="connsiteX822" fmla="*/ 4172099 w 7472601"/>
              <a:gd name="connsiteY822" fmla="*/ 234207 h 6858000"/>
              <a:gd name="connsiteX823" fmla="*/ 4784282 w 7472601"/>
              <a:gd name="connsiteY823" fmla="*/ 276561 h 6858000"/>
              <a:gd name="connsiteX824" fmla="*/ 4801687 w 7472601"/>
              <a:gd name="connsiteY824" fmla="*/ 267764 h 6858000"/>
              <a:gd name="connsiteX825" fmla="*/ 6082788 w 7472601"/>
              <a:gd name="connsiteY825" fmla="*/ 64119 h 6858000"/>
              <a:gd name="connsiteX826" fmla="*/ 6099442 w 7472601"/>
              <a:gd name="connsiteY826" fmla="*/ 82568 h 6858000"/>
              <a:gd name="connsiteX827" fmla="*/ 4804137 w 7472601"/>
              <a:gd name="connsiteY827" fmla="*/ 320931 h 6858000"/>
              <a:gd name="connsiteX828" fmla="*/ 4227047 w 7472601"/>
              <a:gd name="connsiteY828" fmla="*/ 313415 h 6858000"/>
              <a:gd name="connsiteX829" fmla="*/ 4346041 w 7472601"/>
              <a:gd name="connsiteY829" fmla="*/ 456086 h 6858000"/>
              <a:gd name="connsiteX830" fmla="*/ 4870967 w 7472601"/>
              <a:gd name="connsiteY830" fmla="*/ 963061 h 6858000"/>
              <a:gd name="connsiteX831" fmla="*/ 4889647 w 7472601"/>
              <a:gd name="connsiteY831" fmla="*/ 957147 h 6858000"/>
              <a:gd name="connsiteX832" fmla="*/ 5422504 w 7472601"/>
              <a:gd name="connsiteY832" fmla="*/ 805191 h 6858000"/>
              <a:gd name="connsiteX833" fmla="*/ 6087656 w 7472601"/>
              <a:gd name="connsiteY833" fmla="*/ 826703 h 6858000"/>
              <a:gd name="connsiteX834" fmla="*/ 6058717 w 7472601"/>
              <a:gd name="connsiteY834" fmla="*/ 865992 h 6858000"/>
              <a:gd name="connsiteX835" fmla="*/ 4974153 w 7472601"/>
              <a:gd name="connsiteY835" fmla="*/ 1045456 h 6858000"/>
              <a:gd name="connsiteX836" fmla="*/ 5627835 w 7472601"/>
              <a:gd name="connsiteY836" fmla="*/ 1472077 h 6858000"/>
              <a:gd name="connsiteX837" fmla="*/ 5629817 w 7472601"/>
              <a:gd name="connsiteY837" fmla="*/ 1471412 h 6858000"/>
              <a:gd name="connsiteX838" fmla="*/ 5634124 w 7472601"/>
              <a:gd name="connsiteY838" fmla="*/ 1470572 h 6858000"/>
              <a:gd name="connsiteX839" fmla="*/ 5755832 w 7472601"/>
              <a:gd name="connsiteY839" fmla="*/ 1383886 h 6858000"/>
              <a:gd name="connsiteX840" fmla="*/ 6014186 w 7472601"/>
              <a:gd name="connsiteY840" fmla="*/ 1279799 h 6858000"/>
              <a:gd name="connsiteX841" fmla="*/ 6901619 w 7472601"/>
              <a:gd name="connsiteY841" fmla="*/ 1047874 h 6858000"/>
              <a:gd name="connsiteX842" fmla="*/ 6931566 w 7472601"/>
              <a:gd name="connsiteY842" fmla="*/ 1062034 h 6858000"/>
              <a:gd name="connsiteX843" fmla="*/ 5790982 w 7472601"/>
              <a:gd name="connsiteY843" fmla="*/ 1561380 h 6858000"/>
              <a:gd name="connsiteX844" fmla="*/ 6188971 w 7472601"/>
              <a:gd name="connsiteY844" fmla="*/ 1755168 h 6858000"/>
              <a:gd name="connsiteX845" fmla="*/ 6202446 w 7472601"/>
              <a:gd name="connsiteY845" fmla="*/ 1752268 h 6858000"/>
              <a:gd name="connsiteX846" fmla="*/ 7179560 w 7472601"/>
              <a:gd name="connsiteY846" fmla="*/ 1467551 h 6858000"/>
              <a:gd name="connsiteX847" fmla="*/ 7158730 w 7472601"/>
              <a:gd name="connsiteY847" fmla="*/ 1507835 h 6858000"/>
              <a:gd name="connsiteX848" fmla="*/ 6326959 w 7472601"/>
              <a:gd name="connsiteY848" fmla="*/ 1817686 h 6858000"/>
              <a:gd name="connsiteX849" fmla="*/ 6537433 w 7472601"/>
              <a:gd name="connsiteY849" fmla="*/ 1907790 h 6858000"/>
              <a:gd name="connsiteX850" fmla="*/ 6550221 w 7472601"/>
              <a:gd name="connsiteY850" fmla="*/ 1910729 h 6858000"/>
              <a:gd name="connsiteX851" fmla="*/ 6964438 w 7472601"/>
              <a:gd name="connsiteY851" fmla="*/ 2209505 h 6858000"/>
              <a:gd name="connsiteX852" fmla="*/ 7367862 w 7472601"/>
              <a:gd name="connsiteY852" fmla="*/ 2806833 h 6858000"/>
              <a:gd name="connsiteX853" fmla="*/ 7364329 w 7472601"/>
              <a:gd name="connsiteY853" fmla="*/ 2826907 h 6858000"/>
              <a:gd name="connsiteX854" fmla="*/ 7290545 w 7472601"/>
              <a:gd name="connsiteY854" fmla="*/ 2850663 h 6858000"/>
              <a:gd name="connsiteX855" fmla="*/ 6472036 w 7472601"/>
              <a:gd name="connsiteY855" fmla="*/ 1959003 h 6858000"/>
              <a:gd name="connsiteX856" fmla="*/ 5792897 w 7472601"/>
              <a:gd name="connsiteY856" fmla="*/ 1647747 h 6858000"/>
              <a:gd name="connsiteX857" fmla="*/ 5842751 w 7472601"/>
              <a:gd name="connsiteY857" fmla="*/ 1816112 h 6858000"/>
              <a:gd name="connsiteX858" fmla="*/ 5847424 w 7472601"/>
              <a:gd name="connsiteY858" fmla="*/ 1815776 h 6858000"/>
              <a:gd name="connsiteX859" fmla="*/ 6399821 w 7472601"/>
              <a:gd name="connsiteY859" fmla="*/ 2344799 h 6858000"/>
              <a:gd name="connsiteX860" fmla="*/ 6323232 w 7472601"/>
              <a:gd name="connsiteY860" fmla="*/ 2389634 h 6858000"/>
              <a:gd name="connsiteX861" fmla="*/ 5942958 w 7472601"/>
              <a:gd name="connsiteY861" fmla="*/ 2077708 h 6858000"/>
              <a:gd name="connsiteX862" fmla="*/ 5921559 w 7472601"/>
              <a:gd name="connsiteY862" fmla="*/ 2378596 h 6858000"/>
              <a:gd name="connsiteX863" fmla="*/ 5817651 w 7472601"/>
              <a:gd name="connsiteY863" fmla="*/ 3023919 h 6858000"/>
              <a:gd name="connsiteX864" fmla="*/ 5729634 w 7472601"/>
              <a:gd name="connsiteY864" fmla="*/ 3051849 h 6858000"/>
              <a:gd name="connsiteX865" fmla="*/ 5611018 w 7472601"/>
              <a:gd name="connsiteY865" fmla="*/ 2316769 h 6858000"/>
              <a:gd name="connsiteX866" fmla="*/ 5687608 w 7472601"/>
              <a:gd name="connsiteY866" fmla="*/ 2039972 h 6858000"/>
              <a:gd name="connsiteX867" fmla="*/ 5657554 w 7472601"/>
              <a:gd name="connsiteY867" fmla="*/ 1576445 h 6858000"/>
              <a:gd name="connsiteX868" fmla="*/ 5150475 w 7472601"/>
              <a:gd name="connsiteY868" fmla="*/ 1274012 h 6858000"/>
              <a:gd name="connsiteX869" fmla="*/ 5349142 w 7472601"/>
              <a:gd name="connsiteY869" fmla="*/ 2204405 h 6858000"/>
              <a:gd name="connsiteX870" fmla="*/ 5262214 w 7472601"/>
              <a:gd name="connsiteY870" fmla="*/ 2233836 h 6858000"/>
              <a:gd name="connsiteX871" fmla="*/ 4981539 w 7472601"/>
              <a:gd name="connsiteY871" fmla="*/ 1542201 h 6858000"/>
              <a:gd name="connsiteX872" fmla="*/ 4958461 w 7472601"/>
              <a:gd name="connsiteY872" fmla="*/ 1136957 h 6858000"/>
              <a:gd name="connsiteX873" fmla="*/ 4655015 w 7472601"/>
              <a:gd name="connsiteY873" fmla="*/ 891426 h 6858000"/>
              <a:gd name="connsiteX874" fmla="*/ 4348002 w 7472601"/>
              <a:gd name="connsiteY874" fmla="*/ 2205895 h 6858000"/>
              <a:gd name="connsiteX875" fmla="*/ 4262250 w 7472601"/>
              <a:gd name="connsiteY875" fmla="*/ 2219972 h 6858000"/>
              <a:gd name="connsiteX876" fmla="*/ 4550611 w 7472601"/>
              <a:gd name="connsiteY876" fmla="*/ 817540 h 6858000"/>
              <a:gd name="connsiteX877" fmla="*/ 4564418 w 7472601"/>
              <a:gd name="connsiteY877" fmla="*/ 808293 h 6858000"/>
              <a:gd name="connsiteX878" fmla="*/ 4266388 w 7472601"/>
              <a:gd name="connsiteY878" fmla="*/ 500083 h 6858000"/>
              <a:gd name="connsiteX879" fmla="*/ 4032842 w 7472601"/>
              <a:gd name="connsiteY879" fmla="*/ 211809 h 6858000"/>
              <a:gd name="connsiteX880" fmla="*/ 3882765 w 7472601"/>
              <a:gd name="connsiteY880" fmla="*/ 0 h 6858000"/>
              <a:gd name="connsiteX881" fmla="*/ 3721337 w 7472601"/>
              <a:gd name="connsiteY881" fmla="*/ 0 h 6858000"/>
              <a:gd name="connsiteX882" fmla="*/ 3797544 w 7472601"/>
              <a:gd name="connsiteY882" fmla="*/ 0 h 6858000"/>
              <a:gd name="connsiteX883" fmla="*/ 3775734 w 7472601"/>
              <a:gd name="connsiteY883" fmla="*/ 95131 h 6858000"/>
              <a:gd name="connsiteX884" fmla="*/ 3724807 w 7472601"/>
              <a:gd name="connsiteY884" fmla="*/ 272257 h 6858000"/>
              <a:gd name="connsiteX885" fmla="*/ 3726844 w 7472601"/>
              <a:gd name="connsiteY885" fmla="*/ 282988 h 6858000"/>
              <a:gd name="connsiteX886" fmla="*/ 3742664 w 7472601"/>
              <a:gd name="connsiteY886" fmla="*/ 279918 h 6858000"/>
              <a:gd name="connsiteX887" fmla="*/ 4103910 w 7472601"/>
              <a:gd name="connsiteY887" fmla="*/ 1161917 h 6858000"/>
              <a:gd name="connsiteX888" fmla="*/ 4020269 w 7472601"/>
              <a:gd name="connsiteY888" fmla="*/ 1200406 h 6858000"/>
              <a:gd name="connsiteX889" fmla="*/ 3674882 w 7472601"/>
              <a:gd name="connsiteY889" fmla="*/ 488524 h 6858000"/>
              <a:gd name="connsiteX890" fmla="*/ 3132682 w 7472601"/>
              <a:gd name="connsiteY890" fmla="*/ 1072284 h 6858000"/>
              <a:gd name="connsiteX891" fmla="*/ 2716346 w 7472601"/>
              <a:gd name="connsiteY891" fmla="*/ 1276376 h 6858000"/>
              <a:gd name="connsiteX892" fmla="*/ 2716772 w 7472601"/>
              <a:gd name="connsiteY892" fmla="*/ 1255462 h 6858000"/>
              <a:gd name="connsiteX893" fmla="*/ 3471096 w 7472601"/>
              <a:gd name="connsiteY893" fmla="*/ 437072 h 6858000"/>
              <a:gd name="connsiteX894" fmla="*/ 3639057 w 7472601"/>
              <a:gd name="connsiteY894" fmla="*/ 286334 h 6858000"/>
              <a:gd name="connsiteX895" fmla="*/ 3640309 w 7472601"/>
              <a:gd name="connsiteY895" fmla="*/ 284664 h 6858000"/>
              <a:gd name="connsiteX896" fmla="*/ 3646022 w 7472601"/>
              <a:gd name="connsiteY896" fmla="*/ 276711 h 6858000"/>
              <a:gd name="connsiteX897" fmla="*/ 3707943 w 7472601"/>
              <a:gd name="connsiteY897" fmla="*/ 65958 h 6858000"/>
              <a:gd name="connsiteX898" fmla="*/ 3721337 w 7472601"/>
              <a:gd name="connsiteY898" fmla="*/ 0 h 6858000"/>
              <a:gd name="connsiteX899" fmla="*/ 2867960 w 7472601"/>
              <a:gd name="connsiteY899" fmla="*/ 0 h 6858000"/>
              <a:gd name="connsiteX900" fmla="*/ 2926351 w 7472601"/>
              <a:gd name="connsiteY900" fmla="*/ 0 h 6858000"/>
              <a:gd name="connsiteX901" fmla="*/ 2902823 w 7472601"/>
              <a:gd name="connsiteY901" fmla="*/ 262929 h 6858000"/>
              <a:gd name="connsiteX902" fmla="*/ 2940663 w 7472601"/>
              <a:gd name="connsiteY902" fmla="*/ 140884 h 6858000"/>
              <a:gd name="connsiteX903" fmla="*/ 2947039 w 7472601"/>
              <a:gd name="connsiteY903" fmla="*/ 122524 h 6858000"/>
              <a:gd name="connsiteX904" fmla="*/ 2984316 w 7472601"/>
              <a:gd name="connsiteY904" fmla="*/ 0 h 6858000"/>
              <a:gd name="connsiteX905" fmla="*/ 3016114 w 7472601"/>
              <a:gd name="connsiteY905" fmla="*/ 0 h 6858000"/>
              <a:gd name="connsiteX906" fmla="*/ 2979949 w 7472601"/>
              <a:gd name="connsiteY906" fmla="*/ 119274 h 6858000"/>
              <a:gd name="connsiteX907" fmla="*/ 3023879 w 7472601"/>
              <a:gd name="connsiteY907" fmla="*/ 0 h 6858000"/>
              <a:gd name="connsiteX908" fmla="*/ 3105400 w 7472601"/>
              <a:gd name="connsiteY908" fmla="*/ 0 h 6858000"/>
              <a:gd name="connsiteX909" fmla="*/ 3094669 w 7472601"/>
              <a:gd name="connsiteY909" fmla="*/ 30308 h 6858000"/>
              <a:gd name="connsiteX910" fmla="*/ 2901945 w 7472601"/>
              <a:gd name="connsiteY910" fmla="*/ 466538 h 6858000"/>
              <a:gd name="connsiteX911" fmla="*/ 2815209 w 7472601"/>
              <a:gd name="connsiteY911" fmla="*/ 497361 h 6858000"/>
              <a:gd name="connsiteX912" fmla="*/ 2844845 w 7472601"/>
              <a:gd name="connsiteY912" fmla="*/ 127638 h 6858000"/>
              <a:gd name="connsiteX913" fmla="*/ 2867960 w 7472601"/>
              <a:gd name="connsiteY913" fmla="*/ 0 h 6858000"/>
              <a:gd name="connsiteX914" fmla="*/ 1057230 w 7472601"/>
              <a:gd name="connsiteY914" fmla="*/ 0 h 6858000"/>
              <a:gd name="connsiteX915" fmla="*/ 1111003 w 7472601"/>
              <a:gd name="connsiteY915" fmla="*/ 0 h 6858000"/>
              <a:gd name="connsiteX916" fmla="*/ 1125553 w 7472601"/>
              <a:gd name="connsiteY916" fmla="*/ 52588 h 6858000"/>
              <a:gd name="connsiteX917" fmla="*/ 1304276 w 7472601"/>
              <a:gd name="connsiteY917" fmla="*/ 476275 h 6858000"/>
              <a:gd name="connsiteX918" fmla="*/ 1492066 w 7472601"/>
              <a:gd name="connsiteY918" fmla="*/ 886333 h 6858000"/>
              <a:gd name="connsiteX919" fmla="*/ 1423698 w 7472601"/>
              <a:gd name="connsiteY919" fmla="*/ 710817 h 6858000"/>
              <a:gd name="connsiteX920" fmla="*/ 1357609 w 7472601"/>
              <a:gd name="connsiteY920" fmla="*/ 532892 h 6858000"/>
              <a:gd name="connsiteX921" fmla="*/ 1309550 w 7472601"/>
              <a:gd name="connsiteY921" fmla="*/ 374031 h 6858000"/>
              <a:gd name="connsiteX922" fmla="*/ 1193673 w 7472601"/>
              <a:gd name="connsiteY922" fmla="*/ 49533 h 6858000"/>
              <a:gd name="connsiteX923" fmla="*/ 1164391 w 7472601"/>
              <a:gd name="connsiteY923" fmla="*/ 0 h 6858000"/>
              <a:gd name="connsiteX924" fmla="*/ 1200666 w 7472601"/>
              <a:gd name="connsiteY924" fmla="*/ 0 h 6858000"/>
              <a:gd name="connsiteX925" fmla="*/ 1223408 w 7472601"/>
              <a:gd name="connsiteY925" fmla="*/ 38996 h 6858000"/>
              <a:gd name="connsiteX926" fmla="*/ 1339635 w 7472601"/>
              <a:gd name="connsiteY926" fmla="*/ 365517 h 6858000"/>
              <a:gd name="connsiteX927" fmla="*/ 1387469 w 7472601"/>
              <a:gd name="connsiteY927" fmla="*/ 523079 h 6858000"/>
              <a:gd name="connsiteX928" fmla="*/ 1452685 w 7472601"/>
              <a:gd name="connsiteY928" fmla="*/ 699806 h 6858000"/>
              <a:gd name="connsiteX929" fmla="*/ 1492092 w 7472601"/>
              <a:gd name="connsiteY929" fmla="*/ 800424 h 6858000"/>
              <a:gd name="connsiteX930" fmla="*/ 1455302 w 7472601"/>
              <a:gd name="connsiteY930" fmla="*/ 632913 h 6858000"/>
              <a:gd name="connsiteX931" fmla="*/ 1222336 w 7472601"/>
              <a:gd name="connsiteY931" fmla="*/ 9480 h 6858000"/>
              <a:gd name="connsiteX932" fmla="*/ 1214634 w 7472601"/>
              <a:gd name="connsiteY932" fmla="*/ 0 h 6858000"/>
              <a:gd name="connsiteX933" fmla="*/ 1289827 w 7472601"/>
              <a:gd name="connsiteY933" fmla="*/ 0 h 6858000"/>
              <a:gd name="connsiteX934" fmla="*/ 1321076 w 7472601"/>
              <a:gd name="connsiteY934" fmla="*/ 59722 h 6858000"/>
              <a:gd name="connsiteX935" fmla="*/ 1512579 w 7472601"/>
              <a:gd name="connsiteY935" fmla="*/ 626441 h 6858000"/>
              <a:gd name="connsiteX936" fmla="*/ 1506076 w 7472601"/>
              <a:gd name="connsiteY936" fmla="*/ 1089289 h 6858000"/>
              <a:gd name="connsiteX937" fmla="*/ 1486346 w 7472601"/>
              <a:gd name="connsiteY937" fmla="*/ 1079919 h 6858000"/>
              <a:gd name="connsiteX938" fmla="*/ 1070511 w 7472601"/>
              <a:gd name="connsiteY938" fmla="*/ 48609 h 6858000"/>
              <a:gd name="connsiteX939" fmla="*/ 1057230 w 7472601"/>
              <a:gd name="connsiteY939" fmla="*/ 0 h 6858000"/>
              <a:gd name="connsiteX940" fmla="*/ 43151 w 7472601"/>
              <a:gd name="connsiteY940" fmla="*/ 0 h 6858000"/>
              <a:gd name="connsiteX941" fmla="*/ 95283 w 7472601"/>
              <a:gd name="connsiteY941" fmla="*/ 0 h 6858000"/>
              <a:gd name="connsiteX942" fmla="*/ 300708 w 7472601"/>
              <a:gd name="connsiteY942" fmla="*/ 154571 h 6858000"/>
              <a:gd name="connsiteX943" fmla="*/ 530414 w 7472601"/>
              <a:gd name="connsiteY943" fmla="*/ 354673 h 6858000"/>
              <a:gd name="connsiteX944" fmla="*/ 333785 w 7472601"/>
              <a:gd name="connsiteY944" fmla="*/ 161564 h 6858000"/>
              <a:gd name="connsiteX945" fmla="*/ 147005 w 7472601"/>
              <a:gd name="connsiteY945" fmla="*/ 0 h 6858000"/>
              <a:gd name="connsiteX946" fmla="*/ 272509 w 7472601"/>
              <a:gd name="connsiteY946" fmla="*/ 0 h 6858000"/>
              <a:gd name="connsiteX947" fmla="*/ 326276 w 7472601"/>
              <a:gd name="connsiteY947" fmla="*/ 45847 h 6858000"/>
              <a:gd name="connsiteX948" fmla="*/ 823759 w 7472601"/>
              <a:gd name="connsiteY948" fmla="*/ 574145 h 6858000"/>
              <a:gd name="connsiteX949" fmla="*/ 811254 w 7472601"/>
              <a:gd name="connsiteY949" fmla="*/ 665546 h 6858000"/>
              <a:gd name="connsiteX950" fmla="*/ 154042 w 7472601"/>
              <a:gd name="connsiteY950" fmla="*/ 261522 h 6858000"/>
              <a:gd name="connsiteX951" fmla="*/ 13550 w 7472601"/>
              <a:gd name="connsiteY951" fmla="*/ 158423 h 6858000"/>
              <a:gd name="connsiteX952" fmla="*/ 0 w 7472601"/>
              <a:gd name="connsiteY952" fmla="*/ 146618 h 6858000"/>
              <a:gd name="connsiteX953" fmla="*/ 0 w 7472601"/>
              <a:gd name="connsiteY953" fmla="*/ 59161 h 6858000"/>
              <a:gd name="connsiteX954" fmla="*/ 45427 w 7472601"/>
              <a:gd name="connsiteY954" fmla="*/ 101078 h 6858000"/>
              <a:gd name="connsiteX955" fmla="*/ 630103 w 7472601"/>
              <a:gd name="connsiteY955" fmla="*/ 485885 h 6858000"/>
              <a:gd name="connsiteX956" fmla="*/ 532040 w 7472601"/>
              <a:gd name="connsiteY956" fmla="*/ 399359 h 6858000"/>
              <a:gd name="connsiteX957" fmla="*/ 517618 w 7472601"/>
              <a:gd name="connsiteY957" fmla="*/ 385726 h 6858000"/>
              <a:gd name="connsiteX958" fmla="*/ 285074 w 7472601"/>
              <a:gd name="connsiteY958" fmla="*/ 182755 h 6858000"/>
              <a:gd name="connsiteX959" fmla="*/ 43151 w 7472601"/>
              <a:gd name="connsiteY959" fmla="*/ 0 h 6858000"/>
              <a:gd name="connsiteX0" fmla="*/ 369702 w 7467663"/>
              <a:gd name="connsiteY0" fmla="*/ 6712169 h 6858000"/>
              <a:gd name="connsiteX1" fmla="*/ 366575 w 7467663"/>
              <a:gd name="connsiteY1" fmla="*/ 6715556 h 6858000"/>
              <a:gd name="connsiteX2" fmla="*/ 371637 w 7467663"/>
              <a:gd name="connsiteY2" fmla="*/ 6713954 h 6858000"/>
              <a:gd name="connsiteX3" fmla="*/ 369702 w 7467663"/>
              <a:gd name="connsiteY3" fmla="*/ 6712169 h 6858000"/>
              <a:gd name="connsiteX4" fmla="*/ 7088673 w 7467663"/>
              <a:gd name="connsiteY4" fmla="*/ 6610396 h 6858000"/>
              <a:gd name="connsiteX5" fmla="*/ 7440138 w 7467663"/>
              <a:gd name="connsiteY5" fmla="*/ 6622648 h 6858000"/>
              <a:gd name="connsiteX6" fmla="*/ 7467600 w 7467663"/>
              <a:gd name="connsiteY6" fmla="*/ 6628217 h 6858000"/>
              <a:gd name="connsiteX7" fmla="*/ 7467600 w 7467663"/>
              <a:gd name="connsiteY7" fmla="*/ 6668575 h 6858000"/>
              <a:gd name="connsiteX8" fmla="*/ 7392322 w 7467663"/>
              <a:gd name="connsiteY8" fmla="*/ 6658238 h 6858000"/>
              <a:gd name="connsiteX9" fmla="*/ 7467600 w 7467663"/>
              <a:gd name="connsiteY9" fmla="*/ 6683873 h 6858000"/>
              <a:gd name="connsiteX10" fmla="*/ 7467600 w 7467663"/>
              <a:gd name="connsiteY10" fmla="*/ 6714215 h 6858000"/>
              <a:gd name="connsiteX11" fmla="*/ 7447383 w 7467663"/>
              <a:gd name="connsiteY11" fmla="*/ 6707202 h 6858000"/>
              <a:gd name="connsiteX12" fmla="*/ 7289862 w 7467663"/>
              <a:gd name="connsiteY12" fmla="*/ 6659827 h 6858000"/>
              <a:gd name="connsiteX13" fmla="*/ 7434024 w 7467663"/>
              <a:gd name="connsiteY13" fmla="*/ 6722130 h 6858000"/>
              <a:gd name="connsiteX14" fmla="*/ 7467600 w 7467663"/>
              <a:gd name="connsiteY14" fmla="*/ 6736157 h 6858000"/>
              <a:gd name="connsiteX15" fmla="*/ 7467600 w 7467663"/>
              <a:gd name="connsiteY15" fmla="*/ 6767913 h 6858000"/>
              <a:gd name="connsiteX16" fmla="*/ 7392158 w 7467663"/>
              <a:gd name="connsiteY16" fmla="*/ 6771365 h 6858000"/>
              <a:gd name="connsiteX17" fmla="*/ 7467600 w 7467663"/>
              <a:gd name="connsiteY17" fmla="*/ 6805948 h 6858000"/>
              <a:gd name="connsiteX18" fmla="*/ 7467600 w 7467663"/>
              <a:gd name="connsiteY18" fmla="*/ 6831490 h 6858000"/>
              <a:gd name="connsiteX19" fmla="*/ 7410696 w 7467663"/>
              <a:gd name="connsiteY19" fmla="*/ 6803861 h 6858000"/>
              <a:gd name="connsiteX20" fmla="*/ 7088673 w 7467663"/>
              <a:gd name="connsiteY20" fmla="*/ 6610396 h 6858000"/>
              <a:gd name="connsiteX21" fmla="*/ 1019354 w 7467663"/>
              <a:gd name="connsiteY21" fmla="*/ 6315006 h 6858000"/>
              <a:gd name="connsiteX22" fmla="*/ 441046 w 7467663"/>
              <a:gd name="connsiteY22" fmla="*/ 6691153 h 6858000"/>
              <a:gd name="connsiteX23" fmla="*/ 1019354 w 7467663"/>
              <a:gd name="connsiteY23" fmla="*/ 6315006 h 6858000"/>
              <a:gd name="connsiteX24" fmla="*/ 991680 w 7467663"/>
              <a:gd name="connsiteY24" fmla="*/ 6298413 h 6858000"/>
              <a:gd name="connsiteX25" fmla="*/ 409060 w 7467663"/>
              <a:gd name="connsiteY25" fmla="*/ 6671470 h 6858000"/>
              <a:gd name="connsiteX26" fmla="*/ 991680 w 7467663"/>
              <a:gd name="connsiteY26" fmla="*/ 6298413 h 6858000"/>
              <a:gd name="connsiteX27" fmla="*/ 103333 w 7467663"/>
              <a:gd name="connsiteY27" fmla="*/ 5699602 h 6858000"/>
              <a:gd name="connsiteX28" fmla="*/ 233938 w 7467663"/>
              <a:gd name="connsiteY28" fmla="*/ 5809416 h 6858000"/>
              <a:gd name="connsiteX29" fmla="*/ 883580 w 7467663"/>
              <a:gd name="connsiteY29" fmla="*/ 6180710 h 6858000"/>
              <a:gd name="connsiteX30" fmla="*/ 487337 w 7467663"/>
              <a:gd name="connsiteY30" fmla="*/ 5950182 h 6858000"/>
              <a:gd name="connsiteX31" fmla="*/ 354051 w 7467663"/>
              <a:gd name="connsiteY31" fmla="*/ 5854912 h 6858000"/>
              <a:gd name="connsiteX32" fmla="*/ 195436 w 7467663"/>
              <a:gd name="connsiteY32" fmla="*/ 5755068 h 6858000"/>
              <a:gd name="connsiteX33" fmla="*/ 103333 w 7467663"/>
              <a:gd name="connsiteY33" fmla="*/ 5699602 h 6858000"/>
              <a:gd name="connsiteX34" fmla="*/ 5539432 w 7467663"/>
              <a:gd name="connsiteY34" fmla="*/ 5642928 h 6858000"/>
              <a:gd name="connsiteX35" fmla="*/ 5555462 w 7467663"/>
              <a:gd name="connsiteY35" fmla="*/ 5694454 h 6858000"/>
              <a:gd name="connsiteX36" fmla="*/ 5828270 w 7467663"/>
              <a:gd name="connsiteY36" fmla="*/ 6320663 h 6858000"/>
              <a:gd name="connsiteX37" fmla="*/ 5947416 w 7467663"/>
              <a:gd name="connsiteY37" fmla="*/ 6574846 h 6858000"/>
              <a:gd name="connsiteX38" fmla="*/ 5539432 w 7467663"/>
              <a:gd name="connsiteY38" fmla="*/ 5642928 h 6858000"/>
              <a:gd name="connsiteX39" fmla="*/ 51253 w 7467663"/>
              <a:gd name="connsiteY39" fmla="*/ 5631825 h 6858000"/>
              <a:gd name="connsiteX40" fmla="*/ 211622 w 7467663"/>
              <a:gd name="connsiteY40" fmla="*/ 5728803 h 6858000"/>
              <a:gd name="connsiteX41" fmla="*/ 371652 w 7467663"/>
              <a:gd name="connsiteY41" fmla="*/ 5829062 h 6858000"/>
              <a:gd name="connsiteX42" fmla="*/ 505903 w 7467663"/>
              <a:gd name="connsiteY42" fmla="*/ 5925221 h 6858000"/>
              <a:gd name="connsiteX43" fmla="*/ 899240 w 7467663"/>
              <a:gd name="connsiteY43" fmla="*/ 6153068 h 6858000"/>
              <a:gd name="connsiteX44" fmla="*/ 988114 w 7467663"/>
              <a:gd name="connsiteY44" fmla="*/ 6174204 h 6858000"/>
              <a:gd name="connsiteX45" fmla="*/ 845971 w 7467663"/>
              <a:gd name="connsiteY45" fmla="*/ 6067177 h 6858000"/>
              <a:gd name="connsiteX46" fmla="*/ 448057 w 7467663"/>
              <a:gd name="connsiteY46" fmla="*/ 5841376 h 6858000"/>
              <a:gd name="connsiteX47" fmla="*/ 51253 w 7467663"/>
              <a:gd name="connsiteY47" fmla="*/ 5631825 h 6858000"/>
              <a:gd name="connsiteX48" fmla="*/ 2606687 w 7467663"/>
              <a:gd name="connsiteY48" fmla="*/ 5630718 h 6858000"/>
              <a:gd name="connsiteX49" fmla="*/ 2645658 w 7467663"/>
              <a:gd name="connsiteY49" fmla="*/ 6640259 h 6858000"/>
              <a:gd name="connsiteX50" fmla="*/ 2606687 w 7467663"/>
              <a:gd name="connsiteY50" fmla="*/ 5630718 h 6858000"/>
              <a:gd name="connsiteX51" fmla="*/ 3642057 w 7467663"/>
              <a:gd name="connsiteY51" fmla="*/ 5573487 h 6858000"/>
              <a:gd name="connsiteX52" fmla="*/ 3632981 w 7467663"/>
              <a:gd name="connsiteY52" fmla="*/ 5579437 h 6858000"/>
              <a:gd name="connsiteX53" fmla="*/ 3382436 w 7467663"/>
              <a:gd name="connsiteY53" fmla="*/ 5952726 h 6858000"/>
              <a:gd name="connsiteX54" fmla="*/ 3191929 w 7467663"/>
              <a:gd name="connsiteY54" fmla="*/ 6662669 h 6858000"/>
              <a:gd name="connsiteX55" fmla="*/ 3369898 w 7467663"/>
              <a:gd name="connsiteY55" fmla="*/ 6081771 h 6858000"/>
              <a:gd name="connsiteX56" fmla="*/ 3642057 w 7467663"/>
              <a:gd name="connsiteY56" fmla="*/ 5573487 h 6858000"/>
              <a:gd name="connsiteX57" fmla="*/ 2650666 w 7467663"/>
              <a:gd name="connsiteY57" fmla="*/ 5530686 h 6858000"/>
              <a:gd name="connsiteX58" fmla="*/ 2650249 w 7467663"/>
              <a:gd name="connsiteY58" fmla="*/ 5532101 h 6858000"/>
              <a:gd name="connsiteX59" fmla="*/ 2663808 w 7467663"/>
              <a:gd name="connsiteY59" fmla="*/ 6535215 h 6858000"/>
              <a:gd name="connsiteX60" fmla="*/ 2665418 w 7467663"/>
              <a:gd name="connsiteY60" fmla="*/ 6132756 h 6858000"/>
              <a:gd name="connsiteX61" fmla="*/ 2650666 w 7467663"/>
              <a:gd name="connsiteY61" fmla="*/ 5530686 h 6858000"/>
              <a:gd name="connsiteX62" fmla="*/ 2680277 w 7467663"/>
              <a:gd name="connsiteY62" fmla="*/ 5479204 h 6858000"/>
              <a:gd name="connsiteX63" fmla="*/ 2678972 w 7467663"/>
              <a:gd name="connsiteY63" fmla="*/ 5481582 h 6858000"/>
              <a:gd name="connsiteX64" fmla="*/ 2696666 w 7467663"/>
              <a:gd name="connsiteY64" fmla="*/ 6133836 h 6858000"/>
              <a:gd name="connsiteX65" fmla="*/ 2695769 w 7467663"/>
              <a:gd name="connsiteY65" fmla="*/ 6390955 h 6858000"/>
              <a:gd name="connsiteX66" fmla="*/ 2739893 w 7467663"/>
              <a:gd name="connsiteY66" fmla="*/ 6108357 h 6858000"/>
              <a:gd name="connsiteX67" fmla="*/ 2680277 w 7467663"/>
              <a:gd name="connsiteY67" fmla="*/ 5479204 h 6858000"/>
              <a:gd name="connsiteX68" fmla="*/ 1132195 w 7467663"/>
              <a:gd name="connsiteY68" fmla="*/ 5467980 h 6858000"/>
              <a:gd name="connsiteX69" fmla="*/ 1679056 w 7467663"/>
              <a:gd name="connsiteY69" fmla="*/ 5516907 h 6858000"/>
              <a:gd name="connsiteX70" fmla="*/ 2128648 w 7467663"/>
              <a:gd name="connsiteY70" fmla="*/ 5474249 h 6858000"/>
              <a:gd name="connsiteX71" fmla="*/ 1825619 w 7467663"/>
              <a:gd name="connsiteY71" fmla="*/ 5478447 h 6858000"/>
              <a:gd name="connsiteX72" fmla="*/ 1737798 w 7467663"/>
              <a:gd name="connsiteY72" fmla="*/ 5483353 h 6858000"/>
              <a:gd name="connsiteX73" fmla="*/ 1132195 w 7467663"/>
              <a:gd name="connsiteY73" fmla="*/ 5467980 h 6858000"/>
              <a:gd name="connsiteX74" fmla="*/ 7454976 w 7467663"/>
              <a:gd name="connsiteY74" fmla="*/ 6318297 h 6858000"/>
              <a:gd name="connsiteX75" fmla="*/ 7467600 w 7467663"/>
              <a:gd name="connsiteY75" fmla="*/ 6163634 h 6858000"/>
              <a:gd name="connsiteX76" fmla="*/ 7448321 w 7467663"/>
              <a:gd name="connsiteY76" fmla="*/ 6190991 h 6858000"/>
              <a:gd name="connsiteX77" fmla="*/ 7467600 w 7467663"/>
              <a:gd name="connsiteY77" fmla="*/ 6221686 h 6858000"/>
              <a:gd name="connsiteX78" fmla="*/ 7467600 w 7467663"/>
              <a:gd name="connsiteY78" fmla="*/ 6334256 h 6858000"/>
              <a:gd name="connsiteX79" fmla="*/ 7454976 w 7467663"/>
              <a:gd name="connsiteY79" fmla="*/ 6318297 h 6858000"/>
              <a:gd name="connsiteX80" fmla="*/ 1456157 w 7467663"/>
              <a:gd name="connsiteY80" fmla="*/ 5371404 h 6858000"/>
              <a:gd name="connsiteX81" fmla="*/ 1244432 w 7467663"/>
              <a:gd name="connsiteY81" fmla="*/ 5385601 h 6858000"/>
              <a:gd name="connsiteX82" fmla="*/ 973990 w 7467663"/>
              <a:gd name="connsiteY82" fmla="*/ 5424940 h 6858000"/>
              <a:gd name="connsiteX83" fmla="*/ 1103809 w 7467663"/>
              <a:gd name="connsiteY83" fmla="*/ 5433720 h 6858000"/>
              <a:gd name="connsiteX84" fmla="*/ 1123454 w 7467663"/>
              <a:gd name="connsiteY84" fmla="*/ 5435727 h 6858000"/>
              <a:gd name="connsiteX85" fmla="*/ 1737017 w 7467663"/>
              <a:gd name="connsiteY85" fmla="*/ 5452183 h 6858000"/>
              <a:gd name="connsiteX86" fmla="*/ 1824397 w 7467663"/>
              <a:gd name="connsiteY86" fmla="*/ 5447757 h 6858000"/>
              <a:gd name="connsiteX87" fmla="*/ 2070059 w 7467663"/>
              <a:gd name="connsiteY87" fmla="*/ 5441660 h 6858000"/>
              <a:gd name="connsiteX88" fmla="*/ 1456157 w 7467663"/>
              <a:gd name="connsiteY88" fmla="*/ 5371404 h 6858000"/>
              <a:gd name="connsiteX89" fmla="*/ 4988186 w 7467663"/>
              <a:gd name="connsiteY89" fmla="*/ 5216467 h 6858000"/>
              <a:gd name="connsiteX90" fmla="*/ 4777334 w 7467663"/>
              <a:gd name="connsiteY90" fmla="*/ 5406072 h 6858000"/>
              <a:gd name="connsiteX91" fmla="*/ 4718341 w 7467663"/>
              <a:gd name="connsiteY91" fmla="*/ 5468043 h 6858000"/>
              <a:gd name="connsiteX92" fmla="*/ 4604655 w 7467663"/>
              <a:gd name="connsiteY92" fmla="*/ 5583434 h 6858000"/>
              <a:gd name="connsiteX93" fmla="*/ 4565074 w 7467663"/>
              <a:gd name="connsiteY93" fmla="*/ 5618550 h 6858000"/>
              <a:gd name="connsiteX94" fmla="*/ 4988186 w 7467663"/>
              <a:gd name="connsiteY94" fmla="*/ 5216467 h 6858000"/>
              <a:gd name="connsiteX95" fmla="*/ 4978032 w 7467663"/>
              <a:gd name="connsiteY95" fmla="*/ 5183809 h 6858000"/>
              <a:gd name="connsiteX96" fmla="*/ 4463413 w 7467663"/>
              <a:gd name="connsiteY96" fmla="*/ 5615162 h 6858000"/>
              <a:gd name="connsiteX97" fmla="*/ 4358134 w 7467663"/>
              <a:gd name="connsiteY97" fmla="*/ 5742791 h 6858000"/>
              <a:gd name="connsiteX98" fmla="*/ 4376219 w 7467663"/>
              <a:gd name="connsiteY98" fmla="*/ 5729027 h 6858000"/>
              <a:gd name="connsiteX99" fmla="*/ 4582340 w 7467663"/>
              <a:gd name="connsiteY99" fmla="*/ 5561037 h 6858000"/>
              <a:gd name="connsiteX100" fmla="*/ 4694684 w 7467663"/>
              <a:gd name="connsiteY100" fmla="*/ 5447098 h 6858000"/>
              <a:gd name="connsiteX101" fmla="*/ 4754123 w 7467663"/>
              <a:gd name="connsiteY101" fmla="*/ 5384643 h 6858000"/>
              <a:gd name="connsiteX102" fmla="*/ 4978032 w 7467663"/>
              <a:gd name="connsiteY102" fmla="*/ 5183809 h 6858000"/>
              <a:gd name="connsiteX103" fmla="*/ 1903353 w 7467663"/>
              <a:gd name="connsiteY103" fmla="*/ 5044827 h 6858000"/>
              <a:gd name="connsiteX104" fmla="*/ 1936931 w 7467663"/>
              <a:gd name="connsiteY104" fmla="*/ 5093954 h 6858000"/>
              <a:gd name="connsiteX105" fmla="*/ 2195868 w 7467663"/>
              <a:gd name="connsiteY105" fmla="*/ 5396574 h 6858000"/>
              <a:gd name="connsiteX106" fmla="*/ 2088852 w 7467663"/>
              <a:gd name="connsiteY106" fmla="*/ 5166123 h 6858000"/>
              <a:gd name="connsiteX107" fmla="*/ 1958241 w 7467663"/>
              <a:gd name="connsiteY107" fmla="*/ 5067955 h 6858000"/>
              <a:gd name="connsiteX108" fmla="*/ 1903353 w 7467663"/>
              <a:gd name="connsiteY108" fmla="*/ 5044827 h 6858000"/>
              <a:gd name="connsiteX109" fmla="*/ 1979378 w 7467663"/>
              <a:gd name="connsiteY109" fmla="*/ 4769504 h 6858000"/>
              <a:gd name="connsiteX110" fmla="*/ 2882120 w 7467663"/>
              <a:gd name="connsiteY110" fmla="*/ 5064547 h 6858000"/>
              <a:gd name="connsiteX111" fmla="*/ 2793103 w 7467663"/>
              <a:gd name="connsiteY111" fmla="*/ 5039699 h 6858000"/>
              <a:gd name="connsiteX112" fmla="*/ 2770041 w 7467663"/>
              <a:gd name="connsiteY112" fmla="*/ 5033634 h 6858000"/>
              <a:gd name="connsiteX113" fmla="*/ 1979378 w 7467663"/>
              <a:gd name="connsiteY113" fmla="*/ 4769504 h 6858000"/>
              <a:gd name="connsiteX114" fmla="*/ 1927410 w 7467663"/>
              <a:gd name="connsiteY114" fmla="*/ 4716164 h 6858000"/>
              <a:gd name="connsiteX115" fmla="*/ 1959587 w 7467663"/>
              <a:gd name="connsiteY115" fmla="*/ 4728849 h 6858000"/>
              <a:gd name="connsiteX116" fmla="*/ 2777707 w 7467663"/>
              <a:gd name="connsiteY116" fmla="*/ 5003991 h 6858000"/>
              <a:gd name="connsiteX117" fmla="*/ 2800768 w 7467663"/>
              <a:gd name="connsiteY117" fmla="*/ 5010056 h 6858000"/>
              <a:gd name="connsiteX118" fmla="*/ 2879408 w 7467663"/>
              <a:gd name="connsiteY118" fmla="*/ 5031590 h 6858000"/>
              <a:gd name="connsiteX119" fmla="*/ 2862295 w 7467663"/>
              <a:gd name="connsiteY119" fmla="*/ 5022958 h 6858000"/>
              <a:gd name="connsiteX120" fmla="*/ 2813343 w 7467663"/>
              <a:gd name="connsiteY120" fmla="*/ 4998369 h 6858000"/>
              <a:gd name="connsiteX121" fmla="*/ 2646245 w 7467663"/>
              <a:gd name="connsiteY121" fmla="*/ 4930999 h 6858000"/>
              <a:gd name="connsiteX122" fmla="*/ 1999243 w 7467663"/>
              <a:gd name="connsiteY122" fmla="*/ 4730524 h 6858000"/>
              <a:gd name="connsiteX123" fmla="*/ 1979527 w 7467663"/>
              <a:gd name="connsiteY123" fmla="*/ 4726651 h 6858000"/>
              <a:gd name="connsiteX124" fmla="*/ 1927410 w 7467663"/>
              <a:gd name="connsiteY124" fmla="*/ 4716164 h 6858000"/>
              <a:gd name="connsiteX125" fmla="*/ 1997014 w 7467663"/>
              <a:gd name="connsiteY125" fmla="*/ 4698007 h 6858000"/>
              <a:gd name="connsiteX126" fmla="*/ 2005458 w 7467663"/>
              <a:gd name="connsiteY126" fmla="*/ 4699540 h 6858000"/>
              <a:gd name="connsiteX127" fmla="*/ 2657186 w 7467663"/>
              <a:gd name="connsiteY127" fmla="*/ 4901687 h 6858000"/>
              <a:gd name="connsiteX128" fmla="*/ 2826662 w 7467663"/>
              <a:gd name="connsiteY128" fmla="*/ 4970362 h 6858000"/>
              <a:gd name="connsiteX129" fmla="*/ 2876100 w 7467663"/>
              <a:gd name="connsiteY129" fmla="*/ 4995397 h 6858000"/>
              <a:gd name="connsiteX130" fmla="*/ 3042600 w 7467663"/>
              <a:gd name="connsiteY130" fmla="*/ 5059532 h 6858000"/>
              <a:gd name="connsiteX131" fmla="*/ 1997014 w 7467663"/>
              <a:gd name="connsiteY131" fmla="*/ 4698007 h 6858000"/>
              <a:gd name="connsiteX132" fmla="*/ 2305292 w 7467663"/>
              <a:gd name="connsiteY132" fmla="*/ 4219492 h 6858000"/>
              <a:gd name="connsiteX133" fmla="*/ 3360922 w 7467663"/>
              <a:gd name="connsiteY133" fmla="*/ 4529373 h 6858000"/>
              <a:gd name="connsiteX134" fmla="*/ 3492420 w 7467663"/>
              <a:gd name="connsiteY134" fmla="*/ 4510145 h 6858000"/>
              <a:gd name="connsiteX135" fmla="*/ 3364086 w 7467663"/>
              <a:gd name="connsiteY135" fmla="*/ 4480340 h 6858000"/>
              <a:gd name="connsiteX136" fmla="*/ 3225818 w 7467663"/>
              <a:gd name="connsiteY136" fmla="*/ 4411822 h 6858000"/>
              <a:gd name="connsiteX137" fmla="*/ 3129696 w 7467663"/>
              <a:gd name="connsiteY137" fmla="*/ 4360704 h 6858000"/>
              <a:gd name="connsiteX138" fmla="*/ 2814545 w 7467663"/>
              <a:gd name="connsiteY138" fmla="*/ 4282955 h 6858000"/>
              <a:gd name="connsiteX139" fmla="*/ 2305292 w 7467663"/>
              <a:gd name="connsiteY139" fmla="*/ 4219492 h 6858000"/>
              <a:gd name="connsiteX140" fmla="*/ 2626982 w 7467663"/>
              <a:gd name="connsiteY140" fmla="*/ 4206450 h 6858000"/>
              <a:gd name="connsiteX141" fmla="*/ 2490617 w 7467663"/>
              <a:gd name="connsiteY141" fmla="*/ 4206951 h 6858000"/>
              <a:gd name="connsiteX142" fmla="*/ 2819869 w 7467663"/>
              <a:gd name="connsiteY142" fmla="*/ 4252936 h 6858000"/>
              <a:gd name="connsiteX143" fmla="*/ 3143018 w 7467663"/>
              <a:gd name="connsiteY143" fmla="*/ 4332698 h 6858000"/>
              <a:gd name="connsiteX144" fmla="*/ 3241520 w 7467663"/>
              <a:gd name="connsiteY144" fmla="*/ 4385112 h 6858000"/>
              <a:gd name="connsiteX145" fmla="*/ 3374575 w 7467663"/>
              <a:gd name="connsiteY145" fmla="*/ 4451517 h 6858000"/>
              <a:gd name="connsiteX146" fmla="*/ 3505221 w 7467663"/>
              <a:gd name="connsiteY146" fmla="*/ 4480757 h 6858000"/>
              <a:gd name="connsiteX147" fmla="*/ 2626982 w 7467663"/>
              <a:gd name="connsiteY147" fmla="*/ 4206450 h 6858000"/>
              <a:gd name="connsiteX148" fmla="*/ 1310106 w 7467663"/>
              <a:gd name="connsiteY148" fmla="*/ 3943217 h 6858000"/>
              <a:gd name="connsiteX149" fmla="*/ 854994 w 7467663"/>
              <a:gd name="connsiteY149" fmla="*/ 4399136 h 6858000"/>
              <a:gd name="connsiteX150" fmla="*/ 742462 w 7467663"/>
              <a:gd name="connsiteY150" fmla="*/ 4594648 h 6858000"/>
              <a:gd name="connsiteX151" fmla="*/ 820602 w 7467663"/>
              <a:gd name="connsiteY151" fmla="*/ 4485915 h 6858000"/>
              <a:gd name="connsiteX152" fmla="*/ 878295 w 7467663"/>
              <a:gd name="connsiteY152" fmla="*/ 4403594 h 6858000"/>
              <a:gd name="connsiteX153" fmla="*/ 1240607 w 7467663"/>
              <a:gd name="connsiteY153" fmla="*/ 4010401 h 6858000"/>
              <a:gd name="connsiteX154" fmla="*/ 1310106 w 7467663"/>
              <a:gd name="connsiteY154" fmla="*/ 3943217 h 6858000"/>
              <a:gd name="connsiteX155" fmla="*/ 1423113 w 7467663"/>
              <a:gd name="connsiteY155" fmla="*/ 3874565 h 6858000"/>
              <a:gd name="connsiteX156" fmla="*/ 1260565 w 7467663"/>
              <a:gd name="connsiteY156" fmla="*/ 4031982 h 6858000"/>
              <a:gd name="connsiteX157" fmla="*/ 901900 w 7467663"/>
              <a:gd name="connsiteY157" fmla="*/ 4421236 h 6858000"/>
              <a:gd name="connsiteX158" fmla="*/ 845044 w 7467663"/>
              <a:gd name="connsiteY158" fmla="*/ 4502436 h 6858000"/>
              <a:gd name="connsiteX159" fmla="*/ 685926 w 7467663"/>
              <a:gd name="connsiteY159" fmla="*/ 4703069 h 6858000"/>
              <a:gd name="connsiteX160" fmla="*/ 684248 w 7467663"/>
              <a:gd name="connsiteY160" fmla="*/ 4706721 h 6858000"/>
              <a:gd name="connsiteX161" fmla="*/ 1423113 w 7467663"/>
              <a:gd name="connsiteY161" fmla="*/ 3874565 h 6858000"/>
              <a:gd name="connsiteX162" fmla="*/ 3316479 w 7467663"/>
              <a:gd name="connsiteY162" fmla="*/ 3872136 h 6858000"/>
              <a:gd name="connsiteX163" fmla="*/ 3546806 w 7467663"/>
              <a:gd name="connsiteY163" fmla="*/ 4356139 h 6858000"/>
              <a:gd name="connsiteX164" fmla="*/ 3364433 w 7467663"/>
              <a:gd name="connsiteY164" fmla="*/ 3953121 h 6858000"/>
              <a:gd name="connsiteX165" fmla="*/ 3316479 w 7467663"/>
              <a:gd name="connsiteY165" fmla="*/ 3872136 h 6858000"/>
              <a:gd name="connsiteX166" fmla="*/ 3291335 w 7467663"/>
              <a:gd name="connsiteY166" fmla="*/ 3767420 h 6858000"/>
              <a:gd name="connsiteX167" fmla="*/ 3390805 w 7467663"/>
              <a:gd name="connsiteY167" fmla="*/ 3937163 h 6858000"/>
              <a:gd name="connsiteX168" fmla="*/ 3579062 w 7467663"/>
              <a:gd name="connsiteY168" fmla="*/ 4359040 h 6858000"/>
              <a:gd name="connsiteX169" fmla="*/ 3467355 w 7467663"/>
              <a:gd name="connsiteY169" fmla="*/ 3988130 h 6858000"/>
              <a:gd name="connsiteX170" fmla="*/ 3310753 w 7467663"/>
              <a:gd name="connsiteY170" fmla="*/ 3787140 h 6858000"/>
              <a:gd name="connsiteX171" fmla="*/ 3291335 w 7467663"/>
              <a:gd name="connsiteY171" fmla="*/ 3767420 h 6858000"/>
              <a:gd name="connsiteX172" fmla="*/ 1635889 w 7467663"/>
              <a:gd name="connsiteY172" fmla="*/ 3709494 h 6858000"/>
              <a:gd name="connsiteX173" fmla="*/ 1634800 w 7467663"/>
              <a:gd name="connsiteY173" fmla="*/ 3731111 h 6858000"/>
              <a:gd name="connsiteX174" fmla="*/ 1635889 w 7467663"/>
              <a:gd name="connsiteY174" fmla="*/ 3709494 h 6858000"/>
              <a:gd name="connsiteX175" fmla="*/ 1510397 w 7467663"/>
              <a:gd name="connsiteY175" fmla="*/ 3684705 h 6858000"/>
              <a:gd name="connsiteX176" fmla="*/ 1146550 w 7467663"/>
              <a:gd name="connsiteY176" fmla="*/ 3802012 h 6858000"/>
              <a:gd name="connsiteX177" fmla="*/ 698834 w 7467663"/>
              <a:gd name="connsiteY177" fmla="*/ 3952272 h 6858000"/>
              <a:gd name="connsiteX178" fmla="*/ 34256 w 7467663"/>
              <a:gd name="connsiteY178" fmla="*/ 4347603 h 6858000"/>
              <a:gd name="connsiteX179" fmla="*/ 527241 w 7467663"/>
              <a:gd name="connsiteY179" fmla="*/ 4065078 h 6858000"/>
              <a:gd name="connsiteX180" fmla="*/ 1510397 w 7467663"/>
              <a:gd name="connsiteY180" fmla="*/ 3684705 h 6858000"/>
              <a:gd name="connsiteX181" fmla="*/ 1313114 w 7467663"/>
              <a:gd name="connsiteY181" fmla="*/ 3655216 h 6858000"/>
              <a:gd name="connsiteX182" fmla="*/ 1109304 w 7467663"/>
              <a:gd name="connsiteY182" fmla="*/ 3669030 h 6858000"/>
              <a:gd name="connsiteX183" fmla="*/ 8129 w 7467663"/>
              <a:gd name="connsiteY183" fmla="*/ 4330519 h 6858000"/>
              <a:gd name="connsiteX184" fmla="*/ 687572 w 7467663"/>
              <a:gd name="connsiteY184" fmla="*/ 3925629 h 6858000"/>
              <a:gd name="connsiteX185" fmla="*/ 1138365 w 7467663"/>
              <a:gd name="connsiteY185" fmla="*/ 3774515 h 6858000"/>
              <a:gd name="connsiteX186" fmla="*/ 1505579 w 7467663"/>
              <a:gd name="connsiteY186" fmla="*/ 3655526 h 6858000"/>
              <a:gd name="connsiteX187" fmla="*/ 1313114 w 7467663"/>
              <a:gd name="connsiteY187" fmla="*/ 3655216 h 6858000"/>
              <a:gd name="connsiteX188" fmla="*/ 3655073 w 7467663"/>
              <a:gd name="connsiteY188" fmla="*/ 3650884 h 6858000"/>
              <a:gd name="connsiteX189" fmla="*/ 3989938 w 7467663"/>
              <a:gd name="connsiteY189" fmla="*/ 3991685 h 6858000"/>
              <a:gd name="connsiteX190" fmla="*/ 4393907 w 7467663"/>
              <a:gd name="connsiteY190" fmla="*/ 4261258 h 6858000"/>
              <a:gd name="connsiteX191" fmla="*/ 4648051 w 7467663"/>
              <a:gd name="connsiteY191" fmla="*/ 4374051 h 6858000"/>
              <a:gd name="connsiteX192" fmla="*/ 4383389 w 7467663"/>
              <a:gd name="connsiteY192" fmla="*/ 4184369 h 6858000"/>
              <a:gd name="connsiteX193" fmla="*/ 4165508 w 7467663"/>
              <a:gd name="connsiteY193" fmla="*/ 4035196 h 6858000"/>
              <a:gd name="connsiteX194" fmla="*/ 4068162 w 7467663"/>
              <a:gd name="connsiteY194" fmla="*/ 3953394 h 6858000"/>
              <a:gd name="connsiteX195" fmla="*/ 3981416 w 7467663"/>
              <a:gd name="connsiteY195" fmla="*/ 3880482 h 6858000"/>
              <a:gd name="connsiteX196" fmla="*/ 3800147 w 7467663"/>
              <a:gd name="connsiteY196" fmla="*/ 3749872 h 6858000"/>
              <a:gd name="connsiteX197" fmla="*/ 3655073 w 7467663"/>
              <a:gd name="connsiteY197" fmla="*/ 3650884 h 6858000"/>
              <a:gd name="connsiteX198" fmla="*/ 3670252 w 7467663"/>
              <a:gd name="connsiteY198" fmla="*/ 3622798 h 6858000"/>
              <a:gd name="connsiteX199" fmla="*/ 3817258 w 7467663"/>
              <a:gd name="connsiteY199" fmla="*/ 3723577 h 6858000"/>
              <a:gd name="connsiteX200" fmla="*/ 4000461 w 7467663"/>
              <a:gd name="connsiteY200" fmla="*/ 3855966 h 6858000"/>
              <a:gd name="connsiteX201" fmla="*/ 4088180 w 7467663"/>
              <a:gd name="connsiteY201" fmla="*/ 3929774 h 6858000"/>
              <a:gd name="connsiteX202" fmla="*/ 4184555 w 7467663"/>
              <a:gd name="connsiteY202" fmla="*/ 4010683 h 6858000"/>
              <a:gd name="connsiteX203" fmla="*/ 4399563 w 7467663"/>
              <a:gd name="connsiteY203" fmla="*/ 4158106 h 6858000"/>
              <a:gd name="connsiteX204" fmla="*/ 4684469 w 7467663"/>
              <a:gd name="connsiteY204" fmla="*/ 4364680 h 6858000"/>
              <a:gd name="connsiteX205" fmla="*/ 4690271 w 7467663"/>
              <a:gd name="connsiteY205" fmla="*/ 4370034 h 6858000"/>
              <a:gd name="connsiteX206" fmla="*/ 4136093 w 7467663"/>
              <a:gd name="connsiteY206" fmla="*/ 3858466 h 6858000"/>
              <a:gd name="connsiteX207" fmla="*/ 3670252 w 7467663"/>
              <a:gd name="connsiteY207" fmla="*/ 3622798 h 6858000"/>
              <a:gd name="connsiteX208" fmla="*/ 4440129 w 7467663"/>
              <a:gd name="connsiteY208" fmla="*/ 3448571 h 6858000"/>
              <a:gd name="connsiteX209" fmla="*/ 4856525 w 7467663"/>
              <a:gd name="connsiteY209" fmla="*/ 3915351 h 6858000"/>
              <a:gd name="connsiteX210" fmla="*/ 5059055 w 7467663"/>
              <a:gd name="connsiteY210" fmla="*/ 4108918 h 6858000"/>
              <a:gd name="connsiteX211" fmla="*/ 5290070 w 7467663"/>
              <a:gd name="connsiteY211" fmla="*/ 4263619 h 6858000"/>
              <a:gd name="connsiteX212" fmla="*/ 4834991 w 7467663"/>
              <a:gd name="connsiteY212" fmla="*/ 3830985 h 6858000"/>
              <a:gd name="connsiteX213" fmla="*/ 4440129 w 7467663"/>
              <a:gd name="connsiteY213" fmla="*/ 3448571 h 6858000"/>
              <a:gd name="connsiteX214" fmla="*/ 4441737 w 7467663"/>
              <a:gd name="connsiteY214" fmla="*/ 3399734 h 6858000"/>
              <a:gd name="connsiteX215" fmla="*/ 4431236 w 7467663"/>
              <a:gd name="connsiteY215" fmla="*/ 3400954 h 6858000"/>
              <a:gd name="connsiteX216" fmla="*/ 4557150 w 7467663"/>
              <a:gd name="connsiteY216" fmla="*/ 3510023 h 6858000"/>
              <a:gd name="connsiteX217" fmla="*/ 4856936 w 7467663"/>
              <a:gd name="connsiteY217" fmla="*/ 3809146 h 6858000"/>
              <a:gd name="connsiteX218" fmla="*/ 5111996 w 7467663"/>
              <a:gd name="connsiteY218" fmla="*/ 4065759 h 6858000"/>
              <a:gd name="connsiteX219" fmla="*/ 5388878 w 7467663"/>
              <a:gd name="connsiteY219" fmla="*/ 4300185 h 6858000"/>
              <a:gd name="connsiteX220" fmla="*/ 5425556 w 7467663"/>
              <a:gd name="connsiteY220" fmla="*/ 4308967 h 6858000"/>
              <a:gd name="connsiteX221" fmla="*/ 4943646 w 7467663"/>
              <a:gd name="connsiteY221" fmla="*/ 3822916 h 6858000"/>
              <a:gd name="connsiteX222" fmla="*/ 4594837 w 7467663"/>
              <a:gd name="connsiteY222" fmla="*/ 3532274 h 6858000"/>
              <a:gd name="connsiteX223" fmla="*/ 4441737 w 7467663"/>
              <a:gd name="connsiteY223" fmla="*/ 3399734 h 6858000"/>
              <a:gd name="connsiteX224" fmla="*/ 5425834 w 7467663"/>
              <a:gd name="connsiteY224" fmla="*/ 3162785 h 6858000"/>
              <a:gd name="connsiteX225" fmla="*/ 5401644 w 7467663"/>
              <a:gd name="connsiteY225" fmla="*/ 3617847 h 6858000"/>
              <a:gd name="connsiteX226" fmla="*/ 5467256 w 7467663"/>
              <a:gd name="connsiteY226" fmla="*/ 4175494 h 6858000"/>
              <a:gd name="connsiteX227" fmla="*/ 5448069 w 7467663"/>
              <a:gd name="connsiteY227" fmla="*/ 3567554 h 6858000"/>
              <a:gd name="connsiteX228" fmla="*/ 5425834 w 7467663"/>
              <a:gd name="connsiteY228" fmla="*/ 3162785 h 6858000"/>
              <a:gd name="connsiteX229" fmla="*/ 1318687 w 7467663"/>
              <a:gd name="connsiteY229" fmla="*/ 3113840 h 6858000"/>
              <a:gd name="connsiteX230" fmla="*/ 1066793 w 7467663"/>
              <a:gd name="connsiteY230" fmla="*/ 3212171 h 6858000"/>
              <a:gd name="connsiteX231" fmla="*/ 993319 w 7467663"/>
              <a:gd name="connsiteY231" fmla="*/ 3247648 h 6858000"/>
              <a:gd name="connsiteX232" fmla="*/ 853081 w 7467663"/>
              <a:gd name="connsiteY232" fmla="*/ 3312410 h 6858000"/>
              <a:gd name="connsiteX233" fmla="*/ 805957 w 7467663"/>
              <a:gd name="connsiteY233" fmla="*/ 3330443 h 6858000"/>
              <a:gd name="connsiteX234" fmla="*/ 1318687 w 7467663"/>
              <a:gd name="connsiteY234" fmla="*/ 3113840 h 6858000"/>
              <a:gd name="connsiteX235" fmla="*/ 5453702 w 7467663"/>
              <a:gd name="connsiteY235" fmla="*/ 3090882 h 6858000"/>
              <a:gd name="connsiteX236" fmla="*/ 5480135 w 7467663"/>
              <a:gd name="connsiteY236" fmla="*/ 3565802 h 6858000"/>
              <a:gd name="connsiteX237" fmla="*/ 5499023 w 7467663"/>
              <a:gd name="connsiteY237" fmla="*/ 4166310 h 6858000"/>
              <a:gd name="connsiteX238" fmla="*/ 5547022 w 7467663"/>
              <a:gd name="connsiteY238" fmla="*/ 3607838 h 6858000"/>
              <a:gd name="connsiteX239" fmla="*/ 5515964 w 7467663"/>
              <a:gd name="connsiteY239" fmla="*/ 3378541 h 6858000"/>
              <a:gd name="connsiteX240" fmla="*/ 5453702 w 7467663"/>
              <a:gd name="connsiteY240" fmla="*/ 3090882 h 6858000"/>
              <a:gd name="connsiteX241" fmla="*/ 1238695 w 7467663"/>
              <a:gd name="connsiteY241" fmla="*/ 3076820 h 6858000"/>
              <a:gd name="connsiteX242" fmla="*/ 716371 w 7467663"/>
              <a:gd name="connsiteY242" fmla="*/ 3293249 h 6858000"/>
              <a:gd name="connsiteX243" fmla="*/ 579522 w 7467663"/>
              <a:gd name="connsiteY243" fmla="*/ 3371759 h 6858000"/>
              <a:gd name="connsiteX244" fmla="*/ 600288 w 7467663"/>
              <a:gd name="connsiteY244" fmla="*/ 3365555 h 6858000"/>
              <a:gd name="connsiteX245" fmla="*/ 840692 w 7467663"/>
              <a:gd name="connsiteY245" fmla="*/ 3284921 h 6858000"/>
              <a:gd name="connsiteX246" fmla="*/ 979248 w 7467663"/>
              <a:gd name="connsiteY246" fmla="*/ 3221003 h 6858000"/>
              <a:gd name="connsiteX247" fmla="*/ 1053282 w 7467663"/>
              <a:gd name="connsiteY247" fmla="*/ 3185247 h 6858000"/>
              <a:gd name="connsiteX248" fmla="*/ 1320603 w 7467663"/>
              <a:gd name="connsiteY248" fmla="*/ 3081281 h 6858000"/>
              <a:gd name="connsiteX249" fmla="*/ 1238695 w 7467663"/>
              <a:gd name="connsiteY249" fmla="*/ 3076820 h 6858000"/>
              <a:gd name="connsiteX250" fmla="*/ 5425627 w 7467663"/>
              <a:gd name="connsiteY250" fmla="*/ 2954192 h 6858000"/>
              <a:gd name="connsiteX251" fmla="*/ 5470770 w 7467663"/>
              <a:gd name="connsiteY251" fmla="*/ 3005435 h 6858000"/>
              <a:gd name="connsiteX252" fmla="*/ 5519779 w 7467663"/>
              <a:gd name="connsiteY252" fmla="*/ 4359223 h 6858000"/>
              <a:gd name="connsiteX253" fmla="*/ 5520293 w 7467663"/>
              <a:gd name="connsiteY253" fmla="*/ 4360602 h 6858000"/>
              <a:gd name="connsiteX254" fmla="*/ 5767221 w 7467663"/>
              <a:gd name="connsiteY254" fmla="*/ 4665564 h 6858000"/>
              <a:gd name="connsiteX255" fmla="*/ 6937169 w 7467663"/>
              <a:gd name="connsiteY255" fmla="*/ 4815941 h 6858000"/>
              <a:gd name="connsiteX256" fmla="*/ 6953922 w 7467663"/>
              <a:gd name="connsiteY256" fmla="*/ 4890068 h 6858000"/>
              <a:gd name="connsiteX257" fmla="*/ 6071359 w 7467663"/>
              <a:gd name="connsiteY257" fmla="*/ 4770770 h 6858000"/>
              <a:gd name="connsiteX258" fmla="*/ 6038839 w 7467663"/>
              <a:gd name="connsiteY258" fmla="*/ 4764474 h 6858000"/>
              <a:gd name="connsiteX259" fmla="*/ 6038706 w 7467663"/>
              <a:gd name="connsiteY259" fmla="*/ 4763847 h 6858000"/>
              <a:gd name="connsiteX260" fmla="*/ 6037784 w 7467663"/>
              <a:gd name="connsiteY260" fmla="*/ 4764270 h 6858000"/>
              <a:gd name="connsiteX261" fmla="*/ 6038839 w 7467663"/>
              <a:gd name="connsiteY261" fmla="*/ 4764474 h 6858000"/>
              <a:gd name="connsiteX262" fmla="*/ 6040338 w 7467663"/>
              <a:gd name="connsiteY262" fmla="*/ 4771418 h 6858000"/>
              <a:gd name="connsiteX263" fmla="*/ 6024488 w 7467663"/>
              <a:gd name="connsiteY263" fmla="*/ 4809903 h 6858000"/>
              <a:gd name="connsiteX264" fmla="*/ 5599771 w 7467663"/>
              <a:gd name="connsiteY264" fmla="*/ 5509652 h 6858000"/>
              <a:gd name="connsiteX265" fmla="*/ 5548843 w 7467663"/>
              <a:gd name="connsiteY265" fmla="*/ 5563845 h 6858000"/>
              <a:gd name="connsiteX266" fmla="*/ 5940952 w 7467663"/>
              <a:gd name="connsiteY266" fmla="*/ 6250028 h 6858000"/>
              <a:gd name="connsiteX267" fmla="*/ 6043441 w 7467663"/>
              <a:gd name="connsiteY267" fmla="*/ 6665847 h 6858000"/>
              <a:gd name="connsiteX268" fmla="*/ 6093432 w 7467663"/>
              <a:gd name="connsiteY268" fmla="*/ 6858000 h 6858000"/>
              <a:gd name="connsiteX269" fmla="*/ 6034344 w 7467663"/>
              <a:gd name="connsiteY269" fmla="*/ 6858000 h 6858000"/>
              <a:gd name="connsiteX270" fmla="*/ 6026679 w 7467663"/>
              <a:gd name="connsiteY270" fmla="*/ 6836959 h 6858000"/>
              <a:gd name="connsiteX271" fmla="*/ 5800441 w 7467663"/>
              <a:gd name="connsiteY271" fmla="*/ 6335286 h 6858000"/>
              <a:gd name="connsiteX272" fmla="*/ 5526562 w 7467663"/>
              <a:gd name="connsiteY272" fmla="*/ 5705388 h 6858000"/>
              <a:gd name="connsiteX273" fmla="*/ 5519640 w 7467663"/>
              <a:gd name="connsiteY273" fmla="*/ 5683774 h 6858000"/>
              <a:gd name="connsiteX274" fmla="*/ 5844559 w 7467663"/>
              <a:gd name="connsiteY274" fmla="*/ 6553349 h 6858000"/>
              <a:gd name="connsiteX275" fmla="*/ 5975994 w 7467663"/>
              <a:gd name="connsiteY275" fmla="*/ 6858000 h 6858000"/>
              <a:gd name="connsiteX276" fmla="*/ 5898547 w 7467663"/>
              <a:gd name="connsiteY276" fmla="*/ 6858000 h 6858000"/>
              <a:gd name="connsiteX277" fmla="*/ 5682041 w 7467663"/>
              <a:gd name="connsiteY277" fmla="*/ 6355860 h 6858000"/>
              <a:gd name="connsiteX278" fmla="*/ 5461758 w 7467663"/>
              <a:gd name="connsiteY278" fmla="*/ 5820220 h 6858000"/>
              <a:gd name="connsiteX279" fmla="*/ 5237282 w 7467663"/>
              <a:gd name="connsiteY279" fmla="*/ 6579086 h 6858000"/>
              <a:gd name="connsiteX280" fmla="*/ 5115009 w 7467663"/>
              <a:gd name="connsiteY280" fmla="*/ 6858000 h 6858000"/>
              <a:gd name="connsiteX281" fmla="*/ 5028074 w 7467663"/>
              <a:gd name="connsiteY281" fmla="*/ 6858000 h 6858000"/>
              <a:gd name="connsiteX282" fmla="*/ 5079508 w 7467663"/>
              <a:gd name="connsiteY282" fmla="*/ 6749074 h 6858000"/>
              <a:gd name="connsiteX283" fmla="*/ 5371846 w 7467663"/>
              <a:gd name="connsiteY283" fmla="*/ 5924413 h 6858000"/>
              <a:gd name="connsiteX284" fmla="*/ 5270512 w 7467663"/>
              <a:gd name="connsiteY284" fmla="*/ 6138975 h 6858000"/>
              <a:gd name="connsiteX285" fmla="*/ 5062409 w 7467663"/>
              <a:gd name="connsiteY285" fmla="*/ 6653544 h 6858000"/>
              <a:gd name="connsiteX286" fmla="*/ 5036628 w 7467663"/>
              <a:gd name="connsiteY286" fmla="*/ 6754247 h 6858000"/>
              <a:gd name="connsiteX287" fmla="*/ 5009112 w 7467663"/>
              <a:gd name="connsiteY287" fmla="*/ 6858000 h 6858000"/>
              <a:gd name="connsiteX288" fmla="*/ 4976679 w 7467663"/>
              <a:gd name="connsiteY288" fmla="*/ 6858000 h 6858000"/>
              <a:gd name="connsiteX289" fmla="*/ 5006537 w 7467663"/>
              <a:gd name="connsiteY289" fmla="*/ 6747068 h 6858000"/>
              <a:gd name="connsiteX290" fmla="*/ 5032723 w 7467663"/>
              <a:gd name="connsiteY290" fmla="*/ 6644957 h 6858000"/>
              <a:gd name="connsiteX291" fmla="*/ 5242949 w 7467663"/>
              <a:gd name="connsiteY291" fmla="*/ 6125175 h 6858000"/>
              <a:gd name="connsiteX292" fmla="*/ 5286321 w 7467663"/>
              <a:gd name="connsiteY292" fmla="*/ 6033555 h 6858000"/>
              <a:gd name="connsiteX293" fmla="*/ 5008210 w 7467663"/>
              <a:gd name="connsiteY293" fmla="*/ 6649194 h 6858000"/>
              <a:gd name="connsiteX294" fmla="*/ 4986321 w 7467663"/>
              <a:gd name="connsiteY294" fmla="*/ 6765687 h 6858000"/>
              <a:gd name="connsiteX295" fmla="*/ 4973474 w 7467663"/>
              <a:gd name="connsiteY295" fmla="*/ 6858000 h 6858000"/>
              <a:gd name="connsiteX296" fmla="*/ 4907178 w 7467663"/>
              <a:gd name="connsiteY296" fmla="*/ 6858000 h 6858000"/>
              <a:gd name="connsiteX297" fmla="*/ 4910810 w 7467663"/>
              <a:gd name="connsiteY297" fmla="*/ 6829660 h 6858000"/>
              <a:gd name="connsiteX298" fmla="*/ 4987461 w 7467663"/>
              <a:gd name="connsiteY298" fmla="*/ 6432994 h 6858000"/>
              <a:gd name="connsiteX299" fmla="*/ 5179262 w 7467663"/>
              <a:gd name="connsiteY299" fmla="*/ 6035044 h 6858000"/>
              <a:gd name="connsiteX300" fmla="*/ 4689678 w 7467663"/>
              <a:gd name="connsiteY300" fmla="*/ 6440241 h 6858000"/>
              <a:gd name="connsiteX301" fmla="*/ 4477543 w 7467663"/>
              <a:gd name="connsiteY301" fmla="*/ 6674836 h 6858000"/>
              <a:gd name="connsiteX302" fmla="*/ 4329957 w 7467663"/>
              <a:gd name="connsiteY302" fmla="*/ 6858000 h 6858000"/>
              <a:gd name="connsiteX303" fmla="*/ 4218595 w 7467663"/>
              <a:gd name="connsiteY303" fmla="*/ 6858000 h 6858000"/>
              <a:gd name="connsiteX304" fmla="*/ 4368888 w 7467663"/>
              <a:gd name="connsiteY304" fmla="*/ 6668412 h 6858000"/>
              <a:gd name="connsiteX305" fmla="*/ 4563091 w 7467663"/>
              <a:gd name="connsiteY305" fmla="*/ 6442508 h 6858000"/>
              <a:gd name="connsiteX306" fmla="*/ 5387324 w 7467663"/>
              <a:gd name="connsiteY306" fmla="*/ 5705830 h 6858000"/>
              <a:gd name="connsiteX307" fmla="*/ 5073620 w 7467663"/>
              <a:gd name="connsiteY307" fmla="*/ 5955437 h 6858000"/>
              <a:gd name="connsiteX308" fmla="*/ 4689789 w 7467663"/>
              <a:gd name="connsiteY308" fmla="*/ 6268382 h 6858000"/>
              <a:gd name="connsiteX309" fmla="*/ 4418722 w 7467663"/>
              <a:gd name="connsiteY309" fmla="*/ 6570886 h 6858000"/>
              <a:gd name="connsiteX310" fmla="*/ 4214944 w 7467663"/>
              <a:gd name="connsiteY310" fmla="*/ 6858000 h 6858000"/>
              <a:gd name="connsiteX311" fmla="*/ 4177898 w 7467663"/>
              <a:gd name="connsiteY311" fmla="*/ 6858000 h 6858000"/>
              <a:gd name="connsiteX312" fmla="*/ 4391597 w 7467663"/>
              <a:gd name="connsiteY312" fmla="*/ 6556370 h 6858000"/>
              <a:gd name="connsiteX313" fmla="*/ 4668889 w 7467663"/>
              <a:gd name="connsiteY313" fmla="*/ 6246399 h 6858000"/>
              <a:gd name="connsiteX314" fmla="*/ 5055427 w 7467663"/>
              <a:gd name="connsiteY314" fmla="*/ 5931476 h 6858000"/>
              <a:gd name="connsiteX315" fmla="*/ 5371814 w 7467663"/>
              <a:gd name="connsiteY315" fmla="*/ 5678975 h 6858000"/>
              <a:gd name="connsiteX316" fmla="*/ 4987918 w 7467663"/>
              <a:gd name="connsiteY316" fmla="*/ 5838701 h 6858000"/>
              <a:gd name="connsiteX317" fmla="*/ 4317146 w 7467663"/>
              <a:gd name="connsiteY317" fmla="*/ 6587716 h 6858000"/>
              <a:gd name="connsiteX318" fmla="*/ 4171627 w 7467663"/>
              <a:gd name="connsiteY318" fmla="*/ 6858000 h 6858000"/>
              <a:gd name="connsiteX319" fmla="*/ 4081585 w 7467663"/>
              <a:gd name="connsiteY319" fmla="*/ 6858000 h 6858000"/>
              <a:gd name="connsiteX320" fmla="*/ 4238603 w 7467663"/>
              <a:gd name="connsiteY320" fmla="*/ 6559341 h 6858000"/>
              <a:gd name="connsiteX321" fmla="*/ 4778333 w 7467663"/>
              <a:gd name="connsiteY321" fmla="*/ 5873626 h 6858000"/>
              <a:gd name="connsiteX322" fmla="*/ 5414185 w 7467663"/>
              <a:gd name="connsiteY322" fmla="*/ 5573882 h 6858000"/>
              <a:gd name="connsiteX323" fmla="*/ 5959648 w 7467663"/>
              <a:gd name="connsiteY323" fmla="*/ 4760797 h 6858000"/>
              <a:gd name="connsiteX324" fmla="*/ 5355019 w 7467663"/>
              <a:gd name="connsiteY324" fmla="*/ 4734672 h 6858000"/>
              <a:gd name="connsiteX325" fmla="*/ 5083565 w 7467663"/>
              <a:gd name="connsiteY325" fmla="*/ 5179121 h 6858000"/>
              <a:gd name="connsiteX326" fmla="*/ 4713577 w 7467663"/>
              <a:gd name="connsiteY326" fmla="*/ 5616803 h 6858000"/>
              <a:gd name="connsiteX327" fmla="*/ 3989559 w 7467663"/>
              <a:gd name="connsiteY327" fmla="*/ 6145945 h 6858000"/>
              <a:gd name="connsiteX328" fmla="*/ 3939824 w 7467663"/>
              <a:gd name="connsiteY328" fmla="*/ 6066900 h 6858000"/>
              <a:gd name="connsiteX329" fmla="*/ 4584537 w 7467663"/>
              <a:gd name="connsiteY329" fmla="*/ 5324826 h 6858000"/>
              <a:gd name="connsiteX330" fmla="*/ 5037105 w 7467663"/>
              <a:gd name="connsiteY330" fmla="*/ 5088765 h 6858000"/>
              <a:gd name="connsiteX331" fmla="*/ 5039930 w 7467663"/>
              <a:gd name="connsiteY331" fmla="*/ 5089585 h 6858000"/>
              <a:gd name="connsiteX332" fmla="*/ 5263764 w 7467663"/>
              <a:gd name="connsiteY332" fmla="*/ 4735525 h 6858000"/>
              <a:gd name="connsiteX333" fmla="*/ 4086300 w 7467663"/>
              <a:gd name="connsiteY333" fmla="*/ 4884599 h 6858000"/>
              <a:gd name="connsiteX334" fmla="*/ 4085485 w 7467663"/>
              <a:gd name="connsiteY334" fmla="*/ 4899070 h 6858000"/>
              <a:gd name="connsiteX335" fmla="*/ 3871915 w 7467663"/>
              <a:gd name="connsiteY335" fmla="*/ 5253645 h 6858000"/>
              <a:gd name="connsiteX336" fmla="*/ 3799374 w 7467663"/>
              <a:gd name="connsiteY336" fmla="*/ 5466127 h 6858000"/>
              <a:gd name="connsiteX337" fmla="*/ 3498850 w 7467663"/>
              <a:gd name="connsiteY337" fmla="*/ 6661888 h 6858000"/>
              <a:gd name="connsiteX338" fmla="*/ 3399216 w 7467663"/>
              <a:gd name="connsiteY338" fmla="*/ 6858000 h 6858000"/>
              <a:gd name="connsiteX339" fmla="*/ 3303688 w 7467663"/>
              <a:gd name="connsiteY339" fmla="*/ 6858000 h 6858000"/>
              <a:gd name="connsiteX340" fmla="*/ 3391774 w 7467663"/>
              <a:gd name="connsiteY340" fmla="*/ 6697181 h 6858000"/>
              <a:gd name="connsiteX341" fmla="*/ 3735540 w 7467663"/>
              <a:gd name="connsiteY341" fmla="*/ 5546923 h 6858000"/>
              <a:gd name="connsiteX342" fmla="*/ 3729438 w 7467663"/>
              <a:gd name="connsiteY342" fmla="*/ 5569058 h 6858000"/>
              <a:gd name="connsiteX343" fmla="*/ 3707782 w 7467663"/>
              <a:gd name="connsiteY343" fmla="*/ 5644908 h 6858000"/>
              <a:gd name="connsiteX344" fmla="*/ 3583827 w 7467663"/>
              <a:gd name="connsiteY344" fmla="*/ 6039215 h 6858000"/>
              <a:gd name="connsiteX345" fmla="*/ 3547861 w 7467663"/>
              <a:gd name="connsiteY345" fmla="*/ 6129609 h 6858000"/>
              <a:gd name="connsiteX346" fmla="*/ 3490905 w 7467663"/>
              <a:gd name="connsiteY346" fmla="*/ 6277660 h 6858000"/>
              <a:gd name="connsiteX347" fmla="*/ 3455859 w 7467663"/>
              <a:gd name="connsiteY347" fmla="*/ 6391301 h 6858000"/>
              <a:gd name="connsiteX348" fmla="*/ 3429112 w 7467663"/>
              <a:gd name="connsiteY348" fmla="*/ 6479469 h 6858000"/>
              <a:gd name="connsiteX349" fmla="*/ 3304862 w 7467663"/>
              <a:gd name="connsiteY349" fmla="*/ 6796476 h 6858000"/>
              <a:gd name="connsiteX350" fmla="*/ 3276071 w 7467663"/>
              <a:gd name="connsiteY350" fmla="*/ 6858000 h 6858000"/>
              <a:gd name="connsiteX351" fmla="*/ 3240805 w 7467663"/>
              <a:gd name="connsiteY351" fmla="*/ 6858000 h 6858000"/>
              <a:gd name="connsiteX352" fmla="*/ 3275917 w 7467663"/>
              <a:gd name="connsiteY352" fmla="*/ 6783192 h 6858000"/>
              <a:gd name="connsiteX353" fmla="*/ 3399358 w 7467663"/>
              <a:gd name="connsiteY353" fmla="*/ 6469011 h 6858000"/>
              <a:gd name="connsiteX354" fmla="*/ 3425650 w 7467663"/>
              <a:gd name="connsiteY354" fmla="*/ 6381333 h 6858000"/>
              <a:gd name="connsiteX355" fmla="*/ 3460661 w 7467663"/>
              <a:gd name="connsiteY355" fmla="*/ 6266763 h 6858000"/>
              <a:gd name="connsiteX356" fmla="*/ 3518021 w 7467663"/>
              <a:gd name="connsiteY356" fmla="*/ 6117298 h 6858000"/>
              <a:gd name="connsiteX357" fmla="*/ 3554035 w 7467663"/>
              <a:gd name="connsiteY357" fmla="*/ 6027832 h 6858000"/>
              <a:gd name="connsiteX358" fmla="*/ 3677174 w 7467663"/>
              <a:gd name="connsiteY358" fmla="*/ 5636351 h 6858000"/>
              <a:gd name="connsiteX359" fmla="*/ 3698819 w 7467663"/>
              <a:gd name="connsiteY359" fmla="*/ 5560503 h 6858000"/>
              <a:gd name="connsiteX360" fmla="*/ 3702094 w 7467663"/>
              <a:gd name="connsiteY360" fmla="*/ 5549194 h 6858000"/>
              <a:gd name="connsiteX361" fmla="*/ 3398355 w 7467663"/>
              <a:gd name="connsiteY361" fmla="*/ 6094603 h 6858000"/>
              <a:gd name="connsiteX362" fmla="*/ 3193941 w 7467663"/>
              <a:gd name="connsiteY362" fmla="*/ 6798775 h 6858000"/>
              <a:gd name="connsiteX363" fmla="*/ 3184140 w 7467663"/>
              <a:gd name="connsiteY363" fmla="*/ 6858000 h 6858000"/>
              <a:gd name="connsiteX364" fmla="*/ 3099978 w 7467663"/>
              <a:gd name="connsiteY364" fmla="*/ 6858000 h 6858000"/>
              <a:gd name="connsiteX365" fmla="*/ 3101556 w 7467663"/>
              <a:gd name="connsiteY365" fmla="*/ 6843337 h 6858000"/>
              <a:gd name="connsiteX366" fmla="*/ 3370162 w 7467663"/>
              <a:gd name="connsiteY366" fmla="*/ 5785550 h 6858000"/>
              <a:gd name="connsiteX367" fmla="*/ 3746477 w 7467663"/>
              <a:gd name="connsiteY367" fmla="*/ 5377889 h 6858000"/>
              <a:gd name="connsiteX368" fmla="*/ 3863399 w 7467663"/>
              <a:gd name="connsiteY368" fmla="*/ 5087257 h 6858000"/>
              <a:gd name="connsiteX369" fmla="*/ 3968712 w 7467663"/>
              <a:gd name="connsiteY369" fmla="*/ 4913989 h 6858000"/>
              <a:gd name="connsiteX370" fmla="*/ 2792390 w 7467663"/>
              <a:gd name="connsiteY370" fmla="*/ 5382974 h 6858000"/>
              <a:gd name="connsiteX371" fmla="*/ 2714982 w 7467663"/>
              <a:gd name="connsiteY371" fmla="*/ 5427051 h 6858000"/>
              <a:gd name="connsiteX372" fmla="*/ 2813361 w 7467663"/>
              <a:gd name="connsiteY372" fmla="*/ 6023912 h 6858000"/>
              <a:gd name="connsiteX373" fmla="*/ 2688430 w 7467663"/>
              <a:gd name="connsiteY373" fmla="*/ 6801564 h 6858000"/>
              <a:gd name="connsiteX374" fmla="*/ 2629626 w 7467663"/>
              <a:gd name="connsiteY374" fmla="*/ 6763394 h 6858000"/>
              <a:gd name="connsiteX375" fmla="*/ 2565328 w 7467663"/>
              <a:gd name="connsiteY375" fmla="*/ 5516399 h 6858000"/>
              <a:gd name="connsiteX376" fmla="*/ 1922999 w 7467663"/>
              <a:gd name="connsiteY376" fmla="*/ 5980343 h 6858000"/>
              <a:gd name="connsiteX377" fmla="*/ 1950261 w 7467663"/>
              <a:gd name="connsiteY377" fmla="*/ 6405858 h 6858000"/>
              <a:gd name="connsiteX378" fmla="*/ 2365554 w 7467663"/>
              <a:gd name="connsiteY378" fmla="*/ 6759107 h 6858000"/>
              <a:gd name="connsiteX379" fmla="*/ 2424142 w 7467663"/>
              <a:gd name="connsiteY379" fmla="*/ 6858000 h 6858000"/>
              <a:gd name="connsiteX380" fmla="*/ 2395994 w 7467663"/>
              <a:gd name="connsiteY380" fmla="*/ 6858000 h 6858000"/>
              <a:gd name="connsiteX381" fmla="*/ 2392863 w 7467663"/>
              <a:gd name="connsiteY381" fmla="*/ 6852964 h 6858000"/>
              <a:gd name="connsiteX382" fmla="*/ 2017589 w 7467663"/>
              <a:gd name="connsiteY382" fmla="*/ 6493982 h 6858000"/>
              <a:gd name="connsiteX383" fmla="*/ 2147336 w 7467663"/>
              <a:gd name="connsiteY383" fmla="*/ 6594052 h 6858000"/>
              <a:gd name="connsiteX384" fmla="*/ 2207047 w 7467663"/>
              <a:gd name="connsiteY384" fmla="*/ 6654540 h 6858000"/>
              <a:gd name="connsiteX385" fmla="*/ 2299106 w 7467663"/>
              <a:gd name="connsiteY385" fmla="*/ 6778931 h 6858000"/>
              <a:gd name="connsiteX386" fmla="*/ 2314430 w 7467663"/>
              <a:gd name="connsiteY386" fmla="*/ 6801144 h 6858000"/>
              <a:gd name="connsiteX387" fmla="*/ 2352406 w 7467663"/>
              <a:gd name="connsiteY387" fmla="*/ 6858000 h 6858000"/>
              <a:gd name="connsiteX388" fmla="*/ 2314492 w 7467663"/>
              <a:gd name="connsiteY388" fmla="*/ 6858000 h 6858000"/>
              <a:gd name="connsiteX389" fmla="*/ 2288095 w 7467663"/>
              <a:gd name="connsiteY389" fmla="*/ 6818030 h 6858000"/>
              <a:gd name="connsiteX390" fmla="*/ 2272768 w 7467663"/>
              <a:gd name="connsiteY390" fmla="*/ 6795822 h 6858000"/>
              <a:gd name="connsiteX391" fmla="*/ 2182715 w 7467663"/>
              <a:gd name="connsiteY391" fmla="*/ 6675071 h 6858000"/>
              <a:gd name="connsiteX392" fmla="*/ 2032061 w 7467663"/>
              <a:gd name="connsiteY392" fmla="*/ 6541380 h 6858000"/>
              <a:gd name="connsiteX393" fmla="*/ 2257220 w 7467663"/>
              <a:gd name="connsiteY393" fmla="*/ 6826257 h 6858000"/>
              <a:gd name="connsiteX394" fmla="*/ 2281324 w 7467663"/>
              <a:gd name="connsiteY394" fmla="*/ 6858000 h 6858000"/>
              <a:gd name="connsiteX395" fmla="*/ 2242860 w 7467663"/>
              <a:gd name="connsiteY395" fmla="*/ 6858000 h 6858000"/>
              <a:gd name="connsiteX396" fmla="*/ 2232818 w 7467663"/>
              <a:gd name="connsiteY396" fmla="*/ 6844926 h 6858000"/>
              <a:gd name="connsiteX397" fmla="*/ 1990172 w 7467663"/>
              <a:gd name="connsiteY397" fmla="*/ 6542121 h 6858000"/>
              <a:gd name="connsiteX398" fmla="*/ 2124090 w 7467663"/>
              <a:gd name="connsiteY398" fmla="*/ 6761017 h 6858000"/>
              <a:gd name="connsiteX399" fmla="*/ 2200380 w 7467663"/>
              <a:gd name="connsiteY399" fmla="*/ 6858000 h 6858000"/>
              <a:gd name="connsiteX400" fmla="*/ 2147507 w 7467663"/>
              <a:gd name="connsiteY400" fmla="*/ 6858000 h 6858000"/>
              <a:gd name="connsiteX401" fmla="*/ 2070668 w 7467663"/>
              <a:gd name="connsiteY401" fmla="*/ 6761520 h 6858000"/>
              <a:gd name="connsiteX402" fmla="*/ 1975142 w 7467663"/>
              <a:gd name="connsiteY402" fmla="*/ 6585570 h 6858000"/>
              <a:gd name="connsiteX403" fmla="*/ 2050035 w 7467663"/>
              <a:gd name="connsiteY403" fmla="*/ 6813345 h 6858000"/>
              <a:gd name="connsiteX404" fmla="*/ 2063025 w 7467663"/>
              <a:gd name="connsiteY404" fmla="*/ 6858000 h 6858000"/>
              <a:gd name="connsiteX405" fmla="*/ 2021675 w 7467663"/>
              <a:gd name="connsiteY405" fmla="*/ 6858000 h 6858000"/>
              <a:gd name="connsiteX406" fmla="*/ 2019308 w 7467663"/>
              <a:gd name="connsiteY406" fmla="*/ 6847118 h 6858000"/>
              <a:gd name="connsiteX407" fmla="*/ 1938835 w 7467663"/>
              <a:gd name="connsiteY407" fmla="*/ 6551160 h 6858000"/>
              <a:gd name="connsiteX408" fmla="*/ 1953230 w 7467663"/>
              <a:gd name="connsiteY408" fmla="*/ 6759699 h 6858000"/>
              <a:gd name="connsiteX409" fmla="*/ 1956763 w 7467663"/>
              <a:gd name="connsiteY409" fmla="*/ 6778191 h 6858000"/>
              <a:gd name="connsiteX410" fmla="*/ 1967925 w 7467663"/>
              <a:gd name="connsiteY410" fmla="*/ 6858000 h 6858000"/>
              <a:gd name="connsiteX411" fmla="*/ 1936622 w 7467663"/>
              <a:gd name="connsiteY411" fmla="*/ 6858000 h 6858000"/>
              <a:gd name="connsiteX412" fmla="*/ 1926261 w 7467663"/>
              <a:gd name="connsiteY412" fmla="*/ 6784064 h 6858000"/>
              <a:gd name="connsiteX413" fmla="*/ 1922724 w 7467663"/>
              <a:gd name="connsiteY413" fmla="*/ 6765577 h 6858000"/>
              <a:gd name="connsiteX414" fmla="*/ 1904650 w 7467663"/>
              <a:gd name="connsiteY414" fmla="*/ 6639616 h 6858000"/>
              <a:gd name="connsiteX415" fmla="*/ 1885273 w 7467663"/>
              <a:gd name="connsiteY415" fmla="*/ 6858000 h 6858000"/>
              <a:gd name="connsiteX416" fmla="*/ 1854363 w 7467663"/>
              <a:gd name="connsiteY416" fmla="*/ 6858000 h 6858000"/>
              <a:gd name="connsiteX417" fmla="*/ 1880391 w 7467663"/>
              <a:gd name="connsiteY417" fmla="*/ 6603796 h 6858000"/>
              <a:gd name="connsiteX418" fmla="*/ 1818273 w 7467663"/>
              <a:gd name="connsiteY418" fmla="*/ 6715729 h 6858000"/>
              <a:gd name="connsiteX419" fmla="*/ 1794691 w 7467663"/>
              <a:gd name="connsiteY419" fmla="*/ 6843239 h 6858000"/>
              <a:gd name="connsiteX420" fmla="*/ 1794914 w 7467663"/>
              <a:gd name="connsiteY420" fmla="*/ 6858000 h 6858000"/>
              <a:gd name="connsiteX421" fmla="*/ 1746128 w 7467663"/>
              <a:gd name="connsiteY421" fmla="*/ 6858000 h 6858000"/>
              <a:gd name="connsiteX422" fmla="*/ 1753934 w 7467663"/>
              <a:gd name="connsiteY422" fmla="*/ 6724796 h 6858000"/>
              <a:gd name="connsiteX423" fmla="*/ 1792053 w 7467663"/>
              <a:gd name="connsiteY423" fmla="*/ 6572396 h 6858000"/>
              <a:gd name="connsiteX424" fmla="*/ 1862248 w 7467663"/>
              <a:gd name="connsiteY424" fmla="*/ 6266397 h 6858000"/>
              <a:gd name="connsiteX425" fmla="*/ 1862250 w 7467663"/>
              <a:gd name="connsiteY425" fmla="*/ 6033531 h 6858000"/>
              <a:gd name="connsiteX426" fmla="*/ 1211999 w 7467663"/>
              <a:gd name="connsiteY426" fmla="*/ 6683610 h 6858000"/>
              <a:gd name="connsiteX427" fmla="*/ 1213266 w 7467663"/>
              <a:gd name="connsiteY427" fmla="*/ 6691947 h 6858000"/>
              <a:gd name="connsiteX428" fmla="*/ 1203370 w 7467663"/>
              <a:gd name="connsiteY428" fmla="*/ 6850676 h 6858000"/>
              <a:gd name="connsiteX429" fmla="*/ 1203671 w 7467663"/>
              <a:gd name="connsiteY429" fmla="*/ 6858000 h 6858000"/>
              <a:gd name="connsiteX430" fmla="*/ 1143180 w 7467663"/>
              <a:gd name="connsiteY430" fmla="*/ 6858000 h 6858000"/>
              <a:gd name="connsiteX431" fmla="*/ 1142176 w 7467663"/>
              <a:gd name="connsiteY431" fmla="*/ 6766045 h 6858000"/>
              <a:gd name="connsiteX432" fmla="*/ 1067484 w 7467663"/>
              <a:gd name="connsiteY432" fmla="*/ 6858000 h 6858000"/>
              <a:gd name="connsiteX433" fmla="*/ 953928 w 7467663"/>
              <a:gd name="connsiteY433" fmla="*/ 6858000 h 6858000"/>
              <a:gd name="connsiteX434" fmla="*/ 959715 w 7467663"/>
              <a:gd name="connsiteY434" fmla="*/ 6850185 h 6858000"/>
              <a:gd name="connsiteX435" fmla="*/ 1483788 w 7467663"/>
              <a:gd name="connsiteY435" fmla="*/ 6259174 h 6858000"/>
              <a:gd name="connsiteX436" fmla="*/ 1100671 w 7467663"/>
              <a:gd name="connsiteY436" fmla="*/ 6252137 h 6858000"/>
              <a:gd name="connsiteX437" fmla="*/ 1090144 w 7467663"/>
              <a:gd name="connsiteY437" fmla="*/ 6256748 h 6858000"/>
              <a:gd name="connsiteX438" fmla="*/ 1095872 w 7467663"/>
              <a:gd name="connsiteY438" fmla="*/ 6271892 h 6858000"/>
              <a:gd name="connsiteX439" fmla="*/ 262785 w 7467663"/>
              <a:gd name="connsiteY439" fmla="*/ 6845450 h 6858000"/>
              <a:gd name="connsiteX440" fmla="*/ 209968 w 7467663"/>
              <a:gd name="connsiteY440" fmla="*/ 6770713 h 6858000"/>
              <a:gd name="connsiteX441" fmla="*/ 873460 w 7467663"/>
              <a:gd name="connsiteY441" fmla="*/ 6253768 h 6858000"/>
              <a:gd name="connsiteX442" fmla="*/ 192686 w 7467663"/>
              <a:gd name="connsiteY442" fmla="*/ 5849257 h 6858000"/>
              <a:gd name="connsiteX443" fmla="*/ 4696 w 7467663"/>
              <a:gd name="connsiteY443" fmla="*/ 5697668 h 6858000"/>
              <a:gd name="connsiteX444" fmla="*/ 0 w 7467663"/>
              <a:gd name="connsiteY444" fmla="*/ 5689984 h 6858000"/>
              <a:gd name="connsiteX445" fmla="*/ 0 w 7467663"/>
              <a:gd name="connsiteY445" fmla="*/ 5513472 h 6858000"/>
              <a:gd name="connsiteX446" fmla="*/ 174101 w 7467663"/>
              <a:gd name="connsiteY446" fmla="*/ 5620277 h 6858000"/>
              <a:gd name="connsiteX447" fmla="*/ 891800 w 7467663"/>
              <a:gd name="connsiteY447" fmla="*/ 6036935 h 6858000"/>
              <a:gd name="connsiteX448" fmla="*/ 1072219 w 7467663"/>
              <a:gd name="connsiteY448" fmla="*/ 6169443 h 6858000"/>
              <a:gd name="connsiteX449" fmla="*/ 1074117 w 7467663"/>
              <a:gd name="connsiteY449" fmla="*/ 6170301 h 6858000"/>
              <a:gd name="connsiteX450" fmla="*/ 1083114 w 7467663"/>
              <a:gd name="connsiteY450" fmla="*/ 6174131 h 6858000"/>
              <a:gd name="connsiteX451" fmla="*/ 1543010 w 7467663"/>
              <a:gd name="connsiteY451" fmla="*/ 6191140 h 6858000"/>
              <a:gd name="connsiteX452" fmla="*/ 1551080 w 7467663"/>
              <a:gd name="connsiteY452" fmla="*/ 6195006 h 6858000"/>
              <a:gd name="connsiteX453" fmla="*/ 2345443 w 7467663"/>
              <a:gd name="connsiteY453" fmla="*/ 5549882 h 6858000"/>
              <a:gd name="connsiteX454" fmla="*/ 1721499 w 7467663"/>
              <a:gd name="connsiteY454" fmla="*/ 5599969 h 6858000"/>
              <a:gd name="connsiteX455" fmla="*/ 767716 w 7467663"/>
              <a:gd name="connsiteY455" fmla="*/ 5472768 h 6858000"/>
              <a:gd name="connsiteX456" fmla="*/ 722147 w 7467663"/>
              <a:gd name="connsiteY456" fmla="*/ 5393091 h 6858000"/>
              <a:gd name="connsiteX457" fmla="*/ 1485552 w 7467663"/>
              <a:gd name="connsiteY457" fmla="*/ 5313202 h 6858000"/>
              <a:gd name="connsiteX458" fmla="*/ 2143004 w 7467663"/>
              <a:gd name="connsiteY458" fmla="*/ 5402420 h 6858000"/>
              <a:gd name="connsiteX459" fmla="*/ 1933391 w 7467663"/>
              <a:gd name="connsiteY459" fmla="*/ 5156971 h 6858000"/>
              <a:gd name="connsiteX460" fmla="*/ 1827118 w 7467663"/>
              <a:gd name="connsiteY460" fmla="*/ 4968410 h 6858000"/>
              <a:gd name="connsiteX461" fmla="*/ 1837349 w 7467663"/>
              <a:gd name="connsiteY461" fmla="*/ 4956357 h 6858000"/>
              <a:gd name="connsiteX462" fmla="*/ 2162835 w 7467663"/>
              <a:gd name="connsiteY462" fmla="*/ 5187853 h 6858000"/>
              <a:gd name="connsiteX463" fmla="*/ 2257167 w 7467663"/>
              <a:gd name="connsiteY463" fmla="*/ 5462123 h 6858000"/>
              <a:gd name="connsiteX464" fmla="*/ 2261598 w 7467663"/>
              <a:gd name="connsiteY464" fmla="*/ 5467998 h 6858000"/>
              <a:gd name="connsiteX465" fmla="*/ 2437177 w 7467663"/>
              <a:gd name="connsiteY465" fmla="*/ 5479608 h 6858000"/>
              <a:gd name="connsiteX466" fmla="*/ 2445247 w 7467663"/>
              <a:gd name="connsiteY466" fmla="*/ 5483476 h 6858000"/>
              <a:gd name="connsiteX467" fmla="*/ 2743626 w 7467663"/>
              <a:gd name="connsiteY467" fmla="*/ 5304819 h 6858000"/>
              <a:gd name="connsiteX468" fmla="*/ 3048102 w 7467663"/>
              <a:gd name="connsiteY468" fmla="*/ 5150595 h 6858000"/>
              <a:gd name="connsiteX469" fmla="*/ 1799414 w 7467663"/>
              <a:gd name="connsiteY469" fmla="*/ 4694732 h 6858000"/>
              <a:gd name="connsiteX470" fmla="*/ 1771735 w 7467663"/>
              <a:gd name="connsiteY470" fmla="*/ 4619929 h 6858000"/>
              <a:gd name="connsiteX471" fmla="*/ 3104273 w 7467663"/>
              <a:gd name="connsiteY471" fmla="*/ 5076159 h 6858000"/>
              <a:gd name="connsiteX472" fmla="*/ 3113245 w 7467663"/>
              <a:gd name="connsiteY472" fmla="*/ 5090705 h 6858000"/>
              <a:gd name="connsiteX473" fmla="*/ 3126294 w 7467663"/>
              <a:gd name="connsiteY473" fmla="*/ 5114400 h 6858000"/>
              <a:gd name="connsiteX474" fmla="*/ 3937433 w 7467663"/>
              <a:gd name="connsiteY474" fmla="*/ 4830473 h 6858000"/>
              <a:gd name="connsiteX475" fmla="*/ 3590475 w 7467663"/>
              <a:gd name="connsiteY475" fmla="*/ 4597974 h 6858000"/>
              <a:gd name="connsiteX476" fmla="*/ 3100264 w 7467663"/>
              <a:gd name="connsiteY476" fmla="*/ 4579845 h 6858000"/>
              <a:gd name="connsiteX477" fmla="*/ 2183576 w 7467663"/>
              <a:gd name="connsiteY477" fmla="*/ 4227150 h 6858000"/>
              <a:gd name="connsiteX478" fmla="*/ 2151029 w 7467663"/>
              <a:gd name="connsiteY478" fmla="*/ 4146947 h 6858000"/>
              <a:gd name="connsiteX479" fmla="*/ 3563434 w 7467663"/>
              <a:gd name="connsiteY479" fmla="*/ 4469115 h 6858000"/>
              <a:gd name="connsiteX480" fmla="*/ 3177952 w 7467663"/>
              <a:gd name="connsiteY480" fmla="*/ 3657386 h 6858000"/>
              <a:gd name="connsiteX481" fmla="*/ 3189263 w 7467663"/>
              <a:gd name="connsiteY481" fmla="*/ 3625726 h 6858000"/>
              <a:gd name="connsiteX482" fmla="*/ 3560912 w 7467663"/>
              <a:gd name="connsiteY482" fmla="*/ 4079863 h 6858000"/>
              <a:gd name="connsiteX483" fmla="*/ 3626636 w 7467663"/>
              <a:gd name="connsiteY483" fmla="*/ 4512230 h 6858000"/>
              <a:gd name="connsiteX484" fmla="*/ 3653088 w 7467663"/>
              <a:gd name="connsiteY484" fmla="*/ 4521417 h 6858000"/>
              <a:gd name="connsiteX485" fmla="*/ 3988128 w 7467663"/>
              <a:gd name="connsiteY485" fmla="*/ 4817267 h 6858000"/>
              <a:gd name="connsiteX486" fmla="*/ 4830582 w 7467663"/>
              <a:gd name="connsiteY486" fmla="*/ 4676000 h 6858000"/>
              <a:gd name="connsiteX487" fmla="*/ 4830100 w 7467663"/>
              <a:gd name="connsiteY487" fmla="*/ 4675554 h 6858000"/>
              <a:gd name="connsiteX488" fmla="*/ 4036318 w 7467663"/>
              <a:gd name="connsiteY488" fmla="*/ 4147013 h 6858000"/>
              <a:gd name="connsiteX489" fmla="*/ 3432098 w 7467663"/>
              <a:gd name="connsiteY489" fmla="*/ 3537312 h 6858000"/>
              <a:gd name="connsiteX490" fmla="*/ 3446761 w 7467663"/>
              <a:gd name="connsiteY490" fmla="*/ 3461278 h 6858000"/>
              <a:gd name="connsiteX491" fmla="*/ 4419733 w 7467663"/>
              <a:gd name="connsiteY491" fmla="*/ 3963555 h 6858000"/>
              <a:gd name="connsiteX492" fmla="*/ 4781371 w 7467663"/>
              <a:gd name="connsiteY492" fmla="*/ 4458604 h 6858000"/>
              <a:gd name="connsiteX493" fmla="*/ 4780440 w 7467663"/>
              <a:gd name="connsiteY493" fmla="*/ 4470290 h 6858000"/>
              <a:gd name="connsiteX494" fmla="*/ 4898954 w 7467663"/>
              <a:gd name="connsiteY494" fmla="*/ 4662092 h 6858000"/>
              <a:gd name="connsiteX495" fmla="*/ 4900699 w 7467663"/>
              <a:gd name="connsiteY495" fmla="*/ 4670867 h 6858000"/>
              <a:gd name="connsiteX496" fmla="*/ 5714511 w 7467663"/>
              <a:gd name="connsiteY496" fmla="*/ 4663483 h 6858000"/>
              <a:gd name="connsiteX497" fmla="*/ 5464793 w 7467663"/>
              <a:gd name="connsiteY497" fmla="*/ 4393556 h 6858000"/>
              <a:gd name="connsiteX498" fmla="*/ 5461897 w 7467663"/>
              <a:gd name="connsiteY498" fmla="*/ 4390879 h 6858000"/>
              <a:gd name="connsiteX499" fmla="*/ 4294126 w 7467663"/>
              <a:gd name="connsiteY499" fmla="*/ 3303048 h 6858000"/>
              <a:gd name="connsiteX500" fmla="*/ 4305321 w 7467663"/>
              <a:gd name="connsiteY500" fmla="*/ 3256953 h 6858000"/>
              <a:gd name="connsiteX501" fmla="*/ 4949299 w 7467663"/>
              <a:gd name="connsiteY501" fmla="*/ 3766336 h 6858000"/>
              <a:gd name="connsiteX502" fmla="*/ 5291452 w 7467663"/>
              <a:gd name="connsiteY502" fmla="*/ 4076801 h 6858000"/>
              <a:gd name="connsiteX503" fmla="*/ 5434998 w 7467663"/>
              <a:gd name="connsiteY503" fmla="*/ 4254100 h 6858000"/>
              <a:gd name="connsiteX504" fmla="*/ 5351015 w 7467663"/>
              <a:gd name="connsiteY504" fmla="*/ 3760989 h 6858000"/>
              <a:gd name="connsiteX505" fmla="*/ 5413780 w 7467663"/>
              <a:gd name="connsiteY505" fmla="*/ 2966265 h 6858000"/>
              <a:gd name="connsiteX506" fmla="*/ 5425627 w 7467663"/>
              <a:gd name="connsiteY506" fmla="*/ 2954192 h 6858000"/>
              <a:gd name="connsiteX507" fmla="*/ 6604735 w 7467663"/>
              <a:gd name="connsiteY507" fmla="*/ 2041381 h 6858000"/>
              <a:gd name="connsiteX508" fmla="*/ 7204487 w 7467663"/>
              <a:gd name="connsiteY508" fmla="*/ 2742112 h 6858000"/>
              <a:gd name="connsiteX509" fmla="*/ 7131592 w 7467663"/>
              <a:gd name="connsiteY509" fmla="*/ 2672096 h 6858000"/>
              <a:gd name="connsiteX510" fmla="*/ 6996344 w 7467663"/>
              <a:gd name="connsiteY510" fmla="*/ 2518310 h 6858000"/>
              <a:gd name="connsiteX511" fmla="*/ 6735495 w 7467663"/>
              <a:gd name="connsiteY511" fmla="*/ 2196890 h 6858000"/>
              <a:gd name="connsiteX512" fmla="*/ 6721901 w 7467663"/>
              <a:gd name="connsiteY512" fmla="*/ 2179274 h 6858000"/>
              <a:gd name="connsiteX513" fmla="*/ 6604735 w 7467663"/>
              <a:gd name="connsiteY513" fmla="*/ 2041381 h 6858000"/>
              <a:gd name="connsiteX514" fmla="*/ 6591670 w 7467663"/>
              <a:gd name="connsiteY514" fmla="*/ 1988277 h 6858000"/>
              <a:gd name="connsiteX515" fmla="*/ 6747349 w 7467663"/>
              <a:gd name="connsiteY515" fmla="*/ 2160069 h 6858000"/>
              <a:gd name="connsiteX516" fmla="*/ 6760943 w 7467663"/>
              <a:gd name="connsiteY516" fmla="*/ 2177686 h 6858000"/>
              <a:gd name="connsiteX517" fmla="*/ 7021065 w 7467663"/>
              <a:gd name="connsiteY517" fmla="*/ 2498102 h 6858000"/>
              <a:gd name="connsiteX518" fmla="*/ 7155223 w 7467663"/>
              <a:gd name="connsiteY518" fmla="*/ 2650386 h 6858000"/>
              <a:gd name="connsiteX519" fmla="*/ 7203167 w 7467663"/>
              <a:gd name="connsiteY519" fmla="*/ 2697288 h 6858000"/>
              <a:gd name="connsiteX520" fmla="*/ 6937703 w 7467663"/>
              <a:gd name="connsiteY520" fmla="*/ 2321981 h 6858000"/>
              <a:gd name="connsiteX521" fmla="*/ 6591670 w 7467663"/>
              <a:gd name="connsiteY521" fmla="*/ 1988277 h 6858000"/>
              <a:gd name="connsiteX522" fmla="*/ 5798671 w 7467663"/>
              <a:gd name="connsiteY522" fmla="*/ 1981601 h 6858000"/>
              <a:gd name="connsiteX523" fmla="*/ 5754709 w 7467663"/>
              <a:gd name="connsiteY523" fmla="*/ 2071454 h 6858000"/>
              <a:gd name="connsiteX524" fmla="*/ 5763044 w 7467663"/>
              <a:gd name="connsiteY524" fmla="*/ 2842206 h 6858000"/>
              <a:gd name="connsiteX525" fmla="*/ 5764974 w 7467663"/>
              <a:gd name="connsiteY525" fmla="*/ 2799609 h 6858000"/>
              <a:gd name="connsiteX526" fmla="*/ 5767665 w 7467663"/>
              <a:gd name="connsiteY526" fmla="*/ 2666409 h 6858000"/>
              <a:gd name="connsiteX527" fmla="*/ 5763055 w 7467663"/>
              <a:gd name="connsiteY527" fmla="*/ 2579705 h 6858000"/>
              <a:gd name="connsiteX528" fmla="*/ 5758079 w 7467663"/>
              <a:gd name="connsiteY528" fmla="*/ 2492508 h 6858000"/>
              <a:gd name="connsiteX529" fmla="*/ 5779325 w 7467663"/>
              <a:gd name="connsiteY529" fmla="*/ 2197069 h 6858000"/>
              <a:gd name="connsiteX530" fmla="*/ 5798671 w 7467663"/>
              <a:gd name="connsiteY530" fmla="*/ 1981601 h 6858000"/>
              <a:gd name="connsiteX531" fmla="*/ 5829202 w 7467663"/>
              <a:gd name="connsiteY531" fmla="*/ 1971679 h 6858000"/>
              <a:gd name="connsiteX532" fmla="*/ 5809558 w 7467663"/>
              <a:gd name="connsiteY532" fmla="*/ 2198043 h 6858000"/>
              <a:gd name="connsiteX533" fmla="*/ 5788653 w 7467663"/>
              <a:gd name="connsiteY533" fmla="*/ 2489430 h 6858000"/>
              <a:gd name="connsiteX534" fmla="*/ 5793439 w 7467663"/>
              <a:gd name="connsiteY534" fmla="*/ 2575235 h 6858000"/>
              <a:gd name="connsiteX535" fmla="*/ 5796837 w 7467663"/>
              <a:gd name="connsiteY535" fmla="*/ 2637633 h 6858000"/>
              <a:gd name="connsiteX536" fmla="*/ 5818614 w 7467663"/>
              <a:gd name="connsiteY536" fmla="*/ 2473055 h 6858000"/>
              <a:gd name="connsiteX537" fmla="*/ 5829202 w 7467663"/>
              <a:gd name="connsiteY537" fmla="*/ 1971679 h 6858000"/>
              <a:gd name="connsiteX538" fmla="*/ 5911389 w 7467663"/>
              <a:gd name="connsiteY538" fmla="*/ 1898371 h 6858000"/>
              <a:gd name="connsiteX539" fmla="*/ 6237627 w 7467663"/>
              <a:gd name="connsiteY539" fmla="*/ 2231921 h 6858000"/>
              <a:gd name="connsiteX540" fmla="*/ 5911389 w 7467663"/>
              <a:gd name="connsiteY540" fmla="*/ 1898371 h 6858000"/>
              <a:gd name="connsiteX541" fmla="*/ 6944437 w 7467663"/>
              <a:gd name="connsiteY541" fmla="*/ 1575402 h 6858000"/>
              <a:gd name="connsiteX542" fmla="*/ 6304730 w 7467663"/>
              <a:gd name="connsiteY542" fmla="*/ 1766654 h 6858000"/>
              <a:gd name="connsiteX543" fmla="*/ 6944437 w 7467663"/>
              <a:gd name="connsiteY543" fmla="*/ 1575402 h 6858000"/>
              <a:gd name="connsiteX544" fmla="*/ 7019523 w 7467663"/>
              <a:gd name="connsiteY544" fmla="*/ 1519450 h 6858000"/>
              <a:gd name="connsiteX545" fmla="*/ 6298091 w 7467663"/>
              <a:gd name="connsiteY545" fmla="*/ 1737122 h 6858000"/>
              <a:gd name="connsiteX546" fmla="*/ 7019523 w 7467663"/>
              <a:gd name="connsiteY546" fmla="*/ 1519450 h 6858000"/>
              <a:gd name="connsiteX547" fmla="*/ 2399523 w 7467663"/>
              <a:gd name="connsiteY547" fmla="*/ 1428234 h 6858000"/>
              <a:gd name="connsiteX548" fmla="*/ 2224982 w 7467663"/>
              <a:gd name="connsiteY548" fmla="*/ 1826201 h 6858000"/>
              <a:gd name="connsiteX549" fmla="*/ 2096099 w 7467663"/>
              <a:gd name="connsiteY549" fmla="*/ 2345900 h 6858000"/>
              <a:gd name="connsiteX550" fmla="*/ 2283317 w 7467663"/>
              <a:gd name="connsiteY550" fmla="*/ 1796925 h 6858000"/>
              <a:gd name="connsiteX551" fmla="*/ 2399523 w 7467663"/>
              <a:gd name="connsiteY551" fmla="*/ 1428234 h 6858000"/>
              <a:gd name="connsiteX552" fmla="*/ 2448558 w 7467663"/>
              <a:gd name="connsiteY552" fmla="*/ 1373435 h 6858000"/>
              <a:gd name="connsiteX553" fmla="*/ 2312521 w 7467663"/>
              <a:gd name="connsiteY553" fmla="*/ 1806140 h 6858000"/>
              <a:gd name="connsiteX554" fmla="*/ 2127533 w 7467663"/>
              <a:gd name="connsiteY554" fmla="*/ 2348380 h 6858000"/>
              <a:gd name="connsiteX555" fmla="*/ 2358080 w 7467663"/>
              <a:gd name="connsiteY555" fmla="*/ 1866134 h 6858000"/>
              <a:gd name="connsiteX556" fmla="*/ 2407436 w 7467663"/>
              <a:gd name="connsiteY556" fmla="*/ 1651070 h 6858000"/>
              <a:gd name="connsiteX557" fmla="*/ 2448558 w 7467663"/>
              <a:gd name="connsiteY557" fmla="*/ 1373435 h 6858000"/>
              <a:gd name="connsiteX558" fmla="*/ 278707 w 7467663"/>
              <a:gd name="connsiteY558" fmla="*/ 1352270 h 6858000"/>
              <a:gd name="connsiteX559" fmla="*/ 321570 w 7467663"/>
              <a:gd name="connsiteY559" fmla="*/ 1861610 h 6858000"/>
              <a:gd name="connsiteX560" fmla="*/ 294281 w 7467663"/>
              <a:gd name="connsiteY560" fmla="*/ 1440658 h 6858000"/>
              <a:gd name="connsiteX561" fmla="*/ 278707 w 7467663"/>
              <a:gd name="connsiteY561" fmla="*/ 1352270 h 6858000"/>
              <a:gd name="connsiteX562" fmla="*/ 1423821 w 7467663"/>
              <a:gd name="connsiteY562" fmla="*/ 1351958 h 6858000"/>
              <a:gd name="connsiteX563" fmla="*/ 1638521 w 7467663"/>
              <a:gd name="connsiteY563" fmla="*/ 1908470 h 6858000"/>
              <a:gd name="connsiteX564" fmla="*/ 1754199 w 7467663"/>
              <a:gd name="connsiteY564" fmla="*/ 2149284 h 6858000"/>
              <a:gd name="connsiteX565" fmla="*/ 1908359 w 7467663"/>
              <a:gd name="connsiteY565" fmla="*/ 2364988 h 6858000"/>
              <a:gd name="connsiteX566" fmla="*/ 1647661 w 7467663"/>
              <a:gd name="connsiteY566" fmla="*/ 1825945 h 6858000"/>
              <a:gd name="connsiteX567" fmla="*/ 1423821 w 7467663"/>
              <a:gd name="connsiteY567" fmla="*/ 1351958 h 6858000"/>
              <a:gd name="connsiteX568" fmla="*/ 1431890 w 7467663"/>
              <a:gd name="connsiteY568" fmla="*/ 1306475 h 6858000"/>
              <a:gd name="connsiteX569" fmla="*/ 1507597 w 7467663"/>
              <a:gd name="connsiteY569" fmla="*/ 1446132 h 6858000"/>
              <a:gd name="connsiteX570" fmla="*/ 1674586 w 7467663"/>
              <a:gd name="connsiteY570" fmla="*/ 1813832 h 6858000"/>
              <a:gd name="connsiteX571" fmla="*/ 1815950 w 7467663"/>
              <a:gd name="connsiteY571" fmla="*/ 2128564 h 6858000"/>
              <a:gd name="connsiteX572" fmla="*/ 1984242 w 7467663"/>
              <a:gd name="connsiteY572" fmla="*/ 2430829 h 6858000"/>
              <a:gd name="connsiteX573" fmla="*/ 2014023 w 7467663"/>
              <a:gd name="connsiteY573" fmla="*/ 2450995 h 6858000"/>
              <a:gd name="connsiteX574" fmla="*/ 1747337 w 7467663"/>
              <a:gd name="connsiteY574" fmla="*/ 1855264 h 6858000"/>
              <a:gd name="connsiteX575" fmla="*/ 1533749 w 7467663"/>
              <a:gd name="connsiteY575" fmla="*/ 1478656 h 6858000"/>
              <a:gd name="connsiteX576" fmla="*/ 1431890 w 7467663"/>
              <a:gd name="connsiteY576" fmla="*/ 1306475 h 6858000"/>
              <a:gd name="connsiteX577" fmla="*/ 5052692 w 7467663"/>
              <a:gd name="connsiteY577" fmla="*/ 1292994 h 6858000"/>
              <a:gd name="connsiteX578" fmla="*/ 5200661 w 7467663"/>
              <a:gd name="connsiteY578" fmla="*/ 1635186 h 6858000"/>
              <a:gd name="connsiteX579" fmla="*/ 5297138 w 7467663"/>
              <a:gd name="connsiteY579" fmla="*/ 1906351 h 6858000"/>
              <a:gd name="connsiteX580" fmla="*/ 5052692 w 7467663"/>
              <a:gd name="connsiteY580" fmla="*/ 1292994 h 6858000"/>
              <a:gd name="connsiteX581" fmla="*/ 5009948 w 7467663"/>
              <a:gd name="connsiteY581" fmla="*/ 1273619 h 6858000"/>
              <a:gd name="connsiteX582" fmla="*/ 5121777 w 7467663"/>
              <a:gd name="connsiteY582" fmla="*/ 1654213 h 6858000"/>
              <a:gd name="connsiteX583" fmla="*/ 5293545 w 7467663"/>
              <a:gd name="connsiteY583" fmla="*/ 2072247 h 6858000"/>
              <a:gd name="connsiteX584" fmla="*/ 5294042 w 7467663"/>
              <a:gd name="connsiteY584" fmla="*/ 2065019 h 6858000"/>
              <a:gd name="connsiteX585" fmla="*/ 5171936 w 7467663"/>
              <a:gd name="connsiteY585" fmla="*/ 1647613 h 6858000"/>
              <a:gd name="connsiteX586" fmla="*/ 5009948 w 7467663"/>
              <a:gd name="connsiteY586" fmla="*/ 1273619 h 6858000"/>
              <a:gd name="connsiteX587" fmla="*/ 655236 w 7467663"/>
              <a:gd name="connsiteY587" fmla="*/ 1268632 h 6858000"/>
              <a:gd name="connsiteX588" fmla="*/ 839521 w 7467663"/>
              <a:gd name="connsiteY588" fmla="*/ 1685315 h 6858000"/>
              <a:gd name="connsiteX589" fmla="*/ 1109416 w 7467663"/>
              <a:gd name="connsiteY589" fmla="*/ 2061663 h 6858000"/>
              <a:gd name="connsiteX590" fmla="*/ 1298300 w 7467663"/>
              <a:gd name="connsiteY590" fmla="*/ 2247742 h 6858000"/>
              <a:gd name="connsiteX591" fmla="*/ 1125871 w 7467663"/>
              <a:gd name="connsiteY591" fmla="*/ 1989513 h 6858000"/>
              <a:gd name="connsiteX592" fmla="*/ 981574 w 7467663"/>
              <a:gd name="connsiteY592" fmla="*/ 1783157 h 6858000"/>
              <a:gd name="connsiteX593" fmla="*/ 922198 w 7467663"/>
              <a:gd name="connsiteY593" fmla="*/ 1677437 h 6858000"/>
              <a:gd name="connsiteX594" fmla="*/ 869293 w 7467663"/>
              <a:gd name="connsiteY594" fmla="*/ 1583214 h 6858000"/>
              <a:gd name="connsiteX595" fmla="*/ 751431 w 7467663"/>
              <a:gd name="connsiteY595" fmla="*/ 1405731 h 6858000"/>
              <a:gd name="connsiteX596" fmla="*/ 655236 w 7467663"/>
              <a:gd name="connsiteY596" fmla="*/ 1268632 h 6858000"/>
              <a:gd name="connsiteX597" fmla="*/ 6516292 w 7467663"/>
              <a:gd name="connsiteY597" fmla="*/ 1263064 h 6858000"/>
              <a:gd name="connsiteX598" fmla="*/ 5736320 w 7467663"/>
              <a:gd name="connsiteY598" fmla="*/ 1501803 h 6858000"/>
              <a:gd name="connsiteX599" fmla="*/ 6516292 w 7467663"/>
              <a:gd name="connsiteY599" fmla="*/ 1263064 h 6858000"/>
              <a:gd name="connsiteX600" fmla="*/ 291466 w 7467663"/>
              <a:gd name="connsiteY600" fmla="*/ 1250369 h 6858000"/>
              <a:gd name="connsiteX601" fmla="*/ 323180 w 7467663"/>
              <a:gd name="connsiteY601" fmla="*/ 1435283 h 6858000"/>
              <a:gd name="connsiteX602" fmla="*/ 349381 w 7467663"/>
              <a:gd name="connsiteY602" fmla="*/ 1875041 h 6858000"/>
              <a:gd name="connsiteX603" fmla="*/ 374363 w 7467663"/>
              <a:gd name="connsiteY603" fmla="*/ 1506494 h 6858000"/>
              <a:gd name="connsiteX604" fmla="*/ 302168 w 7467663"/>
              <a:gd name="connsiteY604" fmla="*/ 1274495 h 6858000"/>
              <a:gd name="connsiteX605" fmla="*/ 291466 w 7467663"/>
              <a:gd name="connsiteY605" fmla="*/ 1250369 h 6858000"/>
              <a:gd name="connsiteX606" fmla="*/ 678222 w 7467663"/>
              <a:gd name="connsiteY606" fmla="*/ 1248670 h 6858000"/>
              <a:gd name="connsiteX607" fmla="*/ 775536 w 7467663"/>
              <a:gd name="connsiteY607" fmla="*/ 1388015 h 6858000"/>
              <a:gd name="connsiteX608" fmla="*/ 894529 w 7467663"/>
              <a:gd name="connsiteY608" fmla="*/ 1567739 h 6858000"/>
              <a:gd name="connsiteX609" fmla="*/ 948000 w 7467663"/>
              <a:gd name="connsiteY609" fmla="*/ 1663088 h 6858000"/>
              <a:gd name="connsiteX610" fmla="*/ 1006812 w 7467663"/>
              <a:gd name="connsiteY610" fmla="*/ 1767683 h 6858000"/>
              <a:gd name="connsiteX611" fmla="*/ 1149133 w 7467663"/>
              <a:gd name="connsiteY611" fmla="*/ 1971513 h 6858000"/>
              <a:gd name="connsiteX612" fmla="*/ 1333952 w 7467663"/>
              <a:gd name="connsiteY612" fmla="*/ 2251620 h 6858000"/>
              <a:gd name="connsiteX613" fmla="*/ 1337329 w 7467663"/>
              <a:gd name="connsiteY613" fmla="*/ 2258350 h 6858000"/>
              <a:gd name="connsiteX614" fmla="*/ 1014726 w 7467663"/>
              <a:gd name="connsiteY614" fmla="*/ 1615556 h 6858000"/>
              <a:gd name="connsiteX615" fmla="*/ 678222 w 7467663"/>
              <a:gd name="connsiteY615" fmla="*/ 1248670 h 6858000"/>
              <a:gd name="connsiteX616" fmla="*/ 6691602 w 7467663"/>
              <a:gd name="connsiteY616" fmla="*/ 1140573 h 6858000"/>
              <a:gd name="connsiteX617" fmla="*/ 6571100 w 7467663"/>
              <a:gd name="connsiteY617" fmla="*/ 1183662 h 6858000"/>
              <a:gd name="connsiteX618" fmla="*/ 6241687 w 7467663"/>
              <a:gd name="connsiteY618" fmla="*/ 1257600 h 6858000"/>
              <a:gd name="connsiteX619" fmla="*/ 5693009 w 7467663"/>
              <a:gd name="connsiteY619" fmla="*/ 1478256 h 6858000"/>
              <a:gd name="connsiteX620" fmla="*/ 6548420 w 7467663"/>
              <a:gd name="connsiteY620" fmla="*/ 1214599 h 6858000"/>
              <a:gd name="connsiteX621" fmla="*/ 6605473 w 7467663"/>
              <a:gd name="connsiteY621" fmla="*/ 1184686 h 6858000"/>
              <a:gd name="connsiteX622" fmla="*/ 6691602 w 7467663"/>
              <a:gd name="connsiteY622" fmla="*/ 1140573 h 6858000"/>
              <a:gd name="connsiteX623" fmla="*/ 4002475 w 7467663"/>
              <a:gd name="connsiteY623" fmla="*/ 1037802 h 6858000"/>
              <a:gd name="connsiteX624" fmla="*/ 4000324 w 7467663"/>
              <a:gd name="connsiteY624" fmla="*/ 1039362 h 6858000"/>
              <a:gd name="connsiteX625" fmla="*/ 4002862 w 7467663"/>
              <a:gd name="connsiteY625" fmla="*/ 1042866 h 6858000"/>
              <a:gd name="connsiteX626" fmla="*/ 4002475 w 7467663"/>
              <a:gd name="connsiteY626" fmla="*/ 1037802 h 6858000"/>
              <a:gd name="connsiteX627" fmla="*/ 506322 w 7467663"/>
              <a:gd name="connsiteY627" fmla="*/ 1020997 h 6858000"/>
              <a:gd name="connsiteX628" fmla="*/ 533068 w 7467663"/>
              <a:gd name="connsiteY628" fmla="*/ 1029409 h 6858000"/>
              <a:gd name="connsiteX629" fmla="*/ 1232525 w 7467663"/>
              <a:gd name="connsiteY629" fmla="*/ 1804675 h 6858000"/>
              <a:gd name="connsiteX630" fmla="*/ 1388858 w 7467663"/>
              <a:gd name="connsiteY630" fmla="*/ 2368011 h 6858000"/>
              <a:gd name="connsiteX631" fmla="*/ 1384098 w 7467663"/>
              <a:gd name="connsiteY631" fmla="*/ 2378125 h 6858000"/>
              <a:gd name="connsiteX632" fmla="*/ 1425393 w 7467663"/>
              <a:gd name="connsiteY632" fmla="*/ 2589124 h 6858000"/>
              <a:gd name="connsiteX633" fmla="*/ 1424001 w 7467663"/>
              <a:gd name="connsiteY633" fmla="*/ 2597541 h 6858000"/>
              <a:gd name="connsiteX634" fmla="*/ 2152729 w 7467663"/>
              <a:gd name="connsiteY634" fmla="*/ 2864487 h 6858000"/>
              <a:gd name="connsiteX635" fmla="*/ 2020609 w 7467663"/>
              <a:gd name="connsiteY635" fmla="*/ 2539671 h 6858000"/>
              <a:gd name="connsiteX636" fmla="*/ 2018920 w 7467663"/>
              <a:gd name="connsiteY636" fmla="*/ 2536309 h 6858000"/>
              <a:gd name="connsiteX637" fmla="*/ 1342441 w 7467663"/>
              <a:gd name="connsiteY637" fmla="*/ 1173017 h 6858000"/>
              <a:gd name="connsiteX638" fmla="*/ 1367925 w 7467663"/>
              <a:gd name="connsiteY638" fmla="*/ 1135648 h 6858000"/>
              <a:gd name="connsiteX639" fmla="*/ 1771401 w 7467663"/>
              <a:gd name="connsiteY639" fmla="*/ 1806673 h 6858000"/>
              <a:gd name="connsiteX640" fmla="*/ 1972385 w 7467663"/>
              <a:gd name="connsiteY640" fmla="*/ 2198735 h 6858000"/>
              <a:gd name="connsiteX641" fmla="*/ 2040892 w 7467663"/>
              <a:gd name="connsiteY641" fmla="*/ 2405205 h 6858000"/>
              <a:gd name="connsiteX642" fmla="*/ 2131689 w 7467663"/>
              <a:gd name="connsiteY642" fmla="*/ 1936926 h 6858000"/>
              <a:gd name="connsiteX643" fmla="*/ 2454820 w 7467663"/>
              <a:gd name="connsiteY643" fmla="*/ 1248808 h 6858000"/>
              <a:gd name="connsiteX644" fmla="*/ 2492512 w 7467663"/>
              <a:gd name="connsiteY644" fmla="*/ 1302920 h 6858000"/>
              <a:gd name="connsiteX645" fmla="*/ 2081216 w 7467663"/>
              <a:gd name="connsiteY645" fmla="*/ 2527513 h 6858000"/>
              <a:gd name="connsiteX646" fmla="*/ 2081211 w 7467663"/>
              <a:gd name="connsiteY646" fmla="*/ 2528916 h 6858000"/>
              <a:gd name="connsiteX647" fmla="*/ 2199067 w 7467663"/>
              <a:gd name="connsiteY647" fmla="*/ 2884061 h 6858000"/>
              <a:gd name="connsiteX648" fmla="*/ 3192586 w 7467663"/>
              <a:gd name="connsiteY648" fmla="*/ 3411496 h 6858000"/>
              <a:gd name="connsiteX649" fmla="*/ 3182620 w 7467663"/>
              <a:gd name="connsiteY649" fmla="*/ 3483279 h 6858000"/>
              <a:gd name="connsiteX650" fmla="*/ 2435119 w 7467663"/>
              <a:gd name="connsiteY650" fmla="*/ 3080173 h 6858000"/>
              <a:gd name="connsiteX651" fmla="*/ 2410152 w 7467663"/>
              <a:gd name="connsiteY651" fmla="*/ 3063751 h 6858000"/>
              <a:gd name="connsiteX652" fmla="*/ 2408099 w 7467663"/>
              <a:gd name="connsiteY652" fmla="*/ 3064403 h 6858000"/>
              <a:gd name="connsiteX653" fmla="*/ 2407218 w 7467663"/>
              <a:gd name="connsiteY653" fmla="*/ 3070324 h 6858000"/>
              <a:gd name="connsiteX654" fmla="*/ 2380138 w 7467663"/>
              <a:gd name="connsiteY654" fmla="*/ 3099341 h 6858000"/>
              <a:gd name="connsiteX655" fmla="*/ 1765923 w 7467663"/>
              <a:gd name="connsiteY655" fmla="*/ 3581043 h 6858000"/>
              <a:gd name="connsiteX656" fmla="*/ 1702258 w 7467663"/>
              <a:gd name="connsiteY656" fmla="*/ 3612286 h 6858000"/>
              <a:gd name="connsiteX657" fmla="*/ 1538370 w 7467663"/>
              <a:gd name="connsiteY657" fmla="*/ 3811804 h 6858000"/>
              <a:gd name="connsiteX658" fmla="*/ 542867 w 7467663"/>
              <a:gd name="connsiteY658" fmla="*/ 4944092 h 6858000"/>
              <a:gd name="connsiteX659" fmla="*/ 515800 w 7467663"/>
              <a:gd name="connsiteY659" fmla="*/ 4862180 h 6858000"/>
              <a:gd name="connsiteX660" fmla="*/ 909145 w 7467663"/>
              <a:gd name="connsiteY660" fmla="*/ 4199225 h 6858000"/>
              <a:gd name="connsiteX661" fmla="*/ 1214067 w 7467663"/>
              <a:gd name="connsiteY661" fmla="*/ 3908561 h 6858000"/>
              <a:gd name="connsiteX662" fmla="*/ 640967 w 7467663"/>
              <a:gd name="connsiteY662" fmla="*/ 4105601 h 6858000"/>
              <a:gd name="connsiteX663" fmla="*/ 112563 w 7467663"/>
              <a:gd name="connsiteY663" fmla="*/ 4396952 h 6858000"/>
              <a:gd name="connsiteX664" fmla="*/ 0 w 7467663"/>
              <a:gd name="connsiteY664" fmla="*/ 4466006 h 6858000"/>
              <a:gd name="connsiteX665" fmla="*/ 0 w 7467663"/>
              <a:gd name="connsiteY665" fmla="*/ 4233763 h 6858000"/>
              <a:gd name="connsiteX666" fmla="*/ 36881 w 7467663"/>
              <a:gd name="connsiteY666" fmla="*/ 4200118 h 6858000"/>
              <a:gd name="connsiteX667" fmla="*/ 910534 w 7467663"/>
              <a:gd name="connsiteY667" fmla="*/ 3629753 h 6858000"/>
              <a:gd name="connsiteX668" fmla="*/ 1578717 w 7467663"/>
              <a:gd name="connsiteY668" fmla="*/ 3575982 h 6858000"/>
              <a:gd name="connsiteX669" fmla="*/ 2338780 w 7467663"/>
              <a:gd name="connsiteY669" fmla="*/ 3033725 h 6858000"/>
              <a:gd name="connsiteX670" fmla="*/ 1807991 w 7467663"/>
              <a:gd name="connsiteY670" fmla="*/ 2807184 h 6858000"/>
              <a:gd name="connsiteX671" fmla="*/ 1416358 w 7467663"/>
              <a:gd name="connsiteY671" fmla="*/ 3112571 h 6858000"/>
              <a:gd name="connsiteX672" fmla="*/ 939066 w 7467663"/>
              <a:gd name="connsiteY672" fmla="*/ 3378798 h 6858000"/>
              <a:gd name="connsiteX673" fmla="*/ 115099 w 7467663"/>
              <a:gd name="connsiteY673" fmla="*/ 3607650 h 6858000"/>
              <a:gd name="connsiteX674" fmla="*/ 97284 w 7467663"/>
              <a:gd name="connsiteY674" fmla="*/ 3520393 h 6858000"/>
              <a:gd name="connsiteX675" fmla="*/ 922050 w 7467663"/>
              <a:gd name="connsiteY675" fmla="*/ 3074867 h 6858000"/>
              <a:gd name="connsiteX676" fmla="*/ 1405265 w 7467663"/>
              <a:gd name="connsiteY676" fmla="*/ 3016319 h 6858000"/>
              <a:gd name="connsiteX677" fmla="*/ 1407512 w 7467663"/>
              <a:gd name="connsiteY677" fmla="*/ 3018001 h 6858000"/>
              <a:gd name="connsiteX678" fmla="*/ 1726266 w 7467663"/>
              <a:gd name="connsiteY678" fmla="*/ 2777274 h 6858000"/>
              <a:gd name="connsiteX679" fmla="*/ 625390 w 7467663"/>
              <a:gd name="connsiteY679" fmla="*/ 2514541 h 6858000"/>
              <a:gd name="connsiteX680" fmla="*/ 619799 w 7467663"/>
              <a:gd name="connsiteY680" fmla="*/ 2527180 h 6858000"/>
              <a:gd name="connsiteX681" fmla="*/ 310030 w 7467663"/>
              <a:gd name="connsiteY681" fmla="*/ 2771818 h 6858000"/>
              <a:gd name="connsiteX682" fmla="*/ 173877 w 7467663"/>
              <a:gd name="connsiteY682" fmla="*/ 2937056 h 6858000"/>
              <a:gd name="connsiteX683" fmla="*/ 77889 w 7467663"/>
              <a:gd name="connsiteY683" fmla="*/ 3138440 h 6858000"/>
              <a:gd name="connsiteX684" fmla="*/ 0 w 7467663"/>
              <a:gd name="connsiteY684" fmla="*/ 3271395 h 6858000"/>
              <a:gd name="connsiteX685" fmla="*/ 0 w 7467663"/>
              <a:gd name="connsiteY685" fmla="*/ 3153002 h 6858000"/>
              <a:gd name="connsiteX686" fmla="*/ 2386 w 7467663"/>
              <a:gd name="connsiteY686" fmla="*/ 3149203 h 6858000"/>
              <a:gd name="connsiteX687" fmla="*/ 89753 w 7467663"/>
              <a:gd name="connsiteY687" fmla="*/ 2987702 h 6858000"/>
              <a:gd name="connsiteX688" fmla="*/ 76869 w 7467663"/>
              <a:gd name="connsiteY688" fmla="*/ 3005404 h 6858000"/>
              <a:gd name="connsiteX689" fmla="*/ 32049 w 7467663"/>
              <a:gd name="connsiteY689" fmla="*/ 3065814 h 6858000"/>
              <a:gd name="connsiteX690" fmla="*/ 0 w 7467663"/>
              <a:gd name="connsiteY690" fmla="*/ 3108744 h 6858000"/>
              <a:gd name="connsiteX691" fmla="*/ 0 w 7467663"/>
              <a:gd name="connsiteY691" fmla="*/ 3058059 h 6858000"/>
              <a:gd name="connsiteX692" fmla="*/ 7610 w 7467663"/>
              <a:gd name="connsiteY692" fmla="*/ 3047889 h 6858000"/>
              <a:gd name="connsiteX693" fmla="*/ 52419 w 7467663"/>
              <a:gd name="connsiteY693" fmla="*/ 2987479 h 6858000"/>
              <a:gd name="connsiteX694" fmla="*/ 59142 w 7467663"/>
              <a:gd name="connsiteY694" fmla="*/ 2978488 h 6858000"/>
              <a:gd name="connsiteX695" fmla="*/ 0 w 7467663"/>
              <a:gd name="connsiteY695" fmla="*/ 3015334 h 6858000"/>
              <a:gd name="connsiteX696" fmla="*/ 0 w 7467663"/>
              <a:gd name="connsiteY696" fmla="*/ 2914286 h 6858000"/>
              <a:gd name="connsiteX697" fmla="*/ 36383 w 7467663"/>
              <a:gd name="connsiteY697" fmla="*/ 2901128 h 6858000"/>
              <a:gd name="connsiteX698" fmla="*/ 156329 w 7467663"/>
              <a:gd name="connsiteY698" fmla="*/ 2840533 h 6858000"/>
              <a:gd name="connsiteX699" fmla="*/ 358355 w 7467663"/>
              <a:gd name="connsiteY699" fmla="*/ 2620471 h 6858000"/>
              <a:gd name="connsiteX700" fmla="*/ 510577 w 7467663"/>
              <a:gd name="connsiteY700" fmla="*/ 2501244 h 6858000"/>
              <a:gd name="connsiteX701" fmla="*/ 211967 w 7467663"/>
              <a:gd name="connsiteY701" fmla="*/ 2479171 h 6858000"/>
              <a:gd name="connsiteX702" fmla="*/ 0 w 7467663"/>
              <a:gd name="connsiteY702" fmla="*/ 2476398 h 6858000"/>
              <a:gd name="connsiteX703" fmla="*/ 0 w 7467663"/>
              <a:gd name="connsiteY703" fmla="*/ 2389189 h 6858000"/>
              <a:gd name="connsiteX704" fmla="*/ 103062 w 7467663"/>
              <a:gd name="connsiteY704" fmla="*/ 2389518 h 6858000"/>
              <a:gd name="connsiteX705" fmla="*/ 510734 w 7467663"/>
              <a:gd name="connsiteY705" fmla="*/ 2416201 h 6858000"/>
              <a:gd name="connsiteX706" fmla="*/ 279257 w 7467663"/>
              <a:gd name="connsiteY706" fmla="*/ 2092102 h 6858000"/>
              <a:gd name="connsiteX707" fmla="*/ 65265 w 7467663"/>
              <a:gd name="connsiteY707" fmla="*/ 2006049 h 6858000"/>
              <a:gd name="connsiteX708" fmla="*/ 0 w 7467663"/>
              <a:gd name="connsiteY708" fmla="*/ 1982532 h 6858000"/>
              <a:gd name="connsiteX709" fmla="*/ 0 w 7467663"/>
              <a:gd name="connsiteY709" fmla="*/ 1912789 h 6858000"/>
              <a:gd name="connsiteX710" fmla="*/ 97460 w 7467663"/>
              <a:gd name="connsiteY710" fmla="*/ 1953725 h 6858000"/>
              <a:gd name="connsiteX711" fmla="*/ 221272 w 7467663"/>
              <a:gd name="connsiteY711" fmla="*/ 1980766 h 6858000"/>
              <a:gd name="connsiteX712" fmla="*/ 116765 w 7467663"/>
              <a:gd name="connsiteY712" fmla="*/ 1911033 h 6858000"/>
              <a:gd name="connsiteX713" fmla="*/ 16405 w 7467663"/>
              <a:gd name="connsiteY713" fmla="*/ 1803412 h 6858000"/>
              <a:gd name="connsiteX714" fmla="*/ 0 w 7467663"/>
              <a:gd name="connsiteY714" fmla="*/ 1784777 h 6858000"/>
              <a:gd name="connsiteX715" fmla="*/ 0 w 7467663"/>
              <a:gd name="connsiteY715" fmla="*/ 1740082 h 6858000"/>
              <a:gd name="connsiteX716" fmla="*/ 39394 w 7467663"/>
              <a:gd name="connsiteY716" fmla="*/ 1784856 h 6858000"/>
              <a:gd name="connsiteX717" fmla="*/ 135813 w 7467663"/>
              <a:gd name="connsiteY717" fmla="*/ 1888838 h 6858000"/>
              <a:gd name="connsiteX718" fmla="*/ 242575 w 7467663"/>
              <a:gd name="connsiteY718" fmla="*/ 1958841 h 6858000"/>
              <a:gd name="connsiteX719" fmla="*/ 82197 w 7467663"/>
              <a:gd name="connsiteY719" fmla="*/ 1754826 h 6858000"/>
              <a:gd name="connsiteX720" fmla="*/ 0 w 7467663"/>
              <a:gd name="connsiteY720" fmla="*/ 1679650 h 6858000"/>
              <a:gd name="connsiteX721" fmla="*/ 0 w 7467663"/>
              <a:gd name="connsiteY721" fmla="*/ 1602463 h 6858000"/>
              <a:gd name="connsiteX722" fmla="*/ 84689 w 7467663"/>
              <a:gd name="connsiteY722" fmla="*/ 1677442 h 6858000"/>
              <a:gd name="connsiteX723" fmla="*/ 298437 w 7467663"/>
              <a:gd name="connsiteY723" fmla="*/ 1968019 h 6858000"/>
              <a:gd name="connsiteX724" fmla="*/ 227269 w 7467663"/>
              <a:gd name="connsiteY724" fmla="*/ 1114064 h 6858000"/>
              <a:gd name="connsiteX725" fmla="*/ 248003 w 7467663"/>
              <a:gd name="connsiteY725" fmla="*/ 1089613 h 6858000"/>
              <a:gd name="connsiteX726" fmla="*/ 427020 w 7467663"/>
              <a:gd name="connsiteY726" fmla="*/ 1619803 h 6858000"/>
              <a:gd name="connsiteX727" fmla="*/ 340345 w 7467663"/>
              <a:gd name="connsiteY727" fmla="*/ 2027739 h 6858000"/>
              <a:gd name="connsiteX728" fmla="*/ 360865 w 7467663"/>
              <a:gd name="connsiteY728" fmla="*/ 2044827 h 6858000"/>
              <a:gd name="connsiteX729" fmla="*/ 560414 w 7467663"/>
              <a:gd name="connsiteY729" fmla="*/ 2421457 h 6858000"/>
              <a:gd name="connsiteX730" fmla="*/ 1359703 w 7467663"/>
              <a:gd name="connsiteY730" fmla="*/ 2578554 h 6858000"/>
              <a:gd name="connsiteX731" fmla="*/ 1359422 w 7467663"/>
              <a:gd name="connsiteY731" fmla="*/ 2577994 h 6858000"/>
              <a:gd name="connsiteX732" fmla="*/ 828701 w 7467663"/>
              <a:gd name="connsiteY732" fmla="*/ 1839520 h 6858000"/>
              <a:gd name="connsiteX733" fmla="*/ 494427 w 7467663"/>
              <a:gd name="connsiteY733" fmla="*/ 1092333 h 6858000"/>
              <a:gd name="connsiteX734" fmla="*/ 506322 w 7467663"/>
              <a:gd name="connsiteY734" fmla="*/ 1020997 h 6858000"/>
              <a:gd name="connsiteX735" fmla="*/ 4570198 w 7467663"/>
              <a:gd name="connsiteY735" fmla="*/ 978081 h 6858000"/>
              <a:gd name="connsiteX736" fmla="*/ 4523691 w 7467663"/>
              <a:gd name="connsiteY736" fmla="*/ 1127776 h 6858000"/>
              <a:gd name="connsiteX737" fmla="*/ 4509875 w 7467663"/>
              <a:gd name="connsiteY737" fmla="*/ 1167552 h 6858000"/>
              <a:gd name="connsiteX738" fmla="*/ 4478168 w 7467663"/>
              <a:gd name="connsiteY738" fmla="*/ 1260735 h 6858000"/>
              <a:gd name="connsiteX739" fmla="*/ 4409309 w 7467663"/>
              <a:gd name="connsiteY739" fmla="*/ 1666996 h 6858000"/>
              <a:gd name="connsiteX740" fmla="*/ 4370031 w 7467663"/>
              <a:gd name="connsiteY740" fmla="*/ 1955666 h 6858000"/>
              <a:gd name="connsiteX741" fmla="*/ 4570198 w 7467663"/>
              <a:gd name="connsiteY741" fmla="*/ 978081 h 6858000"/>
              <a:gd name="connsiteX742" fmla="*/ 4557898 w 7467663"/>
              <a:gd name="connsiteY742" fmla="*/ 900011 h 6858000"/>
              <a:gd name="connsiteX743" fmla="*/ 4344840 w 7467663"/>
              <a:gd name="connsiteY743" fmla="*/ 1922038 h 6858000"/>
              <a:gd name="connsiteX744" fmla="*/ 4378710 w 7467663"/>
              <a:gd name="connsiteY744" fmla="*/ 1665516 h 6858000"/>
              <a:gd name="connsiteX745" fmla="*/ 4448798 w 7467663"/>
              <a:gd name="connsiteY745" fmla="*/ 1253024 h 6858000"/>
              <a:gd name="connsiteX746" fmla="*/ 4480315 w 7467663"/>
              <a:gd name="connsiteY746" fmla="*/ 1158454 h 6858000"/>
              <a:gd name="connsiteX747" fmla="*/ 4494133 w 7467663"/>
              <a:gd name="connsiteY747" fmla="*/ 1118676 h 6858000"/>
              <a:gd name="connsiteX748" fmla="*/ 4557898 w 7467663"/>
              <a:gd name="connsiteY748" fmla="*/ 900011 h 6858000"/>
              <a:gd name="connsiteX749" fmla="*/ 5870151 w 7467663"/>
              <a:gd name="connsiteY749" fmla="*/ 898890 h 6858000"/>
              <a:gd name="connsiteX750" fmla="*/ 5861335 w 7467663"/>
              <a:gd name="connsiteY750" fmla="*/ 899177 h 6858000"/>
              <a:gd name="connsiteX751" fmla="*/ 5843702 w 7467663"/>
              <a:gd name="connsiteY751" fmla="*/ 899748 h 6858000"/>
              <a:gd name="connsiteX752" fmla="*/ 5651107 w 7467663"/>
              <a:gd name="connsiteY752" fmla="*/ 920306 h 6858000"/>
              <a:gd name="connsiteX753" fmla="*/ 5459407 w 7467663"/>
              <a:gd name="connsiteY753" fmla="*/ 940975 h 6858000"/>
              <a:gd name="connsiteX754" fmla="*/ 5374846 w 7467663"/>
              <a:gd name="connsiteY754" fmla="*/ 941988 h 6858000"/>
              <a:gd name="connsiteX755" fmla="*/ 5256105 w 7467663"/>
              <a:gd name="connsiteY755" fmla="*/ 945632 h 6858000"/>
              <a:gd name="connsiteX756" fmla="*/ 5107071 w 7467663"/>
              <a:gd name="connsiteY756" fmla="*/ 969720 h 6858000"/>
              <a:gd name="connsiteX757" fmla="*/ 4998681 w 7467663"/>
              <a:gd name="connsiteY757" fmla="*/ 988771 h 6858000"/>
              <a:gd name="connsiteX758" fmla="*/ 5870151 w 7467663"/>
              <a:gd name="connsiteY758" fmla="*/ 898890 h 6858000"/>
              <a:gd name="connsiteX759" fmla="*/ 5504425 w 7467663"/>
              <a:gd name="connsiteY759" fmla="*/ 848067 h 6858000"/>
              <a:gd name="connsiteX760" fmla="*/ 4968849 w 7467663"/>
              <a:gd name="connsiteY760" fmla="*/ 962318 h 6858000"/>
              <a:gd name="connsiteX761" fmla="*/ 5104039 w 7467663"/>
              <a:gd name="connsiteY761" fmla="*/ 940634 h 6858000"/>
              <a:gd name="connsiteX762" fmla="*/ 5256311 w 7467663"/>
              <a:gd name="connsiteY762" fmla="*/ 916490 h 6858000"/>
              <a:gd name="connsiteX763" fmla="*/ 5377381 w 7467663"/>
              <a:gd name="connsiteY763" fmla="*/ 912671 h 6858000"/>
              <a:gd name="connsiteX764" fmla="*/ 5460148 w 7467663"/>
              <a:gd name="connsiteY764" fmla="*/ 911442 h 6858000"/>
              <a:gd name="connsiteX765" fmla="*/ 5648971 w 7467663"/>
              <a:gd name="connsiteY765" fmla="*/ 891331 h 6858000"/>
              <a:gd name="connsiteX766" fmla="*/ 5844807 w 7467663"/>
              <a:gd name="connsiteY766" fmla="*/ 870718 h 6858000"/>
              <a:gd name="connsiteX767" fmla="*/ 5862975 w 7467663"/>
              <a:gd name="connsiteY767" fmla="*/ 869756 h 6858000"/>
              <a:gd name="connsiteX768" fmla="*/ 5920887 w 7467663"/>
              <a:gd name="connsiteY768" fmla="*/ 865929 h 6858000"/>
              <a:gd name="connsiteX769" fmla="*/ 5504425 w 7467663"/>
              <a:gd name="connsiteY769" fmla="*/ 848067 h 6858000"/>
              <a:gd name="connsiteX770" fmla="*/ 3607114 w 7467663"/>
              <a:gd name="connsiteY770" fmla="*/ 467441 h 6858000"/>
              <a:gd name="connsiteX771" fmla="*/ 3296242 w 7467663"/>
              <a:gd name="connsiteY771" fmla="*/ 807991 h 6858000"/>
              <a:gd name="connsiteX772" fmla="*/ 3174674 w 7467663"/>
              <a:gd name="connsiteY772" fmla="*/ 919759 h 6858000"/>
              <a:gd name="connsiteX773" fmla="*/ 3042978 w 7467663"/>
              <a:gd name="connsiteY773" fmla="*/ 1054894 h 6858000"/>
              <a:gd name="connsiteX774" fmla="*/ 2968914 w 7467663"/>
              <a:gd name="connsiteY774" fmla="*/ 1133756 h 6858000"/>
              <a:gd name="connsiteX775" fmla="*/ 3103823 w 7467663"/>
              <a:gd name="connsiteY775" fmla="*/ 1026814 h 6858000"/>
              <a:gd name="connsiteX776" fmla="*/ 3607114 w 7467663"/>
              <a:gd name="connsiteY776" fmla="*/ 467441 h 6858000"/>
              <a:gd name="connsiteX777" fmla="*/ 3744487 w 7467663"/>
              <a:gd name="connsiteY777" fmla="*/ 383136 h 6858000"/>
              <a:gd name="connsiteX778" fmla="*/ 3970213 w 7467663"/>
              <a:gd name="connsiteY778" fmla="*/ 995559 h 6858000"/>
              <a:gd name="connsiteX779" fmla="*/ 3744487 w 7467663"/>
              <a:gd name="connsiteY779" fmla="*/ 383136 h 6858000"/>
              <a:gd name="connsiteX780" fmla="*/ 3624562 w 7467663"/>
              <a:gd name="connsiteY780" fmla="*/ 367041 h 6858000"/>
              <a:gd name="connsiteX781" fmla="*/ 3489712 w 7467663"/>
              <a:gd name="connsiteY781" fmla="*/ 485386 h 6858000"/>
              <a:gd name="connsiteX782" fmla="*/ 3182994 w 7467663"/>
              <a:gd name="connsiteY782" fmla="*/ 828265 h 6858000"/>
              <a:gd name="connsiteX783" fmla="*/ 2892114 w 7467663"/>
              <a:gd name="connsiteY783" fmla="*/ 1172635 h 6858000"/>
              <a:gd name="connsiteX784" fmla="*/ 3021459 w 7467663"/>
              <a:gd name="connsiteY784" fmla="*/ 1035385 h 6858000"/>
              <a:gd name="connsiteX785" fmla="*/ 3153873 w 7467663"/>
              <a:gd name="connsiteY785" fmla="*/ 898971 h 6858000"/>
              <a:gd name="connsiteX786" fmla="*/ 3276511 w 7467663"/>
              <a:gd name="connsiteY786" fmla="*/ 786423 h 6858000"/>
              <a:gd name="connsiteX787" fmla="*/ 3584154 w 7467663"/>
              <a:gd name="connsiteY787" fmla="*/ 448218 h 6858000"/>
              <a:gd name="connsiteX788" fmla="*/ 3624562 w 7467663"/>
              <a:gd name="connsiteY788" fmla="*/ 367041 h 6858000"/>
              <a:gd name="connsiteX789" fmla="*/ 3766672 w 7467663"/>
              <a:gd name="connsiteY789" fmla="*/ 359429 h 6858000"/>
              <a:gd name="connsiteX790" fmla="*/ 3996338 w 7467663"/>
              <a:gd name="connsiteY790" fmla="*/ 968237 h 6858000"/>
              <a:gd name="connsiteX791" fmla="*/ 3766672 w 7467663"/>
              <a:gd name="connsiteY791" fmla="*/ 359429 h 6858000"/>
              <a:gd name="connsiteX792" fmla="*/ 5805386 w 7467663"/>
              <a:gd name="connsiteY792" fmla="*/ 239240 h 6858000"/>
              <a:gd name="connsiteX793" fmla="*/ 5736947 w 7467663"/>
              <a:gd name="connsiteY793" fmla="*/ 261367 h 6858000"/>
              <a:gd name="connsiteX794" fmla="*/ 5427012 w 7467663"/>
              <a:gd name="connsiteY794" fmla="*/ 311272 h 6858000"/>
              <a:gd name="connsiteX795" fmla="*/ 5147818 w 7467663"/>
              <a:gd name="connsiteY795" fmla="*/ 322112 h 6858000"/>
              <a:gd name="connsiteX796" fmla="*/ 5060854 w 7467663"/>
              <a:gd name="connsiteY796" fmla="*/ 311882 h 6858000"/>
              <a:gd name="connsiteX797" fmla="*/ 4945989 w 7467663"/>
              <a:gd name="connsiteY797" fmla="*/ 300516 h 6858000"/>
              <a:gd name="connsiteX798" fmla="*/ 5410479 w 7467663"/>
              <a:gd name="connsiteY798" fmla="*/ 348434 h 6858000"/>
              <a:gd name="connsiteX799" fmla="*/ 5805386 w 7467663"/>
              <a:gd name="connsiteY799" fmla="*/ 239240 h 6858000"/>
              <a:gd name="connsiteX800" fmla="*/ 5905192 w 7467663"/>
              <a:gd name="connsiteY800" fmla="*/ 163079 h 6858000"/>
              <a:gd name="connsiteX801" fmla="*/ 5865655 w 7467663"/>
              <a:gd name="connsiteY801" fmla="*/ 171901 h 6858000"/>
              <a:gd name="connsiteX802" fmla="*/ 5259740 w 7467663"/>
              <a:gd name="connsiteY802" fmla="*/ 257013 h 6858000"/>
              <a:gd name="connsiteX803" fmla="*/ 5208466 w 7467663"/>
              <a:gd name="connsiteY803" fmla="*/ 257550 h 6858000"/>
              <a:gd name="connsiteX804" fmla="*/ 4980204 w 7467663"/>
              <a:gd name="connsiteY804" fmla="*/ 271903 h 6858000"/>
              <a:gd name="connsiteX805" fmla="*/ 5068068 w 7467663"/>
              <a:gd name="connsiteY805" fmla="*/ 282244 h 6858000"/>
              <a:gd name="connsiteX806" fmla="*/ 5153231 w 7467663"/>
              <a:gd name="connsiteY806" fmla="*/ 292240 h 6858000"/>
              <a:gd name="connsiteX807" fmla="*/ 5426491 w 7467663"/>
              <a:gd name="connsiteY807" fmla="*/ 281128 h 6858000"/>
              <a:gd name="connsiteX808" fmla="*/ 5731212 w 7467663"/>
              <a:gd name="connsiteY808" fmla="*/ 231951 h 6858000"/>
              <a:gd name="connsiteX809" fmla="*/ 5905192 w 7467663"/>
              <a:gd name="connsiteY809" fmla="*/ 163079 h 6858000"/>
              <a:gd name="connsiteX810" fmla="*/ 5944437 w 7467663"/>
              <a:gd name="connsiteY810" fmla="*/ 113829 h 6858000"/>
              <a:gd name="connsiteX811" fmla="*/ 5825032 w 7467663"/>
              <a:gd name="connsiteY811" fmla="*/ 146405 h 6858000"/>
              <a:gd name="connsiteX812" fmla="*/ 4955599 w 7467663"/>
              <a:gd name="connsiteY812" fmla="*/ 247008 h 6858000"/>
              <a:gd name="connsiteX813" fmla="*/ 5210104 w 7467663"/>
              <a:gd name="connsiteY813" fmla="*/ 228123 h 6858000"/>
              <a:gd name="connsiteX814" fmla="*/ 5261015 w 7467663"/>
              <a:gd name="connsiteY814" fmla="*/ 227087 h 6858000"/>
              <a:gd name="connsiteX815" fmla="*/ 5861181 w 7467663"/>
              <a:gd name="connsiteY815" fmla="*/ 143093 h 6858000"/>
              <a:gd name="connsiteX816" fmla="*/ 5961252 w 7467663"/>
              <a:gd name="connsiteY816" fmla="*/ 114820 h 6858000"/>
              <a:gd name="connsiteX817" fmla="*/ 5944437 w 7467663"/>
              <a:gd name="connsiteY817" fmla="*/ 113829 h 6858000"/>
              <a:gd name="connsiteX818" fmla="*/ 3882765 w 7467663"/>
              <a:gd name="connsiteY818" fmla="*/ 0 h 6858000"/>
              <a:gd name="connsiteX819" fmla="*/ 3995099 w 7467663"/>
              <a:gd name="connsiteY819" fmla="*/ 0 h 6858000"/>
              <a:gd name="connsiteX820" fmla="*/ 4163818 w 7467663"/>
              <a:gd name="connsiteY820" fmla="*/ 234104 h 6858000"/>
              <a:gd name="connsiteX821" fmla="*/ 4172099 w 7467663"/>
              <a:gd name="connsiteY821" fmla="*/ 234207 h 6858000"/>
              <a:gd name="connsiteX822" fmla="*/ 4784282 w 7467663"/>
              <a:gd name="connsiteY822" fmla="*/ 276561 h 6858000"/>
              <a:gd name="connsiteX823" fmla="*/ 4801687 w 7467663"/>
              <a:gd name="connsiteY823" fmla="*/ 267764 h 6858000"/>
              <a:gd name="connsiteX824" fmla="*/ 6082788 w 7467663"/>
              <a:gd name="connsiteY824" fmla="*/ 64119 h 6858000"/>
              <a:gd name="connsiteX825" fmla="*/ 6099442 w 7467663"/>
              <a:gd name="connsiteY825" fmla="*/ 82568 h 6858000"/>
              <a:gd name="connsiteX826" fmla="*/ 4804137 w 7467663"/>
              <a:gd name="connsiteY826" fmla="*/ 320931 h 6858000"/>
              <a:gd name="connsiteX827" fmla="*/ 4227047 w 7467663"/>
              <a:gd name="connsiteY827" fmla="*/ 313415 h 6858000"/>
              <a:gd name="connsiteX828" fmla="*/ 4346041 w 7467663"/>
              <a:gd name="connsiteY828" fmla="*/ 456086 h 6858000"/>
              <a:gd name="connsiteX829" fmla="*/ 4870967 w 7467663"/>
              <a:gd name="connsiteY829" fmla="*/ 963061 h 6858000"/>
              <a:gd name="connsiteX830" fmla="*/ 4889647 w 7467663"/>
              <a:gd name="connsiteY830" fmla="*/ 957147 h 6858000"/>
              <a:gd name="connsiteX831" fmla="*/ 5422504 w 7467663"/>
              <a:gd name="connsiteY831" fmla="*/ 805191 h 6858000"/>
              <a:gd name="connsiteX832" fmla="*/ 6087656 w 7467663"/>
              <a:gd name="connsiteY832" fmla="*/ 826703 h 6858000"/>
              <a:gd name="connsiteX833" fmla="*/ 6058717 w 7467663"/>
              <a:gd name="connsiteY833" fmla="*/ 865992 h 6858000"/>
              <a:gd name="connsiteX834" fmla="*/ 4974153 w 7467663"/>
              <a:gd name="connsiteY834" fmla="*/ 1045456 h 6858000"/>
              <a:gd name="connsiteX835" fmla="*/ 5627835 w 7467663"/>
              <a:gd name="connsiteY835" fmla="*/ 1472077 h 6858000"/>
              <a:gd name="connsiteX836" fmla="*/ 5629817 w 7467663"/>
              <a:gd name="connsiteY836" fmla="*/ 1471412 h 6858000"/>
              <a:gd name="connsiteX837" fmla="*/ 5634124 w 7467663"/>
              <a:gd name="connsiteY837" fmla="*/ 1470572 h 6858000"/>
              <a:gd name="connsiteX838" fmla="*/ 5755832 w 7467663"/>
              <a:gd name="connsiteY838" fmla="*/ 1383886 h 6858000"/>
              <a:gd name="connsiteX839" fmla="*/ 6014186 w 7467663"/>
              <a:gd name="connsiteY839" fmla="*/ 1279799 h 6858000"/>
              <a:gd name="connsiteX840" fmla="*/ 6901619 w 7467663"/>
              <a:gd name="connsiteY840" fmla="*/ 1047874 h 6858000"/>
              <a:gd name="connsiteX841" fmla="*/ 6931566 w 7467663"/>
              <a:gd name="connsiteY841" fmla="*/ 1062034 h 6858000"/>
              <a:gd name="connsiteX842" fmla="*/ 5790982 w 7467663"/>
              <a:gd name="connsiteY842" fmla="*/ 1561380 h 6858000"/>
              <a:gd name="connsiteX843" fmla="*/ 6188971 w 7467663"/>
              <a:gd name="connsiteY843" fmla="*/ 1755168 h 6858000"/>
              <a:gd name="connsiteX844" fmla="*/ 6202446 w 7467663"/>
              <a:gd name="connsiteY844" fmla="*/ 1752268 h 6858000"/>
              <a:gd name="connsiteX845" fmla="*/ 7179560 w 7467663"/>
              <a:gd name="connsiteY845" fmla="*/ 1467551 h 6858000"/>
              <a:gd name="connsiteX846" fmla="*/ 7158730 w 7467663"/>
              <a:gd name="connsiteY846" fmla="*/ 1507835 h 6858000"/>
              <a:gd name="connsiteX847" fmla="*/ 6326959 w 7467663"/>
              <a:gd name="connsiteY847" fmla="*/ 1817686 h 6858000"/>
              <a:gd name="connsiteX848" fmla="*/ 6537433 w 7467663"/>
              <a:gd name="connsiteY848" fmla="*/ 1907790 h 6858000"/>
              <a:gd name="connsiteX849" fmla="*/ 6550221 w 7467663"/>
              <a:gd name="connsiteY849" fmla="*/ 1910729 h 6858000"/>
              <a:gd name="connsiteX850" fmla="*/ 6964438 w 7467663"/>
              <a:gd name="connsiteY850" fmla="*/ 2209505 h 6858000"/>
              <a:gd name="connsiteX851" fmla="*/ 7367862 w 7467663"/>
              <a:gd name="connsiteY851" fmla="*/ 2806833 h 6858000"/>
              <a:gd name="connsiteX852" fmla="*/ 7364329 w 7467663"/>
              <a:gd name="connsiteY852" fmla="*/ 2826907 h 6858000"/>
              <a:gd name="connsiteX853" fmla="*/ 7290545 w 7467663"/>
              <a:gd name="connsiteY853" fmla="*/ 2850663 h 6858000"/>
              <a:gd name="connsiteX854" fmla="*/ 6472036 w 7467663"/>
              <a:gd name="connsiteY854" fmla="*/ 1959003 h 6858000"/>
              <a:gd name="connsiteX855" fmla="*/ 5792897 w 7467663"/>
              <a:gd name="connsiteY855" fmla="*/ 1647747 h 6858000"/>
              <a:gd name="connsiteX856" fmla="*/ 5842751 w 7467663"/>
              <a:gd name="connsiteY856" fmla="*/ 1816112 h 6858000"/>
              <a:gd name="connsiteX857" fmla="*/ 5847424 w 7467663"/>
              <a:gd name="connsiteY857" fmla="*/ 1815776 h 6858000"/>
              <a:gd name="connsiteX858" fmla="*/ 6399821 w 7467663"/>
              <a:gd name="connsiteY858" fmla="*/ 2344799 h 6858000"/>
              <a:gd name="connsiteX859" fmla="*/ 6323232 w 7467663"/>
              <a:gd name="connsiteY859" fmla="*/ 2389634 h 6858000"/>
              <a:gd name="connsiteX860" fmla="*/ 5942958 w 7467663"/>
              <a:gd name="connsiteY860" fmla="*/ 2077708 h 6858000"/>
              <a:gd name="connsiteX861" fmla="*/ 5921559 w 7467663"/>
              <a:gd name="connsiteY861" fmla="*/ 2378596 h 6858000"/>
              <a:gd name="connsiteX862" fmla="*/ 5817651 w 7467663"/>
              <a:gd name="connsiteY862" fmla="*/ 3023919 h 6858000"/>
              <a:gd name="connsiteX863" fmla="*/ 5729634 w 7467663"/>
              <a:gd name="connsiteY863" fmla="*/ 3051849 h 6858000"/>
              <a:gd name="connsiteX864" fmla="*/ 5611018 w 7467663"/>
              <a:gd name="connsiteY864" fmla="*/ 2316769 h 6858000"/>
              <a:gd name="connsiteX865" fmla="*/ 5687608 w 7467663"/>
              <a:gd name="connsiteY865" fmla="*/ 2039972 h 6858000"/>
              <a:gd name="connsiteX866" fmla="*/ 5657554 w 7467663"/>
              <a:gd name="connsiteY866" fmla="*/ 1576445 h 6858000"/>
              <a:gd name="connsiteX867" fmla="*/ 5150475 w 7467663"/>
              <a:gd name="connsiteY867" fmla="*/ 1274012 h 6858000"/>
              <a:gd name="connsiteX868" fmla="*/ 5349142 w 7467663"/>
              <a:gd name="connsiteY868" fmla="*/ 2204405 h 6858000"/>
              <a:gd name="connsiteX869" fmla="*/ 5262214 w 7467663"/>
              <a:gd name="connsiteY869" fmla="*/ 2233836 h 6858000"/>
              <a:gd name="connsiteX870" fmla="*/ 4981539 w 7467663"/>
              <a:gd name="connsiteY870" fmla="*/ 1542201 h 6858000"/>
              <a:gd name="connsiteX871" fmla="*/ 4958461 w 7467663"/>
              <a:gd name="connsiteY871" fmla="*/ 1136957 h 6858000"/>
              <a:gd name="connsiteX872" fmla="*/ 4655015 w 7467663"/>
              <a:gd name="connsiteY872" fmla="*/ 891426 h 6858000"/>
              <a:gd name="connsiteX873" fmla="*/ 4348002 w 7467663"/>
              <a:gd name="connsiteY873" fmla="*/ 2205895 h 6858000"/>
              <a:gd name="connsiteX874" fmla="*/ 4262250 w 7467663"/>
              <a:gd name="connsiteY874" fmla="*/ 2219972 h 6858000"/>
              <a:gd name="connsiteX875" fmla="*/ 4550611 w 7467663"/>
              <a:gd name="connsiteY875" fmla="*/ 817540 h 6858000"/>
              <a:gd name="connsiteX876" fmla="*/ 4564418 w 7467663"/>
              <a:gd name="connsiteY876" fmla="*/ 808293 h 6858000"/>
              <a:gd name="connsiteX877" fmla="*/ 4266388 w 7467663"/>
              <a:gd name="connsiteY877" fmla="*/ 500083 h 6858000"/>
              <a:gd name="connsiteX878" fmla="*/ 4032842 w 7467663"/>
              <a:gd name="connsiteY878" fmla="*/ 211809 h 6858000"/>
              <a:gd name="connsiteX879" fmla="*/ 3882765 w 7467663"/>
              <a:gd name="connsiteY879" fmla="*/ 0 h 6858000"/>
              <a:gd name="connsiteX880" fmla="*/ 3721337 w 7467663"/>
              <a:gd name="connsiteY880" fmla="*/ 0 h 6858000"/>
              <a:gd name="connsiteX881" fmla="*/ 3797544 w 7467663"/>
              <a:gd name="connsiteY881" fmla="*/ 0 h 6858000"/>
              <a:gd name="connsiteX882" fmla="*/ 3775734 w 7467663"/>
              <a:gd name="connsiteY882" fmla="*/ 95131 h 6858000"/>
              <a:gd name="connsiteX883" fmla="*/ 3724807 w 7467663"/>
              <a:gd name="connsiteY883" fmla="*/ 272257 h 6858000"/>
              <a:gd name="connsiteX884" fmla="*/ 3726844 w 7467663"/>
              <a:gd name="connsiteY884" fmla="*/ 282988 h 6858000"/>
              <a:gd name="connsiteX885" fmla="*/ 3742664 w 7467663"/>
              <a:gd name="connsiteY885" fmla="*/ 279918 h 6858000"/>
              <a:gd name="connsiteX886" fmla="*/ 4103910 w 7467663"/>
              <a:gd name="connsiteY886" fmla="*/ 1161917 h 6858000"/>
              <a:gd name="connsiteX887" fmla="*/ 4020269 w 7467663"/>
              <a:gd name="connsiteY887" fmla="*/ 1200406 h 6858000"/>
              <a:gd name="connsiteX888" fmla="*/ 3674882 w 7467663"/>
              <a:gd name="connsiteY888" fmla="*/ 488524 h 6858000"/>
              <a:gd name="connsiteX889" fmla="*/ 3132682 w 7467663"/>
              <a:gd name="connsiteY889" fmla="*/ 1072284 h 6858000"/>
              <a:gd name="connsiteX890" fmla="*/ 2716346 w 7467663"/>
              <a:gd name="connsiteY890" fmla="*/ 1276376 h 6858000"/>
              <a:gd name="connsiteX891" fmla="*/ 2716772 w 7467663"/>
              <a:gd name="connsiteY891" fmla="*/ 1255462 h 6858000"/>
              <a:gd name="connsiteX892" fmla="*/ 3471096 w 7467663"/>
              <a:gd name="connsiteY892" fmla="*/ 437072 h 6858000"/>
              <a:gd name="connsiteX893" fmla="*/ 3639057 w 7467663"/>
              <a:gd name="connsiteY893" fmla="*/ 286334 h 6858000"/>
              <a:gd name="connsiteX894" fmla="*/ 3640309 w 7467663"/>
              <a:gd name="connsiteY894" fmla="*/ 284664 h 6858000"/>
              <a:gd name="connsiteX895" fmla="*/ 3646022 w 7467663"/>
              <a:gd name="connsiteY895" fmla="*/ 276711 h 6858000"/>
              <a:gd name="connsiteX896" fmla="*/ 3707943 w 7467663"/>
              <a:gd name="connsiteY896" fmla="*/ 65958 h 6858000"/>
              <a:gd name="connsiteX897" fmla="*/ 3721337 w 7467663"/>
              <a:gd name="connsiteY897" fmla="*/ 0 h 6858000"/>
              <a:gd name="connsiteX898" fmla="*/ 2867960 w 7467663"/>
              <a:gd name="connsiteY898" fmla="*/ 0 h 6858000"/>
              <a:gd name="connsiteX899" fmla="*/ 2926351 w 7467663"/>
              <a:gd name="connsiteY899" fmla="*/ 0 h 6858000"/>
              <a:gd name="connsiteX900" fmla="*/ 2902823 w 7467663"/>
              <a:gd name="connsiteY900" fmla="*/ 262929 h 6858000"/>
              <a:gd name="connsiteX901" fmla="*/ 2940663 w 7467663"/>
              <a:gd name="connsiteY901" fmla="*/ 140884 h 6858000"/>
              <a:gd name="connsiteX902" fmla="*/ 2947039 w 7467663"/>
              <a:gd name="connsiteY902" fmla="*/ 122524 h 6858000"/>
              <a:gd name="connsiteX903" fmla="*/ 2984316 w 7467663"/>
              <a:gd name="connsiteY903" fmla="*/ 0 h 6858000"/>
              <a:gd name="connsiteX904" fmla="*/ 3016114 w 7467663"/>
              <a:gd name="connsiteY904" fmla="*/ 0 h 6858000"/>
              <a:gd name="connsiteX905" fmla="*/ 2979949 w 7467663"/>
              <a:gd name="connsiteY905" fmla="*/ 119274 h 6858000"/>
              <a:gd name="connsiteX906" fmla="*/ 3023879 w 7467663"/>
              <a:gd name="connsiteY906" fmla="*/ 0 h 6858000"/>
              <a:gd name="connsiteX907" fmla="*/ 3105400 w 7467663"/>
              <a:gd name="connsiteY907" fmla="*/ 0 h 6858000"/>
              <a:gd name="connsiteX908" fmla="*/ 3094669 w 7467663"/>
              <a:gd name="connsiteY908" fmla="*/ 30308 h 6858000"/>
              <a:gd name="connsiteX909" fmla="*/ 2901945 w 7467663"/>
              <a:gd name="connsiteY909" fmla="*/ 466538 h 6858000"/>
              <a:gd name="connsiteX910" fmla="*/ 2815209 w 7467663"/>
              <a:gd name="connsiteY910" fmla="*/ 497361 h 6858000"/>
              <a:gd name="connsiteX911" fmla="*/ 2844845 w 7467663"/>
              <a:gd name="connsiteY911" fmla="*/ 127638 h 6858000"/>
              <a:gd name="connsiteX912" fmla="*/ 2867960 w 7467663"/>
              <a:gd name="connsiteY912" fmla="*/ 0 h 6858000"/>
              <a:gd name="connsiteX913" fmla="*/ 1057230 w 7467663"/>
              <a:gd name="connsiteY913" fmla="*/ 0 h 6858000"/>
              <a:gd name="connsiteX914" fmla="*/ 1111003 w 7467663"/>
              <a:gd name="connsiteY914" fmla="*/ 0 h 6858000"/>
              <a:gd name="connsiteX915" fmla="*/ 1125553 w 7467663"/>
              <a:gd name="connsiteY915" fmla="*/ 52588 h 6858000"/>
              <a:gd name="connsiteX916" fmla="*/ 1304276 w 7467663"/>
              <a:gd name="connsiteY916" fmla="*/ 476275 h 6858000"/>
              <a:gd name="connsiteX917" fmla="*/ 1492066 w 7467663"/>
              <a:gd name="connsiteY917" fmla="*/ 886333 h 6858000"/>
              <a:gd name="connsiteX918" fmla="*/ 1423698 w 7467663"/>
              <a:gd name="connsiteY918" fmla="*/ 710817 h 6858000"/>
              <a:gd name="connsiteX919" fmla="*/ 1357609 w 7467663"/>
              <a:gd name="connsiteY919" fmla="*/ 532892 h 6858000"/>
              <a:gd name="connsiteX920" fmla="*/ 1309550 w 7467663"/>
              <a:gd name="connsiteY920" fmla="*/ 374031 h 6858000"/>
              <a:gd name="connsiteX921" fmla="*/ 1193673 w 7467663"/>
              <a:gd name="connsiteY921" fmla="*/ 49533 h 6858000"/>
              <a:gd name="connsiteX922" fmla="*/ 1164391 w 7467663"/>
              <a:gd name="connsiteY922" fmla="*/ 0 h 6858000"/>
              <a:gd name="connsiteX923" fmla="*/ 1200666 w 7467663"/>
              <a:gd name="connsiteY923" fmla="*/ 0 h 6858000"/>
              <a:gd name="connsiteX924" fmla="*/ 1223408 w 7467663"/>
              <a:gd name="connsiteY924" fmla="*/ 38996 h 6858000"/>
              <a:gd name="connsiteX925" fmla="*/ 1339635 w 7467663"/>
              <a:gd name="connsiteY925" fmla="*/ 365517 h 6858000"/>
              <a:gd name="connsiteX926" fmla="*/ 1387469 w 7467663"/>
              <a:gd name="connsiteY926" fmla="*/ 523079 h 6858000"/>
              <a:gd name="connsiteX927" fmla="*/ 1452685 w 7467663"/>
              <a:gd name="connsiteY927" fmla="*/ 699806 h 6858000"/>
              <a:gd name="connsiteX928" fmla="*/ 1492092 w 7467663"/>
              <a:gd name="connsiteY928" fmla="*/ 800424 h 6858000"/>
              <a:gd name="connsiteX929" fmla="*/ 1455302 w 7467663"/>
              <a:gd name="connsiteY929" fmla="*/ 632913 h 6858000"/>
              <a:gd name="connsiteX930" fmla="*/ 1222336 w 7467663"/>
              <a:gd name="connsiteY930" fmla="*/ 9480 h 6858000"/>
              <a:gd name="connsiteX931" fmla="*/ 1214634 w 7467663"/>
              <a:gd name="connsiteY931" fmla="*/ 0 h 6858000"/>
              <a:gd name="connsiteX932" fmla="*/ 1289827 w 7467663"/>
              <a:gd name="connsiteY932" fmla="*/ 0 h 6858000"/>
              <a:gd name="connsiteX933" fmla="*/ 1321076 w 7467663"/>
              <a:gd name="connsiteY933" fmla="*/ 59722 h 6858000"/>
              <a:gd name="connsiteX934" fmla="*/ 1512579 w 7467663"/>
              <a:gd name="connsiteY934" fmla="*/ 626441 h 6858000"/>
              <a:gd name="connsiteX935" fmla="*/ 1506076 w 7467663"/>
              <a:gd name="connsiteY935" fmla="*/ 1089289 h 6858000"/>
              <a:gd name="connsiteX936" fmla="*/ 1486346 w 7467663"/>
              <a:gd name="connsiteY936" fmla="*/ 1079919 h 6858000"/>
              <a:gd name="connsiteX937" fmla="*/ 1070511 w 7467663"/>
              <a:gd name="connsiteY937" fmla="*/ 48609 h 6858000"/>
              <a:gd name="connsiteX938" fmla="*/ 1057230 w 7467663"/>
              <a:gd name="connsiteY938" fmla="*/ 0 h 6858000"/>
              <a:gd name="connsiteX939" fmla="*/ 43151 w 7467663"/>
              <a:gd name="connsiteY939" fmla="*/ 0 h 6858000"/>
              <a:gd name="connsiteX940" fmla="*/ 95283 w 7467663"/>
              <a:gd name="connsiteY940" fmla="*/ 0 h 6858000"/>
              <a:gd name="connsiteX941" fmla="*/ 300708 w 7467663"/>
              <a:gd name="connsiteY941" fmla="*/ 154571 h 6858000"/>
              <a:gd name="connsiteX942" fmla="*/ 530414 w 7467663"/>
              <a:gd name="connsiteY942" fmla="*/ 354673 h 6858000"/>
              <a:gd name="connsiteX943" fmla="*/ 333785 w 7467663"/>
              <a:gd name="connsiteY943" fmla="*/ 161564 h 6858000"/>
              <a:gd name="connsiteX944" fmla="*/ 147005 w 7467663"/>
              <a:gd name="connsiteY944" fmla="*/ 0 h 6858000"/>
              <a:gd name="connsiteX945" fmla="*/ 272509 w 7467663"/>
              <a:gd name="connsiteY945" fmla="*/ 0 h 6858000"/>
              <a:gd name="connsiteX946" fmla="*/ 326276 w 7467663"/>
              <a:gd name="connsiteY946" fmla="*/ 45847 h 6858000"/>
              <a:gd name="connsiteX947" fmla="*/ 823759 w 7467663"/>
              <a:gd name="connsiteY947" fmla="*/ 574145 h 6858000"/>
              <a:gd name="connsiteX948" fmla="*/ 811254 w 7467663"/>
              <a:gd name="connsiteY948" fmla="*/ 665546 h 6858000"/>
              <a:gd name="connsiteX949" fmla="*/ 154042 w 7467663"/>
              <a:gd name="connsiteY949" fmla="*/ 261522 h 6858000"/>
              <a:gd name="connsiteX950" fmla="*/ 13550 w 7467663"/>
              <a:gd name="connsiteY950" fmla="*/ 158423 h 6858000"/>
              <a:gd name="connsiteX951" fmla="*/ 0 w 7467663"/>
              <a:gd name="connsiteY951" fmla="*/ 146618 h 6858000"/>
              <a:gd name="connsiteX952" fmla="*/ 0 w 7467663"/>
              <a:gd name="connsiteY952" fmla="*/ 59161 h 6858000"/>
              <a:gd name="connsiteX953" fmla="*/ 45427 w 7467663"/>
              <a:gd name="connsiteY953" fmla="*/ 101078 h 6858000"/>
              <a:gd name="connsiteX954" fmla="*/ 630103 w 7467663"/>
              <a:gd name="connsiteY954" fmla="*/ 485885 h 6858000"/>
              <a:gd name="connsiteX955" fmla="*/ 532040 w 7467663"/>
              <a:gd name="connsiteY955" fmla="*/ 399359 h 6858000"/>
              <a:gd name="connsiteX956" fmla="*/ 517618 w 7467663"/>
              <a:gd name="connsiteY956" fmla="*/ 385726 h 6858000"/>
              <a:gd name="connsiteX957" fmla="*/ 285074 w 7467663"/>
              <a:gd name="connsiteY957" fmla="*/ 182755 h 6858000"/>
              <a:gd name="connsiteX958" fmla="*/ 43151 w 7467663"/>
              <a:gd name="connsiteY958" fmla="*/ 0 h 6858000"/>
              <a:gd name="connsiteX0" fmla="*/ 369702 w 7467663"/>
              <a:gd name="connsiteY0" fmla="*/ 6712169 h 6858000"/>
              <a:gd name="connsiteX1" fmla="*/ 366575 w 7467663"/>
              <a:gd name="connsiteY1" fmla="*/ 6715556 h 6858000"/>
              <a:gd name="connsiteX2" fmla="*/ 371637 w 7467663"/>
              <a:gd name="connsiteY2" fmla="*/ 6713954 h 6858000"/>
              <a:gd name="connsiteX3" fmla="*/ 369702 w 7467663"/>
              <a:gd name="connsiteY3" fmla="*/ 6712169 h 6858000"/>
              <a:gd name="connsiteX4" fmla="*/ 7088673 w 7467663"/>
              <a:gd name="connsiteY4" fmla="*/ 6610396 h 6858000"/>
              <a:gd name="connsiteX5" fmla="*/ 7440138 w 7467663"/>
              <a:gd name="connsiteY5" fmla="*/ 6622648 h 6858000"/>
              <a:gd name="connsiteX6" fmla="*/ 7467600 w 7467663"/>
              <a:gd name="connsiteY6" fmla="*/ 6628217 h 6858000"/>
              <a:gd name="connsiteX7" fmla="*/ 7467600 w 7467663"/>
              <a:gd name="connsiteY7" fmla="*/ 6668575 h 6858000"/>
              <a:gd name="connsiteX8" fmla="*/ 7392322 w 7467663"/>
              <a:gd name="connsiteY8" fmla="*/ 6658238 h 6858000"/>
              <a:gd name="connsiteX9" fmla="*/ 7467600 w 7467663"/>
              <a:gd name="connsiteY9" fmla="*/ 6683873 h 6858000"/>
              <a:gd name="connsiteX10" fmla="*/ 7467600 w 7467663"/>
              <a:gd name="connsiteY10" fmla="*/ 6714215 h 6858000"/>
              <a:gd name="connsiteX11" fmla="*/ 7447383 w 7467663"/>
              <a:gd name="connsiteY11" fmla="*/ 6707202 h 6858000"/>
              <a:gd name="connsiteX12" fmla="*/ 7289862 w 7467663"/>
              <a:gd name="connsiteY12" fmla="*/ 6659827 h 6858000"/>
              <a:gd name="connsiteX13" fmla="*/ 7434024 w 7467663"/>
              <a:gd name="connsiteY13" fmla="*/ 6722130 h 6858000"/>
              <a:gd name="connsiteX14" fmla="*/ 7467600 w 7467663"/>
              <a:gd name="connsiteY14" fmla="*/ 6736157 h 6858000"/>
              <a:gd name="connsiteX15" fmla="*/ 7467600 w 7467663"/>
              <a:gd name="connsiteY15" fmla="*/ 6767913 h 6858000"/>
              <a:gd name="connsiteX16" fmla="*/ 7392158 w 7467663"/>
              <a:gd name="connsiteY16" fmla="*/ 6771365 h 6858000"/>
              <a:gd name="connsiteX17" fmla="*/ 7467600 w 7467663"/>
              <a:gd name="connsiteY17" fmla="*/ 6805948 h 6858000"/>
              <a:gd name="connsiteX18" fmla="*/ 7467600 w 7467663"/>
              <a:gd name="connsiteY18" fmla="*/ 6831490 h 6858000"/>
              <a:gd name="connsiteX19" fmla="*/ 7410696 w 7467663"/>
              <a:gd name="connsiteY19" fmla="*/ 6803861 h 6858000"/>
              <a:gd name="connsiteX20" fmla="*/ 7088673 w 7467663"/>
              <a:gd name="connsiteY20" fmla="*/ 6610396 h 6858000"/>
              <a:gd name="connsiteX21" fmla="*/ 1019354 w 7467663"/>
              <a:gd name="connsiteY21" fmla="*/ 6315006 h 6858000"/>
              <a:gd name="connsiteX22" fmla="*/ 441046 w 7467663"/>
              <a:gd name="connsiteY22" fmla="*/ 6691153 h 6858000"/>
              <a:gd name="connsiteX23" fmla="*/ 1019354 w 7467663"/>
              <a:gd name="connsiteY23" fmla="*/ 6315006 h 6858000"/>
              <a:gd name="connsiteX24" fmla="*/ 991680 w 7467663"/>
              <a:gd name="connsiteY24" fmla="*/ 6298413 h 6858000"/>
              <a:gd name="connsiteX25" fmla="*/ 409060 w 7467663"/>
              <a:gd name="connsiteY25" fmla="*/ 6671470 h 6858000"/>
              <a:gd name="connsiteX26" fmla="*/ 991680 w 7467663"/>
              <a:gd name="connsiteY26" fmla="*/ 6298413 h 6858000"/>
              <a:gd name="connsiteX27" fmla="*/ 103333 w 7467663"/>
              <a:gd name="connsiteY27" fmla="*/ 5699602 h 6858000"/>
              <a:gd name="connsiteX28" fmla="*/ 233938 w 7467663"/>
              <a:gd name="connsiteY28" fmla="*/ 5809416 h 6858000"/>
              <a:gd name="connsiteX29" fmla="*/ 883580 w 7467663"/>
              <a:gd name="connsiteY29" fmla="*/ 6180710 h 6858000"/>
              <a:gd name="connsiteX30" fmla="*/ 487337 w 7467663"/>
              <a:gd name="connsiteY30" fmla="*/ 5950182 h 6858000"/>
              <a:gd name="connsiteX31" fmla="*/ 354051 w 7467663"/>
              <a:gd name="connsiteY31" fmla="*/ 5854912 h 6858000"/>
              <a:gd name="connsiteX32" fmla="*/ 195436 w 7467663"/>
              <a:gd name="connsiteY32" fmla="*/ 5755068 h 6858000"/>
              <a:gd name="connsiteX33" fmla="*/ 103333 w 7467663"/>
              <a:gd name="connsiteY33" fmla="*/ 5699602 h 6858000"/>
              <a:gd name="connsiteX34" fmla="*/ 5539432 w 7467663"/>
              <a:gd name="connsiteY34" fmla="*/ 5642928 h 6858000"/>
              <a:gd name="connsiteX35" fmla="*/ 5555462 w 7467663"/>
              <a:gd name="connsiteY35" fmla="*/ 5694454 h 6858000"/>
              <a:gd name="connsiteX36" fmla="*/ 5828270 w 7467663"/>
              <a:gd name="connsiteY36" fmla="*/ 6320663 h 6858000"/>
              <a:gd name="connsiteX37" fmla="*/ 5947416 w 7467663"/>
              <a:gd name="connsiteY37" fmla="*/ 6574846 h 6858000"/>
              <a:gd name="connsiteX38" fmla="*/ 5539432 w 7467663"/>
              <a:gd name="connsiteY38" fmla="*/ 5642928 h 6858000"/>
              <a:gd name="connsiteX39" fmla="*/ 51253 w 7467663"/>
              <a:gd name="connsiteY39" fmla="*/ 5631825 h 6858000"/>
              <a:gd name="connsiteX40" fmla="*/ 211622 w 7467663"/>
              <a:gd name="connsiteY40" fmla="*/ 5728803 h 6858000"/>
              <a:gd name="connsiteX41" fmla="*/ 371652 w 7467663"/>
              <a:gd name="connsiteY41" fmla="*/ 5829062 h 6858000"/>
              <a:gd name="connsiteX42" fmla="*/ 505903 w 7467663"/>
              <a:gd name="connsiteY42" fmla="*/ 5925221 h 6858000"/>
              <a:gd name="connsiteX43" fmla="*/ 899240 w 7467663"/>
              <a:gd name="connsiteY43" fmla="*/ 6153068 h 6858000"/>
              <a:gd name="connsiteX44" fmla="*/ 988114 w 7467663"/>
              <a:gd name="connsiteY44" fmla="*/ 6174204 h 6858000"/>
              <a:gd name="connsiteX45" fmla="*/ 845971 w 7467663"/>
              <a:gd name="connsiteY45" fmla="*/ 6067177 h 6858000"/>
              <a:gd name="connsiteX46" fmla="*/ 448057 w 7467663"/>
              <a:gd name="connsiteY46" fmla="*/ 5841376 h 6858000"/>
              <a:gd name="connsiteX47" fmla="*/ 51253 w 7467663"/>
              <a:gd name="connsiteY47" fmla="*/ 5631825 h 6858000"/>
              <a:gd name="connsiteX48" fmla="*/ 2606687 w 7467663"/>
              <a:gd name="connsiteY48" fmla="*/ 5630718 h 6858000"/>
              <a:gd name="connsiteX49" fmla="*/ 2645658 w 7467663"/>
              <a:gd name="connsiteY49" fmla="*/ 6640259 h 6858000"/>
              <a:gd name="connsiteX50" fmla="*/ 2606687 w 7467663"/>
              <a:gd name="connsiteY50" fmla="*/ 5630718 h 6858000"/>
              <a:gd name="connsiteX51" fmla="*/ 3642057 w 7467663"/>
              <a:gd name="connsiteY51" fmla="*/ 5573487 h 6858000"/>
              <a:gd name="connsiteX52" fmla="*/ 3632981 w 7467663"/>
              <a:gd name="connsiteY52" fmla="*/ 5579437 h 6858000"/>
              <a:gd name="connsiteX53" fmla="*/ 3382436 w 7467663"/>
              <a:gd name="connsiteY53" fmla="*/ 5952726 h 6858000"/>
              <a:gd name="connsiteX54" fmla="*/ 3191929 w 7467663"/>
              <a:gd name="connsiteY54" fmla="*/ 6662669 h 6858000"/>
              <a:gd name="connsiteX55" fmla="*/ 3369898 w 7467663"/>
              <a:gd name="connsiteY55" fmla="*/ 6081771 h 6858000"/>
              <a:gd name="connsiteX56" fmla="*/ 3642057 w 7467663"/>
              <a:gd name="connsiteY56" fmla="*/ 5573487 h 6858000"/>
              <a:gd name="connsiteX57" fmla="*/ 2650666 w 7467663"/>
              <a:gd name="connsiteY57" fmla="*/ 5530686 h 6858000"/>
              <a:gd name="connsiteX58" fmla="*/ 2650249 w 7467663"/>
              <a:gd name="connsiteY58" fmla="*/ 5532101 h 6858000"/>
              <a:gd name="connsiteX59" fmla="*/ 2663808 w 7467663"/>
              <a:gd name="connsiteY59" fmla="*/ 6535215 h 6858000"/>
              <a:gd name="connsiteX60" fmla="*/ 2665418 w 7467663"/>
              <a:gd name="connsiteY60" fmla="*/ 6132756 h 6858000"/>
              <a:gd name="connsiteX61" fmla="*/ 2650666 w 7467663"/>
              <a:gd name="connsiteY61" fmla="*/ 5530686 h 6858000"/>
              <a:gd name="connsiteX62" fmla="*/ 2680277 w 7467663"/>
              <a:gd name="connsiteY62" fmla="*/ 5479204 h 6858000"/>
              <a:gd name="connsiteX63" fmla="*/ 2678972 w 7467663"/>
              <a:gd name="connsiteY63" fmla="*/ 5481582 h 6858000"/>
              <a:gd name="connsiteX64" fmla="*/ 2696666 w 7467663"/>
              <a:gd name="connsiteY64" fmla="*/ 6133836 h 6858000"/>
              <a:gd name="connsiteX65" fmla="*/ 2695769 w 7467663"/>
              <a:gd name="connsiteY65" fmla="*/ 6390955 h 6858000"/>
              <a:gd name="connsiteX66" fmla="*/ 2739893 w 7467663"/>
              <a:gd name="connsiteY66" fmla="*/ 6108357 h 6858000"/>
              <a:gd name="connsiteX67" fmla="*/ 2680277 w 7467663"/>
              <a:gd name="connsiteY67" fmla="*/ 5479204 h 6858000"/>
              <a:gd name="connsiteX68" fmla="*/ 1132195 w 7467663"/>
              <a:gd name="connsiteY68" fmla="*/ 5467980 h 6858000"/>
              <a:gd name="connsiteX69" fmla="*/ 1679056 w 7467663"/>
              <a:gd name="connsiteY69" fmla="*/ 5516907 h 6858000"/>
              <a:gd name="connsiteX70" fmla="*/ 2128648 w 7467663"/>
              <a:gd name="connsiteY70" fmla="*/ 5474249 h 6858000"/>
              <a:gd name="connsiteX71" fmla="*/ 1825619 w 7467663"/>
              <a:gd name="connsiteY71" fmla="*/ 5478447 h 6858000"/>
              <a:gd name="connsiteX72" fmla="*/ 1737798 w 7467663"/>
              <a:gd name="connsiteY72" fmla="*/ 5483353 h 6858000"/>
              <a:gd name="connsiteX73" fmla="*/ 1132195 w 7467663"/>
              <a:gd name="connsiteY73" fmla="*/ 5467980 h 6858000"/>
              <a:gd name="connsiteX74" fmla="*/ 7454976 w 7467663"/>
              <a:gd name="connsiteY74" fmla="*/ 6318297 h 6858000"/>
              <a:gd name="connsiteX75" fmla="*/ 7467600 w 7467663"/>
              <a:gd name="connsiteY75" fmla="*/ 6163634 h 6858000"/>
              <a:gd name="connsiteX76" fmla="*/ 7448321 w 7467663"/>
              <a:gd name="connsiteY76" fmla="*/ 6190991 h 6858000"/>
              <a:gd name="connsiteX77" fmla="*/ 7467600 w 7467663"/>
              <a:gd name="connsiteY77" fmla="*/ 6334256 h 6858000"/>
              <a:gd name="connsiteX78" fmla="*/ 7454976 w 7467663"/>
              <a:gd name="connsiteY78" fmla="*/ 6318297 h 6858000"/>
              <a:gd name="connsiteX79" fmla="*/ 1456157 w 7467663"/>
              <a:gd name="connsiteY79" fmla="*/ 5371404 h 6858000"/>
              <a:gd name="connsiteX80" fmla="*/ 1244432 w 7467663"/>
              <a:gd name="connsiteY80" fmla="*/ 5385601 h 6858000"/>
              <a:gd name="connsiteX81" fmla="*/ 973990 w 7467663"/>
              <a:gd name="connsiteY81" fmla="*/ 5424940 h 6858000"/>
              <a:gd name="connsiteX82" fmla="*/ 1103809 w 7467663"/>
              <a:gd name="connsiteY82" fmla="*/ 5433720 h 6858000"/>
              <a:gd name="connsiteX83" fmla="*/ 1123454 w 7467663"/>
              <a:gd name="connsiteY83" fmla="*/ 5435727 h 6858000"/>
              <a:gd name="connsiteX84" fmla="*/ 1737017 w 7467663"/>
              <a:gd name="connsiteY84" fmla="*/ 5452183 h 6858000"/>
              <a:gd name="connsiteX85" fmla="*/ 1824397 w 7467663"/>
              <a:gd name="connsiteY85" fmla="*/ 5447757 h 6858000"/>
              <a:gd name="connsiteX86" fmla="*/ 2070059 w 7467663"/>
              <a:gd name="connsiteY86" fmla="*/ 5441660 h 6858000"/>
              <a:gd name="connsiteX87" fmla="*/ 1456157 w 7467663"/>
              <a:gd name="connsiteY87" fmla="*/ 5371404 h 6858000"/>
              <a:gd name="connsiteX88" fmla="*/ 4988186 w 7467663"/>
              <a:gd name="connsiteY88" fmla="*/ 5216467 h 6858000"/>
              <a:gd name="connsiteX89" fmla="*/ 4777334 w 7467663"/>
              <a:gd name="connsiteY89" fmla="*/ 5406072 h 6858000"/>
              <a:gd name="connsiteX90" fmla="*/ 4718341 w 7467663"/>
              <a:gd name="connsiteY90" fmla="*/ 5468043 h 6858000"/>
              <a:gd name="connsiteX91" fmla="*/ 4604655 w 7467663"/>
              <a:gd name="connsiteY91" fmla="*/ 5583434 h 6858000"/>
              <a:gd name="connsiteX92" fmla="*/ 4565074 w 7467663"/>
              <a:gd name="connsiteY92" fmla="*/ 5618550 h 6858000"/>
              <a:gd name="connsiteX93" fmla="*/ 4988186 w 7467663"/>
              <a:gd name="connsiteY93" fmla="*/ 5216467 h 6858000"/>
              <a:gd name="connsiteX94" fmla="*/ 4978032 w 7467663"/>
              <a:gd name="connsiteY94" fmla="*/ 5183809 h 6858000"/>
              <a:gd name="connsiteX95" fmla="*/ 4463413 w 7467663"/>
              <a:gd name="connsiteY95" fmla="*/ 5615162 h 6858000"/>
              <a:gd name="connsiteX96" fmla="*/ 4358134 w 7467663"/>
              <a:gd name="connsiteY96" fmla="*/ 5742791 h 6858000"/>
              <a:gd name="connsiteX97" fmla="*/ 4376219 w 7467663"/>
              <a:gd name="connsiteY97" fmla="*/ 5729027 h 6858000"/>
              <a:gd name="connsiteX98" fmla="*/ 4582340 w 7467663"/>
              <a:gd name="connsiteY98" fmla="*/ 5561037 h 6858000"/>
              <a:gd name="connsiteX99" fmla="*/ 4694684 w 7467663"/>
              <a:gd name="connsiteY99" fmla="*/ 5447098 h 6858000"/>
              <a:gd name="connsiteX100" fmla="*/ 4754123 w 7467663"/>
              <a:gd name="connsiteY100" fmla="*/ 5384643 h 6858000"/>
              <a:gd name="connsiteX101" fmla="*/ 4978032 w 7467663"/>
              <a:gd name="connsiteY101" fmla="*/ 5183809 h 6858000"/>
              <a:gd name="connsiteX102" fmla="*/ 1903353 w 7467663"/>
              <a:gd name="connsiteY102" fmla="*/ 5044827 h 6858000"/>
              <a:gd name="connsiteX103" fmla="*/ 1936931 w 7467663"/>
              <a:gd name="connsiteY103" fmla="*/ 5093954 h 6858000"/>
              <a:gd name="connsiteX104" fmla="*/ 2195868 w 7467663"/>
              <a:gd name="connsiteY104" fmla="*/ 5396574 h 6858000"/>
              <a:gd name="connsiteX105" fmla="*/ 2088852 w 7467663"/>
              <a:gd name="connsiteY105" fmla="*/ 5166123 h 6858000"/>
              <a:gd name="connsiteX106" fmla="*/ 1958241 w 7467663"/>
              <a:gd name="connsiteY106" fmla="*/ 5067955 h 6858000"/>
              <a:gd name="connsiteX107" fmla="*/ 1903353 w 7467663"/>
              <a:gd name="connsiteY107" fmla="*/ 5044827 h 6858000"/>
              <a:gd name="connsiteX108" fmla="*/ 1979378 w 7467663"/>
              <a:gd name="connsiteY108" fmla="*/ 4769504 h 6858000"/>
              <a:gd name="connsiteX109" fmla="*/ 2882120 w 7467663"/>
              <a:gd name="connsiteY109" fmla="*/ 5064547 h 6858000"/>
              <a:gd name="connsiteX110" fmla="*/ 2793103 w 7467663"/>
              <a:gd name="connsiteY110" fmla="*/ 5039699 h 6858000"/>
              <a:gd name="connsiteX111" fmla="*/ 2770041 w 7467663"/>
              <a:gd name="connsiteY111" fmla="*/ 5033634 h 6858000"/>
              <a:gd name="connsiteX112" fmla="*/ 1979378 w 7467663"/>
              <a:gd name="connsiteY112" fmla="*/ 4769504 h 6858000"/>
              <a:gd name="connsiteX113" fmla="*/ 1927410 w 7467663"/>
              <a:gd name="connsiteY113" fmla="*/ 4716164 h 6858000"/>
              <a:gd name="connsiteX114" fmla="*/ 1959587 w 7467663"/>
              <a:gd name="connsiteY114" fmla="*/ 4728849 h 6858000"/>
              <a:gd name="connsiteX115" fmla="*/ 2777707 w 7467663"/>
              <a:gd name="connsiteY115" fmla="*/ 5003991 h 6858000"/>
              <a:gd name="connsiteX116" fmla="*/ 2800768 w 7467663"/>
              <a:gd name="connsiteY116" fmla="*/ 5010056 h 6858000"/>
              <a:gd name="connsiteX117" fmla="*/ 2879408 w 7467663"/>
              <a:gd name="connsiteY117" fmla="*/ 5031590 h 6858000"/>
              <a:gd name="connsiteX118" fmla="*/ 2862295 w 7467663"/>
              <a:gd name="connsiteY118" fmla="*/ 5022958 h 6858000"/>
              <a:gd name="connsiteX119" fmla="*/ 2813343 w 7467663"/>
              <a:gd name="connsiteY119" fmla="*/ 4998369 h 6858000"/>
              <a:gd name="connsiteX120" fmla="*/ 2646245 w 7467663"/>
              <a:gd name="connsiteY120" fmla="*/ 4930999 h 6858000"/>
              <a:gd name="connsiteX121" fmla="*/ 1999243 w 7467663"/>
              <a:gd name="connsiteY121" fmla="*/ 4730524 h 6858000"/>
              <a:gd name="connsiteX122" fmla="*/ 1979527 w 7467663"/>
              <a:gd name="connsiteY122" fmla="*/ 4726651 h 6858000"/>
              <a:gd name="connsiteX123" fmla="*/ 1927410 w 7467663"/>
              <a:gd name="connsiteY123" fmla="*/ 4716164 h 6858000"/>
              <a:gd name="connsiteX124" fmla="*/ 1997014 w 7467663"/>
              <a:gd name="connsiteY124" fmla="*/ 4698007 h 6858000"/>
              <a:gd name="connsiteX125" fmla="*/ 2005458 w 7467663"/>
              <a:gd name="connsiteY125" fmla="*/ 4699540 h 6858000"/>
              <a:gd name="connsiteX126" fmla="*/ 2657186 w 7467663"/>
              <a:gd name="connsiteY126" fmla="*/ 4901687 h 6858000"/>
              <a:gd name="connsiteX127" fmla="*/ 2826662 w 7467663"/>
              <a:gd name="connsiteY127" fmla="*/ 4970362 h 6858000"/>
              <a:gd name="connsiteX128" fmla="*/ 2876100 w 7467663"/>
              <a:gd name="connsiteY128" fmla="*/ 4995397 h 6858000"/>
              <a:gd name="connsiteX129" fmla="*/ 3042600 w 7467663"/>
              <a:gd name="connsiteY129" fmla="*/ 5059532 h 6858000"/>
              <a:gd name="connsiteX130" fmla="*/ 1997014 w 7467663"/>
              <a:gd name="connsiteY130" fmla="*/ 4698007 h 6858000"/>
              <a:gd name="connsiteX131" fmla="*/ 2305292 w 7467663"/>
              <a:gd name="connsiteY131" fmla="*/ 4219492 h 6858000"/>
              <a:gd name="connsiteX132" fmla="*/ 3360922 w 7467663"/>
              <a:gd name="connsiteY132" fmla="*/ 4529373 h 6858000"/>
              <a:gd name="connsiteX133" fmla="*/ 3492420 w 7467663"/>
              <a:gd name="connsiteY133" fmla="*/ 4510145 h 6858000"/>
              <a:gd name="connsiteX134" fmla="*/ 3364086 w 7467663"/>
              <a:gd name="connsiteY134" fmla="*/ 4480340 h 6858000"/>
              <a:gd name="connsiteX135" fmla="*/ 3225818 w 7467663"/>
              <a:gd name="connsiteY135" fmla="*/ 4411822 h 6858000"/>
              <a:gd name="connsiteX136" fmla="*/ 3129696 w 7467663"/>
              <a:gd name="connsiteY136" fmla="*/ 4360704 h 6858000"/>
              <a:gd name="connsiteX137" fmla="*/ 2814545 w 7467663"/>
              <a:gd name="connsiteY137" fmla="*/ 4282955 h 6858000"/>
              <a:gd name="connsiteX138" fmla="*/ 2305292 w 7467663"/>
              <a:gd name="connsiteY138" fmla="*/ 4219492 h 6858000"/>
              <a:gd name="connsiteX139" fmla="*/ 2626982 w 7467663"/>
              <a:gd name="connsiteY139" fmla="*/ 4206450 h 6858000"/>
              <a:gd name="connsiteX140" fmla="*/ 2490617 w 7467663"/>
              <a:gd name="connsiteY140" fmla="*/ 4206951 h 6858000"/>
              <a:gd name="connsiteX141" fmla="*/ 2819869 w 7467663"/>
              <a:gd name="connsiteY141" fmla="*/ 4252936 h 6858000"/>
              <a:gd name="connsiteX142" fmla="*/ 3143018 w 7467663"/>
              <a:gd name="connsiteY142" fmla="*/ 4332698 h 6858000"/>
              <a:gd name="connsiteX143" fmla="*/ 3241520 w 7467663"/>
              <a:gd name="connsiteY143" fmla="*/ 4385112 h 6858000"/>
              <a:gd name="connsiteX144" fmla="*/ 3374575 w 7467663"/>
              <a:gd name="connsiteY144" fmla="*/ 4451517 h 6858000"/>
              <a:gd name="connsiteX145" fmla="*/ 3505221 w 7467663"/>
              <a:gd name="connsiteY145" fmla="*/ 4480757 h 6858000"/>
              <a:gd name="connsiteX146" fmla="*/ 2626982 w 7467663"/>
              <a:gd name="connsiteY146" fmla="*/ 4206450 h 6858000"/>
              <a:gd name="connsiteX147" fmla="*/ 1310106 w 7467663"/>
              <a:gd name="connsiteY147" fmla="*/ 3943217 h 6858000"/>
              <a:gd name="connsiteX148" fmla="*/ 854994 w 7467663"/>
              <a:gd name="connsiteY148" fmla="*/ 4399136 h 6858000"/>
              <a:gd name="connsiteX149" fmla="*/ 742462 w 7467663"/>
              <a:gd name="connsiteY149" fmla="*/ 4594648 h 6858000"/>
              <a:gd name="connsiteX150" fmla="*/ 820602 w 7467663"/>
              <a:gd name="connsiteY150" fmla="*/ 4485915 h 6858000"/>
              <a:gd name="connsiteX151" fmla="*/ 878295 w 7467663"/>
              <a:gd name="connsiteY151" fmla="*/ 4403594 h 6858000"/>
              <a:gd name="connsiteX152" fmla="*/ 1240607 w 7467663"/>
              <a:gd name="connsiteY152" fmla="*/ 4010401 h 6858000"/>
              <a:gd name="connsiteX153" fmla="*/ 1310106 w 7467663"/>
              <a:gd name="connsiteY153" fmla="*/ 3943217 h 6858000"/>
              <a:gd name="connsiteX154" fmla="*/ 1423113 w 7467663"/>
              <a:gd name="connsiteY154" fmla="*/ 3874565 h 6858000"/>
              <a:gd name="connsiteX155" fmla="*/ 1260565 w 7467663"/>
              <a:gd name="connsiteY155" fmla="*/ 4031982 h 6858000"/>
              <a:gd name="connsiteX156" fmla="*/ 901900 w 7467663"/>
              <a:gd name="connsiteY156" fmla="*/ 4421236 h 6858000"/>
              <a:gd name="connsiteX157" fmla="*/ 845044 w 7467663"/>
              <a:gd name="connsiteY157" fmla="*/ 4502436 h 6858000"/>
              <a:gd name="connsiteX158" fmla="*/ 685926 w 7467663"/>
              <a:gd name="connsiteY158" fmla="*/ 4703069 h 6858000"/>
              <a:gd name="connsiteX159" fmla="*/ 684248 w 7467663"/>
              <a:gd name="connsiteY159" fmla="*/ 4706721 h 6858000"/>
              <a:gd name="connsiteX160" fmla="*/ 1423113 w 7467663"/>
              <a:gd name="connsiteY160" fmla="*/ 3874565 h 6858000"/>
              <a:gd name="connsiteX161" fmla="*/ 3316479 w 7467663"/>
              <a:gd name="connsiteY161" fmla="*/ 3872136 h 6858000"/>
              <a:gd name="connsiteX162" fmla="*/ 3546806 w 7467663"/>
              <a:gd name="connsiteY162" fmla="*/ 4356139 h 6858000"/>
              <a:gd name="connsiteX163" fmla="*/ 3364433 w 7467663"/>
              <a:gd name="connsiteY163" fmla="*/ 3953121 h 6858000"/>
              <a:gd name="connsiteX164" fmla="*/ 3316479 w 7467663"/>
              <a:gd name="connsiteY164" fmla="*/ 3872136 h 6858000"/>
              <a:gd name="connsiteX165" fmla="*/ 3291335 w 7467663"/>
              <a:gd name="connsiteY165" fmla="*/ 3767420 h 6858000"/>
              <a:gd name="connsiteX166" fmla="*/ 3390805 w 7467663"/>
              <a:gd name="connsiteY166" fmla="*/ 3937163 h 6858000"/>
              <a:gd name="connsiteX167" fmla="*/ 3579062 w 7467663"/>
              <a:gd name="connsiteY167" fmla="*/ 4359040 h 6858000"/>
              <a:gd name="connsiteX168" fmla="*/ 3467355 w 7467663"/>
              <a:gd name="connsiteY168" fmla="*/ 3988130 h 6858000"/>
              <a:gd name="connsiteX169" fmla="*/ 3310753 w 7467663"/>
              <a:gd name="connsiteY169" fmla="*/ 3787140 h 6858000"/>
              <a:gd name="connsiteX170" fmla="*/ 3291335 w 7467663"/>
              <a:gd name="connsiteY170" fmla="*/ 3767420 h 6858000"/>
              <a:gd name="connsiteX171" fmla="*/ 1635889 w 7467663"/>
              <a:gd name="connsiteY171" fmla="*/ 3709494 h 6858000"/>
              <a:gd name="connsiteX172" fmla="*/ 1634800 w 7467663"/>
              <a:gd name="connsiteY172" fmla="*/ 3731111 h 6858000"/>
              <a:gd name="connsiteX173" fmla="*/ 1635889 w 7467663"/>
              <a:gd name="connsiteY173" fmla="*/ 3709494 h 6858000"/>
              <a:gd name="connsiteX174" fmla="*/ 1510397 w 7467663"/>
              <a:gd name="connsiteY174" fmla="*/ 3684705 h 6858000"/>
              <a:gd name="connsiteX175" fmla="*/ 1146550 w 7467663"/>
              <a:gd name="connsiteY175" fmla="*/ 3802012 h 6858000"/>
              <a:gd name="connsiteX176" fmla="*/ 698834 w 7467663"/>
              <a:gd name="connsiteY176" fmla="*/ 3952272 h 6858000"/>
              <a:gd name="connsiteX177" fmla="*/ 34256 w 7467663"/>
              <a:gd name="connsiteY177" fmla="*/ 4347603 h 6858000"/>
              <a:gd name="connsiteX178" fmla="*/ 527241 w 7467663"/>
              <a:gd name="connsiteY178" fmla="*/ 4065078 h 6858000"/>
              <a:gd name="connsiteX179" fmla="*/ 1510397 w 7467663"/>
              <a:gd name="connsiteY179" fmla="*/ 3684705 h 6858000"/>
              <a:gd name="connsiteX180" fmla="*/ 1313114 w 7467663"/>
              <a:gd name="connsiteY180" fmla="*/ 3655216 h 6858000"/>
              <a:gd name="connsiteX181" fmla="*/ 1109304 w 7467663"/>
              <a:gd name="connsiteY181" fmla="*/ 3669030 h 6858000"/>
              <a:gd name="connsiteX182" fmla="*/ 8129 w 7467663"/>
              <a:gd name="connsiteY182" fmla="*/ 4330519 h 6858000"/>
              <a:gd name="connsiteX183" fmla="*/ 687572 w 7467663"/>
              <a:gd name="connsiteY183" fmla="*/ 3925629 h 6858000"/>
              <a:gd name="connsiteX184" fmla="*/ 1138365 w 7467663"/>
              <a:gd name="connsiteY184" fmla="*/ 3774515 h 6858000"/>
              <a:gd name="connsiteX185" fmla="*/ 1505579 w 7467663"/>
              <a:gd name="connsiteY185" fmla="*/ 3655526 h 6858000"/>
              <a:gd name="connsiteX186" fmla="*/ 1313114 w 7467663"/>
              <a:gd name="connsiteY186" fmla="*/ 3655216 h 6858000"/>
              <a:gd name="connsiteX187" fmla="*/ 3655073 w 7467663"/>
              <a:gd name="connsiteY187" fmla="*/ 3650884 h 6858000"/>
              <a:gd name="connsiteX188" fmla="*/ 3989938 w 7467663"/>
              <a:gd name="connsiteY188" fmla="*/ 3991685 h 6858000"/>
              <a:gd name="connsiteX189" fmla="*/ 4393907 w 7467663"/>
              <a:gd name="connsiteY189" fmla="*/ 4261258 h 6858000"/>
              <a:gd name="connsiteX190" fmla="*/ 4648051 w 7467663"/>
              <a:gd name="connsiteY190" fmla="*/ 4374051 h 6858000"/>
              <a:gd name="connsiteX191" fmla="*/ 4383389 w 7467663"/>
              <a:gd name="connsiteY191" fmla="*/ 4184369 h 6858000"/>
              <a:gd name="connsiteX192" fmla="*/ 4165508 w 7467663"/>
              <a:gd name="connsiteY192" fmla="*/ 4035196 h 6858000"/>
              <a:gd name="connsiteX193" fmla="*/ 4068162 w 7467663"/>
              <a:gd name="connsiteY193" fmla="*/ 3953394 h 6858000"/>
              <a:gd name="connsiteX194" fmla="*/ 3981416 w 7467663"/>
              <a:gd name="connsiteY194" fmla="*/ 3880482 h 6858000"/>
              <a:gd name="connsiteX195" fmla="*/ 3800147 w 7467663"/>
              <a:gd name="connsiteY195" fmla="*/ 3749872 h 6858000"/>
              <a:gd name="connsiteX196" fmla="*/ 3655073 w 7467663"/>
              <a:gd name="connsiteY196" fmla="*/ 3650884 h 6858000"/>
              <a:gd name="connsiteX197" fmla="*/ 3670252 w 7467663"/>
              <a:gd name="connsiteY197" fmla="*/ 3622798 h 6858000"/>
              <a:gd name="connsiteX198" fmla="*/ 3817258 w 7467663"/>
              <a:gd name="connsiteY198" fmla="*/ 3723577 h 6858000"/>
              <a:gd name="connsiteX199" fmla="*/ 4000461 w 7467663"/>
              <a:gd name="connsiteY199" fmla="*/ 3855966 h 6858000"/>
              <a:gd name="connsiteX200" fmla="*/ 4088180 w 7467663"/>
              <a:gd name="connsiteY200" fmla="*/ 3929774 h 6858000"/>
              <a:gd name="connsiteX201" fmla="*/ 4184555 w 7467663"/>
              <a:gd name="connsiteY201" fmla="*/ 4010683 h 6858000"/>
              <a:gd name="connsiteX202" fmla="*/ 4399563 w 7467663"/>
              <a:gd name="connsiteY202" fmla="*/ 4158106 h 6858000"/>
              <a:gd name="connsiteX203" fmla="*/ 4684469 w 7467663"/>
              <a:gd name="connsiteY203" fmla="*/ 4364680 h 6858000"/>
              <a:gd name="connsiteX204" fmla="*/ 4690271 w 7467663"/>
              <a:gd name="connsiteY204" fmla="*/ 4370034 h 6858000"/>
              <a:gd name="connsiteX205" fmla="*/ 4136093 w 7467663"/>
              <a:gd name="connsiteY205" fmla="*/ 3858466 h 6858000"/>
              <a:gd name="connsiteX206" fmla="*/ 3670252 w 7467663"/>
              <a:gd name="connsiteY206" fmla="*/ 3622798 h 6858000"/>
              <a:gd name="connsiteX207" fmla="*/ 4440129 w 7467663"/>
              <a:gd name="connsiteY207" fmla="*/ 3448571 h 6858000"/>
              <a:gd name="connsiteX208" fmla="*/ 4856525 w 7467663"/>
              <a:gd name="connsiteY208" fmla="*/ 3915351 h 6858000"/>
              <a:gd name="connsiteX209" fmla="*/ 5059055 w 7467663"/>
              <a:gd name="connsiteY209" fmla="*/ 4108918 h 6858000"/>
              <a:gd name="connsiteX210" fmla="*/ 5290070 w 7467663"/>
              <a:gd name="connsiteY210" fmla="*/ 4263619 h 6858000"/>
              <a:gd name="connsiteX211" fmla="*/ 4834991 w 7467663"/>
              <a:gd name="connsiteY211" fmla="*/ 3830985 h 6858000"/>
              <a:gd name="connsiteX212" fmla="*/ 4440129 w 7467663"/>
              <a:gd name="connsiteY212" fmla="*/ 3448571 h 6858000"/>
              <a:gd name="connsiteX213" fmla="*/ 4441737 w 7467663"/>
              <a:gd name="connsiteY213" fmla="*/ 3399734 h 6858000"/>
              <a:gd name="connsiteX214" fmla="*/ 4431236 w 7467663"/>
              <a:gd name="connsiteY214" fmla="*/ 3400954 h 6858000"/>
              <a:gd name="connsiteX215" fmla="*/ 4557150 w 7467663"/>
              <a:gd name="connsiteY215" fmla="*/ 3510023 h 6858000"/>
              <a:gd name="connsiteX216" fmla="*/ 4856936 w 7467663"/>
              <a:gd name="connsiteY216" fmla="*/ 3809146 h 6858000"/>
              <a:gd name="connsiteX217" fmla="*/ 5111996 w 7467663"/>
              <a:gd name="connsiteY217" fmla="*/ 4065759 h 6858000"/>
              <a:gd name="connsiteX218" fmla="*/ 5388878 w 7467663"/>
              <a:gd name="connsiteY218" fmla="*/ 4300185 h 6858000"/>
              <a:gd name="connsiteX219" fmla="*/ 5425556 w 7467663"/>
              <a:gd name="connsiteY219" fmla="*/ 4308967 h 6858000"/>
              <a:gd name="connsiteX220" fmla="*/ 4943646 w 7467663"/>
              <a:gd name="connsiteY220" fmla="*/ 3822916 h 6858000"/>
              <a:gd name="connsiteX221" fmla="*/ 4594837 w 7467663"/>
              <a:gd name="connsiteY221" fmla="*/ 3532274 h 6858000"/>
              <a:gd name="connsiteX222" fmla="*/ 4441737 w 7467663"/>
              <a:gd name="connsiteY222" fmla="*/ 3399734 h 6858000"/>
              <a:gd name="connsiteX223" fmla="*/ 5425834 w 7467663"/>
              <a:gd name="connsiteY223" fmla="*/ 3162785 h 6858000"/>
              <a:gd name="connsiteX224" fmla="*/ 5401644 w 7467663"/>
              <a:gd name="connsiteY224" fmla="*/ 3617847 h 6858000"/>
              <a:gd name="connsiteX225" fmla="*/ 5467256 w 7467663"/>
              <a:gd name="connsiteY225" fmla="*/ 4175494 h 6858000"/>
              <a:gd name="connsiteX226" fmla="*/ 5448069 w 7467663"/>
              <a:gd name="connsiteY226" fmla="*/ 3567554 h 6858000"/>
              <a:gd name="connsiteX227" fmla="*/ 5425834 w 7467663"/>
              <a:gd name="connsiteY227" fmla="*/ 3162785 h 6858000"/>
              <a:gd name="connsiteX228" fmla="*/ 1318687 w 7467663"/>
              <a:gd name="connsiteY228" fmla="*/ 3113840 h 6858000"/>
              <a:gd name="connsiteX229" fmla="*/ 1066793 w 7467663"/>
              <a:gd name="connsiteY229" fmla="*/ 3212171 h 6858000"/>
              <a:gd name="connsiteX230" fmla="*/ 993319 w 7467663"/>
              <a:gd name="connsiteY230" fmla="*/ 3247648 h 6858000"/>
              <a:gd name="connsiteX231" fmla="*/ 853081 w 7467663"/>
              <a:gd name="connsiteY231" fmla="*/ 3312410 h 6858000"/>
              <a:gd name="connsiteX232" fmla="*/ 805957 w 7467663"/>
              <a:gd name="connsiteY232" fmla="*/ 3330443 h 6858000"/>
              <a:gd name="connsiteX233" fmla="*/ 1318687 w 7467663"/>
              <a:gd name="connsiteY233" fmla="*/ 3113840 h 6858000"/>
              <a:gd name="connsiteX234" fmla="*/ 5453702 w 7467663"/>
              <a:gd name="connsiteY234" fmla="*/ 3090882 h 6858000"/>
              <a:gd name="connsiteX235" fmla="*/ 5480135 w 7467663"/>
              <a:gd name="connsiteY235" fmla="*/ 3565802 h 6858000"/>
              <a:gd name="connsiteX236" fmla="*/ 5499023 w 7467663"/>
              <a:gd name="connsiteY236" fmla="*/ 4166310 h 6858000"/>
              <a:gd name="connsiteX237" fmla="*/ 5547022 w 7467663"/>
              <a:gd name="connsiteY237" fmla="*/ 3607838 h 6858000"/>
              <a:gd name="connsiteX238" fmla="*/ 5515964 w 7467663"/>
              <a:gd name="connsiteY238" fmla="*/ 3378541 h 6858000"/>
              <a:gd name="connsiteX239" fmla="*/ 5453702 w 7467663"/>
              <a:gd name="connsiteY239" fmla="*/ 3090882 h 6858000"/>
              <a:gd name="connsiteX240" fmla="*/ 1238695 w 7467663"/>
              <a:gd name="connsiteY240" fmla="*/ 3076820 h 6858000"/>
              <a:gd name="connsiteX241" fmla="*/ 716371 w 7467663"/>
              <a:gd name="connsiteY241" fmla="*/ 3293249 h 6858000"/>
              <a:gd name="connsiteX242" fmla="*/ 579522 w 7467663"/>
              <a:gd name="connsiteY242" fmla="*/ 3371759 h 6858000"/>
              <a:gd name="connsiteX243" fmla="*/ 600288 w 7467663"/>
              <a:gd name="connsiteY243" fmla="*/ 3365555 h 6858000"/>
              <a:gd name="connsiteX244" fmla="*/ 840692 w 7467663"/>
              <a:gd name="connsiteY244" fmla="*/ 3284921 h 6858000"/>
              <a:gd name="connsiteX245" fmla="*/ 979248 w 7467663"/>
              <a:gd name="connsiteY245" fmla="*/ 3221003 h 6858000"/>
              <a:gd name="connsiteX246" fmla="*/ 1053282 w 7467663"/>
              <a:gd name="connsiteY246" fmla="*/ 3185247 h 6858000"/>
              <a:gd name="connsiteX247" fmla="*/ 1320603 w 7467663"/>
              <a:gd name="connsiteY247" fmla="*/ 3081281 h 6858000"/>
              <a:gd name="connsiteX248" fmla="*/ 1238695 w 7467663"/>
              <a:gd name="connsiteY248" fmla="*/ 3076820 h 6858000"/>
              <a:gd name="connsiteX249" fmla="*/ 5425627 w 7467663"/>
              <a:gd name="connsiteY249" fmla="*/ 2954192 h 6858000"/>
              <a:gd name="connsiteX250" fmla="*/ 5470770 w 7467663"/>
              <a:gd name="connsiteY250" fmla="*/ 3005435 h 6858000"/>
              <a:gd name="connsiteX251" fmla="*/ 5519779 w 7467663"/>
              <a:gd name="connsiteY251" fmla="*/ 4359223 h 6858000"/>
              <a:gd name="connsiteX252" fmla="*/ 5520293 w 7467663"/>
              <a:gd name="connsiteY252" fmla="*/ 4360602 h 6858000"/>
              <a:gd name="connsiteX253" fmla="*/ 5767221 w 7467663"/>
              <a:gd name="connsiteY253" fmla="*/ 4665564 h 6858000"/>
              <a:gd name="connsiteX254" fmla="*/ 6937169 w 7467663"/>
              <a:gd name="connsiteY254" fmla="*/ 4815941 h 6858000"/>
              <a:gd name="connsiteX255" fmla="*/ 6953922 w 7467663"/>
              <a:gd name="connsiteY255" fmla="*/ 4890068 h 6858000"/>
              <a:gd name="connsiteX256" fmla="*/ 6071359 w 7467663"/>
              <a:gd name="connsiteY256" fmla="*/ 4770770 h 6858000"/>
              <a:gd name="connsiteX257" fmla="*/ 6038839 w 7467663"/>
              <a:gd name="connsiteY257" fmla="*/ 4764474 h 6858000"/>
              <a:gd name="connsiteX258" fmla="*/ 6038706 w 7467663"/>
              <a:gd name="connsiteY258" fmla="*/ 4763847 h 6858000"/>
              <a:gd name="connsiteX259" fmla="*/ 6037784 w 7467663"/>
              <a:gd name="connsiteY259" fmla="*/ 4764270 h 6858000"/>
              <a:gd name="connsiteX260" fmla="*/ 6038839 w 7467663"/>
              <a:gd name="connsiteY260" fmla="*/ 4764474 h 6858000"/>
              <a:gd name="connsiteX261" fmla="*/ 6040338 w 7467663"/>
              <a:gd name="connsiteY261" fmla="*/ 4771418 h 6858000"/>
              <a:gd name="connsiteX262" fmla="*/ 6024488 w 7467663"/>
              <a:gd name="connsiteY262" fmla="*/ 4809903 h 6858000"/>
              <a:gd name="connsiteX263" fmla="*/ 5599771 w 7467663"/>
              <a:gd name="connsiteY263" fmla="*/ 5509652 h 6858000"/>
              <a:gd name="connsiteX264" fmla="*/ 5548843 w 7467663"/>
              <a:gd name="connsiteY264" fmla="*/ 5563845 h 6858000"/>
              <a:gd name="connsiteX265" fmla="*/ 5940952 w 7467663"/>
              <a:gd name="connsiteY265" fmla="*/ 6250028 h 6858000"/>
              <a:gd name="connsiteX266" fmla="*/ 6043441 w 7467663"/>
              <a:gd name="connsiteY266" fmla="*/ 6665847 h 6858000"/>
              <a:gd name="connsiteX267" fmla="*/ 6093432 w 7467663"/>
              <a:gd name="connsiteY267" fmla="*/ 6858000 h 6858000"/>
              <a:gd name="connsiteX268" fmla="*/ 6034344 w 7467663"/>
              <a:gd name="connsiteY268" fmla="*/ 6858000 h 6858000"/>
              <a:gd name="connsiteX269" fmla="*/ 6026679 w 7467663"/>
              <a:gd name="connsiteY269" fmla="*/ 6836959 h 6858000"/>
              <a:gd name="connsiteX270" fmla="*/ 5800441 w 7467663"/>
              <a:gd name="connsiteY270" fmla="*/ 6335286 h 6858000"/>
              <a:gd name="connsiteX271" fmla="*/ 5526562 w 7467663"/>
              <a:gd name="connsiteY271" fmla="*/ 5705388 h 6858000"/>
              <a:gd name="connsiteX272" fmla="*/ 5519640 w 7467663"/>
              <a:gd name="connsiteY272" fmla="*/ 5683774 h 6858000"/>
              <a:gd name="connsiteX273" fmla="*/ 5844559 w 7467663"/>
              <a:gd name="connsiteY273" fmla="*/ 6553349 h 6858000"/>
              <a:gd name="connsiteX274" fmla="*/ 5975994 w 7467663"/>
              <a:gd name="connsiteY274" fmla="*/ 6858000 h 6858000"/>
              <a:gd name="connsiteX275" fmla="*/ 5898547 w 7467663"/>
              <a:gd name="connsiteY275" fmla="*/ 6858000 h 6858000"/>
              <a:gd name="connsiteX276" fmla="*/ 5682041 w 7467663"/>
              <a:gd name="connsiteY276" fmla="*/ 6355860 h 6858000"/>
              <a:gd name="connsiteX277" fmla="*/ 5461758 w 7467663"/>
              <a:gd name="connsiteY277" fmla="*/ 5820220 h 6858000"/>
              <a:gd name="connsiteX278" fmla="*/ 5237282 w 7467663"/>
              <a:gd name="connsiteY278" fmla="*/ 6579086 h 6858000"/>
              <a:gd name="connsiteX279" fmla="*/ 5115009 w 7467663"/>
              <a:gd name="connsiteY279" fmla="*/ 6858000 h 6858000"/>
              <a:gd name="connsiteX280" fmla="*/ 5028074 w 7467663"/>
              <a:gd name="connsiteY280" fmla="*/ 6858000 h 6858000"/>
              <a:gd name="connsiteX281" fmla="*/ 5079508 w 7467663"/>
              <a:gd name="connsiteY281" fmla="*/ 6749074 h 6858000"/>
              <a:gd name="connsiteX282" fmla="*/ 5371846 w 7467663"/>
              <a:gd name="connsiteY282" fmla="*/ 5924413 h 6858000"/>
              <a:gd name="connsiteX283" fmla="*/ 5270512 w 7467663"/>
              <a:gd name="connsiteY283" fmla="*/ 6138975 h 6858000"/>
              <a:gd name="connsiteX284" fmla="*/ 5062409 w 7467663"/>
              <a:gd name="connsiteY284" fmla="*/ 6653544 h 6858000"/>
              <a:gd name="connsiteX285" fmla="*/ 5036628 w 7467663"/>
              <a:gd name="connsiteY285" fmla="*/ 6754247 h 6858000"/>
              <a:gd name="connsiteX286" fmla="*/ 5009112 w 7467663"/>
              <a:gd name="connsiteY286" fmla="*/ 6858000 h 6858000"/>
              <a:gd name="connsiteX287" fmla="*/ 4976679 w 7467663"/>
              <a:gd name="connsiteY287" fmla="*/ 6858000 h 6858000"/>
              <a:gd name="connsiteX288" fmla="*/ 5006537 w 7467663"/>
              <a:gd name="connsiteY288" fmla="*/ 6747068 h 6858000"/>
              <a:gd name="connsiteX289" fmla="*/ 5032723 w 7467663"/>
              <a:gd name="connsiteY289" fmla="*/ 6644957 h 6858000"/>
              <a:gd name="connsiteX290" fmla="*/ 5242949 w 7467663"/>
              <a:gd name="connsiteY290" fmla="*/ 6125175 h 6858000"/>
              <a:gd name="connsiteX291" fmla="*/ 5286321 w 7467663"/>
              <a:gd name="connsiteY291" fmla="*/ 6033555 h 6858000"/>
              <a:gd name="connsiteX292" fmla="*/ 5008210 w 7467663"/>
              <a:gd name="connsiteY292" fmla="*/ 6649194 h 6858000"/>
              <a:gd name="connsiteX293" fmla="*/ 4986321 w 7467663"/>
              <a:gd name="connsiteY293" fmla="*/ 6765687 h 6858000"/>
              <a:gd name="connsiteX294" fmla="*/ 4973474 w 7467663"/>
              <a:gd name="connsiteY294" fmla="*/ 6858000 h 6858000"/>
              <a:gd name="connsiteX295" fmla="*/ 4907178 w 7467663"/>
              <a:gd name="connsiteY295" fmla="*/ 6858000 h 6858000"/>
              <a:gd name="connsiteX296" fmla="*/ 4910810 w 7467663"/>
              <a:gd name="connsiteY296" fmla="*/ 6829660 h 6858000"/>
              <a:gd name="connsiteX297" fmla="*/ 4987461 w 7467663"/>
              <a:gd name="connsiteY297" fmla="*/ 6432994 h 6858000"/>
              <a:gd name="connsiteX298" fmla="*/ 5179262 w 7467663"/>
              <a:gd name="connsiteY298" fmla="*/ 6035044 h 6858000"/>
              <a:gd name="connsiteX299" fmla="*/ 4689678 w 7467663"/>
              <a:gd name="connsiteY299" fmla="*/ 6440241 h 6858000"/>
              <a:gd name="connsiteX300" fmla="*/ 4477543 w 7467663"/>
              <a:gd name="connsiteY300" fmla="*/ 6674836 h 6858000"/>
              <a:gd name="connsiteX301" fmla="*/ 4329957 w 7467663"/>
              <a:gd name="connsiteY301" fmla="*/ 6858000 h 6858000"/>
              <a:gd name="connsiteX302" fmla="*/ 4218595 w 7467663"/>
              <a:gd name="connsiteY302" fmla="*/ 6858000 h 6858000"/>
              <a:gd name="connsiteX303" fmla="*/ 4368888 w 7467663"/>
              <a:gd name="connsiteY303" fmla="*/ 6668412 h 6858000"/>
              <a:gd name="connsiteX304" fmla="*/ 4563091 w 7467663"/>
              <a:gd name="connsiteY304" fmla="*/ 6442508 h 6858000"/>
              <a:gd name="connsiteX305" fmla="*/ 5387324 w 7467663"/>
              <a:gd name="connsiteY305" fmla="*/ 5705830 h 6858000"/>
              <a:gd name="connsiteX306" fmla="*/ 5073620 w 7467663"/>
              <a:gd name="connsiteY306" fmla="*/ 5955437 h 6858000"/>
              <a:gd name="connsiteX307" fmla="*/ 4689789 w 7467663"/>
              <a:gd name="connsiteY307" fmla="*/ 6268382 h 6858000"/>
              <a:gd name="connsiteX308" fmla="*/ 4418722 w 7467663"/>
              <a:gd name="connsiteY308" fmla="*/ 6570886 h 6858000"/>
              <a:gd name="connsiteX309" fmla="*/ 4214944 w 7467663"/>
              <a:gd name="connsiteY309" fmla="*/ 6858000 h 6858000"/>
              <a:gd name="connsiteX310" fmla="*/ 4177898 w 7467663"/>
              <a:gd name="connsiteY310" fmla="*/ 6858000 h 6858000"/>
              <a:gd name="connsiteX311" fmla="*/ 4391597 w 7467663"/>
              <a:gd name="connsiteY311" fmla="*/ 6556370 h 6858000"/>
              <a:gd name="connsiteX312" fmla="*/ 4668889 w 7467663"/>
              <a:gd name="connsiteY312" fmla="*/ 6246399 h 6858000"/>
              <a:gd name="connsiteX313" fmla="*/ 5055427 w 7467663"/>
              <a:gd name="connsiteY313" fmla="*/ 5931476 h 6858000"/>
              <a:gd name="connsiteX314" fmla="*/ 5371814 w 7467663"/>
              <a:gd name="connsiteY314" fmla="*/ 5678975 h 6858000"/>
              <a:gd name="connsiteX315" fmla="*/ 4987918 w 7467663"/>
              <a:gd name="connsiteY315" fmla="*/ 5838701 h 6858000"/>
              <a:gd name="connsiteX316" fmla="*/ 4317146 w 7467663"/>
              <a:gd name="connsiteY316" fmla="*/ 6587716 h 6858000"/>
              <a:gd name="connsiteX317" fmla="*/ 4171627 w 7467663"/>
              <a:gd name="connsiteY317" fmla="*/ 6858000 h 6858000"/>
              <a:gd name="connsiteX318" fmla="*/ 4081585 w 7467663"/>
              <a:gd name="connsiteY318" fmla="*/ 6858000 h 6858000"/>
              <a:gd name="connsiteX319" fmla="*/ 4238603 w 7467663"/>
              <a:gd name="connsiteY319" fmla="*/ 6559341 h 6858000"/>
              <a:gd name="connsiteX320" fmla="*/ 4778333 w 7467663"/>
              <a:gd name="connsiteY320" fmla="*/ 5873626 h 6858000"/>
              <a:gd name="connsiteX321" fmla="*/ 5414185 w 7467663"/>
              <a:gd name="connsiteY321" fmla="*/ 5573882 h 6858000"/>
              <a:gd name="connsiteX322" fmla="*/ 5959648 w 7467663"/>
              <a:gd name="connsiteY322" fmla="*/ 4760797 h 6858000"/>
              <a:gd name="connsiteX323" fmla="*/ 5355019 w 7467663"/>
              <a:gd name="connsiteY323" fmla="*/ 4734672 h 6858000"/>
              <a:gd name="connsiteX324" fmla="*/ 5083565 w 7467663"/>
              <a:gd name="connsiteY324" fmla="*/ 5179121 h 6858000"/>
              <a:gd name="connsiteX325" fmla="*/ 4713577 w 7467663"/>
              <a:gd name="connsiteY325" fmla="*/ 5616803 h 6858000"/>
              <a:gd name="connsiteX326" fmla="*/ 3989559 w 7467663"/>
              <a:gd name="connsiteY326" fmla="*/ 6145945 h 6858000"/>
              <a:gd name="connsiteX327" fmla="*/ 3939824 w 7467663"/>
              <a:gd name="connsiteY327" fmla="*/ 6066900 h 6858000"/>
              <a:gd name="connsiteX328" fmla="*/ 4584537 w 7467663"/>
              <a:gd name="connsiteY328" fmla="*/ 5324826 h 6858000"/>
              <a:gd name="connsiteX329" fmla="*/ 5037105 w 7467663"/>
              <a:gd name="connsiteY329" fmla="*/ 5088765 h 6858000"/>
              <a:gd name="connsiteX330" fmla="*/ 5039930 w 7467663"/>
              <a:gd name="connsiteY330" fmla="*/ 5089585 h 6858000"/>
              <a:gd name="connsiteX331" fmla="*/ 5263764 w 7467663"/>
              <a:gd name="connsiteY331" fmla="*/ 4735525 h 6858000"/>
              <a:gd name="connsiteX332" fmla="*/ 4086300 w 7467663"/>
              <a:gd name="connsiteY332" fmla="*/ 4884599 h 6858000"/>
              <a:gd name="connsiteX333" fmla="*/ 4085485 w 7467663"/>
              <a:gd name="connsiteY333" fmla="*/ 4899070 h 6858000"/>
              <a:gd name="connsiteX334" fmla="*/ 3871915 w 7467663"/>
              <a:gd name="connsiteY334" fmla="*/ 5253645 h 6858000"/>
              <a:gd name="connsiteX335" fmla="*/ 3799374 w 7467663"/>
              <a:gd name="connsiteY335" fmla="*/ 5466127 h 6858000"/>
              <a:gd name="connsiteX336" fmla="*/ 3498850 w 7467663"/>
              <a:gd name="connsiteY336" fmla="*/ 6661888 h 6858000"/>
              <a:gd name="connsiteX337" fmla="*/ 3399216 w 7467663"/>
              <a:gd name="connsiteY337" fmla="*/ 6858000 h 6858000"/>
              <a:gd name="connsiteX338" fmla="*/ 3303688 w 7467663"/>
              <a:gd name="connsiteY338" fmla="*/ 6858000 h 6858000"/>
              <a:gd name="connsiteX339" fmla="*/ 3391774 w 7467663"/>
              <a:gd name="connsiteY339" fmla="*/ 6697181 h 6858000"/>
              <a:gd name="connsiteX340" fmla="*/ 3735540 w 7467663"/>
              <a:gd name="connsiteY340" fmla="*/ 5546923 h 6858000"/>
              <a:gd name="connsiteX341" fmla="*/ 3729438 w 7467663"/>
              <a:gd name="connsiteY341" fmla="*/ 5569058 h 6858000"/>
              <a:gd name="connsiteX342" fmla="*/ 3707782 w 7467663"/>
              <a:gd name="connsiteY342" fmla="*/ 5644908 h 6858000"/>
              <a:gd name="connsiteX343" fmla="*/ 3583827 w 7467663"/>
              <a:gd name="connsiteY343" fmla="*/ 6039215 h 6858000"/>
              <a:gd name="connsiteX344" fmla="*/ 3547861 w 7467663"/>
              <a:gd name="connsiteY344" fmla="*/ 6129609 h 6858000"/>
              <a:gd name="connsiteX345" fmla="*/ 3490905 w 7467663"/>
              <a:gd name="connsiteY345" fmla="*/ 6277660 h 6858000"/>
              <a:gd name="connsiteX346" fmla="*/ 3455859 w 7467663"/>
              <a:gd name="connsiteY346" fmla="*/ 6391301 h 6858000"/>
              <a:gd name="connsiteX347" fmla="*/ 3429112 w 7467663"/>
              <a:gd name="connsiteY347" fmla="*/ 6479469 h 6858000"/>
              <a:gd name="connsiteX348" fmla="*/ 3304862 w 7467663"/>
              <a:gd name="connsiteY348" fmla="*/ 6796476 h 6858000"/>
              <a:gd name="connsiteX349" fmla="*/ 3276071 w 7467663"/>
              <a:gd name="connsiteY349" fmla="*/ 6858000 h 6858000"/>
              <a:gd name="connsiteX350" fmla="*/ 3240805 w 7467663"/>
              <a:gd name="connsiteY350" fmla="*/ 6858000 h 6858000"/>
              <a:gd name="connsiteX351" fmla="*/ 3275917 w 7467663"/>
              <a:gd name="connsiteY351" fmla="*/ 6783192 h 6858000"/>
              <a:gd name="connsiteX352" fmla="*/ 3399358 w 7467663"/>
              <a:gd name="connsiteY352" fmla="*/ 6469011 h 6858000"/>
              <a:gd name="connsiteX353" fmla="*/ 3425650 w 7467663"/>
              <a:gd name="connsiteY353" fmla="*/ 6381333 h 6858000"/>
              <a:gd name="connsiteX354" fmla="*/ 3460661 w 7467663"/>
              <a:gd name="connsiteY354" fmla="*/ 6266763 h 6858000"/>
              <a:gd name="connsiteX355" fmla="*/ 3518021 w 7467663"/>
              <a:gd name="connsiteY355" fmla="*/ 6117298 h 6858000"/>
              <a:gd name="connsiteX356" fmla="*/ 3554035 w 7467663"/>
              <a:gd name="connsiteY356" fmla="*/ 6027832 h 6858000"/>
              <a:gd name="connsiteX357" fmla="*/ 3677174 w 7467663"/>
              <a:gd name="connsiteY357" fmla="*/ 5636351 h 6858000"/>
              <a:gd name="connsiteX358" fmla="*/ 3698819 w 7467663"/>
              <a:gd name="connsiteY358" fmla="*/ 5560503 h 6858000"/>
              <a:gd name="connsiteX359" fmla="*/ 3702094 w 7467663"/>
              <a:gd name="connsiteY359" fmla="*/ 5549194 h 6858000"/>
              <a:gd name="connsiteX360" fmla="*/ 3398355 w 7467663"/>
              <a:gd name="connsiteY360" fmla="*/ 6094603 h 6858000"/>
              <a:gd name="connsiteX361" fmla="*/ 3193941 w 7467663"/>
              <a:gd name="connsiteY361" fmla="*/ 6798775 h 6858000"/>
              <a:gd name="connsiteX362" fmla="*/ 3184140 w 7467663"/>
              <a:gd name="connsiteY362" fmla="*/ 6858000 h 6858000"/>
              <a:gd name="connsiteX363" fmla="*/ 3099978 w 7467663"/>
              <a:gd name="connsiteY363" fmla="*/ 6858000 h 6858000"/>
              <a:gd name="connsiteX364" fmla="*/ 3101556 w 7467663"/>
              <a:gd name="connsiteY364" fmla="*/ 6843337 h 6858000"/>
              <a:gd name="connsiteX365" fmla="*/ 3370162 w 7467663"/>
              <a:gd name="connsiteY365" fmla="*/ 5785550 h 6858000"/>
              <a:gd name="connsiteX366" fmla="*/ 3746477 w 7467663"/>
              <a:gd name="connsiteY366" fmla="*/ 5377889 h 6858000"/>
              <a:gd name="connsiteX367" fmla="*/ 3863399 w 7467663"/>
              <a:gd name="connsiteY367" fmla="*/ 5087257 h 6858000"/>
              <a:gd name="connsiteX368" fmla="*/ 3968712 w 7467663"/>
              <a:gd name="connsiteY368" fmla="*/ 4913989 h 6858000"/>
              <a:gd name="connsiteX369" fmla="*/ 2792390 w 7467663"/>
              <a:gd name="connsiteY369" fmla="*/ 5382974 h 6858000"/>
              <a:gd name="connsiteX370" fmla="*/ 2714982 w 7467663"/>
              <a:gd name="connsiteY370" fmla="*/ 5427051 h 6858000"/>
              <a:gd name="connsiteX371" fmla="*/ 2813361 w 7467663"/>
              <a:gd name="connsiteY371" fmla="*/ 6023912 h 6858000"/>
              <a:gd name="connsiteX372" fmla="*/ 2688430 w 7467663"/>
              <a:gd name="connsiteY372" fmla="*/ 6801564 h 6858000"/>
              <a:gd name="connsiteX373" fmla="*/ 2629626 w 7467663"/>
              <a:gd name="connsiteY373" fmla="*/ 6763394 h 6858000"/>
              <a:gd name="connsiteX374" fmla="*/ 2565328 w 7467663"/>
              <a:gd name="connsiteY374" fmla="*/ 5516399 h 6858000"/>
              <a:gd name="connsiteX375" fmla="*/ 1922999 w 7467663"/>
              <a:gd name="connsiteY375" fmla="*/ 5980343 h 6858000"/>
              <a:gd name="connsiteX376" fmla="*/ 1950261 w 7467663"/>
              <a:gd name="connsiteY376" fmla="*/ 6405858 h 6858000"/>
              <a:gd name="connsiteX377" fmla="*/ 2365554 w 7467663"/>
              <a:gd name="connsiteY377" fmla="*/ 6759107 h 6858000"/>
              <a:gd name="connsiteX378" fmla="*/ 2424142 w 7467663"/>
              <a:gd name="connsiteY378" fmla="*/ 6858000 h 6858000"/>
              <a:gd name="connsiteX379" fmla="*/ 2395994 w 7467663"/>
              <a:gd name="connsiteY379" fmla="*/ 6858000 h 6858000"/>
              <a:gd name="connsiteX380" fmla="*/ 2392863 w 7467663"/>
              <a:gd name="connsiteY380" fmla="*/ 6852964 h 6858000"/>
              <a:gd name="connsiteX381" fmla="*/ 2017589 w 7467663"/>
              <a:gd name="connsiteY381" fmla="*/ 6493982 h 6858000"/>
              <a:gd name="connsiteX382" fmla="*/ 2147336 w 7467663"/>
              <a:gd name="connsiteY382" fmla="*/ 6594052 h 6858000"/>
              <a:gd name="connsiteX383" fmla="*/ 2207047 w 7467663"/>
              <a:gd name="connsiteY383" fmla="*/ 6654540 h 6858000"/>
              <a:gd name="connsiteX384" fmla="*/ 2299106 w 7467663"/>
              <a:gd name="connsiteY384" fmla="*/ 6778931 h 6858000"/>
              <a:gd name="connsiteX385" fmla="*/ 2314430 w 7467663"/>
              <a:gd name="connsiteY385" fmla="*/ 6801144 h 6858000"/>
              <a:gd name="connsiteX386" fmla="*/ 2352406 w 7467663"/>
              <a:gd name="connsiteY386" fmla="*/ 6858000 h 6858000"/>
              <a:gd name="connsiteX387" fmla="*/ 2314492 w 7467663"/>
              <a:gd name="connsiteY387" fmla="*/ 6858000 h 6858000"/>
              <a:gd name="connsiteX388" fmla="*/ 2288095 w 7467663"/>
              <a:gd name="connsiteY388" fmla="*/ 6818030 h 6858000"/>
              <a:gd name="connsiteX389" fmla="*/ 2272768 w 7467663"/>
              <a:gd name="connsiteY389" fmla="*/ 6795822 h 6858000"/>
              <a:gd name="connsiteX390" fmla="*/ 2182715 w 7467663"/>
              <a:gd name="connsiteY390" fmla="*/ 6675071 h 6858000"/>
              <a:gd name="connsiteX391" fmla="*/ 2032061 w 7467663"/>
              <a:gd name="connsiteY391" fmla="*/ 6541380 h 6858000"/>
              <a:gd name="connsiteX392" fmla="*/ 2257220 w 7467663"/>
              <a:gd name="connsiteY392" fmla="*/ 6826257 h 6858000"/>
              <a:gd name="connsiteX393" fmla="*/ 2281324 w 7467663"/>
              <a:gd name="connsiteY393" fmla="*/ 6858000 h 6858000"/>
              <a:gd name="connsiteX394" fmla="*/ 2242860 w 7467663"/>
              <a:gd name="connsiteY394" fmla="*/ 6858000 h 6858000"/>
              <a:gd name="connsiteX395" fmla="*/ 2232818 w 7467663"/>
              <a:gd name="connsiteY395" fmla="*/ 6844926 h 6858000"/>
              <a:gd name="connsiteX396" fmla="*/ 1990172 w 7467663"/>
              <a:gd name="connsiteY396" fmla="*/ 6542121 h 6858000"/>
              <a:gd name="connsiteX397" fmla="*/ 2124090 w 7467663"/>
              <a:gd name="connsiteY397" fmla="*/ 6761017 h 6858000"/>
              <a:gd name="connsiteX398" fmla="*/ 2200380 w 7467663"/>
              <a:gd name="connsiteY398" fmla="*/ 6858000 h 6858000"/>
              <a:gd name="connsiteX399" fmla="*/ 2147507 w 7467663"/>
              <a:gd name="connsiteY399" fmla="*/ 6858000 h 6858000"/>
              <a:gd name="connsiteX400" fmla="*/ 2070668 w 7467663"/>
              <a:gd name="connsiteY400" fmla="*/ 6761520 h 6858000"/>
              <a:gd name="connsiteX401" fmla="*/ 1975142 w 7467663"/>
              <a:gd name="connsiteY401" fmla="*/ 6585570 h 6858000"/>
              <a:gd name="connsiteX402" fmla="*/ 2050035 w 7467663"/>
              <a:gd name="connsiteY402" fmla="*/ 6813345 h 6858000"/>
              <a:gd name="connsiteX403" fmla="*/ 2063025 w 7467663"/>
              <a:gd name="connsiteY403" fmla="*/ 6858000 h 6858000"/>
              <a:gd name="connsiteX404" fmla="*/ 2021675 w 7467663"/>
              <a:gd name="connsiteY404" fmla="*/ 6858000 h 6858000"/>
              <a:gd name="connsiteX405" fmla="*/ 2019308 w 7467663"/>
              <a:gd name="connsiteY405" fmla="*/ 6847118 h 6858000"/>
              <a:gd name="connsiteX406" fmla="*/ 1938835 w 7467663"/>
              <a:gd name="connsiteY406" fmla="*/ 6551160 h 6858000"/>
              <a:gd name="connsiteX407" fmla="*/ 1953230 w 7467663"/>
              <a:gd name="connsiteY407" fmla="*/ 6759699 h 6858000"/>
              <a:gd name="connsiteX408" fmla="*/ 1956763 w 7467663"/>
              <a:gd name="connsiteY408" fmla="*/ 6778191 h 6858000"/>
              <a:gd name="connsiteX409" fmla="*/ 1967925 w 7467663"/>
              <a:gd name="connsiteY409" fmla="*/ 6858000 h 6858000"/>
              <a:gd name="connsiteX410" fmla="*/ 1936622 w 7467663"/>
              <a:gd name="connsiteY410" fmla="*/ 6858000 h 6858000"/>
              <a:gd name="connsiteX411" fmla="*/ 1926261 w 7467663"/>
              <a:gd name="connsiteY411" fmla="*/ 6784064 h 6858000"/>
              <a:gd name="connsiteX412" fmla="*/ 1922724 w 7467663"/>
              <a:gd name="connsiteY412" fmla="*/ 6765577 h 6858000"/>
              <a:gd name="connsiteX413" fmla="*/ 1904650 w 7467663"/>
              <a:gd name="connsiteY413" fmla="*/ 6639616 h 6858000"/>
              <a:gd name="connsiteX414" fmla="*/ 1885273 w 7467663"/>
              <a:gd name="connsiteY414" fmla="*/ 6858000 h 6858000"/>
              <a:gd name="connsiteX415" fmla="*/ 1854363 w 7467663"/>
              <a:gd name="connsiteY415" fmla="*/ 6858000 h 6858000"/>
              <a:gd name="connsiteX416" fmla="*/ 1880391 w 7467663"/>
              <a:gd name="connsiteY416" fmla="*/ 6603796 h 6858000"/>
              <a:gd name="connsiteX417" fmla="*/ 1818273 w 7467663"/>
              <a:gd name="connsiteY417" fmla="*/ 6715729 h 6858000"/>
              <a:gd name="connsiteX418" fmla="*/ 1794691 w 7467663"/>
              <a:gd name="connsiteY418" fmla="*/ 6843239 h 6858000"/>
              <a:gd name="connsiteX419" fmla="*/ 1794914 w 7467663"/>
              <a:gd name="connsiteY419" fmla="*/ 6858000 h 6858000"/>
              <a:gd name="connsiteX420" fmla="*/ 1746128 w 7467663"/>
              <a:gd name="connsiteY420" fmla="*/ 6858000 h 6858000"/>
              <a:gd name="connsiteX421" fmla="*/ 1753934 w 7467663"/>
              <a:gd name="connsiteY421" fmla="*/ 6724796 h 6858000"/>
              <a:gd name="connsiteX422" fmla="*/ 1792053 w 7467663"/>
              <a:gd name="connsiteY422" fmla="*/ 6572396 h 6858000"/>
              <a:gd name="connsiteX423" fmla="*/ 1862248 w 7467663"/>
              <a:gd name="connsiteY423" fmla="*/ 6266397 h 6858000"/>
              <a:gd name="connsiteX424" fmla="*/ 1862250 w 7467663"/>
              <a:gd name="connsiteY424" fmla="*/ 6033531 h 6858000"/>
              <a:gd name="connsiteX425" fmla="*/ 1211999 w 7467663"/>
              <a:gd name="connsiteY425" fmla="*/ 6683610 h 6858000"/>
              <a:gd name="connsiteX426" fmla="*/ 1213266 w 7467663"/>
              <a:gd name="connsiteY426" fmla="*/ 6691947 h 6858000"/>
              <a:gd name="connsiteX427" fmla="*/ 1203370 w 7467663"/>
              <a:gd name="connsiteY427" fmla="*/ 6850676 h 6858000"/>
              <a:gd name="connsiteX428" fmla="*/ 1203671 w 7467663"/>
              <a:gd name="connsiteY428" fmla="*/ 6858000 h 6858000"/>
              <a:gd name="connsiteX429" fmla="*/ 1143180 w 7467663"/>
              <a:gd name="connsiteY429" fmla="*/ 6858000 h 6858000"/>
              <a:gd name="connsiteX430" fmla="*/ 1142176 w 7467663"/>
              <a:gd name="connsiteY430" fmla="*/ 6766045 h 6858000"/>
              <a:gd name="connsiteX431" fmla="*/ 1067484 w 7467663"/>
              <a:gd name="connsiteY431" fmla="*/ 6858000 h 6858000"/>
              <a:gd name="connsiteX432" fmla="*/ 953928 w 7467663"/>
              <a:gd name="connsiteY432" fmla="*/ 6858000 h 6858000"/>
              <a:gd name="connsiteX433" fmla="*/ 959715 w 7467663"/>
              <a:gd name="connsiteY433" fmla="*/ 6850185 h 6858000"/>
              <a:gd name="connsiteX434" fmla="*/ 1483788 w 7467663"/>
              <a:gd name="connsiteY434" fmla="*/ 6259174 h 6858000"/>
              <a:gd name="connsiteX435" fmla="*/ 1100671 w 7467663"/>
              <a:gd name="connsiteY435" fmla="*/ 6252137 h 6858000"/>
              <a:gd name="connsiteX436" fmla="*/ 1090144 w 7467663"/>
              <a:gd name="connsiteY436" fmla="*/ 6256748 h 6858000"/>
              <a:gd name="connsiteX437" fmla="*/ 1095872 w 7467663"/>
              <a:gd name="connsiteY437" fmla="*/ 6271892 h 6858000"/>
              <a:gd name="connsiteX438" fmla="*/ 262785 w 7467663"/>
              <a:gd name="connsiteY438" fmla="*/ 6845450 h 6858000"/>
              <a:gd name="connsiteX439" fmla="*/ 209968 w 7467663"/>
              <a:gd name="connsiteY439" fmla="*/ 6770713 h 6858000"/>
              <a:gd name="connsiteX440" fmla="*/ 873460 w 7467663"/>
              <a:gd name="connsiteY440" fmla="*/ 6253768 h 6858000"/>
              <a:gd name="connsiteX441" fmla="*/ 192686 w 7467663"/>
              <a:gd name="connsiteY441" fmla="*/ 5849257 h 6858000"/>
              <a:gd name="connsiteX442" fmla="*/ 4696 w 7467663"/>
              <a:gd name="connsiteY442" fmla="*/ 5697668 h 6858000"/>
              <a:gd name="connsiteX443" fmla="*/ 0 w 7467663"/>
              <a:gd name="connsiteY443" fmla="*/ 5689984 h 6858000"/>
              <a:gd name="connsiteX444" fmla="*/ 0 w 7467663"/>
              <a:gd name="connsiteY444" fmla="*/ 5513472 h 6858000"/>
              <a:gd name="connsiteX445" fmla="*/ 174101 w 7467663"/>
              <a:gd name="connsiteY445" fmla="*/ 5620277 h 6858000"/>
              <a:gd name="connsiteX446" fmla="*/ 891800 w 7467663"/>
              <a:gd name="connsiteY446" fmla="*/ 6036935 h 6858000"/>
              <a:gd name="connsiteX447" fmla="*/ 1072219 w 7467663"/>
              <a:gd name="connsiteY447" fmla="*/ 6169443 h 6858000"/>
              <a:gd name="connsiteX448" fmla="*/ 1074117 w 7467663"/>
              <a:gd name="connsiteY448" fmla="*/ 6170301 h 6858000"/>
              <a:gd name="connsiteX449" fmla="*/ 1083114 w 7467663"/>
              <a:gd name="connsiteY449" fmla="*/ 6174131 h 6858000"/>
              <a:gd name="connsiteX450" fmla="*/ 1543010 w 7467663"/>
              <a:gd name="connsiteY450" fmla="*/ 6191140 h 6858000"/>
              <a:gd name="connsiteX451" fmla="*/ 1551080 w 7467663"/>
              <a:gd name="connsiteY451" fmla="*/ 6195006 h 6858000"/>
              <a:gd name="connsiteX452" fmla="*/ 2345443 w 7467663"/>
              <a:gd name="connsiteY452" fmla="*/ 5549882 h 6858000"/>
              <a:gd name="connsiteX453" fmla="*/ 1721499 w 7467663"/>
              <a:gd name="connsiteY453" fmla="*/ 5599969 h 6858000"/>
              <a:gd name="connsiteX454" fmla="*/ 767716 w 7467663"/>
              <a:gd name="connsiteY454" fmla="*/ 5472768 h 6858000"/>
              <a:gd name="connsiteX455" fmla="*/ 722147 w 7467663"/>
              <a:gd name="connsiteY455" fmla="*/ 5393091 h 6858000"/>
              <a:gd name="connsiteX456" fmla="*/ 1485552 w 7467663"/>
              <a:gd name="connsiteY456" fmla="*/ 5313202 h 6858000"/>
              <a:gd name="connsiteX457" fmla="*/ 2143004 w 7467663"/>
              <a:gd name="connsiteY457" fmla="*/ 5402420 h 6858000"/>
              <a:gd name="connsiteX458" fmla="*/ 1933391 w 7467663"/>
              <a:gd name="connsiteY458" fmla="*/ 5156971 h 6858000"/>
              <a:gd name="connsiteX459" fmla="*/ 1827118 w 7467663"/>
              <a:gd name="connsiteY459" fmla="*/ 4968410 h 6858000"/>
              <a:gd name="connsiteX460" fmla="*/ 1837349 w 7467663"/>
              <a:gd name="connsiteY460" fmla="*/ 4956357 h 6858000"/>
              <a:gd name="connsiteX461" fmla="*/ 2162835 w 7467663"/>
              <a:gd name="connsiteY461" fmla="*/ 5187853 h 6858000"/>
              <a:gd name="connsiteX462" fmla="*/ 2257167 w 7467663"/>
              <a:gd name="connsiteY462" fmla="*/ 5462123 h 6858000"/>
              <a:gd name="connsiteX463" fmla="*/ 2261598 w 7467663"/>
              <a:gd name="connsiteY463" fmla="*/ 5467998 h 6858000"/>
              <a:gd name="connsiteX464" fmla="*/ 2437177 w 7467663"/>
              <a:gd name="connsiteY464" fmla="*/ 5479608 h 6858000"/>
              <a:gd name="connsiteX465" fmla="*/ 2445247 w 7467663"/>
              <a:gd name="connsiteY465" fmla="*/ 5483476 h 6858000"/>
              <a:gd name="connsiteX466" fmla="*/ 2743626 w 7467663"/>
              <a:gd name="connsiteY466" fmla="*/ 5304819 h 6858000"/>
              <a:gd name="connsiteX467" fmla="*/ 3048102 w 7467663"/>
              <a:gd name="connsiteY467" fmla="*/ 5150595 h 6858000"/>
              <a:gd name="connsiteX468" fmla="*/ 1799414 w 7467663"/>
              <a:gd name="connsiteY468" fmla="*/ 4694732 h 6858000"/>
              <a:gd name="connsiteX469" fmla="*/ 1771735 w 7467663"/>
              <a:gd name="connsiteY469" fmla="*/ 4619929 h 6858000"/>
              <a:gd name="connsiteX470" fmla="*/ 3104273 w 7467663"/>
              <a:gd name="connsiteY470" fmla="*/ 5076159 h 6858000"/>
              <a:gd name="connsiteX471" fmla="*/ 3113245 w 7467663"/>
              <a:gd name="connsiteY471" fmla="*/ 5090705 h 6858000"/>
              <a:gd name="connsiteX472" fmla="*/ 3126294 w 7467663"/>
              <a:gd name="connsiteY472" fmla="*/ 5114400 h 6858000"/>
              <a:gd name="connsiteX473" fmla="*/ 3937433 w 7467663"/>
              <a:gd name="connsiteY473" fmla="*/ 4830473 h 6858000"/>
              <a:gd name="connsiteX474" fmla="*/ 3590475 w 7467663"/>
              <a:gd name="connsiteY474" fmla="*/ 4597974 h 6858000"/>
              <a:gd name="connsiteX475" fmla="*/ 3100264 w 7467663"/>
              <a:gd name="connsiteY475" fmla="*/ 4579845 h 6858000"/>
              <a:gd name="connsiteX476" fmla="*/ 2183576 w 7467663"/>
              <a:gd name="connsiteY476" fmla="*/ 4227150 h 6858000"/>
              <a:gd name="connsiteX477" fmla="*/ 2151029 w 7467663"/>
              <a:gd name="connsiteY477" fmla="*/ 4146947 h 6858000"/>
              <a:gd name="connsiteX478" fmla="*/ 3563434 w 7467663"/>
              <a:gd name="connsiteY478" fmla="*/ 4469115 h 6858000"/>
              <a:gd name="connsiteX479" fmla="*/ 3177952 w 7467663"/>
              <a:gd name="connsiteY479" fmla="*/ 3657386 h 6858000"/>
              <a:gd name="connsiteX480" fmla="*/ 3189263 w 7467663"/>
              <a:gd name="connsiteY480" fmla="*/ 3625726 h 6858000"/>
              <a:gd name="connsiteX481" fmla="*/ 3560912 w 7467663"/>
              <a:gd name="connsiteY481" fmla="*/ 4079863 h 6858000"/>
              <a:gd name="connsiteX482" fmla="*/ 3626636 w 7467663"/>
              <a:gd name="connsiteY482" fmla="*/ 4512230 h 6858000"/>
              <a:gd name="connsiteX483" fmla="*/ 3653088 w 7467663"/>
              <a:gd name="connsiteY483" fmla="*/ 4521417 h 6858000"/>
              <a:gd name="connsiteX484" fmla="*/ 3988128 w 7467663"/>
              <a:gd name="connsiteY484" fmla="*/ 4817267 h 6858000"/>
              <a:gd name="connsiteX485" fmla="*/ 4830582 w 7467663"/>
              <a:gd name="connsiteY485" fmla="*/ 4676000 h 6858000"/>
              <a:gd name="connsiteX486" fmla="*/ 4830100 w 7467663"/>
              <a:gd name="connsiteY486" fmla="*/ 4675554 h 6858000"/>
              <a:gd name="connsiteX487" fmla="*/ 4036318 w 7467663"/>
              <a:gd name="connsiteY487" fmla="*/ 4147013 h 6858000"/>
              <a:gd name="connsiteX488" fmla="*/ 3432098 w 7467663"/>
              <a:gd name="connsiteY488" fmla="*/ 3537312 h 6858000"/>
              <a:gd name="connsiteX489" fmla="*/ 3446761 w 7467663"/>
              <a:gd name="connsiteY489" fmla="*/ 3461278 h 6858000"/>
              <a:gd name="connsiteX490" fmla="*/ 4419733 w 7467663"/>
              <a:gd name="connsiteY490" fmla="*/ 3963555 h 6858000"/>
              <a:gd name="connsiteX491" fmla="*/ 4781371 w 7467663"/>
              <a:gd name="connsiteY491" fmla="*/ 4458604 h 6858000"/>
              <a:gd name="connsiteX492" fmla="*/ 4780440 w 7467663"/>
              <a:gd name="connsiteY492" fmla="*/ 4470290 h 6858000"/>
              <a:gd name="connsiteX493" fmla="*/ 4898954 w 7467663"/>
              <a:gd name="connsiteY493" fmla="*/ 4662092 h 6858000"/>
              <a:gd name="connsiteX494" fmla="*/ 4900699 w 7467663"/>
              <a:gd name="connsiteY494" fmla="*/ 4670867 h 6858000"/>
              <a:gd name="connsiteX495" fmla="*/ 5714511 w 7467663"/>
              <a:gd name="connsiteY495" fmla="*/ 4663483 h 6858000"/>
              <a:gd name="connsiteX496" fmla="*/ 5464793 w 7467663"/>
              <a:gd name="connsiteY496" fmla="*/ 4393556 h 6858000"/>
              <a:gd name="connsiteX497" fmla="*/ 5461897 w 7467663"/>
              <a:gd name="connsiteY497" fmla="*/ 4390879 h 6858000"/>
              <a:gd name="connsiteX498" fmla="*/ 4294126 w 7467663"/>
              <a:gd name="connsiteY498" fmla="*/ 3303048 h 6858000"/>
              <a:gd name="connsiteX499" fmla="*/ 4305321 w 7467663"/>
              <a:gd name="connsiteY499" fmla="*/ 3256953 h 6858000"/>
              <a:gd name="connsiteX500" fmla="*/ 4949299 w 7467663"/>
              <a:gd name="connsiteY500" fmla="*/ 3766336 h 6858000"/>
              <a:gd name="connsiteX501" fmla="*/ 5291452 w 7467663"/>
              <a:gd name="connsiteY501" fmla="*/ 4076801 h 6858000"/>
              <a:gd name="connsiteX502" fmla="*/ 5434998 w 7467663"/>
              <a:gd name="connsiteY502" fmla="*/ 4254100 h 6858000"/>
              <a:gd name="connsiteX503" fmla="*/ 5351015 w 7467663"/>
              <a:gd name="connsiteY503" fmla="*/ 3760989 h 6858000"/>
              <a:gd name="connsiteX504" fmla="*/ 5413780 w 7467663"/>
              <a:gd name="connsiteY504" fmla="*/ 2966265 h 6858000"/>
              <a:gd name="connsiteX505" fmla="*/ 5425627 w 7467663"/>
              <a:gd name="connsiteY505" fmla="*/ 2954192 h 6858000"/>
              <a:gd name="connsiteX506" fmla="*/ 6604735 w 7467663"/>
              <a:gd name="connsiteY506" fmla="*/ 2041381 h 6858000"/>
              <a:gd name="connsiteX507" fmla="*/ 7204487 w 7467663"/>
              <a:gd name="connsiteY507" fmla="*/ 2742112 h 6858000"/>
              <a:gd name="connsiteX508" fmla="*/ 7131592 w 7467663"/>
              <a:gd name="connsiteY508" fmla="*/ 2672096 h 6858000"/>
              <a:gd name="connsiteX509" fmla="*/ 6996344 w 7467663"/>
              <a:gd name="connsiteY509" fmla="*/ 2518310 h 6858000"/>
              <a:gd name="connsiteX510" fmla="*/ 6735495 w 7467663"/>
              <a:gd name="connsiteY510" fmla="*/ 2196890 h 6858000"/>
              <a:gd name="connsiteX511" fmla="*/ 6721901 w 7467663"/>
              <a:gd name="connsiteY511" fmla="*/ 2179274 h 6858000"/>
              <a:gd name="connsiteX512" fmla="*/ 6604735 w 7467663"/>
              <a:gd name="connsiteY512" fmla="*/ 2041381 h 6858000"/>
              <a:gd name="connsiteX513" fmla="*/ 6591670 w 7467663"/>
              <a:gd name="connsiteY513" fmla="*/ 1988277 h 6858000"/>
              <a:gd name="connsiteX514" fmla="*/ 6747349 w 7467663"/>
              <a:gd name="connsiteY514" fmla="*/ 2160069 h 6858000"/>
              <a:gd name="connsiteX515" fmla="*/ 6760943 w 7467663"/>
              <a:gd name="connsiteY515" fmla="*/ 2177686 h 6858000"/>
              <a:gd name="connsiteX516" fmla="*/ 7021065 w 7467663"/>
              <a:gd name="connsiteY516" fmla="*/ 2498102 h 6858000"/>
              <a:gd name="connsiteX517" fmla="*/ 7155223 w 7467663"/>
              <a:gd name="connsiteY517" fmla="*/ 2650386 h 6858000"/>
              <a:gd name="connsiteX518" fmla="*/ 7203167 w 7467663"/>
              <a:gd name="connsiteY518" fmla="*/ 2697288 h 6858000"/>
              <a:gd name="connsiteX519" fmla="*/ 6937703 w 7467663"/>
              <a:gd name="connsiteY519" fmla="*/ 2321981 h 6858000"/>
              <a:gd name="connsiteX520" fmla="*/ 6591670 w 7467663"/>
              <a:gd name="connsiteY520" fmla="*/ 1988277 h 6858000"/>
              <a:gd name="connsiteX521" fmla="*/ 5798671 w 7467663"/>
              <a:gd name="connsiteY521" fmla="*/ 1981601 h 6858000"/>
              <a:gd name="connsiteX522" fmla="*/ 5754709 w 7467663"/>
              <a:gd name="connsiteY522" fmla="*/ 2071454 h 6858000"/>
              <a:gd name="connsiteX523" fmla="*/ 5763044 w 7467663"/>
              <a:gd name="connsiteY523" fmla="*/ 2842206 h 6858000"/>
              <a:gd name="connsiteX524" fmla="*/ 5764974 w 7467663"/>
              <a:gd name="connsiteY524" fmla="*/ 2799609 h 6858000"/>
              <a:gd name="connsiteX525" fmla="*/ 5767665 w 7467663"/>
              <a:gd name="connsiteY525" fmla="*/ 2666409 h 6858000"/>
              <a:gd name="connsiteX526" fmla="*/ 5763055 w 7467663"/>
              <a:gd name="connsiteY526" fmla="*/ 2579705 h 6858000"/>
              <a:gd name="connsiteX527" fmla="*/ 5758079 w 7467663"/>
              <a:gd name="connsiteY527" fmla="*/ 2492508 h 6858000"/>
              <a:gd name="connsiteX528" fmla="*/ 5779325 w 7467663"/>
              <a:gd name="connsiteY528" fmla="*/ 2197069 h 6858000"/>
              <a:gd name="connsiteX529" fmla="*/ 5798671 w 7467663"/>
              <a:gd name="connsiteY529" fmla="*/ 1981601 h 6858000"/>
              <a:gd name="connsiteX530" fmla="*/ 5829202 w 7467663"/>
              <a:gd name="connsiteY530" fmla="*/ 1971679 h 6858000"/>
              <a:gd name="connsiteX531" fmla="*/ 5809558 w 7467663"/>
              <a:gd name="connsiteY531" fmla="*/ 2198043 h 6858000"/>
              <a:gd name="connsiteX532" fmla="*/ 5788653 w 7467663"/>
              <a:gd name="connsiteY532" fmla="*/ 2489430 h 6858000"/>
              <a:gd name="connsiteX533" fmla="*/ 5793439 w 7467663"/>
              <a:gd name="connsiteY533" fmla="*/ 2575235 h 6858000"/>
              <a:gd name="connsiteX534" fmla="*/ 5796837 w 7467663"/>
              <a:gd name="connsiteY534" fmla="*/ 2637633 h 6858000"/>
              <a:gd name="connsiteX535" fmla="*/ 5818614 w 7467663"/>
              <a:gd name="connsiteY535" fmla="*/ 2473055 h 6858000"/>
              <a:gd name="connsiteX536" fmla="*/ 5829202 w 7467663"/>
              <a:gd name="connsiteY536" fmla="*/ 1971679 h 6858000"/>
              <a:gd name="connsiteX537" fmla="*/ 5911389 w 7467663"/>
              <a:gd name="connsiteY537" fmla="*/ 1898371 h 6858000"/>
              <a:gd name="connsiteX538" fmla="*/ 6237627 w 7467663"/>
              <a:gd name="connsiteY538" fmla="*/ 2231921 h 6858000"/>
              <a:gd name="connsiteX539" fmla="*/ 5911389 w 7467663"/>
              <a:gd name="connsiteY539" fmla="*/ 1898371 h 6858000"/>
              <a:gd name="connsiteX540" fmla="*/ 6944437 w 7467663"/>
              <a:gd name="connsiteY540" fmla="*/ 1575402 h 6858000"/>
              <a:gd name="connsiteX541" fmla="*/ 6304730 w 7467663"/>
              <a:gd name="connsiteY541" fmla="*/ 1766654 h 6858000"/>
              <a:gd name="connsiteX542" fmla="*/ 6944437 w 7467663"/>
              <a:gd name="connsiteY542" fmla="*/ 1575402 h 6858000"/>
              <a:gd name="connsiteX543" fmla="*/ 7019523 w 7467663"/>
              <a:gd name="connsiteY543" fmla="*/ 1519450 h 6858000"/>
              <a:gd name="connsiteX544" fmla="*/ 6298091 w 7467663"/>
              <a:gd name="connsiteY544" fmla="*/ 1737122 h 6858000"/>
              <a:gd name="connsiteX545" fmla="*/ 7019523 w 7467663"/>
              <a:gd name="connsiteY545" fmla="*/ 1519450 h 6858000"/>
              <a:gd name="connsiteX546" fmla="*/ 2399523 w 7467663"/>
              <a:gd name="connsiteY546" fmla="*/ 1428234 h 6858000"/>
              <a:gd name="connsiteX547" fmla="*/ 2224982 w 7467663"/>
              <a:gd name="connsiteY547" fmla="*/ 1826201 h 6858000"/>
              <a:gd name="connsiteX548" fmla="*/ 2096099 w 7467663"/>
              <a:gd name="connsiteY548" fmla="*/ 2345900 h 6858000"/>
              <a:gd name="connsiteX549" fmla="*/ 2283317 w 7467663"/>
              <a:gd name="connsiteY549" fmla="*/ 1796925 h 6858000"/>
              <a:gd name="connsiteX550" fmla="*/ 2399523 w 7467663"/>
              <a:gd name="connsiteY550" fmla="*/ 1428234 h 6858000"/>
              <a:gd name="connsiteX551" fmla="*/ 2448558 w 7467663"/>
              <a:gd name="connsiteY551" fmla="*/ 1373435 h 6858000"/>
              <a:gd name="connsiteX552" fmla="*/ 2312521 w 7467663"/>
              <a:gd name="connsiteY552" fmla="*/ 1806140 h 6858000"/>
              <a:gd name="connsiteX553" fmla="*/ 2127533 w 7467663"/>
              <a:gd name="connsiteY553" fmla="*/ 2348380 h 6858000"/>
              <a:gd name="connsiteX554" fmla="*/ 2358080 w 7467663"/>
              <a:gd name="connsiteY554" fmla="*/ 1866134 h 6858000"/>
              <a:gd name="connsiteX555" fmla="*/ 2407436 w 7467663"/>
              <a:gd name="connsiteY555" fmla="*/ 1651070 h 6858000"/>
              <a:gd name="connsiteX556" fmla="*/ 2448558 w 7467663"/>
              <a:gd name="connsiteY556" fmla="*/ 1373435 h 6858000"/>
              <a:gd name="connsiteX557" fmla="*/ 278707 w 7467663"/>
              <a:gd name="connsiteY557" fmla="*/ 1352270 h 6858000"/>
              <a:gd name="connsiteX558" fmla="*/ 321570 w 7467663"/>
              <a:gd name="connsiteY558" fmla="*/ 1861610 h 6858000"/>
              <a:gd name="connsiteX559" fmla="*/ 294281 w 7467663"/>
              <a:gd name="connsiteY559" fmla="*/ 1440658 h 6858000"/>
              <a:gd name="connsiteX560" fmla="*/ 278707 w 7467663"/>
              <a:gd name="connsiteY560" fmla="*/ 1352270 h 6858000"/>
              <a:gd name="connsiteX561" fmla="*/ 1423821 w 7467663"/>
              <a:gd name="connsiteY561" fmla="*/ 1351958 h 6858000"/>
              <a:gd name="connsiteX562" fmla="*/ 1638521 w 7467663"/>
              <a:gd name="connsiteY562" fmla="*/ 1908470 h 6858000"/>
              <a:gd name="connsiteX563" fmla="*/ 1754199 w 7467663"/>
              <a:gd name="connsiteY563" fmla="*/ 2149284 h 6858000"/>
              <a:gd name="connsiteX564" fmla="*/ 1908359 w 7467663"/>
              <a:gd name="connsiteY564" fmla="*/ 2364988 h 6858000"/>
              <a:gd name="connsiteX565" fmla="*/ 1647661 w 7467663"/>
              <a:gd name="connsiteY565" fmla="*/ 1825945 h 6858000"/>
              <a:gd name="connsiteX566" fmla="*/ 1423821 w 7467663"/>
              <a:gd name="connsiteY566" fmla="*/ 1351958 h 6858000"/>
              <a:gd name="connsiteX567" fmla="*/ 1431890 w 7467663"/>
              <a:gd name="connsiteY567" fmla="*/ 1306475 h 6858000"/>
              <a:gd name="connsiteX568" fmla="*/ 1507597 w 7467663"/>
              <a:gd name="connsiteY568" fmla="*/ 1446132 h 6858000"/>
              <a:gd name="connsiteX569" fmla="*/ 1674586 w 7467663"/>
              <a:gd name="connsiteY569" fmla="*/ 1813832 h 6858000"/>
              <a:gd name="connsiteX570" fmla="*/ 1815950 w 7467663"/>
              <a:gd name="connsiteY570" fmla="*/ 2128564 h 6858000"/>
              <a:gd name="connsiteX571" fmla="*/ 1984242 w 7467663"/>
              <a:gd name="connsiteY571" fmla="*/ 2430829 h 6858000"/>
              <a:gd name="connsiteX572" fmla="*/ 2014023 w 7467663"/>
              <a:gd name="connsiteY572" fmla="*/ 2450995 h 6858000"/>
              <a:gd name="connsiteX573" fmla="*/ 1747337 w 7467663"/>
              <a:gd name="connsiteY573" fmla="*/ 1855264 h 6858000"/>
              <a:gd name="connsiteX574" fmla="*/ 1533749 w 7467663"/>
              <a:gd name="connsiteY574" fmla="*/ 1478656 h 6858000"/>
              <a:gd name="connsiteX575" fmla="*/ 1431890 w 7467663"/>
              <a:gd name="connsiteY575" fmla="*/ 1306475 h 6858000"/>
              <a:gd name="connsiteX576" fmla="*/ 5052692 w 7467663"/>
              <a:gd name="connsiteY576" fmla="*/ 1292994 h 6858000"/>
              <a:gd name="connsiteX577" fmla="*/ 5200661 w 7467663"/>
              <a:gd name="connsiteY577" fmla="*/ 1635186 h 6858000"/>
              <a:gd name="connsiteX578" fmla="*/ 5297138 w 7467663"/>
              <a:gd name="connsiteY578" fmla="*/ 1906351 h 6858000"/>
              <a:gd name="connsiteX579" fmla="*/ 5052692 w 7467663"/>
              <a:gd name="connsiteY579" fmla="*/ 1292994 h 6858000"/>
              <a:gd name="connsiteX580" fmla="*/ 5009948 w 7467663"/>
              <a:gd name="connsiteY580" fmla="*/ 1273619 h 6858000"/>
              <a:gd name="connsiteX581" fmla="*/ 5121777 w 7467663"/>
              <a:gd name="connsiteY581" fmla="*/ 1654213 h 6858000"/>
              <a:gd name="connsiteX582" fmla="*/ 5293545 w 7467663"/>
              <a:gd name="connsiteY582" fmla="*/ 2072247 h 6858000"/>
              <a:gd name="connsiteX583" fmla="*/ 5294042 w 7467663"/>
              <a:gd name="connsiteY583" fmla="*/ 2065019 h 6858000"/>
              <a:gd name="connsiteX584" fmla="*/ 5171936 w 7467663"/>
              <a:gd name="connsiteY584" fmla="*/ 1647613 h 6858000"/>
              <a:gd name="connsiteX585" fmla="*/ 5009948 w 7467663"/>
              <a:gd name="connsiteY585" fmla="*/ 1273619 h 6858000"/>
              <a:gd name="connsiteX586" fmla="*/ 655236 w 7467663"/>
              <a:gd name="connsiteY586" fmla="*/ 1268632 h 6858000"/>
              <a:gd name="connsiteX587" fmla="*/ 839521 w 7467663"/>
              <a:gd name="connsiteY587" fmla="*/ 1685315 h 6858000"/>
              <a:gd name="connsiteX588" fmla="*/ 1109416 w 7467663"/>
              <a:gd name="connsiteY588" fmla="*/ 2061663 h 6858000"/>
              <a:gd name="connsiteX589" fmla="*/ 1298300 w 7467663"/>
              <a:gd name="connsiteY589" fmla="*/ 2247742 h 6858000"/>
              <a:gd name="connsiteX590" fmla="*/ 1125871 w 7467663"/>
              <a:gd name="connsiteY590" fmla="*/ 1989513 h 6858000"/>
              <a:gd name="connsiteX591" fmla="*/ 981574 w 7467663"/>
              <a:gd name="connsiteY591" fmla="*/ 1783157 h 6858000"/>
              <a:gd name="connsiteX592" fmla="*/ 922198 w 7467663"/>
              <a:gd name="connsiteY592" fmla="*/ 1677437 h 6858000"/>
              <a:gd name="connsiteX593" fmla="*/ 869293 w 7467663"/>
              <a:gd name="connsiteY593" fmla="*/ 1583214 h 6858000"/>
              <a:gd name="connsiteX594" fmla="*/ 751431 w 7467663"/>
              <a:gd name="connsiteY594" fmla="*/ 1405731 h 6858000"/>
              <a:gd name="connsiteX595" fmla="*/ 655236 w 7467663"/>
              <a:gd name="connsiteY595" fmla="*/ 1268632 h 6858000"/>
              <a:gd name="connsiteX596" fmla="*/ 6516292 w 7467663"/>
              <a:gd name="connsiteY596" fmla="*/ 1263064 h 6858000"/>
              <a:gd name="connsiteX597" fmla="*/ 5736320 w 7467663"/>
              <a:gd name="connsiteY597" fmla="*/ 1501803 h 6858000"/>
              <a:gd name="connsiteX598" fmla="*/ 6516292 w 7467663"/>
              <a:gd name="connsiteY598" fmla="*/ 1263064 h 6858000"/>
              <a:gd name="connsiteX599" fmla="*/ 291466 w 7467663"/>
              <a:gd name="connsiteY599" fmla="*/ 1250369 h 6858000"/>
              <a:gd name="connsiteX600" fmla="*/ 323180 w 7467663"/>
              <a:gd name="connsiteY600" fmla="*/ 1435283 h 6858000"/>
              <a:gd name="connsiteX601" fmla="*/ 349381 w 7467663"/>
              <a:gd name="connsiteY601" fmla="*/ 1875041 h 6858000"/>
              <a:gd name="connsiteX602" fmla="*/ 374363 w 7467663"/>
              <a:gd name="connsiteY602" fmla="*/ 1506494 h 6858000"/>
              <a:gd name="connsiteX603" fmla="*/ 302168 w 7467663"/>
              <a:gd name="connsiteY603" fmla="*/ 1274495 h 6858000"/>
              <a:gd name="connsiteX604" fmla="*/ 291466 w 7467663"/>
              <a:gd name="connsiteY604" fmla="*/ 1250369 h 6858000"/>
              <a:gd name="connsiteX605" fmla="*/ 678222 w 7467663"/>
              <a:gd name="connsiteY605" fmla="*/ 1248670 h 6858000"/>
              <a:gd name="connsiteX606" fmla="*/ 775536 w 7467663"/>
              <a:gd name="connsiteY606" fmla="*/ 1388015 h 6858000"/>
              <a:gd name="connsiteX607" fmla="*/ 894529 w 7467663"/>
              <a:gd name="connsiteY607" fmla="*/ 1567739 h 6858000"/>
              <a:gd name="connsiteX608" fmla="*/ 948000 w 7467663"/>
              <a:gd name="connsiteY608" fmla="*/ 1663088 h 6858000"/>
              <a:gd name="connsiteX609" fmla="*/ 1006812 w 7467663"/>
              <a:gd name="connsiteY609" fmla="*/ 1767683 h 6858000"/>
              <a:gd name="connsiteX610" fmla="*/ 1149133 w 7467663"/>
              <a:gd name="connsiteY610" fmla="*/ 1971513 h 6858000"/>
              <a:gd name="connsiteX611" fmla="*/ 1333952 w 7467663"/>
              <a:gd name="connsiteY611" fmla="*/ 2251620 h 6858000"/>
              <a:gd name="connsiteX612" fmla="*/ 1337329 w 7467663"/>
              <a:gd name="connsiteY612" fmla="*/ 2258350 h 6858000"/>
              <a:gd name="connsiteX613" fmla="*/ 1014726 w 7467663"/>
              <a:gd name="connsiteY613" fmla="*/ 1615556 h 6858000"/>
              <a:gd name="connsiteX614" fmla="*/ 678222 w 7467663"/>
              <a:gd name="connsiteY614" fmla="*/ 1248670 h 6858000"/>
              <a:gd name="connsiteX615" fmla="*/ 6691602 w 7467663"/>
              <a:gd name="connsiteY615" fmla="*/ 1140573 h 6858000"/>
              <a:gd name="connsiteX616" fmla="*/ 6571100 w 7467663"/>
              <a:gd name="connsiteY616" fmla="*/ 1183662 h 6858000"/>
              <a:gd name="connsiteX617" fmla="*/ 6241687 w 7467663"/>
              <a:gd name="connsiteY617" fmla="*/ 1257600 h 6858000"/>
              <a:gd name="connsiteX618" fmla="*/ 5693009 w 7467663"/>
              <a:gd name="connsiteY618" fmla="*/ 1478256 h 6858000"/>
              <a:gd name="connsiteX619" fmla="*/ 6548420 w 7467663"/>
              <a:gd name="connsiteY619" fmla="*/ 1214599 h 6858000"/>
              <a:gd name="connsiteX620" fmla="*/ 6605473 w 7467663"/>
              <a:gd name="connsiteY620" fmla="*/ 1184686 h 6858000"/>
              <a:gd name="connsiteX621" fmla="*/ 6691602 w 7467663"/>
              <a:gd name="connsiteY621" fmla="*/ 1140573 h 6858000"/>
              <a:gd name="connsiteX622" fmla="*/ 4002475 w 7467663"/>
              <a:gd name="connsiteY622" fmla="*/ 1037802 h 6858000"/>
              <a:gd name="connsiteX623" fmla="*/ 4000324 w 7467663"/>
              <a:gd name="connsiteY623" fmla="*/ 1039362 h 6858000"/>
              <a:gd name="connsiteX624" fmla="*/ 4002862 w 7467663"/>
              <a:gd name="connsiteY624" fmla="*/ 1042866 h 6858000"/>
              <a:gd name="connsiteX625" fmla="*/ 4002475 w 7467663"/>
              <a:gd name="connsiteY625" fmla="*/ 1037802 h 6858000"/>
              <a:gd name="connsiteX626" fmla="*/ 506322 w 7467663"/>
              <a:gd name="connsiteY626" fmla="*/ 1020997 h 6858000"/>
              <a:gd name="connsiteX627" fmla="*/ 533068 w 7467663"/>
              <a:gd name="connsiteY627" fmla="*/ 1029409 h 6858000"/>
              <a:gd name="connsiteX628" fmla="*/ 1232525 w 7467663"/>
              <a:gd name="connsiteY628" fmla="*/ 1804675 h 6858000"/>
              <a:gd name="connsiteX629" fmla="*/ 1388858 w 7467663"/>
              <a:gd name="connsiteY629" fmla="*/ 2368011 h 6858000"/>
              <a:gd name="connsiteX630" fmla="*/ 1384098 w 7467663"/>
              <a:gd name="connsiteY630" fmla="*/ 2378125 h 6858000"/>
              <a:gd name="connsiteX631" fmla="*/ 1425393 w 7467663"/>
              <a:gd name="connsiteY631" fmla="*/ 2589124 h 6858000"/>
              <a:gd name="connsiteX632" fmla="*/ 1424001 w 7467663"/>
              <a:gd name="connsiteY632" fmla="*/ 2597541 h 6858000"/>
              <a:gd name="connsiteX633" fmla="*/ 2152729 w 7467663"/>
              <a:gd name="connsiteY633" fmla="*/ 2864487 h 6858000"/>
              <a:gd name="connsiteX634" fmla="*/ 2020609 w 7467663"/>
              <a:gd name="connsiteY634" fmla="*/ 2539671 h 6858000"/>
              <a:gd name="connsiteX635" fmla="*/ 2018920 w 7467663"/>
              <a:gd name="connsiteY635" fmla="*/ 2536309 h 6858000"/>
              <a:gd name="connsiteX636" fmla="*/ 1342441 w 7467663"/>
              <a:gd name="connsiteY636" fmla="*/ 1173017 h 6858000"/>
              <a:gd name="connsiteX637" fmla="*/ 1367925 w 7467663"/>
              <a:gd name="connsiteY637" fmla="*/ 1135648 h 6858000"/>
              <a:gd name="connsiteX638" fmla="*/ 1771401 w 7467663"/>
              <a:gd name="connsiteY638" fmla="*/ 1806673 h 6858000"/>
              <a:gd name="connsiteX639" fmla="*/ 1972385 w 7467663"/>
              <a:gd name="connsiteY639" fmla="*/ 2198735 h 6858000"/>
              <a:gd name="connsiteX640" fmla="*/ 2040892 w 7467663"/>
              <a:gd name="connsiteY640" fmla="*/ 2405205 h 6858000"/>
              <a:gd name="connsiteX641" fmla="*/ 2131689 w 7467663"/>
              <a:gd name="connsiteY641" fmla="*/ 1936926 h 6858000"/>
              <a:gd name="connsiteX642" fmla="*/ 2454820 w 7467663"/>
              <a:gd name="connsiteY642" fmla="*/ 1248808 h 6858000"/>
              <a:gd name="connsiteX643" fmla="*/ 2492512 w 7467663"/>
              <a:gd name="connsiteY643" fmla="*/ 1302920 h 6858000"/>
              <a:gd name="connsiteX644" fmla="*/ 2081216 w 7467663"/>
              <a:gd name="connsiteY644" fmla="*/ 2527513 h 6858000"/>
              <a:gd name="connsiteX645" fmla="*/ 2081211 w 7467663"/>
              <a:gd name="connsiteY645" fmla="*/ 2528916 h 6858000"/>
              <a:gd name="connsiteX646" fmla="*/ 2199067 w 7467663"/>
              <a:gd name="connsiteY646" fmla="*/ 2884061 h 6858000"/>
              <a:gd name="connsiteX647" fmla="*/ 3192586 w 7467663"/>
              <a:gd name="connsiteY647" fmla="*/ 3411496 h 6858000"/>
              <a:gd name="connsiteX648" fmla="*/ 3182620 w 7467663"/>
              <a:gd name="connsiteY648" fmla="*/ 3483279 h 6858000"/>
              <a:gd name="connsiteX649" fmla="*/ 2435119 w 7467663"/>
              <a:gd name="connsiteY649" fmla="*/ 3080173 h 6858000"/>
              <a:gd name="connsiteX650" fmla="*/ 2410152 w 7467663"/>
              <a:gd name="connsiteY650" fmla="*/ 3063751 h 6858000"/>
              <a:gd name="connsiteX651" fmla="*/ 2408099 w 7467663"/>
              <a:gd name="connsiteY651" fmla="*/ 3064403 h 6858000"/>
              <a:gd name="connsiteX652" fmla="*/ 2407218 w 7467663"/>
              <a:gd name="connsiteY652" fmla="*/ 3070324 h 6858000"/>
              <a:gd name="connsiteX653" fmla="*/ 2380138 w 7467663"/>
              <a:gd name="connsiteY653" fmla="*/ 3099341 h 6858000"/>
              <a:gd name="connsiteX654" fmla="*/ 1765923 w 7467663"/>
              <a:gd name="connsiteY654" fmla="*/ 3581043 h 6858000"/>
              <a:gd name="connsiteX655" fmla="*/ 1702258 w 7467663"/>
              <a:gd name="connsiteY655" fmla="*/ 3612286 h 6858000"/>
              <a:gd name="connsiteX656" fmla="*/ 1538370 w 7467663"/>
              <a:gd name="connsiteY656" fmla="*/ 3811804 h 6858000"/>
              <a:gd name="connsiteX657" fmla="*/ 542867 w 7467663"/>
              <a:gd name="connsiteY657" fmla="*/ 4944092 h 6858000"/>
              <a:gd name="connsiteX658" fmla="*/ 515800 w 7467663"/>
              <a:gd name="connsiteY658" fmla="*/ 4862180 h 6858000"/>
              <a:gd name="connsiteX659" fmla="*/ 909145 w 7467663"/>
              <a:gd name="connsiteY659" fmla="*/ 4199225 h 6858000"/>
              <a:gd name="connsiteX660" fmla="*/ 1214067 w 7467663"/>
              <a:gd name="connsiteY660" fmla="*/ 3908561 h 6858000"/>
              <a:gd name="connsiteX661" fmla="*/ 640967 w 7467663"/>
              <a:gd name="connsiteY661" fmla="*/ 4105601 h 6858000"/>
              <a:gd name="connsiteX662" fmla="*/ 112563 w 7467663"/>
              <a:gd name="connsiteY662" fmla="*/ 4396952 h 6858000"/>
              <a:gd name="connsiteX663" fmla="*/ 0 w 7467663"/>
              <a:gd name="connsiteY663" fmla="*/ 4466006 h 6858000"/>
              <a:gd name="connsiteX664" fmla="*/ 0 w 7467663"/>
              <a:gd name="connsiteY664" fmla="*/ 4233763 h 6858000"/>
              <a:gd name="connsiteX665" fmla="*/ 36881 w 7467663"/>
              <a:gd name="connsiteY665" fmla="*/ 4200118 h 6858000"/>
              <a:gd name="connsiteX666" fmla="*/ 910534 w 7467663"/>
              <a:gd name="connsiteY666" fmla="*/ 3629753 h 6858000"/>
              <a:gd name="connsiteX667" fmla="*/ 1578717 w 7467663"/>
              <a:gd name="connsiteY667" fmla="*/ 3575982 h 6858000"/>
              <a:gd name="connsiteX668" fmla="*/ 2338780 w 7467663"/>
              <a:gd name="connsiteY668" fmla="*/ 3033725 h 6858000"/>
              <a:gd name="connsiteX669" fmla="*/ 1807991 w 7467663"/>
              <a:gd name="connsiteY669" fmla="*/ 2807184 h 6858000"/>
              <a:gd name="connsiteX670" fmla="*/ 1416358 w 7467663"/>
              <a:gd name="connsiteY670" fmla="*/ 3112571 h 6858000"/>
              <a:gd name="connsiteX671" fmla="*/ 939066 w 7467663"/>
              <a:gd name="connsiteY671" fmla="*/ 3378798 h 6858000"/>
              <a:gd name="connsiteX672" fmla="*/ 115099 w 7467663"/>
              <a:gd name="connsiteY672" fmla="*/ 3607650 h 6858000"/>
              <a:gd name="connsiteX673" fmla="*/ 97284 w 7467663"/>
              <a:gd name="connsiteY673" fmla="*/ 3520393 h 6858000"/>
              <a:gd name="connsiteX674" fmla="*/ 922050 w 7467663"/>
              <a:gd name="connsiteY674" fmla="*/ 3074867 h 6858000"/>
              <a:gd name="connsiteX675" fmla="*/ 1405265 w 7467663"/>
              <a:gd name="connsiteY675" fmla="*/ 3016319 h 6858000"/>
              <a:gd name="connsiteX676" fmla="*/ 1407512 w 7467663"/>
              <a:gd name="connsiteY676" fmla="*/ 3018001 h 6858000"/>
              <a:gd name="connsiteX677" fmla="*/ 1726266 w 7467663"/>
              <a:gd name="connsiteY677" fmla="*/ 2777274 h 6858000"/>
              <a:gd name="connsiteX678" fmla="*/ 625390 w 7467663"/>
              <a:gd name="connsiteY678" fmla="*/ 2514541 h 6858000"/>
              <a:gd name="connsiteX679" fmla="*/ 619799 w 7467663"/>
              <a:gd name="connsiteY679" fmla="*/ 2527180 h 6858000"/>
              <a:gd name="connsiteX680" fmla="*/ 310030 w 7467663"/>
              <a:gd name="connsiteY680" fmla="*/ 2771818 h 6858000"/>
              <a:gd name="connsiteX681" fmla="*/ 173877 w 7467663"/>
              <a:gd name="connsiteY681" fmla="*/ 2937056 h 6858000"/>
              <a:gd name="connsiteX682" fmla="*/ 77889 w 7467663"/>
              <a:gd name="connsiteY682" fmla="*/ 3138440 h 6858000"/>
              <a:gd name="connsiteX683" fmla="*/ 0 w 7467663"/>
              <a:gd name="connsiteY683" fmla="*/ 3271395 h 6858000"/>
              <a:gd name="connsiteX684" fmla="*/ 0 w 7467663"/>
              <a:gd name="connsiteY684" fmla="*/ 3153002 h 6858000"/>
              <a:gd name="connsiteX685" fmla="*/ 2386 w 7467663"/>
              <a:gd name="connsiteY685" fmla="*/ 3149203 h 6858000"/>
              <a:gd name="connsiteX686" fmla="*/ 89753 w 7467663"/>
              <a:gd name="connsiteY686" fmla="*/ 2987702 h 6858000"/>
              <a:gd name="connsiteX687" fmla="*/ 76869 w 7467663"/>
              <a:gd name="connsiteY687" fmla="*/ 3005404 h 6858000"/>
              <a:gd name="connsiteX688" fmla="*/ 32049 w 7467663"/>
              <a:gd name="connsiteY688" fmla="*/ 3065814 h 6858000"/>
              <a:gd name="connsiteX689" fmla="*/ 0 w 7467663"/>
              <a:gd name="connsiteY689" fmla="*/ 3108744 h 6858000"/>
              <a:gd name="connsiteX690" fmla="*/ 0 w 7467663"/>
              <a:gd name="connsiteY690" fmla="*/ 3058059 h 6858000"/>
              <a:gd name="connsiteX691" fmla="*/ 7610 w 7467663"/>
              <a:gd name="connsiteY691" fmla="*/ 3047889 h 6858000"/>
              <a:gd name="connsiteX692" fmla="*/ 52419 w 7467663"/>
              <a:gd name="connsiteY692" fmla="*/ 2987479 h 6858000"/>
              <a:gd name="connsiteX693" fmla="*/ 59142 w 7467663"/>
              <a:gd name="connsiteY693" fmla="*/ 2978488 h 6858000"/>
              <a:gd name="connsiteX694" fmla="*/ 0 w 7467663"/>
              <a:gd name="connsiteY694" fmla="*/ 3015334 h 6858000"/>
              <a:gd name="connsiteX695" fmla="*/ 0 w 7467663"/>
              <a:gd name="connsiteY695" fmla="*/ 2914286 h 6858000"/>
              <a:gd name="connsiteX696" fmla="*/ 36383 w 7467663"/>
              <a:gd name="connsiteY696" fmla="*/ 2901128 h 6858000"/>
              <a:gd name="connsiteX697" fmla="*/ 156329 w 7467663"/>
              <a:gd name="connsiteY697" fmla="*/ 2840533 h 6858000"/>
              <a:gd name="connsiteX698" fmla="*/ 358355 w 7467663"/>
              <a:gd name="connsiteY698" fmla="*/ 2620471 h 6858000"/>
              <a:gd name="connsiteX699" fmla="*/ 510577 w 7467663"/>
              <a:gd name="connsiteY699" fmla="*/ 2501244 h 6858000"/>
              <a:gd name="connsiteX700" fmla="*/ 211967 w 7467663"/>
              <a:gd name="connsiteY700" fmla="*/ 2479171 h 6858000"/>
              <a:gd name="connsiteX701" fmla="*/ 0 w 7467663"/>
              <a:gd name="connsiteY701" fmla="*/ 2476398 h 6858000"/>
              <a:gd name="connsiteX702" fmla="*/ 0 w 7467663"/>
              <a:gd name="connsiteY702" fmla="*/ 2389189 h 6858000"/>
              <a:gd name="connsiteX703" fmla="*/ 103062 w 7467663"/>
              <a:gd name="connsiteY703" fmla="*/ 2389518 h 6858000"/>
              <a:gd name="connsiteX704" fmla="*/ 510734 w 7467663"/>
              <a:gd name="connsiteY704" fmla="*/ 2416201 h 6858000"/>
              <a:gd name="connsiteX705" fmla="*/ 279257 w 7467663"/>
              <a:gd name="connsiteY705" fmla="*/ 2092102 h 6858000"/>
              <a:gd name="connsiteX706" fmla="*/ 65265 w 7467663"/>
              <a:gd name="connsiteY706" fmla="*/ 2006049 h 6858000"/>
              <a:gd name="connsiteX707" fmla="*/ 0 w 7467663"/>
              <a:gd name="connsiteY707" fmla="*/ 1982532 h 6858000"/>
              <a:gd name="connsiteX708" fmla="*/ 0 w 7467663"/>
              <a:gd name="connsiteY708" fmla="*/ 1912789 h 6858000"/>
              <a:gd name="connsiteX709" fmla="*/ 97460 w 7467663"/>
              <a:gd name="connsiteY709" fmla="*/ 1953725 h 6858000"/>
              <a:gd name="connsiteX710" fmla="*/ 221272 w 7467663"/>
              <a:gd name="connsiteY710" fmla="*/ 1980766 h 6858000"/>
              <a:gd name="connsiteX711" fmla="*/ 116765 w 7467663"/>
              <a:gd name="connsiteY711" fmla="*/ 1911033 h 6858000"/>
              <a:gd name="connsiteX712" fmla="*/ 16405 w 7467663"/>
              <a:gd name="connsiteY712" fmla="*/ 1803412 h 6858000"/>
              <a:gd name="connsiteX713" fmla="*/ 0 w 7467663"/>
              <a:gd name="connsiteY713" fmla="*/ 1784777 h 6858000"/>
              <a:gd name="connsiteX714" fmla="*/ 0 w 7467663"/>
              <a:gd name="connsiteY714" fmla="*/ 1740082 h 6858000"/>
              <a:gd name="connsiteX715" fmla="*/ 39394 w 7467663"/>
              <a:gd name="connsiteY715" fmla="*/ 1784856 h 6858000"/>
              <a:gd name="connsiteX716" fmla="*/ 135813 w 7467663"/>
              <a:gd name="connsiteY716" fmla="*/ 1888838 h 6858000"/>
              <a:gd name="connsiteX717" fmla="*/ 242575 w 7467663"/>
              <a:gd name="connsiteY717" fmla="*/ 1958841 h 6858000"/>
              <a:gd name="connsiteX718" fmla="*/ 82197 w 7467663"/>
              <a:gd name="connsiteY718" fmla="*/ 1754826 h 6858000"/>
              <a:gd name="connsiteX719" fmla="*/ 0 w 7467663"/>
              <a:gd name="connsiteY719" fmla="*/ 1679650 h 6858000"/>
              <a:gd name="connsiteX720" fmla="*/ 0 w 7467663"/>
              <a:gd name="connsiteY720" fmla="*/ 1602463 h 6858000"/>
              <a:gd name="connsiteX721" fmla="*/ 84689 w 7467663"/>
              <a:gd name="connsiteY721" fmla="*/ 1677442 h 6858000"/>
              <a:gd name="connsiteX722" fmla="*/ 298437 w 7467663"/>
              <a:gd name="connsiteY722" fmla="*/ 1968019 h 6858000"/>
              <a:gd name="connsiteX723" fmla="*/ 227269 w 7467663"/>
              <a:gd name="connsiteY723" fmla="*/ 1114064 h 6858000"/>
              <a:gd name="connsiteX724" fmla="*/ 248003 w 7467663"/>
              <a:gd name="connsiteY724" fmla="*/ 1089613 h 6858000"/>
              <a:gd name="connsiteX725" fmla="*/ 427020 w 7467663"/>
              <a:gd name="connsiteY725" fmla="*/ 1619803 h 6858000"/>
              <a:gd name="connsiteX726" fmla="*/ 340345 w 7467663"/>
              <a:gd name="connsiteY726" fmla="*/ 2027739 h 6858000"/>
              <a:gd name="connsiteX727" fmla="*/ 360865 w 7467663"/>
              <a:gd name="connsiteY727" fmla="*/ 2044827 h 6858000"/>
              <a:gd name="connsiteX728" fmla="*/ 560414 w 7467663"/>
              <a:gd name="connsiteY728" fmla="*/ 2421457 h 6858000"/>
              <a:gd name="connsiteX729" fmla="*/ 1359703 w 7467663"/>
              <a:gd name="connsiteY729" fmla="*/ 2578554 h 6858000"/>
              <a:gd name="connsiteX730" fmla="*/ 1359422 w 7467663"/>
              <a:gd name="connsiteY730" fmla="*/ 2577994 h 6858000"/>
              <a:gd name="connsiteX731" fmla="*/ 828701 w 7467663"/>
              <a:gd name="connsiteY731" fmla="*/ 1839520 h 6858000"/>
              <a:gd name="connsiteX732" fmla="*/ 494427 w 7467663"/>
              <a:gd name="connsiteY732" fmla="*/ 1092333 h 6858000"/>
              <a:gd name="connsiteX733" fmla="*/ 506322 w 7467663"/>
              <a:gd name="connsiteY733" fmla="*/ 1020997 h 6858000"/>
              <a:gd name="connsiteX734" fmla="*/ 4570198 w 7467663"/>
              <a:gd name="connsiteY734" fmla="*/ 978081 h 6858000"/>
              <a:gd name="connsiteX735" fmla="*/ 4523691 w 7467663"/>
              <a:gd name="connsiteY735" fmla="*/ 1127776 h 6858000"/>
              <a:gd name="connsiteX736" fmla="*/ 4509875 w 7467663"/>
              <a:gd name="connsiteY736" fmla="*/ 1167552 h 6858000"/>
              <a:gd name="connsiteX737" fmla="*/ 4478168 w 7467663"/>
              <a:gd name="connsiteY737" fmla="*/ 1260735 h 6858000"/>
              <a:gd name="connsiteX738" fmla="*/ 4409309 w 7467663"/>
              <a:gd name="connsiteY738" fmla="*/ 1666996 h 6858000"/>
              <a:gd name="connsiteX739" fmla="*/ 4370031 w 7467663"/>
              <a:gd name="connsiteY739" fmla="*/ 1955666 h 6858000"/>
              <a:gd name="connsiteX740" fmla="*/ 4570198 w 7467663"/>
              <a:gd name="connsiteY740" fmla="*/ 978081 h 6858000"/>
              <a:gd name="connsiteX741" fmla="*/ 4557898 w 7467663"/>
              <a:gd name="connsiteY741" fmla="*/ 900011 h 6858000"/>
              <a:gd name="connsiteX742" fmla="*/ 4344840 w 7467663"/>
              <a:gd name="connsiteY742" fmla="*/ 1922038 h 6858000"/>
              <a:gd name="connsiteX743" fmla="*/ 4378710 w 7467663"/>
              <a:gd name="connsiteY743" fmla="*/ 1665516 h 6858000"/>
              <a:gd name="connsiteX744" fmla="*/ 4448798 w 7467663"/>
              <a:gd name="connsiteY744" fmla="*/ 1253024 h 6858000"/>
              <a:gd name="connsiteX745" fmla="*/ 4480315 w 7467663"/>
              <a:gd name="connsiteY745" fmla="*/ 1158454 h 6858000"/>
              <a:gd name="connsiteX746" fmla="*/ 4494133 w 7467663"/>
              <a:gd name="connsiteY746" fmla="*/ 1118676 h 6858000"/>
              <a:gd name="connsiteX747" fmla="*/ 4557898 w 7467663"/>
              <a:gd name="connsiteY747" fmla="*/ 900011 h 6858000"/>
              <a:gd name="connsiteX748" fmla="*/ 5870151 w 7467663"/>
              <a:gd name="connsiteY748" fmla="*/ 898890 h 6858000"/>
              <a:gd name="connsiteX749" fmla="*/ 5861335 w 7467663"/>
              <a:gd name="connsiteY749" fmla="*/ 899177 h 6858000"/>
              <a:gd name="connsiteX750" fmla="*/ 5843702 w 7467663"/>
              <a:gd name="connsiteY750" fmla="*/ 899748 h 6858000"/>
              <a:gd name="connsiteX751" fmla="*/ 5651107 w 7467663"/>
              <a:gd name="connsiteY751" fmla="*/ 920306 h 6858000"/>
              <a:gd name="connsiteX752" fmla="*/ 5459407 w 7467663"/>
              <a:gd name="connsiteY752" fmla="*/ 940975 h 6858000"/>
              <a:gd name="connsiteX753" fmla="*/ 5374846 w 7467663"/>
              <a:gd name="connsiteY753" fmla="*/ 941988 h 6858000"/>
              <a:gd name="connsiteX754" fmla="*/ 5256105 w 7467663"/>
              <a:gd name="connsiteY754" fmla="*/ 945632 h 6858000"/>
              <a:gd name="connsiteX755" fmla="*/ 5107071 w 7467663"/>
              <a:gd name="connsiteY755" fmla="*/ 969720 h 6858000"/>
              <a:gd name="connsiteX756" fmla="*/ 4998681 w 7467663"/>
              <a:gd name="connsiteY756" fmla="*/ 988771 h 6858000"/>
              <a:gd name="connsiteX757" fmla="*/ 5870151 w 7467663"/>
              <a:gd name="connsiteY757" fmla="*/ 898890 h 6858000"/>
              <a:gd name="connsiteX758" fmla="*/ 5504425 w 7467663"/>
              <a:gd name="connsiteY758" fmla="*/ 848067 h 6858000"/>
              <a:gd name="connsiteX759" fmla="*/ 4968849 w 7467663"/>
              <a:gd name="connsiteY759" fmla="*/ 962318 h 6858000"/>
              <a:gd name="connsiteX760" fmla="*/ 5104039 w 7467663"/>
              <a:gd name="connsiteY760" fmla="*/ 940634 h 6858000"/>
              <a:gd name="connsiteX761" fmla="*/ 5256311 w 7467663"/>
              <a:gd name="connsiteY761" fmla="*/ 916490 h 6858000"/>
              <a:gd name="connsiteX762" fmla="*/ 5377381 w 7467663"/>
              <a:gd name="connsiteY762" fmla="*/ 912671 h 6858000"/>
              <a:gd name="connsiteX763" fmla="*/ 5460148 w 7467663"/>
              <a:gd name="connsiteY763" fmla="*/ 911442 h 6858000"/>
              <a:gd name="connsiteX764" fmla="*/ 5648971 w 7467663"/>
              <a:gd name="connsiteY764" fmla="*/ 891331 h 6858000"/>
              <a:gd name="connsiteX765" fmla="*/ 5844807 w 7467663"/>
              <a:gd name="connsiteY765" fmla="*/ 870718 h 6858000"/>
              <a:gd name="connsiteX766" fmla="*/ 5862975 w 7467663"/>
              <a:gd name="connsiteY766" fmla="*/ 869756 h 6858000"/>
              <a:gd name="connsiteX767" fmla="*/ 5920887 w 7467663"/>
              <a:gd name="connsiteY767" fmla="*/ 865929 h 6858000"/>
              <a:gd name="connsiteX768" fmla="*/ 5504425 w 7467663"/>
              <a:gd name="connsiteY768" fmla="*/ 848067 h 6858000"/>
              <a:gd name="connsiteX769" fmla="*/ 3607114 w 7467663"/>
              <a:gd name="connsiteY769" fmla="*/ 467441 h 6858000"/>
              <a:gd name="connsiteX770" fmla="*/ 3296242 w 7467663"/>
              <a:gd name="connsiteY770" fmla="*/ 807991 h 6858000"/>
              <a:gd name="connsiteX771" fmla="*/ 3174674 w 7467663"/>
              <a:gd name="connsiteY771" fmla="*/ 919759 h 6858000"/>
              <a:gd name="connsiteX772" fmla="*/ 3042978 w 7467663"/>
              <a:gd name="connsiteY772" fmla="*/ 1054894 h 6858000"/>
              <a:gd name="connsiteX773" fmla="*/ 2968914 w 7467663"/>
              <a:gd name="connsiteY773" fmla="*/ 1133756 h 6858000"/>
              <a:gd name="connsiteX774" fmla="*/ 3103823 w 7467663"/>
              <a:gd name="connsiteY774" fmla="*/ 1026814 h 6858000"/>
              <a:gd name="connsiteX775" fmla="*/ 3607114 w 7467663"/>
              <a:gd name="connsiteY775" fmla="*/ 467441 h 6858000"/>
              <a:gd name="connsiteX776" fmla="*/ 3744487 w 7467663"/>
              <a:gd name="connsiteY776" fmla="*/ 383136 h 6858000"/>
              <a:gd name="connsiteX777" fmla="*/ 3970213 w 7467663"/>
              <a:gd name="connsiteY777" fmla="*/ 995559 h 6858000"/>
              <a:gd name="connsiteX778" fmla="*/ 3744487 w 7467663"/>
              <a:gd name="connsiteY778" fmla="*/ 383136 h 6858000"/>
              <a:gd name="connsiteX779" fmla="*/ 3624562 w 7467663"/>
              <a:gd name="connsiteY779" fmla="*/ 367041 h 6858000"/>
              <a:gd name="connsiteX780" fmla="*/ 3489712 w 7467663"/>
              <a:gd name="connsiteY780" fmla="*/ 485386 h 6858000"/>
              <a:gd name="connsiteX781" fmla="*/ 3182994 w 7467663"/>
              <a:gd name="connsiteY781" fmla="*/ 828265 h 6858000"/>
              <a:gd name="connsiteX782" fmla="*/ 2892114 w 7467663"/>
              <a:gd name="connsiteY782" fmla="*/ 1172635 h 6858000"/>
              <a:gd name="connsiteX783" fmla="*/ 3021459 w 7467663"/>
              <a:gd name="connsiteY783" fmla="*/ 1035385 h 6858000"/>
              <a:gd name="connsiteX784" fmla="*/ 3153873 w 7467663"/>
              <a:gd name="connsiteY784" fmla="*/ 898971 h 6858000"/>
              <a:gd name="connsiteX785" fmla="*/ 3276511 w 7467663"/>
              <a:gd name="connsiteY785" fmla="*/ 786423 h 6858000"/>
              <a:gd name="connsiteX786" fmla="*/ 3584154 w 7467663"/>
              <a:gd name="connsiteY786" fmla="*/ 448218 h 6858000"/>
              <a:gd name="connsiteX787" fmla="*/ 3624562 w 7467663"/>
              <a:gd name="connsiteY787" fmla="*/ 367041 h 6858000"/>
              <a:gd name="connsiteX788" fmla="*/ 3766672 w 7467663"/>
              <a:gd name="connsiteY788" fmla="*/ 359429 h 6858000"/>
              <a:gd name="connsiteX789" fmla="*/ 3996338 w 7467663"/>
              <a:gd name="connsiteY789" fmla="*/ 968237 h 6858000"/>
              <a:gd name="connsiteX790" fmla="*/ 3766672 w 7467663"/>
              <a:gd name="connsiteY790" fmla="*/ 359429 h 6858000"/>
              <a:gd name="connsiteX791" fmla="*/ 5805386 w 7467663"/>
              <a:gd name="connsiteY791" fmla="*/ 239240 h 6858000"/>
              <a:gd name="connsiteX792" fmla="*/ 5736947 w 7467663"/>
              <a:gd name="connsiteY792" fmla="*/ 261367 h 6858000"/>
              <a:gd name="connsiteX793" fmla="*/ 5427012 w 7467663"/>
              <a:gd name="connsiteY793" fmla="*/ 311272 h 6858000"/>
              <a:gd name="connsiteX794" fmla="*/ 5147818 w 7467663"/>
              <a:gd name="connsiteY794" fmla="*/ 322112 h 6858000"/>
              <a:gd name="connsiteX795" fmla="*/ 5060854 w 7467663"/>
              <a:gd name="connsiteY795" fmla="*/ 311882 h 6858000"/>
              <a:gd name="connsiteX796" fmla="*/ 4945989 w 7467663"/>
              <a:gd name="connsiteY796" fmla="*/ 300516 h 6858000"/>
              <a:gd name="connsiteX797" fmla="*/ 5410479 w 7467663"/>
              <a:gd name="connsiteY797" fmla="*/ 348434 h 6858000"/>
              <a:gd name="connsiteX798" fmla="*/ 5805386 w 7467663"/>
              <a:gd name="connsiteY798" fmla="*/ 239240 h 6858000"/>
              <a:gd name="connsiteX799" fmla="*/ 5905192 w 7467663"/>
              <a:gd name="connsiteY799" fmla="*/ 163079 h 6858000"/>
              <a:gd name="connsiteX800" fmla="*/ 5865655 w 7467663"/>
              <a:gd name="connsiteY800" fmla="*/ 171901 h 6858000"/>
              <a:gd name="connsiteX801" fmla="*/ 5259740 w 7467663"/>
              <a:gd name="connsiteY801" fmla="*/ 257013 h 6858000"/>
              <a:gd name="connsiteX802" fmla="*/ 5208466 w 7467663"/>
              <a:gd name="connsiteY802" fmla="*/ 257550 h 6858000"/>
              <a:gd name="connsiteX803" fmla="*/ 4980204 w 7467663"/>
              <a:gd name="connsiteY803" fmla="*/ 271903 h 6858000"/>
              <a:gd name="connsiteX804" fmla="*/ 5068068 w 7467663"/>
              <a:gd name="connsiteY804" fmla="*/ 282244 h 6858000"/>
              <a:gd name="connsiteX805" fmla="*/ 5153231 w 7467663"/>
              <a:gd name="connsiteY805" fmla="*/ 292240 h 6858000"/>
              <a:gd name="connsiteX806" fmla="*/ 5426491 w 7467663"/>
              <a:gd name="connsiteY806" fmla="*/ 281128 h 6858000"/>
              <a:gd name="connsiteX807" fmla="*/ 5731212 w 7467663"/>
              <a:gd name="connsiteY807" fmla="*/ 231951 h 6858000"/>
              <a:gd name="connsiteX808" fmla="*/ 5905192 w 7467663"/>
              <a:gd name="connsiteY808" fmla="*/ 163079 h 6858000"/>
              <a:gd name="connsiteX809" fmla="*/ 5944437 w 7467663"/>
              <a:gd name="connsiteY809" fmla="*/ 113829 h 6858000"/>
              <a:gd name="connsiteX810" fmla="*/ 5825032 w 7467663"/>
              <a:gd name="connsiteY810" fmla="*/ 146405 h 6858000"/>
              <a:gd name="connsiteX811" fmla="*/ 4955599 w 7467663"/>
              <a:gd name="connsiteY811" fmla="*/ 247008 h 6858000"/>
              <a:gd name="connsiteX812" fmla="*/ 5210104 w 7467663"/>
              <a:gd name="connsiteY812" fmla="*/ 228123 h 6858000"/>
              <a:gd name="connsiteX813" fmla="*/ 5261015 w 7467663"/>
              <a:gd name="connsiteY813" fmla="*/ 227087 h 6858000"/>
              <a:gd name="connsiteX814" fmla="*/ 5861181 w 7467663"/>
              <a:gd name="connsiteY814" fmla="*/ 143093 h 6858000"/>
              <a:gd name="connsiteX815" fmla="*/ 5961252 w 7467663"/>
              <a:gd name="connsiteY815" fmla="*/ 114820 h 6858000"/>
              <a:gd name="connsiteX816" fmla="*/ 5944437 w 7467663"/>
              <a:gd name="connsiteY816" fmla="*/ 113829 h 6858000"/>
              <a:gd name="connsiteX817" fmla="*/ 3882765 w 7467663"/>
              <a:gd name="connsiteY817" fmla="*/ 0 h 6858000"/>
              <a:gd name="connsiteX818" fmla="*/ 3995099 w 7467663"/>
              <a:gd name="connsiteY818" fmla="*/ 0 h 6858000"/>
              <a:gd name="connsiteX819" fmla="*/ 4163818 w 7467663"/>
              <a:gd name="connsiteY819" fmla="*/ 234104 h 6858000"/>
              <a:gd name="connsiteX820" fmla="*/ 4172099 w 7467663"/>
              <a:gd name="connsiteY820" fmla="*/ 234207 h 6858000"/>
              <a:gd name="connsiteX821" fmla="*/ 4784282 w 7467663"/>
              <a:gd name="connsiteY821" fmla="*/ 276561 h 6858000"/>
              <a:gd name="connsiteX822" fmla="*/ 4801687 w 7467663"/>
              <a:gd name="connsiteY822" fmla="*/ 267764 h 6858000"/>
              <a:gd name="connsiteX823" fmla="*/ 6082788 w 7467663"/>
              <a:gd name="connsiteY823" fmla="*/ 64119 h 6858000"/>
              <a:gd name="connsiteX824" fmla="*/ 6099442 w 7467663"/>
              <a:gd name="connsiteY824" fmla="*/ 82568 h 6858000"/>
              <a:gd name="connsiteX825" fmla="*/ 4804137 w 7467663"/>
              <a:gd name="connsiteY825" fmla="*/ 320931 h 6858000"/>
              <a:gd name="connsiteX826" fmla="*/ 4227047 w 7467663"/>
              <a:gd name="connsiteY826" fmla="*/ 313415 h 6858000"/>
              <a:gd name="connsiteX827" fmla="*/ 4346041 w 7467663"/>
              <a:gd name="connsiteY827" fmla="*/ 456086 h 6858000"/>
              <a:gd name="connsiteX828" fmla="*/ 4870967 w 7467663"/>
              <a:gd name="connsiteY828" fmla="*/ 963061 h 6858000"/>
              <a:gd name="connsiteX829" fmla="*/ 4889647 w 7467663"/>
              <a:gd name="connsiteY829" fmla="*/ 957147 h 6858000"/>
              <a:gd name="connsiteX830" fmla="*/ 5422504 w 7467663"/>
              <a:gd name="connsiteY830" fmla="*/ 805191 h 6858000"/>
              <a:gd name="connsiteX831" fmla="*/ 6087656 w 7467663"/>
              <a:gd name="connsiteY831" fmla="*/ 826703 h 6858000"/>
              <a:gd name="connsiteX832" fmla="*/ 6058717 w 7467663"/>
              <a:gd name="connsiteY832" fmla="*/ 865992 h 6858000"/>
              <a:gd name="connsiteX833" fmla="*/ 4974153 w 7467663"/>
              <a:gd name="connsiteY833" fmla="*/ 1045456 h 6858000"/>
              <a:gd name="connsiteX834" fmla="*/ 5627835 w 7467663"/>
              <a:gd name="connsiteY834" fmla="*/ 1472077 h 6858000"/>
              <a:gd name="connsiteX835" fmla="*/ 5629817 w 7467663"/>
              <a:gd name="connsiteY835" fmla="*/ 1471412 h 6858000"/>
              <a:gd name="connsiteX836" fmla="*/ 5634124 w 7467663"/>
              <a:gd name="connsiteY836" fmla="*/ 1470572 h 6858000"/>
              <a:gd name="connsiteX837" fmla="*/ 5755832 w 7467663"/>
              <a:gd name="connsiteY837" fmla="*/ 1383886 h 6858000"/>
              <a:gd name="connsiteX838" fmla="*/ 6014186 w 7467663"/>
              <a:gd name="connsiteY838" fmla="*/ 1279799 h 6858000"/>
              <a:gd name="connsiteX839" fmla="*/ 6901619 w 7467663"/>
              <a:gd name="connsiteY839" fmla="*/ 1047874 h 6858000"/>
              <a:gd name="connsiteX840" fmla="*/ 6931566 w 7467663"/>
              <a:gd name="connsiteY840" fmla="*/ 1062034 h 6858000"/>
              <a:gd name="connsiteX841" fmla="*/ 5790982 w 7467663"/>
              <a:gd name="connsiteY841" fmla="*/ 1561380 h 6858000"/>
              <a:gd name="connsiteX842" fmla="*/ 6188971 w 7467663"/>
              <a:gd name="connsiteY842" fmla="*/ 1755168 h 6858000"/>
              <a:gd name="connsiteX843" fmla="*/ 6202446 w 7467663"/>
              <a:gd name="connsiteY843" fmla="*/ 1752268 h 6858000"/>
              <a:gd name="connsiteX844" fmla="*/ 7179560 w 7467663"/>
              <a:gd name="connsiteY844" fmla="*/ 1467551 h 6858000"/>
              <a:gd name="connsiteX845" fmla="*/ 7158730 w 7467663"/>
              <a:gd name="connsiteY845" fmla="*/ 1507835 h 6858000"/>
              <a:gd name="connsiteX846" fmla="*/ 6326959 w 7467663"/>
              <a:gd name="connsiteY846" fmla="*/ 1817686 h 6858000"/>
              <a:gd name="connsiteX847" fmla="*/ 6537433 w 7467663"/>
              <a:gd name="connsiteY847" fmla="*/ 1907790 h 6858000"/>
              <a:gd name="connsiteX848" fmla="*/ 6550221 w 7467663"/>
              <a:gd name="connsiteY848" fmla="*/ 1910729 h 6858000"/>
              <a:gd name="connsiteX849" fmla="*/ 6964438 w 7467663"/>
              <a:gd name="connsiteY849" fmla="*/ 2209505 h 6858000"/>
              <a:gd name="connsiteX850" fmla="*/ 7367862 w 7467663"/>
              <a:gd name="connsiteY850" fmla="*/ 2806833 h 6858000"/>
              <a:gd name="connsiteX851" fmla="*/ 7364329 w 7467663"/>
              <a:gd name="connsiteY851" fmla="*/ 2826907 h 6858000"/>
              <a:gd name="connsiteX852" fmla="*/ 7290545 w 7467663"/>
              <a:gd name="connsiteY852" fmla="*/ 2850663 h 6858000"/>
              <a:gd name="connsiteX853" fmla="*/ 6472036 w 7467663"/>
              <a:gd name="connsiteY853" fmla="*/ 1959003 h 6858000"/>
              <a:gd name="connsiteX854" fmla="*/ 5792897 w 7467663"/>
              <a:gd name="connsiteY854" fmla="*/ 1647747 h 6858000"/>
              <a:gd name="connsiteX855" fmla="*/ 5842751 w 7467663"/>
              <a:gd name="connsiteY855" fmla="*/ 1816112 h 6858000"/>
              <a:gd name="connsiteX856" fmla="*/ 5847424 w 7467663"/>
              <a:gd name="connsiteY856" fmla="*/ 1815776 h 6858000"/>
              <a:gd name="connsiteX857" fmla="*/ 6399821 w 7467663"/>
              <a:gd name="connsiteY857" fmla="*/ 2344799 h 6858000"/>
              <a:gd name="connsiteX858" fmla="*/ 6323232 w 7467663"/>
              <a:gd name="connsiteY858" fmla="*/ 2389634 h 6858000"/>
              <a:gd name="connsiteX859" fmla="*/ 5942958 w 7467663"/>
              <a:gd name="connsiteY859" fmla="*/ 2077708 h 6858000"/>
              <a:gd name="connsiteX860" fmla="*/ 5921559 w 7467663"/>
              <a:gd name="connsiteY860" fmla="*/ 2378596 h 6858000"/>
              <a:gd name="connsiteX861" fmla="*/ 5817651 w 7467663"/>
              <a:gd name="connsiteY861" fmla="*/ 3023919 h 6858000"/>
              <a:gd name="connsiteX862" fmla="*/ 5729634 w 7467663"/>
              <a:gd name="connsiteY862" fmla="*/ 3051849 h 6858000"/>
              <a:gd name="connsiteX863" fmla="*/ 5611018 w 7467663"/>
              <a:gd name="connsiteY863" fmla="*/ 2316769 h 6858000"/>
              <a:gd name="connsiteX864" fmla="*/ 5687608 w 7467663"/>
              <a:gd name="connsiteY864" fmla="*/ 2039972 h 6858000"/>
              <a:gd name="connsiteX865" fmla="*/ 5657554 w 7467663"/>
              <a:gd name="connsiteY865" fmla="*/ 1576445 h 6858000"/>
              <a:gd name="connsiteX866" fmla="*/ 5150475 w 7467663"/>
              <a:gd name="connsiteY866" fmla="*/ 1274012 h 6858000"/>
              <a:gd name="connsiteX867" fmla="*/ 5349142 w 7467663"/>
              <a:gd name="connsiteY867" fmla="*/ 2204405 h 6858000"/>
              <a:gd name="connsiteX868" fmla="*/ 5262214 w 7467663"/>
              <a:gd name="connsiteY868" fmla="*/ 2233836 h 6858000"/>
              <a:gd name="connsiteX869" fmla="*/ 4981539 w 7467663"/>
              <a:gd name="connsiteY869" fmla="*/ 1542201 h 6858000"/>
              <a:gd name="connsiteX870" fmla="*/ 4958461 w 7467663"/>
              <a:gd name="connsiteY870" fmla="*/ 1136957 h 6858000"/>
              <a:gd name="connsiteX871" fmla="*/ 4655015 w 7467663"/>
              <a:gd name="connsiteY871" fmla="*/ 891426 h 6858000"/>
              <a:gd name="connsiteX872" fmla="*/ 4348002 w 7467663"/>
              <a:gd name="connsiteY872" fmla="*/ 2205895 h 6858000"/>
              <a:gd name="connsiteX873" fmla="*/ 4262250 w 7467663"/>
              <a:gd name="connsiteY873" fmla="*/ 2219972 h 6858000"/>
              <a:gd name="connsiteX874" fmla="*/ 4550611 w 7467663"/>
              <a:gd name="connsiteY874" fmla="*/ 817540 h 6858000"/>
              <a:gd name="connsiteX875" fmla="*/ 4564418 w 7467663"/>
              <a:gd name="connsiteY875" fmla="*/ 808293 h 6858000"/>
              <a:gd name="connsiteX876" fmla="*/ 4266388 w 7467663"/>
              <a:gd name="connsiteY876" fmla="*/ 500083 h 6858000"/>
              <a:gd name="connsiteX877" fmla="*/ 4032842 w 7467663"/>
              <a:gd name="connsiteY877" fmla="*/ 211809 h 6858000"/>
              <a:gd name="connsiteX878" fmla="*/ 3882765 w 7467663"/>
              <a:gd name="connsiteY878" fmla="*/ 0 h 6858000"/>
              <a:gd name="connsiteX879" fmla="*/ 3721337 w 7467663"/>
              <a:gd name="connsiteY879" fmla="*/ 0 h 6858000"/>
              <a:gd name="connsiteX880" fmla="*/ 3797544 w 7467663"/>
              <a:gd name="connsiteY880" fmla="*/ 0 h 6858000"/>
              <a:gd name="connsiteX881" fmla="*/ 3775734 w 7467663"/>
              <a:gd name="connsiteY881" fmla="*/ 95131 h 6858000"/>
              <a:gd name="connsiteX882" fmla="*/ 3724807 w 7467663"/>
              <a:gd name="connsiteY882" fmla="*/ 272257 h 6858000"/>
              <a:gd name="connsiteX883" fmla="*/ 3726844 w 7467663"/>
              <a:gd name="connsiteY883" fmla="*/ 282988 h 6858000"/>
              <a:gd name="connsiteX884" fmla="*/ 3742664 w 7467663"/>
              <a:gd name="connsiteY884" fmla="*/ 279918 h 6858000"/>
              <a:gd name="connsiteX885" fmla="*/ 4103910 w 7467663"/>
              <a:gd name="connsiteY885" fmla="*/ 1161917 h 6858000"/>
              <a:gd name="connsiteX886" fmla="*/ 4020269 w 7467663"/>
              <a:gd name="connsiteY886" fmla="*/ 1200406 h 6858000"/>
              <a:gd name="connsiteX887" fmla="*/ 3674882 w 7467663"/>
              <a:gd name="connsiteY887" fmla="*/ 488524 h 6858000"/>
              <a:gd name="connsiteX888" fmla="*/ 3132682 w 7467663"/>
              <a:gd name="connsiteY888" fmla="*/ 1072284 h 6858000"/>
              <a:gd name="connsiteX889" fmla="*/ 2716346 w 7467663"/>
              <a:gd name="connsiteY889" fmla="*/ 1276376 h 6858000"/>
              <a:gd name="connsiteX890" fmla="*/ 2716772 w 7467663"/>
              <a:gd name="connsiteY890" fmla="*/ 1255462 h 6858000"/>
              <a:gd name="connsiteX891" fmla="*/ 3471096 w 7467663"/>
              <a:gd name="connsiteY891" fmla="*/ 437072 h 6858000"/>
              <a:gd name="connsiteX892" fmla="*/ 3639057 w 7467663"/>
              <a:gd name="connsiteY892" fmla="*/ 286334 h 6858000"/>
              <a:gd name="connsiteX893" fmla="*/ 3640309 w 7467663"/>
              <a:gd name="connsiteY893" fmla="*/ 284664 h 6858000"/>
              <a:gd name="connsiteX894" fmla="*/ 3646022 w 7467663"/>
              <a:gd name="connsiteY894" fmla="*/ 276711 h 6858000"/>
              <a:gd name="connsiteX895" fmla="*/ 3707943 w 7467663"/>
              <a:gd name="connsiteY895" fmla="*/ 65958 h 6858000"/>
              <a:gd name="connsiteX896" fmla="*/ 3721337 w 7467663"/>
              <a:gd name="connsiteY896" fmla="*/ 0 h 6858000"/>
              <a:gd name="connsiteX897" fmla="*/ 2867960 w 7467663"/>
              <a:gd name="connsiteY897" fmla="*/ 0 h 6858000"/>
              <a:gd name="connsiteX898" fmla="*/ 2926351 w 7467663"/>
              <a:gd name="connsiteY898" fmla="*/ 0 h 6858000"/>
              <a:gd name="connsiteX899" fmla="*/ 2902823 w 7467663"/>
              <a:gd name="connsiteY899" fmla="*/ 262929 h 6858000"/>
              <a:gd name="connsiteX900" fmla="*/ 2940663 w 7467663"/>
              <a:gd name="connsiteY900" fmla="*/ 140884 h 6858000"/>
              <a:gd name="connsiteX901" fmla="*/ 2947039 w 7467663"/>
              <a:gd name="connsiteY901" fmla="*/ 122524 h 6858000"/>
              <a:gd name="connsiteX902" fmla="*/ 2984316 w 7467663"/>
              <a:gd name="connsiteY902" fmla="*/ 0 h 6858000"/>
              <a:gd name="connsiteX903" fmla="*/ 3016114 w 7467663"/>
              <a:gd name="connsiteY903" fmla="*/ 0 h 6858000"/>
              <a:gd name="connsiteX904" fmla="*/ 2979949 w 7467663"/>
              <a:gd name="connsiteY904" fmla="*/ 119274 h 6858000"/>
              <a:gd name="connsiteX905" fmla="*/ 3023879 w 7467663"/>
              <a:gd name="connsiteY905" fmla="*/ 0 h 6858000"/>
              <a:gd name="connsiteX906" fmla="*/ 3105400 w 7467663"/>
              <a:gd name="connsiteY906" fmla="*/ 0 h 6858000"/>
              <a:gd name="connsiteX907" fmla="*/ 3094669 w 7467663"/>
              <a:gd name="connsiteY907" fmla="*/ 30308 h 6858000"/>
              <a:gd name="connsiteX908" fmla="*/ 2901945 w 7467663"/>
              <a:gd name="connsiteY908" fmla="*/ 466538 h 6858000"/>
              <a:gd name="connsiteX909" fmla="*/ 2815209 w 7467663"/>
              <a:gd name="connsiteY909" fmla="*/ 497361 h 6858000"/>
              <a:gd name="connsiteX910" fmla="*/ 2844845 w 7467663"/>
              <a:gd name="connsiteY910" fmla="*/ 127638 h 6858000"/>
              <a:gd name="connsiteX911" fmla="*/ 2867960 w 7467663"/>
              <a:gd name="connsiteY911" fmla="*/ 0 h 6858000"/>
              <a:gd name="connsiteX912" fmla="*/ 1057230 w 7467663"/>
              <a:gd name="connsiteY912" fmla="*/ 0 h 6858000"/>
              <a:gd name="connsiteX913" fmla="*/ 1111003 w 7467663"/>
              <a:gd name="connsiteY913" fmla="*/ 0 h 6858000"/>
              <a:gd name="connsiteX914" fmla="*/ 1125553 w 7467663"/>
              <a:gd name="connsiteY914" fmla="*/ 52588 h 6858000"/>
              <a:gd name="connsiteX915" fmla="*/ 1304276 w 7467663"/>
              <a:gd name="connsiteY915" fmla="*/ 476275 h 6858000"/>
              <a:gd name="connsiteX916" fmla="*/ 1492066 w 7467663"/>
              <a:gd name="connsiteY916" fmla="*/ 886333 h 6858000"/>
              <a:gd name="connsiteX917" fmla="*/ 1423698 w 7467663"/>
              <a:gd name="connsiteY917" fmla="*/ 710817 h 6858000"/>
              <a:gd name="connsiteX918" fmla="*/ 1357609 w 7467663"/>
              <a:gd name="connsiteY918" fmla="*/ 532892 h 6858000"/>
              <a:gd name="connsiteX919" fmla="*/ 1309550 w 7467663"/>
              <a:gd name="connsiteY919" fmla="*/ 374031 h 6858000"/>
              <a:gd name="connsiteX920" fmla="*/ 1193673 w 7467663"/>
              <a:gd name="connsiteY920" fmla="*/ 49533 h 6858000"/>
              <a:gd name="connsiteX921" fmla="*/ 1164391 w 7467663"/>
              <a:gd name="connsiteY921" fmla="*/ 0 h 6858000"/>
              <a:gd name="connsiteX922" fmla="*/ 1200666 w 7467663"/>
              <a:gd name="connsiteY922" fmla="*/ 0 h 6858000"/>
              <a:gd name="connsiteX923" fmla="*/ 1223408 w 7467663"/>
              <a:gd name="connsiteY923" fmla="*/ 38996 h 6858000"/>
              <a:gd name="connsiteX924" fmla="*/ 1339635 w 7467663"/>
              <a:gd name="connsiteY924" fmla="*/ 365517 h 6858000"/>
              <a:gd name="connsiteX925" fmla="*/ 1387469 w 7467663"/>
              <a:gd name="connsiteY925" fmla="*/ 523079 h 6858000"/>
              <a:gd name="connsiteX926" fmla="*/ 1452685 w 7467663"/>
              <a:gd name="connsiteY926" fmla="*/ 699806 h 6858000"/>
              <a:gd name="connsiteX927" fmla="*/ 1492092 w 7467663"/>
              <a:gd name="connsiteY927" fmla="*/ 800424 h 6858000"/>
              <a:gd name="connsiteX928" fmla="*/ 1455302 w 7467663"/>
              <a:gd name="connsiteY928" fmla="*/ 632913 h 6858000"/>
              <a:gd name="connsiteX929" fmla="*/ 1222336 w 7467663"/>
              <a:gd name="connsiteY929" fmla="*/ 9480 h 6858000"/>
              <a:gd name="connsiteX930" fmla="*/ 1214634 w 7467663"/>
              <a:gd name="connsiteY930" fmla="*/ 0 h 6858000"/>
              <a:gd name="connsiteX931" fmla="*/ 1289827 w 7467663"/>
              <a:gd name="connsiteY931" fmla="*/ 0 h 6858000"/>
              <a:gd name="connsiteX932" fmla="*/ 1321076 w 7467663"/>
              <a:gd name="connsiteY932" fmla="*/ 59722 h 6858000"/>
              <a:gd name="connsiteX933" fmla="*/ 1512579 w 7467663"/>
              <a:gd name="connsiteY933" fmla="*/ 626441 h 6858000"/>
              <a:gd name="connsiteX934" fmla="*/ 1506076 w 7467663"/>
              <a:gd name="connsiteY934" fmla="*/ 1089289 h 6858000"/>
              <a:gd name="connsiteX935" fmla="*/ 1486346 w 7467663"/>
              <a:gd name="connsiteY935" fmla="*/ 1079919 h 6858000"/>
              <a:gd name="connsiteX936" fmla="*/ 1070511 w 7467663"/>
              <a:gd name="connsiteY936" fmla="*/ 48609 h 6858000"/>
              <a:gd name="connsiteX937" fmla="*/ 1057230 w 7467663"/>
              <a:gd name="connsiteY937" fmla="*/ 0 h 6858000"/>
              <a:gd name="connsiteX938" fmla="*/ 43151 w 7467663"/>
              <a:gd name="connsiteY938" fmla="*/ 0 h 6858000"/>
              <a:gd name="connsiteX939" fmla="*/ 95283 w 7467663"/>
              <a:gd name="connsiteY939" fmla="*/ 0 h 6858000"/>
              <a:gd name="connsiteX940" fmla="*/ 300708 w 7467663"/>
              <a:gd name="connsiteY940" fmla="*/ 154571 h 6858000"/>
              <a:gd name="connsiteX941" fmla="*/ 530414 w 7467663"/>
              <a:gd name="connsiteY941" fmla="*/ 354673 h 6858000"/>
              <a:gd name="connsiteX942" fmla="*/ 333785 w 7467663"/>
              <a:gd name="connsiteY942" fmla="*/ 161564 h 6858000"/>
              <a:gd name="connsiteX943" fmla="*/ 147005 w 7467663"/>
              <a:gd name="connsiteY943" fmla="*/ 0 h 6858000"/>
              <a:gd name="connsiteX944" fmla="*/ 272509 w 7467663"/>
              <a:gd name="connsiteY944" fmla="*/ 0 h 6858000"/>
              <a:gd name="connsiteX945" fmla="*/ 326276 w 7467663"/>
              <a:gd name="connsiteY945" fmla="*/ 45847 h 6858000"/>
              <a:gd name="connsiteX946" fmla="*/ 823759 w 7467663"/>
              <a:gd name="connsiteY946" fmla="*/ 574145 h 6858000"/>
              <a:gd name="connsiteX947" fmla="*/ 811254 w 7467663"/>
              <a:gd name="connsiteY947" fmla="*/ 665546 h 6858000"/>
              <a:gd name="connsiteX948" fmla="*/ 154042 w 7467663"/>
              <a:gd name="connsiteY948" fmla="*/ 261522 h 6858000"/>
              <a:gd name="connsiteX949" fmla="*/ 13550 w 7467663"/>
              <a:gd name="connsiteY949" fmla="*/ 158423 h 6858000"/>
              <a:gd name="connsiteX950" fmla="*/ 0 w 7467663"/>
              <a:gd name="connsiteY950" fmla="*/ 146618 h 6858000"/>
              <a:gd name="connsiteX951" fmla="*/ 0 w 7467663"/>
              <a:gd name="connsiteY951" fmla="*/ 59161 h 6858000"/>
              <a:gd name="connsiteX952" fmla="*/ 45427 w 7467663"/>
              <a:gd name="connsiteY952" fmla="*/ 101078 h 6858000"/>
              <a:gd name="connsiteX953" fmla="*/ 630103 w 7467663"/>
              <a:gd name="connsiteY953" fmla="*/ 485885 h 6858000"/>
              <a:gd name="connsiteX954" fmla="*/ 532040 w 7467663"/>
              <a:gd name="connsiteY954" fmla="*/ 399359 h 6858000"/>
              <a:gd name="connsiteX955" fmla="*/ 517618 w 7467663"/>
              <a:gd name="connsiteY955" fmla="*/ 385726 h 6858000"/>
              <a:gd name="connsiteX956" fmla="*/ 285074 w 7467663"/>
              <a:gd name="connsiteY956" fmla="*/ 182755 h 6858000"/>
              <a:gd name="connsiteX957" fmla="*/ 43151 w 7467663"/>
              <a:gd name="connsiteY957" fmla="*/ 0 h 6858000"/>
              <a:gd name="connsiteX0" fmla="*/ 369702 w 7467663"/>
              <a:gd name="connsiteY0" fmla="*/ 6712169 h 6858000"/>
              <a:gd name="connsiteX1" fmla="*/ 366575 w 7467663"/>
              <a:gd name="connsiteY1" fmla="*/ 6715556 h 6858000"/>
              <a:gd name="connsiteX2" fmla="*/ 371637 w 7467663"/>
              <a:gd name="connsiteY2" fmla="*/ 6713954 h 6858000"/>
              <a:gd name="connsiteX3" fmla="*/ 369702 w 7467663"/>
              <a:gd name="connsiteY3" fmla="*/ 6712169 h 6858000"/>
              <a:gd name="connsiteX4" fmla="*/ 7088673 w 7467663"/>
              <a:gd name="connsiteY4" fmla="*/ 6610396 h 6858000"/>
              <a:gd name="connsiteX5" fmla="*/ 7440138 w 7467663"/>
              <a:gd name="connsiteY5" fmla="*/ 6622648 h 6858000"/>
              <a:gd name="connsiteX6" fmla="*/ 7467600 w 7467663"/>
              <a:gd name="connsiteY6" fmla="*/ 6628217 h 6858000"/>
              <a:gd name="connsiteX7" fmla="*/ 7467600 w 7467663"/>
              <a:gd name="connsiteY7" fmla="*/ 6668575 h 6858000"/>
              <a:gd name="connsiteX8" fmla="*/ 7392322 w 7467663"/>
              <a:gd name="connsiteY8" fmla="*/ 6658238 h 6858000"/>
              <a:gd name="connsiteX9" fmla="*/ 7467600 w 7467663"/>
              <a:gd name="connsiteY9" fmla="*/ 6683873 h 6858000"/>
              <a:gd name="connsiteX10" fmla="*/ 7467600 w 7467663"/>
              <a:gd name="connsiteY10" fmla="*/ 6714215 h 6858000"/>
              <a:gd name="connsiteX11" fmla="*/ 7447383 w 7467663"/>
              <a:gd name="connsiteY11" fmla="*/ 6707202 h 6858000"/>
              <a:gd name="connsiteX12" fmla="*/ 7289862 w 7467663"/>
              <a:gd name="connsiteY12" fmla="*/ 6659827 h 6858000"/>
              <a:gd name="connsiteX13" fmla="*/ 7434024 w 7467663"/>
              <a:gd name="connsiteY13" fmla="*/ 6722130 h 6858000"/>
              <a:gd name="connsiteX14" fmla="*/ 7467600 w 7467663"/>
              <a:gd name="connsiteY14" fmla="*/ 6736157 h 6858000"/>
              <a:gd name="connsiteX15" fmla="*/ 7467600 w 7467663"/>
              <a:gd name="connsiteY15" fmla="*/ 6767913 h 6858000"/>
              <a:gd name="connsiteX16" fmla="*/ 7392158 w 7467663"/>
              <a:gd name="connsiteY16" fmla="*/ 6771365 h 6858000"/>
              <a:gd name="connsiteX17" fmla="*/ 7467600 w 7467663"/>
              <a:gd name="connsiteY17" fmla="*/ 6805948 h 6858000"/>
              <a:gd name="connsiteX18" fmla="*/ 7467600 w 7467663"/>
              <a:gd name="connsiteY18" fmla="*/ 6831490 h 6858000"/>
              <a:gd name="connsiteX19" fmla="*/ 7410696 w 7467663"/>
              <a:gd name="connsiteY19" fmla="*/ 6803861 h 6858000"/>
              <a:gd name="connsiteX20" fmla="*/ 7088673 w 7467663"/>
              <a:gd name="connsiteY20" fmla="*/ 6610396 h 6858000"/>
              <a:gd name="connsiteX21" fmla="*/ 1019354 w 7467663"/>
              <a:gd name="connsiteY21" fmla="*/ 6315006 h 6858000"/>
              <a:gd name="connsiteX22" fmla="*/ 441046 w 7467663"/>
              <a:gd name="connsiteY22" fmla="*/ 6691153 h 6858000"/>
              <a:gd name="connsiteX23" fmla="*/ 1019354 w 7467663"/>
              <a:gd name="connsiteY23" fmla="*/ 6315006 h 6858000"/>
              <a:gd name="connsiteX24" fmla="*/ 991680 w 7467663"/>
              <a:gd name="connsiteY24" fmla="*/ 6298413 h 6858000"/>
              <a:gd name="connsiteX25" fmla="*/ 409060 w 7467663"/>
              <a:gd name="connsiteY25" fmla="*/ 6671470 h 6858000"/>
              <a:gd name="connsiteX26" fmla="*/ 991680 w 7467663"/>
              <a:gd name="connsiteY26" fmla="*/ 6298413 h 6858000"/>
              <a:gd name="connsiteX27" fmla="*/ 103333 w 7467663"/>
              <a:gd name="connsiteY27" fmla="*/ 5699602 h 6858000"/>
              <a:gd name="connsiteX28" fmla="*/ 233938 w 7467663"/>
              <a:gd name="connsiteY28" fmla="*/ 5809416 h 6858000"/>
              <a:gd name="connsiteX29" fmla="*/ 883580 w 7467663"/>
              <a:gd name="connsiteY29" fmla="*/ 6180710 h 6858000"/>
              <a:gd name="connsiteX30" fmla="*/ 487337 w 7467663"/>
              <a:gd name="connsiteY30" fmla="*/ 5950182 h 6858000"/>
              <a:gd name="connsiteX31" fmla="*/ 354051 w 7467663"/>
              <a:gd name="connsiteY31" fmla="*/ 5854912 h 6858000"/>
              <a:gd name="connsiteX32" fmla="*/ 195436 w 7467663"/>
              <a:gd name="connsiteY32" fmla="*/ 5755068 h 6858000"/>
              <a:gd name="connsiteX33" fmla="*/ 103333 w 7467663"/>
              <a:gd name="connsiteY33" fmla="*/ 5699602 h 6858000"/>
              <a:gd name="connsiteX34" fmla="*/ 5539432 w 7467663"/>
              <a:gd name="connsiteY34" fmla="*/ 5642928 h 6858000"/>
              <a:gd name="connsiteX35" fmla="*/ 5555462 w 7467663"/>
              <a:gd name="connsiteY35" fmla="*/ 5694454 h 6858000"/>
              <a:gd name="connsiteX36" fmla="*/ 5828270 w 7467663"/>
              <a:gd name="connsiteY36" fmla="*/ 6320663 h 6858000"/>
              <a:gd name="connsiteX37" fmla="*/ 5947416 w 7467663"/>
              <a:gd name="connsiteY37" fmla="*/ 6574846 h 6858000"/>
              <a:gd name="connsiteX38" fmla="*/ 5539432 w 7467663"/>
              <a:gd name="connsiteY38" fmla="*/ 5642928 h 6858000"/>
              <a:gd name="connsiteX39" fmla="*/ 51253 w 7467663"/>
              <a:gd name="connsiteY39" fmla="*/ 5631825 h 6858000"/>
              <a:gd name="connsiteX40" fmla="*/ 211622 w 7467663"/>
              <a:gd name="connsiteY40" fmla="*/ 5728803 h 6858000"/>
              <a:gd name="connsiteX41" fmla="*/ 371652 w 7467663"/>
              <a:gd name="connsiteY41" fmla="*/ 5829062 h 6858000"/>
              <a:gd name="connsiteX42" fmla="*/ 505903 w 7467663"/>
              <a:gd name="connsiteY42" fmla="*/ 5925221 h 6858000"/>
              <a:gd name="connsiteX43" fmla="*/ 899240 w 7467663"/>
              <a:gd name="connsiteY43" fmla="*/ 6153068 h 6858000"/>
              <a:gd name="connsiteX44" fmla="*/ 988114 w 7467663"/>
              <a:gd name="connsiteY44" fmla="*/ 6174204 h 6858000"/>
              <a:gd name="connsiteX45" fmla="*/ 845971 w 7467663"/>
              <a:gd name="connsiteY45" fmla="*/ 6067177 h 6858000"/>
              <a:gd name="connsiteX46" fmla="*/ 448057 w 7467663"/>
              <a:gd name="connsiteY46" fmla="*/ 5841376 h 6858000"/>
              <a:gd name="connsiteX47" fmla="*/ 51253 w 7467663"/>
              <a:gd name="connsiteY47" fmla="*/ 5631825 h 6858000"/>
              <a:gd name="connsiteX48" fmla="*/ 2606687 w 7467663"/>
              <a:gd name="connsiteY48" fmla="*/ 5630718 h 6858000"/>
              <a:gd name="connsiteX49" fmla="*/ 2645658 w 7467663"/>
              <a:gd name="connsiteY49" fmla="*/ 6640259 h 6858000"/>
              <a:gd name="connsiteX50" fmla="*/ 2606687 w 7467663"/>
              <a:gd name="connsiteY50" fmla="*/ 5630718 h 6858000"/>
              <a:gd name="connsiteX51" fmla="*/ 3642057 w 7467663"/>
              <a:gd name="connsiteY51" fmla="*/ 5573487 h 6858000"/>
              <a:gd name="connsiteX52" fmla="*/ 3632981 w 7467663"/>
              <a:gd name="connsiteY52" fmla="*/ 5579437 h 6858000"/>
              <a:gd name="connsiteX53" fmla="*/ 3382436 w 7467663"/>
              <a:gd name="connsiteY53" fmla="*/ 5952726 h 6858000"/>
              <a:gd name="connsiteX54" fmla="*/ 3191929 w 7467663"/>
              <a:gd name="connsiteY54" fmla="*/ 6662669 h 6858000"/>
              <a:gd name="connsiteX55" fmla="*/ 3369898 w 7467663"/>
              <a:gd name="connsiteY55" fmla="*/ 6081771 h 6858000"/>
              <a:gd name="connsiteX56" fmla="*/ 3642057 w 7467663"/>
              <a:gd name="connsiteY56" fmla="*/ 5573487 h 6858000"/>
              <a:gd name="connsiteX57" fmla="*/ 2650666 w 7467663"/>
              <a:gd name="connsiteY57" fmla="*/ 5530686 h 6858000"/>
              <a:gd name="connsiteX58" fmla="*/ 2650249 w 7467663"/>
              <a:gd name="connsiteY58" fmla="*/ 5532101 h 6858000"/>
              <a:gd name="connsiteX59" fmla="*/ 2663808 w 7467663"/>
              <a:gd name="connsiteY59" fmla="*/ 6535215 h 6858000"/>
              <a:gd name="connsiteX60" fmla="*/ 2665418 w 7467663"/>
              <a:gd name="connsiteY60" fmla="*/ 6132756 h 6858000"/>
              <a:gd name="connsiteX61" fmla="*/ 2650666 w 7467663"/>
              <a:gd name="connsiteY61" fmla="*/ 5530686 h 6858000"/>
              <a:gd name="connsiteX62" fmla="*/ 2680277 w 7467663"/>
              <a:gd name="connsiteY62" fmla="*/ 5479204 h 6858000"/>
              <a:gd name="connsiteX63" fmla="*/ 2678972 w 7467663"/>
              <a:gd name="connsiteY63" fmla="*/ 5481582 h 6858000"/>
              <a:gd name="connsiteX64" fmla="*/ 2696666 w 7467663"/>
              <a:gd name="connsiteY64" fmla="*/ 6133836 h 6858000"/>
              <a:gd name="connsiteX65" fmla="*/ 2695769 w 7467663"/>
              <a:gd name="connsiteY65" fmla="*/ 6390955 h 6858000"/>
              <a:gd name="connsiteX66" fmla="*/ 2739893 w 7467663"/>
              <a:gd name="connsiteY66" fmla="*/ 6108357 h 6858000"/>
              <a:gd name="connsiteX67" fmla="*/ 2680277 w 7467663"/>
              <a:gd name="connsiteY67" fmla="*/ 5479204 h 6858000"/>
              <a:gd name="connsiteX68" fmla="*/ 1132195 w 7467663"/>
              <a:gd name="connsiteY68" fmla="*/ 5467980 h 6858000"/>
              <a:gd name="connsiteX69" fmla="*/ 1679056 w 7467663"/>
              <a:gd name="connsiteY69" fmla="*/ 5516907 h 6858000"/>
              <a:gd name="connsiteX70" fmla="*/ 2128648 w 7467663"/>
              <a:gd name="connsiteY70" fmla="*/ 5474249 h 6858000"/>
              <a:gd name="connsiteX71" fmla="*/ 1825619 w 7467663"/>
              <a:gd name="connsiteY71" fmla="*/ 5478447 h 6858000"/>
              <a:gd name="connsiteX72" fmla="*/ 1737798 w 7467663"/>
              <a:gd name="connsiteY72" fmla="*/ 5483353 h 6858000"/>
              <a:gd name="connsiteX73" fmla="*/ 1132195 w 7467663"/>
              <a:gd name="connsiteY73" fmla="*/ 5467980 h 6858000"/>
              <a:gd name="connsiteX74" fmla="*/ 7454976 w 7467663"/>
              <a:gd name="connsiteY74" fmla="*/ 6318297 h 6858000"/>
              <a:gd name="connsiteX75" fmla="*/ 7467600 w 7467663"/>
              <a:gd name="connsiteY75" fmla="*/ 6163634 h 6858000"/>
              <a:gd name="connsiteX76" fmla="*/ 7467600 w 7467663"/>
              <a:gd name="connsiteY76" fmla="*/ 6334256 h 6858000"/>
              <a:gd name="connsiteX77" fmla="*/ 7454976 w 7467663"/>
              <a:gd name="connsiteY77" fmla="*/ 6318297 h 6858000"/>
              <a:gd name="connsiteX78" fmla="*/ 1456157 w 7467663"/>
              <a:gd name="connsiteY78" fmla="*/ 5371404 h 6858000"/>
              <a:gd name="connsiteX79" fmla="*/ 1244432 w 7467663"/>
              <a:gd name="connsiteY79" fmla="*/ 5385601 h 6858000"/>
              <a:gd name="connsiteX80" fmla="*/ 973990 w 7467663"/>
              <a:gd name="connsiteY80" fmla="*/ 5424940 h 6858000"/>
              <a:gd name="connsiteX81" fmla="*/ 1103809 w 7467663"/>
              <a:gd name="connsiteY81" fmla="*/ 5433720 h 6858000"/>
              <a:gd name="connsiteX82" fmla="*/ 1123454 w 7467663"/>
              <a:gd name="connsiteY82" fmla="*/ 5435727 h 6858000"/>
              <a:gd name="connsiteX83" fmla="*/ 1737017 w 7467663"/>
              <a:gd name="connsiteY83" fmla="*/ 5452183 h 6858000"/>
              <a:gd name="connsiteX84" fmla="*/ 1824397 w 7467663"/>
              <a:gd name="connsiteY84" fmla="*/ 5447757 h 6858000"/>
              <a:gd name="connsiteX85" fmla="*/ 2070059 w 7467663"/>
              <a:gd name="connsiteY85" fmla="*/ 5441660 h 6858000"/>
              <a:gd name="connsiteX86" fmla="*/ 1456157 w 7467663"/>
              <a:gd name="connsiteY86" fmla="*/ 5371404 h 6858000"/>
              <a:gd name="connsiteX87" fmla="*/ 4988186 w 7467663"/>
              <a:gd name="connsiteY87" fmla="*/ 5216467 h 6858000"/>
              <a:gd name="connsiteX88" fmla="*/ 4777334 w 7467663"/>
              <a:gd name="connsiteY88" fmla="*/ 5406072 h 6858000"/>
              <a:gd name="connsiteX89" fmla="*/ 4718341 w 7467663"/>
              <a:gd name="connsiteY89" fmla="*/ 5468043 h 6858000"/>
              <a:gd name="connsiteX90" fmla="*/ 4604655 w 7467663"/>
              <a:gd name="connsiteY90" fmla="*/ 5583434 h 6858000"/>
              <a:gd name="connsiteX91" fmla="*/ 4565074 w 7467663"/>
              <a:gd name="connsiteY91" fmla="*/ 5618550 h 6858000"/>
              <a:gd name="connsiteX92" fmla="*/ 4988186 w 7467663"/>
              <a:gd name="connsiteY92" fmla="*/ 5216467 h 6858000"/>
              <a:gd name="connsiteX93" fmla="*/ 4978032 w 7467663"/>
              <a:gd name="connsiteY93" fmla="*/ 5183809 h 6858000"/>
              <a:gd name="connsiteX94" fmla="*/ 4463413 w 7467663"/>
              <a:gd name="connsiteY94" fmla="*/ 5615162 h 6858000"/>
              <a:gd name="connsiteX95" fmla="*/ 4358134 w 7467663"/>
              <a:gd name="connsiteY95" fmla="*/ 5742791 h 6858000"/>
              <a:gd name="connsiteX96" fmla="*/ 4376219 w 7467663"/>
              <a:gd name="connsiteY96" fmla="*/ 5729027 h 6858000"/>
              <a:gd name="connsiteX97" fmla="*/ 4582340 w 7467663"/>
              <a:gd name="connsiteY97" fmla="*/ 5561037 h 6858000"/>
              <a:gd name="connsiteX98" fmla="*/ 4694684 w 7467663"/>
              <a:gd name="connsiteY98" fmla="*/ 5447098 h 6858000"/>
              <a:gd name="connsiteX99" fmla="*/ 4754123 w 7467663"/>
              <a:gd name="connsiteY99" fmla="*/ 5384643 h 6858000"/>
              <a:gd name="connsiteX100" fmla="*/ 4978032 w 7467663"/>
              <a:gd name="connsiteY100" fmla="*/ 5183809 h 6858000"/>
              <a:gd name="connsiteX101" fmla="*/ 1903353 w 7467663"/>
              <a:gd name="connsiteY101" fmla="*/ 5044827 h 6858000"/>
              <a:gd name="connsiteX102" fmla="*/ 1936931 w 7467663"/>
              <a:gd name="connsiteY102" fmla="*/ 5093954 h 6858000"/>
              <a:gd name="connsiteX103" fmla="*/ 2195868 w 7467663"/>
              <a:gd name="connsiteY103" fmla="*/ 5396574 h 6858000"/>
              <a:gd name="connsiteX104" fmla="*/ 2088852 w 7467663"/>
              <a:gd name="connsiteY104" fmla="*/ 5166123 h 6858000"/>
              <a:gd name="connsiteX105" fmla="*/ 1958241 w 7467663"/>
              <a:gd name="connsiteY105" fmla="*/ 5067955 h 6858000"/>
              <a:gd name="connsiteX106" fmla="*/ 1903353 w 7467663"/>
              <a:gd name="connsiteY106" fmla="*/ 5044827 h 6858000"/>
              <a:gd name="connsiteX107" fmla="*/ 1979378 w 7467663"/>
              <a:gd name="connsiteY107" fmla="*/ 4769504 h 6858000"/>
              <a:gd name="connsiteX108" fmla="*/ 2882120 w 7467663"/>
              <a:gd name="connsiteY108" fmla="*/ 5064547 h 6858000"/>
              <a:gd name="connsiteX109" fmla="*/ 2793103 w 7467663"/>
              <a:gd name="connsiteY109" fmla="*/ 5039699 h 6858000"/>
              <a:gd name="connsiteX110" fmla="*/ 2770041 w 7467663"/>
              <a:gd name="connsiteY110" fmla="*/ 5033634 h 6858000"/>
              <a:gd name="connsiteX111" fmla="*/ 1979378 w 7467663"/>
              <a:gd name="connsiteY111" fmla="*/ 4769504 h 6858000"/>
              <a:gd name="connsiteX112" fmla="*/ 1927410 w 7467663"/>
              <a:gd name="connsiteY112" fmla="*/ 4716164 h 6858000"/>
              <a:gd name="connsiteX113" fmla="*/ 1959587 w 7467663"/>
              <a:gd name="connsiteY113" fmla="*/ 4728849 h 6858000"/>
              <a:gd name="connsiteX114" fmla="*/ 2777707 w 7467663"/>
              <a:gd name="connsiteY114" fmla="*/ 5003991 h 6858000"/>
              <a:gd name="connsiteX115" fmla="*/ 2800768 w 7467663"/>
              <a:gd name="connsiteY115" fmla="*/ 5010056 h 6858000"/>
              <a:gd name="connsiteX116" fmla="*/ 2879408 w 7467663"/>
              <a:gd name="connsiteY116" fmla="*/ 5031590 h 6858000"/>
              <a:gd name="connsiteX117" fmla="*/ 2862295 w 7467663"/>
              <a:gd name="connsiteY117" fmla="*/ 5022958 h 6858000"/>
              <a:gd name="connsiteX118" fmla="*/ 2813343 w 7467663"/>
              <a:gd name="connsiteY118" fmla="*/ 4998369 h 6858000"/>
              <a:gd name="connsiteX119" fmla="*/ 2646245 w 7467663"/>
              <a:gd name="connsiteY119" fmla="*/ 4930999 h 6858000"/>
              <a:gd name="connsiteX120" fmla="*/ 1999243 w 7467663"/>
              <a:gd name="connsiteY120" fmla="*/ 4730524 h 6858000"/>
              <a:gd name="connsiteX121" fmla="*/ 1979527 w 7467663"/>
              <a:gd name="connsiteY121" fmla="*/ 4726651 h 6858000"/>
              <a:gd name="connsiteX122" fmla="*/ 1927410 w 7467663"/>
              <a:gd name="connsiteY122" fmla="*/ 4716164 h 6858000"/>
              <a:gd name="connsiteX123" fmla="*/ 1997014 w 7467663"/>
              <a:gd name="connsiteY123" fmla="*/ 4698007 h 6858000"/>
              <a:gd name="connsiteX124" fmla="*/ 2005458 w 7467663"/>
              <a:gd name="connsiteY124" fmla="*/ 4699540 h 6858000"/>
              <a:gd name="connsiteX125" fmla="*/ 2657186 w 7467663"/>
              <a:gd name="connsiteY125" fmla="*/ 4901687 h 6858000"/>
              <a:gd name="connsiteX126" fmla="*/ 2826662 w 7467663"/>
              <a:gd name="connsiteY126" fmla="*/ 4970362 h 6858000"/>
              <a:gd name="connsiteX127" fmla="*/ 2876100 w 7467663"/>
              <a:gd name="connsiteY127" fmla="*/ 4995397 h 6858000"/>
              <a:gd name="connsiteX128" fmla="*/ 3042600 w 7467663"/>
              <a:gd name="connsiteY128" fmla="*/ 5059532 h 6858000"/>
              <a:gd name="connsiteX129" fmla="*/ 1997014 w 7467663"/>
              <a:gd name="connsiteY129" fmla="*/ 4698007 h 6858000"/>
              <a:gd name="connsiteX130" fmla="*/ 2305292 w 7467663"/>
              <a:gd name="connsiteY130" fmla="*/ 4219492 h 6858000"/>
              <a:gd name="connsiteX131" fmla="*/ 3360922 w 7467663"/>
              <a:gd name="connsiteY131" fmla="*/ 4529373 h 6858000"/>
              <a:gd name="connsiteX132" fmla="*/ 3492420 w 7467663"/>
              <a:gd name="connsiteY132" fmla="*/ 4510145 h 6858000"/>
              <a:gd name="connsiteX133" fmla="*/ 3364086 w 7467663"/>
              <a:gd name="connsiteY133" fmla="*/ 4480340 h 6858000"/>
              <a:gd name="connsiteX134" fmla="*/ 3225818 w 7467663"/>
              <a:gd name="connsiteY134" fmla="*/ 4411822 h 6858000"/>
              <a:gd name="connsiteX135" fmla="*/ 3129696 w 7467663"/>
              <a:gd name="connsiteY135" fmla="*/ 4360704 h 6858000"/>
              <a:gd name="connsiteX136" fmla="*/ 2814545 w 7467663"/>
              <a:gd name="connsiteY136" fmla="*/ 4282955 h 6858000"/>
              <a:gd name="connsiteX137" fmla="*/ 2305292 w 7467663"/>
              <a:gd name="connsiteY137" fmla="*/ 4219492 h 6858000"/>
              <a:gd name="connsiteX138" fmla="*/ 2626982 w 7467663"/>
              <a:gd name="connsiteY138" fmla="*/ 4206450 h 6858000"/>
              <a:gd name="connsiteX139" fmla="*/ 2490617 w 7467663"/>
              <a:gd name="connsiteY139" fmla="*/ 4206951 h 6858000"/>
              <a:gd name="connsiteX140" fmla="*/ 2819869 w 7467663"/>
              <a:gd name="connsiteY140" fmla="*/ 4252936 h 6858000"/>
              <a:gd name="connsiteX141" fmla="*/ 3143018 w 7467663"/>
              <a:gd name="connsiteY141" fmla="*/ 4332698 h 6858000"/>
              <a:gd name="connsiteX142" fmla="*/ 3241520 w 7467663"/>
              <a:gd name="connsiteY142" fmla="*/ 4385112 h 6858000"/>
              <a:gd name="connsiteX143" fmla="*/ 3374575 w 7467663"/>
              <a:gd name="connsiteY143" fmla="*/ 4451517 h 6858000"/>
              <a:gd name="connsiteX144" fmla="*/ 3505221 w 7467663"/>
              <a:gd name="connsiteY144" fmla="*/ 4480757 h 6858000"/>
              <a:gd name="connsiteX145" fmla="*/ 2626982 w 7467663"/>
              <a:gd name="connsiteY145" fmla="*/ 4206450 h 6858000"/>
              <a:gd name="connsiteX146" fmla="*/ 1310106 w 7467663"/>
              <a:gd name="connsiteY146" fmla="*/ 3943217 h 6858000"/>
              <a:gd name="connsiteX147" fmla="*/ 854994 w 7467663"/>
              <a:gd name="connsiteY147" fmla="*/ 4399136 h 6858000"/>
              <a:gd name="connsiteX148" fmla="*/ 742462 w 7467663"/>
              <a:gd name="connsiteY148" fmla="*/ 4594648 h 6858000"/>
              <a:gd name="connsiteX149" fmla="*/ 820602 w 7467663"/>
              <a:gd name="connsiteY149" fmla="*/ 4485915 h 6858000"/>
              <a:gd name="connsiteX150" fmla="*/ 878295 w 7467663"/>
              <a:gd name="connsiteY150" fmla="*/ 4403594 h 6858000"/>
              <a:gd name="connsiteX151" fmla="*/ 1240607 w 7467663"/>
              <a:gd name="connsiteY151" fmla="*/ 4010401 h 6858000"/>
              <a:gd name="connsiteX152" fmla="*/ 1310106 w 7467663"/>
              <a:gd name="connsiteY152" fmla="*/ 3943217 h 6858000"/>
              <a:gd name="connsiteX153" fmla="*/ 1423113 w 7467663"/>
              <a:gd name="connsiteY153" fmla="*/ 3874565 h 6858000"/>
              <a:gd name="connsiteX154" fmla="*/ 1260565 w 7467663"/>
              <a:gd name="connsiteY154" fmla="*/ 4031982 h 6858000"/>
              <a:gd name="connsiteX155" fmla="*/ 901900 w 7467663"/>
              <a:gd name="connsiteY155" fmla="*/ 4421236 h 6858000"/>
              <a:gd name="connsiteX156" fmla="*/ 845044 w 7467663"/>
              <a:gd name="connsiteY156" fmla="*/ 4502436 h 6858000"/>
              <a:gd name="connsiteX157" fmla="*/ 685926 w 7467663"/>
              <a:gd name="connsiteY157" fmla="*/ 4703069 h 6858000"/>
              <a:gd name="connsiteX158" fmla="*/ 684248 w 7467663"/>
              <a:gd name="connsiteY158" fmla="*/ 4706721 h 6858000"/>
              <a:gd name="connsiteX159" fmla="*/ 1423113 w 7467663"/>
              <a:gd name="connsiteY159" fmla="*/ 3874565 h 6858000"/>
              <a:gd name="connsiteX160" fmla="*/ 3316479 w 7467663"/>
              <a:gd name="connsiteY160" fmla="*/ 3872136 h 6858000"/>
              <a:gd name="connsiteX161" fmla="*/ 3546806 w 7467663"/>
              <a:gd name="connsiteY161" fmla="*/ 4356139 h 6858000"/>
              <a:gd name="connsiteX162" fmla="*/ 3364433 w 7467663"/>
              <a:gd name="connsiteY162" fmla="*/ 3953121 h 6858000"/>
              <a:gd name="connsiteX163" fmla="*/ 3316479 w 7467663"/>
              <a:gd name="connsiteY163" fmla="*/ 3872136 h 6858000"/>
              <a:gd name="connsiteX164" fmla="*/ 3291335 w 7467663"/>
              <a:gd name="connsiteY164" fmla="*/ 3767420 h 6858000"/>
              <a:gd name="connsiteX165" fmla="*/ 3390805 w 7467663"/>
              <a:gd name="connsiteY165" fmla="*/ 3937163 h 6858000"/>
              <a:gd name="connsiteX166" fmla="*/ 3579062 w 7467663"/>
              <a:gd name="connsiteY166" fmla="*/ 4359040 h 6858000"/>
              <a:gd name="connsiteX167" fmla="*/ 3467355 w 7467663"/>
              <a:gd name="connsiteY167" fmla="*/ 3988130 h 6858000"/>
              <a:gd name="connsiteX168" fmla="*/ 3310753 w 7467663"/>
              <a:gd name="connsiteY168" fmla="*/ 3787140 h 6858000"/>
              <a:gd name="connsiteX169" fmla="*/ 3291335 w 7467663"/>
              <a:gd name="connsiteY169" fmla="*/ 3767420 h 6858000"/>
              <a:gd name="connsiteX170" fmla="*/ 1635889 w 7467663"/>
              <a:gd name="connsiteY170" fmla="*/ 3709494 h 6858000"/>
              <a:gd name="connsiteX171" fmla="*/ 1634800 w 7467663"/>
              <a:gd name="connsiteY171" fmla="*/ 3731111 h 6858000"/>
              <a:gd name="connsiteX172" fmla="*/ 1635889 w 7467663"/>
              <a:gd name="connsiteY172" fmla="*/ 3709494 h 6858000"/>
              <a:gd name="connsiteX173" fmla="*/ 1510397 w 7467663"/>
              <a:gd name="connsiteY173" fmla="*/ 3684705 h 6858000"/>
              <a:gd name="connsiteX174" fmla="*/ 1146550 w 7467663"/>
              <a:gd name="connsiteY174" fmla="*/ 3802012 h 6858000"/>
              <a:gd name="connsiteX175" fmla="*/ 698834 w 7467663"/>
              <a:gd name="connsiteY175" fmla="*/ 3952272 h 6858000"/>
              <a:gd name="connsiteX176" fmla="*/ 34256 w 7467663"/>
              <a:gd name="connsiteY176" fmla="*/ 4347603 h 6858000"/>
              <a:gd name="connsiteX177" fmla="*/ 527241 w 7467663"/>
              <a:gd name="connsiteY177" fmla="*/ 4065078 h 6858000"/>
              <a:gd name="connsiteX178" fmla="*/ 1510397 w 7467663"/>
              <a:gd name="connsiteY178" fmla="*/ 3684705 h 6858000"/>
              <a:gd name="connsiteX179" fmla="*/ 1313114 w 7467663"/>
              <a:gd name="connsiteY179" fmla="*/ 3655216 h 6858000"/>
              <a:gd name="connsiteX180" fmla="*/ 1109304 w 7467663"/>
              <a:gd name="connsiteY180" fmla="*/ 3669030 h 6858000"/>
              <a:gd name="connsiteX181" fmla="*/ 8129 w 7467663"/>
              <a:gd name="connsiteY181" fmla="*/ 4330519 h 6858000"/>
              <a:gd name="connsiteX182" fmla="*/ 687572 w 7467663"/>
              <a:gd name="connsiteY182" fmla="*/ 3925629 h 6858000"/>
              <a:gd name="connsiteX183" fmla="*/ 1138365 w 7467663"/>
              <a:gd name="connsiteY183" fmla="*/ 3774515 h 6858000"/>
              <a:gd name="connsiteX184" fmla="*/ 1505579 w 7467663"/>
              <a:gd name="connsiteY184" fmla="*/ 3655526 h 6858000"/>
              <a:gd name="connsiteX185" fmla="*/ 1313114 w 7467663"/>
              <a:gd name="connsiteY185" fmla="*/ 3655216 h 6858000"/>
              <a:gd name="connsiteX186" fmla="*/ 3655073 w 7467663"/>
              <a:gd name="connsiteY186" fmla="*/ 3650884 h 6858000"/>
              <a:gd name="connsiteX187" fmla="*/ 3989938 w 7467663"/>
              <a:gd name="connsiteY187" fmla="*/ 3991685 h 6858000"/>
              <a:gd name="connsiteX188" fmla="*/ 4393907 w 7467663"/>
              <a:gd name="connsiteY188" fmla="*/ 4261258 h 6858000"/>
              <a:gd name="connsiteX189" fmla="*/ 4648051 w 7467663"/>
              <a:gd name="connsiteY189" fmla="*/ 4374051 h 6858000"/>
              <a:gd name="connsiteX190" fmla="*/ 4383389 w 7467663"/>
              <a:gd name="connsiteY190" fmla="*/ 4184369 h 6858000"/>
              <a:gd name="connsiteX191" fmla="*/ 4165508 w 7467663"/>
              <a:gd name="connsiteY191" fmla="*/ 4035196 h 6858000"/>
              <a:gd name="connsiteX192" fmla="*/ 4068162 w 7467663"/>
              <a:gd name="connsiteY192" fmla="*/ 3953394 h 6858000"/>
              <a:gd name="connsiteX193" fmla="*/ 3981416 w 7467663"/>
              <a:gd name="connsiteY193" fmla="*/ 3880482 h 6858000"/>
              <a:gd name="connsiteX194" fmla="*/ 3800147 w 7467663"/>
              <a:gd name="connsiteY194" fmla="*/ 3749872 h 6858000"/>
              <a:gd name="connsiteX195" fmla="*/ 3655073 w 7467663"/>
              <a:gd name="connsiteY195" fmla="*/ 3650884 h 6858000"/>
              <a:gd name="connsiteX196" fmla="*/ 3670252 w 7467663"/>
              <a:gd name="connsiteY196" fmla="*/ 3622798 h 6858000"/>
              <a:gd name="connsiteX197" fmla="*/ 3817258 w 7467663"/>
              <a:gd name="connsiteY197" fmla="*/ 3723577 h 6858000"/>
              <a:gd name="connsiteX198" fmla="*/ 4000461 w 7467663"/>
              <a:gd name="connsiteY198" fmla="*/ 3855966 h 6858000"/>
              <a:gd name="connsiteX199" fmla="*/ 4088180 w 7467663"/>
              <a:gd name="connsiteY199" fmla="*/ 3929774 h 6858000"/>
              <a:gd name="connsiteX200" fmla="*/ 4184555 w 7467663"/>
              <a:gd name="connsiteY200" fmla="*/ 4010683 h 6858000"/>
              <a:gd name="connsiteX201" fmla="*/ 4399563 w 7467663"/>
              <a:gd name="connsiteY201" fmla="*/ 4158106 h 6858000"/>
              <a:gd name="connsiteX202" fmla="*/ 4684469 w 7467663"/>
              <a:gd name="connsiteY202" fmla="*/ 4364680 h 6858000"/>
              <a:gd name="connsiteX203" fmla="*/ 4690271 w 7467663"/>
              <a:gd name="connsiteY203" fmla="*/ 4370034 h 6858000"/>
              <a:gd name="connsiteX204" fmla="*/ 4136093 w 7467663"/>
              <a:gd name="connsiteY204" fmla="*/ 3858466 h 6858000"/>
              <a:gd name="connsiteX205" fmla="*/ 3670252 w 7467663"/>
              <a:gd name="connsiteY205" fmla="*/ 3622798 h 6858000"/>
              <a:gd name="connsiteX206" fmla="*/ 4440129 w 7467663"/>
              <a:gd name="connsiteY206" fmla="*/ 3448571 h 6858000"/>
              <a:gd name="connsiteX207" fmla="*/ 4856525 w 7467663"/>
              <a:gd name="connsiteY207" fmla="*/ 3915351 h 6858000"/>
              <a:gd name="connsiteX208" fmla="*/ 5059055 w 7467663"/>
              <a:gd name="connsiteY208" fmla="*/ 4108918 h 6858000"/>
              <a:gd name="connsiteX209" fmla="*/ 5290070 w 7467663"/>
              <a:gd name="connsiteY209" fmla="*/ 4263619 h 6858000"/>
              <a:gd name="connsiteX210" fmla="*/ 4834991 w 7467663"/>
              <a:gd name="connsiteY210" fmla="*/ 3830985 h 6858000"/>
              <a:gd name="connsiteX211" fmla="*/ 4440129 w 7467663"/>
              <a:gd name="connsiteY211" fmla="*/ 3448571 h 6858000"/>
              <a:gd name="connsiteX212" fmla="*/ 4441737 w 7467663"/>
              <a:gd name="connsiteY212" fmla="*/ 3399734 h 6858000"/>
              <a:gd name="connsiteX213" fmla="*/ 4431236 w 7467663"/>
              <a:gd name="connsiteY213" fmla="*/ 3400954 h 6858000"/>
              <a:gd name="connsiteX214" fmla="*/ 4557150 w 7467663"/>
              <a:gd name="connsiteY214" fmla="*/ 3510023 h 6858000"/>
              <a:gd name="connsiteX215" fmla="*/ 4856936 w 7467663"/>
              <a:gd name="connsiteY215" fmla="*/ 3809146 h 6858000"/>
              <a:gd name="connsiteX216" fmla="*/ 5111996 w 7467663"/>
              <a:gd name="connsiteY216" fmla="*/ 4065759 h 6858000"/>
              <a:gd name="connsiteX217" fmla="*/ 5388878 w 7467663"/>
              <a:gd name="connsiteY217" fmla="*/ 4300185 h 6858000"/>
              <a:gd name="connsiteX218" fmla="*/ 5425556 w 7467663"/>
              <a:gd name="connsiteY218" fmla="*/ 4308967 h 6858000"/>
              <a:gd name="connsiteX219" fmla="*/ 4943646 w 7467663"/>
              <a:gd name="connsiteY219" fmla="*/ 3822916 h 6858000"/>
              <a:gd name="connsiteX220" fmla="*/ 4594837 w 7467663"/>
              <a:gd name="connsiteY220" fmla="*/ 3532274 h 6858000"/>
              <a:gd name="connsiteX221" fmla="*/ 4441737 w 7467663"/>
              <a:gd name="connsiteY221" fmla="*/ 3399734 h 6858000"/>
              <a:gd name="connsiteX222" fmla="*/ 5425834 w 7467663"/>
              <a:gd name="connsiteY222" fmla="*/ 3162785 h 6858000"/>
              <a:gd name="connsiteX223" fmla="*/ 5401644 w 7467663"/>
              <a:gd name="connsiteY223" fmla="*/ 3617847 h 6858000"/>
              <a:gd name="connsiteX224" fmla="*/ 5467256 w 7467663"/>
              <a:gd name="connsiteY224" fmla="*/ 4175494 h 6858000"/>
              <a:gd name="connsiteX225" fmla="*/ 5448069 w 7467663"/>
              <a:gd name="connsiteY225" fmla="*/ 3567554 h 6858000"/>
              <a:gd name="connsiteX226" fmla="*/ 5425834 w 7467663"/>
              <a:gd name="connsiteY226" fmla="*/ 3162785 h 6858000"/>
              <a:gd name="connsiteX227" fmla="*/ 1318687 w 7467663"/>
              <a:gd name="connsiteY227" fmla="*/ 3113840 h 6858000"/>
              <a:gd name="connsiteX228" fmla="*/ 1066793 w 7467663"/>
              <a:gd name="connsiteY228" fmla="*/ 3212171 h 6858000"/>
              <a:gd name="connsiteX229" fmla="*/ 993319 w 7467663"/>
              <a:gd name="connsiteY229" fmla="*/ 3247648 h 6858000"/>
              <a:gd name="connsiteX230" fmla="*/ 853081 w 7467663"/>
              <a:gd name="connsiteY230" fmla="*/ 3312410 h 6858000"/>
              <a:gd name="connsiteX231" fmla="*/ 805957 w 7467663"/>
              <a:gd name="connsiteY231" fmla="*/ 3330443 h 6858000"/>
              <a:gd name="connsiteX232" fmla="*/ 1318687 w 7467663"/>
              <a:gd name="connsiteY232" fmla="*/ 3113840 h 6858000"/>
              <a:gd name="connsiteX233" fmla="*/ 5453702 w 7467663"/>
              <a:gd name="connsiteY233" fmla="*/ 3090882 h 6858000"/>
              <a:gd name="connsiteX234" fmla="*/ 5480135 w 7467663"/>
              <a:gd name="connsiteY234" fmla="*/ 3565802 h 6858000"/>
              <a:gd name="connsiteX235" fmla="*/ 5499023 w 7467663"/>
              <a:gd name="connsiteY235" fmla="*/ 4166310 h 6858000"/>
              <a:gd name="connsiteX236" fmla="*/ 5547022 w 7467663"/>
              <a:gd name="connsiteY236" fmla="*/ 3607838 h 6858000"/>
              <a:gd name="connsiteX237" fmla="*/ 5515964 w 7467663"/>
              <a:gd name="connsiteY237" fmla="*/ 3378541 h 6858000"/>
              <a:gd name="connsiteX238" fmla="*/ 5453702 w 7467663"/>
              <a:gd name="connsiteY238" fmla="*/ 3090882 h 6858000"/>
              <a:gd name="connsiteX239" fmla="*/ 1238695 w 7467663"/>
              <a:gd name="connsiteY239" fmla="*/ 3076820 h 6858000"/>
              <a:gd name="connsiteX240" fmla="*/ 716371 w 7467663"/>
              <a:gd name="connsiteY240" fmla="*/ 3293249 h 6858000"/>
              <a:gd name="connsiteX241" fmla="*/ 579522 w 7467663"/>
              <a:gd name="connsiteY241" fmla="*/ 3371759 h 6858000"/>
              <a:gd name="connsiteX242" fmla="*/ 600288 w 7467663"/>
              <a:gd name="connsiteY242" fmla="*/ 3365555 h 6858000"/>
              <a:gd name="connsiteX243" fmla="*/ 840692 w 7467663"/>
              <a:gd name="connsiteY243" fmla="*/ 3284921 h 6858000"/>
              <a:gd name="connsiteX244" fmla="*/ 979248 w 7467663"/>
              <a:gd name="connsiteY244" fmla="*/ 3221003 h 6858000"/>
              <a:gd name="connsiteX245" fmla="*/ 1053282 w 7467663"/>
              <a:gd name="connsiteY245" fmla="*/ 3185247 h 6858000"/>
              <a:gd name="connsiteX246" fmla="*/ 1320603 w 7467663"/>
              <a:gd name="connsiteY246" fmla="*/ 3081281 h 6858000"/>
              <a:gd name="connsiteX247" fmla="*/ 1238695 w 7467663"/>
              <a:gd name="connsiteY247" fmla="*/ 3076820 h 6858000"/>
              <a:gd name="connsiteX248" fmla="*/ 5425627 w 7467663"/>
              <a:gd name="connsiteY248" fmla="*/ 2954192 h 6858000"/>
              <a:gd name="connsiteX249" fmla="*/ 5470770 w 7467663"/>
              <a:gd name="connsiteY249" fmla="*/ 3005435 h 6858000"/>
              <a:gd name="connsiteX250" fmla="*/ 5519779 w 7467663"/>
              <a:gd name="connsiteY250" fmla="*/ 4359223 h 6858000"/>
              <a:gd name="connsiteX251" fmla="*/ 5520293 w 7467663"/>
              <a:gd name="connsiteY251" fmla="*/ 4360602 h 6858000"/>
              <a:gd name="connsiteX252" fmla="*/ 5767221 w 7467663"/>
              <a:gd name="connsiteY252" fmla="*/ 4665564 h 6858000"/>
              <a:gd name="connsiteX253" fmla="*/ 6937169 w 7467663"/>
              <a:gd name="connsiteY253" fmla="*/ 4815941 h 6858000"/>
              <a:gd name="connsiteX254" fmla="*/ 6953922 w 7467663"/>
              <a:gd name="connsiteY254" fmla="*/ 4890068 h 6858000"/>
              <a:gd name="connsiteX255" fmla="*/ 6071359 w 7467663"/>
              <a:gd name="connsiteY255" fmla="*/ 4770770 h 6858000"/>
              <a:gd name="connsiteX256" fmla="*/ 6038839 w 7467663"/>
              <a:gd name="connsiteY256" fmla="*/ 4764474 h 6858000"/>
              <a:gd name="connsiteX257" fmla="*/ 6038706 w 7467663"/>
              <a:gd name="connsiteY257" fmla="*/ 4763847 h 6858000"/>
              <a:gd name="connsiteX258" fmla="*/ 6037784 w 7467663"/>
              <a:gd name="connsiteY258" fmla="*/ 4764270 h 6858000"/>
              <a:gd name="connsiteX259" fmla="*/ 6038839 w 7467663"/>
              <a:gd name="connsiteY259" fmla="*/ 4764474 h 6858000"/>
              <a:gd name="connsiteX260" fmla="*/ 6040338 w 7467663"/>
              <a:gd name="connsiteY260" fmla="*/ 4771418 h 6858000"/>
              <a:gd name="connsiteX261" fmla="*/ 6024488 w 7467663"/>
              <a:gd name="connsiteY261" fmla="*/ 4809903 h 6858000"/>
              <a:gd name="connsiteX262" fmla="*/ 5599771 w 7467663"/>
              <a:gd name="connsiteY262" fmla="*/ 5509652 h 6858000"/>
              <a:gd name="connsiteX263" fmla="*/ 5548843 w 7467663"/>
              <a:gd name="connsiteY263" fmla="*/ 5563845 h 6858000"/>
              <a:gd name="connsiteX264" fmla="*/ 5940952 w 7467663"/>
              <a:gd name="connsiteY264" fmla="*/ 6250028 h 6858000"/>
              <a:gd name="connsiteX265" fmla="*/ 6043441 w 7467663"/>
              <a:gd name="connsiteY265" fmla="*/ 6665847 h 6858000"/>
              <a:gd name="connsiteX266" fmla="*/ 6093432 w 7467663"/>
              <a:gd name="connsiteY266" fmla="*/ 6858000 h 6858000"/>
              <a:gd name="connsiteX267" fmla="*/ 6034344 w 7467663"/>
              <a:gd name="connsiteY267" fmla="*/ 6858000 h 6858000"/>
              <a:gd name="connsiteX268" fmla="*/ 6026679 w 7467663"/>
              <a:gd name="connsiteY268" fmla="*/ 6836959 h 6858000"/>
              <a:gd name="connsiteX269" fmla="*/ 5800441 w 7467663"/>
              <a:gd name="connsiteY269" fmla="*/ 6335286 h 6858000"/>
              <a:gd name="connsiteX270" fmla="*/ 5526562 w 7467663"/>
              <a:gd name="connsiteY270" fmla="*/ 5705388 h 6858000"/>
              <a:gd name="connsiteX271" fmla="*/ 5519640 w 7467663"/>
              <a:gd name="connsiteY271" fmla="*/ 5683774 h 6858000"/>
              <a:gd name="connsiteX272" fmla="*/ 5844559 w 7467663"/>
              <a:gd name="connsiteY272" fmla="*/ 6553349 h 6858000"/>
              <a:gd name="connsiteX273" fmla="*/ 5975994 w 7467663"/>
              <a:gd name="connsiteY273" fmla="*/ 6858000 h 6858000"/>
              <a:gd name="connsiteX274" fmla="*/ 5898547 w 7467663"/>
              <a:gd name="connsiteY274" fmla="*/ 6858000 h 6858000"/>
              <a:gd name="connsiteX275" fmla="*/ 5682041 w 7467663"/>
              <a:gd name="connsiteY275" fmla="*/ 6355860 h 6858000"/>
              <a:gd name="connsiteX276" fmla="*/ 5461758 w 7467663"/>
              <a:gd name="connsiteY276" fmla="*/ 5820220 h 6858000"/>
              <a:gd name="connsiteX277" fmla="*/ 5237282 w 7467663"/>
              <a:gd name="connsiteY277" fmla="*/ 6579086 h 6858000"/>
              <a:gd name="connsiteX278" fmla="*/ 5115009 w 7467663"/>
              <a:gd name="connsiteY278" fmla="*/ 6858000 h 6858000"/>
              <a:gd name="connsiteX279" fmla="*/ 5028074 w 7467663"/>
              <a:gd name="connsiteY279" fmla="*/ 6858000 h 6858000"/>
              <a:gd name="connsiteX280" fmla="*/ 5079508 w 7467663"/>
              <a:gd name="connsiteY280" fmla="*/ 6749074 h 6858000"/>
              <a:gd name="connsiteX281" fmla="*/ 5371846 w 7467663"/>
              <a:gd name="connsiteY281" fmla="*/ 5924413 h 6858000"/>
              <a:gd name="connsiteX282" fmla="*/ 5270512 w 7467663"/>
              <a:gd name="connsiteY282" fmla="*/ 6138975 h 6858000"/>
              <a:gd name="connsiteX283" fmla="*/ 5062409 w 7467663"/>
              <a:gd name="connsiteY283" fmla="*/ 6653544 h 6858000"/>
              <a:gd name="connsiteX284" fmla="*/ 5036628 w 7467663"/>
              <a:gd name="connsiteY284" fmla="*/ 6754247 h 6858000"/>
              <a:gd name="connsiteX285" fmla="*/ 5009112 w 7467663"/>
              <a:gd name="connsiteY285" fmla="*/ 6858000 h 6858000"/>
              <a:gd name="connsiteX286" fmla="*/ 4976679 w 7467663"/>
              <a:gd name="connsiteY286" fmla="*/ 6858000 h 6858000"/>
              <a:gd name="connsiteX287" fmla="*/ 5006537 w 7467663"/>
              <a:gd name="connsiteY287" fmla="*/ 6747068 h 6858000"/>
              <a:gd name="connsiteX288" fmla="*/ 5032723 w 7467663"/>
              <a:gd name="connsiteY288" fmla="*/ 6644957 h 6858000"/>
              <a:gd name="connsiteX289" fmla="*/ 5242949 w 7467663"/>
              <a:gd name="connsiteY289" fmla="*/ 6125175 h 6858000"/>
              <a:gd name="connsiteX290" fmla="*/ 5286321 w 7467663"/>
              <a:gd name="connsiteY290" fmla="*/ 6033555 h 6858000"/>
              <a:gd name="connsiteX291" fmla="*/ 5008210 w 7467663"/>
              <a:gd name="connsiteY291" fmla="*/ 6649194 h 6858000"/>
              <a:gd name="connsiteX292" fmla="*/ 4986321 w 7467663"/>
              <a:gd name="connsiteY292" fmla="*/ 6765687 h 6858000"/>
              <a:gd name="connsiteX293" fmla="*/ 4973474 w 7467663"/>
              <a:gd name="connsiteY293" fmla="*/ 6858000 h 6858000"/>
              <a:gd name="connsiteX294" fmla="*/ 4907178 w 7467663"/>
              <a:gd name="connsiteY294" fmla="*/ 6858000 h 6858000"/>
              <a:gd name="connsiteX295" fmla="*/ 4910810 w 7467663"/>
              <a:gd name="connsiteY295" fmla="*/ 6829660 h 6858000"/>
              <a:gd name="connsiteX296" fmla="*/ 4987461 w 7467663"/>
              <a:gd name="connsiteY296" fmla="*/ 6432994 h 6858000"/>
              <a:gd name="connsiteX297" fmla="*/ 5179262 w 7467663"/>
              <a:gd name="connsiteY297" fmla="*/ 6035044 h 6858000"/>
              <a:gd name="connsiteX298" fmla="*/ 4689678 w 7467663"/>
              <a:gd name="connsiteY298" fmla="*/ 6440241 h 6858000"/>
              <a:gd name="connsiteX299" fmla="*/ 4477543 w 7467663"/>
              <a:gd name="connsiteY299" fmla="*/ 6674836 h 6858000"/>
              <a:gd name="connsiteX300" fmla="*/ 4329957 w 7467663"/>
              <a:gd name="connsiteY300" fmla="*/ 6858000 h 6858000"/>
              <a:gd name="connsiteX301" fmla="*/ 4218595 w 7467663"/>
              <a:gd name="connsiteY301" fmla="*/ 6858000 h 6858000"/>
              <a:gd name="connsiteX302" fmla="*/ 4368888 w 7467663"/>
              <a:gd name="connsiteY302" fmla="*/ 6668412 h 6858000"/>
              <a:gd name="connsiteX303" fmla="*/ 4563091 w 7467663"/>
              <a:gd name="connsiteY303" fmla="*/ 6442508 h 6858000"/>
              <a:gd name="connsiteX304" fmla="*/ 5387324 w 7467663"/>
              <a:gd name="connsiteY304" fmla="*/ 5705830 h 6858000"/>
              <a:gd name="connsiteX305" fmla="*/ 5073620 w 7467663"/>
              <a:gd name="connsiteY305" fmla="*/ 5955437 h 6858000"/>
              <a:gd name="connsiteX306" fmla="*/ 4689789 w 7467663"/>
              <a:gd name="connsiteY306" fmla="*/ 6268382 h 6858000"/>
              <a:gd name="connsiteX307" fmla="*/ 4418722 w 7467663"/>
              <a:gd name="connsiteY307" fmla="*/ 6570886 h 6858000"/>
              <a:gd name="connsiteX308" fmla="*/ 4214944 w 7467663"/>
              <a:gd name="connsiteY308" fmla="*/ 6858000 h 6858000"/>
              <a:gd name="connsiteX309" fmla="*/ 4177898 w 7467663"/>
              <a:gd name="connsiteY309" fmla="*/ 6858000 h 6858000"/>
              <a:gd name="connsiteX310" fmla="*/ 4391597 w 7467663"/>
              <a:gd name="connsiteY310" fmla="*/ 6556370 h 6858000"/>
              <a:gd name="connsiteX311" fmla="*/ 4668889 w 7467663"/>
              <a:gd name="connsiteY311" fmla="*/ 6246399 h 6858000"/>
              <a:gd name="connsiteX312" fmla="*/ 5055427 w 7467663"/>
              <a:gd name="connsiteY312" fmla="*/ 5931476 h 6858000"/>
              <a:gd name="connsiteX313" fmla="*/ 5371814 w 7467663"/>
              <a:gd name="connsiteY313" fmla="*/ 5678975 h 6858000"/>
              <a:gd name="connsiteX314" fmla="*/ 4987918 w 7467663"/>
              <a:gd name="connsiteY314" fmla="*/ 5838701 h 6858000"/>
              <a:gd name="connsiteX315" fmla="*/ 4317146 w 7467663"/>
              <a:gd name="connsiteY315" fmla="*/ 6587716 h 6858000"/>
              <a:gd name="connsiteX316" fmla="*/ 4171627 w 7467663"/>
              <a:gd name="connsiteY316" fmla="*/ 6858000 h 6858000"/>
              <a:gd name="connsiteX317" fmla="*/ 4081585 w 7467663"/>
              <a:gd name="connsiteY317" fmla="*/ 6858000 h 6858000"/>
              <a:gd name="connsiteX318" fmla="*/ 4238603 w 7467663"/>
              <a:gd name="connsiteY318" fmla="*/ 6559341 h 6858000"/>
              <a:gd name="connsiteX319" fmla="*/ 4778333 w 7467663"/>
              <a:gd name="connsiteY319" fmla="*/ 5873626 h 6858000"/>
              <a:gd name="connsiteX320" fmla="*/ 5414185 w 7467663"/>
              <a:gd name="connsiteY320" fmla="*/ 5573882 h 6858000"/>
              <a:gd name="connsiteX321" fmla="*/ 5959648 w 7467663"/>
              <a:gd name="connsiteY321" fmla="*/ 4760797 h 6858000"/>
              <a:gd name="connsiteX322" fmla="*/ 5355019 w 7467663"/>
              <a:gd name="connsiteY322" fmla="*/ 4734672 h 6858000"/>
              <a:gd name="connsiteX323" fmla="*/ 5083565 w 7467663"/>
              <a:gd name="connsiteY323" fmla="*/ 5179121 h 6858000"/>
              <a:gd name="connsiteX324" fmla="*/ 4713577 w 7467663"/>
              <a:gd name="connsiteY324" fmla="*/ 5616803 h 6858000"/>
              <a:gd name="connsiteX325" fmla="*/ 3989559 w 7467663"/>
              <a:gd name="connsiteY325" fmla="*/ 6145945 h 6858000"/>
              <a:gd name="connsiteX326" fmla="*/ 3939824 w 7467663"/>
              <a:gd name="connsiteY326" fmla="*/ 6066900 h 6858000"/>
              <a:gd name="connsiteX327" fmla="*/ 4584537 w 7467663"/>
              <a:gd name="connsiteY327" fmla="*/ 5324826 h 6858000"/>
              <a:gd name="connsiteX328" fmla="*/ 5037105 w 7467663"/>
              <a:gd name="connsiteY328" fmla="*/ 5088765 h 6858000"/>
              <a:gd name="connsiteX329" fmla="*/ 5039930 w 7467663"/>
              <a:gd name="connsiteY329" fmla="*/ 5089585 h 6858000"/>
              <a:gd name="connsiteX330" fmla="*/ 5263764 w 7467663"/>
              <a:gd name="connsiteY330" fmla="*/ 4735525 h 6858000"/>
              <a:gd name="connsiteX331" fmla="*/ 4086300 w 7467663"/>
              <a:gd name="connsiteY331" fmla="*/ 4884599 h 6858000"/>
              <a:gd name="connsiteX332" fmla="*/ 4085485 w 7467663"/>
              <a:gd name="connsiteY332" fmla="*/ 4899070 h 6858000"/>
              <a:gd name="connsiteX333" fmla="*/ 3871915 w 7467663"/>
              <a:gd name="connsiteY333" fmla="*/ 5253645 h 6858000"/>
              <a:gd name="connsiteX334" fmla="*/ 3799374 w 7467663"/>
              <a:gd name="connsiteY334" fmla="*/ 5466127 h 6858000"/>
              <a:gd name="connsiteX335" fmla="*/ 3498850 w 7467663"/>
              <a:gd name="connsiteY335" fmla="*/ 6661888 h 6858000"/>
              <a:gd name="connsiteX336" fmla="*/ 3399216 w 7467663"/>
              <a:gd name="connsiteY336" fmla="*/ 6858000 h 6858000"/>
              <a:gd name="connsiteX337" fmla="*/ 3303688 w 7467663"/>
              <a:gd name="connsiteY337" fmla="*/ 6858000 h 6858000"/>
              <a:gd name="connsiteX338" fmla="*/ 3391774 w 7467663"/>
              <a:gd name="connsiteY338" fmla="*/ 6697181 h 6858000"/>
              <a:gd name="connsiteX339" fmla="*/ 3735540 w 7467663"/>
              <a:gd name="connsiteY339" fmla="*/ 5546923 h 6858000"/>
              <a:gd name="connsiteX340" fmla="*/ 3729438 w 7467663"/>
              <a:gd name="connsiteY340" fmla="*/ 5569058 h 6858000"/>
              <a:gd name="connsiteX341" fmla="*/ 3707782 w 7467663"/>
              <a:gd name="connsiteY341" fmla="*/ 5644908 h 6858000"/>
              <a:gd name="connsiteX342" fmla="*/ 3583827 w 7467663"/>
              <a:gd name="connsiteY342" fmla="*/ 6039215 h 6858000"/>
              <a:gd name="connsiteX343" fmla="*/ 3547861 w 7467663"/>
              <a:gd name="connsiteY343" fmla="*/ 6129609 h 6858000"/>
              <a:gd name="connsiteX344" fmla="*/ 3490905 w 7467663"/>
              <a:gd name="connsiteY344" fmla="*/ 6277660 h 6858000"/>
              <a:gd name="connsiteX345" fmla="*/ 3455859 w 7467663"/>
              <a:gd name="connsiteY345" fmla="*/ 6391301 h 6858000"/>
              <a:gd name="connsiteX346" fmla="*/ 3429112 w 7467663"/>
              <a:gd name="connsiteY346" fmla="*/ 6479469 h 6858000"/>
              <a:gd name="connsiteX347" fmla="*/ 3304862 w 7467663"/>
              <a:gd name="connsiteY347" fmla="*/ 6796476 h 6858000"/>
              <a:gd name="connsiteX348" fmla="*/ 3276071 w 7467663"/>
              <a:gd name="connsiteY348" fmla="*/ 6858000 h 6858000"/>
              <a:gd name="connsiteX349" fmla="*/ 3240805 w 7467663"/>
              <a:gd name="connsiteY349" fmla="*/ 6858000 h 6858000"/>
              <a:gd name="connsiteX350" fmla="*/ 3275917 w 7467663"/>
              <a:gd name="connsiteY350" fmla="*/ 6783192 h 6858000"/>
              <a:gd name="connsiteX351" fmla="*/ 3399358 w 7467663"/>
              <a:gd name="connsiteY351" fmla="*/ 6469011 h 6858000"/>
              <a:gd name="connsiteX352" fmla="*/ 3425650 w 7467663"/>
              <a:gd name="connsiteY352" fmla="*/ 6381333 h 6858000"/>
              <a:gd name="connsiteX353" fmla="*/ 3460661 w 7467663"/>
              <a:gd name="connsiteY353" fmla="*/ 6266763 h 6858000"/>
              <a:gd name="connsiteX354" fmla="*/ 3518021 w 7467663"/>
              <a:gd name="connsiteY354" fmla="*/ 6117298 h 6858000"/>
              <a:gd name="connsiteX355" fmla="*/ 3554035 w 7467663"/>
              <a:gd name="connsiteY355" fmla="*/ 6027832 h 6858000"/>
              <a:gd name="connsiteX356" fmla="*/ 3677174 w 7467663"/>
              <a:gd name="connsiteY356" fmla="*/ 5636351 h 6858000"/>
              <a:gd name="connsiteX357" fmla="*/ 3698819 w 7467663"/>
              <a:gd name="connsiteY357" fmla="*/ 5560503 h 6858000"/>
              <a:gd name="connsiteX358" fmla="*/ 3702094 w 7467663"/>
              <a:gd name="connsiteY358" fmla="*/ 5549194 h 6858000"/>
              <a:gd name="connsiteX359" fmla="*/ 3398355 w 7467663"/>
              <a:gd name="connsiteY359" fmla="*/ 6094603 h 6858000"/>
              <a:gd name="connsiteX360" fmla="*/ 3193941 w 7467663"/>
              <a:gd name="connsiteY360" fmla="*/ 6798775 h 6858000"/>
              <a:gd name="connsiteX361" fmla="*/ 3184140 w 7467663"/>
              <a:gd name="connsiteY361" fmla="*/ 6858000 h 6858000"/>
              <a:gd name="connsiteX362" fmla="*/ 3099978 w 7467663"/>
              <a:gd name="connsiteY362" fmla="*/ 6858000 h 6858000"/>
              <a:gd name="connsiteX363" fmla="*/ 3101556 w 7467663"/>
              <a:gd name="connsiteY363" fmla="*/ 6843337 h 6858000"/>
              <a:gd name="connsiteX364" fmla="*/ 3370162 w 7467663"/>
              <a:gd name="connsiteY364" fmla="*/ 5785550 h 6858000"/>
              <a:gd name="connsiteX365" fmla="*/ 3746477 w 7467663"/>
              <a:gd name="connsiteY365" fmla="*/ 5377889 h 6858000"/>
              <a:gd name="connsiteX366" fmla="*/ 3863399 w 7467663"/>
              <a:gd name="connsiteY366" fmla="*/ 5087257 h 6858000"/>
              <a:gd name="connsiteX367" fmla="*/ 3968712 w 7467663"/>
              <a:gd name="connsiteY367" fmla="*/ 4913989 h 6858000"/>
              <a:gd name="connsiteX368" fmla="*/ 2792390 w 7467663"/>
              <a:gd name="connsiteY368" fmla="*/ 5382974 h 6858000"/>
              <a:gd name="connsiteX369" fmla="*/ 2714982 w 7467663"/>
              <a:gd name="connsiteY369" fmla="*/ 5427051 h 6858000"/>
              <a:gd name="connsiteX370" fmla="*/ 2813361 w 7467663"/>
              <a:gd name="connsiteY370" fmla="*/ 6023912 h 6858000"/>
              <a:gd name="connsiteX371" fmla="*/ 2688430 w 7467663"/>
              <a:gd name="connsiteY371" fmla="*/ 6801564 h 6858000"/>
              <a:gd name="connsiteX372" fmla="*/ 2629626 w 7467663"/>
              <a:gd name="connsiteY372" fmla="*/ 6763394 h 6858000"/>
              <a:gd name="connsiteX373" fmla="*/ 2565328 w 7467663"/>
              <a:gd name="connsiteY373" fmla="*/ 5516399 h 6858000"/>
              <a:gd name="connsiteX374" fmla="*/ 1922999 w 7467663"/>
              <a:gd name="connsiteY374" fmla="*/ 5980343 h 6858000"/>
              <a:gd name="connsiteX375" fmla="*/ 1950261 w 7467663"/>
              <a:gd name="connsiteY375" fmla="*/ 6405858 h 6858000"/>
              <a:gd name="connsiteX376" fmla="*/ 2365554 w 7467663"/>
              <a:gd name="connsiteY376" fmla="*/ 6759107 h 6858000"/>
              <a:gd name="connsiteX377" fmla="*/ 2424142 w 7467663"/>
              <a:gd name="connsiteY377" fmla="*/ 6858000 h 6858000"/>
              <a:gd name="connsiteX378" fmla="*/ 2395994 w 7467663"/>
              <a:gd name="connsiteY378" fmla="*/ 6858000 h 6858000"/>
              <a:gd name="connsiteX379" fmla="*/ 2392863 w 7467663"/>
              <a:gd name="connsiteY379" fmla="*/ 6852964 h 6858000"/>
              <a:gd name="connsiteX380" fmla="*/ 2017589 w 7467663"/>
              <a:gd name="connsiteY380" fmla="*/ 6493982 h 6858000"/>
              <a:gd name="connsiteX381" fmla="*/ 2147336 w 7467663"/>
              <a:gd name="connsiteY381" fmla="*/ 6594052 h 6858000"/>
              <a:gd name="connsiteX382" fmla="*/ 2207047 w 7467663"/>
              <a:gd name="connsiteY382" fmla="*/ 6654540 h 6858000"/>
              <a:gd name="connsiteX383" fmla="*/ 2299106 w 7467663"/>
              <a:gd name="connsiteY383" fmla="*/ 6778931 h 6858000"/>
              <a:gd name="connsiteX384" fmla="*/ 2314430 w 7467663"/>
              <a:gd name="connsiteY384" fmla="*/ 6801144 h 6858000"/>
              <a:gd name="connsiteX385" fmla="*/ 2352406 w 7467663"/>
              <a:gd name="connsiteY385" fmla="*/ 6858000 h 6858000"/>
              <a:gd name="connsiteX386" fmla="*/ 2314492 w 7467663"/>
              <a:gd name="connsiteY386" fmla="*/ 6858000 h 6858000"/>
              <a:gd name="connsiteX387" fmla="*/ 2288095 w 7467663"/>
              <a:gd name="connsiteY387" fmla="*/ 6818030 h 6858000"/>
              <a:gd name="connsiteX388" fmla="*/ 2272768 w 7467663"/>
              <a:gd name="connsiteY388" fmla="*/ 6795822 h 6858000"/>
              <a:gd name="connsiteX389" fmla="*/ 2182715 w 7467663"/>
              <a:gd name="connsiteY389" fmla="*/ 6675071 h 6858000"/>
              <a:gd name="connsiteX390" fmla="*/ 2032061 w 7467663"/>
              <a:gd name="connsiteY390" fmla="*/ 6541380 h 6858000"/>
              <a:gd name="connsiteX391" fmla="*/ 2257220 w 7467663"/>
              <a:gd name="connsiteY391" fmla="*/ 6826257 h 6858000"/>
              <a:gd name="connsiteX392" fmla="*/ 2281324 w 7467663"/>
              <a:gd name="connsiteY392" fmla="*/ 6858000 h 6858000"/>
              <a:gd name="connsiteX393" fmla="*/ 2242860 w 7467663"/>
              <a:gd name="connsiteY393" fmla="*/ 6858000 h 6858000"/>
              <a:gd name="connsiteX394" fmla="*/ 2232818 w 7467663"/>
              <a:gd name="connsiteY394" fmla="*/ 6844926 h 6858000"/>
              <a:gd name="connsiteX395" fmla="*/ 1990172 w 7467663"/>
              <a:gd name="connsiteY395" fmla="*/ 6542121 h 6858000"/>
              <a:gd name="connsiteX396" fmla="*/ 2124090 w 7467663"/>
              <a:gd name="connsiteY396" fmla="*/ 6761017 h 6858000"/>
              <a:gd name="connsiteX397" fmla="*/ 2200380 w 7467663"/>
              <a:gd name="connsiteY397" fmla="*/ 6858000 h 6858000"/>
              <a:gd name="connsiteX398" fmla="*/ 2147507 w 7467663"/>
              <a:gd name="connsiteY398" fmla="*/ 6858000 h 6858000"/>
              <a:gd name="connsiteX399" fmla="*/ 2070668 w 7467663"/>
              <a:gd name="connsiteY399" fmla="*/ 6761520 h 6858000"/>
              <a:gd name="connsiteX400" fmla="*/ 1975142 w 7467663"/>
              <a:gd name="connsiteY400" fmla="*/ 6585570 h 6858000"/>
              <a:gd name="connsiteX401" fmla="*/ 2050035 w 7467663"/>
              <a:gd name="connsiteY401" fmla="*/ 6813345 h 6858000"/>
              <a:gd name="connsiteX402" fmla="*/ 2063025 w 7467663"/>
              <a:gd name="connsiteY402" fmla="*/ 6858000 h 6858000"/>
              <a:gd name="connsiteX403" fmla="*/ 2021675 w 7467663"/>
              <a:gd name="connsiteY403" fmla="*/ 6858000 h 6858000"/>
              <a:gd name="connsiteX404" fmla="*/ 2019308 w 7467663"/>
              <a:gd name="connsiteY404" fmla="*/ 6847118 h 6858000"/>
              <a:gd name="connsiteX405" fmla="*/ 1938835 w 7467663"/>
              <a:gd name="connsiteY405" fmla="*/ 6551160 h 6858000"/>
              <a:gd name="connsiteX406" fmla="*/ 1953230 w 7467663"/>
              <a:gd name="connsiteY406" fmla="*/ 6759699 h 6858000"/>
              <a:gd name="connsiteX407" fmla="*/ 1956763 w 7467663"/>
              <a:gd name="connsiteY407" fmla="*/ 6778191 h 6858000"/>
              <a:gd name="connsiteX408" fmla="*/ 1967925 w 7467663"/>
              <a:gd name="connsiteY408" fmla="*/ 6858000 h 6858000"/>
              <a:gd name="connsiteX409" fmla="*/ 1936622 w 7467663"/>
              <a:gd name="connsiteY409" fmla="*/ 6858000 h 6858000"/>
              <a:gd name="connsiteX410" fmla="*/ 1926261 w 7467663"/>
              <a:gd name="connsiteY410" fmla="*/ 6784064 h 6858000"/>
              <a:gd name="connsiteX411" fmla="*/ 1922724 w 7467663"/>
              <a:gd name="connsiteY411" fmla="*/ 6765577 h 6858000"/>
              <a:gd name="connsiteX412" fmla="*/ 1904650 w 7467663"/>
              <a:gd name="connsiteY412" fmla="*/ 6639616 h 6858000"/>
              <a:gd name="connsiteX413" fmla="*/ 1885273 w 7467663"/>
              <a:gd name="connsiteY413" fmla="*/ 6858000 h 6858000"/>
              <a:gd name="connsiteX414" fmla="*/ 1854363 w 7467663"/>
              <a:gd name="connsiteY414" fmla="*/ 6858000 h 6858000"/>
              <a:gd name="connsiteX415" fmla="*/ 1880391 w 7467663"/>
              <a:gd name="connsiteY415" fmla="*/ 6603796 h 6858000"/>
              <a:gd name="connsiteX416" fmla="*/ 1818273 w 7467663"/>
              <a:gd name="connsiteY416" fmla="*/ 6715729 h 6858000"/>
              <a:gd name="connsiteX417" fmla="*/ 1794691 w 7467663"/>
              <a:gd name="connsiteY417" fmla="*/ 6843239 h 6858000"/>
              <a:gd name="connsiteX418" fmla="*/ 1794914 w 7467663"/>
              <a:gd name="connsiteY418" fmla="*/ 6858000 h 6858000"/>
              <a:gd name="connsiteX419" fmla="*/ 1746128 w 7467663"/>
              <a:gd name="connsiteY419" fmla="*/ 6858000 h 6858000"/>
              <a:gd name="connsiteX420" fmla="*/ 1753934 w 7467663"/>
              <a:gd name="connsiteY420" fmla="*/ 6724796 h 6858000"/>
              <a:gd name="connsiteX421" fmla="*/ 1792053 w 7467663"/>
              <a:gd name="connsiteY421" fmla="*/ 6572396 h 6858000"/>
              <a:gd name="connsiteX422" fmla="*/ 1862248 w 7467663"/>
              <a:gd name="connsiteY422" fmla="*/ 6266397 h 6858000"/>
              <a:gd name="connsiteX423" fmla="*/ 1862250 w 7467663"/>
              <a:gd name="connsiteY423" fmla="*/ 6033531 h 6858000"/>
              <a:gd name="connsiteX424" fmla="*/ 1211999 w 7467663"/>
              <a:gd name="connsiteY424" fmla="*/ 6683610 h 6858000"/>
              <a:gd name="connsiteX425" fmla="*/ 1213266 w 7467663"/>
              <a:gd name="connsiteY425" fmla="*/ 6691947 h 6858000"/>
              <a:gd name="connsiteX426" fmla="*/ 1203370 w 7467663"/>
              <a:gd name="connsiteY426" fmla="*/ 6850676 h 6858000"/>
              <a:gd name="connsiteX427" fmla="*/ 1203671 w 7467663"/>
              <a:gd name="connsiteY427" fmla="*/ 6858000 h 6858000"/>
              <a:gd name="connsiteX428" fmla="*/ 1143180 w 7467663"/>
              <a:gd name="connsiteY428" fmla="*/ 6858000 h 6858000"/>
              <a:gd name="connsiteX429" fmla="*/ 1142176 w 7467663"/>
              <a:gd name="connsiteY429" fmla="*/ 6766045 h 6858000"/>
              <a:gd name="connsiteX430" fmla="*/ 1067484 w 7467663"/>
              <a:gd name="connsiteY430" fmla="*/ 6858000 h 6858000"/>
              <a:gd name="connsiteX431" fmla="*/ 953928 w 7467663"/>
              <a:gd name="connsiteY431" fmla="*/ 6858000 h 6858000"/>
              <a:gd name="connsiteX432" fmla="*/ 959715 w 7467663"/>
              <a:gd name="connsiteY432" fmla="*/ 6850185 h 6858000"/>
              <a:gd name="connsiteX433" fmla="*/ 1483788 w 7467663"/>
              <a:gd name="connsiteY433" fmla="*/ 6259174 h 6858000"/>
              <a:gd name="connsiteX434" fmla="*/ 1100671 w 7467663"/>
              <a:gd name="connsiteY434" fmla="*/ 6252137 h 6858000"/>
              <a:gd name="connsiteX435" fmla="*/ 1090144 w 7467663"/>
              <a:gd name="connsiteY435" fmla="*/ 6256748 h 6858000"/>
              <a:gd name="connsiteX436" fmla="*/ 1095872 w 7467663"/>
              <a:gd name="connsiteY436" fmla="*/ 6271892 h 6858000"/>
              <a:gd name="connsiteX437" fmla="*/ 262785 w 7467663"/>
              <a:gd name="connsiteY437" fmla="*/ 6845450 h 6858000"/>
              <a:gd name="connsiteX438" fmla="*/ 209968 w 7467663"/>
              <a:gd name="connsiteY438" fmla="*/ 6770713 h 6858000"/>
              <a:gd name="connsiteX439" fmla="*/ 873460 w 7467663"/>
              <a:gd name="connsiteY439" fmla="*/ 6253768 h 6858000"/>
              <a:gd name="connsiteX440" fmla="*/ 192686 w 7467663"/>
              <a:gd name="connsiteY440" fmla="*/ 5849257 h 6858000"/>
              <a:gd name="connsiteX441" fmla="*/ 4696 w 7467663"/>
              <a:gd name="connsiteY441" fmla="*/ 5697668 h 6858000"/>
              <a:gd name="connsiteX442" fmla="*/ 0 w 7467663"/>
              <a:gd name="connsiteY442" fmla="*/ 5689984 h 6858000"/>
              <a:gd name="connsiteX443" fmla="*/ 0 w 7467663"/>
              <a:gd name="connsiteY443" fmla="*/ 5513472 h 6858000"/>
              <a:gd name="connsiteX444" fmla="*/ 174101 w 7467663"/>
              <a:gd name="connsiteY444" fmla="*/ 5620277 h 6858000"/>
              <a:gd name="connsiteX445" fmla="*/ 891800 w 7467663"/>
              <a:gd name="connsiteY445" fmla="*/ 6036935 h 6858000"/>
              <a:gd name="connsiteX446" fmla="*/ 1072219 w 7467663"/>
              <a:gd name="connsiteY446" fmla="*/ 6169443 h 6858000"/>
              <a:gd name="connsiteX447" fmla="*/ 1074117 w 7467663"/>
              <a:gd name="connsiteY447" fmla="*/ 6170301 h 6858000"/>
              <a:gd name="connsiteX448" fmla="*/ 1083114 w 7467663"/>
              <a:gd name="connsiteY448" fmla="*/ 6174131 h 6858000"/>
              <a:gd name="connsiteX449" fmla="*/ 1543010 w 7467663"/>
              <a:gd name="connsiteY449" fmla="*/ 6191140 h 6858000"/>
              <a:gd name="connsiteX450" fmla="*/ 1551080 w 7467663"/>
              <a:gd name="connsiteY450" fmla="*/ 6195006 h 6858000"/>
              <a:gd name="connsiteX451" fmla="*/ 2345443 w 7467663"/>
              <a:gd name="connsiteY451" fmla="*/ 5549882 h 6858000"/>
              <a:gd name="connsiteX452" fmla="*/ 1721499 w 7467663"/>
              <a:gd name="connsiteY452" fmla="*/ 5599969 h 6858000"/>
              <a:gd name="connsiteX453" fmla="*/ 767716 w 7467663"/>
              <a:gd name="connsiteY453" fmla="*/ 5472768 h 6858000"/>
              <a:gd name="connsiteX454" fmla="*/ 722147 w 7467663"/>
              <a:gd name="connsiteY454" fmla="*/ 5393091 h 6858000"/>
              <a:gd name="connsiteX455" fmla="*/ 1485552 w 7467663"/>
              <a:gd name="connsiteY455" fmla="*/ 5313202 h 6858000"/>
              <a:gd name="connsiteX456" fmla="*/ 2143004 w 7467663"/>
              <a:gd name="connsiteY456" fmla="*/ 5402420 h 6858000"/>
              <a:gd name="connsiteX457" fmla="*/ 1933391 w 7467663"/>
              <a:gd name="connsiteY457" fmla="*/ 5156971 h 6858000"/>
              <a:gd name="connsiteX458" fmla="*/ 1827118 w 7467663"/>
              <a:gd name="connsiteY458" fmla="*/ 4968410 h 6858000"/>
              <a:gd name="connsiteX459" fmla="*/ 1837349 w 7467663"/>
              <a:gd name="connsiteY459" fmla="*/ 4956357 h 6858000"/>
              <a:gd name="connsiteX460" fmla="*/ 2162835 w 7467663"/>
              <a:gd name="connsiteY460" fmla="*/ 5187853 h 6858000"/>
              <a:gd name="connsiteX461" fmla="*/ 2257167 w 7467663"/>
              <a:gd name="connsiteY461" fmla="*/ 5462123 h 6858000"/>
              <a:gd name="connsiteX462" fmla="*/ 2261598 w 7467663"/>
              <a:gd name="connsiteY462" fmla="*/ 5467998 h 6858000"/>
              <a:gd name="connsiteX463" fmla="*/ 2437177 w 7467663"/>
              <a:gd name="connsiteY463" fmla="*/ 5479608 h 6858000"/>
              <a:gd name="connsiteX464" fmla="*/ 2445247 w 7467663"/>
              <a:gd name="connsiteY464" fmla="*/ 5483476 h 6858000"/>
              <a:gd name="connsiteX465" fmla="*/ 2743626 w 7467663"/>
              <a:gd name="connsiteY465" fmla="*/ 5304819 h 6858000"/>
              <a:gd name="connsiteX466" fmla="*/ 3048102 w 7467663"/>
              <a:gd name="connsiteY466" fmla="*/ 5150595 h 6858000"/>
              <a:gd name="connsiteX467" fmla="*/ 1799414 w 7467663"/>
              <a:gd name="connsiteY467" fmla="*/ 4694732 h 6858000"/>
              <a:gd name="connsiteX468" fmla="*/ 1771735 w 7467663"/>
              <a:gd name="connsiteY468" fmla="*/ 4619929 h 6858000"/>
              <a:gd name="connsiteX469" fmla="*/ 3104273 w 7467663"/>
              <a:gd name="connsiteY469" fmla="*/ 5076159 h 6858000"/>
              <a:gd name="connsiteX470" fmla="*/ 3113245 w 7467663"/>
              <a:gd name="connsiteY470" fmla="*/ 5090705 h 6858000"/>
              <a:gd name="connsiteX471" fmla="*/ 3126294 w 7467663"/>
              <a:gd name="connsiteY471" fmla="*/ 5114400 h 6858000"/>
              <a:gd name="connsiteX472" fmla="*/ 3937433 w 7467663"/>
              <a:gd name="connsiteY472" fmla="*/ 4830473 h 6858000"/>
              <a:gd name="connsiteX473" fmla="*/ 3590475 w 7467663"/>
              <a:gd name="connsiteY473" fmla="*/ 4597974 h 6858000"/>
              <a:gd name="connsiteX474" fmla="*/ 3100264 w 7467663"/>
              <a:gd name="connsiteY474" fmla="*/ 4579845 h 6858000"/>
              <a:gd name="connsiteX475" fmla="*/ 2183576 w 7467663"/>
              <a:gd name="connsiteY475" fmla="*/ 4227150 h 6858000"/>
              <a:gd name="connsiteX476" fmla="*/ 2151029 w 7467663"/>
              <a:gd name="connsiteY476" fmla="*/ 4146947 h 6858000"/>
              <a:gd name="connsiteX477" fmla="*/ 3563434 w 7467663"/>
              <a:gd name="connsiteY477" fmla="*/ 4469115 h 6858000"/>
              <a:gd name="connsiteX478" fmla="*/ 3177952 w 7467663"/>
              <a:gd name="connsiteY478" fmla="*/ 3657386 h 6858000"/>
              <a:gd name="connsiteX479" fmla="*/ 3189263 w 7467663"/>
              <a:gd name="connsiteY479" fmla="*/ 3625726 h 6858000"/>
              <a:gd name="connsiteX480" fmla="*/ 3560912 w 7467663"/>
              <a:gd name="connsiteY480" fmla="*/ 4079863 h 6858000"/>
              <a:gd name="connsiteX481" fmla="*/ 3626636 w 7467663"/>
              <a:gd name="connsiteY481" fmla="*/ 4512230 h 6858000"/>
              <a:gd name="connsiteX482" fmla="*/ 3653088 w 7467663"/>
              <a:gd name="connsiteY482" fmla="*/ 4521417 h 6858000"/>
              <a:gd name="connsiteX483" fmla="*/ 3988128 w 7467663"/>
              <a:gd name="connsiteY483" fmla="*/ 4817267 h 6858000"/>
              <a:gd name="connsiteX484" fmla="*/ 4830582 w 7467663"/>
              <a:gd name="connsiteY484" fmla="*/ 4676000 h 6858000"/>
              <a:gd name="connsiteX485" fmla="*/ 4830100 w 7467663"/>
              <a:gd name="connsiteY485" fmla="*/ 4675554 h 6858000"/>
              <a:gd name="connsiteX486" fmla="*/ 4036318 w 7467663"/>
              <a:gd name="connsiteY486" fmla="*/ 4147013 h 6858000"/>
              <a:gd name="connsiteX487" fmla="*/ 3432098 w 7467663"/>
              <a:gd name="connsiteY487" fmla="*/ 3537312 h 6858000"/>
              <a:gd name="connsiteX488" fmla="*/ 3446761 w 7467663"/>
              <a:gd name="connsiteY488" fmla="*/ 3461278 h 6858000"/>
              <a:gd name="connsiteX489" fmla="*/ 4419733 w 7467663"/>
              <a:gd name="connsiteY489" fmla="*/ 3963555 h 6858000"/>
              <a:gd name="connsiteX490" fmla="*/ 4781371 w 7467663"/>
              <a:gd name="connsiteY490" fmla="*/ 4458604 h 6858000"/>
              <a:gd name="connsiteX491" fmla="*/ 4780440 w 7467663"/>
              <a:gd name="connsiteY491" fmla="*/ 4470290 h 6858000"/>
              <a:gd name="connsiteX492" fmla="*/ 4898954 w 7467663"/>
              <a:gd name="connsiteY492" fmla="*/ 4662092 h 6858000"/>
              <a:gd name="connsiteX493" fmla="*/ 4900699 w 7467663"/>
              <a:gd name="connsiteY493" fmla="*/ 4670867 h 6858000"/>
              <a:gd name="connsiteX494" fmla="*/ 5714511 w 7467663"/>
              <a:gd name="connsiteY494" fmla="*/ 4663483 h 6858000"/>
              <a:gd name="connsiteX495" fmla="*/ 5464793 w 7467663"/>
              <a:gd name="connsiteY495" fmla="*/ 4393556 h 6858000"/>
              <a:gd name="connsiteX496" fmla="*/ 5461897 w 7467663"/>
              <a:gd name="connsiteY496" fmla="*/ 4390879 h 6858000"/>
              <a:gd name="connsiteX497" fmla="*/ 4294126 w 7467663"/>
              <a:gd name="connsiteY497" fmla="*/ 3303048 h 6858000"/>
              <a:gd name="connsiteX498" fmla="*/ 4305321 w 7467663"/>
              <a:gd name="connsiteY498" fmla="*/ 3256953 h 6858000"/>
              <a:gd name="connsiteX499" fmla="*/ 4949299 w 7467663"/>
              <a:gd name="connsiteY499" fmla="*/ 3766336 h 6858000"/>
              <a:gd name="connsiteX500" fmla="*/ 5291452 w 7467663"/>
              <a:gd name="connsiteY500" fmla="*/ 4076801 h 6858000"/>
              <a:gd name="connsiteX501" fmla="*/ 5434998 w 7467663"/>
              <a:gd name="connsiteY501" fmla="*/ 4254100 h 6858000"/>
              <a:gd name="connsiteX502" fmla="*/ 5351015 w 7467663"/>
              <a:gd name="connsiteY502" fmla="*/ 3760989 h 6858000"/>
              <a:gd name="connsiteX503" fmla="*/ 5413780 w 7467663"/>
              <a:gd name="connsiteY503" fmla="*/ 2966265 h 6858000"/>
              <a:gd name="connsiteX504" fmla="*/ 5425627 w 7467663"/>
              <a:gd name="connsiteY504" fmla="*/ 2954192 h 6858000"/>
              <a:gd name="connsiteX505" fmla="*/ 6604735 w 7467663"/>
              <a:gd name="connsiteY505" fmla="*/ 2041381 h 6858000"/>
              <a:gd name="connsiteX506" fmla="*/ 7204487 w 7467663"/>
              <a:gd name="connsiteY506" fmla="*/ 2742112 h 6858000"/>
              <a:gd name="connsiteX507" fmla="*/ 7131592 w 7467663"/>
              <a:gd name="connsiteY507" fmla="*/ 2672096 h 6858000"/>
              <a:gd name="connsiteX508" fmla="*/ 6996344 w 7467663"/>
              <a:gd name="connsiteY508" fmla="*/ 2518310 h 6858000"/>
              <a:gd name="connsiteX509" fmla="*/ 6735495 w 7467663"/>
              <a:gd name="connsiteY509" fmla="*/ 2196890 h 6858000"/>
              <a:gd name="connsiteX510" fmla="*/ 6721901 w 7467663"/>
              <a:gd name="connsiteY510" fmla="*/ 2179274 h 6858000"/>
              <a:gd name="connsiteX511" fmla="*/ 6604735 w 7467663"/>
              <a:gd name="connsiteY511" fmla="*/ 2041381 h 6858000"/>
              <a:gd name="connsiteX512" fmla="*/ 6591670 w 7467663"/>
              <a:gd name="connsiteY512" fmla="*/ 1988277 h 6858000"/>
              <a:gd name="connsiteX513" fmla="*/ 6747349 w 7467663"/>
              <a:gd name="connsiteY513" fmla="*/ 2160069 h 6858000"/>
              <a:gd name="connsiteX514" fmla="*/ 6760943 w 7467663"/>
              <a:gd name="connsiteY514" fmla="*/ 2177686 h 6858000"/>
              <a:gd name="connsiteX515" fmla="*/ 7021065 w 7467663"/>
              <a:gd name="connsiteY515" fmla="*/ 2498102 h 6858000"/>
              <a:gd name="connsiteX516" fmla="*/ 7155223 w 7467663"/>
              <a:gd name="connsiteY516" fmla="*/ 2650386 h 6858000"/>
              <a:gd name="connsiteX517" fmla="*/ 7203167 w 7467663"/>
              <a:gd name="connsiteY517" fmla="*/ 2697288 h 6858000"/>
              <a:gd name="connsiteX518" fmla="*/ 6937703 w 7467663"/>
              <a:gd name="connsiteY518" fmla="*/ 2321981 h 6858000"/>
              <a:gd name="connsiteX519" fmla="*/ 6591670 w 7467663"/>
              <a:gd name="connsiteY519" fmla="*/ 1988277 h 6858000"/>
              <a:gd name="connsiteX520" fmla="*/ 5798671 w 7467663"/>
              <a:gd name="connsiteY520" fmla="*/ 1981601 h 6858000"/>
              <a:gd name="connsiteX521" fmla="*/ 5754709 w 7467663"/>
              <a:gd name="connsiteY521" fmla="*/ 2071454 h 6858000"/>
              <a:gd name="connsiteX522" fmla="*/ 5763044 w 7467663"/>
              <a:gd name="connsiteY522" fmla="*/ 2842206 h 6858000"/>
              <a:gd name="connsiteX523" fmla="*/ 5764974 w 7467663"/>
              <a:gd name="connsiteY523" fmla="*/ 2799609 h 6858000"/>
              <a:gd name="connsiteX524" fmla="*/ 5767665 w 7467663"/>
              <a:gd name="connsiteY524" fmla="*/ 2666409 h 6858000"/>
              <a:gd name="connsiteX525" fmla="*/ 5763055 w 7467663"/>
              <a:gd name="connsiteY525" fmla="*/ 2579705 h 6858000"/>
              <a:gd name="connsiteX526" fmla="*/ 5758079 w 7467663"/>
              <a:gd name="connsiteY526" fmla="*/ 2492508 h 6858000"/>
              <a:gd name="connsiteX527" fmla="*/ 5779325 w 7467663"/>
              <a:gd name="connsiteY527" fmla="*/ 2197069 h 6858000"/>
              <a:gd name="connsiteX528" fmla="*/ 5798671 w 7467663"/>
              <a:gd name="connsiteY528" fmla="*/ 1981601 h 6858000"/>
              <a:gd name="connsiteX529" fmla="*/ 5829202 w 7467663"/>
              <a:gd name="connsiteY529" fmla="*/ 1971679 h 6858000"/>
              <a:gd name="connsiteX530" fmla="*/ 5809558 w 7467663"/>
              <a:gd name="connsiteY530" fmla="*/ 2198043 h 6858000"/>
              <a:gd name="connsiteX531" fmla="*/ 5788653 w 7467663"/>
              <a:gd name="connsiteY531" fmla="*/ 2489430 h 6858000"/>
              <a:gd name="connsiteX532" fmla="*/ 5793439 w 7467663"/>
              <a:gd name="connsiteY532" fmla="*/ 2575235 h 6858000"/>
              <a:gd name="connsiteX533" fmla="*/ 5796837 w 7467663"/>
              <a:gd name="connsiteY533" fmla="*/ 2637633 h 6858000"/>
              <a:gd name="connsiteX534" fmla="*/ 5818614 w 7467663"/>
              <a:gd name="connsiteY534" fmla="*/ 2473055 h 6858000"/>
              <a:gd name="connsiteX535" fmla="*/ 5829202 w 7467663"/>
              <a:gd name="connsiteY535" fmla="*/ 1971679 h 6858000"/>
              <a:gd name="connsiteX536" fmla="*/ 5911389 w 7467663"/>
              <a:gd name="connsiteY536" fmla="*/ 1898371 h 6858000"/>
              <a:gd name="connsiteX537" fmla="*/ 6237627 w 7467663"/>
              <a:gd name="connsiteY537" fmla="*/ 2231921 h 6858000"/>
              <a:gd name="connsiteX538" fmla="*/ 5911389 w 7467663"/>
              <a:gd name="connsiteY538" fmla="*/ 1898371 h 6858000"/>
              <a:gd name="connsiteX539" fmla="*/ 6944437 w 7467663"/>
              <a:gd name="connsiteY539" fmla="*/ 1575402 h 6858000"/>
              <a:gd name="connsiteX540" fmla="*/ 6304730 w 7467663"/>
              <a:gd name="connsiteY540" fmla="*/ 1766654 h 6858000"/>
              <a:gd name="connsiteX541" fmla="*/ 6944437 w 7467663"/>
              <a:gd name="connsiteY541" fmla="*/ 1575402 h 6858000"/>
              <a:gd name="connsiteX542" fmla="*/ 7019523 w 7467663"/>
              <a:gd name="connsiteY542" fmla="*/ 1519450 h 6858000"/>
              <a:gd name="connsiteX543" fmla="*/ 6298091 w 7467663"/>
              <a:gd name="connsiteY543" fmla="*/ 1737122 h 6858000"/>
              <a:gd name="connsiteX544" fmla="*/ 7019523 w 7467663"/>
              <a:gd name="connsiteY544" fmla="*/ 1519450 h 6858000"/>
              <a:gd name="connsiteX545" fmla="*/ 2399523 w 7467663"/>
              <a:gd name="connsiteY545" fmla="*/ 1428234 h 6858000"/>
              <a:gd name="connsiteX546" fmla="*/ 2224982 w 7467663"/>
              <a:gd name="connsiteY546" fmla="*/ 1826201 h 6858000"/>
              <a:gd name="connsiteX547" fmla="*/ 2096099 w 7467663"/>
              <a:gd name="connsiteY547" fmla="*/ 2345900 h 6858000"/>
              <a:gd name="connsiteX548" fmla="*/ 2283317 w 7467663"/>
              <a:gd name="connsiteY548" fmla="*/ 1796925 h 6858000"/>
              <a:gd name="connsiteX549" fmla="*/ 2399523 w 7467663"/>
              <a:gd name="connsiteY549" fmla="*/ 1428234 h 6858000"/>
              <a:gd name="connsiteX550" fmla="*/ 2448558 w 7467663"/>
              <a:gd name="connsiteY550" fmla="*/ 1373435 h 6858000"/>
              <a:gd name="connsiteX551" fmla="*/ 2312521 w 7467663"/>
              <a:gd name="connsiteY551" fmla="*/ 1806140 h 6858000"/>
              <a:gd name="connsiteX552" fmla="*/ 2127533 w 7467663"/>
              <a:gd name="connsiteY552" fmla="*/ 2348380 h 6858000"/>
              <a:gd name="connsiteX553" fmla="*/ 2358080 w 7467663"/>
              <a:gd name="connsiteY553" fmla="*/ 1866134 h 6858000"/>
              <a:gd name="connsiteX554" fmla="*/ 2407436 w 7467663"/>
              <a:gd name="connsiteY554" fmla="*/ 1651070 h 6858000"/>
              <a:gd name="connsiteX555" fmla="*/ 2448558 w 7467663"/>
              <a:gd name="connsiteY555" fmla="*/ 1373435 h 6858000"/>
              <a:gd name="connsiteX556" fmla="*/ 278707 w 7467663"/>
              <a:gd name="connsiteY556" fmla="*/ 1352270 h 6858000"/>
              <a:gd name="connsiteX557" fmla="*/ 321570 w 7467663"/>
              <a:gd name="connsiteY557" fmla="*/ 1861610 h 6858000"/>
              <a:gd name="connsiteX558" fmla="*/ 294281 w 7467663"/>
              <a:gd name="connsiteY558" fmla="*/ 1440658 h 6858000"/>
              <a:gd name="connsiteX559" fmla="*/ 278707 w 7467663"/>
              <a:gd name="connsiteY559" fmla="*/ 1352270 h 6858000"/>
              <a:gd name="connsiteX560" fmla="*/ 1423821 w 7467663"/>
              <a:gd name="connsiteY560" fmla="*/ 1351958 h 6858000"/>
              <a:gd name="connsiteX561" fmla="*/ 1638521 w 7467663"/>
              <a:gd name="connsiteY561" fmla="*/ 1908470 h 6858000"/>
              <a:gd name="connsiteX562" fmla="*/ 1754199 w 7467663"/>
              <a:gd name="connsiteY562" fmla="*/ 2149284 h 6858000"/>
              <a:gd name="connsiteX563" fmla="*/ 1908359 w 7467663"/>
              <a:gd name="connsiteY563" fmla="*/ 2364988 h 6858000"/>
              <a:gd name="connsiteX564" fmla="*/ 1647661 w 7467663"/>
              <a:gd name="connsiteY564" fmla="*/ 1825945 h 6858000"/>
              <a:gd name="connsiteX565" fmla="*/ 1423821 w 7467663"/>
              <a:gd name="connsiteY565" fmla="*/ 1351958 h 6858000"/>
              <a:gd name="connsiteX566" fmla="*/ 1431890 w 7467663"/>
              <a:gd name="connsiteY566" fmla="*/ 1306475 h 6858000"/>
              <a:gd name="connsiteX567" fmla="*/ 1507597 w 7467663"/>
              <a:gd name="connsiteY567" fmla="*/ 1446132 h 6858000"/>
              <a:gd name="connsiteX568" fmla="*/ 1674586 w 7467663"/>
              <a:gd name="connsiteY568" fmla="*/ 1813832 h 6858000"/>
              <a:gd name="connsiteX569" fmla="*/ 1815950 w 7467663"/>
              <a:gd name="connsiteY569" fmla="*/ 2128564 h 6858000"/>
              <a:gd name="connsiteX570" fmla="*/ 1984242 w 7467663"/>
              <a:gd name="connsiteY570" fmla="*/ 2430829 h 6858000"/>
              <a:gd name="connsiteX571" fmla="*/ 2014023 w 7467663"/>
              <a:gd name="connsiteY571" fmla="*/ 2450995 h 6858000"/>
              <a:gd name="connsiteX572" fmla="*/ 1747337 w 7467663"/>
              <a:gd name="connsiteY572" fmla="*/ 1855264 h 6858000"/>
              <a:gd name="connsiteX573" fmla="*/ 1533749 w 7467663"/>
              <a:gd name="connsiteY573" fmla="*/ 1478656 h 6858000"/>
              <a:gd name="connsiteX574" fmla="*/ 1431890 w 7467663"/>
              <a:gd name="connsiteY574" fmla="*/ 1306475 h 6858000"/>
              <a:gd name="connsiteX575" fmla="*/ 5052692 w 7467663"/>
              <a:gd name="connsiteY575" fmla="*/ 1292994 h 6858000"/>
              <a:gd name="connsiteX576" fmla="*/ 5200661 w 7467663"/>
              <a:gd name="connsiteY576" fmla="*/ 1635186 h 6858000"/>
              <a:gd name="connsiteX577" fmla="*/ 5297138 w 7467663"/>
              <a:gd name="connsiteY577" fmla="*/ 1906351 h 6858000"/>
              <a:gd name="connsiteX578" fmla="*/ 5052692 w 7467663"/>
              <a:gd name="connsiteY578" fmla="*/ 1292994 h 6858000"/>
              <a:gd name="connsiteX579" fmla="*/ 5009948 w 7467663"/>
              <a:gd name="connsiteY579" fmla="*/ 1273619 h 6858000"/>
              <a:gd name="connsiteX580" fmla="*/ 5121777 w 7467663"/>
              <a:gd name="connsiteY580" fmla="*/ 1654213 h 6858000"/>
              <a:gd name="connsiteX581" fmla="*/ 5293545 w 7467663"/>
              <a:gd name="connsiteY581" fmla="*/ 2072247 h 6858000"/>
              <a:gd name="connsiteX582" fmla="*/ 5294042 w 7467663"/>
              <a:gd name="connsiteY582" fmla="*/ 2065019 h 6858000"/>
              <a:gd name="connsiteX583" fmla="*/ 5171936 w 7467663"/>
              <a:gd name="connsiteY583" fmla="*/ 1647613 h 6858000"/>
              <a:gd name="connsiteX584" fmla="*/ 5009948 w 7467663"/>
              <a:gd name="connsiteY584" fmla="*/ 1273619 h 6858000"/>
              <a:gd name="connsiteX585" fmla="*/ 655236 w 7467663"/>
              <a:gd name="connsiteY585" fmla="*/ 1268632 h 6858000"/>
              <a:gd name="connsiteX586" fmla="*/ 839521 w 7467663"/>
              <a:gd name="connsiteY586" fmla="*/ 1685315 h 6858000"/>
              <a:gd name="connsiteX587" fmla="*/ 1109416 w 7467663"/>
              <a:gd name="connsiteY587" fmla="*/ 2061663 h 6858000"/>
              <a:gd name="connsiteX588" fmla="*/ 1298300 w 7467663"/>
              <a:gd name="connsiteY588" fmla="*/ 2247742 h 6858000"/>
              <a:gd name="connsiteX589" fmla="*/ 1125871 w 7467663"/>
              <a:gd name="connsiteY589" fmla="*/ 1989513 h 6858000"/>
              <a:gd name="connsiteX590" fmla="*/ 981574 w 7467663"/>
              <a:gd name="connsiteY590" fmla="*/ 1783157 h 6858000"/>
              <a:gd name="connsiteX591" fmla="*/ 922198 w 7467663"/>
              <a:gd name="connsiteY591" fmla="*/ 1677437 h 6858000"/>
              <a:gd name="connsiteX592" fmla="*/ 869293 w 7467663"/>
              <a:gd name="connsiteY592" fmla="*/ 1583214 h 6858000"/>
              <a:gd name="connsiteX593" fmla="*/ 751431 w 7467663"/>
              <a:gd name="connsiteY593" fmla="*/ 1405731 h 6858000"/>
              <a:gd name="connsiteX594" fmla="*/ 655236 w 7467663"/>
              <a:gd name="connsiteY594" fmla="*/ 1268632 h 6858000"/>
              <a:gd name="connsiteX595" fmla="*/ 6516292 w 7467663"/>
              <a:gd name="connsiteY595" fmla="*/ 1263064 h 6858000"/>
              <a:gd name="connsiteX596" fmla="*/ 5736320 w 7467663"/>
              <a:gd name="connsiteY596" fmla="*/ 1501803 h 6858000"/>
              <a:gd name="connsiteX597" fmla="*/ 6516292 w 7467663"/>
              <a:gd name="connsiteY597" fmla="*/ 1263064 h 6858000"/>
              <a:gd name="connsiteX598" fmla="*/ 291466 w 7467663"/>
              <a:gd name="connsiteY598" fmla="*/ 1250369 h 6858000"/>
              <a:gd name="connsiteX599" fmla="*/ 323180 w 7467663"/>
              <a:gd name="connsiteY599" fmla="*/ 1435283 h 6858000"/>
              <a:gd name="connsiteX600" fmla="*/ 349381 w 7467663"/>
              <a:gd name="connsiteY600" fmla="*/ 1875041 h 6858000"/>
              <a:gd name="connsiteX601" fmla="*/ 374363 w 7467663"/>
              <a:gd name="connsiteY601" fmla="*/ 1506494 h 6858000"/>
              <a:gd name="connsiteX602" fmla="*/ 302168 w 7467663"/>
              <a:gd name="connsiteY602" fmla="*/ 1274495 h 6858000"/>
              <a:gd name="connsiteX603" fmla="*/ 291466 w 7467663"/>
              <a:gd name="connsiteY603" fmla="*/ 1250369 h 6858000"/>
              <a:gd name="connsiteX604" fmla="*/ 678222 w 7467663"/>
              <a:gd name="connsiteY604" fmla="*/ 1248670 h 6858000"/>
              <a:gd name="connsiteX605" fmla="*/ 775536 w 7467663"/>
              <a:gd name="connsiteY605" fmla="*/ 1388015 h 6858000"/>
              <a:gd name="connsiteX606" fmla="*/ 894529 w 7467663"/>
              <a:gd name="connsiteY606" fmla="*/ 1567739 h 6858000"/>
              <a:gd name="connsiteX607" fmla="*/ 948000 w 7467663"/>
              <a:gd name="connsiteY607" fmla="*/ 1663088 h 6858000"/>
              <a:gd name="connsiteX608" fmla="*/ 1006812 w 7467663"/>
              <a:gd name="connsiteY608" fmla="*/ 1767683 h 6858000"/>
              <a:gd name="connsiteX609" fmla="*/ 1149133 w 7467663"/>
              <a:gd name="connsiteY609" fmla="*/ 1971513 h 6858000"/>
              <a:gd name="connsiteX610" fmla="*/ 1333952 w 7467663"/>
              <a:gd name="connsiteY610" fmla="*/ 2251620 h 6858000"/>
              <a:gd name="connsiteX611" fmla="*/ 1337329 w 7467663"/>
              <a:gd name="connsiteY611" fmla="*/ 2258350 h 6858000"/>
              <a:gd name="connsiteX612" fmla="*/ 1014726 w 7467663"/>
              <a:gd name="connsiteY612" fmla="*/ 1615556 h 6858000"/>
              <a:gd name="connsiteX613" fmla="*/ 678222 w 7467663"/>
              <a:gd name="connsiteY613" fmla="*/ 1248670 h 6858000"/>
              <a:gd name="connsiteX614" fmla="*/ 6691602 w 7467663"/>
              <a:gd name="connsiteY614" fmla="*/ 1140573 h 6858000"/>
              <a:gd name="connsiteX615" fmla="*/ 6571100 w 7467663"/>
              <a:gd name="connsiteY615" fmla="*/ 1183662 h 6858000"/>
              <a:gd name="connsiteX616" fmla="*/ 6241687 w 7467663"/>
              <a:gd name="connsiteY616" fmla="*/ 1257600 h 6858000"/>
              <a:gd name="connsiteX617" fmla="*/ 5693009 w 7467663"/>
              <a:gd name="connsiteY617" fmla="*/ 1478256 h 6858000"/>
              <a:gd name="connsiteX618" fmla="*/ 6548420 w 7467663"/>
              <a:gd name="connsiteY618" fmla="*/ 1214599 h 6858000"/>
              <a:gd name="connsiteX619" fmla="*/ 6605473 w 7467663"/>
              <a:gd name="connsiteY619" fmla="*/ 1184686 h 6858000"/>
              <a:gd name="connsiteX620" fmla="*/ 6691602 w 7467663"/>
              <a:gd name="connsiteY620" fmla="*/ 1140573 h 6858000"/>
              <a:gd name="connsiteX621" fmla="*/ 4002475 w 7467663"/>
              <a:gd name="connsiteY621" fmla="*/ 1037802 h 6858000"/>
              <a:gd name="connsiteX622" fmla="*/ 4000324 w 7467663"/>
              <a:gd name="connsiteY622" fmla="*/ 1039362 h 6858000"/>
              <a:gd name="connsiteX623" fmla="*/ 4002862 w 7467663"/>
              <a:gd name="connsiteY623" fmla="*/ 1042866 h 6858000"/>
              <a:gd name="connsiteX624" fmla="*/ 4002475 w 7467663"/>
              <a:gd name="connsiteY624" fmla="*/ 1037802 h 6858000"/>
              <a:gd name="connsiteX625" fmla="*/ 506322 w 7467663"/>
              <a:gd name="connsiteY625" fmla="*/ 1020997 h 6858000"/>
              <a:gd name="connsiteX626" fmla="*/ 533068 w 7467663"/>
              <a:gd name="connsiteY626" fmla="*/ 1029409 h 6858000"/>
              <a:gd name="connsiteX627" fmla="*/ 1232525 w 7467663"/>
              <a:gd name="connsiteY627" fmla="*/ 1804675 h 6858000"/>
              <a:gd name="connsiteX628" fmla="*/ 1388858 w 7467663"/>
              <a:gd name="connsiteY628" fmla="*/ 2368011 h 6858000"/>
              <a:gd name="connsiteX629" fmla="*/ 1384098 w 7467663"/>
              <a:gd name="connsiteY629" fmla="*/ 2378125 h 6858000"/>
              <a:gd name="connsiteX630" fmla="*/ 1425393 w 7467663"/>
              <a:gd name="connsiteY630" fmla="*/ 2589124 h 6858000"/>
              <a:gd name="connsiteX631" fmla="*/ 1424001 w 7467663"/>
              <a:gd name="connsiteY631" fmla="*/ 2597541 h 6858000"/>
              <a:gd name="connsiteX632" fmla="*/ 2152729 w 7467663"/>
              <a:gd name="connsiteY632" fmla="*/ 2864487 h 6858000"/>
              <a:gd name="connsiteX633" fmla="*/ 2020609 w 7467663"/>
              <a:gd name="connsiteY633" fmla="*/ 2539671 h 6858000"/>
              <a:gd name="connsiteX634" fmla="*/ 2018920 w 7467663"/>
              <a:gd name="connsiteY634" fmla="*/ 2536309 h 6858000"/>
              <a:gd name="connsiteX635" fmla="*/ 1342441 w 7467663"/>
              <a:gd name="connsiteY635" fmla="*/ 1173017 h 6858000"/>
              <a:gd name="connsiteX636" fmla="*/ 1367925 w 7467663"/>
              <a:gd name="connsiteY636" fmla="*/ 1135648 h 6858000"/>
              <a:gd name="connsiteX637" fmla="*/ 1771401 w 7467663"/>
              <a:gd name="connsiteY637" fmla="*/ 1806673 h 6858000"/>
              <a:gd name="connsiteX638" fmla="*/ 1972385 w 7467663"/>
              <a:gd name="connsiteY638" fmla="*/ 2198735 h 6858000"/>
              <a:gd name="connsiteX639" fmla="*/ 2040892 w 7467663"/>
              <a:gd name="connsiteY639" fmla="*/ 2405205 h 6858000"/>
              <a:gd name="connsiteX640" fmla="*/ 2131689 w 7467663"/>
              <a:gd name="connsiteY640" fmla="*/ 1936926 h 6858000"/>
              <a:gd name="connsiteX641" fmla="*/ 2454820 w 7467663"/>
              <a:gd name="connsiteY641" fmla="*/ 1248808 h 6858000"/>
              <a:gd name="connsiteX642" fmla="*/ 2492512 w 7467663"/>
              <a:gd name="connsiteY642" fmla="*/ 1302920 h 6858000"/>
              <a:gd name="connsiteX643" fmla="*/ 2081216 w 7467663"/>
              <a:gd name="connsiteY643" fmla="*/ 2527513 h 6858000"/>
              <a:gd name="connsiteX644" fmla="*/ 2081211 w 7467663"/>
              <a:gd name="connsiteY644" fmla="*/ 2528916 h 6858000"/>
              <a:gd name="connsiteX645" fmla="*/ 2199067 w 7467663"/>
              <a:gd name="connsiteY645" fmla="*/ 2884061 h 6858000"/>
              <a:gd name="connsiteX646" fmla="*/ 3192586 w 7467663"/>
              <a:gd name="connsiteY646" fmla="*/ 3411496 h 6858000"/>
              <a:gd name="connsiteX647" fmla="*/ 3182620 w 7467663"/>
              <a:gd name="connsiteY647" fmla="*/ 3483279 h 6858000"/>
              <a:gd name="connsiteX648" fmla="*/ 2435119 w 7467663"/>
              <a:gd name="connsiteY648" fmla="*/ 3080173 h 6858000"/>
              <a:gd name="connsiteX649" fmla="*/ 2410152 w 7467663"/>
              <a:gd name="connsiteY649" fmla="*/ 3063751 h 6858000"/>
              <a:gd name="connsiteX650" fmla="*/ 2408099 w 7467663"/>
              <a:gd name="connsiteY650" fmla="*/ 3064403 h 6858000"/>
              <a:gd name="connsiteX651" fmla="*/ 2407218 w 7467663"/>
              <a:gd name="connsiteY651" fmla="*/ 3070324 h 6858000"/>
              <a:gd name="connsiteX652" fmla="*/ 2380138 w 7467663"/>
              <a:gd name="connsiteY652" fmla="*/ 3099341 h 6858000"/>
              <a:gd name="connsiteX653" fmla="*/ 1765923 w 7467663"/>
              <a:gd name="connsiteY653" fmla="*/ 3581043 h 6858000"/>
              <a:gd name="connsiteX654" fmla="*/ 1702258 w 7467663"/>
              <a:gd name="connsiteY654" fmla="*/ 3612286 h 6858000"/>
              <a:gd name="connsiteX655" fmla="*/ 1538370 w 7467663"/>
              <a:gd name="connsiteY655" fmla="*/ 3811804 h 6858000"/>
              <a:gd name="connsiteX656" fmla="*/ 542867 w 7467663"/>
              <a:gd name="connsiteY656" fmla="*/ 4944092 h 6858000"/>
              <a:gd name="connsiteX657" fmla="*/ 515800 w 7467663"/>
              <a:gd name="connsiteY657" fmla="*/ 4862180 h 6858000"/>
              <a:gd name="connsiteX658" fmla="*/ 909145 w 7467663"/>
              <a:gd name="connsiteY658" fmla="*/ 4199225 h 6858000"/>
              <a:gd name="connsiteX659" fmla="*/ 1214067 w 7467663"/>
              <a:gd name="connsiteY659" fmla="*/ 3908561 h 6858000"/>
              <a:gd name="connsiteX660" fmla="*/ 640967 w 7467663"/>
              <a:gd name="connsiteY660" fmla="*/ 4105601 h 6858000"/>
              <a:gd name="connsiteX661" fmla="*/ 112563 w 7467663"/>
              <a:gd name="connsiteY661" fmla="*/ 4396952 h 6858000"/>
              <a:gd name="connsiteX662" fmla="*/ 0 w 7467663"/>
              <a:gd name="connsiteY662" fmla="*/ 4466006 h 6858000"/>
              <a:gd name="connsiteX663" fmla="*/ 0 w 7467663"/>
              <a:gd name="connsiteY663" fmla="*/ 4233763 h 6858000"/>
              <a:gd name="connsiteX664" fmla="*/ 36881 w 7467663"/>
              <a:gd name="connsiteY664" fmla="*/ 4200118 h 6858000"/>
              <a:gd name="connsiteX665" fmla="*/ 910534 w 7467663"/>
              <a:gd name="connsiteY665" fmla="*/ 3629753 h 6858000"/>
              <a:gd name="connsiteX666" fmla="*/ 1578717 w 7467663"/>
              <a:gd name="connsiteY666" fmla="*/ 3575982 h 6858000"/>
              <a:gd name="connsiteX667" fmla="*/ 2338780 w 7467663"/>
              <a:gd name="connsiteY667" fmla="*/ 3033725 h 6858000"/>
              <a:gd name="connsiteX668" fmla="*/ 1807991 w 7467663"/>
              <a:gd name="connsiteY668" fmla="*/ 2807184 h 6858000"/>
              <a:gd name="connsiteX669" fmla="*/ 1416358 w 7467663"/>
              <a:gd name="connsiteY669" fmla="*/ 3112571 h 6858000"/>
              <a:gd name="connsiteX670" fmla="*/ 939066 w 7467663"/>
              <a:gd name="connsiteY670" fmla="*/ 3378798 h 6858000"/>
              <a:gd name="connsiteX671" fmla="*/ 115099 w 7467663"/>
              <a:gd name="connsiteY671" fmla="*/ 3607650 h 6858000"/>
              <a:gd name="connsiteX672" fmla="*/ 97284 w 7467663"/>
              <a:gd name="connsiteY672" fmla="*/ 3520393 h 6858000"/>
              <a:gd name="connsiteX673" fmla="*/ 922050 w 7467663"/>
              <a:gd name="connsiteY673" fmla="*/ 3074867 h 6858000"/>
              <a:gd name="connsiteX674" fmla="*/ 1405265 w 7467663"/>
              <a:gd name="connsiteY674" fmla="*/ 3016319 h 6858000"/>
              <a:gd name="connsiteX675" fmla="*/ 1407512 w 7467663"/>
              <a:gd name="connsiteY675" fmla="*/ 3018001 h 6858000"/>
              <a:gd name="connsiteX676" fmla="*/ 1726266 w 7467663"/>
              <a:gd name="connsiteY676" fmla="*/ 2777274 h 6858000"/>
              <a:gd name="connsiteX677" fmla="*/ 625390 w 7467663"/>
              <a:gd name="connsiteY677" fmla="*/ 2514541 h 6858000"/>
              <a:gd name="connsiteX678" fmla="*/ 619799 w 7467663"/>
              <a:gd name="connsiteY678" fmla="*/ 2527180 h 6858000"/>
              <a:gd name="connsiteX679" fmla="*/ 310030 w 7467663"/>
              <a:gd name="connsiteY679" fmla="*/ 2771818 h 6858000"/>
              <a:gd name="connsiteX680" fmla="*/ 173877 w 7467663"/>
              <a:gd name="connsiteY680" fmla="*/ 2937056 h 6858000"/>
              <a:gd name="connsiteX681" fmla="*/ 77889 w 7467663"/>
              <a:gd name="connsiteY681" fmla="*/ 3138440 h 6858000"/>
              <a:gd name="connsiteX682" fmla="*/ 0 w 7467663"/>
              <a:gd name="connsiteY682" fmla="*/ 3271395 h 6858000"/>
              <a:gd name="connsiteX683" fmla="*/ 0 w 7467663"/>
              <a:gd name="connsiteY683" fmla="*/ 3153002 h 6858000"/>
              <a:gd name="connsiteX684" fmla="*/ 2386 w 7467663"/>
              <a:gd name="connsiteY684" fmla="*/ 3149203 h 6858000"/>
              <a:gd name="connsiteX685" fmla="*/ 89753 w 7467663"/>
              <a:gd name="connsiteY685" fmla="*/ 2987702 h 6858000"/>
              <a:gd name="connsiteX686" fmla="*/ 76869 w 7467663"/>
              <a:gd name="connsiteY686" fmla="*/ 3005404 h 6858000"/>
              <a:gd name="connsiteX687" fmla="*/ 32049 w 7467663"/>
              <a:gd name="connsiteY687" fmla="*/ 3065814 h 6858000"/>
              <a:gd name="connsiteX688" fmla="*/ 0 w 7467663"/>
              <a:gd name="connsiteY688" fmla="*/ 3108744 h 6858000"/>
              <a:gd name="connsiteX689" fmla="*/ 0 w 7467663"/>
              <a:gd name="connsiteY689" fmla="*/ 3058059 h 6858000"/>
              <a:gd name="connsiteX690" fmla="*/ 7610 w 7467663"/>
              <a:gd name="connsiteY690" fmla="*/ 3047889 h 6858000"/>
              <a:gd name="connsiteX691" fmla="*/ 52419 w 7467663"/>
              <a:gd name="connsiteY691" fmla="*/ 2987479 h 6858000"/>
              <a:gd name="connsiteX692" fmla="*/ 59142 w 7467663"/>
              <a:gd name="connsiteY692" fmla="*/ 2978488 h 6858000"/>
              <a:gd name="connsiteX693" fmla="*/ 0 w 7467663"/>
              <a:gd name="connsiteY693" fmla="*/ 3015334 h 6858000"/>
              <a:gd name="connsiteX694" fmla="*/ 0 w 7467663"/>
              <a:gd name="connsiteY694" fmla="*/ 2914286 h 6858000"/>
              <a:gd name="connsiteX695" fmla="*/ 36383 w 7467663"/>
              <a:gd name="connsiteY695" fmla="*/ 2901128 h 6858000"/>
              <a:gd name="connsiteX696" fmla="*/ 156329 w 7467663"/>
              <a:gd name="connsiteY696" fmla="*/ 2840533 h 6858000"/>
              <a:gd name="connsiteX697" fmla="*/ 358355 w 7467663"/>
              <a:gd name="connsiteY697" fmla="*/ 2620471 h 6858000"/>
              <a:gd name="connsiteX698" fmla="*/ 510577 w 7467663"/>
              <a:gd name="connsiteY698" fmla="*/ 2501244 h 6858000"/>
              <a:gd name="connsiteX699" fmla="*/ 211967 w 7467663"/>
              <a:gd name="connsiteY699" fmla="*/ 2479171 h 6858000"/>
              <a:gd name="connsiteX700" fmla="*/ 0 w 7467663"/>
              <a:gd name="connsiteY700" fmla="*/ 2476398 h 6858000"/>
              <a:gd name="connsiteX701" fmla="*/ 0 w 7467663"/>
              <a:gd name="connsiteY701" fmla="*/ 2389189 h 6858000"/>
              <a:gd name="connsiteX702" fmla="*/ 103062 w 7467663"/>
              <a:gd name="connsiteY702" fmla="*/ 2389518 h 6858000"/>
              <a:gd name="connsiteX703" fmla="*/ 510734 w 7467663"/>
              <a:gd name="connsiteY703" fmla="*/ 2416201 h 6858000"/>
              <a:gd name="connsiteX704" fmla="*/ 279257 w 7467663"/>
              <a:gd name="connsiteY704" fmla="*/ 2092102 h 6858000"/>
              <a:gd name="connsiteX705" fmla="*/ 65265 w 7467663"/>
              <a:gd name="connsiteY705" fmla="*/ 2006049 h 6858000"/>
              <a:gd name="connsiteX706" fmla="*/ 0 w 7467663"/>
              <a:gd name="connsiteY706" fmla="*/ 1982532 h 6858000"/>
              <a:gd name="connsiteX707" fmla="*/ 0 w 7467663"/>
              <a:gd name="connsiteY707" fmla="*/ 1912789 h 6858000"/>
              <a:gd name="connsiteX708" fmla="*/ 97460 w 7467663"/>
              <a:gd name="connsiteY708" fmla="*/ 1953725 h 6858000"/>
              <a:gd name="connsiteX709" fmla="*/ 221272 w 7467663"/>
              <a:gd name="connsiteY709" fmla="*/ 1980766 h 6858000"/>
              <a:gd name="connsiteX710" fmla="*/ 116765 w 7467663"/>
              <a:gd name="connsiteY710" fmla="*/ 1911033 h 6858000"/>
              <a:gd name="connsiteX711" fmla="*/ 16405 w 7467663"/>
              <a:gd name="connsiteY711" fmla="*/ 1803412 h 6858000"/>
              <a:gd name="connsiteX712" fmla="*/ 0 w 7467663"/>
              <a:gd name="connsiteY712" fmla="*/ 1784777 h 6858000"/>
              <a:gd name="connsiteX713" fmla="*/ 0 w 7467663"/>
              <a:gd name="connsiteY713" fmla="*/ 1740082 h 6858000"/>
              <a:gd name="connsiteX714" fmla="*/ 39394 w 7467663"/>
              <a:gd name="connsiteY714" fmla="*/ 1784856 h 6858000"/>
              <a:gd name="connsiteX715" fmla="*/ 135813 w 7467663"/>
              <a:gd name="connsiteY715" fmla="*/ 1888838 h 6858000"/>
              <a:gd name="connsiteX716" fmla="*/ 242575 w 7467663"/>
              <a:gd name="connsiteY716" fmla="*/ 1958841 h 6858000"/>
              <a:gd name="connsiteX717" fmla="*/ 82197 w 7467663"/>
              <a:gd name="connsiteY717" fmla="*/ 1754826 h 6858000"/>
              <a:gd name="connsiteX718" fmla="*/ 0 w 7467663"/>
              <a:gd name="connsiteY718" fmla="*/ 1679650 h 6858000"/>
              <a:gd name="connsiteX719" fmla="*/ 0 w 7467663"/>
              <a:gd name="connsiteY719" fmla="*/ 1602463 h 6858000"/>
              <a:gd name="connsiteX720" fmla="*/ 84689 w 7467663"/>
              <a:gd name="connsiteY720" fmla="*/ 1677442 h 6858000"/>
              <a:gd name="connsiteX721" fmla="*/ 298437 w 7467663"/>
              <a:gd name="connsiteY721" fmla="*/ 1968019 h 6858000"/>
              <a:gd name="connsiteX722" fmla="*/ 227269 w 7467663"/>
              <a:gd name="connsiteY722" fmla="*/ 1114064 h 6858000"/>
              <a:gd name="connsiteX723" fmla="*/ 248003 w 7467663"/>
              <a:gd name="connsiteY723" fmla="*/ 1089613 h 6858000"/>
              <a:gd name="connsiteX724" fmla="*/ 427020 w 7467663"/>
              <a:gd name="connsiteY724" fmla="*/ 1619803 h 6858000"/>
              <a:gd name="connsiteX725" fmla="*/ 340345 w 7467663"/>
              <a:gd name="connsiteY725" fmla="*/ 2027739 h 6858000"/>
              <a:gd name="connsiteX726" fmla="*/ 360865 w 7467663"/>
              <a:gd name="connsiteY726" fmla="*/ 2044827 h 6858000"/>
              <a:gd name="connsiteX727" fmla="*/ 560414 w 7467663"/>
              <a:gd name="connsiteY727" fmla="*/ 2421457 h 6858000"/>
              <a:gd name="connsiteX728" fmla="*/ 1359703 w 7467663"/>
              <a:gd name="connsiteY728" fmla="*/ 2578554 h 6858000"/>
              <a:gd name="connsiteX729" fmla="*/ 1359422 w 7467663"/>
              <a:gd name="connsiteY729" fmla="*/ 2577994 h 6858000"/>
              <a:gd name="connsiteX730" fmla="*/ 828701 w 7467663"/>
              <a:gd name="connsiteY730" fmla="*/ 1839520 h 6858000"/>
              <a:gd name="connsiteX731" fmla="*/ 494427 w 7467663"/>
              <a:gd name="connsiteY731" fmla="*/ 1092333 h 6858000"/>
              <a:gd name="connsiteX732" fmla="*/ 506322 w 7467663"/>
              <a:gd name="connsiteY732" fmla="*/ 1020997 h 6858000"/>
              <a:gd name="connsiteX733" fmla="*/ 4570198 w 7467663"/>
              <a:gd name="connsiteY733" fmla="*/ 978081 h 6858000"/>
              <a:gd name="connsiteX734" fmla="*/ 4523691 w 7467663"/>
              <a:gd name="connsiteY734" fmla="*/ 1127776 h 6858000"/>
              <a:gd name="connsiteX735" fmla="*/ 4509875 w 7467663"/>
              <a:gd name="connsiteY735" fmla="*/ 1167552 h 6858000"/>
              <a:gd name="connsiteX736" fmla="*/ 4478168 w 7467663"/>
              <a:gd name="connsiteY736" fmla="*/ 1260735 h 6858000"/>
              <a:gd name="connsiteX737" fmla="*/ 4409309 w 7467663"/>
              <a:gd name="connsiteY737" fmla="*/ 1666996 h 6858000"/>
              <a:gd name="connsiteX738" fmla="*/ 4370031 w 7467663"/>
              <a:gd name="connsiteY738" fmla="*/ 1955666 h 6858000"/>
              <a:gd name="connsiteX739" fmla="*/ 4570198 w 7467663"/>
              <a:gd name="connsiteY739" fmla="*/ 978081 h 6858000"/>
              <a:gd name="connsiteX740" fmla="*/ 4557898 w 7467663"/>
              <a:gd name="connsiteY740" fmla="*/ 900011 h 6858000"/>
              <a:gd name="connsiteX741" fmla="*/ 4344840 w 7467663"/>
              <a:gd name="connsiteY741" fmla="*/ 1922038 h 6858000"/>
              <a:gd name="connsiteX742" fmla="*/ 4378710 w 7467663"/>
              <a:gd name="connsiteY742" fmla="*/ 1665516 h 6858000"/>
              <a:gd name="connsiteX743" fmla="*/ 4448798 w 7467663"/>
              <a:gd name="connsiteY743" fmla="*/ 1253024 h 6858000"/>
              <a:gd name="connsiteX744" fmla="*/ 4480315 w 7467663"/>
              <a:gd name="connsiteY744" fmla="*/ 1158454 h 6858000"/>
              <a:gd name="connsiteX745" fmla="*/ 4494133 w 7467663"/>
              <a:gd name="connsiteY745" fmla="*/ 1118676 h 6858000"/>
              <a:gd name="connsiteX746" fmla="*/ 4557898 w 7467663"/>
              <a:gd name="connsiteY746" fmla="*/ 900011 h 6858000"/>
              <a:gd name="connsiteX747" fmla="*/ 5870151 w 7467663"/>
              <a:gd name="connsiteY747" fmla="*/ 898890 h 6858000"/>
              <a:gd name="connsiteX748" fmla="*/ 5861335 w 7467663"/>
              <a:gd name="connsiteY748" fmla="*/ 899177 h 6858000"/>
              <a:gd name="connsiteX749" fmla="*/ 5843702 w 7467663"/>
              <a:gd name="connsiteY749" fmla="*/ 899748 h 6858000"/>
              <a:gd name="connsiteX750" fmla="*/ 5651107 w 7467663"/>
              <a:gd name="connsiteY750" fmla="*/ 920306 h 6858000"/>
              <a:gd name="connsiteX751" fmla="*/ 5459407 w 7467663"/>
              <a:gd name="connsiteY751" fmla="*/ 940975 h 6858000"/>
              <a:gd name="connsiteX752" fmla="*/ 5374846 w 7467663"/>
              <a:gd name="connsiteY752" fmla="*/ 941988 h 6858000"/>
              <a:gd name="connsiteX753" fmla="*/ 5256105 w 7467663"/>
              <a:gd name="connsiteY753" fmla="*/ 945632 h 6858000"/>
              <a:gd name="connsiteX754" fmla="*/ 5107071 w 7467663"/>
              <a:gd name="connsiteY754" fmla="*/ 969720 h 6858000"/>
              <a:gd name="connsiteX755" fmla="*/ 4998681 w 7467663"/>
              <a:gd name="connsiteY755" fmla="*/ 988771 h 6858000"/>
              <a:gd name="connsiteX756" fmla="*/ 5870151 w 7467663"/>
              <a:gd name="connsiteY756" fmla="*/ 898890 h 6858000"/>
              <a:gd name="connsiteX757" fmla="*/ 5504425 w 7467663"/>
              <a:gd name="connsiteY757" fmla="*/ 848067 h 6858000"/>
              <a:gd name="connsiteX758" fmla="*/ 4968849 w 7467663"/>
              <a:gd name="connsiteY758" fmla="*/ 962318 h 6858000"/>
              <a:gd name="connsiteX759" fmla="*/ 5104039 w 7467663"/>
              <a:gd name="connsiteY759" fmla="*/ 940634 h 6858000"/>
              <a:gd name="connsiteX760" fmla="*/ 5256311 w 7467663"/>
              <a:gd name="connsiteY760" fmla="*/ 916490 h 6858000"/>
              <a:gd name="connsiteX761" fmla="*/ 5377381 w 7467663"/>
              <a:gd name="connsiteY761" fmla="*/ 912671 h 6858000"/>
              <a:gd name="connsiteX762" fmla="*/ 5460148 w 7467663"/>
              <a:gd name="connsiteY762" fmla="*/ 911442 h 6858000"/>
              <a:gd name="connsiteX763" fmla="*/ 5648971 w 7467663"/>
              <a:gd name="connsiteY763" fmla="*/ 891331 h 6858000"/>
              <a:gd name="connsiteX764" fmla="*/ 5844807 w 7467663"/>
              <a:gd name="connsiteY764" fmla="*/ 870718 h 6858000"/>
              <a:gd name="connsiteX765" fmla="*/ 5862975 w 7467663"/>
              <a:gd name="connsiteY765" fmla="*/ 869756 h 6858000"/>
              <a:gd name="connsiteX766" fmla="*/ 5920887 w 7467663"/>
              <a:gd name="connsiteY766" fmla="*/ 865929 h 6858000"/>
              <a:gd name="connsiteX767" fmla="*/ 5504425 w 7467663"/>
              <a:gd name="connsiteY767" fmla="*/ 848067 h 6858000"/>
              <a:gd name="connsiteX768" fmla="*/ 3607114 w 7467663"/>
              <a:gd name="connsiteY768" fmla="*/ 467441 h 6858000"/>
              <a:gd name="connsiteX769" fmla="*/ 3296242 w 7467663"/>
              <a:gd name="connsiteY769" fmla="*/ 807991 h 6858000"/>
              <a:gd name="connsiteX770" fmla="*/ 3174674 w 7467663"/>
              <a:gd name="connsiteY770" fmla="*/ 919759 h 6858000"/>
              <a:gd name="connsiteX771" fmla="*/ 3042978 w 7467663"/>
              <a:gd name="connsiteY771" fmla="*/ 1054894 h 6858000"/>
              <a:gd name="connsiteX772" fmla="*/ 2968914 w 7467663"/>
              <a:gd name="connsiteY772" fmla="*/ 1133756 h 6858000"/>
              <a:gd name="connsiteX773" fmla="*/ 3103823 w 7467663"/>
              <a:gd name="connsiteY773" fmla="*/ 1026814 h 6858000"/>
              <a:gd name="connsiteX774" fmla="*/ 3607114 w 7467663"/>
              <a:gd name="connsiteY774" fmla="*/ 467441 h 6858000"/>
              <a:gd name="connsiteX775" fmla="*/ 3744487 w 7467663"/>
              <a:gd name="connsiteY775" fmla="*/ 383136 h 6858000"/>
              <a:gd name="connsiteX776" fmla="*/ 3970213 w 7467663"/>
              <a:gd name="connsiteY776" fmla="*/ 995559 h 6858000"/>
              <a:gd name="connsiteX777" fmla="*/ 3744487 w 7467663"/>
              <a:gd name="connsiteY777" fmla="*/ 383136 h 6858000"/>
              <a:gd name="connsiteX778" fmla="*/ 3624562 w 7467663"/>
              <a:gd name="connsiteY778" fmla="*/ 367041 h 6858000"/>
              <a:gd name="connsiteX779" fmla="*/ 3489712 w 7467663"/>
              <a:gd name="connsiteY779" fmla="*/ 485386 h 6858000"/>
              <a:gd name="connsiteX780" fmla="*/ 3182994 w 7467663"/>
              <a:gd name="connsiteY780" fmla="*/ 828265 h 6858000"/>
              <a:gd name="connsiteX781" fmla="*/ 2892114 w 7467663"/>
              <a:gd name="connsiteY781" fmla="*/ 1172635 h 6858000"/>
              <a:gd name="connsiteX782" fmla="*/ 3021459 w 7467663"/>
              <a:gd name="connsiteY782" fmla="*/ 1035385 h 6858000"/>
              <a:gd name="connsiteX783" fmla="*/ 3153873 w 7467663"/>
              <a:gd name="connsiteY783" fmla="*/ 898971 h 6858000"/>
              <a:gd name="connsiteX784" fmla="*/ 3276511 w 7467663"/>
              <a:gd name="connsiteY784" fmla="*/ 786423 h 6858000"/>
              <a:gd name="connsiteX785" fmla="*/ 3584154 w 7467663"/>
              <a:gd name="connsiteY785" fmla="*/ 448218 h 6858000"/>
              <a:gd name="connsiteX786" fmla="*/ 3624562 w 7467663"/>
              <a:gd name="connsiteY786" fmla="*/ 367041 h 6858000"/>
              <a:gd name="connsiteX787" fmla="*/ 3766672 w 7467663"/>
              <a:gd name="connsiteY787" fmla="*/ 359429 h 6858000"/>
              <a:gd name="connsiteX788" fmla="*/ 3996338 w 7467663"/>
              <a:gd name="connsiteY788" fmla="*/ 968237 h 6858000"/>
              <a:gd name="connsiteX789" fmla="*/ 3766672 w 7467663"/>
              <a:gd name="connsiteY789" fmla="*/ 359429 h 6858000"/>
              <a:gd name="connsiteX790" fmla="*/ 5805386 w 7467663"/>
              <a:gd name="connsiteY790" fmla="*/ 239240 h 6858000"/>
              <a:gd name="connsiteX791" fmla="*/ 5736947 w 7467663"/>
              <a:gd name="connsiteY791" fmla="*/ 261367 h 6858000"/>
              <a:gd name="connsiteX792" fmla="*/ 5427012 w 7467663"/>
              <a:gd name="connsiteY792" fmla="*/ 311272 h 6858000"/>
              <a:gd name="connsiteX793" fmla="*/ 5147818 w 7467663"/>
              <a:gd name="connsiteY793" fmla="*/ 322112 h 6858000"/>
              <a:gd name="connsiteX794" fmla="*/ 5060854 w 7467663"/>
              <a:gd name="connsiteY794" fmla="*/ 311882 h 6858000"/>
              <a:gd name="connsiteX795" fmla="*/ 4945989 w 7467663"/>
              <a:gd name="connsiteY795" fmla="*/ 300516 h 6858000"/>
              <a:gd name="connsiteX796" fmla="*/ 5410479 w 7467663"/>
              <a:gd name="connsiteY796" fmla="*/ 348434 h 6858000"/>
              <a:gd name="connsiteX797" fmla="*/ 5805386 w 7467663"/>
              <a:gd name="connsiteY797" fmla="*/ 239240 h 6858000"/>
              <a:gd name="connsiteX798" fmla="*/ 5905192 w 7467663"/>
              <a:gd name="connsiteY798" fmla="*/ 163079 h 6858000"/>
              <a:gd name="connsiteX799" fmla="*/ 5865655 w 7467663"/>
              <a:gd name="connsiteY799" fmla="*/ 171901 h 6858000"/>
              <a:gd name="connsiteX800" fmla="*/ 5259740 w 7467663"/>
              <a:gd name="connsiteY800" fmla="*/ 257013 h 6858000"/>
              <a:gd name="connsiteX801" fmla="*/ 5208466 w 7467663"/>
              <a:gd name="connsiteY801" fmla="*/ 257550 h 6858000"/>
              <a:gd name="connsiteX802" fmla="*/ 4980204 w 7467663"/>
              <a:gd name="connsiteY802" fmla="*/ 271903 h 6858000"/>
              <a:gd name="connsiteX803" fmla="*/ 5068068 w 7467663"/>
              <a:gd name="connsiteY803" fmla="*/ 282244 h 6858000"/>
              <a:gd name="connsiteX804" fmla="*/ 5153231 w 7467663"/>
              <a:gd name="connsiteY804" fmla="*/ 292240 h 6858000"/>
              <a:gd name="connsiteX805" fmla="*/ 5426491 w 7467663"/>
              <a:gd name="connsiteY805" fmla="*/ 281128 h 6858000"/>
              <a:gd name="connsiteX806" fmla="*/ 5731212 w 7467663"/>
              <a:gd name="connsiteY806" fmla="*/ 231951 h 6858000"/>
              <a:gd name="connsiteX807" fmla="*/ 5905192 w 7467663"/>
              <a:gd name="connsiteY807" fmla="*/ 163079 h 6858000"/>
              <a:gd name="connsiteX808" fmla="*/ 5944437 w 7467663"/>
              <a:gd name="connsiteY808" fmla="*/ 113829 h 6858000"/>
              <a:gd name="connsiteX809" fmla="*/ 5825032 w 7467663"/>
              <a:gd name="connsiteY809" fmla="*/ 146405 h 6858000"/>
              <a:gd name="connsiteX810" fmla="*/ 4955599 w 7467663"/>
              <a:gd name="connsiteY810" fmla="*/ 247008 h 6858000"/>
              <a:gd name="connsiteX811" fmla="*/ 5210104 w 7467663"/>
              <a:gd name="connsiteY811" fmla="*/ 228123 h 6858000"/>
              <a:gd name="connsiteX812" fmla="*/ 5261015 w 7467663"/>
              <a:gd name="connsiteY812" fmla="*/ 227087 h 6858000"/>
              <a:gd name="connsiteX813" fmla="*/ 5861181 w 7467663"/>
              <a:gd name="connsiteY813" fmla="*/ 143093 h 6858000"/>
              <a:gd name="connsiteX814" fmla="*/ 5961252 w 7467663"/>
              <a:gd name="connsiteY814" fmla="*/ 114820 h 6858000"/>
              <a:gd name="connsiteX815" fmla="*/ 5944437 w 7467663"/>
              <a:gd name="connsiteY815" fmla="*/ 113829 h 6858000"/>
              <a:gd name="connsiteX816" fmla="*/ 3882765 w 7467663"/>
              <a:gd name="connsiteY816" fmla="*/ 0 h 6858000"/>
              <a:gd name="connsiteX817" fmla="*/ 3995099 w 7467663"/>
              <a:gd name="connsiteY817" fmla="*/ 0 h 6858000"/>
              <a:gd name="connsiteX818" fmla="*/ 4163818 w 7467663"/>
              <a:gd name="connsiteY818" fmla="*/ 234104 h 6858000"/>
              <a:gd name="connsiteX819" fmla="*/ 4172099 w 7467663"/>
              <a:gd name="connsiteY819" fmla="*/ 234207 h 6858000"/>
              <a:gd name="connsiteX820" fmla="*/ 4784282 w 7467663"/>
              <a:gd name="connsiteY820" fmla="*/ 276561 h 6858000"/>
              <a:gd name="connsiteX821" fmla="*/ 4801687 w 7467663"/>
              <a:gd name="connsiteY821" fmla="*/ 267764 h 6858000"/>
              <a:gd name="connsiteX822" fmla="*/ 6082788 w 7467663"/>
              <a:gd name="connsiteY822" fmla="*/ 64119 h 6858000"/>
              <a:gd name="connsiteX823" fmla="*/ 6099442 w 7467663"/>
              <a:gd name="connsiteY823" fmla="*/ 82568 h 6858000"/>
              <a:gd name="connsiteX824" fmla="*/ 4804137 w 7467663"/>
              <a:gd name="connsiteY824" fmla="*/ 320931 h 6858000"/>
              <a:gd name="connsiteX825" fmla="*/ 4227047 w 7467663"/>
              <a:gd name="connsiteY825" fmla="*/ 313415 h 6858000"/>
              <a:gd name="connsiteX826" fmla="*/ 4346041 w 7467663"/>
              <a:gd name="connsiteY826" fmla="*/ 456086 h 6858000"/>
              <a:gd name="connsiteX827" fmla="*/ 4870967 w 7467663"/>
              <a:gd name="connsiteY827" fmla="*/ 963061 h 6858000"/>
              <a:gd name="connsiteX828" fmla="*/ 4889647 w 7467663"/>
              <a:gd name="connsiteY828" fmla="*/ 957147 h 6858000"/>
              <a:gd name="connsiteX829" fmla="*/ 5422504 w 7467663"/>
              <a:gd name="connsiteY829" fmla="*/ 805191 h 6858000"/>
              <a:gd name="connsiteX830" fmla="*/ 6087656 w 7467663"/>
              <a:gd name="connsiteY830" fmla="*/ 826703 h 6858000"/>
              <a:gd name="connsiteX831" fmla="*/ 6058717 w 7467663"/>
              <a:gd name="connsiteY831" fmla="*/ 865992 h 6858000"/>
              <a:gd name="connsiteX832" fmla="*/ 4974153 w 7467663"/>
              <a:gd name="connsiteY832" fmla="*/ 1045456 h 6858000"/>
              <a:gd name="connsiteX833" fmla="*/ 5627835 w 7467663"/>
              <a:gd name="connsiteY833" fmla="*/ 1472077 h 6858000"/>
              <a:gd name="connsiteX834" fmla="*/ 5629817 w 7467663"/>
              <a:gd name="connsiteY834" fmla="*/ 1471412 h 6858000"/>
              <a:gd name="connsiteX835" fmla="*/ 5634124 w 7467663"/>
              <a:gd name="connsiteY835" fmla="*/ 1470572 h 6858000"/>
              <a:gd name="connsiteX836" fmla="*/ 5755832 w 7467663"/>
              <a:gd name="connsiteY836" fmla="*/ 1383886 h 6858000"/>
              <a:gd name="connsiteX837" fmla="*/ 6014186 w 7467663"/>
              <a:gd name="connsiteY837" fmla="*/ 1279799 h 6858000"/>
              <a:gd name="connsiteX838" fmla="*/ 6901619 w 7467663"/>
              <a:gd name="connsiteY838" fmla="*/ 1047874 h 6858000"/>
              <a:gd name="connsiteX839" fmla="*/ 6931566 w 7467663"/>
              <a:gd name="connsiteY839" fmla="*/ 1062034 h 6858000"/>
              <a:gd name="connsiteX840" fmla="*/ 5790982 w 7467663"/>
              <a:gd name="connsiteY840" fmla="*/ 1561380 h 6858000"/>
              <a:gd name="connsiteX841" fmla="*/ 6188971 w 7467663"/>
              <a:gd name="connsiteY841" fmla="*/ 1755168 h 6858000"/>
              <a:gd name="connsiteX842" fmla="*/ 6202446 w 7467663"/>
              <a:gd name="connsiteY842" fmla="*/ 1752268 h 6858000"/>
              <a:gd name="connsiteX843" fmla="*/ 7179560 w 7467663"/>
              <a:gd name="connsiteY843" fmla="*/ 1467551 h 6858000"/>
              <a:gd name="connsiteX844" fmla="*/ 7158730 w 7467663"/>
              <a:gd name="connsiteY844" fmla="*/ 1507835 h 6858000"/>
              <a:gd name="connsiteX845" fmla="*/ 6326959 w 7467663"/>
              <a:gd name="connsiteY845" fmla="*/ 1817686 h 6858000"/>
              <a:gd name="connsiteX846" fmla="*/ 6537433 w 7467663"/>
              <a:gd name="connsiteY846" fmla="*/ 1907790 h 6858000"/>
              <a:gd name="connsiteX847" fmla="*/ 6550221 w 7467663"/>
              <a:gd name="connsiteY847" fmla="*/ 1910729 h 6858000"/>
              <a:gd name="connsiteX848" fmla="*/ 6964438 w 7467663"/>
              <a:gd name="connsiteY848" fmla="*/ 2209505 h 6858000"/>
              <a:gd name="connsiteX849" fmla="*/ 7367862 w 7467663"/>
              <a:gd name="connsiteY849" fmla="*/ 2806833 h 6858000"/>
              <a:gd name="connsiteX850" fmla="*/ 7364329 w 7467663"/>
              <a:gd name="connsiteY850" fmla="*/ 2826907 h 6858000"/>
              <a:gd name="connsiteX851" fmla="*/ 7290545 w 7467663"/>
              <a:gd name="connsiteY851" fmla="*/ 2850663 h 6858000"/>
              <a:gd name="connsiteX852" fmla="*/ 6472036 w 7467663"/>
              <a:gd name="connsiteY852" fmla="*/ 1959003 h 6858000"/>
              <a:gd name="connsiteX853" fmla="*/ 5792897 w 7467663"/>
              <a:gd name="connsiteY853" fmla="*/ 1647747 h 6858000"/>
              <a:gd name="connsiteX854" fmla="*/ 5842751 w 7467663"/>
              <a:gd name="connsiteY854" fmla="*/ 1816112 h 6858000"/>
              <a:gd name="connsiteX855" fmla="*/ 5847424 w 7467663"/>
              <a:gd name="connsiteY855" fmla="*/ 1815776 h 6858000"/>
              <a:gd name="connsiteX856" fmla="*/ 6399821 w 7467663"/>
              <a:gd name="connsiteY856" fmla="*/ 2344799 h 6858000"/>
              <a:gd name="connsiteX857" fmla="*/ 6323232 w 7467663"/>
              <a:gd name="connsiteY857" fmla="*/ 2389634 h 6858000"/>
              <a:gd name="connsiteX858" fmla="*/ 5942958 w 7467663"/>
              <a:gd name="connsiteY858" fmla="*/ 2077708 h 6858000"/>
              <a:gd name="connsiteX859" fmla="*/ 5921559 w 7467663"/>
              <a:gd name="connsiteY859" fmla="*/ 2378596 h 6858000"/>
              <a:gd name="connsiteX860" fmla="*/ 5817651 w 7467663"/>
              <a:gd name="connsiteY860" fmla="*/ 3023919 h 6858000"/>
              <a:gd name="connsiteX861" fmla="*/ 5729634 w 7467663"/>
              <a:gd name="connsiteY861" fmla="*/ 3051849 h 6858000"/>
              <a:gd name="connsiteX862" fmla="*/ 5611018 w 7467663"/>
              <a:gd name="connsiteY862" fmla="*/ 2316769 h 6858000"/>
              <a:gd name="connsiteX863" fmla="*/ 5687608 w 7467663"/>
              <a:gd name="connsiteY863" fmla="*/ 2039972 h 6858000"/>
              <a:gd name="connsiteX864" fmla="*/ 5657554 w 7467663"/>
              <a:gd name="connsiteY864" fmla="*/ 1576445 h 6858000"/>
              <a:gd name="connsiteX865" fmla="*/ 5150475 w 7467663"/>
              <a:gd name="connsiteY865" fmla="*/ 1274012 h 6858000"/>
              <a:gd name="connsiteX866" fmla="*/ 5349142 w 7467663"/>
              <a:gd name="connsiteY866" fmla="*/ 2204405 h 6858000"/>
              <a:gd name="connsiteX867" fmla="*/ 5262214 w 7467663"/>
              <a:gd name="connsiteY867" fmla="*/ 2233836 h 6858000"/>
              <a:gd name="connsiteX868" fmla="*/ 4981539 w 7467663"/>
              <a:gd name="connsiteY868" fmla="*/ 1542201 h 6858000"/>
              <a:gd name="connsiteX869" fmla="*/ 4958461 w 7467663"/>
              <a:gd name="connsiteY869" fmla="*/ 1136957 h 6858000"/>
              <a:gd name="connsiteX870" fmla="*/ 4655015 w 7467663"/>
              <a:gd name="connsiteY870" fmla="*/ 891426 h 6858000"/>
              <a:gd name="connsiteX871" fmla="*/ 4348002 w 7467663"/>
              <a:gd name="connsiteY871" fmla="*/ 2205895 h 6858000"/>
              <a:gd name="connsiteX872" fmla="*/ 4262250 w 7467663"/>
              <a:gd name="connsiteY872" fmla="*/ 2219972 h 6858000"/>
              <a:gd name="connsiteX873" fmla="*/ 4550611 w 7467663"/>
              <a:gd name="connsiteY873" fmla="*/ 817540 h 6858000"/>
              <a:gd name="connsiteX874" fmla="*/ 4564418 w 7467663"/>
              <a:gd name="connsiteY874" fmla="*/ 808293 h 6858000"/>
              <a:gd name="connsiteX875" fmla="*/ 4266388 w 7467663"/>
              <a:gd name="connsiteY875" fmla="*/ 500083 h 6858000"/>
              <a:gd name="connsiteX876" fmla="*/ 4032842 w 7467663"/>
              <a:gd name="connsiteY876" fmla="*/ 211809 h 6858000"/>
              <a:gd name="connsiteX877" fmla="*/ 3882765 w 7467663"/>
              <a:gd name="connsiteY877" fmla="*/ 0 h 6858000"/>
              <a:gd name="connsiteX878" fmla="*/ 3721337 w 7467663"/>
              <a:gd name="connsiteY878" fmla="*/ 0 h 6858000"/>
              <a:gd name="connsiteX879" fmla="*/ 3797544 w 7467663"/>
              <a:gd name="connsiteY879" fmla="*/ 0 h 6858000"/>
              <a:gd name="connsiteX880" fmla="*/ 3775734 w 7467663"/>
              <a:gd name="connsiteY880" fmla="*/ 95131 h 6858000"/>
              <a:gd name="connsiteX881" fmla="*/ 3724807 w 7467663"/>
              <a:gd name="connsiteY881" fmla="*/ 272257 h 6858000"/>
              <a:gd name="connsiteX882" fmla="*/ 3726844 w 7467663"/>
              <a:gd name="connsiteY882" fmla="*/ 282988 h 6858000"/>
              <a:gd name="connsiteX883" fmla="*/ 3742664 w 7467663"/>
              <a:gd name="connsiteY883" fmla="*/ 279918 h 6858000"/>
              <a:gd name="connsiteX884" fmla="*/ 4103910 w 7467663"/>
              <a:gd name="connsiteY884" fmla="*/ 1161917 h 6858000"/>
              <a:gd name="connsiteX885" fmla="*/ 4020269 w 7467663"/>
              <a:gd name="connsiteY885" fmla="*/ 1200406 h 6858000"/>
              <a:gd name="connsiteX886" fmla="*/ 3674882 w 7467663"/>
              <a:gd name="connsiteY886" fmla="*/ 488524 h 6858000"/>
              <a:gd name="connsiteX887" fmla="*/ 3132682 w 7467663"/>
              <a:gd name="connsiteY887" fmla="*/ 1072284 h 6858000"/>
              <a:gd name="connsiteX888" fmla="*/ 2716346 w 7467663"/>
              <a:gd name="connsiteY888" fmla="*/ 1276376 h 6858000"/>
              <a:gd name="connsiteX889" fmla="*/ 2716772 w 7467663"/>
              <a:gd name="connsiteY889" fmla="*/ 1255462 h 6858000"/>
              <a:gd name="connsiteX890" fmla="*/ 3471096 w 7467663"/>
              <a:gd name="connsiteY890" fmla="*/ 437072 h 6858000"/>
              <a:gd name="connsiteX891" fmla="*/ 3639057 w 7467663"/>
              <a:gd name="connsiteY891" fmla="*/ 286334 h 6858000"/>
              <a:gd name="connsiteX892" fmla="*/ 3640309 w 7467663"/>
              <a:gd name="connsiteY892" fmla="*/ 284664 h 6858000"/>
              <a:gd name="connsiteX893" fmla="*/ 3646022 w 7467663"/>
              <a:gd name="connsiteY893" fmla="*/ 276711 h 6858000"/>
              <a:gd name="connsiteX894" fmla="*/ 3707943 w 7467663"/>
              <a:gd name="connsiteY894" fmla="*/ 65958 h 6858000"/>
              <a:gd name="connsiteX895" fmla="*/ 3721337 w 7467663"/>
              <a:gd name="connsiteY895" fmla="*/ 0 h 6858000"/>
              <a:gd name="connsiteX896" fmla="*/ 2867960 w 7467663"/>
              <a:gd name="connsiteY896" fmla="*/ 0 h 6858000"/>
              <a:gd name="connsiteX897" fmla="*/ 2926351 w 7467663"/>
              <a:gd name="connsiteY897" fmla="*/ 0 h 6858000"/>
              <a:gd name="connsiteX898" fmla="*/ 2902823 w 7467663"/>
              <a:gd name="connsiteY898" fmla="*/ 262929 h 6858000"/>
              <a:gd name="connsiteX899" fmla="*/ 2940663 w 7467663"/>
              <a:gd name="connsiteY899" fmla="*/ 140884 h 6858000"/>
              <a:gd name="connsiteX900" fmla="*/ 2947039 w 7467663"/>
              <a:gd name="connsiteY900" fmla="*/ 122524 h 6858000"/>
              <a:gd name="connsiteX901" fmla="*/ 2984316 w 7467663"/>
              <a:gd name="connsiteY901" fmla="*/ 0 h 6858000"/>
              <a:gd name="connsiteX902" fmla="*/ 3016114 w 7467663"/>
              <a:gd name="connsiteY902" fmla="*/ 0 h 6858000"/>
              <a:gd name="connsiteX903" fmla="*/ 2979949 w 7467663"/>
              <a:gd name="connsiteY903" fmla="*/ 119274 h 6858000"/>
              <a:gd name="connsiteX904" fmla="*/ 3023879 w 7467663"/>
              <a:gd name="connsiteY904" fmla="*/ 0 h 6858000"/>
              <a:gd name="connsiteX905" fmla="*/ 3105400 w 7467663"/>
              <a:gd name="connsiteY905" fmla="*/ 0 h 6858000"/>
              <a:gd name="connsiteX906" fmla="*/ 3094669 w 7467663"/>
              <a:gd name="connsiteY906" fmla="*/ 30308 h 6858000"/>
              <a:gd name="connsiteX907" fmla="*/ 2901945 w 7467663"/>
              <a:gd name="connsiteY907" fmla="*/ 466538 h 6858000"/>
              <a:gd name="connsiteX908" fmla="*/ 2815209 w 7467663"/>
              <a:gd name="connsiteY908" fmla="*/ 497361 h 6858000"/>
              <a:gd name="connsiteX909" fmla="*/ 2844845 w 7467663"/>
              <a:gd name="connsiteY909" fmla="*/ 127638 h 6858000"/>
              <a:gd name="connsiteX910" fmla="*/ 2867960 w 7467663"/>
              <a:gd name="connsiteY910" fmla="*/ 0 h 6858000"/>
              <a:gd name="connsiteX911" fmla="*/ 1057230 w 7467663"/>
              <a:gd name="connsiteY911" fmla="*/ 0 h 6858000"/>
              <a:gd name="connsiteX912" fmla="*/ 1111003 w 7467663"/>
              <a:gd name="connsiteY912" fmla="*/ 0 h 6858000"/>
              <a:gd name="connsiteX913" fmla="*/ 1125553 w 7467663"/>
              <a:gd name="connsiteY913" fmla="*/ 52588 h 6858000"/>
              <a:gd name="connsiteX914" fmla="*/ 1304276 w 7467663"/>
              <a:gd name="connsiteY914" fmla="*/ 476275 h 6858000"/>
              <a:gd name="connsiteX915" fmla="*/ 1492066 w 7467663"/>
              <a:gd name="connsiteY915" fmla="*/ 886333 h 6858000"/>
              <a:gd name="connsiteX916" fmla="*/ 1423698 w 7467663"/>
              <a:gd name="connsiteY916" fmla="*/ 710817 h 6858000"/>
              <a:gd name="connsiteX917" fmla="*/ 1357609 w 7467663"/>
              <a:gd name="connsiteY917" fmla="*/ 532892 h 6858000"/>
              <a:gd name="connsiteX918" fmla="*/ 1309550 w 7467663"/>
              <a:gd name="connsiteY918" fmla="*/ 374031 h 6858000"/>
              <a:gd name="connsiteX919" fmla="*/ 1193673 w 7467663"/>
              <a:gd name="connsiteY919" fmla="*/ 49533 h 6858000"/>
              <a:gd name="connsiteX920" fmla="*/ 1164391 w 7467663"/>
              <a:gd name="connsiteY920" fmla="*/ 0 h 6858000"/>
              <a:gd name="connsiteX921" fmla="*/ 1200666 w 7467663"/>
              <a:gd name="connsiteY921" fmla="*/ 0 h 6858000"/>
              <a:gd name="connsiteX922" fmla="*/ 1223408 w 7467663"/>
              <a:gd name="connsiteY922" fmla="*/ 38996 h 6858000"/>
              <a:gd name="connsiteX923" fmla="*/ 1339635 w 7467663"/>
              <a:gd name="connsiteY923" fmla="*/ 365517 h 6858000"/>
              <a:gd name="connsiteX924" fmla="*/ 1387469 w 7467663"/>
              <a:gd name="connsiteY924" fmla="*/ 523079 h 6858000"/>
              <a:gd name="connsiteX925" fmla="*/ 1452685 w 7467663"/>
              <a:gd name="connsiteY925" fmla="*/ 699806 h 6858000"/>
              <a:gd name="connsiteX926" fmla="*/ 1492092 w 7467663"/>
              <a:gd name="connsiteY926" fmla="*/ 800424 h 6858000"/>
              <a:gd name="connsiteX927" fmla="*/ 1455302 w 7467663"/>
              <a:gd name="connsiteY927" fmla="*/ 632913 h 6858000"/>
              <a:gd name="connsiteX928" fmla="*/ 1222336 w 7467663"/>
              <a:gd name="connsiteY928" fmla="*/ 9480 h 6858000"/>
              <a:gd name="connsiteX929" fmla="*/ 1214634 w 7467663"/>
              <a:gd name="connsiteY929" fmla="*/ 0 h 6858000"/>
              <a:gd name="connsiteX930" fmla="*/ 1289827 w 7467663"/>
              <a:gd name="connsiteY930" fmla="*/ 0 h 6858000"/>
              <a:gd name="connsiteX931" fmla="*/ 1321076 w 7467663"/>
              <a:gd name="connsiteY931" fmla="*/ 59722 h 6858000"/>
              <a:gd name="connsiteX932" fmla="*/ 1512579 w 7467663"/>
              <a:gd name="connsiteY932" fmla="*/ 626441 h 6858000"/>
              <a:gd name="connsiteX933" fmla="*/ 1506076 w 7467663"/>
              <a:gd name="connsiteY933" fmla="*/ 1089289 h 6858000"/>
              <a:gd name="connsiteX934" fmla="*/ 1486346 w 7467663"/>
              <a:gd name="connsiteY934" fmla="*/ 1079919 h 6858000"/>
              <a:gd name="connsiteX935" fmla="*/ 1070511 w 7467663"/>
              <a:gd name="connsiteY935" fmla="*/ 48609 h 6858000"/>
              <a:gd name="connsiteX936" fmla="*/ 1057230 w 7467663"/>
              <a:gd name="connsiteY936" fmla="*/ 0 h 6858000"/>
              <a:gd name="connsiteX937" fmla="*/ 43151 w 7467663"/>
              <a:gd name="connsiteY937" fmla="*/ 0 h 6858000"/>
              <a:gd name="connsiteX938" fmla="*/ 95283 w 7467663"/>
              <a:gd name="connsiteY938" fmla="*/ 0 h 6858000"/>
              <a:gd name="connsiteX939" fmla="*/ 300708 w 7467663"/>
              <a:gd name="connsiteY939" fmla="*/ 154571 h 6858000"/>
              <a:gd name="connsiteX940" fmla="*/ 530414 w 7467663"/>
              <a:gd name="connsiteY940" fmla="*/ 354673 h 6858000"/>
              <a:gd name="connsiteX941" fmla="*/ 333785 w 7467663"/>
              <a:gd name="connsiteY941" fmla="*/ 161564 h 6858000"/>
              <a:gd name="connsiteX942" fmla="*/ 147005 w 7467663"/>
              <a:gd name="connsiteY942" fmla="*/ 0 h 6858000"/>
              <a:gd name="connsiteX943" fmla="*/ 272509 w 7467663"/>
              <a:gd name="connsiteY943" fmla="*/ 0 h 6858000"/>
              <a:gd name="connsiteX944" fmla="*/ 326276 w 7467663"/>
              <a:gd name="connsiteY944" fmla="*/ 45847 h 6858000"/>
              <a:gd name="connsiteX945" fmla="*/ 823759 w 7467663"/>
              <a:gd name="connsiteY945" fmla="*/ 574145 h 6858000"/>
              <a:gd name="connsiteX946" fmla="*/ 811254 w 7467663"/>
              <a:gd name="connsiteY946" fmla="*/ 665546 h 6858000"/>
              <a:gd name="connsiteX947" fmla="*/ 154042 w 7467663"/>
              <a:gd name="connsiteY947" fmla="*/ 261522 h 6858000"/>
              <a:gd name="connsiteX948" fmla="*/ 13550 w 7467663"/>
              <a:gd name="connsiteY948" fmla="*/ 158423 h 6858000"/>
              <a:gd name="connsiteX949" fmla="*/ 0 w 7467663"/>
              <a:gd name="connsiteY949" fmla="*/ 146618 h 6858000"/>
              <a:gd name="connsiteX950" fmla="*/ 0 w 7467663"/>
              <a:gd name="connsiteY950" fmla="*/ 59161 h 6858000"/>
              <a:gd name="connsiteX951" fmla="*/ 45427 w 7467663"/>
              <a:gd name="connsiteY951" fmla="*/ 101078 h 6858000"/>
              <a:gd name="connsiteX952" fmla="*/ 630103 w 7467663"/>
              <a:gd name="connsiteY952" fmla="*/ 485885 h 6858000"/>
              <a:gd name="connsiteX953" fmla="*/ 532040 w 7467663"/>
              <a:gd name="connsiteY953" fmla="*/ 399359 h 6858000"/>
              <a:gd name="connsiteX954" fmla="*/ 517618 w 7467663"/>
              <a:gd name="connsiteY954" fmla="*/ 385726 h 6858000"/>
              <a:gd name="connsiteX955" fmla="*/ 285074 w 7467663"/>
              <a:gd name="connsiteY955" fmla="*/ 182755 h 6858000"/>
              <a:gd name="connsiteX956" fmla="*/ 43151 w 7467663"/>
              <a:gd name="connsiteY956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7454976 w 7467600"/>
              <a:gd name="connsiteY74" fmla="*/ 6318297 h 6858000"/>
              <a:gd name="connsiteX75" fmla="*/ 7467600 w 7467600"/>
              <a:gd name="connsiteY75" fmla="*/ 6334256 h 6858000"/>
              <a:gd name="connsiteX76" fmla="*/ 7454976 w 7467600"/>
              <a:gd name="connsiteY76" fmla="*/ 6318297 h 6858000"/>
              <a:gd name="connsiteX77" fmla="*/ 1456157 w 7467600"/>
              <a:gd name="connsiteY77" fmla="*/ 5371404 h 6858000"/>
              <a:gd name="connsiteX78" fmla="*/ 1244432 w 7467600"/>
              <a:gd name="connsiteY78" fmla="*/ 5385601 h 6858000"/>
              <a:gd name="connsiteX79" fmla="*/ 973990 w 7467600"/>
              <a:gd name="connsiteY79" fmla="*/ 5424940 h 6858000"/>
              <a:gd name="connsiteX80" fmla="*/ 1103809 w 7467600"/>
              <a:gd name="connsiteY80" fmla="*/ 5433720 h 6858000"/>
              <a:gd name="connsiteX81" fmla="*/ 1123454 w 7467600"/>
              <a:gd name="connsiteY81" fmla="*/ 5435727 h 6858000"/>
              <a:gd name="connsiteX82" fmla="*/ 1737017 w 7467600"/>
              <a:gd name="connsiteY82" fmla="*/ 5452183 h 6858000"/>
              <a:gd name="connsiteX83" fmla="*/ 1824397 w 7467600"/>
              <a:gd name="connsiteY83" fmla="*/ 5447757 h 6858000"/>
              <a:gd name="connsiteX84" fmla="*/ 2070059 w 7467600"/>
              <a:gd name="connsiteY84" fmla="*/ 5441660 h 6858000"/>
              <a:gd name="connsiteX85" fmla="*/ 1456157 w 7467600"/>
              <a:gd name="connsiteY85" fmla="*/ 5371404 h 6858000"/>
              <a:gd name="connsiteX86" fmla="*/ 4988186 w 7467600"/>
              <a:gd name="connsiteY86" fmla="*/ 5216467 h 6858000"/>
              <a:gd name="connsiteX87" fmla="*/ 4777334 w 7467600"/>
              <a:gd name="connsiteY87" fmla="*/ 5406072 h 6858000"/>
              <a:gd name="connsiteX88" fmla="*/ 4718341 w 7467600"/>
              <a:gd name="connsiteY88" fmla="*/ 5468043 h 6858000"/>
              <a:gd name="connsiteX89" fmla="*/ 4604655 w 7467600"/>
              <a:gd name="connsiteY89" fmla="*/ 5583434 h 6858000"/>
              <a:gd name="connsiteX90" fmla="*/ 4565074 w 7467600"/>
              <a:gd name="connsiteY90" fmla="*/ 5618550 h 6858000"/>
              <a:gd name="connsiteX91" fmla="*/ 4988186 w 7467600"/>
              <a:gd name="connsiteY91" fmla="*/ 5216467 h 6858000"/>
              <a:gd name="connsiteX92" fmla="*/ 4978032 w 7467600"/>
              <a:gd name="connsiteY92" fmla="*/ 5183809 h 6858000"/>
              <a:gd name="connsiteX93" fmla="*/ 4463413 w 7467600"/>
              <a:gd name="connsiteY93" fmla="*/ 5615162 h 6858000"/>
              <a:gd name="connsiteX94" fmla="*/ 4358134 w 7467600"/>
              <a:gd name="connsiteY94" fmla="*/ 5742791 h 6858000"/>
              <a:gd name="connsiteX95" fmla="*/ 4376219 w 7467600"/>
              <a:gd name="connsiteY95" fmla="*/ 5729027 h 6858000"/>
              <a:gd name="connsiteX96" fmla="*/ 4582340 w 7467600"/>
              <a:gd name="connsiteY96" fmla="*/ 5561037 h 6858000"/>
              <a:gd name="connsiteX97" fmla="*/ 4694684 w 7467600"/>
              <a:gd name="connsiteY97" fmla="*/ 5447098 h 6858000"/>
              <a:gd name="connsiteX98" fmla="*/ 4754123 w 7467600"/>
              <a:gd name="connsiteY98" fmla="*/ 5384643 h 6858000"/>
              <a:gd name="connsiteX99" fmla="*/ 4978032 w 7467600"/>
              <a:gd name="connsiteY99" fmla="*/ 5183809 h 6858000"/>
              <a:gd name="connsiteX100" fmla="*/ 1903353 w 7467600"/>
              <a:gd name="connsiteY100" fmla="*/ 5044827 h 6858000"/>
              <a:gd name="connsiteX101" fmla="*/ 1936931 w 7467600"/>
              <a:gd name="connsiteY101" fmla="*/ 5093954 h 6858000"/>
              <a:gd name="connsiteX102" fmla="*/ 2195868 w 7467600"/>
              <a:gd name="connsiteY102" fmla="*/ 5396574 h 6858000"/>
              <a:gd name="connsiteX103" fmla="*/ 2088852 w 7467600"/>
              <a:gd name="connsiteY103" fmla="*/ 5166123 h 6858000"/>
              <a:gd name="connsiteX104" fmla="*/ 1958241 w 7467600"/>
              <a:gd name="connsiteY104" fmla="*/ 5067955 h 6858000"/>
              <a:gd name="connsiteX105" fmla="*/ 1903353 w 7467600"/>
              <a:gd name="connsiteY105" fmla="*/ 5044827 h 6858000"/>
              <a:gd name="connsiteX106" fmla="*/ 1979378 w 7467600"/>
              <a:gd name="connsiteY106" fmla="*/ 4769504 h 6858000"/>
              <a:gd name="connsiteX107" fmla="*/ 2882120 w 7467600"/>
              <a:gd name="connsiteY107" fmla="*/ 5064547 h 6858000"/>
              <a:gd name="connsiteX108" fmla="*/ 2793103 w 7467600"/>
              <a:gd name="connsiteY108" fmla="*/ 5039699 h 6858000"/>
              <a:gd name="connsiteX109" fmla="*/ 2770041 w 7467600"/>
              <a:gd name="connsiteY109" fmla="*/ 5033634 h 6858000"/>
              <a:gd name="connsiteX110" fmla="*/ 1979378 w 7467600"/>
              <a:gd name="connsiteY110" fmla="*/ 4769504 h 6858000"/>
              <a:gd name="connsiteX111" fmla="*/ 1927410 w 7467600"/>
              <a:gd name="connsiteY111" fmla="*/ 4716164 h 6858000"/>
              <a:gd name="connsiteX112" fmla="*/ 1959587 w 7467600"/>
              <a:gd name="connsiteY112" fmla="*/ 4728849 h 6858000"/>
              <a:gd name="connsiteX113" fmla="*/ 2777707 w 7467600"/>
              <a:gd name="connsiteY113" fmla="*/ 5003991 h 6858000"/>
              <a:gd name="connsiteX114" fmla="*/ 2800768 w 7467600"/>
              <a:gd name="connsiteY114" fmla="*/ 5010056 h 6858000"/>
              <a:gd name="connsiteX115" fmla="*/ 2879408 w 7467600"/>
              <a:gd name="connsiteY115" fmla="*/ 5031590 h 6858000"/>
              <a:gd name="connsiteX116" fmla="*/ 2862295 w 7467600"/>
              <a:gd name="connsiteY116" fmla="*/ 5022958 h 6858000"/>
              <a:gd name="connsiteX117" fmla="*/ 2813343 w 7467600"/>
              <a:gd name="connsiteY117" fmla="*/ 4998369 h 6858000"/>
              <a:gd name="connsiteX118" fmla="*/ 2646245 w 7467600"/>
              <a:gd name="connsiteY118" fmla="*/ 4930999 h 6858000"/>
              <a:gd name="connsiteX119" fmla="*/ 1999243 w 7467600"/>
              <a:gd name="connsiteY119" fmla="*/ 4730524 h 6858000"/>
              <a:gd name="connsiteX120" fmla="*/ 1979527 w 7467600"/>
              <a:gd name="connsiteY120" fmla="*/ 4726651 h 6858000"/>
              <a:gd name="connsiteX121" fmla="*/ 1927410 w 7467600"/>
              <a:gd name="connsiteY121" fmla="*/ 4716164 h 6858000"/>
              <a:gd name="connsiteX122" fmla="*/ 1997014 w 7467600"/>
              <a:gd name="connsiteY122" fmla="*/ 4698007 h 6858000"/>
              <a:gd name="connsiteX123" fmla="*/ 2005458 w 7467600"/>
              <a:gd name="connsiteY123" fmla="*/ 4699540 h 6858000"/>
              <a:gd name="connsiteX124" fmla="*/ 2657186 w 7467600"/>
              <a:gd name="connsiteY124" fmla="*/ 4901687 h 6858000"/>
              <a:gd name="connsiteX125" fmla="*/ 2826662 w 7467600"/>
              <a:gd name="connsiteY125" fmla="*/ 4970362 h 6858000"/>
              <a:gd name="connsiteX126" fmla="*/ 2876100 w 7467600"/>
              <a:gd name="connsiteY126" fmla="*/ 4995397 h 6858000"/>
              <a:gd name="connsiteX127" fmla="*/ 3042600 w 7467600"/>
              <a:gd name="connsiteY127" fmla="*/ 5059532 h 6858000"/>
              <a:gd name="connsiteX128" fmla="*/ 1997014 w 7467600"/>
              <a:gd name="connsiteY128" fmla="*/ 4698007 h 6858000"/>
              <a:gd name="connsiteX129" fmla="*/ 2305292 w 7467600"/>
              <a:gd name="connsiteY129" fmla="*/ 4219492 h 6858000"/>
              <a:gd name="connsiteX130" fmla="*/ 3360922 w 7467600"/>
              <a:gd name="connsiteY130" fmla="*/ 4529373 h 6858000"/>
              <a:gd name="connsiteX131" fmla="*/ 3492420 w 7467600"/>
              <a:gd name="connsiteY131" fmla="*/ 4510145 h 6858000"/>
              <a:gd name="connsiteX132" fmla="*/ 3364086 w 7467600"/>
              <a:gd name="connsiteY132" fmla="*/ 4480340 h 6858000"/>
              <a:gd name="connsiteX133" fmla="*/ 3225818 w 7467600"/>
              <a:gd name="connsiteY133" fmla="*/ 4411822 h 6858000"/>
              <a:gd name="connsiteX134" fmla="*/ 3129696 w 7467600"/>
              <a:gd name="connsiteY134" fmla="*/ 4360704 h 6858000"/>
              <a:gd name="connsiteX135" fmla="*/ 2814545 w 7467600"/>
              <a:gd name="connsiteY135" fmla="*/ 4282955 h 6858000"/>
              <a:gd name="connsiteX136" fmla="*/ 2305292 w 7467600"/>
              <a:gd name="connsiteY136" fmla="*/ 4219492 h 6858000"/>
              <a:gd name="connsiteX137" fmla="*/ 2626982 w 7467600"/>
              <a:gd name="connsiteY137" fmla="*/ 4206450 h 6858000"/>
              <a:gd name="connsiteX138" fmla="*/ 2490617 w 7467600"/>
              <a:gd name="connsiteY138" fmla="*/ 4206951 h 6858000"/>
              <a:gd name="connsiteX139" fmla="*/ 2819869 w 7467600"/>
              <a:gd name="connsiteY139" fmla="*/ 4252936 h 6858000"/>
              <a:gd name="connsiteX140" fmla="*/ 3143018 w 7467600"/>
              <a:gd name="connsiteY140" fmla="*/ 4332698 h 6858000"/>
              <a:gd name="connsiteX141" fmla="*/ 3241520 w 7467600"/>
              <a:gd name="connsiteY141" fmla="*/ 4385112 h 6858000"/>
              <a:gd name="connsiteX142" fmla="*/ 3374575 w 7467600"/>
              <a:gd name="connsiteY142" fmla="*/ 4451517 h 6858000"/>
              <a:gd name="connsiteX143" fmla="*/ 3505221 w 7467600"/>
              <a:gd name="connsiteY143" fmla="*/ 4480757 h 6858000"/>
              <a:gd name="connsiteX144" fmla="*/ 2626982 w 7467600"/>
              <a:gd name="connsiteY144" fmla="*/ 4206450 h 6858000"/>
              <a:gd name="connsiteX145" fmla="*/ 1310106 w 7467600"/>
              <a:gd name="connsiteY145" fmla="*/ 3943217 h 6858000"/>
              <a:gd name="connsiteX146" fmla="*/ 854994 w 7467600"/>
              <a:gd name="connsiteY146" fmla="*/ 4399136 h 6858000"/>
              <a:gd name="connsiteX147" fmla="*/ 742462 w 7467600"/>
              <a:gd name="connsiteY147" fmla="*/ 4594648 h 6858000"/>
              <a:gd name="connsiteX148" fmla="*/ 820602 w 7467600"/>
              <a:gd name="connsiteY148" fmla="*/ 4485915 h 6858000"/>
              <a:gd name="connsiteX149" fmla="*/ 878295 w 7467600"/>
              <a:gd name="connsiteY149" fmla="*/ 4403594 h 6858000"/>
              <a:gd name="connsiteX150" fmla="*/ 1240607 w 7467600"/>
              <a:gd name="connsiteY150" fmla="*/ 4010401 h 6858000"/>
              <a:gd name="connsiteX151" fmla="*/ 1310106 w 7467600"/>
              <a:gd name="connsiteY151" fmla="*/ 3943217 h 6858000"/>
              <a:gd name="connsiteX152" fmla="*/ 1423113 w 7467600"/>
              <a:gd name="connsiteY152" fmla="*/ 3874565 h 6858000"/>
              <a:gd name="connsiteX153" fmla="*/ 1260565 w 7467600"/>
              <a:gd name="connsiteY153" fmla="*/ 4031982 h 6858000"/>
              <a:gd name="connsiteX154" fmla="*/ 901900 w 7467600"/>
              <a:gd name="connsiteY154" fmla="*/ 4421236 h 6858000"/>
              <a:gd name="connsiteX155" fmla="*/ 845044 w 7467600"/>
              <a:gd name="connsiteY155" fmla="*/ 4502436 h 6858000"/>
              <a:gd name="connsiteX156" fmla="*/ 685926 w 7467600"/>
              <a:gd name="connsiteY156" fmla="*/ 4703069 h 6858000"/>
              <a:gd name="connsiteX157" fmla="*/ 684248 w 7467600"/>
              <a:gd name="connsiteY157" fmla="*/ 4706721 h 6858000"/>
              <a:gd name="connsiteX158" fmla="*/ 1423113 w 7467600"/>
              <a:gd name="connsiteY158" fmla="*/ 3874565 h 6858000"/>
              <a:gd name="connsiteX159" fmla="*/ 3316479 w 7467600"/>
              <a:gd name="connsiteY159" fmla="*/ 3872136 h 6858000"/>
              <a:gd name="connsiteX160" fmla="*/ 3546806 w 7467600"/>
              <a:gd name="connsiteY160" fmla="*/ 4356139 h 6858000"/>
              <a:gd name="connsiteX161" fmla="*/ 3364433 w 7467600"/>
              <a:gd name="connsiteY161" fmla="*/ 3953121 h 6858000"/>
              <a:gd name="connsiteX162" fmla="*/ 3316479 w 7467600"/>
              <a:gd name="connsiteY162" fmla="*/ 3872136 h 6858000"/>
              <a:gd name="connsiteX163" fmla="*/ 3291335 w 7467600"/>
              <a:gd name="connsiteY163" fmla="*/ 3767420 h 6858000"/>
              <a:gd name="connsiteX164" fmla="*/ 3390805 w 7467600"/>
              <a:gd name="connsiteY164" fmla="*/ 3937163 h 6858000"/>
              <a:gd name="connsiteX165" fmla="*/ 3579062 w 7467600"/>
              <a:gd name="connsiteY165" fmla="*/ 4359040 h 6858000"/>
              <a:gd name="connsiteX166" fmla="*/ 3467355 w 7467600"/>
              <a:gd name="connsiteY166" fmla="*/ 3988130 h 6858000"/>
              <a:gd name="connsiteX167" fmla="*/ 3310753 w 7467600"/>
              <a:gd name="connsiteY167" fmla="*/ 3787140 h 6858000"/>
              <a:gd name="connsiteX168" fmla="*/ 3291335 w 7467600"/>
              <a:gd name="connsiteY168" fmla="*/ 3767420 h 6858000"/>
              <a:gd name="connsiteX169" fmla="*/ 1635889 w 7467600"/>
              <a:gd name="connsiteY169" fmla="*/ 3709494 h 6858000"/>
              <a:gd name="connsiteX170" fmla="*/ 1634800 w 7467600"/>
              <a:gd name="connsiteY170" fmla="*/ 3731111 h 6858000"/>
              <a:gd name="connsiteX171" fmla="*/ 1635889 w 7467600"/>
              <a:gd name="connsiteY171" fmla="*/ 3709494 h 6858000"/>
              <a:gd name="connsiteX172" fmla="*/ 1510397 w 7467600"/>
              <a:gd name="connsiteY172" fmla="*/ 3684705 h 6858000"/>
              <a:gd name="connsiteX173" fmla="*/ 1146550 w 7467600"/>
              <a:gd name="connsiteY173" fmla="*/ 3802012 h 6858000"/>
              <a:gd name="connsiteX174" fmla="*/ 698834 w 7467600"/>
              <a:gd name="connsiteY174" fmla="*/ 3952272 h 6858000"/>
              <a:gd name="connsiteX175" fmla="*/ 34256 w 7467600"/>
              <a:gd name="connsiteY175" fmla="*/ 4347603 h 6858000"/>
              <a:gd name="connsiteX176" fmla="*/ 527241 w 7467600"/>
              <a:gd name="connsiteY176" fmla="*/ 4065078 h 6858000"/>
              <a:gd name="connsiteX177" fmla="*/ 1510397 w 7467600"/>
              <a:gd name="connsiteY177" fmla="*/ 3684705 h 6858000"/>
              <a:gd name="connsiteX178" fmla="*/ 1313114 w 7467600"/>
              <a:gd name="connsiteY178" fmla="*/ 3655216 h 6858000"/>
              <a:gd name="connsiteX179" fmla="*/ 1109304 w 7467600"/>
              <a:gd name="connsiteY179" fmla="*/ 3669030 h 6858000"/>
              <a:gd name="connsiteX180" fmla="*/ 8129 w 7467600"/>
              <a:gd name="connsiteY180" fmla="*/ 4330519 h 6858000"/>
              <a:gd name="connsiteX181" fmla="*/ 687572 w 7467600"/>
              <a:gd name="connsiteY181" fmla="*/ 3925629 h 6858000"/>
              <a:gd name="connsiteX182" fmla="*/ 1138365 w 7467600"/>
              <a:gd name="connsiteY182" fmla="*/ 3774515 h 6858000"/>
              <a:gd name="connsiteX183" fmla="*/ 1505579 w 7467600"/>
              <a:gd name="connsiteY183" fmla="*/ 3655526 h 6858000"/>
              <a:gd name="connsiteX184" fmla="*/ 1313114 w 7467600"/>
              <a:gd name="connsiteY184" fmla="*/ 3655216 h 6858000"/>
              <a:gd name="connsiteX185" fmla="*/ 3655073 w 7467600"/>
              <a:gd name="connsiteY185" fmla="*/ 3650884 h 6858000"/>
              <a:gd name="connsiteX186" fmla="*/ 3989938 w 7467600"/>
              <a:gd name="connsiteY186" fmla="*/ 3991685 h 6858000"/>
              <a:gd name="connsiteX187" fmla="*/ 4393907 w 7467600"/>
              <a:gd name="connsiteY187" fmla="*/ 4261258 h 6858000"/>
              <a:gd name="connsiteX188" fmla="*/ 4648051 w 7467600"/>
              <a:gd name="connsiteY188" fmla="*/ 4374051 h 6858000"/>
              <a:gd name="connsiteX189" fmla="*/ 4383389 w 7467600"/>
              <a:gd name="connsiteY189" fmla="*/ 4184369 h 6858000"/>
              <a:gd name="connsiteX190" fmla="*/ 4165508 w 7467600"/>
              <a:gd name="connsiteY190" fmla="*/ 4035196 h 6858000"/>
              <a:gd name="connsiteX191" fmla="*/ 4068162 w 7467600"/>
              <a:gd name="connsiteY191" fmla="*/ 3953394 h 6858000"/>
              <a:gd name="connsiteX192" fmla="*/ 3981416 w 7467600"/>
              <a:gd name="connsiteY192" fmla="*/ 3880482 h 6858000"/>
              <a:gd name="connsiteX193" fmla="*/ 3800147 w 7467600"/>
              <a:gd name="connsiteY193" fmla="*/ 3749872 h 6858000"/>
              <a:gd name="connsiteX194" fmla="*/ 3655073 w 7467600"/>
              <a:gd name="connsiteY194" fmla="*/ 3650884 h 6858000"/>
              <a:gd name="connsiteX195" fmla="*/ 3670252 w 7467600"/>
              <a:gd name="connsiteY195" fmla="*/ 3622798 h 6858000"/>
              <a:gd name="connsiteX196" fmla="*/ 3817258 w 7467600"/>
              <a:gd name="connsiteY196" fmla="*/ 3723577 h 6858000"/>
              <a:gd name="connsiteX197" fmla="*/ 4000461 w 7467600"/>
              <a:gd name="connsiteY197" fmla="*/ 3855966 h 6858000"/>
              <a:gd name="connsiteX198" fmla="*/ 4088180 w 7467600"/>
              <a:gd name="connsiteY198" fmla="*/ 3929774 h 6858000"/>
              <a:gd name="connsiteX199" fmla="*/ 4184555 w 7467600"/>
              <a:gd name="connsiteY199" fmla="*/ 4010683 h 6858000"/>
              <a:gd name="connsiteX200" fmla="*/ 4399563 w 7467600"/>
              <a:gd name="connsiteY200" fmla="*/ 4158106 h 6858000"/>
              <a:gd name="connsiteX201" fmla="*/ 4684469 w 7467600"/>
              <a:gd name="connsiteY201" fmla="*/ 4364680 h 6858000"/>
              <a:gd name="connsiteX202" fmla="*/ 4690271 w 7467600"/>
              <a:gd name="connsiteY202" fmla="*/ 4370034 h 6858000"/>
              <a:gd name="connsiteX203" fmla="*/ 4136093 w 7467600"/>
              <a:gd name="connsiteY203" fmla="*/ 3858466 h 6858000"/>
              <a:gd name="connsiteX204" fmla="*/ 3670252 w 7467600"/>
              <a:gd name="connsiteY204" fmla="*/ 3622798 h 6858000"/>
              <a:gd name="connsiteX205" fmla="*/ 4440129 w 7467600"/>
              <a:gd name="connsiteY205" fmla="*/ 3448571 h 6858000"/>
              <a:gd name="connsiteX206" fmla="*/ 4856525 w 7467600"/>
              <a:gd name="connsiteY206" fmla="*/ 3915351 h 6858000"/>
              <a:gd name="connsiteX207" fmla="*/ 5059055 w 7467600"/>
              <a:gd name="connsiteY207" fmla="*/ 4108918 h 6858000"/>
              <a:gd name="connsiteX208" fmla="*/ 5290070 w 7467600"/>
              <a:gd name="connsiteY208" fmla="*/ 4263619 h 6858000"/>
              <a:gd name="connsiteX209" fmla="*/ 4834991 w 7467600"/>
              <a:gd name="connsiteY209" fmla="*/ 3830985 h 6858000"/>
              <a:gd name="connsiteX210" fmla="*/ 4440129 w 7467600"/>
              <a:gd name="connsiteY210" fmla="*/ 3448571 h 6858000"/>
              <a:gd name="connsiteX211" fmla="*/ 4441737 w 7467600"/>
              <a:gd name="connsiteY211" fmla="*/ 3399734 h 6858000"/>
              <a:gd name="connsiteX212" fmla="*/ 4431236 w 7467600"/>
              <a:gd name="connsiteY212" fmla="*/ 3400954 h 6858000"/>
              <a:gd name="connsiteX213" fmla="*/ 4557150 w 7467600"/>
              <a:gd name="connsiteY213" fmla="*/ 3510023 h 6858000"/>
              <a:gd name="connsiteX214" fmla="*/ 4856936 w 7467600"/>
              <a:gd name="connsiteY214" fmla="*/ 3809146 h 6858000"/>
              <a:gd name="connsiteX215" fmla="*/ 5111996 w 7467600"/>
              <a:gd name="connsiteY215" fmla="*/ 4065759 h 6858000"/>
              <a:gd name="connsiteX216" fmla="*/ 5388878 w 7467600"/>
              <a:gd name="connsiteY216" fmla="*/ 4300185 h 6858000"/>
              <a:gd name="connsiteX217" fmla="*/ 5425556 w 7467600"/>
              <a:gd name="connsiteY217" fmla="*/ 4308967 h 6858000"/>
              <a:gd name="connsiteX218" fmla="*/ 4943646 w 7467600"/>
              <a:gd name="connsiteY218" fmla="*/ 3822916 h 6858000"/>
              <a:gd name="connsiteX219" fmla="*/ 4594837 w 7467600"/>
              <a:gd name="connsiteY219" fmla="*/ 3532274 h 6858000"/>
              <a:gd name="connsiteX220" fmla="*/ 4441737 w 7467600"/>
              <a:gd name="connsiteY220" fmla="*/ 3399734 h 6858000"/>
              <a:gd name="connsiteX221" fmla="*/ 5425834 w 7467600"/>
              <a:gd name="connsiteY221" fmla="*/ 3162785 h 6858000"/>
              <a:gd name="connsiteX222" fmla="*/ 5401644 w 7467600"/>
              <a:gd name="connsiteY222" fmla="*/ 3617847 h 6858000"/>
              <a:gd name="connsiteX223" fmla="*/ 5467256 w 7467600"/>
              <a:gd name="connsiteY223" fmla="*/ 4175494 h 6858000"/>
              <a:gd name="connsiteX224" fmla="*/ 5448069 w 7467600"/>
              <a:gd name="connsiteY224" fmla="*/ 3567554 h 6858000"/>
              <a:gd name="connsiteX225" fmla="*/ 5425834 w 7467600"/>
              <a:gd name="connsiteY225" fmla="*/ 3162785 h 6858000"/>
              <a:gd name="connsiteX226" fmla="*/ 1318687 w 7467600"/>
              <a:gd name="connsiteY226" fmla="*/ 3113840 h 6858000"/>
              <a:gd name="connsiteX227" fmla="*/ 1066793 w 7467600"/>
              <a:gd name="connsiteY227" fmla="*/ 3212171 h 6858000"/>
              <a:gd name="connsiteX228" fmla="*/ 993319 w 7467600"/>
              <a:gd name="connsiteY228" fmla="*/ 3247648 h 6858000"/>
              <a:gd name="connsiteX229" fmla="*/ 853081 w 7467600"/>
              <a:gd name="connsiteY229" fmla="*/ 3312410 h 6858000"/>
              <a:gd name="connsiteX230" fmla="*/ 805957 w 7467600"/>
              <a:gd name="connsiteY230" fmla="*/ 3330443 h 6858000"/>
              <a:gd name="connsiteX231" fmla="*/ 1318687 w 7467600"/>
              <a:gd name="connsiteY231" fmla="*/ 3113840 h 6858000"/>
              <a:gd name="connsiteX232" fmla="*/ 5453702 w 7467600"/>
              <a:gd name="connsiteY232" fmla="*/ 3090882 h 6858000"/>
              <a:gd name="connsiteX233" fmla="*/ 5480135 w 7467600"/>
              <a:gd name="connsiteY233" fmla="*/ 3565802 h 6858000"/>
              <a:gd name="connsiteX234" fmla="*/ 5499023 w 7467600"/>
              <a:gd name="connsiteY234" fmla="*/ 4166310 h 6858000"/>
              <a:gd name="connsiteX235" fmla="*/ 5547022 w 7467600"/>
              <a:gd name="connsiteY235" fmla="*/ 3607838 h 6858000"/>
              <a:gd name="connsiteX236" fmla="*/ 5515964 w 7467600"/>
              <a:gd name="connsiteY236" fmla="*/ 3378541 h 6858000"/>
              <a:gd name="connsiteX237" fmla="*/ 5453702 w 7467600"/>
              <a:gd name="connsiteY237" fmla="*/ 3090882 h 6858000"/>
              <a:gd name="connsiteX238" fmla="*/ 1238695 w 7467600"/>
              <a:gd name="connsiteY238" fmla="*/ 3076820 h 6858000"/>
              <a:gd name="connsiteX239" fmla="*/ 716371 w 7467600"/>
              <a:gd name="connsiteY239" fmla="*/ 3293249 h 6858000"/>
              <a:gd name="connsiteX240" fmla="*/ 579522 w 7467600"/>
              <a:gd name="connsiteY240" fmla="*/ 3371759 h 6858000"/>
              <a:gd name="connsiteX241" fmla="*/ 600288 w 7467600"/>
              <a:gd name="connsiteY241" fmla="*/ 3365555 h 6858000"/>
              <a:gd name="connsiteX242" fmla="*/ 840692 w 7467600"/>
              <a:gd name="connsiteY242" fmla="*/ 3284921 h 6858000"/>
              <a:gd name="connsiteX243" fmla="*/ 979248 w 7467600"/>
              <a:gd name="connsiteY243" fmla="*/ 3221003 h 6858000"/>
              <a:gd name="connsiteX244" fmla="*/ 1053282 w 7467600"/>
              <a:gd name="connsiteY244" fmla="*/ 3185247 h 6858000"/>
              <a:gd name="connsiteX245" fmla="*/ 1320603 w 7467600"/>
              <a:gd name="connsiteY245" fmla="*/ 3081281 h 6858000"/>
              <a:gd name="connsiteX246" fmla="*/ 1238695 w 7467600"/>
              <a:gd name="connsiteY246" fmla="*/ 3076820 h 6858000"/>
              <a:gd name="connsiteX247" fmla="*/ 5425627 w 7467600"/>
              <a:gd name="connsiteY247" fmla="*/ 2954192 h 6858000"/>
              <a:gd name="connsiteX248" fmla="*/ 5470770 w 7467600"/>
              <a:gd name="connsiteY248" fmla="*/ 3005435 h 6858000"/>
              <a:gd name="connsiteX249" fmla="*/ 5519779 w 7467600"/>
              <a:gd name="connsiteY249" fmla="*/ 4359223 h 6858000"/>
              <a:gd name="connsiteX250" fmla="*/ 5520293 w 7467600"/>
              <a:gd name="connsiteY250" fmla="*/ 4360602 h 6858000"/>
              <a:gd name="connsiteX251" fmla="*/ 5767221 w 7467600"/>
              <a:gd name="connsiteY251" fmla="*/ 4665564 h 6858000"/>
              <a:gd name="connsiteX252" fmla="*/ 6937169 w 7467600"/>
              <a:gd name="connsiteY252" fmla="*/ 4815941 h 6858000"/>
              <a:gd name="connsiteX253" fmla="*/ 6953922 w 7467600"/>
              <a:gd name="connsiteY253" fmla="*/ 4890068 h 6858000"/>
              <a:gd name="connsiteX254" fmla="*/ 6071359 w 7467600"/>
              <a:gd name="connsiteY254" fmla="*/ 4770770 h 6858000"/>
              <a:gd name="connsiteX255" fmla="*/ 6038839 w 7467600"/>
              <a:gd name="connsiteY255" fmla="*/ 4764474 h 6858000"/>
              <a:gd name="connsiteX256" fmla="*/ 6038706 w 7467600"/>
              <a:gd name="connsiteY256" fmla="*/ 4763847 h 6858000"/>
              <a:gd name="connsiteX257" fmla="*/ 6037784 w 7467600"/>
              <a:gd name="connsiteY257" fmla="*/ 4764270 h 6858000"/>
              <a:gd name="connsiteX258" fmla="*/ 6038839 w 7467600"/>
              <a:gd name="connsiteY258" fmla="*/ 4764474 h 6858000"/>
              <a:gd name="connsiteX259" fmla="*/ 6040338 w 7467600"/>
              <a:gd name="connsiteY259" fmla="*/ 4771418 h 6858000"/>
              <a:gd name="connsiteX260" fmla="*/ 6024488 w 7467600"/>
              <a:gd name="connsiteY260" fmla="*/ 4809903 h 6858000"/>
              <a:gd name="connsiteX261" fmla="*/ 5599771 w 7467600"/>
              <a:gd name="connsiteY261" fmla="*/ 5509652 h 6858000"/>
              <a:gd name="connsiteX262" fmla="*/ 5548843 w 7467600"/>
              <a:gd name="connsiteY262" fmla="*/ 5563845 h 6858000"/>
              <a:gd name="connsiteX263" fmla="*/ 5940952 w 7467600"/>
              <a:gd name="connsiteY263" fmla="*/ 6250028 h 6858000"/>
              <a:gd name="connsiteX264" fmla="*/ 6043441 w 7467600"/>
              <a:gd name="connsiteY264" fmla="*/ 6665847 h 6858000"/>
              <a:gd name="connsiteX265" fmla="*/ 6093432 w 7467600"/>
              <a:gd name="connsiteY265" fmla="*/ 6858000 h 6858000"/>
              <a:gd name="connsiteX266" fmla="*/ 6034344 w 7467600"/>
              <a:gd name="connsiteY266" fmla="*/ 6858000 h 6858000"/>
              <a:gd name="connsiteX267" fmla="*/ 6026679 w 7467600"/>
              <a:gd name="connsiteY267" fmla="*/ 6836959 h 6858000"/>
              <a:gd name="connsiteX268" fmla="*/ 5800441 w 7467600"/>
              <a:gd name="connsiteY268" fmla="*/ 6335286 h 6858000"/>
              <a:gd name="connsiteX269" fmla="*/ 5526562 w 7467600"/>
              <a:gd name="connsiteY269" fmla="*/ 5705388 h 6858000"/>
              <a:gd name="connsiteX270" fmla="*/ 5519640 w 7467600"/>
              <a:gd name="connsiteY270" fmla="*/ 5683774 h 6858000"/>
              <a:gd name="connsiteX271" fmla="*/ 5844559 w 7467600"/>
              <a:gd name="connsiteY271" fmla="*/ 6553349 h 6858000"/>
              <a:gd name="connsiteX272" fmla="*/ 5975994 w 7467600"/>
              <a:gd name="connsiteY272" fmla="*/ 6858000 h 6858000"/>
              <a:gd name="connsiteX273" fmla="*/ 5898547 w 7467600"/>
              <a:gd name="connsiteY273" fmla="*/ 6858000 h 6858000"/>
              <a:gd name="connsiteX274" fmla="*/ 5682041 w 7467600"/>
              <a:gd name="connsiteY274" fmla="*/ 6355860 h 6858000"/>
              <a:gd name="connsiteX275" fmla="*/ 5461758 w 7467600"/>
              <a:gd name="connsiteY275" fmla="*/ 5820220 h 6858000"/>
              <a:gd name="connsiteX276" fmla="*/ 5237282 w 7467600"/>
              <a:gd name="connsiteY276" fmla="*/ 6579086 h 6858000"/>
              <a:gd name="connsiteX277" fmla="*/ 5115009 w 7467600"/>
              <a:gd name="connsiteY277" fmla="*/ 6858000 h 6858000"/>
              <a:gd name="connsiteX278" fmla="*/ 5028074 w 7467600"/>
              <a:gd name="connsiteY278" fmla="*/ 6858000 h 6858000"/>
              <a:gd name="connsiteX279" fmla="*/ 5079508 w 7467600"/>
              <a:gd name="connsiteY279" fmla="*/ 6749074 h 6858000"/>
              <a:gd name="connsiteX280" fmla="*/ 5371846 w 7467600"/>
              <a:gd name="connsiteY280" fmla="*/ 5924413 h 6858000"/>
              <a:gd name="connsiteX281" fmla="*/ 5270512 w 7467600"/>
              <a:gd name="connsiteY281" fmla="*/ 6138975 h 6858000"/>
              <a:gd name="connsiteX282" fmla="*/ 5062409 w 7467600"/>
              <a:gd name="connsiteY282" fmla="*/ 6653544 h 6858000"/>
              <a:gd name="connsiteX283" fmla="*/ 5036628 w 7467600"/>
              <a:gd name="connsiteY283" fmla="*/ 6754247 h 6858000"/>
              <a:gd name="connsiteX284" fmla="*/ 5009112 w 7467600"/>
              <a:gd name="connsiteY284" fmla="*/ 6858000 h 6858000"/>
              <a:gd name="connsiteX285" fmla="*/ 4976679 w 7467600"/>
              <a:gd name="connsiteY285" fmla="*/ 6858000 h 6858000"/>
              <a:gd name="connsiteX286" fmla="*/ 5006537 w 7467600"/>
              <a:gd name="connsiteY286" fmla="*/ 6747068 h 6858000"/>
              <a:gd name="connsiteX287" fmla="*/ 5032723 w 7467600"/>
              <a:gd name="connsiteY287" fmla="*/ 6644957 h 6858000"/>
              <a:gd name="connsiteX288" fmla="*/ 5242949 w 7467600"/>
              <a:gd name="connsiteY288" fmla="*/ 6125175 h 6858000"/>
              <a:gd name="connsiteX289" fmla="*/ 5286321 w 7467600"/>
              <a:gd name="connsiteY289" fmla="*/ 6033555 h 6858000"/>
              <a:gd name="connsiteX290" fmla="*/ 5008210 w 7467600"/>
              <a:gd name="connsiteY290" fmla="*/ 6649194 h 6858000"/>
              <a:gd name="connsiteX291" fmla="*/ 4986321 w 7467600"/>
              <a:gd name="connsiteY291" fmla="*/ 6765687 h 6858000"/>
              <a:gd name="connsiteX292" fmla="*/ 4973474 w 7467600"/>
              <a:gd name="connsiteY292" fmla="*/ 6858000 h 6858000"/>
              <a:gd name="connsiteX293" fmla="*/ 4907178 w 7467600"/>
              <a:gd name="connsiteY293" fmla="*/ 6858000 h 6858000"/>
              <a:gd name="connsiteX294" fmla="*/ 4910810 w 7467600"/>
              <a:gd name="connsiteY294" fmla="*/ 6829660 h 6858000"/>
              <a:gd name="connsiteX295" fmla="*/ 4987461 w 7467600"/>
              <a:gd name="connsiteY295" fmla="*/ 6432994 h 6858000"/>
              <a:gd name="connsiteX296" fmla="*/ 5179262 w 7467600"/>
              <a:gd name="connsiteY296" fmla="*/ 6035044 h 6858000"/>
              <a:gd name="connsiteX297" fmla="*/ 4689678 w 7467600"/>
              <a:gd name="connsiteY297" fmla="*/ 6440241 h 6858000"/>
              <a:gd name="connsiteX298" fmla="*/ 4477543 w 7467600"/>
              <a:gd name="connsiteY298" fmla="*/ 6674836 h 6858000"/>
              <a:gd name="connsiteX299" fmla="*/ 4329957 w 7467600"/>
              <a:gd name="connsiteY299" fmla="*/ 6858000 h 6858000"/>
              <a:gd name="connsiteX300" fmla="*/ 4218595 w 7467600"/>
              <a:gd name="connsiteY300" fmla="*/ 6858000 h 6858000"/>
              <a:gd name="connsiteX301" fmla="*/ 4368888 w 7467600"/>
              <a:gd name="connsiteY301" fmla="*/ 6668412 h 6858000"/>
              <a:gd name="connsiteX302" fmla="*/ 4563091 w 7467600"/>
              <a:gd name="connsiteY302" fmla="*/ 6442508 h 6858000"/>
              <a:gd name="connsiteX303" fmla="*/ 5387324 w 7467600"/>
              <a:gd name="connsiteY303" fmla="*/ 5705830 h 6858000"/>
              <a:gd name="connsiteX304" fmla="*/ 5073620 w 7467600"/>
              <a:gd name="connsiteY304" fmla="*/ 5955437 h 6858000"/>
              <a:gd name="connsiteX305" fmla="*/ 4689789 w 7467600"/>
              <a:gd name="connsiteY305" fmla="*/ 6268382 h 6858000"/>
              <a:gd name="connsiteX306" fmla="*/ 4418722 w 7467600"/>
              <a:gd name="connsiteY306" fmla="*/ 6570886 h 6858000"/>
              <a:gd name="connsiteX307" fmla="*/ 4214944 w 7467600"/>
              <a:gd name="connsiteY307" fmla="*/ 6858000 h 6858000"/>
              <a:gd name="connsiteX308" fmla="*/ 4177898 w 7467600"/>
              <a:gd name="connsiteY308" fmla="*/ 6858000 h 6858000"/>
              <a:gd name="connsiteX309" fmla="*/ 4391597 w 7467600"/>
              <a:gd name="connsiteY309" fmla="*/ 6556370 h 6858000"/>
              <a:gd name="connsiteX310" fmla="*/ 4668889 w 7467600"/>
              <a:gd name="connsiteY310" fmla="*/ 6246399 h 6858000"/>
              <a:gd name="connsiteX311" fmla="*/ 5055427 w 7467600"/>
              <a:gd name="connsiteY311" fmla="*/ 5931476 h 6858000"/>
              <a:gd name="connsiteX312" fmla="*/ 5371814 w 7467600"/>
              <a:gd name="connsiteY312" fmla="*/ 5678975 h 6858000"/>
              <a:gd name="connsiteX313" fmla="*/ 4987918 w 7467600"/>
              <a:gd name="connsiteY313" fmla="*/ 5838701 h 6858000"/>
              <a:gd name="connsiteX314" fmla="*/ 4317146 w 7467600"/>
              <a:gd name="connsiteY314" fmla="*/ 6587716 h 6858000"/>
              <a:gd name="connsiteX315" fmla="*/ 4171627 w 7467600"/>
              <a:gd name="connsiteY315" fmla="*/ 6858000 h 6858000"/>
              <a:gd name="connsiteX316" fmla="*/ 4081585 w 7467600"/>
              <a:gd name="connsiteY316" fmla="*/ 6858000 h 6858000"/>
              <a:gd name="connsiteX317" fmla="*/ 4238603 w 7467600"/>
              <a:gd name="connsiteY317" fmla="*/ 6559341 h 6858000"/>
              <a:gd name="connsiteX318" fmla="*/ 4778333 w 7467600"/>
              <a:gd name="connsiteY318" fmla="*/ 5873626 h 6858000"/>
              <a:gd name="connsiteX319" fmla="*/ 5414185 w 7467600"/>
              <a:gd name="connsiteY319" fmla="*/ 5573882 h 6858000"/>
              <a:gd name="connsiteX320" fmla="*/ 5959648 w 7467600"/>
              <a:gd name="connsiteY320" fmla="*/ 4760797 h 6858000"/>
              <a:gd name="connsiteX321" fmla="*/ 5355019 w 7467600"/>
              <a:gd name="connsiteY321" fmla="*/ 4734672 h 6858000"/>
              <a:gd name="connsiteX322" fmla="*/ 5083565 w 7467600"/>
              <a:gd name="connsiteY322" fmla="*/ 5179121 h 6858000"/>
              <a:gd name="connsiteX323" fmla="*/ 4713577 w 7467600"/>
              <a:gd name="connsiteY323" fmla="*/ 5616803 h 6858000"/>
              <a:gd name="connsiteX324" fmla="*/ 3989559 w 7467600"/>
              <a:gd name="connsiteY324" fmla="*/ 6145945 h 6858000"/>
              <a:gd name="connsiteX325" fmla="*/ 3939824 w 7467600"/>
              <a:gd name="connsiteY325" fmla="*/ 6066900 h 6858000"/>
              <a:gd name="connsiteX326" fmla="*/ 4584537 w 7467600"/>
              <a:gd name="connsiteY326" fmla="*/ 5324826 h 6858000"/>
              <a:gd name="connsiteX327" fmla="*/ 5037105 w 7467600"/>
              <a:gd name="connsiteY327" fmla="*/ 5088765 h 6858000"/>
              <a:gd name="connsiteX328" fmla="*/ 5039930 w 7467600"/>
              <a:gd name="connsiteY328" fmla="*/ 5089585 h 6858000"/>
              <a:gd name="connsiteX329" fmla="*/ 5263764 w 7467600"/>
              <a:gd name="connsiteY329" fmla="*/ 4735525 h 6858000"/>
              <a:gd name="connsiteX330" fmla="*/ 4086300 w 7467600"/>
              <a:gd name="connsiteY330" fmla="*/ 4884599 h 6858000"/>
              <a:gd name="connsiteX331" fmla="*/ 4085485 w 7467600"/>
              <a:gd name="connsiteY331" fmla="*/ 4899070 h 6858000"/>
              <a:gd name="connsiteX332" fmla="*/ 3871915 w 7467600"/>
              <a:gd name="connsiteY332" fmla="*/ 5253645 h 6858000"/>
              <a:gd name="connsiteX333" fmla="*/ 3799374 w 7467600"/>
              <a:gd name="connsiteY333" fmla="*/ 5466127 h 6858000"/>
              <a:gd name="connsiteX334" fmla="*/ 3498850 w 7467600"/>
              <a:gd name="connsiteY334" fmla="*/ 6661888 h 6858000"/>
              <a:gd name="connsiteX335" fmla="*/ 3399216 w 7467600"/>
              <a:gd name="connsiteY335" fmla="*/ 6858000 h 6858000"/>
              <a:gd name="connsiteX336" fmla="*/ 3303688 w 7467600"/>
              <a:gd name="connsiteY336" fmla="*/ 6858000 h 6858000"/>
              <a:gd name="connsiteX337" fmla="*/ 3391774 w 7467600"/>
              <a:gd name="connsiteY337" fmla="*/ 6697181 h 6858000"/>
              <a:gd name="connsiteX338" fmla="*/ 3735540 w 7467600"/>
              <a:gd name="connsiteY338" fmla="*/ 5546923 h 6858000"/>
              <a:gd name="connsiteX339" fmla="*/ 3729438 w 7467600"/>
              <a:gd name="connsiteY339" fmla="*/ 5569058 h 6858000"/>
              <a:gd name="connsiteX340" fmla="*/ 3707782 w 7467600"/>
              <a:gd name="connsiteY340" fmla="*/ 5644908 h 6858000"/>
              <a:gd name="connsiteX341" fmla="*/ 3583827 w 7467600"/>
              <a:gd name="connsiteY341" fmla="*/ 6039215 h 6858000"/>
              <a:gd name="connsiteX342" fmla="*/ 3547861 w 7467600"/>
              <a:gd name="connsiteY342" fmla="*/ 6129609 h 6858000"/>
              <a:gd name="connsiteX343" fmla="*/ 3490905 w 7467600"/>
              <a:gd name="connsiteY343" fmla="*/ 6277660 h 6858000"/>
              <a:gd name="connsiteX344" fmla="*/ 3455859 w 7467600"/>
              <a:gd name="connsiteY344" fmla="*/ 6391301 h 6858000"/>
              <a:gd name="connsiteX345" fmla="*/ 3429112 w 7467600"/>
              <a:gd name="connsiteY345" fmla="*/ 6479469 h 6858000"/>
              <a:gd name="connsiteX346" fmla="*/ 3304862 w 7467600"/>
              <a:gd name="connsiteY346" fmla="*/ 6796476 h 6858000"/>
              <a:gd name="connsiteX347" fmla="*/ 3276071 w 7467600"/>
              <a:gd name="connsiteY347" fmla="*/ 6858000 h 6858000"/>
              <a:gd name="connsiteX348" fmla="*/ 3240805 w 7467600"/>
              <a:gd name="connsiteY348" fmla="*/ 6858000 h 6858000"/>
              <a:gd name="connsiteX349" fmla="*/ 3275917 w 7467600"/>
              <a:gd name="connsiteY349" fmla="*/ 6783192 h 6858000"/>
              <a:gd name="connsiteX350" fmla="*/ 3399358 w 7467600"/>
              <a:gd name="connsiteY350" fmla="*/ 6469011 h 6858000"/>
              <a:gd name="connsiteX351" fmla="*/ 3425650 w 7467600"/>
              <a:gd name="connsiteY351" fmla="*/ 6381333 h 6858000"/>
              <a:gd name="connsiteX352" fmla="*/ 3460661 w 7467600"/>
              <a:gd name="connsiteY352" fmla="*/ 6266763 h 6858000"/>
              <a:gd name="connsiteX353" fmla="*/ 3518021 w 7467600"/>
              <a:gd name="connsiteY353" fmla="*/ 6117298 h 6858000"/>
              <a:gd name="connsiteX354" fmla="*/ 3554035 w 7467600"/>
              <a:gd name="connsiteY354" fmla="*/ 6027832 h 6858000"/>
              <a:gd name="connsiteX355" fmla="*/ 3677174 w 7467600"/>
              <a:gd name="connsiteY355" fmla="*/ 5636351 h 6858000"/>
              <a:gd name="connsiteX356" fmla="*/ 3698819 w 7467600"/>
              <a:gd name="connsiteY356" fmla="*/ 5560503 h 6858000"/>
              <a:gd name="connsiteX357" fmla="*/ 3702094 w 7467600"/>
              <a:gd name="connsiteY357" fmla="*/ 5549194 h 6858000"/>
              <a:gd name="connsiteX358" fmla="*/ 3398355 w 7467600"/>
              <a:gd name="connsiteY358" fmla="*/ 6094603 h 6858000"/>
              <a:gd name="connsiteX359" fmla="*/ 3193941 w 7467600"/>
              <a:gd name="connsiteY359" fmla="*/ 6798775 h 6858000"/>
              <a:gd name="connsiteX360" fmla="*/ 3184140 w 7467600"/>
              <a:gd name="connsiteY360" fmla="*/ 6858000 h 6858000"/>
              <a:gd name="connsiteX361" fmla="*/ 3099978 w 7467600"/>
              <a:gd name="connsiteY361" fmla="*/ 6858000 h 6858000"/>
              <a:gd name="connsiteX362" fmla="*/ 3101556 w 7467600"/>
              <a:gd name="connsiteY362" fmla="*/ 6843337 h 6858000"/>
              <a:gd name="connsiteX363" fmla="*/ 3370162 w 7467600"/>
              <a:gd name="connsiteY363" fmla="*/ 5785550 h 6858000"/>
              <a:gd name="connsiteX364" fmla="*/ 3746477 w 7467600"/>
              <a:gd name="connsiteY364" fmla="*/ 5377889 h 6858000"/>
              <a:gd name="connsiteX365" fmla="*/ 3863399 w 7467600"/>
              <a:gd name="connsiteY365" fmla="*/ 5087257 h 6858000"/>
              <a:gd name="connsiteX366" fmla="*/ 3968712 w 7467600"/>
              <a:gd name="connsiteY366" fmla="*/ 4913989 h 6858000"/>
              <a:gd name="connsiteX367" fmla="*/ 2792390 w 7467600"/>
              <a:gd name="connsiteY367" fmla="*/ 5382974 h 6858000"/>
              <a:gd name="connsiteX368" fmla="*/ 2714982 w 7467600"/>
              <a:gd name="connsiteY368" fmla="*/ 5427051 h 6858000"/>
              <a:gd name="connsiteX369" fmla="*/ 2813361 w 7467600"/>
              <a:gd name="connsiteY369" fmla="*/ 6023912 h 6858000"/>
              <a:gd name="connsiteX370" fmla="*/ 2688430 w 7467600"/>
              <a:gd name="connsiteY370" fmla="*/ 6801564 h 6858000"/>
              <a:gd name="connsiteX371" fmla="*/ 2629626 w 7467600"/>
              <a:gd name="connsiteY371" fmla="*/ 6763394 h 6858000"/>
              <a:gd name="connsiteX372" fmla="*/ 2565328 w 7467600"/>
              <a:gd name="connsiteY372" fmla="*/ 5516399 h 6858000"/>
              <a:gd name="connsiteX373" fmla="*/ 1922999 w 7467600"/>
              <a:gd name="connsiteY373" fmla="*/ 5980343 h 6858000"/>
              <a:gd name="connsiteX374" fmla="*/ 1950261 w 7467600"/>
              <a:gd name="connsiteY374" fmla="*/ 6405858 h 6858000"/>
              <a:gd name="connsiteX375" fmla="*/ 2365554 w 7467600"/>
              <a:gd name="connsiteY375" fmla="*/ 6759107 h 6858000"/>
              <a:gd name="connsiteX376" fmla="*/ 2424142 w 7467600"/>
              <a:gd name="connsiteY376" fmla="*/ 6858000 h 6858000"/>
              <a:gd name="connsiteX377" fmla="*/ 2395994 w 7467600"/>
              <a:gd name="connsiteY377" fmla="*/ 6858000 h 6858000"/>
              <a:gd name="connsiteX378" fmla="*/ 2392863 w 7467600"/>
              <a:gd name="connsiteY378" fmla="*/ 6852964 h 6858000"/>
              <a:gd name="connsiteX379" fmla="*/ 2017589 w 7467600"/>
              <a:gd name="connsiteY379" fmla="*/ 6493982 h 6858000"/>
              <a:gd name="connsiteX380" fmla="*/ 2147336 w 7467600"/>
              <a:gd name="connsiteY380" fmla="*/ 6594052 h 6858000"/>
              <a:gd name="connsiteX381" fmla="*/ 2207047 w 7467600"/>
              <a:gd name="connsiteY381" fmla="*/ 6654540 h 6858000"/>
              <a:gd name="connsiteX382" fmla="*/ 2299106 w 7467600"/>
              <a:gd name="connsiteY382" fmla="*/ 6778931 h 6858000"/>
              <a:gd name="connsiteX383" fmla="*/ 2314430 w 7467600"/>
              <a:gd name="connsiteY383" fmla="*/ 6801144 h 6858000"/>
              <a:gd name="connsiteX384" fmla="*/ 2352406 w 7467600"/>
              <a:gd name="connsiteY384" fmla="*/ 6858000 h 6858000"/>
              <a:gd name="connsiteX385" fmla="*/ 2314492 w 7467600"/>
              <a:gd name="connsiteY385" fmla="*/ 6858000 h 6858000"/>
              <a:gd name="connsiteX386" fmla="*/ 2288095 w 7467600"/>
              <a:gd name="connsiteY386" fmla="*/ 6818030 h 6858000"/>
              <a:gd name="connsiteX387" fmla="*/ 2272768 w 7467600"/>
              <a:gd name="connsiteY387" fmla="*/ 6795822 h 6858000"/>
              <a:gd name="connsiteX388" fmla="*/ 2182715 w 7467600"/>
              <a:gd name="connsiteY388" fmla="*/ 6675071 h 6858000"/>
              <a:gd name="connsiteX389" fmla="*/ 2032061 w 7467600"/>
              <a:gd name="connsiteY389" fmla="*/ 6541380 h 6858000"/>
              <a:gd name="connsiteX390" fmla="*/ 2257220 w 7467600"/>
              <a:gd name="connsiteY390" fmla="*/ 6826257 h 6858000"/>
              <a:gd name="connsiteX391" fmla="*/ 2281324 w 7467600"/>
              <a:gd name="connsiteY391" fmla="*/ 6858000 h 6858000"/>
              <a:gd name="connsiteX392" fmla="*/ 2242860 w 7467600"/>
              <a:gd name="connsiteY392" fmla="*/ 6858000 h 6858000"/>
              <a:gd name="connsiteX393" fmla="*/ 2232818 w 7467600"/>
              <a:gd name="connsiteY393" fmla="*/ 6844926 h 6858000"/>
              <a:gd name="connsiteX394" fmla="*/ 1990172 w 7467600"/>
              <a:gd name="connsiteY394" fmla="*/ 6542121 h 6858000"/>
              <a:gd name="connsiteX395" fmla="*/ 2124090 w 7467600"/>
              <a:gd name="connsiteY395" fmla="*/ 6761017 h 6858000"/>
              <a:gd name="connsiteX396" fmla="*/ 2200380 w 7467600"/>
              <a:gd name="connsiteY396" fmla="*/ 6858000 h 6858000"/>
              <a:gd name="connsiteX397" fmla="*/ 2147507 w 7467600"/>
              <a:gd name="connsiteY397" fmla="*/ 6858000 h 6858000"/>
              <a:gd name="connsiteX398" fmla="*/ 2070668 w 7467600"/>
              <a:gd name="connsiteY398" fmla="*/ 6761520 h 6858000"/>
              <a:gd name="connsiteX399" fmla="*/ 1975142 w 7467600"/>
              <a:gd name="connsiteY399" fmla="*/ 6585570 h 6858000"/>
              <a:gd name="connsiteX400" fmla="*/ 2050035 w 7467600"/>
              <a:gd name="connsiteY400" fmla="*/ 6813345 h 6858000"/>
              <a:gd name="connsiteX401" fmla="*/ 2063025 w 7467600"/>
              <a:gd name="connsiteY401" fmla="*/ 6858000 h 6858000"/>
              <a:gd name="connsiteX402" fmla="*/ 2021675 w 7467600"/>
              <a:gd name="connsiteY402" fmla="*/ 6858000 h 6858000"/>
              <a:gd name="connsiteX403" fmla="*/ 2019308 w 7467600"/>
              <a:gd name="connsiteY403" fmla="*/ 6847118 h 6858000"/>
              <a:gd name="connsiteX404" fmla="*/ 1938835 w 7467600"/>
              <a:gd name="connsiteY404" fmla="*/ 6551160 h 6858000"/>
              <a:gd name="connsiteX405" fmla="*/ 1953230 w 7467600"/>
              <a:gd name="connsiteY405" fmla="*/ 6759699 h 6858000"/>
              <a:gd name="connsiteX406" fmla="*/ 1956763 w 7467600"/>
              <a:gd name="connsiteY406" fmla="*/ 6778191 h 6858000"/>
              <a:gd name="connsiteX407" fmla="*/ 1967925 w 7467600"/>
              <a:gd name="connsiteY407" fmla="*/ 6858000 h 6858000"/>
              <a:gd name="connsiteX408" fmla="*/ 1936622 w 7467600"/>
              <a:gd name="connsiteY408" fmla="*/ 6858000 h 6858000"/>
              <a:gd name="connsiteX409" fmla="*/ 1926261 w 7467600"/>
              <a:gd name="connsiteY409" fmla="*/ 6784064 h 6858000"/>
              <a:gd name="connsiteX410" fmla="*/ 1922724 w 7467600"/>
              <a:gd name="connsiteY410" fmla="*/ 6765577 h 6858000"/>
              <a:gd name="connsiteX411" fmla="*/ 1904650 w 7467600"/>
              <a:gd name="connsiteY411" fmla="*/ 6639616 h 6858000"/>
              <a:gd name="connsiteX412" fmla="*/ 1885273 w 7467600"/>
              <a:gd name="connsiteY412" fmla="*/ 6858000 h 6858000"/>
              <a:gd name="connsiteX413" fmla="*/ 1854363 w 7467600"/>
              <a:gd name="connsiteY413" fmla="*/ 6858000 h 6858000"/>
              <a:gd name="connsiteX414" fmla="*/ 1880391 w 7467600"/>
              <a:gd name="connsiteY414" fmla="*/ 6603796 h 6858000"/>
              <a:gd name="connsiteX415" fmla="*/ 1818273 w 7467600"/>
              <a:gd name="connsiteY415" fmla="*/ 6715729 h 6858000"/>
              <a:gd name="connsiteX416" fmla="*/ 1794691 w 7467600"/>
              <a:gd name="connsiteY416" fmla="*/ 6843239 h 6858000"/>
              <a:gd name="connsiteX417" fmla="*/ 1794914 w 7467600"/>
              <a:gd name="connsiteY417" fmla="*/ 6858000 h 6858000"/>
              <a:gd name="connsiteX418" fmla="*/ 1746128 w 7467600"/>
              <a:gd name="connsiteY418" fmla="*/ 6858000 h 6858000"/>
              <a:gd name="connsiteX419" fmla="*/ 1753934 w 7467600"/>
              <a:gd name="connsiteY419" fmla="*/ 6724796 h 6858000"/>
              <a:gd name="connsiteX420" fmla="*/ 1792053 w 7467600"/>
              <a:gd name="connsiteY420" fmla="*/ 6572396 h 6858000"/>
              <a:gd name="connsiteX421" fmla="*/ 1862248 w 7467600"/>
              <a:gd name="connsiteY421" fmla="*/ 6266397 h 6858000"/>
              <a:gd name="connsiteX422" fmla="*/ 1862250 w 7467600"/>
              <a:gd name="connsiteY422" fmla="*/ 6033531 h 6858000"/>
              <a:gd name="connsiteX423" fmla="*/ 1211999 w 7467600"/>
              <a:gd name="connsiteY423" fmla="*/ 6683610 h 6858000"/>
              <a:gd name="connsiteX424" fmla="*/ 1213266 w 7467600"/>
              <a:gd name="connsiteY424" fmla="*/ 6691947 h 6858000"/>
              <a:gd name="connsiteX425" fmla="*/ 1203370 w 7467600"/>
              <a:gd name="connsiteY425" fmla="*/ 6850676 h 6858000"/>
              <a:gd name="connsiteX426" fmla="*/ 1203671 w 7467600"/>
              <a:gd name="connsiteY426" fmla="*/ 6858000 h 6858000"/>
              <a:gd name="connsiteX427" fmla="*/ 1143180 w 7467600"/>
              <a:gd name="connsiteY427" fmla="*/ 6858000 h 6858000"/>
              <a:gd name="connsiteX428" fmla="*/ 1142176 w 7467600"/>
              <a:gd name="connsiteY428" fmla="*/ 6766045 h 6858000"/>
              <a:gd name="connsiteX429" fmla="*/ 1067484 w 7467600"/>
              <a:gd name="connsiteY429" fmla="*/ 6858000 h 6858000"/>
              <a:gd name="connsiteX430" fmla="*/ 953928 w 7467600"/>
              <a:gd name="connsiteY430" fmla="*/ 6858000 h 6858000"/>
              <a:gd name="connsiteX431" fmla="*/ 959715 w 7467600"/>
              <a:gd name="connsiteY431" fmla="*/ 6850185 h 6858000"/>
              <a:gd name="connsiteX432" fmla="*/ 1483788 w 7467600"/>
              <a:gd name="connsiteY432" fmla="*/ 6259174 h 6858000"/>
              <a:gd name="connsiteX433" fmla="*/ 1100671 w 7467600"/>
              <a:gd name="connsiteY433" fmla="*/ 6252137 h 6858000"/>
              <a:gd name="connsiteX434" fmla="*/ 1090144 w 7467600"/>
              <a:gd name="connsiteY434" fmla="*/ 6256748 h 6858000"/>
              <a:gd name="connsiteX435" fmla="*/ 1095872 w 7467600"/>
              <a:gd name="connsiteY435" fmla="*/ 6271892 h 6858000"/>
              <a:gd name="connsiteX436" fmla="*/ 262785 w 7467600"/>
              <a:gd name="connsiteY436" fmla="*/ 6845450 h 6858000"/>
              <a:gd name="connsiteX437" fmla="*/ 209968 w 7467600"/>
              <a:gd name="connsiteY437" fmla="*/ 6770713 h 6858000"/>
              <a:gd name="connsiteX438" fmla="*/ 873460 w 7467600"/>
              <a:gd name="connsiteY438" fmla="*/ 6253768 h 6858000"/>
              <a:gd name="connsiteX439" fmla="*/ 192686 w 7467600"/>
              <a:gd name="connsiteY439" fmla="*/ 5849257 h 6858000"/>
              <a:gd name="connsiteX440" fmla="*/ 4696 w 7467600"/>
              <a:gd name="connsiteY440" fmla="*/ 5697668 h 6858000"/>
              <a:gd name="connsiteX441" fmla="*/ 0 w 7467600"/>
              <a:gd name="connsiteY441" fmla="*/ 5689984 h 6858000"/>
              <a:gd name="connsiteX442" fmla="*/ 0 w 7467600"/>
              <a:gd name="connsiteY442" fmla="*/ 5513472 h 6858000"/>
              <a:gd name="connsiteX443" fmla="*/ 174101 w 7467600"/>
              <a:gd name="connsiteY443" fmla="*/ 5620277 h 6858000"/>
              <a:gd name="connsiteX444" fmla="*/ 891800 w 7467600"/>
              <a:gd name="connsiteY444" fmla="*/ 6036935 h 6858000"/>
              <a:gd name="connsiteX445" fmla="*/ 1072219 w 7467600"/>
              <a:gd name="connsiteY445" fmla="*/ 6169443 h 6858000"/>
              <a:gd name="connsiteX446" fmla="*/ 1074117 w 7467600"/>
              <a:gd name="connsiteY446" fmla="*/ 6170301 h 6858000"/>
              <a:gd name="connsiteX447" fmla="*/ 1083114 w 7467600"/>
              <a:gd name="connsiteY447" fmla="*/ 6174131 h 6858000"/>
              <a:gd name="connsiteX448" fmla="*/ 1543010 w 7467600"/>
              <a:gd name="connsiteY448" fmla="*/ 6191140 h 6858000"/>
              <a:gd name="connsiteX449" fmla="*/ 1551080 w 7467600"/>
              <a:gd name="connsiteY449" fmla="*/ 6195006 h 6858000"/>
              <a:gd name="connsiteX450" fmla="*/ 2345443 w 7467600"/>
              <a:gd name="connsiteY450" fmla="*/ 5549882 h 6858000"/>
              <a:gd name="connsiteX451" fmla="*/ 1721499 w 7467600"/>
              <a:gd name="connsiteY451" fmla="*/ 5599969 h 6858000"/>
              <a:gd name="connsiteX452" fmla="*/ 767716 w 7467600"/>
              <a:gd name="connsiteY452" fmla="*/ 5472768 h 6858000"/>
              <a:gd name="connsiteX453" fmla="*/ 722147 w 7467600"/>
              <a:gd name="connsiteY453" fmla="*/ 5393091 h 6858000"/>
              <a:gd name="connsiteX454" fmla="*/ 1485552 w 7467600"/>
              <a:gd name="connsiteY454" fmla="*/ 5313202 h 6858000"/>
              <a:gd name="connsiteX455" fmla="*/ 2143004 w 7467600"/>
              <a:gd name="connsiteY455" fmla="*/ 5402420 h 6858000"/>
              <a:gd name="connsiteX456" fmla="*/ 1933391 w 7467600"/>
              <a:gd name="connsiteY456" fmla="*/ 5156971 h 6858000"/>
              <a:gd name="connsiteX457" fmla="*/ 1827118 w 7467600"/>
              <a:gd name="connsiteY457" fmla="*/ 4968410 h 6858000"/>
              <a:gd name="connsiteX458" fmla="*/ 1837349 w 7467600"/>
              <a:gd name="connsiteY458" fmla="*/ 4956357 h 6858000"/>
              <a:gd name="connsiteX459" fmla="*/ 2162835 w 7467600"/>
              <a:gd name="connsiteY459" fmla="*/ 5187853 h 6858000"/>
              <a:gd name="connsiteX460" fmla="*/ 2257167 w 7467600"/>
              <a:gd name="connsiteY460" fmla="*/ 5462123 h 6858000"/>
              <a:gd name="connsiteX461" fmla="*/ 2261598 w 7467600"/>
              <a:gd name="connsiteY461" fmla="*/ 5467998 h 6858000"/>
              <a:gd name="connsiteX462" fmla="*/ 2437177 w 7467600"/>
              <a:gd name="connsiteY462" fmla="*/ 5479608 h 6858000"/>
              <a:gd name="connsiteX463" fmla="*/ 2445247 w 7467600"/>
              <a:gd name="connsiteY463" fmla="*/ 5483476 h 6858000"/>
              <a:gd name="connsiteX464" fmla="*/ 2743626 w 7467600"/>
              <a:gd name="connsiteY464" fmla="*/ 5304819 h 6858000"/>
              <a:gd name="connsiteX465" fmla="*/ 3048102 w 7467600"/>
              <a:gd name="connsiteY465" fmla="*/ 5150595 h 6858000"/>
              <a:gd name="connsiteX466" fmla="*/ 1799414 w 7467600"/>
              <a:gd name="connsiteY466" fmla="*/ 4694732 h 6858000"/>
              <a:gd name="connsiteX467" fmla="*/ 1771735 w 7467600"/>
              <a:gd name="connsiteY467" fmla="*/ 4619929 h 6858000"/>
              <a:gd name="connsiteX468" fmla="*/ 3104273 w 7467600"/>
              <a:gd name="connsiteY468" fmla="*/ 5076159 h 6858000"/>
              <a:gd name="connsiteX469" fmla="*/ 3113245 w 7467600"/>
              <a:gd name="connsiteY469" fmla="*/ 5090705 h 6858000"/>
              <a:gd name="connsiteX470" fmla="*/ 3126294 w 7467600"/>
              <a:gd name="connsiteY470" fmla="*/ 5114400 h 6858000"/>
              <a:gd name="connsiteX471" fmla="*/ 3937433 w 7467600"/>
              <a:gd name="connsiteY471" fmla="*/ 4830473 h 6858000"/>
              <a:gd name="connsiteX472" fmla="*/ 3590475 w 7467600"/>
              <a:gd name="connsiteY472" fmla="*/ 4597974 h 6858000"/>
              <a:gd name="connsiteX473" fmla="*/ 3100264 w 7467600"/>
              <a:gd name="connsiteY473" fmla="*/ 4579845 h 6858000"/>
              <a:gd name="connsiteX474" fmla="*/ 2183576 w 7467600"/>
              <a:gd name="connsiteY474" fmla="*/ 4227150 h 6858000"/>
              <a:gd name="connsiteX475" fmla="*/ 2151029 w 7467600"/>
              <a:gd name="connsiteY475" fmla="*/ 4146947 h 6858000"/>
              <a:gd name="connsiteX476" fmla="*/ 3563434 w 7467600"/>
              <a:gd name="connsiteY476" fmla="*/ 4469115 h 6858000"/>
              <a:gd name="connsiteX477" fmla="*/ 3177952 w 7467600"/>
              <a:gd name="connsiteY477" fmla="*/ 3657386 h 6858000"/>
              <a:gd name="connsiteX478" fmla="*/ 3189263 w 7467600"/>
              <a:gd name="connsiteY478" fmla="*/ 3625726 h 6858000"/>
              <a:gd name="connsiteX479" fmla="*/ 3560912 w 7467600"/>
              <a:gd name="connsiteY479" fmla="*/ 4079863 h 6858000"/>
              <a:gd name="connsiteX480" fmla="*/ 3626636 w 7467600"/>
              <a:gd name="connsiteY480" fmla="*/ 4512230 h 6858000"/>
              <a:gd name="connsiteX481" fmla="*/ 3653088 w 7467600"/>
              <a:gd name="connsiteY481" fmla="*/ 4521417 h 6858000"/>
              <a:gd name="connsiteX482" fmla="*/ 3988128 w 7467600"/>
              <a:gd name="connsiteY482" fmla="*/ 4817267 h 6858000"/>
              <a:gd name="connsiteX483" fmla="*/ 4830582 w 7467600"/>
              <a:gd name="connsiteY483" fmla="*/ 4676000 h 6858000"/>
              <a:gd name="connsiteX484" fmla="*/ 4830100 w 7467600"/>
              <a:gd name="connsiteY484" fmla="*/ 4675554 h 6858000"/>
              <a:gd name="connsiteX485" fmla="*/ 4036318 w 7467600"/>
              <a:gd name="connsiteY485" fmla="*/ 4147013 h 6858000"/>
              <a:gd name="connsiteX486" fmla="*/ 3432098 w 7467600"/>
              <a:gd name="connsiteY486" fmla="*/ 3537312 h 6858000"/>
              <a:gd name="connsiteX487" fmla="*/ 3446761 w 7467600"/>
              <a:gd name="connsiteY487" fmla="*/ 3461278 h 6858000"/>
              <a:gd name="connsiteX488" fmla="*/ 4419733 w 7467600"/>
              <a:gd name="connsiteY488" fmla="*/ 3963555 h 6858000"/>
              <a:gd name="connsiteX489" fmla="*/ 4781371 w 7467600"/>
              <a:gd name="connsiteY489" fmla="*/ 4458604 h 6858000"/>
              <a:gd name="connsiteX490" fmla="*/ 4780440 w 7467600"/>
              <a:gd name="connsiteY490" fmla="*/ 4470290 h 6858000"/>
              <a:gd name="connsiteX491" fmla="*/ 4898954 w 7467600"/>
              <a:gd name="connsiteY491" fmla="*/ 4662092 h 6858000"/>
              <a:gd name="connsiteX492" fmla="*/ 4900699 w 7467600"/>
              <a:gd name="connsiteY492" fmla="*/ 4670867 h 6858000"/>
              <a:gd name="connsiteX493" fmla="*/ 5714511 w 7467600"/>
              <a:gd name="connsiteY493" fmla="*/ 4663483 h 6858000"/>
              <a:gd name="connsiteX494" fmla="*/ 5464793 w 7467600"/>
              <a:gd name="connsiteY494" fmla="*/ 4393556 h 6858000"/>
              <a:gd name="connsiteX495" fmla="*/ 5461897 w 7467600"/>
              <a:gd name="connsiteY495" fmla="*/ 4390879 h 6858000"/>
              <a:gd name="connsiteX496" fmla="*/ 4294126 w 7467600"/>
              <a:gd name="connsiteY496" fmla="*/ 3303048 h 6858000"/>
              <a:gd name="connsiteX497" fmla="*/ 4305321 w 7467600"/>
              <a:gd name="connsiteY497" fmla="*/ 3256953 h 6858000"/>
              <a:gd name="connsiteX498" fmla="*/ 4949299 w 7467600"/>
              <a:gd name="connsiteY498" fmla="*/ 3766336 h 6858000"/>
              <a:gd name="connsiteX499" fmla="*/ 5291452 w 7467600"/>
              <a:gd name="connsiteY499" fmla="*/ 4076801 h 6858000"/>
              <a:gd name="connsiteX500" fmla="*/ 5434998 w 7467600"/>
              <a:gd name="connsiteY500" fmla="*/ 4254100 h 6858000"/>
              <a:gd name="connsiteX501" fmla="*/ 5351015 w 7467600"/>
              <a:gd name="connsiteY501" fmla="*/ 3760989 h 6858000"/>
              <a:gd name="connsiteX502" fmla="*/ 5413780 w 7467600"/>
              <a:gd name="connsiteY502" fmla="*/ 2966265 h 6858000"/>
              <a:gd name="connsiteX503" fmla="*/ 5425627 w 7467600"/>
              <a:gd name="connsiteY503" fmla="*/ 2954192 h 6858000"/>
              <a:gd name="connsiteX504" fmla="*/ 6604735 w 7467600"/>
              <a:gd name="connsiteY504" fmla="*/ 2041381 h 6858000"/>
              <a:gd name="connsiteX505" fmla="*/ 7204487 w 7467600"/>
              <a:gd name="connsiteY505" fmla="*/ 2742112 h 6858000"/>
              <a:gd name="connsiteX506" fmla="*/ 7131592 w 7467600"/>
              <a:gd name="connsiteY506" fmla="*/ 2672096 h 6858000"/>
              <a:gd name="connsiteX507" fmla="*/ 6996344 w 7467600"/>
              <a:gd name="connsiteY507" fmla="*/ 2518310 h 6858000"/>
              <a:gd name="connsiteX508" fmla="*/ 6735495 w 7467600"/>
              <a:gd name="connsiteY508" fmla="*/ 2196890 h 6858000"/>
              <a:gd name="connsiteX509" fmla="*/ 6721901 w 7467600"/>
              <a:gd name="connsiteY509" fmla="*/ 2179274 h 6858000"/>
              <a:gd name="connsiteX510" fmla="*/ 6604735 w 7467600"/>
              <a:gd name="connsiteY510" fmla="*/ 2041381 h 6858000"/>
              <a:gd name="connsiteX511" fmla="*/ 6591670 w 7467600"/>
              <a:gd name="connsiteY511" fmla="*/ 1988277 h 6858000"/>
              <a:gd name="connsiteX512" fmla="*/ 6747349 w 7467600"/>
              <a:gd name="connsiteY512" fmla="*/ 2160069 h 6858000"/>
              <a:gd name="connsiteX513" fmla="*/ 6760943 w 7467600"/>
              <a:gd name="connsiteY513" fmla="*/ 2177686 h 6858000"/>
              <a:gd name="connsiteX514" fmla="*/ 7021065 w 7467600"/>
              <a:gd name="connsiteY514" fmla="*/ 2498102 h 6858000"/>
              <a:gd name="connsiteX515" fmla="*/ 7155223 w 7467600"/>
              <a:gd name="connsiteY515" fmla="*/ 2650386 h 6858000"/>
              <a:gd name="connsiteX516" fmla="*/ 7203167 w 7467600"/>
              <a:gd name="connsiteY516" fmla="*/ 2697288 h 6858000"/>
              <a:gd name="connsiteX517" fmla="*/ 6937703 w 7467600"/>
              <a:gd name="connsiteY517" fmla="*/ 2321981 h 6858000"/>
              <a:gd name="connsiteX518" fmla="*/ 6591670 w 7467600"/>
              <a:gd name="connsiteY518" fmla="*/ 1988277 h 6858000"/>
              <a:gd name="connsiteX519" fmla="*/ 5798671 w 7467600"/>
              <a:gd name="connsiteY519" fmla="*/ 1981601 h 6858000"/>
              <a:gd name="connsiteX520" fmla="*/ 5754709 w 7467600"/>
              <a:gd name="connsiteY520" fmla="*/ 2071454 h 6858000"/>
              <a:gd name="connsiteX521" fmla="*/ 5763044 w 7467600"/>
              <a:gd name="connsiteY521" fmla="*/ 2842206 h 6858000"/>
              <a:gd name="connsiteX522" fmla="*/ 5764974 w 7467600"/>
              <a:gd name="connsiteY522" fmla="*/ 2799609 h 6858000"/>
              <a:gd name="connsiteX523" fmla="*/ 5767665 w 7467600"/>
              <a:gd name="connsiteY523" fmla="*/ 2666409 h 6858000"/>
              <a:gd name="connsiteX524" fmla="*/ 5763055 w 7467600"/>
              <a:gd name="connsiteY524" fmla="*/ 2579705 h 6858000"/>
              <a:gd name="connsiteX525" fmla="*/ 5758079 w 7467600"/>
              <a:gd name="connsiteY525" fmla="*/ 2492508 h 6858000"/>
              <a:gd name="connsiteX526" fmla="*/ 5779325 w 7467600"/>
              <a:gd name="connsiteY526" fmla="*/ 2197069 h 6858000"/>
              <a:gd name="connsiteX527" fmla="*/ 5798671 w 7467600"/>
              <a:gd name="connsiteY527" fmla="*/ 1981601 h 6858000"/>
              <a:gd name="connsiteX528" fmla="*/ 5829202 w 7467600"/>
              <a:gd name="connsiteY528" fmla="*/ 1971679 h 6858000"/>
              <a:gd name="connsiteX529" fmla="*/ 5809558 w 7467600"/>
              <a:gd name="connsiteY529" fmla="*/ 2198043 h 6858000"/>
              <a:gd name="connsiteX530" fmla="*/ 5788653 w 7467600"/>
              <a:gd name="connsiteY530" fmla="*/ 2489430 h 6858000"/>
              <a:gd name="connsiteX531" fmla="*/ 5793439 w 7467600"/>
              <a:gd name="connsiteY531" fmla="*/ 2575235 h 6858000"/>
              <a:gd name="connsiteX532" fmla="*/ 5796837 w 7467600"/>
              <a:gd name="connsiteY532" fmla="*/ 2637633 h 6858000"/>
              <a:gd name="connsiteX533" fmla="*/ 5818614 w 7467600"/>
              <a:gd name="connsiteY533" fmla="*/ 2473055 h 6858000"/>
              <a:gd name="connsiteX534" fmla="*/ 5829202 w 7467600"/>
              <a:gd name="connsiteY534" fmla="*/ 1971679 h 6858000"/>
              <a:gd name="connsiteX535" fmla="*/ 5911389 w 7467600"/>
              <a:gd name="connsiteY535" fmla="*/ 1898371 h 6858000"/>
              <a:gd name="connsiteX536" fmla="*/ 6237627 w 7467600"/>
              <a:gd name="connsiteY536" fmla="*/ 2231921 h 6858000"/>
              <a:gd name="connsiteX537" fmla="*/ 5911389 w 7467600"/>
              <a:gd name="connsiteY537" fmla="*/ 1898371 h 6858000"/>
              <a:gd name="connsiteX538" fmla="*/ 6944437 w 7467600"/>
              <a:gd name="connsiteY538" fmla="*/ 1575402 h 6858000"/>
              <a:gd name="connsiteX539" fmla="*/ 6304730 w 7467600"/>
              <a:gd name="connsiteY539" fmla="*/ 1766654 h 6858000"/>
              <a:gd name="connsiteX540" fmla="*/ 6944437 w 7467600"/>
              <a:gd name="connsiteY540" fmla="*/ 1575402 h 6858000"/>
              <a:gd name="connsiteX541" fmla="*/ 7019523 w 7467600"/>
              <a:gd name="connsiteY541" fmla="*/ 1519450 h 6858000"/>
              <a:gd name="connsiteX542" fmla="*/ 6298091 w 7467600"/>
              <a:gd name="connsiteY542" fmla="*/ 1737122 h 6858000"/>
              <a:gd name="connsiteX543" fmla="*/ 7019523 w 7467600"/>
              <a:gd name="connsiteY543" fmla="*/ 1519450 h 6858000"/>
              <a:gd name="connsiteX544" fmla="*/ 2399523 w 7467600"/>
              <a:gd name="connsiteY544" fmla="*/ 1428234 h 6858000"/>
              <a:gd name="connsiteX545" fmla="*/ 2224982 w 7467600"/>
              <a:gd name="connsiteY545" fmla="*/ 1826201 h 6858000"/>
              <a:gd name="connsiteX546" fmla="*/ 2096099 w 7467600"/>
              <a:gd name="connsiteY546" fmla="*/ 2345900 h 6858000"/>
              <a:gd name="connsiteX547" fmla="*/ 2283317 w 7467600"/>
              <a:gd name="connsiteY547" fmla="*/ 1796925 h 6858000"/>
              <a:gd name="connsiteX548" fmla="*/ 2399523 w 7467600"/>
              <a:gd name="connsiteY548" fmla="*/ 1428234 h 6858000"/>
              <a:gd name="connsiteX549" fmla="*/ 2448558 w 7467600"/>
              <a:gd name="connsiteY549" fmla="*/ 1373435 h 6858000"/>
              <a:gd name="connsiteX550" fmla="*/ 2312521 w 7467600"/>
              <a:gd name="connsiteY550" fmla="*/ 1806140 h 6858000"/>
              <a:gd name="connsiteX551" fmla="*/ 2127533 w 7467600"/>
              <a:gd name="connsiteY551" fmla="*/ 2348380 h 6858000"/>
              <a:gd name="connsiteX552" fmla="*/ 2358080 w 7467600"/>
              <a:gd name="connsiteY552" fmla="*/ 1866134 h 6858000"/>
              <a:gd name="connsiteX553" fmla="*/ 2407436 w 7467600"/>
              <a:gd name="connsiteY553" fmla="*/ 1651070 h 6858000"/>
              <a:gd name="connsiteX554" fmla="*/ 2448558 w 7467600"/>
              <a:gd name="connsiteY554" fmla="*/ 1373435 h 6858000"/>
              <a:gd name="connsiteX555" fmla="*/ 278707 w 7467600"/>
              <a:gd name="connsiteY555" fmla="*/ 1352270 h 6858000"/>
              <a:gd name="connsiteX556" fmla="*/ 321570 w 7467600"/>
              <a:gd name="connsiteY556" fmla="*/ 1861610 h 6858000"/>
              <a:gd name="connsiteX557" fmla="*/ 294281 w 7467600"/>
              <a:gd name="connsiteY557" fmla="*/ 1440658 h 6858000"/>
              <a:gd name="connsiteX558" fmla="*/ 278707 w 7467600"/>
              <a:gd name="connsiteY558" fmla="*/ 1352270 h 6858000"/>
              <a:gd name="connsiteX559" fmla="*/ 1423821 w 7467600"/>
              <a:gd name="connsiteY559" fmla="*/ 1351958 h 6858000"/>
              <a:gd name="connsiteX560" fmla="*/ 1638521 w 7467600"/>
              <a:gd name="connsiteY560" fmla="*/ 1908470 h 6858000"/>
              <a:gd name="connsiteX561" fmla="*/ 1754199 w 7467600"/>
              <a:gd name="connsiteY561" fmla="*/ 2149284 h 6858000"/>
              <a:gd name="connsiteX562" fmla="*/ 1908359 w 7467600"/>
              <a:gd name="connsiteY562" fmla="*/ 2364988 h 6858000"/>
              <a:gd name="connsiteX563" fmla="*/ 1647661 w 7467600"/>
              <a:gd name="connsiteY563" fmla="*/ 1825945 h 6858000"/>
              <a:gd name="connsiteX564" fmla="*/ 1423821 w 7467600"/>
              <a:gd name="connsiteY564" fmla="*/ 1351958 h 6858000"/>
              <a:gd name="connsiteX565" fmla="*/ 1431890 w 7467600"/>
              <a:gd name="connsiteY565" fmla="*/ 1306475 h 6858000"/>
              <a:gd name="connsiteX566" fmla="*/ 1507597 w 7467600"/>
              <a:gd name="connsiteY566" fmla="*/ 1446132 h 6858000"/>
              <a:gd name="connsiteX567" fmla="*/ 1674586 w 7467600"/>
              <a:gd name="connsiteY567" fmla="*/ 1813832 h 6858000"/>
              <a:gd name="connsiteX568" fmla="*/ 1815950 w 7467600"/>
              <a:gd name="connsiteY568" fmla="*/ 2128564 h 6858000"/>
              <a:gd name="connsiteX569" fmla="*/ 1984242 w 7467600"/>
              <a:gd name="connsiteY569" fmla="*/ 2430829 h 6858000"/>
              <a:gd name="connsiteX570" fmla="*/ 2014023 w 7467600"/>
              <a:gd name="connsiteY570" fmla="*/ 2450995 h 6858000"/>
              <a:gd name="connsiteX571" fmla="*/ 1747337 w 7467600"/>
              <a:gd name="connsiteY571" fmla="*/ 1855264 h 6858000"/>
              <a:gd name="connsiteX572" fmla="*/ 1533749 w 7467600"/>
              <a:gd name="connsiteY572" fmla="*/ 1478656 h 6858000"/>
              <a:gd name="connsiteX573" fmla="*/ 1431890 w 7467600"/>
              <a:gd name="connsiteY573" fmla="*/ 1306475 h 6858000"/>
              <a:gd name="connsiteX574" fmla="*/ 5052692 w 7467600"/>
              <a:gd name="connsiteY574" fmla="*/ 1292994 h 6858000"/>
              <a:gd name="connsiteX575" fmla="*/ 5200661 w 7467600"/>
              <a:gd name="connsiteY575" fmla="*/ 1635186 h 6858000"/>
              <a:gd name="connsiteX576" fmla="*/ 5297138 w 7467600"/>
              <a:gd name="connsiteY576" fmla="*/ 1906351 h 6858000"/>
              <a:gd name="connsiteX577" fmla="*/ 5052692 w 7467600"/>
              <a:gd name="connsiteY577" fmla="*/ 1292994 h 6858000"/>
              <a:gd name="connsiteX578" fmla="*/ 5009948 w 7467600"/>
              <a:gd name="connsiteY578" fmla="*/ 1273619 h 6858000"/>
              <a:gd name="connsiteX579" fmla="*/ 5121777 w 7467600"/>
              <a:gd name="connsiteY579" fmla="*/ 1654213 h 6858000"/>
              <a:gd name="connsiteX580" fmla="*/ 5293545 w 7467600"/>
              <a:gd name="connsiteY580" fmla="*/ 2072247 h 6858000"/>
              <a:gd name="connsiteX581" fmla="*/ 5294042 w 7467600"/>
              <a:gd name="connsiteY581" fmla="*/ 2065019 h 6858000"/>
              <a:gd name="connsiteX582" fmla="*/ 5171936 w 7467600"/>
              <a:gd name="connsiteY582" fmla="*/ 1647613 h 6858000"/>
              <a:gd name="connsiteX583" fmla="*/ 5009948 w 7467600"/>
              <a:gd name="connsiteY583" fmla="*/ 1273619 h 6858000"/>
              <a:gd name="connsiteX584" fmla="*/ 655236 w 7467600"/>
              <a:gd name="connsiteY584" fmla="*/ 1268632 h 6858000"/>
              <a:gd name="connsiteX585" fmla="*/ 839521 w 7467600"/>
              <a:gd name="connsiteY585" fmla="*/ 1685315 h 6858000"/>
              <a:gd name="connsiteX586" fmla="*/ 1109416 w 7467600"/>
              <a:gd name="connsiteY586" fmla="*/ 2061663 h 6858000"/>
              <a:gd name="connsiteX587" fmla="*/ 1298300 w 7467600"/>
              <a:gd name="connsiteY587" fmla="*/ 2247742 h 6858000"/>
              <a:gd name="connsiteX588" fmla="*/ 1125871 w 7467600"/>
              <a:gd name="connsiteY588" fmla="*/ 1989513 h 6858000"/>
              <a:gd name="connsiteX589" fmla="*/ 981574 w 7467600"/>
              <a:gd name="connsiteY589" fmla="*/ 1783157 h 6858000"/>
              <a:gd name="connsiteX590" fmla="*/ 922198 w 7467600"/>
              <a:gd name="connsiteY590" fmla="*/ 1677437 h 6858000"/>
              <a:gd name="connsiteX591" fmla="*/ 869293 w 7467600"/>
              <a:gd name="connsiteY591" fmla="*/ 1583214 h 6858000"/>
              <a:gd name="connsiteX592" fmla="*/ 751431 w 7467600"/>
              <a:gd name="connsiteY592" fmla="*/ 1405731 h 6858000"/>
              <a:gd name="connsiteX593" fmla="*/ 655236 w 7467600"/>
              <a:gd name="connsiteY593" fmla="*/ 1268632 h 6858000"/>
              <a:gd name="connsiteX594" fmla="*/ 6516292 w 7467600"/>
              <a:gd name="connsiteY594" fmla="*/ 1263064 h 6858000"/>
              <a:gd name="connsiteX595" fmla="*/ 5736320 w 7467600"/>
              <a:gd name="connsiteY595" fmla="*/ 1501803 h 6858000"/>
              <a:gd name="connsiteX596" fmla="*/ 6516292 w 7467600"/>
              <a:gd name="connsiteY596" fmla="*/ 1263064 h 6858000"/>
              <a:gd name="connsiteX597" fmla="*/ 291466 w 7467600"/>
              <a:gd name="connsiteY597" fmla="*/ 1250369 h 6858000"/>
              <a:gd name="connsiteX598" fmla="*/ 323180 w 7467600"/>
              <a:gd name="connsiteY598" fmla="*/ 1435283 h 6858000"/>
              <a:gd name="connsiteX599" fmla="*/ 349381 w 7467600"/>
              <a:gd name="connsiteY599" fmla="*/ 1875041 h 6858000"/>
              <a:gd name="connsiteX600" fmla="*/ 374363 w 7467600"/>
              <a:gd name="connsiteY600" fmla="*/ 1506494 h 6858000"/>
              <a:gd name="connsiteX601" fmla="*/ 302168 w 7467600"/>
              <a:gd name="connsiteY601" fmla="*/ 1274495 h 6858000"/>
              <a:gd name="connsiteX602" fmla="*/ 291466 w 7467600"/>
              <a:gd name="connsiteY602" fmla="*/ 1250369 h 6858000"/>
              <a:gd name="connsiteX603" fmla="*/ 678222 w 7467600"/>
              <a:gd name="connsiteY603" fmla="*/ 1248670 h 6858000"/>
              <a:gd name="connsiteX604" fmla="*/ 775536 w 7467600"/>
              <a:gd name="connsiteY604" fmla="*/ 1388015 h 6858000"/>
              <a:gd name="connsiteX605" fmla="*/ 894529 w 7467600"/>
              <a:gd name="connsiteY605" fmla="*/ 1567739 h 6858000"/>
              <a:gd name="connsiteX606" fmla="*/ 948000 w 7467600"/>
              <a:gd name="connsiteY606" fmla="*/ 1663088 h 6858000"/>
              <a:gd name="connsiteX607" fmla="*/ 1006812 w 7467600"/>
              <a:gd name="connsiteY607" fmla="*/ 1767683 h 6858000"/>
              <a:gd name="connsiteX608" fmla="*/ 1149133 w 7467600"/>
              <a:gd name="connsiteY608" fmla="*/ 1971513 h 6858000"/>
              <a:gd name="connsiteX609" fmla="*/ 1333952 w 7467600"/>
              <a:gd name="connsiteY609" fmla="*/ 2251620 h 6858000"/>
              <a:gd name="connsiteX610" fmla="*/ 1337329 w 7467600"/>
              <a:gd name="connsiteY610" fmla="*/ 2258350 h 6858000"/>
              <a:gd name="connsiteX611" fmla="*/ 1014726 w 7467600"/>
              <a:gd name="connsiteY611" fmla="*/ 1615556 h 6858000"/>
              <a:gd name="connsiteX612" fmla="*/ 678222 w 7467600"/>
              <a:gd name="connsiteY612" fmla="*/ 1248670 h 6858000"/>
              <a:gd name="connsiteX613" fmla="*/ 6691602 w 7467600"/>
              <a:gd name="connsiteY613" fmla="*/ 1140573 h 6858000"/>
              <a:gd name="connsiteX614" fmla="*/ 6571100 w 7467600"/>
              <a:gd name="connsiteY614" fmla="*/ 1183662 h 6858000"/>
              <a:gd name="connsiteX615" fmla="*/ 6241687 w 7467600"/>
              <a:gd name="connsiteY615" fmla="*/ 1257600 h 6858000"/>
              <a:gd name="connsiteX616" fmla="*/ 5693009 w 7467600"/>
              <a:gd name="connsiteY616" fmla="*/ 1478256 h 6858000"/>
              <a:gd name="connsiteX617" fmla="*/ 6548420 w 7467600"/>
              <a:gd name="connsiteY617" fmla="*/ 1214599 h 6858000"/>
              <a:gd name="connsiteX618" fmla="*/ 6605473 w 7467600"/>
              <a:gd name="connsiteY618" fmla="*/ 1184686 h 6858000"/>
              <a:gd name="connsiteX619" fmla="*/ 6691602 w 7467600"/>
              <a:gd name="connsiteY619" fmla="*/ 1140573 h 6858000"/>
              <a:gd name="connsiteX620" fmla="*/ 4002475 w 7467600"/>
              <a:gd name="connsiteY620" fmla="*/ 1037802 h 6858000"/>
              <a:gd name="connsiteX621" fmla="*/ 4000324 w 7467600"/>
              <a:gd name="connsiteY621" fmla="*/ 1039362 h 6858000"/>
              <a:gd name="connsiteX622" fmla="*/ 4002862 w 7467600"/>
              <a:gd name="connsiteY622" fmla="*/ 1042866 h 6858000"/>
              <a:gd name="connsiteX623" fmla="*/ 4002475 w 7467600"/>
              <a:gd name="connsiteY623" fmla="*/ 1037802 h 6858000"/>
              <a:gd name="connsiteX624" fmla="*/ 506322 w 7467600"/>
              <a:gd name="connsiteY624" fmla="*/ 1020997 h 6858000"/>
              <a:gd name="connsiteX625" fmla="*/ 533068 w 7467600"/>
              <a:gd name="connsiteY625" fmla="*/ 1029409 h 6858000"/>
              <a:gd name="connsiteX626" fmla="*/ 1232525 w 7467600"/>
              <a:gd name="connsiteY626" fmla="*/ 1804675 h 6858000"/>
              <a:gd name="connsiteX627" fmla="*/ 1388858 w 7467600"/>
              <a:gd name="connsiteY627" fmla="*/ 2368011 h 6858000"/>
              <a:gd name="connsiteX628" fmla="*/ 1384098 w 7467600"/>
              <a:gd name="connsiteY628" fmla="*/ 2378125 h 6858000"/>
              <a:gd name="connsiteX629" fmla="*/ 1425393 w 7467600"/>
              <a:gd name="connsiteY629" fmla="*/ 2589124 h 6858000"/>
              <a:gd name="connsiteX630" fmla="*/ 1424001 w 7467600"/>
              <a:gd name="connsiteY630" fmla="*/ 2597541 h 6858000"/>
              <a:gd name="connsiteX631" fmla="*/ 2152729 w 7467600"/>
              <a:gd name="connsiteY631" fmla="*/ 2864487 h 6858000"/>
              <a:gd name="connsiteX632" fmla="*/ 2020609 w 7467600"/>
              <a:gd name="connsiteY632" fmla="*/ 2539671 h 6858000"/>
              <a:gd name="connsiteX633" fmla="*/ 2018920 w 7467600"/>
              <a:gd name="connsiteY633" fmla="*/ 2536309 h 6858000"/>
              <a:gd name="connsiteX634" fmla="*/ 1342441 w 7467600"/>
              <a:gd name="connsiteY634" fmla="*/ 1173017 h 6858000"/>
              <a:gd name="connsiteX635" fmla="*/ 1367925 w 7467600"/>
              <a:gd name="connsiteY635" fmla="*/ 1135648 h 6858000"/>
              <a:gd name="connsiteX636" fmla="*/ 1771401 w 7467600"/>
              <a:gd name="connsiteY636" fmla="*/ 1806673 h 6858000"/>
              <a:gd name="connsiteX637" fmla="*/ 1972385 w 7467600"/>
              <a:gd name="connsiteY637" fmla="*/ 2198735 h 6858000"/>
              <a:gd name="connsiteX638" fmla="*/ 2040892 w 7467600"/>
              <a:gd name="connsiteY638" fmla="*/ 2405205 h 6858000"/>
              <a:gd name="connsiteX639" fmla="*/ 2131689 w 7467600"/>
              <a:gd name="connsiteY639" fmla="*/ 1936926 h 6858000"/>
              <a:gd name="connsiteX640" fmla="*/ 2454820 w 7467600"/>
              <a:gd name="connsiteY640" fmla="*/ 1248808 h 6858000"/>
              <a:gd name="connsiteX641" fmla="*/ 2492512 w 7467600"/>
              <a:gd name="connsiteY641" fmla="*/ 1302920 h 6858000"/>
              <a:gd name="connsiteX642" fmla="*/ 2081216 w 7467600"/>
              <a:gd name="connsiteY642" fmla="*/ 2527513 h 6858000"/>
              <a:gd name="connsiteX643" fmla="*/ 2081211 w 7467600"/>
              <a:gd name="connsiteY643" fmla="*/ 2528916 h 6858000"/>
              <a:gd name="connsiteX644" fmla="*/ 2199067 w 7467600"/>
              <a:gd name="connsiteY644" fmla="*/ 2884061 h 6858000"/>
              <a:gd name="connsiteX645" fmla="*/ 3192586 w 7467600"/>
              <a:gd name="connsiteY645" fmla="*/ 3411496 h 6858000"/>
              <a:gd name="connsiteX646" fmla="*/ 3182620 w 7467600"/>
              <a:gd name="connsiteY646" fmla="*/ 3483279 h 6858000"/>
              <a:gd name="connsiteX647" fmla="*/ 2435119 w 7467600"/>
              <a:gd name="connsiteY647" fmla="*/ 3080173 h 6858000"/>
              <a:gd name="connsiteX648" fmla="*/ 2410152 w 7467600"/>
              <a:gd name="connsiteY648" fmla="*/ 3063751 h 6858000"/>
              <a:gd name="connsiteX649" fmla="*/ 2408099 w 7467600"/>
              <a:gd name="connsiteY649" fmla="*/ 3064403 h 6858000"/>
              <a:gd name="connsiteX650" fmla="*/ 2407218 w 7467600"/>
              <a:gd name="connsiteY650" fmla="*/ 3070324 h 6858000"/>
              <a:gd name="connsiteX651" fmla="*/ 2380138 w 7467600"/>
              <a:gd name="connsiteY651" fmla="*/ 3099341 h 6858000"/>
              <a:gd name="connsiteX652" fmla="*/ 1765923 w 7467600"/>
              <a:gd name="connsiteY652" fmla="*/ 3581043 h 6858000"/>
              <a:gd name="connsiteX653" fmla="*/ 1702258 w 7467600"/>
              <a:gd name="connsiteY653" fmla="*/ 3612286 h 6858000"/>
              <a:gd name="connsiteX654" fmla="*/ 1538370 w 7467600"/>
              <a:gd name="connsiteY654" fmla="*/ 3811804 h 6858000"/>
              <a:gd name="connsiteX655" fmla="*/ 542867 w 7467600"/>
              <a:gd name="connsiteY655" fmla="*/ 4944092 h 6858000"/>
              <a:gd name="connsiteX656" fmla="*/ 515800 w 7467600"/>
              <a:gd name="connsiteY656" fmla="*/ 4862180 h 6858000"/>
              <a:gd name="connsiteX657" fmla="*/ 909145 w 7467600"/>
              <a:gd name="connsiteY657" fmla="*/ 4199225 h 6858000"/>
              <a:gd name="connsiteX658" fmla="*/ 1214067 w 7467600"/>
              <a:gd name="connsiteY658" fmla="*/ 3908561 h 6858000"/>
              <a:gd name="connsiteX659" fmla="*/ 640967 w 7467600"/>
              <a:gd name="connsiteY659" fmla="*/ 4105601 h 6858000"/>
              <a:gd name="connsiteX660" fmla="*/ 112563 w 7467600"/>
              <a:gd name="connsiteY660" fmla="*/ 4396952 h 6858000"/>
              <a:gd name="connsiteX661" fmla="*/ 0 w 7467600"/>
              <a:gd name="connsiteY661" fmla="*/ 4466006 h 6858000"/>
              <a:gd name="connsiteX662" fmla="*/ 0 w 7467600"/>
              <a:gd name="connsiteY662" fmla="*/ 4233763 h 6858000"/>
              <a:gd name="connsiteX663" fmla="*/ 36881 w 7467600"/>
              <a:gd name="connsiteY663" fmla="*/ 4200118 h 6858000"/>
              <a:gd name="connsiteX664" fmla="*/ 910534 w 7467600"/>
              <a:gd name="connsiteY664" fmla="*/ 3629753 h 6858000"/>
              <a:gd name="connsiteX665" fmla="*/ 1578717 w 7467600"/>
              <a:gd name="connsiteY665" fmla="*/ 3575982 h 6858000"/>
              <a:gd name="connsiteX666" fmla="*/ 2338780 w 7467600"/>
              <a:gd name="connsiteY666" fmla="*/ 3033725 h 6858000"/>
              <a:gd name="connsiteX667" fmla="*/ 1807991 w 7467600"/>
              <a:gd name="connsiteY667" fmla="*/ 2807184 h 6858000"/>
              <a:gd name="connsiteX668" fmla="*/ 1416358 w 7467600"/>
              <a:gd name="connsiteY668" fmla="*/ 3112571 h 6858000"/>
              <a:gd name="connsiteX669" fmla="*/ 939066 w 7467600"/>
              <a:gd name="connsiteY669" fmla="*/ 3378798 h 6858000"/>
              <a:gd name="connsiteX670" fmla="*/ 115099 w 7467600"/>
              <a:gd name="connsiteY670" fmla="*/ 3607650 h 6858000"/>
              <a:gd name="connsiteX671" fmla="*/ 97284 w 7467600"/>
              <a:gd name="connsiteY671" fmla="*/ 3520393 h 6858000"/>
              <a:gd name="connsiteX672" fmla="*/ 922050 w 7467600"/>
              <a:gd name="connsiteY672" fmla="*/ 3074867 h 6858000"/>
              <a:gd name="connsiteX673" fmla="*/ 1405265 w 7467600"/>
              <a:gd name="connsiteY673" fmla="*/ 3016319 h 6858000"/>
              <a:gd name="connsiteX674" fmla="*/ 1407512 w 7467600"/>
              <a:gd name="connsiteY674" fmla="*/ 3018001 h 6858000"/>
              <a:gd name="connsiteX675" fmla="*/ 1726266 w 7467600"/>
              <a:gd name="connsiteY675" fmla="*/ 2777274 h 6858000"/>
              <a:gd name="connsiteX676" fmla="*/ 625390 w 7467600"/>
              <a:gd name="connsiteY676" fmla="*/ 2514541 h 6858000"/>
              <a:gd name="connsiteX677" fmla="*/ 619799 w 7467600"/>
              <a:gd name="connsiteY677" fmla="*/ 2527180 h 6858000"/>
              <a:gd name="connsiteX678" fmla="*/ 310030 w 7467600"/>
              <a:gd name="connsiteY678" fmla="*/ 2771818 h 6858000"/>
              <a:gd name="connsiteX679" fmla="*/ 173877 w 7467600"/>
              <a:gd name="connsiteY679" fmla="*/ 2937056 h 6858000"/>
              <a:gd name="connsiteX680" fmla="*/ 77889 w 7467600"/>
              <a:gd name="connsiteY680" fmla="*/ 3138440 h 6858000"/>
              <a:gd name="connsiteX681" fmla="*/ 0 w 7467600"/>
              <a:gd name="connsiteY681" fmla="*/ 3271395 h 6858000"/>
              <a:gd name="connsiteX682" fmla="*/ 0 w 7467600"/>
              <a:gd name="connsiteY682" fmla="*/ 3153002 h 6858000"/>
              <a:gd name="connsiteX683" fmla="*/ 2386 w 7467600"/>
              <a:gd name="connsiteY683" fmla="*/ 3149203 h 6858000"/>
              <a:gd name="connsiteX684" fmla="*/ 89753 w 7467600"/>
              <a:gd name="connsiteY684" fmla="*/ 2987702 h 6858000"/>
              <a:gd name="connsiteX685" fmla="*/ 76869 w 7467600"/>
              <a:gd name="connsiteY685" fmla="*/ 3005404 h 6858000"/>
              <a:gd name="connsiteX686" fmla="*/ 32049 w 7467600"/>
              <a:gd name="connsiteY686" fmla="*/ 3065814 h 6858000"/>
              <a:gd name="connsiteX687" fmla="*/ 0 w 7467600"/>
              <a:gd name="connsiteY687" fmla="*/ 3108744 h 6858000"/>
              <a:gd name="connsiteX688" fmla="*/ 0 w 7467600"/>
              <a:gd name="connsiteY688" fmla="*/ 3058059 h 6858000"/>
              <a:gd name="connsiteX689" fmla="*/ 7610 w 7467600"/>
              <a:gd name="connsiteY689" fmla="*/ 3047889 h 6858000"/>
              <a:gd name="connsiteX690" fmla="*/ 52419 w 7467600"/>
              <a:gd name="connsiteY690" fmla="*/ 2987479 h 6858000"/>
              <a:gd name="connsiteX691" fmla="*/ 59142 w 7467600"/>
              <a:gd name="connsiteY691" fmla="*/ 2978488 h 6858000"/>
              <a:gd name="connsiteX692" fmla="*/ 0 w 7467600"/>
              <a:gd name="connsiteY692" fmla="*/ 3015334 h 6858000"/>
              <a:gd name="connsiteX693" fmla="*/ 0 w 7467600"/>
              <a:gd name="connsiteY693" fmla="*/ 2914286 h 6858000"/>
              <a:gd name="connsiteX694" fmla="*/ 36383 w 7467600"/>
              <a:gd name="connsiteY694" fmla="*/ 2901128 h 6858000"/>
              <a:gd name="connsiteX695" fmla="*/ 156329 w 7467600"/>
              <a:gd name="connsiteY695" fmla="*/ 2840533 h 6858000"/>
              <a:gd name="connsiteX696" fmla="*/ 358355 w 7467600"/>
              <a:gd name="connsiteY696" fmla="*/ 2620471 h 6858000"/>
              <a:gd name="connsiteX697" fmla="*/ 510577 w 7467600"/>
              <a:gd name="connsiteY697" fmla="*/ 2501244 h 6858000"/>
              <a:gd name="connsiteX698" fmla="*/ 211967 w 7467600"/>
              <a:gd name="connsiteY698" fmla="*/ 2479171 h 6858000"/>
              <a:gd name="connsiteX699" fmla="*/ 0 w 7467600"/>
              <a:gd name="connsiteY699" fmla="*/ 2476398 h 6858000"/>
              <a:gd name="connsiteX700" fmla="*/ 0 w 7467600"/>
              <a:gd name="connsiteY700" fmla="*/ 2389189 h 6858000"/>
              <a:gd name="connsiteX701" fmla="*/ 103062 w 7467600"/>
              <a:gd name="connsiteY701" fmla="*/ 2389518 h 6858000"/>
              <a:gd name="connsiteX702" fmla="*/ 510734 w 7467600"/>
              <a:gd name="connsiteY702" fmla="*/ 2416201 h 6858000"/>
              <a:gd name="connsiteX703" fmla="*/ 279257 w 7467600"/>
              <a:gd name="connsiteY703" fmla="*/ 2092102 h 6858000"/>
              <a:gd name="connsiteX704" fmla="*/ 65265 w 7467600"/>
              <a:gd name="connsiteY704" fmla="*/ 2006049 h 6858000"/>
              <a:gd name="connsiteX705" fmla="*/ 0 w 7467600"/>
              <a:gd name="connsiteY705" fmla="*/ 1982532 h 6858000"/>
              <a:gd name="connsiteX706" fmla="*/ 0 w 7467600"/>
              <a:gd name="connsiteY706" fmla="*/ 1912789 h 6858000"/>
              <a:gd name="connsiteX707" fmla="*/ 97460 w 7467600"/>
              <a:gd name="connsiteY707" fmla="*/ 1953725 h 6858000"/>
              <a:gd name="connsiteX708" fmla="*/ 221272 w 7467600"/>
              <a:gd name="connsiteY708" fmla="*/ 1980766 h 6858000"/>
              <a:gd name="connsiteX709" fmla="*/ 116765 w 7467600"/>
              <a:gd name="connsiteY709" fmla="*/ 1911033 h 6858000"/>
              <a:gd name="connsiteX710" fmla="*/ 16405 w 7467600"/>
              <a:gd name="connsiteY710" fmla="*/ 1803412 h 6858000"/>
              <a:gd name="connsiteX711" fmla="*/ 0 w 7467600"/>
              <a:gd name="connsiteY711" fmla="*/ 1784777 h 6858000"/>
              <a:gd name="connsiteX712" fmla="*/ 0 w 7467600"/>
              <a:gd name="connsiteY712" fmla="*/ 1740082 h 6858000"/>
              <a:gd name="connsiteX713" fmla="*/ 39394 w 7467600"/>
              <a:gd name="connsiteY713" fmla="*/ 1784856 h 6858000"/>
              <a:gd name="connsiteX714" fmla="*/ 135813 w 7467600"/>
              <a:gd name="connsiteY714" fmla="*/ 1888838 h 6858000"/>
              <a:gd name="connsiteX715" fmla="*/ 242575 w 7467600"/>
              <a:gd name="connsiteY715" fmla="*/ 1958841 h 6858000"/>
              <a:gd name="connsiteX716" fmla="*/ 82197 w 7467600"/>
              <a:gd name="connsiteY716" fmla="*/ 1754826 h 6858000"/>
              <a:gd name="connsiteX717" fmla="*/ 0 w 7467600"/>
              <a:gd name="connsiteY717" fmla="*/ 1679650 h 6858000"/>
              <a:gd name="connsiteX718" fmla="*/ 0 w 7467600"/>
              <a:gd name="connsiteY718" fmla="*/ 1602463 h 6858000"/>
              <a:gd name="connsiteX719" fmla="*/ 84689 w 7467600"/>
              <a:gd name="connsiteY719" fmla="*/ 1677442 h 6858000"/>
              <a:gd name="connsiteX720" fmla="*/ 298437 w 7467600"/>
              <a:gd name="connsiteY720" fmla="*/ 1968019 h 6858000"/>
              <a:gd name="connsiteX721" fmla="*/ 227269 w 7467600"/>
              <a:gd name="connsiteY721" fmla="*/ 1114064 h 6858000"/>
              <a:gd name="connsiteX722" fmla="*/ 248003 w 7467600"/>
              <a:gd name="connsiteY722" fmla="*/ 1089613 h 6858000"/>
              <a:gd name="connsiteX723" fmla="*/ 427020 w 7467600"/>
              <a:gd name="connsiteY723" fmla="*/ 1619803 h 6858000"/>
              <a:gd name="connsiteX724" fmla="*/ 340345 w 7467600"/>
              <a:gd name="connsiteY724" fmla="*/ 2027739 h 6858000"/>
              <a:gd name="connsiteX725" fmla="*/ 360865 w 7467600"/>
              <a:gd name="connsiteY725" fmla="*/ 2044827 h 6858000"/>
              <a:gd name="connsiteX726" fmla="*/ 560414 w 7467600"/>
              <a:gd name="connsiteY726" fmla="*/ 2421457 h 6858000"/>
              <a:gd name="connsiteX727" fmla="*/ 1359703 w 7467600"/>
              <a:gd name="connsiteY727" fmla="*/ 2578554 h 6858000"/>
              <a:gd name="connsiteX728" fmla="*/ 1359422 w 7467600"/>
              <a:gd name="connsiteY728" fmla="*/ 2577994 h 6858000"/>
              <a:gd name="connsiteX729" fmla="*/ 828701 w 7467600"/>
              <a:gd name="connsiteY729" fmla="*/ 1839520 h 6858000"/>
              <a:gd name="connsiteX730" fmla="*/ 494427 w 7467600"/>
              <a:gd name="connsiteY730" fmla="*/ 1092333 h 6858000"/>
              <a:gd name="connsiteX731" fmla="*/ 506322 w 7467600"/>
              <a:gd name="connsiteY731" fmla="*/ 1020997 h 6858000"/>
              <a:gd name="connsiteX732" fmla="*/ 4570198 w 7467600"/>
              <a:gd name="connsiteY732" fmla="*/ 978081 h 6858000"/>
              <a:gd name="connsiteX733" fmla="*/ 4523691 w 7467600"/>
              <a:gd name="connsiteY733" fmla="*/ 1127776 h 6858000"/>
              <a:gd name="connsiteX734" fmla="*/ 4509875 w 7467600"/>
              <a:gd name="connsiteY734" fmla="*/ 1167552 h 6858000"/>
              <a:gd name="connsiteX735" fmla="*/ 4478168 w 7467600"/>
              <a:gd name="connsiteY735" fmla="*/ 1260735 h 6858000"/>
              <a:gd name="connsiteX736" fmla="*/ 4409309 w 7467600"/>
              <a:gd name="connsiteY736" fmla="*/ 1666996 h 6858000"/>
              <a:gd name="connsiteX737" fmla="*/ 4370031 w 7467600"/>
              <a:gd name="connsiteY737" fmla="*/ 1955666 h 6858000"/>
              <a:gd name="connsiteX738" fmla="*/ 4570198 w 7467600"/>
              <a:gd name="connsiteY738" fmla="*/ 978081 h 6858000"/>
              <a:gd name="connsiteX739" fmla="*/ 4557898 w 7467600"/>
              <a:gd name="connsiteY739" fmla="*/ 900011 h 6858000"/>
              <a:gd name="connsiteX740" fmla="*/ 4344840 w 7467600"/>
              <a:gd name="connsiteY740" fmla="*/ 1922038 h 6858000"/>
              <a:gd name="connsiteX741" fmla="*/ 4378710 w 7467600"/>
              <a:gd name="connsiteY741" fmla="*/ 1665516 h 6858000"/>
              <a:gd name="connsiteX742" fmla="*/ 4448798 w 7467600"/>
              <a:gd name="connsiteY742" fmla="*/ 1253024 h 6858000"/>
              <a:gd name="connsiteX743" fmla="*/ 4480315 w 7467600"/>
              <a:gd name="connsiteY743" fmla="*/ 1158454 h 6858000"/>
              <a:gd name="connsiteX744" fmla="*/ 4494133 w 7467600"/>
              <a:gd name="connsiteY744" fmla="*/ 1118676 h 6858000"/>
              <a:gd name="connsiteX745" fmla="*/ 4557898 w 7467600"/>
              <a:gd name="connsiteY745" fmla="*/ 900011 h 6858000"/>
              <a:gd name="connsiteX746" fmla="*/ 5870151 w 7467600"/>
              <a:gd name="connsiteY746" fmla="*/ 898890 h 6858000"/>
              <a:gd name="connsiteX747" fmla="*/ 5861335 w 7467600"/>
              <a:gd name="connsiteY747" fmla="*/ 899177 h 6858000"/>
              <a:gd name="connsiteX748" fmla="*/ 5843702 w 7467600"/>
              <a:gd name="connsiteY748" fmla="*/ 899748 h 6858000"/>
              <a:gd name="connsiteX749" fmla="*/ 5651107 w 7467600"/>
              <a:gd name="connsiteY749" fmla="*/ 920306 h 6858000"/>
              <a:gd name="connsiteX750" fmla="*/ 5459407 w 7467600"/>
              <a:gd name="connsiteY750" fmla="*/ 940975 h 6858000"/>
              <a:gd name="connsiteX751" fmla="*/ 5374846 w 7467600"/>
              <a:gd name="connsiteY751" fmla="*/ 941988 h 6858000"/>
              <a:gd name="connsiteX752" fmla="*/ 5256105 w 7467600"/>
              <a:gd name="connsiteY752" fmla="*/ 945632 h 6858000"/>
              <a:gd name="connsiteX753" fmla="*/ 5107071 w 7467600"/>
              <a:gd name="connsiteY753" fmla="*/ 969720 h 6858000"/>
              <a:gd name="connsiteX754" fmla="*/ 4998681 w 7467600"/>
              <a:gd name="connsiteY754" fmla="*/ 988771 h 6858000"/>
              <a:gd name="connsiteX755" fmla="*/ 5870151 w 7467600"/>
              <a:gd name="connsiteY755" fmla="*/ 898890 h 6858000"/>
              <a:gd name="connsiteX756" fmla="*/ 5504425 w 7467600"/>
              <a:gd name="connsiteY756" fmla="*/ 848067 h 6858000"/>
              <a:gd name="connsiteX757" fmla="*/ 4968849 w 7467600"/>
              <a:gd name="connsiteY757" fmla="*/ 962318 h 6858000"/>
              <a:gd name="connsiteX758" fmla="*/ 5104039 w 7467600"/>
              <a:gd name="connsiteY758" fmla="*/ 940634 h 6858000"/>
              <a:gd name="connsiteX759" fmla="*/ 5256311 w 7467600"/>
              <a:gd name="connsiteY759" fmla="*/ 916490 h 6858000"/>
              <a:gd name="connsiteX760" fmla="*/ 5377381 w 7467600"/>
              <a:gd name="connsiteY760" fmla="*/ 912671 h 6858000"/>
              <a:gd name="connsiteX761" fmla="*/ 5460148 w 7467600"/>
              <a:gd name="connsiteY761" fmla="*/ 911442 h 6858000"/>
              <a:gd name="connsiteX762" fmla="*/ 5648971 w 7467600"/>
              <a:gd name="connsiteY762" fmla="*/ 891331 h 6858000"/>
              <a:gd name="connsiteX763" fmla="*/ 5844807 w 7467600"/>
              <a:gd name="connsiteY763" fmla="*/ 870718 h 6858000"/>
              <a:gd name="connsiteX764" fmla="*/ 5862975 w 7467600"/>
              <a:gd name="connsiteY764" fmla="*/ 869756 h 6858000"/>
              <a:gd name="connsiteX765" fmla="*/ 5920887 w 7467600"/>
              <a:gd name="connsiteY765" fmla="*/ 865929 h 6858000"/>
              <a:gd name="connsiteX766" fmla="*/ 5504425 w 7467600"/>
              <a:gd name="connsiteY766" fmla="*/ 848067 h 6858000"/>
              <a:gd name="connsiteX767" fmla="*/ 3607114 w 7467600"/>
              <a:gd name="connsiteY767" fmla="*/ 467441 h 6858000"/>
              <a:gd name="connsiteX768" fmla="*/ 3296242 w 7467600"/>
              <a:gd name="connsiteY768" fmla="*/ 807991 h 6858000"/>
              <a:gd name="connsiteX769" fmla="*/ 3174674 w 7467600"/>
              <a:gd name="connsiteY769" fmla="*/ 919759 h 6858000"/>
              <a:gd name="connsiteX770" fmla="*/ 3042978 w 7467600"/>
              <a:gd name="connsiteY770" fmla="*/ 1054894 h 6858000"/>
              <a:gd name="connsiteX771" fmla="*/ 2968914 w 7467600"/>
              <a:gd name="connsiteY771" fmla="*/ 1133756 h 6858000"/>
              <a:gd name="connsiteX772" fmla="*/ 3103823 w 7467600"/>
              <a:gd name="connsiteY772" fmla="*/ 1026814 h 6858000"/>
              <a:gd name="connsiteX773" fmla="*/ 3607114 w 7467600"/>
              <a:gd name="connsiteY773" fmla="*/ 467441 h 6858000"/>
              <a:gd name="connsiteX774" fmla="*/ 3744487 w 7467600"/>
              <a:gd name="connsiteY774" fmla="*/ 383136 h 6858000"/>
              <a:gd name="connsiteX775" fmla="*/ 3970213 w 7467600"/>
              <a:gd name="connsiteY775" fmla="*/ 995559 h 6858000"/>
              <a:gd name="connsiteX776" fmla="*/ 3744487 w 7467600"/>
              <a:gd name="connsiteY776" fmla="*/ 383136 h 6858000"/>
              <a:gd name="connsiteX777" fmla="*/ 3624562 w 7467600"/>
              <a:gd name="connsiteY777" fmla="*/ 367041 h 6858000"/>
              <a:gd name="connsiteX778" fmla="*/ 3489712 w 7467600"/>
              <a:gd name="connsiteY778" fmla="*/ 485386 h 6858000"/>
              <a:gd name="connsiteX779" fmla="*/ 3182994 w 7467600"/>
              <a:gd name="connsiteY779" fmla="*/ 828265 h 6858000"/>
              <a:gd name="connsiteX780" fmla="*/ 2892114 w 7467600"/>
              <a:gd name="connsiteY780" fmla="*/ 1172635 h 6858000"/>
              <a:gd name="connsiteX781" fmla="*/ 3021459 w 7467600"/>
              <a:gd name="connsiteY781" fmla="*/ 1035385 h 6858000"/>
              <a:gd name="connsiteX782" fmla="*/ 3153873 w 7467600"/>
              <a:gd name="connsiteY782" fmla="*/ 898971 h 6858000"/>
              <a:gd name="connsiteX783" fmla="*/ 3276511 w 7467600"/>
              <a:gd name="connsiteY783" fmla="*/ 786423 h 6858000"/>
              <a:gd name="connsiteX784" fmla="*/ 3584154 w 7467600"/>
              <a:gd name="connsiteY784" fmla="*/ 448218 h 6858000"/>
              <a:gd name="connsiteX785" fmla="*/ 3624562 w 7467600"/>
              <a:gd name="connsiteY785" fmla="*/ 367041 h 6858000"/>
              <a:gd name="connsiteX786" fmla="*/ 3766672 w 7467600"/>
              <a:gd name="connsiteY786" fmla="*/ 359429 h 6858000"/>
              <a:gd name="connsiteX787" fmla="*/ 3996338 w 7467600"/>
              <a:gd name="connsiteY787" fmla="*/ 968237 h 6858000"/>
              <a:gd name="connsiteX788" fmla="*/ 3766672 w 7467600"/>
              <a:gd name="connsiteY788" fmla="*/ 359429 h 6858000"/>
              <a:gd name="connsiteX789" fmla="*/ 5805386 w 7467600"/>
              <a:gd name="connsiteY789" fmla="*/ 239240 h 6858000"/>
              <a:gd name="connsiteX790" fmla="*/ 5736947 w 7467600"/>
              <a:gd name="connsiteY790" fmla="*/ 261367 h 6858000"/>
              <a:gd name="connsiteX791" fmla="*/ 5427012 w 7467600"/>
              <a:gd name="connsiteY791" fmla="*/ 311272 h 6858000"/>
              <a:gd name="connsiteX792" fmla="*/ 5147818 w 7467600"/>
              <a:gd name="connsiteY792" fmla="*/ 322112 h 6858000"/>
              <a:gd name="connsiteX793" fmla="*/ 5060854 w 7467600"/>
              <a:gd name="connsiteY793" fmla="*/ 311882 h 6858000"/>
              <a:gd name="connsiteX794" fmla="*/ 4945989 w 7467600"/>
              <a:gd name="connsiteY794" fmla="*/ 300516 h 6858000"/>
              <a:gd name="connsiteX795" fmla="*/ 5410479 w 7467600"/>
              <a:gd name="connsiteY795" fmla="*/ 348434 h 6858000"/>
              <a:gd name="connsiteX796" fmla="*/ 5805386 w 7467600"/>
              <a:gd name="connsiteY796" fmla="*/ 239240 h 6858000"/>
              <a:gd name="connsiteX797" fmla="*/ 5905192 w 7467600"/>
              <a:gd name="connsiteY797" fmla="*/ 163079 h 6858000"/>
              <a:gd name="connsiteX798" fmla="*/ 5865655 w 7467600"/>
              <a:gd name="connsiteY798" fmla="*/ 171901 h 6858000"/>
              <a:gd name="connsiteX799" fmla="*/ 5259740 w 7467600"/>
              <a:gd name="connsiteY799" fmla="*/ 257013 h 6858000"/>
              <a:gd name="connsiteX800" fmla="*/ 5208466 w 7467600"/>
              <a:gd name="connsiteY800" fmla="*/ 257550 h 6858000"/>
              <a:gd name="connsiteX801" fmla="*/ 4980204 w 7467600"/>
              <a:gd name="connsiteY801" fmla="*/ 271903 h 6858000"/>
              <a:gd name="connsiteX802" fmla="*/ 5068068 w 7467600"/>
              <a:gd name="connsiteY802" fmla="*/ 282244 h 6858000"/>
              <a:gd name="connsiteX803" fmla="*/ 5153231 w 7467600"/>
              <a:gd name="connsiteY803" fmla="*/ 292240 h 6858000"/>
              <a:gd name="connsiteX804" fmla="*/ 5426491 w 7467600"/>
              <a:gd name="connsiteY804" fmla="*/ 281128 h 6858000"/>
              <a:gd name="connsiteX805" fmla="*/ 5731212 w 7467600"/>
              <a:gd name="connsiteY805" fmla="*/ 231951 h 6858000"/>
              <a:gd name="connsiteX806" fmla="*/ 5905192 w 7467600"/>
              <a:gd name="connsiteY806" fmla="*/ 163079 h 6858000"/>
              <a:gd name="connsiteX807" fmla="*/ 5944437 w 7467600"/>
              <a:gd name="connsiteY807" fmla="*/ 113829 h 6858000"/>
              <a:gd name="connsiteX808" fmla="*/ 5825032 w 7467600"/>
              <a:gd name="connsiteY808" fmla="*/ 146405 h 6858000"/>
              <a:gd name="connsiteX809" fmla="*/ 4955599 w 7467600"/>
              <a:gd name="connsiteY809" fmla="*/ 247008 h 6858000"/>
              <a:gd name="connsiteX810" fmla="*/ 5210104 w 7467600"/>
              <a:gd name="connsiteY810" fmla="*/ 228123 h 6858000"/>
              <a:gd name="connsiteX811" fmla="*/ 5261015 w 7467600"/>
              <a:gd name="connsiteY811" fmla="*/ 227087 h 6858000"/>
              <a:gd name="connsiteX812" fmla="*/ 5861181 w 7467600"/>
              <a:gd name="connsiteY812" fmla="*/ 143093 h 6858000"/>
              <a:gd name="connsiteX813" fmla="*/ 5961252 w 7467600"/>
              <a:gd name="connsiteY813" fmla="*/ 114820 h 6858000"/>
              <a:gd name="connsiteX814" fmla="*/ 5944437 w 7467600"/>
              <a:gd name="connsiteY814" fmla="*/ 113829 h 6858000"/>
              <a:gd name="connsiteX815" fmla="*/ 3882765 w 7467600"/>
              <a:gd name="connsiteY815" fmla="*/ 0 h 6858000"/>
              <a:gd name="connsiteX816" fmla="*/ 3995099 w 7467600"/>
              <a:gd name="connsiteY816" fmla="*/ 0 h 6858000"/>
              <a:gd name="connsiteX817" fmla="*/ 4163818 w 7467600"/>
              <a:gd name="connsiteY817" fmla="*/ 234104 h 6858000"/>
              <a:gd name="connsiteX818" fmla="*/ 4172099 w 7467600"/>
              <a:gd name="connsiteY818" fmla="*/ 234207 h 6858000"/>
              <a:gd name="connsiteX819" fmla="*/ 4784282 w 7467600"/>
              <a:gd name="connsiteY819" fmla="*/ 276561 h 6858000"/>
              <a:gd name="connsiteX820" fmla="*/ 4801687 w 7467600"/>
              <a:gd name="connsiteY820" fmla="*/ 267764 h 6858000"/>
              <a:gd name="connsiteX821" fmla="*/ 6082788 w 7467600"/>
              <a:gd name="connsiteY821" fmla="*/ 64119 h 6858000"/>
              <a:gd name="connsiteX822" fmla="*/ 6099442 w 7467600"/>
              <a:gd name="connsiteY822" fmla="*/ 82568 h 6858000"/>
              <a:gd name="connsiteX823" fmla="*/ 4804137 w 7467600"/>
              <a:gd name="connsiteY823" fmla="*/ 320931 h 6858000"/>
              <a:gd name="connsiteX824" fmla="*/ 4227047 w 7467600"/>
              <a:gd name="connsiteY824" fmla="*/ 313415 h 6858000"/>
              <a:gd name="connsiteX825" fmla="*/ 4346041 w 7467600"/>
              <a:gd name="connsiteY825" fmla="*/ 456086 h 6858000"/>
              <a:gd name="connsiteX826" fmla="*/ 4870967 w 7467600"/>
              <a:gd name="connsiteY826" fmla="*/ 963061 h 6858000"/>
              <a:gd name="connsiteX827" fmla="*/ 4889647 w 7467600"/>
              <a:gd name="connsiteY827" fmla="*/ 957147 h 6858000"/>
              <a:gd name="connsiteX828" fmla="*/ 5422504 w 7467600"/>
              <a:gd name="connsiteY828" fmla="*/ 805191 h 6858000"/>
              <a:gd name="connsiteX829" fmla="*/ 6087656 w 7467600"/>
              <a:gd name="connsiteY829" fmla="*/ 826703 h 6858000"/>
              <a:gd name="connsiteX830" fmla="*/ 6058717 w 7467600"/>
              <a:gd name="connsiteY830" fmla="*/ 865992 h 6858000"/>
              <a:gd name="connsiteX831" fmla="*/ 4974153 w 7467600"/>
              <a:gd name="connsiteY831" fmla="*/ 1045456 h 6858000"/>
              <a:gd name="connsiteX832" fmla="*/ 5627835 w 7467600"/>
              <a:gd name="connsiteY832" fmla="*/ 1472077 h 6858000"/>
              <a:gd name="connsiteX833" fmla="*/ 5629817 w 7467600"/>
              <a:gd name="connsiteY833" fmla="*/ 1471412 h 6858000"/>
              <a:gd name="connsiteX834" fmla="*/ 5634124 w 7467600"/>
              <a:gd name="connsiteY834" fmla="*/ 1470572 h 6858000"/>
              <a:gd name="connsiteX835" fmla="*/ 5755832 w 7467600"/>
              <a:gd name="connsiteY835" fmla="*/ 1383886 h 6858000"/>
              <a:gd name="connsiteX836" fmla="*/ 6014186 w 7467600"/>
              <a:gd name="connsiteY836" fmla="*/ 1279799 h 6858000"/>
              <a:gd name="connsiteX837" fmla="*/ 6901619 w 7467600"/>
              <a:gd name="connsiteY837" fmla="*/ 1047874 h 6858000"/>
              <a:gd name="connsiteX838" fmla="*/ 6931566 w 7467600"/>
              <a:gd name="connsiteY838" fmla="*/ 1062034 h 6858000"/>
              <a:gd name="connsiteX839" fmla="*/ 5790982 w 7467600"/>
              <a:gd name="connsiteY839" fmla="*/ 1561380 h 6858000"/>
              <a:gd name="connsiteX840" fmla="*/ 6188971 w 7467600"/>
              <a:gd name="connsiteY840" fmla="*/ 1755168 h 6858000"/>
              <a:gd name="connsiteX841" fmla="*/ 6202446 w 7467600"/>
              <a:gd name="connsiteY841" fmla="*/ 1752268 h 6858000"/>
              <a:gd name="connsiteX842" fmla="*/ 7179560 w 7467600"/>
              <a:gd name="connsiteY842" fmla="*/ 1467551 h 6858000"/>
              <a:gd name="connsiteX843" fmla="*/ 7158730 w 7467600"/>
              <a:gd name="connsiteY843" fmla="*/ 1507835 h 6858000"/>
              <a:gd name="connsiteX844" fmla="*/ 6326959 w 7467600"/>
              <a:gd name="connsiteY844" fmla="*/ 1817686 h 6858000"/>
              <a:gd name="connsiteX845" fmla="*/ 6537433 w 7467600"/>
              <a:gd name="connsiteY845" fmla="*/ 1907790 h 6858000"/>
              <a:gd name="connsiteX846" fmla="*/ 6550221 w 7467600"/>
              <a:gd name="connsiteY846" fmla="*/ 1910729 h 6858000"/>
              <a:gd name="connsiteX847" fmla="*/ 6964438 w 7467600"/>
              <a:gd name="connsiteY847" fmla="*/ 2209505 h 6858000"/>
              <a:gd name="connsiteX848" fmla="*/ 7367862 w 7467600"/>
              <a:gd name="connsiteY848" fmla="*/ 2806833 h 6858000"/>
              <a:gd name="connsiteX849" fmla="*/ 7364329 w 7467600"/>
              <a:gd name="connsiteY849" fmla="*/ 2826907 h 6858000"/>
              <a:gd name="connsiteX850" fmla="*/ 7290545 w 7467600"/>
              <a:gd name="connsiteY850" fmla="*/ 2850663 h 6858000"/>
              <a:gd name="connsiteX851" fmla="*/ 6472036 w 7467600"/>
              <a:gd name="connsiteY851" fmla="*/ 1959003 h 6858000"/>
              <a:gd name="connsiteX852" fmla="*/ 5792897 w 7467600"/>
              <a:gd name="connsiteY852" fmla="*/ 1647747 h 6858000"/>
              <a:gd name="connsiteX853" fmla="*/ 5842751 w 7467600"/>
              <a:gd name="connsiteY853" fmla="*/ 1816112 h 6858000"/>
              <a:gd name="connsiteX854" fmla="*/ 5847424 w 7467600"/>
              <a:gd name="connsiteY854" fmla="*/ 1815776 h 6858000"/>
              <a:gd name="connsiteX855" fmla="*/ 6399821 w 7467600"/>
              <a:gd name="connsiteY855" fmla="*/ 2344799 h 6858000"/>
              <a:gd name="connsiteX856" fmla="*/ 6323232 w 7467600"/>
              <a:gd name="connsiteY856" fmla="*/ 2389634 h 6858000"/>
              <a:gd name="connsiteX857" fmla="*/ 5942958 w 7467600"/>
              <a:gd name="connsiteY857" fmla="*/ 2077708 h 6858000"/>
              <a:gd name="connsiteX858" fmla="*/ 5921559 w 7467600"/>
              <a:gd name="connsiteY858" fmla="*/ 2378596 h 6858000"/>
              <a:gd name="connsiteX859" fmla="*/ 5817651 w 7467600"/>
              <a:gd name="connsiteY859" fmla="*/ 3023919 h 6858000"/>
              <a:gd name="connsiteX860" fmla="*/ 5729634 w 7467600"/>
              <a:gd name="connsiteY860" fmla="*/ 3051849 h 6858000"/>
              <a:gd name="connsiteX861" fmla="*/ 5611018 w 7467600"/>
              <a:gd name="connsiteY861" fmla="*/ 2316769 h 6858000"/>
              <a:gd name="connsiteX862" fmla="*/ 5687608 w 7467600"/>
              <a:gd name="connsiteY862" fmla="*/ 2039972 h 6858000"/>
              <a:gd name="connsiteX863" fmla="*/ 5657554 w 7467600"/>
              <a:gd name="connsiteY863" fmla="*/ 1576445 h 6858000"/>
              <a:gd name="connsiteX864" fmla="*/ 5150475 w 7467600"/>
              <a:gd name="connsiteY864" fmla="*/ 1274012 h 6858000"/>
              <a:gd name="connsiteX865" fmla="*/ 5349142 w 7467600"/>
              <a:gd name="connsiteY865" fmla="*/ 2204405 h 6858000"/>
              <a:gd name="connsiteX866" fmla="*/ 5262214 w 7467600"/>
              <a:gd name="connsiteY866" fmla="*/ 2233836 h 6858000"/>
              <a:gd name="connsiteX867" fmla="*/ 4981539 w 7467600"/>
              <a:gd name="connsiteY867" fmla="*/ 1542201 h 6858000"/>
              <a:gd name="connsiteX868" fmla="*/ 4958461 w 7467600"/>
              <a:gd name="connsiteY868" fmla="*/ 1136957 h 6858000"/>
              <a:gd name="connsiteX869" fmla="*/ 4655015 w 7467600"/>
              <a:gd name="connsiteY869" fmla="*/ 891426 h 6858000"/>
              <a:gd name="connsiteX870" fmla="*/ 4348002 w 7467600"/>
              <a:gd name="connsiteY870" fmla="*/ 2205895 h 6858000"/>
              <a:gd name="connsiteX871" fmla="*/ 4262250 w 7467600"/>
              <a:gd name="connsiteY871" fmla="*/ 2219972 h 6858000"/>
              <a:gd name="connsiteX872" fmla="*/ 4550611 w 7467600"/>
              <a:gd name="connsiteY872" fmla="*/ 817540 h 6858000"/>
              <a:gd name="connsiteX873" fmla="*/ 4564418 w 7467600"/>
              <a:gd name="connsiteY873" fmla="*/ 808293 h 6858000"/>
              <a:gd name="connsiteX874" fmla="*/ 4266388 w 7467600"/>
              <a:gd name="connsiteY874" fmla="*/ 500083 h 6858000"/>
              <a:gd name="connsiteX875" fmla="*/ 4032842 w 7467600"/>
              <a:gd name="connsiteY875" fmla="*/ 211809 h 6858000"/>
              <a:gd name="connsiteX876" fmla="*/ 3882765 w 7467600"/>
              <a:gd name="connsiteY876" fmla="*/ 0 h 6858000"/>
              <a:gd name="connsiteX877" fmla="*/ 3721337 w 7467600"/>
              <a:gd name="connsiteY877" fmla="*/ 0 h 6858000"/>
              <a:gd name="connsiteX878" fmla="*/ 3797544 w 7467600"/>
              <a:gd name="connsiteY878" fmla="*/ 0 h 6858000"/>
              <a:gd name="connsiteX879" fmla="*/ 3775734 w 7467600"/>
              <a:gd name="connsiteY879" fmla="*/ 95131 h 6858000"/>
              <a:gd name="connsiteX880" fmla="*/ 3724807 w 7467600"/>
              <a:gd name="connsiteY880" fmla="*/ 272257 h 6858000"/>
              <a:gd name="connsiteX881" fmla="*/ 3726844 w 7467600"/>
              <a:gd name="connsiteY881" fmla="*/ 282988 h 6858000"/>
              <a:gd name="connsiteX882" fmla="*/ 3742664 w 7467600"/>
              <a:gd name="connsiteY882" fmla="*/ 279918 h 6858000"/>
              <a:gd name="connsiteX883" fmla="*/ 4103910 w 7467600"/>
              <a:gd name="connsiteY883" fmla="*/ 1161917 h 6858000"/>
              <a:gd name="connsiteX884" fmla="*/ 4020269 w 7467600"/>
              <a:gd name="connsiteY884" fmla="*/ 1200406 h 6858000"/>
              <a:gd name="connsiteX885" fmla="*/ 3674882 w 7467600"/>
              <a:gd name="connsiteY885" fmla="*/ 488524 h 6858000"/>
              <a:gd name="connsiteX886" fmla="*/ 3132682 w 7467600"/>
              <a:gd name="connsiteY886" fmla="*/ 1072284 h 6858000"/>
              <a:gd name="connsiteX887" fmla="*/ 2716346 w 7467600"/>
              <a:gd name="connsiteY887" fmla="*/ 1276376 h 6858000"/>
              <a:gd name="connsiteX888" fmla="*/ 2716772 w 7467600"/>
              <a:gd name="connsiteY888" fmla="*/ 1255462 h 6858000"/>
              <a:gd name="connsiteX889" fmla="*/ 3471096 w 7467600"/>
              <a:gd name="connsiteY889" fmla="*/ 437072 h 6858000"/>
              <a:gd name="connsiteX890" fmla="*/ 3639057 w 7467600"/>
              <a:gd name="connsiteY890" fmla="*/ 286334 h 6858000"/>
              <a:gd name="connsiteX891" fmla="*/ 3640309 w 7467600"/>
              <a:gd name="connsiteY891" fmla="*/ 284664 h 6858000"/>
              <a:gd name="connsiteX892" fmla="*/ 3646022 w 7467600"/>
              <a:gd name="connsiteY892" fmla="*/ 276711 h 6858000"/>
              <a:gd name="connsiteX893" fmla="*/ 3707943 w 7467600"/>
              <a:gd name="connsiteY893" fmla="*/ 65958 h 6858000"/>
              <a:gd name="connsiteX894" fmla="*/ 3721337 w 7467600"/>
              <a:gd name="connsiteY894" fmla="*/ 0 h 6858000"/>
              <a:gd name="connsiteX895" fmla="*/ 2867960 w 7467600"/>
              <a:gd name="connsiteY895" fmla="*/ 0 h 6858000"/>
              <a:gd name="connsiteX896" fmla="*/ 2926351 w 7467600"/>
              <a:gd name="connsiteY896" fmla="*/ 0 h 6858000"/>
              <a:gd name="connsiteX897" fmla="*/ 2902823 w 7467600"/>
              <a:gd name="connsiteY897" fmla="*/ 262929 h 6858000"/>
              <a:gd name="connsiteX898" fmla="*/ 2940663 w 7467600"/>
              <a:gd name="connsiteY898" fmla="*/ 140884 h 6858000"/>
              <a:gd name="connsiteX899" fmla="*/ 2947039 w 7467600"/>
              <a:gd name="connsiteY899" fmla="*/ 122524 h 6858000"/>
              <a:gd name="connsiteX900" fmla="*/ 2984316 w 7467600"/>
              <a:gd name="connsiteY900" fmla="*/ 0 h 6858000"/>
              <a:gd name="connsiteX901" fmla="*/ 3016114 w 7467600"/>
              <a:gd name="connsiteY901" fmla="*/ 0 h 6858000"/>
              <a:gd name="connsiteX902" fmla="*/ 2979949 w 7467600"/>
              <a:gd name="connsiteY902" fmla="*/ 119274 h 6858000"/>
              <a:gd name="connsiteX903" fmla="*/ 3023879 w 7467600"/>
              <a:gd name="connsiteY903" fmla="*/ 0 h 6858000"/>
              <a:gd name="connsiteX904" fmla="*/ 3105400 w 7467600"/>
              <a:gd name="connsiteY904" fmla="*/ 0 h 6858000"/>
              <a:gd name="connsiteX905" fmla="*/ 3094669 w 7467600"/>
              <a:gd name="connsiteY905" fmla="*/ 30308 h 6858000"/>
              <a:gd name="connsiteX906" fmla="*/ 2901945 w 7467600"/>
              <a:gd name="connsiteY906" fmla="*/ 466538 h 6858000"/>
              <a:gd name="connsiteX907" fmla="*/ 2815209 w 7467600"/>
              <a:gd name="connsiteY907" fmla="*/ 497361 h 6858000"/>
              <a:gd name="connsiteX908" fmla="*/ 2844845 w 7467600"/>
              <a:gd name="connsiteY908" fmla="*/ 127638 h 6858000"/>
              <a:gd name="connsiteX909" fmla="*/ 2867960 w 7467600"/>
              <a:gd name="connsiteY909" fmla="*/ 0 h 6858000"/>
              <a:gd name="connsiteX910" fmla="*/ 1057230 w 7467600"/>
              <a:gd name="connsiteY910" fmla="*/ 0 h 6858000"/>
              <a:gd name="connsiteX911" fmla="*/ 1111003 w 7467600"/>
              <a:gd name="connsiteY911" fmla="*/ 0 h 6858000"/>
              <a:gd name="connsiteX912" fmla="*/ 1125553 w 7467600"/>
              <a:gd name="connsiteY912" fmla="*/ 52588 h 6858000"/>
              <a:gd name="connsiteX913" fmla="*/ 1304276 w 7467600"/>
              <a:gd name="connsiteY913" fmla="*/ 476275 h 6858000"/>
              <a:gd name="connsiteX914" fmla="*/ 1492066 w 7467600"/>
              <a:gd name="connsiteY914" fmla="*/ 886333 h 6858000"/>
              <a:gd name="connsiteX915" fmla="*/ 1423698 w 7467600"/>
              <a:gd name="connsiteY915" fmla="*/ 710817 h 6858000"/>
              <a:gd name="connsiteX916" fmla="*/ 1357609 w 7467600"/>
              <a:gd name="connsiteY916" fmla="*/ 532892 h 6858000"/>
              <a:gd name="connsiteX917" fmla="*/ 1309550 w 7467600"/>
              <a:gd name="connsiteY917" fmla="*/ 374031 h 6858000"/>
              <a:gd name="connsiteX918" fmla="*/ 1193673 w 7467600"/>
              <a:gd name="connsiteY918" fmla="*/ 49533 h 6858000"/>
              <a:gd name="connsiteX919" fmla="*/ 1164391 w 7467600"/>
              <a:gd name="connsiteY919" fmla="*/ 0 h 6858000"/>
              <a:gd name="connsiteX920" fmla="*/ 1200666 w 7467600"/>
              <a:gd name="connsiteY920" fmla="*/ 0 h 6858000"/>
              <a:gd name="connsiteX921" fmla="*/ 1223408 w 7467600"/>
              <a:gd name="connsiteY921" fmla="*/ 38996 h 6858000"/>
              <a:gd name="connsiteX922" fmla="*/ 1339635 w 7467600"/>
              <a:gd name="connsiteY922" fmla="*/ 365517 h 6858000"/>
              <a:gd name="connsiteX923" fmla="*/ 1387469 w 7467600"/>
              <a:gd name="connsiteY923" fmla="*/ 523079 h 6858000"/>
              <a:gd name="connsiteX924" fmla="*/ 1452685 w 7467600"/>
              <a:gd name="connsiteY924" fmla="*/ 699806 h 6858000"/>
              <a:gd name="connsiteX925" fmla="*/ 1492092 w 7467600"/>
              <a:gd name="connsiteY925" fmla="*/ 800424 h 6858000"/>
              <a:gd name="connsiteX926" fmla="*/ 1455302 w 7467600"/>
              <a:gd name="connsiteY926" fmla="*/ 632913 h 6858000"/>
              <a:gd name="connsiteX927" fmla="*/ 1222336 w 7467600"/>
              <a:gd name="connsiteY927" fmla="*/ 9480 h 6858000"/>
              <a:gd name="connsiteX928" fmla="*/ 1214634 w 7467600"/>
              <a:gd name="connsiteY928" fmla="*/ 0 h 6858000"/>
              <a:gd name="connsiteX929" fmla="*/ 1289827 w 7467600"/>
              <a:gd name="connsiteY929" fmla="*/ 0 h 6858000"/>
              <a:gd name="connsiteX930" fmla="*/ 1321076 w 7467600"/>
              <a:gd name="connsiteY930" fmla="*/ 59722 h 6858000"/>
              <a:gd name="connsiteX931" fmla="*/ 1512579 w 7467600"/>
              <a:gd name="connsiteY931" fmla="*/ 626441 h 6858000"/>
              <a:gd name="connsiteX932" fmla="*/ 1506076 w 7467600"/>
              <a:gd name="connsiteY932" fmla="*/ 1089289 h 6858000"/>
              <a:gd name="connsiteX933" fmla="*/ 1486346 w 7467600"/>
              <a:gd name="connsiteY933" fmla="*/ 1079919 h 6858000"/>
              <a:gd name="connsiteX934" fmla="*/ 1070511 w 7467600"/>
              <a:gd name="connsiteY934" fmla="*/ 48609 h 6858000"/>
              <a:gd name="connsiteX935" fmla="*/ 1057230 w 7467600"/>
              <a:gd name="connsiteY935" fmla="*/ 0 h 6858000"/>
              <a:gd name="connsiteX936" fmla="*/ 43151 w 7467600"/>
              <a:gd name="connsiteY936" fmla="*/ 0 h 6858000"/>
              <a:gd name="connsiteX937" fmla="*/ 95283 w 7467600"/>
              <a:gd name="connsiteY937" fmla="*/ 0 h 6858000"/>
              <a:gd name="connsiteX938" fmla="*/ 300708 w 7467600"/>
              <a:gd name="connsiteY938" fmla="*/ 154571 h 6858000"/>
              <a:gd name="connsiteX939" fmla="*/ 530414 w 7467600"/>
              <a:gd name="connsiteY939" fmla="*/ 354673 h 6858000"/>
              <a:gd name="connsiteX940" fmla="*/ 333785 w 7467600"/>
              <a:gd name="connsiteY940" fmla="*/ 161564 h 6858000"/>
              <a:gd name="connsiteX941" fmla="*/ 147005 w 7467600"/>
              <a:gd name="connsiteY941" fmla="*/ 0 h 6858000"/>
              <a:gd name="connsiteX942" fmla="*/ 272509 w 7467600"/>
              <a:gd name="connsiteY942" fmla="*/ 0 h 6858000"/>
              <a:gd name="connsiteX943" fmla="*/ 326276 w 7467600"/>
              <a:gd name="connsiteY943" fmla="*/ 45847 h 6858000"/>
              <a:gd name="connsiteX944" fmla="*/ 823759 w 7467600"/>
              <a:gd name="connsiteY944" fmla="*/ 574145 h 6858000"/>
              <a:gd name="connsiteX945" fmla="*/ 811254 w 7467600"/>
              <a:gd name="connsiteY945" fmla="*/ 665546 h 6858000"/>
              <a:gd name="connsiteX946" fmla="*/ 154042 w 7467600"/>
              <a:gd name="connsiteY946" fmla="*/ 261522 h 6858000"/>
              <a:gd name="connsiteX947" fmla="*/ 13550 w 7467600"/>
              <a:gd name="connsiteY947" fmla="*/ 158423 h 6858000"/>
              <a:gd name="connsiteX948" fmla="*/ 0 w 7467600"/>
              <a:gd name="connsiteY948" fmla="*/ 146618 h 6858000"/>
              <a:gd name="connsiteX949" fmla="*/ 0 w 7467600"/>
              <a:gd name="connsiteY949" fmla="*/ 59161 h 6858000"/>
              <a:gd name="connsiteX950" fmla="*/ 45427 w 7467600"/>
              <a:gd name="connsiteY950" fmla="*/ 101078 h 6858000"/>
              <a:gd name="connsiteX951" fmla="*/ 630103 w 7467600"/>
              <a:gd name="connsiteY951" fmla="*/ 485885 h 6858000"/>
              <a:gd name="connsiteX952" fmla="*/ 532040 w 7467600"/>
              <a:gd name="connsiteY952" fmla="*/ 399359 h 6858000"/>
              <a:gd name="connsiteX953" fmla="*/ 517618 w 7467600"/>
              <a:gd name="connsiteY953" fmla="*/ 385726 h 6858000"/>
              <a:gd name="connsiteX954" fmla="*/ 285074 w 7467600"/>
              <a:gd name="connsiteY954" fmla="*/ 182755 h 6858000"/>
              <a:gd name="connsiteX955" fmla="*/ 43151 w 7467600"/>
              <a:gd name="connsiteY955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1456157 w 7467600"/>
              <a:gd name="connsiteY74" fmla="*/ 5371404 h 6858000"/>
              <a:gd name="connsiteX75" fmla="*/ 1244432 w 7467600"/>
              <a:gd name="connsiteY75" fmla="*/ 5385601 h 6858000"/>
              <a:gd name="connsiteX76" fmla="*/ 973990 w 7467600"/>
              <a:gd name="connsiteY76" fmla="*/ 5424940 h 6858000"/>
              <a:gd name="connsiteX77" fmla="*/ 1103809 w 7467600"/>
              <a:gd name="connsiteY77" fmla="*/ 5433720 h 6858000"/>
              <a:gd name="connsiteX78" fmla="*/ 1123454 w 7467600"/>
              <a:gd name="connsiteY78" fmla="*/ 5435727 h 6858000"/>
              <a:gd name="connsiteX79" fmla="*/ 1737017 w 7467600"/>
              <a:gd name="connsiteY79" fmla="*/ 5452183 h 6858000"/>
              <a:gd name="connsiteX80" fmla="*/ 1824397 w 7467600"/>
              <a:gd name="connsiteY80" fmla="*/ 5447757 h 6858000"/>
              <a:gd name="connsiteX81" fmla="*/ 2070059 w 7467600"/>
              <a:gd name="connsiteY81" fmla="*/ 5441660 h 6858000"/>
              <a:gd name="connsiteX82" fmla="*/ 1456157 w 7467600"/>
              <a:gd name="connsiteY82" fmla="*/ 5371404 h 6858000"/>
              <a:gd name="connsiteX83" fmla="*/ 4988186 w 7467600"/>
              <a:gd name="connsiteY83" fmla="*/ 5216467 h 6858000"/>
              <a:gd name="connsiteX84" fmla="*/ 4777334 w 7467600"/>
              <a:gd name="connsiteY84" fmla="*/ 5406072 h 6858000"/>
              <a:gd name="connsiteX85" fmla="*/ 4718341 w 7467600"/>
              <a:gd name="connsiteY85" fmla="*/ 5468043 h 6858000"/>
              <a:gd name="connsiteX86" fmla="*/ 4604655 w 7467600"/>
              <a:gd name="connsiteY86" fmla="*/ 5583434 h 6858000"/>
              <a:gd name="connsiteX87" fmla="*/ 4565074 w 7467600"/>
              <a:gd name="connsiteY87" fmla="*/ 5618550 h 6858000"/>
              <a:gd name="connsiteX88" fmla="*/ 4988186 w 7467600"/>
              <a:gd name="connsiteY88" fmla="*/ 5216467 h 6858000"/>
              <a:gd name="connsiteX89" fmla="*/ 4978032 w 7467600"/>
              <a:gd name="connsiteY89" fmla="*/ 5183809 h 6858000"/>
              <a:gd name="connsiteX90" fmla="*/ 4463413 w 7467600"/>
              <a:gd name="connsiteY90" fmla="*/ 5615162 h 6858000"/>
              <a:gd name="connsiteX91" fmla="*/ 4358134 w 7467600"/>
              <a:gd name="connsiteY91" fmla="*/ 5742791 h 6858000"/>
              <a:gd name="connsiteX92" fmla="*/ 4376219 w 7467600"/>
              <a:gd name="connsiteY92" fmla="*/ 5729027 h 6858000"/>
              <a:gd name="connsiteX93" fmla="*/ 4582340 w 7467600"/>
              <a:gd name="connsiteY93" fmla="*/ 5561037 h 6858000"/>
              <a:gd name="connsiteX94" fmla="*/ 4694684 w 7467600"/>
              <a:gd name="connsiteY94" fmla="*/ 5447098 h 6858000"/>
              <a:gd name="connsiteX95" fmla="*/ 4754123 w 7467600"/>
              <a:gd name="connsiteY95" fmla="*/ 5384643 h 6858000"/>
              <a:gd name="connsiteX96" fmla="*/ 4978032 w 7467600"/>
              <a:gd name="connsiteY96" fmla="*/ 5183809 h 6858000"/>
              <a:gd name="connsiteX97" fmla="*/ 1903353 w 7467600"/>
              <a:gd name="connsiteY97" fmla="*/ 5044827 h 6858000"/>
              <a:gd name="connsiteX98" fmla="*/ 1936931 w 7467600"/>
              <a:gd name="connsiteY98" fmla="*/ 5093954 h 6858000"/>
              <a:gd name="connsiteX99" fmla="*/ 2195868 w 7467600"/>
              <a:gd name="connsiteY99" fmla="*/ 5396574 h 6858000"/>
              <a:gd name="connsiteX100" fmla="*/ 2088852 w 7467600"/>
              <a:gd name="connsiteY100" fmla="*/ 5166123 h 6858000"/>
              <a:gd name="connsiteX101" fmla="*/ 1958241 w 7467600"/>
              <a:gd name="connsiteY101" fmla="*/ 5067955 h 6858000"/>
              <a:gd name="connsiteX102" fmla="*/ 1903353 w 7467600"/>
              <a:gd name="connsiteY102" fmla="*/ 5044827 h 6858000"/>
              <a:gd name="connsiteX103" fmla="*/ 1979378 w 7467600"/>
              <a:gd name="connsiteY103" fmla="*/ 4769504 h 6858000"/>
              <a:gd name="connsiteX104" fmla="*/ 2882120 w 7467600"/>
              <a:gd name="connsiteY104" fmla="*/ 5064547 h 6858000"/>
              <a:gd name="connsiteX105" fmla="*/ 2793103 w 7467600"/>
              <a:gd name="connsiteY105" fmla="*/ 5039699 h 6858000"/>
              <a:gd name="connsiteX106" fmla="*/ 2770041 w 7467600"/>
              <a:gd name="connsiteY106" fmla="*/ 5033634 h 6858000"/>
              <a:gd name="connsiteX107" fmla="*/ 1979378 w 7467600"/>
              <a:gd name="connsiteY107" fmla="*/ 4769504 h 6858000"/>
              <a:gd name="connsiteX108" fmla="*/ 1927410 w 7467600"/>
              <a:gd name="connsiteY108" fmla="*/ 4716164 h 6858000"/>
              <a:gd name="connsiteX109" fmla="*/ 1959587 w 7467600"/>
              <a:gd name="connsiteY109" fmla="*/ 4728849 h 6858000"/>
              <a:gd name="connsiteX110" fmla="*/ 2777707 w 7467600"/>
              <a:gd name="connsiteY110" fmla="*/ 5003991 h 6858000"/>
              <a:gd name="connsiteX111" fmla="*/ 2800768 w 7467600"/>
              <a:gd name="connsiteY111" fmla="*/ 5010056 h 6858000"/>
              <a:gd name="connsiteX112" fmla="*/ 2879408 w 7467600"/>
              <a:gd name="connsiteY112" fmla="*/ 5031590 h 6858000"/>
              <a:gd name="connsiteX113" fmla="*/ 2862295 w 7467600"/>
              <a:gd name="connsiteY113" fmla="*/ 5022958 h 6858000"/>
              <a:gd name="connsiteX114" fmla="*/ 2813343 w 7467600"/>
              <a:gd name="connsiteY114" fmla="*/ 4998369 h 6858000"/>
              <a:gd name="connsiteX115" fmla="*/ 2646245 w 7467600"/>
              <a:gd name="connsiteY115" fmla="*/ 4930999 h 6858000"/>
              <a:gd name="connsiteX116" fmla="*/ 1999243 w 7467600"/>
              <a:gd name="connsiteY116" fmla="*/ 4730524 h 6858000"/>
              <a:gd name="connsiteX117" fmla="*/ 1979527 w 7467600"/>
              <a:gd name="connsiteY117" fmla="*/ 4726651 h 6858000"/>
              <a:gd name="connsiteX118" fmla="*/ 1927410 w 7467600"/>
              <a:gd name="connsiteY118" fmla="*/ 4716164 h 6858000"/>
              <a:gd name="connsiteX119" fmla="*/ 1997014 w 7467600"/>
              <a:gd name="connsiteY119" fmla="*/ 4698007 h 6858000"/>
              <a:gd name="connsiteX120" fmla="*/ 2005458 w 7467600"/>
              <a:gd name="connsiteY120" fmla="*/ 4699540 h 6858000"/>
              <a:gd name="connsiteX121" fmla="*/ 2657186 w 7467600"/>
              <a:gd name="connsiteY121" fmla="*/ 4901687 h 6858000"/>
              <a:gd name="connsiteX122" fmla="*/ 2826662 w 7467600"/>
              <a:gd name="connsiteY122" fmla="*/ 4970362 h 6858000"/>
              <a:gd name="connsiteX123" fmla="*/ 2876100 w 7467600"/>
              <a:gd name="connsiteY123" fmla="*/ 4995397 h 6858000"/>
              <a:gd name="connsiteX124" fmla="*/ 3042600 w 7467600"/>
              <a:gd name="connsiteY124" fmla="*/ 5059532 h 6858000"/>
              <a:gd name="connsiteX125" fmla="*/ 1997014 w 7467600"/>
              <a:gd name="connsiteY125" fmla="*/ 4698007 h 6858000"/>
              <a:gd name="connsiteX126" fmla="*/ 2305292 w 7467600"/>
              <a:gd name="connsiteY126" fmla="*/ 4219492 h 6858000"/>
              <a:gd name="connsiteX127" fmla="*/ 3360922 w 7467600"/>
              <a:gd name="connsiteY127" fmla="*/ 4529373 h 6858000"/>
              <a:gd name="connsiteX128" fmla="*/ 3492420 w 7467600"/>
              <a:gd name="connsiteY128" fmla="*/ 4510145 h 6858000"/>
              <a:gd name="connsiteX129" fmla="*/ 3364086 w 7467600"/>
              <a:gd name="connsiteY129" fmla="*/ 4480340 h 6858000"/>
              <a:gd name="connsiteX130" fmla="*/ 3225818 w 7467600"/>
              <a:gd name="connsiteY130" fmla="*/ 4411822 h 6858000"/>
              <a:gd name="connsiteX131" fmla="*/ 3129696 w 7467600"/>
              <a:gd name="connsiteY131" fmla="*/ 4360704 h 6858000"/>
              <a:gd name="connsiteX132" fmla="*/ 2814545 w 7467600"/>
              <a:gd name="connsiteY132" fmla="*/ 4282955 h 6858000"/>
              <a:gd name="connsiteX133" fmla="*/ 2305292 w 7467600"/>
              <a:gd name="connsiteY133" fmla="*/ 4219492 h 6858000"/>
              <a:gd name="connsiteX134" fmla="*/ 2626982 w 7467600"/>
              <a:gd name="connsiteY134" fmla="*/ 4206450 h 6858000"/>
              <a:gd name="connsiteX135" fmla="*/ 2490617 w 7467600"/>
              <a:gd name="connsiteY135" fmla="*/ 4206951 h 6858000"/>
              <a:gd name="connsiteX136" fmla="*/ 2819869 w 7467600"/>
              <a:gd name="connsiteY136" fmla="*/ 4252936 h 6858000"/>
              <a:gd name="connsiteX137" fmla="*/ 3143018 w 7467600"/>
              <a:gd name="connsiteY137" fmla="*/ 4332698 h 6858000"/>
              <a:gd name="connsiteX138" fmla="*/ 3241520 w 7467600"/>
              <a:gd name="connsiteY138" fmla="*/ 4385112 h 6858000"/>
              <a:gd name="connsiteX139" fmla="*/ 3374575 w 7467600"/>
              <a:gd name="connsiteY139" fmla="*/ 4451517 h 6858000"/>
              <a:gd name="connsiteX140" fmla="*/ 3505221 w 7467600"/>
              <a:gd name="connsiteY140" fmla="*/ 4480757 h 6858000"/>
              <a:gd name="connsiteX141" fmla="*/ 2626982 w 7467600"/>
              <a:gd name="connsiteY141" fmla="*/ 4206450 h 6858000"/>
              <a:gd name="connsiteX142" fmla="*/ 1310106 w 7467600"/>
              <a:gd name="connsiteY142" fmla="*/ 3943217 h 6858000"/>
              <a:gd name="connsiteX143" fmla="*/ 854994 w 7467600"/>
              <a:gd name="connsiteY143" fmla="*/ 4399136 h 6858000"/>
              <a:gd name="connsiteX144" fmla="*/ 742462 w 7467600"/>
              <a:gd name="connsiteY144" fmla="*/ 4594648 h 6858000"/>
              <a:gd name="connsiteX145" fmla="*/ 820602 w 7467600"/>
              <a:gd name="connsiteY145" fmla="*/ 4485915 h 6858000"/>
              <a:gd name="connsiteX146" fmla="*/ 878295 w 7467600"/>
              <a:gd name="connsiteY146" fmla="*/ 4403594 h 6858000"/>
              <a:gd name="connsiteX147" fmla="*/ 1240607 w 7467600"/>
              <a:gd name="connsiteY147" fmla="*/ 4010401 h 6858000"/>
              <a:gd name="connsiteX148" fmla="*/ 1310106 w 7467600"/>
              <a:gd name="connsiteY148" fmla="*/ 3943217 h 6858000"/>
              <a:gd name="connsiteX149" fmla="*/ 1423113 w 7467600"/>
              <a:gd name="connsiteY149" fmla="*/ 3874565 h 6858000"/>
              <a:gd name="connsiteX150" fmla="*/ 1260565 w 7467600"/>
              <a:gd name="connsiteY150" fmla="*/ 4031982 h 6858000"/>
              <a:gd name="connsiteX151" fmla="*/ 901900 w 7467600"/>
              <a:gd name="connsiteY151" fmla="*/ 4421236 h 6858000"/>
              <a:gd name="connsiteX152" fmla="*/ 845044 w 7467600"/>
              <a:gd name="connsiteY152" fmla="*/ 4502436 h 6858000"/>
              <a:gd name="connsiteX153" fmla="*/ 685926 w 7467600"/>
              <a:gd name="connsiteY153" fmla="*/ 4703069 h 6858000"/>
              <a:gd name="connsiteX154" fmla="*/ 684248 w 7467600"/>
              <a:gd name="connsiteY154" fmla="*/ 4706721 h 6858000"/>
              <a:gd name="connsiteX155" fmla="*/ 1423113 w 7467600"/>
              <a:gd name="connsiteY155" fmla="*/ 3874565 h 6858000"/>
              <a:gd name="connsiteX156" fmla="*/ 3316479 w 7467600"/>
              <a:gd name="connsiteY156" fmla="*/ 3872136 h 6858000"/>
              <a:gd name="connsiteX157" fmla="*/ 3546806 w 7467600"/>
              <a:gd name="connsiteY157" fmla="*/ 4356139 h 6858000"/>
              <a:gd name="connsiteX158" fmla="*/ 3364433 w 7467600"/>
              <a:gd name="connsiteY158" fmla="*/ 3953121 h 6858000"/>
              <a:gd name="connsiteX159" fmla="*/ 3316479 w 7467600"/>
              <a:gd name="connsiteY159" fmla="*/ 3872136 h 6858000"/>
              <a:gd name="connsiteX160" fmla="*/ 3291335 w 7467600"/>
              <a:gd name="connsiteY160" fmla="*/ 3767420 h 6858000"/>
              <a:gd name="connsiteX161" fmla="*/ 3390805 w 7467600"/>
              <a:gd name="connsiteY161" fmla="*/ 3937163 h 6858000"/>
              <a:gd name="connsiteX162" fmla="*/ 3579062 w 7467600"/>
              <a:gd name="connsiteY162" fmla="*/ 4359040 h 6858000"/>
              <a:gd name="connsiteX163" fmla="*/ 3467355 w 7467600"/>
              <a:gd name="connsiteY163" fmla="*/ 3988130 h 6858000"/>
              <a:gd name="connsiteX164" fmla="*/ 3310753 w 7467600"/>
              <a:gd name="connsiteY164" fmla="*/ 3787140 h 6858000"/>
              <a:gd name="connsiteX165" fmla="*/ 3291335 w 7467600"/>
              <a:gd name="connsiteY165" fmla="*/ 3767420 h 6858000"/>
              <a:gd name="connsiteX166" fmla="*/ 1635889 w 7467600"/>
              <a:gd name="connsiteY166" fmla="*/ 3709494 h 6858000"/>
              <a:gd name="connsiteX167" fmla="*/ 1634800 w 7467600"/>
              <a:gd name="connsiteY167" fmla="*/ 3731111 h 6858000"/>
              <a:gd name="connsiteX168" fmla="*/ 1635889 w 7467600"/>
              <a:gd name="connsiteY168" fmla="*/ 3709494 h 6858000"/>
              <a:gd name="connsiteX169" fmla="*/ 1510397 w 7467600"/>
              <a:gd name="connsiteY169" fmla="*/ 3684705 h 6858000"/>
              <a:gd name="connsiteX170" fmla="*/ 1146550 w 7467600"/>
              <a:gd name="connsiteY170" fmla="*/ 3802012 h 6858000"/>
              <a:gd name="connsiteX171" fmla="*/ 698834 w 7467600"/>
              <a:gd name="connsiteY171" fmla="*/ 3952272 h 6858000"/>
              <a:gd name="connsiteX172" fmla="*/ 34256 w 7467600"/>
              <a:gd name="connsiteY172" fmla="*/ 4347603 h 6858000"/>
              <a:gd name="connsiteX173" fmla="*/ 527241 w 7467600"/>
              <a:gd name="connsiteY173" fmla="*/ 4065078 h 6858000"/>
              <a:gd name="connsiteX174" fmla="*/ 1510397 w 7467600"/>
              <a:gd name="connsiteY174" fmla="*/ 3684705 h 6858000"/>
              <a:gd name="connsiteX175" fmla="*/ 1313114 w 7467600"/>
              <a:gd name="connsiteY175" fmla="*/ 3655216 h 6858000"/>
              <a:gd name="connsiteX176" fmla="*/ 1109304 w 7467600"/>
              <a:gd name="connsiteY176" fmla="*/ 3669030 h 6858000"/>
              <a:gd name="connsiteX177" fmla="*/ 8129 w 7467600"/>
              <a:gd name="connsiteY177" fmla="*/ 4330519 h 6858000"/>
              <a:gd name="connsiteX178" fmla="*/ 687572 w 7467600"/>
              <a:gd name="connsiteY178" fmla="*/ 3925629 h 6858000"/>
              <a:gd name="connsiteX179" fmla="*/ 1138365 w 7467600"/>
              <a:gd name="connsiteY179" fmla="*/ 3774515 h 6858000"/>
              <a:gd name="connsiteX180" fmla="*/ 1505579 w 7467600"/>
              <a:gd name="connsiteY180" fmla="*/ 3655526 h 6858000"/>
              <a:gd name="connsiteX181" fmla="*/ 1313114 w 7467600"/>
              <a:gd name="connsiteY181" fmla="*/ 3655216 h 6858000"/>
              <a:gd name="connsiteX182" fmla="*/ 3655073 w 7467600"/>
              <a:gd name="connsiteY182" fmla="*/ 3650884 h 6858000"/>
              <a:gd name="connsiteX183" fmla="*/ 3989938 w 7467600"/>
              <a:gd name="connsiteY183" fmla="*/ 3991685 h 6858000"/>
              <a:gd name="connsiteX184" fmla="*/ 4393907 w 7467600"/>
              <a:gd name="connsiteY184" fmla="*/ 4261258 h 6858000"/>
              <a:gd name="connsiteX185" fmla="*/ 4648051 w 7467600"/>
              <a:gd name="connsiteY185" fmla="*/ 4374051 h 6858000"/>
              <a:gd name="connsiteX186" fmla="*/ 4383389 w 7467600"/>
              <a:gd name="connsiteY186" fmla="*/ 4184369 h 6858000"/>
              <a:gd name="connsiteX187" fmla="*/ 4165508 w 7467600"/>
              <a:gd name="connsiteY187" fmla="*/ 4035196 h 6858000"/>
              <a:gd name="connsiteX188" fmla="*/ 4068162 w 7467600"/>
              <a:gd name="connsiteY188" fmla="*/ 3953394 h 6858000"/>
              <a:gd name="connsiteX189" fmla="*/ 3981416 w 7467600"/>
              <a:gd name="connsiteY189" fmla="*/ 3880482 h 6858000"/>
              <a:gd name="connsiteX190" fmla="*/ 3800147 w 7467600"/>
              <a:gd name="connsiteY190" fmla="*/ 3749872 h 6858000"/>
              <a:gd name="connsiteX191" fmla="*/ 3655073 w 7467600"/>
              <a:gd name="connsiteY191" fmla="*/ 3650884 h 6858000"/>
              <a:gd name="connsiteX192" fmla="*/ 3670252 w 7467600"/>
              <a:gd name="connsiteY192" fmla="*/ 3622798 h 6858000"/>
              <a:gd name="connsiteX193" fmla="*/ 3817258 w 7467600"/>
              <a:gd name="connsiteY193" fmla="*/ 3723577 h 6858000"/>
              <a:gd name="connsiteX194" fmla="*/ 4000461 w 7467600"/>
              <a:gd name="connsiteY194" fmla="*/ 3855966 h 6858000"/>
              <a:gd name="connsiteX195" fmla="*/ 4088180 w 7467600"/>
              <a:gd name="connsiteY195" fmla="*/ 3929774 h 6858000"/>
              <a:gd name="connsiteX196" fmla="*/ 4184555 w 7467600"/>
              <a:gd name="connsiteY196" fmla="*/ 4010683 h 6858000"/>
              <a:gd name="connsiteX197" fmla="*/ 4399563 w 7467600"/>
              <a:gd name="connsiteY197" fmla="*/ 4158106 h 6858000"/>
              <a:gd name="connsiteX198" fmla="*/ 4684469 w 7467600"/>
              <a:gd name="connsiteY198" fmla="*/ 4364680 h 6858000"/>
              <a:gd name="connsiteX199" fmla="*/ 4690271 w 7467600"/>
              <a:gd name="connsiteY199" fmla="*/ 4370034 h 6858000"/>
              <a:gd name="connsiteX200" fmla="*/ 4136093 w 7467600"/>
              <a:gd name="connsiteY200" fmla="*/ 3858466 h 6858000"/>
              <a:gd name="connsiteX201" fmla="*/ 3670252 w 7467600"/>
              <a:gd name="connsiteY201" fmla="*/ 3622798 h 6858000"/>
              <a:gd name="connsiteX202" fmla="*/ 4440129 w 7467600"/>
              <a:gd name="connsiteY202" fmla="*/ 3448571 h 6858000"/>
              <a:gd name="connsiteX203" fmla="*/ 4856525 w 7467600"/>
              <a:gd name="connsiteY203" fmla="*/ 3915351 h 6858000"/>
              <a:gd name="connsiteX204" fmla="*/ 5059055 w 7467600"/>
              <a:gd name="connsiteY204" fmla="*/ 4108918 h 6858000"/>
              <a:gd name="connsiteX205" fmla="*/ 5290070 w 7467600"/>
              <a:gd name="connsiteY205" fmla="*/ 4263619 h 6858000"/>
              <a:gd name="connsiteX206" fmla="*/ 4834991 w 7467600"/>
              <a:gd name="connsiteY206" fmla="*/ 3830985 h 6858000"/>
              <a:gd name="connsiteX207" fmla="*/ 4440129 w 7467600"/>
              <a:gd name="connsiteY207" fmla="*/ 3448571 h 6858000"/>
              <a:gd name="connsiteX208" fmla="*/ 4441737 w 7467600"/>
              <a:gd name="connsiteY208" fmla="*/ 3399734 h 6858000"/>
              <a:gd name="connsiteX209" fmla="*/ 4431236 w 7467600"/>
              <a:gd name="connsiteY209" fmla="*/ 3400954 h 6858000"/>
              <a:gd name="connsiteX210" fmla="*/ 4557150 w 7467600"/>
              <a:gd name="connsiteY210" fmla="*/ 3510023 h 6858000"/>
              <a:gd name="connsiteX211" fmla="*/ 4856936 w 7467600"/>
              <a:gd name="connsiteY211" fmla="*/ 3809146 h 6858000"/>
              <a:gd name="connsiteX212" fmla="*/ 5111996 w 7467600"/>
              <a:gd name="connsiteY212" fmla="*/ 4065759 h 6858000"/>
              <a:gd name="connsiteX213" fmla="*/ 5388878 w 7467600"/>
              <a:gd name="connsiteY213" fmla="*/ 4300185 h 6858000"/>
              <a:gd name="connsiteX214" fmla="*/ 5425556 w 7467600"/>
              <a:gd name="connsiteY214" fmla="*/ 4308967 h 6858000"/>
              <a:gd name="connsiteX215" fmla="*/ 4943646 w 7467600"/>
              <a:gd name="connsiteY215" fmla="*/ 3822916 h 6858000"/>
              <a:gd name="connsiteX216" fmla="*/ 4594837 w 7467600"/>
              <a:gd name="connsiteY216" fmla="*/ 3532274 h 6858000"/>
              <a:gd name="connsiteX217" fmla="*/ 4441737 w 7467600"/>
              <a:gd name="connsiteY217" fmla="*/ 3399734 h 6858000"/>
              <a:gd name="connsiteX218" fmla="*/ 5425834 w 7467600"/>
              <a:gd name="connsiteY218" fmla="*/ 3162785 h 6858000"/>
              <a:gd name="connsiteX219" fmla="*/ 5401644 w 7467600"/>
              <a:gd name="connsiteY219" fmla="*/ 3617847 h 6858000"/>
              <a:gd name="connsiteX220" fmla="*/ 5467256 w 7467600"/>
              <a:gd name="connsiteY220" fmla="*/ 4175494 h 6858000"/>
              <a:gd name="connsiteX221" fmla="*/ 5448069 w 7467600"/>
              <a:gd name="connsiteY221" fmla="*/ 3567554 h 6858000"/>
              <a:gd name="connsiteX222" fmla="*/ 5425834 w 7467600"/>
              <a:gd name="connsiteY222" fmla="*/ 3162785 h 6858000"/>
              <a:gd name="connsiteX223" fmla="*/ 1318687 w 7467600"/>
              <a:gd name="connsiteY223" fmla="*/ 3113840 h 6858000"/>
              <a:gd name="connsiteX224" fmla="*/ 1066793 w 7467600"/>
              <a:gd name="connsiteY224" fmla="*/ 3212171 h 6858000"/>
              <a:gd name="connsiteX225" fmla="*/ 993319 w 7467600"/>
              <a:gd name="connsiteY225" fmla="*/ 3247648 h 6858000"/>
              <a:gd name="connsiteX226" fmla="*/ 853081 w 7467600"/>
              <a:gd name="connsiteY226" fmla="*/ 3312410 h 6858000"/>
              <a:gd name="connsiteX227" fmla="*/ 805957 w 7467600"/>
              <a:gd name="connsiteY227" fmla="*/ 3330443 h 6858000"/>
              <a:gd name="connsiteX228" fmla="*/ 1318687 w 7467600"/>
              <a:gd name="connsiteY228" fmla="*/ 3113840 h 6858000"/>
              <a:gd name="connsiteX229" fmla="*/ 5453702 w 7467600"/>
              <a:gd name="connsiteY229" fmla="*/ 3090882 h 6858000"/>
              <a:gd name="connsiteX230" fmla="*/ 5480135 w 7467600"/>
              <a:gd name="connsiteY230" fmla="*/ 3565802 h 6858000"/>
              <a:gd name="connsiteX231" fmla="*/ 5499023 w 7467600"/>
              <a:gd name="connsiteY231" fmla="*/ 4166310 h 6858000"/>
              <a:gd name="connsiteX232" fmla="*/ 5547022 w 7467600"/>
              <a:gd name="connsiteY232" fmla="*/ 3607838 h 6858000"/>
              <a:gd name="connsiteX233" fmla="*/ 5515964 w 7467600"/>
              <a:gd name="connsiteY233" fmla="*/ 3378541 h 6858000"/>
              <a:gd name="connsiteX234" fmla="*/ 5453702 w 7467600"/>
              <a:gd name="connsiteY234" fmla="*/ 3090882 h 6858000"/>
              <a:gd name="connsiteX235" fmla="*/ 1238695 w 7467600"/>
              <a:gd name="connsiteY235" fmla="*/ 3076820 h 6858000"/>
              <a:gd name="connsiteX236" fmla="*/ 716371 w 7467600"/>
              <a:gd name="connsiteY236" fmla="*/ 3293249 h 6858000"/>
              <a:gd name="connsiteX237" fmla="*/ 579522 w 7467600"/>
              <a:gd name="connsiteY237" fmla="*/ 3371759 h 6858000"/>
              <a:gd name="connsiteX238" fmla="*/ 600288 w 7467600"/>
              <a:gd name="connsiteY238" fmla="*/ 3365555 h 6858000"/>
              <a:gd name="connsiteX239" fmla="*/ 840692 w 7467600"/>
              <a:gd name="connsiteY239" fmla="*/ 3284921 h 6858000"/>
              <a:gd name="connsiteX240" fmla="*/ 979248 w 7467600"/>
              <a:gd name="connsiteY240" fmla="*/ 3221003 h 6858000"/>
              <a:gd name="connsiteX241" fmla="*/ 1053282 w 7467600"/>
              <a:gd name="connsiteY241" fmla="*/ 3185247 h 6858000"/>
              <a:gd name="connsiteX242" fmla="*/ 1320603 w 7467600"/>
              <a:gd name="connsiteY242" fmla="*/ 3081281 h 6858000"/>
              <a:gd name="connsiteX243" fmla="*/ 1238695 w 7467600"/>
              <a:gd name="connsiteY243" fmla="*/ 3076820 h 6858000"/>
              <a:gd name="connsiteX244" fmla="*/ 5425627 w 7467600"/>
              <a:gd name="connsiteY244" fmla="*/ 2954192 h 6858000"/>
              <a:gd name="connsiteX245" fmla="*/ 5470770 w 7467600"/>
              <a:gd name="connsiteY245" fmla="*/ 3005435 h 6858000"/>
              <a:gd name="connsiteX246" fmla="*/ 5519779 w 7467600"/>
              <a:gd name="connsiteY246" fmla="*/ 4359223 h 6858000"/>
              <a:gd name="connsiteX247" fmla="*/ 5520293 w 7467600"/>
              <a:gd name="connsiteY247" fmla="*/ 4360602 h 6858000"/>
              <a:gd name="connsiteX248" fmla="*/ 5767221 w 7467600"/>
              <a:gd name="connsiteY248" fmla="*/ 4665564 h 6858000"/>
              <a:gd name="connsiteX249" fmla="*/ 6937169 w 7467600"/>
              <a:gd name="connsiteY249" fmla="*/ 4815941 h 6858000"/>
              <a:gd name="connsiteX250" fmla="*/ 6953922 w 7467600"/>
              <a:gd name="connsiteY250" fmla="*/ 4890068 h 6858000"/>
              <a:gd name="connsiteX251" fmla="*/ 6071359 w 7467600"/>
              <a:gd name="connsiteY251" fmla="*/ 4770770 h 6858000"/>
              <a:gd name="connsiteX252" fmla="*/ 6038839 w 7467600"/>
              <a:gd name="connsiteY252" fmla="*/ 4764474 h 6858000"/>
              <a:gd name="connsiteX253" fmla="*/ 6038706 w 7467600"/>
              <a:gd name="connsiteY253" fmla="*/ 4763847 h 6858000"/>
              <a:gd name="connsiteX254" fmla="*/ 6037784 w 7467600"/>
              <a:gd name="connsiteY254" fmla="*/ 4764270 h 6858000"/>
              <a:gd name="connsiteX255" fmla="*/ 6038839 w 7467600"/>
              <a:gd name="connsiteY255" fmla="*/ 4764474 h 6858000"/>
              <a:gd name="connsiteX256" fmla="*/ 6040338 w 7467600"/>
              <a:gd name="connsiteY256" fmla="*/ 4771418 h 6858000"/>
              <a:gd name="connsiteX257" fmla="*/ 6024488 w 7467600"/>
              <a:gd name="connsiteY257" fmla="*/ 4809903 h 6858000"/>
              <a:gd name="connsiteX258" fmla="*/ 5599771 w 7467600"/>
              <a:gd name="connsiteY258" fmla="*/ 5509652 h 6858000"/>
              <a:gd name="connsiteX259" fmla="*/ 5548843 w 7467600"/>
              <a:gd name="connsiteY259" fmla="*/ 5563845 h 6858000"/>
              <a:gd name="connsiteX260" fmla="*/ 5940952 w 7467600"/>
              <a:gd name="connsiteY260" fmla="*/ 6250028 h 6858000"/>
              <a:gd name="connsiteX261" fmla="*/ 6043441 w 7467600"/>
              <a:gd name="connsiteY261" fmla="*/ 6665847 h 6858000"/>
              <a:gd name="connsiteX262" fmla="*/ 6093432 w 7467600"/>
              <a:gd name="connsiteY262" fmla="*/ 6858000 h 6858000"/>
              <a:gd name="connsiteX263" fmla="*/ 6034344 w 7467600"/>
              <a:gd name="connsiteY263" fmla="*/ 6858000 h 6858000"/>
              <a:gd name="connsiteX264" fmla="*/ 6026679 w 7467600"/>
              <a:gd name="connsiteY264" fmla="*/ 6836959 h 6858000"/>
              <a:gd name="connsiteX265" fmla="*/ 5800441 w 7467600"/>
              <a:gd name="connsiteY265" fmla="*/ 6335286 h 6858000"/>
              <a:gd name="connsiteX266" fmla="*/ 5526562 w 7467600"/>
              <a:gd name="connsiteY266" fmla="*/ 5705388 h 6858000"/>
              <a:gd name="connsiteX267" fmla="*/ 5519640 w 7467600"/>
              <a:gd name="connsiteY267" fmla="*/ 5683774 h 6858000"/>
              <a:gd name="connsiteX268" fmla="*/ 5844559 w 7467600"/>
              <a:gd name="connsiteY268" fmla="*/ 6553349 h 6858000"/>
              <a:gd name="connsiteX269" fmla="*/ 5975994 w 7467600"/>
              <a:gd name="connsiteY269" fmla="*/ 6858000 h 6858000"/>
              <a:gd name="connsiteX270" fmla="*/ 5898547 w 7467600"/>
              <a:gd name="connsiteY270" fmla="*/ 6858000 h 6858000"/>
              <a:gd name="connsiteX271" fmla="*/ 5682041 w 7467600"/>
              <a:gd name="connsiteY271" fmla="*/ 6355860 h 6858000"/>
              <a:gd name="connsiteX272" fmla="*/ 5461758 w 7467600"/>
              <a:gd name="connsiteY272" fmla="*/ 5820220 h 6858000"/>
              <a:gd name="connsiteX273" fmla="*/ 5237282 w 7467600"/>
              <a:gd name="connsiteY273" fmla="*/ 6579086 h 6858000"/>
              <a:gd name="connsiteX274" fmla="*/ 5115009 w 7467600"/>
              <a:gd name="connsiteY274" fmla="*/ 6858000 h 6858000"/>
              <a:gd name="connsiteX275" fmla="*/ 5028074 w 7467600"/>
              <a:gd name="connsiteY275" fmla="*/ 6858000 h 6858000"/>
              <a:gd name="connsiteX276" fmla="*/ 5079508 w 7467600"/>
              <a:gd name="connsiteY276" fmla="*/ 6749074 h 6858000"/>
              <a:gd name="connsiteX277" fmla="*/ 5371846 w 7467600"/>
              <a:gd name="connsiteY277" fmla="*/ 5924413 h 6858000"/>
              <a:gd name="connsiteX278" fmla="*/ 5270512 w 7467600"/>
              <a:gd name="connsiteY278" fmla="*/ 6138975 h 6858000"/>
              <a:gd name="connsiteX279" fmla="*/ 5062409 w 7467600"/>
              <a:gd name="connsiteY279" fmla="*/ 6653544 h 6858000"/>
              <a:gd name="connsiteX280" fmla="*/ 5036628 w 7467600"/>
              <a:gd name="connsiteY280" fmla="*/ 6754247 h 6858000"/>
              <a:gd name="connsiteX281" fmla="*/ 5009112 w 7467600"/>
              <a:gd name="connsiteY281" fmla="*/ 6858000 h 6858000"/>
              <a:gd name="connsiteX282" fmla="*/ 4976679 w 7467600"/>
              <a:gd name="connsiteY282" fmla="*/ 6858000 h 6858000"/>
              <a:gd name="connsiteX283" fmla="*/ 5006537 w 7467600"/>
              <a:gd name="connsiteY283" fmla="*/ 6747068 h 6858000"/>
              <a:gd name="connsiteX284" fmla="*/ 5032723 w 7467600"/>
              <a:gd name="connsiteY284" fmla="*/ 6644957 h 6858000"/>
              <a:gd name="connsiteX285" fmla="*/ 5242949 w 7467600"/>
              <a:gd name="connsiteY285" fmla="*/ 6125175 h 6858000"/>
              <a:gd name="connsiteX286" fmla="*/ 5286321 w 7467600"/>
              <a:gd name="connsiteY286" fmla="*/ 6033555 h 6858000"/>
              <a:gd name="connsiteX287" fmla="*/ 5008210 w 7467600"/>
              <a:gd name="connsiteY287" fmla="*/ 6649194 h 6858000"/>
              <a:gd name="connsiteX288" fmla="*/ 4986321 w 7467600"/>
              <a:gd name="connsiteY288" fmla="*/ 6765687 h 6858000"/>
              <a:gd name="connsiteX289" fmla="*/ 4973474 w 7467600"/>
              <a:gd name="connsiteY289" fmla="*/ 6858000 h 6858000"/>
              <a:gd name="connsiteX290" fmla="*/ 4907178 w 7467600"/>
              <a:gd name="connsiteY290" fmla="*/ 6858000 h 6858000"/>
              <a:gd name="connsiteX291" fmla="*/ 4910810 w 7467600"/>
              <a:gd name="connsiteY291" fmla="*/ 6829660 h 6858000"/>
              <a:gd name="connsiteX292" fmla="*/ 4987461 w 7467600"/>
              <a:gd name="connsiteY292" fmla="*/ 6432994 h 6858000"/>
              <a:gd name="connsiteX293" fmla="*/ 5179262 w 7467600"/>
              <a:gd name="connsiteY293" fmla="*/ 6035044 h 6858000"/>
              <a:gd name="connsiteX294" fmla="*/ 4689678 w 7467600"/>
              <a:gd name="connsiteY294" fmla="*/ 6440241 h 6858000"/>
              <a:gd name="connsiteX295" fmla="*/ 4477543 w 7467600"/>
              <a:gd name="connsiteY295" fmla="*/ 6674836 h 6858000"/>
              <a:gd name="connsiteX296" fmla="*/ 4329957 w 7467600"/>
              <a:gd name="connsiteY296" fmla="*/ 6858000 h 6858000"/>
              <a:gd name="connsiteX297" fmla="*/ 4218595 w 7467600"/>
              <a:gd name="connsiteY297" fmla="*/ 6858000 h 6858000"/>
              <a:gd name="connsiteX298" fmla="*/ 4368888 w 7467600"/>
              <a:gd name="connsiteY298" fmla="*/ 6668412 h 6858000"/>
              <a:gd name="connsiteX299" fmla="*/ 4563091 w 7467600"/>
              <a:gd name="connsiteY299" fmla="*/ 6442508 h 6858000"/>
              <a:gd name="connsiteX300" fmla="*/ 5387324 w 7467600"/>
              <a:gd name="connsiteY300" fmla="*/ 5705830 h 6858000"/>
              <a:gd name="connsiteX301" fmla="*/ 5073620 w 7467600"/>
              <a:gd name="connsiteY301" fmla="*/ 5955437 h 6858000"/>
              <a:gd name="connsiteX302" fmla="*/ 4689789 w 7467600"/>
              <a:gd name="connsiteY302" fmla="*/ 6268382 h 6858000"/>
              <a:gd name="connsiteX303" fmla="*/ 4418722 w 7467600"/>
              <a:gd name="connsiteY303" fmla="*/ 6570886 h 6858000"/>
              <a:gd name="connsiteX304" fmla="*/ 4214944 w 7467600"/>
              <a:gd name="connsiteY304" fmla="*/ 6858000 h 6858000"/>
              <a:gd name="connsiteX305" fmla="*/ 4177898 w 7467600"/>
              <a:gd name="connsiteY305" fmla="*/ 6858000 h 6858000"/>
              <a:gd name="connsiteX306" fmla="*/ 4391597 w 7467600"/>
              <a:gd name="connsiteY306" fmla="*/ 6556370 h 6858000"/>
              <a:gd name="connsiteX307" fmla="*/ 4668889 w 7467600"/>
              <a:gd name="connsiteY307" fmla="*/ 6246399 h 6858000"/>
              <a:gd name="connsiteX308" fmla="*/ 5055427 w 7467600"/>
              <a:gd name="connsiteY308" fmla="*/ 5931476 h 6858000"/>
              <a:gd name="connsiteX309" fmla="*/ 5371814 w 7467600"/>
              <a:gd name="connsiteY309" fmla="*/ 5678975 h 6858000"/>
              <a:gd name="connsiteX310" fmla="*/ 4987918 w 7467600"/>
              <a:gd name="connsiteY310" fmla="*/ 5838701 h 6858000"/>
              <a:gd name="connsiteX311" fmla="*/ 4317146 w 7467600"/>
              <a:gd name="connsiteY311" fmla="*/ 6587716 h 6858000"/>
              <a:gd name="connsiteX312" fmla="*/ 4171627 w 7467600"/>
              <a:gd name="connsiteY312" fmla="*/ 6858000 h 6858000"/>
              <a:gd name="connsiteX313" fmla="*/ 4081585 w 7467600"/>
              <a:gd name="connsiteY313" fmla="*/ 6858000 h 6858000"/>
              <a:gd name="connsiteX314" fmla="*/ 4238603 w 7467600"/>
              <a:gd name="connsiteY314" fmla="*/ 6559341 h 6858000"/>
              <a:gd name="connsiteX315" fmla="*/ 4778333 w 7467600"/>
              <a:gd name="connsiteY315" fmla="*/ 5873626 h 6858000"/>
              <a:gd name="connsiteX316" fmla="*/ 5414185 w 7467600"/>
              <a:gd name="connsiteY316" fmla="*/ 5573882 h 6858000"/>
              <a:gd name="connsiteX317" fmla="*/ 5959648 w 7467600"/>
              <a:gd name="connsiteY317" fmla="*/ 4760797 h 6858000"/>
              <a:gd name="connsiteX318" fmla="*/ 5355019 w 7467600"/>
              <a:gd name="connsiteY318" fmla="*/ 4734672 h 6858000"/>
              <a:gd name="connsiteX319" fmla="*/ 5083565 w 7467600"/>
              <a:gd name="connsiteY319" fmla="*/ 5179121 h 6858000"/>
              <a:gd name="connsiteX320" fmla="*/ 4713577 w 7467600"/>
              <a:gd name="connsiteY320" fmla="*/ 5616803 h 6858000"/>
              <a:gd name="connsiteX321" fmla="*/ 3989559 w 7467600"/>
              <a:gd name="connsiteY321" fmla="*/ 6145945 h 6858000"/>
              <a:gd name="connsiteX322" fmla="*/ 3939824 w 7467600"/>
              <a:gd name="connsiteY322" fmla="*/ 6066900 h 6858000"/>
              <a:gd name="connsiteX323" fmla="*/ 4584537 w 7467600"/>
              <a:gd name="connsiteY323" fmla="*/ 5324826 h 6858000"/>
              <a:gd name="connsiteX324" fmla="*/ 5037105 w 7467600"/>
              <a:gd name="connsiteY324" fmla="*/ 5088765 h 6858000"/>
              <a:gd name="connsiteX325" fmla="*/ 5039930 w 7467600"/>
              <a:gd name="connsiteY325" fmla="*/ 5089585 h 6858000"/>
              <a:gd name="connsiteX326" fmla="*/ 5263764 w 7467600"/>
              <a:gd name="connsiteY326" fmla="*/ 4735525 h 6858000"/>
              <a:gd name="connsiteX327" fmla="*/ 4086300 w 7467600"/>
              <a:gd name="connsiteY327" fmla="*/ 4884599 h 6858000"/>
              <a:gd name="connsiteX328" fmla="*/ 4085485 w 7467600"/>
              <a:gd name="connsiteY328" fmla="*/ 4899070 h 6858000"/>
              <a:gd name="connsiteX329" fmla="*/ 3871915 w 7467600"/>
              <a:gd name="connsiteY329" fmla="*/ 5253645 h 6858000"/>
              <a:gd name="connsiteX330" fmla="*/ 3799374 w 7467600"/>
              <a:gd name="connsiteY330" fmla="*/ 5466127 h 6858000"/>
              <a:gd name="connsiteX331" fmla="*/ 3498850 w 7467600"/>
              <a:gd name="connsiteY331" fmla="*/ 6661888 h 6858000"/>
              <a:gd name="connsiteX332" fmla="*/ 3399216 w 7467600"/>
              <a:gd name="connsiteY332" fmla="*/ 6858000 h 6858000"/>
              <a:gd name="connsiteX333" fmla="*/ 3303688 w 7467600"/>
              <a:gd name="connsiteY333" fmla="*/ 6858000 h 6858000"/>
              <a:gd name="connsiteX334" fmla="*/ 3391774 w 7467600"/>
              <a:gd name="connsiteY334" fmla="*/ 6697181 h 6858000"/>
              <a:gd name="connsiteX335" fmla="*/ 3735540 w 7467600"/>
              <a:gd name="connsiteY335" fmla="*/ 5546923 h 6858000"/>
              <a:gd name="connsiteX336" fmla="*/ 3729438 w 7467600"/>
              <a:gd name="connsiteY336" fmla="*/ 5569058 h 6858000"/>
              <a:gd name="connsiteX337" fmla="*/ 3707782 w 7467600"/>
              <a:gd name="connsiteY337" fmla="*/ 5644908 h 6858000"/>
              <a:gd name="connsiteX338" fmla="*/ 3583827 w 7467600"/>
              <a:gd name="connsiteY338" fmla="*/ 6039215 h 6858000"/>
              <a:gd name="connsiteX339" fmla="*/ 3547861 w 7467600"/>
              <a:gd name="connsiteY339" fmla="*/ 6129609 h 6858000"/>
              <a:gd name="connsiteX340" fmla="*/ 3490905 w 7467600"/>
              <a:gd name="connsiteY340" fmla="*/ 6277660 h 6858000"/>
              <a:gd name="connsiteX341" fmla="*/ 3455859 w 7467600"/>
              <a:gd name="connsiteY341" fmla="*/ 6391301 h 6858000"/>
              <a:gd name="connsiteX342" fmla="*/ 3429112 w 7467600"/>
              <a:gd name="connsiteY342" fmla="*/ 6479469 h 6858000"/>
              <a:gd name="connsiteX343" fmla="*/ 3304862 w 7467600"/>
              <a:gd name="connsiteY343" fmla="*/ 6796476 h 6858000"/>
              <a:gd name="connsiteX344" fmla="*/ 3276071 w 7467600"/>
              <a:gd name="connsiteY344" fmla="*/ 6858000 h 6858000"/>
              <a:gd name="connsiteX345" fmla="*/ 3240805 w 7467600"/>
              <a:gd name="connsiteY345" fmla="*/ 6858000 h 6858000"/>
              <a:gd name="connsiteX346" fmla="*/ 3275917 w 7467600"/>
              <a:gd name="connsiteY346" fmla="*/ 6783192 h 6858000"/>
              <a:gd name="connsiteX347" fmla="*/ 3399358 w 7467600"/>
              <a:gd name="connsiteY347" fmla="*/ 6469011 h 6858000"/>
              <a:gd name="connsiteX348" fmla="*/ 3425650 w 7467600"/>
              <a:gd name="connsiteY348" fmla="*/ 6381333 h 6858000"/>
              <a:gd name="connsiteX349" fmla="*/ 3460661 w 7467600"/>
              <a:gd name="connsiteY349" fmla="*/ 6266763 h 6858000"/>
              <a:gd name="connsiteX350" fmla="*/ 3518021 w 7467600"/>
              <a:gd name="connsiteY350" fmla="*/ 6117298 h 6858000"/>
              <a:gd name="connsiteX351" fmla="*/ 3554035 w 7467600"/>
              <a:gd name="connsiteY351" fmla="*/ 6027832 h 6858000"/>
              <a:gd name="connsiteX352" fmla="*/ 3677174 w 7467600"/>
              <a:gd name="connsiteY352" fmla="*/ 5636351 h 6858000"/>
              <a:gd name="connsiteX353" fmla="*/ 3698819 w 7467600"/>
              <a:gd name="connsiteY353" fmla="*/ 5560503 h 6858000"/>
              <a:gd name="connsiteX354" fmla="*/ 3702094 w 7467600"/>
              <a:gd name="connsiteY354" fmla="*/ 5549194 h 6858000"/>
              <a:gd name="connsiteX355" fmla="*/ 3398355 w 7467600"/>
              <a:gd name="connsiteY355" fmla="*/ 6094603 h 6858000"/>
              <a:gd name="connsiteX356" fmla="*/ 3193941 w 7467600"/>
              <a:gd name="connsiteY356" fmla="*/ 6798775 h 6858000"/>
              <a:gd name="connsiteX357" fmla="*/ 3184140 w 7467600"/>
              <a:gd name="connsiteY357" fmla="*/ 6858000 h 6858000"/>
              <a:gd name="connsiteX358" fmla="*/ 3099978 w 7467600"/>
              <a:gd name="connsiteY358" fmla="*/ 6858000 h 6858000"/>
              <a:gd name="connsiteX359" fmla="*/ 3101556 w 7467600"/>
              <a:gd name="connsiteY359" fmla="*/ 6843337 h 6858000"/>
              <a:gd name="connsiteX360" fmla="*/ 3370162 w 7467600"/>
              <a:gd name="connsiteY360" fmla="*/ 5785550 h 6858000"/>
              <a:gd name="connsiteX361" fmla="*/ 3746477 w 7467600"/>
              <a:gd name="connsiteY361" fmla="*/ 5377889 h 6858000"/>
              <a:gd name="connsiteX362" fmla="*/ 3863399 w 7467600"/>
              <a:gd name="connsiteY362" fmla="*/ 5087257 h 6858000"/>
              <a:gd name="connsiteX363" fmla="*/ 3968712 w 7467600"/>
              <a:gd name="connsiteY363" fmla="*/ 4913989 h 6858000"/>
              <a:gd name="connsiteX364" fmla="*/ 2792390 w 7467600"/>
              <a:gd name="connsiteY364" fmla="*/ 5382974 h 6858000"/>
              <a:gd name="connsiteX365" fmla="*/ 2714982 w 7467600"/>
              <a:gd name="connsiteY365" fmla="*/ 5427051 h 6858000"/>
              <a:gd name="connsiteX366" fmla="*/ 2813361 w 7467600"/>
              <a:gd name="connsiteY366" fmla="*/ 6023912 h 6858000"/>
              <a:gd name="connsiteX367" fmla="*/ 2688430 w 7467600"/>
              <a:gd name="connsiteY367" fmla="*/ 6801564 h 6858000"/>
              <a:gd name="connsiteX368" fmla="*/ 2629626 w 7467600"/>
              <a:gd name="connsiteY368" fmla="*/ 6763394 h 6858000"/>
              <a:gd name="connsiteX369" fmla="*/ 2565328 w 7467600"/>
              <a:gd name="connsiteY369" fmla="*/ 5516399 h 6858000"/>
              <a:gd name="connsiteX370" fmla="*/ 1922999 w 7467600"/>
              <a:gd name="connsiteY370" fmla="*/ 5980343 h 6858000"/>
              <a:gd name="connsiteX371" fmla="*/ 1950261 w 7467600"/>
              <a:gd name="connsiteY371" fmla="*/ 6405858 h 6858000"/>
              <a:gd name="connsiteX372" fmla="*/ 2365554 w 7467600"/>
              <a:gd name="connsiteY372" fmla="*/ 6759107 h 6858000"/>
              <a:gd name="connsiteX373" fmla="*/ 2424142 w 7467600"/>
              <a:gd name="connsiteY373" fmla="*/ 6858000 h 6858000"/>
              <a:gd name="connsiteX374" fmla="*/ 2395994 w 7467600"/>
              <a:gd name="connsiteY374" fmla="*/ 6858000 h 6858000"/>
              <a:gd name="connsiteX375" fmla="*/ 2392863 w 7467600"/>
              <a:gd name="connsiteY375" fmla="*/ 6852964 h 6858000"/>
              <a:gd name="connsiteX376" fmla="*/ 2017589 w 7467600"/>
              <a:gd name="connsiteY376" fmla="*/ 6493982 h 6858000"/>
              <a:gd name="connsiteX377" fmla="*/ 2147336 w 7467600"/>
              <a:gd name="connsiteY377" fmla="*/ 6594052 h 6858000"/>
              <a:gd name="connsiteX378" fmla="*/ 2207047 w 7467600"/>
              <a:gd name="connsiteY378" fmla="*/ 6654540 h 6858000"/>
              <a:gd name="connsiteX379" fmla="*/ 2299106 w 7467600"/>
              <a:gd name="connsiteY379" fmla="*/ 6778931 h 6858000"/>
              <a:gd name="connsiteX380" fmla="*/ 2314430 w 7467600"/>
              <a:gd name="connsiteY380" fmla="*/ 6801144 h 6858000"/>
              <a:gd name="connsiteX381" fmla="*/ 2352406 w 7467600"/>
              <a:gd name="connsiteY381" fmla="*/ 6858000 h 6858000"/>
              <a:gd name="connsiteX382" fmla="*/ 2314492 w 7467600"/>
              <a:gd name="connsiteY382" fmla="*/ 6858000 h 6858000"/>
              <a:gd name="connsiteX383" fmla="*/ 2288095 w 7467600"/>
              <a:gd name="connsiteY383" fmla="*/ 6818030 h 6858000"/>
              <a:gd name="connsiteX384" fmla="*/ 2272768 w 7467600"/>
              <a:gd name="connsiteY384" fmla="*/ 6795822 h 6858000"/>
              <a:gd name="connsiteX385" fmla="*/ 2182715 w 7467600"/>
              <a:gd name="connsiteY385" fmla="*/ 6675071 h 6858000"/>
              <a:gd name="connsiteX386" fmla="*/ 2032061 w 7467600"/>
              <a:gd name="connsiteY386" fmla="*/ 6541380 h 6858000"/>
              <a:gd name="connsiteX387" fmla="*/ 2257220 w 7467600"/>
              <a:gd name="connsiteY387" fmla="*/ 6826257 h 6858000"/>
              <a:gd name="connsiteX388" fmla="*/ 2281324 w 7467600"/>
              <a:gd name="connsiteY388" fmla="*/ 6858000 h 6858000"/>
              <a:gd name="connsiteX389" fmla="*/ 2242860 w 7467600"/>
              <a:gd name="connsiteY389" fmla="*/ 6858000 h 6858000"/>
              <a:gd name="connsiteX390" fmla="*/ 2232818 w 7467600"/>
              <a:gd name="connsiteY390" fmla="*/ 6844926 h 6858000"/>
              <a:gd name="connsiteX391" fmla="*/ 1990172 w 7467600"/>
              <a:gd name="connsiteY391" fmla="*/ 6542121 h 6858000"/>
              <a:gd name="connsiteX392" fmla="*/ 2124090 w 7467600"/>
              <a:gd name="connsiteY392" fmla="*/ 6761017 h 6858000"/>
              <a:gd name="connsiteX393" fmla="*/ 2200380 w 7467600"/>
              <a:gd name="connsiteY393" fmla="*/ 6858000 h 6858000"/>
              <a:gd name="connsiteX394" fmla="*/ 2147507 w 7467600"/>
              <a:gd name="connsiteY394" fmla="*/ 6858000 h 6858000"/>
              <a:gd name="connsiteX395" fmla="*/ 2070668 w 7467600"/>
              <a:gd name="connsiteY395" fmla="*/ 6761520 h 6858000"/>
              <a:gd name="connsiteX396" fmla="*/ 1975142 w 7467600"/>
              <a:gd name="connsiteY396" fmla="*/ 6585570 h 6858000"/>
              <a:gd name="connsiteX397" fmla="*/ 2050035 w 7467600"/>
              <a:gd name="connsiteY397" fmla="*/ 6813345 h 6858000"/>
              <a:gd name="connsiteX398" fmla="*/ 2063025 w 7467600"/>
              <a:gd name="connsiteY398" fmla="*/ 6858000 h 6858000"/>
              <a:gd name="connsiteX399" fmla="*/ 2021675 w 7467600"/>
              <a:gd name="connsiteY399" fmla="*/ 6858000 h 6858000"/>
              <a:gd name="connsiteX400" fmla="*/ 2019308 w 7467600"/>
              <a:gd name="connsiteY400" fmla="*/ 6847118 h 6858000"/>
              <a:gd name="connsiteX401" fmla="*/ 1938835 w 7467600"/>
              <a:gd name="connsiteY401" fmla="*/ 6551160 h 6858000"/>
              <a:gd name="connsiteX402" fmla="*/ 1953230 w 7467600"/>
              <a:gd name="connsiteY402" fmla="*/ 6759699 h 6858000"/>
              <a:gd name="connsiteX403" fmla="*/ 1956763 w 7467600"/>
              <a:gd name="connsiteY403" fmla="*/ 6778191 h 6858000"/>
              <a:gd name="connsiteX404" fmla="*/ 1967925 w 7467600"/>
              <a:gd name="connsiteY404" fmla="*/ 6858000 h 6858000"/>
              <a:gd name="connsiteX405" fmla="*/ 1936622 w 7467600"/>
              <a:gd name="connsiteY405" fmla="*/ 6858000 h 6858000"/>
              <a:gd name="connsiteX406" fmla="*/ 1926261 w 7467600"/>
              <a:gd name="connsiteY406" fmla="*/ 6784064 h 6858000"/>
              <a:gd name="connsiteX407" fmla="*/ 1922724 w 7467600"/>
              <a:gd name="connsiteY407" fmla="*/ 6765577 h 6858000"/>
              <a:gd name="connsiteX408" fmla="*/ 1904650 w 7467600"/>
              <a:gd name="connsiteY408" fmla="*/ 6639616 h 6858000"/>
              <a:gd name="connsiteX409" fmla="*/ 1885273 w 7467600"/>
              <a:gd name="connsiteY409" fmla="*/ 6858000 h 6858000"/>
              <a:gd name="connsiteX410" fmla="*/ 1854363 w 7467600"/>
              <a:gd name="connsiteY410" fmla="*/ 6858000 h 6858000"/>
              <a:gd name="connsiteX411" fmla="*/ 1880391 w 7467600"/>
              <a:gd name="connsiteY411" fmla="*/ 6603796 h 6858000"/>
              <a:gd name="connsiteX412" fmla="*/ 1818273 w 7467600"/>
              <a:gd name="connsiteY412" fmla="*/ 6715729 h 6858000"/>
              <a:gd name="connsiteX413" fmla="*/ 1794691 w 7467600"/>
              <a:gd name="connsiteY413" fmla="*/ 6843239 h 6858000"/>
              <a:gd name="connsiteX414" fmla="*/ 1794914 w 7467600"/>
              <a:gd name="connsiteY414" fmla="*/ 6858000 h 6858000"/>
              <a:gd name="connsiteX415" fmla="*/ 1746128 w 7467600"/>
              <a:gd name="connsiteY415" fmla="*/ 6858000 h 6858000"/>
              <a:gd name="connsiteX416" fmla="*/ 1753934 w 7467600"/>
              <a:gd name="connsiteY416" fmla="*/ 6724796 h 6858000"/>
              <a:gd name="connsiteX417" fmla="*/ 1792053 w 7467600"/>
              <a:gd name="connsiteY417" fmla="*/ 6572396 h 6858000"/>
              <a:gd name="connsiteX418" fmla="*/ 1862248 w 7467600"/>
              <a:gd name="connsiteY418" fmla="*/ 6266397 h 6858000"/>
              <a:gd name="connsiteX419" fmla="*/ 1862250 w 7467600"/>
              <a:gd name="connsiteY419" fmla="*/ 6033531 h 6858000"/>
              <a:gd name="connsiteX420" fmla="*/ 1211999 w 7467600"/>
              <a:gd name="connsiteY420" fmla="*/ 6683610 h 6858000"/>
              <a:gd name="connsiteX421" fmla="*/ 1213266 w 7467600"/>
              <a:gd name="connsiteY421" fmla="*/ 6691947 h 6858000"/>
              <a:gd name="connsiteX422" fmla="*/ 1203370 w 7467600"/>
              <a:gd name="connsiteY422" fmla="*/ 6850676 h 6858000"/>
              <a:gd name="connsiteX423" fmla="*/ 1203671 w 7467600"/>
              <a:gd name="connsiteY423" fmla="*/ 6858000 h 6858000"/>
              <a:gd name="connsiteX424" fmla="*/ 1143180 w 7467600"/>
              <a:gd name="connsiteY424" fmla="*/ 6858000 h 6858000"/>
              <a:gd name="connsiteX425" fmla="*/ 1142176 w 7467600"/>
              <a:gd name="connsiteY425" fmla="*/ 6766045 h 6858000"/>
              <a:gd name="connsiteX426" fmla="*/ 1067484 w 7467600"/>
              <a:gd name="connsiteY426" fmla="*/ 6858000 h 6858000"/>
              <a:gd name="connsiteX427" fmla="*/ 953928 w 7467600"/>
              <a:gd name="connsiteY427" fmla="*/ 6858000 h 6858000"/>
              <a:gd name="connsiteX428" fmla="*/ 959715 w 7467600"/>
              <a:gd name="connsiteY428" fmla="*/ 6850185 h 6858000"/>
              <a:gd name="connsiteX429" fmla="*/ 1483788 w 7467600"/>
              <a:gd name="connsiteY429" fmla="*/ 6259174 h 6858000"/>
              <a:gd name="connsiteX430" fmla="*/ 1100671 w 7467600"/>
              <a:gd name="connsiteY430" fmla="*/ 6252137 h 6858000"/>
              <a:gd name="connsiteX431" fmla="*/ 1090144 w 7467600"/>
              <a:gd name="connsiteY431" fmla="*/ 6256748 h 6858000"/>
              <a:gd name="connsiteX432" fmla="*/ 1095872 w 7467600"/>
              <a:gd name="connsiteY432" fmla="*/ 6271892 h 6858000"/>
              <a:gd name="connsiteX433" fmla="*/ 262785 w 7467600"/>
              <a:gd name="connsiteY433" fmla="*/ 6845450 h 6858000"/>
              <a:gd name="connsiteX434" fmla="*/ 209968 w 7467600"/>
              <a:gd name="connsiteY434" fmla="*/ 6770713 h 6858000"/>
              <a:gd name="connsiteX435" fmla="*/ 873460 w 7467600"/>
              <a:gd name="connsiteY435" fmla="*/ 6253768 h 6858000"/>
              <a:gd name="connsiteX436" fmla="*/ 192686 w 7467600"/>
              <a:gd name="connsiteY436" fmla="*/ 5849257 h 6858000"/>
              <a:gd name="connsiteX437" fmla="*/ 4696 w 7467600"/>
              <a:gd name="connsiteY437" fmla="*/ 5697668 h 6858000"/>
              <a:gd name="connsiteX438" fmla="*/ 0 w 7467600"/>
              <a:gd name="connsiteY438" fmla="*/ 5689984 h 6858000"/>
              <a:gd name="connsiteX439" fmla="*/ 0 w 7467600"/>
              <a:gd name="connsiteY439" fmla="*/ 5513472 h 6858000"/>
              <a:gd name="connsiteX440" fmla="*/ 174101 w 7467600"/>
              <a:gd name="connsiteY440" fmla="*/ 5620277 h 6858000"/>
              <a:gd name="connsiteX441" fmla="*/ 891800 w 7467600"/>
              <a:gd name="connsiteY441" fmla="*/ 6036935 h 6858000"/>
              <a:gd name="connsiteX442" fmla="*/ 1072219 w 7467600"/>
              <a:gd name="connsiteY442" fmla="*/ 6169443 h 6858000"/>
              <a:gd name="connsiteX443" fmla="*/ 1074117 w 7467600"/>
              <a:gd name="connsiteY443" fmla="*/ 6170301 h 6858000"/>
              <a:gd name="connsiteX444" fmla="*/ 1083114 w 7467600"/>
              <a:gd name="connsiteY444" fmla="*/ 6174131 h 6858000"/>
              <a:gd name="connsiteX445" fmla="*/ 1543010 w 7467600"/>
              <a:gd name="connsiteY445" fmla="*/ 6191140 h 6858000"/>
              <a:gd name="connsiteX446" fmla="*/ 1551080 w 7467600"/>
              <a:gd name="connsiteY446" fmla="*/ 6195006 h 6858000"/>
              <a:gd name="connsiteX447" fmla="*/ 2345443 w 7467600"/>
              <a:gd name="connsiteY447" fmla="*/ 5549882 h 6858000"/>
              <a:gd name="connsiteX448" fmla="*/ 1721499 w 7467600"/>
              <a:gd name="connsiteY448" fmla="*/ 5599969 h 6858000"/>
              <a:gd name="connsiteX449" fmla="*/ 767716 w 7467600"/>
              <a:gd name="connsiteY449" fmla="*/ 5472768 h 6858000"/>
              <a:gd name="connsiteX450" fmla="*/ 722147 w 7467600"/>
              <a:gd name="connsiteY450" fmla="*/ 5393091 h 6858000"/>
              <a:gd name="connsiteX451" fmla="*/ 1485552 w 7467600"/>
              <a:gd name="connsiteY451" fmla="*/ 5313202 h 6858000"/>
              <a:gd name="connsiteX452" fmla="*/ 2143004 w 7467600"/>
              <a:gd name="connsiteY452" fmla="*/ 5402420 h 6858000"/>
              <a:gd name="connsiteX453" fmla="*/ 1933391 w 7467600"/>
              <a:gd name="connsiteY453" fmla="*/ 5156971 h 6858000"/>
              <a:gd name="connsiteX454" fmla="*/ 1827118 w 7467600"/>
              <a:gd name="connsiteY454" fmla="*/ 4968410 h 6858000"/>
              <a:gd name="connsiteX455" fmla="*/ 1837349 w 7467600"/>
              <a:gd name="connsiteY455" fmla="*/ 4956357 h 6858000"/>
              <a:gd name="connsiteX456" fmla="*/ 2162835 w 7467600"/>
              <a:gd name="connsiteY456" fmla="*/ 5187853 h 6858000"/>
              <a:gd name="connsiteX457" fmla="*/ 2257167 w 7467600"/>
              <a:gd name="connsiteY457" fmla="*/ 5462123 h 6858000"/>
              <a:gd name="connsiteX458" fmla="*/ 2261598 w 7467600"/>
              <a:gd name="connsiteY458" fmla="*/ 5467998 h 6858000"/>
              <a:gd name="connsiteX459" fmla="*/ 2437177 w 7467600"/>
              <a:gd name="connsiteY459" fmla="*/ 5479608 h 6858000"/>
              <a:gd name="connsiteX460" fmla="*/ 2445247 w 7467600"/>
              <a:gd name="connsiteY460" fmla="*/ 5483476 h 6858000"/>
              <a:gd name="connsiteX461" fmla="*/ 2743626 w 7467600"/>
              <a:gd name="connsiteY461" fmla="*/ 5304819 h 6858000"/>
              <a:gd name="connsiteX462" fmla="*/ 3048102 w 7467600"/>
              <a:gd name="connsiteY462" fmla="*/ 5150595 h 6858000"/>
              <a:gd name="connsiteX463" fmla="*/ 1799414 w 7467600"/>
              <a:gd name="connsiteY463" fmla="*/ 4694732 h 6858000"/>
              <a:gd name="connsiteX464" fmla="*/ 1771735 w 7467600"/>
              <a:gd name="connsiteY464" fmla="*/ 4619929 h 6858000"/>
              <a:gd name="connsiteX465" fmla="*/ 3104273 w 7467600"/>
              <a:gd name="connsiteY465" fmla="*/ 5076159 h 6858000"/>
              <a:gd name="connsiteX466" fmla="*/ 3113245 w 7467600"/>
              <a:gd name="connsiteY466" fmla="*/ 5090705 h 6858000"/>
              <a:gd name="connsiteX467" fmla="*/ 3126294 w 7467600"/>
              <a:gd name="connsiteY467" fmla="*/ 5114400 h 6858000"/>
              <a:gd name="connsiteX468" fmla="*/ 3937433 w 7467600"/>
              <a:gd name="connsiteY468" fmla="*/ 4830473 h 6858000"/>
              <a:gd name="connsiteX469" fmla="*/ 3590475 w 7467600"/>
              <a:gd name="connsiteY469" fmla="*/ 4597974 h 6858000"/>
              <a:gd name="connsiteX470" fmla="*/ 3100264 w 7467600"/>
              <a:gd name="connsiteY470" fmla="*/ 4579845 h 6858000"/>
              <a:gd name="connsiteX471" fmla="*/ 2183576 w 7467600"/>
              <a:gd name="connsiteY471" fmla="*/ 4227150 h 6858000"/>
              <a:gd name="connsiteX472" fmla="*/ 2151029 w 7467600"/>
              <a:gd name="connsiteY472" fmla="*/ 4146947 h 6858000"/>
              <a:gd name="connsiteX473" fmla="*/ 3563434 w 7467600"/>
              <a:gd name="connsiteY473" fmla="*/ 4469115 h 6858000"/>
              <a:gd name="connsiteX474" fmla="*/ 3177952 w 7467600"/>
              <a:gd name="connsiteY474" fmla="*/ 3657386 h 6858000"/>
              <a:gd name="connsiteX475" fmla="*/ 3189263 w 7467600"/>
              <a:gd name="connsiteY475" fmla="*/ 3625726 h 6858000"/>
              <a:gd name="connsiteX476" fmla="*/ 3560912 w 7467600"/>
              <a:gd name="connsiteY476" fmla="*/ 4079863 h 6858000"/>
              <a:gd name="connsiteX477" fmla="*/ 3626636 w 7467600"/>
              <a:gd name="connsiteY477" fmla="*/ 4512230 h 6858000"/>
              <a:gd name="connsiteX478" fmla="*/ 3653088 w 7467600"/>
              <a:gd name="connsiteY478" fmla="*/ 4521417 h 6858000"/>
              <a:gd name="connsiteX479" fmla="*/ 3988128 w 7467600"/>
              <a:gd name="connsiteY479" fmla="*/ 4817267 h 6858000"/>
              <a:gd name="connsiteX480" fmla="*/ 4830582 w 7467600"/>
              <a:gd name="connsiteY480" fmla="*/ 4676000 h 6858000"/>
              <a:gd name="connsiteX481" fmla="*/ 4830100 w 7467600"/>
              <a:gd name="connsiteY481" fmla="*/ 4675554 h 6858000"/>
              <a:gd name="connsiteX482" fmla="*/ 4036318 w 7467600"/>
              <a:gd name="connsiteY482" fmla="*/ 4147013 h 6858000"/>
              <a:gd name="connsiteX483" fmla="*/ 3432098 w 7467600"/>
              <a:gd name="connsiteY483" fmla="*/ 3537312 h 6858000"/>
              <a:gd name="connsiteX484" fmla="*/ 3446761 w 7467600"/>
              <a:gd name="connsiteY484" fmla="*/ 3461278 h 6858000"/>
              <a:gd name="connsiteX485" fmla="*/ 4419733 w 7467600"/>
              <a:gd name="connsiteY485" fmla="*/ 3963555 h 6858000"/>
              <a:gd name="connsiteX486" fmla="*/ 4781371 w 7467600"/>
              <a:gd name="connsiteY486" fmla="*/ 4458604 h 6858000"/>
              <a:gd name="connsiteX487" fmla="*/ 4780440 w 7467600"/>
              <a:gd name="connsiteY487" fmla="*/ 4470290 h 6858000"/>
              <a:gd name="connsiteX488" fmla="*/ 4898954 w 7467600"/>
              <a:gd name="connsiteY488" fmla="*/ 4662092 h 6858000"/>
              <a:gd name="connsiteX489" fmla="*/ 4900699 w 7467600"/>
              <a:gd name="connsiteY489" fmla="*/ 4670867 h 6858000"/>
              <a:gd name="connsiteX490" fmla="*/ 5714511 w 7467600"/>
              <a:gd name="connsiteY490" fmla="*/ 4663483 h 6858000"/>
              <a:gd name="connsiteX491" fmla="*/ 5464793 w 7467600"/>
              <a:gd name="connsiteY491" fmla="*/ 4393556 h 6858000"/>
              <a:gd name="connsiteX492" fmla="*/ 5461897 w 7467600"/>
              <a:gd name="connsiteY492" fmla="*/ 4390879 h 6858000"/>
              <a:gd name="connsiteX493" fmla="*/ 4294126 w 7467600"/>
              <a:gd name="connsiteY493" fmla="*/ 3303048 h 6858000"/>
              <a:gd name="connsiteX494" fmla="*/ 4305321 w 7467600"/>
              <a:gd name="connsiteY494" fmla="*/ 3256953 h 6858000"/>
              <a:gd name="connsiteX495" fmla="*/ 4949299 w 7467600"/>
              <a:gd name="connsiteY495" fmla="*/ 3766336 h 6858000"/>
              <a:gd name="connsiteX496" fmla="*/ 5291452 w 7467600"/>
              <a:gd name="connsiteY496" fmla="*/ 4076801 h 6858000"/>
              <a:gd name="connsiteX497" fmla="*/ 5434998 w 7467600"/>
              <a:gd name="connsiteY497" fmla="*/ 4254100 h 6858000"/>
              <a:gd name="connsiteX498" fmla="*/ 5351015 w 7467600"/>
              <a:gd name="connsiteY498" fmla="*/ 3760989 h 6858000"/>
              <a:gd name="connsiteX499" fmla="*/ 5413780 w 7467600"/>
              <a:gd name="connsiteY499" fmla="*/ 2966265 h 6858000"/>
              <a:gd name="connsiteX500" fmla="*/ 5425627 w 7467600"/>
              <a:gd name="connsiteY500" fmla="*/ 2954192 h 6858000"/>
              <a:gd name="connsiteX501" fmla="*/ 6604735 w 7467600"/>
              <a:gd name="connsiteY501" fmla="*/ 2041381 h 6858000"/>
              <a:gd name="connsiteX502" fmla="*/ 7204487 w 7467600"/>
              <a:gd name="connsiteY502" fmla="*/ 2742112 h 6858000"/>
              <a:gd name="connsiteX503" fmla="*/ 7131592 w 7467600"/>
              <a:gd name="connsiteY503" fmla="*/ 2672096 h 6858000"/>
              <a:gd name="connsiteX504" fmla="*/ 6996344 w 7467600"/>
              <a:gd name="connsiteY504" fmla="*/ 2518310 h 6858000"/>
              <a:gd name="connsiteX505" fmla="*/ 6735495 w 7467600"/>
              <a:gd name="connsiteY505" fmla="*/ 2196890 h 6858000"/>
              <a:gd name="connsiteX506" fmla="*/ 6721901 w 7467600"/>
              <a:gd name="connsiteY506" fmla="*/ 2179274 h 6858000"/>
              <a:gd name="connsiteX507" fmla="*/ 6604735 w 7467600"/>
              <a:gd name="connsiteY507" fmla="*/ 2041381 h 6858000"/>
              <a:gd name="connsiteX508" fmla="*/ 6591670 w 7467600"/>
              <a:gd name="connsiteY508" fmla="*/ 1988277 h 6858000"/>
              <a:gd name="connsiteX509" fmla="*/ 6747349 w 7467600"/>
              <a:gd name="connsiteY509" fmla="*/ 2160069 h 6858000"/>
              <a:gd name="connsiteX510" fmla="*/ 6760943 w 7467600"/>
              <a:gd name="connsiteY510" fmla="*/ 2177686 h 6858000"/>
              <a:gd name="connsiteX511" fmla="*/ 7021065 w 7467600"/>
              <a:gd name="connsiteY511" fmla="*/ 2498102 h 6858000"/>
              <a:gd name="connsiteX512" fmla="*/ 7155223 w 7467600"/>
              <a:gd name="connsiteY512" fmla="*/ 2650386 h 6858000"/>
              <a:gd name="connsiteX513" fmla="*/ 7203167 w 7467600"/>
              <a:gd name="connsiteY513" fmla="*/ 2697288 h 6858000"/>
              <a:gd name="connsiteX514" fmla="*/ 6937703 w 7467600"/>
              <a:gd name="connsiteY514" fmla="*/ 2321981 h 6858000"/>
              <a:gd name="connsiteX515" fmla="*/ 6591670 w 7467600"/>
              <a:gd name="connsiteY515" fmla="*/ 1988277 h 6858000"/>
              <a:gd name="connsiteX516" fmla="*/ 5798671 w 7467600"/>
              <a:gd name="connsiteY516" fmla="*/ 1981601 h 6858000"/>
              <a:gd name="connsiteX517" fmla="*/ 5754709 w 7467600"/>
              <a:gd name="connsiteY517" fmla="*/ 2071454 h 6858000"/>
              <a:gd name="connsiteX518" fmla="*/ 5763044 w 7467600"/>
              <a:gd name="connsiteY518" fmla="*/ 2842206 h 6858000"/>
              <a:gd name="connsiteX519" fmla="*/ 5764974 w 7467600"/>
              <a:gd name="connsiteY519" fmla="*/ 2799609 h 6858000"/>
              <a:gd name="connsiteX520" fmla="*/ 5767665 w 7467600"/>
              <a:gd name="connsiteY520" fmla="*/ 2666409 h 6858000"/>
              <a:gd name="connsiteX521" fmla="*/ 5763055 w 7467600"/>
              <a:gd name="connsiteY521" fmla="*/ 2579705 h 6858000"/>
              <a:gd name="connsiteX522" fmla="*/ 5758079 w 7467600"/>
              <a:gd name="connsiteY522" fmla="*/ 2492508 h 6858000"/>
              <a:gd name="connsiteX523" fmla="*/ 5779325 w 7467600"/>
              <a:gd name="connsiteY523" fmla="*/ 2197069 h 6858000"/>
              <a:gd name="connsiteX524" fmla="*/ 5798671 w 7467600"/>
              <a:gd name="connsiteY524" fmla="*/ 1981601 h 6858000"/>
              <a:gd name="connsiteX525" fmla="*/ 5829202 w 7467600"/>
              <a:gd name="connsiteY525" fmla="*/ 1971679 h 6858000"/>
              <a:gd name="connsiteX526" fmla="*/ 5809558 w 7467600"/>
              <a:gd name="connsiteY526" fmla="*/ 2198043 h 6858000"/>
              <a:gd name="connsiteX527" fmla="*/ 5788653 w 7467600"/>
              <a:gd name="connsiteY527" fmla="*/ 2489430 h 6858000"/>
              <a:gd name="connsiteX528" fmla="*/ 5793439 w 7467600"/>
              <a:gd name="connsiteY528" fmla="*/ 2575235 h 6858000"/>
              <a:gd name="connsiteX529" fmla="*/ 5796837 w 7467600"/>
              <a:gd name="connsiteY529" fmla="*/ 2637633 h 6858000"/>
              <a:gd name="connsiteX530" fmla="*/ 5818614 w 7467600"/>
              <a:gd name="connsiteY530" fmla="*/ 2473055 h 6858000"/>
              <a:gd name="connsiteX531" fmla="*/ 5829202 w 7467600"/>
              <a:gd name="connsiteY531" fmla="*/ 1971679 h 6858000"/>
              <a:gd name="connsiteX532" fmla="*/ 5911389 w 7467600"/>
              <a:gd name="connsiteY532" fmla="*/ 1898371 h 6858000"/>
              <a:gd name="connsiteX533" fmla="*/ 6237627 w 7467600"/>
              <a:gd name="connsiteY533" fmla="*/ 2231921 h 6858000"/>
              <a:gd name="connsiteX534" fmla="*/ 5911389 w 7467600"/>
              <a:gd name="connsiteY534" fmla="*/ 1898371 h 6858000"/>
              <a:gd name="connsiteX535" fmla="*/ 6944437 w 7467600"/>
              <a:gd name="connsiteY535" fmla="*/ 1575402 h 6858000"/>
              <a:gd name="connsiteX536" fmla="*/ 6304730 w 7467600"/>
              <a:gd name="connsiteY536" fmla="*/ 1766654 h 6858000"/>
              <a:gd name="connsiteX537" fmla="*/ 6944437 w 7467600"/>
              <a:gd name="connsiteY537" fmla="*/ 1575402 h 6858000"/>
              <a:gd name="connsiteX538" fmla="*/ 7019523 w 7467600"/>
              <a:gd name="connsiteY538" fmla="*/ 1519450 h 6858000"/>
              <a:gd name="connsiteX539" fmla="*/ 6298091 w 7467600"/>
              <a:gd name="connsiteY539" fmla="*/ 1737122 h 6858000"/>
              <a:gd name="connsiteX540" fmla="*/ 7019523 w 7467600"/>
              <a:gd name="connsiteY540" fmla="*/ 1519450 h 6858000"/>
              <a:gd name="connsiteX541" fmla="*/ 2399523 w 7467600"/>
              <a:gd name="connsiteY541" fmla="*/ 1428234 h 6858000"/>
              <a:gd name="connsiteX542" fmla="*/ 2224982 w 7467600"/>
              <a:gd name="connsiteY542" fmla="*/ 1826201 h 6858000"/>
              <a:gd name="connsiteX543" fmla="*/ 2096099 w 7467600"/>
              <a:gd name="connsiteY543" fmla="*/ 2345900 h 6858000"/>
              <a:gd name="connsiteX544" fmla="*/ 2283317 w 7467600"/>
              <a:gd name="connsiteY544" fmla="*/ 1796925 h 6858000"/>
              <a:gd name="connsiteX545" fmla="*/ 2399523 w 7467600"/>
              <a:gd name="connsiteY545" fmla="*/ 1428234 h 6858000"/>
              <a:gd name="connsiteX546" fmla="*/ 2448558 w 7467600"/>
              <a:gd name="connsiteY546" fmla="*/ 1373435 h 6858000"/>
              <a:gd name="connsiteX547" fmla="*/ 2312521 w 7467600"/>
              <a:gd name="connsiteY547" fmla="*/ 1806140 h 6858000"/>
              <a:gd name="connsiteX548" fmla="*/ 2127533 w 7467600"/>
              <a:gd name="connsiteY548" fmla="*/ 2348380 h 6858000"/>
              <a:gd name="connsiteX549" fmla="*/ 2358080 w 7467600"/>
              <a:gd name="connsiteY549" fmla="*/ 1866134 h 6858000"/>
              <a:gd name="connsiteX550" fmla="*/ 2407436 w 7467600"/>
              <a:gd name="connsiteY550" fmla="*/ 1651070 h 6858000"/>
              <a:gd name="connsiteX551" fmla="*/ 2448558 w 7467600"/>
              <a:gd name="connsiteY551" fmla="*/ 1373435 h 6858000"/>
              <a:gd name="connsiteX552" fmla="*/ 278707 w 7467600"/>
              <a:gd name="connsiteY552" fmla="*/ 1352270 h 6858000"/>
              <a:gd name="connsiteX553" fmla="*/ 321570 w 7467600"/>
              <a:gd name="connsiteY553" fmla="*/ 1861610 h 6858000"/>
              <a:gd name="connsiteX554" fmla="*/ 294281 w 7467600"/>
              <a:gd name="connsiteY554" fmla="*/ 1440658 h 6858000"/>
              <a:gd name="connsiteX555" fmla="*/ 278707 w 7467600"/>
              <a:gd name="connsiteY555" fmla="*/ 1352270 h 6858000"/>
              <a:gd name="connsiteX556" fmla="*/ 1423821 w 7467600"/>
              <a:gd name="connsiteY556" fmla="*/ 1351958 h 6858000"/>
              <a:gd name="connsiteX557" fmla="*/ 1638521 w 7467600"/>
              <a:gd name="connsiteY557" fmla="*/ 1908470 h 6858000"/>
              <a:gd name="connsiteX558" fmla="*/ 1754199 w 7467600"/>
              <a:gd name="connsiteY558" fmla="*/ 2149284 h 6858000"/>
              <a:gd name="connsiteX559" fmla="*/ 1908359 w 7467600"/>
              <a:gd name="connsiteY559" fmla="*/ 2364988 h 6858000"/>
              <a:gd name="connsiteX560" fmla="*/ 1647661 w 7467600"/>
              <a:gd name="connsiteY560" fmla="*/ 1825945 h 6858000"/>
              <a:gd name="connsiteX561" fmla="*/ 1423821 w 7467600"/>
              <a:gd name="connsiteY561" fmla="*/ 1351958 h 6858000"/>
              <a:gd name="connsiteX562" fmla="*/ 1431890 w 7467600"/>
              <a:gd name="connsiteY562" fmla="*/ 1306475 h 6858000"/>
              <a:gd name="connsiteX563" fmla="*/ 1507597 w 7467600"/>
              <a:gd name="connsiteY563" fmla="*/ 1446132 h 6858000"/>
              <a:gd name="connsiteX564" fmla="*/ 1674586 w 7467600"/>
              <a:gd name="connsiteY564" fmla="*/ 1813832 h 6858000"/>
              <a:gd name="connsiteX565" fmla="*/ 1815950 w 7467600"/>
              <a:gd name="connsiteY565" fmla="*/ 2128564 h 6858000"/>
              <a:gd name="connsiteX566" fmla="*/ 1984242 w 7467600"/>
              <a:gd name="connsiteY566" fmla="*/ 2430829 h 6858000"/>
              <a:gd name="connsiteX567" fmla="*/ 2014023 w 7467600"/>
              <a:gd name="connsiteY567" fmla="*/ 2450995 h 6858000"/>
              <a:gd name="connsiteX568" fmla="*/ 1747337 w 7467600"/>
              <a:gd name="connsiteY568" fmla="*/ 1855264 h 6858000"/>
              <a:gd name="connsiteX569" fmla="*/ 1533749 w 7467600"/>
              <a:gd name="connsiteY569" fmla="*/ 1478656 h 6858000"/>
              <a:gd name="connsiteX570" fmla="*/ 1431890 w 7467600"/>
              <a:gd name="connsiteY570" fmla="*/ 1306475 h 6858000"/>
              <a:gd name="connsiteX571" fmla="*/ 5052692 w 7467600"/>
              <a:gd name="connsiteY571" fmla="*/ 1292994 h 6858000"/>
              <a:gd name="connsiteX572" fmla="*/ 5200661 w 7467600"/>
              <a:gd name="connsiteY572" fmla="*/ 1635186 h 6858000"/>
              <a:gd name="connsiteX573" fmla="*/ 5297138 w 7467600"/>
              <a:gd name="connsiteY573" fmla="*/ 1906351 h 6858000"/>
              <a:gd name="connsiteX574" fmla="*/ 5052692 w 7467600"/>
              <a:gd name="connsiteY574" fmla="*/ 1292994 h 6858000"/>
              <a:gd name="connsiteX575" fmla="*/ 5009948 w 7467600"/>
              <a:gd name="connsiteY575" fmla="*/ 1273619 h 6858000"/>
              <a:gd name="connsiteX576" fmla="*/ 5121777 w 7467600"/>
              <a:gd name="connsiteY576" fmla="*/ 1654213 h 6858000"/>
              <a:gd name="connsiteX577" fmla="*/ 5293545 w 7467600"/>
              <a:gd name="connsiteY577" fmla="*/ 2072247 h 6858000"/>
              <a:gd name="connsiteX578" fmla="*/ 5294042 w 7467600"/>
              <a:gd name="connsiteY578" fmla="*/ 2065019 h 6858000"/>
              <a:gd name="connsiteX579" fmla="*/ 5171936 w 7467600"/>
              <a:gd name="connsiteY579" fmla="*/ 1647613 h 6858000"/>
              <a:gd name="connsiteX580" fmla="*/ 5009948 w 7467600"/>
              <a:gd name="connsiteY580" fmla="*/ 1273619 h 6858000"/>
              <a:gd name="connsiteX581" fmla="*/ 655236 w 7467600"/>
              <a:gd name="connsiteY581" fmla="*/ 1268632 h 6858000"/>
              <a:gd name="connsiteX582" fmla="*/ 839521 w 7467600"/>
              <a:gd name="connsiteY582" fmla="*/ 1685315 h 6858000"/>
              <a:gd name="connsiteX583" fmla="*/ 1109416 w 7467600"/>
              <a:gd name="connsiteY583" fmla="*/ 2061663 h 6858000"/>
              <a:gd name="connsiteX584" fmla="*/ 1298300 w 7467600"/>
              <a:gd name="connsiteY584" fmla="*/ 2247742 h 6858000"/>
              <a:gd name="connsiteX585" fmla="*/ 1125871 w 7467600"/>
              <a:gd name="connsiteY585" fmla="*/ 1989513 h 6858000"/>
              <a:gd name="connsiteX586" fmla="*/ 981574 w 7467600"/>
              <a:gd name="connsiteY586" fmla="*/ 1783157 h 6858000"/>
              <a:gd name="connsiteX587" fmla="*/ 922198 w 7467600"/>
              <a:gd name="connsiteY587" fmla="*/ 1677437 h 6858000"/>
              <a:gd name="connsiteX588" fmla="*/ 869293 w 7467600"/>
              <a:gd name="connsiteY588" fmla="*/ 1583214 h 6858000"/>
              <a:gd name="connsiteX589" fmla="*/ 751431 w 7467600"/>
              <a:gd name="connsiteY589" fmla="*/ 1405731 h 6858000"/>
              <a:gd name="connsiteX590" fmla="*/ 655236 w 7467600"/>
              <a:gd name="connsiteY590" fmla="*/ 1268632 h 6858000"/>
              <a:gd name="connsiteX591" fmla="*/ 6516292 w 7467600"/>
              <a:gd name="connsiteY591" fmla="*/ 1263064 h 6858000"/>
              <a:gd name="connsiteX592" fmla="*/ 5736320 w 7467600"/>
              <a:gd name="connsiteY592" fmla="*/ 1501803 h 6858000"/>
              <a:gd name="connsiteX593" fmla="*/ 6516292 w 7467600"/>
              <a:gd name="connsiteY593" fmla="*/ 1263064 h 6858000"/>
              <a:gd name="connsiteX594" fmla="*/ 291466 w 7467600"/>
              <a:gd name="connsiteY594" fmla="*/ 1250369 h 6858000"/>
              <a:gd name="connsiteX595" fmla="*/ 323180 w 7467600"/>
              <a:gd name="connsiteY595" fmla="*/ 1435283 h 6858000"/>
              <a:gd name="connsiteX596" fmla="*/ 349381 w 7467600"/>
              <a:gd name="connsiteY596" fmla="*/ 1875041 h 6858000"/>
              <a:gd name="connsiteX597" fmla="*/ 374363 w 7467600"/>
              <a:gd name="connsiteY597" fmla="*/ 1506494 h 6858000"/>
              <a:gd name="connsiteX598" fmla="*/ 302168 w 7467600"/>
              <a:gd name="connsiteY598" fmla="*/ 1274495 h 6858000"/>
              <a:gd name="connsiteX599" fmla="*/ 291466 w 7467600"/>
              <a:gd name="connsiteY599" fmla="*/ 1250369 h 6858000"/>
              <a:gd name="connsiteX600" fmla="*/ 678222 w 7467600"/>
              <a:gd name="connsiteY600" fmla="*/ 1248670 h 6858000"/>
              <a:gd name="connsiteX601" fmla="*/ 775536 w 7467600"/>
              <a:gd name="connsiteY601" fmla="*/ 1388015 h 6858000"/>
              <a:gd name="connsiteX602" fmla="*/ 894529 w 7467600"/>
              <a:gd name="connsiteY602" fmla="*/ 1567739 h 6858000"/>
              <a:gd name="connsiteX603" fmla="*/ 948000 w 7467600"/>
              <a:gd name="connsiteY603" fmla="*/ 1663088 h 6858000"/>
              <a:gd name="connsiteX604" fmla="*/ 1006812 w 7467600"/>
              <a:gd name="connsiteY604" fmla="*/ 1767683 h 6858000"/>
              <a:gd name="connsiteX605" fmla="*/ 1149133 w 7467600"/>
              <a:gd name="connsiteY605" fmla="*/ 1971513 h 6858000"/>
              <a:gd name="connsiteX606" fmla="*/ 1333952 w 7467600"/>
              <a:gd name="connsiteY606" fmla="*/ 2251620 h 6858000"/>
              <a:gd name="connsiteX607" fmla="*/ 1337329 w 7467600"/>
              <a:gd name="connsiteY607" fmla="*/ 2258350 h 6858000"/>
              <a:gd name="connsiteX608" fmla="*/ 1014726 w 7467600"/>
              <a:gd name="connsiteY608" fmla="*/ 1615556 h 6858000"/>
              <a:gd name="connsiteX609" fmla="*/ 678222 w 7467600"/>
              <a:gd name="connsiteY609" fmla="*/ 1248670 h 6858000"/>
              <a:gd name="connsiteX610" fmla="*/ 6691602 w 7467600"/>
              <a:gd name="connsiteY610" fmla="*/ 1140573 h 6858000"/>
              <a:gd name="connsiteX611" fmla="*/ 6571100 w 7467600"/>
              <a:gd name="connsiteY611" fmla="*/ 1183662 h 6858000"/>
              <a:gd name="connsiteX612" fmla="*/ 6241687 w 7467600"/>
              <a:gd name="connsiteY612" fmla="*/ 1257600 h 6858000"/>
              <a:gd name="connsiteX613" fmla="*/ 5693009 w 7467600"/>
              <a:gd name="connsiteY613" fmla="*/ 1478256 h 6858000"/>
              <a:gd name="connsiteX614" fmla="*/ 6548420 w 7467600"/>
              <a:gd name="connsiteY614" fmla="*/ 1214599 h 6858000"/>
              <a:gd name="connsiteX615" fmla="*/ 6605473 w 7467600"/>
              <a:gd name="connsiteY615" fmla="*/ 1184686 h 6858000"/>
              <a:gd name="connsiteX616" fmla="*/ 6691602 w 7467600"/>
              <a:gd name="connsiteY616" fmla="*/ 1140573 h 6858000"/>
              <a:gd name="connsiteX617" fmla="*/ 4002475 w 7467600"/>
              <a:gd name="connsiteY617" fmla="*/ 1037802 h 6858000"/>
              <a:gd name="connsiteX618" fmla="*/ 4000324 w 7467600"/>
              <a:gd name="connsiteY618" fmla="*/ 1039362 h 6858000"/>
              <a:gd name="connsiteX619" fmla="*/ 4002862 w 7467600"/>
              <a:gd name="connsiteY619" fmla="*/ 1042866 h 6858000"/>
              <a:gd name="connsiteX620" fmla="*/ 4002475 w 7467600"/>
              <a:gd name="connsiteY620" fmla="*/ 1037802 h 6858000"/>
              <a:gd name="connsiteX621" fmla="*/ 506322 w 7467600"/>
              <a:gd name="connsiteY621" fmla="*/ 1020997 h 6858000"/>
              <a:gd name="connsiteX622" fmla="*/ 533068 w 7467600"/>
              <a:gd name="connsiteY622" fmla="*/ 1029409 h 6858000"/>
              <a:gd name="connsiteX623" fmla="*/ 1232525 w 7467600"/>
              <a:gd name="connsiteY623" fmla="*/ 1804675 h 6858000"/>
              <a:gd name="connsiteX624" fmla="*/ 1388858 w 7467600"/>
              <a:gd name="connsiteY624" fmla="*/ 2368011 h 6858000"/>
              <a:gd name="connsiteX625" fmla="*/ 1384098 w 7467600"/>
              <a:gd name="connsiteY625" fmla="*/ 2378125 h 6858000"/>
              <a:gd name="connsiteX626" fmla="*/ 1425393 w 7467600"/>
              <a:gd name="connsiteY626" fmla="*/ 2589124 h 6858000"/>
              <a:gd name="connsiteX627" fmla="*/ 1424001 w 7467600"/>
              <a:gd name="connsiteY627" fmla="*/ 2597541 h 6858000"/>
              <a:gd name="connsiteX628" fmla="*/ 2152729 w 7467600"/>
              <a:gd name="connsiteY628" fmla="*/ 2864487 h 6858000"/>
              <a:gd name="connsiteX629" fmla="*/ 2020609 w 7467600"/>
              <a:gd name="connsiteY629" fmla="*/ 2539671 h 6858000"/>
              <a:gd name="connsiteX630" fmla="*/ 2018920 w 7467600"/>
              <a:gd name="connsiteY630" fmla="*/ 2536309 h 6858000"/>
              <a:gd name="connsiteX631" fmla="*/ 1342441 w 7467600"/>
              <a:gd name="connsiteY631" fmla="*/ 1173017 h 6858000"/>
              <a:gd name="connsiteX632" fmla="*/ 1367925 w 7467600"/>
              <a:gd name="connsiteY632" fmla="*/ 1135648 h 6858000"/>
              <a:gd name="connsiteX633" fmla="*/ 1771401 w 7467600"/>
              <a:gd name="connsiteY633" fmla="*/ 1806673 h 6858000"/>
              <a:gd name="connsiteX634" fmla="*/ 1972385 w 7467600"/>
              <a:gd name="connsiteY634" fmla="*/ 2198735 h 6858000"/>
              <a:gd name="connsiteX635" fmla="*/ 2040892 w 7467600"/>
              <a:gd name="connsiteY635" fmla="*/ 2405205 h 6858000"/>
              <a:gd name="connsiteX636" fmla="*/ 2131689 w 7467600"/>
              <a:gd name="connsiteY636" fmla="*/ 1936926 h 6858000"/>
              <a:gd name="connsiteX637" fmla="*/ 2454820 w 7467600"/>
              <a:gd name="connsiteY637" fmla="*/ 1248808 h 6858000"/>
              <a:gd name="connsiteX638" fmla="*/ 2492512 w 7467600"/>
              <a:gd name="connsiteY638" fmla="*/ 1302920 h 6858000"/>
              <a:gd name="connsiteX639" fmla="*/ 2081216 w 7467600"/>
              <a:gd name="connsiteY639" fmla="*/ 2527513 h 6858000"/>
              <a:gd name="connsiteX640" fmla="*/ 2081211 w 7467600"/>
              <a:gd name="connsiteY640" fmla="*/ 2528916 h 6858000"/>
              <a:gd name="connsiteX641" fmla="*/ 2199067 w 7467600"/>
              <a:gd name="connsiteY641" fmla="*/ 2884061 h 6858000"/>
              <a:gd name="connsiteX642" fmla="*/ 3192586 w 7467600"/>
              <a:gd name="connsiteY642" fmla="*/ 3411496 h 6858000"/>
              <a:gd name="connsiteX643" fmla="*/ 3182620 w 7467600"/>
              <a:gd name="connsiteY643" fmla="*/ 3483279 h 6858000"/>
              <a:gd name="connsiteX644" fmla="*/ 2435119 w 7467600"/>
              <a:gd name="connsiteY644" fmla="*/ 3080173 h 6858000"/>
              <a:gd name="connsiteX645" fmla="*/ 2410152 w 7467600"/>
              <a:gd name="connsiteY645" fmla="*/ 3063751 h 6858000"/>
              <a:gd name="connsiteX646" fmla="*/ 2408099 w 7467600"/>
              <a:gd name="connsiteY646" fmla="*/ 3064403 h 6858000"/>
              <a:gd name="connsiteX647" fmla="*/ 2407218 w 7467600"/>
              <a:gd name="connsiteY647" fmla="*/ 3070324 h 6858000"/>
              <a:gd name="connsiteX648" fmla="*/ 2380138 w 7467600"/>
              <a:gd name="connsiteY648" fmla="*/ 3099341 h 6858000"/>
              <a:gd name="connsiteX649" fmla="*/ 1765923 w 7467600"/>
              <a:gd name="connsiteY649" fmla="*/ 3581043 h 6858000"/>
              <a:gd name="connsiteX650" fmla="*/ 1702258 w 7467600"/>
              <a:gd name="connsiteY650" fmla="*/ 3612286 h 6858000"/>
              <a:gd name="connsiteX651" fmla="*/ 1538370 w 7467600"/>
              <a:gd name="connsiteY651" fmla="*/ 3811804 h 6858000"/>
              <a:gd name="connsiteX652" fmla="*/ 542867 w 7467600"/>
              <a:gd name="connsiteY652" fmla="*/ 4944092 h 6858000"/>
              <a:gd name="connsiteX653" fmla="*/ 515800 w 7467600"/>
              <a:gd name="connsiteY653" fmla="*/ 4862180 h 6858000"/>
              <a:gd name="connsiteX654" fmla="*/ 909145 w 7467600"/>
              <a:gd name="connsiteY654" fmla="*/ 4199225 h 6858000"/>
              <a:gd name="connsiteX655" fmla="*/ 1214067 w 7467600"/>
              <a:gd name="connsiteY655" fmla="*/ 3908561 h 6858000"/>
              <a:gd name="connsiteX656" fmla="*/ 640967 w 7467600"/>
              <a:gd name="connsiteY656" fmla="*/ 4105601 h 6858000"/>
              <a:gd name="connsiteX657" fmla="*/ 112563 w 7467600"/>
              <a:gd name="connsiteY657" fmla="*/ 4396952 h 6858000"/>
              <a:gd name="connsiteX658" fmla="*/ 0 w 7467600"/>
              <a:gd name="connsiteY658" fmla="*/ 4466006 h 6858000"/>
              <a:gd name="connsiteX659" fmla="*/ 0 w 7467600"/>
              <a:gd name="connsiteY659" fmla="*/ 4233763 h 6858000"/>
              <a:gd name="connsiteX660" fmla="*/ 36881 w 7467600"/>
              <a:gd name="connsiteY660" fmla="*/ 4200118 h 6858000"/>
              <a:gd name="connsiteX661" fmla="*/ 910534 w 7467600"/>
              <a:gd name="connsiteY661" fmla="*/ 3629753 h 6858000"/>
              <a:gd name="connsiteX662" fmla="*/ 1578717 w 7467600"/>
              <a:gd name="connsiteY662" fmla="*/ 3575982 h 6858000"/>
              <a:gd name="connsiteX663" fmla="*/ 2338780 w 7467600"/>
              <a:gd name="connsiteY663" fmla="*/ 3033725 h 6858000"/>
              <a:gd name="connsiteX664" fmla="*/ 1807991 w 7467600"/>
              <a:gd name="connsiteY664" fmla="*/ 2807184 h 6858000"/>
              <a:gd name="connsiteX665" fmla="*/ 1416358 w 7467600"/>
              <a:gd name="connsiteY665" fmla="*/ 3112571 h 6858000"/>
              <a:gd name="connsiteX666" fmla="*/ 939066 w 7467600"/>
              <a:gd name="connsiteY666" fmla="*/ 3378798 h 6858000"/>
              <a:gd name="connsiteX667" fmla="*/ 115099 w 7467600"/>
              <a:gd name="connsiteY667" fmla="*/ 3607650 h 6858000"/>
              <a:gd name="connsiteX668" fmla="*/ 97284 w 7467600"/>
              <a:gd name="connsiteY668" fmla="*/ 3520393 h 6858000"/>
              <a:gd name="connsiteX669" fmla="*/ 922050 w 7467600"/>
              <a:gd name="connsiteY669" fmla="*/ 3074867 h 6858000"/>
              <a:gd name="connsiteX670" fmla="*/ 1405265 w 7467600"/>
              <a:gd name="connsiteY670" fmla="*/ 3016319 h 6858000"/>
              <a:gd name="connsiteX671" fmla="*/ 1407512 w 7467600"/>
              <a:gd name="connsiteY671" fmla="*/ 3018001 h 6858000"/>
              <a:gd name="connsiteX672" fmla="*/ 1726266 w 7467600"/>
              <a:gd name="connsiteY672" fmla="*/ 2777274 h 6858000"/>
              <a:gd name="connsiteX673" fmla="*/ 625390 w 7467600"/>
              <a:gd name="connsiteY673" fmla="*/ 2514541 h 6858000"/>
              <a:gd name="connsiteX674" fmla="*/ 619799 w 7467600"/>
              <a:gd name="connsiteY674" fmla="*/ 2527180 h 6858000"/>
              <a:gd name="connsiteX675" fmla="*/ 310030 w 7467600"/>
              <a:gd name="connsiteY675" fmla="*/ 2771818 h 6858000"/>
              <a:gd name="connsiteX676" fmla="*/ 173877 w 7467600"/>
              <a:gd name="connsiteY676" fmla="*/ 2937056 h 6858000"/>
              <a:gd name="connsiteX677" fmla="*/ 77889 w 7467600"/>
              <a:gd name="connsiteY677" fmla="*/ 3138440 h 6858000"/>
              <a:gd name="connsiteX678" fmla="*/ 0 w 7467600"/>
              <a:gd name="connsiteY678" fmla="*/ 3271395 h 6858000"/>
              <a:gd name="connsiteX679" fmla="*/ 0 w 7467600"/>
              <a:gd name="connsiteY679" fmla="*/ 3153002 h 6858000"/>
              <a:gd name="connsiteX680" fmla="*/ 2386 w 7467600"/>
              <a:gd name="connsiteY680" fmla="*/ 3149203 h 6858000"/>
              <a:gd name="connsiteX681" fmla="*/ 89753 w 7467600"/>
              <a:gd name="connsiteY681" fmla="*/ 2987702 h 6858000"/>
              <a:gd name="connsiteX682" fmla="*/ 76869 w 7467600"/>
              <a:gd name="connsiteY682" fmla="*/ 3005404 h 6858000"/>
              <a:gd name="connsiteX683" fmla="*/ 32049 w 7467600"/>
              <a:gd name="connsiteY683" fmla="*/ 3065814 h 6858000"/>
              <a:gd name="connsiteX684" fmla="*/ 0 w 7467600"/>
              <a:gd name="connsiteY684" fmla="*/ 3108744 h 6858000"/>
              <a:gd name="connsiteX685" fmla="*/ 0 w 7467600"/>
              <a:gd name="connsiteY685" fmla="*/ 3058059 h 6858000"/>
              <a:gd name="connsiteX686" fmla="*/ 7610 w 7467600"/>
              <a:gd name="connsiteY686" fmla="*/ 3047889 h 6858000"/>
              <a:gd name="connsiteX687" fmla="*/ 52419 w 7467600"/>
              <a:gd name="connsiteY687" fmla="*/ 2987479 h 6858000"/>
              <a:gd name="connsiteX688" fmla="*/ 59142 w 7467600"/>
              <a:gd name="connsiteY688" fmla="*/ 2978488 h 6858000"/>
              <a:gd name="connsiteX689" fmla="*/ 0 w 7467600"/>
              <a:gd name="connsiteY689" fmla="*/ 3015334 h 6858000"/>
              <a:gd name="connsiteX690" fmla="*/ 0 w 7467600"/>
              <a:gd name="connsiteY690" fmla="*/ 2914286 h 6858000"/>
              <a:gd name="connsiteX691" fmla="*/ 36383 w 7467600"/>
              <a:gd name="connsiteY691" fmla="*/ 2901128 h 6858000"/>
              <a:gd name="connsiteX692" fmla="*/ 156329 w 7467600"/>
              <a:gd name="connsiteY692" fmla="*/ 2840533 h 6858000"/>
              <a:gd name="connsiteX693" fmla="*/ 358355 w 7467600"/>
              <a:gd name="connsiteY693" fmla="*/ 2620471 h 6858000"/>
              <a:gd name="connsiteX694" fmla="*/ 510577 w 7467600"/>
              <a:gd name="connsiteY694" fmla="*/ 2501244 h 6858000"/>
              <a:gd name="connsiteX695" fmla="*/ 211967 w 7467600"/>
              <a:gd name="connsiteY695" fmla="*/ 2479171 h 6858000"/>
              <a:gd name="connsiteX696" fmla="*/ 0 w 7467600"/>
              <a:gd name="connsiteY696" fmla="*/ 2476398 h 6858000"/>
              <a:gd name="connsiteX697" fmla="*/ 0 w 7467600"/>
              <a:gd name="connsiteY697" fmla="*/ 2389189 h 6858000"/>
              <a:gd name="connsiteX698" fmla="*/ 103062 w 7467600"/>
              <a:gd name="connsiteY698" fmla="*/ 2389518 h 6858000"/>
              <a:gd name="connsiteX699" fmla="*/ 510734 w 7467600"/>
              <a:gd name="connsiteY699" fmla="*/ 2416201 h 6858000"/>
              <a:gd name="connsiteX700" fmla="*/ 279257 w 7467600"/>
              <a:gd name="connsiteY700" fmla="*/ 2092102 h 6858000"/>
              <a:gd name="connsiteX701" fmla="*/ 65265 w 7467600"/>
              <a:gd name="connsiteY701" fmla="*/ 2006049 h 6858000"/>
              <a:gd name="connsiteX702" fmla="*/ 0 w 7467600"/>
              <a:gd name="connsiteY702" fmla="*/ 1982532 h 6858000"/>
              <a:gd name="connsiteX703" fmla="*/ 0 w 7467600"/>
              <a:gd name="connsiteY703" fmla="*/ 1912789 h 6858000"/>
              <a:gd name="connsiteX704" fmla="*/ 97460 w 7467600"/>
              <a:gd name="connsiteY704" fmla="*/ 1953725 h 6858000"/>
              <a:gd name="connsiteX705" fmla="*/ 221272 w 7467600"/>
              <a:gd name="connsiteY705" fmla="*/ 1980766 h 6858000"/>
              <a:gd name="connsiteX706" fmla="*/ 116765 w 7467600"/>
              <a:gd name="connsiteY706" fmla="*/ 1911033 h 6858000"/>
              <a:gd name="connsiteX707" fmla="*/ 16405 w 7467600"/>
              <a:gd name="connsiteY707" fmla="*/ 1803412 h 6858000"/>
              <a:gd name="connsiteX708" fmla="*/ 0 w 7467600"/>
              <a:gd name="connsiteY708" fmla="*/ 1784777 h 6858000"/>
              <a:gd name="connsiteX709" fmla="*/ 0 w 7467600"/>
              <a:gd name="connsiteY709" fmla="*/ 1740082 h 6858000"/>
              <a:gd name="connsiteX710" fmla="*/ 39394 w 7467600"/>
              <a:gd name="connsiteY710" fmla="*/ 1784856 h 6858000"/>
              <a:gd name="connsiteX711" fmla="*/ 135813 w 7467600"/>
              <a:gd name="connsiteY711" fmla="*/ 1888838 h 6858000"/>
              <a:gd name="connsiteX712" fmla="*/ 242575 w 7467600"/>
              <a:gd name="connsiteY712" fmla="*/ 1958841 h 6858000"/>
              <a:gd name="connsiteX713" fmla="*/ 82197 w 7467600"/>
              <a:gd name="connsiteY713" fmla="*/ 1754826 h 6858000"/>
              <a:gd name="connsiteX714" fmla="*/ 0 w 7467600"/>
              <a:gd name="connsiteY714" fmla="*/ 1679650 h 6858000"/>
              <a:gd name="connsiteX715" fmla="*/ 0 w 7467600"/>
              <a:gd name="connsiteY715" fmla="*/ 1602463 h 6858000"/>
              <a:gd name="connsiteX716" fmla="*/ 84689 w 7467600"/>
              <a:gd name="connsiteY716" fmla="*/ 1677442 h 6858000"/>
              <a:gd name="connsiteX717" fmla="*/ 298437 w 7467600"/>
              <a:gd name="connsiteY717" fmla="*/ 1968019 h 6858000"/>
              <a:gd name="connsiteX718" fmla="*/ 227269 w 7467600"/>
              <a:gd name="connsiteY718" fmla="*/ 1114064 h 6858000"/>
              <a:gd name="connsiteX719" fmla="*/ 248003 w 7467600"/>
              <a:gd name="connsiteY719" fmla="*/ 1089613 h 6858000"/>
              <a:gd name="connsiteX720" fmla="*/ 427020 w 7467600"/>
              <a:gd name="connsiteY720" fmla="*/ 1619803 h 6858000"/>
              <a:gd name="connsiteX721" fmla="*/ 340345 w 7467600"/>
              <a:gd name="connsiteY721" fmla="*/ 2027739 h 6858000"/>
              <a:gd name="connsiteX722" fmla="*/ 360865 w 7467600"/>
              <a:gd name="connsiteY722" fmla="*/ 2044827 h 6858000"/>
              <a:gd name="connsiteX723" fmla="*/ 560414 w 7467600"/>
              <a:gd name="connsiteY723" fmla="*/ 2421457 h 6858000"/>
              <a:gd name="connsiteX724" fmla="*/ 1359703 w 7467600"/>
              <a:gd name="connsiteY724" fmla="*/ 2578554 h 6858000"/>
              <a:gd name="connsiteX725" fmla="*/ 1359422 w 7467600"/>
              <a:gd name="connsiteY725" fmla="*/ 2577994 h 6858000"/>
              <a:gd name="connsiteX726" fmla="*/ 828701 w 7467600"/>
              <a:gd name="connsiteY726" fmla="*/ 1839520 h 6858000"/>
              <a:gd name="connsiteX727" fmla="*/ 494427 w 7467600"/>
              <a:gd name="connsiteY727" fmla="*/ 1092333 h 6858000"/>
              <a:gd name="connsiteX728" fmla="*/ 506322 w 7467600"/>
              <a:gd name="connsiteY728" fmla="*/ 1020997 h 6858000"/>
              <a:gd name="connsiteX729" fmla="*/ 4570198 w 7467600"/>
              <a:gd name="connsiteY729" fmla="*/ 978081 h 6858000"/>
              <a:gd name="connsiteX730" fmla="*/ 4523691 w 7467600"/>
              <a:gd name="connsiteY730" fmla="*/ 1127776 h 6858000"/>
              <a:gd name="connsiteX731" fmla="*/ 4509875 w 7467600"/>
              <a:gd name="connsiteY731" fmla="*/ 1167552 h 6858000"/>
              <a:gd name="connsiteX732" fmla="*/ 4478168 w 7467600"/>
              <a:gd name="connsiteY732" fmla="*/ 1260735 h 6858000"/>
              <a:gd name="connsiteX733" fmla="*/ 4409309 w 7467600"/>
              <a:gd name="connsiteY733" fmla="*/ 1666996 h 6858000"/>
              <a:gd name="connsiteX734" fmla="*/ 4370031 w 7467600"/>
              <a:gd name="connsiteY734" fmla="*/ 1955666 h 6858000"/>
              <a:gd name="connsiteX735" fmla="*/ 4570198 w 7467600"/>
              <a:gd name="connsiteY735" fmla="*/ 978081 h 6858000"/>
              <a:gd name="connsiteX736" fmla="*/ 4557898 w 7467600"/>
              <a:gd name="connsiteY736" fmla="*/ 900011 h 6858000"/>
              <a:gd name="connsiteX737" fmla="*/ 4344840 w 7467600"/>
              <a:gd name="connsiteY737" fmla="*/ 1922038 h 6858000"/>
              <a:gd name="connsiteX738" fmla="*/ 4378710 w 7467600"/>
              <a:gd name="connsiteY738" fmla="*/ 1665516 h 6858000"/>
              <a:gd name="connsiteX739" fmla="*/ 4448798 w 7467600"/>
              <a:gd name="connsiteY739" fmla="*/ 1253024 h 6858000"/>
              <a:gd name="connsiteX740" fmla="*/ 4480315 w 7467600"/>
              <a:gd name="connsiteY740" fmla="*/ 1158454 h 6858000"/>
              <a:gd name="connsiteX741" fmla="*/ 4494133 w 7467600"/>
              <a:gd name="connsiteY741" fmla="*/ 1118676 h 6858000"/>
              <a:gd name="connsiteX742" fmla="*/ 4557898 w 7467600"/>
              <a:gd name="connsiteY742" fmla="*/ 900011 h 6858000"/>
              <a:gd name="connsiteX743" fmla="*/ 5870151 w 7467600"/>
              <a:gd name="connsiteY743" fmla="*/ 898890 h 6858000"/>
              <a:gd name="connsiteX744" fmla="*/ 5861335 w 7467600"/>
              <a:gd name="connsiteY744" fmla="*/ 899177 h 6858000"/>
              <a:gd name="connsiteX745" fmla="*/ 5843702 w 7467600"/>
              <a:gd name="connsiteY745" fmla="*/ 899748 h 6858000"/>
              <a:gd name="connsiteX746" fmla="*/ 5651107 w 7467600"/>
              <a:gd name="connsiteY746" fmla="*/ 920306 h 6858000"/>
              <a:gd name="connsiteX747" fmla="*/ 5459407 w 7467600"/>
              <a:gd name="connsiteY747" fmla="*/ 940975 h 6858000"/>
              <a:gd name="connsiteX748" fmla="*/ 5374846 w 7467600"/>
              <a:gd name="connsiteY748" fmla="*/ 941988 h 6858000"/>
              <a:gd name="connsiteX749" fmla="*/ 5256105 w 7467600"/>
              <a:gd name="connsiteY749" fmla="*/ 945632 h 6858000"/>
              <a:gd name="connsiteX750" fmla="*/ 5107071 w 7467600"/>
              <a:gd name="connsiteY750" fmla="*/ 969720 h 6858000"/>
              <a:gd name="connsiteX751" fmla="*/ 4998681 w 7467600"/>
              <a:gd name="connsiteY751" fmla="*/ 988771 h 6858000"/>
              <a:gd name="connsiteX752" fmla="*/ 5870151 w 7467600"/>
              <a:gd name="connsiteY752" fmla="*/ 898890 h 6858000"/>
              <a:gd name="connsiteX753" fmla="*/ 5504425 w 7467600"/>
              <a:gd name="connsiteY753" fmla="*/ 848067 h 6858000"/>
              <a:gd name="connsiteX754" fmla="*/ 4968849 w 7467600"/>
              <a:gd name="connsiteY754" fmla="*/ 962318 h 6858000"/>
              <a:gd name="connsiteX755" fmla="*/ 5104039 w 7467600"/>
              <a:gd name="connsiteY755" fmla="*/ 940634 h 6858000"/>
              <a:gd name="connsiteX756" fmla="*/ 5256311 w 7467600"/>
              <a:gd name="connsiteY756" fmla="*/ 916490 h 6858000"/>
              <a:gd name="connsiteX757" fmla="*/ 5377381 w 7467600"/>
              <a:gd name="connsiteY757" fmla="*/ 912671 h 6858000"/>
              <a:gd name="connsiteX758" fmla="*/ 5460148 w 7467600"/>
              <a:gd name="connsiteY758" fmla="*/ 911442 h 6858000"/>
              <a:gd name="connsiteX759" fmla="*/ 5648971 w 7467600"/>
              <a:gd name="connsiteY759" fmla="*/ 891331 h 6858000"/>
              <a:gd name="connsiteX760" fmla="*/ 5844807 w 7467600"/>
              <a:gd name="connsiteY760" fmla="*/ 870718 h 6858000"/>
              <a:gd name="connsiteX761" fmla="*/ 5862975 w 7467600"/>
              <a:gd name="connsiteY761" fmla="*/ 869756 h 6858000"/>
              <a:gd name="connsiteX762" fmla="*/ 5920887 w 7467600"/>
              <a:gd name="connsiteY762" fmla="*/ 865929 h 6858000"/>
              <a:gd name="connsiteX763" fmla="*/ 5504425 w 7467600"/>
              <a:gd name="connsiteY763" fmla="*/ 848067 h 6858000"/>
              <a:gd name="connsiteX764" fmla="*/ 3607114 w 7467600"/>
              <a:gd name="connsiteY764" fmla="*/ 467441 h 6858000"/>
              <a:gd name="connsiteX765" fmla="*/ 3296242 w 7467600"/>
              <a:gd name="connsiteY765" fmla="*/ 807991 h 6858000"/>
              <a:gd name="connsiteX766" fmla="*/ 3174674 w 7467600"/>
              <a:gd name="connsiteY766" fmla="*/ 919759 h 6858000"/>
              <a:gd name="connsiteX767" fmla="*/ 3042978 w 7467600"/>
              <a:gd name="connsiteY767" fmla="*/ 1054894 h 6858000"/>
              <a:gd name="connsiteX768" fmla="*/ 2968914 w 7467600"/>
              <a:gd name="connsiteY768" fmla="*/ 1133756 h 6858000"/>
              <a:gd name="connsiteX769" fmla="*/ 3103823 w 7467600"/>
              <a:gd name="connsiteY769" fmla="*/ 1026814 h 6858000"/>
              <a:gd name="connsiteX770" fmla="*/ 3607114 w 7467600"/>
              <a:gd name="connsiteY770" fmla="*/ 467441 h 6858000"/>
              <a:gd name="connsiteX771" fmla="*/ 3744487 w 7467600"/>
              <a:gd name="connsiteY771" fmla="*/ 383136 h 6858000"/>
              <a:gd name="connsiteX772" fmla="*/ 3970213 w 7467600"/>
              <a:gd name="connsiteY772" fmla="*/ 995559 h 6858000"/>
              <a:gd name="connsiteX773" fmla="*/ 3744487 w 7467600"/>
              <a:gd name="connsiteY773" fmla="*/ 383136 h 6858000"/>
              <a:gd name="connsiteX774" fmla="*/ 3624562 w 7467600"/>
              <a:gd name="connsiteY774" fmla="*/ 367041 h 6858000"/>
              <a:gd name="connsiteX775" fmla="*/ 3489712 w 7467600"/>
              <a:gd name="connsiteY775" fmla="*/ 485386 h 6858000"/>
              <a:gd name="connsiteX776" fmla="*/ 3182994 w 7467600"/>
              <a:gd name="connsiteY776" fmla="*/ 828265 h 6858000"/>
              <a:gd name="connsiteX777" fmla="*/ 2892114 w 7467600"/>
              <a:gd name="connsiteY777" fmla="*/ 1172635 h 6858000"/>
              <a:gd name="connsiteX778" fmla="*/ 3021459 w 7467600"/>
              <a:gd name="connsiteY778" fmla="*/ 1035385 h 6858000"/>
              <a:gd name="connsiteX779" fmla="*/ 3153873 w 7467600"/>
              <a:gd name="connsiteY779" fmla="*/ 898971 h 6858000"/>
              <a:gd name="connsiteX780" fmla="*/ 3276511 w 7467600"/>
              <a:gd name="connsiteY780" fmla="*/ 786423 h 6858000"/>
              <a:gd name="connsiteX781" fmla="*/ 3584154 w 7467600"/>
              <a:gd name="connsiteY781" fmla="*/ 448218 h 6858000"/>
              <a:gd name="connsiteX782" fmla="*/ 3624562 w 7467600"/>
              <a:gd name="connsiteY782" fmla="*/ 367041 h 6858000"/>
              <a:gd name="connsiteX783" fmla="*/ 3766672 w 7467600"/>
              <a:gd name="connsiteY783" fmla="*/ 359429 h 6858000"/>
              <a:gd name="connsiteX784" fmla="*/ 3996338 w 7467600"/>
              <a:gd name="connsiteY784" fmla="*/ 968237 h 6858000"/>
              <a:gd name="connsiteX785" fmla="*/ 3766672 w 7467600"/>
              <a:gd name="connsiteY785" fmla="*/ 359429 h 6858000"/>
              <a:gd name="connsiteX786" fmla="*/ 5805386 w 7467600"/>
              <a:gd name="connsiteY786" fmla="*/ 239240 h 6858000"/>
              <a:gd name="connsiteX787" fmla="*/ 5736947 w 7467600"/>
              <a:gd name="connsiteY787" fmla="*/ 261367 h 6858000"/>
              <a:gd name="connsiteX788" fmla="*/ 5427012 w 7467600"/>
              <a:gd name="connsiteY788" fmla="*/ 311272 h 6858000"/>
              <a:gd name="connsiteX789" fmla="*/ 5147818 w 7467600"/>
              <a:gd name="connsiteY789" fmla="*/ 322112 h 6858000"/>
              <a:gd name="connsiteX790" fmla="*/ 5060854 w 7467600"/>
              <a:gd name="connsiteY790" fmla="*/ 311882 h 6858000"/>
              <a:gd name="connsiteX791" fmla="*/ 4945989 w 7467600"/>
              <a:gd name="connsiteY791" fmla="*/ 300516 h 6858000"/>
              <a:gd name="connsiteX792" fmla="*/ 5410479 w 7467600"/>
              <a:gd name="connsiteY792" fmla="*/ 348434 h 6858000"/>
              <a:gd name="connsiteX793" fmla="*/ 5805386 w 7467600"/>
              <a:gd name="connsiteY793" fmla="*/ 239240 h 6858000"/>
              <a:gd name="connsiteX794" fmla="*/ 5905192 w 7467600"/>
              <a:gd name="connsiteY794" fmla="*/ 163079 h 6858000"/>
              <a:gd name="connsiteX795" fmla="*/ 5865655 w 7467600"/>
              <a:gd name="connsiteY795" fmla="*/ 171901 h 6858000"/>
              <a:gd name="connsiteX796" fmla="*/ 5259740 w 7467600"/>
              <a:gd name="connsiteY796" fmla="*/ 257013 h 6858000"/>
              <a:gd name="connsiteX797" fmla="*/ 5208466 w 7467600"/>
              <a:gd name="connsiteY797" fmla="*/ 257550 h 6858000"/>
              <a:gd name="connsiteX798" fmla="*/ 4980204 w 7467600"/>
              <a:gd name="connsiteY798" fmla="*/ 271903 h 6858000"/>
              <a:gd name="connsiteX799" fmla="*/ 5068068 w 7467600"/>
              <a:gd name="connsiteY799" fmla="*/ 282244 h 6858000"/>
              <a:gd name="connsiteX800" fmla="*/ 5153231 w 7467600"/>
              <a:gd name="connsiteY800" fmla="*/ 292240 h 6858000"/>
              <a:gd name="connsiteX801" fmla="*/ 5426491 w 7467600"/>
              <a:gd name="connsiteY801" fmla="*/ 281128 h 6858000"/>
              <a:gd name="connsiteX802" fmla="*/ 5731212 w 7467600"/>
              <a:gd name="connsiteY802" fmla="*/ 231951 h 6858000"/>
              <a:gd name="connsiteX803" fmla="*/ 5905192 w 7467600"/>
              <a:gd name="connsiteY803" fmla="*/ 163079 h 6858000"/>
              <a:gd name="connsiteX804" fmla="*/ 5944437 w 7467600"/>
              <a:gd name="connsiteY804" fmla="*/ 113829 h 6858000"/>
              <a:gd name="connsiteX805" fmla="*/ 5825032 w 7467600"/>
              <a:gd name="connsiteY805" fmla="*/ 146405 h 6858000"/>
              <a:gd name="connsiteX806" fmla="*/ 4955599 w 7467600"/>
              <a:gd name="connsiteY806" fmla="*/ 247008 h 6858000"/>
              <a:gd name="connsiteX807" fmla="*/ 5210104 w 7467600"/>
              <a:gd name="connsiteY807" fmla="*/ 228123 h 6858000"/>
              <a:gd name="connsiteX808" fmla="*/ 5261015 w 7467600"/>
              <a:gd name="connsiteY808" fmla="*/ 227087 h 6858000"/>
              <a:gd name="connsiteX809" fmla="*/ 5861181 w 7467600"/>
              <a:gd name="connsiteY809" fmla="*/ 143093 h 6858000"/>
              <a:gd name="connsiteX810" fmla="*/ 5961252 w 7467600"/>
              <a:gd name="connsiteY810" fmla="*/ 114820 h 6858000"/>
              <a:gd name="connsiteX811" fmla="*/ 5944437 w 7467600"/>
              <a:gd name="connsiteY811" fmla="*/ 113829 h 6858000"/>
              <a:gd name="connsiteX812" fmla="*/ 3882765 w 7467600"/>
              <a:gd name="connsiteY812" fmla="*/ 0 h 6858000"/>
              <a:gd name="connsiteX813" fmla="*/ 3995099 w 7467600"/>
              <a:gd name="connsiteY813" fmla="*/ 0 h 6858000"/>
              <a:gd name="connsiteX814" fmla="*/ 4163818 w 7467600"/>
              <a:gd name="connsiteY814" fmla="*/ 234104 h 6858000"/>
              <a:gd name="connsiteX815" fmla="*/ 4172099 w 7467600"/>
              <a:gd name="connsiteY815" fmla="*/ 234207 h 6858000"/>
              <a:gd name="connsiteX816" fmla="*/ 4784282 w 7467600"/>
              <a:gd name="connsiteY816" fmla="*/ 276561 h 6858000"/>
              <a:gd name="connsiteX817" fmla="*/ 4801687 w 7467600"/>
              <a:gd name="connsiteY817" fmla="*/ 267764 h 6858000"/>
              <a:gd name="connsiteX818" fmla="*/ 6082788 w 7467600"/>
              <a:gd name="connsiteY818" fmla="*/ 64119 h 6858000"/>
              <a:gd name="connsiteX819" fmla="*/ 6099442 w 7467600"/>
              <a:gd name="connsiteY819" fmla="*/ 82568 h 6858000"/>
              <a:gd name="connsiteX820" fmla="*/ 4804137 w 7467600"/>
              <a:gd name="connsiteY820" fmla="*/ 320931 h 6858000"/>
              <a:gd name="connsiteX821" fmla="*/ 4227047 w 7467600"/>
              <a:gd name="connsiteY821" fmla="*/ 313415 h 6858000"/>
              <a:gd name="connsiteX822" fmla="*/ 4346041 w 7467600"/>
              <a:gd name="connsiteY822" fmla="*/ 456086 h 6858000"/>
              <a:gd name="connsiteX823" fmla="*/ 4870967 w 7467600"/>
              <a:gd name="connsiteY823" fmla="*/ 963061 h 6858000"/>
              <a:gd name="connsiteX824" fmla="*/ 4889647 w 7467600"/>
              <a:gd name="connsiteY824" fmla="*/ 957147 h 6858000"/>
              <a:gd name="connsiteX825" fmla="*/ 5422504 w 7467600"/>
              <a:gd name="connsiteY825" fmla="*/ 805191 h 6858000"/>
              <a:gd name="connsiteX826" fmla="*/ 6087656 w 7467600"/>
              <a:gd name="connsiteY826" fmla="*/ 826703 h 6858000"/>
              <a:gd name="connsiteX827" fmla="*/ 6058717 w 7467600"/>
              <a:gd name="connsiteY827" fmla="*/ 865992 h 6858000"/>
              <a:gd name="connsiteX828" fmla="*/ 4974153 w 7467600"/>
              <a:gd name="connsiteY828" fmla="*/ 1045456 h 6858000"/>
              <a:gd name="connsiteX829" fmla="*/ 5627835 w 7467600"/>
              <a:gd name="connsiteY829" fmla="*/ 1472077 h 6858000"/>
              <a:gd name="connsiteX830" fmla="*/ 5629817 w 7467600"/>
              <a:gd name="connsiteY830" fmla="*/ 1471412 h 6858000"/>
              <a:gd name="connsiteX831" fmla="*/ 5634124 w 7467600"/>
              <a:gd name="connsiteY831" fmla="*/ 1470572 h 6858000"/>
              <a:gd name="connsiteX832" fmla="*/ 5755832 w 7467600"/>
              <a:gd name="connsiteY832" fmla="*/ 1383886 h 6858000"/>
              <a:gd name="connsiteX833" fmla="*/ 6014186 w 7467600"/>
              <a:gd name="connsiteY833" fmla="*/ 1279799 h 6858000"/>
              <a:gd name="connsiteX834" fmla="*/ 6901619 w 7467600"/>
              <a:gd name="connsiteY834" fmla="*/ 1047874 h 6858000"/>
              <a:gd name="connsiteX835" fmla="*/ 6931566 w 7467600"/>
              <a:gd name="connsiteY835" fmla="*/ 1062034 h 6858000"/>
              <a:gd name="connsiteX836" fmla="*/ 5790982 w 7467600"/>
              <a:gd name="connsiteY836" fmla="*/ 1561380 h 6858000"/>
              <a:gd name="connsiteX837" fmla="*/ 6188971 w 7467600"/>
              <a:gd name="connsiteY837" fmla="*/ 1755168 h 6858000"/>
              <a:gd name="connsiteX838" fmla="*/ 6202446 w 7467600"/>
              <a:gd name="connsiteY838" fmla="*/ 1752268 h 6858000"/>
              <a:gd name="connsiteX839" fmla="*/ 7179560 w 7467600"/>
              <a:gd name="connsiteY839" fmla="*/ 1467551 h 6858000"/>
              <a:gd name="connsiteX840" fmla="*/ 7158730 w 7467600"/>
              <a:gd name="connsiteY840" fmla="*/ 1507835 h 6858000"/>
              <a:gd name="connsiteX841" fmla="*/ 6326959 w 7467600"/>
              <a:gd name="connsiteY841" fmla="*/ 1817686 h 6858000"/>
              <a:gd name="connsiteX842" fmla="*/ 6537433 w 7467600"/>
              <a:gd name="connsiteY842" fmla="*/ 1907790 h 6858000"/>
              <a:gd name="connsiteX843" fmla="*/ 6550221 w 7467600"/>
              <a:gd name="connsiteY843" fmla="*/ 1910729 h 6858000"/>
              <a:gd name="connsiteX844" fmla="*/ 6964438 w 7467600"/>
              <a:gd name="connsiteY844" fmla="*/ 2209505 h 6858000"/>
              <a:gd name="connsiteX845" fmla="*/ 7367862 w 7467600"/>
              <a:gd name="connsiteY845" fmla="*/ 2806833 h 6858000"/>
              <a:gd name="connsiteX846" fmla="*/ 7364329 w 7467600"/>
              <a:gd name="connsiteY846" fmla="*/ 2826907 h 6858000"/>
              <a:gd name="connsiteX847" fmla="*/ 7290545 w 7467600"/>
              <a:gd name="connsiteY847" fmla="*/ 2850663 h 6858000"/>
              <a:gd name="connsiteX848" fmla="*/ 6472036 w 7467600"/>
              <a:gd name="connsiteY848" fmla="*/ 1959003 h 6858000"/>
              <a:gd name="connsiteX849" fmla="*/ 5792897 w 7467600"/>
              <a:gd name="connsiteY849" fmla="*/ 1647747 h 6858000"/>
              <a:gd name="connsiteX850" fmla="*/ 5842751 w 7467600"/>
              <a:gd name="connsiteY850" fmla="*/ 1816112 h 6858000"/>
              <a:gd name="connsiteX851" fmla="*/ 5847424 w 7467600"/>
              <a:gd name="connsiteY851" fmla="*/ 1815776 h 6858000"/>
              <a:gd name="connsiteX852" fmla="*/ 6399821 w 7467600"/>
              <a:gd name="connsiteY852" fmla="*/ 2344799 h 6858000"/>
              <a:gd name="connsiteX853" fmla="*/ 6323232 w 7467600"/>
              <a:gd name="connsiteY853" fmla="*/ 2389634 h 6858000"/>
              <a:gd name="connsiteX854" fmla="*/ 5942958 w 7467600"/>
              <a:gd name="connsiteY854" fmla="*/ 2077708 h 6858000"/>
              <a:gd name="connsiteX855" fmla="*/ 5921559 w 7467600"/>
              <a:gd name="connsiteY855" fmla="*/ 2378596 h 6858000"/>
              <a:gd name="connsiteX856" fmla="*/ 5817651 w 7467600"/>
              <a:gd name="connsiteY856" fmla="*/ 3023919 h 6858000"/>
              <a:gd name="connsiteX857" fmla="*/ 5729634 w 7467600"/>
              <a:gd name="connsiteY857" fmla="*/ 3051849 h 6858000"/>
              <a:gd name="connsiteX858" fmla="*/ 5611018 w 7467600"/>
              <a:gd name="connsiteY858" fmla="*/ 2316769 h 6858000"/>
              <a:gd name="connsiteX859" fmla="*/ 5687608 w 7467600"/>
              <a:gd name="connsiteY859" fmla="*/ 2039972 h 6858000"/>
              <a:gd name="connsiteX860" fmla="*/ 5657554 w 7467600"/>
              <a:gd name="connsiteY860" fmla="*/ 1576445 h 6858000"/>
              <a:gd name="connsiteX861" fmla="*/ 5150475 w 7467600"/>
              <a:gd name="connsiteY861" fmla="*/ 1274012 h 6858000"/>
              <a:gd name="connsiteX862" fmla="*/ 5349142 w 7467600"/>
              <a:gd name="connsiteY862" fmla="*/ 2204405 h 6858000"/>
              <a:gd name="connsiteX863" fmla="*/ 5262214 w 7467600"/>
              <a:gd name="connsiteY863" fmla="*/ 2233836 h 6858000"/>
              <a:gd name="connsiteX864" fmla="*/ 4981539 w 7467600"/>
              <a:gd name="connsiteY864" fmla="*/ 1542201 h 6858000"/>
              <a:gd name="connsiteX865" fmla="*/ 4958461 w 7467600"/>
              <a:gd name="connsiteY865" fmla="*/ 1136957 h 6858000"/>
              <a:gd name="connsiteX866" fmla="*/ 4655015 w 7467600"/>
              <a:gd name="connsiteY866" fmla="*/ 891426 h 6858000"/>
              <a:gd name="connsiteX867" fmla="*/ 4348002 w 7467600"/>
              <a:gd name="connsiteY867" fmla="*/ 2205895 h 6858000"/>
              <a:gd name="connsiteX868" fmla="*/ 4262250 w 7467600"/>
              <a:gd name="connsiteY868" fmla="*/ 2219972 h 6858000"/>
              <a:gd name="connsiteX869" fmla="*/ 4550611 w 7467600"/>
              <a:gd name="connsiteY869" fmla="*/ 817540 h 6858000"/>
              <a:gd name="connsiteX870" fmla="*/ 4564418 w 7467600"/>
              <a:gd name="connsiteY870" fmla="*/ 808293 h 6858000"/>
              <a:gd name="connsiteX871" fmla="*/ 4266388 w 7467600"/>
              <a:gd name="connsiteY871" fmla="*/ 500083 h 6858000"/>
              <a:gd name="connsiteX872" fmla="*/ 4032842 w 7467600"/>
              <a:gd name="connsiteY872" fmla="*/ 211809 h 6858000"/>
              <a:gd name="connsiteX873" fmla="*/ 3882765 w 7467600"/>
              <a:gd name="connsiteY873" fmla="*/ 0 h 6858000"/>
              <a:gd name="connsiteX874" fmla="*/ 3721337 w 7467600"/>
              <a:gd name="connsiteY874" fmla="*/ 0 h 6858000"/>
              <a:gd name="connsiteX875" fmla="*/ 3797544 w 7467600"/>
              <a:gd name="connsiteY875" fmla="*/ 0 h 6858000"/>
              <a:gd name="connsiteX876" fmla="*/ 3775734 w 7467600"/>
              <a:gd name="connsiteY876" fmla="*/ 95131 h 6858000"/>
              <a:gd name="connsiteX877" fmla="*/ 3724807 w 7467600"/>
              <a:gd name="connsiteY877" fmla="*/ 272257 h 6858000"/>
              <a:gd name="connsiteX878" fmla="*/ 3726844 w 7467600"/>
              <a:gd name="connsiteY878" fmla="*/ 282988 h 6858000"/>
              <a:gd name="connsiteX879" fmla="*/ 3742664 w 7467600"/>
              <a:gd name="connsiteY879" fmla="*/ 279918 h 6858000"/>
              <a:gd name="connsiteX880" fmla="*/ 4103910 w 7467600"/>
              <a:gd name="connsiteY880" fmla="*/ 1161917 h 6858000"/>
              <a:gd name="connsiteX881" fmla="*/ 4020269 w 7467600"/>
              <a:gd name="connsiteY881" fmla="*/ 1200406 h 6858000"/>
              <a:gd name="connsiteX882" fmla="*/ 3674882 w 7467600"/>
              <a:gd name="connsiteY882" fmla="*/ 488524 h 6858000"/>
              <a:gd name="connsiteX883" fmla="*/ 3132682 w 7467600"/>
              <a:gd name="connsiteY883" fmla="*/ 1072284 h 6858000"/>
              <a:gd name="connsiteX884" fmla="*/ 2716346 w 7467600"/>
              <a:gd name="connsiteY884" fmla="*/ 1276376 h 6858000"/>
              <a:gd name="connsiteX885" fmla="*/ 2716772 w 7467600"/>
              <a:gd name="connsiteY885" fmla="*/ 1255462 h 6858000"/>
              <a:gd name="connsiteX886" fmla="*/ 3471096 w 7467600"/>
              <a:gd name="connsiteY886" fmla="*/ 437072 h 6858000"/>
              <a:gd name="connsiteX887" fmla="*/ 3639057 w 7467600"/>
              <a:gd name="connsiteY887" fmla="*/ 286334 h 6858000"/>
              <a:gd name="connsiteX888" fmla="*/ 3640309 w 7467600"/>
              <a:gd name="connsiteY888" fmla="*/ 284664 h 6858000"/>
              <a:gd name="connsiteX889" fmla="*/ 3646022 w 7467600"/>
              <a:gd name="connsiteY889" fmla="*/ 276711 h 6858000"/>
              <a:gd name="connsiteX890" fmla="*/ 3707943 w 7467600"/>
              <a:gd name="connsiteY890" fmla="*/ 65958 h 6858000"/>
              <a:gd name="connsiteX891" fmla="*/ 3721337 w 7467600"/>
              <a:gd name="connsiteY891" fmla="*/ 0 h 6858000"/>
              <a:gd name="connsiteX892" fmla="*/ 2867960 w 7467600"/>
              <a:gd name="connsiteY892" fmla="*/ 0 h 6858000"/>
              <a:gd name="connsiteX893" fmla="*/ 2926351 w 7467600"/>
              <a:gd name="connsiteY893" fmla="*/ 0 h 6858000"/>
              <a:gd name="connsiteX894" fmla="*/ 2902823 w 7467600"/>
              <a:gd name="connsiteY894" fmla="*/ 262929 h 6858000"/>
              <a:gd name="connsiteX895" fmla="*/ 2940663 w 7467600"/>
              <a:gd name="connsiteY895" fmla="*/ 140884 h 6858000"/>
              <a:gd name="connsiteX896" fmla="*/ 2947039 w 7467600"/>
              <a:gd name="connsiteY896" fmla="*/ 122524 h 6858000"/>
              <a:gd name="connsiteX897" fmla="*/ 2984316 w 7467600"/>
              <a:gd name="connsiteY897" fmla="*/ 0 h 6858000"/>
              <a:gd name="connsiteX898" fmla="*/ 3016114 w 7467600"/>
              <a:gd name="connsiteY898" fmla="*/ 0 h 6858000"/>
              <a:gd name="connsiteX899" fmla="*/ 2979949 w 7467600"/>
              <a:gd name="connsiteY899" fmla="*/ 119274 h 6858000"/>
              <a:gd name="connsiteX900" fmla="*/ 3023879 w 7467600"/>
              <a:gd name="connsiteY900" fmla="*/ 0 h 6858000"/>
              <a:gd name="connsiteX901" fmla="*/ 3105400 w 7467600"/>
              <a:gd name="connsiteY901" fmla="*/ 0 h 6858000"/>
              <a:gd name="connsiteX902" fmla="*/ 3094669 w 7467600"/>
              <a:gd name="connsiteY902" fmla="*/ 30308 h 6858000"/>
              <a:gd name="connsiteX903" fmla="*/ 2901945 w 7467600"/>
              <a:gd name="connsiteY903" fmla="*/ 466538 h 6858000"/>
              <a:gd name="connsiteX904" fmla="*/ 2815209 w 7467600"/>
              <a:gd name="connsiteY904" fmla="*/ 497361 h 6858000"/>
              <a:gd name="connsiteX905" fmla="*/ 2844845 w 7467600"/>
              <a:gd name="connsiteY905" fmla="*/ 127638 h 6858000"/>
              <a:gd name="connsiteX906" fmla="*/ 2867960 w 7467600"/>
              <a:gd name="connsiteY906" fmla="*/ 0 h 6858000"/>
              <a:gd name="connsiteX907" fmla="*/ 1057230 w 7467600"/>
              <a:gd name="connsiteY907" fmla="*/ 0 h 6858000"/>
              <a:gd name="connsiteX908" fmla="*/ 1111003 w 7467600"/>
              <a:gd name="connsiteY908" fmla="*/ 0 h 6858000"/>
              <a:gd name="connsiteX909" fmla="*/ 1125553 w 7467600"/>
              <a:gd name="connsiteY909" fmla="*/ 52588 h 6858000"/>
              <a:gd name="connsiteX910" fmla="*/ 1304276 w 7467600"/>
              <a:gd name="connsiteY910" fmla="*/ 476275 h 6858000"/>
              <a:gd name="connsiteX911" fmla="*/ 1492066 w 7467600"/>
              <a:gd name="connsiteY911" fmla="*/ 886333 h 6858000"/>
              <a:gd name="connsiteX912" fmla="*/ 1423698 w 7467600"/>
              <a:gd name="connsiteY912" fmla="*/ 710817 h 6858000"/>
              <a:gd name="connsiteX913" fmla="*/ 1357609 w 7467600"/>
              <a:gd name="connsiteY913" fmla="*/ 532892 h 6858000"/>
              <a:gd name="connsiteX914" fmla="*/ 1309550 w 7467600"/>
              <a:gd name="connsiteY914" fmla="*/ 374031 h 6858000"/>
              <a:gd name="connsiteX915" fmla="*/ 1193673 w 7467600"/>
              <a:gd name="connsiteY915" fmla="*/ 49533 h 6858000"/>
              <a:gd name="connsiteX916" fmla="*/ 1164391 w 7467600"/>
              <a:gd name="connsiteY916" fmla="*/ 0 h 6858000"/>
              <a:gd name="connsiteX917" fmla="*/ 1200666 w 7467600"/>
              <a:gd name="connsiteY917" fmla="*/ 0 h 6858000"/>
              <a:gd name="connsiteX918" fmla="*/ 1223408 w 7467600"/>
              <a:gd name="connsiteY918" fmla="*/ 38996 h 6858000"/>
              <a:gd name="connsiteX919" fmla="*/ 1339635 w 7467600"/>
              <a:gd name="connsiteY919" fmla="*/ 365517 h 6858000"/>
              <a:gd name="connsiteX920" fmla="*/ 1387469 w 7467600"/>
              <a:gd name="connsiteY920" fmla="*/ 523079 h 6858000"/>
              <a:gd name="connsiteX921" fmla="*/ 1452685 w 7467600"/>
              <a:gd name="connsiteY921" fmla="*/ 699806 h 6858000"/>
              <a:gd name="connsiteX922" fmla="*/ 1492092 w 7467600"/>
              <a:gd name="connsiteY922" fmla="*/ 800424 h 6858000"/>
              <a:gd name="connsiteX923" fmla="*/ 1455302 w 7467600"/>
              <a:gd name="connsiteY923" fmla="*/ 632913 h 6858000"/>
              <a:gd name="connsiteX924" fmla="*/ 1222336 w 7467600"/>
              <a:gd name="connsiteY924" fmla="*/ 9480 h 6858000"/>
              <a:gd name="connsiteX925" fmla="*/ 1214634 w 7467600"/>
              <a:gd name="connsiteY925" fmla="*/ 0 h 6858000"/>
              <a:gd name="connsiteX926" fmla="*/ 1289827 w 7467600"/>
              <a:gd name="connsiteY926" fmla="*/ 0 h 6858000"/>
              <a:gd name="connsiteX927" fmla="*/ 1321076 w 7467600"/>
              <a:gd name="connsiteY927" fmla="*/ 59722 h 6858000"/>
              <a:gd name="connsiteX928" fmla="*/ 1512579 w 7467600"/>
              <a:gd name="connsiteY928" fmla="*/ 626441 h 6858000"/>
              <a:gd name="connsiteX929" fmla="*/ 1506076 w 7467600"/>
              <a:gd name="connsiteY929" fmla="*/ 1089289 h 6858000"/>
              <a:gd name="connsiteX930" fmla="*/ 1486346 w 7467600"/>
              <a:gd name="connsiteY930" fmla="*/ 1079919 h 6858000"/>
              <a:gd name="connsiteX931" fmla="*/ 1070511 w 7467600"/>
              <a:gd name="connsiteY931" fmla="*/ 48609 h 6858000"/>
              <a:gd name="connsiteX932" fmla="*/ 1057230 w 7467600"/>
              <a:gd name="connsiteY932" fmla="*/ 0 h 6858000"/>
              <a:gd name="connsiteX933" fmla="*/ 43151 w 7467600"/>
              <a:gd name="connsiteY933" fmla="*/ 0 h 6858000"/>
              <a:gd name="connsiteX934" fmla="*/ 95283 w 7467600"/>
              <a:gd name="connsiteY934" fmla="*/ 0 h 6858000"/>
              <a:gd name="connsiteX935" fmla="*/ 300708 w 7467600"/>
              <a:gd name="connsiteY935" fmla="*/ 154571 h 6858000"/>
              <a:gd name="connsiteX936" fmla="*/ 530414 w 7467600"/>
              <a:gd name="connsiteY936" fmla="*/ 354673 h 6858000"/>
              <a:gd name="connsiteX937" fmla="*/ 333785 w 7467600"/>
              <a:gd name="connsiteY937" fmla="*/ 161564 h 6858000"/>
              <a:gd name="connsiteX938" fmla="*/ 147005 w 7467600"/>
              <a:gd name="connsiteY938" fmla="*/ 0 h 6858000"/>
              <a:gd name="connsiteX939" fmla="*/ 272509 w 7467600"/>
              <a:gd name="connsiteY939" fmla="*/ 0 h 6858000"/>
              <a:gd name="connsiteX940" fmla="*/ 326276 w 7467600"/>
              <a:gd name="connsiteY940" fmla="*/ 45847 h 6858000"/>
              <a:gd name="connsiteX941" fmla="*/ 823759 w 7467600"/>
              <a:gd name="connsiteY941" fmla="*/ 574145 h 6858000"/>
              <a:gd name="connsiteX942" fmla="*/ 811254 w 7467600"/>
              <a:gd name="connsiteY942" fmla="*/ 665546 h 6858000"/>
              <a:gd name="connsiteX943" fmla="*/ 154042 w 7467600"/>
              <a:gd name="connsiteY943" fmla="*/ 261522 h 6858000"/>
              <a:gd name="connsiteX944" fmla="*/ 13550 w 7467600"/>
              <a:gd name="connsiteY944" fmla="*/ 158423 h 6858000"/>
              <a:gd name="connsiteX945" fmla="*/ 0 w 7467600"/>
              <a:gd name="connsiteY945" fmla="*/ 146618 h 6858000"/>
              <a:gd name="connsiteX946" fmla="*/ 0 w 7467600"/>
              <a:gd name="connsiteY946" fmla="*/ 59161 h 6858000"/>
              <a:gd name="connsiteX947" fmla="*/ 45427 w 7467600"/>
              <a:gd name="connsiteY947" fmla="*/ 101078 h 6858000"/>
              <a:gd name="connsiteX948" fmla="*/ 630103 w 7467600"/>
              <a:gd name="connsiteY948" fmla="*/ 485885 h 6858000"/>
              <a:gd name="connsiteX949" fmla="*/ 532040 w 7467600"/>
              <a:gd name="connsiteY949" fmla="*/ 399359 h 6858000"/>
              <a:gd name="connsiteX950" fmla="*/ 517618 w 7467600"/>
              <a:gd name="connsiteY950" fmla="*/ 385726 h 6858000"/>
              <a:gd name="connsiteX951" fmla="*/ 285074 w 7467600"/>
              <a:gd name="connsiteY951" fmla="*/ 182755 h 6858000"/>
              <a:gd name="connsiteX952" fmla="*/ 43151 w 7467600"/>
              <a:gd name="connsiteY952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410696 w 7467600"/>
              <a:gd name="connsiteY4" fmla="*/ 6803861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1019354 w 7467600"/>
              <a:gd name="connsiteY20" fmla="*/ 6315006 h 6858000"/>
              <a:gd name="connsiteX21" fmla="*/ 441046 w 7467600"/>
              <a:gd name="connsiteY21" fmla="*/ 6691153 h 6858000"/>
              <a:gd name="connsiteX22" fmla="*/ 1019354 w 7467600"/>
              <a:gd name="connsiteY22" fmla="*/ 6315006 h 6858000"/>
              <a:gd name="connsiteX23" fmla="*/ 991680 w 7467600"/>
              <a:gd name="connsiteY23" fmla="*/ 6298413 h 6858000"/>
              <a:gd name="connsiteX24" fmla="*/ 409060 w 7467600"/>
              <a:gd name="connsiteY24" fmla="*/ 6671470 h 6858000"/>
              <a:gd name="connsiteX25" fmla="*/ 991680 w 7467600"/>
              <a:gd name="connsiteY25" fmla="*/ 6298413 h 6858000"/>
              <a:gd name="connsiteX26" fmla="*/ 103333 w 7467600"/>
              <a:gd name="connsiteY26" fmla="*/ 5699602 h 6858000"/>
              <a:gd name="connsiteX27" fmla="*/ 233938 w 7467600"/>
              <a:gd name="connsiteY27" fmla="*/ 5809416 h 6858000"/>
              <a:gd name="connsiteX28" fmla="*/ 883580 w 7467600"/>
              <a:gd name="connsiteY28" fmla="*/ 6180710 h 6858000"/>
              <a:gd name="connsiteX29" fmla="*/ 487337 w 7467600"/>
              <a:gd name="connsiteY29" fmla="*/ 5950182 h 6858000"/>
              <a:gd name="connsiteX30" fmla="*/ 354051 w 7467600"/>
              <a:gd name="connsiteY30" fmla="*/ 5854912 h 6858000"/>
              <a:gd name="connsiteX31" fmla="*/ 195436 w 7467600"/>
              <a:gd name="connsiteY31" fmla="*/ 5755068 h 6858000"/>
              <a:gd name="connsiteX32" fmla="*/ 103333 w 7467600"/>
              <a:gd name="connsiteY32" fmla="*/ 5699602 h 6858000"/>
              <a:gd name="connsiteX33" fmla="*/ 5539432 w 7467600"/>
              <a:gd name="connsiteY33" fmla="*/ 5642928 h 6858000"/>
              <a:gd name="connsiteX34" fmla="*/ 5555462 w 7467600"/>
              <a:gd name="connsiteY34" fmla="*/ 5694454 h 6858000"/>
              <a:gd name="connsiteX35" fmla="*/ 5828270 w 7467600"/>
              <a:gd name="connsiteY35" fmla="*/ 6320663 h 6858000"/>
              <a:gd name="connsiteX36" fmla="*/ 5947416 w 7467600"/>
              <a:gd name="connsiteY36" fmla="*/ 6574846 h 6858000"/>
              <a:gd name="connsiteX37" fmla="*/ 5539432 w 7467600"/>
              <a:gd name="connsiteY37" fmla="*/ 5642928 h 6858000"/>
              <a:gd name="connsiteX38" fmla="*/ 51253 w 7467600"/>
              <a:gd name="connsiteY38" fmla="*/ 5631825 h 6858000"/>
              <a:gd name="connsiteX39" fmla="*/ 211622 w 7467600"/>
              <a:gd name="connsiteY39" fmla="*/ 5728803 h 6858000"/>
              <a:gd name="connsiteX40" fmla="*/ 371652 w 7467600"/>
              <a:gd name="connsiteY40" fmla="*/ 5829062 h 6858000"/>
              <a:gd name="connsiteX41" fmla="*/ 505903 w 7467600"/>
              <a:gd name="connsiteY41" fmla="*/ 5925221 h 6858000"/>
              <a:gd name="connsiteX42" fmla="*/ 899240 w 7467600"/>
              <a:gd name="connsiteY42" fmla="*/ 6153068 h 6858000"/>
              <a:gd name="connsiteX43" fmla="*/ 988114 w 7467600"/>
              <a:gd name="connsiteY43" fmla="*/ 6174204 h 6858000"/>
              <a:gd name="connsiteX44" fmla="*/ 845971 w 7467600"/>
              <a:gd name="connsiteY44" fmla="*/ 6067177 h 6858000"/>
              <a:gd name="connsiteX45" fmla="*/ 448057 w 7467600"/>
              <a:gd name="connsiteY45" fmla="*/ 5841376 h 6858000"/>
              <a:gd name="connsiteX46" fmla="*/ 51253 w 7467600"/>
              <a:gd name="connsiteY46" fmla="*/ 5631825 h 6858000"/>
              <a:gd name="connsiteX47" fmla="*/ 2606687 w 7467600"/>
              <a:gd name="connsiteY47" fmla="*/ 5630718 h 6858000"/>
              <a:gd name="connsiteX48" fmla="*/ 2645658 w 7467600"/>
              <a:gd name="connsiteY48" fmla="*/ 6640259 h 6858000"/>
              <a:gd name="connsiteX49" fmla="*/ 2606687 w 7467600"/>
              <a:gd name="connsiteY49" fmla="*/ 5630718 h 6858000"/>
              <a:gd name="connsiteX50" fmla="*/ 3642057 w 7467600"/>
              <a:gd name="connsiteY50" fmla="*/ 5573487 h 6858000"/>
              <a:gd name="connsiteX51" fmla="*/ 3632981 w 7467600"/>
              <a:gd name="connsiteY51" fmla="*/ 5579437 h 6858000"/>
              <a:gd name="connsiteX52" fmla="*/ 3382436 w 7467600"/>
              <a:gd name="connsiteY52" fmla="*/ 5952726 h 6858000"/>
              <a:gd name="connsiteX53" fmla="*/ 3191929 w 7467600"/>
              <a:gd name="connsiteY53" fmla="*/ 6662669 h 6858000"/>
              <a:gd name="connsiteX54" fmla="*/ 3369898 w 7467600"/>
              <a:gd name="connsiteY54" fmla="*/ 6081771 h 6858000"/>
              <a:gd name="connsiteX55" fmla="*/ 3642057 w 7467600"/>
              <a:gd name="connsiteY55" fmla="*/ 5573487 h 6858000"/>
              <a:gd name="connsiteX56" fmla="*/ 2650666 w 7467600"/>
              <a:gd name="connsiteY56" fmla="*/ 5530686 h 6858000"/>
              <a:gd name="connsiteX57" fmla="*/ 2650249 w 7467600"/>
              <a:gd name="connsiteY57" fmla="*/ 5532101 h 6858000"/>
              <a:gd name="connsiteX58" fmla="*/ 2663808 w 7467600"/>
              <a:gd name="connsiteY58" fmla="*/ 6535215 h 6858000"/>
              <a:gd name="connsiteX59" fmla="*/ 2665418 w 7467600"/>
              <a:gd name="connsiteY59" fmla="*/ 6132756 h 6858000"/>
              <a:gd name="connsiteX60" fmla="*/ 2650666 w 7467600"/>
              <a:gd name="connsiteY60" fmla="*/ 5530686 h 6858000"/>
              <a:gd name="connsiteX61" fmla="*/ 2680277 w 7467600"/>
              <a:gd name="connsiteY61" fmla="*/ 5479204 h 6858000"/>
              <a:gd name="connsiteX62" fmla="*/ 2678972 w 7467600"/>
              <a:gd name="connsiteY62" fmla="*/ 5481582 h 6858000"/>
              <a:gd name="connsiteX63" fmla="*/ 2696666 w 7467600"/>
              <a:gd name="connsiteY63" fmla="*/ 6133836 h 6858000"/>
              <a:gd name="connsiteX64" fmla="*/ 2695769 w 7467600"/>
              <a:gd name="connsiteY64" fmla="*/ 6390955 h 6858000"/>
              <a:gd name="connsiteX65" fmla="*/ 2739893 w 7467600"/>
              <a:gd name="connsiteY65" fmla="*/ 6108357 h 6858000"/>
              <a:gd name="connsiteX66" fmla="*/ 2680277 w 7467600"/>
              <a:gd name="connsiteY66" fmla="*/ 5479204 h 6858000"/>
              <a:gd name="connsiteX67" fmla="*/ 1132195 w 7467600"/>
              <a:gd name="connsiteY67" fmla="*/ 5467980 h 6858000"/>
              <a:gd name="connsiteX68" fmla="*/ 1679056 w 7467600"/>
              <a:gd name="connsiteY68" fmla="*/ 5516907 h 6858000"/>
              <a:gd name="connsiteX69" fmla="*/ 2128648 w 7467600"/>
              <a:gd name="connsiteY69" fmla="*/ 5474249 h 6858000"/>
              <a:gd name="connsiteX70" fmla="*/ 1825619 w 7467600"/>
              <a:gd name="connsiteY70" fmla="*/ 5478447 h 6858000"/>
              <a:gd name="connsiteX71" fmla="*/ 1737798 w 7467600"/>
              <a:gd name="connsiteY71" fmla="*/ 5483353 h 6858000"/>
              <a:gd name="connsiteX72" fmla="*/ 1132195 w 7467600"/>
              <a:gd name="connsiteY72" fmla="*/ 5467980 h 6858000"/>
              <a:gd name="connsiteX73" fmla="*/ 1456157 w 7467600"/>
              <a:gd name="connsiteY73" fmla="*/ 5371404 h 6858000"/>
              <a:gd name="connsiteX74" fmla="*/ 1244432 w 7467600"/>
              <a:gd name="connsiteY74" fmla="*/ 5385601 h 6858000"/>
              <a:gd name="connsiteX75" fmla="*/ 973990 w 7467600"/>
              <a:gd name="connsiteY75" fmla="*/ 5424940 h 6858000"/>
              <a:gd name="connsiteX76" fmla="*/ 1103809 w 7467600"/>
              <a:gd name="connsiteY76" fmla="*/ 5433720 h 6858000"/>
              <a:gd name="connsiteX77" fmla="*/ 1123454 w 7467600"/>
              <a:gd name="connsiteY77" fmla="*/ 5435727 h 6858000"/>
              <a:gd name="connsiteX78" fmla="*/ 1737017 w 7467600"/>
              <a:gd name="connsiteY78" fmla="*/ 5452183 h 6858000"/>
              <a:gd name="connsiteX79" fmla="*/ 1824397 w 7467600"/>
              <a:gd name="connsiteY79" fmla="*/ 5447757 h 6858000"/>
              <a:gd name="connsiteX80" fmla="*/ 2070059 w 7467600"/>
              <a:gd name="connsiteY80" fmla="*/ 5441660 h 6858000"/>
              <a:gd name="connsiteX81" fmla="*/ 1456157 w 7467600"/>
              <a:gd name="connsiteY81" fmla="*/ 5371404 h 6858000"/>
              <a:gd name="connsiteX82" fmla="*/ 4988186 w 7467600"/>
              <a:gd name="connsiteY82" fmla="*/ 5216467 h 6858000"/>
              <a:gd name="connsiteX83" fmla="*/ 4777334 w 7467600"/>
              <a:gd name="connsiteY83" fmla="*/ 5406072 h 6858000"/>
              <a:gd name="connsiteX84" fmla="*/ 4718341 w 7467600"/>
              <a:gd name="connsiteY84" fmla="*/ 5468043 h 6858000"/>
              <a:gd name="connsiteX85" fmla="*/ 4604655 w 7467600"/>
              <a:gd name="connsiteY85" fmla="*/ 5583434 h 6858000"/>
              <a:gd name="connsiteX86" fmla="*/ 4565074 w 7467600"/>
              <a:gd name="connsiteY86" fmla="*/ 5618550 h 6858000"/>
              <a:gd name="connsiteX87" fmla="*/ 4988186 w 7467600"/>
              <a:gd name="connsiteY87" fmla="*/ 5216467 h 6858000"/>
              <a:gd name="connsiteX88" fmla="*/ 4978032 w 7467600"/>
              <a:gd name="connsiteY88" fmla="*/ 5183809 h 6858000"/>
              <a:gd name="connsiteX89" fmla="*/ 4463413 w 7467600"/>
              <a:gd name="connsiteY89" fmla="*/ 5615162 h 6858000"/>
              <a:gd name="connsiteX90" fmla="*/ 4358134 w 7467600"/>
              <a:gd name="connsiteY90" fmla="*/ 5742791 h 6858000"/>
              <a:gd name="connsiteX91" fmla="*/ 4376219 w 7467600"/>
              <a:gd name="connsiteY91" fmla="*/ 5729027 h 6858000"/>
              <a:gd name="connsiteX92" fmla="*/ 4582340 w 7467600"/>
              <a:gd name="connsiteY92" fmla="*/ 5561037 h 6858000"/>
              <a:gd name="connsiteX93" fmla="*/ 4694684 w 7467600"/>
              <a:gd name="connsiteY93" fmla="*/ 5447098 h 6858000"/>
              <a:gd name="connsiteX94" fmla="*/ 4754123 w 7467600"/>
              <a:gd name="connsiteY94" fmla="*/ 5384643 h 6858000"/>
              <a:gd name="connsiteX95" fmla="*/ 4978032 w 7467600"/>
              <a:gd name="connsiteY95" fmla="*/ 5183809 h 6858000"/>
              <a:gd name="connsiteX96" fmla="*/ 1903353 w 7467600"/>
              <a:gd name="connsiteY96" fmla="*/ 5044827 h 6858000"/>
              <a:gd name="connsiteX97" fmla="*/ 1936931 w 7467600"/>
              <a:gd name="connsiteY97" fmla="*/ 5093954 h 6858000"/>
              <a:gd name="connsiteX98" fmla="*/ 2195868 w 7467600"/>
              <a:gd name="connsiteY98" fmla="*/ 5396574 h 6858000"/>
              <a:gd name="connsiteX99" fmla="*/ 2088852 w 7467600"/>
              <a:gd name="connsiteY99" fmla="*/ 5166123 h 6858000"/>
              <a:gd name="connsiteX100" fmla="*/ 1958241 w 7467600"/>
              <a:gd name="connsiteY100" fmla="*/ 5067955 h 6858000"/>
              <a:gd name="connsiteX101" fmla="*/ 1903353 w 7467600"/>
              <a:gd name="connsiteY101" fmla="*/ 5044827 h 6858000"/>
              <a:gd name="connsiteX102" fmla="*/ 1979378 w 7467600"/>
              <a:gd name="connsiteY102" fmla="*/ 4769504 h 6858000"/>
              <a:gd name="connsiteX103" fmla="*/ 2882120 w 7467600"/>
              <a:gd name="connsiteY103" fmla="*/ 5064547 h 6858000"/>
              <a:gd name="connsiteX104" fmla="*/ 2793103 w 7467600"/>
              <a:gd name="connsiteY104" fmla="*/ 5039699 h 6858000"/>
              <a:gd name="connsiteX105" fmla="*/ 2770041 w 7467600"/>
              <a:gd name="connsiteY105" fmla="*/ 5033634 h 6858000"/>
              <a:gd name="connsiteX106" fmla="*/ 1979378 w 7467600"/>
              <a:gd name="connsiteY106" fmla="*/ 4769504 h 6858000"/>
              <a:gd name="connsiteX107" fmla="*/ 1927410 w 7467600"/>
              <a:gd name="connsiteY107" fmla="*/ 4716164 h 6858000"/>
              <a:gd name="connsiteX108" fmla="*/ 1959587 w 7467600"/>
              <a:gd name="connsiteY108" fmla="*/ 4728849 h 6858000"/>
              <a:gd name="connsiteX109" fmla="*/ 2777707 w 7467600"/>
              <a:gd name="connsiteY109" fmla="*/ 5003991 h 6858000"/>
              <a:gd name="connsiteX110" fmla="*/ 2800768 w 7467600"/>
              <a:gd name="connsiteY110" fmla="*/ 5010056 h 6858000"/>
              <a:gd name="connsiteX111" fmla="*/ 2879408 w 7467600"/>
              <a:gd name="connsiteY111" fmla="*/ 5031590 h 6858000"/>
              <a:gd name="connsiteX112" fmla="*/ 2862295 w 7467600"/>
              <a:gd name="connsiteY112" fmla="*/ 5022958 h 6858000"/>
              <a:gd name="connsiteX113" fmla="*/ 2813343 w 7467600"/>
              <a:gd name="connsiteY113" fmla="*/ 4998369 h 6858000"/>
              <a:gd name="connsiteX114" fmla="*/ 2646245 w 7467600"/>
              <a:gd name="connsiteY114" fmla="*/ 4930999 h 6858000"/>
              <a:gd name="connsiteX115" fmla="*/ 1999243 w 7467600"/>
              <a:gd name="connsiteY115" fmla="*/ 4730524 h 6858000"/>
              <a:gd name="connsiteX116" fmla="*/ 1979527 w 7467600"/>
              <a:gd name="connsiteY116" fmla="*/ 4726651 h 6858000"/>
              <a:gd name="connsiteX117" fmla="*/ 1927410 w 7467600"/>
              <a:gd name="connsiteY117" fmla="*/ 4716164 h 6858000"/>
              <a:gd name="connsiteX118" fmla="*/ 1997014 w 7467600"/>
              <a:gd name="connsiteY118" fmla="*/ 4698007 h 6858000"/>
              <a:gd name="connsiteX119" fmla="*/ 2005458 w 7467600"/>
              <a:gd name="connsiteY119" fmla="*/ 4699540 h 6858000"/>
              <a:gd name="connsiteX120" fmla="*/ 2657186 w 7467600"/>
              <a:gd name="connsiteY120" fmla="*/ 4901687 h 6858000"/>
              <a:gd name="connsiteX121" fmla="*/ 2826662 w 7467600"/>
              <a:gd name="connsiteY121" fmla="*/ 4970362 h 6858000"/>
              <a:gd name="connsiteX122" fmla="*/ 2876100 w 7467600"/>
              <a:gd name="connsiteY122" fmla="*/ 4995397 h 6858000"/>
              <a:gd name="connsiteX123" fmla="*/ 3042600 w 7467600"/>
              <a:gd name="connsiteY123" fmla="*/ 5059532 h 6858000"/>
              <a:gd name="connsiteX124" fmla="*/ 1997014 w 7467600"/>
              <a:gd name="connsiteY124" fmla="*/ 4698007 h 6858000"/>
              <a:gd name="connsiteX125" fmla="*/ 2305292 w 7467600"/>
              <a:gd name="connsiteY125" fmla="*/ 4219492 h 6858000"/>
              <a:gd name="connsiteX126" fmla="*/ 3360922 w 7467600"/>
              <a:gd name="connsiteY126" fmla="*/ 4529373 h 6858000"/>
              <a:gd name="connsiteX127" fmla="*/ 3492420 w 7467600"/>
              <a:gd name="connsiteY127" fmla="*/ 4510145 h 6858000"/>
              <a:gd name="connsiteX128" fmla="*/ 3364086 w 7467600"/>
              <a:gd name="connsiteY128" fmla="*/ 4480340 h 6858000"/>
              <a:gd name="connsiteX129" fmla="*/ 3225818 w 7467600"/>
              <a:gd name="connsiteY129" fmla="*/ 4411822 h 6858000"/>
              <a:gd name="connsiteX130" fmla="*/ 3129696 w 7467600"/>
              <a:gd name="connsiteY130" fmla="*/ 4360704 h 6858000"/>
              <a:gd name="connsiteX131" fmla="*/ 2814545 w 7467600"/>
              <a:gd name="connsiteY131" fmla="*/ 4282955 h 6858000"/>
              <a:gd name="connsiteX132" fmla="*/ 2305292 w 7467600"/>
              <a:gd name="connsiteY132" fmla="*/ 4219492 h 6858000"/>
              <a:gd name="connsiteX133" fmla="*/ 2626982 w 7467600"/>
              <a:gd name="connsiteY133" fmla="*/ 4206450 h 6858000"/>
              <a:gd name="connsiteX134" fmla="*/ 2490617 w 7467600"/>
              <a:gd name="connsiteY134" fmla="*/ 4206951 h 6858000"/>
              <a:gd name="connsiteX135" fmla="*/ 2819869 w 7467600"/>
              <a:gd name="connsiteY135" fmla="*/ 4252936 h 6858000"/>
              <a:gd name="connsiteX136" fmla="*/ 3143018 w 7467600"/>
              <a:gd name="connsiteY136" fmla="*/ 4332698 h 6858000"/>
              <a:gd name="connsiteX137" fmla="*/ 3241520 w 7467600"/>
              <a:gd name="connsiteY137" fmla="*/ 4385112 h 6858000"/>
              <a:gd name="connsiteX138" fmla="*/ 3374575 w 7467600"/>
              <a:gd name="connsiteY138" fmla="*/ 4451517 h 6858000"/>
              <a:gd name="connsiteX139" fmla="*/ 3505221 w 7467600"/>
              <a:gd name="connsiteY139" fmla="*/ 4480757 h 6858000"/>
              <a:gd name="connsiteX140" fmla="*/ 2626982 w 7467600"/>
              <a:gd name="connsiteY140" fmla="*/ 4206450 h 6858000"/>
              <a:gd name="connsiteX141" fmla="*/ 1310106 w 7467600"/>
              <a:gd name="connsiteY141" fmla="*/ 3943217 h 6858000"/>
              <a:gd name="connsiteX142" fmla="*/ 854994 w 7467600"/>
              <a:gd name="connsiteY142" fmla="*/ 4399136 h 6858000"/>
              <a:gd name="connsiteX143" fmla="*/ 742462 w 7467600"/>
              <a:gd name="connsiteY143" fmla="*/ 4594648 h 6858000"/>
              <a:gd name="connsiteX144" fmla="*/ 820602 w 7467600"/>
              <a:gd name="connsiteY144" fmla="*/ 4485915 h 6858000"/>
              <a:gd name="connsiteX145" fmla="*/ 878295 w 7467600"/>
              <a:gd name="connsiteY145" fmla="*/ 4403594 h 6858000"/>
              <a:gd name="connsiteX146" fmla="*/ 1240607 w 7467600"/>
              <a:gd name="connsiteY146" fmla="*/ 4010401 h 6858000"/>
              <a:gd name="connsiteX147" fmla="*/ 1310106 w 7467600"/>
              <a:gd name="connsiteY147" fmla="*/ 3943217 h 6858000"/>
              <a:gd name="connsiteX148" fmla="*/ 1423113 w 7467600"/>
              <a:gd name="connsiteY148" fmla="*/ 3874565 h 6858000"/>
              <a:gd name="connsiteX149" fmla="*/ 1260565 w 7467600"/>
              <a:gd name="connsiteY149" fmla="*/ 4031982 h 6858000"/>
              <a:gd name="connsiteX150" fmla="*/ 901900 w 7467600"/>
              <a:gd name="connsiteY150" fmla="*/ 4421236 h 6858000"/>
              <a:gd name="connsiteX151" fmla="*/ 845044 w 7467600"/>
              <a:gd name="connsiteY151" fmla="*/ 4502436 h 6858000"/>
              <a:gd name="connsiteX152" fmla="*/ 685926 w 7467600"/>
              <a:gd name="connsiteY152" fmla="*/ 4703069 h 6858000"/>
              <a:gd name="connsiteX153" fmla="*/ 684248 w 7467600"/>
              <a:gd name="connsiteY153" fmla="*/ 4706721 h 6858000"/>
              <a:gd name="connsiteX154" fmla="*/ 1423113 w 7467600"/>
              <a:gd name="connsiteY154" fmla="*/ 3874565 h 6858000"/>
              <a:gd name="connsiteX155" fmla="*/ 3316479 w 7467600"/>
              <a:gd name="connsiteY155" fmla="*/ 3872136 h 6858000"/>
              <a:gd name="connsiteX156" fmla="*/ 3546806 w 7467600"/>
              <a:gd name="connsiteY156" fmla="*/ 4356139 h 6858000"/>
              <a:gd name="connsiteX157" fmla="*/ 3364433 w 7467600"/>
              <a:gd name="connsiteY157" fmla="*/ 3953121 h 6858000"/>
              <a:gd name="connsiteX158" fmla="*/ 3316479 w 7467600"/>
              <a:gd name="connsiteY158" fmla="*/ 3872136 h 6858000"/>
              <a:gd name="connsiteX159" fmla="*/ 3291335 w 7467600"/>
              <a:gd name="connsiteY159" fmla="*/ 3767420 h 6858000"/>
              <a:gd name="connsiteX160" fmla="*/ 3390805 w 7467600"/>
              <a:gd name="connsiteY160" fmla="*/ 3937163 h 6858000"/>
              <a:gd name="connsiteX161" fmla="*/ 3579062 w 7467600"/>
              <a:gd name="connsiteY161" fmla="*/ 4359040 h 6858000"/>
              <a:gd name="connsiteX162" fmla="*/ 3467355 w 7467600"/>
              <a:gd name="connsiteY162" fmla="*/ 3988130 h 6858000"/>
              <a:gd name="connsiteX163" fmla="*/ 3310753 w 7467600"/>
              <a:gd name="connsiteY163" fmla="*/ 3787140 h 6858000"/>
              <a:gd name="connsiteX164" fmla="*/ 3291335 w 7467600"/>
              <a:gd name="connsiteY164" fmla="*/ 3767420 h 6858000"/>
              <a:gd name="connsiteX165" fmla="*/ 1635889 w 7467600"/>
              <a:gd name="connsiteY165" fmla="*/ 3709494 h 6858000"/>
              <a:gd name="connsiteX166" fmla="*/ 1634800 w 7467600"/>
              <a:gd name="connsiteY166" fmla="*/ 3731111 h 6858000"/>
              <a:gd name="connsiteX167" fmla="*/ 1635889 w 7467600"/>
              <a:gd name="connsiteY167" fmla="*/ 3709494 h 6858000"/>
              <a:gd name="connsiteX168" fmla="*/ 1510397 w 7467600"/>
              <a:gd name="connsiteY168" fmla="*/ 3684705 h 6858000"/>
              <a:gd name="connsiteX169" fmla="*/ 1146550 w 7467600"/>
              <a:gd name="connsiteY169" fmla="*/ 3802012 h 6858000"/>
              <a:gd name="connsiteX170" fmla="*/ 698834 w 7467600"/>
              <a:gd name="connsiteY170" fmla="*/ 3952272 h 6858000"/>
              <a:gd name="connsiteX171" fmla="*/ 34256 w 7467600"/>
              <a:gd name="connsiteY171" fmla="*/ 4347603 h 6858000"/>
              <a:gd name="connsiteX172" fmla="*/ 527241 w 7467600"/>
              <a:gd name="connsiteY172" fmla="*/ 4065078 h 6858000"/>
              <a:gd name="connsiteX173" fmla="*/ 1510397 w 7467600"/>
              <a:gd name="connsiteY173" fmla="*/ 3684705 h 6858000"/>
              <a:gd name="connsiteX174" fmla="*/ 1313114 w 7467600"/>
              <a:gd name="connsiteY174" fmla="*/ 3655216 h 6858000"/>
              <a:gd name="connsiteX175" fmla="*/ 1109304 w 7467600"/>
              <a:gd name="connsiteY175" fmla="*/ 3669030 h 6858000"/>
              <a:gd name="connsiteX176" fmla="*/ 8129 w 7467600"/>
              <a:gd name="connsiteY176" fmla="*/ 4330519 h 6858000"/>
              <a:gd name="connsiteX177" fmla="*/ 687572 w 7467600"/>
              <a:gd name="connsiteY177" fmla="*/ 3925629 h 6858000"/>
              <a:gd name="connsiteX178" fmla="*/ 1138365 w 7467600"/>
              <a:gd name="connsiteY178" fmla="*/ 3774515 h 6858000"/>
              <a:gd name="connsiteX179" fmla="*/ 1505579 w 7467600"/>
              <a:gd name="connsiteY179" fmla="*/ 3655526 h 6858000"/>
              <a:gd name="connsiteX180" fmla="*/ 1313114 w 7467600"/>
              <a:gd name="connsiteY180" fmla="*/ 3655216 h 6858000"/>
              <a:gd name="connsiteX181" fmla="*/ 3655073 w 7467600"/>
              <a:gd name="connsiteY181" fmla="*/ 3650884 h 6858000"/>
              <a:gd name="connsiteX182" fmla="*/ 3989938 w 7467600"/>
              <a:gd name="connsiteY182" fmla="*/ 3991685 h 6858000"/>
              <a:gd name="connsiteX183" fmla="*/ 4393907 w 7467600"/>
              <a:gd name="connsiteY183" fmla="*/ 4261258 h 6858000"/>
              <a:gd name="connsiteX184" fmla="*/ 4648051 w 7467600"/>
              <a:gd name="connsiteY184" fmla="*/ 4374051 h 6858000"/>
              <a:gd name="connsiteX185" fmla="*/ 4383389 w 7467600"/>
              <a:gd name="connsiteY185" fmla="*/ 4184369 h 6858000"/>
              <a:gd name="connsiteX186" fmla="*/ 4165508 w 7467600"/>
              <a:gd name="connsiteY186" fmla="*/ 4035196 h 6858000"/>
              <a:gd name="connsiteX187" fmla="*/ 4068162 w 7467600"/>
              <a:gd name="connsiteY187" fmla="*/ 3953394 h 6858000"/>
              <a:gd name="connsiteX188" fmla="*/ 3981416 w 7467600"/>
              <a:gd name="connsiteY188" fmla="*/ 3880482 h 6858000"/>
              <a:gd name="connsiteX189" fmla="*/ 3800147 w 7467600"/>
              <a:gd name="connsiteY189" fmla="*/ 3749872 h 6858000"/>
              <a:gd name="connsiteX190" fmla="*/ 3655073 w 7467600"/>
              <a:gd name="connsiteY190" fmla="*/ 3650884 h 6858000"/>
              <a:gd name="connsiteX191" fmla="*/ 3670252 w 7467600"/>
              <a:gd name="connsiteY191" fmla="*/ 3622798 h 6858000"/>
              <a:gd name="connsiteX192" fmla="*/ 3817258 w 7467600"/>
              <a:gd name="connsiteY192" fmla="*/ 3723577 h 6858000"/>
              <a:gd name="connsiteX193" fmla="*/ 4000461 w 7467600"/>
              <a:gd name="connsiteY193" fmla="*/ 3855966 h 6858000"/>
              <a:gd name="connsiteX194" fmla="*/ 4088180 w 7467600"/>
              <a:gd name="connsiteY194" fmla="*/ 3929774 h 6858000"/>
              <a:gd name="connsiteX195" fmla="*/ 4184555 w 7467600"/>
              <a:gd name="connsiteY195" fmla="*/ 4010683 h 6858000"/>
              <a:gd name="connsiteX196" fmla="*/ 4399563 w 7467600"/>
              <a:gd name="connsiteY196" fmla="*/ 4158106 h 6858000"/>
              <a:gd name="connsiteX197" fmla="*/ 4684469 w 7467600"/>
              <a:gd name="connsiteY197" fmla="*/ 4364680 h 6858000"/>
              <a:gd name="connsiteX198" fmla="*/ 4690271 w 7467600"/>
              <a:gd name="connsiteY198" fmla="*/ 4370034 h 6858000"/>
              <a:gd name="connsiteX199" fmla="*/ 4136093 w 7467600"/>
              <a:gd name="connsiteY199" fmla="*/ 3858466 h 6858000"/>
              <a:gd name="connsiteX200" fmla="*/ 3670252 w 7467600"/>
              <a:gd name="connsiteY200" fmla="*/ 3622798 h 6858000"/>
              <a:gd name="connsiteX201" fmla="*/ 4440129 w 7467600"/>
              <a:gd name="connsiteY201" fmla="*/ 3448571 h 6858000"/>
              <a:gd name="connsiteX202" fmla="*/ 4856525 w 7467600"/>
              <a:gd name="connsiteY202" fmla="*/ 3915351 h 6858000"/>
              <a:gd name="connsiteX203" fmla="*/ 5059055 w 7467600"/>
              <a:gd name="connsiteY203" fmla="*/ 4108918 h 6858000"/>
              <a:gd name="connsiteX204" fmla="*/ 5290070 w 7467600"/>
              <a:gd name="connsiteY204" fmla="*/ 4263619 h 6858000"/>
              <a:gd name="connsiteX205" fmla="*/ 4834991 w 7467600"/>
              <a:gd name="connsiteY205" fmla="*/ 3830985 h 6858000"/>
              <a:gd name="connsiteX206" fmla="*/ 4440129 w 7467600"/>
              <a:gd name="connsiteY206" fmla="*/ 3448571 h 6858000"/>
              <a:gd name="connsiteX207" fmla="*/ 4441737 w 7467600"/>
              <a:gd name="connsiteY207" fmla="*/ 3399734 h 6858000"/>
              <a:gd name="connsiteX208" fmla="*/ 4431236 w 7467600"/>
              <a:gd name="connsiteY208" fmla="*/ 3400954 h 6858000"/>
              <a:gd name="connsiteX209" fmla="*/ 4557150 w 7467600"/>
              <a:gd name="connsiteY209" fmla="*/ 3510023 h 6858000"/>
              <a:gd name="connsiteX210" fmla="*/ 4856936 w 7467600"/>
              <a:gd name="connsiteY210" fmla="*/ 3809146 h 6858000"/>
              <a:gd name="connsiteX211" fmla="*/ 5111996 w 7467600"/>
              <a:gd name="connsiteY211" fmla="*/ 4065759 h 6858000"/>
              <a:gd name="connsiteX212" fmla="*/ 5388878 w 7467600"/>
              <a:gd name="connsiteY212" fmla="*/ 4300185 h 6858000"/>
              <a:gd name="connsiteX213" fmla="*/ 5425556 w 7467600"/>
              <a:gd name="connsiteY213" fmla="*/ 4308967 h 6858000"/>
              <a:gd name="connsiteX214" fmla="*/ 4943646 w 7467600"/>
              <a:gd name="connsiteY214" fmla="*/ 3822916 h 6858000"/>
              <a:gd name="connsiteX215" fmla="*/ 4594837 w 7467600"/>
              <a:gd name="connsiteY215" fmla="*/ 3532274 h 6858000"/>
              <a:gd name="connsiteX216" fmla="*/ 4441737 w 7467600"/>
              <a:gd name="connsiteY216" fmla="*/ 3399734 h 6858000"/>
              <a:gd name="connsiteX217" fmla="*/ 5425834 w 7467600"/>
              <a:gd name="connsiteY217" fmla="*/ 3162785 h 6858000"/>
              <a:gd name="connsiteX218" fmla="*/ 5401644 w 7467600"/>
              <a:gd name="connsiteY218" fmla="*/ 3617847 h 6858000"/>
              <a:gd name="connsiteX219" fmla="*/ 5467256 w 7467600"/>
              <a:gd name="connsiteY219" fmla="*/ 4175494 h 6858000"/>
              <a:gd name="connsiteX220" fmla="*/ 5448069 w 7467600"/>
              <a:gd name="connsiteY220" fmla="*/ 3567554 h 6858000"/>
              <a:gd name="connsiteX221" fmla="*/ 5425834 w 7467600"/>
              <a:gd name="connsiteY221" fmla="*/ 3162785 h 6858000"/>
              <a:gd name="connsiteX222" fmla="*/ 1318687 w 7467600"/>
              <a:gd name="connsiteY222" fmla="*/ 3113840 h 6858000"/>
              <a:gd name="connsiteX223" fmla="*/ 1066793 w 7467600"/>
              <a:gd name="connsiteY223" fmla="*/ 3212171 h 6858000"/>
              <a:gd name="connsiteX224" fmla="*/ 993319 w 7467600"/>
              <a:gd name="connsiteY224" fmla="*/ 3247648 h 6858000"/>
              <a:gd name="connsiteX225" fmla="*/ 853081 w 7467600"/>
              <a:gd name="connsiteY225" fmla="*/ 3312410 h 6858000"/>
              <a:gd name="connsiteX226" fmla="*/ 805957 w 7467600"/>
              <a:gd name="connsiteY226" fmla="*/ 3330443 h 6858000"/>
              <a:gd name="connsiteX227" fmla="*/ 1318687 w 7467600"/>
              <a:gd name="connsiteY227" fmla="*/ 3113840 h 6858000"/>
              <a:gd name="connsiteX228" fmla="*/ 5453702 w 7467600"/>
              <a:gd name="connsiteY228" fmla="*/ 3090882 h 6858000"/>
              <a:gd name="connsiteX229" fmla="*/ 5480135 w 7467600"/>
              <a:gd name="connsiteY229" fmla="*/ 3565802 h 6858000"/>
              <a:gd name="connsiteX230" fmla="*/ 5499023 w 7467600"/>
              <a:gd name="connsiteY230" fmla="*/ 4166310 h 6858000"/>
              <a:gd name="connsiteX231" fmla="*/ 5547022 w 7467600"/>
              <a:gd name="connsiteY231" fmla="*/ 3607838 h 6858000"/>
              <a:gd name="connsiteX232" fmla="*/ 5515964 w 7467600"/>
              <a:gd name="connsiteY232" fmla="*/ 3378541 h 6858000"/>
              <a:gd name="connsiteX233" fmla="*/ 5453702 w 7467600"/>
              <a:gd name="connsiteY233" fmla="*/ 3090882 h 6858000"/>
              <a:gd name="connsiteX234" fmla="*/ 1238695 w 7467600"/>
              <a:gd name="connsiteY234" fmla="*/ 3076820 h 6858000"/>
              <a:gd name="connsiteX235" fmla="*/ 716371 w 7467600"/>
              <a:gd name="connsiteY235" fmla="*/ 3293249 h 6858000"/>
              <a:gd name="connsiteX236" fmla="*/ 579522 w 7467600"/>
              <a:gd name="connsiteY236" fmla="*/ 3371759 h 6858000"/>
              <a:gd name="connsiteX237" fmla="*/ 600288 w 7467600"/>
              <a:gd name="connsiteY237" fmla="*/ 3365555 h 6858000"/>
              <a:gd name="connsiteX238" fmla="*/ 840692 w 7467600"/>
              <a:gd name="connsiteY238" fmla="*/ 3284921 h 6858000"/>
              <a:gd name="connsiteX239" fmla="*/ 979248 w 7467600"/>
              <a:gd name="connsiteY239" fmla="*/ 3221003 h 6858000"/>
              <a:gd name="connsiteX240" fmla="*/ 1053282 w 7467600"/>
              <a:gd name="connsiteY240" fmla="*/ 3185247 h 6858000"/>
              <a:gd name="connsiteX241" fmla="*/ 1320603 w 7467600"/>
              <a:gd name="connsiteY241" fmla="*/ 3081281 h 6858000"/>
              <a:gd name="connsiteX242" fmla="*/ 1238695 w 7467600"/>
              <a:gd name="connsiteY242" fmla="*/ 3076820 h 6858000"/>
              <a:gd name="connsiteX243" fmla="*/ 5425627 w 7467600"/>
              <a:gd name="connsiteY243" fmla="*/ 2954192 h 6858000"/>
              <a:gd name="connsiteX244" fmla="*/ 5470770 w 7467600"/>
              <a:gd name="connsiteY244" fmla="*/ 3005435 h 6858000"/>
              <a:gd name="connsiteX245" fmla="*/ 5519779 w 7467600"/>
              <a:gd name="connsiteY245" fmla="*/ 4359223 h 6858000"/>
              <a:gd name="connsiteX246" fmla="*/ 5520293 w 7467600"/>
              <a:gd name="connsiteY246" fmla="*/ 4360602 h 6858000"/>
              <a:gd name="connsiteX247" fmla="*/ 5767221 w 7467600"/>
              <a:gd name="connsiteY247" fmla="*/ 4665564 h 6858000"/>
              <a:gd name="connsiteX248" fmla="*/ 6937169 w 7467600"/>
              <a:gd name="connsiteY248" fmla="*/ 4815941 h 6858000"/>
              <a:gd name="connsiteX249" fmla="*/ 6953922 w 7467600"/>
              <a:gd name="connsiteY249" fmla="*/ 4890068 h 6858000"/>
              <a:gd name="connsiteX250" fmla="*/ 6071359 w 7467600"/>
              <a:gd name="connsiteY250" fmla="*/ 4770770 h 6858000"/>
              <a:gd name="connsiteX251" fmla="*/ 6038839 w 7467600"/>
              <a:gd name="connsiteY251" fmla="*/ 4764474 h 6858000"/>
              <a:gd name="connsiteX252" fmla="*/ 6038706 w 7467600"/>
              <a:gd name="connsiteY252" fmla="*/ 4763847 h 6858000"/>
              <a:gd name="connsiteX253" fmla="*/ 6037784 w 7467600"/>
              <a:gd name="connsiteY253" fmla="*/ 4764270 h 6858000"/>
              <a:gd name="connsiteX254" fmla="*/ 6038839 w 7467600"/>
              <a:gd name="connsiteY254" fmla="*/ 4764474 h 6858000"/>
              <a:gd name="connsiteX255" fmla="*/ 6040338 w 7467600"/>
              <a:gd name="connsiteY255" fmla="*/ 4771418 h 6858000"/>
              <a:gd name="connsiteX256" fmla="*/ 6024488 w 7467600"/>
              <a:gd name="connsiteY256" fmla="*/ 4809903 h 6858000"/>
              <a:gd name="connsiteX257" fmla="*/ 5599771 w 7467600"/>
              <a:gd name="connsiteY257" fmla="*/ 5509652 h 6858000"/>
              <a:gd name="connsiteX258" fmla="*/ 5548843 w 7467600"/>
              <a:gd name="connsiteY258" fmla="*/ 5563845 h 6858000"/>
              <a:gd name="connsiteX259" fmla="*/ 5940952 w 7467600"/>
              <a:gd name="connsiteY259" fmla="*/ 6250028 h 6858000"/>
              <a:gd name="connsiteX260" fmla="*/ 6043441 w 7467600"/>
              <a:gd name="connsiteY260" fmla="*/ 6665847 h 6858000"/>
              <a:gd name="connsiteX261" fmla="*/ 6093432 w 7467600"/>
              <a:gd name="connsiteY261" fmla="*/ 6858000 h 6858000"/>
              <a:gd name="connsiteX262" fmla="*/ 6034344 w 7467600"/>
              <a:gd name="connsiteY262" fmla="*/ 6858000 h 6858000"/>
              <a:gd name="connsiteX263" fmla="*/ 6026679 w 7467600"/>
              <a:gd name="connsiteY263" fmla="*/ 6836959 h 6858000"/>
              <a:gd name="connsiteX264" fmla="*/ 5800441 w 7467600"/>
              <a:gd name="connsiteY264" fmla="*/ 6335286 h 6858000"/>
              <a:gd name="connsiteX265" fmla="*/ 5526562 w 7467600"/>
              <a:gd name="connsiteY265" fmla="*/ 5705388 h 6858000"/>
              <a:gd name="connsiteX266" fmla="*/ 5519640 w 7467600"/>
              <a:gd name="connsiteY266" fmla="*/ 5683774 h 6858000"/>
              <a:gd name="connsiteX267" fmla="*/ 5844559 w 7467600"/>
              <a:gd name="connsiteY267" fmla="*/ 6553349 h 6858000"/>
              <a:gd name="connsiteX268" fmla="*/ 5975994 w 7467600"/>
              <a:gd name="connsiteY268" fmla="*/ 6858000 h 6858000"/>
              <a:gd name="connsiteX269" fmla="*/ 5898547 w 7467600"/>
              <a:gd name="connsiteY269" fmla="*/ 6858000 h 6858000"/>
              <a:gd name="connsiteX270" fmla="*/ 5682041 w 7467600"/>
              <a:gd name="connsiteY270" fmla="*/ 6355860 h 6858000"/>
              <a:gd name="connsiteX271" fmla="*/ 5461758 w 7467600"/>
              <a:gd name="connsiteY271" fmla="*/ 5820220 h 6858000"/>
              <a:gd name="connsiteX272" fmla="*/ 5237282 w 7467600"/>
              <a:gd name="connsiteY272" fmla="*/ 6579086 h 6858000"/>
              <a:gd name="connsiteX273" fmla="*/ 5115009 w 7467600"/>
              <a:gd name="connsiteY273" fmla="*/ 6858000 h 6858000"/>
              <a:gd name="connsiteX274" fmla="*/ 5028074 w 7467600"/>
              <a:gd name="connsiteY274" fmla="*/ 6858000 h 6858000"/>
              <a:gd name="connsiteX275" fmla="*/ 5079508 w 7467600"/>
              <a:gd name="connsiteY275" fmla="*/ 6749074 h 6858000"/>
              <a:gd name="connsiteX276" fmla="*/ 5371846 w 7467600"/>
              <a:gd name="connsiteY276" fmla="*/ 5924413 h 6858000"/>
              <a:gd name="connsiteX277" fmla="*/ 5270512 w 7467600"/>
              <a:gd name="connsiteY277" fmla="*/ 6138975 h 6858000"/>
              <a:gd name="connsiteX278" fmla="*/ 5062409 w 7467600"/>
              <a:gd name="connsiteY278" fmla="*/ 6653544 h 6858000"/>
              <a:gd name="connsiteX279" fmla="*/ 5036628 w 7467600"/>
              <a:gd name="connsiteY279" fmla="*/ 6754247 h 6858000"/>
              <a:gd name="connsiteX280" fmla="*/ 5009112 w 7467600"/>
              <a:gd name="connsiteY280" fmla="*/ 6858000 h 6858000"/>
              <a:gd name="connsiteX281" fmla="*/ 4976679 w 7467600"/>
              <a:gd name="connsiteY281" fmla="*/ 6858000 h 6858000"/>
              <a:gd name="connsiteX282" fmla="*/ 5006537 w 7467600"/>
              <a:gd name="connsiteY282" fmla="*/ 6747068 h 6858000"/>
              <a:gd name="connsiteX283" fmla="*/ 5032723 w 7467600"/>
              <a:gd name="connsiteY283" fmla="*/ 6644957 h 6858000"/>
              <a:gd name="connsiteX284" fmla="*/ 5242949 w 7467600"/>
              <a:gd name="connsiteY284" fmla="*/ 6125175 h 6858000"/>
              <a:gd name="connsiteX285" fmla="*/ 5286321 w 7467600"/>
              <a:gd name="connsiteY285" fmla="*/ 6033555 h 6858000"/>
              <a:gd name="connsiteX286" fmla="*/ 5008210 w 7467600"/>
              <a:gd name="connsiteY286" fmla="*/ 6649194 h 6858000"/>
              <a:gd name="connsiteX287" fmla="*/ 4986321 w 7467600"/>
              <a:gd name="connsiteY287" fmla="*/ 6765687 h 6858000"/>
              <a:gd name="connsiteX288" fmla="*/ 4973474 w 7467600"/>
              <a:gd name="connsiteY288" fmla="*/ 6858000 h 6858000"/>
              <a:gd name="connsiteX289" fmla="*/ 4907178 w 7467600"/>
              <a:gd name="connsiteY289" fmla="*/ 6858000 h 6858000"/>
              <a:gd name="connsiteX290" fmla="*/ 4910810 w 7467600"/>
              <a:gd name="connsiteY290" fmla="*/ 6829660 h 6858000"/>
              <a:gd name="connsiteX291" fmla="*/ 4987461 w 7467600"/>
              <a:gd name="connsiteY291" fmla="*/ 6432994 h 6858000"/>
              <a:gd name="connsiteX292" fmla="*/ 5179262 w 7467600"/>
              <a:gd name="connsiteY292" fmla="*/ 6035044 h 6858000"/>
              <a:gd name="connsiteX293" fmla="*/ 4689678 w 7467600"/>
              <a:gd name="connsiteY293" fmla="*/ 6440241 h 6858000"/>
              <a:gd name="connsiteX294" fmla="*/ 4477543 w 7467600"/>
              <a:gd name="connsiteY294" fmla="*/ 6674836 h 6858000"/>
              <a:gd name="connsiteX295" fmla="*/ 4329957 w 7467600"/>
              <a:gd name="connsiteY295" fmla="*/ 6858000 h 6858000"/>
              <a:gd name="connsiteX296" fmla="*/ 4218595 w 7467600"/>
              <a:gd name="connsiteY296" fmla="*/ 6858000 h 6858000"/>
              <a:gd name="connsiteX297" fmla="*/ 4368888 w 7467600"/>
              <a:gd name="connsiteY297" fmla="*/ 6668412 h 6858000"/>
              <a:gd name="connsiteX298" fmla="*/ 4563091 w 7467600"/>
              <a:gd name="connsiteY298" fmla="*/ 6442508 h 6858000"/>
              <a:gd name="connsiteX299" fmla="*/ 5387324 w 7467600"/>
              <a:gd name="connsiteY299" fmla="*/ 5705830 h 6858000"/>
              <a:gd name="connsiteX300" fmla="*/ 5073620 w 7467600"/>
              <a:gd name="connsiteY300" fmla="*/ 5955437 h 6858000"/>
              <a:gd name="connsiteX301" fmla="*/ 4689789 w 7467600"/>
              <a:gd name="connsiteY301" fmla="*/ 6268382 h 6858000"/>
              <a:gd name="connsiteX302" fmla="*/ 4418722 w 7467600"/>
              <a:gd name="connsiteY302" fmla="*/ 6570886 h 6858000"/>
              <a:gd name="connsiteX303" fmla="*/ 4214944 w 7467600"/>
              <a:gd name="connsiteY303" fmla="*/ 6858000 h 6858000"/>
              <a:gd name="connsiteX304" fmla="*/ 4177898 w 7467600"/>
              <a:gd name="connsiteY304" fmla="*/ 6858000 h 6858000"/>
              <a:gd name="connsiteX305" fmla="*/ 4391597 w 7467600"/>
              <a:gd name="connsiteY305" fmla="*/ 6556370 h 6858000"/>
              <a:gd name="connsiteX306" fmla="*/ 4668889 w 7467600"/>
              <a:gd name="connsiteY306" fmla="*/ 6246399 h 6858000"/>
              <a:gd name="connsiteX307" fmla="*/ 5055427 w 7467600"/>
              <a:gd name="connsiteY307" fmla="*/ 5931476 h 6858000"/>
              <a:gd name="connsiteX308" fmla="*/ 5371814 w 7467600"/>
              <a:gd name="connsiteY308" fmla="*/ 5678975 h 6858000"/>
              <a:gd name="connsiteX309" fmla="*/ 4987918 w 7467600"/>
              <a:gd name="connsiteY309" fmla="*/ 5838701 h 6858000"/>
              <a:gd name="connsiteX310" fmla="*/ 4317146 w 7467600"/>
              <a:gd name="connsiteY310" fmla="*/ 6587716 h 6858000"/>
              <a:gd name="connsiteX311" fmla="*/ 4171627 w 7467600"/>
              <a:gd name="connsiteY311" fmla="*/ 6858000 h 6858000"/>
              <a:gd name="connsiteX312" fmla="*/ 4081585 w 7467600"/>
              <a:gd name="connsiteY312" fmla="*/ 6858000 h 6858000"/>
              <a:gd name="connsiteX313" fmla="*/ 4238603 w 7467600"/>
              <a:gd name="connsiteY313" fmla="*/ 6559341 h 6858000"/>
              <a:gd name="connsiteX314" fmla="*/ 4778333 w 7467600"/>
              <a:gd name="connsiteY314" fmla="*/ 5873626 h 6858000"/>
              <a:gd name="connsiteX315" fmla="*/ 5414185 w 7467600"/>
              <a:gd name="connsiteY315" fmla="*/ 5573882 h 6858000"/>
              <a:gd name="connsiteX316" fmla="*/ 5959648 w 7467600"/>
              <a:gd name="connsiteY316" fmla="*/ 4760797 h 6858000"/>
              <a:gd name="connsiteX317" fmla="*/ 5355019 w 7467600"/>
              <a:gd name="connsiteY317" fmla="*/ 4734672 h 6858000"/>
              <a:gd name="connsiteX318" fmla="*/ 5083565 w 7467600"/>
              <a:gd name="connsiteY318" fmla="*/ 5179121 h 6858000"/>
              <a:gd name="connsiteX319" fmla="*/ 4713577 w 7467600"/>
              <a:gd name="connsiteY319" fmla="*/ 5616803 h 6858000"/>
              <a:gd name="connsiteX320" fmla="*/ 3989559 w 7467600"/>
              <a:gd name="connsiteY320" fmla="*/ 6145945 h 6858000"/>
              <a:gd name="connsiteX321" fmla="*/ 3939824 w 7467600"/>
              <a:gd name="connsiteY321" fmla="*/ 6066900 h 6858000"/>
              <a:gd name="connsiteX322" fmla="*/ 4584537 w 7467600"/>
              <a:gd name="connsiteY322" fmla="*/ 5324826 h 6858000"/>
              <a:gd name="connsiteX323" fmla="*/ 5037105 w 7467600"/>
              <a:gd name="connsiteY323" fmla="*/ 5088765 h 6858000"/>
              <a:gd name="connsiteX324" fmla="*/ 5039930 w 7467600"/>
              <a:gd name="connsiteY324" fmla="*/ 5089585 h 6858000"/>
              <a:gd name="connsiteX325" fmla="*/ 5263764 w 7467600"/>
              <a:gd name="connsiteY325" fmla="*/ 4735525 h 6858000"/>
              <a:gd name="connsiteX326" fmla="*/ 4086300 w 7467600"/>
              <a:gd name="connsiteY326" fmla="*/ 4884599 h 6858000"/>
              <a:gd name="connsiteX327" fmla="*/ 4085485 w 7467600"/>
              <a:gd name="connsiteY327" fmla="*/ 4899070 h 6858000"/>
              <a:gd name="connsiteX328" fmla="*/ 3871915 w 7467600"/>
              <a:gd name="connsiteY328" fmla="*/ 5253645 h 6858000"/>
              <a:gd name="connsiteX329" fmla="*/ 3799374 w 7467600"/>
              <a:gd name="connsiteY329" fmla="*/ 5466127 h 6858000"/>
              <a:gd name="connsiteX330" fmla="*/ 3498850 w 7467600"/>
              <a:gd name="connsiteY330" fmla="*/ 6661888 h 6858000"/>
              <a:gd name="connsiteX331" fmla="*/ 3399216 w 7467600"/>
              <a:gd name="connsiteY331" fmla="*/ 6858000 h 6858000"/>
              <a:gd name="connsiteX332" fmla="*/ 3303688 w 7467600"/>
              <a:gd name="connsiteY332" fmla="*/ 6858000 h 6858000"/>
              <a:gd name="connsiteX333" fmla="*/ 3391774 w 7467600"/>
              <a:gd name="connsiteY333" fmla="*/ 6697181 h 6858000"/>
              <a:gd name="connsiteX334" fmla="*/ 3735540 w 7467600"/>
              <a:gd name="connsiteY334" fmla="*/ 5546923 h 6858000"/>
              <a:gd name="connsiteX335" fmla="*/ 3729438 w 7467600"/>
              <a:gd name="connsiteY335" fmla="*/ 5569058 h 6858000"/>
              <a:gd name="connsiteX336" fmla="*/ 3707782 w 7467600"/>
              <a:gd name="connsiteY336" fmla="*/ 5644908 h 6858000"/>
              <a:gd name="connsiteX337" fmla="*/ 3583827 w 7467600"/>
              <a:gd name="connsiteY337" fmla="*/ 6039215 h 6858000"/>
              <a:gd name="connsiteX338" fmla="*/ 3547861 w 7467600"/>
              <a:gd name="connsiteY338" fmla="*/ 6129609 h 6858000"/>
              <a:gd name="connsiteX339" fmla="*/ 3490905 w 7467600"/>
              <a:gd name="connsiteY339" fmla="*/ 6277660 h 6858000"/>
              <a:gd name="connsiteX340" fmla="*/ 3455859 w 7467600"/>
              <a:gd name="connsiteY340" fmla="*/ 6391301 h 6858000"/>
              <a:gd name="connsiteX341" fmla="*/ 3429112 w 7467600"/>
              <a:gd name="connsiteY341" fmla="*/ 6479469 h 6858000"/>
              <a:gd name="connsiteX342" fmla="*/ 3304862 w 7467600"/>
              <a:gd name="connsiteY342" fmla="*/ 6796476 h 6858000"/>
              <a:gd name="connsiteX343" fmla="*/ 3276071 w 7467600"/>
              <a:gd name="connsiteY343" fmla="*/ 6858000 h 6858000"/>
              <a:gd name="connsiteX344" fmla="*/ 3240805 w 7467600"/>
              <a:gd name="connsiteY344" fmla="*/ 6858000 h 6858000"/>
              <a:gd name="connsiteX345" fmla="*/ 3275917 w 7467600"/>
              <a:gd name="connsiteY345" fmla="*/ 6783192 h 6858000"/>
              <a:gd name="connsiteX346" fmla="*/ 3399358 w 7467600"/>
              <a:gd name="connsiteY346" fmla="*/ 6469011 h 6858000"/>
              <a:gd name="connsiteX347" fmla="*/ 3425650 w 7467600"/>
              <a:gd name="connsiteY347" fmla="*/ 6381333 h 6858000"/>
              <a:gd name="connsiteX348" fmla="*/ 3460661 w 7467600"/>
              <a:gd name="connsiteY348" fmla="*/ 6266763 h 6858000"/>
              <a:gd name="connsiteX349" fmla="*/ 3518021 w 7467600"/>
              <a:gd name="connsiteY349" fmla="*/ 6117298 h 6858000"/>
              <a:gd name="connsiteX350" fmla="*/ 3554035 w 7467600"/>
              <a:gd name="connsiteY350" fmla="*/ 6027832 h 6858000"/>
              <a:gd name="connsiteX351" fmla="*/ 3677174 w 7467600"/>
              <a:gd name="connsiteY351" fmla="*/ 5636351 h 6858000"/>
              <a:gd name="connsiteX352" fmla="*/ 3698819 w 7467600"/>
              <a:gd name="connsiteY352" fmla="*/ 5560503 h 6858000"/>
              <a:gd name="connsiteX353" fmla="*/ 3702094 w 7467600"/>
              <a:gd name="connsiteY353" fmla="*/ 5549194 h 6858000"/>
              <a:gd name="connsiteX354" fmla="*/ 3398355 w 7467600"/>
              <a:gd name="connsiteY354" fmla="*/ 6094603 h 6858000"/>
              <a:gd name="connsiteX355" fmla="*/ 3193941 w 7467600"/>
              <a:gd name="connsiteY355" fmla="*/ 6798775 h 6858000"/>
              <a:gd name="connsiteX356" fmla="*/ 3184140 w 7467600"/>
              <a:gd name="connsiteY356" fmla="*/ 6858000 h 6858000"/>
              <a:gd name="connsiteX357" fmla="*/ 3099978 w 7467600"/>
              <a:gd name="connsiteY357" fmla="*/ 6858000 h 6858000"/>
              <a:gd name="connsiteX358" fmla="*/ 3101556 w 7467600"/>
              <a:gd name="connsiteY358" fmla="*/ 6843337 h 6858000"/>
              <a:gd name="connsiteX359" fmla="*/ 3370162 w 7467600"/>
              <a:gd name="connsiteY359" fmla="*/ 5785550 h 6858000"/>
              <a:gd name="connsiteX360" fmla="*/ 3746477 w 7467600"/>
              <a:gd name="connsiteY360" fmla="*/ 5377889 h 6858000"/>
              <a:gd name="connsiteX361" fmla="*/ 3863399 w 7467600"/>
              <a:gd name="connsiteY361" fmla="*/ 5087257 h 6858000"/>
              <a:gd name="connsiteX362" fmla="*/ 3968712 w 7467600"/>
              <a:gd name="connsiteY362" fmla="*/ 4913989 h 6858000"/>
              <a:gd name="connsiteX363" fmla="*/ 2792390 w 7467600"/>
              <a:gd name="connsiteY363" fmla="*/ 5382974 h 6858000"/>
              <a:gd name="connsiteX364" fmla="*/ 2714982 w 7467600"/>
              <a:gd name="connsiteY364" fmla="*/ 5427051 h 6858000"/>
              <a:gd name="connsiteX365" fmla="*/ 2813361 w 7467600"/>
              <a:gd name="connsiteY365" fmla="*/ 6023912 h 6858000"/>
              <a:gd name="connsiteX366" fmla="*/ 2688430 w 7467600"/>
              <a:gd name="connsiteY366" fmla="*/ 6801564 h 6858000"/>
              <a:gd name="connsiteX367" fmla="*/ 2629626 w 7467600"/>
              <a:gd name="connsiteY367" fmla="*/ 6763394 h 6858000"/>
              <a:gd name="connsiteX368" fmla="*/ 2565328 w 7467600"/>
              <a:gd name="connsiteY368" fmla="*/ 5516399 h 6858000"/>
              <a:gd name="connsiteX369" fmla="*/ 1922999 w 7467600"/>
              <a:gd name="connsiteY369" fmla="*/ 5980343 h 6858000"/>
              <a:gd name="connsiteX370" fmla="*/ 1950261 w 7467600"/>
              <a:gd name="connsiteY370" fmla="*/ 6405858 h 6858000"/>
              <a:gd name="connsiteX371" fmla="*/ 2365554 w 7467600"/>
              <a:gd name="connsiteY371" fmla="*/ 6759107 h 6858000"/>
              <a:gd name="connsiteX372" fmla="*/ 2424142 w 7467600"/>
              <a:gd name="connsiteY372" fmla="*/ 6858000 h 6858000"/>
              <a:gd name="connsiteX373" fmla="*/ 2395994 w 7467600"/>
              <a:gd name="connsiteY373" fmla="*/ 6858000 h 6858000"/>
              <a:gd name="connsiteX374" fmla="*/ 2392863 w 7467600"/>
              <a:gd name="connsiteY374" fmla="*/ 6852964 h 6858000"/>
              <a:gd name="connsiteX375" fmla="*/ 2017589 w 7467600"/>
              <a:gd name="connsiteY375" fmla="*/ 6493982 h 6858000"/>
              <a:gd name="connsiteX376" fmla="*/ 2147336 w 7467600"/>
              <a:gd name="connsiteY376" fmla="*/ 6594052 h 6858000"/>
              <a:gd name="connsiteX377" fmla="*/ 2207047 w 7467600"/>
              <a:gd name="connsiteY377" fmla="*/ 6654540 h 6858000"/>
              <a:gd name="connsiteX378" fmla="*/ 2299106 w 7467600"/>
              <a:gd name="connsiteY378" fmla="*/ 6778931 h 6858000"/>
              <a:gd name="connsiteX379" fmla="*/ 2314430 w 7467600"/>
              <a:gd name="connsiteY379" fmla="*/ 6801144 h 6858000"/>
              <a:gd name="connsiteX380" fmla="*/ 2352406 w 7467600"/>
              <a:gd name="connsiteY380" fmla="*/ 6858000 h 6858000"/>
              <a:gd name="connsiteX381" fmla="*/ 2314492 w 7467600"/>
              <a:gd name="connsiteY381" fmla="*/ 6858000 h 6858000"/>
              <a:gd name="connsiteX382" fmla="*/ 2288095 w 7467600"/>
              <a:gd name="connsiteY382" fmla="*/ 6818030 h 6858000"/>
              <a:gd name="connsiteX383" fmla="*/ 2272768 w 7467600"/>
              <a:gd name="connsiteY383" fmla="*/ 6795822 h 6858000"/>
              <a:gd name="connsiteX384" fmla="*/ 2182715 w 7467600"/>
              <a:gd name="connsiteY384" fmla="*/ 6675071 h 6858000"/>
              <a:gd name="connsiteX385" fmla="*/ 2032061 w 7467600"/>
              <a:gd name="connsiteY385" fmla="*/ 6541380 h 6858000"/>
              <a:gd name="connsiteX386" fmla="*/ 2257220 w 7467600"/>
              <a:gd name="connsiteY386" fmla="*/ 6826257 h 6858000"/>
              <a:gd name="connsiteX387" fmla="*/ 2281324 w 7467600"/>
              <a:gd name="connsiteY387" fmla="*/ 6858000 h 6858000"/>
              <a:gd name="connsiteX388" fmla="*/ 2242860 w 7467600"/>
              <a:gd name="connsiteY388" fmla="*/ 6858000 h 6858000"/>
              <a:gd name="connsiteX389" fmla="*/ 2232818 w 7467600"/>
              <a:gd name="connsiteY389" fmla="*/ 6844926 h 6858000"/>
              <a:gd name="connsiteX390" fmla="*/ 1990172 w 7467600"/>
              <a:gd name="connsiteY390" fmla="*/ 6542121 h 6858000"/>
              <a:gd name="connsiteX391" fmla="*/ 2124090 w 7467600"/>
              <a:gd name="connsiteY391" fmla="*/ 6761017 h 6858000"/>
              <a:gd name="connsiteX392" fmla="*/ 2200380 w 7467600"/>
              <a:gd name="connsiteY392" fmla="*/ 6858000 h 6858000"/>
              <a:gd name="connsiteX393" fmla="*/ 2147507 w 7467600"/>
              <a:gd name="connsiteY393" fmla="*/ 6858000 h 6858000"/>
              <a:gd name="connsiteX394" fmla="*/ 2070668 w 7467600"/>
              <a:gd name="connsiteY394" fmla="*/ 6761520 h 6858000"/>
              <a:gd name="connsiteX395" fmla="*/ 1975142 w 7467600"/>
              <a:gd name="connsiteY395" fmla="*/ 6585570 h 6858000"/>
              <a:gd name="connsiteX396" fmla="*/ 2050035 w 7467600"/>
              <a:gd name="connsiteY396" fmla="*/ 6813345 h 6858000"/>
              <a:gd name="connsiteX397" fmla="*/ 2063025 w 7467600"/>
              <a:gd name="connsiteY397" fmla="*/ 6858000 h 6858000"/>
              <a:gd name="connsiteX398" fmla="*/ 2021675 w 7467600"/>
              <a:gd name="connsiteY398" fmla="*/ 6858000 h 6858000"/>
              <a:gd name="connsiteX399" fmla="*/ 2019308 w 7467600"/>
              <a:gd name="connsiteY399" fmla="*/ 6847118 h 6858000"/>
              <a:gd name="connsiteX400" fmla="*/ 1938835 w 7467600"/>
              <a:gd name="connsiteY400" fmla="*/ 6551160 h 6858000"/>
              <a:gd name="connsiteX401" fmla="*/ 1953230 w 7467600"/>
              <a:gd name="connsiteY401" fmla="*/ 6759699 h 6858000"/>
              <a:gd name="connsiteX402" fmla="*/ 1956763 w 7467600"/>
              <a:gd name="connsiteY402" fmla="*/ 6778191 h 6858000"/>
              <a:gd name="connsiteX403" fmla="*/ 1967925 w 7467600"/>
              <a:gd name="connsiteY403" fmla="*/ 6858000 h 6858000"/>
              <a:gd name="connsiteX404" fmla="*/ 1936622 w 7467600"/>
              <a:gd name="connsiteY404" fmla="*/ 6858000 h 6858000"/>
              <a:gd name="connsiteX405" fmla="*/ 1926261 w 7467600"/>
              <a:gd name="connsiteY405" fmla="*/ 6784064 h 6858000"/>
              <a:gd name="connsiteX406" fmla="*/ 1922724 w 7467600"/>
              <a:gd name="connsiteY406" fmla="*/ 6765577 h 6858000"/>
              <a:gd name="connsiteX407" fmla="*/ 1904650 w 7467600"/>
              <a:gd name="connsiteY407" fmla="*/ 6639616 h 6858000"/>
              <a:gd name="connsiteX408" fmla="*/ 1885273 w 7467600"/>
              <a:gd name="connsiteY408" fmla="*/ 6858000 h 6858000"/>
              <a:gd name="connsiteX409" fmla="*/ 1854363 w 7467600"/>
              <a:gd name="connsiteY409" fmla="*/ 6858000 h 6858000"/>
              <a:gd name="connsiteX410" fmla="*/ 1880391 w 7467600"/>
              <a:gd name="connsiteY410" fmla="*/ 6603796 h 6858000"/>
              <a:gd name="connsiteX411" fmla="*/ 1818273 w 7467600"/>
              <a:gd name="connsiteY411" fmla="*/ 6715729 h 6858000"/>
              <a:gd name="connsiteX412" fmla="*/ 1794691 w 7467600"/>
              <a:gd name="connsiteY412" fmla="*/ 6843239 h 6858000"/>
              <a:gd name="connsiteX413" fmla="*/ 1794914 w 7467600"/>
              <a:gd name="connsiteY413" fmla="*/ 6858000 h 6858000"/>
              <a:gd name="connsiteX414" fmla="*/ 1746128 w 7467600"/>
              <a:gd name="connsiteY414" fmla="*/ 6858000 h 6858000"/>
              <a:gd name="connsiteX415" fmla="*/ 1753934 w 7467600"/>
              <a:gd name="connsiteY415" fmla="*/ 6724796 h 6858000"/>
              <a:gd name="connsiteX416" fmla="*/ 1792053 w 7467600"/>
              <a:gd name="connsiteY416" fmla="*/ 6572396 h 6858000"/>
              <a:gd name="connsiteX417" fmla="*/ 1862248 w 7467600"/>
              <a:gd name="connsiteY417" fmla="*/ 6266397 h 6858000"/>
              <a:gd name="connsiteX418" fmla="*/ 1862250 w 7467600"/>
              <a:gd name="connsiteY418" fmla="*/ 6033531 h 6858000"/>
              <a:gd name="connsiteX419" fmla="*/ 1211999 w 7467600"/>
              <a:gd name="connsiteY419" fmla="*/ 6683610 h 6858000"/>
              <a:gd name="connsiteX420" fmla="*/ 1213266 w 7467600"/>
              <a:gd name="connsiteY420" fmla="*/ 6691947 h 6858000"/>
              <a:gd name="connsiteX421" fmla="*/ 1203370 w 7467600"/>
              <a:gd name="connsiteY421" fmla="*/ 6850676 h 6858000"/>
              <a:gd name="connsiteX422" fmla="*/ 1203671 w 7467600"/>
              <a:gd name="connsiteY422" fmla="*/ 6858000 h 6858000"/>
              <a:gd name="connsiteX423" fmla="*/ 1143180 w 7467600"/>
              <a:gd name="connsiteY423" fmla="*/ 6858000 h 6858000"/>
              <a:gd name="connsiteX424" fmla="*/ 1142176 w 7467600"/>
              <a:gd name="connsiteY424" fmla="*/ 6766045 h 6858000"/>
              <a:gd name="connsiteX425" fmla="*/ 1067484 w 7467600"/>
              <a:gd name="connsiteY425" fmla="*/ 6858000 h 6858000"/>
              <a:gd name="connsiteX426" fmla="*/ 953928 w 7467600"/>
              <a:gd name="connsiteY426" fmla="*/ 6858000 h 6858000"/>
              <a:gd name="connsiteX427" fmla="*/ 959715 w 7467600"/>
              <a:gd name="connsiteY427" fmla="*/ 6850185 h 6858000"/>
              <a:gd name="connsiteX428" fmla="*/ 1483788 w 7467600"/>
              <a:gd name="connsiteY428" fmla="*/ 6259174 h 6858000"/>
              <a:gd name="connsiteX429" fmla="*/ 1100671 w 7467600"/>
              <a:gd name="connsiteY429" fmla="*/ 6252137 h 6858000"/>
              <a:gd name="connsiteX430" fmla="*/ 1090144 w 7467600"/>
              <a:gd name="connsiteY430" fmla="*/ 6256748 h 6858000"/>
              <a:gd name="connsiteX431" fmla="*/ 1095872 w 7467600"/>
              <a:gd name="connsiteY431" fmla="*/ 6271892 h 6858000"/>
              <a:gd name="connsiteX432" fmla="*/ 262785 w 7467600"/>
              <a:gd name="connsiteY432" fmla="*/ 6845450 h 6858000"/>
              <a:gd name="connsiteX433" fmla="*/ 209968 w 7467600"/>
              <a:gd name="connsiteY433" fmla="*/ 6770713 h 6858000"/>
              <a:gd name="connsiteX434" fmla="*/ 873460 w 7467600"/>
              <a:gd name="connsiteY434" fmla="*/ 6253768 h 6858000"/>
              <a:gd name="connsiteX435" fmla="*/ 192686 w 7467600"/>
              <a:gd name="connsiteY435" fmla="*/ 5849257 h 6858000"/>
              <a:gd name="connsiteX436" fmla="*/ 4696 w 7467600"/>
              <a:gd name="connsiteY436" fmla="*/ 5697668 h 6858000"/>
              <a:gd name="connsiteX437" fmla="*/ 0 w 7467600"/>
              <a:gd name="connsiteY437" fmla="*/ 5689984 h 6858000"/>
              <a:gd name="connsiteX438" fmla="*/ 0 w 7467600"/>
              <a:gd name="connsiteY438" fmla="*/ 5513472 h 6858000"/>
              <a:gd name="connsiteX439" fmla="*/ 174101 w 7467600"/>
              <a:gd name="connsiteY439" fmla="*/ 5620277 h 6858000"/>
              <a:gd name="connsiteX440" fmla="*/ 891800 w 7467600"/>
              <a:gd name="connsiteY440" fmla="*/ 6036935 h 6858000"/>
              <a:gd name="connsiteX441" fmla="*/ 1072219 w 7467600"/>
              <a:gd name="connsiteY441" fmla="*/ 6169443 h 6858000"/>
              <a:gd name="connsiteX442" fmla="*/ 1074117 w 7467600"/>
              <a:gd name="connsiteY442" fmla="*/ 6170301 h 6858000"/>
              <a:gd name="connsiteX443" fmla="*/ 1083114 w 7467600"/>
              <a:gd name="connsiteY443" fmla="*/ 6174131 h 6858000"/>
              <a:gd name="connsiteX444" fmla="*/ 1543010 w 7467600"/>
              <a:gd name="connsiteY444" fmla="*/ 6191140 h 6858000"/>
              <a:gd name="connsiteX445" fmla="*/ 1551080 w 7467600"/>
              <a:gd name="connsiteY445" fmla="*/ 6195006 h 6858000"/>
              <a:gd name="connsiteX446" fmla="*/ 2345443 w 7467600"/>
              <a:gd name="connsiteY446" fmla="*/ 5549882 h 6858000"/>
              <a:gd name="connsiteX447" fmla="*/ 1721499 w 7467600"/>
              <a:gd name="connsiteY447" fmla="*/ 5599969 h 6858000"/>
              <a:gd name="connsiteX448" fmla="*/ 767716 w 7467600"/>
              <a:gd name="connsiteY448" fmla="*/ 5472768 h 6858000"/>
              <a:gd name="connsiteX449" fmla="*/ 722147 w 7467600"/>
              <a:gd name="connsiteY449" fmla="*/ 5393091 h 6858000"/>
              <a:gd name="connsiteX450" fmla="*/ 1485552 w 7467600"/>
              <a:gd name="connsiteY450" fmla="*/ 5313202 h 6858000"/>
              <a:gd name="connsiteX451" fmla="*/ 2143004 w 7467600"/>
              <a:gd name="connsiteY451" fmla="*/ 5402420 h 6858000"/>
              <a:gd name="connsiteX452" fmla="*/ 1933391 w 7467600"/>
              <a:gd name="connsiteY452" fmla="*/ 5156971 h 6858000"/>
              <a:gd name="connsiteX453" fmla="*/ 1827118 w 7467600"/>
              <a:gd name="connsiteY453" fmla="*/ 4968410 h 6858000"/>
              <a:gd name="connsiteX454" fmla="*/ 1837349 w 7467600"/>
              <a:gd name="connsiteY454" fmla="*/ 4956357 h 6858000"/>
              <a:gd name="connsiteX455" fmla="*/ 2162835 w 7467600"/>
              <a:gd name="connsiteY455" fmla="*/ 5187853 h 6858000"/>
              <a:gd name="connsiteX456" fmla="*/ 2257167 w 7467600"/>
              <a:gd name="connsiteY456" fmla="*/ 5462123 h 6858000"/>
              <a:gd name="connsiteX457" fmla="*/ 2261598 w 7467600"/>
              <a:gd name="connsiteY457" fmla="*/ 5467998 h 6858000"/>
              <a:gd name="connsiteX458" fmla="*/ 2437177 w 7467600"/>
              <a:gd name="connsiteY458" fmla="*/ 5479608 h 6858000"/>
              <a:gd name="connsiteX459" fmla="*/ 2445247 w 7467600"/>
              <a:gd name="connsiteY459" fmla="*/ 5483476 h 6858000"/>
              <a:gd name="connsiteX460" fmla="*/ 2743626 w 7467600"/>
              <a:gd name="connsiteY460" fmla="*/ 5304819 h 6858000"/>
              <a:gd name="connsiteX461" fmla="*/ 3048102 w 7467600"/>
              <a:gd name="connsiteY461" fmla="*/ 5150595 h 6858000"/>
              <a:gd name="connsiteX462" fmla="*/ 1799414 w 7467600"/>
              <a:gd name="connsiteY462" fmla="*/ 4694732 h 6858000"/>
              <a:gd name="connsiteX463" fmla="*/ 1771735 w 7467600"/>
              <a:gd name="connsiteY463" fmla="*/ 4619929 h 6858000"/>
              <a:gd name="connsiteX464" fmla="*/ 3104273 w 7467600"/>
              <a:gd name="connsiteY464" fmla="*/ 5076159 h 6858000"/>
              <a:gd name="connsiteX465" fmla="*/ 3113245 w 7467600"/>
              <a:gd name="connsiteY465" fmla="*/ 5090705 h 6858000"/>
              <a:gd name="connsiteX466" fmla="*/ 3126294 w 7467600"/>
              <a:gd name="connsiteY466" fmla="*/ 5114400 h 6858000"/>
              <a:gd name="connsiteX467" fmla="*/ 3937433 w 7467600"/>
              <a:gd name="connsiteY467" fmla="*/ 4830473 h 6858000"/>
              <a:gd name="connsiteX468" fmla="*/ 3590475 w 7467600"/>
              <a:gd name="connsiteY468" fmla="*/ 4597974 h 6858000"/>
              <a:gd name="connsiteX469" fmla="*/ 3100264 w 7467600"/>
              <a:gd name="connsiteY469" fmla="*/ 4579845 h 6858000"/>
              <a:gd name="connsiteX470" fmla="*/ 2183576 w 7467600"/>
              <a:gd name="connsiteY470" fmla="*/ 4227150 h 6858000"/>
              <a:gd name="connsiteX471" fmla="*/ 2151029 w 7467600"/>
              <a:gd name="connsiteY471" fmla="*/ 4146947 h 6858000"/>
              <a:gd name="connsiteX472" fmla="*/ 3563434 w 7467600"/>
              <a:gd name="connsiteY472" fmla="*/ 4469115 h 6858000"/>
              <a:gd name="connsiteX473" fmla="*/ 3177952 w 7467600"/>
              <a:gd name="connsiteY473" fmla="*/ 3657386 h 6858000"/>
              <a:gd name="connsiteX474" fmla="*/ 3189263 w 7467600"/>
              <a:gd name="connsiteY474" fmla="*/ 3625726 h 6858000"/>
              <a:gd name="connsiteX475" fmla="*/ 3560912 w 7467600"/>
              <a:gd name="connsiteY475" fmla="*/ 4079863 h 6858000"/>
              <a:gd name="connsiteX476" fmla="*/ 3626636 w 7467600"/>
              <a:gd name="connsiteY476" fmla="*/ 4512230 h 6858000"/>
              <a:gd name="connsiteX477" fmla="*/ 3653088 w 7467600"/>
              <a:gd name="connsiteY477" fmla="*/ 4521417 h 6858000"/>
              <a:gd name="connsiteX478" fmla="*/ 3988128 w 7467600"/>
              <a:gd name="connsiteY478" fmla="*/ 4817267 h 6858000"/>
              <a:gd name="connsiteX479" fmla="*/ 4830582 w 7467600"/>
              <a:gd name="connsiteY479" fmla="*/ 4676000 h 6858000"/>
              <a:gd name="connsiteX480" fmla="*/ 4830100 w 7467600"/>
              <a:gd name="connsiteY480" fmla="*/ 4675554 h 6858000"/>
              <a:gd name="connsiteX481" fmla="*/ 4036318 w 7467600"/>
              <a:gd name="connsiteY481" fmla="*/ 4147013 h 6858000"/>
              <a:gd name="connsiteX482" fmla="*/ 3432098 w 7467600"/>
              <a:gd name="connsiteY482" fmla="*/ 3537312 h 6858000"/>
              <a:gd name="connsiteX483" fmla="*/ 3446761 w 7467600"/>
              <a:gd name="connsiteY483" fmla="*/ 3461278 h 6858000"/>
              <a:gd name="connsiteX484" fmla="*/ 4419733 w 7467600"/>
              <a:gd name="connsiteY484" fmla="*/ 3963555 h 6858000"/>
              <a:gd name="connsiteX485" fmla="*/ 4781371 w 7467600"/>
              <a:gd name="connsiteY485" fmla="*/ 4458604 h 6858000"/>
              <a:gd name="connsiteX486" fmla="*/ 4780440 w 7467600"/>
              <a:gd name="connsiteY486" fmla="*/ 4470290 h 6858000"/>
              <a:gd name="connsiteX487" fmla="*/ 4898954 w 7467600"/>
              <a:gd name="connsiteY487" fmla="*/ 4662092 h 6858000"/>
              <a:gd name="connsiteX488" fmla="*/ 4900699 w 7467600"/>
              <a:gd name="connsiteY488" fmla="*/ 4670867 h 6858000"/>
              <a:gd name="connsiteX489" fmla="*/ 5714511 w 7467600"/>
              <a:gd name="connsiteY489" fmla="*/ 4663483 h 6858000"/>
              <a:gd name="connsiteX490" fmla="*/ 5464793 w 7467600"/>
              <a:gd name="connsiteY490" fmla="*/ 4393556 h 6858000"/>
              <a:gd name="connsiteX491" fmla="*/ 5461897 w 7467600"/>
              <a:gd name="connsiteY491" fmla="*/ 4390879 h 6858000"/>
              <a:gd name="connsiteX492" fmla="*/ 4294126 w 7467600"/>
              <a:gd name="connsiteY492" fmla="*/ 3303048 h 6858000"/>
              <a:gd name="connsiteX493" fmla="*/ 4305321 w 7467600"/>
              <a:gd name="connsiteY493" fmla="*/ 3256953 h 6858000"/>
              <a:gd name="connsiteX494" fmla="*/ 4949299 w 7467600"/>
              <a:gd name="connsiteY494" fmla="*/ 3766336 h 6858000"/>
              <a:gd name="connsiteX495" fmla="*/ 5291452 w 7467600"/>
              <a:gd name="connsiteY495" fmla="*/ 4076801 h 6858000"/>
              <a:gd name="connsiteX496" fmla="*/ 5434998 w 7467600"/>
              <a:gd name="connsiteY496" fmla="*/ 4254100 h 6858000"/>
              <a:gd name="connsiteX497" fmla="*/ 5351015 w 7467600"/>
              <a:gd name="connsiteY497" fmla="*/ 3760989 h 6858000"/>
              <a:gd name="connsiteX498" fmla="*/ 5413780 w 7467600"/>
              <a:gd name="connsiteY498" fmla="*/ 2966265 h 6858000"/>
              <a:gd name="connsiteX499" fmla="*/ 5425627 w 7467600"/>
              <a:gd name="connsiteY499" fmla="*/ 2954192 h 6858000"/>
              <a:gd name="connsiteX500" fmla="*/ 6604735 w 7467600"/>
              <a:gd name="connsiteY500" fmla="*/ 2041381 h 6858000"/>
              <a:gd name="connsiteX501" fmla="*/ 7204487 w 7467600"/>
              <a:gd name="connsiteY501" fmla="*/ 2742112 h 6858000"/>
              <a:gd name="connsiteX502" fmla="*/ 7131592 w 7467600"/>
              <a:gd name="connsiteY502" fmla="*/ 2672096 h 6858000"/>
              <a:gd name="connsiteX503" fmla="*/ 6996344 w 7467600"/>
              <a:gd name="connsiteY503" fmla="*/ 2518310 h 6858000"/>
              <a:gd name="connsiteX504" fmla="*/ 6735495 w 7467600"/>
              <a:gd name="connsiteY504" fmla="*/ 2196890 h 6858000"/>
              <a:gd name="connsiteX505" fmla="*/ 6721901 w 7467600"/>
              <a:gd name="connsiteY505" fmla="*/ 2179274 h 6858000"/>
              <a:gd name="connsiteX506" fmla="*/ 6604735 w 7467600"/>
              <a:gd name="connsiteY506" fmla="*/ 2041381 h 6858000"/>
              <a:gd name="connsiteX507" fmla="*/ 6591670 w 7467600"/>
              <a:gd name="connsiteY507" fmla="*/ 1988277 h 6858000"/>
              <a:gd name="connsiteX508" fmla="*/ 6747349 w 7467600"/>
              <a:gd name="connsiteY508" fmla="*/ 2160069 h 6858000"/>
              <a:gd name="connsiteX509" fmla="*/ 6760943 w 7467600"/>
              <a:gd name="connsiteY509" fmla="*/ 2177686 h 6858000"/>
              <a:gd name="connsiteX510" fmla="*/ 7021065 w 7467600"/>
              <a:gd name="connsiteY510" fmla="*/ 2498102 h 6858000"/>
              <a:gd name="connsiteX511" fmla="*/ 7155223 w 7467600"/>
              <a:gd name="connsiteY511" fmla="*/ 2650386 h 6858000"/>
              <a:gd name="connsiteX512" fmla="*/ 7203167 w 7467600"/>
              <a:gd name="connsiteY512" fmla="*/ 2697288 h 6858000"/>
              <a:gd name="connsiteX513" fmla="*/ 6937703 w 7467600"/>
              <a:gd name="connsiteY513" fmla="*/ 2321981 h 6858000"/>
              <a:gd name="connsiteX514" fmla="*/ 6591670 w 7467600"/>
              <a:gd name="connsiteY514" fmla="*/ 1988277 h 6858000"/>
              <a:gd name="connsiteX515" fmla="*/ 5798671 w 7467600"/>
              <a:gd name="connsiteY515" fmla="*/ 1981601 h 6858000"/>
              <a:gd name="connsiteX516" fmla="*/ 5754709 w 7467600"/>
              <a:gd name="connsiteY516" fmla="*/ 2071454 h 6858000"/>
              <a:gd name="connsiteX517" fmla="*/ 5763044 w 7467600"/>
              <a:gd name="connsiteY517" fmla="*/ 2842206 h 6858000"/>
              <a:gd name="connsiteX518" fmla="*/ 5764974 w 7467600"/>
              <a:gd name="connsiteY518" fmla="*/ 2799609 h 6858000"/>
              <a:gd name="connsiteX519" fmla="*/ 5767665 w 7467600"/>
              <a:gd name="connsiteY519" fmla="*/ 2666409 h 6858000"/>
              <a:gd name="connsiteX520" fmla="*/ 5763055 w 7467600"/>
              <a:gd name="connsiteY520" fmla="*/ 2579705 h 6858000"/>
              <a:gd name="connsiteX521" fmla="*/ 5758079 w 7467600"/>
              <a:gd name="connsiteY521" fmla="*/ 2492508 h 6858000"/>
              <a:gd name="connsiteX522" fmla="*/ 5779325 w 7467600"/>
              <a:gd name="connsiteY522" fmla="*/ 2197069 h 6858000"/>
              <a:gd name="connsiteX523" fmla="*/ 5798671 w 7467600"/>
              <a:gd name="connsiteY523" fmla="*/ 1981601 h 6858000"/>
              <a:gd name="connsiteX524" fmla="*/ 5829202 w 7467600"/>
              <a:gd name="connsiteY524" fmla="*/ 1971679 h 6858000"/>
              <a:gd name="connsiteX525" fmla="*/ 5809558 w 7467600"/>
              <a:gd name="connsiteY525" fmla="*/ 2198043 h 6858000"/>
              <a:gd name="connsiteX526" fmla="*/ 5788653 w 7467600"/>
              <a:gd name="connsiteY526" fmla="*/ 2489430 h 6858000"/>
              <a:gd name="connsiteX527" fmla="*/ 5793439 w 7467600"/>
              <a:gd name="connsiteY527" fmla="*/ 2575235 h 6858000"/>
              <a:gd name="connsiteX528" fmla="*/ 5796837 w 7467600"/>
              <a:gd name="connsiteY528" fmla="*/ 2637633 h 6858000"/>
              <a:gd name="connsiteX529" fmla="*/ 5818614 w 7467600"/>
              <a:gd name="connsiteY529" fmla="*/ 2473055 h 6858000"/>
              <a:gd name="connsiteX530" fmla="*/ 5829202 w 7467600"/>
              <a:gd name="connsiteY530" fmla="*/ 1971679 h 6858000"/>
              <a:gd name="connsiteX531" fmla="*/ 5911389 w 7467600"/>
              <a:gd name="connsiteY531" fmla="*/ 1898371 h 6858000"/>
              <a:gd name="connsiteX532" fmla="*/ 6237627 w 7467600"/>
              <a:gd name="connsiteY532" fmla="*/ 2231921 h 6858000"/>
              <a:gd name="connsiteX533" fmla="*/ 5911389 w 7467600"/>
              <a:gd name="connsiteY533" fmla="*/ 1898371 h 6858000"/>
              <a:gd name="connsiteX534" fmla="*/ 6944437 w 7467600"/>
              <a:gd name="connsiteY534" fmla="*/ 1575402 h 6858000"/>
              <a:gd name="connsiteX535" fmla="*/ 6304730 w 7467600"/>
              <a:gd name="connsiteY535" fmla="*/ 1766654 h 6858000"/>
              <a:gd name="connsiteX536" fmla="*/ 6944437 w 7467600"/>
              <a:gd name="connsiteY536" fmla="*/ 1575402 h 6858000"/>
              <a:gd name="connsiteX537" fmla="*/ 7019523 w 7467600"/>
              <a:gd name="connsiteY537" fmla="*/ 1519450 h 6858000"/>
              <a:gd name="connsiteX538" fmla="*/ 6298091 w 7467600"/>
              <a:gd name="connsiteY538" fmla="*/ 1737122 h 6858000"/>
              <a:gd name="connsiteX539" fmla="*/ 7019523 w 7467600"/>
              <a:gd name="connsiteY539" fmla="*/ 1519450 h 6858000"/>
              <a:gd name="connsiteX540" fmla="*/ 2399523 w 7467600"/>
              <a:gd name="connsiteY540" fmla="*/ 1428234 h 6858000"/>
              <a:gd name="connsiteX541" fmla="*/ 2224982 w 7467600"/>
              <a:gd name="connsiteY541" fmla="*/ 1826201 h 6858000"/>
              <a:gd name="connsiteX542" fmla="*/ 2096099 w 7467600"/>
              <a:gd name="connsiteY542" fmla="*/ 2345900 h 6858000"/>
              <a:gd name="connsiteX543" fmla="*/ 2283317 w 7467600"/>
              <a:gd name="connsiteY543" fmla="*/ 1796925 h 6858000"/>
              <a:gd name="connsiteX544" fmla="*/ 2399523 w 7467600"/>
              <a:gd name="connsiteY544" fmla="*/ 1428234 h 6858000"/>
              <a:gd name="connsiteX545" fmla="*/ 2448558 w 7467600"/>
              <a:gd name="connsiteY545" fmla="*/ 1373435 h 6858000"/>
              <a:gd name="connsiteX546" fmla="*/ 2312521 w 7467600"/>
              <a:gd name="connsiteY546" fmla="*/ 1806140 h 6858000"/>
              <a:gd name="connsiteX547" fmla="*/ 2127533 w 7467600"/>
              <a:gd name="connsiteY547" fmla="*/ 2348380 h 6858000"/>
              <a:gd name="connsiteX548" fmla="*/ 2358080 w 7467600"/>
              <a:gd name="connsiteY548" fmla="*/ 1866134 h 6858000"/>
              <a:gd name="connsiteX549" fmla="*/ 2407436 w 7467600"/>
              <a:gd name="connsiteY549" fmla="*/ 1651070 h 6858000"/>
              <a:gd name="connsiteX550" fmla="*/ 2448558 w 7467600"/>
              <a:gd name="connsiteY550" fmla="*/ 1373435 h 6858000"/>
              <a:gd name="connsiteX551" fmla="*/ 278707 w 7467600"/>
              <a:gd name="connsiteY551" fmla="*/ 1352270 h 6858000"/>
              <a:gd name="connsiteX552" fmla="*/ 321570 w 7467600"/>
              <a:gd name="connsiteY552" fmla="*/ 1861610 h 6858000"/>
              <a:gd name="connsiteX553" fmla="*/ 294281 w 7467600"/>
              <a:gd name="connsiteY553" fmla="*/ 1440658 h 6858000"/>
              <a:gd name="connsiteX554" fmla="*/ 278707 w 7467600"/>
              <a:gd name="connsiteY554" fmla="*/ 1352270 h 6858000"/>
              <a:gd name="connsiteX555" fmla="*/ 1423821 w 7467600"/>
              <a:gd name="connsiteY555" fmla="*/ 1351958 h 6858000"/>
              <a:gd name="connsiteX556" fmla="*/ 1638521 w 7467600"/>
              <a:gd name="connsiteY556" fmla="*/ 1908470 h 6858000"/>
              <a:gd name="connsiteX557" fmla="*/ 1754199 w 7467600"/>
              <a:gd name="connsiteY557" fmla="*/ 2149284 h 6858000"/>
              <a:gd name="connsiteX558" fmla="*/ 1908359 w 7467600"/>
              <a:gd name="connsiteY558" fmla="*/ 2364988 h 6858000"/>
              <a:gd name="connsiteX559" fmla="*/ 1647661 w 7467600"/>
              <a:gd name="connsiteY559" fmla="*/ 1825945 h 6858000"/>
              <a:gd name="connsiteX560" fmla="*/ 1423821 w 7467600"/>
              <a:gd name="connsiteY560" fmla="*/ 1351958 h 6858000"/>
              <a:gd name="connsiteX561" fmla="*/ 1431890 w 7467600"/>
              <a:gd name="connsiteY561" fmla="*/ 1306475 h 6858000"/>
              <a:gd name="connsiteX562" fmla="*/ 1507597 w 7467600"/>
              <a:gd name="connsiteY562" fmla="*/ 1446132 h 6858000"/>
              <a:gd name="connsiteX563" fmla="*/ 1674586 w 7467600"/>
              <a:gd name="connsiteY563" fmla="*/ 1813832 h 6858000"/>
              <a:gd name="connsiteX564" fmla="*/ 1815950 w 7467600"/>
              <a:gd name="connsiteY564" fmla="*/ 2128564 h 6858000"/>
              <a:gd name="connsiteX565" fmla="*/ 1984242 w 7467600"/>
              <a:gd name="connsiteY565" fmla="*/ 2430829 h 6858000"/>
              <a:gd name="connsiteX566" fmla="*/ 2014023 w 7467600"/>
              <a:gd name="connsiteY566" fmla="*/ 2450995 h 6858000"/>
              <a:gd name="connsiteX567" fmla="*/ 1747337 w 7467600"/>
              <a:gd name="connsiteY567" fmla="*/ 1855264 h 6858000"/>
              <a:gd name="connsiteX568" fmla="*/ 1533749 w 7467600"/>
              <a:gd name="connsiteY568" fmla="*/ 1478656 h 6858000"/>
              <a:gd name="connsiteX569" fmla="*/ 1431890 w 7467600"/>
              <a:gd name="connsiteY569" fmla="*/ 1306475 h 6858000"/>
              <a:gd name="connsiteX570" fmla="*/ 5052692 w 7467600"/>
              <a:gd name="connsiteY570" fmla="*/ 1292994 h 6858000"/>
              <a:gd name="connsiteX571" fmla="*/ 5200661 w 7467600"/>
              <a:gd name="connsiteY571" fmla="*/ 1635186 h 6858000"/>
              <a:gd name="connsiteX572" fmla="*/ 5297138 w 7467600"/>
              <a:gd name="connsiteY572" fmla="*/ 1906351 h 6858000"/>
              <a:gd name="connsiteX573" fmla="*/ 5052692 w 7467600"/>
              <a:gd name="connsiteY573" fmla="*/ 1292994 h 6858000"/>
              <a:gd name="connsiteX574" fmla="*/ 5009948 w 7467600"/>
              <a:gd name="connsiteY574" fmla="*/ 1273619 h 6858000"/>
              <a:gd name="connsiteX575" fmla="*/ 5121777 w 7467600"/>
              <a:gd name="connsiteY575" fmla="*/ 1654213 h 6858000"/>
              <a:gd name="connsiteX576" fmla="*/ 5293545 w 7467600"/>
              <a:gd name="connsiteY576" fmla="*/ 2072247 h 6858000"/>
              <a:gd name="connsiteX577" fmla="*/ 5294042 w 7467600"/>
              <a:gd name="connsiteY577" fmla="*/ 2065019 h 6858000"/>
              <a:gd name="connsiteX578" fmla="*/ 5171936 w 7467600"/>
              <a:gd name="connsiteY578" fmla="*/ 1647613 h 6858000"/>
              <a:gd name="connsiteX579" fmla="*/ 5009948 w 7467600"/>
              <a:gd name="connsiteY579" fmla="*/ 1273619 h 6858000"/>
              <a:gd name="connsiteX580" fmla="*/ 655236 w 7467600"/>
              <a:gd name="connsiteY580" fmla="*/ 1268632 h 6858000"/>
              <a:gd name="connsiteX581" fmla="*/ 839521 w 7467600"/>
              <a:gd name="connsiteY581" fmla="*/ 1685315 h 6858000"/>
              <a:gd name="connsiteX582" fmla="*/ 1109416 w 7467600"/>
              <a:gd name="connsiteY582" fmla="*/ 2061663 h 6858000"/>
              <a:gd name="connsiteX583" fmla="*/ 1298300 w 7467600"/>
              <a:gd name="connsiteY583" fmla="*/ 2247742 h 6858000"/>
              <a:gd name="connsiteX584" fmla="*/ 1125871 w 7467600"/>
              <a:gd name="connsiteY584" fmla="*/ 1989513 h 6858000"/>
              <a:gd name="connsiteX585" fmla="*/ 981574 w 7467600"/>
              <a:gd name="connsiteY585" fmla="*/ 1783157 h 6858000"/>
              <a:gd name="connsiteX586" fmla="*/ 922198 w 7467600"/>
              <a:gd name="connsiteY586" fmla="*/ 1677437 h 6858000"/>
              <a:gd name="connsiteX587" fmla="*/ 869293 w 7467600"/>
              <a:gd name="connsiteY587" fmla="*/ 1583214 h 6858000"/>
              <a:gd name="connsiteX588" fmla="*/ 751431 w 7467600"/>
              <a:gd name="connsiteY588" fmla="*/ 1405731 h 6858000"/>
              <a:gd name="connsiteX589" fmla="*/ 655236 w 7467600"/>
              <a:gd name="connsiteY589" fmla="*/ 1268632 h 6858000"/>
              <a:gd name="connsiteX590" fmla="*/ 6516292 w 7467600"/>
              <a:gd name="connsiteY590" fmla="*/ 1263064 h 6858000"/>
              <a:gd name="connsiteX591" fmla="*/ 5736320 w 7467600"/>
              <a:gd name="connsiteY591" fmla="*/ 1501803 h 6858000"/>
              <a:gd name="connsiteX592" fmla="*/ 6516292 w 7467600"/>
              <a:gd name="connsiteY592" fmla="*/ 1263064 h 6858000"/>
              <a:gd name="connsiteX593" fmla="*/ 291466 w 7467600"/>
              <a:gd name="connsiteY593" fmla="*/ 1250369 h 6858000"/>
              <a:gd name="connsiteX594" fmla="*/ 323180 w 7467600"/>
              <a:gd name="connsiteY594" fmla="*/ 1435283 h 6858000"/>
              <a:gd name="connsiteX595" fmla="*/ 349381 w 7467600"/>
              <a:gd name="connsiteY595" fmla="*/ 1875041 h 6858000"/>
              <a:gd name="connsiteX596" fmla="*/ 374363 w 7467600"/>
              <a:gd name="connsiteY596" fmla="*/ 1506494 h 6858000"/>
              <a:gd name="connsiteX597" fmla="*/ 302168 w 7467600"/>
              <a:gd name="connsiteY597" fmla="*/ 1274495 h 6858000"/>
              <a:gd name="connsiteX598" fmla="*/ 291466 w 7467600"/>
              <a:gd name="connsiteY598" fmla="*/ 1250369 h 6858000"/>
              <a:gd name="connsiteX599" fmla="*/ 678222 w 7467600"/>
              <a:gd name="connsiteY599" fmla="*/ 1248670 h 6858000"/>
              <a:gd name="connsiteX600" fmla="*/ 775536 w 7467600"/>
              <a:gd name="connsiteY600" fmla="*/ 1388015 h 6858000"/>
              <a:gd name="connsiteX601" fmla="*/ 894529 w 7467600"/>
              <a:gd name="connsiteY601" fmla="*/ 1567739 h 6858000"/>
              <a:gd name="connsiteX602" fmla="*/ 948000 w 7467600"/>
              <a:gd name="connsiteY602" fmla="*/ 1663088 h 6858000"/>
              <a:gd name="connsiteX603" fmla="*/ 1006812 w 7467600"/>
              <a:gd name="connsiteY603" fmla="*/ 1767683 h 6858000"/>
              <a:gd name="connsiteX604" fmla="*/ 1149133 w 7467600"/>
              <a:gd name="connsiteY604" fmla="*/ 1971513 h 6858000"/>
              <a:gd name="connsiteX605" fmla="*/ 1333952 w 7467600"/>
              <a:gd name="connsiteY605" fmla="*/ 2251620 h 6858000"/>
              <a:gd name="connsiteX606" fmla="*/ 1337329 w 7467600"/>
              <a:gd name="connsiteY606" fmla="*/ 2258350 h 6858000"/>
              <a:gd name="connsiteX607" fmla="*/ 1014726 w 7467600"/>
              <a:gd name="connsiteY607" fmla="*/ 1615556 h 6858000"/>
              <a:gd name="connsiteX608" fmla="*/ 678222 w 7467600"/>
              <a:gd name="connsiteY608" fmla="*/ 1248670 h 6858000"/>
              <a:gd name="connsiteX609" fmla="*/ 6691602 w 7467600"/>
              <a:gd name="connsiteY609" fmla="*/ 1140573 h 6858000"/>
              <a:gd name="connsiteX610" fmla="*/ 6571100 w 7467600"/>
              <a:gd name="connsiteY610" fmla="*/ 1183662 h 6858000"/>
              <a:gd name="connsiteX611" fmla="*/ 6241687 w 7467600"/>
              <a:gd name="connsiteY611" fmla="*/ 1257600 h 6858000"/>
              <a:gd name="connsiteX612" fmla="*/ 5693009 w 7467600"/>
              <a:gd name="connsiteY612" fmla="*/ 1478256 h 6858000"/>
              <a:gd name="connsiteX613" fmla="*/ 6548420 w 7467600"/>
              <a:gd name="connsiteY613" fmla="*/ 1214599 h 6858000"/>
              <a:gd name="connsiteX614" fmla="*/ 6605473 w 7467600"/>
              <a:gd name="connsiteY614" fmla="*/ 1184686 h 6858000"/>
              <a:gd name="connsiteX615" fmla="*/ 6691602 w 7467600"/>
              <a:gd name="connsiteY615" fmla="*/ 1140573 h 6858000"/>
              <a:gd name="connsiteX616" fmla="*/ 4002475 w 7467600"/>
              <a:gd name="connsiteY616" fmla="*/ 1037802 h 6858000"/>
              <a:gd name="connsiteX617" fmla="*/ 4000324 w 7467600"/>
              <a:gd name="connsiteY617" fmla="*/ 1039362 h 6858000"/>
              <a:gd name="connsiteX618" fmla="*/ 4002862 w 7467600"/>
              <a:gd name="connsiteY618" fmla="*/ 1042866 h 6858000"/>
              <a:gd name="connsiteX619" fmla="*/ 4002475 w 7467600"/>
              <a:gd name="connsiteY619" fmla="*/ 1037802 h 6858000"/>
              <a:gd name="connsiteX620" fmla="*/ 506322 w 7467600"/>
              <a:gd name="connsiteY620" fmla="*/ 1020997 h 6858000"/>
              <a:gd name="connsiteX621" fmla="*/ 533068 w 7467600"/>
              <a:gd name="connsiteY621" fmla="*/ 1029409 h 6858000"/>
              <a:gd name="connsiteX622" fmla="*/ 1232525 w 7467600"/>
              <a:gd name="connsiteY622" fmla="*/ 1804675 h 6858000"/>
              <a:gd name="connsiteX623" fmla="*/ 1388858 w 7467600"/>
              <a:gd name="connsiteY623" fmla="*/ 2368011 h 6858000"/>
              <a:gd name="connsiteX624" fmla="*/ 1384098 w 7467600"/>
              <a:gd name="connsiteY624" fmla="*/ 2378125 h 6858000"/>
              <a:gd name="connsiteX625" fmla="*/ 1425393 w 7467600"/>
              <a:gd name="connsiteY625" fmla="*/ 2589124 h 6858000"/>
              <a:gd name="connsiteX626" fmla="*/ 1424001 w 7467600"/>
              <a:gd name="connsiteY626" fmla="*/ 2597541 h 6858000"/>
              <a:gd name="connsiteX627" fmla="*/ 2152729 w 7467600"/>
              <a:gd name="connsiteY627" fmla="*/ 2864487 h 6858000"/>
              <a:gd name="connsiteX628" fmla="*/ 2020609 w 7467600"/>
              <a:gd name="connsiteY628" fmla="*/ 2539671 h 6858000"/>
              <a:gd name="connsiteX629" fmla="*/ 2018920 w 7467600"/>
              <a:gd name="connsiteY629" fmla="*/ 2536309 h 6858000"/>
              <a:gd name="connsiteX630" fmla="*/ 1342441 w 7467600"/>
              <a:gd name="connsiteY630" fmla="*/ 1173017 h 6858000"/>
              <a:gd name="connsiteX631" fmla="*/ 1367925 w 7467600"/>
              <a:gd name="connsiteY631" fmla="*/ 1135648 h 6858000"/>
              <a:gd name="connsiteX632" fmla="*/ 1771401 w 7467600"/>
              <a:gd name="connsiteY632" fmla="*/ 1806673 h 6858000"/>
              <a:gd name="connsiteX633" fmla="*/ 1972385 w 7467600"/>
              <a:gd name="connsiteY633" fmla="*/ 2198735 h 6858000"/>
              <a:gd name="connsiteX634" fmla="*/ 2040892 w 7467600"/>
              <a:gd name="connsiteY634" fmla="*/ 2405205 h 6858000"/>
              <a:gd name="connsiteX635" fmla="*/ 2131689 w 7467600"/>
              <a:gd name="connsiteY635" fmla="*/ 1936926 h 6858000"/>
              <a:gd name="connsiteX636" fmla="*/ 2454820 w 7467600"/>
              <a:gd name="connsiteY636" fmla="*/ 1248808 h 6858000"/>
              <a:gd name="connsiteX637" fmla="*/ 2492512 w 7467600"/>
              <a:gd name="connsiteY637" fmla="*/ 1302920 h 6858000"/>
              <a:gd name="connsiteX638" fmla="*/ 2081216 w 7467600"/>
              <a:gd name="connsiteY638" fmla="*/ 2527513 h 6858000"/>
              <a:gd name="connsiteX639" fmla="*/ 2081211 w 7467600"/>
              <a:gd name="connsiteY639" fmla="*/ 2528916 h 6858000"/>
              <a:gd name="connsiteX640" fmla="*/ 2199067 w 7467600"/>
              <a:gd name="connsiteY640" fmla="*/ 2884061 h 6858000"/>
              <a:gd name="connsiteX641" fmla="*/ 3192586 w 7467600"/>
              <a:gd name="connsiteY641" fmla="*/ 3411496 h 6858000"/>
              <a:gd name="connsiteX642" fmla="*/ 3182620 w 7467600"/>
              <a:gd name="connsiteY642" fmla="*/ 3483279 h 6858000"/>
              <a:gd name="connsiteX643" fmla="*/ 2435119 w 7467600"/>
              <a:gd name="connsiteY643" fmla="*/ 3080173 h 6858000"/>
              <a:gd name="connsiteX644" fmla="*/ 2410152 w 7467600"/>
              <a:gd name="connsiteY644" fmla="*/ 3063751 h 6858000"/>
              <a:gd name="connsiteX645" fmla="*/ 2408099 w 7467600"/>
              <a:gd name="connsiteY645" fmla="*/ 3064403 h 6858000"/>
              <a:gd name="connsiteX646" fmla="*/ 2407218 w 7467600"/>
              <a:gd name="connsiteY646" fmla="*/ 3070324 h 6858000"/>
              <a:gd name="connsiteX647" fmla="*/ 2380138 w 7467600"/>
              <a:gd name="connsiteY647" fmla="*/ 3099341 h 6858000"/>
              <a:gd name="connsiteX648" fmla="*/ 1765923 w 7467600"/>
              <a:gd name="connsiteY648" fmla="*/ 3581043 h 6858000"/>
              <a:gd name="connsiteX649" fmla="*/ 1702258 w 7467600"/>
              <a:gd name="connsiteY649" fmla="*/ 3612286 h 6858000"/>
              <a:gd name="connsiteX650" fmla="*/ 1538370 w 7467600"/>
              <a:gd name="connsiteY650" fmla="*/ 3811804 h 6858000"/>
              <a:gd name="connsiteX651" fmla="*/ 542867 w 7467600"/>
              <a:gd name="connsiteY651" fmla="*/ 4944092 h 6858000"/>
              <a:gd name="connsiteX652" fmla="*/ 515800 w 7467600"/>
              <a:gd name="connsiteY652" fmla="*/ 4862180 h 6858000"/>
              <a:gd name="connsiteX653" fmla="*/ 909145 w 7467600"/>
              <a:gd name="connsiteY653" fmla="*/ 4199225 h 6858000"/>
              <a:gd name="connsiteX654" fmla="*/ 1214067 w 7467600"/>
              <a:gd name="connsiteY654" fmla="*/ 3908561 h 6858000"/>
              <a:gd name="connsiteX655" fmla="*/ 640967 w 7467600"/>
              <a:gd name="connsiteY655" fmla="*/ 4105601 h 6858000"/>
              <a:gd name="connsiteX656" fmla="*/ 112563 w 7467600"/>
              <a:gd name="connsiteY656" fmla="*/ 4396952 h 6858000"/>
              <a:gd name="connsiteX657" fmla="*/ 0 w 7467600"/>
              <a:gd name="connsiteY657" fmla="*/ 4466006 h 6858000"/>
              <a:gd name="connsiteX658" fmla="*/ 0 w 7467600"/>
              <a:gd name="connsiteY658" fmla="*/ 4233763 h 6858000"/>
              <a:gd name="connsiteX659" fmla="*/ 36881 w 7467600"/>
              <a:gd name="connsiteY659" fmla="*/ 4200118 h 6858000"/>
              <a:gd name="connsiteX660" fmla="*/ 910534 w 7467600"/>
              <a:gd name="connsiteY660" fmla="*/ 3629753 h 6858000"/>
              <a:gd name="connsiteX661" fmla="*/ 1578717 w 7467600"/>
              <a:gd name="connsiteY661" fmla="*/ 3575982 h 6858000"/>
              <a:gd name="connsiteX662" fmla="*/ 2338780 w 7467600"/>
              <a:gd name="connsiteY662" fmla="*/ 3033725 h 6858000"/>
              <a:gd name="connsiteX663" fmla="*/ 1807991 w 7467600"/>
              <a:gd name="connsiteY663" fmla="*/ 2807184 h 6858000"/>
              <a:gd name="connsiteX664" fmla="*/ 1416358 w 7467600"/>
              <a:gd name="connsiteY664" fmla="*/ 3112571 h 6858000"/>
              <a:gd name="connsiteX665" fmla="*/ 939066 w 7467600"/>
              <a:gd name="connsiteY665" fmla="*/ 3378798 h 6858000"/>
              <a:gd name="connsiteX666" fmla="*/ 115099 w 7467600"/>
              <a:gd name="connsiteY666" fmla="*/ 3607650 h 6858000"/>
              <a:gd name="connsiteX667" fmla="*/ 97284 w 7467600"/>
              <a:gd name="connsiteY667" fmla="*/ 3520393 h 6858000"/>
              <a:gd name="connsiteX668" fmla="*/ 922050 w 7467600"/>
              <a:gd name="connsiteY668" fmla="*/ 3074867 h 6858000"/>
              <a:gd name="connsiteX669" fmla="*/ 1405265 w 7467600"/>
              <a:gd name="connsiteY669" fmla="*/ 3016319 h 6858000"/>
              <a:gd name="connsiteX670" fmla="*/ 1407512 w 7467600"/>
              <a:gd name="connsiteY670" fmla="*/ 3018001 h 6858000"/>
              <a:gd name="connsiteX671" fmla="*/ 1726266 w 7467600"/>
              <a:gd name="connsiteY671" fmla="*/ 2777274 h 6858000"/>
              <a:gd name="connsiteX672" fmla="*/ 625390 w 7467600"/>
              <a:gd name="connsiteY672" fmla="*/ 2514541 h 6858000"/>
              <a:gd name="connsiteX673" fmla="*/ 619799 w 7467600"/>
              <a:gd name="connsiteY673" fmla="*/ 2527180 h 6858000"/>
              <a:gd name="connsiteX674" fmla="*/ 310030 w 7467600"/>
              <a:gd name="connsiteY674" fmla="*/ 2771818 h 6858000"/>
              <a:gd name="connsiteX675" fmla="*/ 173877 w 7467600"/>
              <a:gd name="connsiteY675" fmla="*/ 2937056 h 6858000"/>
              <a:gd name="connsiteX676" fmla="*/ 77889 w 7467600"/>
              <a:gd name="connsiteY676" fmla="*/ 3138440 h 6858000"/>
              <a:gd name="connsiteX677" fmla="*/ 0 w 7467600"/>
              <a:gd name="connsiteY677" fmla="*/ 3271395 h 6858000"/>
              <a:gd name="connsiteX678" fmla="*/ 0 w 7467600"/>
              <a:gd name="connsiteY678" fmla="*/ 3153002 h 6858000"/>
              <a:gd name="connsiteX679" fmla="*/ 2386 w 7467600"/>
              <a:gd name="connsiteY679" fmla="*/ 3149203 h 6858000"/>
              <a:gd name="connsiteX680" fmla="*/ 89753 w 7467600"/>
              <a:gd name="connsiteY680" fmla="*/ 2987702 h 6858000"/>
              <a:gd name="connsiteX681" fmla="*/ 76869 w 7467600"/>
              <a:gd name="connsiteY681" fmla="*/ 3005404 h 6858000"/>
              <a:gd name="connsiteX682" fmla="*/ 32049 w 7467600"/>
              <a:gd name="connsiteY682" fmla="*/ 3065814 h 6858000"/>
              <a:gd name="connsiteX683" fmla="*/ 0 w 7467600"/>
              <a:gd name="connsiteY683" fmla="*/ 3108744 h 6858000"/>
              <a:gd name="connsiteX684" fmla="*/ 0 w 7467600"/>
              <a:gd name="connsiteY684" fmla="*/ 3058059 h 6858000"/>
              <a:gd name="connsiteX685" fmla="*/ 7610 w 7467600"/>
              <a:gd name="connsiteY685" fmla="*/ 3047889 h 6858000"/>
              <a:gd name="connsiteX686" fmla="*/ 52419 w 7467600"/>
              <a:gd name="connsiteY686" fmla="*/ 2987479 h 6858000"/>
              <a:gd name="connsiteX687" fmla="*/ 59142 w 7467600"/>
              <a:gd name="connsiteY687" fmla="*/ 2978488 h 6858000"/>
              <a:gd name="connsiteX688" fmla="*/ 0 w 7467600"/>
              <a:gd name="connsiteY688" fmla="*/ 3015334 h 6858000"/>
              <a:gd name="connsiteX689" fmla="*/ 0 w 7467600"/>
              <a:gd name="connsiteY689" fmla="*/ 2914286 h 6858000"/>
              <a:gd name="connsiteX690" fmla="*/ 36383 w 7467600"/>
              <a:gd name="connsiteY690" fmla="*/ 2901128 h 6858000"/>
              <a:gd name="connsiteX691" fmla="*/ 156329 w 7467600"/>
              <a:gd name="connsiteY691" fmla="*/ 2840533 h 6858000"/>
              <a:gd name="connsiteX692" fmla="*/ 358355 w 7467600"/>
              <a:gd name="connsiteY692" fmla="*/ 2620471 h 6858000"/>
              <a:gd name="connsiteX693" fmla="*/ 510577 w 7467600"/>
              <a:gd name="connsiteY693" fmla="*/ 2501244 h 6858000"/>
              <a:gd name="connsiteX694" fmla="*/ 211967 w 7467600"/>
              <a:gd name="connsiteY694" fmla="*/ 2479171 h 6858000"/>
              <a:gd name="connsiteX695" fmla="*/ 0 w 7467600"/>
              <a:gd name="connsiteY695" fmla="*/ 2476398 h 6858000"/>
              <a:gd name="connsiteX696" fmla="*/ 0 w 7467600"/>
              <a:gd name="connsiteY696" fmla="*/ 2389189 h 6858000"/>
              <a:gd name="connsiteX697" fmla="*/ 103062 w 7467600"/>
              <a:gd name="connsiteY697" fmla="*/ 2389518 h 6858000"/>
              <a:gd name="connsiteX698" fmla="*/ 510734 w 7467600"/>
              <a:gd name="connsiteY698" fmla="*/ 2416201 h 6858000"/>
              <a:gd name="connsiteX699" fmla="*/ 279257 w 7467600"/>
              <a:gd name="connsiteY699" fmla="*/ 2092102 h 6858000"/>
              <a:gd name="connsiteX700" fmla="*/ 65265 w 7467600"/>
              <a:gd name="connsiteY700" fmla="*/ 2006049 h 6858000"/>
              <a:gd name="connsiteX701" fmla="*/ 0 w 7467600"/>
              <a:gd name="connsiteY701" fmla="*/ 1982532 h 6858000"/>
              <a:gd name="connsiteX702" fmla="*/ 0 w 7467600"/>
              <a:gd name="connsiteY702" fmla="*/ 1912789 h 6858000"/>
              <a:gd name="connsiteX703" fmla="*/ 97460 w 7467600"/>
              <a:gd name="connsiteY703" fmla="*/ 1953725 h 6858000"/>
              <a:gd name="connsiteX704" fmla="*/ 221272 w 7467600"/>
              <a:gd name="connsiteY704" fmla="*/ 1980766 h 6858000"/>
              <a:gd name="connsiteX705" fmla="*/ 116765 w 7467600"/>
              <a:gd name="connsiteY705" fmla="*/ 1911033 h 6858000"/>
              <a:gd name="connsiteX706" fmla="*/ 16405 w 7467600"/>
              <a:gd name="connsiteY706" fmla="*/ 1803412 h 6858000"/>
              <a:gd name="connsiteX707" fmla="*/ 0 w 7467600"/>
              <a:gd name="connsiteY707" fmla="*/ 1784777 h 6858000"/>
              <a:gd name="connsiteX708" fmla="*/ 0 w 7467600"/>
              <a:gd name="connsiteY708" fmla="*/ 1740082 h 6858000"/>
              <a:gd name="connsiteX709" fmla="*/ 39394 w 7467600"/>
              <a:gd name="connsiteY709" fmla="*/ 1784856 h 6858000"/>
              <a:gd name="connsiteX710" fmla="*/ 135813 w 7467600"/>
              <a:gd name="connsiteY710" fmla="*/ 1888838 h 6858000"/>
              <a:gd name="connsiteX711" fmla="*/ 242575 w 7467600"/>
              <a:gd name="connsiteY711" fmla="*/ 1958841 h 6858000"/>
              <a:gd name="connsiteX712" fmla="*/ 82197 w 7467600"/>
              <a:gd name="connsiteY712" fmla="*/ 1754826 h 6858000"/>
              <a:gd name="connsiteX713" fmla="*/ 0 w 7467600"/>
              <a:gd name="connsiteY713" fmla="*/ 1679650 h 6858000"/>
              <a:gd name="connsiteX714" fmla="*/ 0 w 7467600"/>
              <a:gd name="connsiteY714" fmla="*/ 1602463 h 6858000"/>
              <a:gd name="connsiteX715" fmla="*/ 84689 w 7467600"/>
              <a:gd name="connsiteY715" fmla="*/ 1677442 h 6858000"/>
              <a:gd name="connsiteX716" fmla="*/ 298437 w 7467600"/>
              <a:gd name="connsiteY716" fmla="*/ 1968019 h 6858000"/>
              <a:gd name="connsiteX717" fmla="*/ 227269 w 7467600"/>
              <a:gd name="connsiteY717" fmla="*/ 1114064 h 6858000"/>
              <a:gd name="connsiteX718" fmla="*/ 248003 w 7467600"/>
              <a:gd name="connsiteY718" fmla="*/ 1089613 h 6858000"/>
              <a:gd name="connsiteX719" fmla="*/ 427020 w 7467600"/>
              <a:gd name="connsiteY719" fmla="*/ 1619803 h 6858000"/>
              <a:gd name="connsiteX720" fmla="*/ 340345 w 7467600"/>
              <a:gd name="connsiteY720" fmla="*/ 2027739 h 6858000"/>
              <a:gd name="connsiteX721" fmla="*/ 360865 w 7467600"/>
              <a:gd name="connsiteY721" fmla="*/ 2044827 h 6858000"/>
              <a:gd name="connsiteX722" fmla="*/ 560414 w 7467600"/>
              <a:gd name="connsiteY722" fmla="*/ 2421457 h 6858000"/>
              <a:gd name="connsiteX723" fmla="*/ 1359703 w 7467600"/>
              <a:gd name="connsiteY723" fmla="*/ 2578554 h 6858000"/>
              <a:gd name="connsiteX724" fmla="*/ 1359422 w 7467600"/>
              <a:gd name="connsiteY724" fmla="*/ 2577994 h 6858000"/>
              <a:gd name="connsiteX725" fmla="*/ 828701 w 7467600"/>
              <a:gd name="connsiteY725" fmla="*/ 1839520 h 6858000"/>
              <a:gd name="connsiteX726" fmla="*/ 494427 w 7467600"/>
              <a:gd name="connsiteY726" fmla="*/ 1092333 h 6858000"/>
              <a:gd name="connsiteX727" fmla="*/ 506322 w 7467600"/>
              <a:gd name="connsiteY727" fmla="*/ 1020997 h 6858000"/>
              <a:gd name="connsiteX728" fmla="*/ 4570198 w 7467600"/>
              <a:gd name="connsiteY728" fmla="*/ 978081 h 6858000"/>
              <a:gd name="connsiteX729" fmla="*/ 4523691 w 7467600"/>
              <a:gd name="connsiteY729" fmla="*/ 1127776 h 6858000"/>
              <a:gd name="connsiteX730" fmla="*/ 4509875 w 7467600"/>
              <a:gd name="connsiteY730" fmla="*/ 1167552 h 6858000"/>
              <a:gd name="connsiteX731" fmla="*/ 4478168 w 7467600"/>
              <a:gd name="connsiteY731" fmla="*/ 1260735 h 6858000"/>
              <a:gd name="connsiteX732" fmla="*/ 4409309 w 7467600"/>
              <a:gd name="connsiteY732" fmla="*/ 1666996 h 6858000"/>
              <a:gd name="connsiteX733" fmla="*/ 4370031 w 7467600"/>
              <a:gd name="connsiteY733" fmla="*/ 1955666 h 6858000"/>
              <a:gd name="connsiteX734" fmla="*/ 4570198 w 7467600"/>
              <a:gd name="connsiteY734" fmla="*/ 978081 h 6858000"/>
              <a:gd name="connsiteX735" fmla="*/ 4557898 w 7467600"/>
              <a:gd name="connsiteY735" fmla="*/ 900011 h 6858000"/>
              <a:gd name="connsiteX736" fmla="*/ 4344840 w 7467600"/>
              <a:gd name="connsiteY736" fmla="*/ 1922038 h 6858000"/>
              <a:gd name="connsiteX737" fmla="*/ 4378710 w 7467600"/>
              <a:gd name="connsiteY737" fmla="*/ 1665516 h 6858000"/>
              <a:gd name="connsiteX738" fmla="*/ 4448798 w 7467600"/>
              <a:gd name="connsiteY738" fmla="*/ 1253024 h 6858000"/>
              <a:gd name="connsiteX739" fmla="*/ 4480315 w 7467600"/>
              <a:gd name="connsiteY739" fmla="*/ 1158454 h 6858000"/>
              <a:gd name="connsiteX740" fmla="*/ 4494133 w 7467600"/>
              <a:gd name="connsiteY740" fmla="*/ 1118676 h 6858000"/>
              <a:gd name="connsiteX741" fmla="*/ 4557898 w 7467600"/>
              <a:gd name="connsiteY741" fmla="*/ 900011 h 6858000"/>
              <a:gd name="connsiteX742" fmla="*/ 5870151 w 7467600"/>
              <a:gd name="connsiteY742" fmla="*/ 898890 h 6858000"/>
              <a:gd name="connsiteX743" fmla="*/ 5861335 w 7467600"/>
              <a:gd name="connsiteY743" fmla="*/ 899177 h 6858000"/>
              <a:gd name="connsiteX744" fmla="*/ 5843702 w 7467600"/>
              <a:gd name="connsiteY744" fmla="*/ 899748 h 6858000"/>
              <a:gd name="connsiteX745" fmla="*/ 5651107 w 7467600"/>
              <a:gd name="connsiteY745" fmla="*/ 920306 h 6858000"/>
              <a:gd name="connsiteX746" fmla="*/ 5459407 w 7467600"/>
              <a:gd name="connsiteY746" fmla="*/ 940975 h 6858000"/>
              <a:gd name="connsiteX747" fmla="*/ 5374846 w 7467600"/>
              <a:gd name="connsiteY747" fmla="*/ 941988 h 6858000"/>
              <a:gd name="connsiteX748" fmla="*/ 5256105 w 7467600"/>
              <a:gd name="connsiteY748" fmla="*/ 945632 h 6858000"/>
              <a:gd name="connsiteX749" fmla="*/ 5107071 w 7467600"/>
              <a:gd name="connsiteY749" fmla="*/ 969720 h 6858000"/>
              <a:gd name="connsiteX750" fmla="*/ 4998681 w 7467600"/>
              <a:gd name="connsiteY750" fmla="*/ 988771 h 6858000"/>
              <a:gd name="connsiteX751" fmla="*/ 5870151 w 7467600"/>
              <a:gd name="connsiteY751" fmla="*/ 898890 h 6858000"/>
              <a:gd name="connsiteX752" fmla="*/ 5504425 w 7467600"/>
              <a:gd name="connsiteY752" fmla="*/ 848067 h 6858000"/>
              <a:gd name="connsiteX753" fmla="*/ 4968849 w 7467600"/>
              <a:gd name="connsiteY753" fmla="*/ 962318 h 6858000"/>
              <a:gd name="connsiteX754" fmla="*/ 5104039 w 7467600"/>
              <a:gd name="connsiteY754" fmla="*/ 940634 h 6858000"/>
              <a:gd name="connsiteX755" fmla="*/ 5256311 w 7467600"/>
              <a:gd name="connsiteY755" fmla="*/ 916490 h 6858000"/>
              <a:gd name="connsiteX756" fmla="*/ 5377381 w 7467600"/>
              <a:gd name="connsiteY756" fmla="*/ 912671 h 6858000"/>
              <a:gd name="connsiteX757" fmla="*/ 5460148 w 7467600"/>
              <a:gd name="connsiteY757" fmla="*/ 911442 h 6858000"/>
              <a:gd name="connsiteX758" fmla="*/ 5648971 w 7467600"/>
              <a:gd name="connsiteY758" fmla="*/ 891331 h 6858000"/>
              <a:gd name="connsiteX759" fmla="*/ 5844807 w 7467600"/>
              <a:gd name="connsiteY759" fmla="*/ 870718 h 6858000"/>
              <a:gd name="connsiteX760" fmla="*/ 5862975 w 7467600"/>
              <a:gd name="connsiteY760" fmla="*/ 869756 h 6858000"/>
              <a:gd name="connsiteX761" fmla="*/ 5920887 w 7467600"/>
              <a:gd name="connsiteY761" fmla="*/ 865929 h 6858000"/>
              <a:gd name="connsiteX762" fmla="*/ 5504425 w 7467600"/>
              <a:gd name="connsiteY762" fmla="*/ 848067 h 6858000"/>
              <a:gd name="connsiteX763" fmla="*/ 3607114 w 7467600"/>
              <a:gd name="connsiteY763" fmla="*/ 467441 h 6858000"/>
              <a:gd name="connsiteX764" fmla="*/ 3296242 w 7467600"/>
              <a:gd name="connsiteY764" fmla="*/ 807991 h 6858000"/>
              <a:gd name="connsiteX765" fmla="*/ 3174674 w 7467600"/>
              <a:gd name="connsiteY765" fmla="*/ 919759 h 6858000"/>
              <a:gd name="connsiteX766" fmla="*/ 3042978 w 7467600"/>
              <a:gd name="connsiteY766" fmla="*/ 1054894 h 6858000"/>
              <a:gd name="connsiteX767" fmla="*/ 2968914 w 7467600"/>
              <a:gd name="connsiteY767" fmla="*/ 1133756 h 6858000"/>
              <a:gd name="connsiteX768" fmla="*/ 3103823 w 7467600"/>
              <a:gd name="connsiteY768" fmla="*/ 1026814 h 6858000"/>
              <a:gd name="connsiteX769" fmla="*/ 3607114 w 7467600"/>
              <a:gd name="connsiteY769" fmla="*/ 467441 h 6858000"/>
              <a:gd name="connsiteX770" fmla="*/ 3744487 w 7467600"/>
              <a:gd name="connsiteY770" fmla="*/ 383136 h 6858000"/>
              <a:gd name="connsiteX771" fmla="*/ 3970213 w 7467600"/>
              <a:gd name="connsiteY771" fmla="*/ 995559 h 6858000"/>
              <a:gd name="connsiteX772" fmla="*/ 3744487 w 7467600"/>
              <a:gd name="connsiteY772" fmla="*/ 383136 h 6858000"/>
              <a:gd name="connsiteX773" fmla="*/ 3624562 w 7467600"/>
              <a:gd name="connsiteY773" fmla="*/ 367041 h 6858000"/>
              <a:gd name="connsiteX774" fmla="*/ 3489712 w 7467600"/>
              <a:gd name="connsiteY774" fmla="*/ 485386 h 6858000"/>
              <a:gd name="connsiteX775" fmla="*/ 3182994 w 7467600"/>
              <a:gd name="connsiteY775" fmla="*/ 828265 h 6858000"/>
              <a:gd name="connsiteX776" fmla="*/ 2892114 w 7467600"/>
              <a:gd name="connsiteY776" fmla="*/ 1172635 h 6858000"/>
              <a:gd name="connsiteX777" fmla="*/ 3021459 w 7467600"/>
              <a:gd name="connsiteY777" fmla="*/ 1035385 h 6858000"/>
              <a:gd name="connsiteX778" fmla="*/ 3153873 w 7467600"/>
              <a:gd name="connsiteY778" fmla="*/ 898971 h 6858000"/>
              <a:gd name="connsiteX779" fmla="*/ 3276511 w 7467600"/>
              <a:gd name="connsiteY779" fmla="*/ 786423 h 6858000"/>
              <a:gd name="connsiteX780" fmla="*/ 3584154 w 7467600"/>
              <a:gd name="connsiteY780" fmla="*/ 448218 h 6858000"/>
              <a:gd name="connsiteX781" fmla="*/ 3624562 w 7467600"/>
              <a:gd name="connsiteY781" fmla="*/ 367041 h 6858000"/>
              <a:gd name="connsiteX782" fmla="*/ 3766672 w 7467600"/>
              <a:gd name="connsiteY782" fmla="*/ 359429 h 6858000"/>
              <a:gd name="connsiteX783" fmla="*/ 3996338 w 7467600"/>
              <a:gd name="connsiteY783" fmla="*/ 968237 h 6858000"/>
              <a:gd name="connsiteX784" fmla="*/ 3766672 w 7467600"/>
              <a:gd name="connsiteY784" fmla="*/ 359429 h 6858000"/>
              <a:gd name="connsiteX785" fmla="*/ 5805386 w 7467600"/>
              <a:gd name="connsiteY785" fmla="*/ 239240 h 6858000"/>
              <a:gd name="connsiteX786" fmla="*/ 5736947 w 7467600"/>
              <a:gd name="connsiteY786" fmla="*/ 261367 h 6858000"/>
              <a:gd name="connsiteX787" fmla="*/ 5427012 w 7467600"/>
              <a:gd name="connsiteY787" fmla="*/ 311272 h 6858000"/>
              <a:gd name="connsiteX788" fmla="*/ 5147818 w 7467600"/>
              <a:gd name="connsiteY788" fmla="*/ 322112 h 6858000"/>
              <a:gd name="connsiteX789" fmla="*/ 5060854 w 7467600"/>
              <a:gd name="connsiteY789" fmla="*/ 311882 h 6858000"/>
              <a:gd name="connsiteX790" fmla="*/ 4945989 w 7467600"/>
              <a:gd name="connsiteY790" fmla="*/ 300516 h 6858000"/>
              <a:gd name="connsiteX791" fmla="*/ 5410479 w 7467600"/>
              <a:gd name="connsiteY791" fmla="*/ 348434 h 6858000"/>
              <a:gd name="connsiteX792" fmla="*/ 5805386 w 7467600"/>
              <a:gd name="connsiteY792" fmla="*/ 239240 h 6858000"/>
              <a:gd name="connsiteX793" fmla="*/ 5905192 w 7467600"/>
              <a:gd name="connsiteY793" fmla="*/ 163079 h 6858000"/>
              <a:gd name="connsiteX794" fmla="*/ 5865655 w 7467600"/>
              <a:gd name="connsiteY794" fmla="*/ 171901 h 6858000"/>
              <a:gd name="connsiteX795" fmla="*/ 5259740 w 7467600"/>
              <a:gd name="connsiteY795" fmla="*/ 257013 h 6858000"/>
              <a:gd name="connsiteX796" fmla="*/ 5208466 w 7467600"/>
              <a:gd name="connsiteY796" fmla="*/ 257550 h 6858000"/>
              <a:gd name="connsiteX797" fmla="*/ 4980204 w 7467600"/>
              <a:gd name="connsiteY797" fmla="*/ 271903 h 6858000"/>
              <a:gd name="connsiteX798" fmla="*/ 5068068 w 7467600"/>
              <a:gd name="connsiteY798" fmla="*/ 282244 h 6858000"/>
              <a:gd name="connsiteX799" fmla="*/ 5153231 w 7467600"/>
              <a:gd name="connsiteY799" fmla="*/ 292240 h 6858000"/>
              <a:gd name="connsiteX800" fmla="*/ 5426491 w 7467600"/>
              <a:gd name="connsiteY800" fmla="*/ 281128 h 6858000"/>
              <a:gd name="connsiteX801" fmla="*/ 5731212 w 7467600"/>
              <a:gd name="connsiteY801" fmla="*/ 231951 h 6858000"/>
              <a:gd name="connsiteX802" fmla="*/ 5905192 w 7467600"/>
              <a:gd name="connsiteY802" fmla="*/ 163079 h 6858000"/>
              <a:gd name="connsiteX803" fmla="*/ 5944437 w 7467600"/>
              <a:gd name="connsiteY803" fmla="*/ 113829 h 6858000"/>
              <a:gd name="connsiteX804" fmla="*/ 5825032 w 7467600"/>
              <a:gd name="connsiteY804" fmla="*/ 146405 h 6858000"/>
              <a:gd name="connsiteX805" fmla="*/ 4955599 w 7467600"/>
              <a:gd name="connsiteY805" fmla="*/ 247008 h 6858000"/>
              <a:gd name="connsiteX806" fmla="*/ 5210104 w 7467600"/>
              <a:gd name="connsiteY806" fmla="*/ 228123 h 6858000"/>
              <a:gd name="connsiteX807" fmla="*/ 5261015 w 7467600"/>
              <a:gd name="connsiteY807" fmla="*/ 227087 h 6858000"/>
              <a:gd name="connsiteX808" fmla="*/ 5861181 w 7467600"/>
              <a:gd name="connsiteY808" fmla="*/ 143093 h 6858000"/>
              <a:gd name="connsiteX809" fmla="*/ 5961252 w 7467600"/>
              <a:gd name="connsiteY809" fmla="*/ 114820 h 6858000"/>
              <a:gd name="connsiteX810" fmla="*/ 5944437 w 7467600"/>
              <a:gd name="connsiteY810" fmla="*/ 113829 h 6858000"/>
              <a:gd name="connsiteX811" fmla="*/ 3882765 w 7467600"/>
              <a:gd name="connsiteY811" fmla="*/ 0 h 6858000"/>
              <a:gd name="connsiteX812" fmla="*/ 3995099 w 7467600"/>
              <a:gd name="connsiteY812" fmla="*/ 0 h 6858000"/>
              <a:gd name="connsiteX813" fmla="*/ 4163818 w 7467600"/>
              <a:gd name="connsiteY813" fmla="*/ 234104 h 6858000"/>
              <a:gd name="connsiteX814" fmla="*/ 4172099 w 7467600"/>
              <a:gd name="connsiteY814" fmla="*/ 234207 h 6858000"/>
              <a:gd name="connsiteX815" fmla="*/ 4784282 w 7467600"/>
              <a:gd name="connsiteY815" fmla="*/ 276561 h 6858000"/>
              <a:gd name="connsiteX816" fmla="*/ 4801687 w 7467600"/>
              <a:gd name="connsiteY816" fmla="*/ 267764 h 6858000"/>
              <a:gd name="connsiteX817" fmla="*/ 6082788 w 7467600"/>
              <a:gd name="connsiteY817" fmla="*/ 64119 h 6858000"/>
              <a:gd name="connsiteX818" fmla="*/ 6099442 w 7467600"/>
              <a:gd name="connsiteY818" fmla="*/ 82568 h 6858000"/>
              <a:gd name="connsiteX819" fmla="*/ 4804137 w 7467600"/>
              <a:gd name="connsiteY819" fmla="*/ 320931 h 6858000"/>
              <a:gd name="connsiteX820" fmla="*/ 4227047 w 7467600"/>
              <a:gd name="connsiteY820" fmla="*/ 313415 h 6858000"/>
              <a:gd name="connsiteX821" fmla="*/ 4346041 w 7467600"/>
              <a:gd name="connsiteY821" fmla="*/ 456086 h 6858000"/>
              <a:gd name="connsiteX822" fmla="*/ 4870967 w 7467600"/>
              <a:gd name="connsiteY822" fmla="*/ 963061 h 6858000"/>
              <a:gd name="connsiteX823" fmla="*/ 4889647 w 7467600"/>
              <a:gd name="connsiteY823" fmla="*/ 957147 h 6858000"/>
              <a:gd name="connsiteX824" fmla="*/ 5422504 w 7467600"/>
              <a:gd name="connsiteY824" fmla="*/ 805191 h 6858000"/>
              <a:gd name="connsiteX825" fmla="*/ 6087656 w 7467600"/>
              <a:gd name="connsiteY825" fmla="*/ 826703 h 6858000"/>
              <a:gd name="connsiteX826" fmla="*/ 6058717 w 7467600"/>
              <a:gd name="connsiteY826" fmla="*/ 865992 h 6858000"/>
              <a:gd name="connsiteX827" fmla="*/ 4974153 w 7467600"/>
              <a:gd name="connsiteY827" fmla="*/ 1045456 h 6858000"/>
              <a:gd name="connsiteX828" fmla="*/ 5627835 w 7467600"/>
              <a:gd name="connsiteY828" fmla="*/ 1472077 h 6858000"/>
              <a:gd name="connsiteX829" fmla="*/ 5629817 w 7467600"/>
              <a:gd name="connsiteY829" fmla="*/ 1471412 h 6858000"/>
              <a:gd name="connsiteX830" fmla="*/ 5634124 w 7467600"/>
              <a:gd name="connsiteY830" fmla="*/ 1470572 h 6858000"/>
              <a:gd name="connsiteX831" fmla="*/ 5755832 w 7467600"/>
              <a:gd name="connsiteY831" fmla="*/ 1383886 h 6858000"/>
              <a:gd name="connsiteX832" fmla="*/ 6014186 w 7467600"/>
              <a:gd name="connsiteY832" fmla="*/ 1279799 h 6858000"/>
              <a:gd name="connsiteX833" fmla="*/ 6901619 w 7467600"/>
              <a:gd name="connsiteY833" fmla="*/ 1047874 h 6858000"/>
              <a:gd name="connsiteX834" fmla="*/ 6931566 w 7467600"/>
              <a:gd name="connsiteY834" fmla="*/ 1062034 h 6858000"/>
              <a:gd name="connsiteX835" fmla="*/ 5790982 w 7467600"/>
              <a:gd name="connsiteY835" fmla="*/ 1561380 h 6858000"/>
              <a:gd name="connsiteX836" fmla="*/ 6188971 w 7467600"/>
              <a:gd name="connsiteY836" fmla="*/ 1755168 h 6858000"/>
              <a:gd name="connsiteX837" fmla="*/ 6202446 w 7467600"/>
              <a:gd name="connsiteY837" fmla="*/ 1752268 h 6858000"/>
              <a:gd name="connsiteX838" fmla="*/ 7179560 w 7467600"/>
              <a:gd name="connsiteY838" fmla="*/ 1467551 h 6858000"/>
              <a:gd name="connsiteX839" fmla="*/ 7158730 w 7467600"/>
              <a:gd name="connsiteY839" fmla="*/ 1507835 h 6858000"/>
              <a:gd name="connsiteX840" fmla="*/ 6326959 w 7467600"/>
              <a:gd name="connsiteY840" fmla="*/ 1817686 h 6858000"/>
              <a:gd name="connsiteX841" fmla="*/ 6537433 w 7467600"/>
              <a:gd name="connsiteY841" fmla="*/ 1907790 h 6858000"/>
              <a:gd name="connsiteX842" fmla="*/ 6550221 w 7467600"/>
              <a:gd name="connsiteY842" fmla="*/ 1910729 h 6858000"/>
              <a:gd name="connsiteX843" fmla="*/ 6964438 w 7467600"/>
              <a:gd name="connsiteY843" fmla="*/ 2209505 h 6858000"/>
              <a:gd name="connsiteX844" fmla="*/ 7367862 w 7467600"/>
              <a:gd name="connsiteY844" fmla="*/ 2806833 h 6858000"/>
              <a:gd name="connsiteX845" fmla="*/ 7364329 w 7467600"/>
              <a:gd name="connsiteY845" fmla="*/ 2826907 h 6858000"/>
              <a:gd name="connsiteX846" fmla="*/ 7290545 w 7467600"/>
              <a:gd name="connsiteY846" fmla="*/ 2850663 h 6858000"/>
              <a:gd name="connsiteX847" fmla="*/ 6472036 w 7467600"/>
              <a:gd name="connsiteY847" fmla="*/ 1959003 h 6858000"/>
              <a:gd name="connsiteX848" fmla="*/ 5792897 w 7467600"/>
              <a:gd name="connsiteY848" fmla="*/ 1647747 h 6858000"/>
              <a:gd name="connsiteX849" fmla="*/ 5842751 w 7467600"/>
              <a:gd name="connsiteY849" fmla="*/ 1816112 h 6858000"/>
              <a:gd name="connsiteX850" fmla="*/ 5847424 w 7467600"/>
              <a:gd name="connsiteY850" fmla="*/ 1815776 h 6858000"/>
              <a:gd name="connsiteX851" fmla="*/ 6399821 w 7467600"/>
              <a:gd name="connsiteY851" fmla="*/ 2344799 h 6858000"/>
              <a:gd name="connsiteX852" fmla="*/ 6323232 w 7467600"/>
              <a:gd name="connsiteY852" fmla="*/ 2389634 h 6858000"/>
              <a:gd name="connsiteX853" fmla="*/ 5942958 w 7467600"/>
              <a:gd name="connsiteY853" fmla="*/ 2077708 h 6858000"/>
              <a:gd name="connsiteX854" fmla="*/ 5921559 w 7467600"/>
              <a:gd name="connsiteY854" fmla="*/ 2378596 h 6858000"/>
              <a:gd name="connsiteX855" fmla="*/ 5817651 w 7467600"/>
              <a:gd name="connsiteY855" fmla="*/ 3023919 h 6858000"/>
              <a:gd name="connsiteX856" fmla="*/ 5729634 w 7467600"/>
              <a:gd name="connsiteY856" fmla="*/ 3051849 h 6858000"/>
              <a:gd name="connsiteX857" fmla="*/ 5611018 w 7467600"/>
              <a:gd name="connsiteY857" fmla="*/ 2316769 h 6858000"/>
              <a:gd name="connsiteX858" fmla="*/ 5687608 w 7467600"/>
              <a:gd name="connsiteY858" fmla="*/ 2039972 h 6858000"/>
              <a:gd name="connsiteX859" fmla="*/ 5657554 w 7467600"/>
              <a:gd name="connsiteY859" fmla="*/ 1576445 h 6858000"/>
              <a:gd name="connsiteX860" fmla="*/ 5150475 w 7467600"/>
              <a:gd name="connsiteY860" fmla="*/ 1274012 h 6858000"/>
              <a:gd name="connsiteX861" fmla="*/ 5349142 w 7467600"/>
              <a:gd name="connsiteY861" fmla="*/ 2204405 h 6858000"/>
              <a:gd name="connsiteX862" fmla="*/ 5262214 w 7467600"/>
              <a:gd name="connsiteY862" fmla="*/ 2233836 h 6858000"/>
              <a:gd name="connsiteX863" fmla="*/ 4981539 w 7467600"/>
              <a:gd name="connsiteY863" fmla="*/ 1542201 h 6858000"/>
              <a:gd name="connsiteX864" fmla="*/ 4958461 w 7467600"/>
              <a:gd name="connsiteY864" fmla="*/ 1136957 h 6858000"/>
              <a:gd name="connsiteX865" fmla="*/ 4655015 w 7467600"/>
              <a:gd name="connsiteY865" fmla="*/ 891426 h 6858000"/>
              <a:gd name="connsiteX866" fmla="*/ 4348002 w 7467600"/>
              <a:gd name="connsiteY866" fmla="*/ 2205895 h 6858000"/>
              <a:gd name="connsiteX867" fmla="*/ 4262250 w 7467600"/>
              <a:gd name="connsiteY867" fmla="*/ 2219972 h 6858000"/>
              <a:gd name="connsiteX868" fmla="*/ 4550611 w 7467600"/>
              <a:gd name="connsiteY868" fmla="*/ 817540 h 6858000"/>
              <a:gd name="connsiteX869" fmla="*/ 4564418 w 7467600"/>
              <a:gd name="connsiteY869" fmla="*/ 808293 h 6858000"/>
              <a:gd name="connsiteX870" fmla="*/ 4266388 w 7467600"/>
              <a:gd name="connsiteY870" fmla="*/ 500083 h 6858000"/>
              <a:gd name="connsiteX871" fmla="*/ 4032842 w 7467600"/>
              <a:gd name="connsiteY871" fmla="*/ 211809 h 6858000"/>
              <a:gd name="connsiteX872" fmla="*/ 3882765 w 7467600"/>
              <a:gd name="connsiteY872" fmla="*/ 0 h 6858000"/>
              <a:gd name="connsiteX873" fmla="*/ 3721337 w 7467600"/>
              <a:gd name="connsiteY873" fmla="*/ 0 h 6858000"/>
              <a:gd name="connsiteX874" fmla="*/ 3797544 w 7467600"/>
              <a:gd name="connsiteY874" fmla="*/ 0 h 6858000"/>
              <a:gd name="connsiteX875" fmla="*/ 3775734 w 7467600"/>
              <a:gd name="connsiteY875" fmla="*/ 95131 h 6858000"/>
              <a:gd name="connsiteX876" fmla="*/ 3724807 w 7467600"/>
              <a:gd name="connsiteY876" fmla="*/ 272257 h 6858000"/>
              <a:gd name="connsiteX877" fmla="*/ 3726844 w 7467600"/>
              <a:gd name="connsiteY877" fmla="*/ 282988 h 6858000"/>
              <a:gd name="connsiteX878" fmla="*/ 3742664 w 7467600"/>
              <a:gd name="connsiteY878" fmla="*/ 279918 h 6858000"/>
              <a:gd name="connsiteX879" fmla="*/ 4103910 w 7467600"/>
              <a:gd name="connsiteY879" fmla="*/ 1161917 h 6858000"/>
              <a:gd name="connsiteX880" fmla="*/ 4020269 w 7467600"/>
              <a:gd name="connsiteY880" fmla="*/ 1200406 h 6858000"/>
              <a:gd name="connsiteX881" fmla="*/ 3674882 w 7467600"/>
              <a:gd name="connsiteY881" fmla="*/ 488524 h 6858000"/>
              <a:gd name="connsiteX882" fmla="*/ 3132682 w 7467600"/>
              <a:gd name="connsiteY882" fmla="*/ 1072284 h 6858000"/>
              <a:gd name="connsiteX883" fmla="*/ 2716346 w 7467600"/>
              <a:gd name="connsiteY883" fmla="*/ 1276376 h 6858000"/>
              <a:gd name="connsiteX884" fmla="*/ 2716772 w 7467600"/>
              <a:gd name="connsiteY884" fmla="*/ 1255462 h 6858000"/>
              <a:gd name="connsiteX885" fmla="*/ 3471096 w 7467600"/>
              <a:gd name="connsiteY885" fmla="*/ 437072 h 6858000"/>
              <a:gd name="connsiteX886" fmla="*/ 3639057 w 7467600"/>
              <a:gd name="connsiteY886" fmla="*/ 286334 h 6858000"/>
              <a:gd name="connsiteX887" fmla="*/ 3640309 w 7467600"/>
              <a:gd name="connsiteY887" fmla="*/ 284664 h 6858000"/>
              <a:gd name="connsiteX888" fmla="*/ 3646022 w 7467600"/>
              <a:gd name="connsiteY888" fmla="*/ 276711 h 6858000"/>
              <a:gd name="connsiteX889" fmla="*/ 3707943 w 7467600"/>
              <a:gd name="connsiteY889" fmla="*/ 65958 h 6858000"/>
              <a:gd name="connsiteX890" fmla="*/ 3721337 w 7467600"/>
              <a:gd name="connsiteY890" fmla="*/ 0 h 6858000"/>
              <a:gd name="connsiteX891" fmla="*/ 2867960 w 7467600"/>
              <a:gd name="connsiteY891" fmla="*/ 0 h 6858000"/>
              <a:gd name="connsiteX892" fmla="*/ 2926351 w 7467600"/>
              <a:gd name="connsiteY892" fmla="*/ 0 h 6858000"/>
              <a:gd name="connsiteX893" fmla="*/ 2902823 w 7467600"/>
              <a:gd name="connsiteY893" fmla="*/ 262929 h 6858000"/>
              <a:gd name="connsiteX894" fmla="*/ 2940663 w 7467600"/>
              <a:gd name="connsiteY894" fmla="*/ 140884 h 6858000"/>
              <a:gd name="connsiteX895" fmla="*/ 2947039 w 7467600"/>
              <a:gd name="connsiteY895" fmla="*/ 122524 h 6858000"/>
              <a:gd name="connsiteX896" fmla="*/ 2984316 w 7467600"/>
              <a:gd name="connsiteY896" fmla="*/ 0 h 6858000"/>
              <a:gd name="connsiteX897" fmla="*/ 3016114 w 7467600"/>
              <a:gd name="connsiteY897" fmla="*/ 0 h 6858000"/>
              <a:gd name="connsiteX898" fmla="*/ 2979949 w 7467600"/>
              <a:gd name="connsiteY898" fmla="*/ 119274 h 6858000"/>
              <a:gd name="connsiteX899" fmla="*/ 3023879 w 7467600"/>
              <a:gd name="connsiteY899" fmla="*/ 0 h 6858000"/>
              <a:gd name="connsiteX900" fmla="*/ 3105400 w 7467600"/>
              <a:gd name="connsiteY900" fmla="*/ 0 h 6858000"/>
              <a:gd name="connsiteX901" fmla="*/ 3094669 w 7467600"/>
              <a:gd name="connsiteY901" fmla="*/ 30308 h 6858000"/>
              <a:gd name="connsiteX902" fmla="*/ 2901945 w 7467600"/>
              <a:gd name="connsiteY902" fmla="*/ 466538 h 6858000"/>
              <a:gd name="connsiteX903" fmla="*/ 2815209 w 7467600"/>
              <a:gd name="connsiteY903" fmla="*/ 497361 h 6858000"/>
              <a:gd name="connsiteX904" fmla="*/ 2844845 w 7467600"/>
              <a:gd name="connsiteY904" fmla="*/ 127638 h 6858000"/>
              <a:gd name="connsiteX905" fmla="*/ 2867960 w 7467600"/>
              <a:gd name="connsiteY905" fmla="*/ 0 h 6858000"/>
              <a:gd name="connsiteX906" fmla="*/ 1057230 w 7467600"/>
              <a:gd name="connsiteY906" fmla="*/ 0 h 6858000"/>
              <a:gd name="connsiteX907" fmla="*/ 1111003 w 7467600"/>
              <a:gd name="connsiteY907" fmla="*/ 0 h 6858000"/>
              <a:gd name="connsiteX908" fmla="*/ 1125553 w 7467600"/>
              <a:gd name="connsiteY908" fmla="*/ 52588 h 6858000"/>
              <a:gd name="connsiteX909" fmla="*/ 1304276 w 7467600"/>
              <a:gd name="connsiteY909" fmla="*/ 476275 h 6858000"/>
              <a:gd name="connsiteX910" fmla="*/ 1492066 w 7467600"/>
              <a:gd name="connsiteY910" fmla="*/ 886333 h 6858000"/>
              <a:gd name="connsiteX911" fmla="*/ 1423698 w 7467600"/>
              <a:gd name="connsiteY911" fmla="*/ 710817 h 6858000"/>
              <a:gd name="connsiteX912" fmla="*/ 1357609 w 7467600"/>
              <a:gd name="connsiteY912" fmla="*/ 532892 h 6858000"/>
              <a:gd name="connsiteX913" fmla="*/ 1309550 w 7467600"/>
              <a:gd name="connsiteY913" fmla="*/ 374031 h 6858000"/>
              <a:gd name="connsiteX914" fmla="*/ 1193673 w 7467600"/>
              <a:gd name="connsiteY914" fmla="*/ 49533 h 6858000"/>
              <a:gd name="connsiteX915" fmla="*/ 1164391 w 7467600"/>
              <a:gd name="connsiteY915" fmla="*/ 0 h 6858000"/>
              <a:gd name="connsiteX916" fmla="*/ 1200666 w 7467600"/>
              <a:gd name="connsiteY916" fmla="*/ 0 h 6858000"/>
              <a:gd name="connsiteX917" fmla="*/ 1223408 w 7467600"/>
              <a:gd name="connsiteY917" fmla="*/ 38996 h 6858000"/>
              <a:gd name="connsiteX918" fmla="*/ 1339635 w 7467600"/>
              <a:gd name="connsiteY918" fmla="*/ 365517 h 6858000"/>
              <a:gd name="connsiteX919" fmla="*/ 1387469 w 7467600"/>
              <a:gd name="connsiteY919" fmla="*/ 523079 h 6858000"/>
              <a:gd name="connsiteX920" fmla="*/ 1452685 w 7467600"/>
              <a:gd name="connsiteY920" fmla="*/ 699806 h 6858000"/>
              <a:gd name="connsiteX921" fmla="*/ 1492092 w 7467600"/>
              <a:gd name="connsiteY921" fmla="*/ 800424 h 6858000"/>
              <a:gd name="connsiteX922" fmla="*/ 1455302 w 7467600"/>
              <a:gd name="connsiteY922" fmla="*/ 632913 h 6858000"/>
              <a:gd name="connsiteX923" fmla="*/ 1222336 w 7467600"/>
              <a:gd name="connsiteY923" fmla="*/ 9480 h 6858000"/>
              <a:gd name="connsiteX924" fmla="*/ 1214634 w 7467600"/>
              <a:gd name="connsiteY924" fmla="*/ 0 h 6858000"/>
              <a:gd name="connsiteX925" fmla="*/ 1289827 w 7467600"/>
              <a:gd name="connsiteY925" fmla="*/ 0 h 6858000"/>
              <a:gd name="connsiteX926" fmla="*/ 1321076 w 7467600"/>
              <a:gd name="connsiteY926" fmla="*/ 59722 h 6858000"/>
              <a:gd name="connsiteX927" fmla="*/ 1512579 w 7467600"/>
              <a:gd name="connsiteY927" fmla="*/ 626441 h 6858000"/>
              <a:gd name="connsiteX928" fmla="*/ 1506076 w 7467600"/>
              <a:gd name="connsiteY928" fmla="*/ 1089289 h 6858000"/>
              <a:gd name="connsiteX929" fmla="*/ 1486346 w 7467600"/>
              <a:gd name="connsiteY929" fmla="*/ 1079919 h 6858000"/>
              <a:gd name="connsiteX930" fmla="*/ 1070511 w 7467600"/>
              <a:gd name="connsiteY930" fmla="*/ 48609 h 6858000"/>
              <a:gd name="connsiteX931" fmla="*/ 1057230 w 7467600"/>
              <a:gd name="connsiteY931" fmla="*/ 0 h 6858000"/>
              <a:gd name="connsiteX932" fmla="*/ 43151 w 7467600"/>
              <a:gd name="connsiteY932" fmla="*/ 0 h 6858000"/>
              <a:gd name="connsiteX933" fmla="*/ 95283 w 7467600"/>
              <a:gd name="connsiteY933" fmla="*/ 0 h 6858000"/>
              <a:gd name="connsiteX934" fmla="*/ 300708 w 7467600"/>
              <a:gd name="connsiteY934" fmla="*/ 154571 h 6858000"/>
              <a:gd name="connsiteX935" fmla="*/ 530414 w 7467600"/>
              <a:gd name="connsiteY935" fmla="*/ 354673 h 6858000"/>
              <a:gd name="connsiteX936" fmla="*/ 333785 w 7467600"/>
              <a:gd name="connsiteY936" fmla="*/ 161564 h 6858000"/>
              <a:gd name="connsiteX937" fmla="*/ 147005 w 7467600"/>
              <a:gd name="connsiteY937" fmla="*/ 0 h 6858000"/>
              <a:gd name="connsiteX938" fmla="*/ 272509 w 7467600"/>
              <a:gd name="connsiteY938" fmla="*/ 0 h 6858000"/>
              <a:gd name="connsiteX939" fmla="*/ 326276 w 7467600"/>
              <a:gd name="connsiteY939" fmla="*/ 45847 h 6858000"/>
              <a:gd name="connsiteX940" fmla="*/ 823759 w 7467600"/>
              <a:gd name="connsiteY940" fmla="*/ 574145 h 6858000"/>
              <a:gd name="connsiteX941" fmla="*/ 811254 w 7467600"/>
              <a:gd name="connsiteY941" fmla="*/ 665546 h 6858000"/>
              <a:gd name="connsiteX942" fmla="*/ 154042 w 7467600"/>
              <a:gd name="connsiteY942" fmla="*/ 261522 h 6858000"/>
              <a:gd name="connsiteX943" fmla="*/ 13550 w 7467600"/>
              <a:gd name="connsiteY943" fmla="*/ 158423 h 6858000"/>
              <a:gd name="connsiteX944" fmla="*/ 0 w 7467600"/>
              <a:gd name="connsiteY944" fmla="*/ 146618 h 6858000"/>
              <a:gd name="connsiteX945" fmla="*/ 0 w 7467600"/>
              <a:gd name="connsiteY945" fmla="*/ 59161 h 6858000"/>
              <a:gd name="connsiteX946" fmla="*/ 45427 w 7467600"/>
              <a:gd name="connsiteY946" fmla="*/ 101078 h 6858000"/>
              <a:gd name="connsiteX947" fmla="*/ 630103 w 7467600"/>
              <a:gd name="connsiteY947" fmla="*/ 485885 h 6858000"/>
              <a:gd name="connsiteX948" fmla="*/ 532040 w 7467600"/>
              <a:gd name="connsiteY948" fmla="*/ 399359 h 6858000"/>
              <a:gd name="connsiteX949" fmla="*/ 517618 w 7467600"/>
              <a:gd name="connsiteY949" fmla="*/ 385726 h 6858000"/>
              <a:gd name="connsiteX950" fmla="*/ 285074 w 7467600"/>
              <a:gd name="connsiteY950" fmla="*/ 182755 h 6858000"/>
              <a:gd name="connsiteX951" fmla="*/ 43151 w 7467600"/>
              <a:gd name="connsiteY951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410696 w 7467600"/>
              <a:gd name="connsiteY4" fmla="*/ 6803861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467600 w 7467600"/>
              <a:gd name="connsiteY16" fmla="*/ 6805948 h 6858000"/>
              <a:gd name="connsiteX17" fmla="*/ 7467600 w 7467600"/>
              <a:gd name="connsiteY17" fmla="*/ 6831490 h 6858000"/>
              <a:gd name="connsiteX18" fmla="*/ 7410696 w 7467600"/>
              <a:gd name="connsiteY18" fmla="*/ 6803861 h 6858000"/>
              <a:gd name="connsiteX19" fmla="*/ 1019354 w 7467600"/>
              <a:gd name="connsiteY19" fmla="*/ 6315006 h 6858000"/>
              <a:gd name="connsiteX20" fmla="*/ 441046 w 7467600"/>
              <a:gd name="connsiteY20" fmla="*/ 6691153 h 6858000"/>
              <a:gd name="connsiteX21" fmla="*/ 1019354 w 7467600"/>
              <a:gd name="connsiteY21" fmla="*/ 6315006 h 6858000"/>
              <a:gd name="connsiteX22" fmla="*/ 991680 w 7467600"/>
              <a:gd name="connsiteY22" fmla="*/ 6298413 h 6858000"/>
              <a:gd name="connsiteX23" fmla="*/ 409060 w 7467600"/>
              <a:gd name="connsiteY23" fmla="*/ 6671470 h 6858000"/>
              <a:gd name="connsiteX24" fmla="*/ 991680 w 7467600"/>
              <a:gd name="connsiteY24" fmla="*/ 6298413 h 6858000"/>
              <a:gd name="connsiteX25" fmla="*/ 103333 w 7467600"/>
              <a:gd name="connsiteY25" fmla="*/ 5699602 h 6858000"/>
              <a:gd name="connsiteX26" fmla="*/ 233938 w 7467600"/>
              <a:gd name="connsiteY26" fmla="*/ 5809416 h 6858000"/>
              <a:gd name="connsiteX27" fmla="*/ 883580 w 7467600"/>
              <a:gd name="connsiteY27" fmla="*/ 6180710 h 6858000"/>
              <a:gd name="connsiteX28" fmla="*/ 487337 w 7467600"/>
              <a:gd name="connsiteY28" fmla="*/ 5950182 h 6858000"/>
              <a:gd name="connsiteX29" fmla="*/ 354051 w 7467600"/>
              <a:gd name="connsiteY29" fmla="*/ 5854912 h 6858000"/>
              <a:gd name="connsiteX30" fmla="*/ 195436 w 7467600"/>
              <a:gd name="connsiteY30" fmla="*/ 5755068 h 6858000"/>
              <a:gd name="connsiteX31" fmla="*/ 103333 w 7467600"/>
              <a:gd name="connsiteY31" fmla="*/ 5699602 h 6858000"/>
              <a:gd name="connsiteX32" fmla="*/ 5539432 w 7467600"/>
              <a:gd name="connsiteY32" fmla="*/ 5642928 h 6858000"/>
              <a:gd name="connsiteX33" fmla="*/ 5555462 w 7467600"/>
              <a:gd name="connsiteY33" fmla="*/ 5694454 h 6858000"/>
              <a:gd name="connsiteX34" fmla="*/ 5828270 w 7467600"/>
              <a:gd name="connsiteY34" fmla="*/ 6320663 h 6858000"/>
              <a:gd name="connsiteX35" fmla="*/ 5947416 w 7467600"/>
              <a:gd name="connsiteY35" fmla="*/ 6574846 h 6858000"/>
              <a:gd name="connsiteX36" fmla="*/ 5539432 w 7467600"/>
              <a:gd name="connsiteY36" fmla="*/ 5642928 h 6858000"/>
              <a:gd name="connsiteX37" fmla="*/ 51253 w 7467600"/>
              <a:gd name="connsiteY37" fmla="*/ 5631825 h 6858000"/>
              <a:gd name="connsiteX38" fmla="*/ 211622 w 7467600"/>
              <a:gd name="connsiteY38" fmla="*/ 5728803 h 6858000"/>
              <a:gd name="connsiteX39" fmla="*/ 371652 w 7467600"/>
              <a:gd name="connsiteY39" fmla="*/ 5829062 h 6858000"/>
              <a:gd name="connsiteX40" fmla="*/ 505903 w 7467600"/>
              <a:gd name="connsiteY40" fmla="*/ 5925221 h 6858000"/>
              <a:gd name="connsiteX41" fmla="*/ 899240 w 7467600"/>
              <a:gd name="connsiteY41" fmla="*/ 6153068 h 6858000"/>
              <a:gd name="connsiteX42" fmla="*/ 988114 w 7467600"/>
              <a:gd name="connsiteY42" fmla="*/ 6174204 h 6858000"/>
              <a:gd name="connsiteX43" fmla="*/ 845971 w 7467600"/>
              <a:gd name="connsiteY43" fmla="*/ 6067177 h 6858000"/>
              <a:gd name="connsiteX44" fmla="*/ 448057 w 7467600"/>
              <a:gd name="connsiteY44" fmla="*/ 5841376 h 6858000"/>
              <a:gd name="connsiteX45" fmla="*/ 51253 w 7467600"/>
              <a:gd name="connsiteY45" fmla="*/ 5631825 h 6858000"/>
              <a:gd name="connsiteX46" fmla="*/ 2606687 w 7467600"/>
              <a:gd name="connsiteY46" fmla="*/ 5630718 h 6858000"/>
              <a:gd name="connsiteX47" fmla="*/ 2645658 w 7467600"/>
              <a:gd name="connsiteY47" fmla="*/ 6640259 h 6858000"/>
              <a:gd name="connsiteX48" fmla="*/ 2606687 w 7467600"/>
              <a:gd name="connsiteY48" fmla="*/ 5630718 h 6858000"/>
              <a:gd name="connsiteX49" fmla="*/ 3642057 w 7467600"/>
              <a:gd name="connsiteY49" fmla="*/ 5573487 h 6858000"/>
              <a:gd name="connsiteX50" fmla="*/ 3632981 w 7467600"/>
              <a:gd name="connsiteY50" fmla="*/ 5579437 h 6858000"/>
              <a:gd name="connsiteX51" fmla="*/ 3382436 w 7467600"/>
              <a:gd name="connsiteY51" fmla="*/ 5952726 h 6858000"/>
              <a:gd name="connsiteX52" fmla="*/ 3191929 w 7467600"/>
              <a:gd name="connsiteY52" fmla="*/ 6662669 h 6858000"/>
              <a:gd name="connsiteX53" fmla="*/ 3369898 w 7467600"/>
              <a:gd name="connsiteY53" fmla="*/ 6081771 h 6858000"/>
              <a:gd name="connsiteX54" fmla="*/ 3642057 w 7467600"/>
              <a:gd name="connsiteY54" fmla="*/ 5573487 h 6858000"/>
              <a:gd name="connsiteX55" fmla="*/ 2650666 w 7467600"/>
              <a:gd name="connsiteY55" fmla="*/ 5530686 h 6858000"/>
              <a:gd name="connsiteX56" fmla="*/ 2650249 w 7467600"/>
              <a:gd name="connsiteY56" fmla="*/ 5532101 h 6858000"/>
              <a:gd name="connsiteX57" fmla="*/ 2663808 w 7467600"/>
              <a:gd name="connsiteY57" fmla="*/ 6535215 h 6858000"/>
              <a:gd name="connsiteX58" fmla="*/ 2665418 w 7467600"/>
              <a:gd name="connsiteY58" fmla="*/ 6132756 h 6858000"/>
              <a:gd name="connsiteX59" fmla="*/ 2650666 w 7467600"/>
              <a:gd name="connsiteY59" fmla="*/ 5530686 h 6858000"/>
              <a:gd name="connsiteX60" fmla="*/ 2680277 w 7467600"/>
              <a:gd name="connsiteY60" fmla="*/ 5479204 h 6858000"/>
              <a:gd name="connsiteX61" fmla="*/ 2678972 w 7467600"/>
              <a:gd name="connsiteY61" fmla="*/ 5481582 h 6858000"/>
              <a:gd name="connsiteX62" fmla="*/ 2696666 w 7467600"/>
              <a:gd name="connsiteY62" fmla="*/ 6133836 h 6858000"/>
              <a:gd name="connsiteX63" fmla="*/ 2695769 w 7467600"/>
              <a:gd name="connsiteY63" fmla="*/ 6390955 h 6858000"/>
              <a:gd name="connsiteX64" fmla="*/ 2739893 w 7467600"/>
              <a:gd name="connsiteY64" fmla="*/ 6108357 h 6858000"/>
              <a:gd name="connsiteX65" fmla="*/ 2680277 w 7467600"/>
              <a:gd name="connsiteY65" fmla="*/ 5479204 h 6858000"/>
              <a:gd name="connsiteX66" fmla="*/ 1132195 w 7467600"/>
              <a:gd name="connsiteY66" fmla="*/ 5467980 h 6858000"/>
              <a:gd name="connsiteX67" fmla="*/ 1679056 w 7467600"/>
              <a:gd name="connsiteY67" fmla="*/ 5516907 h 6858000"/>
              <a:gd name="connsiteX68" fmla="*/ 2128648 w 7467600"/>
              <a:gd name="connsiteY68" fmla="*/ 5474249 h 6858000"/>
              <a:gd name="connsiteX69" fmla="*/ 1825619 w 7467600"/>
              <a:gd name="connsiteY69" fmla="*/ 5478447 h 6858000"/>
              <a:gd name="connsiteX70" fmla="*/ 1737798 w 7467600"/>
              <a:gd name="connsiteY70" fmla="*/ 5483353 h 6858000"/>
              <a:gd name="connsiteX71" fmla="*/ 1132195 w 7467600"/>
              <a:gd name="connsiteY71" fmla="*/ 5467980 h 6858000"/>
              <a:gd name="connsiteX72" fmla="*/ 1456157 w 7467600"/>
              <a:gd name="connsiteY72" fmla="*/ 5371404 h 6858000"/>
              <a:gd name="connsiteX73" fmla="*/ 1244432 w 7467600"/>
              <a:gd name="connsiteY73" fmla="*/ 5385601 h 6858000"/>
              <a:gd name="connsiteX74" fmla="*/ 973990 w 7467600"/>
              <a:gd name="connsiteY74" fmla="*/ 5424940 h 6858000"/>
              <a:gd name="connsiteX75" fmla="*/ 1103809 w 7467600"/>
              <a:gd name="connsiteY75" fmla="*/ 5433720 h 6858000"/>
              <a:gd name="connsiteX76" fmla="*/ 1123454 w 7467600"/>
              <a:gd name="connsiteY76" fmla="*/ 5435727 h 6858000"/>
              <a:gd name="connsiteX77" fmla="*/ 1737017 w 7467600"/>
              <a:gd name="connsiteY77" fmla="*/ 5452183 h 6858000"/>
              <a:gd name="connsiteX78" fmla="*/ 1824397 w 7467600"/>
              <a:gd name="connsiteY78" fmla="*/ 5447757 h 6858000"/>
              <a:gd name="connsiteX79" fmla="*/ 2070059 w 7467600"/>
              <a:gd name="connsiteY79" fmla="*/ 5441660 h 6858000"/>
              <a:gd name="connsiteX80" fmla="*/ 1456157 w 7467600"/>
              <a:gd name="connsiteY80" fmla="*/ 5371404 h 6858000"/>
              <a:gd name="connsiteX81" fmla="*/ 4988186 w 7467600"/>
              <a:gd name="connsiteY81" fmla="*/ 5216467 h 6858000"/>
              <a:gd name="connsiteX82" fmla="*/ 4777334 w 7467600"/>
              <a:gd name="connsiteY82" fmla="*/ 5406072 h 6858000"/>
              <a:gd name="connsiteX83" fmla="*/ 4718341 w 7467600"/>
              <a:gd name="connsiteY83" fmla="*/ 5468043 h 6858000"/>
              <a:gd name="connsiteX84" fmla="*/ 4604655 w 7467600"/>
              <a:gd name="connsiteY84" fmla="*/ 5583434 h 6858000"/>
              <a:gd name="connsiteX85" fmla="*/ 4565074 w 7467600"/>
              <a:gd name="connsiteY85" fmla="*/ 5618550 h 6858000"/>
              <a:gd name="connsiteX86" fmla="*/ 4988186 w 7467600"/>
              <a:gd name="connsiteY86" fmla="*/ 5216467 h 6858000"/>
              <a:gd name="connsiteX87" fmla="*/ 4978032 w 7467600"/>
              <a:gd name="connsiteY87" fmla="*/ 5183809 h 6858000"/>
              <a:gd name="connsiteX88" fmla="*/ 4463413 w 7467600"/>
              <a:gd name="connsiteY88" fmla="*/ 5615162 h 6858000"/>
              <a:gd name="connsiteX89" fmla="*/ 4358134 w 7467600"/>
              <a:gd name="connsiteY89" fmla="*/ 5742791 h 6858000"/>
              <a:gd name="connsiteX90" fmla="*/ 4376219 w 7467600"/>
              <a:gd name="connsiteY90" fmla="*/ 5729027 h 6858000"/>
              <a:gd name="connsiteX91" fmla="*/ 4582340 w 7467600"/>
              <a:gd name="connsiteY91" fmla="*/ 5561037 h 6858000"/>
              <a:gd name="connsiteX92" fmla="*/ 4694684 w 7467600"/>
              <a:gd name="connsiteY92" fmla="*/ 5447098 h 6858000"/>
              <a:gd name="connsiteX93" fmla="*/ 4754123 w 7467600"/>
              <a:gd name="connsiteY93" fmla="*/ 5384643 h 6858000"/>
              <a:gd name="connsiteX94" fmla="*/ 4978032 w 7467600"/>
              <a:gd name="connsiteY94" fmla="*/ 5183809 h 6858000"/>
              <a:gd name="connsiteX95" fmla="*/ 1903353 w 7467600"/>
              <a:gd name="connsiteY95" fmla="*/ 5044827 h 6858000"/>
              <a:gd name="connsiteX96" fmla="*/ 1936931 w 7467600"/>
              <a:gd name="connsiteY96" fmla="*/ 5093954 h 6858000"/>
              <a:gd name="connsiteX97" fmla="*/ 2195868 w 7467600"/>
              <a:gd name="connsiteY97" fmla="*/ 5396574 h 6858000"/>
              <a:gd name="connsiteX98" fmla="*/ 2088852 w 7467600"/>
              <a:gd name="connsiteY98" fmla="*/ 5166123 h 6858000"/>
              <a:gd name="connsiteX99" fmla="*/ 1958241 w 7467600"/>
              <a:gd name="connsiteY99" fmla="*/ 5067955 h 6858000"/>
              <a:gd name="connsiteX100" fmla="*/ 1903353 w 7467600"/>
              <a:gd name="connsiteY100" fmla="*/ 5044827 h 6858000"/>
              <a:gd name="connsiteX101" fmla="*/ 1979378 w 7467600"/>
              <a:gd name="connsiteY101" fmla="*/ 4769504 h 6858000"/>
              <a:gd name="connsiteX102" fmla="*/ 2882120 w 7467600"/>
              <a:gd name="connsiteY102" fmla="*/ 5064547 h 6858000"/>
              <a:gd name="connsiteX103" fmla="*/ 2793103 w 7467600"/>
              <a:gd name="connsiteY103" fmla="*/ 5039699 h 6858000"/>
              <a:gd name="connsiteX104" fmla="*/ 2770041 w 7467600"/>
              <a:gd name="connsiteY104" fmla="*/ 5033634 h 6858000"/>
              <a:gd name="connsiteX105" fmla="*/ 1979378 w 7467600"/>
              <a:gd name="connsiteY105" fmla="*/ 4769504 h 6858000"/>
              <a:gd name="connsiteX106" fmla="*/ 1927410 w 7467600"/>
              <a:gd name="connsiteY106" fmla="*/ 4716164 h 6858000"/>
              <a:gd name="connsiteX107" fmla="*/ 1959587 w 7467600"/>
              <a:gd name="connsiteY107" fmla="*/ 4728849 h 6858000"/>
              <a:gd name="connsiteX108" fmla="*/ 2777707 w 7467600"/>
              <a:gd name="connsiteY108" fmla="*/ 5003991 h 6858000"/>
              <a:gd name="connsiteX109" fmla="*/ 2800768 w 7467600"/>
              <a:gd name="connsiteY109" fmla="*/ 5010056 h 6858000"/>
              <a:gd name="connsiteX110" fmla="*/ 2879408 w 7467600"/>
              <a:gd name="connsiteY110" fmla="*/ 5031590 h 6858000"/>
              <a:gd name="connsiteX111" fmla="*/ 2862295 w 7467600"/>
              <a:gd name="connsiteY111" fmla="*/ 5022958 h 6858000"/>
              <a:gd name="connsiteX112" fmla="*/ 2813343 w 7467600"/>
              <a:gd name="connsiteY112" fmla="*/ 4998369 h 6858000"/>
              <a:gd name="connsiteX113" fmla="*/ 2646245 w 7467600"/>
              <a:gd name="connsiteY113" fmla="*/ 4930999 h 6858000"/>
              <a:gd name="connsiteX114" fmla="*/ 1999243 w 7467600"/>
              <a:gd name="connsiteY114" fmla="*/ 4730524 h 6858000"/>
              <a:gd name="connsiteX115" fmla="*/ 1979527 w 7467600"/>
              <a:gd name="connsiteY115" fmla="*/ 4726651 h 6858000"/>
              <a:gd name="connsiteX116" fmla="*/ 1927410 w 7467600"/>
              <a:gd name="connsiteY116" fmla="*/ 4716164 h 6858000"/>
              <a:gd name="connsiteX117" fmla="*/ 1997014 w 7467600"/>
              <a:gd name="connsiteY117" fmla="*/ 4698007 h 6858000"/>
              <a:gd name="connsiteX118" fmla="*/ 2005458 w 7467600"/>
              <a:gd name="connsiteY118" fmla="*/ 4699540 h 6858000"/>
              <a:gd name="connsiteX119" fmla="*/ 2657186 w 7467600"/>
              <a:gd name="connsiteY119" fmla="*/ 4901687 h 6858000"/>
              <a:gd name="connsiteX120" fmla="*/ 2826662 w 7467600"/>
              <a:gd name="connsiteY120" fmla="*/ 4970362 h 6858000"/>
              <a:gd name="connsiteX121" fmla="*/ 2876100 w 7467600"/>
              <a:gd name="connsiteY121" fmla="*/ 4995397 h 6858000"/>
              <a:gd name="connsiteX122" fmla="*/ 3042600 w 7467600"/>
              <a:gd name="connsiteY122" fmla="*/ 5059532 h 6858000"/>
              <a:gd name="connsiteX123" fmla="*/ 1997014 w 7467600"/>
              <a:gd name="connsiteY123" fmla="*/ 4698007 h 6858000"/>
              <a:gd name="connsiteX124" fmla="*/ 2305292 w 7467600"/>
              <a:gd name="connsiteY124" fmla="*/ 4219492 h 6858000"/>
              <a:gd name="connsiteX125" fmla="*/ 3360922 w 7467600"/>
              <a:gd name="connsiteY125" fmla="*/ 4529373 h 6858000"/>
              <a:gd name="connsiteX126" fmla="*/ 3492420 w 7467600"/>
              <a:gd name="connsiteY126" fmla="*/ 4510145 h 6858000"/>
              <a:gd name="connsiteX127" fmla="*/ 3364086 w 7467600"/>
              <a:gd name="connsiteY127" fmla="*/ 4480340 h 6858000"/>
              <a:gd name="connsiteX128" fmla="*/ 3225818 w 7467600"/>
              <a:gd name="connsiteY128" fmla="*/ 4411822 h 6858000"/>
              <a:gd name="connsiteX129" fmla="*/ 3129696 w 7467600"/>
              <a:gd name="connsiteY129" fmla="*/ 4360704 h 6858000"/>
              <a:gd name="connsiteX130" fmla="*/ 2814545 w 7467600"/>
              <a:gd name="connsiteY130" fmla="*/ 4282955 h 6858000"/>
              <a:gd name="connsiteX131" fmla="*/ 2305292 w 7467600"/>
              <a:gd name="connsiteY131" fmla="*/ 4219492 h 6858000"/>
              <a:gd name="connsiteX132" fmla="*/ 2626982 w 7467600"/>
              <a:gd name="connsiteY132" fmla="*/ 4206450 h 6858000"/>
              <a:gd name="connsiteX133" fmla="*/ 2490617 w 7467600"/>
              <a:gd name="connsiteY133" fmla="*/ 4206951 h 6858000"/>
              <a:gd name="connsiteX134" fmla="*/ 2819869 w 7467600"/>
              <a:gd name="connsiteY134" fmla="*/ 4252936 h 6858000"/>
              <a:gd name="connsiteX135" fmla="*/ 3143018 w 7467600"/>
              <a:gd name="connsiteY135" fmla="*/ 4332698 h 6858000"/>
              <a:gd name="connsiteX136" fmla="*/ 3241520 w 7467600"/>
              <a:gd name="connsiteY136" fmla="*/ 4385112 h 6858000"/>
              <a:gd name="connsiteX137" fmla="*/ 3374575 w 7467600"/>
              <a:gd name="connsiteY137" fmla="*/ 4451517 h 6858000"/>
              <a:gd name="connsiteX138" fmla="*/ 3505221 w 7467600"/>
              <a:gd name="connsiteY138" fmla="*/ 4480757 h 6858000"/>
              <a:gd name="connsiteX139" fmla="*/ 2626982 w 7467600"/>
              <a:gd name="connsiteY139" fmla="*/ 4206450 h 6858000"/>
              <a:gd name="connsiteX140" fmla="*/ 1310106 w 7467600"/>
              <a:gd name="connsiteY140" fmla="*/ 3943217 h 6858000"/>
              <a:gd name="connsiteX141" fmla="*/ 854994 w 7467600"/>
              <a:gd name="connsiteY141" fmla="*/ 4399136 h 6858000"/>
              <a:gd name="connsiteX142" fmla="*/ 742462 w 7467600"/>
              <a:gd name="connsiteY142" fmla="*/ 4594648 h 6858000"/>
              <a:gd name="connsiteX143" fmla="*/ 820602 w 7467600"/>
              <a:gd name="connsiteY143" fmla="*/ 4485915 h 6858000"/>
              <a:gd name="connsiteX144" fmla="*/ 878295 w 7467600"/>
              <a:gd name="connsiteY144" fmla="*/ 4403594 h 6858000"/>
              <a:gd name="connsiteX145" fmla="*/ 1240607 w 7467600"/>
              <a:gd name="connsiteY145" fmla="*/ 4010401 h 6858000"/>
              <a:gd name="connsiteX146" fmla="*/ 1310106 w 7467600"/>
              <a:gd name="connsiteY146" fmla="*/ 3943217 h 6858000"/>
              <a:gd name="connsiteX147" fmla="*/ 1423113 w 7467600"/>
              <a:gd name="connsiteY147" fmla="*/ 3874565 h 6858000"/>
              <a:gd name="connsiteX148" fmla="*/ 1260565 w 7467600"/>
              <a:gd name="connsiteY148" fmla="*/ 4031982 h 6858000"/>
              <a:gd name="connsiteX149" fmla="*/ 901900 w 7467600"/>
              <a:gd name="connsiteY149" fmla="*/ 4421236 h 6858000"/>
              <a:gd name="connsiteX150" fmla="*/ 845044 w 7467600"/>
              <a:gd name="connsiteY150" fmla="*/ 4502436 h 6858000"/>
              <a:gd name="connsiteX151" fmla="*/ 685926 w 7467600"/>
              <a:gd name="connsiteY151" fmla="*/ 4703069 h 6858000"/>
              <a:gd name="connsiteX152" fmla="*/ 684248 w 7467600"/>
              <a:gd name="connsiteY152" fmla="*/ 4706721 h 6858000"/>
              <a:gd name="connsiteX153" fmla="*/ 1423113 w 7467600"/>
              <a:gd name="connsiteY153" fmla="*/ 3874565 h 6858000"/>
              <a:gd name="connsiteX154" fmla="*/ 3316479 w 7467600"/>
              <a:gd name="connsiteY154" fmla="*/ 3872136 h 6858000"/>
              <a:gd name="connsiteX155" fmla="*/ 3546806 w 7467600"/>
              <a:gd name="connsiteY155" fmla="*/ 4356139 h 6858000"/>
              <a:gd name="connsiteX156" fmla="*/ 3364433 w 7467600"/>
              <a:gd name="connsiteY156" fmla="*/ 3953121 h 6858000"/>
              <a:gd name="connsiteX157" fmla="*/ 3316479 w 7467600"/>
              <a:gd name="connsiteY157" fmla="*/ 3872136 h 6858000"/>
              <a:gd name="connsiteX158" fmla="*/ 3291335 w 7467600"/>
              <a:gd name="connsiteY158" fmla="*/ 3767420 h 6858000"/>
              <a:gd name="connsiteX159" fmla="*/ 3390805 w 7467600"/>
              <a:gd name="connsiteY159" fmla="*/ 3937163 h 6858000"/>
              <a:gd name="connsiteX160" fmla="*/ 3579062 w 7467600"/>
              <a:gd name="connsiteY160" fmla="*/ 4359040 h 6858000"/>
              <a:gd name="connsiteX161" fmla="*/ 3467355 w 7467600"/>
              <a:gd name="connsiteY161" fmla="*/ 3988130 h 6858000"/>
              <a:gd name="connsiteX162" fmla="*/ 3310753 w 7467600"/>
              <a:gd name="connsiteY162" fmla="*/ 3787140 h 6858000"/>
              <a:gd name="connsiteX163" fmla="*/ 3291335 w 7467600"/>
              <a:gd name="connsiteY163" fmla="*/ 3767420 h 6858000"/>
              <a:gd name="connsiteX164" fmla="*/ 1635889 w 7467600"/>
              <a:gd name="connsiteY164" fmla="*/ 3709494 h 6858000"/>
              <a:gd name="connsiteX165" fmla="*/ 1634800 w 7467600"/>
              <a:gd name="connsiteY165" fmla="*/ 3731111 h 6858000"/>
              <a:gd name="connsiteX166" fmla="*/ 1635889 w 7467600"/>
              <a:gd name="connsiteY166" fmla="*/ 3709494 h 6858000"/>
              <a:gd name="connsiteX167" fmla="*/ 1510397 w 7467600"/>
              <a:gd name="connsiteY167" fmla="*/ 3684705 h 6858000"/>
              <a:gd name="connsiteX168" fmla="*/ 1146550 w 7467600"/>
              <a:gd name="connsiteY168" fmla="*/ 3802012 h 6858000"/>
              <a:gd name="connsiteX169" fmla="*/ 698834 w 7467600"/>
              <a:gd name="connsiteY169" fmla="*/ 3952272 h 6858000"/>
              <a:gd name="connsiteX170" fmla="*/ 34256 w 7467600"/>
              <a:gd name="connsiteY170" fmla="*/ 4347603 h 6858000"/>
              <a:gd name="connsiteX171" fmla="*/ 527241 w 7467600"/>
              <a:gd name="connsiteY171" fmla="*/ 4065078 h 6858000"/>
              <a:gd name="connsiteX172" fmla="*/ 1510397 w 7467600"/>
              <a:gd name="connsiteY172" fmla="*/ 3684705 h 6858000"/>
              <a:gd name="connsiteX173" fmla="*/ 1313114 w 7467600"/>
              <a:gd name="connsiteY173" fmla="*/ 3655216 h 6858000"/>
              <a:gd name="connsiteX174" fmla="*/ 1109304 w 7467600"/>
              <a:gd name="connsiteY174" fmla="*/ 3669030 h 6858000"/>
              <a:gd name="connsiteX175" fmla="*/ 8129 w 7467600"/>
              <a:gd name="connsiteY175" fmla="*/ 4330519 h 6858000"/>
              <a:gd name="connsiteX176" fmla="*/ 687572 w 7467600"/>
              <a:gd name="connsiteY176" fmla="*/ 3925629 h 6858000"/>
              <a:gd name="connsiteX177" fmla="*/ 1138365 w 7467600"/>
              <a:gd name="connsiteY177" fmla="*/ 3774515 h 6858000"/>
              <a:gd name="connsiteX178" fmla="*/ 1505579 w 7467600"/>
              <a:gd name="connsiteY178" fmla="*/ 3655526 h 6858000"/>
              <a:gd name="connsiteX179" fmla="*/ 1313114 w 7467600"/>
              <a:gd name="connsiteY179" fmla="*/ 3655216 h 6858000"/>
              <a:gd name="connsiteX180" fmla="*/ 3655073 w 7467600"/>
              <a:gd name="connsiteY180" fmla="*/ 3650884 h 6858000"/>
              <a:gd name="connsiteX181" fmla="*/ 3989938 w 7467600"/>
              <a:gd name="connsiteY181" fmla="*/ 3991685 h 6858000"/>
              <a:gd name="connsiteX182" fmla="*/ 4393907 w 7467600"/>
              <a:gd name="connsiteY182" fmla="*/ 4261258 h 6858000"/>
              <a:gd name="connsiteX183" fmla="*/ 4648051 w 7467600"/>
              <a:gd name="connsiteY183" fmla="*/ 4374051 h 6858000"/>
              <a:gd name="connsiteX184" fmla="*/ 4383389 w 7467600"/>
              <a:gd name="connsiteY184" fmla="*/ 4184369 h 6858000"/>
              <a:gd name="connsiteX185" fmla="*/ 4165508 w 7467600"/>
              <a:gd name="connsiteY185" fmla="*/ 4035196 h 6858000"/>
              <a:gd name="connsiteX186" fmla="*/ 4068162 w 7467600"/>
              <a:gd name="connsiteY186" fmla="*/ 3953394 h 6858000"/>
              <a:gd name="connsiteX187" fmla="*/ 3981416 w 7467600"/>
              <a:gd name="connsiteY187" fmla="*/ 3880482 h 6858000"/>
              <a:gd name="connsiteX188" fmla="*/ 3800147 w 7467600"/>
              <a:gd name="connsiteY188" fmla="*/ 3749872 h 6858000"/>
              <a:gd name="connsiteX189" fmla="*/ 3655073 w 7467600"/>
              <a:gd name="connsiteY189" fmla="*/ 3650884 h 6858000"/>
              <a:gd name="connsiteX190" fmla="*/ 3670252 w 7467600"/>
              <a:gd name="connsiteY190" fmla="*/ 3622798 h 6858000"/>
              <a:gd name="connsiteX191" fmla="*/ 3817258 w 7467600"/>
              <a:gd name="connsiteY191" fmla="*/ 3723577 h 6858000"/>
              <a:gd name="connsiteX192" fmla="*/ 4000461 w 7467600"/>
              <a:gd name="connsiteY192" fmla="*/ 3855966 h 6858000"/>
              <a:gd name="connsiteX193" fmla="*/ 4088180 w 7467600"/>
              <a:gd name="connsiteY193" fmla="*/ 3929774 h 6858000"/>
              <a:gd name="connsiteX194" fmla="*/ 4184555 w 7467600"/>
              <a:gd name="connsiteY194" fmla="*/ 4010683 h 6858000"/>
              <a:gd name="connsiteX195" fmla="*/ 4399563 w 7467600"/>
              <a:gd name="connsiteY195" fmla="*/ 4158106 h 6858000"/>
              <a:gd name="connsiteX196" fmla="*/ 4684469 w 7467600"/>
              <a:gd name="connsiteY196" fmla="*/ 4364680 h 6858000"/>
              <a:gd name="connsiteX197" fmla="*/ 4690271 w 7467600"/>
              <a:gd name="connsiteY197" fmla="*/ 4370034 h 6858000"/>
              <a:gd name="connsiteX198" fmla="*/ 4136093 w 7467600"/>
              <a:gd name="connsiteY198" fmla="*/ 3858466 h 6858000"/>
              <a:gd name="connsiteX199" fmla="*/ 3670252 w 7467600"/>
              <a:gd name="connsiteY199" fmla="*/ 3622798 h 6858000"/>
              <a:gd name="connsiteX200" fmla="*/ 4440129 w 7467600"/>
              <a:gd name="connsiteY200" fmla="*/ 3448571 h 6858000"/>
              <a:gd name="connsiteX201" fmla="*/ 4856525 w 7467600"/>
              <a:gd name="connsiteY201" fmla="*/ 3915351 h 6858000"/>
              <a:gd name="connsiteX202" fmla="*/ 5059055 w 7467600"/>
              <a:gd name="connsiteY202" fmla="*/ 4108918 h 6858000"/>
              <a:gd name="connsiteX203" fmla="*/ 5290070 w 7467600"/>
              <a:gd name="connsiteY203" fmla="*/ 4263619 h 6858000"/>
              <a:gd name="connsiteX204" fmla="*/ 4834991 w 7467600"/>
              <a:gd name="connsiteY204" fmla="*/ 3830985 h 6858000"/>
              <a:gd name="connsiteX205" fmla="*/ 4440129 w 7467600"/>
              <a:gd name="connsiteY205" fmla="*/ 3448571 h 6858000"/>
              <a:gd name="connsiteX206" fmla="*/ 4441737 w 7467600"/>
              <a:gd name="connsiteY206" fmla="*/ 3399734 h 6858000"/>
              <a:gd name="connsiteX207" fmla="*/ 4431236 w 7467600"/>
              <a:gd name="connsiteY207" fmla="*/ 3400954 h 6858000"/>
              <a:gd name="connsiteX208" fmla="*/ 4557150 w 7467600"/>
              <a:gd name="connsiteY208" fmla="*/ 3510023 h 6858000"/>
              <a:gd name="connsiteX209" fmla="*/ 4856936 w 7467600"/>
              <a:gd name="connsiteY209" fmla="*/ 3809146 h 6858000"/>
              <a:gd name="connsiteX210" fmla="*/ 5111996 w 7467600"/>
              <a:gd name="connsiteY210" fmla="*/ 4065759 h 6858000"/>
              <a:gd name="connsiteX211" fmla="*/ 5388878 w 7467600"/>
              <a:gd name="connsiteY211" fmla="*/ 4300185 h 6858000"/>
              <a:gd name="connsiteX212" fmla="*/ 5425556 w 7467600"/>
              <a:gd name="connsiteY212" fmla="*/ 4308967 h 6858000"/>
              <a:gd name="connsiteX213" fmla="*/ 4943646 w 7467600"/>
              <a:gd name="connsiteY213" fmla="*/ 3822916 h 6858000"/>
              <a:gd name="connsiteX214" fmla="*/ 4594837 w 7467600"/>
              <a:gd name="connsiteY214" fmla="*/ 3532274 h 6858000"/>
              <a:gd name="connsiteX215" fmla="*/ 4441737 w 7467600"/>
              <a:gd name="connsiteY215" fmla="*/ 3399734 h 6858000"/>
              <a:gd name="connsiteX216" fmla="*/ 5425834 w 7467600"/>
              <a:gd name="connsiteY216" fmla="*/ 3162785 h 6858000"/>
              <a:gd name="connsiteX217" fmla="*/ 5401644 w 7467600"/>
              <a:gd name="connsiteY217" fmla="*/ 3617847 h 6858000"/>
              <a:gd name="connsiteX218" fmla="*/ 5467256 w 7467600"/>
              <a:gd name="connsiteY218" fmla="*/ 4175494 h 6858000"/>
              <a:gd name="connsiteX219" fmla="*/ 5448069 w 7467600"/>
              <a:gd name="connsiteY219" fmla="*/ 3567554 h 6858000"/>
              <a:gd name="connsiteX220" fmla="*/ 5425834 w 7467600"/>
              <a:gd name="connsiteY220" fmla="*/ 3162785 h 6858000"/>
              <a:gd name="connsiteX221" fmla="*/ 1318687 w 7467600"/>
              <a:gd name="connsiteY221" fmla="*/ 3113840 h 6858000"/>
              <a:gd name="connsiteX222" fmla="*/ 1066793 w 7467600"/>
              <a:gd name="connsiteY222" fmla="*/ 3212171 h 6858000"/>
              <a:gd name="connsiteX223" fmla="*/ 993319 w 7467600"/>
              <a:gd name="connsiteY223" fmla="*/ 3247648 h 6858000"/>
              <a:gd name="connsiteX224" fmla="*/ 853081 w 7467600"/>
              <a:gd name="connsiteY224" fmla="*/ 3312410 h 6858000"/>
              <a:gd name="connsiteX225" fmla="*/ 805957 w 7467600"/>
              <a:gd name="connsiteY225" fmla="*/ 3330443 h 6858000"/>
              <a:gd name="connsiteX226" fmla="*/ 1318687 w 7467600"/>
              <a:gd name="connsiteY226" fmla="*/ 3113840 h 6858000"/>
              <a:gd name="connsiteX227" fmla="*/ 5453702 w 7467600"/>
              <a:gd name="connsiteY227" fmla="*/ 3090882 h 6858000"/>
              <a:gd name="connsiteX228" fmla="*/ 5480135 w 7467600"/>
              <a:gd name="connsiteY228" fmla="*/ 3565802 h 6858000"/>
              <a:gd name="connsiteX229" fmla="*/ 5499023 w 7467600"/>
              <a:gd name="connsiteY229" fmla="*/ 4166310 h 6858000"/>
              <a:gd name="connsiteX230" fmla="*/ 5547022 w 7467600"/>
              <a:gd name="connsiteY230" fmla="*/ 3607838 h 6858000"/>
              <a:gd name="connsiteX231" fmla="*/ 5515964 w 7467600"/>
              <a:gd name="connsiteY231" fmla="*/ 3378541 h 6858000"/>
              <a:gd name="connsiteX232" fmla="*/ 5453702 w 7467600"/>
              <a:gd name="connsiteY232" fmla="*/ 3090882 h 6858000"/>
              <a:gd name="connsiteX233" fmla="*/ 1238695 w 7467600"/>
              <a:gd name="connsiteY233" fmla="*/ 3076820 h 6858000"/>
              <a:gd name="connsiteX234" fmla="*/ 716371 w 7467600"/>
              <a:gd name="connsiteY234" fmla="*/ 3293249 h 6858000"/>
              <a:gd name="connsiteX235" fmla="*/ 579522 w 7467600"/>
              <a:gd name="connsiteY235" fmla="*/ 3371759 h 6858000"/>
              <a:gd name="connsiteX236" fmla="*/ 600288 w 7467600"/>
              <a:gd name="connsiteY236" fmla="*/ 3365555 h 6858000"/>
              <a:gd name="connsiteX237" fmla="*/ 840692 w 7467600"/>
              <a:gd name="connsiteY237" fmla="*/ 3284921 h 6858000"/>
              <a:gd name="connsiteX238" fmla="*/ 979248 w 7467600"/>
              <a:gd name="connsiteY238" fmla="*/ 3221003 h 6858000"/>
              <a:gd name="connsiteX239" fmla="*/ 1053282 w 7467600"/>
              <a:gd name="connsiteY239" fmla="*/ 3185247 h 6858000"/>
              <a:gd name="connsiteX240" fmla="*/ 1320603 w 7467600"/>
              <a:gd name="connsiteY240" fmla="*/ 3081281 h 6858000"/>
              <a:gd name="connsiteX241" fmla="*/ 1238695 w 7467600"/>
              <a:gd name="connsiteY241" fmla="*/ 3076820 h 6858000"/>
              <a:gd name="connsiteX242" fmla="*/ 5425627 w 7467600"/>
              <a:gd name="connsiteY242" fmla="*/ 2954192 h 6858000"/>
              <a:gd name="connsiteX243" fmla="*/ 5470770 w 7467600"/>
              <a:gd name="connsiteY243" fmla="*/ 3005435 h 6858000"/>
              <a:gd name="connsiteX244" fmla="*/ 5519779 w 7467600"/>
              <a:gd name="connsiteY244" fmla="*/ 4359223 h 6858000"/>
              <a:gd name="connsiteX245" fmla="*/ 5520293 w 7467600"/>
              <a:gd name="connsiteY245" fmla="*/ 4360602 h 6858000"/>
              <a:gd name="connsiteX246" fmla="*/ 5767221 w 7467600"/>
              <a:gd name="connsiteY246" fmla="*/ 4665564 h 6858000"/>
              <a:gd name="connsiteX247" fmla="*/ 6937169 w 7467600"/>
              <a:gd name="connsiteY247" fmla="*/ 4815941 h 6858000"/>
              <a:gd name="connsiteX248" fmla="*/ 6953922 w 7467600"/>
              <a:gd name="connsiteY248" fmla="*/ 4890068 h 6858000"/>
              <a:gd name="connsiteX249" fmla="*/ 6071359 w 7467600"/>
              <a:gd name="connsiteY249" fmla="*/ 4770770 h 6858000"/>
              <a:gd name="connsiteX250" fmla="*/ 6038839 w 7467600"/>
              <a:gd name="connsiteY250" fmla="*/ 4764474 h 6858000"/>
              <a:gd name="connsiteX251" fmla="*/ 6038706 w 7467600"/>
              <a:gd name="connsiteY251" fmla="*/ 4763847 h 6858000"/>
              <a:gd name="connsiteX252" fmla="*/ 6037784 w 7467600"/>
              <a:gd name="connsiteY252" fmla="*/ 4764270 h 6858000"/>
              <a:gd name="connsiteX253" fmla="*/ 6038839 w 7467600"/>
              <a:gd name="connsiteY253" fmla="*/ 4764474 h 6858000"/>
              <a:gd name="connsiteX254" fmla="*/ 6040338 w 7467600"/>
              <a:gd name="connsiteY254" fmla="*/ 4771418 h 6858000"/>
              <a:gd name="connsiteX255" fmla="*/ 6024488 w 7467600"/>
              <a:gd name="connsiteY255" fmla="*/ 4809903 h 6858000"/>
              <a:gd name="connsiteX256" fmla="*/ 5599771 w 7467600"/>
              <a:gd name="connsiteY256" fmla="*/ 5509652 h 6858000"/>
              <a:gd name="connsiteX257" fmla="*/ 5548843 w 7467600"/>
              <a:gd name="connsiteY257" fmla="*/ 5563845 h 6858000"/>
              <a:gd name="connsiteX258" fmla="*/ 5940952 w 7467600"/>
              <a:gd name="connsiteY258" fmla="*/ 6250028 h 6858000"/>
              <a:gd name="connsiteX259" fmla="*/ 6043441 w 7467600"/>
              <a:gd name="connsiteY259" fmla="*/ 6665847 h 6858000"/>
              <a:gd name="connsiteX260" fmla="*/ 6093432 w 7467600"/>
              <a:gd name="connsiteY260" fmla="*/ 6858000 h 6858000"/>
              <a:gd name="connsiteX261" fmla="*/ 6034344 w 7467600"/>
              <a:gd name="connsiteY261" fmla="*/ 6858000 h 6858000"/>
              <a:gd name="connsiteX262" fmla="*/ 6026679 w 7467600"/>
              <a:gd name="connsiteY262" fmla="*/ 6836959 h 6858000"/>
              <a:gd name="connsiteX263" fmla="*/ 5800441 w 7467600"/>
              <a:gd name="connsiteY263" fmla="*/ 6335286 h 6858000"/>
              <a:gd name="connsiteX264" fmla="*/ 5526562 w 7467600"/>
              <a:gd name="connsiteY264" fmla="*/ 5705388 h 6858000"/>
              <a:gd name="connsiteX265" fmla="*/ 5519640 w 7467600"/>
              <a:gd name="connsiteY265" fmla="*/ 5683774 h 6858000"/>
              <a:gd name="connsiteX266" fmla="*/ 5844559 w 7467600"/>
              <a:gd name="connsiteY266" fmla="*/ 6553349 h 6858000"/>
              <a:gd name="connsiteX267" fmla="*/ 5975994 w 7467600"/>
              <a:gd name="connsiteY267" fmla="*/ 6858000 h 6858000"/>
              <a:gd name="connsiteX268" fmla="*/ 5898547 w 7467600"/>
              <a:gd name="connsiteY268" fmla="*/ 6858000 h 6858000"/>
              <a:gd name="connsiteX269" fmla="*/ 5682041 w 7467600"/>
              <a:gd name="connsiteY269" fmla="*/ 6355860 h 6858000"/>
              <a:gd name="connsiteX270" fmla="*/ 5461758 w 7467600"/>
              <a:gd name="connsiteY270" fmla="*/ 5820220 h 6858000"/>
              <a:gd name="connsiteX271" fmla="*/ 5237282 w 7467600"/>
              <a:gd name="connsiteY271" fmla="*/ 6579086 h 6858000"/>
              <a:gd name="connsiteX272" fmla="*/ 5115009 w 7467600"/>
              <a:gd name="connsiteY272" fmla="*/ 6858000 h 6858000"/>
              <a:gd name="connsiteX273" fmla="*/ 5028074 w 7467600"/>
              <a:gd name="connsiteY273" fmla="*/ 6858000 h 6858000"/>
              <a:gd name="connsiteX274" fmla="*/ 5079508 w 7467600"/>
              <a:gd name="connsiteY274" fmla="*/ 6749074 h 6858000"/>
              <a:gd name="connsiteX275" fmla="*/ 5371846 w 7467600"/>
              <a:gd name="connsiteY275" fmla="*/ 5924413 h 6858000"/>
              <a:gd name="connsiteX276" fmla="*/ 5270512 w 7467600"/>
              <a:gd name="connsiteY276" fmla="*/ 6138975 h 6858000"/>
              <a:gd name="connsiteX277" fmla="*/ 5062409 w 7467600"/>
              <a:gd name="connsiteY277" fmla="*/ 6653544 h 6858000"/>
              <a:gd name="connsiteX278" fmla="*/ 5036628 w 7467600"/>
              <a:gd name="connsiteY278" fmla="*/ 6754247 h 6858000"/>
              <a:gd name="connsiteX279" fmla="*/ 5009112 w 7467600"/>
              <a:gd name="connsiteY279" fmla="*/ 6858000 h 6858000"/>
              <a:gd name="connsiteX280" fmla="*/ 4976679 w 7467600"/>
              <a:gd name="connsiteY280" fmla="*/ 6858000 h 6858000"/>
              <a:gd name="connsiteX281" fmla="*/ 5006537 w 7467600"/>
              <a:gd name="connsiteY281" fmla="*/ 6747068 h 6858000"/>
              <a:gd name="connsiteX282" fmla="*/ 5032723 w 7467600"/>
              <a:gd name="connsiteY282" fmla="*/ 6644957 h 6858000"/>
              <a:gd name="connsiteX283" fmla="*/ 5242949 w 7467600"/>
              <a:gd name="connsiteY283" fmla="*/ 6125175 h 6858000"/>
              <a:gd name="connsiteX284" fmla="*/ 5286321 w 7467600"/>
              <a:gd name="connsiteY284" fmla="*/ 6033555 h 6858000"/>
              <a:gd name="connsiteX285" fmla="*/ 5008210 w 7467600"/>
              <a:gd name="connsiteY285" fmla="*/ 6649194 h 6858000"/>
              <a:gd name="connsiteX286" fmla="*/ 4986321 w 7467600"/>
              <a:gd name="connsiteY286" fmla="*/ 6765687 h 6858000"/>
              <a:gd name="connsiteX287" fmla="*/ 4973474 w 7467600"/>
              <a:gd name="connsiteY287" fmla="*/ 6858000 h 6858000"/>
              <a:gd name="connsiteX288" fmla="*/ 4907178 w 7467600"/>
              <a:gd name="connsiteY288" fmla="*/ 6858000 h 6858000"/>
              <a:gd name="connsiteX289" fmla="*/ 4910810 w 7467600"/>
              <a:gd name="connsiteY289" fmla="*/ 6829660 h 6858000"/>
              <a:gd name="connsiteX290" fmla="*/ 4987461 w 7467600"/>
              <a:gd name="connsiteY290" fmla="*/ 6432994 h 6858000"/>
              <a:gd name="connsiteX291" fmla="*/ 5179262 w 7467600"/>
              <a:gd name="connsiteY291" fmla="*/ 6035044 h 6858000"/>
              <a:gd name="connsiteX292" fmla="*/ 4689678 w 7467600"/>
              <a:gd name="connsiteY292" fmla="*/ 6440241 h 6858000"/>
              <a:gd name="connsiteX293" fmla="*/ 4477543 w 7467600"/>
              <a:gd name="connsiteY293" fmla="*/ 6674836 h 6858000"/>
              <a:gd name="connsiteX294" fmla="*/ 4329957 w 7467600"/>
              <a:gd name="connsiteY294" fmla="*/ 6858000 h 6858000"/>
              <a:gd name="connsiteX295" fmla="*/ 4218595 w 7467600"/>
              <a:gd name="connsiteY295" fmla="*/ 6858000 h 6858000"/>
              <a:gd name="connsiteX296" fmla="*/ 4368888 w 7467600"/>
              <a:gd name="connsiteY296" fmla="*/ 6668412 h 6858000"/>
              <a:gd name="connsiteX297" fmla="*/ 4563091 w 7467600"/>
              <a:gd name="connsiteY297" fmla="*/ 6442508 h 6858000"/>
              <a:gd name="connsiteX298" fmla="*/ 5387324 w 7467600"/>
              <a:gd name="connsiteY298" fmla="*/ 5705830 h 6858000"/>
              <a:gd name="connsiteX299" fmla="*/ 5073620 w 7467600"/>
              <a:gd name="connsiteY299" fmla="*/ 5955437 h 6858000"/>
              <a:gd name="connsiteX300" fmla="*/ 4689789 w 7467600"/>
              <a:gd name="connsiteY300" fmla="*/ 6268382 h 6858000"/>
              <a:gd name="connsiteX301" fmla="*/ 4418722 w 7467600"/>
              <a:gd name="connsiteY301" fmla="*/ 6570886 h 6858000"/>
              <a:gd name="connsiteX302" fmla="*/ 4214944 w 7467600"/>
              <a:gd name="connsiteY302" fmla="*/ 6858000 h 6858000"/>
              <a:gd name="connsiteX303" fmla="*/ 4177898 w 7467600"/>
              <a:gd name="connsiteY303" fmla="*/ 6858000 h 6858000"/>
              <a:gd name="connsiteX304" fmla="*/ 4391597 w 7467600"/>
              <a:gd name="connsiteY304" fmla="*/ 6556370 h 6858000"/>
              <a:gd name="connsiteX305" fmla="*/ 4668889 w 7467600"/>
              <a:gd name="connsiteY305" fmla="*/ 6246399 h 6858000"/>
              <a:gd name="connsiteX306" fmla="*/ 5055427 w 7467600"/>
              <a:gd name="connsiteY306" fmla="*/ 5931476 h 6858000"/>
              <a:gd name="connsiteX307" fmla="*/ 5371814 w 7467600"/>
              <a:gd name="connsiteY307" fmla="*/ 5678975 h 6858000"/>
              <a:gd name="connsiteX308" fmla="*/ 4987918 w 7467600"/>
              <a:gd name="connsiteY308" fmla="*/ 5838701 h 6858000"/>
              <a:gd name="connsiteX309" fmla="*/ 4317146 w 7467600"/>
              <a:gd name="connsiteY309" fmla="*/ 6587716 h 6858000"/>
              <a:gd name="connsiteX310" fmla="*/ 4171627 w 7467600"/>
              <a:gd name="connsiteY310" fmla="*/ 6858000 h 6858000"/>
              <a:gd name="connsiteX311" fmla="*/ 4081585 w 7467600"/>
              <a:gd name="connsiteY311" fmla="*/ 6858000 h 6858000"/>
              <a:gd name="connsiteX312" fmla="*/ 4238603 w 7467600"/>
              <a:gd name="connsiteY312" fmla="*/ 6559341 h 6858000"/>
              <a:gd name="connsiteX313" fmla="*/ 4778333 w 7467600"/>
              <a:gd name="connsiteY313" fmla="*/ 5873626 h 6858000"/>
              <a:gd name="connsiteX314" fmla="*/ 5414185 w 7467600"/>
              <a:gd name="connsiteY314" fmla="*/ 5573882 h 6858000"/>
              <a:gd name="connsiteX315" fmla="*/ 5959648 w 7467600"/>
              <a:gd name="connsiteY315" fmla="*/ 4760797 h 6858000"/>
              <a:gd name="connsiteX316" fmla="*/ 5355019 w 7467600"/>
              <a:gd name="connsiteY316" fmla="*/ 4734672 h 6858000"/>
              <a:gd name="connsiteX317" fmla="*/ 5083565 w 7467600"/>
              <a:gd name="connsiteY317" fmla="*/ 5179121 h 6858000"/>
              <a:gd name="connsiteX318" fmla="*/ 4713577 w 7467600"/>
              <a:gd name="connsiteY318" fmla="*/ 5616803 h 6858000"/>
              <a:gd name="connsiteX319" fmla="*/ 3989559 w 7467600"/>
              <a:gd name="connsiteY319" fmla="*/ 6145945 h 6858000"/>
              <a:gd name="connsiteX320" fmla="*/ 3939824 w 7467600"/>
              <a:gd name="connsiteY320" fmla="*/ 6066900 h 6858000"/>
              <a:gd name="connsiteX321" fmla="*/ 4584537 w 7467600"/>
              <a:gd name="connsiteY321" fmla="*/ 5324826 h 6858000"/>
              <a:gd name="connsiteX322" fmla="*/ 5037105 w 7467600"/>
              <a:gd name="connsiteY322" fmla="*/ 5088765 h 6858000"/>
              <a:gd name="connsiteX323" fmla="*/ 5039930 w 7467600"/>
              <a:gd name="connsiteY323" fmla="*/ 5089585 h 6858000"/>
              <a:gd name="connsiteX324" fmla="*/ 5263764 w 7467600"/>
              <a:gd name="connsiteY324" fmla="*/ 4735525 h 6858000"/>
              <a:gd name="connsiteX325" fmla="*/ 4086300 w 7467600"/>
              <a:gd name="connsiteY325" fmla="*/ 4884599 h 6858000"/>
              <a:gd name="connsiteX326" fmla="*/ 4085485 w 7467600"/>
              <a:gd name="connsiteY326" fmla="*/ 4899070 h 6858000"/>
              <a:gd name="connsiteX327" fmla="*/ 3871915 w 7467600"/>
              <a:gd name="connsiteY327" fmla="*/ 5253645 h 6858000"/>
              <a:gd name="connsiteX328" fmla="*/ 3799374 w 7467600"/>
              <a:gd name="connsiteY328" fmla="*/ 5466127 h 6858000"/>
              <a:gd name="connsiteX329" fmla="*/ 3498850 w 7467600"/>
              <a:gd name="connsiteY329" fmla="*/ 6661888 h 6858000"/>
              <a:gd name="connsiteX330" fmla="*/ 3399216 w 7467600"/>
              <a:gd name="connsiteY330" fmla="*/ 6858000 h 6858000"/>
              <a:gd name="connsiteX331" fmla="*/ 3303688 w 7467600"/>
              <a:gd name="connsiteY331" fmla="*/ 6858000 h 6858000"/>
              <a:gd name="connsiteX332" fmla="*/ 3391774 w 7467600"/>
              <a:gd name="connsiteY332" fmla="*/ 6697181 h 6858000"/>
              <a:gd name="connsiteX333" fmla="*/ 3735540 w 7467600"/>
              <a:gd name="connsiteY333" fmla="*/ 5546923 h 6858000"/>
              <a:gd name="connsiteX334" fmla="*/ 3729438 w 7467600"/>
              <a:gd name="connsiteY334" fmla="*/ 5569058 h 6858000"/>
              <a:gd name="connsiteX335" fmla="*/ 3707782 w 7467600"/>
              <a:gd name="connsiteY335" fmla="*/ 5644908 h 6858000"/>
              <a:gd name="connsiteX336" fmla="*/ 3583827 w 7467600"/>
              <a:gd name="connsiteY336" fmla="*/ 6039215 h 6858000"/>
              <a:gd name="connsiteX337" fmla="*/ 3547861 w 7467600"/>
              <a:gd name="connsiteY337" fmla="*/ 6129609 h 6858000"/>
              <a:gd name="connsiteX338" fmla="*/ 3490905 w 7467600"/>
              <a:gd name="connsiteY338" fmla="*/ 6277660 h 6858000"/>
              <a:gd name="connsiteX339" fmla="*/ 3455859 w 7467600"/>
              <a:gd name="connsiteY339" fmla="*/ 6391301 h 6858000"/>
              <a:gd name="connsiteX340" fmla="*/ 3429112 w 7467600"/>
              <a:gd name="connsiteY340" fmla="*/ 6479469 h 6858000"/>
              <a:gd name="connsiteX341" fmla="*/ 3304862 w 7467600"/>
              <a:gd name="connsiteY341" fmla="*/ 6796476 h 6858000"/>
              <a:gd name="connsiteX342" fmla="*/ 3276071 w 7467600"/>
              <a:gd name="connsiteY342" fmla="*/ 6858000 h 6858000"/>
              <a:gd name="connsiteX343" fmla="*/ 3240805 w 7467600"/>
              <a:gd name="connsiteY343" fmla="*/ 6858000 h 6858000"/>
              <a:gd name="connsiteX344" fmla="*/ 3275917 w 7467600"/>
              <a:gd name="connsiteY344" fmla="*/ 6783192 h 6858000"/>
              <a:gd name="connsiteX345" fmla="*/ 3399358 w 7467600"/>
              <a:gd name="connsiteY345" fmla="*/ 6469011 h 6858000"/>
              <a:gd name="connsiteX346" fmla="*/ 3425650 w 7467600"/>
              <a:gd name="connsiteY346" fmla="*/ 6381333 h 6858000"/>
              <a:gd name="connsiteX347" fmla="*/ 3460661 w 7467600"/>
              <a:gd name="connsiteY347" fmla="*/ 6266763 h 6858000"/>
              <a:gd name="connsiteX348" fmla="*/ 3518021 w 7467600"/>
              <a:gd name="connsiteY348" fmla="*/ 6117298 h 6858000"/>
              <a:gd name="connsiteX349" fmla="*/ 3554035 w 7467600"/>
              <a:gd name="connsiteY349" fmla="*/ 6027832 h 6858000"/>
              <a:gd name="connsiteX350" fmla="*/ 3677174 w 7467600"/>
              <a:gd name="connsiteY350" fmla="*/ 5636351 h 6858000"/>
              <a:gd name="connsiteX351" fmla="*/ 3698819 w 7467600"/>
              <a:gd name="connsiteY351" fmla="*/ 5560503 h 6858000"/>
              <a:gd name="connsiteX352" fmla="*/ 3702094 w 7467600"/>
              <a:gd name="connsiteY352" fmla="*/ 5549194 h 6858000"/>
              <a:gd name="connsiteX353" fmla="*/ 3398355 w 7467600"/>
              <a:gd name="connsiteY353" fmla="*/ 6094603 h 6858000"/>
              <a:gd name="connsiteX354" fmla="*/ 3193941 w 7467600"/>
              <a:gd name="connsiteY354" fmla="*/ 6798775 h 6858000"/>
              <a:gd name="connsiteX355" fmla="*/ 3184140 w 7467600"/>
              <a:gd name="connsiteY355" fmla="*/ 6858000 h 6858000"/>
              <a:gd name="connsiteX356" fmla="*/ 3099978 w 7467600"/>
              <a:gd name="connsiteY356" fmla="*/ 6858000 h 6858000"/>
              <a:gd name="connsiteX357" fmla="*/ 3101556 w 7467600"/>
              <a:gd name="connsiteY357" fmla="*/ 6843337 h 6858000"/>
              <a:gd name="connsiteX358" fmla="*/ 3370162 w 7467600"/>
              <a:gd name="connsiteY358" fmla="*/ 5785550 h 6858000"/>
              <a:gd name="connsiteX359" fmla="*/ 3746477 w 7467600"/>
              <a:gd name="connsiteY359" fmla="*/ 5377889 h 6858000"/>
              <a:gd name="connsiteX360" fmla="*/ 3863399 w 7467600"/>
              <a:gd name="connsiteY360" fmla="*/ 5087257 h 6858000"/>
              <a:gd name="connsiteX361" fmla="*/ 3968712 w 7467600"/>
              <a:gd name="connsiteY361" fmla="*/ 4913989 h 6858000"/>
              <a:gd name="connsiteX362" fmla="*/ 2792390 w 7467600"/>
              <a:gd name="connsiteY362" fmla="*/ 5382974 h 6858000"/>
              <a:gd name="connsiteX363" fmla="*/ 2714982 w 7467600"/>
              <a:gd name="connsiteY363" fmla="*/ 5427051 h 6858000"/>
              <a:gd name="connsiteX364" fmla="*/ 2813361 w 7467600"/>
              <a:gd name="connsiteY364" fmla="*/ 6023912 h 6858000"/>
              <a:gd name="connsiteX365" fmla="*/ 2688430 w 7467600"/>
              <a:gd name="connsiteY365" fmla="*/ 6801564 h 6858000"/>
              <a:gd name="connsiteX366" fmla="*/ 2629626 w 7467600"/>
              <a:gd name="connsiteY366" fmla="*/ 6763394 h 6858000"/>
              <a:gd name="connsiteX367" fmla="*/ 2565328 w 7467600"/>
              <a:gd name="connsiteY367" fmla="*/ 5516399 h 6858000"/>
              <a:gd name="connsiteX368" fmla="*/ 1922999 w 7467600"/>
              <a:gd name="connsiteY368" fmla="*/ 5980343 h 6858000"/>
              <a:gd name="connsiteX369" fmla="*/ 1950261 w 7467600"/>
              <a:gd name="connsiteY369" fmla="*/ 6405858 h 6858000"/>
              <a:gd name="connsiteX370" fmla="*/ 2365554 w 7467600"/>
              <a:gd name="connsiteY370" fmla="*/ 6759107 h 6858000"/>
              <a:gd name="connsiteX371" fmla="*/ 2424142 w 7467600"/>
              <a:gd name="connsiteY371" fmla="*/ 6858000 h 6858000"/>
              <a:gd name="connsiteX372" fmla="*/ 2395994 w 7467600"/>
              <a:gd name="connsiteY372" fmla="*/ 6858000 h 6858000"/>
              <a:gd name="connsiteX373" fmla="*/ 2392863 w 7467600"/>
              <a:gd name="connsiteY373" fmla="*/ 6852964 h 6858000"/>
              <a:gd name="connsiteX374" fmla="*/ 2017589 w 7467600"/>
              <a:gd name="connsiteY374" fmla="*/ 6493982 h 6858000"/>
              <a:gd name="connsiteX375" fmla="*/ 2147336 w 7467600"/>
              <a:gd name="connsiteY375" fmla="*/ 6594052 h 6858000"/>
              <a:gd name="connsiteX376" fmla="*/ 2207047 w 7467600"/>
              <a:gd name="connsiteY376" fmla="*/ 6654540 h 6858000"/>
              <a:gd name="connsiteX377" fmla="*/ 2299106 w 7467600"/>
              <a:gd name="connsiteY377" fmla="*/ 6778931 h 6858000"/>
              <a:gd name="connsiteX378" fmla="*/ 2314430 w 7467600"/>
              <a:gd name="connsiteY378" fmla="*/ 6801144 h 6858000"/>
              <a:gd name="connsiteX379" fmla="*/ 2352406 w 7467600"/>
              <a:gd name="connsiteY379" fmla="*/ 6858000 h 6858000"/>
              <a:gd name="connsiteX380" fmla="*/ 2314492 w 7467600"/>
              <a:gd name="connsiteY380" fmla="*/ 6858000 h 6858000"/>
              <a:gd name="connsiteX381" fmla="*/ 2288095 w 7467600"/>
              <a:gd name="connsiteY381" fmla="*/ 6818030 h 6858000"/>
              <a:gd name="connsiteX382" fmla="*/ 2272768 w 7467600"/>
              <a:gd name="connsiteY382" fmla="*/ 6795822 h 6858000"/>
              <a:gd name="connsiteX383" fmla="*/ 2182715 w 7467600"/>
              <a:gd name="connsiteY383" fmla="*/ 6675071 h 6858000"/>
              <a:gd name="connsiteX384" fmla="*/ 2032061 w 7467600"/>
              <a:gd name="connsiteY384" fmla="*/ 6541380 h 6858000"/>
              <a:gd name="connsiteX385" fmla="*/ 2257220 w 7467600"/>
              <a:gd name="connsiteY385" fmla="*/ 6826257 h 6858000"/>
              <a:gd name="connsiteX386" fmla="*/ 2281324 w 7467600"/>
              <a:gd name="connsiteY386" fmla="*/ 6858000 h 6858000"/>
              <a:gd name="connsiteX387" fmla="*/ 2242860 w 7467600"/>
              <a:gd name="connsiteY387" fmla="*/ 6858000 h 6858000"/>
              <a:gd name="connsiteX388" fmla="*/ 2232818 w 7467600"/>
              <a:gd name="connsiteY388" fmla="*/ 6844926 h 6858000"/>
              <a:gd name="connsiteX389" fmla="*/ 1990172 w 7467600"/>
              <a:gd name="connsiteY389" fmla="*/ 6542121 h 6858000"/>
              <a:gd name="connsiteX390" fmla="*/ 2124090 w 7467600"/>
              <a:gd name="connsiteY390" fmla="*/ 6761017 h 6858000"/>
              <a:gd name="connsiteX391" fmla="*/ 2200380 w 7467600"/>
              <a:gd name="connsiteY391" fmla="*/ 6858000 h 6858000"/>
              <a:gd name="connsiteX392" fmla="*/ 2147507 w 7467600"/>
              <a:gd name="connsiteY392" fmla="*/ 6858000 h 6858000"/>
              <a:gd name="connsiteX393" fmla="*/ 2070668 w 7467600"/>
              <a:gd name="connsiteY393" fmla="*/ 6761520 h 6858000"/>
              <a:gd name="connsiteX394" fmla="*/ 1975142 w 7467600"/>
              <a:gd name="connsiteY394" fmla="*/ 6585570 h 6858000"/>
              <a:gd name="connsiteX395" fmla="*/ 2050035 w 7467600"/>
              <a:gd name="connsiteY395" fmla="*/ 6813345 h 6858000"/>
              <a:gd name="connsiteX396" fmla="*/ 2063025 w 7467600"/>
              <a:gd name="connsiteY396" fmla="*/ 6858000 h 6858000"/>
              <a:gd name="connsiteX397" fmla="*/ 2021675 w 7467600"/>
              <a:gd name="connsiteY397" fmla="*/ 6858000 h 6858000"/>
              <a:gd name="connsiteX398" fmla="*/ 2019308 w 7467600"/>
              <a:gd name="connsiteY398" fmla="*/ 6847118 h 6858000"/>
              <a:gd name="connsiteX399" fmla="*/ 1938835 w 7467600"/>
              <a:gd name="connsiteY399" fmla="*/ 6551160 h 6858000"/>
              <a:gd name="connsiteX400" fmla="*/ 1953230 w 7467600"/>
              <a:gd name="connsiteY400" fmla="*/ 6759699 h 6858000"/>
              <a:gd name="connsiteX401" fmla="*/ 1956763 w 7467600"/>
              <a:gd name="connsiteY401" fmla="*/ 6778191 h 6858000"/>
              <a:gd name="connsiteX402" fmla="*/ 1967925 w 7467600"/>
              <a:gd name="connsiteY402" fmla="*/ 6858000 h 6858000"/>
              <a:gd name="connsiteX403" fmla="*/ 1936622 w 7467600"/>
              <a:gd name="connsiteY403" fmla="*/ 6858000 h 6858000"/>
              <a:gd name="connsiteX404" fmla="*/ 1926261 w 7467600"/>
              <a:gd name="connsiteY404" fmla="*/ 6784064 h 6858000"/>
              <a:gd name="connsiteX405" fmla="*/ 1922724 w 7467600"/>
              <a:gd name="connsiteY405" fmla="*/ 6765577 h 6858000"/>
              <a:gd name="connsiteX406" fmla="*/ 1904650 w 7467600"/>
              <a:gd name="connsiteY406" fmla="*/ 6639616 h 6858000"/>
              <a:gd name="connsiteX407" fmla="*/ 1885273 w 7467600"/>
              <a:gd name="connsiteY407" fmla="*/ 6858000 h 6858000"/>
              <a:gd name="connsiteX408" fmla="*/ 1854363 w 7467600"/>
              <a:gd name="connsiteY408" fmla="*/ 6858000 h 6858000"/>
              <a:gd name="connsiteX409" fmla="*/ 1880391 w 7467600"/>
              <a:gd name="connsiteY409" fmla="*/ 6603796 h 6858000"/>
              <a:gd name="connsiteX410" fmla="*/ 1818273 w 7467600"/>
              <a:gd name="connsiteY410" fmla="*/ 6715729 h 6858000"/>
              <a:gd name="connsiteX411" fmla="*/ 1794691 w 7467600"/>
              <a:gd name="connsiteY411" fmla="*/ 6843239 h 6858000"/>
              <a:gd name="connsiteX412" fmla="*/ 1794914 w 7467600"/>
              <a:gd name="connsiteY412" fmla="*/ 6858000 h 6858000"/>
              <a:gd name="connsiteX413" fmla="*/ 1746128 w 7467600"/>
              <a:gd name="connsiteY413" fmla="*/ 6858000 h 6858000"/>
              <a:gd name="connsiteX414" fmla="*/ 1753934 w 7467600"/>
              <a:gd name="connsiteY414" fmla="*/ 6724796 h 6858000"/>
              <a:gd name="connsiteX415" fmla="*/ 1792053 w 7467600"/>
              <a:gd name="connsiteY415" fmla="*/ 6572396 h 6858000"/>
              <a:gd name="connsiteX416" fmla="*/ 1862248 w 7467600"/>
              <a:gd name="connsiteY416" fmla="*/ 6266397 h 6858000"/>
              <a:gd name="connsiteX417" fmla="*/ 1862250 w 7467600"/>
              <a:gd name="connsiteY417" fmla="*/ 6033531 h 6858000"/>
              <a:gd name="connsiteX418" fmla="*/ 1211999 w 7467600"/>
              <a:gd name="connsiteY418" fmla="*/ 6683610 h 6858000"/>
              <a:gd name="connsiteX419" fmla="*/ 1213266 w 7467600"/>
              <a:gd name="connsiteY419" fmla="*/ 6691947 h 6858000"/>
              <a:gd name="connsiteX420" fmla="*/ 1203370 w 7467600"/>
              <a:gd name="connsiteY420" fmla="*/ 6850676 h 6858000"/>
              <a:gd name="connsiteX421" fmla="*/ 1203671 w 7467600"/>
              <a:gd name="connsiteY421" fmla="*/ 6858000 h 6858000"/>
              <a:gd name="connsiteX422" fmla="*/ 1143180 w 7467600"/>
              <a:gd name="connsiteY422" fmla="*/ 6858000 h 6858000"/>
              <a:gd name="connsiteX423" fmla="*/ 1142176 w 7467600"/>
              <a:gd name="connsiteY423" fmla="*/ 6766045 h 6858000"/>
              <a:gd name="connsiteX424" fmla="*/ 1067484 w 7467600"/>
              <a:gd name="connsiteY424" fmla="*/ 6858000 h 6858000"/>
              <a:gd name="connsiteX425" fmla="*/ 953928 w 7467600"/>
              <a:gd name="connsiteY425" fmla="*/ 6858000 h 6858000"/>
              <a:gd name="connsiteX426" fmla="*/ 959715 w 7467600"/>
              <a:gd name="connsiteY426" fmla="*/ 6850185 h 6858000"/>
              <a:gd name="connsiteX427" fmla="*/ 1483788 w 7467600"/>
              <a:gd name="connsiteY427" fmla="*/ 6259174 h 6858000"/>
              <a:gd name="connsiteX428" fmla="*/ 1100671 w 7467600"/>
              <a:gd name="connsiteY428" fmla="*/ 6252137 h 6858000"/>
              <a:gd name="connsiteX429" fmla="*/ 1090144 w 7467600"/>
              <a:gd name="connsiteY429" fmla="*/ 6256748 h 6858000"/>
              <a:gd name="connsiteX430" fmla="*/ 1095872 w 7467600"/>
              <a:gd name="connsiteY430" fmla="*/ 6271892 h 6858000"/>
              <a:gd name="connsiteX431" fmla="*/ 262785 w 7467600"/>
              <a:gd name="connsiteY431" fmla="*/ 6845450 h 6858000"/>
              <a:gd name="connsiteX432" fmla="*/ 209968 w 7467600"/>
              <a:gd name="connsiteY432" fmla="*/ 6770713 h 6858000"/>
              <a:gd name="connsiteX433" fmla="*/ 873460 w 7467600"/>
              <a:gd name="connsiteY433" fmla="*/ 6253768 h 6858000"/>
              <a:gd name="connsiteX434" fmla="*/ 192686 w 7467600"/>
              <a:gd name="connsiteY434" fmla="*/ 5849257 h 6858000"/>
              <a:gd name="connsiteX435" fmla="*/ 4696 w 7467600"/>
              <a:gd name="connsiteY435" fmla="*/ 5697668 h 6858000"/>
              <a:gd name="connsiteX436" fmla="*/ 0 w 7467600"/>
              <a:gd name="connsiteY436" fmla="*/ 5689984 h 6858000"/>
              <a:gd name="connsiteX437" fmla="*/ 0 w 7467600"/>
              <a:gd name="connsiteY437" fmla="*/ 5513472 h 6858000"/>
              <a:gd name="connsiteX438" fmla="*/ 174101 w 7467600"/>
              <a:gd name="connsiteY438" fmla="*/ 5620277 h 6858000"/>
              <a:gd name="connsiteX439" fmla="*/ 891800 w 7467600"/>
              <a:gd name="connsiteY439" fmla="*/ 6036935 h 6858000"/>
              <a:gd name="connsiteX440" fmla="*/ 1072219 w 7467600"/>
              <a:gd name="connsiteY440" fmla="*/ 6169443 h 6858000"/>
              <a:gd name="connsiteX441" fmla="*/ 1074117 w 7467600"/>
              <a:gd name="connsiteY441" fmla="*/ 6170301 h 6858000"/>
              <a:gd name="connsiteX442" fmla="*/ 1083114 w 7467600"/>
              <a:gd name="connsiteY442" fmla="*/ 6174131 h 6858000"/>
              <a:gd name="connsiteX443" fmla="*/ 1543010 w 7467600"/>
              <a:gd name="connsiteY443" fmla="*/ 6191140 h 6858000"/>
              <a:gd name="connsiteX444" fmla="*/ 1551080 w 7467600"/>
              <a:gd name="connsiteY444" fmla="*/ 6195006 h 6858000"/>
              <a:gd name="connsiteX445" fmla="*/ 2345443 w 7467600"/>
              <a:gd name="connsiteY445" fmla="*/ 5549882 h 6858000"/>
              <a:gd name="connsiteX446" fmla="*/ 1721499 w 7467600"/>
              <a:gd name="connsiteY446" fmla="*/ 5599969 h 6858000"/>
              <a:gd name="connsiteX447" fmla="*/ 767716 w 7467600"/>
              <a:gd name="connsiteY447" fmla="*/ 5472768 h 6858000"/>
              <a:gd name="connsiteX448" fmla="*/ 722147 w 7467600"/>
              <a:gd name="connsiteY448" fmla="*/ 5393091 h 6858000"/>
              <a:gd name="connsiteX449" fmla="*/ 1485552 w 7467600"/>
              <a:gd name="connsiteY449" fmla="*/ 5313202 h 6858000"/>
              <a:gd name="connsiteX450" fmla="*/ 2143004 w 7467600"/>
              <a:gd name="connsiteY450" fmla="*/ 5402420 h 6858000"/>
              <a:gd name="connsiteX451" fmla="*/ 1933391 w 7467600"/>
              <a:gd name="connsiteY451" fmla="*/ 5156971 h 6858000"/>
              <a:gd name="connsiteX452" fmla="*/ 1827118 w 7467600"/>
              <a:gd name="connsiteY452" fmla="*/ 4968410 h 6858000"/>
              <a:gd name="connsiteX453" fmla="*/ 1837349 w 7467600"/>
              <a:gd name="connsiteY453" fmla="*/ 4956357 h 6858000"/>
              <a:gd name="connsiteX454" fmla="*/ 2162835 w 7467600"/>
              <a:gd name="connsiteY454" fmla="*/ 5187853 h 6858000"/>
              <a:gd name="connsiteX455" fmla="*/ 2257167 w 7467600"/>
              <a:gd name="connsiteY455" fmla="*/ 5462123 h 6858000"/>
              <a:gd name="connsiteX456" fmla="*/ 2261598 w 7467600"/>
              <a:gd name="connsiteY456" fmla="*/ 5467998 h 6858000"/>
              <a:gd name="connsiteX457" fmla="*/ 2437177 w 7467600"/>
              <a:gd name="connsiteY457" fmla="*/ 5479608 h 6858000"/>
              <a:gd name="connsiteX458" fmla="*/ 2445247 w 7467600"/>
              <a:gd name="connsiteY458" fmla="*/ 5483476 h 6858000"/>
              <a:gd name="connsiteX459" fmla="*/ 2743626 w 7467600"/>
              <a:gd name="connsiteY459" fmla="*/ 5304819 h 6858000"/>
              <a:gd name="connsiteX460" fmla="*/ 3048102 w 7467600"/>
              <a:gd name="connsiteY460" fmla="*/ 5150595 h 6858000"/>
              <a:gd name="connsiteX461" fmla="*/ 1799414 w 7467600"/>
              <a:gd name="connsiteY461" fmla="*/ 4694732 h 6858000"/>
              <a:gd name="connsiteX462" fmla="*/ 1771735 w 7467600"/>
              <a:gd name="connsiteY462" fmla="*/ 4619929 h 6858000"/>
              <a:gd name="connsiteX463" fmla="*/ 3104273 w 7467600"/>
              <a:gd name="connsiteY463" fmla="*/ 5076159 h 6858000"/>
              <a:gd name="connsiteX464" fmla="*/ 3113245 w 7467600"/>
              <a:gd name="connsiteY464" fmla="*/ 5090705 h 6858000"/>
              <a:gd name="connsiteX465" fmla="*/ 3126294 w 7467600"/>
              <a:gd name="connsiteY465" fmla="*/ 5114400 h 6858000"/>
              <a:gd name="connsiteX466" fmla="*/ 3937433 w 7467600"/>
              <a:gd name="connsiteY466" fmla="*/ 4830473 h 6858000"/>
              <a:gd name="connsiteX467" fmla="*/ 3590475 w 7467600"/>
              <a:gd name="connsiteY467" fmla="*/ 4597974 h 6858000"/>
              <a:gd name="connsiteX468" fmla="*/ 3100264 w 7467600"/>
              <a:gd name="connsiteY468" fmla="*/ 4579845 h 6858000"/>
              <a:gd name="connsiteX469" fmla="*/ 2183576 w 7467600"/>
              <a:gd name="connsiteY469" fmla="*/ 4227150 h 6858000"/>
              <a:gd name="connsiteX470" fmla="*/ 2151029 w 7467600"/>
              <a:gd name="connsiteY470" fmla="*/ 4146947 h 6858000"/>
              <a:gd name="connsiteX471" fmla="*/ 3563434 w 7467600"/>
              <a:gd name="connsiteY471" fmla="*/ 4469115 h 6858000"/>
              <a:gd name="connsiteX472" fmla="*/ 3177952 w 7467600"/>
              <a:gd name="connsiteY472" fmla="*/ 3657386 h 6858000"/>
              <a:gd name="connsiteX473" fmla="*/ 3189263 w 7467600"/>
              <a:gd name="connsiteY473" fmla="*/ 3625726 h 6858000"/>
              <a:gd name="connsiteX474" fmla="*/ 3560912 w 7467600"/>
              <a:gd name="connsiteY474" fmla="*/ 4079863 h 6858000"/>
              <a:gd name="connsiteX475" fmla="*/ 3626636 w 7467600"/>
              <a:gd name="connsiteY475" fmla="*/ 4512230 h 6858000"/>
              <a:gd name="connsiteX476" fmla="*/ 3653088 w 7467600"/>
              <a:gd name="connsiteY476" fmla="*/ 4521417 h 6858000"/>
              <a:gd name="connsiteX477" fmla="*/ 3988128 w 7467600"/>
              <a:gd name="connsiteY477" fmla="*/ 4817267 h 6858000"/>
              <a:gd name="connsiteX478" fmla="*/ 4830582 w 7467600"/>
              <a:gd name="connsiteY478" fmla="*/ 4676000 h 6858000"/>
              <a:gd name="connsiteX479" fmla="*/ 4830100 w 7467600"/>
              <a:gd name="connsiteY479" fmla="*/ 4675554 h 6858000"/>
              <a:gd name="connsiteX480" fmla="*/ 4036318 w 7467600"/>
              <a:gd name="connsiteY480" fmla="*/ 4147013 h 6858000"/>
              <a:gd name="connsiteX481" fmla="*/ 3432098 w 7467600"/>
              <a:gd name="connsiteY481" fmla="*/ 3537312 h 6858000"/>
              <a:gd name="connsiteX482" fmla="*/ 3446761 w 7467600"/>
              <a:gd name="connsiteY482" fmla="*/ 3461278 h 6858000"/>
              <a:gd name="connsiteX483" fmla="*/ 4419733 w 7467600"/>
              <a:gd name="connsiteY483" fmla="*/ 3963555 h 6858000"/>
              <a:gd name="connsiteX484" fmla="*/ 4781371 w 7467600"/>
              <a:gd name="connsiteY484" fmla="*/ 4458604 h 6858000"/>
              <a:gd name="connsiteX485" fmla="*/ 4780440 w 7467600"/>
              <a:gd name="connsiteY485" fmla="*/ 4470290 h 6858000"/>
              <a:gd name="connsiteX486" fmla="*/ 4898954 w 7467600"/>
              <a:gd name="connsiteY486" fmla="*/ 4662092 h 6858000"/>
              <a:gd name="connsiteX487" fmla="*/ 4900699 w 7467600"/>
              <a:gd name="connsiteY487" fmla="*/ 4670867 h 6858000"/>
              <a:gd name="connsiteX488" fmla="*/ 5714511 w 7467600"/>
              <a:gd name="connsiteY488" fmla="*/ 4663483 h 6858000"/>
              <a:gd name="connsiteX489" fmla="*/ 5464793 w 7467600"/>
              <a:gd name="connsiteY489" fmla="*/ 4393556 h 6858000"/>
              <a:gd name="connsiteX490" fmla="*/ 5461897 w 7467600"/>
              <a:gd name="connsiteY490" fmla="*/ 4390879 h 6858000"/>
              <a:gd name="connsiteX491" fmla="*/ 4294126 w 7467600"/>
              <a:gd name="connsiteY491" fmla="*/ 3303048 h 6858000"/>
              <a:gd name="connsiteX492" fmla="*/ 4305321 w 7467600"/>
              <a:gd name="connsiteY492" fmla="*/ 3256953 h 6858000"/>
              <a:gd name="connsiteX493" fmla="*/ 4949299 w 7467600"/>
              <a:gd name="connsiteY493" fmla="*/ 3766336 h 6858000"/>
              <a:gd name="connsiteX494" fmla="*/ 5291452 w 7467600"/>
              <a:gd name="connsiteY494" fmla="*/ 4076801 h 6858000"/>
              <a:gd name="connsiteX495" fmla="*/ 5434998 w 7467600"/>
              <a:gd name="connsiteY495" fmla="*/ 4254100 h 6858000"/>
              <a:gd name="connsiteX496" fmla="*/ 5351015 w 7467600"/>
              <a:gd name="connsiteY496" fmla="*/ 3760989 h 6858000"/>
              <a:gd name="connsiteX497" fmla="*/ 5413780 w 7467600"/>
              <a:gd name="connsiteY497" fmla="*/ 2966265 h 6858000"/>
              <a:gd name="connsiteX498" fmla="*/ 5425627 w 7467600"/>
              <a:gd name="connsiteY498" fmla="*/ 2954192 h 6858000"/>
              <a:gd name="connsiteX499" fmla="*/ 6604735 w 7467600"/>
              <a:gd name="connsiteY499" fmla="*/ 2041381 h 6858000"/>
              <a:gd name="connsiteX500" fmla="*/ 7204487 w 7467600"/>
              <a:gd name="connsiteY500" fmla="*/ 2742112 h 6858000"/>
              <a:gd name="connsiteX501" fmla="*/ 7131592 w 7467600"/>
              <a:gd name="connsiteY501" fmla="*/ 2672096 h 6858000"/>
              <a:gd name="connsiteX502" fmla="*/ 6996344 w 7467600"/>
              <a:gd name="connsiteY502" fmla="*/ 2518310 h 6858000"/>
              <a:gd name="connsiteX503" fmla="*/ 6735495 w 7467600"/>
              <a:gd name="connsiteY503" fmla="*/ 2196890 h 6858000"/>
              <a:gd name="connsiteX504" fmla="*/ 6721901 w 7467600"/>
              <a:gd name="connsiteY504" fmla="*/ 2179274 h 6858000"/>
              <a:gd name="connsiteX505" fmla="*/ 6604735 w 7467600"/>
              <a:gd name="connsiteY505" fmla="*/ 2041381 h 6858000"/>
              <a:gd name="connsiteX506" fmla="*/ 6591670 w 7467600"/>
              <a:gd name="connsiteY506" fmla="*/ 1988277 h 6858000"/>
              <a:gd name="connsiteX507" fmla="*/ 6747349 w 7467600"/>
              <a:gd name="connsiteY507" fmla="*/ 2160069 h 6858000"/>
              <a:gd name="connsiteX508" fmla="*/ 6760943 w 7467600"/>
              <a:gd name="connsiteY508" fmla="*/ 2177686 h 6858000"/>
              <a:gd name="connsiteX509" fmla="*/ 7021065 w 7467600"/>
              <a:gd name="connsiteY509" fmla="*/ 2498102 h 6858000"/>
              <a:gd name="connsiteX510" fmla="*/ 7155223 w 7467600"/>
              <a:gd name="connsiteY510" fmla="*/ 2650386 h 6858000"/>
              <a:gd name="connsiteX511" fmla="*/ 7203167 w 7467600"/>
              <a:gd name="connsiteY511" fmla="*/ 2697288 h 6858000"/>
              <a:gd name="connsiteX512" fmla="*/ 6937703 w 7467600"/>
              <a:gd name="connsiteY512" fmla="*/ 2321981 h 6858000"/>
              <a:gd name="connsiteX513" fmla="*/ 6591670 w 7467600"/>
              <a:gd name="connsiteY513" fmla="*/ 1988277 h 6858000"/>
              <a:gd name="connsiteX514" fmla="*/ 5798671 w 7467600"/>
              <a:gd name="connsiteY514" fmla="*/ 1981601 h 6858000"/>
              <a:gd name="connsiteX515" fmla="*/ 5754709 w 7467600"/>
              <a:gd name="connsiteY515" fmla="*/ 2071454 h 6858000"/>
              <a:gd name="connsiteX516" fmla="*/ 5763044 w 7467600"/>
              <a:gd name="connsiteY516" fmla="*/ 2842206 h 6858000"/>
              <a:gd name="connsiteX517" fmla="*/ 5764974 w 7467600"/>
              <a:gd name="connsiteY517" fmla="*/ 2799609 h 6858000"/>
              <a:gd name="connsiteX518" fmla="*/ 5767665 w 7467600"/>
              <a:gd name="connsiteY518" fmla="*/ 2666409 h 6858000"/>
              <a:gd name="connsiteX519" fmla="*/ 5763055 w 7467600"/>
              <a:gd name="connsiteY519" fmla="*/ 2579705 h 6858000"/>
              <a:gd name="connsiteX520" fmla="*/ 5758079 w 7467600"/>
              <a:gd name="connsiteY520" fmla="*/ 2492508 h 6858000"/>
              <a:gd name="connsiteX521" fmla="*/ 5779325 w 7467600"/>
              <a:gd name="connsiteY521" fmla="*/ 2197069 h 6858000"/>
              <a:gd name="connsiteX522" fmla="*/ 5798671 w 7467600"/>
              <a:gd name="connsiteY522" fmla="*/ 1981601 h 6858000"/>
              <a:gd name="connsiteX523" fmla="*/ 5829202 w 7467600"/>
              <a:gd name="connsiteY523" fmla="*/ 1971679 h 6858000"/>
              <a:gd name="connsiteX524" fmla="*/ 5809558 w 7467600"/>
              <a:gd name="connsiteY524" fmla="*/ 2198043 h 6858000"/>
              <a:gd name="connsiteX525" fmla="*/ 5788653 w 7467600"/>
              <a:gd name="connsiteY525" fmla="*/ 2489430 h 6858000"/>
              <a:gd name="connsiteX526" fmla="*/ 5793439 w 7467600"/>
              <a:gd name="connsiteY526" fmla="*/ 2575235 h 6858000"/>
              <a:gd name="connsiteX527" fmla="*/ 5796837 w 7467600"/>
              <a:gd name="connsiteY527" fmla="*/ 2637633 h 6858000"/>
              <a:gd name="connsiteX528" fmla="*/ 5818614 w 7467600"/>
              <a:gd name="connsiteY528" fmla="*/ 2473055 h 6858000"/>
              <a:gd name="connsiteX529" fmla="*/ 5829202 w 7467600"/>
              <a:gd name="connsiteY529" fmla="*/ 1971679 h 6858000"/>
              <a:gd name="connsiteX530" fmla="*/ 5911389 w 7467600"/>
              <a:gd name="connsiteY530" fmla="*/ 1898371 h 6858000"/>
              <a:gd name="connsiteX531" fmla="*/ 6237627 w 7467600"/>
              <a:gd name="connsiteY531" fmla="*/ 2231921 h 6858000"/>
              <a:gd name="connsiteX532" fmla="*/ 5911389 w 7467600"/>
              <a:gd name="connsiteY532" fmla="*/ 1898371 h 6858000"/>
              <a:gd name="connsiteX533" fmla="*/ 6944437 w 7467600"/>
              <a:gd name="connsiteY533" fmla="*/ 1575402 h 6858000"/>
              <a:gd name="connsiteX534" fmla="*/ 6304730 w 7467600"/>
              <a:gd name="connsiteY534" fmla="*/ 1766654 h 6858000"/>
              <a:gd name="connsiteX535" fmla="*/ 6944437 w 7467600"/>
              <a:gd name="connsiteY535" fmla="*/ 1575402 h 6858000"/>
              <a:gd name="connsiteX536" fmla="*/ 7019523 w 7467600"/>
              <a:gd name="connsiteY536" fmla="*/ 1519450 h 6858000"/>
              <a:gd name="connsiteX537" fmla="*/ 6298091 w 7467600"/>
              <a:gd name="connsiteY537" fmla="*/ 1737122 h 6858000"/>
              <a:gd name="connsiteX538" fmla="*/ 7019523 w 7467600"/>
              <a:gd name="connsiteY538" fmla="*/ 1519450 h 6858000"/>
              <a:gd name="connsiteX539" fmla="*/ 2399523 w 7467600"/>
              <a:gd name="connsiteY539" fmla="*/ 1428234 h 6858000"/>
              <a:gd name="connsiteX540" fmla="*/ 2224982 w 7467600"/>
              <a:gd name="connsiteY540" fmla="*/ 1826201 h 6858000"/>
              <a:gd name="connsiteX541" fmla="*/ 2096099 w 7467600"/>
              <a:gd name="connsiteY541" fmla="*/ 2345900 h 6858000"/>
              <a:gd name="connsiteX542" fmla="*/ 2283317 w 7467600"/>
              <a:gd name="connsiteY542" fmla="*/ 1796925 h 6858000"/>
              <a:gd name="connsiteX543" fmla="*/ 2399523 w 7467600"/>
              <a:gd name="connsiteY543" fmla="*/ 1428234 h 6858000"/>
              <a:gd name="connsiteX544" fmla="*/ 2448558 w 7467600"/>
              <a:gd name="connsiteY544" fmla="*/ 1373435 h 6858000"/>
              <a:gd name="connsiteX545" fmla="*/ 2312521 w 7467600"/>
              <a:gd name="connsiteY545" fmla="*/ 1806140 h 6858000"/>
              <a:gd name="connsiteX546" fmla="*/ 2127533 w 7467600"/>
              <a:gd name="connsiteY546" fmla="*/ 2348380 h 6858000"/>
              <a:gd name="connsiteX547" fmla="*/ 2358080 w 7467600"/>
              <a:gd name="connsiteY547" fmla="*/ 1866134 h 6858000"/>
              <a:gd name="connsiteX548" fmla="*/ 2407436 w 7467600"/>
              <a:gd name="connsiteY548" fmla="*/ 1651070 h 6858000"/>
              <a:gd name="connsiteX549" fmla="*/ 2448558 w 7467600"/>
              <a:gd name="connsiteY549" fmla="*/ 1373435 h 6858000"/>
              <a:gd name="connsiteX550" fmla="*/ 278707 w 7467600"/>
              <a:gd name="connsiteY550" fmla="*/ 1352270 h 6858000"/>
              <a:gd name="connsiteX551" fmla="*/ 321570 w 7467600"/>
              <a:gd name="connsiteY551" fmla="*/ 1861610 h 6858000"/>
              <a:gd name="connsiteX552" fmla="*/ 294281 w 7467600"/>
              <a:gd name="connsiteY552" fmla="*/ 1440658 h 6858000"/>
              <a:gd name="connsiteX553" fmla="*/ 278707 w 7467600"/>
              <a:gd name="connsiteY553" fmla="*/ 1352270 h 6858000"/>
              <a:gd name="connsiteX554" fmla="*/ 1423821 w 7467600"/>
              <a:gd name="connsiteY554" fmla="*/ 1351958 h 6858000"/>
              <a:gd name="connsiteX555" fmla="*/ 1638521 w 7467600"/>
              <a:gd name="connsiteY555" fmla="*/ 1908470 h 6858000"/>
              <a:gd name="connsiteX556" fmla="*/ 1754199 w 7467600"/>
              <a:gd name="connsiteY556" fmla="*/ 2149284 h 6858000"/>
              <a:gd name="connsiteX557" fmla="*/ 1908359 w 7467600"/>
              <a:gd name="connsiteY557" fmla="*/ 2364988 h 6858000"/>
              <a:gd name="connsiteX558" fmla="*/ 1647661 w 7467600"/>
              <a:gd name="connsiteY558" fmla="*/ 1825945 h 6858000"/>
              <a:gd name="connsiteX559" fmla="*/ 1423821 w 7467600"/>
              <a:gd name="connsiteY559" fmla="*/ 1351958 h 6858000"/>
              <a:gd name="connsiteX560" fmla="*/ 1431890 w 7467600"/>
              <a:gd name="connsiteY560" fmla="*/ 1306475 h 6858000"/>
              <a:gd name="connsiteX561" fmla="*/ 1507597 w 7467600"/>
              <a:gd name="connsiteY561" fmla="*/ 1446132 h 6858000"/>
              <a:gd name="connsiteX562" fmla="*/ 1674586 w 7467600"/>
              <a:gd name="connsiteY562" fmla="*/ 1813832 h 6858000"/>
              <a:gd name="connsiteX563" fmla="*/ 1815950 w 7467600"/>
              <a:gd name="connsiteY563" fmla="*/ 2128564 h 6858000"/>
              <a:gd name="connsiteX564" fmla="*/ 1984242 w 7467600"/>
              <a:gd name="connsiteY564" fmla="*/ 2430829 h 6858000"/>
              <a:gd name="connsiteX565" fmla="*/ 2014023 w 7467600"/>
              <a:gd name="connsiteY565" fmla="*/ 2450995 h 6858000"/>
              <a:gd name="connsiteX566" fmla="*/ 1747337 w 7467600"/>
              <a:gd name="connsiteY566" fmla="*/ 1855264 h 6858000"/>
              <a:gd name="connsiteX567" fmla="*/ 1533749 w 7467600"/>
              <a:gd name="connsiteY567" fmla="*/ 1478656 h 6858000"/>
              <a:gd name="connsiteX568" fmla="*/ 1431890 w 7467600"/>
              <a:gd name="connsiteY568" fmla="*/ 1306475 h 6858000"/>
              <a:gd name="connsiteX569" fmla="*/ 5052692 w 7467600"/>
              <a:gd name="connsiteY569" fmla="*/ 1292994 h 6858000"/>
              <a:gd name="connsiteX570" fmla="*/ 5200661 w 7467600"/>
              <a:gd name="connsiteY570" fmla="*/ 1635186 h 6858000"/>
              <a:gd name="connsiteX571" fmla="*/ 5297138 w 7467600"/>
              <a:gd name="connsiteY571" fmla="*/ 1906351 h 6858000"/>
              <a:gd name="connsiteX572" fmla="*/ 5052692 w 7467600"/>
              <a:gd name="connsiteY572" fmla="*/ 1292994 h 6858000"/>
              <a:gd name="connsiteX573" fmla="*/ 5009948 w 7467600"/>
              <a:gd name="connsiteY573" fmla="*/ 1273619 h 6858000"/>
              <a:gd name="connsiteX574" fmla="*/ 5121777 w 7467600"/>
              <a:gd name="connsiteY574" fmla="*/ 1654213 h 6858000"/>
              <a:gd name="connsiteX575" fmla="*/ 5293545 w 7467600"/>
              <a:gd name="connsiteY575" fmla="*/ 2072247 h 6858000"/>
              <a:gd name="connsiteX576" fmla="*/ 5294042 w 7467600"/>
              <a:gd name="connsiteY576" fmla="*/ 2065019 h 6858000"/>
              <a:gd name="connsiteX577" fmla="*/ 5171936 w 7467600"/>
              <a:gd name="connsiteY577" fmla="*/ 1647613 h 6858000"/>
              <a:gd name="connsiteX578" fmla="*/ 5009948 w 7467600"/>
              <a:gd name="connsiteY578" fmla="*/ 1273619 h 6858000"/>
              <a:gd name="connsiteX579" fmla="*/ 655236 w 7467600"/>
              <a:gd name="connsiteY579" fmla="*/ 1268632 h 6858000"/>
              <a:gd name="connsiteX580" fmla="*/ 839521 w 7467600"/>
              <a:gd name="connsiteY580" fmla="*/ 1685315 h 6858000"/>
              <a:gd name="connsiteX581" fmla="*/ 1109416 w 7467600"/>
              <a:gd name="connsiteY581" fmla="*/ 2061663 h 6858000"/>
              <a:gd name="connsiteX582" fmla="*/ 1298300 w 7467600"/>
              <a:gd name="connsiteY582" fmla="*/ 2247742 h 6858000"/>
              <a:gd name="connsiteX583" fmla="*/ 1125871 w 7467600"/>
              <a:gd name="connsiteY583" fmla="*/ 1989513 h 6858000"/>
              <a:gd name="connsiteX584" fmla="*/ 981574 w 7467600"/>
              <a:gd name="connsiteY584" fmla="*/ 1783157 h 6858000"/>
              <a:gd name="connsiteX585" fmla="*/ 922198 w 7467600"/>
              <a:gd name="connsiteY585" fmla="*/ 1677437 h 6858000"/>
              <a:gd name="connsiteX586" fmla="*/ 869293 w 7467600"/>
              <a:gd name="connsiteY586" fmla="*/ 1583214 h 6858000"/>
              <a:gd name="connsiteX587" fmla="*/ 751431 w 7467600"/>
              <a:gd name="connsiteY587" fmla="*/ 1405731 h 6858000"/>
              <a:gd name="connsiteX588" fmla="*/ 655236 w 7467600"/>
              <a:gd name="connsiteY588" fmla="*/ 1268632 h 6858000"/>
              <a:gd name="connsiteX589" fmla="*/ 6516292 w 7467600"/>
              <a:gd name="connsiteY589" fmla="*/ 1263064 h 6858000"/>
              <a:gd name="connsiteX590" fmla="*/ 5736320 w 7467600"/>
              <a:gd name="connsiteY590" fmla="*/ 1501803 h 6858000"/>
              <a:gd name="connsiteX591" fmla="*/ 6516292 w 7467600"/>
              <a:gd name="connsiteY591" fmla="*/ 1263064 h 6858000"/>
              <a:gd name="connsiteX592" fmla="*/ 291466 w 7467600"/>
              <a:gd name="connsiteY592" fmla="*/ 1250369 h 6858000"/>
              <a:gd name="connsiteX593" fmla="*/ 323180 w 7467600"/>
              <a:gd name="connsiteY593" fmla="*/ 1435283 h 6858000"/>
              <a:gd name="connsiteX594" fmla="*/ 349381 w 7467600"/>
              <a:gd name="connsiteY594" fmla="*/ 1875041 h 6858000"/>
              <a:gd name="connsiteX595" fmla="*/ 374363 w 7467600"/>
              <a:gd name="connsiteY595" fmla="*/ 1506494 h 6858000"/>
              <a:gd name="connsiteX596" fmla="*/ 302168 w 7467600"/>
              <a:gd name="connsiteY596" fmla="*/ 1274495 h 6858000"/>
              <a:gd name="connsiteX597" fmla="*/ 291466 w 7467600"/>
              <a:gd name="connsiteY597" fmla="*/ 1250369 h 6858000"/>
              <a:gd name="connsiteX598" fmla="*/ 678222 w 7467600"/>
              <a:gd name="connsiteY598" fmla="*/ 1248670 h 6858000"/>
              <a:gd name="connsiteX599" fmla="*/ 775536 w 7467600"/>
              <a:gd name="connsiteY599" fmla="*/ 1388015 h 6858000"/>
              <a:gd name="connsiteX600" fmla="*/ 894529 w 7467600"/>
              <a:gd name="connsiteY600" fmla="*/ 1567739 h 6858000"/>
              <a:gd name="connsiteX601" fmla="*/ 948000 w 7467600"/>
              <a:gd name="connsiteY601" fmla="*/ 1663088 h 6858000"/>
              <a:gd name="connsiteX602" fmla="*/ 1006812 w 7467600"/>
              <a:gd name="connsiteY602" fmla="*/ 1767683 h 6858000"/>
              <a:gd name="connsiteX603" fmla="*/ 1149133 w 7467600"/>
              <a:gd name="connsiteY603" fmla="*/ 1971513 h 6858000"/>
              <a:gd name="connsiteX604" fmla="*/ 1333952 w 7467600"/>
              <a:gd name="connsiteY604" fmla="*/ 2251620 h 6858000"/>
              <a:gd name="connsiteX605" fmla="*/ 1337329 w 7467600"/>
              <a:gd name="connsiteY605" fmla="*/ 2258350 h 6858000"/>
              <a:gd name="connsiteX606" fmla="*/ 1014726 w 7467600"/>
              <a:gd name="connsiteY606" fmla="*/ 1615556 h 6858000"/>
              <a:gd name="connsiteX607" fmla="*/ 678222 w 7467600"/>
              <a:gd name="connsiteY607" fmla="*/ 1248670 h 6858000"/>
              <a:gd name="connsiteX608" fmla="*/ 6691602 w 7467600"/>
              <a:gd name="connsiteY608" fmla="*/ 1140573 h 6858000"/>
              <a:gd name="connsiteX609" fmla="*/ 6571100 w 7467600"/>
              <a:gd name="connsiteY609" fmla="*/ 1183662 h 6858000"/>
              <a:gd name="connsiteX610" fmla="*/ 6241687 w 7467600"/>
              <a:gd name="connsiteY610" fmla="*/ 1257600 h 6858000"/>
              <a:gd name="connsiteX611" fmla="*/ 5693009 w 7467600"/>
              <a:gd name="connsiteY611" fmla="*/ 1478256 h 6858000"/>
              <a:gd name="connsiteX612" fmla="*/ 6548420 w 7467600"/>
              <a:gd name="connsiteY612" fmla="*/ 1214599 h 6858000"/>
              <a:gd name="connsiteX613" fmla="*/ 6605473 w 7467600"/>
              <a:gd name="connsiteY613" fmla="*/ 1184686 h 6858000"/>
              <a:gd name="connsiteX614" fmla="*/ 6691602 w 7467600"/>
              <a:gd name="connsiteY614" fmla="*/ 1140573 h 6858000"/>
              <a:gd name="connsiteX615" fmla="*/ 4002475 w 7467600"/>
              <a:gd name="connsiteY615" fmla="*/ 1037802 h 6858000"/>
              <a:gd name="connsiteX616" fmla="*/ 4000324 w 7467600"/>
              <a:gd name="connsiteY616" fmla="*/ 1039362 h 6858000"/>
              <a:gd name="connsiteX617" fmla="*/ 4002862 w 7467600"/>
              <a:gd name="connsiteY617" fmla="*/ 1042866 h 6858000"/>
              <a:gd name="connsiteX618" fmla="*/ 4002475 w 7467600"/>
              <a:gd name="connsiteY618" fmla="*/ 1037802 h 6858000"/>
              <a:gd name="connsiteX619" fmla="*/ 506322 w 7467600"/>
              <a:gd name="connsiteY619" fmla="*/ 1020997 h 6858000"/>
              <a:gd name="connsiteX620" fmla="*/ 533068 w 7467600"/>
              <a:gd name="connsiteY620" fmla="*/ 1029409 h 6858000"/>
              <a:gd name="connsiteX621" fmla="*/ 1232525 w 7467600"/>
              <a:gd name="connsiteY621" fmla="*/ 1804675 h 6858000"/>
              <a:gd name="connsiteX622" fmla="*/ 1388858 w 7467600"/>
              <a:gd name="connsiteY622" fmla="*/ 2368011 h 6858000"/>
              <a:gd name="connsiteX623" fmla="*/ 1384098 w 7467600"/>
              <a:gd name="connsiteY623" fmla="*/ 2378125 h 6858000"/>
              <a:gd name="connsiteX624" fmla="*/ 1425393 w 7467600"/>
              <a:gd name="connsiteY624" fmla="*/ 2589124 h 6858000"/>
              <a:gd name="connsiteX625" fmla="*/ 1424001 w 7467600"/>
              <a:gd name="connsiteY625" fmla="*/ 2597541 h 6858000"/>
              <a:gd name="connsiteX626" fmla="*/ 2152729 w 7467600"/>
              <a:gd name="connsiteY626" fmla="*/ 2864487 h 6858000"/>
              <a:gd name="connsiteX627" fmla="*/ 2020609 w 7467600"/>
              <a:gd name="connsiteY627" fmla="*/ 2539671 h 6858000"/>
              <a:gd name="connsiteX628" fmla="*/ 2018920 w 7467600"/>
              <a:gd name="connsiteY628" fmla="*/ 2536309 h 6858000"/>
              <a:gd name="connsiteX629" fmla="*/ 1342441 w 7467600"/>
              <a:gd name="connsiteY629" fmla="*/ 1173017 h 6858000"/>
              <a:gd name="connsiteX630" fmla="*/ 1367925 w 7467600"/>
              <a:gd name="connsiteY630" fmla="*/ 1135648 h 6858000"/>
              <a:gd name="connsiteX631" fmla="*/ 1771401 w 7467600"/>
              <a:gd name="connsiteY631" fmla="*/ 1806673 h 6858000"/>
              <a:gd name="connsiteX632" fmla="*/ 1972385 w 7467600"/>
              <a:gd name="connsiteY632" fmla="*/ 2198735 h 6858000"/>
              <a:gd name="connsiteX633" fmla="*/ 2040892 w 7467600"/>
              <a:gd name="connsiteY633" fmla="*/ 2405205 h 6858000"/>
              <a:gd name="connsiteX634" fmla="*/ 2131689 w 7467600"/>
              <a:gd name="connsiteY634" fmla="*/ 1936926 h 6858000"/>
              <a:gd name="connsiteX635" fmla="*/ 2454820 w 7467600"/>
              <a:gd name="connsiteY635" fmla="*/ 1248808 h 6858000"/>
              <a:gd name="connsiteX636" fmla="*/ 2492512 w 7467600"/>
              <a:gd name="connsiteY636" fmla="*/ 1302920 h 6858000"/>
              <a:gd name="connsiteX637" fmla="*/ 2081216 w 7467600"/>
              <a:gd name="connsiteY637" fmla="*/ 2527513 h 6858000"/>
              <a:gd name="connsiteX638" fmla="*/ 2081211 w 7467600"/>
              <a:gd name="connsiteY638" fmla="*/ 2528916 h 6858000"/>
              <a:gd name="connsiteX639" fmla="*/ 2199067 w 7467600"/>
              <a:gd name="connsiteY639" fmla="*/ 2884061 h 6858000"/>
              <a:gd name="connsiteX640" fmla="*/ 3192586 w 7467600"/>
              <a:gd name="connsiteY640" fmla="*/ 3411496 h 6858000"/>
              <a:gd name="connsiteX641" fmla="*/ 3182620 w 7467600"/>
              <a:gd name="connsiteY641" fmla="*/ 3483279 h 6858000"/>
              <a:gd name="connsiteX642" fmla="*/ 2435119 w 7467600"/>
              <a:gd name="connsiteY642" fmla="*/ 3080173 h 6858000"/>
              <a:gd name="connsiteX643" fmla="*/ 2410152 w 7467600"/>
              <a:gd name="connsiteY643" fmla="*/ 3063751 h 6858000"/>
              <a:gd name="connsiteX644" fmla="*/ 2408099 w 7467600"/>
              <a:gd name="connsiteY644" fmla="*/ 3064403 h 6858000"/>
              <a:gd name="connsiteX645" fmla="*/ 2407218 w 7467600"/>
              <a:gd name="connsiteY645" fmla="*/ 3070324 h 6858000"/>
              <a:gd name="connsiteX646" fmla="*/ 2380138 w 7467600"/>
              <a:gd name="connsiteY646" fmla="*/ 3099341 h 6858000"/>
              <a:gd name="connsiteX647" fmla="*/ 1765923 w 7467600"/>
              <a:gd name="connsiteY647" fmla="*/ 3581043 h 6858000"/>
              <a:gd name="connsiteX648" fmla="*/ 1702258 w 7467600"/>
              <a:gd name="connsiteY648" fmla="*/ 3612286 h 6858000"/>
              <a:gd name="connsiteX649" fmla="*/ 1538370 w 7467600"/>
              <a:gd name="connsiteY649" fmla="*/ 3811804 h 6858000"/>
              <a:gd name="connsiteX650" fmla="*/ 542867 w 7467600"/>
              <a:gd name="connsiteY650" fmla="*/ 4944092 h 6858000"/>
              <a:gd name="connsiteX651" fmla="*/ 515800 w 7467600"/>
              <a:gd name="connsiteY651" fmla="*/ 4862180 h 6858000"/>
              <a:gd name="connsiteX652" fmla="*/ 909145 w 7467600"/>
              <a:gd name="connsiteY652" fmla="*/ 4199225 h 6858000"/>
              <a:gd name="connsiteX653" fmla="*/ 1214067 w 7467600"/>
              <a:gd name="connsiteY653" fmla="*/ 3908561 h 6858000"/>
              <a:gd name="connsiteX654" fmla="*/ 640967 w 7467600"/>
              <a:gd name="connsiteY654" fmla="*/ 4105601 h 6858000"/>
              <a:gd name="connsiteX655" fmla="*/ 112563 w 7467600"/>
              <a:gd name="connsiteY655" fmla="*/ 4396952 h 6858000"/>
              <a:gd name="connsiteX656" fmla="*/ 0 w 7467600"/>
              <a:gd name="connsiteY656" fmla="*/ 4466006 h 6858000"/>
              <a:gd name="connsiteX657" fmla="*/ 0 w 7467600"/>
              <a:gd name="connsiteY657" fmla="*/ 4233763 h 6858000"/>
              <a:gd name="connsiteX658" fmla="*/ 36881 w 7467600"/>
              <a:gd name="connsiteY658" fmla="*/ 4200118 h 6858000"/>
              <a:gd name="connsiteX659" fmla="*/ 910534 w 7467600"/>
              <a:gd name="connsiteY659" fmla="*/ 3629753 h 6858000"/>
              <a:gd name="connsiteX660" fmla="*/ 1578717 w 7467600"/>
              <a:gd name="connsiteY660" fmla="*/ 3575982 h 6858000"/>
              <a:gd name="connsiteX661" fmla="*/ 2338780 w 7467600"/>
              <a:gd name="connsiteY661" fmla="*/ 3033725 h 6858000"/>
              <a:gd name="connsiteX662" fmla="*/ 1807991 w 7467600"/>
              <a:gd name="connsiteY662" fmla="*/ 2807184 h 6858000"/>
              <a:gd name="connsiteX663" fmla="*/ 1416358 w 7467600"/>
              <a:gd name="connsiteY663" fmla="*/ 3112571 h 6858000"/>
              <a:gd name="connsiteX664" fmla="*/ 939066 w 7467600"/>
              <a:gd name="connsiteY664" fmla="*/ 3378798 h 6858000"/>
              <a:gd name="connsiteX665" fmla="*/ 115099 w 7467600"/>
              <a:gd name="connsiteY665" fmla="*/ 3607650 h 6858000"/>
              <a:gd name="connsiteX666" fmla="*/ 97284 w 7467600"/>
              <a:gd name="connsiteY666" fmla="*/ 3520393 h 6858000"/>
              <a:gd name="connsiteX667" fmla="*/ 922050 w 7467600"/>
              <a:gd name="connsiteY667" fmla="*/ 3074867 h 6858000"/>
              <a:gd name="connsiteX668" fmla="*/ 1405265 w 7467600"/>
              <a:gd name="connsiteY668" fmla="*/ 3016319 h 6858000"/>
              <a:gd name="connsiteX669" fmla="*/ 1407512 w 7467600"/>
              <a:gd name="connsiteY669" fmla="*/ 3018001 h 6858000"/>
              <a:gd name="connsiteX670" fmla="*/ 1726266 w 7467600"/>
              <a:gd name="connsiteY670" fmla="*/ 2777274 h 6858000"/>
              <a:gd name="connsiteX671" fmla="*/ 625390 w 7467600"/>
              <a:gd name="connsiteY671" fmla="*/ 2514541 h 6858000"/>
              <a:gd name="connsiteX672" fmla="*/ 619799 w 7467600"/>
              <a:gd name="connsiteY672" fmla="*/ 2527180 h 6858000"/>
              <a:gd name="connsiteX673" fmla="*/ 310030 w 7467600"/>
              <a:gd name="connsiteY673" fmla="*/ 2771818 h 6858000"/>
              <a:gd name="connsiteX674" fmla="*/ 173877 w 7467600"/>
              <a:gd name="connsiteY674" fmla="*/ 2937056 h 6858000"/>
              <a:gd name="connsiteX675" fmla="*/ 77889 w 7467600"/>
              <a:gd name="connsiteY675" fmla="*/ 3138440 h 6858000"/>
              <a:gd name="connsiteX676" fmla="*/ 0 w 7467600"/>
              <a:gd name="connsiteY676" fmla="*/ 3271395 h 6858000"/>
              <a:gd name="connsiteX677" fmla="*/ 0 w 7467600"/>
              <a:gd name="connsiteY677" fmla="*/ 3153002 h 6858000"/>
              <a:gd name="connsiteX678" fmla="*/ 2386 w 7467600"/>
              <a:gd name="connsiteY678" fmla="*/ 3149203 h 6858000"/>
              <a:gd name="connsiteX679" fmla="*/ 89753 w 7467600"/>
              <a:gd name="connsiteY679" fmla="*/ 2987702 h 6858000"/>
              <a:gd name="connsiteX680" fmla="*/ 76869 w 7467600"/>
              <a:gd name="connsiteY680" fmla="*/ 3005404 h 6858000"/>
              <a:gd name="connsiteX681" fmla="*/ 32049 w 7467600"/>
              <a:gd name="connsiteY681" fmla="*/ 3065814 h 6858000"/>
              <a:gd name="connsiteX682" fmla="*/ 0 w 7467600"/>
              <a:gd name="connsiteY682" fmla="*/ 3108744 h 6858000"/>
              <a:gd name="connsiteX683" fmla="*/ 0 w 7467600"/>
              <a:gd name="connsiteY683" fmla="*/ 3058059 h 6858000"/>
              <a:gd name="connsiteX684" fmla="*/ 7610 w 7467600"/>
              <a:gd name="connsiteY684" fmla="*/ 3047889 h 6858000"/>
              <a:gd name="connsiteX685" fmla="*/ 52419 w 7467600"/>
              <a:gd name="connsiteY685" fmla="*/ 2987479 h 6858000"/>
              <a:gd name="connsiteX686" fmla="*/ 59142 w 7467600"/>
              <a:gd name="connsiteY686" fmla="*/ 2978488 h 6858000"/>
              <a:gd name="connsiteX687" fmla="*/ 0 w 7467600"/>
              <a:gd name="connsiteY687" fmla="*/ 3015334 h 6858000"/>
              <a:gd name="connsiteX688" fmla="*/ 0 w 7467600"/>
              <a:gd name="connsiteY688" fmla="*/ 2914286 h 6858000"/>
              <a:gd name="connsiteX689" fmla="*/ 36383 w 7467600"/>
              <a:gd name="connsiteY689" fmla="*/ 2901128 h 6858000"/>
              <a:gd name="connsiteX690" fmla="*/ 156329 w 7467600"/>
              <a:gd name="connsiteY690" fmla="*/ 2840533 h 6858000"/>
              <a:gd name="connsiteX691" fmla="*/ 358355 w 7467600"/>
              <a:gd name="connsiteY691" fmla="*/ 2620471 h 6858000"/>
              <a:gd name="connsiteX692" fmla="*/ 510577 w 7467600"/>
              <a:gd name="connsiteY692" fmla="*/ 2501244 h 6858000"/>
              <a:gd name="connsiteX693" fmla="*/ 211967 w 7467600"/>
              <a:gd name="connsiteY693" fmla="*/ 2479171 h 6858000"/>
              <a:gd name="connsiteX694" fmla="*/ 0 w 7467600"/>
              <a:gd name="connsiteY694" fmla="*/ 2476398 h 6858000"/>
              <a:gd name="connsiteX695" fmla="*/ 0 w 7467600"/>
              <a:gd name="connsiteY695" fmla="*/ 2389189 h 6858000"/>
              <a:gd name="connsiteX696" fmla="*/ 103062 w 7467600"/>
              <a:gd name="connsiteY696" fmla="*/ 2389518 h 6858000"/>
              <a:gd name="connsiteX697" fmla="*/ 510734 w 7467600"/>
              <a:gd name="connsiteY697" fmla="*/ 2416201 h 6858000"/>
              <a:gd name="connsiteX698" fmla="*/ 279257 w 7467600"/>
              <a:gd name="connsiteY698" fmla="*/ 2092102 h 6858000"/>
              <a:gd name="connsiteX699" fmla="*/ 65265 w 7467600"/>
              <a:gd name="connsiteY699" fmla="*/ 2006049 h 6858000"/>
              <a:gd name="connsiteX700" fmla="*/ 0 w 7467600"/>
              <a:gd name="connsiteY700" fmla="*/ 1982532 h 6858000"/>
              <a:gd name="connsiteX701" fmla="*/ 0 w 7467600"/>
              <a:gd name="connsiteY701" fmla="*/ 1912789 h 6858000"/>
              <a:gd name="connsiteX702" fmla="*/ 97460 w 7467600"/>
              <a:gd name="connsiteY702" fmla="*/ 1953725 h 6858000"/>
              <a:gd name="connsiteX703" fmla="*/ 221272 w 7467600"/>
              <a:gd name="connsiteY703" fmla="*/ 1980766 h 6858000"/>
              <a:gd name="connsiteX704" fmla="*/ 116765 w 7467600"/>
              <a:gd name="connsiteY704" fmla="*/ 1911033 h 6858000"/>
              <a:gd name="connsiteX705" fmla="*/ 16405 w 7467600"/>
              <a:gd name="connsiteY705" fmla="*/ 1803412 h 6858000"/>
              <a:gd name="connsiteX706" fmla="*/ 0 w 7467600"/>
              <a:gd name="connsiteY706" fmla="*/ 1784777 h 6858000"/>
              <a:gd name="connsiteX707" fmla="*/ 0 w 7467600"/>
              <a:gd name="connsiteY707" fmla="*/ 1740082 h 6858000"/>
              <a:gd name="connsiteX708" fmla="*/ 39394 w 7467600"/>
              <a:gd name="connsiteY708" fmla="*/ 1784856 h 6858000"/>
              <a:gd name="connsiteX709" fmla="*/ 135813 w 7467600"/>
              <a:gd name="connsiteY709" fmla="*/ 1888838 h 6858000"/>
              <a:gd name="connsiteX710" fmla="*/ 242575 w 7467600"/>
              <a:gd name="connsiteY710" fmla="*/ 1958841 h 6858000"/>
              <a:gd name="connsiteX711" fmla="*/ 82197 w 7467600"/>
              <a:gd name="connsiteY711" fmla="*/ 1754826 h 6858000"/>
              <a:gd name="connsiteX712" fmla="*/ 0 w 7467600"/>
              <a:gd name="connsiteY712" fmla="*/ 1679650 h 6858000"/>
              <a:gd name="connsiteX713" fmla="*/ 0 w 7467600"/>
              <a:gd name="connsiteY713" fmla="*/ 1602463 h 6858000"/>
              <a:gd name="connsiteX714" fmla="*/ 84689 w 7467600"/>
              <a:gd name="connsiteY714" fmla="*/ 1677442 h 6858000"/>
              <a:gd name="connsiteX715" fmla="*/ 298437 w 7467600"/>
              <a:gd name="connsiteY715" fmla="*/ 1968019 h 6858000"/>
              <a:gd name="connsiteX716" fmla="*/ 227269 w 7467600"/>
              <a:gd name="connsiteY716" fmla="*/ 1114064 h 6858000"/>
              <a:gd name="connsiteX717" fmla="*/ 248003 w 7467600"/>
              <a:gd name="connsiteY717" fmla="*/ 1089613 h 6858000"/>
              <a:gd name="connsiteX718" fmla="*/ 427020 w 7467600"/>
              <a:gd name="connsiteY718" fmla="*/ 1619803 h 6858000"/>
              <a:gd name="connsiteX719" fmla="*/ 340345 w 7467600"/>
              <a:gd name="connsiteY719" fmla="*/ 2027739 h 6858000"/>
              <a:gd name="connsiteX720" fmla="*/ 360865 w 7467600"/>
              <a:gd name="connsiteY720" fmla="*/ 2044827 h 6858000"/>
              <a:gd name="connsiteX721" fmla="*/ 560414 w 7467600"/>
              <a:gd name="connsiteY721" fmla="*/ 2421457 h 6858000"/>
              <a:gd name="connsiteX722" fmla="*/ 1359703 w 7467600"/>
              <a:gd name="connsiteY722" fmla="*/ 2578554 h 6858000"/>
              <a:gd name="connsiteX723" fmla="*/ 1359422 w 7467600"/>
              <a:gd name="connsiteY723" fmla="*/ 2577994 h 6858000"/>
              <a:gd name="connsiteX724" fmla="*/ 828701 w 7467600"/>
              <a:gd name="connsiteY724" fmla="*/ 1839520 h 6858000"/>
              <a:gd name="connsiteX725" fmla="*/ 494427 w 7467600"/>
              <a:gd name="connsiteY725" fmla="*/ 1092333 h 6858000"/>
              <a:gd name="connsiteX726" fmla="*/ 506322 w 7467600"/>
              <a:gd name="connsiteY726" fmla="*/ 1020997 h 6858000"/>
              <a:gd name="connsiteX727" fmla="*/ 4570198 w 7467600"/>
              <a:gd name="connsiteY727" fmla="*/ 978081 h 6858000"/>
              <a:gd name="connsiteX728" fmla="*/ 4523691 w 7467600"/>
              <a:gd name="connsiteY728" fmla="*/ 1127776 h 6858000"/>
              <a:gd name="connsiteX729" fmla="*/ 4509875 w 7467600"/>
              <a:gd name="connsiteY729" fmla="*/ 1167552 h 6858000"/>
              <a:gd name="connsiteX730" fmla="*/ 4478168 w 7467600"/>
              <a:gd name="connsiteY730" fmla="*/ 1260735 h 6858000"/>
              <a:gd name="connsiteX731" fmla="*/ 4409309 w 7467600"/>
              <a:gd name="connsiteY731" fmla="*/ 1666996 h 6858000"/>
              <a:gd name="connsiteX732" fmla="*/ 4370031 w 7467600"/>
              <a:gd name="connsiteY732" fmla="*/ 1955666 h 6858000"/>
              <a:gd name="connsiteX733" fmla="*/ 4570198 w 7467600"/>
              <a:gd name="connsiteY733" fmla="*/ 978081 h 6858000"/>
              <a:gd name="connsiteX734" fmla="*/ 4557898 w 7467600"/>
              <a:gd name="connsiteY734" fmla="*/ 900011 h 6858000"/>
              <a:gd name="connsiteX735" fmla="*/ 4344840 w 7467600"/>
              <a:gd name="connsiteY735" fmla="*/ 1922038 h 6858000"/>
              <a:gd name="connsiteX736" fmla="*/ 4378710 w 7467600"/>
              <a:gd name="connsiteY736" fmla="*/ 1665516 h 6858000"/>
              <a:gd name="connsiteX737" fmla="*/ 4448798 w 7467600"/>
              <a:gd name="connsiteY737" fmla="*/ 1253024 h 6858000"/>
              <a:gd name="connsiteX738" fmla="*/ 4480315 w 7467600"/>
              <a:gd name="connsiteY738" fmla="*/ 1158454 h 6858000"/>
              <a:gd name="connsiteX739" fmla="*/ 4494133 w 7467600"/>
              <a:gd name="connsiteY739" fmla="*/ 1118676 h 6858000"/>
              <a:gd name="connsiteX740" fmla="*/ 4557898 w 7467600"/>
              <a:gd name="connsiteY740" fmla="*/ 900011 h 6858000"/>
              <a:gd name="connsiteX741" fmla="*/ 5870151 w 7467600"/>
              <a:gd name="connsiteY741" fmla="*/ 898890 h 6858000"/>
              <a:gd name="connsiteX742" fmla="*/ 5861335 w 7467600"/>
              <a:gd name="connsiteY742" fmla="*/ 899177 h 6858000"/>
              <a:gd name="connsiteX743" fmla="*/ 5843702 w 7467600"/>
              <a:gd name="connsiteY743" fmla="*/ 899748 h 6858000"/>
              <a:gd name="connsiteX744" fmla="*/ 5651107 w 7467600"/>
              <a:gd name="connsiteY744" fmla="*/ 920306 h 6858000"/>
              <a:gd name="connsiteX745" fmla="*/ 5459407 w 7467600"/>
              <a:gd name="connsiteY745" fmla="*/ 940975 h 6858000"/>
              <a:gd name="connsiteX746" fmla="*/ 5374846 w 7467600"/>
              <a:gd name="connsiteY746" fmla="*/ 941988 h 6858000"/>
              <a:gd name="connsiteX747" fmla="*/ 5256105 w 7467600"/>
              <a:gd name="connsiteY747" fmla="*/ 945632 h 6858000"/>
              <a:gd name="connsiteX748" fmla="*/ 5107071 w 7467600"/>
              <a:gd name="connsiteY748" fmla="*/ 969720 h 6858000"/>
              <a:gd name="connsiteX749" fmla="*/ 4998681 w 7467600"/>
              <a:gd name="connsiteY749" fmla="*/ 988771 h 6858000"/>
              <a:gd name="connsiteX750" fmla="*/ 5870151 w 7467600"/>
              <a:gd name="connsiteY750" fmla="*/ 898890 h 6858000"/>
              <a:gd name="connsiteX751" fmla="*/ 5504425 w 7467600"/>
              <a:gd name="connsiteY751" fmla="*/ 848067 h 6858000"/>
              <a:gd name="connsiteX752" fmla="*/ 4968849 w 7467600"/>
              <a:gd name="connsiteY752" fmla="*/ 962318 h 6858000"/>
              <a:gd name="connsiteX753" fmla="*/ 5104039 w 7467600"/>
              <a:gd name="connsiteY753" fmla="*/ 940634 h 6858000"/>
              <a:gd name="connsiteX754" fmla="*/ 5256311 w 7467600"/>
              <a:gd name="connsiteY754" fmla="*/ 916490 h 6858000"/>
              <a:gd name="connsiteX755" fmla="*/ 5377381 w 7467600"/>
              <a:gd name="connsiteY755" fmla="*/ 912671 h 6858000"/>
              <a:gd name="connsiteX756" fmla="*/ 5460148 w 7467600"/>
              <a:gd name="connsiteY756" fmla="*/ 911442 h 6858000"/>
              <a:gd name="connsiteX757" fmla="*/ 5648971 w 7467600"/>
              <a:gd name="connsiteY757" fmla="*/ 891331 h 6858000"/>
              <a:gd name="connsiteX758" fmla="*/ 5844807 w 7467600"/>
              <a:gd name="connsiteY758" fmla="*/ 870718 h 6858000"/>
              <a:gd name="connsiteX759" fmla="*/ 5862975 w 7467600"/>
              <a:gd name="connsiteY759" fmla="*/ 869756 h 6858000"/>
              <a:gd name="connsiteX760" fmla="*/ 5920887 w 7467600"/>
              <a:gd name="connsiteY760" fmla="*/ 865929 h 6858000"/>
              <a:gd name="connsiteX761" fmla="*/ 5504425 w 7467600"/>
              <a:gd name="connsiteY761" fmla="*/ 848067 h 6858000"/>
              <a:gd name="connsiteX762" fmla="*/ 3607114 w 7467600"/>
              <a:gd name="connsiteY762" fmla="*/ 467441 h 6858000"/>
              <a:gd name="connsiteX763" fmla="*/ 3296242 w 7467600"/>
              <a:gd name="connsiteY763" fmla="*/ 807991 h 6858000"/>
              <a:gd name="connsiteX764" fmla="*/ 3174674 w 7467600"/>
              <a:gd name="connsiteY764" fmla="*/ 919759 h 6858000"/>
              <a:gd name="connsiteX765" fmla="*/ 3042978 w 7467600"/>
              <a:gd name="connsiteY765" fmla="*/ 1054894 h 6858000"/>
              <a:gd name="connsiteX766" fmla="*/ 2968914 w 7467600"/>
              <a:gd name="connsiteY766" fmla="*/ 1133756 h 6858000"/>
              <a:gd name="connsiteX767" fmla="*/ 3103823 w 7467600"/>
              <a:gd name="connsiteY767" fmla="*/ 1026814 h 6858000"/>
              <a:gd name="connsiteX768" fmla="*/ 3607114 w 7467600"/>
              <a:gd name="connsiteY768" fmla="*/ 467441 h 6858000"/>
              <a:gd name="connsiteX769" fmla="*/ 3744487 w 7467600"/>
              <a:gd name="connsiteY769" fmla="*/ 383136 h 6858000"/>
              <a:gd name="connsiteX770" fmla="*/ 3970213 w 7467600"/>
              <a:gd name="connsiteY770" fmla="*/ 995559 h 6858000"/>
              <a:gd name="connsiteX771" fmla="*/ 3744487 w 7467600"/>
              <a:gd name="connsiteY771" fmla="*/ 383136 h 6858000"/>
              <a:gd name="connsiteX772" fmla="*/ 3624562 w 7467600"/>
              <a:gd name="connsiteY772" fmla="*/ 367041 h 6858000"/>
              <a:gd name="connsiteX773" fmla="*/ 3489712 w 7467600"/>
              <a:gd name="connsiteY773" fmla="*/ 485386 h 6858000"/>
              <a:gd name="connsiteX774" fmla="*/ 3182994 w 7467600"/>
              <a:gd name="connsiteY774" fmla="*/ 828265 h 6858000"/>
              <a:gd name="connsiteX775" fmla="*/ 2892114 w 7467600"/>
              <a:gd name="connsiteY775" fmla="*/ 1172635 h 6858000"/>
              <a:gd name="connsiteX776" fmla="*/ 3021459 w 7467600"/>
              <a:gd name="connsiteY776" fmla="*/ 1035385 h 6858000"/>
              <a:gd name="connsiteX777" fmla="*/ 3153873 w 7467600"/>
              <a:gd name="connsiteY777" fmla="*/ 898971 h 6858000"/>
              <a:gd name="connsiteX778" fmla="*/ 3276511 w 7467600"/>
              <a:gd name="connsiteY778" fmla="*/ 786423 h 6858000"/>
              <a:gd name="connsiteX779" fmla="*/ 3584154 w 7467600"/>
              <a:gd name="connsiteY779" fmla="*/ 448218 h 6858000"/>
              <a:gd name="connsiteX780" fmla="*/ 3624562 w 7467600"/>
              <a:gd name="connsiteY780" fmla="*/ 367041 h 6858000"/>
              <a:gd name="connsiteX781" fmla="*/ 3766672 w 7467600"/>
              <a:gd name="connsiteY781" fmla="*/ 359429 h 6858000"/>
              <a:gd name="connsiteX782" fmla="*/ 3996338 w 7467600"/>
              <a:gd name="connsiteY782" fmla="*/ 968237 h 6858000"/>
              <a:gd name="connsiteX783" fmla="*/ 3766672 w 7467600"/>
              <a:gd name="connsiteY783" fmla="*/ 359429 h 6858000"/>
              <a:gd name="connsiteX784" fmla="*/ 5805386 w 7467600"/>
              <a:gd name="connsiteY784" fmla="*/ 239240 h 6858000"/>
              <a:gd name="connsiteX785" fmla="*/ 5736947 w 7467600"/>
              <a:gd name="connsiteY785" fmla="*/ 261367 h 6858000"/>
              <a:gd name="connsiteX786" fmla="*/ 5427012 w 7467600"/>
              <a:gd name="connsiteY786" fmla="*/ 311272 h 6858000"/>
              <a:gd name="connsiteX787" fmla="*/ 5147818 w 7467600"/>
              <a:gd name="connsiteY787" fmla="*/ 322112 h 6858000"/>
              <a:gd name="connsiteX788" fmla="*/ 5060854 w 7467600"/>
              <a:gd name="connsiteY788" fmla="*/ 311882 h 6858000"/>
              <a:gd name="connsiteX789" fmla="*/ 4945989 w 7467600"/>
              <a:gd name="connsiteY789" fmla="*/ 300516 h 6858000"/>
              <a:gd name="connsiteX790" fmla="*/ 5410479 w 7467600"/>
              <a:gd name="connsiteY790" fmla="*/ 348434 h 6858000"/>
              <a:gd name="connsiteX791" fmla="*/ 5805386 w 7467600"/>
              <a:gd name="connsiteY791" fmla="*/ 239240 h 6858000"/>
              <a:gd name="connsiteX792" fmla="*/ 5905192 w 7467600"/>
              <a:gd name="connsiteY792" fmla="*/ 163079 h 6858000"/>
              <a:gd name="connsiteX793" fmla="*/ 5865655 w 7467600"/>
              <a:gd name="connsiteY793" fmla="*/ 171901 h 6858000"/>
              <a:gd name="connsiteX794" fmla="*/ 5259740 w 7467600"/>
              <a:gd name="connsiteY794" fmla="*/ 257013 h 6858000"/>
              <a:gd name="connsiteX795" fmla="*/ 5208466 w 7467600"/>
              <a:gd name="connsiteY795" fmla="*/ 257550 h 6858000"/>
              <a:gd name="connsiteX796" fmla="*/ 4980204 w 7467600"/>
              <a:gd name="connsiteY796" fmla="*/ 271903 h 6858000"/>
              <a:gd name="connsiteX797" fmla="*/ 5068068 w 7467600"/>
              <a:gd name="connsiteY797" fmla="*/ 282244 h 6858000"/>
              <a:gd name="connsiteX798" fmla="*/ 5153231 w 7467600"/>
              <a:gd name="connsiteY798" fmla="*/ 292240 h 6858000"/>
              <a:gd name="connsiteX799" fmla="*/ 5426491 w 7467600"/>
              <a:gd name="connsiteY799" fmla="*/ 281128 h 6858000"/>
              <a:gd name="connsiteX800" fmla="*/ 5731212 w 7467600"/>
              <a:gd name="connsiteY800" fmla="*/ 231951 h 6858000"/>
              <a:gd name="connsiteX801" fmla="*/ 5905192 w 7467600"/>
              <a:gd name="connsiteY801" fmla="*/ 163079 h 6858000"/>
              <a:gd name="connsiteX802" fmla="*/ 5944437 w 7467600"/>
              <a:gd name="connsiteY802" fmla="*/ 113829 h 6858000"/>
              <a:gd name="connsiteX803" fmla="*/ 5825032 w 7467600"/>
              <a:gd name="connsiteY803" fmla="*/ 146405 h 6858000"/>
              <a:gd name="connsiteX804" fmla="*/ 4955599 w 7467600"/>
              <a:gd name="connsiteY804" fmla="*/ 247008 h 6858000"/>
              <a:gd name="connsiteX805" fmla="*/ 5210104 w 7467600"/>
              <a:gd name="connsiteY805" fmla="*/ 228123 h 6858000"/>
              <a:gd name="connsiteX806" fmla="*/ 5261015 w 7467600"/>
              <a:gd name="connsiteY806" fmla="*/ 227087 h 6858000"/>
              <a:gd name="connsiteX807" fmla="*/ 5861181 w 7467600"/>
              <a:gd name="connsiteY807" fmla="*/ 143093 h 6858000"/>
              <a:gd name="connsiteX808" fmla="*/ 5961252 w 7467600"/>
              <a:gd name="connsiteY808" fmla="*/ 114820 h 6858000"/>
              <a:gd name="connsiteX809" fmla="*/ 5944437 w 7467600"/>
              <a:gd name="connsiteY809" fmla="*/ 113829 h 6858000"/>
              <a:gd name="connsiteX810" fmla="*/ 3882765 w 7467600"/>
              <a:gd name="connsiteY810" fmla="*/ 0 h 6858000"/>
              <a:gd name="connsiteX811" fmla="*/ 3995099 w 7467600"/>
              <a:gd name="connsiteY811" fmla="*/ 0 h 6858000"/>
              <a:gd name="connsiteX812" fmla="*/ 4163818 w 7467600"/>
              <a:gd name="connsiteY812" fmla="*/ 234104 h 6858000"/>
              <a:gd name="connsiteX813" fmla="*/ 4172099 w 7467600"/>
              <a:gd name="connsiteY813" fmla="*/ 234207 h 6858000"/>
              <a:gd name="connsiteX814" fmla="*/ 4784282 w 7467600"/>
              <a:gd name="connsiteY814" fmla="*/ 276561 h 6858000"/>
              <a:gd name="connsiteX815" fmla="*/ 4801687 w 7467600"/>
              <a:gd name="connsiteY815" fmla="*/ 267764 h 6858000"/>
              <a:gd name="connsiteX816" fmla="*/ 6082788 w 7467600"/>
              <a:gd name="connsiteY816" fmla="*/ 64119 h 6858000"/>
              <a:gd name="connsiteX817" fmla="*/ 6099442 w 7467600"/>
              <a:gd name="connsiteY817" fmla="*/ 82568 h 6858000"/>
              <a:gd name="connsiteX818" fmla="*/ 4804137 w 7467600"/>
              <a:gd name="connsiteY818" fmla="*/ 320931 h 6858000"/>
              <a:gd name="connsiteX819" fmla="*/ 4227047 w 7467600"/>
              <a:gd name="connsiteY819" fmla="*/ 313415 h 6858000"/>
              <a:gd name="connsiteX820" fmla="*/ 4346041 w 7467600"/>
              <a:gd name="connsiteY820" fmla="*/ 456086 h 6858000"/>
              <a:gd name="connsiteX821" fmla="*/ 4870967 w 7467600"/>
              <a:gd name="connsiteY821" fmla="*/ 963061 h 6858000"/>
              <a:gd name="connsiteX822" fmla="*/ 4889647 w 7467600"/>
              <a:gd name="connsiteY822" fmla="*/ 957147 h 6858000"/>
              <a:gd name="connsiteX823" fmla="*/ 5422504 w 7467600"/>
              <a:gd name="connsiteY823" fmla="*/ 805191 h 6858000"/>
              <a:gd name="connsiteX824" fmla="*/ 6087656 w 7467600"/>
              <a:gd name="connsiteY824" fmla="*/ 826703 h 6858000"/>
              <a:gd name="connsiteX825" fmla="*/ 6058717 w 7467600"/>
              <a:gd name="connsiteY825" fmla="*/ 865992 h 6858000"/>
              <a:gd name="connsiteX826" fmla="*/ 4974153 w 7467600"/>
              <a:gd name="connsiteY826" fmla="*/ 1045456 h 6858000"/>
              <a:gd name="connsiteX827" fmla="*/ 5627835 w 7467600"/>
              <a:gd name="connsiteY827" fmla="*/ 1472077 h 6858000"/>
              <a:gd name="connsiteX828" fmla="*/ 5629817 w 7467600"/>
              <a:gd name="connsiteY828" fmla="*/ 1471412 h 6858000"/>
              <a:gd name="connsiteX829" fmla="*/ 5634124 w 7467600"/>
              <a:gd name="connsiteY829" fmla="*/ 1470572 h 6858000"/>
              <a:gd name="connsiteX830" fmla="*/ 5755832 w 7467600"/>
              <a:gd name="connsiteY830" fmla="*/ 1383886 h 6858000"/>
              <a:gd name="connsiteX831" fmla="*/ 6014186 w 7467600"/>
              <a:gd name="connsiteY831" fmla="*/ 1279799 h 6858000"/>
              <a:gd name="connsiteX832" fmla="*/ 6901619 w 7467600"/>
              <a:gd name="connsiteY832" fmla="*/ 1047874 h 6858000"/>
              <a:gd name="connsiteX833" fmla="*/ 6931566 w 7467600"/>
              <a:gd name="connsiteY833" fmla="*/ 1062034 h 6858000"/>
              <a:gd name="connsiteX834" fmla="*/ 5790982 w 7467600"/>
              <a:gd name="connsiteY834" fmla="*/ 1561380 h 6858000"/>
              <a:gd name="connsiteX835" fmla="*/ 6188971 w 7467600"/>
              <a:gd name="connsiteY835" fmla="*/ 1755168 h 6858000"/>
              <a:gd name="connsiteX836" fmla="*/ 6202446 w 7467600"/>
              <a:gd name="connsiteY836" fmla="*/ 1752268 h 6858000"/>
              <a:gd name="connsiteX837" fmla="*/ 7179560 w 7467600"/>
              <a:gd name="connsiteY837" fmla="*/ 1467551 h 6858000"/>
              <a:gd name="connsiteX838" fmla="*/ 7158730 w 7467600"/>
              <a:gd name="connsiteY838" fmla="*/ 1507835 h 6858000"/>
              <a:gd name="connsiteX839" fmla="*/ 6326959 w 7467600"/>
              <a:gd name="connsiteY839" fmla="*/ 1817686 h 6858000"/>
              <a:gd name="connsiteX840" fmla="*/ 6537433 w 7467600"/>
              <a:gd name="connsiteY840" fmla="*/ 1907790 h 6858000"/>
              <a:gd name="connsiteX841" fmla="*/ 6550221 w 7467600"/>
              <a:gd name="connsiteY841" fmla="*/ 1910729 h 6858000"/>
              <a:gd name="connsiteX842" fmla="*/ 6964438 w 7467600"/>
              <a:gd name="connsiteY842" fmla="*/ 2209505 h 6858000"/>
              <a:gd name="connsiteX843" fmla="*/ 7367862 w 7467600"/>
              <a:gd name="connsiteY843" fmla="*/ 2806833 h 6858000"/>
              <a:gd name="connsiteX844" fmla="*/ 7364329 w 7467600"/>
              <a:gd name="connsiteY844" fmla="*/ 2826907 h 6858000"/>
              <a:gd name="connsiteX845" fmla="*/ 7290545 w 7467600"/>
              <a:gd name="connsiteY845" fmla="*/ 2850663 h 6858000"/>
              <a:gd name="connsiteX846" fmla="*/ 6472036 w 7467600"/>
              <a:gd name="connsiteY846" fmla="*/ 1959003 h 6858000"/>
              <a:gd name="connsiteX847" fmla="*/ 5792897 w 7467600"/>
              <a:gd name="connsiteY847" fmla="*/ 1647747 h 6858000"/>
              <a:gd name="connsiteX848" fmla="*/ 5842751 w 7467600"/>
              <a:gd name="connsiteY848" fmla="*/ 1816112 h 6858000"/>
              <a:gd name="connsiteX849" fmla="*/ 5847424 w 7467600"/>
              <a:gd name="connsiteY849" fmla="*/ 1815776 h 6858000"/>
              <a:gd name="connsiteX850" fmla="*/ 6399821 w 7467600"/>
              <a:gd name="connsiteY850" fmla="*/ 2344799 h 6858000"/>
              <a:gd name="connsiteX851" fmla="*/ 6323232 w 7467600"/>
              <a:gd name="connsiteY851" fmla="*/ 2389634 h 6858000"/>
              <a:gd name="connsiteX852" fmla="*/ 5942958 w 7467600"/>
              <a:gd name="connsiteY852" fmla="*/ 2077708 h 6858000"/>
              <a:gd name="connsiteX853" fmla="*/ 5921559 w 7467600"/>
              <a:gd name="connsiteY853" fmla="*/ 2378596 h 6858000"/>
              <a:gd name="connsiteX854" fmla="*/ 5817651 w 7467600"/>
              <a:gd name="connsiteY854" fmla="*/ 3023919 h 6858000"/>
              <a:gd name="connsiteX855" fmla="*/ 5729634 w 7467600"/>
              <a:gd name="connsiteY855" fmla="*/ 3051849 h 6858000"/>
              <a:gd name="connsiteX856" fmla="*/ 5611018 w 7467600"/>
              <a:gd name="connsiteY856" fmla="*/ 2316769 h 6858000"/>
              <a:gd name="connsiteX857" fmla="*/ 5687608 w 7467600"/>
              <a:gd name="connsiteY857" fmla="*/ 2039972 h 6858000"/>
              <a:gd name="connsiteX858" fmla="*/ 5657554 w 7467600"/>
              <a:gd name="connsiteY858" fmla="*/ 1576445 h 6858000"/>
              <a:gd name="connsiteX859" fmla="*/ 5150475 w 7467600"/>
              <a:gd name="connsiteY859" fmla="*/ 1274012 h 6858000"/>
              <a:gd name="connsiteX860" fmla="*/ 5349142 w 7467600"/>
              <a:gd name="connsiteY860" fmla="*/ 2204405 h 6858000"/>
              <a:gd name="connsiteX861" fmla="*/ 5262214 w 7467600"/>
              <a:gd name="connsiteY861" fmla="*/ 2233836 h 6858000"/>
              <a:gd name="connsiteX862" fmla="*/ 4981539 w 7467600"/>
              <a:gd name="connsiteY862" fmla="*/ 1542201 h 6858000"/>
              <a:gd name="connsiteX863" fmla="*/ 4958461 w 7467600"/>
              <a:gd name="connsiteY863" fmla="*/ 1136957 h 6858000"/>
              <a:gd name="connsiteX864" fmla="*/ 4655015 w 7467600"/>
              <a:gd name="connsiteY864" fmla="*/ 891426 h 6858000"/>
              <a:gd name="connsiteX865" fmla="*/ 4348002 w 7467600"/>
              <a:gd name="connsiteY865" fmla="*/ 2205895 h 6858000"/>
              <a:gd name="connsiteX866" fmla="*/ 4262250 w 7467600"/>
              <a:gd name="connsiteY866" fmla="*/ 2219972 h 6858000"/>
              <a:gd name="connsiteX867" fmla="*/ 4550611 w 7467600"/>
              <a:gd name="connsiteY867" fmla="*/ 817540 h 6858000"/>
              <a:gd name="connsiteX868" fmla="*/ 4564418 w 7467600"/>
              <a:gd name="connsiteY868" fmla="*/ 808293 h 6858000"/>
              <a:gd name="connsiteX869" fmla="*/ 4266388 w 7467600"/>
              <a:gd name="connsiteY869" fmla="*/ 500083 h 6858000"/>
              <a:gd name="connsiteX870" fmla="*/ 4032842 w 7467600"/>
              <a:gd name="connsiteY870" fmla="*/ 211809 h 6858000"/>
              <a:gd name="connsiteX871" fmla="*/ 3882765 w 7467600"/>
              <a:gd name="connsiteY871" fmla="*/ 0 h 6858000"/>
              <a:gd name="connsiteX872" fmla="*/ 3721337 w 7467600"/>
              <a:gd name="connsiteY872" fmla="*/ 0 h 6858000"/>
              <a:gd name="connsiteX873" fmla="*/ 3797544 w 7467600"/>
              <a:gd name="connsiteY873" fmla="*/ 0 h 6858000"/>
              <a:gd name="connsiteX874" fmla="*/ 3775734 w 7467600"/>
              <a:gd name="connsiteY874" fmla="*/ 95131 h 6858000"/>
              <a:gd name="connsiteX875" fmla="*/ 3724807 w 7467600"/>
              <a:gd name="connsiteY875" fmla="*/ 272257 h 6858000"/>
              <a:gd name="connsiteX876" fmla="*/ 3726844 w 7467600"/>
              <a:gd name="connsiteY876" fmla="*/ 282988 h 6858000"/>
              <a:gd name="connsiteX877" fmla="*/ 3742664 w 7467600"/>
              <a:gd name="connsiteY877" fmla="*/ 279918 h 6858000"/>
              <a:gd name="connsiteX878" fmla="*/ 4103910 w 7467600"/>
              <a:gd name="connsiteY878" fmla="*/ 1161917 h 6858000"/>
              <a:gd name="connsiteX879" fmla="*/ 4020269 w 7467600"/>
              <a:gd name="connsiteY879" fmla="*/ 1200406 h 6858000"/>
              <a:gd name="connsiteX880" fmla="*/ 3674882 w 7467600"/>
              <a:gd name="connsiteY880" fmla="*/ 488524 h 6858000"/>
              <a:gd name="connsiteX881" fmla="*/ 3132682 w 7467600"/>
              <a:gd name="connsiteY881" fmla="*/ 1072284 h 6858000"/>
              <a:gd name="connsiteX882" fmla="*/ 2716346 w 7467600"/>
              <a:gd name="connsiteY882" fmla="*/ 1276376 h 6858000"/>
              <a:gd name="connsiteX883" fmla="*/ 2716772 w 7467600"/>
              <a:gd name="connsiteY883" fmla="*/ 1255462 h 6858000"/>
              <a:gd name="connsiteX884" fmla="*/ 3471096 w 7467600"/>
              <a:gd name="connsiteY884" fmla="*/ 437072 h 6858000"/>
              <a:gd name="connsiteX885" fmla="*/ 3639057 w 7467600"/>
              <a:gd name="connsiteY885" fmla="*/ 286334 h 6858000"/>
              <a:gd name="connsiteX886" fmla="*/ 3640309 w 7467600"/>
              <a:gd name="connsiteY886" fmla="*/ 284664 h 6858000"/>
              <a:gd name="connsiteX887" fmla="*/ 3646022 w 7467600"/>
              <a:gd name="connsiteY887" fmla="*/ 276711 h 6858000"/>
              <a:gd name="connsiteX888" fmla="*/ 3707943 w 7467600"/>
              <a:gd name="connsiteY888" fmla="*/ 65958 h 6858000"/>
              <a:gd name="connsiteX889" fmla="*/ 3721337 w 7467600"/>
              <a:gd name="connsiteY889" fmla="*/ 0 h 6858000"/>
              <a:gd name="connsiteX890" fmla="*/ 2867960 w 7467600"/>
              <a:gd name="connsiteY890" fmla="*/ 0 h 6858000"/>
              <a:gd name="connsiteX891" fmla="*/ 2926351 w 7467600"/>
              <a:gd name="connsiteY891" fmla="*/ 0 h 6858000"/>
              <a:gd name="connsiteX892" fmla="*/ 2902823 w 7467600"/>
              <a:gd name="connsiteY892" fmla="*/ 262929 h 6858000"/>
              <a:gd name="connsiteX893" fmla="*/ 2940663 w 7467600"/>
              <a:gd name="connsiteY893" fmla="*/ 140884 h 6858000"/>
              <a:gd name="connsiteX894" fmla="*/ 2947039 w 7467600"/>
              <a:gd name="connsiteY894" fmla="*/ 122524 h 6858000"/>
              <a:gd name="connsiteX895" fmla="*/ 2984316 w 7467600"/>
              <a:gd name="connsiteY895" fmla="*/ 0 h 6858000"/>
              <a:gd name="connsiteX896" fmla="*/ 3016114 w 7467600"/>
              <a:gd name="connsiteY896" fmla="*/ 0 h 6858000"/>
              <a:gd name="connsiteX897" fmla="*/ 2979949 w 7467600"/>
              <a:gd name="connsiteY897" fmla="*/ 119274 h 6858000"/>
              <a:gd name="connsiteX898" fmla="*/ 3023879 w 7467600"/>
              <a:gd name="connsiteY898" fmla="*/ 0 h 6858000"/>
              <a:gd name="connsiteX899" fmla="*/ 3105400 w 7467600"/>
              <a:gd name="connsiteY899" fmla="*/ 0 h 6858000"/>
              <a:gd name="connsiteX900" fmla="*/ 3094669 w 7467600"/>
              <a:gd name="connsiteY900" fmla="*/ 30308 h 6858000"/>
              <a:gd name="connsiteX901" fmla="*/ 2901945 w 7467600"/>
              <a:gd name="connsiteY901" fmla="*/ 466538 h 6858000"/>
              <a:gd name="connsiteX902" fmla="*/ 2815209 w 7467600"/>
              <a:gd name="connsiteY902" fmla="*/ 497361 h 6858000"/>
              <a:gd name="connsiteX903" fmla="*/ 2844845 w 7467600"/>
              <a:gd name="connsiteY903" fmla="*/ 127638 h 6858000"/>
              <a:gd name="connsiteX904" fmla="*/ 2867960 w 7467600"/>
              <a:gd name="connsiteY904" fmla="*/ 0 h 6858000"/>
              <a:gd name="connsiteX905" fmla="*/ 1057230 w 7467600"/>
              <a:gd name="connsiteY905" fmla="*/ 0 h 6858000"/>
              <a:gd name="connsiteX906" fmla="*/ 1111003 w 7467600"/>
              <a:gd name="connsiteY906" fmla="*/ 0 h 6858000"/>
              <a:gd name="connsiteX907" fmla="*/ 1125553 w 7467600"/>
              <a:gd name="connsiteY907" fmla="*/ 52588 h 6858000"/>
              <a:gd name="connsiteX908" fmla="*/ 1304276 w 7467600"/>
              <a:gd name="connsiteY908" fmla="*/ 476275 h 6858000"/>
              <a:gd name="connsiteX909" fmla="*/ 1492066 w 7467600"/>
              <a:gd name="connsiteY909" fmla="*/ 886333 h 6858000"/>
              <a:gd name="connsiteX910" fmla="*/ 1423698 w 7467600"/>
              <a:gd name="connsiteY910" fmla="*/ 710817 h 6858000"/>
              <a:gd name="connsiteX911" fmla="*/ 1357609 w 7467600"/>
              <a:gd name="connsiteY911" fmla="*/ 532892 h 6858000"/>
              <a:gd name="connsiteX912" fmla="*/ 1309550 w 7467600"/>
              <a:gd name="connsiteY912" fmla="*/ 374031 h 6858000"/>
              <a:gd name="connsiteX913" fmla="*/ 1193673 w 7467600"/>
              <a:gd name="connsiteY913" fmla="*/ 49533 h 6858000"/>
              <a:gd name="connsiteX914" fmla="*/ 1164391 w 7467600"/>
              <a:gd name="connsiteY914" fmla="*/ 0 h 6858000"/>
              <a:gd name="connsiteX915" fmla="*/ 1200666 w 7467600"/>
              <a:gd name="connsiteY915" fmla="*/ 0 h 6858000"/>
              <a:gd name="connsiteX916" fmla="*/ 1223408 w 7467600"/>
              <a:gd name="connsiteY916" fmla="*/ 38996 h 6858000"/>
              <a:gd name="connsiteX917" fmla="*/ 1339635 w 7467600"/>
              <a:gd name="connsiteY917" fmla="*/ 365517 h 6858000"/>
              <a:gd name="connsiteX918" fmla="*/ 1387469 w 7467600"/>
              <a:gd name="connsiteY918" fmla="*/ 523079 h 6858000"/>
              <a:gd name="connsiteX919" fmla="*/ 1452685 w 7467600"/>
              <a:gd name="connsiteY919" fmla="*/ 699806 h 6858000"/>
              <a:gd name="connsiteX920" fmla="*/ 1492092 w 7467600"/>
              <a:gd name="connsiteY920" fmla="*/ 800424 h 6858000"/>
              <a:gd name="connsiteX921" fmla="*/ 1455302 w 7467600"/>
              <a:gd name="connsiteY921" fmla="*/ 632913 h 6858000"/>
              <a:gd name="connsiteX922" fmla="*/ 1222336 w 7467600"/>
              <a:gd name="connsiteY922" fmla="*/ 9480 h 6858000"/>
              <a:gd name="connsiteX923" fmla="*/ 1214634 w 7467600"/>
              <a:gd name="connsiteY923" fmla="*/ 0 h 6858000"/>
              <a:gd name="connsiteX924" fmla="*/ 1289827 w 7467600"/>
              <a:gd name="connsiteY924" fmla="*/ 0 h 6858000"/>
              <a:gd name="connsiteX925" fmla="*/ 1321076 w 7467600"/>
              <a:gd name="connsiteY925" fmla="*/ 59722 h 6858000"/>
              <a:gd name="connsiteX926" fmla="*/ 1512579 w 7467600"/>
              <a:gd name="connsiteY926" fmla="*/ 626441 h 6858000"/>
              <a:gd name="connsiteX927" fmla="*/ 1506076 w 7467600"/>
              <a:gd name="connsiteY927" fmla="*/ 1089289 h 6858000"/>
              <a:gd name="connsiteX928" fmla="*/ 1486346 w 7467600"/>
              <a:gd name="connsiteY928" fmla="*/ 1079919 h 6858000"/>
              <a:gd name="connsiteX929" fmla="*/ 1070511 w 7467600"/>
              <a:gd name="connsiteY929" fmla="*/ 48609 h 6858000"/>
              <a:gd name="connsiteX930" fmla="*/ 1057230 w 7467600"/>
              <a:gd name="connsiteY930" fmla="*/ 0 h 6858000"/>
              <a:gd name="connsiteX931" fmla="*/ 43151 w 7467600"/>
              <a:gd name="connsiteY931" fmla="*/ 0 h 6858000"/>
              <a:gd name="connsiteX932" fmla="*/ 95283 w 7467600"/>
              <a:gd name="connsiteY932" fmla="*/ 0 h 6858000"/>
              <a:gd name="connsiteX933" fmla="*/ 300708 w 7467600"/>
              <a:gd name="connsiteY933" fmla="*/ 154571 h 6858000"/>
              <a:gd name="connsiteX934" fmla="*/ 530414 w 7467600"/>
              <a:gd name="connsiteY934" fmla="*/ 354673 h 6858000"/>
              <a:gd name="connsiteX935" fmla="*/ 333785 w 7467600"/>
              <a:gd name="connsiteY935" fmla="*/ 161564 h 6858000"/>
              <a:gd name="connsiteX936" fmla="*/ 147005 w 7467600"/>
              <a:gd name="connsiteY936" fmla="*/ 0 h 6858000"/>
              <a:gd name="connsiteX937" fmla="*/ 272509 w 7467600"/>
              <a:gd name="connsiteY937" fmla="*/ 0 h 6858000"/>
              <a:gd name="connsiteX938" fmla="*/ 326276 w 7467600"/>
              <a:gd name="connsiteY938" fmla="*/ 45847 h 6858000"/>
              <a:gd name="connsiteX939" fmla="*/ 823759 w 7467600"/>
              <a:gd name="connsiteY939" fmla="*/ 574145 h 6858000"/>
              <a:gd name="connsiteX940" fmla="*/ 811254 w 7467600"/>
              <a:gd name="connsiteY940" fmla="*/ 665546 h 6858000"/>
              <a:gd name="connsiteX941" fmla="*/ 154042 w 7467600"/>
              <a:gd name="connsiteY941" fmla="*/ 261522 h 6858000"/>
              <a:gd name="connsiteX942" fmla="*/ 13550 w 7467600"/>
              <a:gd name="connsiteY942" fmla="*/ 158423 h 6858000"/>
              <a:gd name="connsiteX943" fmla="*/ 0 w 7467600"/>
              <a:gd name="connsiteY943" fmla="*/ 146618 h 6858000"/>
              <a:gd name="connsiteX944" fmla="*/ 0 w 7467600"/>
              <a:gd name="connsiteY944" fmla="*/ 59161 h 6858000"/>
              <a:gd name="connsiteX945" fmla="*/ 45427 w 7467600"/>
              <a:gd name="connsiteY945" fmla="*/ 101078 h 6858000"/>
              <a:gd name="connsiteX946" fmla="*/ 630103 w 7467600"/>
              <a:gd name="connsiteY946" fmla="*/ 485885 h 6858000"/>
              <a:gd name="connsiteX947" fmla="*/ 532040 w 7467600"/>
              <a:gd name="connsiteY947" fmla="*/ 399359 h 6858000"/>
              <a:gd name="connsiteX948" fmla="*/ 517618 w 7467600"/>
              <a:gd name="connsiteY948" fmla="*/ 385726 h 6858000"/>
              <a:gd name="connsiteX949" fmla="*/ 285074 w 7467600"/>
              <a:gd name="connsiteY949" fmla="*/ 182755 h 6858000"/>
              <a:gd name="connsiteX950" fmla="*/ 43151 w 7467600"/>
              <a:gd name="connsiteY950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467600 w 7467600"/>
              <a:gd name="connsiteY4" fmla="*/ 6831490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467600 w 7467600"/>
              <a:gd name="connsiteY16" fmla="*/ 6805948 h 6858000"/>
              <a:gd name="connsiteX17" fmla="*/ 7467600 w 7467600"/>
              <a:gd name="connsiteY17" fmla="*/ 6831490 h 6858000"/>
              <a:gd name="connsiteX18" fmla="*/ 1019354 w 7467600"/>
              <a:gd name="connsiteY18" fmla="*/ 6315006 h 6858000"/>
              <a:gd name="connsiteX19" fmla="*/ 441046 w 7467600"/>
              <a:gd name="connsiteY19" fmla="*/ 6691153 h 6858000"/>
              <a:gd name="connsiteX20" fmla="*/ 1019354 w 7467600"/>
              <a:gd name="connsiteY20" fmla="*/ 6315006 h 6858000"/>
              <a:gd name="connsiteX21" fmla="*/ 991680 w 7467600"/>
              <a:gd name="connsiteY21" fmla="*/ 6298413 h 6858000"/>
              <a:gd name="connsiteX22" fmla="*/ 409060 w 7467600"/>
              <a:gd name="connsiteY22" fmla="*/ 6671470 h 6858000"/>
              <a:gd name="connsiteX23" fmla="*/ 991680 w 7467600"/>
              <a:gd name="connsiteY23" fmla="*/ 6298413 h 6858000"/>
              <a:gd name="connsiteX24" fmla="*/ 103333 w 7467600"/>
              <a:gd name="connsiteY24" fmla="*/ 5699602 h 6858000"/>
              <a:gd name="connsiteX25" fmla="*/ 233938 w 7467600"/>
              <a:gd name="connsiteY25" fmla="*/ 5809416 h 6858000"/>
              <a:gd name="connsiteX26" fmla="*/ 883580 w 7467600"/>
              <a:gd name="connsiteY26" fmla="*/ 6180710 h 6858000"/>
              <a:gd name="connsiteX27" fmla="*/ 487337 w 7467600"/>
              <a:gd name="connsiteY27" fmla="*/ 5950182 h 6858000"/>
              <a:gd name="connsiteX28" fmla="*/ 354051 w 7467600"/>
              <a:gd name="connsiteY28" fmla="*/ 5854912 h 6858000"/>
              <a:gd name="connsiteX29" fmla="*/ 195436 w 7467600"/>
              <a:gd name="connsiteY29" fmla="*/ 5755068 h 6858000"/>
              <a:gd name="connsiteX30" fmla="*/ 103333 w 7467600"/>
              <a:gd name="connsiteY30" fmla="*/ 5699602 h 6858000"/>
              <a:gd name="connsiteX31" fmla="*/ 5539432 w 7467600"/>
              <a:gd name="connsiteY31" fmla="*/ 5642928 h 6858000"/>
              <a:gd name="connsiteX32" fmla="*/ 5555462 w 7467600"/>
              <a:gd name="connsiteY32" fmla="*/ 5694454 h 6858000"/>
              <a:gd name="connsiteX33" fmla="*/ 5828270 w 7467600"/>
              <a:gd name="connsiteY33" fmla="*/ 6320663 h 6858000"/>
              <a:gd name="connsiteX34" fmla="*/ 5947416 w 7467600"/>
              <a:gd name="connsiteY34" fmla="*/ 6574846 h 6858000"/>
              <a:gd name="connsiteX35" fmla="*/ 5539432 w 7467600"/>
              <a:gd name="connsiteY35" fmla="*/ 5642928 h 6858000"/>
              <a:gd name="connsiteX36" fmla="*/ 51253 w 7467600"/>
              <a:gd name="connsiteY36" fmla="*/ 5631825 h 6858000"/>
              <a:gd name="connsiteX37" fmla="*/ 211622 w 7467600"/>
              <a:gd name="connsiteY37" fmla="*/ 5728803 h 6858000"/>
              <a:gd name="connsiteX38" fmla="*/ 371652 w 7467600"/>
              <a:gd name="connsiteY38" fmla="*/ 5829062 h 6858000"/>
              <a:gd name="connsiteX39" fmla="*/ 505903 w 7467600"/>
              <a:gd name="connsiteY39" fmla="*/ 5925221 h 6858000"/>
              <a:gd name="connsiteX40" fmla="*/ 899240 w 7467600"/>
              <a:gd name="connsiteY40" fmla="*/ 6153068 h 6858000"/>
              <a:gd name="connsiteX41" fmla="*/ 988114 w 7467600"/>
              <a:gd name="connsiteY41" fmla="*/ 6174204 h 6858000"/>
              <a:gd name="connsiteX42" fmla="*/ 845971 w 7467600"/>
              <a:gd name="connsiteY42" fmla="*/ 6067177 h 6858000"/>
              <a:gd name="connsiteX43" fmla="*/ 448057 w 7467600"/>
              <a:gd name="connsiteY43" fmla="*/ 5841376 h 6858000"/>
              <a:gd name="connsiteX44" fmla="*/ 51253 w 7467600"/>
              <a:gd name="connsiteY44" fmla="*/ 5631825 h 6858000"/>
              <a:gd name="connsiteX45" fmla="*/ 2606687 w 7467600"/>
              <a:gd name="connsiteY45" fmla="*/ 5630718 h 6858000"/>
              <a:gd name="connsiteX46" fmla="*/ 2645658 w 7467600"/>
              <a:gd name="connsiteY46" fmla="*/ 6640259 h 6858000"/>
              <a:gd name="connsiteX47" fmla="*/ 2606687 w 7467600"/>
              <a:gd name="connsiteY47" fmla="*/ 5630718 h 6858000"/>
              <a:gd name="connsiteX48" fmla="*/ 3642057 w 7467600"/>
              <a:gd name="connsiteY48" fmla="*/ 5573487 h 6858000"/>
              <a:gd name="connsiteX49" fmla="*/ 3632981 w 7467600"/>
              <a:gd name="connsiteY49" fmla="*/ 5579437 h 6858000"/>
              <a:gd name="connsiteX50" fmla="*/ 3382436 w 7467600"/>
              <a:gd name="connsiteY50" fmla="*/ 5952726 h 6858000"/>
              <a:gd name="connsiteX51" fmla="*/ 3191929 w 7467600"/>
              <a:gd name="connsiteY51" fmla="*/ 6662669 h 6858000"/>
              <a:gd name="connsiteX52" fmla="*/ 3369898 w 7467600"/>
              <a:gd name="connsiteY52" fmla="*/ 6081771 h 6858000"/>
              <a:gd name="connsiteX53" fmla="*/ 3642057 w 7467600"/>
              <a:gd name="connsiteY53" fmla="*/ 5573487 h 6858000"/>
              <a:gd name="connsiteX54" fmla="*/ 2650666 w 7467600"/>
              <a:gd name="connsiteY54" fmla="*/ 5530686 h 6858000"/>
              <a:gd name="connsiteX55" fmla="*/ 2650249 w 7467600"/>
              <a:gd name="connsiteY55" fmla="*/ 5532101 h 6858000"/>
              <a:gd name="connsiteX56" fmla="*/ 2663808 w 7467600"/>
              <a:gd name="connsiteY56" fmla="*/ 6535215 h 6858000"/>
              <a:gd name="connsiteX57" fmla="*/ 2665418 w 7467600"/>
              <a:gd name="connsiteY57" fmla="*/ 6132756 h 6858000"/>
              <a:gd name="connsiteX58" fmla="*/ 2650666 w 7467600"/>
              <a:gd name="connsiteY58" fmla="*/ 5530686 h 6858000"/>
              <a:gd name="connsiteX59" fmla="*/ 2680277 w 7467600"/>
              <a:gd name="connsiteY59" fmla="*/ 5479204 h 6858000"/>
              <a:gd name="connsiteX60" fmla="*/ 2678972 w 7467600"/>
              <a:gd name="connsiteY60" fmla="*/ 5481582 h 6858000"/>
              <a:gd name="connsiteX61" fmla="*/ 2696666 w 7467600"/>
              <a:gd name="connsiteY61" fmla="*/ 6133836 h 6858000"/>
              <a:gd name="connsiteX62" fmla="*/ 2695769 w 7467600"/>
              <a:gd name="connsiteY62" fmla="*/ 6390955 h 6858000"/>
              <a:gd name="connsiteX63" fmla="*/ 2739893 w 7467600"/>
              <a:gd name="connsiteY63" fmla="*/ 6108357 h 6858000"/>
              <a:gd name="connsiteX64" fmla="*/ 2680277 w 7467600"/>
              <a:gd name="connsiteY64" fmla="*/ 5479204 h 6858000"/>
              <a:gd name="connsiteX65" fmla="*/ 1132195 w 7467600"/>
              <a:gd name="connsiteY65" fmla="*/ 5467980 h 6858000"/>
              <a:gd name="connsiteX66" fmla="*/ 1679056 w 7467600"/>
              <a:gd name="connsiteY66" fmla="*/ 5516907 h 6858000"/>
              <a:gd name="connsiteX67" fmla="*/ 2128648 w 7467600"/>
              <a:gd name="connsiteY67" fmla="*/ 5474249 h 6858000"/>
              <a:gd name="connsiteX68" fmla="*/ 1825619 w 7467600"/>
              <a:gd name="connsiteY68" fmla="*/ 5478447 h 6858000"/>
              <a:gd name="connsiteX69" fmla="*/ 1737798 w 7467600"/>
              <a:gd name="connsiteY69" fmla="*/ 5483353 h 6858000"/>
              <a:gd name="connsiteX70" fmla="*/ 1132195 w 7467600"/>
              <a:gd name="connsiteY70" fmla="*/ 5467980 h 6858000"/>
              <a:gd name="connsiteX71" fmla="*/ 1456157 w 7467600"/>
              <a:gd name="connsiteY71" fmla="*/ 5371404 h 6858000"/>
              <a:gd name="connsiteX72" fmla="*/ 1244432 w 7467600"/>
              <a:gd name="connsiteY72" fmla="*/ 5385601 h 6858000"/>
              <a:gd name="connsiteX73" fmla="*/ 973990 w 7467600"/>
              <a:gd name="connsiteY73" fmla="*/ 5424940 h 6858000"/>
              <a:gd name="connsiteX74" fmla="*/ 1103809 w 7467600"/>
              <a:gd name="connsiteY74" fmla="*/ 5433720 h 6858000"/>
              <a:gd name="connsiteX75" fmla="*/ 1123454 w 7467600"/>
              <a:gd name="connsiteY75" fmla="*/ 5435727 h 6858000"/>
              <a:gd name="connsiteX76" fmla="*/ 1737017 w 7467600"/>
              <a:gd name="connsiteY76" fmla="*/ 5452183 h 6858000"/>
              <a:gd name="connsiteX77" fmla="*/ 1824397 w 7467600"/>
              <a:gd name="connsiteY77" fmla="*/ 5447757 h 6858000"/>
              <a:gd name="connsiteX78" fmla="*/ 2070059 w 7467600"/>
              <a:gd name="connsiteY78" fmla="*/ 5441660 h 6858000"/>
              <a:gd name="connsiteX79" fmla="*/ 1456157 w 7467600"/>
              <a:gd name="connsiteY79" fmla="*/ 5371404 h 6858000"/>
              <a:gd name="connsiteX80" fmla="*/ 4988186 w 7467600"/>
              <a:gd name="connsiteY80" fmla="*/ 5216467 h 6858000"/>
              <a:gd name="connsiteX81" fmla="*/ 4777334 w 7467600"/>
              <a:gd name="connsiteY81" fmla="*/ 5406072 h 6858000"/>
              <a:gd name="connsiteX82" fmla="*/ 4718341 w 7467600"/>
              <a:gd name="connsiteY82" fmla="*/ 5468043 h 6858000"/>
              <a:gd name="connsiteX83" fmla="*/ 4604655 w 7467600"/>
              <a:gd name="connsiteY83" fmla="*/ 5583434 h 6858000"/>
              <a:gd name="connsiteX84" fmla="*/ 4565074 w 7467600"/>
              <a:gd name="connsiteY84" fmla="*/ 5618550 h 6858000"/>
              <a:gd name="connsiteX85" fmla="*/ 4988186 w 7467600"/>
              <a:gd name="connsiteY85" fmla="*/ 5216467 h 6858000"/>
              <a:gd name="connsiteX86" fmla="*/ 4978032 w 7467600"/>
              <a:gd name="connsiteY86" fmla="*/ 5183809 h 6858000"/>
              <a:gd name="connsiteX87" fmla="*/ 4463413 w 7467600"/>
              <a:gd name="connsiteY87" fmla="*/ 5615162 h 6858000"/>
              <a:gd name="connsiteX88" fmla="*/ 4358134 w 7467600"/>
              <a:gd name="connsiteY88" fmla="*/ 5742791 h 6858000"/>
              <a:gd name="connsiteX89" fmla="*/ 4376219 w 7467600"/>
              <a:gd name="connsiteY89" fmla="*/ 5729027 h 6858000"/>
              <a:gd name="connsiteX90" fmla="*/ 4582340 w 7467600"/>
              <a:gd name="connsiteY90" fmla="*/ 5561037 h 6858000"/>
              <a:gd name="connsiteX91" fmla="*/ 4694684 w 7467600"/>
              <a:gd name="connsiteY91" fmla="*/ 5447098 h 6858000"/>
              <a:gd name="connsiteX92" fmla="*/ 4754123 w 7467600"/>
              <a:gd name="connsiteY92" fmla="*/ 5384643 h 6858000"/>
              <a:gd name="connsiteX93" fmla="*/ 4978032 w 7467600"/>
              <a:gd name="connsiteY93" fmla="*/ 5183809 h 6858000"/>
              <a:gd name="connsiteX94" fmla="*/ 1903353 w 7467600"/>
              <a:gd name="connsiteY94" fmla="*/ 5044827 h 6858000"/>
              <a:gd name="connsiteX95" fmla="*/ 1936931 w 7467600"/>
              <a:gd name="connsiteY95" fmla="*/ 5093954 h 6858000"/>
              <a:gd name="connsiteX96" fmla="*/ 2195868 w 7467600"/>
              <a:gd name="connsiteY96" fmla="*/ 5396574 h 6858000"/>
              <a:gd name="connsiteX97" fmla="*/ 2088852 w 7467600"/>
              <a:gd name="connsiteY97" fmla="*/ 5166123 h 6858000"/>
              <a:gd name="connsiteX98" fmla="*/ 1958241 w 7467600"/>
              <a:gd name="connsiteY98" fmla="*/ 5067955 h 6858000"/>
              <a:gd name="connsiteX99" fmla="*/ 1903353 w 7467600"/>
              <a:gd name="connsiteY99" fmla="*/ 5044827 h 6858000"/>
              <a:gd name="connsiteX100" fmla="*/ 1979378 w 7467600"/>
              <a:gd name="connsiteY100" fmla="*/ 4769504 h 6858000"/>
              <a:gd name="connsiteX101" fmla="*/ 2882120 w 7467600"/>
              <a:gd name="connsiteY101" fmla="*/ 5064547 h 6858000"/>
              <a:gd name="connsiteX102" fmla="*/ 2793103 w 7467600"/>
              <a:gd name="connsiteY102" fmla="*/ 5039699 h 6858000"/>
              <a:gd name="connsiteX103" fmla="*/ 2770041 w 7467600"/>
              <a:gd name="connsiteY103" fmla="*/ 5033634 h 6858000"/>
              <a:gd name="connsiteX104" fmla="*/ 1979378 w 7467600"/>
              <a:gd name="connsiteY104" fmla="*/ 4769504 h 6858000"/>
              <a:gd name="connsiteX105" fmla="*/ 1927410 w 7467600"/>
              <a:gd name="connsiteY105" fmla="*/ 4716164 h 6858000"/>
              <a:gd name="connsiteX106" fmla="*/ 1959587 w 7467600"/>
              <a:gd name="connsiteY106" fmla="*/ 4728849 h 6858000"/>
              <a:gd name="connsiteX107" fmla="*/ 2777707 w 7467600"/>
              <a:gd name="connsiteY107" fmla="*/ 5003991 h 6858000"/>
              <a:gd name="connsiteX108" fmla="*/ 2800768 w 7467600"/>
              <a:gd name="connsiteY108" fmla="*/ 5010056 h 6858000"/>
              <a:gd name="connsiteX109" fmla="*/ 2879408 w 7467600"/>
              <a:gd name="connsiteY109" fmla="*/ 5031590 h 6858000"/>
              <a:gd name="connsiteX110" fmla="*/ 2862295 w 7467600"/>
              <a:gd name="connsiteY110" fmla="*/ 5022958 h 6858000"/>
              <a:gd name="connsiteX111" fmla="*/ 2813343 w 7467600"/>
              <a:gd name="connsiteY111" fmla="*/ 4998369 h 6858000"/>
              <a:gd name="connsiteX112" fmla="*/ 2646245 w 7467600"/>
              <a:gd name="connsiteY112" fmla="*/ 4930999 h 6858000"/>
              <a:gd name="connsiteX113" fmla="*/ 1999243 w 7467600"/>
              <a:gd name="connsiteY113" fmla="*/ 4730524 h 6858000"/>
              <a:gd name="connsiteX114" fmla="*/ 1979527 w 7467600"/>
              <a:gd name="connsiteY114" fmla="*/ 4726651 h 6858000"/>
              <a:gd name="connsiteX115" fmla="*/ 1927410 w 7467600"/>
              <a:gd name="connsiteY115" fmla="*/ 4716164 h 6858000"/>
              <a:gd name="connsiteX116" fmla="*/ 1997014 w 7467600"/>
              <a:gd name="connsiteY116" fmla="*/ 4698007 h 6858000"/>
              <a:gd name="connsiteX117" fmla="*/ 2005458 w 7467600"/>
              <a:gd name="connsiteY117" fmla="*/ 4699540 h 6858000"/>
              <a:gd name="connsiteX118" fmla="*/ 2657186 w 7467600"/>
              <a:gd name="connsiteY118" fmla="*/ 4901687 h 6858000"/>
              <a:gd name="connsiteX119" fmla="*/ 2826662 w 7467600"/>
              <a:gd name="connsiteY119" fmla="*/ 4970362 h 6858000"/>
              <a:gd name="connsiteX120" fmla="*/ 2876100 w 7467600"/>
              <a:gd name="connsiteY120" fmla="*/ 4995397 h 6858000"/>
              <a:gd name="connsiteX121" fmla="*/ 3042600 w 7467600"/>
              <a:gd name="connsiteY121" fmla="*/ 5059532 h 6858000"/>
              <a:gd name="connsiteX122" fmla="*/ 1997014 w 7467600"/>
              <a:gd name="connsiteY122" fmla="*/ 4698007 h 6858000"/>
              <a:gd name="connsiteX123" fmla="*/ 2305292 w 7467600"/>
              <a:gd name="connsiteY123" fmla="*/ 4219492 h 6858000"/>
              <a:gd name="connsiteX124" fmla="*/ 3360922 w 7467600"/>
              <a:gd name="connsiteY124" fmla="*/ 4529373 h 6858000"/>
              <a:gd name="connsiteX125" fmla="*/ 3492420 w 7467600"/>
              <a:gd name="connsiteY125" fmla="*/ 4510145 h 6858000"/>
              <a:gd name="connsiteX126" fmla="*/ 3364086 w 7467600"/>
              <a:gd name="connsiteY126" fmla="*/ 4480340 h 6858000"/>
              <a:gd name="connsiteX127" fmla="*/ 3225818 w 7467600"/>
              <a:gd name="connsiteY127" fmla="*/ 4411822 h 6858000"/>
              <a:gd name="connsiteX128" fmla="*/ 3129696 w 7467600"/>
              <a:gd name="connsiteY128" fmla="*/ 4360704 h 6858000"/>
              <a:gd name="connsiteX129" fmla="*/ 2814545 w 7467600"/>
              <a:gd name="connsiteY129" fmla="*/ 4282955 h 6858000"/>
              <a:gd name="connsiteX130" fmla="*/ 2305292 w 7467600"/>
              <a:gd name="connsiteY130" fmla="*/ 4219492 h 6858000"/>
              <a:gd name="connsiteX131" fmla="*/ 2626982 w 7467600"/>
              <a:gd name="connsiteY131" fmla="*/ 4206450 h 6858000"/>
              <a:gd name="connsiteX132" fmla="*/ 2490617 w 7467600"/>
              <a:gd name="connsiteY132" fmla="*/ 4206951 h 6858000"/>
              <a:gd name="connsiteX133" fmla="*/ 2819869 w 7467600"/>
              <a:gd name="connsiteY133" fmla="*/ 4252936 h 6858000"/>
              <a:gd name="connsiteX134" fmla="*/ 3143018 w 7467600"/>
              <a:gd name="connsiteY134" fmla="*/ 4332698 h 6858000"/>
              <a:gd name="connsiteX135" fmla="*/ 3241520 w 7467600"/>
              <a:gd name="connsiteY135" fmla="*/ 4385112 h 6858000"/>
              <a:gd name="connsiteX136" fmla="*/ 3374575 w 7467600"/>
              <a:gd name="connsiteY136" fmla="*/ 4451517 h 6858000"/>
              <a:gd name="connsiteX137" fmla="*/ 3505221 w 7467600"/>
              <a:gd name="connsiteY137" fmla="*/ 4480757 h 6858000"/>
              <a:gd name="connsiteX138" fmla="*/ 2626982 w 7467600"/>
              <a:gd name="connsiteY138" fmla="*/ 4206450 h 6858000"/>
              <a:gd name="connsiteX139" fmla="*/ 1310106 w 7467600"/>
              <a:gd name="connsiteY139" fmla="*/ 3943217 h 6858000"/>
              <a:gd name="connsiteX140" fmla="*/ 854994 w 7467600"/>
              <a:gd name="connsiteY140" fmla="*/ 4399136 h 6858000"/>
              <a:gd name="connsiteX141" fmla="*/ 742462 w 7467600"/>
              <a:gd name="connsiteY141" fmla="*/ 4594648 h 6858000"/>
              <a:gd name="connsiteX142" fmla="*/ 820602 w 7467600"/>
              <a:gd name="connsiteY142" fmla="*/ 4485915 h 6858000"/>
              <a:gd name="connsiteX143" fmla="*/ 878295 w 7467600"/>
              <a:gd name="connsiteY143" fmla="*/ 4403594 h 6858000"/>
              <a:gd name="connsiteX144" fmla="*/ 1240607 w 7467600"/>
              <a:gd name="connsiteY144" fmla="*/ 4010401 h 6858000"/>
              <a:gd name="connsiteX145" fmla="*/ 1310106 w 7467600"/>
              <a:gd name="connsiteY145" fmla="*/ 3943217 h 6858000"/>
              <a:gd name="connsiteX146" fmla="*/ 1423113 w 7467600"/>
              <a:gd name="connsiteY146" fmla="*/ 3874565 h 6858000"/>
              <a:gd name="connsiteX147" fmla="*/ 1260565 w 7467600"/>
              <a:gd name="connsiteY147" fmla="*/ 4031982 h 6858000"/>
              <a:gd name="connsiteX148" fmla="*/ 901900 w 7467600"/>
              <a:gd name="connsiteY148" fmla="*/ 4421236 h 6858000"/>
              <a:gd name="connsiteX149" fmla="*/ 845044 w 7467600"/>
              <a:gd name="connsiteY149" fmla="*/ 4502436 h 6858000"/>
              <a:gd name="connsiteX150" fmla="*/ 685926 w 7467600"/>
              <a:gd name="connsiteY150" fmla="*/ 4703069 h 6858000"/>
              <a:gd name="connsiteX151" fmla="*/ 684248 w 7467600"/>
              <a:gd name="connsiteY151" fmla="*/ 4706721 h 6858000"/>
              <a:gd name="connsiteX152" fmla="*/ 1423113 w 7467600"/>
              <a:gd name="connsiteY152" fmla="*/ 3874565 h 6858000"/>
              <a:gd name="connsiteX153" fmla="*/ 3316479 w 7467600"/>
              <a:gd name="connsiteY153" fmla="*/ 3872136 h 6858000"/>
              <a:gd name="connsiteX154" fmla="*/ 3546806 w 7467600"/>
              <a:gd name="connsiteY154" fmla="*/ 4356139 h 6858000"/>
              <a:gd name="connsiteX155" fmla="*/ 3364433 w 7467600"/>
              <a:gd name="connsiteY155" fmla="*/ 3953121 h 6858000"/>
              <a:gd name="connsiteX156" fmla="*/ 3316479 w 7467600"/>
              <a:gd name="connsiteY156" fmla="*/ 3872136 h 6858000"/>
              <a:gd name="connsiteX157" fmla="*/ 3291335 w 7467600"/>
              <a:gd name="connsiteY157" fmla="*/ 3767420 h 6858000"/>
              <a:gd name="connsiteX158" fmla="*/ 3390805 w 7467600"/>
              <a:gd name="connsiteY158" fmla="*/ 3937163 h 6858000"/>
              <a:gd name="connsiteX159" fmla="*/ 3579062 w 7467600"/>
              <a:gd name="connsiteY159" fmla="*/ 4359040 h 6858000"/>
              <a:gd name="connsiteX160" fmla="*/ 3467355 w 7467600"/>
              <a:gd name="connsiteY160" fmla="*/ 3988130 h 6858000"/>
              <a:gd name="connsiteX161" fmla="*/ 3310753 w 7467600"/>
              <a:gd name="connsiteY161" fmla="*/ 3787140 h 6858000"/>
              <a:gd name="connsiteX162" fmla="*/ 3291335 w 7467600"/>
              <a:gd name="connsiteY162" fmla="*/ 3767420 h 6858000"/>
              <a:gd name="connsiteX163" fmla="*/ 1635889 w 7467600"/>
              <a:gd name="connsiteY163" fmla="*/ 3709494 h 6858000"/>
              <a:gd name="connsiteX164" fmla="*/ 1634800 w 7467600"/>
              <a:gd name="connsiteY164" fmla="*/ 3731111 h 6858000"/>
              <a:gd name="connsiteX165" fmla="*/ 1635889 w 7467600"/>
              <a:gd name="connsiteY165" fmla="*/ 3709494 h 6858000"/>
              <a:gd name="connsiteX166" fmla="*/ 1510397 w 7467600"/>
              <a:gd name="connsiteY166" fmla="*/ 3684705 h 6858000"/>
              <a:gd name="connsiteX167" fmla="*/ 1146550 w 7467600"/>
              <a:gd name="connsiteY167" fmla="*/ 3802012 h 6858000"/>
              <a:gd name="connsiteX168" fmla="*/ 698834 w 7467600"/>
              <a:gd name="connsiteY168" fmla="*/ 3952272 h 6858000"/>
              <a:gd name="connsiteX169" fmla="*/ 34256 w 7467600"/>
              <a:gd name="connsiteY169" fmla="*/ 4347603 h 6858000"/>
              <a:gd name="connsiteX170" fmla="*/ 527241 w 7467600"/>
              <a:gd name="connsiteY170" fmla="*/ 4065078 h 6858000"/>
              <a:gd name="connsiteX171" fmla="*/ 1510397 w 7467600"/>
              <a:gd name="connsiteY171" fmla="*/ 3684705 h 6858000"/>
              <a:gd name="connsiteX172" fmla="*/ 1313114 w 7467600"/>
              <a:gd name="connsiteY172" fmla="*/ 3655216 h 6858000"/>
              <a:gd name="connsiteX173" fmla="*/ 1109304 w 7467600"/>
              <a:gd name="connsiteY173" fmla="*/ 3669030 h 6858000"/>
              <a:gd name="connsiteX174" fmla="*/ 8129 w 7467600"/>
              <a:gd name="connsiteY174" fmla="*/ 4330519 h 6858000"/>
              <a:gd name="connsiteX175" fmla="*/ 687572 w 7467600"/>
              <a:gd name="connsiteY175" fmla="*/ 3925629 h 6858000"/>
              <a:gd name="connsiteX176" fmla="*/ 1138365 w 7467600"/>
              <a:gd name="connsiteY176" fmla="*/ 3774515 h 6858000"/>
              <a:gd name="connsiteX177" fmla="*/ 1505579 w 7467600"/>
              <a:gd name="connsiteY177" fmla="*/ 3655526 h 6858000"/>
              <a:gd name="connsiteX178" fmla="*/ 1313114 w 7467600"/>
              <a:gd name="connsiteY178" fmla="*/ 3655216 h 6858000"/>
              <a:gd name="connsiteX179" fmla="*/ 3655073 w 7467600"/>
              <a:gd name="connsiteY179" fmla="*/ 3650884 h 6858000"/>
              <a:gd name="connsiteX180" fmla="*/ 3989938 w 7467600"/>
              <a:gd name="connsiteY180" fmla="*/ 3991685 h 6858000"/>
              <a:gd name="connsiteX181" fmla="*/ 4393907 w 7467600"/>
              <a:gd name="connsiteY181" fmla="*/ 4261258 h 6858000"/>
              <a:gd name="connsiteX182" fmla="*/ 4648051 w 7467600"/>
              <a:gd name="connsiteY182" fmla="*/ 4374051 h 6858000"/>
              <a:gd name="connsiteX183" fmla="*/ 4383389 w 7467600"/>
              <a:gd name="connsiteY183" fmla="*/ 4184369 h 6858000"/>
              <a:gd name="connsiteX184" fmla="*/ 4165508 w 7467600"/>
              <a:gd name="connsiteY184" fmla="*/ 4035196 h 6858000"/>
              <a:gd name="connsiteX185" fmla="*/ 4068162 w 7467600"/>
              <a:gd name="connsiteY185" fmla="*/ 3953394 h 6858000"/>
              <a:gd name="connsiteX186" fmla="*/ 3981416 w 7467600"/>
              <a:gd name="connsiteY186" fmla="*/ 3880482 h 6858000"/>
              <a:gd name="connsiteX187" fmla="*/ 3800147 w 7467600"/>
              <a:gd name="connsiteY187" fmla="*/ 3749872 h 6858000"/>
              <a:gd name="connsiteX188" fmla="*/ 3655073 w 7467600"/>
              <a:gd name="connsiteY188" fmla="*/ 3650884 h 6858000"/>
              <a:gd name="connsiteX189" fmla="*/ 3670252 w 7467600"/>
              <a:gd name="connsiteY189" fmla="*/ 3622798 h 6858000"/>
              <a:gd name="connsiteX190" fmla="*/ 3817258 w 7467600"/>
              <a:gd name="connsiteY190" fmla="*/ 3723577 h 6858000"/>
              <a:gd name="connsiteX191" fmla="*/ 4000461 w 7467600"/>
              <a:gd name="connsiteY191" fmla="*/ 3855966 h 6858000"/>
              <a:gd name="connsiteX192" fmla="*/ 4088180 w 7467600"/>
              <a:gd name="connsiteY192" fmla="*/ 3929774 h 6858000"/>
              <a:gd name="connsiteX193" fmla="*/ 4184555 w 7467600"/>
              <a:gd name="connsiteY193" fmla="*/ 4010683 h 6858000"/>
              <a:gd name="connsiteX194" fmla="*/ 4399563 w 7467600"/>
              <a:gd name="connsiteY194" fmla="*/ 4158106 h 6858000"/>
              <a:gd name="connsiteX195" fmla="*/ 4684469 w 7467600"/>
              <a:gd name="connsiteY195" fmla="*/ 4364680 h 6858000"/>
              <a:gd name="connsiteX196" fmla="*/ 4690271 w 7467600"/>
              <a:gd name="connsiteY196" fmla="*/ 4370034 h 6858000"/>
              <a:gd name="connsiteX197" fmla="*/ 4136093 w 7467600"/>
              <a:gd name="connsiteY197" fmla="*/ 3858466 h 6858000"/>
              <a:gd name="connsiteX198" fmla="*/ 3670252 w 7467600"/>
              <a:gd name="connsiteY198" fmla="*/ 3622798 h 6858000"/>
              <a:gd name="connsiteX199" fmla="*/ 4440129 w 7467600"/>
              <a:gd name="connsiteY199" fmla="*/ 3448571 h 6858000"/>
              <a:gd name="connsiteX200" fmla="*/ 4856525 w 7467600"/>
              <a:gd name="connsiteY200" fmla="*/ 3915351 h 6858000"/>
              <a:gd name="connsiteX201" fmla="*/ 5059055 w 7467600"/>
              <a:gd name="connsiteY201" fmla="*/ 4108918 h 6858000"/>
              <a:gd name="connsiteX202" fmla="*/ 5290070 w 7467600"/>
              <a:gd name="connsiteY202" fmla="*/ 4263619 h 6858000"/>
              <a:gd name="connsiteX203" fmla="*/ 4834991 w 7467600"/>
              <a:gd name="connsiteY203" fmla="*/ 3830985 h 6858000"/>
              <a:gd name="connsiteX204" fmla="*/ 4440129 w 7467600"/>
              <a:gd name="connsiteY204" fmla="*/ 3448571 h 6858000"/>
              <a:gd name="connsiteX205" fmla="*/ 4441737 w 7467600"/>
              <a:gd name="connsiteY205" fmla="*/ 3399734 h 6858000"/>
              <a:gd name="connsiteX206" fmla="*/ 4431236 w 7467600"/>
              <a:gd name="connsiteY206" fmla="*/ 3400954 h 6858000"/>
              <a:gd name="connsiteX207" fmla="*/ 4557150 w 7467600"/>
              <a:gd name="connsiteY207" fmla="*/ 3510023 h 6858000"/>
              <a:gd name="connsiteX208" fmla="*/ 4856936 w 7467600"/>
              <a:gd name="connsiteY208" fmla="*/ 3809146 h 6858000"/>
              <a:gd name="connsiteX209" fmla="*/ 5111996 w 7467600"/>
              <a:gd name="connsiteY209" fmla="*/ 4065759 h 6858000"/>
              <a:gd name="connsiteX210" fmla="*/ 5388878 w 7467600"/>
              <a:gd name="connsiteY210" fmla="*/ 4300185 h 6858000"/>
              <a:gd name="connsiteX211" fmla="*/ 5425556 w 7467600"/>
              <a:gd name="connsiteY211" fmla="*/ 4308967 h 6858000"/>
              <a:gd name="connsiteX212" fmla="*/ 4943646 w 7467600"/>
              <a:gd name="connsiteY212" fmla="*/ 3822916 h 6858000"/>
              <a:gd name="connsiteX213" fmla="*/ 4594837 w 7467600"/>
              <a:gd name="connsiteY213" fmla="*/ 3532274 h 6858000"/>
              <a:gd name="connsiteX214" fmla="*/ 4441737 w 7467600"/>
              <a:gd name="connsiteY214" fmla="*/ 3399734 h 6858000"/>
              <a:gd name="connsiteX215" fmla="*/ 5425834 w 7467600"/>
              <a:gd name="connsiteY215" fmla="*/ 3162785 h 6858000"/>
              <a:gd name="connsiteX216" fmla="*/ 5401644 w 7467600"/>
              <a:gd name="connsiteY216" fmla="*/ 3617847 h 6858000"/>
              <a:gd name="connsiteX217" fmla="*/ 5467256 w 7467600"/>
              <a:gd name="connsiteY217" fmla="*/ 4175494 h 6858000"/>
              <a:gd name="connsiteX218" fmla="*/ 5448069 w 7467600"/>
              <a:gd name="connsiteY218" fmla="*/ 3567554 h 6858000"/>
              <a:gd name="connsiteX219" fmla="*/ 5425834 w 7467600"/>
              <a:gd name="connsiteY219" fmla="*/ 3162785 h 6858000"/>
              <a:gd name="connsiteX220" fmla="*/ 1318687 w 7467600"/>
              <a:gd name="connsiteY220" fmla="*/ 3113840 h 6858000"/>
              <a:gd name="connsiteX221" fmla="*/ 1066793 w 7467600"/>
              <a:gd name="connsiteY221" fmla="*/ 3212171 h 6858000"/>
              <a:gd name="connsiteX222" fmla="*/ 993319 w 7467600"/>
              <a:gd name="connsiteY222" fmla="*/ 3247648 h 6858000"/>
              <a:gd name="connsiteX223" fmla="*/ 853081 w 7467600"/>
              <a:gd name="connsiteY223" fmla="*/ 3312410 h 6858000"/>
              <a:gd name="connsiteX224" fmla="*/ 805957 w 7467600"/>
              <a:gd name="connsiteY224" fmla="*/ 3330443 h 6858000"/>
              <a:gd name="connsiteX225" fmla="*/ 1318687 w 7467600"/>
              <a:gd name="connsiteY225" fmla="*/ 3113840 h 6858000"/>
              <a:gd name="connsiteX226" fmla="*/ 5453702 w 7467600"/>
              <a:gd name="connsiteY226" fmla="*/ 3090882 h 6858000"/>
              <a:gd name="connsiteX227" fmla="*/ 5480135 w 7467600"/>
              <a:gd name="connsiteY227" fmla="*/ 3565802 h 6858000"/>
              <a:gd name="connsiteX228" fmla="*/ 5499023 w 7467600"/>
              <a:gd name="connsiteY228" fmla="*/ 4166310 h 6858000"/>
              <a:gd name="connsiteX229" fmla="*/ 5547022 w 7467600"/>
              <a:gd name="connsiteY229" fmla="*/ 3607838 h 6858000"/>
              <a:gd name="connsiteX230" fmla="*/ 5515964 w 7467600"/>
              <a:gd name="connsiteY230" fmla="*/ 3378541 h 6858000"/>
              <a:gd name="connsiteX231" fmla="*/ 5453702 w 7467600"/>
              <a:gd name="connsiteY231" fmla="*/ 3090882 h 6858000"/>
              <a:gd name="connsiteX232" fmla="*/ 1238695 w 7467600"/>
              <a:gd name="connsiteY232" fmla="*/ 3076820 h 6858000"/>
              <a:gd name="connsiteX233" fmla="*/ 716371 w 7467600"/>
              <a:gd name="connsiteY233" fmla="*/ 3293249 h 6858000"/>
              <a:gd name="connsiteX234" fmla="*/ 579522 w 7467600"/>
              <a:gd name="connsiteY234" fmla="*/ 3371759 h 6858000"/>
              <a:gd name="connsiteX235" fmla="*/ 600288 w 7467600"/>
              <a:gd name="connsiteY235" fmla="*/ 3365555 h 6858000"/>
              <a:gd name="connsiteX236" fmla="*/ 840692 w 7467600"/>
              <a:gd name="connsiteY236" fmla="*/ 3284921 h 6858000"/>
              <a:gd name="connsiteX237" fmla="*/ 979248 w 7467600"/>
              <a:gd name="connsiteY237" fmla="*/ 3221003 h 6858000"/>
              <a:gd name="connsiteX238" fmla="*/ 1053282 w 7467600"/>
              <a:gd name="connsiteY238" fmla="*/ 3185247 h 6858000"/>
              <a:gd name="connsiteX239" fmla="*/ 1320603 w 7467600"/>
              <a:gd name="connsiteY239" fmla="*/ 3081281 h 6858000"/>
              <a:gd name="connsiteX240" fmla="*/ 1238695 w 7467600"/>
              <a:gd name="connsiteY240" fmla="*/ 3076820 h 6858000"/>
              <a:gd name="connsiteX241" fmla="*/ 5425627 w 7467600"/>
              <a:gd name="connsiteY241" fmla="*/ 2954192 h 6858000"/>
              <a:gd name="connsiteX242" fmla="*/ 5470770 w 7467600"/>
              <a:gd name="connsiteY242" fmla="*/ 3005435 h 6858000"/>
              <a:gd name="connsiteX243" fmla="*/ 5519779 w 7467600"/>
              <a:gd name="connsiteY243" fmla="*/ 4359223 h 6858000"/>
              <a:gd name="connsiteX244" fmla="*/ 5520293 w 7467600"/>
              <a:gd name="connsiteY244" fmla="*/ 4360602 h 6858000"/>
              <a:gd name="connsiteX245" fmla="*/ 5767221 w 7467600"/>
              <a:gd name="connsiteY245" fmla="*/ 4665564 h 6858000"/>
              <a:gd name="connsiteX246" fmla="*/ 6937169 w 7467600"/>
              <a:gd name="connsiteY246" fmla="*/ 4815941 h 6858000"/>
              <a:gd name="connsiteX247" fmla="*/ 6953922 w 7467600"/>
              <a:gd name="connsiteY247" fmla="*/ 4890068 h 6858000"/>
              <a:gd name="connsiteX248" fmla="*/ 6071359 w 7467600"/>
              <a:gd name="connsiteY248" fmla="*/ 4770770 h 6858000"/>
              <a:gd name="connsiteX249" fmla="*/ 6038839 w 7467600"/>
              <a:gd name="connsiteY249" fmla="*/ 4764474 h 6858000"/>
              <a:gd name="connsiteX250" fmla="*/ 6038706 w 7467600"/>
              <a:gd name="connsiteY250" fmla="*/ 4763847 h 6858000"/>
              <a:gd name="connsiteX251" fmla="*/ 6037784 w 7467600"/>
              <a:gd name="connsiteY251" fmla="*/ 4764270 h 6858000"/>
              <a:gd name="connsiteX252" fmla="*/ 6038839 w 7467600"/>
              <a:gd name="connsiteY252" fmla="*/ 4764474 h 6858000"/>
              <a:gd name="connsiteX253" fmla="*/ 6040338 w 7467600"/>
              <a:gd name="connsiteY253" fmla="*/ 4771418 h 6858000"/>
              <a:gd name="connsiteX254" fmla="*/ 6024488 w 7467600"/>
              <a:gd name="connsiteY254" fmla="*/ 4809903 h 6858000"/>
              <a:gd name="connsiteX255" fmla="*/ 5599771 w 7467600"/>
              <a:gd name="connsiteY255" fmla="*/ 5509652 h 6858000"/>
              <a:gd name="connsiteX256" fmla="*/ 5548843 w 7467600"/>
              <a:gd name="connsiteY256" fmla="*/ 5563845 h 6858000"/>
              <a:gd name="connsiteX257" fmla="*/ 5940952 w 7467600"/>
              <a:gd name="connsiteY257" fmla="*/ 6250028 h 6858000"/>
              <a:gd name="connsiteX258" fmla="*/ 6043441 w 7467600"/>
              <a:gd name="connsiteY258" fmla="*/ 6665847 h 6858000"/>
              <a:gd name="connsiteX259" fmla="*/ 6093432 w 7467600"/>
              <a:gd name="connsiteY259" fmla="*/ 6858000 h 6858000"/>
              <a:gd name="connsiteX260" fmla="*/ 6034344 w 7467600"/>
              <a:gd name="connsiteY260" fmla="*/ 6858000 h 6858000"/>
              <a:gd name="connsiteX261" fmla="*/ 6026679 w 7467600"/>
              <a:gd name="connsiteY261" fmla="*/ 6836959 h 6858000"/>
              <a:gd name="connsiteX262" fmla="*/ 5800441 w 7467600"/>
              <a:gd name="connsiteY262" fmla="*/ 6335286 h 6858000"/>
              <a:gd name="connsiteX263" fmla="*/ 5526562 w 7467600"/>
              <a:gd name="connsiteY263" fmla="*/ 5705388 h 6858000"/>
              <a:gd name="connsiteX264" fmla="*/ 5519640 w 7467600"/>
              <a:gd name="connsiteY264" fmla="*/ 5683774 h 6858000"/>
              <a:gd name="connsiteX265" fmla="*/ 5844559 w 7467600"/>
              <a:gd name="connsiteY265" fmla="*/ 6553349 h 6858000"/>
              <a:gd name="connsiteX266" fmla="*/ 5975994 w 7467600"/>
              <a:gd name="connsiteY266" fmla="*/ 6858000 h 6858000"/>
              <a:gd name="connsiteX267" fmla="*/ 5898547 w 7467600"/>
              <a:gd name="connsiteY267" fmla="*/ 6858000 h 6858000"/>
              <a:gd name="connsiteX268" fmla="*/ 5682041 w 7467600"/>
              <a:gd name="connsiteY268" fmla="*/ 6355860 h 6858000"/>
              <a:gd name="connsiteX269" fmla="*/ 5461758 w 7467600"/>
              <a:gd name="connsiteY269" fmla="*/ 5820220 h 6858000"/>
              <a:gd name="connsiteX270" fmla="*/ 5237282 w 7467600"/>
              <a:gd name="connsiteY270" fmla="*/ 6579086 h 6858000"/>
              <a:gd name="connsiteX271" fmla="*/ 5115009 w 7467600"/>
              <a:gd name="connsiteY271" fmla="*/ 6858000 h 6858000"/>
              <a:gd name="connsiteX272" fmla="*/ 5028074 w 7467600"/>
              <a:gd name="connsiteY272" fmla="*/ 6858000 h 6858000"/>
              <a:gd name="connsiteX273" fmla="*/ 5079508 w 7467600"/>
              <a:gd name="connsiteY273" fmla="*/ 6749074 h 6858000"/>
              <a:gd name="connsiteX274" fmla="*/ 5371846 w 7467600"/>
              <a:gd name="connsiteY274" fmla="*/ 5924413 h 6858000"/>
              <a:gd name="connsiteX275" fmla="*/ 5270512 w 7467600"/>
              <a:gd name="connsiteY275" fmla="*/ 6138975 h 6858000"/>
              <a:gd name="connsiteX276" fmla="*/ 5062409 w 7467600"/>
              <a:gd name="connsiteY276" fmla="*/ 6653544 h 6858000"/>
              <a:gd name="connsiteX277" fmla="*/ 5036628 w 7467600"/>
              <a:gd name="connsiteY277" fmla="*/ 6754247 h 6858000"/>
              <a:gd name="connsiteX278" fmla="*/ 5009112 w 7467600"/>
              <a:gd name="connsiteY278" fmla="*/ 6858000 h 6858000"/>
              <a:gd name="connsiteX279" fmla="*/ 4976679 w 7467600"/>
              <a:gd name="connsiteY279" fmla="*/ 6858000 h 6858000"/>
              <a:gd name="connsiteX280" fmla="*/ 5006537 w 7467600"/>
              <a:gd name="connsiteY280" fmla="*/ 6747068 h 6858000"/>
              <a:gd name="connsiteX281" fmla="*/ 5032723 w 7467600"/>
              <a:gd name="connsiteY281" fmla="*/ 6644957 h 6858000"/>
              <a:gd name="connsiteX282" fmla="*/ 5242949 w 7467600"/>
              <a:gd name="connsiteY282" fmla="*/ 6125175 h 6858000"/>
              <a:gd name="connsiteX283" fmla="*/ 5286321 w 7467600"/>
              <a:gd name="connsiteY283" fmla="*/ 6033555 h 6858000"/>
              <a:gd name="connsiteX284" fmla="*/ 5008210 w 7467600"/>
              <a:gd name="connsiteY284" fmla="*/ 6649194 h 6858000"/>
              <a:gd name="connsiteX285" fmla="*/ 4986321 w 7467600"/>
              <a:gd name="connsiteY285" fmla="*/ 6765687 h 6858000"/>
              <a:gd name="connsiteX286" fmla="*/ 4973474 w 7467600"/>
              <a:gd name="connsiteY286" fmla="*/ 6858000 h 6858000"/>
              <a:gd name="connsiteX287" fmla="*/ 4907178 w 7467600"/>
              <a:gd name="connsiteY287" fmla="*/ 6858000 h 6858000"/>
              <a:gd name="connsiteX288" fmla="*/ 4910810 w 7467600"/>
              <a:gd name="connsiteY288" fmla="*/ 6829660 h 6858000"/>
              <a:gd name="connsiteX289" fmla="*/ 4987461 w 7467600"/>
              <a:gd name="connsiteY289" fmla="*/ 6432994 h 6858000"/>
              <a:gd name="connsiteX290" fmla="*/ 5179262 w 7467600"/>
              <a:gd name="connsiteY290" fmla="*/ 6035044 h 6858000"/>
              <a:gd name="connsiteX291" fmla="*/ 4689678 w 7467600"/>
              <a:gd name="connsiteY291" fmla="*/ 6440241 h 6858000"/>
              <a:gd name="connsiteX292" fmla="*/ 4477543 w 7467600"/>
              <a:gd name="connsiteY292" fmla="*/ 6674836 h 6858000"/>
              <a:gd name="connsiteX293" fmla="*/ 4329957 w 7467600"/>
              <a:gd name="connsiteY293" fmla="*/ 6858000 h 6858000"/>
              <a:gd name="connsiteX294" fmla="*/ 4218595 w 7467600"/>
              <a:gd name="connsiteY294" fmla="*/ 6858000 h 6858000"/>
              <a:gd name="connsiteX295" fmla="*/ 4368888 w 7467600"/>
              <a:gd name="connsiteY295" fmla="*/ 6668412 h 6858000"/>
              <a:gd name="connsiteX296" fmla="*/ 4563091 w 7467600"/>
              <a:gd name="connsiteY296" fmla="*/ 6442508 h 6858000"/>
              <a:gd name="connsiteX297" fmla="*/ 5387324 w 7467600"/>
              <a:gd name="connsiteY297" fmla="*/ 5705830 h 6858000"/>
              <a:gd name="connsiteX298" fmla="*/ 5073620 w 7467600"/>
              <a:gd name="connsiteY298" fmla="*/ 5955437 h 6858000"/>
              <a:gd name="connsiteX299" fmla="*/ 4689789 w 7467600"/>
              <a:gd name="connsiteY299" fmla="*/ 6268382 h 6858000"/>
              <a:gd name="connsiteX300" fmla="*/ 4418722 w 7467600"/>
              <a:gd name="connsiteY300" fmla="*/ 6570886 h 6858000"/>
              <a:gd name="connsiteX301" fmla="*/ 4214944 w 7467600"/>
              <a:gd name="connsiteY301" fmla="*/ 6858000 h 6858000"/>
              <a:gd name="connsiteX302" fmla="*/ 4177898 w 7467600"/>
              <a:gd name="connsiteY302" fmla="*/ 6858000 h 6858000"/>
              <a:gd name="connsiteX303" fmla="*/ 4391597 w 7467600"/>
              <a:gd name="connsiteY303" fmla="*/ 6556370 h 6858000"/>
              <a:gd name="connsiteX304" fmla="*/ 4668889 w 7467600"/>
              <a:gd name="connsiteY304" fmla="*/ 6246399 h 6858000"/>
              <a:gd name="connsiteX305" fmla="*/ 5055427 w 7467600"/>
              <a:gd name="connsiteY305" fmla="*/ 5931476 h 6858000"/>
              <a:gd name="connsiteX306" fmla="*/ 5371814 w 7467600"/>
              <a:gd name="connsiteY306" fmla="*/ 5678975 h 6858000"/>
              <a:gd name="connsiteX307" fmla="*/ 4987918 w 7467600"/>
              <a:gd name="connsiteY307" fmla="*/ 5838701 h 6858000"/>
              <a:gd name="connsiteX308" fmla="*/ 4317146 w 7467600"/>
              <a:gd name="connsiteY308" fmla="*/ 6587716 h 6858000"/>
              <a:gd name="connsiteX309" fmla="*/ 4171627 w 7467600"/>
              <a:gd name="connsiteY309" fmla="*/ 6858000 h 6858000"/>
              <a:gd name="connsiteX310" fmla="*/ 4081585 w 7467600"/>
              <a:gd name="connsiteY310" fmla="*/ 6858000 h 6858000"/>
              <a:gd name="connsiteX311" fmla="*/ 4238603 w 7467600"/>
              <a:gd name="connsiteY311" fmla="*/ 6559341 h 6858000"/>
              <a:gd name="connsiteX312" fmla="*/ 4778333 w 7467600"/>
              <a:gd name="connsiteY312" fmla="*/ 5873626 h 6858000"/>
              <a:gd name="connsiteX313" fmla="*/ 5414185 w 7467600"/>
              <a:gd name="connsiteY313" fmla="*/ 5573882 h 6858000"/>
              <a:gd name="connsiteX314" fmla="*/ 5959648 w 7467600"/>
              <a:gd name="connsiteY314" fmla="*/ 4760797 h 6858000"/>
              <a:gd name="connsiteX315" fmla="*/ 5355019 w 7467600"/>
              <a:gd name="connsiteY315" fmla="*/ 4734672 h 6858000"/>
              <a:gd name="connsiteX316" fmla="*/ 5083565 w 7467600"/>
              <a:gd name="connsiteY316" fmla="*/ 5179121 h 6858000"/>
              <a:gd name="connsiteX317" fmla="*/ 4713577 w 7467600"/>
              <a:gd name="connsiteY317" fmla="*/ 5616803 h 6858000"/>
              <a:gd name="connsiteX318" fmla="*/ 3989559 w 7467600"/>
              <a:gd name="connsiteY318" fmla="*/ 6145945 h 6858000"/>
              <a:gd name="connsiteX319" fmla="*/ 3939824 w 7467600"/>
              <a:gd name="connsiteY319" fmla="*/ 6066900 h 6858000"/>
              <a:gd name="connsiteX320" fmla="*/ 4584537 w 7467600"/>
              <a:gd name="connsiteY320" fmla="*/ 5324826 h 6858000"/>
              <a:gd name="connsiteX321" fmla="*/ 5037105 w 7467600"/>
              <a:gd name="connsiteY321" fmla="*/ 5088765 h 6858000"/>
              <a:gd name="connsiteX322" fmla="*/ 5039930 w 7467600"/>
              <a:gd name="connsiteY322" fmla="*/ 5089585 h 6858000"/>
              <a:gd name="connsiteX323" fmla="*/ 5263764 w 7467600"/>
              <a:gd name="connsiteY323" fmla="*/ 4735525 h 6858000"/>
              <a:gd name="connsiteX324" fmla="*/ 4086300 w 7467600"/>
              <a:gd name="connsiteY324" fmla="*/ 4884599 h 6858000"/>
              <a:gd name="connsiteX325" fmla="*/ 4085485 w 7467600"/>
              <a:gd name="connsiteY325" fmla="*/ 4899070 h 6858000"/>
              <a:gd name="connsiteX326" fmla="*/ 3871915 w 7467600"/>
              <a:gd name="connsiteY326" fmla="*/ 5253645 h 6858000"/>
              <a:gd name="connsiteX327" fmla="*/ 3799374 w 7467600"/>
              <a:gd name="connsiteY327" fmla="*/ 5466127 h 6858000"/>
              <a:gd name="connsiteX328" fmla="*/ 3498850 w 7467600"/>
              <a:gd name="connsiteY328" fmla="*/ 6661888 h 6858000"/>
              <a:gd name="connsiteX329" fmla="*/ 3399216 w 7467600"/>
              <a:gd name="connsiteY329" fmla="*/ 6858000 h 6858000"/>
              <a:gd name="connsiteX330" fmla="*/ 3303688 w 7467600"/>
              <a:gd name="connsiteY330" fmla="*/ 6858000 h 6858000"/>
              <a:gd name="connsiteX331" fmla="*/ 3391774 w 7467600"/>
              <a:gd name="connsiteY331" fmla="*/ 6697181 h 6858000"/>
              <a:gd name="connsiteX332" fmla="*/ 3735540 w 7467600"/>
              <a:gd name="connsiteY332" fmla="*/ 5546923 h 6858000"/>
              <a:gd name="connsiteX333" fmla="*/ 3729438 w 7467600"/>
              <a:gd name="connsiteY333" fmla="*/ 5569058 h 6858000"/>
              <a:gd name="connsiteX334" fmla="*/ 3707782 w 7467600"/>
              <a:gd name="connsiteY334" fmla="*/ 5644908 h 6858000"/>
              <a:gd name="connsiteX335" fmla="*/ 3583827 w 7467600"/>
              <a:gd name="connsiteY335" fmla="*/ 6039215 h 6858000"/>
              <a:gd name="connsiteX336" fmla="*/ 3547861 w 7467600"/>
              <a:gd name="connsiteY336" fmla="*/ 6129609 h 6858000"/>
              <a:gd name="connsiteX337" fmla="*/ 3490905 w 7467600"/>
              <a:gd name="connsiteY337" fmla="*/ 6277660 h 6858000"/>
              <a:gd name="connsiteX338" fmla="*/ 3455859 w 7467600"/>
              <a:gd name="connsiteY338" fmla="*/ 6391301 h 6858000"/>
              <a:gd name="connsiteX339" fmla="*/ 3429112 w 7467600"/>
              <a:gd name="connsiteY339" fmla="*/ 6479469 h 6858000"/>
              <a:gd name="connsiteX340" fmla="*/ 3304862 w 7467600"/>
              <a:gd name="connsiteY340" fmla="*/ 6796476 h 6858000"/>
              <a:gd name="connsiteX341" fmla="*/ 3276071 w 7467600"/>
              <a:gd name="connsiteY341" fmla="*/ 6858000 h 6858000"/>
              <a:gd name="connsiteX342" fmla="*/ 3240805 w 7467600"/>
              <a:gd name="connsiteY342" fmla="*/ 6858000 h 6858000"/>
              <a:gd name="connsiteX343" fmla="*/ 3275917 w 7467600"/>
              <a:gd name="connsiteY343" fmla="*/ 6783192 h 6858000"/>
              <a:gd name="connsiteX344" fmla="*/ 3399358 w 7467600"/>
              <a:gd name="connsiteY344" fmla="*/ 6469011 h 6858000"/>
              <a:gd name="connsiteX345" fmla="*/ 3425650 w 7467600"/>
              <a:gd name="connsiteY345" fmla="*/ 6381333 h 6858000"/>
              <a:gd name="connsiteX346" fmla="*/ 3460661 w 7467600"/>
              <a:gd name="connsiteY346" fmla="*/ 6266763 h 6858000"/>
              <a:gd name="connsiteX347" fmla="*/ 3518021 w 7467600"/>
              <a:gd name="connsiteY347" fmla="*/ 6117298 h 6858000"/>
              <a:gd name="connsiteX348" fmla="*/ 3554035 w 7467600"/>
              <a:gd name="connsiteY348" fmla="*/ 6027832 h 6858000"/>
              <a:gd name="connsiteX349" fmla="*/ 3677174 w 7467600"/>
              <a:gd name="connsiteY349" fmla="*/ 5636351 h 6858000"/>
              <a:gd name="connsiteX350" fmla="*/ 3698819 w 7467600"/>
              <a:gd name="connsiteY350" fmla="*/ 5560503 h 6858000"/>
              <a:gd name="connsiteX351" fmla="*/ 3702094 w 7467600"/>
              <a:gd name="connsiteY351" fmla="*/ 5549194 h 6858000"/>
              <a:gd name="connsiteX352" fmla="*/ 3398355 w 7467600"/>
              <a:gd name="connsiteY352" fmla="*/ 6094603 h 6858000"/>
              <a:gd name="connsiteX353" fmla="*/ 3193941 w 7467600"/>
              <a:gd name="connsiteY353" fmla="*/ 6798775 h 6858000"/>
              <a:gd name="connsiteX354" fmla="*/ 3184140 w 7467600"/>
              <a:gd name="connsiteY354" fmla="*/ 6858000 h 6858000"/>
              <a:gd name="connsiteX355" fmla="*/ 3099978 w 7467600"/>
              <a:gd name="connsiteY355" fmla="*/ 6858000 h 6858000"/>
              <a:gd name="connsiteX356" fmla="*/ 3101556 w 7467600"/>
              <a:gd name="connsiteY356" fmla="*/ 6843337 h 6858000"/>
              <a:gd name="connsiteX357" fmla="*/ 3370162 w 7467600"/>
              <a:gd name="connsiteY357" fmla="*/ 5785550 h 6858000"/>
              <a:gd name="connsiteX358" fmla="*/ 3746477 w 7467600"/>
              <a:gd name="connsiteY358" fmla="*/ 5377889 h 6858000"/>
              <a:gd name="connsiteX359" fmla="*/ 3863399 w 7467600"/>
              <a:gd name="connsiteY359" fmla="*/ 5087257 h 6858000"/>
              <a:gd name="connsiteX360" fmla="*/ 3968712 w 7467600"/>
              <a:gd name="connsiteY360" fmla="*/ 4913989 h 6858000"/>
              <a:gd name="connsiteX361" fmla="*/ 2792390 w 7467600"/>
              <a:gd name="connsiteY361" fmla="*/ 5382974 h 6858000"/>
              <a:gd name="connsiteX362" fmla="*/ 2714982 w 7467600"/>
              <a:gd name="connsiteY362" fmla="*/ 5427051 h 6858000"/>
              <a:gd name="connsiteX363" fmla="*/ 2813361 w 7467600"/>
              <a:gd name="connsiteY363" fmla="*/ 6023912 h 6858000"/>
              <a:gd name="connsiteX364" fmla="*/ 2688430 w 7467600"/>
              <a:gd name="connsiteY364" fmla="*/ 6801564 h 6858000"/>
              <a:gd name="connsiteX365" fmla="*/ 2629626 w 7467600"/>
              <a:gd name="connsiteY365" fmla="*/ 6763394 h 6858000"/>
              <a:gd name="connsiteX366" fmla="*/ 2565328 w 7467600"/>
              <a:gd name="connsiteY366" fmla="*/ 5516399 h 6858000"/>
              <a:gd name="connsiteX367" fmla="*/ 1922999 w 7467600"/>
              <a:gd name="connsiteY367" fmla="*/ 5980343 h 6858000"/>
              <a:gd name="connsiteX368" fmla="*/ 1950261 w 7467600"/>
              <a:gd name="connsiteY368" fmla="*/ 6405858 h 6858000"/>
              <a:gd name="connsiteX369" fmla="*/ 2365554 w 7467600"/>
              <a:gd name="connsiteY369" fmla="*/ 6759107 h 6858000"/>
              <a:gd name="connsiteX370" fmla="*/ 2424142 w 7467600"/>
              <a:gd name="connsiteY370" fmla="*/ 6858000 h 6858000"/>
              <a:gd name="connsiteX371" fmla="*/ 2395994 w 7467600"/>
              <a:gd name="connsiteY371" fmla="*/ 6858000 h 6858000"/>
              <a:gd name="connsiteX372" fmla="*/ 2392863 w 7467600"/>
              <a:gd name="connsiteY372" fmla="*/ 6852964 h 6858000"/>
              <a:gd name="connsiteX373" fmla="*/ 2017589 w 7467600"/>
              <a:gd name="connsiteY373" fmla="*/ 6493982 h 6858000"/>
              <a:gd name="connsiteX374" fmla="*/ 2147336 w 7467600"/>
              <a:gd name="connsiteY374" fmla="*/ 6594052 h 6858000"/>
              <a:gd name="connsiteX375" fmla="*/ 2207047 w 7467600"/>
              <a:gd name="connsiteY375" fmla="*/ 6654540 h 6858000"/>
              <a:gd name="connsiteX376" fmla="*/ 2299106 w 7467600"/>
              <a:gd name="connsiteY376" fmla="*/ 6778931 h 6858000"/>
              <a:gd name="connsiteX377" fmla="*/ 2314430 w 7467600"/>
              <a:gd name="connsiteY377" fmla="*/ 6801144 h 6858000"/>
              <a:gd name="connsiteX378" fmla="*/ 2352406 w 7467600"/>
              <a:gd name="connsiteY378" fmla="*/ 6858000 h 6858000"/>
              <a:gd name="connsiteX379" fmla="*/ 2314492 w 7467600"/>
              <a:gd name="connsiteY379" fmla="*/ 6858000 h 6858000"/>
              <a:gd name="connsiteX380" fmla="*/ 2288095 w 7467600"/>
              <a:gd name="connsiteY380" fmla="*/ 6818030 h 6858000"/>
              <a:gd name="connsiteX381" fmla="*/ 2272768 w 7467600"/>
              <a:gd name="connsiteY381" fmla="*/ 6795822 h 6858000"/>
              <a:gd name="connsiteX382" fmla="*/ 2182715 w 7467600"/>
              <a:gd name="connsiteY382" fmla="*/ 6675071 h 6858000"/>
              <a:gd name="connsiteX383" fmla="*/ 2032061 w 7467600"/>
              <a:gd name="connsiteY383" fmla="*/ 6541380 h 6858000"/>
              <a:gd name="connsiteX384" fmla="*/ 2257220 w 7467600"/>
              <a:gd name="connsiteY384" fmla="*/ 6826257 h 6858000"/>
              <a:gd name="connsiteX385" fmla="*/ 2281324 w 7467600"/>
              <a:gd name="connsiteY385" fmla="*/ 6858000 h 6858000"/>
              <a:gd name="connsiteX386" fmla="*/ 2242860 w 7467600"/>
              <a:gd name="connsiteY386" fmla="*/ 6858000 h 6858000"/>
              <a:gd name="connsiteX387" fmla="*/ 2232818 w 7467600"/>
              <a:gd name="connsiteY387" fmla="*/ 6844926 h 6858000"/>
              <a:gd name="connsiteX388" fmla="*/ 1990172 w 7467600"/>
              <a:gd name="connsiteY388" fmla="*/ 6542121 h 6858000"/>
              <a:gd name="connsiteX389" fmla="*/ 2124090 w 7467600"/>
              <a:gd name="connsiteY389" fmla="*/ 6761017 h 6858000"/>
              <a:gd name="connsiteX390" fmla="*/ 2200380 w 7467600"/>
              <a:gd name="connsiteY390" fmla="*/ 6858000 h 6858000"/>
              <a:gd name="connsiteX391" fmla="*/ 2147507 w 7467600"/>
              <a:gd name="connsiteY391" fmla="*/ 6858000 h 6858000"/>
              <a:gd name="connsiteX392" fmla="*/ 2070668 w 7467600"/>
              <a:gd name="connsiteY392" fmla="*/ 6761520 h 6858000"/>
              <a:gd name="connsiteX393" fmla="*/ 1975142 w 7467600"/>
              <a:gd name="connsiteY393" fmla="*/ 6585570 h 6858000"/>
              <a:gd name="connsiteX394" fmla="*/ 2050035 w 7467600"/>
              <a:gd name="connsiteY394" fmla="*/ 6813345 h 6858000"/>
              <a:gd name="connsiteX395" fmla="*/ 2063025 w 7467600"/>
              <a:gd name="connsiteY395" fmla="*/ 6858000 h 6858000"/>
              <a:gd name="connsiteX396" fmla="*/ 2021675 w 7467600"/>
              <a:gd name="connsiteY396" fmla="*/ 6858000 h 6858000"/>
              <a:gd name="connsiteX397" fmla="*/ 2019308 w 7467600"/>
              <a:gd name="connsiteY397" fmla="*/ 6847118 h 6858000"/>
              <a:gd name="connsiteX398" fmla="*/ 1938835 w 7467600"/>
              <a:gd name="connsiteY398" fmla="*/ 6551160 h 6858000"/>
              <a:gd name="connsiteX399" fmla="*/ 1953230 w 7467600"/>
              <a:gd name="connsiteY399" fmla="*/ 6759699 h 6858000"/>
              <a:gd name="connsiteX400" fmla="*/ 1956763 w 7467600"/>
              <a:gd name="connsiteY400" fmla="*/ 6778191 h 6858000"/>
              <a:gd name="connsiteX401" fmla="*/ 1967925 w 7467600"/>
              <a:gd name="connsiteY401" fmla="*/ 6858000 h 6858000"/>
              <a:gd name="connsiteX402" fmla="*/ 1936622 w 7467600"/>
              <a:gd name="connsiteY402" fmla="*/ 6858000 h 6858000"/>
              <a:gd name="connsiteX403" fmla="*/ 1926261 w 7467600"/>
              <a:gd name="connsiteY403" fmla="*/ 6784064 h 6858000"/>
              <a:gd name="connsiteX404" fmla="*/ 1922724 w 7467600"/>
              <a:gd name="connsiteY404" fmla="*/ 6765577 h 6858000"/>
              <a:gd name="connsiteX405" fmla="*/ 1904650 w 7467600"/>
              <a:gd name="connsiteY405" fmla="*/ 6639616 h 6858000"/>
              <a:gd name="connsiteX406" fmla="*/ 1885273 w 7467600"/>
              <a:gd name="connsiteY406" fmla="*/ 6858000 h 6858000"/>
              <a:gd name="connsiteX407" fmla="*/ 1854363 w 7467600"/>
              <a:gd name="connsiteY407" fmla="*/ 6858000 h 6858000"/>
              <a:gd name="connsiteX408" fmla="*/ 1880391 w 7467600"/>
              <a:gd name="connsiteY408" fmla="*/ 6603796 h 6858000"/>
              <a:gd name="connsiteX409" fmla="*/ 1818273 w 7467600"/>
              <a:gd name="connsiteY409" fmla="*/ 6715729 h 6858000"/>
              <a:gd name="connsiteX410" fmla="*/ 1794691 w 7467600"/>
              <a:gd name="connsiteY410" fmla="*/ 6843239 h 6858000"/>
              <a:gd name="connsiteX411" fmla="*/ 1794914 w 7467600"/>
              <a:gd name="connsiteY411" fmla="*/ 6858000 h 6858000"/>
              <a:gd name="connsiteX412" fmla="*/ 1746128 w 7467600"/>
              <a:gd name="connsiteY412" fmla="*/ 6858000 h 6858000"/>
              <a:gd name="connsiteX413" fmla="*/ 1753934 w 7467600"/>
              <a:gd name="connsiteY413" fmla="*/ 6724796 h 6858000"/>
              <a:gd name="connsiteX414" fmla="*/ 1792053 w 7467600"/>
              <a:gd name="connsiteY414" fmla="*/ 6572396 h 6858000"/>
              <a:gd name="connsiteX415" fmla="*/ 1862248 w 7467600"/>
              <a:gd name="connsiteY415" fmla="*/ 6266397 h 6858000"/>
              <a:gd name="connsiteX416" fmla="*/ 1862250 w 7467600"/>
              <a:gd name="connsiteY416" fmla="*/ 6033531 h 6858000"/>
              <a:gd name="connsiteX417" fmla="*/ 1211999 w 7467600"/>
              <a:gd name="connsiteY417" fmla="*/ 6683610 h 6858000"/>
              <a:gd name="connsiteX418" fmla="*/ 1213266 w 7467600"/>
              <a:gd name="connsiteY418" fmla="*/ 6691947 h 6858000"/>
              <a:gd name="connsiteX419" fmla="*/ 1203370 w 7467600"/>
              <a:gd name="connsiteY419" fmla="*/ 6850676 h 6858000"/>
              <a:gd name="connsiteX420" fmla="*/ 1203671 w 7467600"/>
              <a:gd name="connsiteY420" fmla="*/ 6858000 h 6858000"/>
              <a:gd name="connsiteX421" fmla="*/ 1143180 w 7467600"/>
              <a:gd name="connsiteY421" fmla="*/ 6858000 h 6858000"/>
              <a:gd name="connsiteX422" fmla="*/ 1142176 w 7467600"/>
              <a:gd name="connsiteY422" fmla="*/ 6766045 h 6858000"/>
              <a:gd name="connsiteX423" fmla="*/ 1067484 w 7467600"/>
              <a:gd name="connsiteY423" fmla="*/ 6858000 h 6858000"/>
              <a:gd name="connsiteX424" fmla="*/ 953928 w 7467600"/>
              <a:gd name="connsiteY424" fmla="*/ 6858000 h 6858000"/>
              <a:gd name="connsiteX425" fmla="*/ 959715 w 7467600"/>
              <a:gd name="connsiteY425" fmla="*/ 6850185 h 6858000"/>
              <a:gd name="connsiteX426" fmla="*/ 1483788 w 7467600"/>
              <a:gd name="connsiteY426" fmla="*/ 6259174 h 6858000"/>
              <a:gd name="connsiteX427" fmla="*/ 1100671 w 7467600"/>
              <a:gd name="connsiteY427" fmla="*/ 6252137 h 6858000"/>
              <a:gd name="connsiteX428" fmla="*/ 1090144 w 7467600"/>
              <a:gd name="connsiteY428" fmla="*/ 6256748 h 6858000"/>
              <a:gd name="connsiteX429" fmla="*/ 1095872 w 7467600"/>
              <a:gd name="connsiteY429" fmla="*/ 6271892 h 6858000"/>
              <a:gd name="connsiteX430" fmla="*/ 262785 w 7467600"/>
              <a:gd name="connsiteY430" fmla="*/ 6845450 h 6858000"/>
              <a:gd name="connsiteX431" fmla="*/ 209968 w 7467600"/>
              <a:gd name="connsiteY431" fmla="*/ 6770713 h 6858000"/>
              <a:gd name="connsiteX432" fmla="*/ 873460 w 7467600"/>
              <a:gd name="connsiteY432" fmla="*/ 6253768 h 6858000"/>
              <a:gd name="connsiteX433" fmla="*/ 192686 w 7467600"/>
              <a:gd name="connsiteY433" fmla="*/ 5849257 h 6858000"/>
              <a:gd name="connsiteX434" fmla="*/ 4696 w 7467600"/>
              <a:gd name="connsiteY434" fmla="*/ 5697668 h 6858000"/>
              <a:gd name="connsiteX435" fmla="*/ 0 w 7467600"/>
              <a:gd name="connsiteY435" fmla="*/ 5689984 h 6858000"/>
              <a:gd name="connsiteX436" fmla="*/ 0 w 7467600"/>
              <a:gd name="connsiteY436" fmla="*/ 5513472 h 6858000"/>
              <a:gd name="connsiteX437" fmla="*/ 174101 w 7467600"/>
              <a:gd name="connsiteY437" fmla="*/ 5620277 h 6858000"/>
              <a:gd name="connsiteX438" fmla="*/ 891800 w 7467600"/>
              <a:gd name="connsiteY438" fmla="*/ 6036935 h 6858000"/>
              <a:gd name="connsiteX439" fmla="*/ 1072219 w 7467600"/>
              <a:gd name="connsiteY439" fmla="*/ 6169443 h 6858000"/>
              <a:gd name="connsiteX440" fmla="*/ 1074117 w 7467600"/>
              <a:gd name="connsiteY440" fmla="*/ 6170301 h 6858000"/>
              <a:gd name="connsiteX441" fmla="*/ 1083114 w 7467600"/>
              <a:gd name="connsiteY441" fmla="*/ 6174131 h 6858000"/>
              <a:gd name="connsiteX442" fmla="*/ 1543010 w 7467600"/>
              <a:gd name="connsiteY442" fmla="*/ 6191140 h 6858000"/>
              <a:gd name="connsiteX443" fmla="*/ 1551080 w 7467600"/>
              <a:gd name="connsiteY443" fmla="*/ 6195006 h 6858000"/>
              <a:gd name="connsiteX444" fmla="*/ 2345443 w 7467600"/>
              <a:gd name="connsiteY444" fmla="*/ 5549882 h 6858000"/>
              <a:gd name="connsiteX445" fmla="*/ 1721499 w 7467600"/>
              <a:gd name="connsiteY445" fmla="*/ 5599969 h 6858000"/>
              <a:gd name="connsiteX446" fmla="*/ 767716 w 7467600"/>
              <a:gd name="connsiteY446" fmla="*/ 5472768 h 6858000"/>
              <a:gd name="connsiteX447" fmla="*/ 722147 w 7467600"/>
              <a:gd name="connsiteY447" fmla="*/ 5393091 h 6858000"/>
              <a:gd name="connsiteX448" fmla="*/ 1485552 w 7467600"/>
              <a:gd name="connsiteY448" fmla="*/ 5313202 h 6858000"/>
              <a:gd name="connsiteX449" fmla="*/ 2143004 w 7467600"/>
              <a:gd name="connsiteY449" fmla="*/ 5402420 h 6858000"/>
              <a:gd name="connsiteX450" fmla="*/ 1933391 w 7467600"/>
              <a:gd name="connsiteY450" fmla="*/ 5156971 h 6858000"/>
              <a:gd name="connsiteX451" fmla="*/ 1827118 w 7467600"/>
              <a:gd name="connsiteY451" fmla="*/ 4968410 h 6858000"/>
              <a:gd name="connsiteX452" fmla="*/ 1837349 w 7467600"/>
              <a:gd name="connsiteY452" fmla="*/ 4956357 h 6858000"/>
              <a:gd name="connsiteX453" fmla="*/ 2162835 w 7467600"/>
              <a:gd name="connsiteY453" fmla="*/ 5187853 h 6858000"/>
              <a:gd name="connsiteX454" fmla="*/ 2257167 w 7467600"/>
              <a:gd name="connsiteY454" fmla="*/ 5462123 h 6858000"/>
              <a:gd name="connsiteX455" fmla="*/ 2261598 w 7467600"/>
              <a:gd name="connsiteY455" fmla="*/ 5467998 h 6858000"/>
              <a:gd name="connsiteX456" fmla="*/ 2437177 w 7467600"/>
              <a:gd name="connsiteY456" fmla="*/ 5479608 h 6858000"/>
              <a:gd name="connsiteX457" fmla="*/ 2445247 w 7467600"/>
              <a:gd name="connsiteY457" fmla="*/ 5483476 h 6858000"/>
              <a:gd name="connsiteX458" fmla="*/ 2743626 w 7467600"/>
              <a:gd name="connsiteY458" fmla="*/ 5304819 h 6858000"/>
              <a:gd name="connsiteX459" fmla="*/ 3048102 w 7467600"/>
              <a:gd name="connsiteY459" fmla="*/ 5150595 h 6858000"/>
              <a:gd name="connsiteX460" fmla="*/ 1799414 w 7467600"/>
              <a:gd name="connsiteY460" fmla="*/ 4694732 h 6858000"/>
              <a:gd name="connsiteX461" fmla="*/ 1771735 w 7467600"/>
              <a:gd name="connsiteY461" fmla="*/ 4619929 h 6858000"/>
              <a:gd name="connsiteX462" fmla="*/ 3104273 w 7467600"/>
              <a:gd name="connsiteY462" fmla="*/ 5076159 h 6858000"/>
              <a:gd name="connsiteX463" fmla="*/ 3113245 w 7467600"/>
              <a:gd name="connsiteY463" fmla="*/ 5090705 h 6858000"/>
              <a:gd name="connsiteX464" fmla="*/ 3126294 w 7467600"/>
              <a:gd name="connsiteY464" fmla="*/ 5114400 h 6858000"/>
              <a:gd name="connsiteX465" fmla="*/ 3937433 w 7467600"/>
              <a:gd name="connsiteY465" fmla="*/ 4830473 h 6858000"/>
              <a:gd name="connsiteX466" fmla="*/ 3590475 w 7467600"/>
              <a:gd name="connsiteY466" fmla="*/ 4597974 h 6858000"/>
              <a:gd name="connsiteX467" fmla="*/ 3100264 w 7467600"/>
              <a:gd name="connsiteY467" fmla="*/ 4579845 h 6858000"/>
              <a:gd name="connsiteX468" fmla="*/ 2183576 w 7467600"/>
              <a:gd name="connsiteY468" fmla="*/ 4227150 h 6858000"/>
              <a:gd name="connsiteX469" fmla="*/ 2151029 w 7467600"/>
              <a:gd name="connsiteY469" fmla="*/ 4146947 h 6858000"/>
              <a:gd name="connsiteX470" fmla="*/ 3563434 w 7467600"/>
              <a:gd name="connsiteY470" fmla="*/ 4469115 h 6858000"/>
              <a:gd name="connsiteX471" fmla="*/ 3177952 w 7467600"/>
              <a:gd name="connsiteY471" fmla="*/ 3657386 h 6858000"/>
              <a:gd name="connsiteX472" fmla="*/ 3189263 w 7467600"/>
              <a:gd name="connsiteY472" fmla="*/ 3625726 h 6858000"/>
              <a:gd name="connsiteX473" fmla="*/ 3560912 w 7467600"/>
              <a:gd name="connsiteY473" fmla="*/ 4079863 h 6858000"/>
              <a:gd name="connsiteX474" fmla="*/ 3626636 w 7467600"/>
              <a:gd name="connsiteY474" fmla="*/ 4512230 h 6858000"/>
              <a:gd name="connsiteX475" fmla="*/ 3653088 w 7467600"/>
              <a:gd name="connsiteY475" fmla="*/ 4521417 h 6858000"/>
              <a:gd name="connsiteX476" fmla="*/ 3988128 w 7467600"/>
              <a:gd name="connsiteY476" fmla="*/ 4817267 h 6858000"/>
              <a:gd name="connsiteX477" fmla="*/ 4830582 w 7467600"/>
              <a:gd name="connsiteY477" fmla="*/ 4676000 h 6858000"/>
              <a:gd name="connsiteX478" fmla="*/ 4830100 w 7467600"/>
              <a:gd name="connsiteY478" fmla="*/ 4675554 h 6858000"/>
              <a:gd name="connsiteX479" fmla="*/ 4036318 w 7467600"/>
              <a:gd name="connsiteY479" fmla="*/ 4147013 h 6858000"/>
              <a:gd name="connsiteX480" fmla="*/ 3432098 w 7467600"/>
              <a:gd name="connsiteY480" fmla="*/ 3537312 h 6858000"/>
              <a:gd name="connsiteX481" fmla="*/ 3446761 w 7467600"/>
              <a:gd name="connsiteY481" fmla="*/ 3461278 h 6858000"/>
              <a:gd name="connsiteX482" fmla="*/ 4419733 w 7467600"/>
              <a:gd name="connsiteY482" fmla="*/ 3963555 h 6858000"/>
              <a:gd name="connsiteX483" fmla="*/ 4781371 w 7467600"/>
              <a:gd name="connsiteY483" fmla="*/ 4458604 h 6858000"/>
              <a:gd name="connsiteX484" fmla="*/ 4780440 w 7467600"/>
              <a:gd name="connsiteY484" fmla="*/ 4470290 h 6858000"/>
              <a:gd name="connsiteX485" fmla="*/ 4898954 w 7467600"/>
              <a:gd name="connsiteY485" fmla="*/ 4662092 h 6858000"/>
              <a:gd name="connsiteX486" fmla="*/ 4900699 w 7467600"/>
              <a:gd name="connsiteY486" fmla="*/ 4670867 h 6858000"/>
              <a:gd name="connsiteX487" fmla="*/ 5714511 w 7467600"/>
              <a:gd name="connsiteY487" fmla="*/ 4663483 h 6858000"/>
              <a:gd name="connsiteX488" fmla="*/ 5464793 w 7467600"/>
              <a:gd name="connsiteY488" fmla="*/ 4393556 h 6858000"/>
              <a:gd name="connsiteX489" fmla="*/ 5461897 w 7467600"/>
              <a:gd name="connsiteY489" fmla="*/ 4390879 h 6858000"/>
              <a:gd name="connsiteX490" fmla="*/ 4294126 w 7467600"/>
              <a:gd name="connsiteY490" fmla="*/ 3303048 h 6858000"/>
              <a:gd name="connsiteX491" fmla="*/ 4305321 w 7467600"/>
              <a:gd name="connsiteY491" fmla="*/ 3256953 h 6858000"/>
              <a:gd name="connsiteX492" fmla="*/ 4949299 w 7467600"/>
              <a:gd name="connsiteY492" fmla="*/ 3766336 h 6858000"/>
              <a:gd name="connsiteX493" fmla="*/ 5291452 w 7467600"/>
              <a:gd name="connsiteY493" fmla="*/ 4076801 h 6858000"/>
              <a:gd name="connsiteX494" fmla="*/ 5434998 w 7467600"/>
              <a:gd name="connsiteY494" fmla="*/ 4254100 h 6858000"/>
              <a:gd name="connsiteX495" fmla="*/ 5351015 w 7467600"/>
              <a:gd name="connsiteY495" fmla="*/ 3760989 h 6858000"/>
              <a:gd name="connsiteX496" fmla="*/ 5413780 w 7467600"/>
              <a:gd name="connsiteY496" fmla="*/ 2966265 h 6858000"/>
              <a:gd name="connsiteX497" fmla="*/ 5425627 w 7467600"/>
              <a:gd name="connsiteY497" fmla="*/ 2954192 h 6858000"/>
              <a:gd name="connsiteX498" fmla="*/ 6604735 w 7467600"/>
              <a:gd name="connsiteY498" fmla="*/ 2041381 h 6858000"/>
              <a:gd name="connsiteX499" fmla="*/ 7204487 w 7467600"/>
              <a:gd name="connsiteY499" fmla="*/ 2742112 h 6858000"/>
              <a:gd name="connsiteX500" fmla="*/ 7131592 w 7467600"/>
              <a:gd name="connsiteY500" fmla="*/ 2672096 h 6858000"/>
              <a:gd name="connsiteX501" fmla="*/ 6996344 w 7467600"/>
              <a:gd name="connsiteY501" fmla="*/ 2518310 h 6858000"/>
              <a:gd name="connsiteX502" fmla="*/ 6735495 w 7467600"/>
              <a:gd name="connsiteY502" fmla="*/ 2196890 h 6858000"/>
              <a:gd name="connsiteX503" fmla="*/ 6721901 w 7467600"/>
              <a:gd name="connsiteY503" fmla="*/ 2179274 h 6858000"/>
              <a:gd name="connsiteX504" fmla="*/ 6604735 w 7467600"/>
              <a:gd name="connsiteY504" fmla="*/ 2041381 h 6858000"/>
              <a:gd name="connsiteX505" fmla="*/ 6591670 w 7467600"/>
              <a:gd name="connsiteY505" fmla="*/ 1988277 h 6858000"/>
              <a:gd name="connsiteX506" fmla="*/ 6747349 w 7467600"/>
              <a:gd name="connsiteY506" fmla="*/ 2160069 h 6858000"/>
              <a:gd name="connsiteX507" fmla="*/ 6760943 w 7467600"/>
              <a:gd name="connsiteY507" fmla="*/ 2177686 h 6858000"/>
              <a:gd name="connsiteX508" fmla="*/ 7021065 w 7467600"/>
              <a:gd name="connsiteY508" fmla="*/ 2498102 h 6858000"/>
              <a:gd name="connsiteX509" fmla="*/ 7155223 w 7467600"/>
              <a:gd name="connsiteY509" fmla="*/ 2650386 h 6858000"/>
              <a:gd name="connsiteX510" fmla="*/ 7203167 w 7467600"/>
              <a:gd name="connsiteY510" fmla="*/ 2697288 h 6858000"/>
              <a:gd name="connsiteX511" fmla="*/ 6937703 w 7467600"/>
              <a:gd name="connsiteY511" fmla="*/ 2321981 h 6858000"/>
              <a:gd name="connsiteX512" fmla="*/ 6591670 w 7467600"/>
              <a:gd name="connsiteY512" fmla="*/ 1988277 h 6858000"/>
              <a:gd name="connsiteX513" fmla="*/ 5798671 w 7467600"/>
              <a:gd name="connsiteY513" fmla="*/ 1981601 h 6858000"/>
              <a:gd name="connsiteX514" fmla="*/ 5754709 w 7467600"/>
              <a:gd name="connsiteY514" fmla="*/ 2071454 h 6858000"/>
              <a:gd name="connsiteX515" fmla="*/ 5763044 w 7467600"/>
              <a:gd name="connsiteY515" fmla="*/ 2842206 h 6858000"/>
              <a:gd name="connsiteX516" fmla="*/ 5764974 w 7467600"/>
              <a:gd name="connsiteY516" fmla="*/ 2799609 h 6858000"/>
              <a:gd name="connsiteX517" fmla="*/ 5767665 w 7467600"/>
              <a:gd name="connsiteY517" fmla="*/ 2666409 h 6858000"/>
              <a:gd name="connsiteX518" fmla="*/ 5763055 w 7467600"/>
              <a:gd name="connsiteY518" fmla="*/ 2579705 h 6858000"/>
              <a:gd name="connsiteX519" fmla="*/ 5758079 w 7467600"/>
              <a:gd name="connsiteY519" fmla="*/ 2492508 h 6858000"/>
              <a:gd name="connsiteX520" fmla="*/ 5779325 w 7467600"/>
              <a:gd name="connsiteY520" fmla="*/ 2197069 h 6858000"/>
              <a:gd name="connsiteX521" fmla="*/ 5798671 w 7467600"/>
              <a:gd name="connsiteY521" fmla="*/ 1981601 h 6858000"/>
              <a:gd name="connsiteX522" fmla="*/ 5829202 w 7467600"/>
              <a:gd name="connsiteY522" fmla="*/ 1971679 h 6858000"/>
              <a:gd name="connsiteX523" fmla="*/ 5809558 w 7467600"/>
              <a:gd name="connsiteY523" fmla="*/ 2198043 h 6858000"/>
              <a:gd name="connsiteX524" fmla="*/ 5788653 w 7467600"/>
              <a:gd name="connsiteY524" fmla="*/ 2489430 h 6858000"/>
              <a:gd name="connsiteX525" fmla="*/ 5793439 w 7467600"/>
              <a:gd name="connsiteY525" fmla="*/ 2575235 h 6858000"/>
              <a:gd name="connsiteX526" fmla="*/ 5796837 w 7467600"/>
              <a:gd name="connsiteY526" fmla="*/ 2637633 h 6858000"/>
              <a:gd name="connsiteX527" fmla="*/ 5818614 w 7467600"/>
              <a:gd name="connsiteY527" fmla="*/ 2473055 h 6858000"/>
              <a:gd name="connsiteX528" fmla="*/ 5829202 w 7467600"/>
              <a:gd name="connsiteY528" fmla="*/ 1971679 h 6858000"/>
              <a:gd name="connsiteX529" fmla="*/ 5911389 w 7467600"/>
              <a:gd name="connsiteY529" fmla="*/ 1898371 h 6858000"/>
              <a:gd name="connsiteX530" fmla="*/ 6237627 w 7467600"/>
              <a:gd name="connsiteY530" fmla="*/ 2231921 h 6858000"/>
              <a:gd name="connsiteX531" fmla="*/ 5911389 w 7467600"/>
              <a:gd name="connsiteY531" fmla="*/ 1898371 h 6858000"/>
              <a:gd name="connsiteX532" fmla="*/ 6944437 w 7467600"/>
              <a:gd name="connsiteY532" fmla="*/ 1575402 h 6858000"/>
              <a:gd name="connsiteX533" fmla="*/ 6304730 w 7467600"/>
              <a:gd name="connsiteY533" fmla="*/ 1766654 h 6858000"/>
              <a:gd name="connsiteX534" fmla="*/ 6944437 w 7467600"/>
              <a:gd name="connsiteY534" fmla="*/ 1575402 h 6858000"/>
              <a:gd name="connsiteX535" fmla="*/ 7019523 w 7467600"/>
              <a:gd name="connsiteY535" fmla="*/ 1519450 h 6858000"/>
              <a:gd name="connsiteX536" fmla="*/ 6298091 w 7467600"/>
              <a:gd name="connsiteY536" fmla="*/ 1737122 h 6858000"/>
              <a:gd name="connsiteX537" fmla="*/ 7019523 w 7467600"/>
              <a:gd name="connsiteY537" fmla="*/ 1519450 h 6858000"/>
              <a:gd name="connsiteX538" fmla="*/ 2399523 w 7467600"/>
              <a:gd name="connsiteY538" fmla="*/ 1428234 h 6858000"/>
              <a:gd name="connsiteX539" fmla="*/ 2224982 w 7467600"/>
              <a:gd name="connsiteY539" fmla="*/ 1826201 h 6858000"/>
              <a:gd name="connsiteX540" fmla="*/ 2096099 w 7467600"/>
              <a:gd name="connsiteY540" fmla="*/ 2345900 h 6858000"/>
              <a:gd name="connsiteX541" fmla="*/ 2283317 w 7467600"/>
              <a:gd name="connsiteY541" fmla="*/ 1796925 h 6858000"/>
              <a:gd name="connsiteX542" fmla="*/ 2399523 w 7467600"/>
              <a:gd name="connsiteY542" fmla="*/ 1428234 h 6858000"/>
              <a:gd name="connsiteX543" fmla="*/ 2448558 w 7467600"/>
              <a:gd name="connsiteY543" fmla="*/ 1373435 h 6858000"/>
              <a:gd name="connsiteX544" fmla="*/ 2312521 w 7467600"/>
              <a:gd name="connsiteY544" fmla="*/ 1806140 h 6858000"/>
              <a:gd name="connsiteX545" fmla="*/ 2127533 w 7467600"/>
              <a:gd name="connsiteY545" fmla="*/ 2348380 h 6858000"/>
              <a:gd name="connsiteX546" fmla="*/ 2358080 w 7467600"/>
              <a:gd name="connsiteY546" fmla="*/ 1866134 h 6858000"/>
              <a:gd name="connsiteX547" fmla="*/ 2407436 w 7467600"/>
              <a:gd name="connsiteY547" fmla="*/ 1651070 h 6858000"/>
              <a:gd name="connsiteX548" fmla="*/ 2448558 w 7467600"/>
              <a:gd name="connsiteY548" fmla="*/ 1373435 h 6858000"/>
              <a:gd name="connsiteX549" fmla="*/ 278707 w 7467600"/>
              <a:gd name="connsiteY549" fmla="*/ 1352270 h 6858000"/>
              <a:gd name="connsiteX550" fmla="*/ 321570 w 7467600"/>
              <a:gd name="connsiteY550" fmla="*/ 1861610 h 6858000"/>
              <a:gd name="connsiteX551" fmla="*/ 294281 w 7467600"/>
              <a:gd name="connsiteY551" fmla="*/ 1440658 h 6858000"/>
              <a:gd name="connsiteX552" fmla="*/ 278707 w 7467600"/>
              <a:gd name="connsiteY552" fmla="*/ 1352270 h 6858000"/>
              <a:gd name="connsiteX553" fmla="*/ 1423821 w 7467600"/>
              <a:gd name="connsiteY553" fmla="*/ 1351958 h 6858000"/>
              <a:gd name="connsiteX554" fmla="*/ 1638521 w 7467600"/>
              <a:gd name="connsiteY554" fmla="*/ 1908470 h 6858000"/>
              <a:gd name="connsiteX555" fmla="*/ 1754199 w 7467600"/>
              <a:gd name="connsiteY555" fmla="*/ 2149284 h 6858000"/>
              <a:gd name="connsiteX556" fmla="*/ 1908359 w 7467600"/>
              <a:gd name="connsiteY556" fmla="*/ 2364988 h 6858000"/>
              <a:gd name="connsiteX557" fmla="*/ 1647661 w 7467600"/>
              <a:gd name="connsiteY557" fmla="*/ 1825945 h 6858000"/>
              <a:gd name="connsiteX558" fmla="*/ 1423821 w 7467600"/>
              <a:gd name="connsiteY558" fmla="*/ 1351958 h 6858000"/>
              <a:gd name="connsiteX559" fmla="*/ 1431890 w 7467600"/>
              <a:gd name="connsiteY559" fmla="*/ 1306475 h 6858000"/>
              <a:gd name="connsiteX560" fmla="*/ 1507597 w 7467600"/>
              <a:gd name="connsiteY560" fmla="*/ 1446132 h 6858000"/>
              <a:gd name="connsiteX561" fmla="*/ 1674586 w 7467600"/>
              <a:gd name="connsiteY561" fmla="*/ 1813832 h 6858000"/>
              <a:gd name="connsiteX562" fmla="*/ 1815950 w 7467600"/>
              <a:gd name="connsiteY562" fmla="*/ 2128564 h 6858000"/>
              <a:gd name="connsiteX563" fmla="*/ 1984242 w 7467600"/>
              <a:gd name="connsiteY563" fmla="*/ 2430829 h 6858000"/>
              <a:gd name="connsiteX564" fmla="*/ 2014023 w 7467600"/>
              <a:gd name="connsiteY564" fmla="*/ 2450995 h 6858000"/>
              <a:gd name="connsiteX565" fmla="*/ 1747337 w 7467600"/>
              <a:gd name="connsiteY565" fmla="*/ 1855264 h 6858000"/>
              <a:gd name="connsiteX566" fmla="*/ 1533749 w 7467600"/>
              <a:gd name="connsiteY566" fmla="*/ 1478656 h 6858000"/>
              <a:gd name="connsiteX567" fmla="*/ 1431890 w 7467600"/>
              <a:gd name="connsiteY567" fmla="*/ 1306475 h 6858000"/>
              <a:gd name="connsiteX568" fmla="*/ 5052692 w 7467600"/>
              <a:gd name="connsiteY568" fmla="*/ 1292994 h 6858000"/>
              <a:gd name="connsiteX569" fmla="*/ 5200661 w 7467600"/>
              <a:gd name="connsiteY569" fmla="*/ 1635186 h 6858000"/>
              <a:gd name="connsiteX570" fmla="*/ 5297138 w 7467600"/>
              <a:gd name="connsiteY570" fmla="*/ 1906351 h 6858000"/>
              <a:gd name="connsiteX571" fmla="*/ 5052692 w 7467600"/>
              <a:gd name="connsiteY571" fmla="*/ 1292994 h 6858000"/>
              <a:gd name="connsiteX572" fmla="*/ 5009948 w 7467600"/>
              <a:gd name="connsiteY572" fmla="*/ 1273619 h 6858000"/>
              <a:gd name="connsiteX573" fmla="*/ 5121777 w 7467600"/>
              <a:gd name="connsiteY573" fmla="*/ 1654213 h 6858000"/>
              <a:gd name="connsiteX574" fmla="*/ 5293545 w 7467600"/>
              <a:gd name="connsiteY574" fmla="*/ 2072247 h 6858000"/>
              <a:gd name="connsiteX575" fmla="*/ 5294042 w 7467600"/>
              <a:gd name="connsiteY575" fmla="*/ 2065019 h 6858000"/>
              <a:gd name="connsiteX576" fmla="*/ 5171936 w 7467600"/>
              <a:gd name="connsiteY576" fmla="*/ 1647613 h 6858000"/>
              <a:gd name="connsiteX577" fmla="*/ 5009948 w 7467600"/>
              <a:gd name="connsiteY577" fmla="*/ 1273619 h 6858000"/>
              <a:gd name="connsiteX578" fmla="*/ 655236 w 7467600"/>
              <a:gd name="connsiteY578" fmla="*/ 1268632 h 6858000"/>
              <a:gd name="connsiteX579" fmla="*/ 839521 w 7467600"/>
              <a:gd name="connsiteY579" fmla="*/ 1685315 h 6858000"/>
              <a:gd name="connsiteX580" fmla="*/ 1109416 w 7467600"/>
              <a:gd name="connsiteY580" fmla="*/ 2061663 h 6858000"/>
              <a:gd name="connsiteX581" fmla="*/ 1298300 w 7467600"/>
              <a:gd name="connsiteY581" fmla="*/ 2247742 h 6858000"/>
              <a:gd name="connsiteX582" fmla="*/ 1125871 w 7467600"/>
              <a:gd name="connsiteY582" fmla="*/ 1989513 h 6858000"/>
              <a:gd name="connsiteX583" fmla="*/ 981574 w 7467600"/>
              <a:gd name="connsiteY583" fmla="*/ 1783157 h 6858000"/>
              <a:gd name="connsiteX584" fmla="*/ 922198 w 7467600"/>
              <a:gd name="connsiteY584" fmla="*/ 1677437 h 6858000"/>
              <a:gd name="connsiteX585" fmla="*/ 869293 w 7467600"/>
              <a:gd name="connsiteY585" fmla="*/ 1583214 h 6858000"/>
              <a:gd name="connsiteX586" fmla="*/ 751431 w 7467600"/>
              <a:gd name="connsiteY586" fmla="*/ 1405731 h 6858000"/>
              <a:gd name="connsiteX587" fmla="*/ 655236 w 7467600"/>
              <a:gd name="connsiteY587" fmla="*/ 1268632 h 6858000"/>
              <a:gd name="connsiteX588" fmla="*/ 6516292 w 7467600"/>
              <a:gd name="connsiteY588" fmla="*/ 1263064 h 6858000"/>
              <a:gd name="connsiteX589" fmla="*/ 5736320 w 7467600"/>
              <a:gd name="connsiteY589" fmla="*/ 1501803 h 6858000"/>
              <a:gd name="connsiteX590" fmla="*/ 6516292 w 7467600"/>
              <a:gd name="connsiteY590" fmla="*/ 1263064 h 6858000"/>
              <a:gd name="connsiteX591" fmla="*/ 291466 w 7467600"/>
              <a:gd name="connsiteY591" fmla="*/ 1250369 h 6858000"/>
              <a:gd name="connsiteX592" fmla="*/ 323180 w 7467600"/>
              <a:gd name="connsiteY592" fmla="*/ 1435283 h 6858000"/>
              <a:gd name="connsiteX593" fmla="*/ 349381 w 7467600"/>
              <a:gd name="connsiteY593" fmla="*/ 1875041 h 6858000"/>
              <a:gd name="connsiteX594" fmla="*/ 374363 w 7467600"/>
              <a:gd name="connsiteY594" fmla="*/ 1506494 h 6858000"/>
              <a:gd name="connsiteX595" fmla="*/ 302168 w 7467600"/>
              <a:gd name="connsiteY595" fmla="*/ 1274495 h 6858000"/>
              <a:gd name="connsiteX596" fmla="*/ 291466 w 7467600"/>
              <a:gd name="connsiteY596" fmla="*/ 1250369 h 6858000"/>
              <a:gd name="connsiteX597" fmla="*/ 678222 w 7467600"/>
              <a:gd name="connsiteY597" fmla="*/ 1248670 h 6858000"/>
              <a:gd name="connsiteX598" fmla="*/ 775536 w 7467600"/>
              <a:gd name="connsiteY598" fmla="*/ 1388015 h 6858000"/>
              <a:gd name="connsiteX599" fmla="*/ 894529 w 7467600"/>
              <a:gd name="connsiteY599" fmla="*/ 1567739 h 6858000"/>
              <a:gd name="connsiteX600" fmla="*/ 948000 w 7467600"/>
              <a:gd name="connsiteY600" fmla="*/ 1663088 h 6858000"/>
              <a:gd name="connsiteX601" fmla="*/ 1006812 w 7467600"/>
              <a:gd name="connsiteY601" fmla="*/ 1767683 h 6858000"/>
              <a:gd name="connsiteX602" fmla="*/ 1149133 w 7467600"/>
              <a:gd name="connsiteY602" fmla="*/ 1971513 h 6858000"/>
              <a:gd name="connsiteX603" fmla="*/ 1333952 w 7467600"/>
              <a:gd name="connsiteY603" fmla="*/ 2251620 h 6858000"/>
              <a:gd name="connsiteX604" fmla="*/ 1337329 w 7467600"/>
              <a:gd name="connsiteY604" fmla="*/ 2258350 h 6858000"/>
              <a:gd name="connsiteX605" fmla="*/ 1014726 w 7467600"/>
              <a:gd name="connsiteY605" fmla="*/ 1615556 h 6858000"/>
              <a:gd name="connsiteX606" fmla="*/ 678222 w 7467600"/>
              <a:gd name="connsiteY606" fmla="*/ 1248670 h 6858000"/>
              <a:gd name="connsiteX607" fmla="*/ 6691602 w 7467600"/>
              <a:gd name="connsiteY607" fmla="*/ 1140573 h 6858000"/>
              <a:gd name="connsiteX608" fmla="*/ 6571100 w 7467600"/>
              <a:gd name="connsiteY608" fmla="*/ 1183662 h 6858000"/>
              <a:gd name="connsiteX609" fmla="*/ 6241687 w 7467600"/>
              <a:gd name="connsiteY609" fmla="*/ 1257600 h 6858000"/>
              <a:gd name="connsiteX610" fmla="*/ 5693009 w 7467600"/>
              <a:gd name="connsiteY610" fmla="*/ 1478256 h 6858000"/>
              <a:gd name="connsiteX611" fmla="*/ 6548420 w 7467600"/>
              <a:gd name="connsiteY611" fmla="*/ 1214599 h 6858000"/>
              <a:gd name="connsiteX612" fmla="*/ 6605473 w 7467600"/>
              <a:gd name="connsiteY612" fmla="*/ 1184686 h 6858000"/>
              <a:gd name="connsiteX613" fmla="*/ 6691602 w 7467600"/>
              <a:gd name="connsiteY613" fmla="*/ 1140573 h 6858000"/>
              <a:gd name="connsiteX614" fmla="*/ 4002475 w 7467600"/>
              <a:gd name="connsiteY614" fmla="*/ 1037802 h 6858000"/>
              <a:gd name="connsiteX615" fmla="*/ 4000324 w 7467600"/>
              <a:gd name="connsiteY615" fmla="*/ 1039362 h 6858000"/>
              <a:gd name="connsiteX616" fmla="*/ 4002862 w 7467600"/>
              <a:gd name="connsiteY616" fmla="*/ 1042866 h 6858000"/>
              <a:gd name="connsiteX617" fmla="*/ 4002475 w 7467600"/>
              <a:gd name="connsiteY617" fmla="*/ 1037802 h 6858000"/>
              <a:gd name="connsiteX618" fmla="*/ 506322 w 7467600"/>
              <a:gd name="connsiteY618" fmla="*/ 1020997 h 6858000"/>
              <a:gd name="connsiteX619" fmla="*/ 533068 w 7467600"/>
              <a:gd name="connsiteY619" fmla="*/ 1029409 h 6858000"/>
              <a:gd name="connsiteX620" fmla="*/ 1232525 w 7467600"/>
              <a:gd name="connsiteY620" fmla="*/ 1804675 h 6858000"/>
              <a:gd name="connsiteX621" fmla="*/ 1388858 w 7467600"/>
              <a:gd name="connsiteY621" fmla="*/ 2368011 h 6858000"/>
              <a:gd name="connsiteX622" fmla="*/ 1384098 w 7467600"/>
              <a:gd name="connsiteY622" fmla="*/ 2378125 h 6858000"/>
              <a:gd name="connsiteX623" fmla="*/ 1425393 w 7467600"/>
              <a:gd name="connsiteY623" fmla="*/ 2589124 h 6858000"/>
              <a:gd name="connsiteX624" fmla="*/ 1424001 w 7467600"/>
              <a:gd name="connsiteY624" fmla="*/ 2597541 h 6858000"/>
              <a:gd name="connsiteX625" fmla="*/ 2152729 w 7467600"/>
              <a:gd name="connsiteY625" fmla="*/ 2864487 h 6858000"/>
              <a:gd name="connsiteX626" fmla="*/ 2020609 w 7467600"/>
              <a:gd name="connsiteY626" fmla="*/ 2539671 h 6858000"/>
              <a:gd name="connsiteX627" fmla="*/ 2018920 w 7467600"/>
              <a:gd name="connsiteY627" fmla="*/ 2536309 h 6858000"/>
              <a:gd name="connsiteX628" fmla="*/ 1342441 w 7467600"/>
              <a:gd name="connsiteY628" fmla="*/ 1173017 h 6858000"/>
              <a:gd name="connsiteX629" fmla="*/ 1367925 w 7467600"/>
              <a:gd name="connsiteY629" fmla="*/ 1135648 h 6858000"/>
              <a:gd name="connsiteX630" fmla="*/ 1771401 w 7467600"/>
              <a:gd name="connsiteY630" fmla="*/ 1806673 h 6858000"/>
              <a:gd name="connsiteX631" fmla="*/ 1972385 w 7467600"/>
              <a:gd name="connsiteY631" fmla="*/ 2198735 h 6858000"/>
              <a:gd name="connsiteX632" fmla="*/ 2040892 w 7467600"/>
              <a:gd name="connsiteY632" fmla="*/ 2405205 h 6858000"/>
              <a:gd name="connsiteX633" fmla="*/ 2131689 w 7467600"/>
              <a:gd name="connsiteY633" fmla="*/ 1936926 h 6858000"/>
              <a:gd name="connsiteX634" fmla="*/ 2454820 w 7467600"/>
              <a:gd name="connsiteY634" fmla="*/ 1248808 h 6858000"/>
              <a:gd name="connsiteX635" fmla="*/ 2492512 w 7467600"/>
              <a:gd name="connsiteY635" fmla="*/ 1302920 h 6858000"/>
              <a:gd name="connsiteX636" fmla="*/ 2081216 w 7467600"/>
              <a:gd name="connsiteY636" fmla="*/ 2527513 h 6858000"/>
              <a:gd name="connsiteX637" fmla="*/ 2081211 w 7467600"/>
              <a:gd name="connsiteY637" fmla="*/ 2528916 h 6858000"/>
              <a:gd name="connsiteX638" fmla="*/ 2199067 w 7467600"/>
              <a:gd name="connsiteY638" fmla="*/ 2884061 h 6858000"/>
              <a:gd name="connsiteX639" fmla="*/ 3192586 w 7467600"/>
              <a:gd name="connsiteY639" fmla="*/ 3411496 h 6858000"/>
              <a:gd name="connsiteX640" fmla="*/ 3182620 w 7467600"/>
              <a:gd name="connsiteY640" fmla="*/ 3483279 h 6858000"/>
              <a:gd name="connsiteX641" fmla="*/ 2435119 w 7467600"/>
              <a:gd name="connsiteY641" fmla="*/ 3080173 h 6858000"/>
              <a:gd name="connsiteX642" fmla="*/ 2410152 w 7467600"/>
              <a:gd name="connsiteY642" fmla="*/ 3063751 h 6858000"/>
              <a:gd name="connsiteX643" fmla="*/ 2408099 w 7467600"/>
              <a:gd name="connsiteY643" fmla="*/ 3064403 h 6858000"/>
              <a:gd name="connsiteX644" fmla="*/ 2407218 w 7467600"/>
              <a:gd name="connsiteY644" fmla="*/ 3070324 h 6858000"/>
              <a:gd name="connsiteX645" fmla="*/ 2380138 w 7467600"/>
              <a:gd name="connsiteY645" fmla="*/ 3099341 h 6858000"/>
              <a:gd name="connsiteX646" fmla="*/ 1765923 w 7467600"/>
              <a:gd name="connsiteY646" fmla="*/ 3581043 h 6858000"/>
              <a:gd name="connsiteX647" fmla="*/ 1702258 w 7467600"/>
              <a:gd name="connsiteY647" fmla="*/ 3612286 h 6858000"/>
              <a:gd name="connsiteX648" fmla="*/ 1538370 w 7467600"/>
              <a:gd name="connsiteY648" fmla="*/ 3811804 h 6858000"/>
              <a:gd name="connsiteX649" fmla="*/ 542867 w 7467600"/>
              <a:gd name="connsiteY649" fmla="*/ 4944092 h 6858000"/>
              <a:gd name="connsiteX650" fmla="*/ 515800 w 7467600"/>
              <a:gd name="connsiteY650" fmla="*/ 4862180 h 6858000"/>
              <a:gd name="connsiteX651" fmla="*/ 909145 w 7467600"/>
              <a:gd name="connsiteY651" fmla="*/ 4199225 h 6858000"/>
              <a:gd name="connsiteX652" fmla="*/ 1214067 w 7467600"/>
              <a:gd name="connsiteY652" fmla="*/ 3908561 h 6858000"/>
              <a:gd name="connsiteX653" fmla="*/ 640967 w 7467600"/>
              <a:gd name="connsiteY653" fmla="*/ 4105601 h 6858000"/>
              <a:gd name="connsiteX654" fmla="*/ 112563 w 7467600"/>
              <a:gd name="connsiteY654" fmla="*/ 4396952 h 6858000"/>
              <a:gd name="connsiteX655" fmla="*/ 0 w 7467600"/>
              <a:gd name="connsiteY655" fmla="*/ 4466006 h 6858000"/>
              <a:gd name="connsiteX656" fmla="*/ 0 w 7467600"/>
              <a:gd name="connsiteY656" fmla="*/ 4233763 h 6858000"/>
              <a:gd name="connsiteX657" fmla="*/ 36881 w 7467600"/>
              <a:gd name="connsiteY657" fmla="*/ 4200118 h 6858000"/>
              <a:gd name="connsiteX658" fmla="*/ 910534 w 7467600"/>
              <a:gd name="connsiteY658" fmla="*/ 3629753 h 6858000"/>
              <a:gd name="connsiteX659" fmla="*/ 1578717 w 7467600"/>
              <a:gd name="connsiteY659" fmla="*/ 3575982 h 6858000"/>
              <a:gd name="connsiteX660" fmla="*/ 2338780 w 7467600"/>
              <a:gd name="connsiteY660" fmla="*/ 3033725 h 6858000"/>
              <a:gd name="connsiteX661" fmla="*/ 1807991 w 7467600"/>
              <a:gd name="connsiteY661" fmla="*/ 2807184 h 6858000"/>
              <a:gd name="connsiteX662" fmla="*/ 1416358 w 7467600"/>
              <a:gd name="connsiteY662" fmla="*/ 3112571 h 6858000"/>
              <a:gd name="connsiteX663" fmla="*/ 939066 w 7467600"/>
              <a:gd name="connsiteY663" fmla="*/ 3378798 h 6858000"/>
              <a:gd name="connsiteX664" fmla="*/ 115099 w 7467600"/>
              <a:gd name="connsiteY664" fmla="*/ 3607650 h 6858000"/>
              <a:gd name="connsiteX665" fmla="*/ 97284 w 7467600"/>
              <a:gd name="connsiteY665" fmla="*/ 3520393 h 6858000"/>
              <a:gd name="connsiteX666" fmla="*/ 922050 w 7467600"/>
              <a:gd name="connsiteY666" fmla="*/ 3074867 h 6858000"/>
              <a:gd name="connsiteX667" fmla="*/ 1405265 w 7467600"/>
              <a:gd name="connsiteY667" fmla="*/ 3016319 h 6858000"/>
              <a:gd name="connsiteX668" fmla="*/ 1407512 w 7467600"/>
              <a:gd name="connsiteY668" fmla="*/ 3018001 h 6858000"/>
              <a:gd name="connsiteX669" fmla="*/ 1726266 w 7467600"/>
              <a:gd name="connsiteY669" fmla="*/ 2777274 h 6858000"/>
              <a:gd name="connsiteX670" fmla="*/ 625390 w 7467600"/>
              <a:gd name="connsiteY670" fmla="*/ 2514541 h 6858000"/>
              <a:gd name="connsiteX671" fmla="*/ 619799 w 7467600"/>
              <a:gd name="connsiteY671" fmla="*/ 2527180 h 6858000"/>
              <a:gd name="connsiteX672" fmla="*/ 310030 w 7467600"/>
              <a:gd name="connsiteY672" fmla="*/ 2771818 h 6858000"/>
              <a:gd name="connsiteX673" fmla="*/ 173877 w 7467600"/>
              <a:gd name="connsiteY673" fmla="*/ 2937056 h 6858000"/>
              <a:gd name="connsiteX674" fmla="*/ 77889 w 7467600"/>
              <a:gd name="connsiteY674" fmla="*/ 3138440 h 6858000"/>
              <a:gd name="connsiteX675" fmla="*/ 0 w 7467600"/>
              <a:gd name="connsiteY675" fmla="*/ 3271395 h 6858000"/>
              <a:gd name="connsiteX676" fmla="*/ 0 w 7467600"/>
              <a:gd name="connsiteY676" fmla="*/ 3153002 h 6858000"/>
              <a:gd name="connsiteX677" fmla="*/ 2386 w 7467600"/>
              <a:gd name="connsiteY677" fmla="*/ 3149203 h 6858000"/>
              <a:gd name="connsiteX678" fmla="*/ 89753 w 7467600"/>
              <a:gd name="connsiteY678" fmla="*/ 2987702 h 6858000"/>
              <a:gd name="connsiteX679" fmla="*/ 76869 w 7467600"/>
              <a:gd name="connsiteY679" fmla="*/ 3005404 h 6858000"/>
              <a:gd name="connsiteX680" fmla="*/ 32049 w 7467600"/>
              <a:gd name="connsiteY680" fmla="*/ 3065814 h 6858000"/>
              <a:gd name="connsiteX681" fmla="*/ 0 w 7467600"/>
              <a:gd name="connsiteY681" fmla="*/ 3108744 h 6858000"/>
              <a:gd name="connsiteX682" fmla="*/ 0 w 7467600"/>
              <a:gd name="connsiteY682" fmla="*/ 3058059 h 6858000"/>
              <a:gd name="connsiteX683" fmla="*/ 7610 w 7467600"/>
              <a:gd name="connsiteY683" fmla="*/ 3047889 h 6858000"/>
              <a:gd name="connsiteX684" fmla="*/ 52419 w 7467600"/>
              <a:gd name="connsiteY684" fmla="*/ 2987479 h 6858000"/>
              <a:gd name="connsiteX685" fmla="*/ 59142 w 7467600"/>
              <a:gd name="connsiteY685" fmla="*/ 2978488 h 6858000"/>
              <a:gd name="connsiteX686" fmla="*/ 0 w 7467600"/>
              <a:gd name="connsiteY686" fmla="*/ 3015334 h 6858000"/>
              <a:gd name="connsiteX687" fmla="*/ 0 w 7467600"/>
              <a:gd name="connsiteY687" fmla="*/ 2914286 h 6858000"/>
              <a:gd name="connsiteX688" fmla="*/ 36383 w 7467600"/>
              <a:gd name="connsiteY688" fmla="*/ 2901128 h 6858000"/>
              <a:gd name="connsiteX689" fmla="*/ 156329 w 7467600"/>
              <a:gd name="connsiteY689" fmla="*/ 2840533 h 6858000"/>
              <a:gd name="connsiteX690" fmla="*/ 358355 w 7467600"/>
              <a:gd name="connsiteY690" fmla="*/ 2620471 h 6858000"/>
              <a:gd name="connsiteX691" fmla="*/ 510577 w 7467600"/>
              <a:gd name="connsiteY691" fmla="*/ 2501244 h 6858000"/>
              <a:gd name="connsiteX692" fmla="*/ 211967 w 7467600"/>
              <a:gd name="connsiteY692" fmla="*/ 2479171 h 6858000"/>
              <a:gd name="connsiteX693" fmla="*/ 0 w 7467600"/>
              <a:gd name="connsiteY693" fmla="*/ 2476398 h 6858000"/>
              <a:gd name="connsiteX694" fmla="*/ 0 w 7467600"/>
              <a:gd name="connsiteY694" fmla="*/ 2389189 h 6858000"/>
              <a:gd name="connsiteX695" fmla="*/ 103062 w 7467600"/>
              <a:gd name="connsiteY695" fmla="*/ 2389518 h 6858000"/>
              <a:gd name="connsiteX696" fmla="*/ 510734 w 7467600"/>
              <a:gd name="connsiteY696" fmla="*/ 2416201 h 6858000"/>
              <a:gd name="connsiteX697" fmla="*/ 279257 w 7467600"/>
              <a:gd name="connsiteY697" fmla="*/ 2092102 h 6858000"/>
              <a:gd name="connsiteX698" fmla="*/ 65265 w 7467600"/>
              <a:gd name="connsiteY698" fmla="*/ 2006049 h 6858000"/>
              <a:gd name="connsiteX699" fmla="*/ 0 w 7467600"/>
              <a:gd name="connsiteY699" fmla="*/ 1982532 h 6858000"/>
              <a:gd name="connsiteX700" fmla="*/ 0 w 7467600"/>
              <a:gd name="connsiteY700" fmla="*/ 1912789 h 6858000"/>
              <a:gd name="connsiteX701" fmla="*/ 97460 w 7467600"/>
              <a:gd name="connsiteY701" fmla="*/ 1953725 h 6858000"/>
              <a:gd name="connsiteX702" fmla="*/ 221272 w 7467600"/>
              <a:gd name="connsiteY702" fmla="*/ 1980766 h 6858000"/>
              <a:gd name="connsiteX703" fmla="*/ 116765 w 7467600"/>
              <a:gd name="connsiteY703" fmla="*/ 1911033 h 6858000"/>
              <a:gd name="connsiteX704" fmla="*/ 16405 w 7467600"/>
              <a:gd name="connsiteY704" fmla="*/ 1803412 h 6858000"/>
              <a:gd name="connsiteX705" fmla="*/ 0 w 7467600"/>
              <a:gd name="connsiteY705" fmla="*/ 1784777 h 6858000"/>
              <a:gd name="connsiteX706" fmla="*/ 0 w 7467600"/>
              <a:gd name="connsiteY706" fmla="*/ 1740082 h 6858000"/>
              <a:gd name="connsiteX707" fmla="*/ 39394 w 7467600"/>
              <a:gd name="connsiteY707" fmla="*/ 1784856 h 6858000"/>
              <a:gd name="connsiteX708" fmla="*/ 135813 w 7467600"/>
              <a:gd name="connsiteY708" fmla="*/ 1888838 h 6858000"/>
              <a:gd name="connsiteX709" fmla="*/ 242575 w 7467600"/>
              <a:gd name="connsiteY709" fmla="*/ 1958841 h 6858000"/>
              <a:gd name="connsiteX710" fmla="*/ 82197 w 7467600"/>
              <a:gd name="connsiteY710" fmla="*/ 1754826 h 6858000"/>
              <a:gd name="connsiteX711" fmla="*/ 0 w 7467600"/>
              <a:gd name="connsiteY711" fmla="*/ 1679650 h 6858000"/>
              <a:gd name="connsiteX712" fmla="*/ 0 w 7467600"/>
              <a:gd name="connsiteY712" fmla="*/ 1602463 h 6858000"/>
              <a:gd name="connsiteX713" fmla="*/ 84689 w 7467600"/>
              <a:gd name="connsiteY713" fmla="*/ 1677442 h 6858000"/>
              <a:gd name="connsiteX714" fmla="*/ 298437 w 7467600"/>
              <a:gd name="connsiteY714" fmla="*/ 1968019 h 6858000"/>
              <a:gd name="connsiteX715" fmla="*/ 227269 w 7467600"/>
              <a:gd name="connsiteY715" fmla="*/ 1114064 h 6858000"/>
              <a:gd name="connsiteX716" fmla="*/ 248003 w 7467600"/>
              <a:gd name="connsiteY716" fmla="*/ 1089613 h 6858000"/>
              <a:gd name="connsiteX717" fmla="*/ 427020 w 7467600"/>
              <a:gd name="connsiteY717" fmla="*/ 1619803 h 6858000"/>
              <a:gd name="connsiteX718" fmla="*/ 340345 w 7467600"/>
              <a:gd name="connsiteY718" fmla="*/ 2027739 h 6858000"/>
              <a:gd name="connsiteX719" fmla="*/ 360865 w 7467600"/>
              <a:gd name="connsiteY719" fmla="*/ 2044827 h 6858000"/>
              <a:gd name="connsiteX720" fmla="*/ 560414 w 7467600"/>
              <a:gd name="connsiteY720" fmla="*/ 2421457 h 6858000"/>
              <a:gd name="connsiteX721" fmla="*/ 1359703 w 7467600"/>
              <a:gd name="connsiteY721" fmla="*/ 2578554 h 6858000"/>
              <a:gd name="connsiteX722" fmla="*/ 1359422 w 7467600"/>
              <a:gd name="connsiteY722" fmla="*/ 2577994 h 6858000"/>
              <a:gd name="connsiteX723" fmla="*/ 828701 w 7467600"/>
              <a:gd name="connsiteY723" fmla="*/ 1839520 h 6858000"/>
              <a:gd name="connsiteX724" fmla="*/ 494427 w 7467600"/>
              <a:gd name="connsiteY724" fmla="*/ 1092333 h 6858000"/>
              <a:gd name="connsiteX725" fmla="*/ 506322 w 7467600"/>
              <a:gd name="connsiteY725" fmla="*/ 1020997 h 6858000"/>
              <a:gd name="connsiteX726" fmla="*/ 4570198 w 7467600"/>
              <a:gd name="connsiteY726" fmla="*/ 978081 h 6858000"/>
              <a:gd name="connsiteX727" fmla="*/ 4523691 w 7467600"/>
              <a:gd name="connsiteY727" fmla="*/ 1127776 h 6858000"/>
              <a:gd name="connsiteX728" fmla="*/ 4509875 w 7467600"/>
              <a:gd name="connsiteY728" fmla="*/ 1167552 h 6858000"/>
              <a:gd name="connsiteX729" fmla="*/ 4478168 w 7467600"/>
              <a:gd name="connsiteY729" fmla="*/ 1260735 h 6858000"/>
              <a:gd name="connsiteX730" fmla="*/ 4409309 w 7467600"/>
              <a:gd name="connsiteY730" fmla="*/ 1666996 h 6858000"/>
              <a:gd name="connsiteX731" fmla="*/ 4370031 w 7467600"/>
              <a:gd name="connsiteY731" fmla="*/ 1955666 h 6858000"/>
              <a:gd name="connsiteX732" fmla="*/ 4570198 w 7467600"/>
              <a:gd name="connsiteY732" fmla="*/ 978081 h 6858000"/>
              <a:gd name="connsiteX733" fmla="*/ 4557898 w 7467600"/>
              <a:gd name="connsiteY733" fmla="*/ 900011 h 6858000"/>
              <a:gd name="connsiteX734" fmla="*/ 4344840 w 7467600"/>
              <a:gd name="connsiteY734" fmla="*/ 1922038 h 6858000"/>
              <a:gd name="connsiteX735" fmla="*/ 4378710 w 7467600"/>
              <a:gd name="connsiteY735" fmla="*/ 1665516 h 6858000"/>
              <a:gd name="connsiteX736" fmla="*/ 4448798 w 7467600"/>
              <a:gd name="connsiteY736" fmla="*/ 1253024 h 6858000"/>
              <a:gd name="connsiteX737" fmla="*/ 4480315 w 7467600"/>
              <a:gd name="connsiteY737" fmla="*/ 1158454 h 6858000"/>
              <a:gd name="connsiteX738" fmla="*/ 4494133 w 7467600"/>
              <a:gd name="connsiteY738" fmla="*/ 1118676 h 6858000"/>
              <a:gd name="connsiteX739" fmla="*/ 4557898 w 7467600"/>
              <a:gd name="connsiteY739" fmla="*/ 900011 h 6858000"/>
              <a:gd name="connsiteX740" fmla="*/ 5870151 w 7467600"/>
              <a:gd name="connsiteY740" fmla="*/ 898890 h 6858000"/>
              <a:gd name="connsiteX741" fmla="*/ 5861335 w 7467600"/>
              <a:gd name="connsiteY741" fmla="*/ 899177 h 6858000"/>
              <a:gd name="connsiteX742" fmla="*/ 5843702 w 7467600"/>
              <a:gd name="connsiteY742" fmla="*/ 899748 h 6858000"/>
              <a:gd name="connsiteX743" fmla="*/ 5651107 w 7467600"/>
              <a:gd name="connsiteY743" fmla="*/ 920306 h 6858000"/>
              <a:gd name="connsiteX744" fmla="*/ 5459407 w 7467600"/>
              <a:gd name="connsiteY744" fmla="*/ 940975 h 6858000"/>
              <a:gd name="connsiteX745" fmla="*/ 5374846 w 7467600"/>
              <a:gd name="connsiteY745" fmla="*/ 941988 h 6858000"/>
              <a:gd name="connsiteX746" fmla="*/ 5256105 w 7467600"/>
              <a:gd name="connsiteY746" fmla="*/ 945632 h 6858000"/>
              <a:gd name="connsiteX747" fmla="*/ 5107071 w 7467600"/>
              <a:gd name="connsiteY747" fmla="*/ 969720 h 6858000"/>
              <a:gd name="connsiteX748" fmla="*/ 4998681 w 7467600"/>
              <a:gd name="connsiteY748" fmla="*/ 988771 h 6858000"/>
              <a:gd name="connsiteX749" fmla="*/ 5870151 w 7467600"/>
              <a:gd name="connsiteY749" fmla="*/ 898890 h 6858000"/>
              <a:gd name="connsiteX750" fmla="*/ 5504425 w 7467600"/>
              <a:gd name="connsiteY750" fmla="*/ 848067 h 6858000"/>
              <a:gd name="connsiteX751" fmla="*/ 4968849 w 7467600"/>
              <a:gd name="connsiteY751" fmla="*/ 962318 h 6858000"/>
              <a:gd name="connsiteX752" fmla="*/ 5104039 w 7467600"/>
              <a:gd name="connsiteY752" fmla="*/ 940634 h 6858000"/>
              <a:gd name="connsiteX753" fmla="*/ 5256311 w 7467600"/>
              <a:gd name="connsiteY753" fmla="*/ 916490 h 6858000"/>
              <a:gd name="connsiteX754" fmla="*/ 5377381 w 7467600"/>
              <a:gd name="connsiteY754" fmla="*/ 912671 h 6858000"/>
              <a:gd name="connsiteX755" fmla="*/ 5460148 w 7467600"/>
              <a:gd name="connsiteY755" fmla="*/ 911442 h 6858000"/>
              <a:gd name="connsiteX756" fmla="*/ 5648971 w 7467600"/>
              <a:gd name="connsiteY756" fmla="*/ 891331 h 6858000"/>
              <a:gd name="connsiteX757" fmla="*/ 5844807 w 7467600"/>
              <a:gd name="connsiteY757" fmla="*/ 870718 h 6858000"/>
              <a:gd name="connsiteX758" fmla="*/ 5862975 w 7467600"/>
              <a:gd name="connsiteY758" fmla="*/ 869756 h 6858000"/>
              <a:gd name="connsiteX759" fmla="*/ 5920887 w 7467600"/>
              <a:gd name="connsiteY759" fmla="*/ 865929 h 6858000"/>
              <a:gd name="connsiteX760" fmla="*/ 5504425 w 7467600"/>
              <a:gd name="connsiteY760" fmla="*/ 848067 h 6858000"/>
              <a:gd name="connsiteX761" fmla="*/ 3607114 w 7467600"/>
              <a:gd name="connsiteY761" fmla="*/ 467441 h 6858000"/>
              <a:gd name="connsiteX762" fmla="*/ 3296242 w 7467600"/>
              <a:gd name="connsiteY762" fmla="*/ 807991 h 6858000"/>
              <a:gd name="connsiteX763" fmla="*/ 3174674 w 7467600"/>
              <a:gd name="connsiteY763" fmla="*/ 919759 h 6858000"/>
              <a:gd name="connsiteX764" fmla="*/ 3042978 w 7467600"/>
              <a:gd name="connsiteY764" fmla="*/ 1054894 h 6858000"/>
              <a:gd name="connsiteX765" fmla="*/ 2968914 w 7467600"/>
              <a:gd name="connsiteY765" fmla="*/ 1133756 h 6858000"/>
              <a:gd name="connsiteX766" fmla="*/ 3103823 w 7467600"/>
              <a:gd name="connsiteY766" fmla="*/ 1026814 h 6858000"/>
              <a:gd name="connsiteX767" fmla="*/ 3607114 w 7467600"/>
              <a:gd name="connsiteY767" fmla="*/ 467441 h 6858000"/>
              <a:gd name="connsiteX768" fmla="*/ 3744487 w 7467600"/>
              <a:gd name="connsiteY768" fmla="*/ 383136 h 6858000"/>
              <a:gd name="connsiteX769" fmla="*/ 3970213 w 7467600"/>
              <a:gd name="connsiteY769" fmla="*/ 995559 h 6858000"/>
              <a:gd name="connsiteX770" fmla="*/ 3744487 w 7467600"/>
              <a:gd name="connsiteY770" fmla="*/ 383136 h 6858000"/>
              <a:gd name="connsiteX771" fmla="*/ 3624562 w 7467600"/>
              <a:gd name="connsiteY771" fmla="*/ 367041 h 6858000"/>
              <a:gd name="connsiteX772" fmla="*/ 3489712 w 7467600"/>
              <a:gd name="connsiteY772" fmla="*/ 485386 h 6858000"/>
              <a:gd name="connsiteX773" fmla="*/ 3182994 w 7467600"/>
              <a:gd name="connsiteY773" fmla="*/ 828265 h 6858000"/>
              <a:gd name="connsiteX774" fmla="*/ 2892114 w 7467600"/>
              <a:gd name="connsiteY774" fmla="*/ 1172635 h 6858000"/>
              <a:gd name="connsiteX775" fmla="*/ 3021459 w 7467600"/>
              <a:gd name="connsiteY775" fmla="*/ 1035385 h 6858000"/>
              <a:gd name="connsiteX776" fmla="*/ 3153873 w 7467600"/>
              <a:gd name="connsiteY776" fmla="*/ 898971 h 6858000"/>
              <a:gd name="connsiteX777" fmla="*/ 3276511 w 7467600"/>
              <a:gd name="connsiteY777" fmla="*/ 786423 h 6858000"/>
              <a:gd name="connsiteX778" fmla="*/ 3584154 w 7467600"/>
              <a:gd name="connsiteY778" fmla="*/ 448218 h 6858000"/>
              <a:gd name="connsiteX779" fmla="*/ 3624562 w 7467600"/>
              <a:gd name="connsiteY779" fmla="*/ 367041 h 6858000"/>
              <a:gd name="connsiteX780" fmla="*/ 3766672 w 7467600"/>
              <a:gd name="connsiteY780" fmla="*/ 359429 h 6858000"/>
              <a:gd name="connsiteX781" fmla="*/ 3996338 w 7467600"/>
              <a:gd name="connsiteY781" fmla="*/ 968237 h 6858000"/>
              <a:gd name="connsiteX782" fmla="*/ 3766672 w 7467600"/>
              <a:gd name="connsiteY782" fmla="*/ 359429 h 6858000"/>
              <a:gd name="connsiteX783" fmla="*/ 5805386 w 7467600"/>
              <a:gd name="connsiteY783" fmla="*/ 239240 h 6858000"/>
              <a:gd name="connsiteX784" fmla="*/ 5736947 w 7467600"/>
              <a:gd name="connsiteY784" fmla="*/ 261367 h 6858000"/>
              <a:gd name="connsiteX785" fmla="*/ 5427012 w 7467600"/>
              <a:gd name="connsiteY785" fmla="*/ 311272 h 6858000"/>
              <a:gd name="connsiteX786" fmla="*/ 5147818 w 7467600"/>
              <a:gd name="connsiteY786" fmla="*/ 322112 h 6858000"/>
              <a:gd name="connsiteX787" fmla="*/ 5060854 w 7467600"/>
              <a:gd name="connsiteY787" fmla="*/ 311882 h 6858000"/>
              <a:gd name="connsiteX788" fmla="*/ 4945989 w 7467600"/>
              <a:gd name="connsiteY788" fmla="*/ 300516 h 6858000"/>
              <a:gd name="connsiteX789" fmla="*/ 5410479 w 7467600"/>
              <a:gd name="connsiteY789" fmla="*/ 348434 h 6858000"/>
              <a:gd name="connsiteX790" fmla="*/ 5805386 w 7467600"/>
              <a:gd name="connsiteY790" fmla="*/ 239240 h 6858000"/>
              <a:gd name="connsiteX791" fmla="*/ 5905192 w 7467600"/>
              <a:gd name="connsiteY791" fmla="*/ 163079 h 6858000"/>
              <a:gd name="connsiteX792" fmla="*/ 5865655 w 7467600"/>
              <a:gd name="connsiteY792" fmla="*/ 171901 h 6858000"/>
              <a:gd name="connsiteX793" fmla="*/ 5259740 w 7467600"/>
              <a:gd name="connsiteY793" fmla="*/ 257013 h 6858000"/>
              <a:gd name="connsiteX794" fmla="*/ 5208466 w 7467600"/>
              <a:gd name="connsiteY794" fmla="*/ 257550 h 6858000"/>
              <a:gd name="connsiteX795" fmla="*/ 4980204 w 7467600"/>
              <a:gd name="connsiteY795" fmla="*/ 271903 h 6858000"/>
              <a:gd name="connsiteX796" fmla="*/ 5068068 w 7467600"/>
              <a:gd name="connsiteY796" fmla="*/ 282244 h 6858000"/>
              <a:gd name="connsiteX797" fmla="*/ 5153231 w 7467600"/>
              <a:gd name="connsiteY797" fmla="*/ 292240 h 6858000"/>
              <a:gd name="connsiteX798" fmla="*/ 5426491 w 7467600"/>
              <a:gd name="connsiteY798" fmla="*/ 281128 h 6858000"/>
              <a:gd name="connsiteX799" fmla="*/ 5731212 w 7467600"/>
              <a:gd name="connsiteY799" fmla="*/ 231951 h 6858000"/>
              <a:gd name="connsiteX800" fmla="*/ 5905192 w 7467600"/>
              <a:gd name="connsiteY800" fmla="*/ 163079 h 6858000"/>
              <a:gd name="connsiteX801" fmla="*/ 5944437 w 7467600"/>
              <a:gd name="connsiteY801" fmla="*/ 113829 h 6858000"/>
              <a:gd name="connsiteX802" fmla="*/ 5825032 w 7467600"/>
              <a:gd name="connsiteY802" fmla="*/ 146405 h 6858000"/>
              <a:gd name="connsiteX803" fmla="*/ 4955599 w 7467600"/>
              <a:gd name="connsiteY803" fmla="*/ 247008 h 6858000"/>
              <a:gd name="connsiteX804" fmla="*/ 5210104 w 7467600"/>
              <a:gd name="connsiteY804" fmla="*/ 228123 h 6858000"/>
              <a:gd name="connsiteX805" fmla="*/ 5261015 w 7467600"/>
              <a:gd name="connsiteY805" fmla="*/ 227087 h 6858000"/>
              <a:gd name="connsiteX806" fmla="*/ 5861181 w 7467600"/>
              <a:gd name="connsiteY806" fmla="*/ 143093 h 6858000"/>
              <a:gd name="connsiteX807" fmla="*/ 5961252 w 7467600"/>
              <a:gd name="connsiteY807" fmla="*/ 114820 h 6858000"/>
              <a:gd name="connsiteX808" fmla="*/ 5944437 w 7467600"/>
              <a:gd name="connsiteY808" fmla="*/ 113829 h 6858000"/>
              <a:gd name="connsiteX809" fmla="*/ 3882765 w 7467600"/>
              <a:gd name="connsiteY809" fmla="*/ 0 h 6858000"/>
              <a:gd name="connsiteX810" fmla="*/ 3995099 w 7467600"/>
              <a:gd name="connsiteY810" fmla="*/ 0 h 6858000"/>
              <a:gd name="connsiteX811" fmla="*/ 4163818 w 7467600"/>
              <a:gd name="connsiteY811" fmla="*/ 234104 h 6858000"/>
              <a:gd name="connsiteX812" fmla="*/ 4172099 w 7467600"/>
              <a:gd name="connsiteY812" fmla="*/ 234207 h 6858000"/>
              <a:gd name="connsiteX813" fmla="*/ 4784282 w 7467600"/>
              <a:gd name="connsiteY813" fmla="*/ 276561 h 6858000"/>
              <a:gd name="connsiteX814" fmla="*/ 4801687 w 7467600"/>
              <a:gd name="connsiteY814" fmla="*/ 267764 h 6858000"/>
              <a:gd name="connsiteX815" fmla="*/ 6082788 w 7467600"/>
              <a:gd name="connsiteY815" fmla="*/ 64119 h 6858000"/>
              <a:gd name="connsiteX816" fmla="*/ 6099442 w 7467600"/>
              <a:gd name="connsiteY816" fmla="*/ 82568 h 6858000"/>
              <a:gd name="connsiteX817" fmla="*/ 4804137 w 7467600"/>
              <a:gd name="connsiteY817" fmla="*/ 320931 h 6858000"/>
              <a:gd name="connsiteX818" fmla="*/ 4227047 w 7467600"/>
              <a:gd name="connsiteY818" fmla="*/ 313415 h 6858000"/>
              <a:gd name="connsiteX819" fmla="*/ 4346041 w 7467600"/>
              <a:gd name="connsiteY819" fmla="*/ 456086 h 6858000"/>
              <a:gd name="connsiteX820" fmla="*/ 4870967 w 7467600"/>
              <a:gd name="connsiteY820" fmla="*/ 963061 h 6858000"/>
              <a:gd name="connsiteX821" fmla="*/ 4889647 w 7467600"/>
              <a:gd name="connsiteY821" fmla="*/ 957147 h 6858000"/>
              <a:gd name="connsiteX822" fmla="*/ 5422504 w 7467600"/>
              <a:gd name="connsiteY822" fmla="*/ 805191 h 6858000"/>
              <a:gd name="connsiteX823" fmla="*/ 6087656 w 7467600"/>
              <a:gd name="connsiteY823" fmla="*/ 826703 h 6858000"/>
              <a:gd name="connsiteX824" fmla="*/ 6058717 w 7467600"/>
              <a:gd name="connsiteY824" fmla="*/ 865992 h 6858000"/>
              <a:gd name="connsiteX825" fmla="*/ 4974153 w 7467600"/>
              <a:gd name="connsiteY825" fmla="*/ 1045456 h 6858000"/>
              <a:gd name="connsiteX826" fmla="*/ 5627835 w 7467600"/>
              <a:gd name="connsiteY826" fmla="*/ 1472077 h 6858000"/>
              <a:gd name="connsiteX827" fmla="*/ 5629817 w 7467600"/>
              <a:gd name="connsiteY827" fmla="*/ 1471412 h 6858000"/>
              <a:gd name="connsiteX828" fmla="*/ 5634124 w 7467600"/>
              <a:gd name="connsiteY828" fmla="*/ 1470572 h 6858000"/>
              <a:gd name="connsiteX829" fmla="*/ 5755832 w 7467600"/>
              <a:gd name="connsiteY829" fmla="*/ 1383886 h 6858000"/>
              <a:gd name="connsiteX830" fmla="*/ 6014186 w 7467600"/>
              <a:gd name="connsiteY830" fmla="*/ 1279799 h 6858000"/>
              <a:gd name="connsiteX831" fmla="*/ 6901619 w 7467600"/>
              <a:gd name="connsiteY831" fmla="*/ 1047874 h 6858000"/>
              <a:gd name="connsiteX832" fmla="*/ 6931566 w 7467600"/>
              <a:gd name="connsiteY832" fmla="*/ 1062034 h 6858000"/>
              <a:gd name="connsiteX833" fmla="*/ 5790982 w 7467600"/>
              <a:gd name="connsiteY833" fmla="*/ 1561380 h 6858000"/>
              <a:gd name="connsiteX834" fmla="*/ 6188971 w 7467600"/>
              <a:gd name="connsiteY834" fmla="*/ 1755168 h 6858000"/>
              <a:gd name="connsiteX835" fmla="*/ 6202446 w 7467600"/>
              <a:gd name="connsiteY835" fmla="*/ 1752268 h 6858000"/>
              <a:gd name="connsiteX836" fmla="*/ 7179560 w 7467600"/>
              <a:gd name="connsiteY836" fmla="*/ 1467551 h 6858000"/>
              <a:gd name="connsiteX837" fmla="*/ 7158730 w 7467600"/>
              <a:gd name="connsiteY837" fmla="*/ 1507835 h 6858000"/>
              <a:gd name="connsiteX838" fmla="*/ 6326959 w 7467600"/>
              <a:gd name="connsiteY838" fmla="*/ 1817686 h 6858000"/>
              <a:gd name="connsiteX839" fmla="*/ 6537433 w 7467600"/>
              <a:gd name="connsiteY839" fmla="*/ 1907790 h 6858000"/>
              <a:gd name="connsiteX840" fmla="*/ 6550221 w 7467600"/>
              <a:gd name="connsiteY840" fmla="*/ 1910729 h 6858000"/>
              <a:gd name="connsiteX841" fmla="*/ 6964438 w 7467600"/>
              <a:gd name="connsiteY841" fmla="*/ 2209505 h 6858000"/>
              <a:gd name="connsiteX842" fmla="*/ 7367862 w 7467600"/>
              <a:gd name="connsiteY842" fmla="*/ 2806833 h 6858000"/>
              <a:gd name="connsiteX843" fmla="*/ 7364329 w 7467600"/>
              <a:gd name="connsiteY843" fmla="*/ 2826907 h 6858000"/>
              <a:gd name="connsiteX844" fmla="*/ 7290545 w 7467600"/>
              <a:gd name="connsiteY844" fmla="*/ 2850663 h 6858000"/>
              <a:gd name="connsiteX845" fmla="*/ 6472036 w 7467600"/>
              <a:gd name="connsiteY845" fmla="*/ 1959003 h 6858000"/>
              <a:gd name="connsiteX846" fmla="*/ 5792897 w 7467600"/>
              <a:gd name="connsiteY846" fmla="*/ 1647747 h 6858000"/>
              <a:gd name="connsiteX847" fmla="*/ 5842751 w 7467600"/>
              <a:gd name="connsiteY847" fmla="*/ 1816112 h 6858000"/>
              <a:gd name="connsiteX848" fmla="*/ 5847424 w 7467600"/>
              <a:gd name="connsiteY848" fmla="*/ 1815776 h 6858000"/>
              <a:gd name="connsiteX849" fmla="*/ 6399821 w 7467600"/>
              <a:gd name="connsiteY849" fmla="*/ 2344799 h 6858000"/>
              <a:gd name="connsiteX850" fmla="*/ 6323232 w 7467600"/>
              <a:gd name="connsiteY850" fmla="*/ 2389634 h 6858000"/>
              <a:gd name="connsiteX851" fmla="*/ 5942958 w 7467600"/>
              <a:gd name="connsiteY851" fmla="*/ 2077708 h 6858000"/>
              <a:gd name="connsiteX852" fmla="*/ 5921559 w 7467600"/>
              <a:gd name="connsiteY852" fmla="*/ 2378596 h 6858000"/>
              <a:gd name="connsiteX853" fmla="*/ 5817651 w 7467600"/>
              <a:gd name="connsiteY853" fmla="*/ 3023919 h 6858000"/>
              <a:gd name="connsiteX854" fmla="*/ 5729634 w 7467600"/>
              <a:gd name="connsiteY854" fmla="*/ 3051849 h 6858000"/>
              <a:gd name="connsiteX855" fmla="*/ 5611018 w 7467600"/>
              <a:gd name="connsiteY855" fmla="*/ 2316769 h 6858000"/>
              <a:gd name="connsiteX856" fmla="*/ 5687608 w 7467600"/>
              <a:gd name="connsiteY856" fmla="*/ 2039972 h 6858000"/>
              <a:gd name="connsiteX857" fmla="*/ 5657554 w 7467600"/>
              <a:gd name="connsiteY857" fmla="*/ 1576445 h 6858000"/>
              <a:gd name="connsiteX858" fmla="*/ 5150475 w 7467600"/>
              <a:gd name="connsiteY858" fmla="*/ 1274012 h 6858000"/>
              <a:gd name="connsiteX859" fmla="*/ 5349142 w 7467600"/>
              <a:gd name="connsiteY859" fmla="*/ 2204405 h 6858000"/>
              <a:gd name="connsiteX860" fmla="*/ 5262214 w 7467600"/>
              <a:gd name="connsiteY860" fmla="*/ 2233836 h 6858000"/>
              <a:gd name="connsiteX861" fmla="*/ 4981539 w 7467600"/>
              <a:gd name="connsiteY861" fmla="*/ 1542201 h 6858000"/>
              <a:gd name="connsiteX862" fmla="*/ 4958461 w 7467600"/>
              <a:gd name="connsiteY862" fmla="*/ 1136957 h 6858000"/>
              <a:gd name="connsiteX863" fmla="*/ 4655015 w 7467600"/>
              <a:gd name="connsiteY863" fmla="*/ 891426 h 6858000"/>
              <a:gd name="connsiteX864" fmla="*/ 4348002 w 7467600"/>
              <a:gd name="connsiteY864" fmla="*/ 2205895 h 6858000"/>
              <a:gd name="connsiteX865" fmla="*/ 4262250 w 7467600"/>
              <a:gd name="connsiteY865" fmla="*/ 2219972 h 6858000"/>
              <a:gd name="connsiteX866" fmla="*/ 4550611 w 7467600"/>
              <a:gd name="connsiteY866" fmla="*/ 817540 h 6858000"/>
              <a:gd name="connsiteX867" fmla="*/ 4564418 w 7467600"/>
              <a:gd name="connsiteY867" fmla="*/ 808293 h 6858000"/>
              <a:gd name="connsiteX868" fmla="*/ 4266388 w 7467600"/>
              <a:gd name="connsiteY868" fmla="*/ 500083 h 6858000"/>
              <a:gd name="connsiteX869" fmla="*/ 4032842 w 7467600"/>
              <a:gd name="connsiteY869" fmla="*/ 211809 h 6858000"/>
              <a:gd name="connsiteX870" fmla="*/ 3882765 w 7467600"/>
              <a:gd name="connsiteY870" fmla="*/ 0 h 6858000"/>
              <a:gd name="connsiteX871" fmla="*/ 3721337 w 7467600"/>
              <a:gd name="connsiteY871" fmla="*/ 0 h 6858000"/>
              <a:gd name="connsiteX872" fmla="*/ 3797544 w 7467600"/>
              <a:gd name="connsiteY872" fmla="*/ 0 h 6858000"/>
              <a:gd name="connsiteX873" fmla="*/ 3775734 w 7467600"/>
              <a:gd name="connsiteY873" fmla="*/ 95131 h 6858000"/>
              <a:gd name="connsiteX874" fmla="*/ 3724807 w 7467600"/>
              <a:gd name="connsiteY874" fmla="*/ 272257 h 6858000"/>
              <a:gd name="connsiteX875" fmla="*/ 3726844 w 7467600"/>
              <a:gd name="connsiteY875" fmla="*/ 282988 h 6858000"/>
              <a:gd name="connsiteX876" fmla="*/ 3742664 w 7467600"/>
              <a:gd name="connsiteY876" fmla="*/ 279918 h 6858000"/>
              <a:gd name="connsiteX877" fmla="*/ 4103910 w 7467600"/>
              <a:gd name="connsiteY877" fmla="*/ 1161917 h 6858000"/>
              <a:gd name="connsiteX878" fmla="*/ 4020269 w 7467600"/>
              <a:gd name="connsiteY878" fmla="*/ 1200406 h 6858000"/>
              <a:gd name="connsiteX879" fmla="*/ 3674882 w 7467600"/>
              <a:gd name="connsiteY879" fmla="*/ 488524 h 6858000"/>
              <a:gd name="connsiteX880" fmla="*/ 3132682 w 7467600"/>
              <a:gd name="connsiteY880" fmla="*/ 1072284 h 6858000"/>
              <a:gd name="connsiteX881" fmla="*/ 2716346 w 7467600"/>
              <a:gd name="connsiteY881" fmla="*/ 1276376 h 6858000"/>
              <a:gd name="connsiteX882" fmla="*/ 2716772 w 7467600"/>
              <a:gd name="connsiteY882" fmla="*/ 1255462 h 6858000"/>
              <a:gd name="connsiteX883" fmla="*/ 3471096 w 7467600"/>
              <a:gd name="connsiteY883" fmla="*/ 437072 h 6858000"/>
              <a:gd name="connsiteX884" fmla="*/ 3639057 w 7467600"/>
              <a:gd name="connsiteY884" fmla="*/ 286334 h 6858000"/>
              <a:gd name="connsiteX885" fmla="*/ 3640309 w 7467600"/>
              <a:gd name="connsiteY885" fmla="*/ 284664 h 6858000"/>
              <a:gd name="connsiteX886" fmla="*/ 3646022 w 7467600"/>
              <a:gd name="connsiteY886" fmla="*/ 276711 h 6858000"/>
              <a:gd name="connsiteX887" fmla="*/ 3707943 w 7467600"/>
              <a:gd name="connsiteY887" fmla="*/ 65958 h 6858000"/>
              <a:gd name="connsiteX888" fmla="*/ 3721337 w 7467600"/>
              <a:gd name="connsiteY888" fmla="*/ 0 h 6858000"/>
              <a:gd name="connsiteX889" fmla="*/ 2867960 w 7467600"/>
              <a:gd name="connsiteY889" fmla="*/ 0 h 6858000"/>
              <a:gd name="connsiteX890" fmla="*/ 2926351 w 7467600"/>
              <a:gd name="connsiteY890" fmla="*/ 0 h 6858000"/>
              <a:gd name="connsiteX891" fmla="*/ 2902823 w 7467600"/>
              <a:gd name="connsiteY891" fmla="*/ 262929 h 6858000"/>
              <a:gd name="connsiteX892" fmla="*/ 2940663 w 7467600"/>
              <a:gd name="connsiteY892" fmla="*/ 140884 h 6858000"/>
              <a:gd name="connsiteX893" fmla="*/ 2947039 w 7467600"/>
              <a:gd name="connsiteY893" fmla="*/ 122524 h 6858000"/>
              <a:gd name="connsiteX894" fmla="*/ 2984316 w 7467600"/>
              <a:gd name="connsiteY894" fmla="*/ 0 h 6858000"/>
              <a:gd name="connsiteX895" fmla="*/ 3016114 w 7467600"/>
              <a:gd name="connsiteY895" fmla="*/ 0 h 6858000"/>
              <a:gd name="connsiteX896" fmla="*/ 2979949 w 7467600"/>
              <a:gd name="connsiteY896" fmla="*/ 119274 h 6858000"/>
              <a:gd name="connsiteX897" fmla="*/ 3023879 w 7467600"/>
              <a:gd name="connsiteY897" fmla="*/ 0 h 6858000"/>
              <a:gd name="connsiteX898" fmla="*/ 3105400 w 7467600"/>
              <a:gd name="connsiteY898" fmla="*/ 0 h 6858000"/>
              <a:gd name="connsiteX899" fmla="*/ 3094669 w 7467600"/>
              <a:gd name="connsiteY899" fmla="*/ 30308 h 6858000"/>
              <a:gd name="connsiteX900" fmla="*/ 2901945 w 7467600"/>
              <a:gd name="connsiteY900" fmla="*/ 466538 h 6858000"/>
              <a:gd name="connsiteX901" fmla="*/ 2815209 w 7467600"/>
              <a:gd name="connsiteY901" fmla="*/ 497361 h 6858000"/>
              <a:gd name="connsiteX902" fmla="*/ 2844845 w 7467600"/>
              <a:gd name="connsiteY902" fmla="*/ 127638 h 6858000"/>
              <a:gd name="connsiteX903" fmla="*/ 2867960 w 7467600"/>
              <a:gd name="connsiteY903" fmla="*/ 0 h 6858000"/>
              <a:gd name="connsiteX904" fmla="*/ 1057230 w 7467600"/>
              <a:gd name="connsiteY904" fmla="*/ 0 h 6858000"/>
              <a:gd name="connsiteX905" fmla="*/ 1111003 w 7467600"/>
              <a:gd name="connsiteY905" fmla="*/ 0 h 6858000"/>
              <a:gd name="connsiteX906" fmla="*/ 1125553 w 7467600"/>
              <a:gd name="connsiteY906" fmla="*/ 52588 h 6858000"/>
              <a:gd name="connsiteX907" fmla="*/ 1304276 w 7467600"/>
              <a:gd name="connsiteY907" fmla="*/ 476275 h 6858000"/>
              <a:gd name="connsiteX908" fmla="*/ 1492066 w 7467600"/>
              <a:gd name="connsiteY908" fmla="*/ 886333 h 6858000"/>
              <a:gd name="connsiteX909" fmla="*/ 1423698 w 7467600"/>
              <a:gd name="connsiteY909" fmla="*/ 710817 h 6858000"/>
              <a:gd name="connsiteX910" fmla="*/ 1357609 w 7467600"/>
              <a:gd name="connsiteY910" fmla="*/ 532892 h 6858000"/>
              <a:gd name="connsiteX911" fmla="*/ 1309550 w 7467600"/>
              <a:gd name="connsiteY911" fmla="*/ 374031 h 6858000"/>
              <a:gd name="connsiteX912" fmla="*/ 1193673 w 7467600"/>
              <a:gd name="connsiteY912" fmla="*/ 49533 h 6858000"/>
              <a:gd name="connsiteX913" fmla="*/ 1164391 w 7467600"/>
              <a:gd name="connsiteY913" fmla="*/ 0 h 6858000"/>
              <a:gd name="connsiteX914" fmla="*/ 1200666 w 7467600"/>
              <a:gd name="connsiteY914" fmla="*/ 0 h 6858000"/>
              <a:gd name="connsiteX915" fmla="*/ 1223408 w 7467600"/>
              <a:gd name="connsiteY915" fmla="*/ 38996 h 6858000"/>
              <a:gd name="connsiteX916" fmla="*/ 1339635 w 7467600"/>
              <a:gd name="connsiteY916" fmla="*/ 365517 h 6858000"/>
              <a:gd name="connsiteX917" fmla="*/ 1387469 w 7467600"/>
              <a:gd name="connsiteY917" fmla="*/ 523079 h 6858000"/>
              <a:gd name="connsiteX918" fmla="*/ 1452685 w 7467600"/>
              <a:gd name="connsiteY918" fmla="*/ 699806 h 6858000"/>
              <a:gd name="connsiteX919" fmla="*/ 1492092 w 7467600"/>
              <a:gd name="connsiteY919" fmla="*/ 800424 h 6858000"/>
              <a:gd name="connsiteX920" fmla="*/ 1455302 w 7467600"/>
              <a:gd name="connsiteY920" fmla="*/ 632913 h 6858000"/>
              <a:gd name="connsiteX921" fmla="*/ 1222336 w 7467600"/>
              <a:gd name="connsiteY921" fmla="*/ 9480 h 6858000"/>
              <a:gd name="connsiteX922" fmla="*/ 1214634 w 7467600"/>
              <a:gd name="connsiteY922" fmla="*/ 0 h 6858000"/>
              <a:gd name="connsiteX923" fmla="*/ 1289827 w 7467600"/>
              <a:gd name="connsiteY923" fmla="*/ 0 h 6858000"/>
              <a:gd name="connsiteX924" fmla="*/ 1321076 w 7467600"/>
              <a:gd name="connsiteY924" fmla="*/ 59722 h 6858000"/>
              <a:gd name="connsiteX925" fmla="*/ 1512579 w 7467600"/>
              <a:gd name="connsiteY925" fmla="*/ 626441 h 6858000"/>
              <a:gd name="connsiteX926" fmla="*/ 1506076 w 7467600"/>
              <a:gd name="connsiteY926" fmla="*/ 1089289 h 6858000"/>
              <a:gd name="connsiteX927" fmla="*/ 1486346 w 7467600"/>
              <a:gd name="connsiteY927" fmla="*/ 1079919 h 6858000"/>
              <a:gd name="connsiteX928" fmla="*/ 1070511 w 7467600"/>
              <a:gd name="connsiteY928" fmla="*/ 48609 h 6858000"/>
              <a:gd name="connsiteX929" fmla="*/ 1057230 w 7467600"/>
              <a:gd name="connsiteY929" fmla="*/ 0 h 6858000"/>
              <a:gd name="connsiteX930" fmla="*/ 43151 w 7467600"/>
              <a:gd name="connsiteY930" fmla="*/ 0 h 6858000"/>
              <a:gd name="connsiteX931" fmla="*/ 95283 w 7467600"/>
              <a:gd name="connsiteY931" fmla="*/ 0 h 6858000"/>
              <a:gd name="connsiteX932" fmla="*/ 300708 w 7467600"/>
              <a:gd name="connsiteY932" fmla="*/ 154571 h 6858000"/>
              <a:gd name="connsiteX933" fmla="*/ 530414 w 7467600"/>
              <a:gd name="connsiteY933" fmla="*/ 354673 h 6858000"/>
              <a:gd name="connsiteX934" fmla="*/ 333785 w 7467600"/>
              <a:gd name="connsiteY934" fmla="*/ 161564 h 6858000"/>
              <a:gd name="connsiteX935" fmla="*/ 147005 w 7467600"/>
              <a:gd name="connsiteY935" fmla="*/ 0 h 6858000"/>
              <a:gd name="connsiteX936" fmla="*/ 272509 w 7467600"/>
              <a:gd name="connsiteY936" fmla="*/ 0 h 6858000"/>
              <a:gd name="connsiteX937" fmla="*/ 326276 w 7467600"/>
              <a:gd name="connsiteY937" fmla="*/ 45847 h 6858000"/>
              <a:gd name="connsiteX938" fmla="*/ 823759 w 7467600"/>
              <a:gd name="connsiteY938" fmla="*/ 574145 h 6858000"/>
              <a:gd name="connsiteX939" fmla="*/ 811254 w 7467600"/>
              <a:gd name="connsiteY939" fmla="*/ 665546 h 6858000"/>
              <a:gd name="connsiteX940" fmla="*/ 154042 w 7467600"/>
              <a:gd name="connsiteY940" fmla="*/ 261522 h 6858000"/>
              <a:gd name="connsiteX941" fmla="*/ 13550 w 7467600"/>
              <a:gd name="connsiteY941" fmla="*/ 158423 h 6858000"/>
              <a:gd name="connsiteX942" fmla="*/ 0 w 7467600"/>
              <a:gd name="connsiteY942" fmla="*/ 146618 h 6858000"/>
              <a:gd name="connsiteX943" fmla="*/ 0 w 7467600"/>
              <a:gd name="connsiteY943" fmla="*/ 59161 h 6858000"/>
              <a:gd name="connsiteX944" fmla="*/ 45427 w 7467600"/>
              <a:gd name="connsiteY944" fmla="*/ 101078 h 6858000"/>
              <a:gd name="connsiteX945" fmla="*/ 630103 w 7467600"/>
              <a:gd name="connsiteY945" fmla="*/ 485885 h 6858000"/>
              <a:gd name="connsiteX946" fmla="*/ 532040 w 7467600"/>
              <a:gd name="connsiteY946" fmla="*/ 399359 h 6858000"/>
              <a:gd name="connsiteX947" fmla="*/ 517618 w 7467600"/>
              <a:gd name="connsiteY947" fmla="*/ 385726 h 6858000"/>
              <a:gd name="connsiteX948" fmla="*/ 285074 w 7467600"/>
              <a:gd name="connsiteY948" fmla="*/ 182755 h 6858000"/>
              <a:gd name="connsiteX949" fmla="*/ 43151 w 7467600"/>
              <a:gd name="connsiteY949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467600 w 7467600"/>
              <a:gd name="connsiteY4" fmla="*/ 6805948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467600 w 7467600"/>
              <a:gd name="connsiteY16" fmla="*/ 6805948 h 6858000"/>
              <a:gd name="connsiteX17" fmla="*/ 1019354 w 7467600"/>
              <a:gd name="connsiteY17" fmla="*/ 6315006 h 6858000"/>
              <a:gd name="connsiteX18" fmla="*/ 441046 w 7467600"/>
              <a:gd name="connsiteY18" fmla="*/ 6691153 h 6858000"/>
              <a:gd name="connsiteX19" fmla="*/ 1019354 w 7467600"/>
              <a:gd name="connsiteY19" fmla="*/ 6315006 h 6858000"/>
              <a:gd name="connsiteX20" fmla="*/ 991680 w 7467600"/>
              <a:gd name="connsiteY20" fmla="*/ 6298413 h 6858000"/>
              <a:gd name="connsiteX21" fmla="*/ 409060 w 7467600"/>
              <a:gd name="connsiteY21" fmla="*/ 6671470 h 6858000"/>
              <a:gd name="connsiteX22" fmla="*/ 991680 w 7467600"/>
              <a:gd name="connsiteY22" fmla="*/ 6298413 h 6858000"/>
              <a:gd name="connsiteX23" fmla="*/ 103333 w 7467600"/>
              <a:gd name="connsiteY23" fmla="*/ 5699602 h 6858000"/>
              <a:gd name="connsiteX24" fmla="*/ 233938 w 7467600"/>
              <a:gd name="connsiteY24" fmla="*/ 5809416 h 6858000"/>
              <a:gd name="connsiteX25" fmla="*/ 883580 w 7467600"/>
              <a:gd name="connsiteY25" fmla="*/ 6180710 h 6858000"/>
              <a:gd name="connsiteX26" fmla="*/ 487337 w 7467600"/>
              <a:gd name="connsiteY26" fmla="*/ 5950182 h 6858000"/>
              <a:gd name="connsiteX27" fmla="*/ 354051 w 7467600"/>
              <a:gd name="connsiteY27" fmla="*/ 5854912 h 6858000"/>
              <a:gd name="connsiteX28" fmla="*/ 195436 w 7467600"/>
              <a:gd name="connsiteY28" fmla="*/ 5755068 h 6858000"/>
              <a:gd name="connsiteX29" fmla="*/ 103333 w 7467600"/>
              <a:gd name="connsiteY29" fmla="*/ 5699602 h 6858000"/>
              <a:gd name="connsiteX30" fmla="*/ 5539432 w 7467600"/>
              <a:gd name="connsiteY30" fmla="*/ 5642928 h 6858000"/>
              <a:gd name="connsiteX31" fmla="*/ 5555462 w 7467600"/>
              <a:gd name="connsiteY31" fmla="*/ 5694454 h 6858000"/>
              <a:gd name="connsiteX32" fmla="*/ 5828270 w 7467600"/>
              <a:gd name="connsiteY32" fmla="*/ 6320663 h 6858000"/>
              <a:gd name="connsiteX33" fmla="*/ 5947416 w 7467600"/>
              <a:gd name="connsiteY33" fmla="*/ 6574846 h 6858000"/>
              <a:gd name="connsiteX34" fmla="*/ 5539432 w 7467600"/>
              <a:gd name="connsiteY34" fmla="*/ 5642928 h 6858000"/>
              <a:gd name="connsiteX35" fmla="*/ 51253 w 7467600"/>
              <a:gd name="connsiteY35" fmla="*/ 5631825 h 6858000"/>
              <a:gd name="connsiteX36" fmla="*/ 211622 w 7467600"/>
              <a:gd name="connsiteY36" fmla="*/ 5728803 h 6858000"/>
              <a:gd name="connsiteX37" fmla="*/ 371652 w 7467600"/>
              <a:gd name="connsiteY37" fmla="*/ 5829062 h 6858000"/>
              <a:gd name="connsiteX38" fmla="*/ 505903 w 7467600"/>
              <a:gd name="connsiteY38" fmla="*/ 5925221 h 6858000"/>
              <a:gd name="connsiteX39" fmla="*/ 899240 w 7467600"/>
              <a:gd name="connsiteY39" fmla="*/ 6153068 h 6858000"/>
              <a:gd name="connsiteX40" fmla="*/ 988114 w 7467600"/>
              <a:gd name="connsiteY40" fmla="*/ 6174204 h 6858000"/>
              <a:gd name="connsiteX41" fmla="*/ 845971 w 7467600"/>
              <a:gd name="connsiteY41" fmla="*/ 6067177 h 6858000"/>
              <a:gd name="connsiteX42" fmla="*/ 448057 w 7467600"/>
              <a:gd name="connsiteY42" fmla="*/ 5841376 h 6858000"/>
              <a:gd name="connsiteX43" fmla="*/ 51253 w 7467600"/>
              <a:gd name="connsiteY43" fmla="*/ 5631825 h 6858000"/>
              <a:gd name="connsiteX44" fmla="*/ 2606687 w 7467600"/>
              <a:gd name="connsiteY44" fmla="*/ 5630718 h 6858000"/>
              <a:gd name="connsiteX45" fmla="*/ 2645658 w 7467600"/>
              <a:gd name="connsiteY45" fmla="*/ 6640259 h 6858000"/>
              <a:gd name="connsiteX46" fmla="*/ 2606687 w 7467600"/>
              <a:gd name="connsiteY46" fmla="*/ 5630718 h 6858000"/>
              <a:gd name="connsiteX47" fmla="*/ 3642057 w 7467600"/>
              <a:gd name="connsiteY47" fmla="*/ 5573487 h 6858000"/>
              <a:gd name="connsiteX48" fmla="*/ 3632981 w 7467600"/>
              <a:gd name="connsiteY48" fmla="*/ 5579437 h 6858000"/>
              <a:gd name="connsiteX49" fmla="*/ 3382436 w 7467600"/>
              <a:gd name="connsiteY49" fmla="*/ 5952726 h 6858000"/>
              <a:gd name="connsiteX50" fmla="*/ 3191929 w 7467600"/>
              <a:gd name="connsiteY50" fmla="*/ 6662669 h 6858000"/>
              <a:gd name="connsiteX51" fmla="*/ 3369898 w 7467600"/>
              <a:gd name="connsiteY51" fmla="*/ 6081771 h 6858000"/>
              <a:gd name="connsiteX52" fmla="*/ 3642057 w 7467600"/>
              <a:gd name="connsiteY52" fmla="*/ 5573487 h 6858000"/>
              <a:gd name="connsiteX53" fmla="*/ 2650666 w 7467600"/>
              <a:gd name="connsiteY53" fmla="*/ 5530686 h 6858000"/>
              <a:gd name="connsiteX54" fmla="*/ 2650249 w 7467600"/>
              <a:gd name="connsiteY54" fmla="*/ 5532101 h 6858000"/>
              <a:gd name="connsiteX55" fmla="*/ 2663808 w 7467600"/>
              <a:gd name="connsiteY55" fmla="*/ 6535215 h 6858000"/>
              <a:gd name="connsiteX56" fmla="*/ 2665418 w 7467600"/>
              <a:gd name="connsiteY56" fmla="*/ 6132756 h 6858000"/>
              <a:gd name="connsiteX57" fmla="*/ 2650666 w 7467600"/>
              <a:gd name="connsiteY57" fmla="*/ 5530686 h 6858000"/>
              <a:gd name="connsiteX58" fmla="*/ 2680277 w 7467600"/>
              <a:gd name="connsiteY58" fmla="*/ 5479204 h 6858000"/>
              <a:gd name="connsiteX59" fmla="*/ 2678972 w 7467600"/>
              <a:gd name="connsiteY59" fmla="*/ 5481582 h 6858000"/>
              <a:gd name="connsiteX60" fmla="*/ 2696666 w 7467600"/>
              <a:gd name="connsiteY60" fmla="*/ 6133836 h 6858000"/>
              <a:gd name="connsiteX61" fmla="*/ 2695769 w 7467600"/>
              <a:gd name="connsiteY61" fmla="*/ 6390955 h 6858000"/>
              <a:gd name="connsiteX62" fmla="*/ 2739893 w 7467600"/>
              <a:gd name="connsiteY62" fmla="*/ 6108357 h 6858000"/>
              <a:gd name="connsiteX63" fmla="*/ 2680277 w 7467600"/>
              <a:gd name="connsiteY63" fmla="*/ 5479204 h 6858000"/>
              <a:gd name="connsiteX64" fmla="*/ 1132195 w 7467600"/>
              <a:gd name="connsiteY64" fmla="*/ 5467980 h 6858000"/>
              <a:gd name="connsiteX65" fmla="*/ 1679056 w 7467600"/>
              <a:gd name="connsiteY65" fmla="*/ 5516907 h 6858000"/>
              <a:gd name="connsiteX66" fmla="*/ 2128648 w 7467600"/>
              <a:gd name="connsiteY66" fmla="*/ 5474249 h 6858000"/>
              <a:gd name="connsiteX67" fmla="*/ 1825619 w 7467600"/>
              <a:gd name="connsiteY67" fmla="*/ 5478447 h 6858000"/>
              <a:gd name="connsiteX68" fmla="*/ 1737798 w 7467600"/>
              <a:gd name="connsiteY68" fmla="*/ 5483353 h 6858000"/>
              <a:gd name="connsiteX69" fmla="*/ 1132195 w 7467600"/>
              <a:gd name="connsiteY69" fmla="*/ 5467980 h 6858000"/>
              <a:gd name="connsiteX70" fmla="*/ 1456157 w 7467600"/>
              <a:gd name="connsiteY70" fmla="*/ 5371404 h 6858000"/>
              <a:gd name="connsiteX71" fmla="*/ 1244432 w 7467600"/>
              <a:gd name="connsiteY71" fmla="*/ 5385601 h 6858000"/>
              <a:gd name="connsiteX72" fmla="*/ 973990 w 7467600"/>
              <a:gd name="connsiteY72" fmla="*/ 5424940 h 6858000"/>
              <a:gd name="connsiteX73" fmla="*/ 1103809 w 7467600"/>
              <a:gd name="connsiteY73" fmla="*/ 5433720 h 6858000"/>
              <a:gd name="connsiteX74" fmla="*/ 1123454 w 7467600"/>
              <a:gd name="connsiteY74" fmla="*/ 5435727 h 6858000"/>
              <a:gd name="connsiteX75" fmla="*/ 1737017 w 7467600"/>
              <a:gd name="connsiteY75" fmla="*/ 5452183 h 6858000"/>
              <a:gd name="connsiteX76" fmla="*/ 1824397 w 7467600"/>
              <a:gd name="connsiteY76" fmla="*/ 5447757 h 6858000"/>
              <a:gd name="connsiteX77" fmla="*/ 2070059 w 7467600"/>
              <a:gd name="connsiteY77" fmla="*/ 5441660 h 6858000"/>
              <a:gd name="connsiteX78" fmla="*/ 1456157 w 7467600"/>
              <a:gd name="connsiteY78" fmla="*/ 5371404 h 6858000"/>
              <a:gd name="connsiteX79" fmla="*/ 4988186 w 7467600"/>
              <a:gd name="connsiteY79" fmla="*/ 5216467 h 6858000"/>
              <a:gd name="connsiteX80" fmla="*/ 4777334 w 7467600"/>
              <a:gd name="connsiteY80" fmla="*/ 5406072 h 6858000"/>
              <a:gd name="connsiteX81" fmla="*/ 4718341 w 7467600"/>
              <a:gd name="connsiteY81" fmla="*/ 5468043 h 6858000"/>
              <a:gd name="connsiteX82" fmla="*/ 4604655 w 7467600"/>
              <a:gd name="connsiteY82" fmla="*/ 5583434 h 6858000"/>
              <a:gd name="connsiteX83" fmla="*/ 4565074 w 7467600"/>
              <a:gd name="connsiteY83" fmla="*/ 5618550 h 6858000"/>
              <a:gd name="connsiteX84" fmla="*/ 4988186 w 7467600"/>
              <a:gd name="connsiteY84" fmla="*/ 5216467 h 6858000"/>
              <a:gd name="connsiteX85" fmla="*/ 4978032 w 7467600"/>
              <a:gd name="connsiteY85" fmla="*/ 5183809 h 6858000"/>
              <a:gd name="connsiteX86" fmla="*/ 4463413 w 7467600"/>
              <a:gd name="connsiteY86" fmla="*/ 5615162 h 6858000"/>
              <a:gd name="connsiteX87" fmla="*/ 4358134 w 7467600"/>
              <a:gd name="connsiteY87" fmla="*/ 5742791 h 6858000"/>
              <a:gd name="connsiteX88" fmla="*/ 4376219 w 7467600"/>
              <a:gd name="connsiteY88" fmla="*/ 5729027 h 6858000"/>
              <a:gd name="connsiteX89" fmla="*/ 4582340 w 7467600"/>
              <a:gd name="connsiteY89" fmla="*/ 5561037 h 6858000"/>
              <a:gd name="connsiteX90" fmla="*/ 4694684 w 7467600"/>
              <a:gd name="connsiteY90" fmla="*/ 5447098 h 6858000"/>
              <a:gd name="connsiteX91" fmla="*/ 4754123 w 7467600"/>
              <a:gd name="connsiteY91" fmla="*/ 5384643 h 6858000"/>
              <a:gd name="connsiteX92" fmla="*/ 4978032 w 7467600"/>
              <a:gd name="connsiteY92" fmla="*/ 5183809 h 6858000"/>
              <a:gd name="connsiteX93" fmla="*/ 1903353 w 7467600"/>
              <a:gd name="connsiteY93" fmla="*/ 5044827 h 6858000"/>
              <a:gd name="connsiteX94" fmla="*/ 1936931 w 7467600"/>
              <a:gd name="connsiteY94" fmla="*/ 5093954 h 6858000"/>
              <a:gd name="connsiteX95" fmla="*/ 2195868 w 7467600"/>
              <a:gd name="connsiteY95" fmla="*/ 5396574 h 6858000"/>
              <a:gd name="connsiteX96" fmla="*/ 2088852 w 7467600"/>
              <a:gd name="connsiteY96" fmla="*/ 5166123 h 6858000"/>
              <a:gd name="connsiteX97" fmla="*/ 1958241 w 7467600"/>
              <a:gd name="connsiteY97" fmla="*/ 5067955 h 6858000"/>
              <a:gd name="connsiteX98" fmla="*/ 1903353 w 7467600"/>
              <a:gd name="connsiteY98" fmla="*/ 5044827 h 6858000"/>
              <a:gd name="connsiteX99" fmla="*/ 1979378 w 7467600"/>
              <a:gd name="connsiteY99" fmla="*/ 4769504 h 6858000"/>
              <a:gd name="connsiteX100" fmla="*/ 2882120 w 7467600"/>
              <a:gd name="connsiteY100" fmla="*/ 5064547 h 6858000"/>
              <a:gd name="connsiteX101" fmla="*/ 2793103 w 7467600"/>
              <a:gd name="connsiteY101" fmla="*/ 5039699 h 6858000"/>
              <a:gd name="connsiteX102" fmla="*/ 2770041 w 7467600"/>
              <a:gd name="connsiteY102" fmla="*/ 5033634 h 6858000"/>
              <a:gd name="connsiteX103" fmla="*/ 1979378 w 7467600"/>
              <a:gd name="connsiteY103" fmla="*/ 4769504 h 6858000"/>
              <a:gd name="connsiteX104" fmla="*/ 1927410 w 7467600"/>
              <a:gd name="connsiteY104" fmla="*/ 4716164 h 6858000"/>
              <a:gd name="connsiteX105" fmla="*/ 1959587 w 7467600"/>
              <a:gd name="connsiteY105" fmla="*/ 4728849 h 6858000"/>
              <a:gd name="connsiteX106" fmla="*/ 2777707 w 7467600"/>
              <a:gd name="connsiteY106" fmla="*/ 5003991 h 6858000"/>
              <a:gd name="connsiteX107" fmla="*/ 2800768 w 7467600"/>
              <a:gd name="connsiteY107" fmla="*/ 5010056 h 6858000"/>
              <a:gd name="connsiteX108" fmla="*/ 2879408 w 7467600"/>
              <a:gd name="connsiteY108" fmla="*/ 5031590 h 6858000"/>
              <a:gd name="connsiteX109" fmla="*/ 2862295 w 7467600"/>
              <a:gd name="connsiteY109" fmla="*/ 5022958 h 6858000"/>
              <a:gd name="connsiteX110" fmla="*/ 2813343 w 7467600"/>
              <a:gd name="connsiteY110" fmla="*/ 4998369 h 6858000"/>
              <a:gd name="connsiteX111" fmla="*/ 2646245 w 7467600"/>
              <a:gd name="connsiteY111" fmla="*/ 4930999 h 6858000"/>
              <a:gd name="connsiteX112" fmla="*/ 1999243 w 7467600"/>
              <a:gd name="connsiteY112" fmla="*/ 4730524 h 6858000"/>
              <a:gd name="connsiteX113" fmla="*/ 1979527 w 7467600"/>
              <a:gd name="connsiteY113" fmla="*/ 4726651 h 6858000"/>
              <a:gd name="connsiteX114" fmla="*/ 1927410 w 7467600"/>
              <a:gd name="connsiteY114" fmla="*/ 4716164 h 6858000"/>
              <a:gd name="connsiteX115" fmla="*/ 1997014 w 7467600"/>
              <a:gd name="connsiteY115" fmla="*/ 4698007 h 6858000"/>
              <a:gd name="connsiteX116" fmla="*/ 2005458 w 7467600"/>
              <a:gd name="connsiteY116" fmla="*/ 4699540 h 6858000"/>
              <a:gd name="connsiteX117" fmla="*/ 2657186 w 7467600"/>
              <a:gd name="connsiteY117" fmla="*/ 4901687 h 6858000"/>
              <a:gd name="connsiteX118" fmla="*/ 2826662 w 7467600"/>
              <a:gd name="connsiteY118" fmla="*/ 4970362 h 6858000"/>
              <a:gd name="connsiteX119" fmla="*/ 2876100 w 7467600"/>
              <a:gd name="connsiteY119" fmla="*/ 4995397 h 6858000"/>
              <a:gd name="connsiteX120" fmla="*/ 3042600 w 7467600"/>
              <a:gd name="connsiteY120" fmla="*/ 5059532 h 6858000"/>
              <a:gd name="connsiteX121" fmla="*/ 1997014 w 7467600"/>
              <a:gd name="connsiteY121" fmla="*/ 4698007 h 6858000"/>
              <a:gd name="connsiteX122" fmla="*/ 2305292 w 7467600"/>
              <a:gd name="connsiteY122" fmla="*/ 4219492 h 6858000"/>
              <a:gd name="connsiteX123" fmla="*/ 3360922 w 7467600"/>
              <a:gd name="connsiteY123" fmla="*/ 4529373 h 6858000"/>
              <a:gd name="connsiteX124" fmla="*/ 3492420 w 7467600"/>
              <a:gd name="connsiteY124" fmla="*/ 4510145 h 6858000"/>
              <a:gd name="connsiteX125" fmla="*/ 3364086 w 7467600"/>
              <a:gd name="connsiteY125" fmla="*/ 4480340 h 6858000"/>
              <a:gd name="connsiteX126" fmla="*/ 3225818 w 7467600"/>
              <a:gd name="connsiteY126" fmla="*/ 4411822 h 6858000"/>
              <a:gd name="connsiteX127" fmla="*/ 3129696 w 7467600"/>
              <a:gd name="connsiteY127" fmla="*/ 4360704 h 6858000"/>
              <a:gd name="connsiteX128" fmla="*/ 2814545 w 7467600"/>
              <a:gd name="connsiteY128" fmla="*/ 4282955 h 6858000"/>
              <a:gd name="connsiteX129" fmla="*/ 2305292 w 7467600"/>
              <a:gd name="connsiteY129" fmla="*/ 4219492 h 6858000"/>
              <a:gd name="connsiteX130" fmla="*/ 2626982 w 7467600"/>
              <a:gd name="connsiteY130" fmla="*/ 4206450 h 6858000"/>
              <a:gd name="connsiteX131" fmla="*/ 2490617 w 7467600"/>
              <a:gd name="connsiteY131" fmla="*/ 4206951 h 6858000"/>
              <a:gd name="connsiteX132" fmla="*/ 2819869 w 7467600"/>
              <a:gd name="connsiteY132" fmla="*/ 4252936 h 6858000"/>
              <a:gd name="connsiteX133" fmla="*/ 3143018 w 7467600"/>
              <a:gd name="connsiteY133" fmla="*/ 4332698 h 6858000"/>
              <a:gd name="connsiteX134" fmla="*/ 3241520 w 7467600"/>
              <a:gd name="connsiteY134" fmla="*/ 4385112 h 6858000"/>
              <a:gd name="connsiteX135" fmla="*/ 3374575 w 7467600"/>
              <a:gd name="connsiteY135" fmla="*/ 4451517 h 6858000"/>
              <a:gd name="connsiteX136" fmla="*/ 3505221 w 7467600"/>
              <a:gd name="connsiteY136" fmla="*/ 4480757 h 6858000"/>
              <a:gd name="connsiteX137" fmla="*/ 2626982 w 7467600"/>
              <a:gd name="connsiteY137" fmla="*/ 4206450 h 6858000"/>
              <a:gd name="connsiteX138" fmla="*/ 1310106 w 7467600"/>
              <a:gd name="connsiteY138" fmla="*/ 3943217 h 6858000"/>
              <a:gd name="connsiteX139" fmla="*/ 854994 w 7467600"/>
              <a:gd name="connsiteY139" fmla="*/ 4399136 h 6858000"/>
              <a:gd name="connsiteX140" fmla="*/ 742462 w 7467600"/>
              <a:gd name="connsiteY140" fmla="*/ 4594648 h 6858000"/>
              <a:gd name="connsiteX141" fmla="*/ 820602 w 7467600"/>
              <a:gd name="connsiteY141" fmla="*/ 4485915 h 6858000"/>
              <a:gd name="connsiteX142" fmla="*/ 878295 w 7467600"/>
              <a:gd name="connsiteY142" fmla="*/ 4403594 h 6858000"/>
              <a:gd name="connsiteX143" fmla="*/ 1240607 w 7467600"/>
              <a:gd name="connsiteY143" fmla="*/ 4010401 h 6858000"/>
              <a:gd name="connsiteX144" fmla="*/ 1310106 w 7467600"/>
              <a:gd name="connsiteY144" fmla="*/ 3943217 h 6858000"/>
              <a:gd name="connsiteX145" fmla="*/ 1423113 w 7467600"/>
              <a:gd name="connsiteY145" fmla="*/ 3874565 h 6858000"/>
              <a:gd name="connsiteX146" fmla="*/ 1260565 w 7467600"/>
              <a:gd name="connsiteY146" fmla="*/ 4031982 h 6858000"/>
              <a:gd name="connsiteX147" fmla="*/ 901900 w 7467600"/>
              <a:gd name="connsiteY147" fmla="*/ 4421236 h 6858000"/>
              <a:gd name="connsiteX148" fmla="*/ 845044 w 7467600"/>
              <a:gd name="connsiteY148" fmla="*/ 4502436 h 6858000"/>
              <a:gd name="connsiteX149" fmla="*/ 685926 w 7467600"/>
              <a:gd name="connsiteY149" fmla="*/ 4703069 h 6858000"/>
              <a:gd name="connsiteX150" fmla="*/ 684248 w 7467600"/>
              <a:gd name="connsiteY150" fmla="*/ 4706721 h 6858000"/>
              <a:gd name="connsiteX151" fmla="*/ 1423113 w 7467600"/>
              <a:gd name="connsiteY151" fmla="*/ 3874565 h 6858000"/>
              <a:gd name="connsiteX152" fmla="*/ 3316479 w 7467600"/>
              <a:gd name="connsiteY152" fmla="*/ 3872136 h 6858000"/>
              <a:gd name="connsiteX153" fmla="*/ 3546806 w 7467600"/>
              <a:gd name="connsiteY153" fmla="*/ 4356139 h 6858000"/>
              <a:gd name="connsiteX154" fmla="*/ 3364433 w 7467600"/>
              <a:gd name="connsiteY154" fmla="*/ 3953121 h 6858000"/>
              <a:gd name="connsiteX155" fmla="*/ 3316479 w 7467600"/>
              <a:gd name="connsiteY155" fmla="*/ 3872136 h 6858000"/>
              <a:gd name="connsiteX156" fmla="*/ 3291335 w 7467600"/>
              <a:gd name="connsiteY156" fmla="*/ 3767420 h 6858000"/>
              <a:gd name="connsiteX157" fmla="*/ 3390805 w 7467600"/>
              <a:gd name="connsiteY157" fmla="*/ 3937163 h 6858000"/>
              <a:gd name="connsiteX158" fmla="*/ 3579062 w 7467600"/>
              <a:gd name="connsiteY158" fmla="*/ 4359040 h 6858000"/>
              <a:gd name="connsiteX159" fmla="*/ 3467355 w 7467600"/>
              <a:gd name="connsiteY159" fmla="*/ 3988130 h 6858000"/>
              <a:gd name="connsiteX160" fmla="*/ 3310753 w 7467600"/>
              <a:gd name="connsiteY160" fmla="*/ 3787140 h 6858000"/>
              <a:gd name="connsiteX161" fmla="*/ 3291335 w 7467600"/>
              <a:gd name="connsiteY161" fmla="*/ 3767420 h 6858000"/>
              <a:gd name="connsiteX162" fmla="*/ 1635889 w 7467600"/>
              <a:gd name="connsiteY162" fmla="*/ 3709494 h 6858000"/>
              <a:gd name="connsiteX163" fmla="*/ 1634800 w 7467600"/>
              <a:gd name="connsiteY163" fmla="*/ 3731111 h 6858000"/>
              <a:gd name="connsiteX164" fmla="*/ 1635889 w 7467600"/>
              <a:gd name="connsiteY164" fmla="*/ 3709494 h 6858000"/>
              <a:gd name="connsiteX165" fmla="*/ 1510397 w 7467600"/>
              <a:gd name="connsiteY165" fmla="*/ 3684705 h 6858000"/>
              <a:gd name="connsiteX166" fmla="*/ 1146550 w 7467600"/>
              <a:gd name="connsiteY166" fmla="*/ 3802012 h 6858000"/>
              <a:gd name="connsiteX167" fmla="*/ 698834 w 7467600"/>
              <a:gd name="connsiteY167" fmla="*/ 3952272 h 6858000"/>
              <a:gd name="connsiteX168" fmla="*/ 34256 w 7467600"/>
              <a:gd name="connsiteY168" fmla="*/ 4347603 h 6858000"/>
              <a:gd name="connsiteX169" fmla="*/ 527241 w 7467600"/>
              <a:gd name="connsiteY169" fmla="*/ 4065078 h 6858000"/>
              <a:gd name="connsiteX170" fmla="*/ 1510397 w 7467600"/>
              <a:gd name="connsiteY170" fmla="*/ 3684705 h 6858000"/>
              <a:gd name="connsiteX171" fmla="*/ 1313114 w 7467600"/>
              <a:gd name="connsiteY171" fmla="*/ 3655216 h 6858000"/>
              <a:gd name="connsiteX172" fmla="*/ 1109304 w 7467600"/>
              <a:gd name="connsiteY172" fmla="*/ 3669030 h 6858000"/>
              <a:gd name="connsiteX173" fmla="*/ 8129 w 7467600"/>
              <a:gd name="connsiteY173" fmla="*/ 4330519 h 6858000"/>
              <a:gd name="connsiteX174" fmla="*/ 687572 w 7467600"/>
              <a:gd name="connsiteY174" fmla="*/ 3925629 h 6858000"/>
              <a:gd name="connsiteX175" fmla="*/ 1138365 w 7467600"/>
              <a:gd name="connsiteY175" fmla="*/ 3774515 h 6858000"/>
              <a:gd name="connsiteX176" fmla="*/ 1505579 w 7467600"/>
              <a:gd name="connsiteY176" fmla="*/ 3655526 h 6858000"/>
              <a:gd name="connsiteX177" fmla="*/ 1313114 w 7467600"/>
              <a:gd name="connsiteY177" fmla="*/ 3655216 h 6858000"/>
              <a:gd name="connsiteX178" fmla="*/ 3655073 w 7467600"/>
              <a:gd name="connsiteY178" fmla="*/ 3650884 h 6858000"/>
              <a:gd name="connsiteX179" fmla="*/ 3989938 w 7467600"/>
              <a:gd name="connsiteY179" fmla="*/ 3991685 h 6858000"/>
              <a:gd name="connsiteX180" fmla="*/ 4393907 w 7467600"/>
              <a:gd name="connsiteY180" fmla="*/ 4261258 h 6858000"/>
              <a:gd name="connsiteX181" fmla="*/ 4648051 w 7467600"/>
              <a:gd name="connsiteY181" fmla="*/ 4374051 h 6858000"/>
              <a:gd name="connsiteX182" fmla="*/ 4383389 w 7467600"/>
              <a:gd name="connsiteY182" fmla="*/ 4184369 h 6858000"/>
              <a:gd name="connsiteX183" fmla="*/ 4165508 w 7467600"/>
              <a:gd name="connsiteY183" fmla="*/ 4035196 h 6858000"/>
              <a:gd name="connsiteX184" fmla="*/ 4068162 w 7467600"/>
              <a:gd name="connsiteY184" fmla="*/ 3953394 h 6858000"/>
              <a:gd name="connsiteX185" fmla="*/ 3981416 w 7467600"/>
              <a:gd name="connsiteY185" fmla="*/ 3880482 h 6858000"/>
              <a:gd name="connsiteX186" fmla="*/ 3800147 w 7467600"/>
              <a:gd name="connsiteY186" fmla="*/ 3749872 h 6858000"/>
              <a:gd name="connsiteX187" fmla="*/ 3655073 w 7467600"/>
              <a:gd name="connsiteY187" fmla="*/ 3650884 h 6858000"/>
              <a:gd name="connsiteX188" fmla="*/ 3670252 w 7467600"/>
              <a:gd name="connsiteY188" fmla="*/ 3622798 h 6858000"/>
              <a:gd name="connsiteX189" fmla="*/ 3817258 w 7467600"/>
              <a:gd name="connsiteY189" fmla="*/ 3723577 h 6858000"/>
              <a:gd name="connsiteX190" fmla="*/ 4000461 w 7467600"/>
              <a:gd name="connsiteY190" fmla="*/ 3855966 h 6858000"/>
              <a:gd name="connsiteX191" fmla="*/ 4088180 w 7467600"/>
              <a:gd name="connsiteY191" fmla="*/ 3929774 h 6858000"/>
              <a:gd name="connsiteX192" fmla="*/ 4184555 w 7467600"/>
              <a:gd name="connsiteY192" fmla="*/ 4010683 h 6858000"/>
              <a:gd name="connsiteX193" fmla="*/ 4399563 w 7467600"/>
              <a:gd name="connsiteY193" fmla="*/ 4158106 h 6858000"/>
              <a:gd name="connsiteX194" fmla="*/ 4684469 w 7467600"/>
              <a:gd name="connsiteY194" fmla="*/ 4364680 h 6858000"/>
              <a:gd name="connsiteX195" fmla="*/ 4690271 w 7467600"/>
              <a:gd name="connsiteY195" fmla="*/ 4370034 h 6858000"/>
              <a:gd name="connsiteX196" fmla="*/ 4136093 w 7467600"/>
              <a:gd name="connsiteY196" fmla="*/ 3858466 h 6858000"/>
              <a:gd name="connsiteX197" fmla="*/ 3670252 w 7467600"/>
              <a:gd name="connsiteY197" fmla="*/ 3622798 h 6858000"/>
              <a:gd name="connsiteX198" fmla="*/ 4440129 w 7467600"/>
              <a:gd name="connsiteY198" fmla="*/ 3448571 h 6858000"/>
              <a:gd name="connsiteX199" fmla="*/ 4856525 w 7467600"/>
              <a:gd name="connsiteY199" fmla="*/ 3915351 h 6858000"/>
              <a:gd name="connsiteX200" fmla="*/ 5059055 w 7467600"/>
              <a:gd name="connsiteY200" fmla="*/ 4108918 h 6858000"/>
              <a:gd name="connsiteX201" fmla="*/ 5290070 w 7467600"/>
              <a:gd name="connsiteY201" fmla="*/ 4263619 h 6858000"/>
              <a:gd name="connsiteX202" fmla="*/ 4834991 w 7467600"/>
              <a:gd name="connsiteY202" fmla="*/ 3830985 h 6858000"/>
              <a:gd name="connsiteX203" fmla="*/ 4440129 w 7467600"/>
              <a:gd name="connsiteY203" fmla="*/ 3448571 h 6858000"/>
              <a:gd name="connsiteX204" fmla="*/ 4441737 w 7467600"/>
              <a:gd name="connsiteY204" fmla="*/ 3399734 h 6858000"/>
              <a:gd name="connsiteX205" fmla="*/ 4431236 w 7467600"/>
              <a:gd name="connsiteY205" fmla="*/ 3400954 h 6858000"/>
              <a:gd name="connsiteX206" fmla="*/ 4557150 w 7467600"/>
              <a:gd name="connsiteY206" fmla="*/ 3510023 h 6858000"/>
              <a:gd name="connsiteX207" fmla="*/ 4856936 w 7467600"/>
              <a:gd name="connsiteY207" fmla="*/ 3809146 h 6858000"/>
              <a:gd name="connsiteX208" fmla="*/ 5111996 w 7467600"/>
              <a:gd name="connsiteY208" fmla="*/ 4065759 h 6858000"/>
              <a:gd name="connsiteX209" fmla="*/ 5388878 w 7467600"/>
              <a:gd name="connsiteY209" fmla="*/ 4300185 h 6858000"/>
              <a:gd name="connsiteX210" fmla="*/ 5425556 w 7467600"/>
              <a:gd name="connsiteY210" fmla="*/ 4308967 h 6858000"/>
              <a:gd name="connsiteX211" fmla="*/ 4943646 w 7467600"/>
              <a:gd name="connsiteY211" fmla="*/ 3822916 h 6858000"/>
              <a:gd name="connsiteX212" fmla="*/ 4594837 w 7467600"/>
              <a:gd name="connsiteY212" fmla="*/ 3532274 h 6858000"/>
              <a:gd name="connsiteX213" fmla="*/ 4441737 w 7467600"/>
              <a:gd name="connsiteY213" fmla="*/ 3399734 h 6858000"/>
              <a:gd name="connsiteX214" fmla="*/ 5425834 w 7467600"/>
              <a:gd name="connsiteY214" fmla="*/ 3162785 h 6858000"/>
              <a:gd name="connsiteX215" fmla="*/ 5401644 w 7467600"/>
              <a:gd name="connsiteY215" fmla="*/ 3617847 h 6858000"/>
              <a:gd name="connsiteX216" fmla="*/ 5467256 w 7467600"/>
              <a:gd name="connsiteY216" fmla="*/ 4175494 h 6858000"/>
              <a:gd name="connsiteX217" fmla="*/ 5448069 w 7467600"/>
              <a:gd name="connsiteY217" fmla="*/ 3567554 h 6858000"/>
              <a:gd name="connsiteX218" fmla="*/ 5425834 w 7467600"/>
              <a:gd name="connsiteY218" fmla="*/ 3162785 h 6858000"/>
              <a:gd name="connsiteX219" fmla="*/ 1318687 w 7467600"/>
              <a:gd name="connsiteY219" fmla="*/ 3113840 h 6858000"/>
              <a:gd name="connsiteX220" fmla="*/ 1066793 w 7467600"/>
              <a:gd name="connsiteY220" fmla="*/ 3212171 h 6858000"/>
              <a:gd name="connsiteX221" fmla="*/ 993319 w 7467600"/>
              <a:gd name="connsiteY221" fmla="*/ 3247648 h 6858000"/>
              <a:gd name="connsiteX222" fmla="*/ 853081 w 7467600"/>
              <a:gd name="connsiteY222" fmla="*/ 3312410 h 6858000"/>
              <a:gd name="connsiteX223" fmla="*/ 805957 w 7467600"/>
              <a:gd name="connsiteY223" fmla="*/ 3330443 h 6858000"/>
              <a:gd name="connsiteX224" fmla="*/ 1318687 w 7467600"/>
              <a:gd name="connsiteY224" fmla="*/ 3113840 h 6858000"/>
              <a:gd name="connsiteX225" fmla="*/ 5453702 w 7467600"/>
              <a:gd name="connsiteY225" fmla="*/ 3090882 h 6858000"/>
              <a:gd name="connsiteX226" fmla="*/ 5480135 w 7467600"/>
              <a:gd name="connsiteY226" fmla="*/ 3565802 h 6858000"/>
              <a:gd name="connsiteX227" fmla="*/ 5499023 w 7467600"/>
              <a:gd name="connsiteY227" fmla="*/ 4166310 h 6858000"/>
              <a:gd name="connsiteX228" fmla="*/ 5547022 w 7467600"/>
              <a:gd name="connsiteY228" fmla="*/ 3607838 h 6858000"/>
              <a:gd name="connsiteX229" fmla="*/ 5515964 w 7467600"/>
              <a:gd name="connsiteY229" fmla="*/ 3378541 h 6858000"/>
              <a:gd name="connsiteX230" fmla="*/ 5453702 w 7467600"/>
              <a:gd name="connsiteY230" fmla="*/ 3090882 h 6858000"/>
              <a:gd name="connsiteX231" fmla="*/ 1238695 w 7467600"/>
              <a:gd name="connsiteY231" fmla="*/ 3076820 h 6858000"/>
              <a:gd name="connsiteX232" fmla="*/ 716371 w 7467600"/>
              <a:gd name="connsiteY232" fmla="*/ 3293249 h 6858000"/>
              <a:gd name="connsiteX233" fmla="*/ 579522 w 7467600"/>
              <a:gd name="connsiteY233" fmla="*/ 3371759 h 6858000"/>
              <a:gd name="connsiteX234" fmla="*/ 600288 w 7467600"/>
              <a:gd name="connsiteY234" fmla="*/ 3365555 h 6858000"/>
              <a:gd name="connsiteX235" fmla="*/ 840692 w 7467600"/>
              <a:gd name="connsiteY235" fmla="*/ 3284921 h 6858000"/>
              <a:gd name="connsiteX236" fmla="*/ 979248 w 7467600"/>
              <a:gd name="connsiteY236" fmla="*/ 3221003 h 6858000"/>
              <a:gd name="connsiteX237" fmla="*/ 1053282 w 7467600"/>
              <a:gd name="connsiteY237" fmla="*/ 3185247 h 6858000"/>
              <a:gd name="connsiteX238" fmla="*/ 1320603 w 7467600"/>
              <a:gd name="connsiteY238" fmla="*/ 3081281 h 6858000"/>
              <a:gd name="connsiteX239" fmla="*/ 1238695 w 7467600"/>
              <a:gd name="connsiteY239" fmla="*/ 3076820 h 6858000"/>
              <a:gd name="connsiteX240" fmla="*/ 5425627 w 7467600"/>
              <a:gd name="connsiteY240" fmla="*/ 2954192 h 6858000"/>
              <a:gd name="connsiteX241" fmla="*/ 5470770 w 7467600"/>
              <a:gd name="connsiteY241" fmla="*/ 3005435 h 6858000"/>
              <a:gd name="connsiteX242" fmla="*/ 5519779 w 7467600"/>
              <a:gd name="connsiteY242" fmla="*/ 4359223 h 6858000"/>
              <a:gd name="connsiteX243" fmla="*/ 5520293 w 7467600"/>
              <a:gd name="connsiteY243" fmla="*/ 4360602 h 6858000"/>
              <a:gd name="connsiteX244" fmla="*/ 5767221 w 7467600"/>
              <a:gd name="connsiteY244" fmla="*/ 4665564 h 6858000"/>
              <a:gd name="connsiteX245" fmla="*/ 6937169 w 7467600"/>
              <a:gd name="connsiteY245" fmla="*/ 4815941 h 6858000"/>
              <a:gd name="connsiteX246" fmla="*/ 6953922 w 7467600"/>
              <a:gd name="connsiteY246" fmla="*/ 4890068 h 6858000"/>
              <a:gd name="connsiteX247" fmla="*/ 6071359 w 7467600"/>
              <a:gd name="connsiteY247" fmla="*/ 4770770 h 6858000"/>
              <a:gd name="connsiteX248" fmla="*/ 6038839 w 7467600"/>
              <a:gd name="connsiteY248" fmla="*/ 4764474 h 6858000"/>
              <a:gd name="connsiteX249" fmla="*/ 6038706 w 7467600"/>
              <a:gd name="connsiteY249" fmla="*/ 4763847 h 6858000"/>
              <a:gd name="connsiteX250" fmla="*/ 6037784 w 7467600"/>
              <a:gd name="connsiteY250" fmla="*/ 4764270 h 6858000"/>
              <a:gd name="connsiteX251" fmla="*/ 6038839 w 7467600"/>
              <a:gd name="connsiteY251" fmla="*/ 4764474 h 6858000"/>
              <a:gd name="connsiteX252" fmla="*/ 6040338 w 7467600"/>
              <a:gd name="connsiteY252" fmla="*/ 4771418 h 6858000"/>
              <a:gd name="connsiteX253" fmla="*/ 6024488 w 7467600"/>
              <a:gd name="connsiteY253" fmla="*/ 4809903 h 6858000"/>
              <a:gd name="connsiteX254" fmla="*/ 5599771 w 7467600"/>
              <a:gd name="connsiteY254" fmla="*/ 5509652 h 6858000"/>
              <a:gd name="connsiteX255" fmla="*/ 5548843 w 7467600"/>
              <a:gd name="connsiteY255" fmla="*/ 5563845 h 6858000"/>
              <a:gd name="connsiteX256" fmla="*/ 5940952 w 7467600"/>
              <a:gd name="connsiteY256" fmla="*/ 6250028 h 6858000"/>
              <a:gd name="connsiteX257" fmla="*/ 6043441 w 7467600"/>
              <a:gd name="connsiteY257" fmla="*/ 6665847 h 6858000"/>
              <a:gd name="connsiteX258" fmla="*/ 6093432 w 7467600"/>
              <a:gd name="connsiteY258" fmla="*/ 6858000 h 6858000"/>
              <a:gd name="connsiteX259" fmla="*/ 6034344 w 7467600"/>
              <a:gd name="connsiteY259" fmla="*/ 6858000 h 6858000"/>
              <a:gd name="connsiteX260" fmla="*/ 6026679 w 7467600"/>
              <a:gd name="connsiteY260" fmla="*/ 6836959 h 6858000"/>
              <a:gd name="connsiteX261" fmla="*/ 5800441 w 7467600"/>
              <a:gd name="connsiteY261" fmla="*/ 6335286 h 6858000"/>
              <a:gd name="connsiteX262" fmla="*/ 5526562 w 7467600"/>
              <a:gd name="connsiteY262" fmla="*/ 5705388 h 6858000"/>
              <a:gd name="connsiteX263" fmla="*/ 5519640 w 7467600"/>
              <a:gd name="connsiteY263" fmla="*/ 5683774 h 6858000"/>
              <a:gd name="connsiteX264" fmla="*/ 5844559 w 7467600"/>
              <a:gd name="connsiteY264" fmla="*/ 6553349 h 6858000"/>
              <a:gd name="connsiteX265" fmla="*/ 5975994 w 7467600"/>
              <a:gd name="connsiteY265" fmla="*/ 6858000 h 6858000"/>
              <a:gd name="connsiteX266" fmla="*/ 5898547 w 7467600"/>
              <a:gd name="connsiteY266" fmla="*/ 6858000 h 6858000"/>
              <a:gd name="connsiteX267" fmla="*/ 5682041 w 7467600"/>
              <a:gd name="connsiteY267" fmla="*/ 6355860 h 6858000"/>
              <a:gd name="connsiteX268" fmla="*/ 5461758 w 7467600"/>
              <a:gd name="connsiteY268" fmla="*/ 5820220 h 6858000"/>
              <a:gd name="connsiteX269" fmla="*/ 5237282 w 7467600"/>
              <a:gd name="connsiteY269" fmla="*/ 6579086 h 6858000"/>
              <a:gd name="connsiteX270" fmla="*/ 5115009 w 7467600"/>
              <a:gd name="connsiteY270" fmla="*/ 6858000 h 6858000"/>
              <a:gd name="connsiteX271" fmla="*/ 5028074 w 7467600"/>
              <a:gd name="connsiteY271" fmla="*/ 6858000 h 6858000"/>
              <a:gd name="connsiteX272" fmla="*/ 5079508 w 7467600"/>
              <a:gd name="connsiteY272" fmla="*/ 6749074 h 6858000"/>
              <a:gd name="connsiteX273" fmla="*/ 5371846 w 7467600"/>
              <a:gd name="connsiteY273" fmla="*/ 5924413 h 6858000"/>
              <a:gd name="connsiteX274" fmla="*/ 5270512 w 7467600"/>
              <a:gd name="connsiteY274" fmla="*/ 6138975 h 6858000"/>
              <a:gd name="connsiteX275" fmla="*/ 5062409 w 7467600"/>
              <a:gd name="connsiteY275" fmla="*/ 6653544 h 6858000"/>
              <a:gd name="connsiteX276" fmla="*/ 5036628 w 7467600"/>
              <a:gd name="connsiteY276" fmla="*/ 6754247 h 6858000"/>
              <a:gd name="connsiteX277" fmla="*/ 5009112 w 7467600"/>
              <a:gd name="connsiteY277" fmla="*/ 6858000 h 6858000"/>
              <a:gd name="connsiteX278" fmla="*/ 4976679 w 7467600"/>
              <a:gd name="connsiteY278" fmla="*/ 6858000 h 6858000"/>
              <a:gd name="connsiteX279" fmla="*/ 5006537 w 7467600"/>
              <a:gd name="connsiteY279" fmla="*/ 6747068 h 6858000"/>
              <a:gd name="connsiteX280" fmla="*/ 5032723 w 7467600"/>
              <a:gd name="connsiteY280" fmla="*/ 6644957 h 6858000"/>
              <a:gd name="connsiteX281" fmla="*/ 5242949 w 7467600"/>
              <a:gd name="connsiteY281" fmla="*/ 6125175 h 6858000"/>
              <a:gd name="connsiteX282" fmla="*/ 5286321 w 7467600"/>
              <a:gd name="connsiteY282" fmla="*/ 6033555 h 6858000"/>
              <a:gd name="connsiteX283" fmla="*/ 5008210 w 7467600"/>
              <a:gd name="connsiteY283" fmla="*/ 6649194 h 6858000"/>
              <a:gd name="connsiteX284" fmla="*/ 4986321 w 7467600"/>
              <a:gd name="connsiteY284" fmla="*/ 6765687 h 6858000"/>
              <a:gd name="connsiteX285" fmla="*/ 4973474 w 7467600"/>
              <a:gd name="connsiteY285" fmla="*/ 6858000 h 6858000"/>
              <a:gd name="connsiteX286" fmla="*/ 4907178 w 7467600"/>
              <a:gd name="connsiteY286" fmla="*/ 6858000 h 6858000"/>
              <a:gd name="connsiteX287" fmla="*/ 4910810 w 7467600"/>
              <a:gd name="connsiteY287" fmla="*/ 6829660 h 6858000"/>
              <a:gd name="connsiteX288" fmla="*/ 4987461 w 7467600"/>
              <a:gd name="connsiteY288" fmla="*/ 6432994 h 6858000"/>
              <a:gd name="connsiteX289" fmla="*/ 5179262 w 7467600"/>
              <a:gd name="connsiteY289" fmla="*/ 6035044 h 6858000"/>
              <a:gd name="connsiteX290" fmla="*/ 4689678 w 7467600"/>
              <a:gd name="connsiteY290" fmla="*/ 6440241 h 6858000"/>
              <a:gd name="connsiteX291" fmla="*/ 4477543 w 7467600"/>
              <a:gd name="connsiteY291" fmla="*/ 6674836 h 6858000"/>
              <a:gd name="connsiteX292" fmla="*/ 4329957 w 7467600"/>
              <a:gd name="connsiteY292" fmla="*/ 6858000 h 6858000"/>
              <a:gd name="connsiteX293" fmla="*/ 4218595 w 7467600"/>
              <a:gd name="connsiteY293" fmla="*/ 6858000 h 6858000"/>
              <a:gd name="connsiteX294" fmla="*/ 4368888 w 7467600"/>
              <a:gd name="connsiteY294" fmla="*/ 6668412 h 6858000"/>
              <a:gd name="connsiteX295" fmla="*/ 4563091 w 7467600"/>
              <a:gd name="connsiteY295" fmla="*/ 6442508 h 6858000"/>
              <a:gd name="connsiteX296" fmla="*/ 5387324 w 7467600"/>
              <a:gd name="connsiteY296" fmla="*/ 5705830 h 6858000"/>
              <a:gd name="connsiteX297" fmla="*/ 5073620 w 7467600"/>
              <a:gd name="connsiteY297" fmla="*/ 5955437 h 6858000"/>
              <a:gd name="connsiteX298" fmla="*/ 4689789 w 7467600"/>
              <a:gd name="connsiteY298" fmla="*/ 6268382 h 6858000"/>
              <a:gd name="connsiteX299" fmla="*/ 4418722 w 7467600"/>
              <a:gd name="connsiteY299" fmla="*/ 6570886 h 6858000"/>
              <a:gd name="connsiteX300" fmla="*/ 4214944 w 7467600"/>
              <a:gd name="connsiteY300" fmla="*/ 6858000 h 6858000"/>
              <a:gd name="connsiteX301" fmla="*/ 4177898 w 7467600"/>
              <a:gd name="connsiteY301" fmla="*/ 6858000 h 6858000"/>
              <a:gd name="connsiteX302" fmla="*/ 4391597 w 7467600"/>
              <a:gd name="connsiteY302" fmla="*/ 6556370 h 6858000"/>
              <a:gd name="connsiteX303" fmla="*/ 4668889 w 7467600"/>
              <a:gd name="connsiteY303" fmla="*/ 6246399 h 6858000"/>
              <a:gd name="connsiteX304" fmla="*/ 5055427 w 7467600"/>
              <a:gd name="connsiteY304" fmla="*/ 5931476 h 6858000"/>
              <a:gd name="connsiteX305" fmla="*/ 5371814 w 7467600"/>
              <a:gd name="connsiteY305" fmla="*/ 5678975 h 6858000"/>
              <a:gd name="connsiteX306" fmla="*/ 4987918 w 7467600"/>
              <a:gd name="connsiteY306" fmla="*/ 5838701 h 6858000"/>
              <a:gd name="connsiteX307" fmla="*/ 4317146 w 7467600"/>
              <a:gd name="connsiteY307" fmla="*/ 6587716 h 6858000"/>
              <a:gd name="connsiteX308" fmla="*/ 4171627 w 7467600"/>
              <a:gd name="connsiteY308" fmla="*/ 6858000 h 6858000"/>
              <a:gd name="connsiteX309" fmla="*/ 4081585 w 7467600"/>
              <a:gd name="connsiteY309" fmla="*/ 6858000 h 6858000"/>
              <a:gd name="connsiteX310" fmla="*/ 4238603 w 7467600"/>
              <a:gd name="connsiteY310" fmla="*/ 6559341 h 6858000"/>
              <a:gd name="connsiteX311" fmla="*/ 4778333 w 7467600"/>
              <a:gd name="connsiteY311" fmla="*/ 5873626 h 6858000"/>
              <a:gd name="connsiteX312" fmla="*/ 5414185 w 7467600"/>
              <a:gd name="connsiteY312" fmla="*/ 5573882 h 6858000"/>
              <a:gd name="connsiteX313" fmla="*/ 5959648 w 7467600"/>
              <a:gd name="connsiteY313" fmla="*/ 4760797 h 6858000"/>
              <a:gd name="connsiteX314" fmla="*/ 5355019 w 7467600"/>
              <a:gd name="connsiteY314" fmla="*/ 4734672 h 6858000"/>
              <a:gd name="connsiteX315" fmla="*/ 5083565 w 7467600"/>
              <a:gd name="connsiteY315" fmla="*/ 5179121 h 6858000"/>
              <a:gd name="connsiteX316" fmla="*/ 4713577 w 7467600"/>
              <a:gd name="connsiteY316" fmla="*/ 5616803 h 6858000"/>
              <a:gd name="connsiteX317" fmla="*/ 3989559 w 7467600"/>
              <a:gd name="connsiteY317" fmla="*/ 6145945 h 6858000"/>
              <a:gd name="connsiteX318" fmla="*/ 3939824 w 7467600"/>
              <a:gd name="connsiteY318" fmla="*/ 6066900 h 6858000"/>
              <a:gd name="connsiteX319" fmla="*/ 4584537 w 7467600"/>
              <a:gd name="connsiteY319" fmla="*/ 5324826 h 6858000"/>
              <a:gd name="connsiteX320" fmla="*/ 5037105 w 7467600"/>
              <a:gd name="connsiteY320" fmla="*/ 5088765 h 6858000"/>
              <a:gd name="connsiteX321" fmla="*/ 5039930 w 7467600"/>
              <a:gd name="connsiteY321" fmla="*/ 5089585 h 6858000"/>
              <a:gd name="connsiteX322" fmla="*/ 5263764 w 7467600"/>
              <a:gd name="connsiteY322" fmla="*/ 4735525 h 6858000"/>
              <a:gd name="connsiteX323" fmla="*/ 4086300 w 7467600"/>
              <a:gd name="connsiteY323" fmla="*/ 4884599 h 6858000"/>
              <a:gd name="connsiteX324" fmla="*/ 4085485 w 7467600"/>
              <a:gd name="connsiteY324" fmla="*/ 4899070 h 6858000"/>
              <a:gd name="connsiteX325" fmla="*/ 3871915 w 7467600"/>
              <a:gd name="connsiteY325" fmla="*/ 5253645 h 6858000"/>
              <a:gd name="connsiteX326" fmla="*/ 3799374 w 7467600"/>
              <a:gd name="connsiteY326" fmla="*/ 5466127 h 6858000"/>
              <a:gd name="connsiteX327" fmla="*/ 3498850 w 7467600"/>
              <a:gd name="connsiteY327" fmla="*/ 6661888 h 6858000"/>
              <a:gd name="connsiteX328" fmla="*/ 3399216 w 7467600"/>
              <a:gd name="connsiteY328" fmla="*/ 6858000 h 6858000"/>
              <a:gd name="connsiteX329" fmla="*/ 3303688 w 7467600"/>
              <a:gd name="connsiteY329" fmla="*/ 6858000 h 6858000"/>
              <a:gd name="connsiteX330" fmla="*/ 3391774 w 7467600"/>
              <a:gd name="connsiteY330" fmla="*/ 6697181 h 6858000"/>
              <a:gd name="connsiteX331" fmla="*/ 3735540 w 7467600"/>
              <a:gd name="connsiteY331" fmla="*/ 5546923 h 6858000"/>
              <a:gd name="connsiteX332" fmla="*/ 3729438 w 7467600"/>
              <a:gd name="connsiteY332" fmla="*/ 5569058 h 6858000"/>
              <a:gd name="connsiteX333" fmla="*/ 3707782 w 7467600"/>
              <a:gd name="connsiteY333" fmla="*/ 5644908 h 6858000"/>
              <a:gd name="connsiteX334" fmla="*/ 3583827 w 7467600"/>
              <a:gd name="connsiteY334" fmla="*/ 6039215 h 6858000"/>
              <a:gd name="connsiteX335" fmla="*/ 3547861 w 7467600"/>
              <a:gd name="connsiteY335" fmla="*/ 6129609 h 6858000"/>
              <a:gd name="connsiteX336" fmla="*/ 3490905 w 7467600"/>
              <a:gd name="connsiteY336" fmla="*/ 6277660 h 6858000"/>
              <a:gd name="connsiteX337" fmla="*/ 3455859 w 7467600"/>
              <a:gd name="connsiteY337" fmla="*/ 6391301 h 6858000"/>
              <a:gd name="connsiteX338" fmla="*/ 3429112 w 7467600"/>
              <a:gd name="connsiteY338" fmla="*/ 6479469 h 6858000"/>
              <a:gd name="connsiteX339" fmla="*/ 3304862 w 7467600"/>
              <a:gd name="connsiteY339" fmla="*/ 6796476 h 6858000"/>
              <a:gd name="connsiteX340" fmla="*/ 3276071 w 7467600"/>
              <a:gd name="connsiteY340" fmla="*/ 6858000 h 6858000"/>
              <a:gd name="connsiteX341" fmla="*/ 3240805 w 7467600"/>
              <a:gd name="connsiteY341" fmla="*/ 6858000 h 6858000"/>
              <a:gd name="connsiteX342" fmla="*/ 3275917 w 7467600"/>
              <a:gd name="connsiteY342" fmla="*/ 6783192 h 6858000"/>
              <a:gd name="connsiteX343" fmla="*/ 3399358 w 7467600"/>
              <a:gd name="connsiteY343" fmla="*/ 6469011 h 6858000"/>
              <a:gd name="connsiteX344" fmla="*/ 3425650 w 7467600"/>
              <a:gd name="connsiteY344" fmla="*/ 6381333 h 6858000"/>
              <a:gd name="connsiteX345" fmla="*/ 3460661 w 7467600"/>
              <a:gd name="connsiteY345" fmla="*/ 6266763 h 6858000"/>
              <a:gd name="connsiteX346" fmla="*/ 3518021 w 7467600"/>
              <a:gd name="connsiteY346" fmla="*/ 6117298 h 6858000"/>
              <a:gd name="connsiteX347" fmla="*/ 3554035 w 7467600"/>
              <a:gd name="connsiteY347" fmla="*/ 6027832 h 6858000"/>
              <a:gd name="connsiteX348" fmla="*/ 3677174 w 7467600"/>
              <a:gd name="connsiteY348" fmla="*/ 5636351 h 6858000"/>
              <a:gd name="connsiteX349" fmla="*/ 3698819 w 7467600"/>
              <a:gd name="connsiteY349" fmla="*/ 5560503 h 6858000"/>
              <a:gd name="connsiteX350" fmla="*/ 3702094 w 7467600"/>
              <a:gd name="connsiteY350" fmla="*/ 5549194 h 6858000"/>
              <a:gd name="connsiteX351" fmla="*/ 3398355 w 7467600"/>
              <a:gd name="connsiteY351" fmla="*/ 6094603 h 6858000"/>
              <a:gd name="connsiteX352" fmla="*/ 3193941 w 7467600"/>
              <a:gd name="connsiteY352" fmla="*/ 6798775 h 6858000"/>
              <a:gd name="connsiteX353" fmla="*/ 3184140 w 7467600"/>
              <a:gd name="connsiteY353" fmla="*/ 6858000 h 6858000"/>
              <a:gd name="connsiteX354" fmla="*/ 3099978 w 7467600"/>
              <a:gd name="connsiteY354" fmla="*/ 6858000 h 6858000"/>
              <a:gd name="connsiteX355" fmla="*/ 3101556 w 7467600"/>
              <a:gd name="connsiteY355" fmla="*/ 6843337 h 6858000"/>
              <a:gd name="connsiteX356" fmla="*/ 3370162 w 7467600"/>
              <a:gd name="connsiteY356" fmla="*/ 5785550 h 6858000"/>
              <a:gd name="connsiteX357" fmla="*/ 3746477 w 7467600"/>
              <a:gd name="connsiteY357" fmla="*/ 5377889 h 6858000"/>
              <a:gd name="connsiteX358" fmla="*/ 3863399 w 7467600"/>
              <a:gd name="connsiteY358" fmla="*/ 5087257 h 6858000"/>
              <a:gd name="connsiteX359" fmla="*/ 3968712 w 7467600"/>
              <a:gd name="connsiteY359" fmla="*/ 4913989 h 6858000"/>
              <a:gd name="connsiteX360" fmla="*/ 2792390 w 7467600"/>
              <a:gd name="connsiteY360" fmla="*/ 5382974 h 6858000"/>
              <a:gd name="connsiteX361" fmla="*/ 2714982 w 7467600"/>
              <a:gd name="connsiteY361" fmla="*/ 5427051 h 6858000"/>
              <a:gd name="connsiteX362" fmla="*/ 2813361 w 7467600"/>
              <a:gd name="connsiteY362" fmla="*/ 6023912 h 6858000"/>
              <a:gd name="connsiteX363" fmla="*/ 2688430 w 7467600"/>
              <a:gd name="connsiteY363" fmla="*/ 6801564 h 6858000"/>
              <a:gd name="connsiteX364" fmla="*/ 2629626 w 7467600"/>
              <a:gd name="connsiteY364" fmla="*/ 6763394 h 6858000"/>
              <a:gd name="connsiteX365" fmla="*/ 2565328 w 7467600"/>
              <a:gd name="connsiteY365" fmla="*/ 5516399 h 6858000"/>
              <a:gd name="connsiteX366" fmla="*/ 1922999 w 7467600"/>
              <a:gd name="connsiteY366" fmla="*/ 5980343 h 6858000"/>
              <a:gd name="connsiteX367" fmla="*/ 1950261 w 7467600"/>
              <a:gd name="connsiteY367" fmla="*/ 6405858 h 6858000"/>
              <a:gd name="connsiteX368" fmla="*/ 2365554 w 7467600"/>
              <a:gd name="connsiteY368" fmla="*/ 6759107 h 6858000"/>
              <a:gd name="connsiteX369" fmla="*/ 2424142 w 7467600"/>
              <a:gd name="connsiteY369" fmla="*/ 6858000 h 6858000"/>
              <a:gd name="connsiteX370" fmla="*/ 2395994 w 7467600"/>
              <a:gd name="connsiteY370" fmla="*/ 6858000 h 6858000"/>
              <a:gd name="connsiteX371" fmla="*/ 2392863 w 7467600"/>
              <a:gd name="connsiteY371" fmla="*/ 6852964 h 6858000"/>
              <a:gd name="connsiteX372" fmla="*/ 2017589 w 7467600"/>
              <a:gd name="connsiteY372" fmla="*/ 6493982 h 6858000"/>
              <a:gd name="connsiteX373" fmla="*/ 2147336 w 7467600"/>
              <a:gd name="connsiteY373" fmla="*/ 6594052 h 6858000"/>
              <a:gd name="connsiteX374" fmla="*/ 2207047 w 7467600"/>
              <a:gd name="connsiteY374" fmla="*/ 6654540 h 6858000"/>
              <a:gd name="connsiteX375" fmla="*/ 2299106 w 7467600"/>
              <a:gd name="connsiteY375" fmla="*/ 6778931 h 6858000"/>
              <a:gd name="connsiteX376" fmla="*/ 2314430 w 7467600"/>
              <a:gd name="connsiteY376" fmla="*/ 6801144 h 6858000"/>
              <a:gd name="connsiteX377" fmla="*/ 2352406 w 7467600"/>
              <a:gd name="connsiteY377" fmla="*/ 6858000 h 6858000"/>
              <a:gd name="connsiteX378" fmla="*/ 2314492 w 7467600"/>
              <a:gd name="connsiteY378" fmla="*/ 6858000 h 6858000"/>
              <a:gd name="connsiteX379" fmla="*/ 2288095 w 7467600"/>
              <a:gd name="connsiteY379" fmla="*/ 6818030 h 6858000"/>
              <a:gd name="connsiteX380" fmla="*/ 2272768 w 7467600"/>
              <a:gd name="connsiteY380" fmla="*/ 6795822 h 6858000"/>
              <a:gd name="connsiteX381" fmla="*/ 2182715 w 7467600"/>
              <a:gd name="connsiteY381" fmla="*/ 6675071 h 6858000"/>
              <a:gd name="connsiteX382" fmla="*/ 2032061 w 7467600"/>
              <a:gd name="connsiteY382" fmla="*/ 6541380 h 6858000"/>
              <a:gd name="connsiteX383" fmla="*/ 2257220 w 7467600"/>
              <a:gd name="connsiteY383" fmla="*/ 6826257 h 6858000"/>
              <a:gd name="connsiteX384" fmla="*/ 2281324 w 7467600"/>
              <a:gd name="connsiteY384" fmla="*/ 6858000 h 6858000"/>
              <a:gd name="connsiteX385" fmla="*/ 2242860 w 7467600"/>
              <a:gd name="connsiteY385" fmla="*/ 6858000 h 6858000"/>
              <a:gd name="connsiteX386" fmla="*/ 2232818 w 7467600"/>
              <a:gd name="connsiteY386" fmla="*/ 6844926 h 6858000"/>
              <a:gd name="connsiteX387" fmla="*/ 1990172 w 7467600"/>
              <a:gd name="connsiteY387" fmla="*/ 6542121 h 6858000"/>
              <a:gd name="connsiteX388" fmla="*/ 2124090 w 7467600"/>
              <a:gd name="connsiteY388" fmla="*/ 6761017 h 6858000"/>
              <a:gd name="connsiteX389" fmla="*/ 2200380 w 7467600"/>
              <a:gd name="connsiteY389" fmla="*/ 6858000 h 6858000"/>
              <a:gd name="connsiteX390" fmla="*/ 2147507 w 7467600"/>
              <a:gd name="connsiteY390" fmla="*/ 6858000 h 6858000"/>
              <a:gd name="connsiteX391" fmla="*/ 2070668 w 7467600"/>
              <a:gd name="connsiteY391" fmla="*/ 6761520 h 6858000"/>
              <a:gd name="connsiteX392" fmla="*/ 1975142 w 7467600"/>
              <a:gd name="connsiteY392" fmla="*/ 6585570 h 6858000"/>
              <a:gd name="connsiteX393" fmla="*/ 2050035 w 7467600"/>
              <a:gd name="connsiteY393" fmla="*/ 6813345 h 6858000"/>
              <a:gd name="connsiteX394" fmla="*/ 2063025 w 7467600"/>
              <a:gd name="connsiteY394" fmla="*/ 6858000 h 6858000"/>
              <a:gd name="connsiteX395" fmla="*/ 2021675 w 7467600"/>
              <a:gd name="connsiteY395" fmla="*/ 6858000 h 6858000"/>
              <a:gd name="connsiteX396" fmla="*/ 2019308 w 7467600"/>
              <a:gd name="connsiteY396" fmla="*/ 6847118 h 6858000"/>
              <a:gd name="connsiteX397" fmla="*/ 1938835 w 7467600"/>
              <a:gd name="connsiteY397" fmla="*/ 6551160 h 6858000"/>
              <a:gd name="connsiteX398" fmla="*/ 1953230 w 7467600"/>
              <a:gd name="connsiteY398" fmla="*/ 6759699 h 6858000"/>
              <a:gd name="connsiteX399" fmla="*/ 1956763 w 7467600"/>
              <a:gd name="connsiteY399" fmla="*/ 6778191 h 6858000"/>
              <a:gd name="connsiteX400" fmla="*/ 1967925 w 7467600"/>
              <a:gd name="connsiteY400" fmla="*/ 6858000 h 6858000"/>
              <a:gd name="connsiteX401" fmla="*/ 1936622 w 7467600"/>
              <a:gd name="connsiteY401" fmla="*/ 6858000 h 6858000"/>
              <a:gd name="connsiteX402" fmla="*/ 1926261 w 7467600"/>
              <a:gd name="connsiteY402" fmla="*/ 6784064 h 6858000"/>
              <a:gd name="connsiteX403" fmla="*/ 1922724 w 7467600"/>
              <a:gd name="connsiteY403" fmla="*/ 6765577 h 6858000"/>
              <a:gd name="connsiteX404" fmla="*/ 1904650 w 7467600"/>
              <a:gd name="connsiteY404" fmla="*/ 6639616 h 6858000"/>
              <a:gd name="connsiteX405" fmla="*/ 1885273 w 7467600"/>
              <a:gd name="connsiteY405" fmla="*/ 6858000 h 6858000"/>
              <a:gd name="connsiteX406" fmla="*/ 1854363 w 7467600"/>
              <a:gd name="connsiteY406" fmla="*/ 6858000 h 6858000"/>
              <a:gd name="connsiteX407" fmla="*/ 1880391 w 7467600"/>
              <a:gd name="connsiteY407" fmla="*/ 6603796 h 6858000"/>
              <a:gd name="connsiteX408" fmla="*/ 1818273 w 7467600"/>
              <a:gd name="connsiteY408" fmla="*/ 6715729 h 6858000"/>
              <a:gd name="connsiteX409" fmla="*/ 1794691 w 7467600"/>
              <a:gd name="connsiteY409" fmla="*/ 6843239 h 6858000"/>
              <a:gd name="connsiteX410" fmla="*/ 1794914 w 7467600"/>
              <a:gd name="connsiteY410" fmla="*/ 6858000 h 6858000"/>
              <a:gd name="connsiteX411" fmla="*/ 1746128 w 7467600"/>
              <a:gd name="connsiteY411" fmla="*/ 6858000 h 6858000"/>
              <a:gd name="connsiteX412" fmla="*/ 1753934 w 7467600"/>
              <a:gd name="connsiteY412" fmla="*/ 6724796 h 6858000"/>
              <a:gd name="connsiteX413" fmla="*/ 1792053 w 7467600"/>
              <a:gd name="connsiteY413" fmla="*/ 6572396 h 6858000"/>
              <a:gd name="connsiteX414" fmla="*/ 1862248 w 7467600"/>
              <a:gd name="connsiteY414" fmla="*/ 6266397 h 6858000"/>
              <a:gd name="connsiteX415" fmla="*/ 1862250 w 7467600"/>
              <a:gd name="connsiteY415" fmla="*/ 6033531 h 6858000"/>
              <a:gd name="connsiteX416" fmla="*/ 1211999 w 7467600"/>
              <a:gd name="connsiteY416" fmla="*/ 6683610 h 6858000"/>
              <a:gd name="connsiteX417" fmla="*/ 1213266 w 7467600"/>
              <a:gd name="connsiteY417" fmla="*/ 6691947 h 6858000"/>
              <a:gd name="connsiteX418" fmla="*/ 1203370 w 7467600"/>
              <a:gd name="connsiteY418" fmla="*/ 6850676 h 6858000"/>
              <a:gd name="connsiteX419" fmla="*/ 1203671 w 7467600"/>
              <a:gd name="connsiteY419" fmla="*/ 6858000 h 6858000"/>
              <a:gd name="connsiteX420" fmla="*/ 1143180 w 7467600"/>
              <a:gd name="connsiteY420" fmla="*/ 6858000 h 6858000"/>
              <a:gd name="connsiteX421" fmla="*/ 1142176 w 7467600"/>
              <a:gd name="connsiteY421" fmla="*/ 6766045 h 6858000"/>
              <a:gd name="connsiteX422" fmla="*/ 1067484 w 7467600"/>
              <a:gd name="connsiteY422" fmla="*/ 6858000 h 6858000"/>
              <a:gd name="connsiteX423" fmla="*/ 953928 w 7467600"/>
              <a:gd name="connsiteY423" fmla="*/ 6858000 h 6858000"/>
              <a:gd name="connsiteX424" fmla="*/ 959715 w 7467600"/>
              <a:gd name="connsiteY424" fmla="*/ 6850185 h 6858000"/>
              <a:gd name="connsiteX425" fmla="*/ 1483788 w 7467600"/>
              <a:gd name="connsiteY425" fmla="*/ 6259174 h 6858000"/>
              <a:gd name="connsiteX426" fmla="*/ 1100671 w 7467600"/>
              <a:gd name="connsiteY426" fmla="*/ 6252137 h 6858000"/>
              <a:gd name="connsiteX427" fmla="*/ 1090144 w 7467600"/>
              <a:gd name="connsiteY427" fmla="*/ 6256748 h 6858000"/>
              <a:gd name="connsiteX428" fmla="*/ 1095872 w 7467600"/>
              <a:gd name="connsiteY428" fmla="*/ 6271892 h 6858000"/>
              <a:gd name="connsiteX429" fmla="*/ 262785 w 7467600"/>
              <a:gd name="connsiteY429" fmla="*/ 6845450 h 6858000"/>
              <a:gd name="connsiteX430" fmla="*/ 209968 w 7467600"/>
              <a:gd name="connsiteY430" fmla="*/ 6770713 h 6858000"/>
              <a:gd name="connsiteX431" fmla="*/ 873460 w 7467600"/>
              <a:gd name="connsiteY431" fmla="*/ 6253768 h 6858000"/>
              <a:gd name="connsiteX432" fmla="*/ 192686 w 7467600"/>
              <a:gd name="connsiteY432" fmla="*/ 5849257 h 6858000"/>
              <a:gd name="connsiteX433" fmla="*/ 4696 w 7467600"/>
              <a:gd name="connsiteY433" fmla="*/ 5697668 h 6858000"/>
              <a:gd name="connsiteX434" fmla="*/ 0 w 7467600"/>
              <a:gd name="connsiteY434" fmla="*/ 5689984 h 6858000"/>
              <a:gd name="connsiteX435" fmla="*/ 0 w 7467600"/>
              <a:gd name="connsiteY435" fmla="*/ 5513472 h 6858000"/>
              <a:gd name="connsiteX436" fmla="*/ 174101 w 7467600"/>
              <a:gd name="connsiteY436" fmla="*/ 5620277 h 6858000"/>
              <a:gd name="connsiteX437" fmla="*/ 891800 w 7467600"/>
              <a:gd name="connsiteY437" fmla="*/ 6036935 h 6858000"/>
              <a:gd name="connsiteX438" fmla="*/ 1072219 w 7467600"/>
              <a:gd name="connsiteY438" fmla="*/ 6169443 h 6858000"/>
              <a:gd name="connsiteX439" fmla="*/ 1074117 w 7467600"/>
              <a:gd name="connsiteY439" fmla="*/ 6170301 h 6858000"/>
              <a:gd name="connsiteX440" fmla="*/ 1083114 w 7467600"/>
              <a:gd name="connsiteY440" fmla="*/ 6174131 h 6858000"/>
              <a:gd name="connsiteX441" fmla="*/ 1543010 w 7467600"/>
              <a:gd name="connsiteY441" fmla="*/ 6191140 h 6858000"/>
              <a:gd name="connsiteX442" fmla="*/ 1551080 w 7467600"/>
              <a:gd name="connsiteY442" fmla="*/ 6195006 h 6858000"/>
              <a:gd name="connsiteX443" fmla="*/ 2345443 w 7467600"/>
              <a:gd name="connsiteY443" fmla="*/ 5549882 h 6858000"/>
              <a:gd name="connsiteX444" fmla="*/ 1721499 w 7467600"/>
              <a:gd name="connsiteY444" fmla="*/ 5599969 h 6858000"/>
              <a:gd name="connsiteX445" fmla="*/ 767716 w 7467600"/>
              <a:gd name="connsiteY445" fmla="*/ 5472768 h 6858000"/>
              <a:gd name="connsiteX446" fmla="*/ 722147 w 7467600"/>
              <a:gd name="connsiteY446" fmla="*/ 5393091 h 6858000"/>
              <a:gd name="connsiteX447" fmla="*/ 1485552 w 7467600"/>
              <a:gd name="connsiteY447" fmla="*/ 5313202 h 6858000"/>
              <a:gd name="connsiteX448" fmla="*/ 2143004 w 7467600"/>
              <a:gd name="connsiteY448" fmla="*/ 5402420 h 6858000"/>
              <a:gd name="connsiteX449" fmla="*/ 1933391 w 7467600"/>
              <a:gd name="connsiteY449" fmla="*/ 5156971 h 6858000"/>
              <a:gd name="connsiteX450" fmla="*/ 1827118 w 7467600"/>
              <a:gd name="connsiteY450" fmla="*/ 4968410 h 6858000"/>
              <a:gd name="connsiteX451" fmla="*/ 1837349 w 7467600"/>
              <a:gd name="connsiteY451" fmla="*/ 4956357 h 6858000"/>
              <a:gd name="connsiteX452" fmla="*/ 2162835 w 7467600"/>
              <a:gd name="connsiteY452" fmla="*/ 5187853 h 6858000"/>
              <a:gd name="connsiteX453" fmla="*/ 2257167 w 7467600"/>
              <a:gd name="connsiteY453" fmla="*/ 5462123 h 6858000"/>
              <a:gd name="connsiteX454" fmla="*/ 2261598 w 7467600"/>
              <a:gd name="connsiteY454" fmla="*/ 5467998 h 6858000"/>
              <a:gd name="connsiteX455" fmla="*/ 2437177 w 7467600"/>
              <a:gd name="connsiteY455" fmla="*/ 5479608 h 6858000"/>
              <a:gd name="connsiteX456" fmla="*/ 2445247 w 7467600"/>
              <a:gd name="connsiteY456" fmla="*/ 5483476 h 6858000"/>
              <a:gd name="connsiteX457" fmla="*/ 2743626 w 7467600"/>
              <a:gd name="connsiteY457" fmla="*/ 5304819 h 6858000"/>
              <a:gd name="connsiteX458" fmla="*/ 3048102 w 7467600"/>
              <a:gd name="connsiteY458" fmla="*/ 5150595 h 6858000"/>
              <a:gd name="connsiteX459" fmla="*/ 1799414 w 7467600"/>
              <a:gd name="connsiteY459" fmla="*/ 4694732 h 6858000"/>
              <a:gd name="connsiteX460" fmla="*/ 1771735 w 7467600"/>
              <a:gd name="connsiteY460" fmla="*/ 4619929 h 6858000"/>
              <a:gd name="connsiteX461" fmla="*/ 3104273 w 7467600"/>
              <a:gd name="connsiteY461" fmla="*/ 5076159 h 6858000"/>
              <a:gd name="connsiteX462" fmla="*/ 3113245 w 7467600"/>
              <a:gd name="connsiteY462" fmla="*/ 5090705 h 6858000"/>
              <a:gd name="connsiteX463" fmla="*/ 3126294 w 7467600"/>
              <a:gd name="connsiteY463" fmla="*/ 5114400 h 6858000"/>
              <a:gd name="connsiteX464" fmla="*/ 3937433 w 7467600"/>
              <a:gd name="connsiteY464" fmla="*/ 4830473 h 6858000"/>
              <a:gd name="connsiteX465" fmla="*/ 3590475 w 7467600"/>
              <a:gd name="connsiteY465" fmla="*/ 4597974 h 6858000"/>
              <a:gd name="connsiteX466" fmla="*/ 3100264 w 7467600"/>
              <a:gd name="connsiteY466" fmla="*/ 4579845 h 6858000"/>
              <a:gd name="connsiteX467" fmla="*/ 2183576 w 7467600"/>
              <a:gd name="connsiteY467" fmla="*/ 4227150 h 6858000"/>
              <a:gd name="connsiteX468" fmla="*/ 2151029 w 7467600"/>
              <a:gd name="connsiteY468" fmla="*/ 4146947 h 6858000"/>
              <a:gd name="connsiteX469" fmla="*/ 3563434 w 7467600"/>
              <a:gd name="connsiteY469" fmla="*/ 4469115 h 6858000"/>
              <a:gd name="connsiteX470" fmla="*/ 3177952 w 7467600"/>
              <a:gd name="connsiteY470" fmla="*/ 3657386 h 6858000"/>
              <a:gd name="connsiteX471" fmla="*/ 3189263 w 7467600"/>
              <a:gd name="connsiteY471" fmla="*/ 3625726 h 6858000"/>
              <a:gd name="connsiteX472" fmla="*/ 3560912 w 7467600"/>
              <a:gd name="connsiteY472" fmla="*/ 4079863 h 6858000"/>
              <a:gd name="connsiteX473" fmla="*/ 3626636 w 7467600"/>
              <a:gd name="connsiteY473" fmla="*/ 4512230 h 6858000"/>
              <a:gd name="connsiteX474" fmla="*/ 3653088 w 7467600"/>
              <a:gd name="connsiteY474" fmla="*/ 4521417 h 6858000"/>
              <a:gd name="connsiteX475" fmla="*/ 3988128 w 7467600"/>
              <a:gd name="connsiteY475" fmla="*/ 4817267 h 6858000"/>
              <a:gd name="connsiteX476" fmla="*/ 4830582 w 7467600"/>
              <a:gd name="connsiteY476" fmla="*/ 4676000 h 6858000"/>
              <a:gd name="connsiteX477" fmla="*/ 4830100 w 7467600"/>
              <a:gd name="connsiteY477" fmla="*/ 4675554 h 6858000"/>
              <a:gd name="connsiteX478" fmla="*/ 4036318 w 7467600"/>
              <a:gd name="connsiteY478" fmla="*/ 4147013 h 6858000"/>
              <a:gd name="connsiteX479" fmla="*/ 3432098 w 7467600"/>
              <a:gd name="connsiteY479" fmla="*/ 3537312 h 6858000"/>
              <a:gd name="connsiteX480" fmla="*/ 3446761 w 7467600"/>
              <a:gd name="connsiteY480" fmla="*/ 3461278 h 6858000"/>
              <a:gd name="connsiteX481" fmla="*/ 4419733 w 7467600"/>
              <a:gd name="connsiteY481" fmla="*/ 3963555 h 6858000"/>
              <a:gd name="connsiteX482" fmla="*/ 4781371 w 7467600"/>
              <a:gd name="connsiteY482" fmla="*/ 4458604 h 6858000"/>
              <a:gd name="connsiteX483" fmla="*/ 4780440 w 7467600"/>
              <a:gd name="connsiteY483" fmla="*/ 4470290 h 6858000"/>
              <a:gd name="connsiteX484" fmla="*/ 4898954 w 7467600"/>
              <a:gd name="connsiteY484" fmla="*/ 4662092 h 6858000"/>
              <a:gd name="connsiteX485" fmla="*/ 4900699 w 7467600"/>
              <a:gd name="connsiteY485" fmla="*/ 4670867 h 6858000"/>
              <a:gd name="connsiteX486" fmla="*/ 5714511 w 7467600"/>
              <a:gd name="connsiteY486" fmla="*/ 4663483 h 6858000"/>
              <a:gd name="connsiteX487" fmla="*/ 5464793 w 7467600"/>
              <a:gd name="connsiteY487" fmla="*/ 4393556 h 6858000"/>
              <a:gd name="connsiteX488" fmla="*/ 5461897 w 7467600"/>
              <a:gd name="connsiteY488" fmla="*/ 4390879 h 6858000"/>
              <a:gd name="connsiteX489" fmla="*/ 4294126 w 7467600"/>
              <a:gd name="connsiteY489" fmla="*/ 3303048 h 6858000"/>
              <a:gd name="connsiteX490" fmla="*/ 4305321 w 7467600"/>
              <a:gd name="connsiteY490" fmla="*/ 3256953 h 6858000"/>
              <a:gd name="connsiteX491" fmla="*/ 4949299 w 7467600"/>
              <a:gd name="connsiteY491" fmla="*/ 3766336 h 6858000"/>
              <a:gd name="connsiteX492" fmla="*/ 5291452 w 7467600"/>
              <a:gd name="connsiteY492" fmla="*/ 4076801 h 6858000"/>
              <a:gd name="connsiteX493" fmla="*/ 5434998 w 7467600"/>
              <a:gd name="connsiteY493" fmla="*/ 4254100 h 6858000"/>
              <a:gd name="connsiteX494" fmla="*/ 5351015 w 7467600"/>
              <a:gd name="connsiteY494" fmla="*/ 3760989 h 6858000"/>
              <a:gd name="connsiteX495" fmla="*/ 5413780 w 7467600"/>
              <a:gd name="connsiteY495" fmla="*/ 2966265 h 6858000"/>
              <a:gd name="connsiteX496" fmla="*/ 5425627 w 7467600"/>
              <a:gd name="connsiteY496" fmla="*/ 2954192 h 6858000"/>
              <a:gd name="connsiteX497" fmla="*/ 6604735 w 7467600"/>
              <a:gd name="connsiteY497" fmla="*/ 2041381 h 6858000"/>
              <a:gd name="connsiteX498" fmla="*/ 7204487 w 7467600"/>
              <a:gd name="connsiteY498" fmla="*/ 2742112 h 6858000"/>
              <a:gd name="connsiteX499" fmla="*/ 7131592 w 7467600"/>
              <a:gd name="connsiteY499" fmla="*/ 2672096 h 6858000"/>
              <a:gd name="connsiteX500" fmla="*/ 6996344 w 7467600"/>
              <a:gd name="connsiteY500" fmla="*/ 2518310 h 6858000"/>
              <a:gd name="connsiteX501" fmla="*/ 6735495 w 7467600"/>
              <a:gd name="connsiteY501" fmla="*/ 2196890 h 6858000"/>
              <a:gd name="connsiteX502" fmla="*/ 6721901 w 7467600"/>
              <a:gd name="connsiteY502" fmla="*/ 2179274 h 6858000"/>
              <a:gd name="connsiteX503" fmla="*/ 6604735 w 7467600"/>
              <a:gd name="connsiteY503" fmla="*/ 2041381 h 6858000"/>
              <a:gd name="connsiteX504" fmla="*/ 6591670 w 7467600"/>
              <a:gd name="connsiteY504" fmla="*/ 1988277 h 6858000"/>
              <a:gd name="connsiteX505" fmla="*/ 6747349 w 7467600"/>
              <a:gd name="connsiteY505" fmla="*/ 2160069 h 6858000"/>
              <a:gd name="connsiteX506" fmla="*/ 6760943 w 7467600"/>
              <a:gd name="connsiteY506" fmla="*/ 2177686 h 6858000"/>
              <a:gd name="connsiteX507" fmla="*/ 7021065 w 7467600"/>
              <a:gd name="connsiteY507" fmla="*/ 2498102 h 6858000"/>
              <a:gd name="connsiteX508" fmla="*/ 7155223 w 7467600"/>
              <a:gd name="connsiteY508" fmla="*/ 2650386 h 6858000"/>
              <a:gd name="connsiteX509" fmla="*/ 7203167 w 7467600"/>
              <a:gd name="connsiteY509" fmla="*/ 2697288 h 6858000"/>
              <a:gd name="connsiteX510" fmla="*/ 6937703 w 7467600"/>
              <a:gd name="connsiteY510" fmla="*/ 2321981 h 6858000"/>
              <a:gd name="connsiteX511" fmla="*/ 6591670 w 7467600"/>
              <a:gd name="connsiteY511" fmla="*/ 1988277 h 6858000"/>
              <a:gd name="connsiteX512" fmla="*/ 5798671 w 7467600"/>
              <a:gd name="connsiteY512" fmla="*/ 1981601 h 6858000"/>
              <a:gd name="connsiteX513" fmla="*/ 5754709 w 7467600"/>
              <a:gd name="connsiteY513" fmla="*/ 2071454 h 6858000"/>
              <a:gd name="connsiteX514" fmla="*/ 5763044 w 7467600"/>
              <a:gd name="connsiteY514" fmla="*/ 2842206 h 6858000"/>
              <a:gd name="connsiteX515" fmla="*/ 5764974 w 7467600"/>
              <a:gd name="connsiteY515" fmla="*/ 2799609 h 6858000"/>
              <a:gd name="connsiteX516" fmla="*/ 5767665 w 7467600"/>
              <a:gd name="connsiteY516" fmla="*/ 2666409 h 6858000"/>
              <a:gd name="connsiteX517" fmla="*/ 5763055 w 7467600"/>
              <a:gd name="connsiteY517" fmla="*/ 2579705 h 6858000"/>
              <a:gd name="connsiteX518" fmla="*/ 5758079 w 7467600"/>
              <a:gd name="connsiteY518" fmla="*/ 2492508 h 6858000"/>
              <a:gd name="connsiteX519" fmla="*/ 5779325 w 7467600"/>
              <a:gd name="connsiteY519" fmla="*/ 2197069 h 6858000"/>
              <a:gd name="connsiteX520" fmla="*/ 5798671 w 7467600"/>
              <a:gd name="connsiteY520" fmla="*/ 1981601 h 6858000"/>
              <a:gd name="connsiteX521" fmla="*/ 5829202 w 7467600"/>
              <a:gd name="connsiteY521" fmla="*/ 1971679 h 6858000"/>
              <a:gd name="connsiteX522" fmla="*/ 5809558 w 7467600"/>
              <a:gd name="connsiteY522" fmla="*/ 2198043 h 6858000"/>
              <a:gd name="connsiteX523" fmla="*/ 5788653 w 7467600"/>
              <a:gd name="connsiteY523" fmla="*/ 2489430 h 6858000"/>
              <a:gd name="connsiteX524" fmla="*/ 5793439 w 7467600"/>
              <a:gd name="connsiteY524" fmla="*/ 2575235 h 6858000"/>
              <a:gd name="connsiteX525" fmla="*/ 5796837 w 7467600"/>
              <a:gd name="connsiteY525" fmla="*/ 2637633 h 6858000"/>
              <a:gd name="connsiteX526" fmla="*/ 5818614 w 7467600"/>
              <a:gd name="connsiteY526" fmla="*/ 2473055 h 6858000"/>
              <a:gd name="connsiteX527" fmla="*/ 5829202 w 7467600"/>
              <a:gd name="connsiteY527" fmla="*/ 1971679 h 6858000"/>
              <a:gd name="connsiteX528" fmla="*/ 5911389 w 7467600"/>
              <a:gd name="connsiteY528" fmla="*/ 1898371 h 6858000"/>
              <a:gd name="connsiteX529" fmla="*/ 6237627 w 7467600"/>
              <a:gd name="connsiteY529" fmla="*/ 2231921 h 6858000"/>
              <a:gd name="connsiteX530" fmla="*/ 5911389 w 7467600"/>
              <a:gd name="connsiteY530" fmla="*/ 1898371 h 6858000"/>
              <a:gd name="connsiteX531" fmla="*/ 6944437 w 7467600"/>
              <a:gd name="connsiteY531" fmla="*/ 1575402 h 6858000"/>
              <a:gd name="connsiteX532" fmla="*/ 6304730 w 7467600"/>
              <a:gd name="connsiteY532" fmla="*/ 1766654 h 6858000"/>
              <a:gd name="connsiteX533" fmla="*/ 6944437 w 7467600"/>
              <a:gd name="connsiteY533" fmla="*/ 1575402 h 6858000"/>
              <a:gd name="connsiteX534" fmla="*/ 7019523 w 7467600"/>
              <a:gd name="connsiteY534" fmla="*/ 1519450 h 6858000"/>
              <a:gd name="connsiteX535" fmla="*/ 6298091 w 7467600"/>
              <a:gd name="connsiteY535" fmla="*/ 1737122 h 6858000"/>
              <a:gd name="connsiteX536" fmla="*/ 7019523 w 7467600"/>
              <a:gd name="connsiteY536" fmla="*/ 1519450 h 6858000"/>
              <a:gd name="connsiteX537" fmla="*/ 2399523 w 7467600"/>
              <a:gd name="connsiteY537" fmla="*/ 1428234 h 6858000"/>
              <a:gd name="connsiteX538" fmla="*/ 2224982 w 7467600"/>
              <a:gd name="connsiteY538" fmla="*/ 1826201 h 6858000"/>
              <a:gd name="connsiteX539" fmla="*/ 2096099 w 7467600"/>
              <a:gd name="connsiteY539" fmla="*/ 2345900 h 6858000"/>
              <a:gd name="connsiteX540" fmla="*/ 2283317 w 7467600"/>
              <a:gd name="connsiteY540" fmla="*/ 1796925 h 6858000"/>
              <a:gd name="connsiteX541" fmla="*/ 2399523 w 7467600"/>
              <a:gd name="connsiteY541" fmla="*/ 1428234 h 6858000"/>
              <a:gd name="connsiteX542" fmla="*/ 2448558 w 7467600"/>
              <a:gd name="connsiteY542" fmla="*/ 1373435 h 6858000"/>
              <a:gd name="connsiteX543" fmla="*/ 2312521 w 7467600"/>
              <a:gd name="connsiteY543" fmla="*/ 1806140 h 6858000"/>
              <a:gd name="connsiteX544" fmla="*/ 2127533 w 7467600"/>
              <a:gd name="connsiteY544" fmla="*/ 2348380 h 6858000"/>
              <a:gd name="connsiteX545" fmla="*/ 2358080 w 7467600"/>
              <a:gd name="connsiteY545" fmla="*/ 1866134 h 6858000"/>
              <a:gd name="connsiteX546" fmla="*/ 2407436 w 7467600"/>
              <a:gd name="connsiteY546" fmla="*/ 1651070 h 6858000"/>
              <a:gd name="connsiteX547" fmla="*/ 2448558 w 7467600"/>
              <a:gd name="connsiteY547" fmla="*/ 1373435 h 6858000"/>
              <a:gd name="connsiteX548" fmla="*/ 278707 w 7467600"/>
              <a:gd name="connsiteY548" fmla="*/ 1352270 h 6858000"/>
              <a:gd name="connsiteX549" fmla="*/ 321570 w 7467600"/>
              <a:gd name="connsiteY549" fmla="*/ 1861610 h 6858000"/>
              <a:gd name="connsiteX550" fmla="*/ 294281 w 7467600"/>
              <a:gd name="connsiteY550" fmla="*/ 1440658 h 6858000"/>
              <a:gd name="connsiteX551" fmla="*/ 278707 w 7467600"/>
              <a:gd name="connsiteY551" fmla="*/ 1352270 h 6858000"/>
              <a:gd name="connsiteX552" fmla="*/ 1423821 w 7467600"/>
              <a:gd name="connsiteY552" fmla="*/ 1351958 h 6858000"/>
              <a:gd name="connsiteX553" fmla="*/ 1638521 w 7467600"/>
              <a:gd name="connsiteY553" fmla="*/ 1908470 h 6858000"/>
              <a:gd name="connsiteX554" fmla="*/ 1754199 w 7467600"/>
              <a:gd name="connsiteY554" fmla="*/ 2149284 h 6858000"/>
              <a:gd name="connsiteX555" fmla="*/ 1908359 w 7467600"/>
              <a:gd name="connsiteY555" fmla="*/ 2364988 h 6858000"/>
              <a:gd name="connsiteX556" fmla="*/ 1647661 w 7467600"/>
              <a:gd name="connsiteY556" fmla="*/ 1825945 h 6858000"/>
              <a:gd name="connsiteX557" fmla="*/ 1423821 w 7467600"/>
              <a:gd name="connsiteY557" fmla="*/ 1351958 h 6858000"/>
              <a:gd name="connsiteX558" fmla="*/ 1431890 w 7467600"/>
              <a:gd name="connsiteY558" fmla="*/ 1306475 h 6858000"/>
              <a:gd name="connsiteX559" fmla="*/ 1507597 w 7467600"/>
              <a:gd name="connsiteY559" fmla="*/ 1446132 h 6858000"/>
              <a:gd name="connsiteX560" fmla="*/ 1674586 w 7467600"/>
              <a:gd name="connsiteY560" fmla="*/ 1813832 h 6858000"/>
              <a:gd name="connsiteX561" fmla="*/ 1815950 w 7467600"/>
              <a:gd name="connsiteY561" fmla="*/ 2128564 h 6858000"/>
              <a:gd name="connsiteX562" fmla="*/ 1984242 w 7467600"/>
              <a:gd name="connsiteY562" fmla="*/ 2430829 h 6858000"/>
              <a:gd name="connsiteX563" fmla="*/ 2014023 w 7467600"/>
              <a:gd name="connsiteY563" fmla="*/ 2450995 h 6858000"/>
              <a:gd name="connsiteX564" fmla="*/ 1747337 w 7467600"/>
              <a:gd name="connsiteY564" fmla="*/ 1855264 h 6858000"/>
              <a:gd name="connsiteX565" fmla="*/ 1533749 w 7467600"/>
              <a:gd name="connsiteY565" fmla="*/ 1478656 h 6858000"/>
              <a:gd name="connsiteX566" fmla="*/ 1431890 w 7467600"/>
              <a:gd name="connsiteY566" fmla="*/ 1306475 h 6858000"/>
              <a:gd name="connsiteX567" fmla="*/ 5052692 w 7467600"/>
              <a:gd name="connsiteY567" fmla="*/ 1292994 h 6858000"/>
              <a:gd name="connsiteX568" fmla="*/ 5200661 w 7467600"/>
              <a:gd name="connsiteY568" fmla="*/ 1635186 h 6858000"/>
              <a:gd name="connsiteX569" fmla="*/ 5297138 w 7467600"/>
              <a:gd name="connsiteY569" fmla="*/ 1906351 h 6858000"/>
              <a:gd name="connsiteX570" fmla="*/ 5052692 w 7467600"/>
              <a:gd name="connsiteY570" fmla="*/ 1292994 h 6858000"/>
              <a:gd name="connsiteX571" fmla="*/ 5009948 w 7467600"/>
              <a:gd name="connsiteY571" fmla="*/ 1273619 h 6858000"/>
              <a:gd name="connsiteX572" fmla="*/ 5121777 w 7467600"/>
              <a:gd name="connsiteY572" fmla="*/ 1654213 h 6858000"/>
              <a:gd name="connsiteX573" fmla="*/ 5293545 w 7467600"/>
              <a:gd name="connsiteY573" fmla="*/ 2072247 h 6858000"/>
              <a:gd name="connsiteX574" fmla="*/ 5294042 w 7467600"/>
              <a:gd name="connsiteY574" fmla="*/ 2065019 h 6858000"/>
              <a:gd name="connsiteX575" fmla="*/ 5171936 w 7467600"/>
              <a:gd name="connsiteY575" fmla="*/ 1647613 h 6858000"/>
              <a:gd name="connsiteX576" fmla="*/ 5009948 w 7467600"/>
              <a:gd name="connsiteY576" fmla="*/ 1273619 h 6858000"/>
              <a:gd name="connsiteX577" fmla="*/ 655236 w 7467600"/>
              <a:gd name="connsiteY577" fmla="*/ 1268632 h 6858000"/>
              <a:gd name="connsiteX578" fmla="*/ 839521 w 7467600"/>
              <a:gd name="connsiteY578" fmla="*/ 1685315 h 6858000"/>
              <a:gd name="connsiteX579" fmla="*/ 1109416 w 7467600"/>
              <a:gd name="connsiteY579" fmla="*/ 2061663 h 6858000"/>
              <a:gd name="connsiteX580" fmla="*/ 1298300 w 7467600"/>
              <a:gd name="connsiteY580" fmla="*/ 2247742 h 6858000"/>
              <a:gd name="connsiteX581" fmla="*/ 1125871 w 7467600"/>
              <a:gd name="connsiteY581" fmla="*/ 1989513 h 6858000"/>
              <a:gd name="connsiteX582" fmla="*/ 981574 w 7467600"/>
              <a:gd name="connsiteY582" fmla="*/ 1783157 h 6858000"/>
              <a:gd name="connsiteX583" fmla="*/ 922198 w 7467600"/>
              <a:gd name="connsiteY583" fmla="*/ 1677437 h 6858000"/>
              <a:gd name="connsiteX584" fmla="*/ 869293 w 7467600"/>
              <a:gd name="connsiteY584" fmla="*/ 1583214 h 6858000"/>
              <a:gd name="connsiteX585" fmla="*/ 751431 w 7467600"/>
              <a:gd name="connsiteY585" fmla="*/ 1405731 h 6858000"/>
              <a:gd name="connsiteX586" fmla="*/ 655236 w 7467600"/>
              <a:gd name="connsiteY586" fmla="*/ 1268632 h 6858000"/>
              <a:gd name="connsiteX587" fmla="*/ 6516292 w 7467600"/>
              <a:gd name="connsiteY587" fmla="*/ 1263064 h 6858000"/>
              <a:gd name="connsiteX588" fmla="*/ 5736320 w 7467600"/>
              <a:gd name="connsiteY588" fmla="*/ 1501803 h 6858000"/>
              <a:gd name="connsiteX589" fmla="*/ 6516292 w 7467600"/>
              <a:gd name="connsiteY589" fmla="*/ 1263064 h 6858000"/>
              <a:gd name="connsiteX590" fmla="*/ 291466 w 7467600"/>
              <a:gd name="connsiteY590" fmla="*/ 1250369 h 6858000"/>
              <a:gd name="connsiteX591" fmla="*/ 323180 w 7467600"/>
              <a:gd name="connsiteY591" fmla="*/ 1435283 h 6858000"/>
              <a:gd name="connsiteX592" fmla="*/ 349381 w 7467600"/>
              <a:gd name="connsiteY592" fmla="*/ 1875041 h 6858000"/>
              <a:gd name="connsiteX593" fmla="*/ 374363 w 7467600"/>
              <a:gd name="connsiteY593" fmla="*/ 1506494 h 6858000"/>
              <a:gd name="connsiteX594" fmla="*/ 302168 w 7467600"/>
              <a:gd name="connsiteY594" fmla="*/ 1274495 h 6858000"/>
              <a:gd name="connsiteX595" fmla="*/ 291466 w 7467600"/>
              <a:gd name="connsiteY595" fmla="*/ 1250369 h 6858000"/>
              <a:gd name="connsiteX596" fmla="*/ 678222 w 7467600"/>
              <a:gd name="connsiteY596" fmla="*/ 1248670 h 6858000"/>
              <a:gd name="connsiteX597" fmla="*/ 775536 w 7467600"/>
              <a:gd name="connsiteY597" fmla="*/ 1388015 h 6858000"/>
              <a:gd name="connsiteX598" fmla="*/ 894529 w 7467600"/>
              <a:gd name="connsiteY598" fmla="*/ 1567739 h 6858000"/>
              <a:gd name="connsiteX599" fmla="*/ 948000 w 7467600"/>
              <a:gd name="connsiteY599" fmla="*/ 1663088 h 6858000"/>
              <a:gd name="connsiteX600" fmla="*/ 1006812 w 7467600"/>
              <a:gd name="connsiteY600" fmla="*/ 1767683 h 6858000"/>
              <a:gd name="connsiteX601" fmla="*/ 1149133 w 7467600"/>
              <a:gd name="connsiteY601" fmla="*/ 1971513 h 6858000"/>
              <a:gd name="connsiteX602" fmla="*/ 1333952 w 7467600"/>
              <a:gd name="connsiteY602" fmla="*/ 2251620 h 6858000"/>
              <a:gd name="connsiteX603" fmla="*/ 1337329 w 7467600"/>
              <a:gd name="connsiteY603" fmla="*/ 2258350 h 6858000"/>
              <a:gd name="connsiteX604" fmla="*/ 1014726 w 7467600"/>
              <a:gd name="connsiteY604" fmla="*/ 1615556 h 6858000"/>
              <a:gd name="connsiteX605" fmla="*/ 678222 w 7467600"/>
              <a:gd name="connsiteY605" fmla="*/ 1248670 h 6858000"/>
              <a:gd name="connsiteX606" fmla="*/ 6691602 w 7467600"/>
              <a:gd name="connsiteY606" fmla="*/ 1140573 h 6858000"/>
              <a:gd name="connsiteX607" fmla="*/ 6571100 w 7467600"/>
              <a:gd name="connsiteY607" fmla="*/ 1183662 h 6858000"/>
              <a:gd name="connsiteX608" fmla="*/ 6241687 w 7467600"/>
              <a:gd name="connsiteY608" fmla="*/ 1257600 h 6858000"/>
              <a:gd name="connsiteX609" fmla="*/ 5693009 w 7467600"/>
              <a:gd name="connsiteY609" fmla="*/ 1478256 h 6858000"/>
              <a:gd name="connsiteX610" fmla="*/ 6548420 w 7467600"/>
              <a:gd name="connsiteY610" fmla="*/ 1214599 h 6858000"/>
              <a:gd name="connsiteX611" fmla="*/ 6605473 w 7467600"/>
              <a:gd name="connsiteY611" fmla="*/ 1184686 h 6858000"/>
              <a:gd name="connsiteX612" fmla="*/ 6691602 w 7467600"/>
              <a:gd name="connsiteY612" fmla="*/ 1140573 h 6858000"/>
              <a:gd name="connsiteX613" fmla="*/ 4002475 w 7467600"/>
              <a:gd name="connsiteY613" fmla="*/ 1037802 h 6858000"/>
              <a:gd name="connsiteX614" fmla="*/ 4000324 w 7467600"/>
              <a:gd name="connsiteY614" fmla="*/ 1039362 h 6858000"/>
              <a:gd name="connsiteX615" fmla="*/ 4002862 w 7467600"/>
              <a:gd name="connsiteY615" fmla="*/ 1042866 h 6858000"/>
              <a:gd name="connsiteX616" fmla="*/ 4002475 w 7467600"/>
              <a:gd name="connsiteY616" fmla="*/ 1037802 h 6858000"/>
              <a:gd name="connsiteX617" fmla="*/ 506322 w 7467600"/>
              <a:gd name="connsiteY617" fmla="*/ 1020997 h 6858000"/>
              <a:gd name="connsiteX618" fmla="*/ 533068 w 7467600"/>
              <a:gd name="connsiteY618" fmla="*/ 1029409 h 6858000"/>
              <a:gd name="connsiteX619" fmla="*/ 1232525 w 7467600"/>
              <a:gd name="connsiteY619" fmla="*/ 1804675 h 6858000"/>
              <a:gd name="connsiteX620" fmla="*/ 1388858 w 7467600"/>
              <a:gd name="connsiteY620" fmla="*/ 2368011 h 6858000"/>
              <a:gd name="connsiteX621" fmla="*/ 1384098 w 7467600"/>
              <a:gd name="connsiteY621" fmla="*/ 2378125 h 6858000"/>
              <a:gd name="connsiteX622" fmla="*/ 1425393 w 7467600"/>
              <a:gd name="connsiteY622" fmla="*/ 2589124 h 6858000"/>
              <a:gd name="connsiteX623" fmla="*/ 1424001 w 7467600"/>
              <a:gd name="connsiteY623" fmla="*/ 2597541 h 6858000"/>
              <a:gd name="connsiteX624" fmla="*/ 2152729 w 7467600"/>
              <a:gd name="connsiteY624" fmla="*/ 2864487 h 6858000"/>
              <a:gd name="connsiteX625" fmla="*/ 2020609 w 7467600"/>
              <a:gd name="connsiteY625" fmla="*/ 2539671 h 6858000"/>
              <a:gd name="connsiteX626" fmla="*/ 2018920 w 7467600"/>
              <a:gd name="connsiteY626" fmla="*/ 2536309 h 6858000"/>
              <a:gd name="connsiteX627" fmla="*/ 1342441 w 7467600"/>
              <a:gd name="connsiteY627" fmla="*/ 1173017 h 6858000"/>
              <a:gd name="connsiteX628" fmla="*/ 1367925 w 7467600"/>
              <a:gd name="connsiteY628" fmla="*/ 1135648 h 6858000"/>
              <a:gd name="connsiteX629" fmla="*/ 1771401 w 7467600"/>
              <a:gd name="connsiteY629" fmla="*/ 1806673 h 6858000"/>
              <a:gd name="connsiteX630" fmla="*/ 1972385 w 7467600"/>
              <a:gd name="connsiteY630" fmla="*/ 2198735 h 6858000"/>
              <a:gd name="connsiteX631" fmla="*/ 2040892 w 7467600"/>
              <a:gd name="connsiteY631" fmla="*/ 2405205 h 6858000"/>
              <a:gd name="connsiteX632" fmla="*/ 2131689 w 7467600"/>
              <a:gd name="connsiteY632" fmla="*/ 1936926 h 6858000"/>
              <a:gd name="connsiteX633" fmla="*/ 2454820 w 7467600"/>
              <a:gd name="connsiteY633" fmla="*/ 1248808 h 6858000"/>
              <a:gd name="connsiteX634" fmla="*/ 2492512 w 7467600"/>
              <a:gd name="connsiteY634" fmla="*/ 1302920 h 6858000"/>
              <a:gd name="connsiteX635" fmla="*/ 2081216 w 7467600"/>
              <a:gd name="connsiteY635" fmla="*/ 2527513 h 6858000"/>
              <a:gd name="connsiteX636" fmla="*/ 2081211 w 7467600"/>
              <a:gd name="connsiteY636" fmla="*/ 2528916 h 6858000"/>
              <a:gd name="connsiteX637" fmla="*/ 2199067 w 7467600"/>
              <a:gd name="connsiteY637" fmla="*/ 2884061 h 6858000"/>
              <a:gd name="connsiteX638" fmla="*/ 3192586 w 7467600"/>
              <a:gd name="connsiteY638" fmla="*/ 3411496 h 6858000"/>
              <a:gd name="connsiteX639" fmla="*/ 3182620 w 7467600"/>
              <a:gd name="connsiteY639" fmla="*/ 3483279 h 6858000"/>
              <a:gd name="connsiteX640" fmla="*/ 2435119 w 7467600"/>
              <a:gd name="connsiteY640" fmla="*/ 3080173 h 6858000"/>
              <a:gd name="connsiteX641" fmla="*/ 2410152 w 7467600"/>
              <a:gd name="connsiteY641" fmla="*/ 3063751 h 6858000"/>
              <a:gd name="connsiteX642" fmla="*/ 2408099 w 7467600"/>
              <a:gd name="connsiteY642" fmla="*/ 3064403 h 6858000"/>
              <a:gd name="connsiteX643" fmla="*/ 2407218 w 7467600"/>
              <a:gd name="connsiteY643" fmla="*/ 3070324 h 6858000"/>
              <a:gd name="connsiteX644" fmla="*/ 2380138 w 7467600"/>
              <a:gd name="connsiteY644" fmla="*/ 3099341 h 6858000"/>
              <a:gd name="connsiteX645" fmla="*/ 1765923 w 7467600"/>
              <a:gd name="connsiteY645" fmla="*/ 3581043 h 6858000"/>
              <a:gd name="connsiteX646" fmla="*/ 1702258 w 7467600"/>
              <a:gd name="connsiteY646" fmla="*/ 3612286 h 6858000"/>
              <a:gd name="connsiteX647" fmla="*/ 1538370 w 7467600"/>
              <a:gd name="connsiteY647" fmla="*/ 3811804 h 6858000"/>
              <a:gd name="connsiteX648" fmla="*/ 542867 w 7467600"/>
              <a:gd name="connsiteY648" fmla="*/ 4944092 h 6858000"/>
              <a:gd name="connsiteX649" fmla="*/ 515800 w 7467600"/>
              <a:gd name="connsiteY649" fmla="*/ 4862180 h 6858000"/>
              <a:gd name="connsiteX650" fmla="*/ 909145 w 7467600"/>
              <a:gd name="connsiteY650" fmla="*/ 4199225 h 6858000"/>
              <a:gd name="connsiteX651" fmla="*/ 1214067 w 7467600"/>
              <a:gd name="connsiteY651" fmla="*/ 3908561 h 6858000"/>
              <a:gd name="connsiteX652" fmla="*/ 640967 w 7467600"/>
              <a:gd name="connsiteY652" fmla="*/ 4105601 h 6858000"/>
              <a:gd name="connsiteX653" fmla="*/ 112563 w 7467600"/>
              <a:gd name="connsiteY653" fmla="*/ 4396952 h 6858000"/>
              <a:gd name="connsiteX654" fmla="*/ 0 w 7467600"/>
              <a:gd name="connsiteY654" fmla="*/ 4466006 h 6858000"/>
              <a:gd name="connsiteX655" fmla="*/ 0 w 7467600"/>
              <a:gd name="connsiteY655" fmla="*/ 4233763 h 6858000"/>
              <a:gd name="connsiteX656" fmla="*/ 36881 w 7467600"/>
              <a:gd name="connsiteY656" fmla="*/ 4200118 h 6858000"/>
              <a:gd name="connsiteX657" fmla="*/ 910534 w 7467600"/>
              <a:gd name="connsiteY657" fmla="*/ 3629753 h 6858000"/>
              <a:gd name="connsiteX658" fmla="*/ 1578717 w 7467600"/>
              <a:gd name="connsiteY658" fmla="*/ 3575982 h 6858000"/>
              <a:gd name="connsiteX659" fmla="*/ 2338780 w 7467600"/>
              <a:gd name="connsiteY659" fmla="*/ 3033725 h 6858000"/>
              <a:gd name="connsiteX660" fmla="*/ 1807991 w 7467600"/>
              <a:gd name="connsiteY660" fmla="*/ 2807184 h 6858000"/>
              <a:gd name="connsiteX661" fmla="*/ 1416358 w 7467600"/>
              <a:gd name="connsiteY661" fmla="*/ 3112571 h 6858000"/>
              <a:gd name="connsiteX662" fmla="*/ 939066 w 7467600"/>
              <a:gd name="connsiteY662" fmla="*/ 3378798 h 6858000"/>
              <a:gd name="connsiteX663" fmla="*/ 115099 w 7467600"/>
              <a:gd name="connsiteY663" fmla="*/ 3607650 h 6858000"/>
              <a:gd name="connsiteX664" fmla="*/ 97284 w 7467600"/>
              <a:gd name="connsiteY664" fmla="*/ 3520393 h 6858000"/>
              <a:gd name="connsiteX665" fmla="*/ 922050 w 7467600"/>
              <a:gd name="connsiteY665" fmla="*/ 3074867 h 6858000"/>
              <a:gd name="connsiteX666" fmla="*/ 1405265 w 7467600"/>
              <a:gd name="connsiteY666" fmla="*/ 3016319 h 6858000"/>
              <a:gd name="connsiteX667" fmla="*/ 1407512 w 7467600"/>
              <a:gd name="connsiteY667" fmla="*/ 3018001 h 6858000"/>
              <a:gd name="connsiteX668" fmla="*/ 1726266 w 7467600"/>
              <a:gd name="connsiteY668" fmla="*/ 2777274 h 6858000"/>
              <a:gd name="connsiteX669" fmla="*/ 625390 w 7467600"/>
              <a:gd name="connsiteY669" fmla="*/ 2514541 h 6858000"/>
              <a:gd name="connsiteX670" fmla="*/ 619799 w 7467600"/>
              <a:gd name="connsiteY670" fmla="*/ 2527180 h 6858000"/>
              <a:gd name="connsiteX671" fmla="*/ 310030 w 7467600"/>
              <a:gd name="connsiteY671" fmla="*/ 2771818 h 6858000"/>
              <a:gd name="connsiteX672" fmla="*/ 173877 w 7467600"/>
              <a:gd name="connsiteY672" fmla="*/ 2937056 h 6858000"/>
              <a:gd name="connsiteX673" fmla="*/ 77889 w 7467600"/>
              <a:gd name="connsiteY673" fmla="*/ 3138440 h 6858000"/>
              <a:gd name="connsiteX674" fmla="*/ 0 w 7467600"/>
              <a:gd name="connsiteY674" fmla="*/ 3271395 h 6858000"/>
              <a:gd name="connsiteX675" fmla="*/ 0 w 7467600"/>
              <a:gd name="connsiteY675" fmla="*/ 3153002 h 6858000"/>
              <a:gd name="connsiteX676" fmla="*/ 2386 w 7467600"/>
              <a:gd name="connsiteY676" fmla="*/ 3149203 h 6858000"/>
              <a:gd name="connsiteX677" fmla="*/ 89753 w 7467600"/>
              <a:gd name="connsiteY677" fmla="*/ 2987702 h 6858000"/>
              <a:gd name="connsiteX678" fmla="*/ 76869 w 7467600"/>
              <a:gd name="connsiteY678" fmla="*/ 3005404 h 6858000"/>
              <a:gd name="connsiteX679" fmla="*/ 32049 w 7467600"/>
              <a:gd name="connsiteY679" fmla="*/ 3065814 h 6858000"/>
              <a:gd name="connsiteX680" fmla="*/ 0 w 7467600"/>
              <a:gd name="connsiteY680" fmla="*/ 3108744 h 6858000"/>
              <a:gd name="connsiteX681" fmla="*/ 0 w 7467600"/>
              <a:gd name="connsiteY681" fmla="*/ 3058059 h 6858000"/>
              <a:gd name="connsiteX682" fmla="*/ 7610 w 7467600"/>
              <a:gd name="connsiteY682" fmla="*/ 3047889 h 6858000"/>
              <a:gd name="connsiteX683" fmla="*/ 52419 w 7467600"/>
              <a:gd name="connsiteY683" fmla="*/ 2987479 h 6858000"/>
              <a:gd name="connsiteX684" fmla="*/ 59142 w 7467600"/>
              <a:gd name="connsiteY684" fmla="*/ 2978488 h 6858000"/>
              <a:gd name="connsiteX685" fmla="*/ 0 w 7467600"/>
              <a:gd name="connsiteY685" fmla="*/ 3015334 h 6858000"/>
              <a:gd name="connsiteX686" fmla="*/ 0 w 7467600"/>
              <a:gd name="connsiteY686" fmla="*/ 2914286 h 6858000"/>
              <a:gd name="connsiteX687" fmla="*/ 36383 w 7467600"/>
              <a:gd name="connsiteY687" fmla="*/ 2901128 h 6858000"/>
              <a:gd name="connsiteX688" fmla="*/ 156329 w 7467600"/>
              <a:gd name="connsiteY688" fmla="*/ 2840533 h 6858000"/>
              <a:gd name="connsiteX689" fmla="*/ 358355 w 7467600"/>
              <a:gd name="connsiteY689" fmla="*/ 2620471 h 6858000"/>
              <a:gd name="connsiteX690" fmla="*/ 510577 w 7467600"/>
              <a:gd name="connsiteY690" fmla="*/ 2501244 h 6858000"/>
              <a:gd name="connsiteX691" fmla="*/ 211967 w 7467600"/>
              <a:gd name="connsiteY691" fmla="*/ 2479171 h 6858000"/>
              <a:gd name="connsiteX692" fmla="*/ 0 w 7467600"/>
              <a:gd name="connsiteY692" fmla="*/ 2476398 h 6858000"/>
              <a:gd name="connsiteX693" fmla="*/ 0 w 7467600"/>
              <a:gd name="connsiteY693" fmla="*/ 2389189 h 6858000"/>
              <a:gd name="connsiteX694" fmla="*/ 103062 w 7467600"/>
              <a:gd name="connsiteY694" fmla="*/ 2389518 h 6858000"/>
              <a:gd name="connsiteX695" fmla="*/ 510734 w 7467600"/>
              <a:gd name="connsiteY695" fmla="*/ 2416201 h 6858000"/>
              <a:gd name="connsiteX696" fmla="*/ 279257 w 7467600"/>
              <a:gd name="connsiteY696" fmla="*/ 2092102 h 6858000"/>
              <a:gd name="connsiteX697" fmla="*/ 65265 w 7467600"/>
              <a:gd name="connsiteY697" fmla="*/ 2006049 h 6858000"/>
              <a:gd name="connsiteX698" fmla="*/ 0 w 7467600"/>
              <a:gd name="connsiteY698" fmla="*/ 1982532 h 6858000"/>
              <a:gd name="connsiteX699" fmla="*/ 0 w 7467600"/>
              <a:gd name="connsiteY699" fmla="*/ 1912789 h 6858000"/>
              <a:gd name="connsiteX700" fmla="*/ 97460 w 7467600"/>
              <a:gd name="connsiteY700" fmla="*/ 1953725 h 6858000"/>
              <a:gd name="connsiteX701" fmla="*/ 221272 w 7467600"/>
              <a:gd name="connsiteY701" fmla="*/ 1980766 h 6858000"/>
              <a:gd name="connsiteX702" fmla="*/ 116765 w 7467600"/>
              <a:gd name="connsiteY702" fmla="*/ 1911033 h 6858000"/>
              <a:gd name="connsiteX703" fmla="*/ 16405 w 7467600"/>
              <a:gd name="connsiteY703" fmla="*/ 1803412 h 6858000"/>
              <a:gd name="connsiteX704" fmla="*/ 0 w 7467600"/>
              <a:gd name="connsiteY704" fmla="*/ 1784777 h 6858000"/>
              <a:gd name="connsiteX705" fmla="*/ 0 w 7467600"/>
              <a:gd name="connsiteY705" fmla="*/ 1740082 h 6858000"/>
              <a:gd name="connsiteX706" fmla="*/ 39394 w 7467600"/>
              <a:gd name="connsiteY706" fmla="*/ 1784856 h 6858000"/>
              <a:gd name="connsiteX707" fmla="*/ 135813 w 7467600"/>
              <a:gd name="connsiteY707" fmla="*/ 1888838 h 6858000"/>
              <a:gd name="connsiteX708" fmla="*/ 242575 w 7467600"/>
              <a:gd name="connsiteY708" fmla="*/ 1958841 h 6858000"/>
              <a:gd name="connsiteX709" fmla="*/ 82197 w 7467600"/>
              <a:gd name="connsiteY709" fmla="*/ 1754826 h 6858000"/>
              <a:gd name="connsiteX710" fmla="*/ 0 w 7467600"/>
              <a:gd name="connsiteY710" fmla="*/ 1679650 h 6858000"/>
              <a:gd name="connsiteX711" fmla="*/ 0 w 7467600"/>
              <a:gd name="connsiteY711" fmla="*/ 1602463 h 6858000"/>
              <a:gd name="connsiteX712" fmla="*/ 84689 w 7467600"/>
              <a:gd name="connsiteY712" fmla="*/ 1677442 h 6858000"/>
              <a:gd name="connsiteX713" fmla="*/ 298437 w 7467600"/>
              <a:gd name="connsiteY713" fmla="*/ 1968019 h 6858000"/>
              <a:gd name="connsiteX714" fmla="*/ 227269 w 7467600"/>
              <a:gd name="connsiteY714" fmla="*/ 1114064 h 6858000"/>
              <a:gd name="connsiteX715" fmla="*/ 248003 w 7467600"/>
              <a:gd name="connsiteY715" fmla="*/ 1089613 h 6858000"/>
              <a:gd name="connsiteX716" fmla="*/ 427020 w 7467600"/>
              <a:gd name="connsiteY716" fmla="*/ 1619803 h 6858000"/>
              <a:gd name="connsiteX717" fmla="*/ 340345 w 7467600"/>
              <a:gd name="connsiteY717" fmla="*/ 2027739 h 6858000"/>
              <a:gd name="connsiteX718" fmla="*/ 360865 w 7467600"/>
              <a:gd name="connsiteY718" fmla="*/ 2044827 h 6858000"/>
              <a:gd name="connsiteX719" fmla="*/ 560414 w 7467600"/>
              <a:gd name="connsiteY719" fmla="*/ 2421457 h 6858000"/>
              <a:gd name="connsiteX720" fmla="*/ 1359703 w 7467600"/>
              <a:gd name="connsiteY720" fmla="*/ 2578554 h 6858000"/>
              <a:gd name="connsiteX721" fmla="*/ 1359422 w 7467600"/>
              <a:gd name="connsiteY721" fmla="*/ 2577994 h 6858000"/>
              <a:gd name="connsiteX722" fmla="*/ 828701 w 7467600"/>
              <a:gd name="connsiteY722" fmla="*/ 1839520 h 6858000"/>
              <a:gd name="connsiteX723" fmla="*/ 494427 w 7467600"/>
              <a:gd name="connsiteY723" fmla="*/ 1092333 h 6858000"/>
              <a:gd name="connsiteX724" fmla="*/ 506322 w 7467600"/>
              <a:gd name="connsiteY724" fmla="*/ 1020997 h 6858000"/>
              <a:gd name="connsiteX725" fmla="*/ 4570198 w 7467600"/>
              <a:gd name="connsiteY725" fmla="*/ 978081 h 6858000"/>
              <a:gd name="connsiteX726" fmla="*/ 4523691 w 7467600"/>
              <a:gd name="connsiteY726" fmla="*/ 1127776 h 6858000"/>
              <a:gd name="connsiteX727" fmla="*/ 4509875 w 7467600"/>
              <a:gd name="connsiteY727" fmla="*/ 1167552 h 6858000"/>
              <a:gd name="connsiteX728" fmla="*/ 4478168 w 7467600"/>
              <a:gd name="connsiteY728" fmla="*/ 1260735 h 6858000"/>
              <a:gd name="connsiteX729" fmla="*/ 4409309 w 7467600"/>
              <a:gd name="connsiteY729" fmla="*/ 1666996 h 6858000"/>
              <a:gd name="connsiteX730" fmla="*/ 4370031 w 7467600"/>
              <a:gd name="connsiteY730" fmla="*/ 1955666 h 6858000"/>
              <a:gd name="connsiteX731" fmla="*/ 4570198 w 7467600"/>
              <a:gd name="connsiteY731" fmla="*/ 978081 h 6858000"/>
              <a:gd name="connsiteX732" fmla="*/ 4557898 w 7467600"/>
              <a:gd name="connsiteY732" fmla="*/ 900011 h 6858000"/>
              <a:gd name="connsiteX733" fmla="*/ 4344840 w 7467600"/>
              <a:gd name="connsiteY733" fmla="*/ 1922038 h 6858000"/>
              <a:gd name="connsiteX734" fmla="*/ 4378710 w 7467600"/>
              <a:gd name="connsiteY734" fmla="*/ 1665516 h 6858000"/>
              <a:gd name="connsiteX735" fmla="*/ 4448798 w 7467600"/>
              <a:gd name="connsiteY735" fmla="*/ 1253024 h 6858000"/>
              <a:gd name="connsiteX736" fmla="*/ 4480315 w 7467600"/>
              <a:gd name="connsiteY736" fmla="*/ 1158454 h 6858000"/>
              <a:gd name="connsiteX737" fmla="*/ 4494133 w 7467600"/>
              <a:gd name="connsiteY737" fmla="*/ 1118676 h 6858000"/>
              <a:gd name="connsiteX738" fmla="*/ 4557898 w 7467600"/>
              <a:gd name="connsiteY738" fmla="*/ 900011 h 6858000"/>
              <a:gd name="connsiteX739" fmla="*/ 5870151 w 7467600"/>
              <a:gd name="connsiteY739" fmla="*/ 898890 h 6858000"/>
              <a:gd name="connsiteX740" fmla="*/ 5861335 w 7467600"/>
              <a:gd name="connsiteY740" fmla="*/ 899177 h 6858000"/>
              <a:gd name="connsiteX741" fmla="*/ 5843702 w 7467600"/>
              <a:gd name="connsiteY741" fmla="*/ 899748 h 6858000"/>
              <a:gd name="connsiteX742" fmla="*/ 5651107 w 7467600"/>
              <a:gd name="connsiteY742" fmla="*/ 920306 h 6858000"/>
              <a:gd name="connsiteX743" fmla="*/ 5459407 w 7467600"/>
              <a:gd name="connsiteY743" fmla="*/ 940975 h 6858000"/>
              <a:gd name="connsiteX744" fmla="*/ 5374846 w 7467600"/>
              <a:gd name="connsiteY744" fmla="*/ 941988 h 6858000"/>
              <a:gd name="connsiteX745" fmla="*/ 5256105 w 7467600"/>
              <a:gd name="connsiteY745" fmla="*/ 945632 h 6858000"/>
              <a:gd name="connsiteX746" fmla="*/ 5107071 w 7467600"/>
              <a:gd name="connsiteY746" fmla="*/ 969720 h 6858000"/>
              <a:gd name="connsiteX747" fmla="*/ 4998681 w 7467600"/>
              <a:gd name="connsiteY747" fmla="*/ 988771 h 6858000"/>
              <a:gd name="connsiteX748" fmla="*/ 5870151 w 7467600"/>
              <a:gd name="connsiteY748" fmla="*/ 898890 h 6858000"/>
              <a:gd name="connsiteX749" fmla="*/ 5504425 w 7467600"/>
              <a:gd name="connsiteY749" fmla="*/ 848067 h 6858000"/>
              <a:gd name="connsiteX750" fmla="*/ 4968849 w 7467600"/>
              <a:gd name="connsiteY750" fmla="*/ 962318 h 6858000"/>
              <a:gd name="connsiteX751" fmla="*/ 5104039 w 7467600"/>
              <a:gd name="connsiteY751" fmla="*/ 940634 h 6858000"/>
              <a:gd name="connsiteX752" fmla="*/ 5256311 w 7467600"/>
              <a:gd name="connsiteY752" fmla="*/ 916490 h 6858000"/>
              <a:gd name="connsiteX753" fmla="*/ 5377381 w 7467600"/>
              <a:gd name="connsiteY753" fmla="*/ 912671 h 6858000"/>
              <a:gd name="connsiteX754" fmla="*/ 5460148 w 7467600"/>
              <a:gd name="connsiteY754" fmla="*/ 911442 h 6858000"/>
              <a:gd name="connsiteX755" fmla="*/ 5648971 w 7467600"/>
              <a:gd name="connsiteY755" fmla="*/ 891331 h 6858000"/>
              <a:gd name="connsiteX756" fmla="*/ 5844807 w 7467600"/>
              <a:gd name="connsiteY756" fmla="*/ 870718 h 6858000"/>
              <a:gd name="connsiteX757" fmla="*/ 5862975 w 7467600"/>
              <a:gd name="connsiteY757" fmla="*/ 869756 h 6858000"/>
              <a:gd name="connsiteX758" fmla="*/ 5920887 w 7467600"/>
              <a:gd name="connsiteY758" fmla="*/ 865929 h 6858000"/>
              <a:gd name="connsiteX759" fmla="*/ 5504425 w 7467600"/>
              <a:gd name="connsiteY759" fmla="*/ 848067 h 6858000"/>
              <a:gd name="connsiteX760" fmla="*/ 3607114 w 7467600"/>
              <a:gd name="connsiteY760" fmla="*/ 467441 h 6858000"/>
              <a:gd name="connsiteX761" fmla="*/ 3296242 w 7467600"/>
              <a:gd name="connsiteY761" fmla="*/ 807991 h 6858000"/>
              <a:gd name="connsiteX762" fmla="*/ 3174674 w 7467600"/>
              <a:gd name="connsiteY762" fmla="*/ 919759 h 6858000"/>
              <a:gd name="connsiteX763" fmla="*/ 3042978 w 7467600"/>
              <a:gd name="connsiteY763" fmla="*/ 1054894 h 6858000"/>
              <a:gd name="connsiteX764" fmla="*/ 2968914 w 7467600"/>
              <a:gd name="connsiteY764" fmla="*/ 1133756 h 6858000"/>
              <a:gd name="connsiteX765" fmla="*/ 3103823 w 7467600"/>
              <a:gd name="connsiteY765" fmla="*/ 1026814 h 6858000"/>
              <a:gd name="connsiteX766" fmla="*/ 3607114 w 7467600"/>
              <a:gd name="connsiteY766" fmla="*/ 467441 h 6858000"/>
              <a:gd name="connsiteX767" fmla="*/ 3744487 w 7467600"/>
              <a:gd name="connsiteY767" fmla="*/ 383136 h 6858000"/>
              <a:gd name="connsiteX768" fmla="*/ 3970213 w 7467600"/>
              <a:gd name="connsiteY768" fmla="*/ 995559 h 6858000"/>
              <a:gd name="connsiteX769" fmla="*/ 3744487 w 7467600"/>
              <a:gd name="connsiteY769" fmla="*/ 383136 h 6858000"/>
              <a:gd name="connsiteX770" fmla="*/ 3624562 w 7467600"/>
              <a:gd name="connsiteY770" fmla="*/ 367041 h 6858000"/>
              <a:gd name="connsiteX771" fmla="*/ 3489712 w 7467600"/>
              <a:gd name="connsiteY771" fmla="*/ 485386 h 6858000"/>
              <a:gd name="connsiteX772" fmla="*/ 3182994 w 7467600"/>
              <a:gd name="connsiteY772" fmla="*/ 828265 h 6858000"/>
              <a:gd name="connsiteX773" fmla="*/ 2892114 w 7467600"/>
              <a:gd name="connsiteY773" fmla="*/ 1172635 h 6858000"/>
              <a:gd name="connsiteX774" fmla="*/ 3021459 w 7467600"/>
              <a:gd name="connsiteY774" fmla="*/ 1035385 h 6858000"/>
              <a:gd name="connsiteX775" fmla="*/ 3153873 w 7467600"/>
              <a:gd name="connsiteY775" fmla="*/ 898971 h 6858000"/>
              <a:gd name="connsiteX776" fmla="*/ 3276511 w 7467600"/>
              <a:gd name="connsiteY776" fmla="*/ 786423 h 6858000"/>
              <a:gd name="connsiteX777" fmla="*/ 3584154 w 7467600"/>
              <a:gd name="connsiteY777" fmla="*/ 448218 h 6858000"/>
              <a:gd name="connsiteX778" fmla="*/ 3624562 w 7467600"/>
              <a:gd name="connsiteY778" fmla="*/ 367041 h 6858000"/>
              <a:gd name="connsiteX779" fmla="*/ 3766672 w 7467600"/>
              <a:gd name="connsiteY779" fmla="*/ 359429 h 6858000"/>
              <a:gd name="connsiteX780" fmla="*/ 3996338 w 7467600"/>
              <a:gd name="connsiteY780" fmla="*/ 968237 h 6858000"/>
              <a:gd name="connsiteX781" fmla="*/ 3766672 w 7467600"/>
              <a:gd name="connsiteY781" fmla="*/ 359429 h 6858000"/>
              <a:gd name="connsiteX782" fmla="*/ 5805386 w 7467600"/>
              <a:gd name="connsiteY782" fmla="*/ 239240 h 6858000"/>
              <a:gd name="connsiteX783" fmla="*/ 5736947 w 7467600"/>
              <a:gd name="connsiteY783" fmla="*/ 261367 h 6858000"/>
              <a:gd name="connsiteX784" fmla="*/ 5427012 w 7467600"/>
              <a:gd name="connsiteY784" fmla="*/ 311272 h 6858000"/>
              <a:gd name="connsiteX785" fmla="*/ 5147818 w 7467600"/>
              <a:gd name="connsiteY785" fmla="*/ 322112 h 6858000"/>
              <a:gd name="connsiteX786" fmla="*/ 5060854 w 7467600"/>
              <a:gd name="connsiteY786" fmla="*/ 311882 h 6858000"/>
              <a:gd name="connsiteX787" fmla="*/ 4945989 w 7467600"/>
              <a:gd name="connsiteY787" fmla="*/ 300516 h 6858000"/>
              <a:gd name="connsiteX788" fmla="*/ 5410479 w 7467600"/>
              <a:gd name="connsiteY788" fmla="*/ 348434 h 6858000"/>
              <a:gd name="connsiteX789" fmla="*/ 5805386 w 7467600"/>
              <a:gd name="connsiteY789" fmla="*/ 239240 h 6858000"/>
              <a:gd name="connsiteX790" fmla="*/ 5905192 w 7467600"/>
              <a:gd name="connsiteY790" fmla="*/ 163079 h 6858000"/>
              <a:gd name="connsiteX791" fmla="*/ 5865655 w 7467600"/>
              <a:gd name="connsiteY791" fmla="*/ 171901 h 6858000"/>
              <a:gd name="connsiteX792" fmla="*/ 5259740 w 7467600"/>
              <a:gd name="connsiteY792" fmla="*/ 257013 h 6858000"/>
              <a:gd name="connsiteX793" fmla="*/ 5208466 w 7467600"/>
              <a:gd name="connsiteY793" fmla="*/ 257550 h 6858000"/>
              <a:gd name="connsiteX794" fmla="*/ 4980204 w 7467600"/>
              <a:gd name="connsiteY794" fmla="*/ 271903 h 6858000"/>
              <a:gd name="connsiteX795" fmla="*/ 5068068 w 7467600"/>
              <a:gd name="connsiteY795" fmla="*/ 282244 h 6858000"/>
              <a:gd name="connsiteX796" fmla="*/ 5153231 w 7467600"/>
              <a:gd name="connsiteY796" fmla="*/ 292240 h 6858000"/>
              <a:gd name="connsiteX797" fmla="*/ 5426491 w 7467600"/>
              <a:gd name="connsiteY797" fmla="*/ 281128 h 6858000"/>
              <a:gd name="connsiteX798" fmla="*/ 5731212 w 7467600"/>
              <a:gd name="connsiteY798" fmla="*/ 231951 h 6858000"/>
              <a:gd name="connsiteX799" fmla="*/ 5905192 w 7467600"/>
              <a:gd name="connsiteY799" fmla="*/ 163079 h 6858000"/>
              <a:gd name="connsiteX800" fmla="*/ 5944437 w 7467600"/>
              <a:gd name="connsiteY800" fmla="*/ 113829 h 6858000"/>
              <a:gd name="connsiteX801" fmla="*/ 5825032 w 7467600"/>
              <a:gd name="connsiteY801" fmla="*/ 146405 h 6858000"/>
              <a:gd name="connsiteX802" fmla="*/ 4955599 w 7467600"/>
              <a:gd name="connsiteY802" fmla="*/ 247008 h 6858000"/>
              <a:gd name="connsiteX803" fmla="*/ 5210104 w 7467600"/>
              <a:gd name="connsiteY803" fmla="*/ 228123 h 6858000"/>
              <a:gd name="connsiteX804" fmla="*/ 5261015 w 7467600"/>
              <a:gd name="connsiteY804" fmla="*/ 227087 h 6858000"/>
              <a:gd name="connsiteX805" fmla="*/ 5861181 w 7467600"/>
              <a:gd name="connsiteY805" fmla="*/ 143093 h 6858000"/>
              <a:gd name="connsiteX806" fmla="*/ 5961252 w 7467600"/>
              <a:gd name="connsiteY806" fmla="*/ 114820 h 6858000"/>
              <a:gd name="connsiteX807" fmla="*/ 5944437 w 7467600"/>
              <a:gd name="connsiteY807" fmla="*/ 113829 h 6858000"/>
              <a:gd name="connsiteX808" fmla="*/ 3882765 w 7467600"/>
              <a:gd name="connsiteY808" fmla="*/ 0 h 6858000"/>
              <a:gd name="connsiteX809" fmla="*/ 3995099 w 7467600"/>
              <a:gd name="connsiteY809" fmla="*/ 0 h 6858000"/>
              <a:gd name="connsiteX810" fmla="*/ 4163818 w 7467600"/>
              <a:gd name="connsiteY810" fmla="*/ 234104 h 6858000"/>
              <a:gd name="connsiteX811" fmla="*/ 4172099 w 7467600"/>
              <a:gd name="connsiteY811" fmla="*/ 234207 h 6858000"/>
              <a:gd name="connsiteX812" fmla="*/ 4784282 w 7467600"/>
              <a:gd name="connsiteY812" fmla="*/ 276561 h 6858000"/>
              <a:gd name="connsiteX813" fmla="*/ 4801687 w 7467600"/>
              <a:gd name="connsiteY813" fmla="*/ 267764 h 6858000"/>
              <a:gd name="connsiteX814" fmla="*/ 6082788 w 7467600"/>
              <a:gd name="connsiteY814" fmla="*/ 64119 h 6858000"/>
              <a:gd name="connsiteX815" fmla="*/ 6099442 w 7467600"/>
              <a:gd name="connsiteY815" fmla="*/ 82568 h 6858000"/>
              <a:gd name="connsiteX816" fmla="*/ 4804137 w 7467600"/>
              <a:gd name="connsiteY816" fmla="*/ 320931 h 6858000"/>
              <a:gd name="connsiteX817" fmla="*/ 4227047 w 7467600"/>
              <a:gd name="connsiteY817" fmla="*/ 313415 h 6858000"/>
              <a:gd name="connsiteX818" fmla="*/ 4346041 w 7467600"/>
              <a:gd name="connsiteY818" fmla="*/ 456086 h 6858000"/>
              <a:gd name="connsiteX819" fmla="*/ 4870967 w 7467600"/>
              <a:gd name="connsiteY819" fmla="*/ 963061 h 6858000"/>
              <a:gd name="connsiteX820" fmla="*/ 4889647 w 7467600"/>
              <a:gd name="connsiteY820" fmla="*/ 957147 h 6858000"/>
              <a:gd name="connsiteX821" fmla="*/ 5422504 w 7467600"/>
              <a:gd name="connsiteY821" fmla="*/ 805191 h 6858000"/>
              <a:gd name="connsiteX822" fmla="*/ 6087656 w 7467600"/>
              <a:gd name="connsiteY822" fmla="*/ 826703 h 6858000"/>
              <a:gd name="connsiteX823" fmla="*/ 6058717 w 7467600"/>
              <a:gd name="connsiteY823" fmla="*/ 865992 h 6858000"/>
              <a:gd name="connsiteX824" fmla="*/ 4974153 w 7467600"/>
              <a:gd name="connsiteY824" fmla="*/ 1045456 h 6858000"/>
              <a:gd name="connsiteX825" fmla="*/ 5627835 w 7467600"/>
              <a:gd name="connsiteY825" fmla="*/ 1472077 h 6858000"/>
              <a:gd name="connsiteX826" fmla="*/ 5629817 w 7467600"/>
              <a:gd name="connsiteY826" fmla="*/ 1471412 h 6858000"/>
              <a:gd name="connsiteX827" fmla="*/ 5634124 w 7467600"/>
              <a:gd name="connsiteY827" fmla="*/ 1470572 h 6858000"/>
              <a:gd name="connsiteX828" fmla="*/ 5755832 w 7467600"/>
              <a:gd name="connsiteY828" fmla="*/ 1383886 h 6858000"/>
              <a:gd name="connsiteX829" fmla="*/ 6014186 w 7467600"/>
              <a:gd name="connsiteY829" fmla="*/ 1279799 h 6858000"/>
              <a:gd name="connsiteX830" fmla="*/ 6901619 w 7467600"/>
              <a:gd name="connsiteY830" fmla="*/ 1047874 h 6858000"/>
              <a:gd name="connsiteX831" fmla="*/ 6931566 w 7467600"/>
              <a:gd name="connsiteY831" fmla="*/ 1062034 h 6858000"/>
              <a:gd name="connsiteX832" fmla="*/ 5790982 w 7467600"/>
              <a:gd name="connsiteY832" fmla="*/ 1561380 h 6858000"/>
              <a:gd name="connsiteX833" fmla="*/ 6188971 w 7467600"/>
              <a:gd name="connsiteY833" fmla="*/ 1755168 h 6858000"/>
              <a:gd name="connsiteX834" fmla="*/ 6202446 w 7467600"/>
              <a:gd name="connsiteY834" fmla="*/ 1752268 h 6858000"/>
              <a:gd name="connsiteX835" fmla="*/ 7179560 w 7467600"/>
              <a:gd name="connsiteY835" fmla="*/ 1467551 h 6858000"/>
              <a:gd name="connsiteX836" fmla="*/ 7158730 w 7467600"/>
              <a:gd name="connsiteY836" fmla="*/ 1507835 h 6858000"/>
              <a:gd name="connsiteX837" fmla="*/ 6326959 w 7467600"/>
              <a:gd name="connsiteY837" fmla="*/ 1817686 h 6858000"/>
              <a:gd name="connsiteX838" fmla="*/ 6537433 w 7467600"/>
              <a:gd name="connsiteY838" fmla="*/ 1907790 h 6858000"/>
              <a:gd name="connsiteX839" fmla="*/ 6550221 w 7467600"/>
              <a:gd name="connsiteY839" fmla="*/ 1910729 h 6858000"/>
              <a:gd name="connsiteX840" fmla="*/ 6964438 w 7467600"/>
              <a:gd name="connsiteY840" fmla="*/ 2209505 h 6858000"/>
              <a:gd name="connsiteX841" fmla="*/ 7367862 w 7467600"/>
              <a:gd name="connsiteY841" fmla="*/ 2806833 h 6858000"/>
              <a:gd name="connsiteX842" fmla="*/ 7364329 w 7467600"/>
              <a:gd name="connsiteY842" fmla="*/ 2826907 h 6858000"/>
              <a:gd name="connsiteX843" fmla="*/ 7290545 w 7467600"/>
              <a:gd name="connsiteY843" fmla="*/ 2850663 h 6858000"/>
              <a:gd name="connsiteX844" fmla="*/ 6472036 w 7467600"/>
              <a:gd name="connsiteY844" fmla="*/ 1959003 h 6858000"/>
              <a:gd name="connsiteX845" fmla="*/ 5792897 w 7467600"/>
              <a:gd name="connsiteY845" fmla="*/ 1647747 h 6858000"/>
              <a:gd name="connsiteX846" fmla="*/ 5842751 w 7467600"/>
              <a:gd name="connsiteY846" fmla="*/ 1816112 h 6858000"/>
              <a:gd name="connsiteX847" fmla="*/ 5847424 w 7467600"/>
              <a:gd name="connsiteY847" fmla="*/ 1815776 h 6858000"/>
              <a:gd name="connsiteX848" fmla="*/ 6399821 w 7467600"/>
              <a:gd name="connsiteY848" fmla="*/ 2344799 h 6858000"/>
              <a:gd name="connsiteX849" fmla="*/ 6323232 w 7467600"/>
              <a:gd name="connsiteY849" fmla="*/ 2389634 h 6858000"/>
              <a:gd name="connsiteX850" fmla="*/ 5942958 w 7467600"/>
              <a:gd name="connsiteY850" fmla="*/ 2077708 h 6858000"/>
              <a:gd name="connsiteX851" fmla="*/ 5921559 w 7467600"/>
              <a:gd name="connsiteY851" fmla="*/ 2378596 h 6858000"/>
              <a:gd name="connsiteX852" fmla="*/ 5817651 w 7467600"/>
              <a:gd name="connsiteY852" fmla="*/ 3023919 h 6858000"/>
              <a:gd name="connsiteX853" fmla="*/ 5729634 w 7467600"/>
              <a:gd name="connsiteY853" fmla="*/ 3051849 h 6858000"/>
              <a:gd name="connsiteX854" fmla="*/ 5611018 w 7467600"/>
              <a:gd name="connsiteY854" fmla="*/ 2316769 h 6858000"/>
              <a:gd name="connsiteX855" fmla="*/ 5687608 w 7467600"/>
              <a:gd name="connsiteY855" fmla="*/ 2039972 h 6858000"/>
              <a:gd name="connsiteX856" fmla="*/ 5657554 w 7467600"/>
              <a:gd name="connsiteY856" fmla="*/ 1576445 h 6858000"/>
              <a:gd name="connsiteX857" fmla="*/ 5150475 w 7467600"/>
              <a:gd name="connsiteY857" fmla="*/ 1274012 h 6858000"/>
              <a:gd name="connsiteX858" fmla="*/ 5349142 w 7467600"/>
              <a:gd name="connsiteY858" fmla="*/ 2204405 h 6858000"/>
              <a:gd name="connsiteX859" fmla="*/ 5262214 w 7467600"/>
              <a:gd name="connsiteY859" fmla="*/ 2233836 h 6858000"/>
              <a:gd name="connsiteX860" fmla="*/ 4981539 w 7467600"/>
              <a:gd name="connsiteY860" fmla="*/ 1542201 h 6858000"/>
              <a:gd name="connsiteX861" fmla="*/ 4958461 w 7467600"/>
              <a:gd name="connsiteY861" fmla="*/ 1136957 h 6858000"/>
              <a:gd name="connsiteX862" fmla="*/ 4655015 w 7467600"/>
              <a:gd name="connsiteY862" fmla="*/ 891426 h 6858000"/>
              <a:gd name="connsiteX863" fmla="*/ 4348002 w 7467600"/>
              <a:gd name="connsiteY863" fmla="*/ 2205895 h 6858000"/>
              <a:gd name="connsiteX864" fmla="*/ 4262250 w 7467600"/>
              <a:gd name="connsiteY864" fmla="*/ 2219972 h 6858000"/>
              <a:gd name="connsiteX865" fmla="*/ 4550611 w 7467600"/>
              <a:gd name="connsiteY865" fmla="*/ 817540 h 6858000"/>
              <a:gd name="connsiteX866" fmla="*/ 4564418 w 7467600"/>
              <a:gd name="connsiteY866" fmla="*/ 808293 h 6858000"/>
              <a:gd name="connsiteX867" fmla="*/ 4266388 w 7467600"/>
              <a:gd name="connsiteY867" fmla="*/ 500083 h 6858000"/>
              <a:gd name="connsiteX868" fmla="*/ 4032842 w 7467600"/>
              <a:gd name="connsiteY868" fmla="*/ 211809 h 6858000"/>
              <a:gd name="connsiteX869" fmla="*/ 3882765 w 7467600"/>
              <a:gd name="connsiteY869" fmla="*/ 0 h 6858000"/>
              <a:gd name="connsiteX870" fmla="*/ 3721337 w 7467600"/>
              <a:gd name="connsiteY870" fmla="*/ 0 h 6858000"/>
              <a:gd name="connsiteX871" fmla="*/ 3797544 w 7467600"/>
              <a:gd name="connsiteY871" fmla="*/ 0 h 6858000"/>
              <a:gd name="connsiteX872" fmla="*/ 3775734 w 7467600"/>
              <a:gd name="connsiteY872" fmla="*/ 95131 h 6858000"/>
              <a:gd name="connsiteX873" fmla="*/ 3724807 w 7467600"/>
              <a:gd name="connsiteY873" fmla="*/ 272257 h 6858000"/>
              <a:gd name="connsiteX874" fmla="*/ 3726844 w 7467600"/>
              <a:gd name="connsiteY874" fmla="*/ 282988 h 6858000"/>
              <a:gd name="connsiteX875" fmla="*/ 3742664 w 7467600"/>
              <a:gd name="connsiteY875" fmla="*/ 279918 h 6858000"/>
              <a:gd name="connsiteX876" fmla="*/ 4103910 w 7467600"/>
              <a:gd name="connsiteY876" fmla="*/ 1161917 h 6858000"/>
              <a:gd name="connsiteX877" fmla="*/ 4020269 w 7467600"/>
              <a:gd name="connsiteY877" fmla="*/ 1200406 h 6858000"/>
              <a:gd name="connsiteX878" fmla="*/ 3674882 w 7467600"/>
              <a:gd name="connsiteY878" fmla="*/ 488524 h 6858000"/>
              <a:gd name="connsiteX879" fmla="*/ 3132682 w 7467600"/>
              <a:gd name="connsiteY879" fmla="*/ 1072284 h 6858000"/>
              <a:gd name="connsiteX880" fmla="*/ 2716346 w 7467600"/>
              <a:gd name="connsiteY880" fmla="*/ 1276376 h 6858000"/>
              <a:gd name="connsiteX881" fmla="*/ 2716772 w 7467600"/>
              <a:gd name="connsiteY881" fmla="*/ 1255462 h 6858000"/>
              <a:gd name="connsiteX882" fmla="*/ 3471096 w 7467600"/>
              <a:gd name="connsiteY882" fmla="*/ 437072 h 6858000"/>
              <a:gd name="connsiteX883" fmla="*/ 3639057 w 7467600"/>
              <a:gd name="connsiteY883" fmla="*/ 286334 h 6858000"/>
              <a:gd name="connsiteX884" fmla="*/ 3640309 w 7467600"/>
              <a:gd name="connsiteY884" fmla="*/ 284664 h 6858000"/>
              <a:gd name="connsiteX885" fmla="*/ 3646022 w 7467600"/>
              <a:gd name="connsiteY885" fmla="*/ 276711 h 6858000"/>
              <a:gd name="connsiteX886" fmla="*/ 3707943 w 7467600"/>
              <a:gd name="connsiteY886" fmla="*/ 65958 h 6858000"/>
              <a:gd name="connsiteX887" fmla="*/ 3721337 w 7467600"/>
              <a:gd name="connsiteY887" fmla="*/ 0 h 6858000"/>
              <a:gd name="connsiteX888" fmla="*/ 2867960 w 7467600"/>
              <a:gd name="connsiteY888" fmla="*/ 0 h 6858000"/>
              <a:gd name="connsiteX889" fmla="*/ 2926351 w 7467600"/>
              <a:gd name="connsiteY889" fmla="*/ 0 h 6858000"/>
              <a:gd name="connsiteX890" fmla="*/ 2902823 w 7467600"/>
              <a:gd name="connsiteY890" fmla="*/ 262929 h 6858000"/>
              <a:gd name="connsiteX891" fmla="*/ 2940663 w 7467600"/>
              <a:gd name="connsiteY891" fmla="*/ 140884 h 6858000"/>
              <a:gd name="connsiteX892" fmla="*/ 2947039 w 7467600"/>
              <a:gd name="connsiteY892" fmla="*/ 122524 h 6858000"/>
              <a:gd name="connsiteX893" fmla="*/ 2984316 w 7467600"/>
              <a:gd name="connsiteY893" fmla="*/ 0 h 6858000"/>
              <a:gd name="connsiteX894" fmla="*/ 3016114 w 7467600"/>
              <a:gd name="connsiteY894" fmla="*/ 0 h 6858000"/>
              <a:gd name="connsiteX895" fmla="*/ 2979949 w 7467600"/>
              <a:gd name="connsiteY895" fmla="*/ 119274 h 6858000"/>
              <a:gd name="connsiteX896" fmla="*/ 3023879 w 7467600"/>
              <a:gd name="connsiteY896" fmla="*/ 0 h 6858000"/>
              <a:gd name="connsiteX897" fmla="*/ 3105400 w 7467600"/>
              <a:gd name="connsiteY897" fmla="*/ 0 h 6858000"/>
              <a:gd name="connsiteX898" fmla="*/ 3094669 w 7467600"/>
              <a:gd name="connsiteY898" fmla="*/ 30308 h 6858000"/>
              <a:gd name="connsiteX899" fmla="*/ 2901945 w 7467600"/>
              <a:gd name="connsiteY899" fmla="*/ 466538 h 6858000"/>
              <a:gd name="connsiteX900" fmla="*/ 2815209 w 7467600"/>
              <a:gd name="connsiteY900" fmla="*/ 497361 h 6858000"/>
              <a:gd name="connsiteX901" fmla="*/ 2844845 w 7467600"/>
              <a:gd name="connsiteY901" fmla="*/ 127638 h 6858000"/>
              <a:gd name="connsiteX902" fmla="*/ 2867960 w 7467600"/>
              <a:gd name="connsiteY902" fmla="*/ 0 h 6858000"/>
              <a:gd name="connsiteX903" fmla="*/ 1057230 w 7467600"/>
              <a:gd name="connsiteY903" fmla="*/ 0 h 6858000"/>
              <a:gd name="connsiteX904" fmla="*/ 1111003 w 7467600"/>
              <a:gd name="connsiteY904" fmla="*/ 0 h 6858000"/>
              <a:gd name="connsiteX905" fmla="*/ 1125553 w 7467600"/>
              <a:gd name="connsiteY905" fmla="*/ 52588 h 6858000"/>
              <a:gd name="connsiteX906" fmla="*/ 1304276 w 7467600"/>
              <a:gd name="connsiteY906" fmla="*/ 476275 h 6858000"/>
              <a:gd name="connsiteX907" fmla="*/ 1492066 w 7467600"/>
              <a:gd name="connsiteY907" fmla="*/ 886333 h 6858000"/>
              <a:gd name="connsiteX908" fmla="*/ 1423698 w 7467600"/>
              <a:gd name="connsiteY908" fmla="*/ 710817 h 6858000"/>
              <a:gd name="connsiteX909" fmla="*/ 1357609 w 7467600"/>
              <a:gd name="connsiteY909" fmla="*/ 532892 h 6858000"/>
              <a:gd name="connsiteX910" fmla="*/ 1309550 w 7467600"/>
              <a:gd name="connsiteY910" fmla="*/ 374031 h 6858000"/>
              <a:gd name="connsiteX911" fmla="*/ 1193673 w 7467600"/>
              <a:gd name="connsiteY911" fmla="*/ 49533 h 6858000"/>
              <a:gd name="connsiteX912" fmla="*/ 1164391 w 7467600"/>
              <a:gd name="connsiteY912" fmla="*/ 0 h 6858000"/>
              <a:gd name="connsiteX913" fmla="*/ 1200666 w 7467600"/>
              <a:gd name="connsiteY913" fmla="*/ 0 h 6858000"/>
              <a:gd name="connsiteX914" fmla="*/ 1223408 w 7467600"/>
              <a:gd name="connsiteY914" fmla="*/ 38996 h 6858000"/>
              <a:gd name="connsiteX915" fmla="*/ 1339635 w 7467600"/>
              <a:gd name="connsiteY915" fmla="*/ 365517 h 6858000"/>
              <a:gd name="connsiteX916" fmla="*/ 1387469 w 7467600"/>
              <a:gd name="connsiteY916" fmla="*/ 523079 h 6858000"/>
              <a:gd name="connsiteX917" fmla="*/ 1452685 w 7467600"/>
              <a:gd name="connsiteY917" fmla="*/ 699806 h 6858000"/>
              <a:gd name="connsiteX918" fmla="*/ 1492092 w 7467600"/>
              <a:gd name="connsiteY918" fmla="*/ 800424 h 6858000"/>
              <a:gd name="connsiteX919" fmla="*/ 1455302 w 7467600"/>
              <a:gd name="connsiteY919" fmla="*/ 632913 h 6858000"/>
              <a:gd name="connsiteX920" fmla="*/ 1222336 w 7467600"/>
              <a:gd name="connsiteY920" fmla="*/ 9480 h 6858000"/>
              <a:gd name="connsiteX921" fmla="*/ 1214634 w 7467600"/>
              <a:gd name="connsiteY921" fmla="*/ 0 h 6858000"/>
              <a:gd name="connsiteX922" fmla="*/ 1289827 w 7467600"/>
              <a:gd name="connsiteY922" fmla="*/ 0 h 6858000"/>
              <a:gd name="connsiteX923" fmla="*/ 1321076 w 7467600"/>
              <a:gd name="connsiteY923" fmla="*/ 59722 h 6858000"/>
              <a:gd name="connsiteX924" fmla="*/ 1512579 w 7467600"/>
              <a:gd name="connsiteY924" fmla="*/ 626441 h 6858000"/>
              <a:gd name="connsiteX925" fmla="*/ 1506076 w 7467600"/>
              <a:gd name="connsiteY925" fmla="*/ 1089289 h 6858000"/>
              <a:gd name="connsiteX926" fmla="*/ 1486346 w 7467600"/>
              <a:gd name="connsiteY926" fmla="*/ 1079919 h 6858000"/>
              <a:gd name="connsiteX927" fmla="*/ 1070511 w 7467600"/>
              <a:gd name="connsiteY927" fmla="*/ 48609 h 6858000"/>
              <a:gd name="connsiteX928" fmla="*/ 1057230 w 7467600"/>
              <a:gd name="connsiteY928" fmla="*/ 0 h 6858000"/>
              <a:gd name="connsiteX929" fmla="*/ 43151 w 7467600"/>
              <a:gd name="connsiteY929" fmla="*/ 0 h 6858000"/>
              <a:gd name="connsiteX930" fmla="*/ 95283 w 7467600"/>
              <a:gd name="connsiteY930" fmla="*/ 0 h 6858000"/>
              <a:gd name="connsiteX931" fmla="*/ 300708 w 7467600"/>
              <a:gd name="connsiteY931" fmla="*/ 154571 h 6858000"/>
              <a:gd name="connsiteX932" fmla="*/ 530414 w 7467600"/>
              <a:gd name="connsiteY932" fmla="*/ 354673 h 6858000"/>
              <a:gd name="connsiteX933" fmla="*/ 333785 w 7467600"/>
              <a:gd name="connsiteY933" fmla="*/ 161564 h 6858000"/>
              <a:gd name="connsiteX934" fmla="*/ 147005 w 7467600"/>
              <a:gd name="connsiteY934" fmla="*/ 0 h 6858000"/>
              <a:gd name="connsiteX935" fmla="*/ 272509 w 7467600"/>
              <a:gd name="connsiteY935" fmla="*/ 0 h 6858000"/>
              <a:gd name="connsiteX936" fmla="*/ 326276 w 7467600"/>
              <a:gd name="connsiteY936" fmla="*/ 45847 h 6858000"/>
              <a:gd name="connsiteX937" fmla="*/ 823759 w 7467600"/>
              <a:gd name="connsiteY937" fmla="*/ 574145 h 6858000"/>
              <a:gd name="connsiteX938" fmla="*/ 811254 w 7467600"/>
              <a:gd name="connsiteY938" fmla="*/ 665546 h 6858000"/>
              <a:gd name="connsiteX939" fmla="*/ 154042 w 7467600"/>
              <a:gd name="connsiteY939" fmla="*/ 261522 h 6858000"/>
              <a:gd name="connsiteX940" fmla="*/ 13550 w 7467600"/>
              <a:gd name="connsiteY940" fmla="*/ 158423 h 6858000"/>
              <a:gd name="connsiteX941" fmla="*/ 0 w 7467600"/>
              <a:gd name="connsiteY941" fmla="*/ 146618 h 6858000"/>
              <a:gd name="connsiteX942" fmla="*/ 0 w 7467600"/>
              <a:gd name="connsiteY942" fmla="*/ 59161 h 6858000"/>
              <a:gd name="connsiteX943" fmla="*/ 45427 w 7467600"/>
              <a:gd name="connsiteY943" fmla="*/ 101078 h 6858000"/>
              <a:gd name="connsiteX944" fmla="*/ 630103 w 7467600"/>
              <a:gd name="connsiteY944" fmla="*/ 485885 h 6858000"/>
              <a:gd name="connsiteX945" fmla="*/ 532040 w 7467600"/>
              <a:gd name="connsiteY945" fmla="*/ 399359 h 6858000"/>
              <a:gd name="connsiteX946" fmla="*/ 517618 w 7467600"/>
              <a:gd name="connsiteY946" fmla="*/ 385726 h 6858000"/>
              <a:gd name="connsiteX947" fmla="*/ 285074 w 7467600"/>
              <a:gd name="connsiteY947" fmla="*/ 182755 h 6858000"/>
              <a:gd name="connsiteX948" fmla="*/ 43151 w 7467600"/>
              <a:gd name="connsiteY948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467600 w 7467600"/>
              <a:gd name="connsiteY4" fmla="*/ 6767913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1019354 w 7467600"/>
              <a:gd name="connsiteY16" fmla="*/ 6315006 h 6858000"/>
              <a:gd name="connsiteX17" fmla="*/ 441046 w 7467600"/>
              <a:gd name="connsiteY17" fmla="*/ 6691153 h 6858000"/>
              <a:gd name="connsiteX18" fmla="*/ 1019354 w 7467600"/>
              <a:gd name="connsiteY18" fmla="*/ 6315006 h 6858000"/>
              <a:gd name="connsiteX19" fmla="*/ 991680 w 7467600"/>
              <a:gd name="connsiteY19" fmla="*/ 6298413 h 6858000"/>
              <a:gd name="connsiteX20" fmla="*/ 409060 w 7467600"/>
              <a:gd name="connsiteY20" fmla="*/ 6671470 h 6858000"/>
              <a:gd name="connsiteX21" fmla="*/ 991680 w 7467600"/>
              <a:gd name="connsiteY21" fmla="*/ 6298413 h 6858000"/>
              <a:gd name="connsiteX22" fmla="*/ 103333 w 7467600"/>
              <a:gd name="connsiteY22" fmla="*/ 5699602 h 6858000"/>
              <a:gd name="connsiteX23" fmla="*/ 233938 w 7467600"/>
              <a:gd name="connsiteY23" fmla="*/ 5809416 h 6858000"/>
              <a:gd name="connsiteX24" fmla="*/ 883580 w 7467600"/>
              <a:gd name="connsiteY24" fmla="*/ 6180710 h 6858000"/>
              <a:gd name="connsiteX25" fmla="*/ 487337 w 7467600"/>
              <a:gd name="connsiteY25" fmla="*/ 5950182 h 6858000"/>
              <a:gd name="connsiteX26" fmla="*/ 354051 w 7467600"/>
              <a:gd name="connsiteY26" fmla="*/ 5854912 h 6858000"/>
              <a:gd name="connsiteX27" fmla="*/ 195436 w 7467600"/>
              <a:gd name="connsiteY27" fmla="*/ 5755068 h 6858000"/>
              <a:gd name="connsiteX28" fmla="*/ 103333 w 7467600"/>
              <a:gd name="connsiteY28" fmla="*/ 5699602 h 6858000"/>
              <a:gd name="connsiteX29" fmla="*/ 5539432 w 7467600"/>
              <a:gd name="connsiteY29" fmla="*/ 5642928 h 6858000"/>
              <a:gd name="connsiteX30" fmla="*/ 5555462 w 7467600"/>
              <a:gd name="connsiteY30" fmla="*/ 5694454 h 6858000"/>
              <a:gd name="connsiteX31" fmla="*/ 5828270 w 7467600"/>
              <a:gd name="connsiteY31" fmla="*/ 6320663 h 6858000"/>
              <a:gd name="connsiteX32" fmla="*/ 5947416 w 7467600"/>
              <a:gd name="connsiteY32" fmla="*/ 6574846 h 6858000"/>
              <a:gd name="connsiteX33" fmla="*/ 5539432 w 7467600"/>
              <a:gd name="connsiteY33" fmla="*/ 5642928 h 6858000"/>
              <a:gd name="connsiteX34" fmla="*/ 51253 w 7467600"/>
              <a:gd name="connsiteY34" fmla="*/ 5631825 h 6858000"/>
              <a:gd name="connsiteX35" fmla="*/ 211622 w 7467600"/>
              <a:gd name="connsiteY35" fmla="*/ 5728803 h 6858000"/>
              <a:gd name="connsiteX36" fmla="*/ 371652 w 7467600"/>
              <a:gd name="connsiteY36" fmla="*/ 5829062 h 6858000"/>
              <a:gd name="connsiteX37" fmla="*/ 505903 w 7467600"/>
              <a:gd name="connsiteY37" fmla="*/ 5925221 h 6858000"/>
              <a:gd name="connsiteX38" fmla="*/ 899240 w 7467600"/>
              <a:gd name="connsiteY38" fmla="*/ 6153068 h 6858000"/>
              <a:gd name="connsiteX39" fmla="*/ 988114 w 7467600"/>
              <a:gd name="connsiteY39" fmla="*/ 6174204 h 6858000"/>
              <a:gd name="connsiteX40" fmla="*/ 845971 w 7467600"/>
              <a:gd name="connsiteY40" fmla="*/ 6067177 h 6858000"/>
              <a:gd name="connsiteX41" fmla="*/ 448057 w 7467600"/>
              <a:gd name="connsiteY41" fmla="*/ 5841376 h 6858000"/>
              <a:gd name="connsiteX42" fmla="*/ 51253 w 7467600"/>
              <a:gd name="connsiteY42" fmla="*/ 5631825 h 6858000"/>
              <a:gd name="connsiteX43" fmla="*/ 2606687 w 7467600"/>
              <a:gd name="connsiteY43" fmla="*/ 5630718 h 6858000"/>
              <a:gd name="connsiteX44" fmla="*/ 2645658 w 7467600"/>
              <a:gd name="connsiteY44" fmla="*/ 6640259 h 6858000"/>
              <a:gd name="connsiteX45" fmla="*/ 2606687 w 7467600"/>
              <a:gd name="connsiteY45" fmla="*/ 5630718 h 6858000"/>
              <a:gd name="connsiteX46" fmla="*/ 3642057 w 7467600"/>
              <a:gd name="connsiteY46" fmla="*/ 5573487 h 6858000"/>
              <a:gd name="connsiteX47" fmla="*/ 3632981 w 7467600"/>
              <a:gd name="connsiteY47" fmla="*/ 5579437 h 6858000"/>
              <a:gd name="connsiteX48" fmla="*/ 3382436 w 7467600"/>
              <a:gd name="connsiteY48" fmla="*/ 5952726 h 6858000"/>
              <a:gd name="connsiteX49" fmla="*/ 3191929 w 7467600"/>
              <a:gd name="connsiteY49" fmla="*/ 6662669 h 6858000"/>
              <a:gd name="connsiteX50" fmla="*/ 3369898 w 7467600"/>
              <a:gd name="connsiteY50" fmla="*/ 6081771 h 6858000"/>
              <a:gd name="connsiteX51" fmla="*/ 3642057 w 7467600"/>
              <a:gd name="connsiteY51" fmla="*/ 5573487 h 6858000"/>
              <a:gd name="connsiteX52" fmla="*/ 2650666 w 7467600"/>
              <a:gd name="connsiteY52" fmla="*/ 5530686 h 6858000"/>
              <a:gd name="connsiteX53" fmla="*/ 2650249 w 7467600"/>
              <a:gd name="connsiteY53" fmla="*/ 5532101 h 6858000"/>
              <a:gd name="connsiteX54" fmla="*/ 2663808 w 7467600"/>
              <a:gd name="connsiteY54" fmla="*/ 6535215 h 6858000"/>
              <a:gd name="connsiteX55" fmla="*/ 2665418 w 7467600"/>
              <a:gd name="connsiteY55" fmla="*/ 6132756 h 6858000"/>
              <a:gd name="connsiteX56" fmla="*/ 2650666 w 7467600"/>
              <a:gd name="connsiteY56" fmla="*/ 5530686 h 6858000"/>
              <a:gd name="connsiteX57" fmla="*/ 2680277 w 7467600"/>
              <a:gd name="connsiteY57" fmla="*/ 5479204 h 6858000"/>
              <a:gd name="connsiteX58" fmla="*/ 2678972 w 7467600"/>
              <a:gd name="connsiteY58" fmla="*/ 5481582 h 6858000"/>
              <a:gd name="connsiteX59" fmla="*/ 2696666 w 7467600"/>
              <a:gd name="connsiteY59" fmla="*/ 6133836 h 6858000"/>
              <a:gd name="connsiteX60" fmla="*/ 2695769 w 7467600"/>
              <a:gd name="connsiteY60" fmla="*/ 6390955 h 6858000"/>
              <a:gd name="connsiteX61" fmla="*/ 2739893 w 7467600"/>
              <a:gd name="connsiteY61" fmla="*/ 6108357 h 6858000"/>
              <a:gd name="connsiteX62" fmla="*/ 2680277 w 7467600"/>
              <a:gd name="connsiteY62" fmla="*/ 5479204 h 6858000"/>
              <a:gd name="connsiteX63" fmla="*/ 1132195 w 7467600"/>
              <a:gd name="connsiteY63" fmla="*/ 5467980 h 6858000"/>
              <a:gd name="connsiteX64" fmla="*/ 1679056 w 7467600"/>
              <a:gd name="connsiteY64" fmla="*/ 5516907 h 6858000"/>
              <a:gd name="connsiteX65" fmla="*/ 2128648 w 7467600"/>
              <a:gd name="connsiteY65" fmla="*/ 5474249 h 6858000"/>
              <a:gd name="connsiteX66" fmla="*/ 1825619 w 7467600"/>
              <a:gd name="connsiteY66" fmla="*/ 5478447 h 6858000"/>
              <a:gd name="connsiteX67" fmla="*/ 1737798 w 7467600"/>
              <a:gd name="connsiteY67" fmla="*/ 5483353 h 6858000"/>
              <a:gd name="connsiteX68" fmla="*/ 1132195 w 7467600"/>
              <a:gd name="connsiteY68" fmla="*/ 5467980 h 6858000"/>
              <a:gd name="connsiteX69" fmla="*/ 1456157 w 7467600"/>
              <a:gd name="connsiteY69" fmla="*/ 5371404 h 6858000"/>
              <a:gd name="connsiteX70" fmla="*/ 1244432 w 7467600"/>
              <a:gd name="connsiteY70" fmla="*/ 5385601 h 6858000"/>
              <a:gd name="connsiteX71" fmla="*/ 973990 w 7467600"/>
              <a:gd name="connsiteY71" fmla="*/ 5424940 h 6858000"/>
              <a:gd name="connsiteX72" fmla="*/ 1103809 w 7467600"/>
              <a:gd name="connsiteY72" fmla="*/ 5433720 h 6858000"/>
              <a:gd name="connsiteX73" fmla="*/ 1123454 w 7467600"/>
              <a:gd name="connsiteY73" fmla="*/ 5435727 h 6858000"/>
              <a:gd name="connsiteX74" fmla="*/ 1737017 w 7467600"/>
              <a:gd name="connsiteY74" fmla="*/ 5452183 h 6858000"/>
              <a:gd name="connsiteX75" fmla="*/ 1824397 w 7467600"/>
              <a:gd name="connsiteY75" fmla="*/ 5447757 h 6858000"/>
              <a:gd name="connsiteX76" fmla="*/ 2070059 w 7467600"/>
              <a:gd name="connsiteY76" fmla="*/ 5441660 h 6858000"/>
              <a:gd name="connsiteX77" fmla="*/ 1456157 w 7467600"/>
              <a:gd name="connsiteY77" fmla="*/ 5371404 h 6858000"/>
              <a:gd name="connsiteX78" fmla="*/ 4988186 w 7467600"/>
              <a:gd name="connsiteY78" fmla="*/ 5216467 h 6858000"/>
              <a:gd name="connsiteX79" fmla="*/ 4777334 w 7467600"/>
              <a:gd name="connsiteY79" fmla="*/ 5406072 h 6858000"/>
              <a:gd name="connsiteX80" fmla="*/ 4718341 w 7467600"/>
              <a:gd name="connsiteY80" fmla="*/ 5468043 h 6858000"/>
              <a:gd name="connsiteX81" fmla="*/ 4604655 w 7467600"/>
              <a:gd name="connsiteY81" fmla="*/ 5583434 h 6858000"/>
              <a:gd name="connsiteX82" fmla="*/ 4565074 w 7467600"/>
              <a:gd name="connsiteY82" fmla="*/ 5618550 h 6858000"/>
              <a:gd name="connsiteX83" fmla="*/ 4988186 w 7467600"/>
              <a:gd name="connsiteY83" fmla="*/ 5216467 h 6858000"/>
              <a:gd name="connsiteX84" fmla="*/ 4978032 w 7467600"/>
              <a:gd name="connsiteY84" fmla="*/ 5183809 h 6858000"/>
              <a:gd name="connsiteX85" fmla="*/ 4463413 w 7467600"/>
              <a:gd name="connsiteY85" fmla="*/ 5615162 h 6858000"/>
              <a:gd name="connsiteX86" fmla="*/ 4358134 w 7467600"/>
              <a:gd name="connsiteY86" fmla="*/ 5742791 h 6858000"/>
              <a:gd name="connsiteX87" fmla="*/ 4376219 w 7467600"/>
              <a:gd name="connsiteY87" fmla="*/ 5729027 h 6858000"/>
              <a:gd name="connsiteX88" fmla="*/ 4582340 w 7467600"/>
              <a:gd name="connsiteY88" fmla="*/ 5561037 h 6858000"/>
              <a:gd name="connsiteX89" fmla="*/ 4694684 w 7467600"/>
              <a:gd name="connsiteY89" fmla="*/ 5447098 h 6858000"/>
              <a:gd name="connsiteX90" fmla="*/ 4754123 w 7467600"/>
              <a:gd name="connsiteY90" fmla="*/ 5384643 h 6858000"/>
              <a:gd name="connsiteX91" fmla="*/ 4978032 w 7467600"/>
              <a:gd name="connsiteY91" fmla="*/ 5183809 h 6858000"/>
              <a:gd name="connsiteX92" fmla="*/ 1903353 w 7467600"/>
              <a:gd name="connsiteY92" fmla="*/ 5044827 h 6858000"/>
              <a:gd name="connsiteX93" fmla="*/ 1936931 w 7467600"/>
              <a:gd name="connsiteY93" fmla="*/ 5093954 h 6858000"/>
              <a:gd name="connsiteX94" fmla="*/ 2195868 w 7467600"/>
              <a:gd name="connsiteY94" fmla="*/ 5396574 h 6858000"/>
              <a:gd name="connsiteX95" fmla="*/ 2088852 w 7467600"/>
              <a:gd name="connsiteY95" fmla="*/ 5166123 h 6858000"/>
              <a:gd name="connsiteX96" fmla="*/ 1958241 w 7467600"/>
              <a:gd name="connsiteY96" fmla="*/ 5067955 h 6858000"/>
              <a:gd name="connsiteX97" fmla="*/ 1903353 w 7467600"/>
              <a:gd name="connsiteY97" fmla="*/ 5044827 h 6858000"/>
              <a:gd name="connsiteX98" fmla="*/ 1979378 w 7467600"/>
              <a:gd name="connsiteY98" fmla="*/ 4769504 h 6858000"/>
              <a:gd name="connsiteX99" fmla="*/ 2882120 w 7467600"/>
              <a:gd name="connsiteY99" fmla="*/ 5064547 h 6858000"/>
              <a:gd name="connsiteX100" fmla="*/ 2793103 w 7467600"/>
              <a:gd name="connsiteY100" fmla="*/ 5039699 h 6858000"/>
              <a:gd name="connsiteX101" fmla="*/ 2770041 w 7467600"/>
              <a:gd name="connsiteY101" fmla="*/ 5033634 h 6858000"/>
              <a:gd name="connsiteX102" fmla="*/ 1979378 w 7467600"/>
              <a:gd name="connsiteY102" fmla="*/ 4769504 h 6858000"/>
              <a:gd name="connsiteX103" fmla="*/ 1927410 w 7467600"/>
              <a:gd name="connsiteY103" fmla="*/ 4716164 h 6858000"/>
              <a:gd name="connsiteX104" fmla="*/ 1959587 w 7467600"/>
              <a:gd name="connsiteY104" fmla="*/ 4728849 h 6858000"/>
              <a:gd name="connsiteX105" fmla="*/ 2777707 w 7467600"/>
              <a:gd name="connsiteY105" fmla="*/ 5003991 h 6858000"/>
              <a:gd name="connsiteX106" fmla="*/ 2800768 w 7467600"/>
              <a:gd name="connsiteY106" fmla="*/ 5010056 h 6858000"/>
              <a:gd name="connsiteX107" fmla="*/ 2879408 w 7467600"/>
              <a:gd name="connsiteY107" fmla="*/ 5031590 h 6858000"/>
              <a:gd name="connsiteX108" fmla="*/ 2862295 w 7467600"/>
              <a:gd name="connsiteY108" fmla="*/ 5022958 h 6858000"/>
              <a:gd name="connsiteX109" fmla="*/ 2813343 w 7467600"/>
              <a:gd name="connsiteY109" fmla="*/ 4998369 h 6858000"/>
              <a:gd name="connsiteX110" fmla="*/ 2646245 w 7467600"/>
              <a:gd name="connsiteY110" fmla="*/ 4930999 h 6858000"/>
              <a:gd name="connsiteX111" fmla="*/ 1999243 w 7467600"/>
              <a:gd name="connsiteY111" fmla="*/ 4730524 h 6858000"/>
              <a:gd name="connsiteX112" fmla="*/ 1979527 w 7467600"/>
              <a:gd name="connsiteY112" fmla="*/ 4726651 h 6858000"/>
              <a:gd name="connsiteX113" fmla="*/ 1927410 w 7467600"/>
              <a:gd name="connsiteY113" fmla="*/ 4716164 h 6858000"/>
              <a:gd name="connsiteX114" fmla="*/ 1997014 w 7467600"/>
              <a:gd name="connsiteY114" fmla="*/ 4698007 h 6858000"/>
              <a:gd name="connsiteX115" fmla="*/ 2005458 w 7467600"/>
              <a:gd name="connsiteY115" fmla="*/ 4699540 h 6858000"/>
              <a:gd name="connsiteX116" fmla="*/ 2657186 w 7467600"/>
              <a:gd name="connsiteY116" fmla="*/ 4901687 h 6858000"/>
              <a:gd name="connsiteX117" fmla="*/ 2826662 w 7467600"/>
              <a:gd name="connsiteY117" fmla="*/ 4970362 h 6858000"/>
              <a:gd name="connsiteX118" fmla="*/ 2876100 w 7467600"/>
              <a:gd name="connsiteY118" fmla="*/ 4995397 h 6858000"/>
              <a:gd name="connsiteX119" fmla="*/ 3042600 w 7467600"/>
              <a:gd name="connsiteY119" fmla="*/ 5059532 h 6858000"/>
              <a:gd name="connsiteX120" fmla="*/ 1997014 w 7467600"/>
              <a:gd name="connsiteY120" fmla="*/ 4698007 h 6858000"/>
              <a:gd name="connsiteX121" fmla="*/ 2305292 w 7467600"/>
              <a:gd name="connsiteY121" fmla="*/ 4219492 h 6858000"/>
              <a:gd name="connsiteX122" fmla="*/ 3360922 w 7467600"/>
              <a:gd name="connsiteY122" fmla="*/ 4529373 h 6858000"/>
              <a:gd name="connsiteX123" fmla="*/ 3492420 w 7467600"/>
              <a:gd name="connsiteY123" fmla="*/ 4510145 h 6858000"/>
              <a:gd name="connsiteX124" fmla="*/ 3364086 w 7467600"/>
              <a:gd name="connsiteY124" fmla="*/ 4480340 h 6858000"/>
              <a:gd name="connsiteX125" fmla="*/ 3225818 w 7467600"/>
              <a:gd name="connsiteY125" fmla="*/ 4411822 h 6858000"/>
              <a:gd name="connsiteX126" fmla="*/ 3129696 w 7467600"/>
              <a:gd name="connsiteY126" fmla="*/ 4360704 h 6858000"/>
              <a:gd name="connsiteX127" fmla="*/ 2814545 w 7467600"/>
              <a:gd name="connsiteY127" fmla="*/ 4282955 h 6858000"/>
              <a:gd name="connsiteX128" fmla="*/ 2305292 w 7467600"/>
              <a:gd name="connsiteY128" fmla="*/ 4219492 h 6858000"/>
              <a:gd name="connsiteX129" fmla="*/ 2626982 w 7467600"/>
              <a:gd name="connsiteY129" fmla="*/ 4206450 h 6858000"/>
              <a:gd name="connsiteX130" fmla="*/ 2490617 w 7467600"/>
              <a:gd name="connsiteY130" fmla="*/ 4206951 h 6858000"/>
              <a:gd name="connsiteX131" fmla="*/ 2819869 w 7467600"/>
              <a:gd name="connsiteY131" fmla="*/ 4252936 h 6858000"/>
              <a:gd name="connsiteX132" fmla="*/ 3143018 w 7467600"/>
              <a:gd name="connsiteY132" fmla="*/ 4332698 h 6858000"/>
              <a:gd name="connsiteX133" fmla="*/ 3241520 w 7467600"/>
              <a:gd name="connsiteY133" fmla="*/ 4385112 h 6858000"/>
              <a:gd name="connsiteX134" fmla="*/ 3374575 w 7467600"/>
              <a:gd name="connsiteY134" fmla="*/ 4451517 h 6858000"/>
              <a:gd name="connsiteX135" fmla="*/ 3505221 w 7467600"/>
              <a:gd name="connsiteY135" fmla="*/ 4480757 h 6858000"/>
              <a:gd name="connsiteX136" fmla="*/ 2626982 w 7467600"/>
              <a:gd name="connsiteY136" fmla="*/ 4206450 h 6858000"/>
              <a:gd name="connsiteX137" fmla="*/ 1310106 w 7467600"/>
              <a:gd name="connsiteY137" fmla="*/ 3943217 h 6858000"/>
              <a:gd name="connsiteX138" fmla="*/ 854994 w 7467600"/>
              <a:gd name="connsiteY138" fmla="*/ 4399136 h 6858000"/>
              <a:gd name="connsiteX139" fmla="*/ 742462 w 7467600"/>
              <a:gd name="connsiteY139" fmla="*/ 4594648 h 6858000"/>
              <a:gd name="connsiteX140" fmla="*/ 820602 w 7467600"/>
              <a:gd name="connsiteY140" fmla="*/ 4485915 h 6858000"/>
              <a:gd name="connsiteX141" fmla="*/ 878295 w 7467600"/>
              <a:gd name="connsiteY141" fmla="*/ 4403594 h 6858000"/>
              <a:gd name="connsiteX142" fmla="*/ 1240607 w 7467600"/>
              <a:gd name="connsiteY142" fmla="*/ 4010401 h 6858000"/>
              <a:gd name="connsiteX143" fmla="*/ 1310106 w 7467600"/>
              <a:gd name="connsiteY143" fmla="*/ 3943217 h 6858000"/>
              <a:gd name="connsiteX144" fmla="*/ 1423113 w 7467600"/>
              <a:gd name="connsiteY144" fmla="*/ 3874565 h 6858000"/>
              <a:gd name="connsiteX145" fmla="*/ 1260565 w 7467600"/>
              <a:gd name="connsiteY145" fmla="*/ 4031982 h 6858000"/>
              <a:gd name="connsiteX146" fmla="*/ 901900 w 7467600"/>
              <a:gd name="connsiteY146" fmla="*/ 4421236 h 6858000"/>
              <a:gd name="connsiteX147" fmla="*/ 845044 w 7467600"/>
              <a:gd name="connsiteY147" fmla="*/ 4502436 h 6858000"/>
              <a:gd name="connsiteX148" fmla="*/ 685926 w 7467600"/>
              <a:gd name="connsiteY148" fmla="*/ 4703069 h 6858000"/>
              <a:gd name="connsiteX149" fmla="*/ 684248 w 7467600"/>
              <a:gd name="connsiteY149" fmla="*/ 4706721 h 6858000"/>
              <a:gd name="connsiteX150" fmla="*/ 1423113 w 7467600"/>
              <a:gd name="connsiteY150" fmla="*/ 3874565 h 6858000"/>
              <a:gd name="connsiteX151" fmla="*/ 3316479 w 7467600"/>
              <a:gd name="connsiteY151" fmla="*/ 3872136 h 6858000"/>
              <a:gd name="connsiteX152" fmla="*/ 3546806 w 7467600"/>
              <a:gd name="connsiteY152" fmla="*/ 4356139 h 6858000"/>
              <a:gd name="connsiteX153" fmla="*/ 3364433 w 7467600"/>
              <a:gd name="connsiteY153" fmla="*/ 3953121 h 6858000"/>
              <a:gd name="connsiteX154" fmla="*/ 3316479 w 7467600"/>
              <a:gd name="connsiteY154" fmla="*/ 3872136 h 6858000"/>
              <a:gd name="connsiteX155" fmla="*/ 3291335 w 7467600"/>
              <a:gd name="connsiteY155" fmla="*/ 3767420 h 6858000"/>
              <a:gd name="connsiteX156" fmla="*/ 3390805 w 7467600"/>
              <a:gd name="connsiteY156" fmla="*/ 3937163 h 6858000"/>
              <a:gd name="connsiteX157" fmla="*/ 3579062 w 7467600"/>
              <a:gd name="connsiteY157" fmla="*/ 4359040 h 6858000"/>
              <a:gd name="connsiteX158" fmla="*/ 3467355 w 7467600"/>
              <a:gd name="connsiteY158" fmla="*/ 3988130 h 6858000"/>
              <a:gd name="connsiteX159" fmla="*/ 3310753 w 7467600"/>
              <a:gd name="connsiteY159" fmla="*/ 3787140 h 6858000"/>
              <a:gd name="connsiteX160" fmla="*/ 3291335 w 7467600"/>
              <a:gd name="connsiteY160" fmla="*/ 3767420 h 6858000"/>
              <a:gd name="connsiteX161" fmla="*/ 1635889 w 7467600"/>
              <a:gd name="connsiteY161" fmla="*/ 3709494 h 6858000"/>
              <a:gd name="connsiteX162" fmla="*/ 1634800 w 7467600"/>
              <a:gd name="connsiteY162" fmla="*/ 3731111 h 6858000"/>
              <a:gd name="connsiteX163" fmla="*/ 1635889 w 7467600"/>
              <a:gd name="connsiteY163" fmla="*/ 3709494 h 6858000"/>
              <a:gd name="connsiteX164" fmla="*/ 1510397 w 7467600"/>
              <a:gd name="connsiteY164" fmla="*/ 3684705 h 6858000"/>
              <a:gd name="connsiteX165" fmla="*/ 1146550 w 7467600"/>
              <a:gd name="connsiteY165" fmla="*/ 3802012 h 6858000"/>
              <a:gd name="connsiteX166" fmla="*/ 698834 w 7467600"/>
              <a:gd name="connsiteY166" fmla="*/ 3952272 h 6858000"/>
              <a:gd name="connsiteX167" fmla="*/ 34256 w 7467600"/>
              <a:gd name="connsiteY167" fmla="*/ 4347603 h 6858000"/>
              <a:gd name="connsiteX168" fmla="*/ 527241 w 7467600"/>
              <a:gd name="connsiteY168" fmla="*/ 4065078 h 6858000"/>
              <a:gd name="connsiteX169" fmla="*/ 1510397 w 7467600"/>
              <a:gd name="connsiteY169" fmla="*/ 3684705 h 6858000"/>
              <a:gd name="connsiteX170" fmla="*/ 1313114 w 7467600"/>
              <a:gd name="connsiteY170" fmla="*/ 3655216 h 6858000"/>
              <a:gd name="connsiteX171" fmla="*/ 1109304 w 7467600"/>
              <a:gd name="connsiteY171" fmla="*/ 3669030 h 6858000"/>
              <a:gd name="connsiteX172" fmla="*/ 8129 w 7467600"/>
              <a:gd name="connsiteY172" fmla="*/ 4330519 h 6858000"/>
              <a:gd name="connsiteX173" fmla="*/ 687572 w 7467600"/>
              <a:gd name="connsiteY173" fmla="*/ 3925629 h 6858000"/>
              <a:gd name="connsiteX174" fmla="*/ 1138365 w 7467600"/>
              <a:gd name="connsiteY174" fmla="*/ 3774515 h 6858000"/>
              <a:gd name="connsiteX175" fmla="*/ 1505579 w 7467600"/>
              <a:gd name="connsiteY175" fmla="*/ 3655526 h 6858000"/>
              <a:gd name="connsiteX176" fmla="*/ 1313114 w 7467600"/>
              <a:gd name="connsiteY176" fmla="*/ 3655216 h 6858000"/>
              <a:gd name="connsiteX177" fmla="*/ 3655073 w 7467600"/>
              <a:gd name="connsiteY177" fmla="*/ 3650884 h 6858000"/>
              <a:gd name="connsiteX178" fmla="*/ 3989938 w 7467600"/>
              <a:gd name="connsiteY178" fmla="*/ 3991685 h 6858000"/>
              <a:gd name="connsiteX179" fmla="*/ 4393907 w 7467600"/>
              <a:gd name="connsiteY179" fmla="*/ 4261258 h 6858000"/>
              <a:gd name="connsiteX180" fmla="*/ 4648051 w 7467600"/>
              <a:gd name="connsiteY180" fmla="*/ 4374051 h 6858000"/>
              <a:gd name="connsiteX181" fmla="*/ 4383389 w 7467600"/>
              <a:gd name="connsiteY181" fmla="*/ 4184369 h 6858000"/>
              <a:gd name="connsiteX182" fmla="*/ 4165508 w 7467600"/>
              <a:gd name="connsiteY182" fmla="*/ 4035196 h 6858000"/>
              <a:gd name="connsiteX183" fmla="*/ 4068162 w 7467600"/>
              <a:gd name="connsiteY183" fmla="*/ 3953394 h 6858000"/>
              <a:gd name="connsiteX184" fmla="*/ 3981416 w 7467600"/>
              <a:gd name="connsiteY184" fmla="*/ 3880482 h 6858000"/>
              <a:gd name="connsiteX185" fmla="*/ 3800147 w 7467600"/>
              <a:gd name="connsiteY185" fmla="*/ 3749872 h 6858000"/>
              <a:gd name="connsiteX186" fmla="*/ 3655073 w 7467600"/>
              <a:gd name="connsiteY186" fmla="*/ 3650884 h 6858000"/>
              <a:gd name="connsiteX187" fmla="*/ 3670252 w 7467600"/>
              <a:gd name="connsiteY187" fmla="*/ 3622798 h 6858000"/>
              <a:gd name="connsiteX188" fmla="*/ 3817258 w 7467600"/>
              <a:gd name="connsiteY188" fmla="*/ 3723577 h 6858000"/>
              <a:gd name="connsiteX189" fmla="*/ 4000461 w 7467600"/>
              <a:gd name="connsiteY189" fmla="*/ 3855966 h 6858000"/>
              <a:gd name="connsiteX190" fmla="*/ 4088180 w 7467600"/>
              <a:gd name="connsiteY190" fmla="*/ 3929774 h 6858000"/>
              <a:gd name="connsiteX191" fmla="*/ 4184555 w 7467600"/>
              <a:gd name="connsiteY191" fmla="*/ 4010683 h 6858000"/>
              <a:gd name="connsiteX192" fmla="*/ 4399563 w 7467600"/>
              <a:gd name="connsiteY192" fmla="*/ 4158106 h 6858000"/>
              <a:gd name="connsiteX193" fmla="*/ 4684469 w 7467600"/>
              <a:gd name="connsiteY193" fmla="*/ 4364680 h 6858000"/>
              <a:gd name="connsiteX194" fmla="*/ 4690271 w 7467600"/>
              <a:gd name="connsiteY194" fmla="*/ 4370034 h 6858000"/>
              <a:gd name="connsiteX195" fmla="*/ 4136093 w 7467600"/>
              <a:gd name="connsiteY195" fmla="*/ 3858466 h 6858000"/>
              <a:gd name="connsiteX196" fmla="*/ 3670252 w 7467600"/>
              <a:gd name="connsiteY196" fmla="*/ 3622798 h 6858000"/>
              <a:gd name="connsiteX197" fmla="*/ 4440129 w 7467600"/>
              <a:gd name="connsiteY197" fmla="*/ 3448571 h 6858000"/>
              <a:gd name="connsiteX198" fmla="*/ 4856525 w 7467600"/>
              <a:gd name="connsiteY198" fmla="*/ 3915351 h 6858000"/>
              <a:gd name="connsiteX199" fmla="*/ 5059055 w 7467600"/>
              <a:gd name="connsiteY199" fmla="*/ 4108918 h 6858000"/>
              <a:gd name="connsiteX200" fmla="*/ 5290070 w 7467600"/>
              <a:gd name="connsiteY200" fmla="*/ 4263619 h 6858000"/>
              <a:gd name="connsiteX201" fmla="*/ 4834991 w 7467600"/>
              <a:gd name="connsiteY201" fmla="*/ 3830985 h 6858000"/>
              <a:gd name="connsiteX202" fmla="*/ 4440129 w 7467600"/>
              <a:gd name="connsiteY202" fmla="*/ 3448571 h 6858000"/>
              <a:gd name="connsiteX203" fmla="*/ 4441737 w 7467600"/>
              <a:gd name="connsiteY203" fmla="*/ 3399734 h 6858000"/>
              <a:gd name="connsiteX204" fmla="*/ 4431236 w 7467600"/>
              <a:gd name="connsiteY204" fmla="*/ 3400954 h 6858000"/>
              <a:gd name="connsiteX205" fmla="*/ 4557150 w 7467600"/>
              <a:gd name="connsiteY205" fmla="*/ 3510023 h 6858000"/>
              <a:gd name="connsiteX206" fmla="*/ 4856936 w 7467600"/>
              <a:gd name="connsiteY206" fmla="*/ 3809146 h 6858000"/>
              <a:gd name="connsiteX207" fmla="*/ 5111996 w 7467600"/>
              <a:gd name="connsiteY207" fmla="*/ 4065759 h 6858000"/>
              <a:gd name="connsiteX208" fmla="*/ 5388878 w 7467600"/>
              <a:gd name="connsiteY208" fmla="*/ 4300185 h 6858000"/>
              <a:gd name="connsiteX209" fmla="*/ 5425556 w 7467600"/>
              <a:gd name="connsiteY209" fmla="*/ 4308967 h 6858000"/>
              <a:gd name="connsiteX210" fmla="*/ 4943646 w 7467600"/>
              <a:gd name="connsiteY210" fmla="*/ 3822916 h 6858000"/>
              <a:gd name="connsiteX211" fmla="*/ 4594837 w 7467600"/>
              <a:gd name="connsiteY211" fmla="*/ 3532274 h 6858000"/>
              <a:gd name="connsiteX212" fmla="*/ 4441737 w 7467600"/>
              <a:gd name="connsiteY212" fmla="*/ 3399734 h 6858000"/>
              <a:gd name="connsiteX213" fmla="*/ 5425834 w 7467600"/>
              <a:gd name="connsiteY213" fmla="*/ 3162785 h 6858000"/>
              <a:gd name="connsiteX214" fmla="*/ 5401644 w 7467600"/>
              <a:gd name="connsiteY214" fmla="*/ 3617847 h 6858000"/>
              <a:gd name="connsiteX215" fmla="*/ 5467256 w 7467600"/>
              <a:gd name="connsiteY215" fmla="*/ 4175494 h 6858000"/>
              <a:gd name="connsiteX216" fmla="*/ 5448069 w 7467600"/>
              <a:gd name="connsiteY216" fmla="*/ 3567554 h 6858000"/>
              <a:gd name="connsiteX217" fmla="*/ 5425834 w 7467600"/>
              <a:gd name="connsiteY217" fmla="*/ 3162785 h 6858000"/>
              <a:gd name="connsiteX218" fmla="*/ 1318687 w 7467600"/>
              <a:gd name="connsiteY218" fmla="*/ 3113840 h 6858000"/>
              <a:gd name="connsiteX219" fmla="*/ 1066793 w 7467600"/>
              <a:gd name="connsiteY219" fmla="*/ 3212171 h 6858000"/>
              <a:gd name="connsiteX220" fmla="*/ 993319 w 7467600"/>
              <a:gd name="connsiteY220" fmla="*/ 3247648 h 6858000"/>
              <a:gd name="connsiteX221" fmla="*/ 853081 w 7467600"/>
              <a:gd name="connsiteY221" fmla="*/ 3312410 h 6858000"/>
              <a:gd name="connsiteX222" fmla="*/ 805957 w 7467600"/>
              <a:gd name="connsiteY222" fmla="*/ 3330443 h 6858000"/>
              <a:gd name="connsiteX223" fmla="*/ 1318687 w 7467600"/>
              <a:gd name="connsiteY223" fmla="*/ 3113840 h 6858000"/>
              <a:gd name="connsiteX224" fmla="*/ 5453702 w 7467600"/>
              <a:gd name="connsiteY224" fmla="*/ 3090882 h 6858000"/>
              <a:gd name="connsiteX225" fmla="*/ 5480135 w 7467600"/>
              <a:gd name="connsiteY225" fmla="*/ 3565802 h 6858000"/>
              <a:gd name="connsiteX226" fmla="*/ 5499023 w 7467600"/>
              <a:gd name="connsiteY226" fmla="*/ 4166310 h 6858000"/>
              <a:gd name="connsiteX227" fmla="*/ 5547022 w 7467600"/>
              <a:gd name="connsiteY227" fmla="*/ 3607838 h 6858000"/>
              <a:gd name="connsiteX228" fmla="*/ 5515964 w 7467600"/>
              <a:gd name="connsiteY228" fmla="*/ 3378541 h 6858000"/>
              <a:gd name="connsiteX229" fmla="*/ 5453702 w 7467600"/>
              <a:gd name="connsiteY229" fmla="*/ 3090882 h 6858000"/>
              <a:gd name="connsiteX230" fmla="*/ 1238695 w 7467600"/>
              <a:gd name="connsiteY230" fmla="*/ 3076820 h 6858000"/>
              <a:gd name="connsiteX231" fmla="*/ 716371 w 7467600"/>
              <a:gd name="connsiteY231" fmla="*/ 3293249 h 6858000"/>
              <a:gd name="connsiteX232" fmla="*/ 579522 w 7467600"/>
              <a:gd name="connsiteY232" fmla="*/ 3371759 h 6858000"/>
              <a:gd name="connsiteX233" fmla="*/ 600288 w 7467600"/>
              <a:gd name="connsiteY233" fmla="*/ 3365555 h 6858000"/>
              <a:gd name="connsiteX234" fmla="*/ 840692 w 7467600"/>
              <a:gd name="connsiteY234" fmla="*/ 3284921 h 6858000"/>
              <a:gd name="connsiteX235" fmla="*/ 979248 w 7467600"/>
              <a:gd name="connsiteY235" fmla="*/ 3221003 h 6858000"/>
              <a:gd name="connsiteX236" fmla="*/ 1053282 w 7467600"/>
              <a:gd name="connsiteY236" fmla="*/ 3185247 h 6858000"/>
              <a:gd name="connsiteX237" fmla="*/ 1320603 w 7467600"/>
              <a:gd name="connsiteY237" fmla="*/ 3081281 h 6858000"/>
              <a:gd name="connsiteX238" fmla="*/ 1238695 w 7467600"/>
              <a:gd name="connsiteY238" fmla="*/ 3076820 h 6858000"/>
              <a:gd name="connsiteX239" fmla="*/ 5425627 w 7467600"/>
              <a:gd name="connsiteY239" fmla="*/ 2954192 h 6858000"/>
              <a:gd name="connsiteX240" fmla="*/ 5470770 w 7467600"/>
              <a:gd name="connsiteY240" fmla="*/ 3005435 h 6858000"/>
              <a:gd name="connsiteX241" fmla="*/ 5519779 w 7467600"/>
              <a:gd name="connsiteY241" fmla="*/ 4359223 h 6858000"/>
              <a:gd name="connsiteX242" fmla="*/ 5520293 w 7467600"/>
              <a:gd name="connsiteY242" fmla="*/ 4360602 h 6858000"/>
              <a:gd name="connsiteX243" fmla="*/ 5767221 w 7467600"/>
              <a:gd name="connsiteY243" fmla="*/ 4665564 h 6858000"/>
              <a:gd name="connsiteX244" fmla="*/ 6937169 w 7467600"/>
              <a:gd name="connsiteY244" fmla="*/ 4815941 h 6858000"/>
              <a:gd name="connsiteX245" fmla="*/ 6953922 w 7467600"/>
              <a:gd name="connsiteY245" fmla="*/ 4890068 h 6858000"/>
              <a:gd name="connsiteX246" fmla="*/ 6071359 w 7467600"/>
              <a:gd name="connsiteY246" fmla="*/ 4770770 h 6858000"/>
              <a:gd name="connsiteX247" fmla="*/ 6038839 w 7467600"/>
              <a:gd name="connsiteY247" fmla="*/ 4764474 h 6858000"/>
              <a:gd name="connsiteX248" fmla="*/ 6038706 w 7467600"/>
              <a:gd name="connsiteY248" fmla="*/ 4763847 h 6858000"/>
              <a:gd name="connsiteX249" fmla="*/ 6037784 w 7467600"/>
              <a:gd name="connsiteY249" fmla="*/ 4764270 h 6858000"/>
              <a:gd name="connsiteX250" fmla="*/ 6038839 w 7467600"/>
              <a:gd name="connsiteY250" fmla="*/ 4764474 h 6858000"/>
              <a:gd name="connsiteX251" fmla="*/ 6040338 w 7467600"/>
              <a:gd name="connsiteY251" fmla="*/ 4771418 h 6858000"/>
              <a:gd name="connsiteX252" fmla="*/ 6024488 w 7467600"/>
              <a:gd name="connsiteY252" fmla="*/ 4809903 h 6858000"/>
              <a:gd name="connsiteX253" fmla="*/ 5599771 w 7467600"/>
              <a:gd name="connsiteY253" fmla="*/ 5509652 h 6858000"/>
              <a:gd name="connsiteX254" fmla="*/ 5548843 w 7467600"/>
              <a:gd name="connsiteY254" fmla="*/ 5563845 h 6858000"/>
              <a:gd name="connsiteX255" fmla="*/ 5940952 w 7467600"/>
              <a:gd name="connsiteY255" fmla="*/ 6250028 h 6858000"/>
              <a:gd name="connsiteX256" fmla="*/ 6043441 w 7467600"/>
              <a:gd name="connsiteY256" fmla="*/ 6665847 h 6858000"/>
              <a:gd name="connsiteX257" fmla="*/ 6093432 w 7467600"/>
              <a:gd name="connsiteY257" fmla="*/ 6858000 h 6858000"/>
              <a:gd name="connsiteX258" fmla="*/ 6034344 w 7467600"/>
              <a:gd name="connsiteY258" fmla="*/ 6858000 h 6858000"/>
              <a:gd name="connsiteX259" fmla="*/ 6026679 w 7467600"/>
              <a:gd name="connsiteY259" fmla="*/ 6836959 h 6858000"/>
              <a:gd name="connsiteX260" fmla="*/ 5800441 w 7467600"/>
              <a:gd name="connsiteY260" fmla="*/ 6335286 h 6858000"/>
              <a:gd name="connsiteX261" fmla="*/ 5526562 w 7467600"/>
              <a:gd name="connsiteY261" fmla="*/ 5705388 h 6858000"/>
              <a:gd name="connsiteX262" fmla="*/ 5519640 w 7467600"/>
              <a:gd name="connsiteY262" fmla="*/ 5683774 h 6858000"/>
              <a:gd name="connsiteX263" fmla="*/ 5844559 w 7467600"/>
              <a:gd name="connsiteY263" fmla="*/ 6553349 h 6858000"/>
              <a:gd name="connsiteX264" fmla="*/ 5975994 w 7467600"/>
              <a:gd name="connsiteY264" fmla="*/ 6858000 h 6858000"/>
              <a:gd name="connsiteX265" fmla="*/ 5898547 w 7467600"/>
              <a:gd name="connsiteY265" fmla="*/ 6858000 h 6858000"/>
              <a:gd name="connsiteX266" fmla="*/ 5682041 w 7467600"/>
              <a:gd name="connsiteY266" fmla="*/ 6355860 h 6858000"/>
              <a:gd name="connsiteX267" fmla="*/ 5461758 w 7467600"/>
              <a:gd name="connsiteY267" fmla="*/ 5820220 h 6858000"/>
              <a:gd name="connsiteX268" fmla="*/ 5237282 w 7467600"/>
              <a:gd name="connsiteY268" fmla="*/ 6579086 h 6858000"/>
              <a:gd name="connsiteX269" fmla="*/ 5115009 w 7467600"/>
              <a:gd name="connsiteY269" fmla="*/ 6858000 h 6858000"/>
              <a:gd name="connsiteX270" fmla="*/ 5028074 w 7467600"/>
              <a:gd name="connsiteY270" fmla="*/ 6858000 h 6858000"/>
              <a:gd name="connsiteX271" fmla="*/ 5079508 w 7467600"/>
              <a:gd name="connsiteY271" fmla="*/ 6749074 h 6858000"/>
              <a:gd name="connsiteX272" fmla="*/ 5371846 w 7467600"/>
              <a:gd name="connsiteY272" fmla="*/ 5924413 h 6858000"/>
              <a:gd name="connsiteX273" fmla="*/ 5270512 w 7467600"/>
              <a:gd name="connsiteY273" fmla="*/ 6138975 h 6858000"/>
              <a:gd name="connsiteX274" fmla="*/ 5062409 w 7467600"/>
              <a:gd name="connsiteY274" fmla="*/ 6653544 h 6858000"/>
              <a:gd name="connsiteX275" fmla="*/ 5036628 w 7467600"/>
              <a:gd name="connsiteY275" fmla="*/ 6754247 h 6858000"/>
              <a:gd name="connsiteX276" fmla="*/ 5009112 w 7467600"/>
              <a:gd name="connsiteY276" fmla="*/ 6858000 h 6858000"/>
              <a:gd name="connsiteX277" fmla="*/ 4976679 w 7467600"/>
              <a:gd name="connsiteY277" fmla="*/ 6858000 h 6858000"/>
              <a:gd name="connsiteX278" fmla="*/ 5006537 w 7467600"/>
              <a:gd name="connsiteY278" fmla="*/ 6747068 h 6858000"/>
              <a:gd name="connsiteX279" fmla="*/ 5032723 w 7467600"/>
              <a:gd name="connsiteY279" fmla="*/ 6644957 h 6858000"/>
              <a:gd name="connsiteX280" fmla="*/ 5242949 w 7467600"/>
              <a:gd name="connsiteY280" fmla="*/ 6125175 h 6858000"/>
              <a:gd name="connsiteX281" fmla="*/ 5286321 w 7467600"/>
              <a:gd name="connsiteY281" fmla="*/ 6033555 h 6858000"/>
              <a:gd name="connsiteX282" fmla="*/ 5008210 w 7467600"/>
              <a:gd name="connsiteY282" fmla="*/ 6649194 h 6858000"/>
              <a:gd name="connsiteX283" fmla="*/ 4986321 w 7467600"/>
              <a:gd name="connsiteY283" fmla="*/ 6765687 h 6858000"/>
              <a:gd name="connsiteX284" fmla="*/ 4973474 w 7467600"/>
              <a:gd name="connsiteY284" fmla="*/ 6858000 h 6858000"/>
              <a:gd name="connsiteX285" fmla="*/ 4907178 w 7467600"/>
              <a:gd name="connsiteY285" fmla="*/ 6858000 h 6858000"/>
              <a:gd name="connsiteX286" fmla="*/ 4910810 w 7467600"/>
              <a:gd name="connsiteY286" fmla="*/ 6829660 h 6858000"/>
              <a:gd name="connsiteX287" fmla="*/ 4987461 w 7467600"/>
              <a:gd name="connsiteY287" fmla="*/ 6432994 h 6858000"/>
              <a:gd name="connsiteX288" fmla="*/ 5179262 w 7467600"/>
              <a:gd name="connsiteY288" fmla="*/ 6035044 h 6858000"/>
              <a:gd name="connsiteX289" fmla="*/ 4689678 w 7467600"/>
              <a:gd name="connsiteY289" fmla="*/ 6440241 h 6858000"/>
              <a:gd name="connsiteX290" fmla="*/ 4477543 w 7467600"/>
              <a:gd name="connsiteY290" fmla="*/ 6674836 h 6858000"/>
              <a:gd name="connsiteX291" fmla="*/ 4329957 w 7467600"/>
              <a:gd name="connsiteY291" fmla="*/ 6858000 h 6858000"/>
              <a:gd name="connsiteX292" fmla="*/ 4218595 w 7467600"/>
              <a:gd name="connsiteY292" fmla="*/ 6858000 h 6858000"/>
              <a:gd name="connsiteX293" fmla="*/ 4368888 w 7467600"/>
              <a:gd name="connsiteY293" fmla="*/ 6668412 h 6858000"/>
              <a:gd name="connsiteX294" fmla="*/ 4563091 w 7467600"/>
              <a:gd name="connsiteY294" fmla="*/ 6442508 h 6858000"/>
              <a:gd name="connsiteX295" fmla="*/ 5387324 w 7467600"/>
              <a:gd name="connsiteY295" fmla="*/ 5705830 h 6858000"/>
              <a:gd name="connsiteX296" fmla="*/ 5073620 w 7467600"/>
              <a:gd name="connsiteY296" fmla="*/ 5955437 h 6858000"/>
              <a:gd name="connsiteX297" fmla="*/ 4689789 w 7467600"/>
              <a:gd name="connsiteY297" fmla="*/ 6268382 h 6858000"/>
              <a:gd name="connsiteX298" fmla="*/ 4418722 w 7467600"/>
              <a:gd name="connsiteY298" fmla="*/ 6570886 h 6858000"/>
              <a:gd name="connsiteX299" fmla="*/ 4214944 w 7467600"/>
              <a:gd name="connsiteY299" fmla="*/ 6858000 h 6858000"/>
              <a:gd name="connsiteX300" fmla="*/ 4177898 w 7467600"/>
              <a:gd name="connsiteY300" fmla="*/ 6858000 h 6858000"/>
              <a:gd name="connsiteX301" fmla="*/ 4391597 w 7467600"/>
              <a:gd name="connsiteY301" fmla="*/ 6556370 h 6858000"/>
              <a:gd name="connsiteX302" fmla="*/ 4668889 w 7467600"/>
              <a:gd name="connsiteY302" fmla="*/ 6246399 h 6858000"/>
              <a:gd name="connsiteX303" fmla="*/ 5055427 w 7467600"/>
              <a:gd name="connsiteY303" fmla="*/ 5931476 h 6858000"/>
              <a:gd name="connsiteX304" fmla="*/ 5371814 w 7467600"/>
              <a:gd name="connsiteY304" fmla="*/ 5678975 h 6858000"/>
              <a:gd name="connsiteX305" fmla="*/ 4987918 w 7467600"/>
              <a:gd name="connsiteY305" fmla="*/ 5838701 h 6858000"/>
              <a:gd name="connsiteX306" fmla="*/ 4317146 w 7467600"/>
              <a:gd name="connsiteY306" fmla="*/ 6587716 h 6858000"/>
              <a:gd name="connsiteX307" fmla="*/ 4171627 w 7467600"/>
              <a:gd name="connsiteY307" fmla="*/ 6858000 h 6858000"/>
              <a:gd name="connsiteX308" fmla="*/ 4081585 w 7467600"/>
              <a:gd name="connsiteY308" fmla="*/ 6858000 h 6858000"/>
              <a:gd name="connsiteX309" fmla="*/ 4238603 w 7467600"/>
              <a:gd name="connsiteY309" fmla="*/ 6559341 h 6858000"/>
              <a:gd name="connsiteX310" fmla="*/ 4778333 w 7467600"/>
              <a:gd name="connsiteY310" fmla="*/ 5873626 h 6858000"/>
              <a:gd name="connsiteX311" fmla="*/ 5414185 w 7467600"/>
              <a:gd name="connsiteY311" fmla="*/ 5573882 h 6858000"/>
              <a:gd name="connsiteX312" fmla="*/ 5959648 w 7467600"/>
              <a:gd name="connsiteY312" fmla="*/ 4760797 h 6858000"/>
              <a:gd name="connsiteX313" fmla="*/ 5355019 w 7467600"/>
              <a:gd name="connsiteY313" fmla="*/ 4734672 h 6858000"/>
              <a:gd name="connsiteX314" fmla="*/ 5083565 w 7467600"/>
              <a:gd name="connsiteY314" fmla="*/ 5179121 h 6858000"/>
              <a:gd name="connsiteX315" fmla="*/ 4713577 w 7467600"/>
              <a:gd name="connsiteY315" fmla="*/ 5616803 h 6858000"/>
              <a:gd name="connsiteX316" fmla="*/ 3989559 w 7467600"/>
              <a:gd name="connsiteY316" fmla="*/ 6145945 h 6858000"/>
              <a:gd name="connsiteX317" fmla="*/ 3939824 w 7467600"/>
              <a:gd name="connsiteY317" fmla="*/ 6066900 h 6858000"/>
              <a:gd name="connsiteX318" fmla="*/ 4584537 w 7467600"/>
              <a:gd name="connsiteY318" fmla="*/ 5324826 h 6858000"/>
              <a:gd name="connsiteX319" fmla="*/ 5037105 w 7467600"/>
              <a:gd name="connsiteY319" fmla="*/ 5088765 h 6858000"/>
              <a:gd name="connsiteX320" fmla="*/ 5039930 w 7467600"/>
              <a:gd name="connsiteY320" fmla="*/ 5089585 h 6858000"/>
              <a:gd name="connsiteX321" fmla="*/ 5263764 w 7467600"/>
              <a:gd name="connsiteY321" fmla="*/ 4735525 h 6858000"/>
              <a:gd name="connsiteX322" fmla="*/ 4086300 w 7467600"/>
              <a:gd name="connsiteY322" fmla="*/ 4884599 h 6858000"/>
              <a:gd name="connsiteX323" fmla="*/ 4085485 w 7467600"/>
              <a:gd name="connsiteY323" fmla="*/ 4899070 h 6858000"/>
              <a:gd name="connsiteX324" fmla="*/ 3871915 w 7467600"/>
              <a:gd name="connsiteY324" fmla="*/ 5253645 h 6858000"/>
              <a:gd name="connsiteX325" fmla="*/ 3799374 w 7467600"/>
              <a:gd name="connsiteY325" fmla="*/ 5466127 h 6858000"/>
              <a:gd name="connsiteX326" fmla="*/ 3498850 w 7467600"/>
              <a:gd name="connsiteY326" fmla="*/ 6661888 h 6858000"/>
              <a:gd name="connsiteX327" fmla="*/ 3399216 w 7467600"/>
              <a:gd name="connsiteY327" fmla="*/ 6858000 h 6858000"/>
              <a:gd name="connsiteX328" fmla="*/ 3303688 w 7467600"/>
              <a:gd name="connsiteY328" fmla="*/ 6858000 h 6858000"/>
              <a:gd name="connsiteX329" fmla="*/ 3391774 w 7467600"/>
              <a:gd name="connsiteY329" fmla="*/ 6697181 h 6858000"/>
              <a:gd name="connsiteX330" fmla="*/ 3735540 w 7467600"/>
              <a:gd name="connsiteY330" fmla="*/ 5546923 h 6858000"/>
              <a:gd name="connsiteX331" fmla="*/ 3729438 w 7467600"/>
              <a:gd name="connsiteY331" fmla="*/ 5569058 h 6858000"/>
              <a:gd name="connsiteX332" fmla="*/ 3707782 w 7467600"/>
              <a:gd name="connsiteY332" fmla="*/ 5644908 h 6858000"/>
              <a:gd name="connsiteX333" fmla="*/ 3583827 w 7467600"/>
              <a:gd name="connsiteY333" fmla="*/ 6039215 h 6858000"/>
              <a:gd name="connsiteX334" fmla="*/ 3547861 w 7467600"/>
              <a:gd name="connsiteY334" fmla="*/ 6129609 h 6858000"/>
              <a:gd name="connsiteX335" fmla="*/ 3490905 w 7467600"/>
              <a:gd name="connsiteY335" fmla="*/ 6277660 h 6858000"/>
              <a:gd name="connsiteX336" fmla="*/ 3455859 w 7467600"/>
              <a:gd name="connsiteY336" fmla="*/ 6391301 h 6858000"/>
              <a:gd name="connsiteX337" fmla="*/ 3429112 w 7467600"/>
              <a:gd name="connsiteY337" fmla="*/ 6479469 h 6858000"/>
              <a:gd name="connsiteX338" fmla="*/ 3304862 w 7467600"/>
              <a:gd name="connsiteY338" fmla="*/ 6796476 h 6858000"/>
              <a:gd name="connsiteX339" fmla="*/ 3276071 w 7467600"/>
              <a:gd name="connsiteY339" fmla="*/ 6858000 h 6858000"/>
              <a:gd name="connsiteX340" fmla="*/ 3240805 w 7467600"/>
              <a:gd name="connsiteY340" fmla="*/ 6858000 h 6858000"/>
              <a:gd name="connsiteX341" fmla="*/ 3275917 w 7467600"/>
              <a:gd name="connsiteY341" fmla="*/ 6783192 h 6858000"/>
              <a:gd name="connsiteX342" fmla="*/ 3399358 w 7467600"/>
              <a:gd name="connsiteY342" fmla="*/ 6469011 h 6858000"/>
              <a:gd name="connsiteX343" fmla="*/ 3425650 w 7467600"/>
              <a:gd name="connsiteY343" fmla="*/ 6381333 h 6858000"/>
              <a:gd name="connsiteX344" fmla="*/ 3460661 w 7467600"/>
              <a:gd name="connsiteY344" fmla="*/ 6266763 h 6858000"/>
              <a:gd name="connsiteX345" fmla="*/ 3518021 w 7467600"/>
              <a:gd name="connsiteY345" fmla="*/ 6117298 h 6858000"/>
              <a:gd name="connsiteX346" fmla="*/ 3554035 w 7467600"/>
              <a:gd name="connsiteY346" fmla="*/ 6027832 h 6858000"/>
              <a:gd name="connsiteX347" fmla="*/ 3677174 w 7467600"/>
              <a:gd name="connsiteY347" fmla="*/ 5636351 h 6858000"/>
              <a:gd name="connsiteX348" fmla="*/ 3698819 w 7467600"/>
              <a:gd name="connsiteY348" fmla="*/ 5560503 h 6858000"/>
              <a:gd name="connsiteX349" fmla="*/ 3702094 w 7467600"/>
              <a:gd name="connsiteY349" fmla="*/ 5549194 h 6858000"/>
              <a:gd name="connsiteX350" fmla="*/ 3398355 w 7467600"/>
              <a:gd name="connsiteY350" fmla="*/ 6094603 h 6858000"/>
              <a:gd name="connsiteX351" fmla="*/ 3193941 w 7467600"/>
              <a:gd name="connsiteY351" fmla="*/ 6798775 h 6858000"/>
              <a:gd name="connsiteX352" fmla="*/ 3184140 w 7467600"/>
              <a:gd name="connsiteY352" fmla="*/ 6858000 h 6858000"/>
              <a:gd name="connsiteX353" fmla="*/ 3099978 w 7467600"/>
              <a:gd name="connsiteY353" fmla="*/ 6858000 h 6858000"/>
              <a:gd name="connsiteX354" fmla="*/ 3101556 w 7467600"/>
              <a:gd name="connsiteY354" fmla="*/ 6843337 h 6858000"/>
              <a:gd name="connsiteX355" fmla="*/ 3370162 w 7467600"/>
              <a:gd name="connsiteY355" fmla="*/ 5785550 h 6858000"/>
              <a:gd name="connsiteX356" fmla="*/ 3746477 w 7467600"/>
              <a:gd name="connsiteY356" fmla="*/ 5377889 h 6858000"/>
              <a:gd name="connsiteX357" fmla="*/ 3863399 w 7467600"/>
              <a:gd name="connsiteY357" fmla="*/ 5087257 h 6858000"/>
              <a:gd name="connsiteX358" fmla="*/ 3968712 w 7467600"/>
              <a:gd name="connsiteY358" fmla="*/ 4913989 h 6858000"/>
              <a:gd name="connsiteX359" fmla="*/ 2792390 w 7467600"/>
              <a:gd name="connsiteY359" fmla="*/ 5382974 h 6858000"/>
              <a:gd name="connsiteX360" fmla="*/ 2714982 w 7467600"/>
              <a:gd name="connsiteY360" fmla="*/ 5427051 h 6858000"/>
              <a:gd name="connsiteX361" fmla="*/ 2813361 w 7467600"/>
              <a:gd name="connsiteY361" fmla="*/ 6023912 h 6858000"/>
              <a:gd name="connsiteX362" fmla="*/ 2688430 w 7467600"/>
              <a:gd name="connsiteY362" fmla="*/ 6801564 h 6858000"/>
              <a:gd name="connsiteX363" fmla="*/ 2629626 w 7467600"/>
              <a:gd name="connsiteY363" fmla="*/ 6763394 h 6858000"/>
              <a:gd name="connsiteX364" fmla="*/ 2565328 w 7467600"/>
              <a:gd name="connsiteY364" fmla="*/ 5516399 h 6858000"/>
              <a:gd name="connsiteX365" fmla="*/ 1922999 w 7467600"/>
              <a:gd name="connsiteY365" fmla="*/ 5980343 h 6858000"/>
              <a:gd name="connsiteX366" fmla="*/ 1950261 w 7467600"/>
              <a:gd name="connsiteY366" fmla="*/ 6405858 h 6858000"/>
              <a:gd name="connsiteX367" fmla="*/ 2365554 w 7467600"/>
              <a:gd name="connsiteY367" fmla="*/ 6759107 h 6858000"/>
              <a:gd name="connsiteX368" fmla="*/ 2424142 w 7467600"/>
              <a:gd name="connsiteY368" fmla="*/ 6858000 h 6858000"/>
              <a:gd name="connsiteX369" fmla="*/ 2395994 w 7467600"/>
              <a:gd name="connsiteY369" fmla="*/ 6858000 h 6858000"/>
              <a:gd name="connsiteX370" fmla="*/ 2392863 w 7467600"/>
              <a:gd name="connsiteY370" fmla="*/ 6852964 h 6858000"/>
              <a:gd name="connsiteX371" fmla="*/ 2017589 w 7467600"/>
              <a:gd name="connsiteY371" fmla="*/ 6493982 h 6858000"/>
              <a:gd name="connsiteX372" fmla="*/ 2147336 w 7467600"/>
              <a:gd name="connsiteY372" fmla="*/ 6594052 h 6858000"/>
              <a:gd name="connsiteX373" fmla="*/ 2207047 w 7467600"/>
              <a:gd name="connsiteY373" fmla="*/ 6654540 h 6858000"/>
              <a:gd name="connsiteX374" fmla="*/ 2299106 w 7467600"/>
              <a:gd name="connsiteY374" fmla="*/ 6778931 h 6858000"/>
              <a:gd name="connsiteX375" fmla="*/ 2314430 w 7467600"/>
              <a:gd name="connsiteY375" fmla="*/ 6801144 h 6858000"/>
              <a:gd name="connsiteX376" fmla="*/ 2352406 w 7467600"/>
              <a:gd name="connsiteY376" fmla="*/ 6858000 h 6858000"/>
              <a:gd name="connsiteX377" fmla="*/ 2314492 w 7467600"/>
              <a:gd name="connsiteY377" fmla="*/ 6858000 h 6858000"/>
              <a:gd name="connsiteX378" fmla="*/ 2288095 w 7467600"/>
              <a:gd name="connsiteY378" fmla="*/ 6818030 h 6858000"/>
              <a:gd name="connsiteX379" fmla="*/ 2272768 w 7467600"/>
              <a:gd name="connsiteY379" fmla="*/ 6795822 h 6858000"/>
              <a:gd name="connsiteX380" fmla="*/ 2182715 w 7467600"/>
              <a:gd name="connsiteY380" fmla="*/ 6675071 h 6858000"/>
              <a:gd name="connsiteX381" fmla="*/ 2032061 w 7467600"/>
              <a:gd name="connsiteY381" fmla="*/ 6541380 h 6858000"/>
              <a:gd name="connsiteX382" fmla="*/ 2257220 w 7467600"/>
              <a:gd name="connsiteY382" fmla="*/ 6826257 h 6858000"/>
              <a:gd name="connsiteX383" fmla="*/ 2281324 w 7467600"/>
              <a:gd name="connsiteY383" fmla="*/ 6858000 h 6858000"/>
              <a:gd name="connsiteX384" fmla="*/ 2242860 w 7467600"/>
              <a:gd name="connsiteY384" fmla="*/ 6858000 h 6858000"/>
              <a:gd name="connsiteX385" fmla="*/ 2232818 w 7467600"/>
              <a:gd name="connsiteY385" fmla="*/ 6844926 h 6858000"/>
              <a:gd name="connsiteX386" fmla="*/ 1990172 w 7467600"/>
              <a:gd name="connsiteY386" fmla="*/ 6542121 h 6858000"/>
              <a:gd name="connsiteX387" fmla="*/ 2124090 w 7467600"/>
              <a:gd name="connsiteY387" fmla="*/ 6761017 h 6858000"/>
              <a:gd name="connsiteX388" fmla="*/ 2200380 w 7467600"/>
              <a:gd name="connsiteY388" fmla="*/ 6858000 h 6858000"/>
              <a:gd name="connsiteX389" fmla="*/ 2147507 w 7467600"/>
              <a:gd name="connsiteY389" fmla="*/ 6858000 h 6858000"/>
              <a:gd name="connsiteX390" fmla="*/ 2070668 w 7467600"/>
              <a:gd name="connsiteY390" fmla="*/ 6761520 h 6858000"/>
              <a:gd name="connsiteX391" fmla="*/ 1975142 w 7467600"/>
              <a:gd name="connsiteY391" fmla="*/ 6585570 h 6858000"/>
              <a:gd name="connsiteX392" fmla="*/ 2050035 w 7467600"/>
              <a:gd name="connsiteY392" fmla="*/ 6813345 h 6858000"/>
              <a:gd name="connsiteX393" fmla="*/ 2063025 w 7467600"/>
              <a:gd name="connsiteY393" fmla="*/ 6858000 h 6858000"/>
              <a:gd name="connsiteX394" fmla="*/ 2021675 w 7467600"/>
              <a:gd name="connsiteY394" fmla="*/ 6858000 h 6858000"/>
              <a:gd name="connsiteX395" fmla="*/ 2019308 w 7467600"/>
              <a:gd name="connsiteY395" fmla="*/ 6847118 h 6858000"/>
              <a:gd name="connsiteX396" fmla="*/ 1938835 w 7467600"/>
              <a:gd name="connsiteY396" fmla="*/ 6551160 h 6858000"/>
              <a:gd name="connsiteX397" fmla="*/ 1953230 w 7467600"/>
              <a:gd name="connsiteY397" fmla="*/ 6759699 h 6858000"/>
              <a:gd name="connsiteX398" fmla="*/ 1956763 w 7467600"/>
              <a:gd name="connsiteY398" fmla="*/ 6778191 h 6858000"/>
              <a:gd name="connsiteX399" fmla="*/ 1967925 w 7467600"/>
              <a:gd name="connsiteY399" fmla="*/ 6858000 h 6858000"/>
              <a:gd name="connsiteX400" fmla="*/ 1936622 w 7467600"/>
              <a:gd name="connsiteY400" fmla="*/ 6858000 h 6858000"/>
              <a:gd name="connsiteX401" fmla="*/ 1926261 w 7467600"/>
              <a:gd name="connsiteY401" fmla="*/ 6784064 h 6858000"/>
              <a:gd name="connsiteX402" fmla="*/ 1922724 w 7467600"/>
              <a:gd name="connsiteY402" fmla="*/ 6765577 h 6858000"/>
              <a:gd name="connsiteX403" fmla="*/ 1904650 w 7467600"/>
              <a:gd name="connsiteY403" fmla="*/ 6639616 h 6858000"/>
              <a:gd name="connsiteX404" fmla="*/ 1885273 w 7467600"/>
              <a:gd name="connsiteY404" fmla="*/ 6858000 h 6858000"/>
              <a:gd name="connsiteX405" fmla="*/ 1854363 w 7467600"/>
              <a:gd name="connsiteY405" fmla="*/ 6858000 h 6858000"/>
              <a:gd name="connsiteX406" fmla="*/ 1880391 w 7467600"/>
              <a:gd name="connsiteY406" fmla="*/ 6603796 h 6858000"/>
              <a:gd name="connsiteX407" fmla="*/ 1818273 w 7467600"/>
              <a:gd name="connsiteY407" fmla="*/ 6715729 h 6858000"/>
              <a:gd name="connsiteX408" fmla="*/ 1794691 w 7467600"/>
              <a:gd name="connsiteY408" fmla="*/ 6843239 h 6858000"/>
              <a:gd name="connsiteX409" fmla="*/ 1794914 w 7467600"/>
              <a:gd name="connsiteY409" fmla="*/ 6858000 h 6858000"/>
              <a:gd name="connsiteX410" fmla="*/ 1746128 w 7467600"/>
              <a:gd name="connsiteY410" fmla="*/ 6858000 h 6858000"/>
              <a:gd name="connsiteX411" fmla="*/ 1753934 w 7467600"/>
              <a:gd name="connsiteY411" fmla="*/ 6724796 h 6858000"/>
              <a:gd name="connsiteX412" fmla="*/ 1792053 w 7467600"/>
              <a:gd name="connsiteY412" fmla="*/ 6572396 h 6858000"/>
              <a:gd name="connsiteX413" fmla="*/ 1862248 w 7467600"/>
              <a:gd name="connsiteY413" fmla="*/ 6266397 h 6858000"/>
              <a:gd name="connsiteX414" fmla="*/ 1862250 w 7467600"/>
              <a:gd name="connsiteY414" fmla="*/ 6033531 h 6858000"/>
              <a:gd name="connsiteX415" fmla="*/ 1211999 w 7467600"/>
              <a:gd name="connsiteY415" fmla="*/ 6683610 h 6858000"/>
              <a:gd name="connsiteX416" fmla="*/ 1213266 w 7467600"/>
              <a:gd name="connsiteY416" fmla="*/ 6691947 h 6858000"/>
              <a:gd name="connsiteX417" fmla="*/ 1203370 w 7467600"/>
              <a:gd name="connsiteY417" fmla="*/ 6850676 h 6858000"/>
              <a:gd name="connsiteX418" fmla="*/ 1203671 w 7467600"/>
              <a:gd name="connsiteY418" fmla="*/ 6858000 h 6858000"/>
              <a:gd name="connsiteX419" fmla="*/ 1143180 w 7467600"/>
              <a:gd name="connsiteY419" fmla="*/ 6858000 h 6858000"/>
              <a:gd name="connsiteX420" fmla="*/ 1142176 w 7467600"/>
              <a:gd name="connsiteY420" fmla="*/ 6766045 h 6858000"/>
              <a:gd name="connsiteX421" fmla="*/ 1067484 w 7467600"/>
              <a:gd name="connsiteY421" fmla="*/ 6858000 h 6858000"/>
              <a:gd name="connsiteX422" fmla="*/ 953928 w 7467600"/>
              <a:gd name="connsiteY422" fmla="*/ 6858000 h 6858000"/>
              <a:gd name="connsiteX423" fmla="*/ 959715 w 7467600"/>
              <a:gd name="connsiteY423" fmla="*/ 6850185 h 6858000"/>
              <a:gd name="connsiteX424" fmla="*/ 1483788 w 7467600"/>
              <a:gd name="connsiteY424" fmla="*/ 6259174 h 6858000"/>
              <a:gd name="connsiteX425" fmla="*/ 1100671 w 7467600"/>
              <a:gd name="connsiteY425" fmla="*/ 6252137 h 6858000"/>
              <a:gd name="connsiteX426" fmla="*/ 1090144 w 7467600"/>
              <a:gd name="connsiteY426" fmla="*/ 6256748 h 6858000"/>
              <a:gd name="connsiteX427" fmla="*/ 1095872 w 7467600"/>
              <a:gd name="connsiteY427" fmla="*/ 6271892 h 6858000"/>
              <a:gd name="connsiteX428" fmla="*/ 262785 w 7467600"/>
              <a:gd name="connsiteY428" fmla="*/ 6845450 h 6858000"/>
              <a:gd name="connsiteX429" fmla="*/ 209968 w 7467600"/>
              <a:gd name="connsiteY429" fmla="*/ 6770713 h 6858000"/>
              <a:gd name="connsiteX430" fmla="*/ 873460 w 7467600"/>
              <a:gd name="connsiteY430" fmla="*/ 6253768 h 6858000"/>
              <a:gd name="connsiteX431" fmla="*/ 192686 w 7467600"/>
              <a:gd name="connsiteY431" fmla="*/ 5849257 h 6858000"/>
              <a:gd name="connsiteX432" fmla="*/ 4696 w 7467600"/>
              <a:gd name="connsiteY432" fmla="*/ 5697668 h 6858000"/>
              <a:gd name="connsiteX433" fmla="*/ 0 w 7467600"/>
              <a:gd name="connsiteY433" fmla="*/ 5689984 h 6858000"/>
              <a:gd name="connsiteX434" fmla="*/ 0 w 7467600"/>
              <a:gd name="connsiteY434" fmla="*/ 5513472 h 6858000"/>
              <a:gd name="connsiteX435" fmla="*/ 174101 w 7467600"/>
              <a:gd name="connsiteY435" fmla="*/ 5620277 h 6858000"/>
              <a:gd name="connsiteX436" fmla="*/ 891800 w 7467600"/>
              <a:gd name="connsiteY436" fmla="*/ 6036935 h 6858000"/>
              <a:gd name="connsiteX437" fmla="*/ 1072219 w 7467600"/>
              <a:gd name="connsiteY437" fmla="*/ 6169443 h 6858000"/>
              <a:gd name="connsiteX438" fmla="*/ 1074117 w 7467600"/>
              <a:gd name="connsiteY438" fmla="*/ 6170301 h 6858000"/>
              <a:gd name="connsiteX439" fmla="*/ 1083114 w 7467600"/>
              <a:gd name="connsiteY439" fmla="*/ 6174131 h 6858000"/>
              <a:gd name="connsiteX440" fmla="*/ 1543010 w 7467600"/>
              <a:gd name="connsiteY440" fmla="*/ 6191140 h 6858000"/>
              <a:gd name="connsiteX441" fmla="*/ 1551080 w 7467600"/>
              <a:gd name="connsiteY441" fmla="*/ 6195006 h 6858000"/>
              <a:gd name="connsiteX442" fmla="*/ 2345443 w 7467600"/>
              <a:gd name="connsiteY442" fmla="*/ 5549882 h 6858000"/>
              <a:gd name="connsiteX443" fmla="*/ 1721499 w 7467600"/>
              <a:gd name="connsiteY443" fmla="*/ 5599969 h 6858000"/>
              <a:gd name="connsiteX444" fmla="*/ 767716 w 7467600"/>
              <a:gd name="connsiteY444" fmla="*/ 5472768 h 6858000"/>
              <a:gd name="connsiteX445" fmla="*/ 722147 w 7467600"/>
              <a:gd name="connsiteY445" fmla="*/ 5393091 h 6858000"/>
              <a:gd name="connsiteX446" fmla="*/ 1485552 w 7467600"/>
              <a:gd name="connsiteY446" fmla="*/ 5313202 h 6858000"/>
              <a:gd name="connsiteX447" fmla="*/ 2143004 w 7467600"/>
              <a:gd name="connsiteY447" fmla="*/ 5402420 h 6858000"/>
              <a:gd name="connsiteX448" fmla="*/ 1933391 w 7467600"/>
              <a:gd name="connsiteY448" fmla="*/ 5156971 h 6858000"/>
              <a:gd name="connsiteX449" fmla="*/ 1827118 w 7467600"/>
              <a:gd name="connsiteY449" fmla="*/ 4968410 h 6858000"/>
              <a:gd name="connsiteX450" fmla="*/ 1837349 w 7467600"/>
              <a:gd name="connsiteY450" fmla="*/ 4956357 h 6858000"/>
              <a:gd name="connsiteX451" fmla="*/ 2162835 w 7467600"/>
              <a:gd name="connsiteY451" fmla="*/ 5187853 h 6858000"/>
              <a:gd name="connsiteX452" fmla="*/ 2257167 w 7467600"/>
              <a:gd name="connsiteY452" fmla="*/ 5462123 h 6858000"/>
              <a:gd name="connsiteX453" fmla="*/ 2261598 w 7467600"/>
              <a:gd name="connsiteY453" fmla="*/ 5467998 h 6858000"/>
              <a:gd name="connsiteX454" fmla="*/ 2437177 w 7467600"/>
              <a:gd name="connsiteY454" fmla="*/ 5479608 h 6858000"/>
              <a:gd name="connsiteX455" fmla="*/ 2445247 w 7467600"/>
              <a:gd name="connsiteY455" fmla="*/ 5483476 h 6858000"/>
              <a:gd name="connsiteX456" fmla="*/ 2743626 w 7467600"/>
              <a:gd name="connsiteY456" fmla="*/ 5304819 h 6858000"/>
              <a:gd name="connsiteX457" fmla="*/ 3048102 w 7467600"/>
              <a:gd name="connsiteY457" fmla="*/ 5150595 h 6858000"/>
              <a:gd name="connsiteX458" fmla="*/ 1799414 w 7467600"/>
              <a:gd name="connsiteY458" fmla="*/ 4694732 h 6858000"/>
              <a:gd name="connsiteX459" fmla="*/ 1771735 w 7467600"/>
              <a:gd name="connsiteY459" fmla="*/ 4619929 h 6858000"/>
              <a:gd name="connsiteX460" fmla="*/ 3104273 w 7467600"/>
              <a:gd name="connsiteY460" fmla="*/ 5076159 h 6858000"/>
              <a:gd name="connsiteX461" fmla="*/ 3113245 w 7467600"/>
              <a:gd name="connsiteY461" fmla="*/ 5090705 h 6858000"/>
              <a:gd name="connsiteX462" fmla="*/ 3126294 w 7467600"/>
              <a:gd name="connsiteY462" fmla="*/ 5114400 h 6858000"/>
              <a:gd name="connsiteX463" fmla="*/ 3937433 w 7467600"/>
              <a:gd name="connsiteY463" fmla="*/ 4830473 h 6858000"/>
              <a:gd name="connsiteX464" fmla="*/ 3590475 w 7467600"/>
              <a:gd name="connsiteY464" fmla="*/ 4597974 h 6858000"/>
              <a:gd name="connsiteX465" fmla="*/ 3100264 w 7467600"/>
              <a:gd name="connsiteY465" fmla="*/ 4579845 h 6858000"/>
              <a:gd name="connsiteX466" fmla="*/ 2183576 w 7467600"/>
              <a:gd name="connsiteY466" fmla="*/ 4227150 h 6858000"/>
              <a:gd name="connsiteX467" fmla="*/ 2151029 w 7467600"/>
              <a:gd name="connsiteY467" fmla="*/ 4146947 h 6858000"/>
              <a:gd name="connsiteX468" fmla="*/ 3563434 w 7467600"/>
              <a:gd name="connsiteY468" fmla="*/ 4469115 h 6858000"/>
              <a:gd name="connsiteX469" fmla="*/ 3177952 w 7467600"/>
              <a:gd name="connsiteY469" fmla="*/ 3657386 h 6858000"/>
              <a:gd name="connsiteX470" fmla="*/ 3189263 w 7467600"/>
              <a:gd name="connsiteY470" fmla="*/ 3625726 h 6858000"/>
              <a:gd name="connsiteX471" fmla="*/ 3560912 w 7467600"/>
              <a:gd name="connsiteY471" fmla="*/ 4079863 h 6858000"/>
              <a:gd name="connsiteX472" fmla="*/ 3626636 w 7467600"/>
              <a:gd name="connsiteY472" fmla="*/ 4512230 h 6858000"/>
              <a:gd name="connsiteX473" fmla="*/ 3653088 w 7467600"/>
              <a:gd name="connsiteY473" fmla="*/ 4521417 h 6858000"/>
              <a:gd name="connsiteX474" fmla="*/ 3988128 w 7467600"/>
              <a:gd name="connsiteY474" fmla="*/ 4817267 h 6858000"/>
              <a:gd name="connsiteX475" fmla="*/ 4830582 w 7467600"/>
              <a:gd name="connsiteY475" fmla="*/ 4676000 h 6858000"/>
              <a:gd name="connsiteX476" fmla="*/ 4830100 w 7467600"/>
              <a:gd name="connsiteY476" fmla="*/ 4675554 h 6858000"/>
              <a:gd name="connsiteX477" fmla="*/ 4036318 w 7467600"/>
              <a:gd name="connsiteY477" fmla="*/ 4147013 h 6858000"/>
              <a:gd name="connsiteX478" fmla="*/ 3432098 w 7467600"/>
              <a:gd name="connsiteY478" fmla="*/ 3537312 h 6858000"/>
              <a:gd name="connsiteX479" fmla="*/ 3446761 w 7467600"/>
              <a:gd name="connsiteY479" fmla="*/ 3461278 h 6858000"/>
              <a:gd name="connsiteX480" fmla="*/ 4419733 w 7467600"/>
              <a:gd name="connsiteY480" fmla="*/ 3963555 h 6858000"/>
              <a:gd name="connsiteX481" fmla="*/ 4781371 w 7467600"/>
              <a:gd name="connsiteY481" fmla="*/ 4458604 h 6858000"/>
              <a:gd name="connsiteX482" fmla="*/ 4780440 w 7467600"/>
              <a:gd name="connsiteY482" fmla="*/ 4470290 h 6858000"/>
              <a:gd name="connsiteX483" fmla="*/ 4898954 w 7467600"/>
              <a:gd name="connsiteY483" fmla="*/ 4662092 h 6858000"/>
              <a:gd name="connsiteX484" fmla="*/ 4900699 w 7467600"/>
              <a:gd name="connsiteY484" fmla="*/ 4670867 h 6858000"/>
              <a:gd name="connsiteX485" fmla="*/ 5714511 w 7467600"/>
              <a:gd name="connsiteY485" fmla="*/ 4663483 h 6858000"/>
              <a:gd name="connsiteX486" fmla="*/ 5464793 w 7467600"/>
              <a:gd name="connsiteY486" fmla="*/ 4393556 h 6858000"/>
              <a:gd name="connsiteX487" fmla="*/ 5461897 w 7467600"/>
              <a:gd name="connsiteY487" fmla="*/ 4390879 h 6858000"/>
              <a:gd name="connsiteX488" fmla="*/ 4294126 w 7467600"/>
              <a:gd name="connsiteY488" fmla="*/ 3303048 h 6858000"/>
              <a:gd name="connsiteX489" fmla="*/ 4305321 w 7467600"/>
              <a:gd name="connsiteY489" fmla="*/ 3256953 h 6858000"/>
              <a:gd name="connsiteX490" fmla="*/ 4949299 w 7467600"/>
              <a:gd name="connsiteY490" fmla="*/ 3766336 h 6858000"/>
              <a:gd name="connsiteX491" fmla="*/ 5291452 w 7467600"/>
              <a:gd name="connsiteY491" fmla="*/ 4076801 h 6858000"/>
              <a:gd name="connsiteX492" fmla="*/ 5434998 w 7467600"/>
              <a:gd name="connsiteY492" fmla="*/ 4254100 h 6858000"/>
              <a:gd name="connsiteX493" fmla="*/ 5351015 w 7467600"/>
              <a:gd name="connsiteY493" fmla="*/ 3760989 h 6858000"/>
              <a:gd name="connsiteX494" fmla="*/ 5413780 w 7467600"/>
              <a:gd name="connsiteY494" fmla="*/ 2966265 h 6858000"/>
              <a:gd name="connsiteX495" fmla="*/ 5425627 w 7467600"/>
              <a:gd name="connsiteY495" fmla="*/ 2954192 h 6858000"/>
              <a:gd name="connsiteX496" fmla="*/ 6604735 w 7467600"/>
              <a:gd name="connsiteY496" fmla="*/ 2041381 h 6858000"/>
              <a:gd name="connsiteX497" fmla="*/ 7204487 w 7467600"/>
              <a:gd name="connsiteY497" fmla="*/ 2742112 h 6858000"/>
              <a:gd name="connsiteX498" fmla="*/ 7131592 w 7467600"/>
              <a:gd name="connsiteY498" fmla="*/ 2672096 h 6858000"/>
              <a:gd name="connsiteX499" fmla="*/ 6996344 w 7467600"/>
              <a:gd name="connsiteY499" fmla="*/ 2518310 h 6858000"/>
              <a:gd name="connsiteX500" fmla="*/ 6735495 w 7467600"/>
              <a:gd name="connsiteY500" fmla="*/ 2196890 h 6858000"/>
              <a:gd name="connsiteX501" fmla="*/ 6721901 w 7467600"/>
              <a:gd name="connsiteY501" fmla="*/ 2179274 h 6858000"/>
              <a:gd name="connsiteX502" fmla="*/ 6604735 w 7467600"/>
              <a:gd name="connsiteY502" fmla="*/ 2041381 h 6858000"/>
              <a:gd name="connsiteX503" fmla="*/ 6591670 w 7467600"/>
              <a:gd name="connsiteY503" fmla="*/ 1988277 h 6858000"/>
              <a:gd name="connsiteX504" fmla="*/ 6747349 w 7467600"/>
              <a:gd name="connsiteY504" fmla="*/ 2160069 h 6858000"/>
              <a:gd name="connsiteX505" fmla="*/ 6760943 w 7467600"/>
              <a:gd name="connsiteY505" fmla="*/ 2177686 h 6858000"/>
              <a:gd name="connsiteX506" fmla="*/ 7021065 w 7467600"/>
              <a:gd name="connsiteY506" fmla="*/ 2498102 h 6858000"/>
              <a:gd name="connsiteX507" fmla="*/ 7155223 w 7467600"/>
              <a:gd name="connsiteY507" fmla="*/ 2650386 h 6858000"/>
              <a:gd name="connsiteX508" fmla="*/ 7203167 w 7467600"/>
              <a:gd name="connsiteY508" fmla="*/ 2697288 h 6858000"/>
              <a:gd name="connsiteX509" fmla="*/ 6937703 w 7467600"/>
              <a:gd name="connsiteY509" fmla="*/ 2321981 h 6858000"/>
              <a:gd name="connsiteX510" fmla="*/ 6591670 w 7467600"/>
              <a:gd name="connsiteY510" fmla="*/ 1988277 h 6858000"/>
              <a:gd name="connsiteX511" fmla="*/ 5798671 w 7467600"/>
              <a:gd name="connsiteY511" fmla="*/ 1981601 h 6858000"/>
              <a:gd name="connsiteX512" fmla="*/ 5754709 w 7467600"/>
              <a:gd name="connsiteY512" fmla="*/ 2071454 h 6858000"/>
              <a:gd name="connsiteX513" fmla="*/ 5763044 w 7467600"/>
              <a:gd name="connsiteY513" fmla="*/ 2842206 h 6858000"/>
              <a:gd name="connsiteX514" fmla="*/ 5764974 w 7467600"/>
              <a:gd name="connsiteY514" fmla="*/ 2799609 h 6858000"/>
              <a:gd name="connsiteX515" fmla="*/ 5767665 w 7467600"/>
              <a:gd name="connsiteY515" fmla="*/ 2666409 h 6858000"/>
              <a:gd name="connsiteX516" fmla="*/ 5763055 w 7467600"/>
              <a:gd name="connsiteY516" fmla="*/ 2579705 h 6858000"/>
              <a:gd name="connsiteX517" fmla="*/ 5758079 w 7467600"/>
              <a:gd name="connsiteY517" fmla="*/ 2492508 h 6858000"/>
              <a:gd name="connsiteX518" fmla="*/ 5779325 w 7467600"/>
              <a:gd name="connsiteY518" fmla="*/ 2197069 h 6858000"/>
              <a:gd name="connsiteX519" fmla="*/ 5798671 w 7467600"/>
              <a:gd name="connsiteY519" fmla="*/ 1981601 h 6858000"/>
              <a:gd name="connsiteX520" fmla="*/ 5829202 w 7467600"/>
              <a:gd name="connsiteY520" fmla="*/ 1971679 h 6858000"/>
              <a:gd name="connsiteX521" fmla="*/ 5809558 w 7467600"/>
              <a:gd name="connsiteY521" fmla="*/ 2198043 h 6858000"/>
              <a:gd name="connsiteX522" fmla="*/ 5788653 w 7467600"/>
              <a:gd name="connsiteY522" fmla="*/ 2489430 h 6858000"/>
              <a:gd name="connsiteX523" fmla="*/ 5793439 w 7467600"/>
              <a:gd name="connsiteY523" fmla="*/ 2575235 h 6858000"/>
              <a:gd name="connsiteX524" fmla="*/ 5796837 w 7467600"/>
              <a:gd name="connsiteY524" fmla="*/ 2637633 h 6858000"/>
              <a:gd name="connsiteX525" fmla="*/ 5818614 w 7467600"/>
              <a:gd name="connsiteY525" fmla="*/ 2473055 h 6858000"/>
              <a:gd name="connsiteX526" fmla="*/ 5829202 w 7467600"/>
              <a:gd name="connsiteY526" fmla="*/ 1971679 h 6858000"/>
              <a:gd name="connsiteX527" fmla="*/ 5911389 w 7467600"/>
              <a:gd name="connsiteY527" fmla="*/ 1898371 h 6858000"/>
              <a:gd name="connsiteX528" fmla="*/ 6237627 w 7467600"/>
              <a:gd name="connsiteY528" fmla="*/ 2231921 h 6858000"/>
              <a:gd name="connsiteX529" fmla="*/ 5911389 w 7467600"/>
              <a:gd name="connsiteY529" fmla="*/ 1898371 h 6858000"/>
              <a:gd name="connsiteX530" fmla="*/ 6944437 w 7467600"/>
              <a:gd name="connsiteY530" fmla="*/ 1575402 h 6858000"/>
              <a:gd name="connsiteX531" fmla="*/ 6304730 w 7467600"/>
              <a:gd name="connsiteY531" fmla="*/ 1766654 h 6858000"/>
              <a:gd name="connsiteX532" fmla="*/ 6944437 w 7467600"/>
              <a:gd name="connsiteY532" fmla="*/ 1575402 h 6858000"/>
              <a:gd name="connsiteX533" fmla="*/ 7019523 w 7467600"/>
              <a:gd name="connsiteY533" fmla="*/ 1519450 h 6858000"/>
              <a:gd name="connsiteX534" fmla="*/ 6298091 w 7467600"/>
              <a:gd name="connsiteY534" fmla="*/ 1737122 h 6858000"/>
              <a:gd name="connsiteX535" fmla="*/ 7019523 w 7467600"/>
              <a:gd name="connsiteY535" fmla="*/ 1519450 h 6858000"/>
              <a:gd name="connsiteX536" fmla="*/ 2399523 w 7467600"/>
              <a:gd name="connsiteY536" fmla="*/ 1428234 h 6858000"/>
              <a:gd name="connsiteX537" fmla="*/ 2224982 w 7467600"/>
              <a:gd name="connsiteY537" fmla="*/ 1826201 h 6858000"/>
              <a:gd name="connsiteX538" fmla="*/ 2096099 w 7467600"/>
              <a:gd name="connsiteY538" fmla="*/ 2345900 h 6858000"/>
              <a:gd name="connsiteX539" fmla="*/ 2283317 w 7467600"/>
              <a:gd name="connsiteY539" fmla="*/ 1796925 h 6858000"/>
              <a:gd name="connsiteX540" fmla="*/ 2399523 w 7467600"/>
              <a:gd name="connsiteY540" fmla="*/ 1428234 h 6858000"/>
              <a:gd name="connsiteX541" fmla="*/ 2448558 w 7467600"/>
              <a:gd name="connsiteY541" fmla="*/ 1373435 h 6858000"/>
              <a:gd name="connsiteX542" fmla="*/ 2312521 w 7467600"/>
              <a:gd name="connsiteY542" fmla="*/ 1806140 h 6858000"/>
              <a:gd name="connsiteX543" fmla="*/ 2127533 w 7467600"/>
              <a:gd name="connsiteY543" fmla="*/ 2348380 h 6858000"/>
              <a:gd name="connsiteX544" fmla="*/ 2358080 w 7467600"/>
              <a:gd name="connsiteY544" fmla="*/ 1866134 h 6858000"/>
              <a:gd name="connsiteX545" fmla="*/ 2407436 w 7467600"/>
              <a:gd name="connsiteY545" fmla="*/ 1651070 h 6858000"/>
              <a:gd name="connsiteX546" fmla="*/ 2448558 w 7467600"/>
              <a:gd name="connsiteY546" fmla="*/ 1373435 h 6858000"/>
              <a:gd name="connsiteX547" fmla="*/ 278707 w 7467600"/>
              <a:gd name="connsiteY547" fmla="*/ 1352270 h 6858000"/>
              <a:gd name="connsiteX548" fmla="*/ 321570 w 7467600"/>
              <a:gd name="connsiteY548" fmla="*/ 1861610 h 6858000"/>
              <a:gd name="connsiteX549" fmla="*/ 294281 w 7467600"/>
              <a:gd name="connsiteY549" fmla="*/ 1440658 h 6858000"/>
              <a:gd name="connsiteX550" fmla="*/ 278707 w 7467600"/>
              <a:gd name="connsiteY550" fmla="*/ 1352270 h 6858000"/>
              <a:gd name="connsiteX551" fmla="*/ 1423821 w 7467600"/>
              <a:gd name="connsiteY551" fmla="*/ 1351958 h 6858000"/>
              <a:gd name="connsiteX552" fmla="*/ 1638521 w 7467600"/>
              <a:gd name="connsiteY552" fmla="*/ 1908470 h 6858000"/>
              <a:gd name="connsiteX553" fmla="*/ 1754199 w 7467600"/>
              <a:gd name="connsiteY553" fmla="*/ 2149284 h 6858000"/>
              <a:gd name="connsiteX554" fmla="*/ 1908359 w 7467600"/>
              <a:gd name="connsiteY554" fmla="*/ 2364988 h 6858000"/>
              <a:gd name="connsiteX555" fmla="*/ 1647661 w 7467600"/>
              <a:gd name="connsiteY555" fmla="*/ 1825945 h 6858000"/>
              <a:gd name="connsiteX556" fmla="*/ 1423821 w 7467600"/>
              <a:gd name="connsiteY556" fmla="*/ 1351958 h 6858000"/>
              <a:gd name="connsiteX557" fmla="*/ 1431890 w 7467600"/>
              <a:gd name="connsiteY557" fmla="*/ 1306475 h 6858000"/>
              <a:gd name="connsiteX558" fmla="*/ 1507597 w 7467600"/>
              <a:gd name="connsiteY558" fmla="*/ 1446132 h 6858000"/>
              <a:gd name="connsiteX559" fmla="*/ 1674586 w 7467600"/>
              <a:gd name="connsiteY559" fmla="*/ 1813832 h 6858000"/>
              <a:gd name="connsiteX560" fmla="*/ 1815950 w 7467600"/>
              <a:gd name="connsiteY560" fmla="*/ 2128564 h 6858000"/>
              <a:gd name="connsiteX561" fmla="*/ 1984242 w 7467600"/>
              <a:gd name="connsiteY561" fmla="*/ 2430829 h 6858000"/>
              <a:gd name="connsiteX562" fmla="*/ 2014023 w 7467600"/>
              <a:gd name="connsiteY562" fmla="*/ 2450995 h 6858000"/>
              <a:gd name="connsiteX563" fmla="*/ 1747337 w 7467600"/>
              <a:gd name="connsiteY563" fmla="*/ 1855264 h 6858000"/>
              <a:gd name="connsiteX564" fmla="*/ 1533749 w 7467600"/>
              <a:gd name="connsiteY564" fmla="*/ 1478656 h 6858000"/>
              <a:gd name="connsiteX565" fmla="*/ 1431890 w 7467600"/>
              <a:gd name="connsiteY565" fmla="*/ 1306475 h 6858000"/>
              <a:gd name="connsiteX566" fmla="*/ 5052692 w 7467600"/>
              <a:gd name="connsiteY566" fmla="*/ 1292994 h 6858000"/>
              <a:gd name="connsiteX567" fmla="*/ 5200661 w 7467600"/>
              <a:gd name="connsiteY567" fmla="*/ 1635186 h 6858000"/>
              <a:gd name="connsiteX568" fmla="*/ 5297138 w 7467600"/>
              <a:gd name="connsiteY568" fmla="*/ 1906351 h 6858000"/>
              <a:gd name="connsiteX569" fmla="*/ 5052692 w 7467600"/>
              <a:gd name="connsiteY569" fmla="*/ 1292994 h 6858000"/>
              <a:gd name="connsiteX570" fmla="*/ 5009948 w 7467600"/>
              <a:gd name="connsiteY570" fmla="*/ 1273619 h 6858000"/>
              <a:gd name="connsiteX571" fmla="*/ 5121777 w 7467600"/>
              <a:gd name="connsiteY571" fmla="*/ 1654213 h 6858000"/>
              <a:gd name="connsiteX572" fmla="*/ 5293545 w 7467600"/>
              <a:gd name="connsiteY572" fmla="*/ 2072247 h 6858000"/>
              <a:gd name="connsiteX573" fmla="*/ 5294042 w 7467600"/>
              <a:gd name="connsiteY573" fmla="*/ 2065019 h 6858000"/>
              <a:gd name="connsiteX574" fmla="*/ 5171936 w 7467600"/>
              <a:gd name="connsiteY574" fmla="*/ 1647613 h 6858000"/>
              <a:gd name="connsiteX575" fmla="*/ 5009948 w 7467600"/>
              <a:gd name="connsiteY575" fmla="*/ 1273619 h 6858000"/>
              <a:gd name="connsiteX576" fmla="*/ 655236 w 7467600"/>
              <a:gd name="connsiteY576" fmla="*/ 1268632 h 6858000"/>
              <a:gd name="connsiteX577" fmla="*/ 839521 w 7467600"/>
              <a:gd name="connsiteY577" fmla="*/ 1685315 h 6858000"/>
              <a:gd name="connsiteX578" fmla="*/ 1109416 w 7467600"/>
              <a:gd name="connsiteY578" fmla="*/ 2061663 h 6858000"/>
              <a:gd name="connsiteX579" fmla="*/ 1298300 w 7467600"/>
              <a:gd name="connsiteY579" fmla="*/ 2247742 h 6858000"/>
              <a:gd name="connsiteX580" fmla="*/ 1125871 w 7467600"/>
              <a:gd name="connsiteY580" fmla="*/ 1989513 h 6858000"/>
              <a:gd name="connsiteX581" fmla="*/ 981574 w 7467600"/>
              <a:gd name="connsiteY581" fmla="*/ 1783157 h 6858000"/>
              <a:gd name="connsiteX582" fmla="*/ 922198 w 7467600"/>
              <a:gd name="connsiteY582" fmla="*/ 1677437 h 6858000"/>
              <a:gd name="connsiteX583" fmla="*/ 869293 w 7467600"/>
              <a:gd name="connsiteY583" fmla="*/ 1583214 h 6858000"/>
              <a:gd name="connsiteX584" fmla="*/ 751431 w 7467600"/>
              <a:gd name="connsiteY584" fmla="*/ 1405731 h 6858000"/>
              <a:gd name="connsiteX585" fmla="*/ 655236 w 7467600"/>
              <a:gd name="connsiteY585" fmla="*/ 1268632 h 6858000"/>
              <a:gd name="connsiteX586" fmla="*/ 6516292 w 7467600"/>
              <a:gd name="connsiteY586" fmla="*/ 1263064 h 6858000"/>
              <a:gd name="connsiteX587" fmla="*/ 5736320 w 7467600"/>
              <a:gd name="connsiteY587" fmla="*/ 1501803 h 6858000"/>
              <a:gd name="connsiteX588" fmla="*/ 6516292 w 7467600"/>
              <a:gd name="connsiteY588" fmla="*/ 1263064 h 6858000"/>
              <a:gd name="connsiteX589" fmla="*/ 291466 w 7467600"/>
              <a:gd name="connsiteY589" fmla="*/ 1250369 h 6858000"/>
              <a:gd name="connsiteX590" fmla="*/ 323180 w 7467600"/>
              <a:gd name="connsiteY590" fmla="*/ 1435283 h 6858000"/>
              <a:gd name="connsiteX591" fmla="*/ 349381 w 7467600"/>
              <a:gd name="connsiteY591" fmla="*/ 1875041 h 6858000"/>
              <a:gd name="connsiteX592" fmla="*/ 374363 w 7467600"/>
              <a:gd name="connsiteY592" fmla="*/ 1506494 h 6858000"/>
              <a:gd name="connsiteX593" fmla="*/ 302168 w 7467600"/>
              <a:gd name="connsiteY593" fmla="*/ 1274495 h 6858000"/>
              <a:gd name="connsiteX594" fmla="*/ 291466 w 7467600"/>
              <a:gd name="connsiteY594" fmla="*/ 1250369 h 6858000"/>
              <a:gd name="connsiteX595" fmla="*/ 678222 w 7467600"/>
              <a:gd name="connsiteY595" fmla="*/ 1248670 h 6858000"/>
              <a:gd name="connsiteX596" fmla="*/ 775536 w 7467600"/>
              <a:gd name="connsiteY596" fmla="*/ 1388015 h 6858000"/>
              <a:gd name="connsiteX597" fmla="*/ 894529 w 7467600"/>
              <a:gd name="connsiteY597" fmla="*/ 1567739 h 6858000"/>
              <a:gd name="connsiteX598" fmla="*/ 948000 w 7467600"/>
              <a:gd name="connsiteY598" fmla="*/ 1663088 h 6858000"/>
              <a:gd name="connsiteX599" fmla="*/ 1006812 w 7467600"/>
              <a:gd name="connsiteY599" fmla="*/ 1767683 h 6858000"/>
              <a:gd name="connsiteX600" fmla="*/ 1149133 w 7467600"/>
              <a:gd name="connsiteY600" fmla="*/ 1971513 h 6858000"/>
              <a:gd name="connsiteX601" fmla="*/ 1333952 w 7467600"/>
              <a:gd name="connsiteY601" fmla="*/ 2251620 h 6858000"/>
              <a:gd name="connsiteX602" fmla="*/ 1337329 w 7467600"/>
              <a:gd name="connsiteY602" fmla="*/ 2258350 h 6858000"/>
              <a:gd name="connsiteX603" fmla="*/ 1014726 w 7467600"/>
              <a:gd name="connsiteY603" fmla="*/ 1615556 h 6858000"/>
              <a:gd name="connsiteX604" fmla="*/ 678222 w 7467600"/>
              <a:gd name="connsiteY604" fmla="*/ 1248670 h 6858000"/>
              <a:gd name="connsiteX605" fmla="*/ 6691602 w 7467600"/>
              <a:gd name="connsiteY605" fmla="*/ 1140573 h 6858000"/>
              <a:gd name="connsiteX606" fmla="*/ 6571100 w 7467600"/>
              <a:gd name="connsiteY606" fmla="*/ 1183662 h 6858000"/>
              <a:gd name="connsiteX607" fmla="*/ 6241687 w 7467600"/>
              <a:gd name="connsiteY607" fmla="*/ 1257600 h 6858000"/>
              <a:gd name="connsiteX608" fmla="*/ 5693009 w 7467600"/>
              <a:gd name="connsiteY608" fmla="*/ 1478256 h 6858000"/>
              <a:gd name="connsiteX609" fmla="*/ 6548420 w 7467600"/>
              <a:gd name="connsiteY609" fmla="*/ 1214599 h 6858000"/>
              <a:gd name="connsiteX610" fmla="*/ 6605473 w 7467600"/>
              <a:gd name="connsiteY610" fmla="*/ 1184686 h 6858000"/>
              <a:gd name="connsiteX611" fmla="*/ 6691602 w 7467600"/>
              <a:gd name="connsiteY611" fmla="*/ 1140573 h 6858000"/>
              <a:gd name="connsiteX612" fmla="*/ 4002475 w 7467600"/>
              <a:gd name="connsiteY612" fmla="*/ 1037802 h 6858000"/>
              <a:gd name="connsiteX613" fmla="*/ 4000324 w 7467600"/>
              <a:gd name="connsiteY613" fmla="*/ 1039362 h 6858000"/>
              <a:gd name="connsiteX614" fmla="*/ 4002862 w 7467600"/>
              <a:gd name="connsiteY614" fmla="*/ 1042866 h 6858000"/>
              <a:gd name="connsiteX615" fmla="*/ 4002475 w 7467600"/>
              <a:gd name="connsiteY615" fmla="*/ 1037802 h 6858000"/>
              <a:gd name="connsiteX616" fmla="*/ 506322 w 7467600"/>
              <a:gd name="connsiteY616" fmla="*/ 1020997 h 6858000"/>
              <a:gd name="connsiteX617" fmla="*/ 533068 w 7467600"/>
              <a:gd name="connsiteY617" fmla="*/ 1029409 h 6858000"/>
              <a:gd name="connsiteX618" fmla="*/ 1232525 w 7467600"/>
              <a:gd name="connsiteY618" fmla="*/ 1804675 h 6858000"/>
              <a:gd name="connsiteX619" fmla="*/ 1388858 w 7467600"/>
              <a:gd name="connsiteY619" fmla="*/ 2368011 h 6858000"/>
              <a:gd name="connsiteX620" fmla="*/ 1384098 w 7467600"/>
              <a:gd name="connsiteY620" fmla="*/ 2378125 h 6858000"/>
              <a:gd name="connsiteX621" fmla="*/ 1425393 w 7467600"/>
              <a:gd name="connsiteY621" fmla="*/ 2589124 h 6858000"/>
              <a:gd name="connsiteX622" fmla="*/ 1424001 w 7467600"/>
              <a:gd name="connsiteY622" fmla="*/ 2597541 h 6858000"/>
              <a:gd name="connsiteX623" fmla="*/ 2152729 w 7467600"/>
              <a:gd name="connsiteY623" fmla="*/ 2864487 h 6858000"/>
              <a:gd name="connsiteX624" fmla="*/ 2020609 w 7467600"/>
              <a:gd name="connsiteY624" fmla="*/ 2539671 h 6858000"/>
              <a:gd name="connsiteX625" fmla="*/ 2018920 w 7467600"/>
              <a:gd name="connsiteY625" fmla="*/ 2536309 h 6858000"/>
              <a:gd name="connsiteX626" fmla="*/ 1342441 w 7467600"/>
              <a:gd name="connsiteY626" fmla="*/ 1173017 h 6858000"/>
              <a:gd name="connsiteX627" fmla="*/ 1367925 w 7467600"/>
              <a:gd name="connsiteY627" fmla="*/ 1135648 h 6858000"/>
              <a:gd name="connsiteX628" fmla="*/ 1771401 w 7467600"/>
              <a:gd name="connsiteY628" fmla="*/ 1806673 h 6858000"/>
              <a:gd name="connsiteX629" fmla="*/ 1972385 w 7467600"/>
              <a:gd name="connsiteY629" fmla="*/ 2198735 h 6858000"/>
              <a:gd name="connsiteX630" fmla="*/ 2040892 w 7467600"/>
              <a:gd name="connsiteY630" fmla="*/ 2405205 h 6858000"/>
              <a:gd name="connsiteX631" fmla="*/ 2131689 w 7467600"/>
              <a:gd name="connsiteY631" fmla="*/ 1936926 h 6858000"/>
              <a:gd name="connsiteX632" fmla="*/ 2454820 w 7467600"/>
              <a:gd name="connsiteY632" fmla="*/ 1248808 h 6858000"/>
              <a:gd name="connsiteX633" fmla="*/ 2492512 w 7467600"/>
              <a:gd name="connsiteY633" fmla="*/ 1302920 h 6858000"/>
              <a:gd name="connsiteX634" fmla="*/ 2081216 w 7467600"/>
              <a:gd name="connsiteY634" fmla="*/ 2527513 h 6858000"/>
              <a:gd name="connsiteX635" fmla="*/ 2081211 w 7467600"/>
              <a:gd name="connsiteY635" fmla="*/ 2528916 h 6858000"/>
              <a:gd name="connsiteX636" fmla="*/ 2199067 w 7467600"/>
              <a:gd name="connsiteY636" fmla="*/ 2884061 h 6858000"/>
              <a:gd name="connsiteX637" fmla="*/ 3192586 w 7467600"/>
              <a:gd name="connsiteY637" fmla="*/ 3411496 h 6858000"/>
              <a:gd name="connsiteX638" fmla="*/ 3182620 w 7467600"/>
              <a:gd name="connsiteY638" fmla="*/ 3483279 h 6858000"/>
              <a:gd name="connsiteX639" fmla="*/ 2435119 w 7467600"/>
              <a:gd name="connsiteY639" fmla="*/ 3080173 h 6858000"/>
              <a:gd name="connsiteX640" fmla="*/ 2410152 w 7467600"/>
              <a:gd name="connsiteY640" fmla="*/ 3063751 h 6858000"/>
              <a:gd name="connsiteX641" fmla="*/ 2408099 w 7467600"/>
              <a:gd name="connsiteY641" fmla="*/ 3064403 h 6858000"/>
              <a:gd name="connsiteX642" fmla="*/ 2407218 w 7467600"/>
              <a:gd name="connsiteY642" fmla="*/ 3070324 h 6858000"/>
              <a:gd name="connsiteX643" fmla="*/ 2380138 w 7467600"/>
              <a:gd name="connsiteY643" fmla="*/ 3099341 h 6858000"/>
              <a:gd name="connsiteX644" fmla="*/ 1765923 w 7467600"/>
              <a:gd name="connsiteY644" fmla="*/ 3581043 h 6858000"/>
              <a:gd name="connsiteX645" fmla="*/ 1702258 w 7467600"/>
              <a:gd name="connsiteY645" fmla="*/ 3612286 h 6858000"/>
              <a:gd name="connsiteX646" fmla="*/ 1538370 w 7467600"/>
              <a:gd name="connsiteY646" fmla="*/ 3811804 h 6858000"/>
              <a:gd name="connsiteX647" fmla="*/ 542867 w 7467600"/>
              <a:gd name="connsiteY647" fmla="*/ 4944092 h 6858000"/>
              <a:gd name="connsiteX648" fmla="*/ 515800 w 7467600"/>
              <a:gd name="connsiteY648" fmla="*/ 4862180 h 6858000"/>
              <a:gd name="connsiteX649" fmla="*/ 909145 w 7467600"/>
              <a:gd name="connsiteY649" fmla="*/ 4199225 h 6858000"/>
              <a:gd name="connsiteX650" fmla="*/ 1214067 w 7467600"/>
              <a:gd name="connsiteY650" fmla="*/ 3908561 h 6858000"/>
              <a:gd name="connsiteX651" fmla="*/ 640967 w 7467600"/>
              <a:gd name="connsiteY651" fmla="*/ 4105601 h 6858000"/>
              <a:gd name="connsiteX652" fmla="*/ 112563 w 7467600"/>
              <a:gd name="connsiteY652" fmla="*/ 4396952 h 6858000"/>
              <a:gd name="connsiteX653" fmla="*/ 0 w 7467600"/>
              <a:gd name="connsiteY653" fmla="*/ 4466006 h 6858000"/>
              <a:gd name="connsiteX654" fmla="*/ 0 w 7467600"/>
              <a:gd name="connsiteY654" fmla="*/ 4233763 h 6858000"/>
              <a:gd name="connsiteX655" fmla="*/ 36881 w 7467600"/>
              <a:gd name="connsiteY655" fmla="*/ 4200118 h 6858000"/>
              <a:gd name="connsiteX656" fmla="*/ 910534 w 7467600"/>
              <a:gd name="connsiteY656" fmla="*/ 3629753 h 6858000"/>
              <a:gd name="connsiteX657" fmla="*/ 1578717 w 7467600"/>
              <a:gd name="connsiteY657" fmla="*/ 3575982 h 6858000"/>
              <a:gd name="connsiteX658" fmla="*/ 2338780 w 7467600"/>
              <a:gd name="connsiteY658" fmla="*/ 3033725 h 6858000"/>
              <a:gd name="connsiteX659" fmla="*/ 1807991 w 7467600"/>
              <a:gd name="connsiteY659" fmla="*/ 2807184 h 6858000"/>
              <a:gd name="connsiteX660" fmla="*/ 1416358 w 7467600"/>
              <a:gd name="connsiteY660" fmla="*/ 3112571 h 6858000"/>
              <a:gd name="connsiteX661" fmla="*/ 939066 w 7467600"/>
              <a:gd name="connsiteY661" fmla="*/ 3378798 h 6858000"/>
              <a:gd name="connsiteX662" fmla="*/ 115099 w 7467600"/>
              <a:gd name="connsiteY662" fmla="*/ 3607650 h 6858000"/>
              <a:gd name="connsiteX663" fmla="*/ 97284 w 7467600"/>
              <a:gd name="connsiteY663" fmla="*/ 3520393 h 6858000"/>
              <a:gd name="connsiteX664" fmla="*/ 922050 w 7467600"/>
              <a:gd name="connsiteY664" fmla="*/ 3074867 h 6858000"/>
              <a:gd name="connsiteX665" fmla="*/ 1405265 w 7467600"/>
              <a:gd name="connsiteY665" fmla="*/ 3016319 h 6858000"/>
              <a:gd name="connsiteX666" fmla="*/ 1407512 w 7467600"/>
              <a:gd name="connsiteY666" fmla="*/ 3018001 h 6858000"/>
              <a:gd name="connsiteX667" fmla="*/ 1726266 w 7467600"/>
              <a:gd name="connsiteY667" fmla="*/ 2777274 h 6858000"/>
              <a:gd name="connsiteX668" fmla="*/ 625390 w 7467600"/>
              <a:gd name="connsiteY668" fmla="*/ 2514541 h 6858000"/>
              <a:gd name="connsiteX669" fmla="*/ 619799 w 7467600"/>
              <a:gd name="connsiteY669" fmla="*/ 2527180 h 6858000"/>
              <a:gd name="connsiteX670" fmla="*/ 310030 w 7467600"/>
              <a:gd name="connsiteY670" fmla="*/ 2771818 h 6858000"/>
              <a:gd name="connsiteX671" fmla="*/ 173877 w 7467600"/>
              <a:gd name="connsiteY671" fmla="*/ 2937056 h 6858000"/>
              <a:gd name="connsiteX672" fmla="*/ 77889 w 7467600"/>
              <a:gd name="connsiteY672" fmla="*/ 3138440 h 6858000"/>
              <a:gd name="connsiteX673" fmla="*/ 0 w 7467600"/>
              <a:gd name="connsiteY673" fmla="*/ 3271395 h 6858000"/>
              <a:gd name="connsiteX674" fmla="*/ 0 w 7467600"/>
              <a:gd name="connsiteY674" fmla="*/ 3153002 h 6858000"/>
              <a:gd name="connsiteX675" fmla="*/ 2386 w 7467600"/>
              <a:gd name="connsiteY675" fmla="*/ 3149203 h 6858000"/>
              <a:gd name="connsiteX676" fmla="*/ 89753 w 7467600"/>
              <a:gd name="connsiteY676" fmla="*/ 2987702 h 6858000"/>
              <a:gd name="connsiteX677" fmla="*/ 76869 w 7467600"/>
              <a:gd name="connsiteY677" fmla="*/ 3005404 h 6858000"/>
              <a:gd name="connsiteX678" fmla="*/ 32049 w 7467600"/>
              <a:gd name="connsiteY678" fmla="*/ 3065814 h 6858000"/>
              <a:gd name="connsiteX679" fmla="*/ 0 w 7467600"/>
              <a:gd name="connsiteY679" fmla="*/ 3108744 h 6858000"/>
              <a:gd name="connsiteX680" fmla="*/ 0 w 7467600"/>
              <a:gd name="connsiteY680" fmla="*/ 3058059 h 6858000"/>
              <a:gd name="connsiteX681" fmla="*/ 7610 w 7467600"/>
              <a:gd name="connsiteY681" fmla="*/ 3047889 h 6858000"/>
              <a:gd name="connsiteX682" fmla="*/ 52419 w 7467600"/>
              <a:gd name="connsiteY682" fmla="*/ 2987479 h 6858000"/>
              <a:gd name="connsiteX683" fmla="*/ 59142 w 7467600"/>
              <a:gd name="connsiteY683" fmla="*/ 2978488 h 6858000"/>
              <a:gd name="connsiteX684" fmla="*/ 0 w 7467600"/>
              <a:gd name="connsiteY684" fmla="*/ 3015334 h 6858000"/>
              <a:gd name="connsiteX685" fmla="*/ 0 w 7467600"/>
              <a:gd name="connsiteY685" fmla="*/ 2914286 h 6858000"/>
              <a:gd name="connsiteX686" fmla="*/ 36383 w 7467600"/>
              <a:gd name="connsiteY686" fmla="*/ 2901128 h 6858000"/>
              <a:gd name="connsiteX687" fmla="*/ 156329 w 7467600"/>
              <a:gd name="connsiteY687" fmla="*/ 2840533 h 6858000"/>
              <a:gd name="connsiteX688" fmla="*/ 358355 w 7467600"/>
              <a:gd name="connsiteY688" fmla="*/ 2620471 h 6858000"/>
              <a:gd name="connsiteX689" fmla="*/ 510577 w 7467600"/>
              <a:gd name="connsiteY689" fmla="*/ 2501244 h 6858000"/>
              <a:gd name="connsiteX690" fmla="*/ 211967 w 7467600"/>
              <a:gd name="connsiteY690" fmla="*/ 2479171 h 6858000"/>
              <a:gd name="connsiteX691" fmla="*/ 0 w 7467600"/>
              <a:gd name="connsiteY691" fmla="*/ 2476398 h 6858000"/>
              <a:gd name="connsiteX692" fmla="*/ 0 w 7467600"/>
              <a:gd name="connsiteY692" fmla="*/ 2389189 h 6858000"/>
              <a:gd name="connsiteX693" fmla="*/ 103062 w 7467600"/>
              <a:gd name="connsiteY693" fmla="*/ 2389518 h 6858000"/>
              <a:gd name="connsiteX694" fmla="*/ 510734 w 7467600"/>
              <a:gd name="connsiteY694" fmla="*/ 2416201 h 6858000"/>
              <a:gd name="connsiteX695" fmla="*/ 279257 w 7467600"/>
              <a:gd name="connsiteY695" fmla="*/ 2092102 h 6858000"/>
              <a:gd name="connsiteX696" fmla="*/ 65265 w 7467600"/>
              <a:gd name="connsiteY696" fmla="*/ 2006049 h 6858000"/>
              <a:gd name="connsiteX697" fmla="*/ 0 w 7467600"/>
              <a:gd name="connsiteY697" fmla="*/ 1982532 h 6858000"/>
              <a:gd name="connsiteX698" fmla="*/ 0 w 7467600"/>
              <a:gd name="connsiteY698" fmla="*/ 1912789 h 6858000"/>
              <a:gd name="connsiteX699" fmla="*/ 97460 w 7467600"/>
              <a:gd name="connsiteY699" fmla="*/ 1953725 h 6858000"/>
              <a:gd name="connsiteX700" fmla="*/ 221272 w 7467600"/>
              <a:gd name="connsiteY700" fmla="*/ 1980766 h 6858000"/>
              <a:gd name="connsiteX701" fmla="*/ 116765 w 7467600"/>
              <a:gd name="connsiteY701" fmla="*/ 1911033 h 6858000"/>
              <a:gd name="connsiteX702" fmla="*/ 16405 w 7467600"/>
              <a:gd name="connsiteY702" fmla="*/ 1803412 h 6858000"/>
              <a:gd name="connsiteX703" fmla="*/ 0 w 7467600"/>
              <a:gd name="connsiteY703" fmla="*/ 1784777 h 6858000"/>
              <a:gd name="connsiteX704" fmla="*/ 0 w 7467600"/>
              <a:gd name="connsiteY704" fmla="*/ 1740082 h 6858000"/>
              <a:gd name="connsiteX705" fmla="*/ 39394 w 7467600"/>
              <a:gd name="connsiteY705" fmla="*/ 1784856 h 6858000"/>
              <a:gd name="connsiteX706" fmla="*/ 135813 w 7467600"/>
              <a:gd name="connsiteY706" fmla="*/ 1888838 h 6858000"/>
              <a:gd name="connsiteX707" fmla="*/ 242575 w 7467600"/>
              <a:gd name="connsiteY707" fmla="*/ 1958841 h 6858000"/>
              <a:gd name="connsiteX708" fmla="*/ 82197 w 7467600"/>
              <a:gd name="connsiteY708" fmla="*/ 1754826 h 6858000"/>
              <a:gd name="connsiteX709" fmla="*/ 0 w 7467600"/>
              <a:gd name="connsiteY709" fmla="*/ 1679650 h 6858000"/>
              <a:gd name="connsiteX710" fmla="*/ 0 w 7467600"/>
              <a:gd name="connsiteY710" fmla="*/ 1602463 h 6858000"/>
              <a:gd name="connsiteX711" fmla="*/ 84689 w 7467600"/>
              <a:gd name="connsiteY711" fmla="*/ 1677442 h 6858000"/>
              <a:gd name="connsiteX712" fmla="*/ 298437 w 7467600"/>
              <a:gd name="connsiteY712" fmla="*/ 1968019 h 6858000"/>
              <a:gd name="connsiteX713" fmla="*/ 227269 w 7467600"/>
              <a:gd name="connsiteY713" fmla="*/ 1114064 h 6858000"/>
              <a:gd name="connsiteX714" fmla="*/ 248003 w 7467600"/>
              <a:gd name="connsiteY714" fmla="*/ 1089613 h 6858000"/>
              <a:gd name="connsiteX715" fmla="*/ 427020 w 7467600"/>
              <a:gd name="connsiteY715" fmla="*/ 1619803 h 6858000"/>
              <a:gd name="connsiteX716" fmla="*/ 340345 w 7467600"/>
              <a:gd name="connsiteY716" fmla="*/ 2027739 h 6858000"/>
              <a:gd name="connsiteX717" fmla="*/ 360865 w 7467600"/>
              <a:gd name="connsiteY717" fmla="*/ 2044827 h 6858000"/>
              <a:gd name="connsiteX718" fmla="*/ 560414 w 7467600"/>
              <a:gd name="connsiteY718" fmla="*/ 2421457 h 6858000"/>
              <a:gd name="connsiteX719" fmla="*/ 1359703 w 7467600"/>
              <a:gd name="connsiteY719" fmla="*/ 2578554 h 6858000"/>
              <a:gd name="connsiteX720" fmla="*/ 1359422 w 7467600"/>
              <a:gd name="connsiteY720" fmla="*/ 2577994 h 6858000"/>
              <a:gd name="connsiteX721" fmla="*/ 828701 w 7467600"/>
              <a:gd name="connsiteY721" fmla="*/ 1839520 h 6858000"/>
              <a:gd name="connsiteX722" fmla="*/ 494427 w 7467600"/>
              <a:gd name="connsiteY722" fmla="*/ 1092333 h 6858000"/>
              <a:gd name="connsiteX723" fmla="*/ 506322 w 7467600"/>
              <a:gd name="connsiteY723" fmla="*/ 1020997 h 6858000"/>
              <a:gd name="connsiteX724" fmla="*/ 4570198 w 7467600"/>
              <a:gd name="connsiteY724" fmla="*/ 978081 h 6858000"/>
              <a:gd name="connsiteX725" fmla="*/ 4523691 w 7467600"/>
              <a:gd name="connsiteY725" fmla="*/ 1127776 h 6858000"/>
              <a:gd name="connsiteX726" fmla="*/ 4509875 w 7467600"/>
              <a:gd name="connsiteY726" fmla="*/ 1167552 h 6858000"/>
              <a:gd name="connsiteX727" fmla="*/ 4478168 w 7467600"/>
              <a:gd name="connsiteY727" fmla="*/ 1260735 h 6858000"/>
              <a:gd name="connsiteX728" fmla="*/ 4409309 w 7467600"/>
              <a:gd name="connsiteY728" fmla="*/ 1666996 h 6858000"/>
              <a:gd name="connsiteX729" fmla="*/ 4370031 w 7467600"/>
              <a:gd name="connsiteY729" fmla="*/ 1955666 h 6858000"/>
              <a:gd name="connsiteX730" fmla="*/ 4570198 w 7467600"/>
              <a:gd name="connsiteY730" fmla="*/ 978081 h 6858000"/>
              <a:gd name="connsiteX731" fmla="*/ 4557898 w 7467600"/>
              <a:gd name="connsiteY731" fmla="*/ 900011 h 6858000"/>
              <a:gd name="connsiteX732" fmla="*/ 4344840 w 7467600"/>
              <a:gd name="connsiteY732" fmla="*/ 1922038 h 6858000"/>
              <a:gd name="connsiteX733" fmla="*/ 4378710 w 7467600"/>
              <a:gd name="connsiteY733" fmla="*/ 1665516 h 6858000"/>
              <a:gd name="connsiteX734" fmla="*/ 4448798 w 7467600"/>
              <a:gd name="connsiteY734" fmla="*/ 1253024 h 6858000"/>
              <a:gd name="connsiteX735" fmla="*/ 4480315 w 7467600"/>
              <a:gd name="connsiteY735" fmla="*/ 1158454 h 6858000"/>
              <a:gd name="connsiteX736" fmla="*/ 4494133 w 7467600"/>
              <a:gd name="connsiteY736" fmla="*/ 1118676 h 6858000"/>
              <a:gd name="connsiteX737" fmla="*/ 4557898 w 7467600"/>
              <a:gd name="connsiteY737" fmla="*/ 900011 h 6858000"/>
              <a:gd name="connsiteX738" fmla="*/ 5870151 w 7467600"/>
              <a:gd name="connsiteY738" fmla="*/ 898890 h 6858000"/>
              <a:gd name="connsiteX739" fmla="*/ 5861335 w 7467600"/>
              <a:gd name="connsiteY739" fmla="*/ 899177 h 6858000"/>
              <a:gd name="connsiteX740" fmla="*/ 5843702 w 7467600"/>
              <a:gd name="connsiteY740" fmla="*/ 899748 h 6858000"/>
              <a:gd name="connsiteX741" fmla="*/ 5651107 w 7467600"/>
              <a:gd name="connsiteY741" fmla="*/ 920306 h 6858000"/>
              <a:gd name="connsiteX742" fmla="*/ 5459407 w 7467600"/>
              <a:gd name="connsiteY742" fmla="*/ 940975 h 6858000"/>
              <a:gd name="connsiteX743" fmla="*/ 5374846 w 7467600"/>
              <a:gd name="connsiteY743" fmla="*/ 941988 h 6858000"/>
              <a:gd name="connsiteX744" fmla="*/ 5256105 w 7467600"/>
              <a:gd name="connsiteY744" fmla="*/ 945632 h 6858000"/>
              <a:gd name="connsiteX745" fmla="*/ 5107071 w 7467600"/>
              <a:gd name="connsiteY745" fmla="*/ 969720 h 6858000"/>
              <a:gd name="connsiteX746" fmla="*/ 4998681 w 7467600"/>
              <a:gd name="connsiteY746" fmla="*/ 988771 h 6858000"/>
              <a:gd name="connsiteX747" fmla="*/ 5870151 w 7467600"/>
              <a:gd name="connsiteY747" fmla="*/ 898890 h 6858000"/>
              <a:gd name="connsiteX748" fmla="*/ 5504425 w 7467600"/>
              <a:gd name="connsiteY748" fmla="*/ 848067 h 6858000"/>
              <a:gd name="connsiteX749" fmla="*/ 4968849 w 7467600"/>
              <a:gd name="connsiteY749" fmla="*/ 962318 h 6858000"/>
              <a:gd name="connsiteX750" fmla="*/ 5104039 w 7467600"/>
              <a:gd name="connsiteY750" fmla="*/ 940634 h 6858000"/>
              <a:gd name="connsiteX751" fmla="*/ 5256311 w 7467600"/>
              <a:gd name="connsiteY751" fmla="*/ 916490 h 6858000"/>
              <a:gd name="connsiteX752" fmla="*/ 5377381 w 7467600"/>
              <a:gd name="connsiteY752" fmla="*/ 912671 h 6858000"/>
              <a:gd name="connsiteX753" fmla="*/ 5460148 w 7467600"/>
              <a:gd name="connsiteY753" fmla="*/ 911442 h 6858000"/>
              <a:gd name="connsiteX754" fmla="*/ 5648971 w 7467600"/>
              <a:gd name="connsiteY754" fmla="*/ 891331 h 6858000"/>
              <a:gd name="connsiteX755" fmla="*/ 5844807 w 7467600"/>
              <a:gd name="connsiteY755" fmla="*/ 870718 h 6858000"/>
              <a:gd name="connsiteX756" fmla="*/ 5862975 w 7467600"/>
              <a:gd name="connsiteY756" fmla="*/ 869756 h 6858000"/>
              <a:gd name="connsiteX757" fmla="*/ 5920887 w 7467600"/>
              <a:gd name="connsiteY757" fmla="*/ 865929 h 6858000"/>
              <a:gd name="connsiteX758" fmla="*/ 5504425 w 7467600"/>
              <a:gd name="connsiteY758" fmla="*/ 848067 h 6858000"/>
              <a:gd name="connsiteX759" fmla="*/ 3607114 w 7467600"/>
              <a:gd name="connsiteY759" fmla="*/ 467441 h 6858000"/>
              <a:gd name="connsiteX760" fmla="*/ 3296242 w 7467600"/>
              <a:gd name="connsiteY760" fmla="*/ 807991 h 6858000"/>
              <a:gd name="connsiteX761" fmla="*/ 3174674 w 7467600"/>
              <a:gd name="connsiteY761" fmla="*/ 919759 h 6858000"/>
              <a:gd name="connsiteX762" fmla="*/ 3042978 w 7467600"/>
              <a:gd name="connsiteY762" fmla="*/ 1054894 h 6858000"/>
              <a:gd name="connsiteX763" fmla="*/ 2968914 w 7467600"/>
              <a:gd name="connsiteY763" fmla="*/ 1133756 h 6858000"/>
              <a:gd name="connsiteX764" fmla="*/ 3103823 w 7467600"/>
              <a:gd name="connsiteY764" fmla="*/ 1026814 h 6858000"/>
              <a:gd name="connsiteX765" fmla="*/ 3607114 w 7467600"/>
              <a:gd name="connsiteY765" fmla="*/ 467441 h 6858000"/>
              <a:gd name="connsiteX766" fmla="*/ 3744487 w 7467600"/>
              <a:gd name="connsiteY766" fmla="*/ 383136 h 6858000"/>
              <a:gd name="connsiteX767" fmla="*/ 3970213 w 7467600"/>
              <a:gd name="connsiteY767" fmla="*/ 995559 h 6858000"/>
              <a:gd name="connsiteX768" fmla="*/ 3744487 w 7467600"/>
              <a:gd name="connsiteY768" fmla="*/ 383136 h 6858000"/>
              <a:gd name="connsiteX769" fmla="*/ 3624562 w 7467600"/>
              <a:gd name="connsiteY769" fmla="*/ 367041 h 6858000"/>
              <a:gd name="connsiteX770" fmla="*/ 3489712 w 7467600"/>
              <a:gd name="connsiteY770" fmla="*/ 485386 h 6858000"/>
              <a:gd name="connsiteX771" fmla="*/ 3182994 w 7467600"/>
              <a:gd name="connsiteY771" fmla="*/ 828265 h 6858000"/>
              <a:gd name="connsiteX772" fmla="*/ 2892114 w 7467600"/>
              <a:gd name="connsiteY772" fmla="*/ 1172635 h 6858000"/>
              <a:gd name="connsiteX773" fmla="*/ 3021459 w 7467600"/>
              <a:gd name="connsiteY773" fmla="*/ 1035385 h 6858000"/>
              <a:gd name="connsiteX774" fmla="*/ 3153873 w 7467600"/>
              <a:gd name="connsiteY774" fmla="*/ 898971 h 6858000"/>
              <a:gd name="connsiteX775" fmla="*/ 3276511 w 7467600"/>
              <a:gd name="connsiteY775" fmla="*/ 786423 h 6858000"/>
              <a:gd name="connsiteX776" fmla="*/ 3584154 w 7467600"/>
              <a:gd name="connsiteY776" fmla="*/ 448218 h 6858000"/>
              <a:gd name="connsiteX777" fmla="*/ 3624562 w 7467600"/>
              <a:gd name="connsiteY777" fmla="*/ 367041 h 6858000"/>
              <a:gd name="connsiteX778" fmla="*/ 3766672 w 7467600"/>
              <a:gd name="connsiteY778" fmla="*/ 359429 h 6858000"/>
              <a:gd name="connsiteX779" fmla="*/ 3996338 w 7467600"/>
              <a:gd name="connsiteY779" fmla="*/ 968237 h 6858000"/>
              <a:gd name="connsiteX780" fmla="*/ 3766672 w 7467600"/>
              <a:gd name="connsiteY780" fmla="*/ 359429 h 6858000"/>
              <a:gd name="connsiteX781" fmla="*/ 5805386 w 7467600"/>
              <a:gd name="connsiteY781" fmla="*/ 239240 h 6858000"/>
              <a:gd name="connsiteX782" fmla="*/ 5736947 w 7467600"/>
              <a:gd name="connsiteY782" fmla="*/ 261367 h 6858000"/>
              <a:gd name="connsiteX783" fmla="*/ 5427012 w 7467600"/>
              <a:gd name="connsiteY783" fmla="*/ 311272 h 6858000"/>
              <a:gd name="connsiteX784" fmla="*/ 5147818 w 7467600"/>
              <a:gd name="connsiteY784" fmla="*/ 322112 h 6858000"/>
              <a:gd name="connsiteX785" fmla="*/ 5060854 w 7467600"/>
              <a:gd name="connsiteY785" fmla="*/ 311882 h 6858000"/>
              <a:gd name="connsiteX786" fmla="*/ 4945989 w 7467600"/>
              <a:gd name="connsiteY786" fmla="*/ 300516 h 6858000"/>
              <a:gd name="connsiteX787" fmla="*/ 5410479 w 7467600"/>
              <a:gd name="connsiteY787" fmla="*/ 348434 h 6858000"/>
              <a:gd name="connsiteX788" fmla="*/ 5805386 w 7467600"/>
              <a:gd name="connsiteY788" fmla="*/ 239240 h 6858000"/>
              <a:gd name="connsiteX789" fmla="*/ 5905192 w 7467600"/>
              <a:gd name="connsiteY789" fmla="*/ 163079 h 6858000"/>
              <a:gd name="connsiteX790" fmla="*/ 5865655 w 7467600"/>
              <a:gd name="connsiteY790" fmla="*/ 171901 h 6858000"/>
              <a:gd name="connsiteX791" fmla="*/ 5259740 w 7467600"/>
              <a:gd name="connsiteY791" fmla="*/ 257013 h 6858000"/>
              <a:gd name="connsiteX792" fmla="*/ 5208466 w 7467600"/>
              <a:gd name="connsiteY792" fmla="*/ 257550 h 6858000"/>
              <a:gd name="connsiteX793" fmla="*/ 4980204 w 7467600"/>
              <a:gd name="connsiteY793" fmla="*/ 271903 h 6858000"/>
              <a:gd name="connsiteX794" fmla="*/ 5068068 w 7467600"/>
              <a:gd name="connsiteY794" fmla="*/ 282244 h 6858000"/>
              <a:gd name="connsiteX795" fmla="*/ 5153231 w 7467600"/>
              <a:gd name="connsiteY795" fmla="*/ 292240 h 6858000"/>
              <a:gd name="connsiteX796" fmla="*/ 5426491 w 7467600"/>
              <a:gd name="connsiteY796" fmla="*/ 281128 h 6858000"/>
              <a:gd name="connsiteX797" fmla="*/ 5731212 w 7467600"/>
              <a:gd name="connsiteY797" fmla="*/ 231951 h 6858000"/>
              <a:gd name="connsiteX798" fmla="*/ 5905192 w 7467600"/>
              <a:gd name="connsiteY798" fmla="*/ 163079 h 6858000"/>
              <a:gd name="connsiteX799" fmla="*/ 5944437 w 7467600"/>
              <a:gd name="connsiteY799" fmla="*/ 113829 h 6858000"/>
              <a:gd name="connsiteX800" fmla="*/ 5825032 w 7467600"/>
              <a:gd name="connsiteY800" fmla="*/ 146405 h 6858000"/>
              <a:gd name="connsiteX801" fmla="*/ 4955599 w 7467600"/>
              <a:gd name="connsiteY801" fmla="*/ 247008 h 6858000"/>
              <a:gd name="connsiteX802" fmla="*/ 5210104 w 7467600"/>
              <a:gd name="connsiteY802" fmla="*/ 228123 h 6858000"/>
              <a:gd name="connsiteX803" fmla="*/ 5261015 w 7467600"/>
              <a:gd name="connsiteY803" fmla="*/ 227087 h 6858000"/>
              <a:gd name="connsiteX804" fmla="*/ 5861181 w 7467600"/>
              <a:gd name="connsiteY804" fmla="*/ 143093 h 6858000"/>
              <a:gd name="connsiteX805" fmla="*/ 5961252 w 7467600"/>
              <a:gd name="connsiteY805" fmla="*/ 114820 h 6858000"/>
              <a:gd name="connsiteX806" fmla="*/ 5944437 w 7467600"/>
              <a:gd name="connsiteY806" fmla="*/ 113829 h 6858000"/>
              <a:gd name="connsiteX807" fmla="*/ 3882765 w 7467600"/>
              <a:gd name="connsiteY807" fmla="*/ 0 h 6858000"/>
              <a:gd name="connsiteX808" fmla="*/ 3995099 w 7467600"/>
              <a:gd name="connsiteY808" fmla="*/ 0 h 6858000"/>
              <a:gd name="connsiteX809" fmla="*/ 4163818 w 7467600"/>
              <a:gd name="connsiteY809" fmla="*/ 234104 h 6858000"/>
              <a:gd name="connsiteX810" fmla="*/ 4172099 w 7467600"/>
              <a:gd name="connsiteY810" fmla="*/ 234207 h 6858000"/>
              <a:gd name="connsiteX811" fmla="*/ 4784282 w 7467600"/>
              <a:gd name="connsiteY811" fmla="*/ 276561 h 6858000"/>
              <a:gd name="connsiteX812" fmla="*/ 4801687 w 7467600"/>
              <a:gd name="connsiteY812" fmla="*/ 267764 h 6858000"/>
              <a:gd name="connsiteX813" fmla="*/ 6082788 w 7467600"/>
              <a:gd name="connsiteY813" fmla="*/ 64119 h 6858000"/>
              <a:gd name="connsiteX814" fmla="*/ 6099442 w 7467600"/>
              <a:gd name="connsiteY814" fmla="*/ 82568 h 6858000"/>
              <a:gd name="connsiteX815" fmla="*/ 4804137 w 7467600"/>
              <a:gd name="connsiteY815" fmla="*/ 320931 h 6858000"/>
              <a:gd name="connsiteX816" fmla="*/ 4227047 w 7467600"/>
              <a:gd name="connsiteY816" fmla="*/ 313415 h 6858000"/>
              <a:gd name="connsiteX817" fmla="*/ 4346041 w 7467600"/>
              <a:gd name="connsiteY817" fmla="*/ 456086 h 6858000"/>
              <a:gd name="connsiteX818" fmla="*/ 4870967 w 7467600"/>
              <a:gd name="connsiteY818" fmla="*/ 963061 h 6858000"/>
              <a:gd name="connsiteX819" fmla="*/ 4889647 w 7467600"/>
              <a:gd name="connsiteY819" fmla="*/ 957147 h 6858000"/>
              <a:gd name="connsiteX820" fmla="*/ 5422504 w 7467600"/>
              <a:gd name="connsiteY820" fmla="*/ 805191 h 6858000"/>
              <a:gd name="connsiteX821" fmla="*/ 6087656 w 7467600"/>
              <a:gd name="connsiteY821" fmla="*/ 826703 h 6858000"/>
              <a:gd name="connsiteX822" fmla="*/ 6058717 w 7467600"/>
              <a:gd name="connsiteY822" fmla="*/ 865992 h 6858000"/>
              <a:gd name="connsiteX823" fmla="*/ 4974153 w 7467600"/>
              <a:gd name="connsiteY823" fmla="*/ 1045456 h 6858000"/>
              <a:gd name="connsiteX824" fmla="*/ 5627835 w 7467600"/>
              <a:gd name="connsiteY824" fmla="*/ 1472077 h 6858000"/>
              <a:gd name="connsiteX825" fmla="*/ 5629817 w 7467600"/>
              <a:gd name="connsiteY825" fmla="*/ 1471412 h 6858000"/>
              <a:gd name="connsiteX826" fmla="*/ 5634124 w 7467600"/>
              <a:gd name="connsiteY826" fmla="*/ 1470572 h 6858000"/>
              <a:gd name="connsiteX827" fmla="*/ 5755832 w 7467600"/>
              <a:gd name="connsiteY827" fmla="*/ 1383886 h 6858000"/>
              <a:gd name="connsiteX828" fmla="*/ 6014186 w 7467600"/>
              <a:gd name="connsiteY828" fmla="*/ 1279799 h 6858000"/>
              <a:gd name="connsiteX829" fmla="*/ 6901619 w 7467600"/>
              <a:gd name="connsiteY829" fmla="*/ 1047874 h 6858000"/>
              <a:gd name="connsiteX830" fmla="*/ 6931566 w 7467600"/>
              <a:gd name="connsiteY830" fmla="*/ 1062034 h 6858000"/>
              <a:gd name="connsiteX831" fmla="*/ 5790982 w 7467600"/>
              <a:gd name="connsiteY831" fmla="*/ 1561380 h 6858000"/>
              <a:gd name="connsiteX832" fmla="*/ 6188971 w 7467600"/>
              <a:gd name="connsiteY832" fmla="*/ 1755168 h 6858000"/>
              <a:gd name="connsiteX833" fmla="*/ 6202446 w 7467600"/>
              <a:gd name="connsiteY833" fmla="*/ 1752268 h 6858000"/>
              <a:gd name="connsiteX834" fmla="*/ 7179560 w 7467600"/>
              <a:gd name="connsiteY834" fmla="*/ 1467551 h 6858000"/>
              <a:gd name="connsiteX835" fmla="*/ 7158730 w 7467600"/>
              <a:gd name="connsiteY835" fmla="*/ 1507835 h 6858000"/>
              <a:gd name="connsiteX836" fmla="*/ 6326959 w 7467600"/>
              <a:gd name="connsiteY836" fmla="*/ 1817686 h 6858000"/>
              <a:gd name="connsiteX837" fmla="*/ 6537433 w 7467600"/>
              <a:gd name="connsiteY837" fmla="*/ 1907790 h 6858000"/>
              <a:gd name="connsiteX838" fmla="*/ 6550221 w 7467600"/>
              <a:gd name="connsiteY838" fmla="*/ 1910729 h 6858000"/>
              <a:gd name="connsiteX839" fmla="*/ 6964438 w 7467600"/>
              <a:gd name="connsiteY839" fmla="*/ 2209505 h 6858000"/>
              <a:gd name="connsiteX840" fmla="*/ 7367862 w 7467600"/>
              <a:gd name="connsiteY840" fmla="*/ 2806833 h 6858000"/>
              <a:gd name="connsiteX841" fmla="*/ 7364329 w 7467600"/>
              <a:gd name="connsiteY841" fmla="*/ 2826907 h 6858000"/>
              <a:gd name="connsiteX842" fmla="*/ 7290545 w 7467600"/>
              <a:gd name="connsiteY842" fmla="*/ 2850663 h 6858000"/>
              <a:gd name="connsiteX843" fmla="*/ 6472036 w 7467600"/>
              <a:gd name="connsiteY843" fmla="*/ 1959003 h 6858000"/>
              <a:gd name="connsiteX844" fmla="*/ 5792897 w 7467600"/>
              <a:gd name="connsiteY844" fmla="*/ 1647747 h 6858000"/>
              <a:gd name="connsiteX845" fmla="*/ 5842751 w 7467600"/>
              <a:gd name="connsiteY845" fmla="*/ 1816112 h 6858000"/>
              <a:gd name="connsiteX846" fmla="*/ 5847424 w 7467600"/>
              <a:gd name="connsiteY846" fmla="*/ 1815776 h 6858000"/>
              <a:gd name="connsiteX847" fmla="*/ 6399821 w 7467600"/>
              <a:gd name="connsiteY847" fmla="*/ 2344799 h 6858000"/>
              <a:gd name="connsiteX848" fmla="*/ 6323232 w 7467600"/>
              <a:gd name="connsiteY848" fmla="*/ 2389634 h 6858000"/>
              <a:gd name="connsiteX849" fmla="*/ 5942958 w 7467600"/>
              <a:gd name="connsiteY849" fmla="*/ 2077708 h 6858000"/>
              <a:gd name="connsiteX850" fmla="*/ 5921559 w 7467600"/>
              <a:gd name="connsiteY850" fmla="*/ 2378596 h 6858000"/>
              <a:gd name="connsiteX851" fmla="*/ 5817651 w 7467600"/>
              <a:gd name="connsiteY851" fmla="*/ 3023919 h 6858000"/>
              <a:gd name="connsiteX852" fmla="*/ 5729634 w 7467600"/>
              <a:gd name="connsiteY852" fmla="*/ 3051849 h 6858000"/>
              <a:gd name="connsiteX853" fmla="*/ 5611018 w 7467600"/>
              <a:gd name="connsiteY853" fmla="*/ 2316769 h 6858000"/>
              <a:gd name="connsiteX854" fmla="*/ 5687608 w 7467600"/>
              <a:gd name="connsiteY854" fmla="*/ 2039972 h 6858000"/>
              <a:gd name="connsiteX855" fmla="*/ 5657554 w 7467600"/>
              <a:gd name="connsiteY855" fmla="*/ 1576445 h 6858000"/>
              <a:gd name="connsiteX856" fmla="*/ 5150475 w 7467600"/>
              <a:gd name="connsiteY856" fmla="*/ 1274012 h 6858000"/>
              <a:gd name="connsiteX857" fmla="*/ 5349142 w 7467600"/>
              <a:gd name="connsiteY857" fmla="*/ 2204405 h 6858000"/>
              <a:gd name="connsiteX858" fmla="*/ 5262214 w 7467600"/>
              <a:gd name="connsiteY858" fmla="*/ 2233836 h 6858000"/>
              <a:gd name="connsiteX859" fmla="*/ 4981539 w 7467600"/>
              <a:gd name="connsiteY859" fmla="*/ 1542201 h 6858000"/>
              <a:gd name="connsiteX860" fmla="*/ 4958461 w 7467600"/>
              <a:gd name="connsiteY860" fmla="*/ 1136957 h 6858000"/>
              <a:gd name="connsiteX861" fmla="*/ 4655015 w 7467600"/>
              <a:gd name="connsiteY861" fmla="*/ 891426 h 6858000"/>
              <a:gd name="connsiteX862" fmla="*/ 4348002 w 7467600"/>
              <a:gd name="connsiteY862" fmla="*/ 2205895 h 6858000"/>
              <a:gd name="connsiteX863" fmla="*/ 4262250 w 7467600"/>
              <a:gd name="connsiteY863" fmla="*/ 2219972 h 6858000"/>
              <a:gd name="connsiteX864" fmla="*/ 4550611 w 7467600"/>
              <a:gd name="connsiteY864" fmla="*/ 817540 h 6858000"/>
              <a:gd name="connsiteX865" fmla="*/ 4564418 w 7467600"/>
              <a:gd name="connsiteY865" fmla="*/ 808293 h 6858000"/>
              <a:gd name="connsiteX866" fmla="*/ 4266388 w 7467600"/>
              <a:gd name="connsiteY866" fmla="*/ 500083 h 6858000"/>
              <a:gd name="connsiteX867" fmla="*/ 4032842 w 7467600"/>
              <a:gd name="connsiteY867" fmla="*/ 211809 h 6858000"/>
              <a:gd name="connsiteX868" fmla="*/ 3882765 w 7467600"/>
              <a:gd name="connsiteY868" fmla="*/ 0 h 6858000"/>
              <a:gd name="connsiteX869" fmla="*/ 3721337 w 7467600"/>
              <a:gd name="connsiteY869" fmla="*/ 0 h 6858000"/>
              <a:gd name="connsiteX870" fmla="*/ 3797544 w 7467600"/>
              <a:gd name="connsiteY870" fmla="*/ 0 h 6858000"/>
              <a:gd name="connsiteX871" fmla="*/ 3775734 w 7467600"/>
              <a:gd name="connsiteY871" fmla="*/ 95131 h 6858000"/>
              <a:gd name="connsiteX872" fmla="*/ 3724807 w 7467600"/>
              <a:gd name="connsiteY872" fmla="*/ 272257 h 6858000"/>
              <a:gd name="connsiteX873" fmla="*/ 3726844 w 7467600"/>
              <a:gd name="connsiteY873" fmla="*/ 282988 h 6858000"/>
              <a:gd name="connsiteX874" fmla="*/ 3742664 w 7467600"/>
              <a:gd name="connsiteY874" fmla="*/ 279918 h 6858000"/>
              <a:gd name="connsiteX875" fmla="*/ 4103910 w 7467600"/>
              <a:gd name="connsiteY875" fmla="*/ 1161917 h 6858000"/>
              <a:gd name="connsiteX876" fmla="*/ 4020269 w 7467600"/>
              <a:gd name="connsiteY876" fmla="*/ 1200406 h 6858000"/>
              <a:gd name="connsiteX877" fmla="*/ 3674882 w 7467600"/>
              <a:gd name="connsiteY877" fmla="*/ 488524 h 6858000"/>
              <a:gd name="connsiteX878" fmla="*/ 3132682 w 7467600"/>
              <a:gd name="connsiteY878" fmla="*/ 1072284 h 6858000"/>
              <a:gd name="connsiteX879" fmla="*/ 2716346 w 7467600"/>
              <a:gd name="connsiteY879" fmla="*/ 1276376 h 6858000"/>
              <a:gd name="connsiteX880" fmla="*/ 2716772 w 7467600"/>
              <a:gd name="connsiteY880" fmla="*/ 1255462 h 6858000"/>
              <a:gd name="connsiteX881" fmla="*/ 3471096 w 7467600"/>
              <a:gd name="connsiteY881" fmla="*/ 437072 h 6858000"/>
              <a:gd name="connsiteX882" fmla="*/ 3639057 w 7467600"/>
              <a:gd name="connsiteY882" fmla="*/ 286334 h 6858000"/>
              <a:gd name="connsiteX883" fmla="*/ 3640309 w 7467600"/>
              <a:gd name="connsiteY883" fmla="*/ 284664 h 6858000"/>
              <a:gd name="connsiteX884" fmla="*/ 3646022 w 7467600"/>
              <a:gd name="connsiteY884" fmla="*/ 276711 h 6858000"/>
              <a:gd name="connsiteX885" fmla="*/ 3707943 w 7467600"/>
              <a:gd name="connsiteY885" fmla="*/ 65958 h 6858000"/>
              <a:gd name="connsiteX886" fmla="*/ 3721337 w 7467600"/>
              <a:gd name="connsiteY886" fmla="*/ 0 h 6858000"/>
              <a:gd name="connsiteX887" fmla="*/ 2867960 w 7467600"/>
              <a:gd name="connsiteY887" fmla="*/ 0 h 6858000"/>
              <a:gd name="connsiteX888" fmla="*/ 2926351 w 7467600"/>
              <a:gd name="connsiteY888" fmla="*/ 0 h 6858000"/>
              <a:gd name="connsiteX889" fmla="*/ 2902823 w 7467600"/>
              <a:gd name="connsiteY889" fmla="*/ 262929 h 6858000"/>
              <a:gd name="connsiteX890" fmla="*/ 2940663 w 7467600"/>
              <a:gd name="connsiteY890" fmla="*/ 140884 h 6858000"/>
              <a:gd name="connsiteX891" fmla="*/ 2947039 w 7467600"/>
              <a:gd name="connsiteY891" fmla="*/ 122524 h 6858000"/>
              <a:gd name="connsiteX892" fmla="*/ 2984316 w 7467600"/>
              <a:gd name="connsiteY892" fmla="*/ 0 h 6858000"/>
              <a:gd name="connsiteX893" fmla="*/ 3016114 w 7467600"/>
              <a:gd name="connsiteY893" fmla="*/ 0 h 6858000"/>
              <a:gd name="connsiteX894" fmla="*/ 2979949 w 7467600"/>
              <a:gd name="connsiteY894" fmla="*/ 119274 h 6858000"/>
              <a:gd name="connsiteX895" fmla="*/ 3023879 w 7467600"/>
              <a:gd name="connsiteY895" fmla="*/ 0 h 6858000"/>
              <a:gd name="connsiteX896" fmla="*/ 3105400 w 7467600"/>
              <a:gd name="connsiteY896" fmla="*/ 0 h 6858000"/>
              <a:gd name="connsiteX897" fmla="*/ 3094669 w 7467600"/>
              <a:gd name="connsiteY897" fmla="*/ 30308 h 6858000"/>
              <a:gd name="connsiteX898" fmla="*/ 2901945 w 7467600"/>
              <a:gd name="connsiteY898" fmla="*/ 466538 h 6858000"/>
              <a:gd name="connsiteX899" fmla="*/ 2815209 w 7467600"/>
              <a:gd name="connsiteY899" fmla="*/ 497361 h 6858000"/>
              <a:gd name="connsiteX900" fmla="*/ 2844845 w 7467600"/>
              <a:gd name="connsiteY900" fmla="*/ 127638 h 6858000"/>
              <a:gd name="connsiteX901" fmla="*/ 2867960 w 7467600"/>
              <a:gd name="connsiteY901" fmla="*/ 0 h 6858000"/>
              <a:gd name="connsiteX902" fmla="*/ 1057230 w 7467600"/>
              <a:gd name="connsiteY902" fmla="*/ 0 h 6858000"/>
              <a:gd name="connsiteX903" fmla="*/ 1111003 w 7467600"/>
              <a:gd name="connsiteY903" fmla="*/ 0 h 6858000"/>
              <a:gd name="connsiteX904" fmla="*/ 1125553 w 7467600"/>
              <a:gd name="connsiteY904" fmla="*/ 52588 h 6858000"/>
              <a:gd name="connsiteX905" fmla="*/ 1304276 w 7467600"/>
              <a:gd name="connsiteY905" fmla="*/ 476275 h 6858000"/>
              <a:gd name="connsiteX906" fmla="*/ 1492066 w 7467600"/>
              <a:gd name="connsiteY906" fmla="*/ 886333 h 6858000"/>
              <a:gd name="connsiteX907" fmla="*/ 1423698 w 7467600"/>
              <a:gd name="connsiteY907" fmla="*/ 710817 h 6858000"/>
              <a:gd name="connsiteX908" fmla="*/ 1357609 w 7467600"/>
              <a:gd name="connsiteY908" fmla="*/ 532892 h 6858000"/>
              <a:gd name="connsiteX909" fmla="*/ 1309550 w 7467600"/>
              <a:gd name="connsiteY909" fmla="*/ 374031 h 6858000"/>
              <a:gd name="connsiteX910" fmla="*/ 1193673 w 7467600"/>
              <a:gd name="connsiteY910" fmla="*/ 49533 h 6858000"/>
              <a:gd name="connsiteX911" fmla="*/ 1164391 w 7467600"/>
              <a:gd name="connsiteY911" fmla="*/ 0 h 6858000"/>
              <a:gd name="connsiteX912" fmla="*/ 1200666 w 7467600"/>
              <a:gd name="connsiteY912" fmla="*/ 0 h 6858000"/>
              <a:gd name="connsiteX913" fmla="*/ 1223408 w 7467600"/>
              <a:gd name="connsiteY913" fmla="*/ 38996 h 6858000"/>
              <a:gd name="connsiteX914" fmla="*/ 1339635 w 7467600"/>
              <a:gd name="connsiteY914" fmla="*/ 365517 h 6858000"/>
              <a:gd name="connsiteX915" fmla="*/ 1387469 w 7467600"/>
              <a:gd name="connsiteY915" fmla="*/ 523079 h 6858000"/>
              <a:gd name="connsiteX916" fmla="*/ 1452685 w 7467600"/>
              <a:gd name="connsiteY916" fmla="*/ 699806 h 6858000"/>
              <a:gd name="connsiteX917" fmla="*/ 1492092 w 7467600"/>
              <a:gd name="connsiteY917" fmla="*/ 800424 h 6858000"/>
              <a:gd name="connsiteX918" fmla="*/ 1455302 w 7467600"/>
              <a:gd name="connsiteY918" fmla="*/ 632913 h 6858000"/>
              <a:gd name="connsiteX919" fmla="*/ 1222336 w 7467600"/>
              <a:gd name="connsiteY919" fmla="*/ 9480 h 6858000"/>
              <a:gd name="connsiteX920" fmla="*/ 1214634 w 7467600"/>
              <a:gd name="connsiteY920" fmla="*/ 0 h 6858000"/>
              <a:gd name="connsiteX921" fmla="*/ 1289827 w 7467600"/>
              <a:gd name="connsiteY921" fmla="*/ 0 h 6858000"/>
              <a:gd name="connsiteX922" fmla="*/ 1321076 w 7467600"/>
              <a:gd name="connsiteY922" fmla="*/ 59722 h 6858000"/>
              <a:gd name="connsiteX923" fmla="*/ 1512579 w 7467600"/>
              <a:gd name="connsiteY923" fmla="*/ 626441 h 6858000"/>
              <a:gd name="connsiteX924" fmla="*/ 1506076 w 7467600"/>
              <a:gd name="connsiteY924" fmla="*/ 1089289 h 6858000"/>
              <a:gd name="connsiteX925" fmla="*/ 1486346 w 7467600"/>
              <a:gd name="connsiteY925" fmla="*/ 1079919 h 6858000"/>
              <a:gd name="connsiteX926" fmla="*/ 1070511 w 7467600"/>
              <a:gd name="connsiteY926" fmla="*/ 48609 h 6858000"/>
              <a:gd name="connsiteX927" fmla="*/ 1057230 w 7467600"/>
              <a:gd name="connsiteY927" fmla="*/ 0 h 6858000"/>
              <a:gd name="connsiteX928" fmla="*/ 43151 w 7467600"/>
              <a:gd name="connsiteY928" fmla="*/ 0 h 6858000"/>
              <a:gd name="connsiteX929" fmla="*/ 95283 w 7467600"/>
              <a:gd name="connsiteY929" fmla="*/ 0 h 6858000"/>
              <a:gd name="connsiteX930" fmla="*/ 300708 w 7467600"/>
              <a:gd name="connsiteY930" fmla="*/ 154571 h 6858000"/>
              <a:gd name="connsiteX931" fmla="*/ 530414 w 7467600"/>
              <a:gd name="connsiteY931" fmla="*/ 354673 h 6858000"/>
              <a:gd name="connsiteX932" fmla="*/ 333785 w 7467600"/>
              <a:gd name="connsiteY932" fmla="*/ 161564 h 6858000"/>
              <a:gd name="connsiteX933" fmla="*/ 147005 w 7467600"/>
              <a:gd name="connsiteY933" fmla="*/ 0 h 6858000"/>
              <a:gd name="connsiteX934" fmla="*/ 272509 w 7467600"/>
              <a:gd name="connsiteY934" fmla="*/ 0 h 6858000"/>
              <a:gd name="connsiteX935" fmla="*/ 326276 w 7467600"/>
              <a:gd name="connsiteY935" fmla="*/ 45847 h 6858000"/>
              <a:gd name="connsiteX936" fmla="*/ 823759 w 7467600"/>
              <a:gd name="connsiteY936" fmla="*/ 574145 h 6858000"/>
              <a:gd name="connsiteX937" fmla="*/ 811254 w 7467600"/>
              <a:gd name="connsiteY937" fmla="*/ 665546 h 6858000"/>
              <a:gd name="connsiteX938" fmla="*/ 154042 w 7467600"/>
              <a:gd name="connsiteY938" fmla="*/ 261522 h 6858000"/>
              <a:gd name="connsiteX939" fmla="*/ 13550 w 7467600"/>
              <a:gd name="connsiteY939" fmla="*/ 158423 h 6858000"/>
              <a:gd name="connsiteX940" fmla="*/ 0 w 7467600"/>
              <a:gd name="connsiteY940" fmla="*/ 146618 h 6858000"/>
              <a:gd name="connsiteX941" fmla="*/ 0 w 7467600"/>
              <a:gd name="connsiteY941" fmla="*/ 59161 h 6858000"/>
              <a:gd name="connsiteX942" fmla="*/ 45427 w 7467600"/>
              <a:gd name="connsiteY942" fmla="*/ 101078 h 6858000"/>
              <a:gd name="connsiteX943" fmla="*/ 630103 w 7467600"/>
              <a:gd name="connsiteY943" fmla="*/ 485885 h 6858000"/>
              <a:gd name="connsiteX944" fmla="*/ 532040 w 7467600"/>
              <a:gd name="connsiteY944" fmla="*/ 399359 h 6858000"/>
              <a:gd name="connsiteX945" fmla="*/ 517618 w 7467600"/>
              <a:gd name="connsiteY945" fmla="*/ 385726 h 6858000"/>
              <a:gd name="connsiteX946" fmla="*/ 285074 w 7467600"/>
              <a:gd name="connsiteY946" fmla="*/ 182755 h 6858000"/>
              <a:gd name="connsiteX947" fmla="*/ 43151 w 7467600"/>
              <a:gd name="connsiteY947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467600 w 7467600"/>
              <a:gd name="connsiteY4" fmla="*/ 6736157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1019354 w 7467600"/>
              <a:gd name="connsiteY15" fmla="*/ 6315006 h 6858000"/>
              <a:gd name="connsiteX16" fmla="*/ 441046 w 7467600"/>
              <a:gd name="connsiteY16" fmla="*/ 6691153 h 6858000"/>
              <a:gd name="connsiteX17" fmla="*/ 1019354 w 7467600"/>
              <a:gd name="connsiteY17" fmla="*/ 6315006 h 6858000"/>
              <a:gd name="connsiteX18" fmla="*/ 991680 w 7467600"/>
              <a:gd name="connsiteY18" fmla="*/ 6298413 h 6858000"/>
              <a:gd name="connsiteX19" fmla="*/ 409060 w 7467600"/>
              <a:gd name="connsiteY19" fmla="*/ 6671470 h 6858000"/>
              <a:gd name="connsiteX20" fmla="*/ 991680 w 7467600"/>
              <a:gd name="connsiteY20" fmla="*/ 6298413 h 6858000"/>
              <a:gd name="connsiteX21" fmla="*/ 103333 w 7467600"/>
              <a:gd name="connsiteY21" fmla="*/ 5699602 h 6858000"/>
              <a:gd name="connsiteX22" fmla="*/ 233938 w 7467600"/>
              <a:gd name="connsiteY22" fmla="*/ 5809416 h 6858000"/>
              <a:gd name="connsiteX23" fmla="*/ 883580 w 7467600"/>
              <a:gd name="connsiteY23" fmla="*/ 6180710 h 6858000"/>
              <a:gd name="connsiteX24" fmla="*/ 487337 w 7467600"/>
              <a:gd name="connsiteY24" fmla="*/ 5950182 h 6858000"/>
              <a:gd name="connsiteX25" fmla="*/ 354051 w 7467600"/>
              <a:gd name="connsiteY25" fmla="*/ 5854912 h 6858000"/>
              <a:gd name="connsiteX26" fmla="*/ 195436 w 7467600"/>
              <a:gd name="connsiteY26" fmla="*/ 5755068 h 6858000"/>
              <a:gd name="connsiteX27" fmla="*/ 103333 w 7467600"/>
              <a:gd name="connsiteY27" fmla="*/ 5699602 h 6858000"/>
              <a:gd name="connsiteX28" fmla="*/ 5539432 w 7467600"/>
              <a:gd name="connsiteY28" fmla="*/ 5642928 h 6858000"/>
              <a:gd name="connsiteX29" fmla="*/ 5555462 w 7467600"/>
              <a:gd name="connsiteY29" fmla="*/ 5694454 h 6858000"/>
              <a:gd name="connsiteX30" fmla="*/ 5828270 w 7467600"/>
              <a:gd name="connsiteY30" fmla="*/ 6320663 h 6858000"/>
              <a:gd name="connsiteX31" fmla="*/ 5947416 w 7467600"/>
              <a:gd name="connsiteY31" fmla="*/ 6574846 h 6858000"/>
              <a:gd name="connsiteX32" fmla="*/ 5539432 w 7467600"/>
              <a:gd name="connsiteY32" fmla="*/ 5642928 h 6858000"/>
              <a:gd name="connsiteX33" fmla="*/ 51253 w 7467600"/>
              <a:gd name="connsiteY33" fmla="*/ 5631825 h 6858000"/>
              <a:gd name="connsiteX34" fmla="*/ 211622 w 7467600"/>
              <a:gd name="connsiteY34" fmla="*/ 5728803 h 6858000"/>
              <a:gd name="connsiteX35" fmla="*/ 371652 w 7467600"/>
              <a:gd name="connsiteY35" fmla="*/ 5829062 h 6858000"/>
              <a:gd name="connsiteX36" fmla="*/ 505903 w 7467600"/>
              <a:gd name="connsiteY36" fmla="*/ 5925221 h 6858000"/>
              <a:gd name="connsiteX37" fmla="*/ 899240 w 7467600"/>
              <a:gd name="connsiteY37" fmla="*/ 6153068 h 6858000"/>
              <a:gd name="connsiteX38" fmla="*/ 988114 w 7467600"/>
              <a:gd name="connsiteY38" fmla="*/ 6174204 h 6858000"/>
              <a:gd name="connsiteX39" fmla="*/ 845971 w 7467600"/>
              <a:gd name="connsiteY39" fmla="*/ 6067177 h 6858000"/>
              <a:gd name="connsiteX40" fmla="*/ 448057 w 7467600"/>
              <a:gd name="connsiteY40" fmla="*/ 5841376 h 6858000"/>
              <a:gd name="connsiteX41" fmla="*/ 51253 w 7467600"/>
              <a:gd name="connsiteY41" fmla="*/ 5631825 h 6858000"/>
              <a:gd name="connsiteX42" fmla="*/ 2606687 w 7467600"/>
              <a:gd name="connsiteY42" fmla="*/ 5630718 h 6858000"/>
              <a:gd name="connsiteX43" fmla="*/ 2645658 w 7467600"/>
              <a:gd name="connsiteY43" fmla="*/ 6640259 h 6858000"/>
              <a:gd name="connsiteX44" fmla="*/ 2606687 w 7467600"/>
              <a:gd name="connsiteY44" fmla="*/ 5630718 h 6858000"/>
              <a:gd name="connsiteX45" fmla="*/ 3642057 w 7467600"/>
              <a:gd name="connsiteY45" fmla="*/ 5573487 h 6858000"/>
              <a:gd name="connsiteX46" fmla="*/ 3632981 w 7467600"/>
              <a:gd name="connsiteY46" fmla="*/ 5579437 h 6858000"/>
              <a:gd name="connsiteX47" fmla="*/ 3382436 w 7467600"/>
              <a:gd name="connsiteY47" fmla="*/ 5952726 h 6858000"/>
              <a:gd name="connsiteX48" fmla="*/ 3191929 w 7467600"/>
              <a:gd name="connsiteY48" fmla="*/ 6662669 h 6858000"/>
              <a:gd name="connsiteX49" fmla="*/ 3369898 w 7467600"/>
              <a:gd name="connsiteY49" fmla="*/ 6081771 h 6858000"/>
              <a:gd name="connsiteX50" fmla="*/ 3642057 w 7467600"/>
              <a:gd name="connsiteY50" fmla="*/ 5573487 h 6858000"/>
              <a:gd name="connsiteX51" fmla="*/ 2650666 w 7467600"/>
              <a:gd name="connsiteY51" fmla="*/ 5530686 h 6858000"/>
              <a:gd name="connsiteX52" fmla="*/ 2650249 w 7467600"/>
              <a:gd name="connsiteY52" fmla="*/ 5532101 h 6858000"/>
              <a:gd name="connsiteX53" fmla="*/ 2663808 w 7467600"/>
              <a:gd name="connsiteY53" fmla="*/ 6535215 h 6858000"/>
              <a:gd name="connsiteX54" fmla="*/ 2665418 w 7467600"/>
              <a:gd name="connsiteY54" fmla="*/ 6132756 h 6858000"/>
              <a:gd name="connsiteX55" fmla="*/ 2650666 w 7467600"/>
              <a:gd name="connsiteY55" fmla="*/ 5530686 h 6858000"/>
              <a:gd name="connsiteX56" fmla="*/ 2680277 w 7467600"/>
              <a:gd name="connsiteY56" fmla="*/ 5479204 h 6858000"/>
              <a:gd name="connsiteX57" fmla="*/ 2678972 w 7467600"/>
              <a:gd name="connsiteY57" fmla="*/ 5481582 h 6858000"/>
              <a:gd name="connsiteX58" fmla="*/ 2696666 w 7467600"/>
              <a:gd name="connsiteY58" fmla="*/ 6133836 h 6858000"/>
              <a:gd name="connsiteX59" fmla="*/ 2695769 w 7467600"/>
              <a:gd name="connsiteY59" fmla="*/ 6390955 h 6858000"/>
              <a:gd name="connsiteX60" fmla="*/ 2739893 w 7467600"/>
              <a:gd name="connsiteY60" fmla="*/ 6108357 h 6858000"/>
              <a:gd name="connsiteX61" fmla="*/ 2680277 w 7467600"/>
              <a:gd name="connsiteY61" fmla="*/ 5479204 h 6858000"/>
              <a:gd name="connsiteX62" fmla="*/ 1132195 w 7467600"/>
              <a:gd name="connsiteY62" fmla="*/ 5467980 h 6858000"/>
              <a:gd name="connsiteX63" fmla="*/ 1679056 w 7467600"/>
              <a:gd name="connsiteY63" fmla="*/ 5516907 h 6858000"/>
              <a:gd name="connsiteX64" fmla="*/ 2128648 w 7467600"/>
              <a:gd name="connsiteY64" fmla="*/ 5474249 h 6858000"/>
              <a:gd name="connsiteX65" fmla="*/ 1825619 w 7467600"/>
              <a:gd name="connsiteY65" fmla="*/ 5478447 h 6858000"/>
              <a:gd name="connsiteX66" fmla="*/ 1737798 w 7467600"/>
              <a:gd name="connsiteY66" fmla="*/ 5483353 h 6858000"/>
              <a:gd name="connsiteX67" fmla="*/ 1132195 w 7467600"/>
              <a:gd name="connsiteY67" fmla="*/ 5467980 h 6858000"/>
              <a:gd name="connsiteX68" fmla="*/ 1456157 w 7467600"/>
              <a:gd name="connsiteY68" fmla="*/ 5371404 h 6858000"/>
              <a:gd name="connsiteX69" fmla="*/ 1244432 w 7467600"/>
              <a:gd name="connsiteY69" fmla="*/ 5385601 h 6858000"/>
              <a:gd name="connsiteX70" fmla="*/ 973990 w 7467600"/>
              <a:gd name="connsiteY70" fmla="*/ 5424940 h 6858000"/>
              <a:gd name="connsiteX71" fmla="*/ 1103809 w 7467600"/>
              <a:gd name="connsiteY71" fmla="*/ 5433720 h 6858000"/>
              <a:gd name="connsiteX72" fmla="*/ 1123454 w 7467600"/>
              <a:gd name="connsiteY72" fmla="*/ 5435727 h 6858000"/>
              <a:gd name="connsiteX73" fmla="*/ 1737017 w 7467600"/>
              <a:gd name="connsiteY73" fmla="*/ 5452183 h 6858000"/>
              <a:gd name="connsiteX74" fmla="*/ 1824397 w 7467600"/>
              <a:gd name="connsiteY74" fmla="*/ 5447757 h 6858000"/>
              <a:gd name="connsiteX75" fmla="*/ 2070059 w 7467600"/>
              <a:gd name="connsiteY75" fmla="*/ 5441660 h 6858000"/>
              <a:gd name="connsiteX76" fmla="*/ 1456157 w 7467600"/>
              <a:gd name="connsiteY76" fmla="*/ 5371404 h 6858000"/>
              <a:gd name="connsiteX77" fmla="*/ 4988186 w 7467600"/>
              <a:gd name="connsiteY77" fmla="*/ 5216467 h 6858000"/>
              <a:gd name="connsiteX78" fmla="*/ 4777334 w 7467600"/>
              <a:gd name="connsiteY78" fmla="*/ 5406072 h 6858000"/>
              <a:gd name="connsiteX79" fmla="*/ 4718341 w 7467600"/>
              <a:gd name="connsiteY79" fmla="*/ 5468043 h 6858000"/>
              <a:gd name="connsiteX80" fmla="*/ 4604655 w 7467600"/>
              <a:gd name="connsiteY80" fmla="*/ 5583434 h 6858000"/>
              <a:gd name="connsiteX81" fmla="*/ 4565074 w 7467600"/>
              <a:gd name="connsiteY81" fmla="*/ 5618550 h 6858000"/>
              <a:gd name="connsiteX82" fmla="*/ 4988186 w 7467600"/>
              <a:gd name="connsiteY82" fmla="*/ 5216467 h 6858000"/>
              <a:gd name="connsiteX83" fmla="*/ 4978032 w 7467600"/>
              <a:gd name="connsiteY83" fmla="*/ 5183809 h 6858000"/>
              <a:gd name="connsiteX84" fmla="*/ 4463413 w 7467600"/>
              <a:gd name="connsiteY84" fmla="*/ 5615162 h 6858000"/>
              <a:gd name="connsiteX85" fmla="*/ 4358134 w 7467600"/>
              <a:gd name="connsiteY85" fmla="*/ 5742791 h 6858000"/>
              <a:gd name="connsiteX86" fmla="*/ 4376219 w 7467600"/>
              <a:gd name="connsiteY86" fmla="*/ 5729027 h 6858000"/>
              <a:gd name="connsiteX87" fmla="*/ 4582340 w 7467600"/>
              <a:gd name="connsiteY87" fmla="*/ 5561037 h 6858000"/>
              <a:gd name="connsiteX88" fmla="*/ 4694684 w 7467600"/>
              <a:gd name="connsiteY88" fmla="*/ 5447098 h 6858000"/>
              <a:gd name="connsiteX89" fmla="*/ 4754123 w 7467600"/>
              <a:gd name="connsiteY89" fmla="*/ 5384643 h 6858000"/>
              <a:gd name="connsiteX90" fmla="*/ 4978032 w 7467600"/>
              <a:gd name="connsiteY90" fmla="*/ 5183809 h 6858000"/>
              <a:gd name="connsiteX91" fmla="*/ 1903353 w 7467600"/>
              <a:gd name="connsiteY91" fmla="*/ 5044827 h 6858000"/>
              <a:gd name="connsiteX92" fmla="*/ 1936931 w 7467600"/>
              <a:gd name="connsiteY92" fmla="*/ 5093954 h 6858000"/>
              <a:gd name="connsiteX93" fmla="*/ 2195868 w 7467600"/>
              <a:gd name="connsiteY93" fmla="*/ 5396574 h 6858000"/>
              <a:gd name="connsiteX94" fmla="*/ 2088852 w 7467600"/>
              <a:gd name="connsiteY94" fmla="*/ 5166123 h 6858000"/>
              <a:gd name="connsiteX95" fmla="*/ 1958241 w 7467600"/>
              <a:gd name="connsiteY95" fmla="*/ 5067955 h 6858000"/>
              <a:gd name="connsiteX96" fmla="*/ 1903353 w 7467600"/>
              <a:gd name="connsiteY96" fmla="*/ 5044827 h 6858000"/>
              <a:gd name="connsiteX97" fmla="*/ 1979378 w 7467600"/>
              <a:gd name="connsiteY97" fmla="*/ 4769504 h 6858000"/>
              <a:gd name="connsiteX98" fmla="*/ 2882120 w 7467600"/>
              <a:gd name="connsiteY98" fmla="*/ 5064547 h 6858000"/>
              <a:gd name="connsiteX99" fmla="*/ 2793103 w 7467600"/>
              <a:gd name="connsiteY99" fmla="*/ 5039699 h 6858000"/>
              <a:gd name="connsiteX100" fmla="*/ 2770041 w 7467600"/>
              <a:gd name="connsiteY100" fmla="*/ 5033634 h 6858000"/>
              <a:gd name="connsiteX101" fmla="*/ 1979378 w 7467600"/>
              <a:gd name="connsiteY101" fmla="*/ 4769504 h 6858000"/>
              <a:gd name="connsiteX102" fmla="*/ 1927410 w 7467600"/>
              <a:gd name="connsiteY102" fmla="*/ 4716164 h 6858000"/>
              <a:gd name="connsiteX103" fmla="*/ 1959587 w 7467600"/>
              <a:gd name="connsiteY103" fmla="*/ 4728849 h 6858000"/>
              <a:gd name="connsiteX104" fmla="*/ 2777707 w 7467600"/>
              <a:gd name="connsiteY104" fmla="*/ 5003991 h 6858000"/>
              <a:gd name="connsiteX105" fmla="*/ 2800768 w 7467600"/>
              <a:gd name="connsiteY105" fmla="*/ 5010056 h 6858000"/>
              <a:gd name="connsiteX106" fmla="*/ 2879408 w 7467600"/>
              <a:gd name="connsiteY106" fmla="*/ 5031590 h 6858000"/>
              <a:gd name="connsiteX107" fmla="*/ 2862295 w 7467600"/>
              <a:gd name="connsiteY107" fmla="*/ 5022958 h 6858000"/>
              <a:gd name="connsiteX108" fmla="*/ 2813343 w 7467600"/>
              <a:gd name="connsiteY108" fmla="*/ 4998369 h 6858000"/>
              <a:gd name="connsiteX109" fmla="*/ 2646245 w 7467600"/>
              <a:gd name="connsiteY109" fmla="*/ 4930999 h 6858000"/>
              <a:gd name="connsiteX110" fmla="*/ 1999243 w 7467600"/>
              <a:gd name="connsiteY110" fmla="*/ 4730524 h 6858000"/>
              <a:gd name="connsiteX111" fmla="*/ 1979527 w 7467600"/>
              <a:gd name="connsiteY111" fmla="*/ 4726651 h 6858000"/>
              <a:gd name="connsiteX112" fmla="*/ 1927410 w 7467600"/>
              <a:gd name="connsiteY112" fmla="*/ 4716164 h 6858000"/>
              <a:gd name="connsiteX113" fmla="*/ 1997014 w 7467600"/>
              <a:gd name="connsiteY113" fmla="*/ 4698007 h 6858000"/>
              <a:gd name="connsiteX114" fmla="*/ 2005458 w 7467600"/>
              <a:gd name="connsiteY114" fmla="*/ 4699540 h 6858000"/>
              <a:gd name="connsiteX115" fmla="*/ 2657186 w 7467600"/>
              <a:gd name="connsiteY115" fmla="*/ 4901687 h 6858000"/>
              <a:gd name="connsiteX116" fmla="*/ 2826662 w 7467600"/>
              <a:gd name="connsiteY116" fmla="*/ 4970362 h 6858000"/>
              <a:gd name="connsiteX117" fmla="*/ 2876100 w 7467600"/>
              <a:gd name="connsiteY117" fmla="*/ 4995397 h 6858000"/>
              <a:gd name="connsiteX118" fmla="*/ 3042600 w 7467600"/>
              <a:gd name="connsiteY118" fmla="*/ 5059532 h 6858000"/>
              <a:gd name="connsiteX119" fmla="*/ 1997014 w 7467600"/>
              <a:gd name="connsiteY119" fmla="*/ 4698007 h 6858000"/>
              <a:gd name="connsiteX120" fmla="*/ 2305292 w 7467600"/>
              <a:gd name="connsiteY120" fmla="*/ 4219492 h 6858000"/>
              <a:gd name="connsiteX121" fmla="*/ 3360922 w 7467600"/>
              <a:gd name="connsiteY121" fmla="*/ 4529373 h 6858000"/>
              <a:gd name="connsiteX122" fmla="*/ 3492420 w 7467600"/>
              <a:gd name="connsiteY122" fmla="*/ 4510145 h 6858000"/>
              <a:gd name="connsiteX123" fmla="*/ 3364086 w 7467600"/>
              <a:gd name="connsiteY123" fmla="*/ 4480340 h 6858000"/>
              <a:gd name="connsiteX124" fmla="*/ 3225818 w 7467600"/>
              <a:gd name="connsiteY124" fmla="*/ 4411822 h 6858000"/>
              <a:gd name="connsiteX125" fmla="*/ 3129696 w 7467600"/>
              <a:gd name="connsiteY125" fmla="*/ 4360704 h 6858000"/>
              <a:gd name="connsiteX126" fmla="*/ 2814545 w 7467600"/>
              <a:gd name="connsiteY126" fmla="*/ 4282955 h 6858000"/>
              <a:gd name="connsiteX127" fmla="*/ 2305292 w 7467600"/>
              <a:gd name="connsiteY127" fmla="*/ 4219492 h 6858000"/>
              <a:gd name="connsiteX128" fmla="*/ 2626982 w 7467600"/>
              <a:gd name="connsiteY128" fmla="*/ 4206450 h 6858000"/>
              <a:gd name="connsiteX129" fmla="*/ 2490617 w 7467600"/>
              <a:gd name="connsiteY129" fmla="*/ 4206951 h 6858000"/>
              <a:gd name="connsiteX130" fmla="*/ 2819869 w 7467600"/>
              <a:gd name="connsiteY130" fmla="*/ 4252936 h 6858000"/>
              <a:gd name="connsiteX131" fmla="*/ 3143018 w 7467600"/>
              <a:gd name="connsiteY131" fmla="*/ 4332698 h 6858000"/>
              <a:gd name="connsiteX132" fmla="*/ 3241520 w 7467600"/>
              <a:gd name="connsiteY132" fmla="*/ 4385112 h 6858000"/>
              <a:gd name="connsiteX133" fmla="*/ 3374575 w 7467600"/>
              <a:gd name="connsiteY133" fmla="*/ 4451517 h 6858000"/>
              <a:gd name="connsiteX134" fmla="*/ 3505221 w 7467600"/>
              <a:gd name="connsiteY134" fmla="*/ 4480757 h 6858000"/>
              <a:gd name="connsiteX135" fmla="*/ 2626982 w 7467600"/>
              <a:gd name="connsiteY135" fmla="*/ 4206450 h 6858000"/>
              <a:gd name="connsiteX136" fmla="*/ 1310106 w 7467600"/>
              <a:gd name="connsiteY136" fmla="*/ 3943217 h 6858000"/>
              <a:gd name="connsiteX137" fmla="*/ 854994 w 7467600"/>
              <a:gd name="connsiteY137" fmla="*/ 4399136 h 6858000"/>
              <a:gd name="connsiteX138" fmla="*/ 742462 w 7467600"/>
              <a:gd name="connsiteY138" fmla="*/ 4594648 h 6858000"/>
              <a:gd name="connsiteX139" fmla="*/ 820602 w 7467600"/>
              <a:gd name="connsiteY139" fmla="*/ 4485915 h 6858000"/>
              <a:gd name="connsiteX140" fmla="*/ 878295 w 7467600"/>
              <a:gd name="connsiteY140" fmla="*/ 4403594 h 6858000"/>
              <a:gd name="connsiteX141" fmla="*/ 1240607 w 7467600"/>
              <a:gd name="connsiteY141" fmla="*/ 4010401 h 6858000"/>
              <a:gd name="connsiteX142" fmla="*/ 1310106 w 7467600"/>
              <a:gd name="connsiteY142" fmla="*/ 3943217 h 6858000"/>
              <a:gd name="connsiteX143" fmla="*/ 1423113 w 7467600"/>
              <a:gd name="connsiteY143" fmla="*/ 3874565 h 6858000"/>
              <a:gd name="connsiteX144" fmla="*/ 1260565 w 7467600"/>
              <a:gd name="connsiteY144" fmla="*/ 4031982 h 6858000"/>
              <a:gd name="connsiteX145" fmla="*/ 901900 w 7467600"/>
              <a:gd name="connsiteY145" fmla="*/ 4421236 h 6858000"/>
              <a:gd name="connsiteX146" fmla="*/ 845044 w 7467600"/>
              <a:gd name="connsiteY146" fmla="*/ 4502436 h 6858000"/>
              <a:gd name="connsiteX147" fmla="*/ 685926 w 7467600"/>
              <a:gd name="connsiteY147" fmla="*/ 4703069 h 6858000"/>
              <a:gd name="connsiteX148" fmla="*/ 684248 w 7467600"/>
              <a:gd name="connsiteY148" fmla="*/ 4706721 h 6858000"/>
              <a:gd name="connsiteX149" fmla="*/ 1423113 w 7467600"/>
              <a:gd name="connsiteY149" fmla="*/ 3874565 h 6858000"/>
              <a:gd name="connsiteX150" fmla="*/ 3316479 w 7467600"/>
              <a:gd name="connsiteY150" fmla="*/ 3872136 h 6858000"/>
              <a:gd name="connsiteX151" fmla="*/ 3546806 w 7467600"/>
              <a:gd name="connsiteY151" fmla="*/ 4356139 h 6858000"/>
              <a:gd name="connsiteX152" fmla="*/ 3364433 w 7467600"/>
              <a:gd name="connsiteY152" fmla="*/ 3953121 h 6858000"/>
              <a:gd name="connsiteX153" fmla="*/ 3316479 w 7467600"/>
              <a:gd name="connsiteY153" fmla="*/ 3872136 h 6858000"/>
              <a:gd name="connsiteX154" fmla="*/ 3291335 w 7467600"/>
              <a:gd name="connsiteY154" fmla="*/ 3767420 h 6858000"/>
              <a:gd name="connsiteX155" fmla="*/ 3390805 w 7467600"/>
              <a:gd name="connsiteY155" fmla="*/ 3937163 h 6858000"/>
              <a:gd name="connsiteX156" fmla="*/ 3579062 w 7467600"/>
              <a:gd name="connsiteY156" fmla="*/ 4359040 h 6858000"/>
              <a:gd name="connsiteX157" fmla="*/ 3467355 w 7467600"/>
              <a:gd name="connsiteY157" fmla="*/ 3988130 h 6858000"/>
              <a:gd name="connsiteX158" fmla="*/ 3310753 w 7467600"/>
              <a:gd name="connsiteY158" fmla="*/ 3787140 h 6858000"/>
              <a:gd name="connsiteX159" fmla="*/ 3291335 w 7467600"/>
              <a:gd name="connsiteY159" fmla="*/ 3767420 h 6858000"/>
              <a:gd name="connsiteX160" fmla="*/ 1635889 w 7467600"/>
              <a:gd name="connsiteY160" fmla="*/ 3709494 h 6858000"/>
              <a:gd name="connsiteX161" fmla="*/ 1634800 w 7467600"/>
              <a:gd name="connsiteY161" fmla="*/ 3731111 h 6858000"/>
              <a:gd name="connsiteX162" fmla="*/ 1635889 w 7467600"/>
              <a:gd name="connsiteY162" fmla="*/ 3709494 h 6858000"/>
              <a:gd name="connsiteX163" fmla="*/ 1510397 w 7467600"/>
              <a:gd name="connsiteY163" fmla="*/ 3684705 h 6858000"/>
              <a:gd name="connsiteX164" fmla="*/ 1146550 w 7467600"/>
              <a:gd name="connsiteY164" fmla="*/ 3802012 h 6858000"/>
              <a:gd name="connsiteX165" fmla="*/ 698834 w 7467600"/>
              <a:gd name="connsiteY165" fmla="*/ 3952272 h 6858000"/>
              <a:gd name="connsiteX166" fmla="*/ 34256 w 7467600"/>
              <a:gd name="connsiteY166" fmla="*/ 4347603 h 6858000"/>
              <a:gd name="connsiteX167" fmla="*/ 527241 w 7467600"/>
              <a:gd name="connsiteY167" fmla="*/ 4065078 h 6858000"/>
              <a:gd name="connsiteX168" fmla="*/ 1510397 w 7467600"/>
              <a:gd name="connsiteY168" fmla="*/ 3684705 h 6858000"/>
              <a:gd name="connsiteX169" fmla="*/ 1313114 w 7467600"/>
              <a:gd name="connsiteY169" fmla="*/ 3655216 h 6858000"/>
              <a:gd name="connsiteX170" fmla="*/ 1109304 w 7467600"/>
              <a:gd name="connsiteY170" fmla="*/ 3669030 h 6858000"/>
              <a:gd name="connsiteX171" fmla="*/ 8129 w 7467600"/>
              <a:gd name="connsiteY171" fmla="*/ 4330519 h 6858000"/>
              <a:gd name="connsiteX172" fmla="*/ 687572 w 7467600"/>
              <a:gd name="connsiteY172" fmla="*/ 3925629 h 6858000"/>
              <a:gd name="connsiteX173" fmla="*/ 1138365 w 7467600"/>
              <a:gd name="connsiteY173" fmla="*/ 3774515 h 6858000"/>
              <a:gd name="connsiteX174" fmla="*/ 1505579 w 7467600"/>
              <a:gd name="connsiteY174" fmla="*/ 3655526 h 6858000"/>
              <a:gd name="connsiteX175" fmla="*/ 1313114 w 7467600"/>
              <a:gd name="connsiteY175" fmla="*/ 3655216 h 6858000"/>
              <a:gd name="connsiteX176" fmla="*/ 3655073 w 7467600"/>
              <a:gd name="connsiteY176" fmla="*/ 3650884 h 6858000"/>
              <a:gd name="connsiteX177" fmla="*/ 3989938 w 7467600"/>
              <a:gd name="connsiteY177" fmla="*/ 3991685 h 6858000"/>
              <a:gd name="connsiteX178" fmla="*/ 4393907 w 7467600"/>
              <a:gd name="connsiteY178" fmla="*/ 4261258 h 6858000"/>
              <a:gd name="connsiteX179" fmla="*/ 4648051 w 7467600"/>
              <a:gd name="connsiteY179" fmla="*/ 4374051 h 6858000"/>
              <a:gd name="connsiteX180" fmla="*/ 4383389 w 7467600"/>
              <a:gd name="connsiteY180" fmla="*/ 4184369 h 6858000"/>
              <a:gd name="connsiteX181" fmla="*/ 4165508 w 7467600"/>
              <a:gd name="connsiteY181" fmla="*/ 4035196 h 6858000"/>
              <a:gd name="connsiteX182" fmla="*/ 4068162 w 7467600"/>
              <a:gd name="connsiteY182" fmla="*/ 3953394 h 6858000"/>
              <a:gd name="connsiteX183" fmla="*/ 3981416 w 7467600"/>
              <a:gd name="connsiteY183" fmla="*/ 3880482 h 6858000"/>
              <a:gd name="connsiteX184" fmla="*/ 3800147 w 7467600"/>
              <a:gd name="connsiteY184" fmla="*/ 3749872 h 6858000"/>
              <a:gd name="connsiteX185" fmla="*/ 3655073 w 7467600"/>
              <a:gd name="connsiteY185" fmla="*/ 3650884 h 6858000"/>
              <a:gd name="connsiteX186" fmla="*/ 3670252 w 7467600"/>
              <a:gd name="connsiteY186" fmla="*/ 3622798 h 6858000"/>
              <a:gd name="connsiteX187" fmla="*/ 3817258 w 7467600"/>
              <a:gd name="connsiteY187" fmla="*/ 3723577 h 6858000"/>
              <a:gd name="connsiteX188" fmla="*/ 4000461 w 7467600"/>
              <a:gd name="connsiteY188" fmla="*/ 3855966 h 6858000"/>
              <a:gd name="connsiteX189" fmla="*/ 4088180 w 7467600"/>
              <a:gd name="connsiteY189" fmla="*/ 3929774 h 6858000"/>
              <a:gd name="connsiteX190" fmla="*/ 4184555 w 7467600"/>
              <a:gd name="connsiteY190" fmla="*/ 4010683 h 6858000"/>
              <a:gd name="connsiteX191" fmla="*/ 4399563 w 7467600"/>
              <a:gd name="connsiteY191" fmla="*/ 4158106 h 6858000"/>
              <a:gd name="connsiteX192" fmla="*/ 4684469 w 7467600"/>
              <a:gd name="connsiteY192" fmla="*/ 4364680 h 6858000"/>
              <a:gd name="connsiteX193" fmla="*/ 4690271 w 7467600"/>
              <a:gd name="connsiteY193" fmla="*/ 4370034 h 6858000"/>
              <a:gd name="connsiteX194" fmla="*/ 4136093 w 7467600"/>
              <a:gd name="connsiteY194" fmla="*/ 3858466 h 6858000"/>
              <a:gd name="connsiteX195" fmla="*/ 3670252 w 7467600"/>
              <a:gd name="connsiteY195" fmla="*/ 3622798 h 6858000"/>
              <a:gd name="connsiteX196" fmla="*/ 4440129 w 7467600"/>
              <a:gd name="connsiteY196" fmla="*/ 3448571 h 6858000"/>
              <a:gd name="connsiteX197" fmla="*/ 4856525 w 7467600"/>
              <a:gd name="connsiteY197" fmla="*/ 3915351 h 6858000"/>
              <a:gd name="connsiteX198" fmla="*/ 5059055 w 7467600"/>
              <a:gd name="connsiteY198" fmla="*/ 4108918 h 6858000"/>
              <a:gd name="connsiteX199" fmla="*/ 5290070 w 7467600"/>
              <a:gd name="connsiteY199" fmla="*/ 4263619 h 6858000"/>
              <a:gd name="connsiteX200" fmla="*/ 4834991 w 7467600"/>
              <a:gd name="connsiteY200" fmla="*/ 3830985 h 6858000"/>
              <a:gd name="connsiteX201" fmla="*/ 4440129 w 7467600"/>
              <a:gd name="connsiteY201" fmla="*/ 3448571 h 6858000"/>
              <a:gd name="connsiteX202" fmla="*/ 4441737 w 7467600"/>
              <a:gd name="connsiteY202" fmla="*/ 3399734 h 6858000"/>
              <a:gd name="connsiteX203" fmla="*/ 4431236 w 7467600"/>
              <a:gd name="connsiteY203" fmla="*/ 3400954 h 6858000"/>
              <a:gd name="connsiteX204" fmla="*/ 4557150 w 7467600"/>
              <a:gd name="connsiteY204" fmla="*/ 3510023 h 6858000"/>
              <a:gd name="connsiteX205" fmla="*/ 4856936 w 7467600"/>
              <a:gd name="connsiteY205" fmla="*/ 3809146 h 6858000"/>
              <a:gd name="connsiteX206" fmla="*/ 5111996 w 7467600"/>
              <a:gd name="connsiteY206" fmla="*/ 4065759 h 6858000"/>
              <a:gd name="connsiteX207" fmla="*/ 5388878 w 7467600"/>
              <a:gd name="connsiteY207" fmla="*/ 4300185 h 6858000"/>
              <a:gd name="connsiteX208" fmla="*/ 5425556 w 7467600"/>
              <a:gd name="connsiteY208" fmla="*/ 4308967 h 6858000"/>
              <a:gd name="connsiteX209" fmla="*/ 4943646 w 7467600"/>
              <a:gd name="connsiteY209" fmla="*/ 3822916 h 6858000"/>
              <a:gd name="connsiteX210" fmla="*/ 4594837 w 7467600"/>
              <a:gd name="connsiteY210" fmla="*/ 3532274 h 6858000"/>
              <a:gd name="connsiteX211" fmla="*/ 4441737 w 7467600"/>
              <a:gd name="connsiteY211" fmla="*/ 3399734 h 6858000"/>
              <a:gd name="connsiteX212" fmla="*/ 5425834 w 7467600"/>
              <a:gd name="connsiteY212" fmla="*/ 3162785 h 6858000"/>
              <a:gd name="connsiteX213" fmla="*/ 5401644 w 7467600"/>
              <a:gd name="connsiteY213" fmla="*/ 3617847 h 6858000"/>
              <a:gd name="connsiteX214" fmla="*/ 5467256 w 7467600"/>
              <a:gd name="connsiteY214" fmla="*/ 4175494 h 6858000"/>
              <a:gd name="connsiteX215" fmla="*/ 5448069 w 7467600"/>
              <a:gd name="connsiteY215" fmla="*/ 3567554 h 6858000"/>
              <a:gd name="connsiteX216" fmla="*/ 5425834 w 7467600"/>
              <a:gd name="connsiteY216" fmla="*/ 3162785 h 6858000"/>
              <a:gd name="connsiteX217" fmla="*/ 1318687 w 7467600"/>
              <a:gd name="connsiteY217" fmla="*/ 3113840 h 6858000"/>
              <a:gd name="connsiteX218" fmla="*/ 1066793 w 7467600"/>
              <a:gd name="connsiteY218" fmla="*/ 3212171 h 6858000"/>
              <a:gd name="connsiteX219" fmla="*/ 993319 w 7467600"/>
              <a:gd name="connsiteY219" fmla="*/ 3247648 h 6858000"/>
              <a:gd name="connsiteX220" fmla="*/ 853081 w 7467600"/>
              <a:gd name="connsiteY220" fmla="*/ 3312410 h 6858000"/>
              <a:gd name="connsiteX221" fmla="*/ 805957 w 7467600"/>
              <a:gd name="connsiteY221" fmla="*/ 3330443 h 6858000"/>
              <a:gd name="connsiteX222" fmla="*/ 1318687 w 7467600"/>
              <a:gd name="connsiteY222" fmla="*/ 3113840 h 6858000"/>
              <a:gd name="connsiteX223" fmla="*/ 5453702 w 7467600"/>
              <a:gd name="connsiteY223" fmla="*/ 3090882 h 6858000"/>
              <a:gd name="connsiteX224" fmla="*/ 5480135 w 7467600"/>
              <a:gd name="connsiteY224" fmla="*/ 3565802 h 6858000"/>
              <a:gd name="connsiteX225" fmla="*/ 5499023 w 7467600"/>
              <a:gd name="connsiteY225" fmla="*/ 4166310 h 6858000"/>
              <a:gd name="connsiteX226" fmla="*/ 5547022 w 7467600"/>
              <a:gd name="connsiteY226" fmla="*/ 3607838 h 6858000"/>
              <a:gd name="connsiteX227" fmla="*/ 5515964 w 7467600"/>
              <a:gd name="connsiteY227" fmla="*/ 3378541 h 6858000"/>
              <a:gd name="connsiteX228" fmla="*/ 5453702 w 7467600"/>
              <a:gd name="connsiteY228" fmla="*/ 3090882 h 6858000"/>
              <a:gd name="connsiteX229" fmla="*/ 1238695 w 7467600"/>
              <a:gd name="connsiteY229" fmla="*/ 3076820 h 6858000"/>
              <a:gd name="connsiteX230" fmla="*/ 716371 w 7467600"/>
              <a:gd name="connsiteY230" fmla="*/ 3293249 h 6858000"/>
              <a:gd name="connsiteX231" fmla="*/ 579522 w 7467600"/>
              <a:gd name="connsiteY231" fmla="*/ 3371759 h 6858000"/>
              <a:gd name="connsiteX232" fmla="*/ 600288 w 7467600"/>
              <a:gd name="connsiteY232" fmla="*/ 3365555 h 6858000"/>
              <a:gd name="connsiteX233" fmla="*/ 840692 w 7467600"/>
              <a:gd name="connsiteY233" fmla="*/ 3284921 h 6858000"/>
              <a:gd name="connsiteX234" fmla="*/ 979248 w 7467600"/>
              <a:gd name="connsiteY234" fmla="*/ 3221003 h 6858000"/>
              <a:gd name="connsiteX235" fmla="*/ 1053282 w 7467600"/>
              <a:gd name="connsiteY235" fmla="*/ 3185247 h 6858000"/>
              <a:gd name="connsiteX236" fmla="*/ 1320603 w 7467600"/>
              <a:gd name="connsiteY236" fmla="*/ 3081281 h 6858000"/>
              <a:gd name="connsiteX237" fmla="*/ 1238695 w 7467600"/>
              <a:gd name="connsiteY237" fmla="*/ 3076820 h 6858000"/>
              <a:gd name="connsiteX238" fmla="*/ 5425627 w 7467600"/>
              <a:gd name="connsiteY238" fmla="*/ 2954192 h 6858000"/>
              <a:gd name="connsiteX239" fmla="*/ 5470770 w 7467600"/>
              <a:gd name="connsiteY239" fmla="*/ 3005435 h 6858000"/>
              <a:gd name="connsiteX240" fmla="*/ 5519779 w 7467600"/>
              <a:gd name="connsiteY240" fmla="*/ 4359223 h 6858000"/>
              <a:gd name="connsiteX241" fmla="*/ 5520293 w 7467600"/>
              <a:gd name="connsiteY241" fmla="*/ 4360602 h 6858000"/>
              <a:gd name="connsiteX242" fmla="*/ 5767221 w 7467600"/>
              <a:gd name="connsiteY242" fmla="*/ 4665564 h 6858000"/>
              <a:gd name="connsiteX243" fmla="*/ 6937169 w 7467600"/>
              <a:gd name="connsiteY243" fmla="*/ 4815941 h 6858000"/>
              <a:gd name="connsiteX244" fmla="*/ 6953922 w 7467600"/>
              <a:gd name="connsiteY244" fmla="*/ 4890068 h 6858000"/>
              <a:gd name="connsiteX245" fmla="*/ 6071359 w 7467600"/>
              <a:gd name="connsiteY245" fmla="*/ 4770770 h 6858000"/>
              <a:gd name="connsiteX246" fmla="*/ 6038839 w 7467600"/>
              <a:gd name="connsiteY246" fmla="*/ 4764474 h 6858000"/>
              <a:gd name="connsiteX247" fmla="*/ 6038706 w 7467600"/>
              <a:gd name="connsiteY247" fmla="*/ 4763847 h 6858000"/>
              <a:gd name="connsiteX248" fmla="*/ 6037784 w 7467600"/>
              <a:gd name="connsiteY248" fmla="*/ 4764270 h 6858000"/>
              <a:gd name="connsiteX249" fmla="*/ 6038839 w 7467600"/>
              <a:gd name="connsiteY249" fmla="*/ 4764474 h 6858000"/>
              <a:gd name="connsiteX250" fmla="*/ 6040338 w 7467600"/>
              <a:gd name="connsiteY250" fmla="*/ 4771418 h 6858000"/>
              <a:gd name="connsiteX251" fmla="*/ 6024488 w 7467600"/>
              <a:gd name="connsiteY251" fmla="*/ 4809903 h 6858000"/>
              <a:gd name="connsiteX252" fmla="*/ 5599771 w 7467600"/>
              <a:gd name="connsiteY252" fmla="*/ 5509652 h 6858000"/>
              <a:gd name="connsiteX253" fmla="*/ 5548843 w 7467600"/>
              <a:gd name="connsiteY253" fmla="*/ 5563845 h 6858000"/>
              <a:gd name="connsiteX254" fmla="*/ 5940952 w 7467600"/>
              <a:gd name="connsiteY254" fmla="*/ 6250028 h 6858000"/>
              <a:gd name="connsiteX255" fmla="*/ 6043441 w 7467600"/>
              <a:gd name="connsiteY255" fmla="*/ 6665847 h 6858000"/>
              <a:gd name="connsiteX256" fmla="*/ 6093432 w 7467600"/>
              <a:gd name="connsiteY256" fmla="*/ 6858000 h 6858000"/>
              <a:gd name="connsiteX257" fmla="*/ 6034344 w 7467600"/>
              <a:gd name="connsiteY257" fmla="*/ 6858000 h 6858000"/>
              <a:gd name="connsiteX258" fmla="*/ 6026679 w 7467600"/>
              <a:gd name="connsiteY258" fmla="*/ 6836959 h 6858000"/>
              <a:gd name="connsiteX259" fmla="*/ 5800441 w 7467600"/>
              <a:gd name="connsiteY259" fmla="*/ 6335286 h 6858000"/>
              <a:gd name="connsiteX260" fmla="*/ 5526562 w 7467600"/>
              <a:gd name="connsiteY260" fmla="*/ 5705388 h 6858000"/>
              <a:gd name="connsiteX261" fmla="*/ 5519640 w 7467600"/>
              <a:gd name="connsiteY261" fmla="*/ 5683774 h 6858000"/>
              <a:gd name="connsiteX262" fmla="*/ 5844559 w 7467600"/>
              <a:gd name="connsiteY262" fmla="*/ 6553349 h 6858000"/>
              <a:gd name="connsiteX263" fmla="*/ 5975994 w 7467600"/>
              <a:gd name="connsiteY263" fmla="*/ 6858000 h 6858000"/>
              <a:gd name="connsiteX264" fmla="*/ 5898547 w 7467600"/>
              <a:gd name="connsiteY264" fmla="*/ 6858000 h 6858000"/>
              <a:gd name="connsiteX265" fmla="*/ 5682041 w 7467600"/>
              <a:gd name="connsiteY265" fmla="*/ 6355860 h 6858000"/>
              <a:gd name="connsiteX266" fmla="*/ 5461758 w 7467600"/>
              <a:gd name="connsiteY266" fmla="*/ 5820220 h 6858000"/>
              <a:gd name="connsiteX267" fmla="*/ 5237282 w 7467600"/>
              <a:gd name="connsiteY267" fmla="*/ 6579086 h 6858000"/>
              <a:gd name="connsiteX268" fmla="*/ 5115009 w 7467600"/>
              <a:gd name="connsiteY268" fmla="*/ 6858000 h 6858000"/>
              <a:gd name="connsiteX269" fmla="*/ 5028074 w 7467600"/>
              <a:gd name="connsiteY269" fmla="*/ 6858000 h 6858000"/>
              <a:gd name="connsiteX270" fmla="*/ 5079508 w 7467600"/>
              <a:gd name="connsiteY270" fmla="*/ 6749074 h 6858000"/>
              <a:gd name="connsiteX271" fmla="*/ 5371846 w 7467600"/>
              <a:gd name="connsiteY271" fmla="*/ 5924413 h 6858000"/>
              <a:gd name="connsiteX272" fmla="*/ 5270512 w 7467600"/>
              <a:gd name="connsiteY272" fmla="*/ 6138975 h 6858000"/>
              <a:gd name="connsiteX273" fmla="*/ 5062409 w 7467600"/>
              <a:gd name="connsiteY273" fmla="*/ 6653544 h 6858000"/>
              <a:gd name="connsiteX274" fmla="*/ 5036628 w 7467600"/>
              <a:gd name="connsiteY274" fmla="*/ 6754247 h 6858000"/>
              <a:gd name="connsiteX275" fmla="*/ 5009112 w 7467600"/>
              <a:gd name="connsiteY275" fmla="*/ 6858000 h 6858000"/>
              <a:gd name="connsiteX276" fmla="*/ 4976679 w 7467600"/>
              <a:gd name="connsiteY276" fmla="*/ 6858000 h 6858000"/>
              <a:gd name="connsiteX277" fmla="*/ 5006537 w 7467600"/>
              <a:gd name="connsiteY277" fmla="*/ 6747068 h 6858000"/>
              <a:gd name="connsiteX278" fmla="*/ 5032723 w 7467600"/>
              <a:gd name="connsiteY278" fmla="*/ 6644957 h 6858000"/>
              <a:gd name="connsiteX279" fmla="*/ 5242949 w 7467600"/>
              <a:gd name="connsiteY279" fmla="*/ 6125175 h 6858000"/>
              <a:gd name="connsiteX280" fmla="*/ 5286321 w 7467600"/>
              <a:gd name="connsiteY280" fmla="*/ 6033555 h 6858000"/>
              <a:gd name="connsiteX281" fmla="*/ 5008210 w 7467600"/>
              <a:gd name="connsiteY281" fmla="*/ 6649194 h 6858000"/>
              <a:gd name="connsiteX282" fmla="*/ 4986321 w 7467600"/>
              <a:gd name="connsiteY282" fmla="*/ 6765687 h 6858000"/>
              <a:gd name="connsiteX283" fmla="*/ 4973474 w 7467600"/>
              <a:gd name="connsiteY283" fmla="*/ 6858000 h 6858000"/>
              <a:gd name="connsiteX284" fmla="*/ 4907178 w 7467600"/>
              <a:gd name="connsiteY284" fmla="*/ 6858000 h 6858000"/>
              <a:gd name="connsiteX285" fmla="*/ 4910810 w 7467600"/>
              <a:gd name="connsiteY285" fmla="*/ 6829660 h 6858000"/>
              <a:gd name="connsiteX286" fmla="*/ 4987461 w 7467600"/>
              <a:gd name="connsiteY286" fmla="*/ 6432994 h 6858000"/>
              <a:gd name="connsiteX287" fmla="*/ 5179262 w 7467600"/>
              <a:gd name="connsiteY287" fmla="*/ 6035044 h 6858000"/>
              <a:gd name="connsiteX288" fmla="*/ 4689678 w 7467600"/>
              <a:gd name="connsiteY288" fmla="*/ 6440241 h 6858000"/>
              <a:gd name="connsiteX289" fmla="*/ 4477543 w 7467600"/>
              <a:gd name="connsiteY289" fmla="*/ 6674836 h 6858000"/>
              <a:gd name="connsiteX290" fmla="*/ 4329957 w 7467600"/>
              <a:gd name="connsiteY290" fmla="*/ 6858000 h 6858000"/>
              <a:gd name="connsiteX291" fmla="*/ 4218595 w 7467600"/>
              <a:gd name="connsiteY291" fmla="*/ 6858000 h 6858000"/>
              <a:gd name="connsiteX292" fmla="*/ 4368888 w 7467600"/>
              <a:gd name="connsiteY292" fmla="*/ 6668412 h 6858000"/>
              <a:gd name="connsiteX293" fmla="*/ 4563091 w 7467600"/>
              <a:gd name="connsiteY293" fmla="*/ 6442508 h 6858000"/>
              <a:gd name="connsiteX294" fmla="*/ 5387324 w 7467600"/>
              <a:gd name="connsiteY294" fmla="*/ 5705830 h 6858000"/>
              <a:gd name="connsiteX295" fmla="*/ 5073620 w 7467600"/>
              <a:gd name="connsiteY295" fmla="*/ 5955437 h 6858000"/>
              <a:gd name="connsiteX296" fmla="*/ 4689789 w 7467600"/>
              <a:gd name="connsiteY296" fmla="*/ 6268382 h 6858000"/>
              <a:gd name="connsiteX297" fmla="*/ 4418722 w 7467600"/>
              <a:gd name="connsiteY297" fmla="*/ 6570886 h 6858000"/>
              <a:gd name="connsiteX298" fmla="*/ 4214944 w 7467600"/>
              <a:gd name="connsiteY298" fmla="*/ 6858000 h 6858000"/>
              <a:gd name="connsiteX299" fmla="*/ 4177898 w 7467600"/>
              <a:gd name="connsiteY299" fmla="*/ 6858000 h 6858000"/>
              <a:gd name="connsiteX300" fmla="*/ 4391597 w 7467600"/>
              <a:gd name="connsiteY300" fmla="*/ 6556370 h 6858000"/>
              <a:gd name="connsiteX301" fmla="*/ 4668889 w 7467600"/>
              <a:gd name="connsiteY301" fmla="*/ 6246399 h 6858000"/>
              <a:gd name="connsiteX302" fmla="*/ 5055427 w 7467600"/>
              <a:gd name="connsiteY302" fmla="*/ 5931476 h 6858000"/>
              <a:gd name="connsiteX303" fmla="*/ 5371814 w 7467600"/>
              <a:gd name="connsiteY303" fmla="*/ 5678975 h 6858000"/>
              <a:gd name="connsiteX304" fmla="*/ 4987918 w 7467600"/>
              <a:gd name="connsiteY304" fmla="*/ 5838701 h 6858000"/>
              <a:gd name="connsiteX305" fmla="*/ 4317146 w 7467600"/>
              <a:gd name="connsiteY305" fmla="*/ 6587716 h 6858000"/>
              <a:gd name="connsiteX306" fmla="*/ 4171627 w 7467600"/>
              <a:gd name="connsiteY306" fmla="*/ 6858000 h 6858000"/>
              <a:gd name="connsiteX307" fmla="*/ 4081585 w 7467600"/>
              <a:gd name="connsiteY307" fmla="*/ 6858000 h 6858000"/>
              <a:gd name="connsiteX308" fmla="*/ 4238603 w 7467600"/>
              <a:gd name="connsiteY308" fmla="*/ 6559341 h 6858000"/>
              <a:gd name="connsiteX309" fmla="*/ 4778333 w 7467600"/>
              <a:gd name="connsiteY309" fmla="*/ 5873626 h 6858000"/>
              <a:gd name="connsiteX310" fmla="*/ 5414185 w 7467600"/>
              <a:gd name="connsiteY310" fmla="*/ 5573882 h 6858000"/>
              <a:gd name="connsiteX311" fmla="*/ 5959648 w 7467600"/>
              <a:gd name="connsiteY311" fmla="*/ 4760797 h 6858000"/>
              <a:gd name="connsiteX312" fmla="*/ 5355019 w 7467600"/>
              <a:gd name="connsiteY312" fmla="*/ 4734672 h 6858000"/>
              <a:gd name="connsiteX313" fmla="*/ 5083565 w 7467600"/>
              <a:gd name="connsiteY313" fmla="*/ 5179121 h 6858000"/>
              <a:gd name="connsiteX314" fmla="*/ 4713577 w 7467600"/>
              <a:gd name="connsiteY314" fmla="*/ 5616803 h 6858000"/>
              <a:gd name="connsiteX315" fmla="*/ 3989559 w 7467600"/>
              <a:gd name="connsiteY315" fmla="*/ 6145945 h 6858000"/>
              <a:gd name="connsiteX316" fmla="*/ 3939824 w 7467600"/>
              <a:gd name="connsiteY316" fmla="*/ 6066900 h 6858000"/>
              <a:gd name="connsiteX317" fmla="*/ 4584537 w 7467600"/>
              <a:gd name="connsiteY317" fmla="*/ 5324826 h 6858000"/>
              <a:gd name="connsiteX318" fmla="*/ 5037105 w 7467600"/>
              <a:gd name="connsiteY318" fmla="*/ 5088765 h 6858000"/>
              <a:gd name="connsiteX319" fmla="*/ 5039930 w 7467600"/>
              <a:gd name="connsiteY319" fmla="*/ 5089585 h 6858000"/>
              <a:gd name="connsiteX320" fmla="*/ 5263764 w 7467600"/>
              <a:gd name="connsiteY320" fmla="*/ 4735525 h 6858000"/>
              <a:gd name="connsiteX321" fmla="*/ 4086300 w 7467600"/>
              <a:gd name="connsiteY321" fmla="*/ 4884599 h 6858000"/>
              <a:gd name="connsiteX322" fmla="*/ 4085485 w 7467600"/>
              <a:gd name="connsiteY322" fmla="*/ 4899070 h 6858000"/>
              <a:gd name="connsiteX323" fmla="*/ 3871915 w 7467600"/>
              <a:gd name="connsiteY323" fmla="*/ 5253645 h 6858000"/>
              <a:gd name="connsiteX324" fmla="*/ 3799374 w 7467600"/>
              <a:gd name="connsiteY324" fmla="*/ 5466127 h 6858000"/>
              <a:gd name="connsiteX325" fmla="*/ 3498850 w 7467600"/>
              <a:gd name="connsiteY325" fmla="*/ 6661888 h 6858000"/>
              <a:gd name="connsiteX326" fmla="*/ 3399216 w 7467600"/>
              <a:gd name="connsiteY326" fmla="*/ 6858000 h 6858000"/>
              <a:gd name="connsiteX327" fmla="*/ 3303688 w 7467600"/>
              <a:gd name="connsiteY327" fmla="*/ 6858000 h 6858000"/>
              <a:gd name="connsiteX328" fmla="*/ 3391774 w 7467600"/>
              <a:gd name="connsiteY328" fmla="*/ 6697181 h 6858000"/>
              <a:gd name="connsiteX329" fmla="*/ 3735540 w 7467600"/>
              <a:gd name="connsiteY329" fmla="*/ 5546923 h 6858000"/>
              <a:gd name="connsiteX330" fmla="*/ 3729438 w 7467600"/>
              <a:gd name="connsiteY330" fmla="*/ 5569058 h 6858000"/>
              <a:gd name="connsiteX331" fmla="*/ 3707782 w 7467600"/>
              <a:gd name="connsiteY331" fmla="*/ 5644908 h 6858000"/>
              <a:gd name="connsiteX332" fmla="*/ 3583827 w 7467600"/>
              <a:gd name="connsiteY332" fmla="*/ 6039215 h 6858000"/>
              <a:gd name="connsiteX333" fmla="*/ 3547861 w 7467600"/>
              <a:gd name="connsiteY333" fmla="*/ 6129609 h 6858000"/>
              <a:gd name="connsiteX334" fmla="*/ 3490905 w 7467600"/>
              <a:gd name="connsiteY334" fmla="*/ 6277660 h 6858000"/>
              <a:gd name="connsiteX335" fmla="*/ 3455859 w 7467600"/>
              <a:gd name="connsiteY335" fmla="*/ 6391301 h 6858000"/>
              <a:gd name="connsiteX336" fmla="*/ 3429112 w 7467600"/>
              <a:gd name="connsiteY336" fmla="*/ 6479469 h 6858000"/>
              <a:gd name="connsiteX337" fmla="*/ 3304862 w 7467600"/>
              <a:gd name="connsiteY337" fmla="*/ 6796476 h 6858000"/>
              <a:gd name="connsiteX338" fmla="*/ 3276071 w 7467600"/>
              <a:gd name="connsiteY338" fmla="*/ 6858000 h 6858000"/>
              <a:gd name="connsiteX339" fmla="*/ 3240805 w 7467600"/>
              <a:gd name="connsiteY339" fmla="*/ 6858000 h 6858000"/>
              <a:gd name="connsiteX340" fmla="*/ 3275917 w 7467600"/>
              <a:gd name="connsiteY340" fmla="*/ 6783192 h 6858000"/>
              <a:gd name="connsiteX341" fmla="*/ 3399358 w 7467600"/>
              <a:gd name="connsiteY341" fmla="*/ 6469011 h 6858000"/>
              <a:gd name="connsiteX342" fmla="*/ 3425650 w 7467600"/>
              <a:gd name="connsiteY342" fmla="*/ 6381333 h 6858000"/>
              <a:gd name="connsiteX343" fmla="*/ 3460661 w 7467600"/>
              <a:gd name="connsiteY343" fmla="*/ 6266763 h 6858000"/>
              <a:gd name="connsiteX344" fmla="*/ 3518021 w 7467600"/>
              <a:gd name="connsiteY344" fmla="*/ 6117298 h 6858000"/>
              <a:gd name="connsiteX345" fmla="*/ 3554035 w 7467600"/>
              <a:gd name="connsiteY345" fmla="*/ 6027832 h 6858000"/>
              <a:gd name="connsiteX346" fmla="*/ 3677174 w 7467600"/>
              <a:gd name="connsiteY346" fmla="*/ 5636351 h 6858000"/>
              <a:gd name="connsiteX347" fmla="*/ 3698819 w 7467600"/>
              <a:gd name="connsiteY347" fmla="*/ 5560503 h 6858000"/>
              <a:gd name="connsiteX348" fmla="*/ 3702094 w 7467600"/>
              <a:gd name="connsiteY348" fmla="*/ 5549194 h 6858000"/>
              <a:gd name="connsiteX349" fmla="*/ 3398355 w 7467600"/>
              <a:gd name="connsiteY349" fmla="*/ 6094603 h 6858000"/>
              <a:gd name="connsiteX350" fmla="*/ 3193941 w 7467600"/>
              <a:gd name="connsiteY350" fmla="*/ 6798775 h 6858000"/>
              <a:gd name="connsiteX351" fmla="*/ 3184140 w 7467600"/>
              <a:gd name="connsiteY351" fmla="*/ 6858000 h 6858000"/>
              <a:gd name="connsiteX352" fmla="*/ 3099978 w 7467600"/>
              <a:gd name="connsiteY352" fmla="*/ 6858000 h 6858000"/>
              <a:gd name="connsiteX353" fmla="*/ 3101556 w 7467600"/>
              <a:gd name="connsiteY353" fmla="*/ 6843337 h 6858000"/>
              <a:gd name="connsiteX354" fmla="*/ 3370162 w 7467600"/>
              <a:gd name="connsiteY354" fmla="*/ 5785550 h 6858000"/>
              <a:gd name="connsiteX355" fmla="*/ 3746477 w 7467600"/>
              <a:gd name="connsiteY355" fmla="*/ 5377889 h 6858000"/>
              <a:gd name="connsiteX356" fmla="*/ 3863399 w 7467600"/>
              <a:gd name="connsiteY356" fmla="*/ 5087257 h 6858000"/>
              <a:gd name="connsiteX357" fmla="*/ 3968712 w 7467600"/>
              <a:gd name="connsiteY357" fmla="*/ 4913989 h 6858000"/>
              <a:gd name="connsiteX358" fmla="*/ 2792390 w 7467600"/>
              <a:gd name="connsiteY358" fmla="*/ 5382974 h 6858000"/>
              <a:gd name="connsiteX359" fmla="*/ 2714982 w 7467600"/>
              <a:gd name="connsiteY359" fmla="*/ 5427051 h 6858000"/>
              <a:gd name="connsiteX360" fmla="*/ 2813361 w 7467600"/>
              <a:gd name="connsiteY360" fmla="*/ 6023912 h 6858000"/>
              <a:gd name="connsiteX361" fmla="*/ 2688430 w 7467600"/>
              <a:gd name="connsiteY361" fmla="*/ 6801564 h 6858000"/>
              <a:gd name="connsiteX362" fmla="*/ 2629626 w 7467600"/>
              <a:gd name="connsiteY362" fmla="*/ 6763394 h 6858000"/>
              <a:gd name="connsiteX363" fmla="*/ 2565328 w 7467600"/>
              <a:gd name="connsiteY363" fmla="*/ 5516399 h 6858000"/>
              <a:gd name="connsiteX364" fmla="*/ 1922999 w 7467600"/>
              <a:gd name="connsiteY364" fmla="*/ 5980343 h 6858000"/>
              <a:gd name="connsiteX365" fmla="*/ 1950261 w 7467600"/>
              <a:gd name="connsiteY365" fmla="*/ 6405858 h 6858000"/>
              <a:gd name="connsiteX366" fmla="*/ 2365554 w 7467600"/>
              <a:gd name="connsiteY366" fmla="*/ 6759107 h 6858000"/>
              <a:gd name="connsiteX367" fmla="*/ 2424142 w 7467600"/>
              <a:gd name="connsiteY367" fmla="*/ 6858000 h 6858000"/>
              <a:gd name="connsiteX368" fmla="*/ 2395994 w 7467600"/>
              <a:gd name="connsiteY368" fmla="*/ 6858000 h 6858000"/>
              <a:gd name="connsiteX369" fmla="*/ 2392863 w 7467600"/>
              <a:gd name="connsiteY369" fmla="*/ 6852964 h 6858000"/>
              <a:gd name="connsiteX370" fmla="*/ 2017589 w 7467600"/>
              <a:gd name="connsiteY370" fmla="*/ 6493982 h 6858000"/>
              <a:gd name="connsiteX371" fmla="*/ 2147336 w 7467600"/>
              <a:gd name="connsiteY371" fmla="*/ 6594052 h 6858000"/>
              <a:gd name="connsiteX372" fmla="*/ 2207047 w 7467600"/>
              <a:gd name="connsiteY372" fmla="*/ 6654540 h 6858000"/>
              <a:gd name="connsiteX373" fmla="*/ 2299106 w 7467600"/>
              <a:gd name="connsiteY373" fmla="*/ 6778931 h 6858000"/>
              <a:gd name="connsiteX374" fmla="*/ 2314430 w 7467600"/>
              <a:gd name="connsiteY374" fmla="*/ 6801144 h 6858000"/>
              <a:gd name="connsiteX375" fmla="*/ 2352406 w 7467600"/>
              <a:gd name="connsiteY375" fmla="*/ 6858000 h 6858000"/>
              <a:gd name="connsiteX376" fmla="*/ 2314492 w 7467600"/>
              <a:gd name="connsiteY376" fmla="*/ 6858000 h 6858000"/>
              <a:gd name="connsiteX377" fmla="*/ 2288095 w 7467600"/>
              <a:gd name="connsiteY377" fmla="*/ 6818030 h 6858000"/>
              <a:gd name="connsiteX378" fmla="*/ 2272768 w 7467600"/>
              <a:gd name="connsiteY378" fmla="*/ 6795822 h 6858000"/>
              <a:gd name="connsiteX379" fmla="*/ 2182715 w 7467600"/>
              <a:gd name="connsiteY379" fmla="*/ 6675071 h 6858000"/>
              <a:gd name="connsiteX380" fmla="*/ 2032061 w 7467600"/>
              <a:gd name="connsiteY380" fmla="*/ 6541380 h 6858000"/>
              <a:gd name="connsiteX381" fmla="*/ 2257220 w 7467600"/>
              <a:gd name="connsiteY381" fmla="*/ 6826257 h 6858000"/>
              <a:gd name="connsiteX382" fmla="*/ 2281324 w 7467600"/>
              <a:gd name="connsiteY382" fmla="*/ 6858000 h 6858000"/>
              <a:gd name="connsiteX383" fmla="*/ 2242860 w 7467600"/>
              <a:gd name="connsiteY383" fmla="*/ 6858000 h 6858000"/>
              <a:gd name="connsiteX384" fmla="*/ 2232818 w 7467600"/>
              <a:gd name="connsiteY384" fmla="*/ 6844926 h 6858000"/>
              <a:gd name="connsiteX385" fmla="*/ 1990172 w 7467600"/>
              <a:gd name="connsiteY385" fmla="*/ 6542121 h 6858000"/>
              <a:gd name="connsiteX386" fmla="*/ 2124090 w 7467600"/>
              <a:gd name="connsiteY386" fmla="*/ 6761017 h 6858000"/>
              <a:gd name="connsiteX387" fmla="*/ 2200380 w 7467600"/>
              <a:gd name="connsiteY387" fmla="*/ 6858000 h 6858000"/>
              <a:gd name="connsiteX388" fmla="*/ 2147507 w 7467600"/>
              <a:gd name="connsiteY388" fmla="*/ 6858000 h 6858000"/>
              <a:gd name="connsiteX389" fmla="*/ 2070668 w 7467600"/>
              <a:gd name="connsiteY389" fmla="*/ 6761520 h 6858000"/>
              <a:gd name="connsiteX390" fmla="*/ 1975142 w 7467600"/>
              <a:gd name="connsiteY390" fmla="*/ 6585570 h 6858000"/>
              <a:gd name="connsiteX391" fmla="*/ 2050035 w 7467600"/>
              <a:gd name="connsiteY391" fmla="*/ 6813345 h 6858000"/>
              <a:gd name="connsiteX392" fmla="*/ 2063025 w 7467600"/>
              <a:gd name="connsiteY392" fmla="*/ 6858000 h 6858000"/>
              <a:gd name="connsiteX393" fmla="*/ 2021675 w 7467600"/>
              <a:gd name="connsiteY393" fmla="*/ 6858000 h 6858000"/>
              <a:gd name="connsiteX394" fmla="*/ 2019308 w 7467600"/>
              <a:gd name="connsiteY394" fmla="*/ 6847118 h 6858000"/>
              <a:gd name="connsiteX395" fmla="*/ 1938835 w 7467600"/>
              <a:gd name="connsiteY395" fmla="*/ 6551160 h 6858000"/>
              <a:gd name="connsiteX396" fmla="*/ 1953230 w 7467600"/>
              <a:gd name="connsiteY396" fmla="*/ 6759699 h 6858000"/>
              <a:gd name="connsiteX397" fmla="*/ 1956763 w 7467600"/>
              <a:gd name="connsiteY397" fmla="*/ 6778191 h 6858000"/>
              <a:gd name="connsiteX398" fmla="*/ 1967925 w 7467600"/>
              <a:gd name="connsiteY398" fmla="*/ 6858000 h 6858000"/>
              <a:gd name="connsiteX399" fmla="*/ 1936622 w 7467600"/>
              <a:gd name="connsiteY399" fmla="*/ 6858000 h 6858000"/>
              <a:gd name="connsiteX400" fmla="*/ 1926261 w 7467600"/>
              <a:gd name="connsiteY400" fmla="*/ 6784064 h 6858000"/>
              <a:gd name="connsiteX401" fmla="*/ 1922724 w 7467600"/>
              <a:gd name="connsiteY401" fmla="*/ 6765577 h 6858000"/>
              <a:gd name="connsiteX402" fmla="*/ 1904650 w 7467600"/>
              <a:gd name="connsiteY402" fmla="*/ 6639616 h 6858000"/>
              <a:gd name="connsiteX403" fmla="*/ 1885273 w 7467600"/>
              <a:gd name="connsiteY403" fmla="*/ 6858000 h 6858000"/>
              <a:gd name="connsiteX404" fmla="*/ 1854363 w 7467600"/>
              <a:gd name="connsiteY404" fmla="*/ 6858000 h 6858000"/>
              <a:gd name="connsiteX405" fmla="*/ 1880391 w 7467600"/>
              <a:gd name="connsiteY405" fmla="*/ 6603796 h 6858000"/>
              <a:gd name="connsiteX406" fmla="*/ 1818273 w 7467600"/>
              <a:gd name="connsiteY406" fmla="*/ 6715729 h 6858000"/>
              <a:gd name="connsiteX407" fmla="*/ 1794691 w 7467600"/>
              <a:gd name="connsiteY407" fmla="*/ 6843239 h 6858000"/>
              <a:gd name="connsiteX408" fmla="*/ 1794914 w 7467600"/>
              <a:gd name="connsiteY408" fmla="*/ 6858000 h 6858000"/>
              <a:gd name="connsiteX409" fmla="*/ 1746128 w 7467600"/>
              <a:gd name="connsiteY409" fmla="*/ 6858000 h 6858000"/>
              <a:gd name="connsiteX410" fmla="*/ 1753934 w 7467600"/>
              <a:gd name="connsiteY410" fmla="*/ 6724796 h 6858000"/>
              <a:gd name="connsiteX411" fmla="*/ 1792053 w 7467600"/>
              <a:gd name="connsiteY411" fmla="*/ 6572396 h 6858000"/>
              <a:gd name="connsiteX412" fmla="*/ 1862248 w 7467600"/>
              <a:gd name="connsiteY412" fmla="*/ 6266397 h 6858000"/>
              <a:gd name="connsiteX413" fmla="*/ 1862250 w 7467600"/>
              <a:gd name="connsiteY413" fmla="*/ 6033531 h 6858000"/>
              <a:gd name="connsiteX414" fmla="*/ 1211999 w 7467600"/>
              <a:gd name="connsiteY414" fmla="*/ 6683610 h 6858000"/>
              <a:gd name="connsiteX415" fmla="*/ 1213266 w 7467600"/>
              <a:gd name="connsiteY415" fmla="*/ 6691947 h 6858000"/>
              <a:gd name="connsiteX416" fmla="*/ 1203370 w 7467600"/>
              <a:gd name="connsiteY416" fmla="*/ 6850676 h 6858000"/>
              <a:gd name="connsiteX417" fmla="*/ 1203671 w 7467600"/>
              <a:gd name="connsiteY417" fmla="*/ 6858000 h 6858000"/>
              <a:gd name="connsiteX418" fmla="*/ 1143180 w 7467600"/>
              <a:gd name="connsiteY418" fmla="*/ 6858000 h 6858000"/>
              <a:gd name="connsiteX419" fmla="*/ 1142176 w 7467600"/>
              <a:gd name="connsiteY419" fmla="*/ 6766045 h 6858000"/>
              <a:gd name="connsiteX420" fmla="*/ 1067484 w 7467600"/>
              <a:gd name="connsiteY420" fmla="*/ 6858000 h 6858000"/>
              <a:gd name="connsiteX421" fmla="*/ 953928 w 7467600"/>
              <a:gd name="connsiteY421" fmla="*/ 6858000 h 6858000"/>
              <a:gd name="connsiteX422" fmla="*/ 959715 w 7467600"/>
              <a:gd name="connsiteY422" fmla="*/ 6850185 h 6858000"/>
              <a:gd name="connsiteX423" fmla="*/ 1483788 w 7467600"/>
              <a:gd name="connsiteY423" fmla="*/ 6259174 h 6858000"/>
              <a:gd name="connsiteX424" fmla="*/ 1100671 w 7467600"/>
              <a:gd name="connsiteY424" fmla="*/ 6252137 h 6858000"/>
              <a:gd name="connsiteX425" fmla="*/ 1090144 w 7467600"/>
              <a:gd name="connsiteY425" fmla="*/ 6256748 h 6858000"/>
              <a:gd name="connsiteX426" fmla="*/ 1095872 w 7467600"/>
              <a:gd name="connsiteY426" fmla="*/ 6271892 h 6858000"/>
              <a:gd name="connsiteX427" fmla="*/ 262785 w 7467600"/>
              <a:gd name="connsiteY427" fmla="*/ 6845450 h 6858000"/>
              <a:gd name="connsiteX428" fmla="*/ 209968 w 7467600"/>
              <a:gd name="connsiteY428" fmla="*/ 6770713 h 6858000"/>
              <a:gd name="connsiteX429" fmla="*/ 873460 w 7467600"/>
              <a:gd name="connsiteY429" fmla="*/ 6253768 h 6858000"/>
              <a:gd name="connsiteX430" fmla="*/ 192686 w 7467600"/>
              <a:gd name="connsiteY430" fmla="*/ 5849257 h 6858000"/>
              <a:gd name="connsiteX431" fmla="*/ 4696 w 7467600"/>
              <a:gd name="connsiteY431" fmla="*/ 5697668 h 6858000"/>
              <a:gd name="connsiteX432" fmla="*/ 0 w 7467600"/>
              <a:gd name="connsiteY432" fmla="*/ 5689984 h 6858000"/>
              <a:gd name="connsiteX433" fmla="*/ 0 w 7467600"/>
              <a:gd name="connsiteY433" fmla="*/ 5513472 h 6858000"/>
              <a:gd name="connsiteX434" fmla="*/ 174101 w 7467600"/>
              <a:gd name="connsiteY434" fmla="*/ 5620277 h 6858000"/>
              <a:gd name="connsiteX435" fmla="*/ 891800 w 7467600"/>
              <a:gd name="connsiteY435" fmla="*/ 6036935 h 6858000"/>
              <a:gd name="connsiteX436" fmla="*/ 1072219 w 7467600"/>
              <a:gd name="connsiteY436" fmla="*/ 6169443 h 6858000"/>
              <a:gd name="connsiteX437" fmla="*/ 1074117 w 7467600"/>
              <a:gd name="connsiteY437" fmla="*/ 6170301 h 6858000"/>
              <a:gd name="connsiteX438" fmla="*/ 1083114 w 7467600"/>
              <a:gd name="connsiteY438" fmla="*/ 6174131 h 6858000"/>
              <a:gd name="connsiteX439" fmla="*/ 1543010 w 7467600"/>
              <a:gd name="connsiteY439" fmla="*/ 6191140 h 6858000"/>
              <a:gd name="connsiteX440" fmla="*/ 1551080 w 7467600"/>
              <a:gd name="connsiteY440" fmla="*/ 6195006 h 6858000"/>
              <a:gd name="connsiteX441" fmla="*/ 2345443 w 7467600"/>
              <a:gd name="connsiteY441" fmla="*/ 5549882 h 6858000"/>
              <a:gd name="connsiteX442" fmla="*/ 1721499 w 7467600"/>
              <a:gd name="connsiteY442" fmla="*/ 5599969 h 6858000"/>
              <a:gd name="connsiteX443" fmla="*/ 767716 w 7467600"/>
              <a:gd name="connsiteY443" fmla="*/ 5472768 h 6858000"/>
              <a:gd name="connsiteX444" fmla="*/ 722147 w 7467600"/>
              <a:gd name="connsiteY444" fmla="*/ 5393091 h 6858000"/>
              <a:gd name="connsiteX445" fmla="*/ 1485552 w 7467600"/>
              <a:gd name="connsiteY445" fmla="*/ 5313202 h 6858000"/>
              <a:gd name="connsiteX446" fmla="*/ 2143004 w 7467600"/>
              <a:gd name="connsiteY446" fmla="*/ 5402420 h 6858000"/>
              <a:gd name="connsiteX447" fmla="*/ 1933391 w 7467600"/>
              <a:gd name="connsiteY447" fmla="*/ 5156971 h 6858000"/>
              <a:gd name="connsiteX448" fmla="*/ 1827118 w 7467600"/>
              <a:gd name="connsiteY448" fmla="*/ 4968410 h 6858000"/>
              <a:gd name="connsiteX449" fmla="*/ 1837349 w 7467600"/>
              <a:gd name="connsiteY449" fmla="*/ 4956357 h 6858000"/>
              <a:gd name="connsiteX450" fmla="*/ 2162835 w 7467600"/>
              <a:gd name="connsiteY450" fmla="*/ 5187853 h 6858000"/>
              <a:gd name="connsiteX451" fmla="*/ 2257167 w 7467600"/>
              <a:gd name="connsiteY451" fmla="*/ 5462123 h 6858000"/>
              <a:gd name="connsiteX452" fmla="*/ 2261598 w 7467600"/>
              <a:gd name="connsiteY452" fmla="*/ 5467998 h 6858000"/>
              <a:gd name="connsiteX453" fmla="*/ 2437177 w 7467600"/>
              <a:gd name="connsiteY453" fmla="*/ 5479608 h 6858000"/>
              <a:gd name="connsiteX454" fmla="*/ 2445247 w 7467600"/>
              <a:gd name="connsiteY454" fmla="*/ 5483476 h 6858000"/>
              <a:gd name="connsiteX455" fmla="*/ 2743626 w 7467600"/>
              <a:gd name="connsiteY455" fmla="*/ 5304819 h 6858000"/>
              <a:gd name="connsiteX456" fmla="*/ 3048102 w 7467600"/>
              <a:gd name="connsiteY456" fmla="*/ 5150595 h 6858000"/>
              <a:gd name="connsiteX457" fmla="*/ 1799414 w 7467600"/>
              <a:gd name="connsiteY457" fmla="*/ 4694732 h 6858000"/>
              <a:gd name="connsiteX458" fmla="*/ 1771735 w 7467600"/>
              <a:gd name="connsiteY458" fmla="*/ 4619929 h 6858000"/>
              <a:gd name="connsiteX459" fmla="*/ 3104273 w 7467600"/>
              <a:gd name="connsiteY459" fmla="*/ 5076159 h 6858000"/>
              <a:gd name="connsiteX460" fmla="*/ 3113245 w 7467600"/>
              <a:gd name="connsiteY460" fmla="*/ 5090705 h 6858000"/>
              <a:gd name="connsiteX461" fmla="*/ 3126294 w 7467600"/>
              <a:gd name="connsiteY461" fmla="*/ 5114400 h 6858000"/>
              <a:gd name="connsiteX462" fmla="*/ 3937433 w 7467600"/>
              <a:gd name="connsiteY462" fmla="*/ 4830473 h 6858000"/>
              <a:gd name="connsiteX463" fmla="*/ 3590475 w 7467600"/>
              <a:gd name="connsiteY463" fmla="*/ 4597974 h 6858000"/>
              <a:gd name="connsiteX464" fmla="*/ 3100264 w 7467600"/>
              <a:gd name="connsiteY464" fmla="*/ 4579845 h 6858000"/>
              <a:gd name="connsiteX465" fmla="*/ 2183576 w 7467600"/>
              <a:gd name="connsiteY465" fmla="*/ 4227150 h 6858000"/>
              <a:gd name="connsiteX466" fmla="*/ 2151029 w 7467600"/>
              <a:gd name="connsiteY466" fmla="*/ 4146947 h 6858000"/>
              <a:gd name="connsiteX467" fmla="*/ 3563434 w 7467600"/>
              <a:gd name="connsiteY467" fmla="*/ 4469115 h 6858000"/>
              <a:gd name="connsiteX468" fmla="*/ 3177952 w 7467600"/>
              <a:gd name="connsiteY468" fmla="*/ 3657386 h 6858000"/>
              <a:gd name="connsiteX469" fmla="*/ 3189263 w 7467600"/>
              <a:gd name="connsiteY469" fmla="*/ 3625726 h 6858000"/>
              <a:gd name="connsiteX470" fmla="*/ 3560912 w 7467600"/>
              <a:gd name="connsiteY470" fmla="*/ 4079863 h 6858000"/>
              <a:gd name="connsiteX471" fmla="*/ 3626636 w 7467600"/>
              <a:gd name="connsiteY471" fmla="*/ 4512230 h 6858000"/>
              <a:gd name="connsiteX472" fmla="*/ 3653088 w 7467600"/>
              <a:gd name="connsiteY472" fmla="*/ 4521417 h 6858000"/>
              <a:gd name="connsiteX473" fmla="*/ 3988128 w 7467600"/>
              <a:gd name="connsiteY473" fmla="*/ 4817267 h 6858000"/>
              <a:gd name="connsiteX474" fmla="*/ 4830582 w 7467600"/>
              <a:gd name="connsiteY474" fmla="*/ 4676000 h 6858000"/>
              <a:gd name="connsiteX475" fmla="*/ 4830100 w 7467600"/>
              <a:gd name="connsiteY475" fmla="*/ 4675554 h 6858000"/>
              <a:gd name="connsiteX476" fmla="*/ 4036318 w 7467600"/>
              <a:gd name="connsiteY476" fmla="*/ 4147013 h 6858000"/>
              <a:gd name="connsiteX477" fmla="*/ 3432098 w 7467600"/>
              <a:gd name="connsiteY477" fmla="*/ 3537312 h 6858000"/>
              <a:gd name="connsiteX478" fmla="*/ 3446761 w 7467600"/>
              <a:gd name="connsiteY478" fmla="*/ 3461278 h 6858000"/>
              <a:gd name="connsiteX479" fmla="*/ 4419733 w 7467600"/>
              <a:gd name="connsiteY479" fmla="*/ 3963555 h 6858000"/>
              <a:gd name="connsiteX480" fmla="*/ 4781371 w 7467600"/>
              <a:gd name="connsiteY480" fmla="*/ 4458604 h 6858000"/>
              <a:gd name="connsiteX481" fmla="*/ 4780440 w 7467600"/>
              <a:gd name="connsiteY481" fmla="*/ 4470290 h 6858000"/>
              <a:gd name="connsiteX482" fmla="*/ 4898954 w 7467600"/>
              <a:gd name="connsiteY482" fmla="*/ 4662092 h 6858000"/>
              <a:gd name="connsiteX483" fmla="*/ 4900699 w 7467600"/>
              <a:gd name="connsiteY483" fmla="*/ 4670867 h 6858000"/>
              <a:gd name="connsiteX484" fmla="*/ 5714511 w 7467600"/>
              <a:gd name="connsiteY484" fmla="*/ 4663483 h 6858000"/>
              <a:gd name="connsiteX485" fmla="*/ 5464793 w 7467600"/>
              <a:gd name="connsiteY485" fmla="*/ 4393556 h 6858000"/>
              <a:gd name="connsiteX486" fmla="*/ 5461897 w 7467600"/>
              <a:gd name="connsiteY486" fmla="*/ 4390879 h 6858000"/>
              <a:gd name="connsiteX487" fmla="*/ 4294126 w 7467600"/>
              <a:gd name="connsiteY487" fmla="*/ 3303048 h 6858000"/>
              <a:gd name="connsiteX488" fmla="*/ 4305321 w 7467600"/>
              <a:gd name="connsiteY488" fmla="*/ 3256953 h 6858000"/>
              <a:gd name="connsiteX489" fmla="*/ 4949299 w 7467600"/>
              <a:gd name="connsiteY489" fmla="*/ 3766336 h 6858000"/>
              <a:gd name="connsiteX490" fmla="*/ 5291452 w 7467600"/>
              <a:gd name="connsiteY490" fmla="*/ 4076801 h 6858000"/>
              <a:gd name="connsiteX491" fmla="*/ 5434998 w 7467600"/>
              <a:gd name="connsiteY491" fmla="*/ 4254100 h 6858000"/>
              <a:gd name="connsiteX492" fmla="*/ 5351015 w 7467600"/>
              <a:gd name="connsiteY492" fmla="*/ 3760989 h 6858000"/>
              <a:gd name="connsiteX493" fmla="*/ 5413780 w 7467600"/>
              <a:gd name="connsiteY493" fmla="*/ 2966265 h 6858000"/>
              <a:gd name="connsiteX494" fmla="*/ 5425627 w 7467600"/>
              <a:gd name="connsiteY494" fmla="*/ 2954192 h 6858000"/>
              <a:gd name="connsiteX495" fmla="*/ 6604735 w 7467600"/>
              <a:gd name="connsiteY495" fmla="*/ 2041381 h 6858000"/>
              <a:gd name="connsiteX496" fmla="*/ 7204487 w 7467600"/>
              <a:gd name="connsiteY496" fmla="*/ 2742112 h 6858000"/>
              <a:gd name="connsiteX497" fmla="*/ 7131592 w 7467600"/>
              <a:gd name="connsiteY497" fmla="*/ 2672096 h 6858000"/>
              <a:gd name="connsiteX498" fmla="*/ 6996344 w 7467600"/>
              <a:gd name="connsiteY498" fmla="*/ 2518310 h 6858000"/>
              <a:gd name="connsiteX499" fmla="*/ 6735495 w 7467600"/>
              <a:gd name="connsiteY499" fmla="*/ 2196890 h 6858000"/>
              <a:gd name="connsiteX500" fmla="*/ 6721901 w 7467600"/>
              <a:gd name="connsiteY500" fmla="*/ 2179274 h 6858000"/>
              <a:gd name="connsiteX501" fmla="*/ 6604735 w 7467600"/>
              <a:gd name="connsiteY501" fmla="*/ 2041381 h 6858000"/>
              <a:gd name="connsiteX502" fmla="*/ 6591670 w 7467600"/>
              <a:gd name="connsiteY502" fmla="*/ 1988277 h 6858000"/>
              <a:gd name="connsiteX503" fmla="*/ 6747349 w 7467600"/>
              <a:gd name="connsiteY503" fmla="*/ 2160069 h 6858000"/>
              <a:gd name="connsiteX504" fmla="*/ 6760943 w 7467600"/>
              <a:gd name="connsiteY504" fmla="*/ 2177686 h 6858000"/>
              <a:gd name="connsiteX505" fmla="*/ 7021065 w 7467600"/>
              <a:gd name="connsiteY505" fmla="*/ 2498102 h 6858000"/>
              <a:gd name="connsiteX506" fmla="*/ 7155223 w 7467600"/>
              <a:gd name="connsiteY506" fmla="*/ 2650386 h 6858000"/>
              <a:gd name="connsiteX507" fmla="*/ 7203167 w 7467600"/>
              <a:gd name="connsiteY507" fmla="*/ 2697288 h 6858000"/>
              <a:gd name="connsiteX508" fmla="*/ 6937703 w 7467600"/>
              <a:gd name="connsiteY508" fmla="*/ 2321981 h 6858000"/>
              <a:gd name="connsiteX509" fmla="*/ 6591670 w 7467600"/>
              <a:gd name="connsiteY509" fmla="*/ 1988277 h 6858000"/>
              <a:gd name="connsiteX510" fmla="*/ 5798671 w 7467600"/>
              <a:gd name="connsiteY510" fmla="*/ 1981601 h 6858000"/>
              <a:gd name="connsiteX511" fmla="*/ 5754709 w 7467600"/>
              <a:gd name="connsiteY511" fmla="*/ 2071454 h 6858000"/>
              <a:gd name="connsiteX512" fmla="*/ 5763044 w 7467600"/>
              <a:gd name="connsiteY512" fmla="*/ 2842206 h 6858000"/>
              <a:gd name="connsiteX513" fmla="*/ 5764974 w 7467600"/>
              <a:gd name="connsiteY513" fmla="*/ 2799609 h 6858000"/>
              <a:gd name="connsiteX514" fmla="*/ 5767665 w 7467600"/>
              <a:gd name="connsiteY514" fmla="*/ 2666409 h 6858000"/>
              <a:gd name="connsiteX515" fmla="*/ 5763055 w 7467600"/>
              <a:gd name="connsiteY515" fmla="*/ 2579705 h 6858000"/>
              <a:gd name="connsiteX516" fmla="*/ 5758079 w 7467600"/>
              <a:gd name="connsiteY516" fmla="*/ 2492508 h 6858000"/>
              <a:gd name="connsiteX517" fmla="*/ 5779325 w 7467600"/>
              <a:gd name="connsiteY517" fmla="*/ 2197069 h 6858000"/>
              <a:gd name="connsiteX518" fmla="*/ 5798671 w 7467600"/>
              <a:gd name="connsiteY518" fmla="*/ 1981601 h 6858000"/>
              <a:gd name="connsiteX519" fmla="*/ 5829202 w 7467600"/>
              <a:gd name="connsiteY519" fmla="*/ 1971679 h 6858000"/>
              <a:gd name="connsiteX520" fmla="*/ 5809558 w 7467600"/>
              <a:gd name="connsiteY520" fmla="*/ 2198043 h 6858000"/>
              <a:gd name="connsiteX521" fmla="*/ 5788653 w 7467600"/>
              <a:gd name="connsiteY521" fmla="*/ 2489430 h 6858000"/>
              <a:gd name="connsiteX522" fmla="*/ 5793439 w 7467600"/>
              <a:gd name="connsiteY522" fmla="*/ 2575235 h 6858000"/>
              <a:gd name="connsiteX523" fmla="*/ 5796837 w 7467600"/>
              <a:gd name="connsiteY523" fmla="*/ 2637633 h 6858000"/>
              <a:gd name="connsiteX524" fmla="*/ 5818614 w 7467600"/>
              <a:gd name="connsiteY524" fmla="*/ 2473055 h 6858000"/>
              <a:gd name="connsiteX525" fmla="*/ 5829202 w 7467600"/>
              <a:gd name="connsiteY525" fmla="*/ 1971679 h 6858000"/>
              <a:gd name="connsiteX526" fmla="*/ 5911389 w 7467600"/>
              <a:gd name="connsiteY526" fmla="*/ 1898371 h 6858000"/>
              <a:gd name="connsiteX527" fmla="*/ 6237627 w 7467600"/>
              <a:gd name="connsiteY527" fmla="*/ 2231921 h 6858000"/>
              <a:gd name="connsiteX528" fmla="*/ 5911389 w 7467600"/>
              <a:gd name="connsiteY528" fmla="*/ 1898371 h 6858000"/>
              <a:gd name="connsiteX529" fmla="*/ 6944437 w 7467600"/>
              <a:gd name="connsiteY529" fmla="*/ 1575402 h 6858000"/>
              <a:gd name="connsiteX530" fmla="*/ 6304730 w 7467600"/>
              <a:gd name="connsiteY530" fmla="*/ 1766654 h 6858000"/>
              <a:gd name="connsiteX531" fmla="*/ 6944437 w 7467600"/>
              <a:gd name="connsiteY531" fmla="*/ 1575402 h 6858000"/>
              <a:gd name="connsiteX532" fmla="*/ 7019523 w 7467600"/>
              <a:gd name="connsiteY532" fmla="*/ 1519450 h 6858000"/>
              <a:gd name="connsiteX533" fmla="*/ 6298091 w 7467600"/>
              <a:gd name="connsiteY533" fmla="*/ 1737122 h 6858000"/>
              <a:gd name="connsiteX534" fmla="*/ 7019523 w 7467600"/>
              <a:gd name="connsiteY534" fmla="*/ 1519450 h 6858000"/>
              <a:gd name="connsiteX535" fmla="*/ 2399523 w 7467600"/>
              <a:gd name="connsiteY535" fmla="*/ 1428234 h 6858000"/>
              <a:gd name="connsiteX536" fmla="*/ 2224982 w 7467600"/>
              <a:gd name="connsiteY536" fmla="*/ 1826201 h 6858000"/>
              <a:gd name="connsiteX537" fmla="*/ 2096099 w 7467600"/>
              <a:gd name="connsiteY537" fmla="*/ 2345900 h 6858000"/>
              <a:gd name="connsiteX538" fmla="*/ 2283317 w 7467600"/>
              <a:gd name="connsiteY538" fmla="*/ 1796925 h 6858000"/>
              <a:gd name="connsiteX539" fmla="*/ 2399523 w 7467600"/>
              <a:gd name="connsiteY539" fmla="*/ 1428234 h 6858000"/>
              <a:gd name="connsiteX540" fmla="*/ 2448558 w 7467600"/>
              <a:gd name="connsiteY540" fmla="*/ 1373435 h 6858000"/>
              <a:gd name="connsiteX541" fmla="*/ 2312521 w 7467600"/>
              <a:gd name="connsiteY541" fmla="*/ 1806140 h 6858000"/>
              <a:gd name="connsiteX542" fmla="*/ 2127533 w 7467600"/>
              <a:gd name="connsiteY542" fmla="*/ 2348380 h 6858000"/>
              <a:gd name="connsiteX543" fmla="*/ 2358080 w 7467600"/>
              <a:gd name="connsiteY543" fmla="*/ 1866134 h 6858000"/>
              <a:gd name="connsiteX544" fmla="*/ 2407436 w 7467600"/>
              <a:gd name="connsiteY544" fmla="*/ 1651070 h 6858000"/>
              <a:gd name="connsiteX545" fmla="*/ 2448558 w 7467600"/>
              <a:gd name="connsiteY545" fmla="*/ 1373435 h 6858000"/>
              <a:gd name="connsiteX546" fmla="*/ 278707 w 7467600"/>
              <a:gd name="connsiteY546" fmla="*/ 1352270 h 6858000"/>
              <a:gd name="connsiteX547" fmla="*/ 321570 w 7467600"/>
              <a:gd name="connsiteY547" fmla="*/ 1861610 h 6858000"/>
              <a:gd name="connsiteX548" fmla="*/ 294281 w 7467600"/>
              <a:gd name="connsiteY548" fmla="*/ 1440658 h 6858000"/>
              <a:gd name="connsiteX549" fmla="*/ 278707 w 7467600"/>
              <a:gd name="connsiteY549" fmla="*/ 1352270 h 6858000"/>
              <a:gd name="connsiteX550" fmla="*/ 1423821 w 7467600"/>
              <a:gd name="connsiteY550" fmla="*/ 1351958 h 6858000"/>
              <a:gd name="connsiteX551" fmla="*/ 1638521 w 7467600"/>
              <a:gd name="connsiteY551" fmla="*/ 1908470 h 6858000"/>
              <a:gd name="connsiteX552" fmla="*/ 1754199 w 7467600"/>
              <a:gd name="connsiteY552" fmla="*/ 2149284 h 6858000"/>
              <a:gd name="connsiteX553" fmla="*/ 1908359 w 7467600"/>
              <a:gd name="connsiteY553" fmla="*/ 2364988 h 6858000"/>
              <a:gd name="connsiteX554" fmla="*/ 1647661 w 7467600"/>
              <a:gd name="connsiteY554" fmla="*/ 1825945 h 6858000"/>
              <a:gd name="connsiteX555" fmla="*/ 1423821 w 7467600"/>
              <a:gd name="connsiteY555" fmla="*/ 1351958 h 6858000"/>
              <a:gd name="connsiteX556" fmla="*/ 1431890 w 7467600"/>
              <a:gd name="connsiteY556" fmla="*/ 1306475 h 6858000"/>
              <a:gd name="connsiteX557" fmla="*/ 1507597 w 7467600"/>
              <a:gd name="connsiteY557" fmla="*/ 1446132 h 6858000"/>
              <a:gd name="connsiteX558" fmla="*/ 1674586 w 7467600"/>
              <a:gd name="connsiteY558" fmla="*/ 1813832 h 6858000"/>
              <a:gd name="connsiteX559" fmla="*/ 1815950 w 7467600"/>
              <a:gd name="connsiteY559" fmla="*/ 2128564 h 6858000"/>
              <a:gd name="connsiteX560" fmla="*/ 1984242 w 7467600"/>
              <a:gd name="connsiteY560" fmla="*/ 2430829 h 6858000"/>
              <a:gd name="connsiteX561" fmla="*/ 2014023 w 7467600"/>
              <a:gd name="connsiteY561" fmla="*/ 2450995 h 6858000"/>
              <a:gd name="connsiteX562" fmla="*/ 1747337 w 7467600"/>
              <a:gd name="connsiteY562" fmla="*/ 1855264 h 6858000"/>
              <a:gd name="connsiteX563" fmla="*/ 1533749 w 7467600"/>
              <a:gd name="connsiteY563" fmla="*/ 1478656 h 6858000"/>
              <a:gd name="connsiteX564" fmla="*/ 1431890 w 7467600"/>
              <a:gd name="connsiteY564" fmla="*/ 1306475 h 6858000"/>
              <a:gd name="connsiteX565" fmla="*/ 5052692 w 7467600"/>
              <a:gd name="connsiteY565" fmla="*/ 1292994 h 6858000"/>
              <a:gd name="connsiteX566" fmla="*/ 5200661 w 7467600"/>
              <a:gd name="connsiteY566" fmla="*/ 1635186 h 6858000"/>
              <a:gd name="connsiteX567" fmla="*/ 5297138 w 7467600"/>
              <a:gd name="connsiteY567" fmla="*/ 1906351 h 6858000"/>
              <a:gd name="connsiteX568" fmla="*/ 5052692 w 7467600"/>
              <a:gd name="connsiteY568" fmla="*/ 1292994 h 6858000"/>
              <a:gd name="connsiteX569" fmla="*/ 5009948 w 7467600"/>
              <a:gd name="connsiteY569" fmla="*/ 1273619 h 6858000"/>
              <a:gd name="connsiteX570" fmla="*/ 5121777 w 7467600"/>
              <a:gd name="connsiteY570" fmla="*/ 1654213 h 6858000"/>
              <a:gd name="connsiteX571" fmla="*/ 5293545 w 7467600"/>
              <a:gd name="connsiteY571" fmla="*/ 2072247 h 6858000"/>
              <a:gd name="connsiteX572" fmla="*/ 5294042 w 7467600"/>
              <a:gd name="connsiteY572" fmla="*/ 2065019 h 6858000"/>
              <a:gd name="connsiteX573" fmla="*/ 5171936 w 7467600"/>
              <a:gd name="connsiteY573" fmla="*/ 1647613 h 6858000"/>
              <a:gd name="connsiteX574" fmla="*/ 5009948 w 7467600"/>
              <a:gd name="connsiteY574" fmla="*/ 1273619 h 6858000"/>
              <a:gd name="connsiteX575" fmla="*/ 655236 w 7467600"/>
              <a:gd name="connsiteY575" fmla="*/ 1268632 h 6858000"/>
              <a:gd name="connsiteX576" fmla="*/ 839521 w 7467600"/>
              <a:gd name="connsiteY576" fmla="*/ 1685315 h 6858000"/>
              <a:gd name="connsiteX577" fmla="*/ 1109416 w 7467600"/>
              <a:gd name="connsiteY577" fmla="*/ 2061663 h 6858000"/>
              <a:gd name="connsiteX578" fmla="*/ 1298300 w 7467600"/>
              <a:gd name="connsiteY578" fmla="*/ 2247742 h 6858000"/>
              <a:gd name="connsiteX579" fmla="*/ 1125871 w 7467600"/>
              <a:gd name="connsiteY579" fmla="*/ 1989513 h 6858000"/>
              <a:gd name="connsiteX580" fmla="*/ 981574 w 7467600"/>
              <a:gd name="connsiteY580" fmla="*/ 1783157 h 6858000"/>
              <a:gd name="connsiteX581" fmla="*/ 922198 w 7467600"/>
              <a:gd name="connsiteY581" fmla="*/ 1677437 h 6858000"/>
              <a:gd name="connsiteX582" fmla="*/ 869293 w 7467600"/>
              <a:gd name="connsiteY582" fmla="*/ 1583214 h 6858000"/>
              <a:gd name="connsiteX583" fmla="*/ 751431 w 7467600"/>
              <a:gd name="connsiteY583" fmla="*/ 1405731 h 6858000"/>
              <a:gd name="connsiteX584" fmla="*/ 655236 w 7467600"/>
              <a:gd name="connsiteY584" fmla="*/ 1268632 h 6858000"/>
              <a:gd name="connsiteX585" fmla="*/ 6516292 w 7467600"/>
              <a:gd name="connsiteY585" fmla="*/ 1263064 h 6858000"/>
              <a:gd name="connsiteX586" fmla="*/ 5736320 w 7467600"/>
              <a:gd name="connsiteY586" fmla="*/ 1501803 h 6858000"/>
              <a:gd name="connsiteX587" fmla="*/ 6516292 w 7467600"/>
              <a:gd name="connsiteY587" fmla="*/ 1263064 h 6858000"/>
              <a:gd name="connsiteX588" fmla="*/ 291466 w 7467600"/>
              <a:gd name="connsiteY588" fmla="*/ 1250369 h 6858000"/>
              <a:gd name="connsiteX589" fmla="*/ 323180 w 7467600"/>
              <a:gd name="connsiteY589" fmla="*/ 1435283 h 6858000"/>
              <a:gd name="connsiteX590" fmla="*/ 349381 w 7467600"/>
              <a:gd name="connsiteY590" fmla="*/ 1875041 h 6858000"/>
              <a:gd name="connsiteX591" fmla="*/ 374363 w 7467600"/>
              <a:gd name="connsiteY591" fmla="*/ 1506494 h 6858000"/>
              <a:gd name="connsiteX592" fmla="*/ 302168 w 7467600"/>
              <a:gd name="connsiteY592" fmla="*/ 1274495 h 6858000"/>
              <a:gd name="connsiteX593" fmla="*/ 291466 w 7467600"/>
              <a:gd name="connsiteY593" fmla="*/ 1250369 h 6858000"/>
              <a:gd name="connsiteX594" fmla="*/ 678222 w 7467600"/>
              <a:gd name="connsiteY594" fmla="*/ 1248670 h 6858000"/>
              <a:gd name="connsiteX595" fmla="*/ 775536 w 7467600"/>
              <a:gd name="connsiteY595" fmla="*/ 1388015 h 6858000"/>
              <a:gd name="connsiteX596" fmla="*/ 894529 w 7467600"/>
              <a:gd name="connsiteY596" fmla="*/ 1567739 h 6858000"/>
              <a:gd name="connsiteX597" fmla="*/ 948000 w 7467600"/>
              <a:gd name="connsiteY597" fmla="*/ 1663088 h 6858000"/>
              <a:gd name="connsiteX598" fmla="*/ 1006812 w 7467600"/>
              <a:gd name="connsiteY598" fmla="*/ 1767683 h 6858000"/>
              <a:gd name="connsiteX599" fmla="*/ 1149133 w 7467600"/>
              <a:gd name="connsiteY599" fmla="*/ 1971513 h 6858000"/>
              <a:gd name="connsiteX600" fmla="*/ 1333952 w 7467600"/>
              <a:gd name="connsiteY600" fmla="*/ 2251620 h 6858000"/>
              <a:gd name="connsiteX601" fmla="*/ 1337329 w 7467600"/>
              <a:gd name="connsiteY601" fmla="*/ 2258350 h 6858000"/>
              <a:gd name="connsiteX602" fmla="*/ 1014726 w 7467600"/>
              <a:gd name="connsiteY602" fmla="*/ 1615556 h 6858000"/>
              <a:gd name="connsiteX603" fmla="*/ 678222 w 7467600"/>
              <a:gd name="connsiteY603" fmla="*/ 1248670 h 6858000"/>
              <a:gd name="connsiteX604" fmla="*/ 6691602 w 7467600"/>
              <a:gd name="connsiteY604" fmla="*/ 1140573 h 6858000"/>
              <a:gd name="connsiteX605" fmla="*/ 6571100 w 7467600"/>
              <a:gd name="connsiteY605" fmla="*/ 1183662 h 6858000"/>
              <a:gd name="connsiteX606" fmla="*/ 6241687 w 7467600"/>
              <a:gd name="connsiteY606" fmla="*/ 1257600 h 6858000"/>
              <a:gd name="connsiteX607" fmla="*/ 5693009 w 7467600"/>
              <a:gd name="connsiteY607" fmla="*/ 1478256 h 6858000"/>
              <a:gd name="connsiteX608" fmla="*/ 6548420 w 7467600"/>
              <a:gd name="connsiteY608" fmla="*/ 1214599 h 6858000"/>
              <a:gd name="connsiteX609" fmla="*/ 6605473 w 7467600"/>
              <a:gd name="connsiteY609" fmla="*/ 1184686 h 6858000"/>
              <a:gd name="connsiteX610" fmla="*/ 6691602 w 7467600"/>
              <a:gd name="connsiteY610" fmla="*/ 1140573 h 6858000"/>
              <a:gd name="connsiteX611" fmla="*/ 4002475 w 7467600"/>
              <a:gd name="connsiteY611" fmla="*/ 1037802 h 6858000"/>
              <a:gd name="connsiteX612" fmla="*/ 4000324 w 7467600"/>
              <a:gd name="connsiteY612" fmla="*/ 1039362 h 6858000"/>
              <a:gd name="connsiteX613" fmla="*/ 4002862 w 7467600"/>
              <a:gd name="connsiteY613" fmla="*/ 1042866 h 6858000"/>
              <a:gd name="connsiteX614" fmla="*/ 4002475 w 7467600"/>
              <a:gd name="connsiteY614" fmla="*/ 1037802 h 6858000"/>
              <a:gd name="connsiteX615" fmla="*/ 506322 w 7467600"/>
              <a:gd name="connsiteY615" fmla="*/ 1020997 h 6858000"/>
              <a:gd name="connsiteX616" fmla="*/ 533068 w 7467600"/>
              <a:gd name="connsiteY616" fmla="*/ 1029409 h 6858000"/>
              <a:gd name="connsiteX617" fmla="*/ 1232525 w 7467600"/>
              <a:gd name="connsiteY617" fmla="*/ 1804675 h 6858000"/>
              <a:gd name="connsiteX618" fmla="*/ 1388858 w 7467600"/>
              <a:gd name="connsiteY618" fmla="*/ 2368011 h 6858000"/>
              <a:gd name="connsiteX619" fmla="*/ 1384098 w 7467600"/>
              <a:gd name="connsiteY619" fmla="*/ 2378125 h 6858000"/>
              <a:gd name="connsiteX620" fmla="*/ 1425393 w 7467600"/>
              <a:gd name="connsiteY620" fmla="*/ 2589124 h 6858000"/>
              <a:gd name="connsiteX621" fmla="*/ 1424001 w 7467600"/>
              <a:gd name="connsiteY621" fmla="*/ 2597541 h 6858000"/>
              <a:gd name="connsiteX622" fmla="*/ 2152729 w 7467600"/>
              <a:gd name="connsiteY622" fmla="*/ 2864487 h 6858000"/>
              <a:gd name="connsiteX623" fmla="*/ 2020609 w 7467600"/>
              <a:gd name="connsiteY623" fmla="*/ 2539671 h 6858000"/>
              <a:gd name="connsiteX624" fmla="*/ 2018920 w 7467600"/>
              <a:gd name="connsiteY624" fmla="*/ 2536309 h 6858000"/>
              <a:gd name="connsiteX625" fmla="*/ 1342441 w 7467600"/>
              <a:gd name="connsiteY625" fmla="*/ 1173017 h 6858000"/>
              <a:gd name="connsiteX626" fmla="*/ 1367925 w 7467600"/>
              <a:gd name="connsiteY626" fmla="*/ 1135648 h 6858000"/>
              <a:gd name="connsiteX627" fmla="*/ 1771401 w 7467600"/>
              <a:gd name="connsiteY627" fmla="*/ 1806673 h 6858000"/>
              <a:gd name="connsiteX628" fmla="*/ 1972385 w 7467600"/>
              <a:gd name="connsiteY628" fmla="*/ 2198735 h 6858000"/>
              <a:gd name="connsiteX629" fmla="*/ 2040892 w 7467600"/>
              <a:gd name="connsiteY629" fmla="*/ 2405205 h 6858000"/>
              <a:gd name="connsiteX630" fmla="*/ 2131689 w 7467600"/>
              <a:gd name="connsiteY630" fmla="*/ 1936926 h 6858000"/>
              <a:gd name="connsiteX631" fmla="*/ 2454820 w 7467600"/>
              <a:gd name="connsiteY631" fmla="*/ 1248808 h 6858000"/>
              <a:gd name="connsiteX632" fmla="*/ 2492512 w 7467600"/>
              <a:gd name="connsiteY632" fmla="*/ 1302920 h 6858000"/>
              <a:gd name="connsiteX633" fmla="*/ 2081216 w 7467600"/>
              <a:gd name="connsiteY633" fmla="*/ 2527513 h 6858000"/>
              <a:gd name="connsiteX634" fmla="*/ 2081211 w 7467600"/>
              <a:gd name="connsiteY634" fmla="*/ 2528916 h 6858000"/>
              <a:gd name="connsiteX635" fmla="*/ 2199067 w 7467600"/>
              <a:gd name="connsiteY635" fmla="*/ 2884061 h 6858000"/>
              <a:gd name="connsiteX636" fmla="*/ 3192586 w 7467600"/>
              <a:gd name="connsiteY636" fmla="*/ 3411496 h 6858000"/>
              <a:gd name="connsiteX637" fmla="*/ 3182620 w 7467600"/>
              <a:gd name="connsiteY637" fmla="*/ 3483279 h 6858000"/>
              <a:gd name="connsiteX638" fmla="*/ 2435119 w 7467600"/>
              <a:gd name="connsiteY638" fmla="*/ 3080173 h 6858000"/>
              <a:gd name="connsiteX639" fmla="*/ 2410152 w 7467600"/>
              <a:gd name="connsiteY639" fmla="*/ 3063751 h 6858000"/>
              <a:gd name="connsiteX640" fmla="*/ 2408099 w 7467600"/>
              <a:gd name="connsiteY640" fmla="*/ 3064403 h 6858000"/>
              <a:gd name="connsiteX641" fmla="*/ 2407218 w 7467600"/>
              <a:gd name="connsiteY641" fmla="*/ 3070324 h 6858000"/>
              <a:gd name="connsiteX642" fmla="*/ 2380138 w 7467600"/>
              <a:gd name="connsiteY642" fmla="*/ 3099341 h 6858000"/>
              <a:gd name="connsiteX643" fmla="*/ 1765923 w 7467600"/>
              <a:gd name="connsiteY643" fmla="*/ 3581043 h 6858000"/>
              <a:gd name="connsiteX644" fmla="*/ 1702258 w 7467600"/>
              <a:gd name="connsiteY644" fmla="*/ 3612286 h 6858000"/>
              <a:gd name="connsiteX645" fmla="*/ 1538370 w 7467600"/>
              <a:gd name="connsiteY645" fmla="*/ 3811804 h 6858000"/>
              <a:gd name="connsiteX646" fmla="*/ 542867 w 7467600"/>
              <a:gd name="connsiteY646" fmla="*/ 4944092 h 6858000"/>
              <a:gd name="connsiteX647" fmla="*/ 515800 w 7467600"/>
              <a:gd name="connsiteY647" fmla="*/ 4862180 h 6858000"/>
              <a:gd name="connsiteX648" fmla="*/ 909145 w 7467600"/>
              <a:gd name="connsiteY648" fmla="*/ 4199225 h 6858000"/>
              <a:gd name="connsiteX649" fmla="*/ 1214067 w 7467600"/>
              <a:gd name="connsiteY649" fmla="*/ 3908561 h 6858000"/>
              <a:gd name="connsiteX650" fmla="*/ 640967 w 7467600"/>
              <a:gd name="connsiteY650" fmla="*/ 4105601 h 6858000"/>
              <a:gd name="connsiteX651" fmla="*/ 112563 w 7467600"/>
              <a:gd name="connsiteY651" fmla="*/ 4396952 h 6858000"/>
              <a:gd name="connsiteX652" fmla="*/ 0 w 7467600"/>
              <a:gd name="connsiteY652" fmla="*/ 4466006 h 6858000"/>
              <a:gd name="connsiteX653" fmla="*/ 0 w 7467600"/>
              <a:gd name="connsiteY653" fmla="*/ 4233763 h 6858000"/>
              <a:gd name="connsiteX654" fmla="*/ 36881 w 7467600"/>
              <a:gd name="connsiteY654" fmla="*/ 4200118 h 6858000"/>
              <a:gd name="connsiteX655" fmla="*/ 910534 w 7467600"/>
              <a:gd name="connsiteY655" fmla="*/ 3629753 h 6858000"/>
              <a:gd name="connsiteX656" fmla="*/ 1578717 w 7467600"/>
              <a:gd name="connsiteY656" fmla="*/ 3575982 h 6858000"/>
              <a:gd name="connsiteX657" fmla="*/ 2338780 w 7467600"/>
              <a:gd name="connsiteY657" fmla="*/ 3033725 h 6858000"/>
              <a:gd name="connsiteX658" fmla="*/ 1807991 w 7467600"/>
              <a:gd name="connsiteY658" fmla="*/ 2807184 h 6858000"/>
              <a:gd name="connsiteX659" fmla="*/ 1416358 w 7467600"/>
              <a:gd name="connsiteY659" fmla="*/ 3112571 h 6858000"/>
              <a:gd name="connsiteX660" fmla="*/ 939066 w 7467600"/>
              <a:gd name="connsiteY660" fmla="*/ 3378798 h 6858000"/>
              <a:gd name="connsiteX661" fmla="*/ 115099 w 7467600"/>
              <a:gd name="connsiteY661" fmla="*/ 3607650 h 6858000"/>
              <a:gd name="connsiteX662" fmla="*/ 97284 w 7467600"/>
              <a:gd name="connsiteY662" fmla="*/ 3520393 h 6858000"/>
              <a:gd name="connsiteX663" fmla="*/ 922050 w 7467600"/>
              <a:gd name="connsiteY663" fmla="*/ 3074867 h 6858000"/>
              <a:gd name="connsiteX664" fmla="*/ 1405265 w 7467600"/>
              <a:gd name="connsiteY664" fmla="*/ 3016319 h 6858000"/>
              <a:gd name="connsiteX665" fmla="*/ 1407512 w 7467600"/>
              <a:gd name="connsiteY665" fmla="*/ 3018001 h 6858000"/>
              <a:gd name="connsiteX666" fmla="*/ 1726266 w 7467600"/>
              <a:gd name="connsiteY666" fmla="*/ 2777274 h 6858000"/>
              <a:gd name="connsiteX667" fmla="*/ 625390 w 7467600"/>
              <a:gd name="connsiteY667" fmla="*/ 2514541 h 6858000"/>
              <a:gd name="connsiteX668" fmla="*/ 619799 w 7467600"/>
              <a:gd name="connsiteY668" fmla="*/ 2527180 h 6858000"/>
              <a:gd name="connsiteX669" fmla="*/ 310030 w 7467600"/>
              <a:gd name="connsiteY669" fmla="*/ 2771818 h 6858000"/>
              <a:gd name="connsiteX670" fmla="*/ 173877 w 7467600"/>
              <a:gd name="connsiteY670" fmla="*/ 2937056 h 6858000"/>
              <a:gd name="connsiteX671" fmla="*/ 77889 w 7467600"/>
              <a:gd name="connsiteY671" fmla="*/ 3138440 h 6858000"/>
              <a:gd name="connsiteX672" fmla="*/ 0 w 7467600"/>
              <a:gd name="connsiteY672" fmla="*/ 3271395 h 6858000"/>
              <a:gd name="connsiteX673" fmla="*/ 0 w 7467600"/>
              <a:gd name="connsiteY673" fmla="*/ 3153002 h 6858000"/>
              <a:gd name="connsiteX674" fmla="*/ 2386 w 7467600"/>
              <a:gd name="connsiteY674" fmla="*/ 3149203 h 6858000"/>
              <a:gd name="connsiteX675" fmla="*/ 89753 w 7467600"/>
              <a:gd name="connsiteY675" fmla="*/ 2987702 h 6858000"/>
              <a:gd name="connsiteX676" fmla="*/ 76869 w 7467600"/>
              <a:gd name="connsiteY676" fmla="*/ 3005404 h 6858000"/>
              <a:gd name="connsiteX677" fmla="*/ 32049 w 7467600"/>
              <a:gd name="connsiteY677" fmla="*/ 3065814 h 6858000"/>
              <a:gd name="connsiteX678" fmla="*/ 0 w 7467600"/>
              <a:gd name="connsiteY678" fmla="*/ 3108744 h 6858000"/>
              <a:gd name="connsiteX679" fmla="*/ 0 w 7467600"/>
              <a:gd name="connsiteY679" fmla="*/ 3058059 h 6858000"/>
              <a:gd name="connsiteX680" fmla="*/ 7610 w 7467600"/>
              <a:gd name="connsiteY680" fmla="*/ 3047889 h 6858000"/>
              <a:gd name="connsiteX681" fmla="*/ 52419 w 7467600"/>
              <a:gd name="connsiteY681" fmla="*/ 2987479 h 6858000"/>
              <a:gd name="connsiteX682" fmla="*/ 59142 w 7467600"/>
              <a:gd name="connsiteY682" fmla="*/ 2978488 h 6858000"/>
              <a:gd name="connsiteX683" fmla="*/ 0 w 7467600"/>
              <a:gd name="connsiteY683" fmla="*/ 3015334 h 6858000"/>
              <a:gd name="connsiteX684" fmla="*/ 0 w 7467600"/>
              <a:gd name="connsiteY684" fmla="*/ 2914286 h 6858000"/>
              <a:gd name="connsiteX685" fmla="*/ 36383 w 7467600"/>
              <a:gd name="connsiteY685" fmla="*/ 2901128 h 6858000"/>
              <a:gd name="connsiteX686" fmla="*/ 156329 w 7467600"/>
              <a:gd name="connsiteY686" fmla="*/ 2840533 h 6858000"/>
              <a:gd name="connsiteX687" fmla="*/ 358355 w 7467600"/>
              <a:gd name="connsiteY687" fmla="*/ 2620471 h 6858000"/>
              <a:gd name="connsiteX688" fmla="*/ 510577 w 7467600"/>
              <a:gd name="connsiteY688" fmla="*/ 2501244 h 6858000"/>
              <a:gd name="connsiteX689" fmla="*/ 211967 w 7467600"/>
              <a:gd name="connsiteY689" fmla="*/ 2479171 h 6858000"/>
              <a:gd name="connsiteX690" fmla="*/ 0 w 7467600"/>
              <a:gd name="connsiteY690" fmla="*/ 2476398 h 6858000"/>
              <a:gd name="connsiteX691" fmla="*/ 0 w 7467600"/>
              <a:gd name="connsiteY691" fmla="*/ 2389189 h 6858000"/>
              <a:gd name="connsiteX692" fmla="*/ 103062 w 7467600"/>
              <a:gd name="connsiteY692" fmla="*/ 2389518 h 6858000"/>
              <a:gd name="connsiteX693" fmla="*/ 510734 w 7467600"/>
              <a:gd name="connsiteY693" fmla="*/ 2416201 h 6858000"/>
              <a:gd name="connsiteX694" fmla="*/ 279257 w 7467600"/>
              <a:gd name="connsiteY694" fmla="*/ 2092102 h 6858000"/>
              <a:gd name="connsiteX695" fmla="*/ 65265 w 7467600"/>
              <a:gd name="connsiteY695" fmla="*/ 2006049 h 6858000"/>
              <a:gd name="connsiteX696" fmla="*/ 0 w 7467600"/>
              <a:gd name="connsiteY696" fmla="*/ 1982532 h 6858000"/>
              <a:gd name="connsiteX697" fmla="*/ 0 w 7467600"/>
              <a:gd name="connsiteY697" fmla="*/ 1912789 h 6858000"/>
              <a:gd name="connsiteX698" fmla="*/ 97460 w 7467600"/>
              <a:gd name="connsiteY698" fmla="*/ 1953725 h 6858000"/>
              <a:gd name="connsiteX699" fmla="*/ 221272 w 7467600"/>
              <a:gd name="connsiteY699" fmla="*/ 1980766 h 6858000"/>
              <a:gd name="connsiteX700" fmla="*/ 116765 w 7467600"/>
              <a:gd name="connsiteY700" fmla="*/ 1911033 h 6858000"/>
              <a:gd name="connsiteX701" fmla="*/ 16405 w 7467600"/>
              <a:gd name="connsiteY701" fmla="*/ 1803412 h 6858000"/>
              <a:gd name="connsiteX702" fmla="*/ 0 w 7467600"/>
              <a:gd name="connsiteY702" fmla="*/ 1784777 h 6858000"/>
              <a:gd name="connsiteX703" fmla="*/ 0 w 7467600"/>
              <a:gd name="connsiteY703" fmla="*/ 1740082 h 6858000"/>
              <a:gd name="connsiteX704" fmla="*/ 39394 w 7467600"/>
              <a:gd name="connsiteY704" fmla="*/ 1784856 h 6858000"/>
              <a:gd name="connsiteX705" fmla="*/ 135813 w 7467600"/>
              <a:gd name="connsiteY705" fmla="*/ 1888838 h 6858000"/>
              <a:gd name="connsiteX706" fmla="*/ 242575 w 7467600"/>
              <a:gd name="connsiteY706" fmla="*/ 1958841 h 6858000"/>
              <a:gd name="connsiteX707" fmla="*/ 82197 w 7467600"/>
              <a:gd name="connsiteY707" fmla="*/ 1754826 h 6858000"/>
              <a:gd name="connsiteX708" fmla="*/ 0 w 7467600"/>
              <a:gd name="connsiteY708" fmla="*/ 1679650 h 6858000"/>
              <a:gd name="connsiteX709" fmla="*/ 0 w 7467600"/>
              <a:gd name="connsiteY709" fmla="*/ 1602463 h 6858000"/>
              <a:gd name="connsiteX710" fmla="*/ 84689 w 7467600"/>
              <a:gd name="connsiteY710" fmla="*/ 1677442 h 6858000"/>
              <a:gd name="connsiteX711" fmla="*/ 298437 w 7467600"/>
              <a:gd name="connsiteY711" fmla="*/ 1968019 h 6858000"/>
              <a:gd name="connsiteX712" fmla="*/ 227269 w 7467600"/>
              <a:gd name="connsiteY712" fmla="*/ 1114064 h 6858000"/>
              <a:gd name="connsiteX713" fmla="*/ 248003 w 7467600"/>
              <a:gd name="connsiteY713" fmla="*/ 1089613 h 6858000"/>
              <a:gd name="connsiteX714" fmla="*/ 427020 w 7467600"/>
              <a:gd name="connsiteY714" fmla="*/ 1619803 h 6858000"/>
              <a:gd name="connsiteX715" fmla="*/ 340345 w 7467600"/>
              <a:gd name="connsiteY715" fmla="*/ 2027739 h 6858000"/>
              <a:gd name="connsiteX716" fmla="*/ 360865 w 7467600"/>
              <a:gd name="connsiteY716" fmla="*/ 2044827 h 6858000"/>
              <a:gd name="connsiteX717" fmla="*/ 560414 w 7467600"/>
              <a:gd name="connsiteY717" fmla="*/ 2421457 h 6858000"/>
              <a:gd name="connsiteX718" fmla="*/ 1359703 w 7467600"/>
              <a:gd name="connsiteY718" fmla="*/ 2578554 h 6858000"/>
              <a:gd name="connsiteX719" fmla="*/ 1359422 w 7467600"/>
              <a:gd name="connsiteY719" fmla="*/ 2577994 h 6858000"/>
              <a:gd name="connsiteX720" fmla="*/ 828701 w 7467600"/>
              <a:gd name="connsiteY720" fmla="*/ 1839520 h 6858000"/>
              <a:gd name="connsiteX721" fmla="*/ 494427 w 7467600"/>
              <a:gd name="connsiteY721" fmla="*/ 1092333 h 6858000"/>
              <a:gd name="connsiteX722" fmla="*/ 506322 w 7467600"/>
              <a:gd name="connsiteY722" fmla="*/ 1020997 h 6858000"/>
              <a:gd name="connsiteX723" fmla="*/ 4570198 w 7467600"/>
              <a:gd name="connsiteY723" fmla="*/ 978081 h 6858000"/>
              <a:gd name="connsiteX724" fmla="*/ 4523691 w 7467600"/>
              <a:gd name="connsiteY724" fmla="*/ 1127776 h 6858000"/>
              <a:gd name="connsiteX725" fmla="*/ 4509875 w 7467600"/>
              <a:gd name="connsiteY725" fmla="*/ 1167552 h 6858000"/>
              <a:gd name="connsiteX726" fmla="*/ 4478168 w 7467600"/>
              <a:gd name="connsiteY726" fmla="*/ 1260735 h 6858000"/>
              <a:gd name="connsiteX727" fmla="*/ 4409309 w 7467600"/>
              <a:gd name="connsiteY727" fmla="*/ 1666996 h 6858000"/>
              <a:gd name="connsiteX728" fmla="*/ 4370031 w 7467600"/>
              <a:gd name="connsiteY728" fmla="*/ 1955666 h 6858000"/>
              <a:gd name="connsiteX729" fmla="*/ 4570198 w 7467600"/>
              <a:gd name="connsiteY729" fmla="*/ 978081 h 6858000"/>
              <a:gd name="connsiteX730" fmla="*/ 4557898 w 7467600"/>
              <a:gd name="connsiteY730" fmla="*/ 900011 h 6858000"/>
              <a:gd name="connsiteX731" fmla="*/ 4344840 w 7467600"/>
              <a:gd name="connsiteY731" fmla="*/ 1922038 h 6858000"/>
              <a:gd name="connsiteX732" fmla="*/ 4378710 w 7467600"/>
              <a:gd name="connsiteY732" fmla="*/ 1665516 h 6858000"/>
              <a:gd name="connsiteX733" fmla="*/ 4448798 w 7467600"/>
              <a:gd name="connsiteY733" fmla="*/ 1253024 h 6858000"/>
              <a:gd name="connsiteX734" fmla="*/ 4480315 w 7467600"/>
              <a:gd name="connsiteY734" fmla="*/ 1158454 h 6858000"/>
              <a:gd name="connsiteX735" fmla="*/ 4494133 w 7467600"/>
              <a:gd name="connsiteY735" fmla="*/ 1118676 h 6858000"/>
              <a:gd name="connsiteX736" fmla="*/ 4557898 w 7467600"/>
              <a:gd name="connsiteY736" fmla="*/ 900011 h 6858000"/>
              <a:gd name="connsiteX737" fmla="*/ 5870151 w 7467600"/>
              <a:gd name="connsiteY737" fmla="*/ 898890 h 6858000"/>
              <a:gd name="connsiteX738" fmla="*/ 5861335 w 7467600"/>
              <a:gd name="connsiteY738" fmla="*/ 899177 h 6858000"/>
              <a:gd name="connsiteX739" fmla="*/ 5843702 w 7467600"/>
              <a:gd name="connsiteY739" fmla="*/ 899748 h 6858000"/>
              <a:gd name="connsiteX740" fmla="*/ 5651107 w 7467600"/>
              <a:gd name="connsiteY740" fmla="*/ 920306 h 6858000"/>
              <a:gd name="connsiteX741" fmla="*/ 5459407 w 7467600"/>
              <a:gd name="connsiteY741" fmla="*/ 940975 h 6858000"/>
              <a:gd name="connsiteX742" fmla="*/ 5374846 w 7467600"/>
              <a:gd name="connsiteY742" fmla="*/ 941988 h 6858000"/>
              <a:gd name="connsiteX743" fmla="*/ 5256105 w 7467600"/>
              <a:gd name="connsiteY743" fmla="*/ 945632 h 6858000"/>
              <a:gd name="connsiteX744" fmla="*/ 5107071 w 7467600"/>
              <a:gd name="connsiteY744" fmla="*/ 969720 h 6858000"/>
              <a:gd name="connsiteX745" fmla="*/ 4998681 w 7467600"/>
              <a:gd name="connsiteY745" fmla="*/ 988771 h 6858000"/>
              <a:gd name="connsiteX746" fmla="*/ 5870151 w 7467600"/>
              <a:gd name="connsiteY746" fmla="*/ 898890 h 6858000"/>
              <a:gd name="connsiteX747" fmla="*/ 5504425 w 7467600"/>
              <a:gd name="connsiteY747" fmla="*/ 848067 h 6858000"/>
              <a:gd name="connsiteX748" fmla="*/ 4968849 w 7467600"/>
              <a:gd name="connsiteY748" fmla="*/ 962318 h 6858000"/>
              <a:gd name="connsiteX749" fmla="*/ 5104039 w 7467600"/>
              <a:gd name="connsiteY749" fmla="*/ 940634 h 6858000"/>
              <a:gd name="connsiteX750" fmla="*/ 5256311 w 7467600"/>
              <a:gd name="connsiteY750" fmla="*/ 916490 h 6858000"/>
              <a:gd name="connsiteX751" fmla="*/ 5377381 w 7467600"/>
              <a:gd name="connsiteY751" fmla="*/ 912671 h 6858000"/>
              <a:gd name="connsiteX752" fmla="*/ 5460148 w 7467600"/>
              <a:gd name="connsiteY752" fmla="*/ 911442 h 6858000"/>
              <a:gd name="connsiteX753" fmla="*/ 5648971 w 7467600"/>
              <a:gd name="connsiteY753" fmla="*/ 891331 h 6858000"/>
              <a:gd name="connsiteX754" fmla="*/ 5844807 w 7467600"/>
              <a:gd name="connsiteY754" fmla="*/ 870718 h 6858000"/>
              <a:gd name="connsiteX755" fmla="*/ 5862975 w 7467600"/>
              <a:gd name="connsiteY755" fmla="*/ 869756 h 6858000"/>
              <a:gd name="connsiteX756" fmla="*/ 5920887 w 7467600"/>
              <a:gd name="connsiteY756" fmla="*/ 865929 h 6858000"/>
              <a:gd name="connsiteX757" fmla="*/ 5504425 w 7467600"/>
              <a:gd name="connsiteY757" fmla="*/ 848067 h 6858000"/>
              <a:gd name="connsiteX758" fmla="*/ 3607114 w 7467600"/>
              <a:gd name="connsiteY758" fmla="*/ 467441 h 6858000"/>
              <a:gd name="connsiteX759" fmla="*/ 3296242 w 7467600"/>
              <a:gd name="connsiteY759" fmla="*/ 807991 h 6858000"/>
              <a:gd name="connsiteX760" fmla="*/ 3174674 w 7467600"/>
              <a:gd name="connsiteY760" fmla="*/ 919759 h 6858000"/>
              <a:gd name="connsiteX761" fmla="*/ 3042978 w 7467600"/>
              <a:gd name="connsiteY761" fmla="*/ 1054894 h 6858000"/>
              <a:gd name="connsiteX762" fmla="*/ 2968914 w 7467600"/>
              <a:gd name="connsiteY762" fmla="*/ 1133756 h 6858000"/>
              <a:gd name="connsiteX763" fmla="*/ 3103823 w 7467600"/>
              <a:gd name="connsiteY763" fmla="*/ 1026814 h 6858000"/>
              <a:gd name="connsiteX764" fmla="*/ 3607114 w 7467600"/>
              <a:gd name="connsiteY764" fmla="*/ 467441 h 6858000"/>
              <a:gd name="connsiteX765" fmla="*/ 3744487 w 7467600"/>
              <a:gd name="connsiteY765" fmla="*/ 383136 h 6858000"/>
              <a:gd name="connsiteX766" fmla="*/ 3970213 w 7467600"/>
              <a:gd name="connsiteY766" fmla="*/ 995559 h 6858000"/>
              <a:gd name="connsiteX767" fmla="*/ 3744487 w 7467600"/>
              <a:gd name="connsiteY767" fmla="*/ 383136 h 6858000"/>
              <a:gd name="connsiteX768" fmla="*/ 3624562 w 7467600"/>
              <a:gd name="connsiteY768" fmla="*/ 367041 h 6858000"/>
              <a:gd name="connsiteX769" fmla="*/ 3489712 w 7467600"/>
              <a:gd name="connsiteY769" fmla="*/ 485386 h 6858000"/>
              <a:gd name="connsiteX770" fmla="*/ 3182994 w 7467600"/>
              <a:gd name="connsiteY770" fmla="*/ 828265 h 6858000"/>
              <a:gd name="connsiteX771" fmla="*/ 2892114 w 7467600"/>
              <a:gd name="connsiteY771" fmla="*/ 1172635 h 6858000"/>
              <a:gd name="connsiteX772" fmla="*/ 3021459 w 7467600"/>
              <a:gd name="connsiteY772" fmla="*/ 1035385 h 6858000"/>
              <a:gd name="connsiteX773" fmla="*/ 3153873 w 7467600"/>
              <a:gd name="connsiteY773" fmla="*/ 898971 h 6858000"/>
              <a:gd name="connsiteX774" fmla="*/ 3276511 w 7467600"/>
              <a:gd name="connsiteY774" fmla="*/ 786423 h 6858000"/>
              <a:gd name="connsiteX775" fmla="*/ 3584154 w 7467600"/>
              <a:gd name="connsiteY775" fmla="*/ 448218 h 6858000"/>
              <a:gd name="connsiteX776" fmla="*/ 3624562 w 7467600"/>
              <a:gd name="connsiteY776" fmla="*/ 367041 h 6858000"/>
              <a:gd name="connsiteX777" fmla="*/ 3766672 w 7467600"/>
              <a:gd name="connsiteY777" fmla="*/ 359429 h 6858000"/>
              <a:gd name="connsiteX778" fmla="*/ 3996338 w 7467600"/>
              <a:gd name="connsiteY778" fmla="*/ 968237 h 6858000"/>
              <a:gd name="connsiteX779" fmla="*/ 3766672 w 7467600"/>
              <a:gd name="connsiteY779" fmla="*/ 359429 h 6858000"/>
              <a:gd name="connsiteX780" fmla="*/ 5805386 w 7467600"/>
              <a:gd name="connsiteY780" fmla="*/ 239240 h 6858000"/>
              <a:gd name="connsiteX781" fmla="*/ 5736947 w 7467600"/>
              <a:gd name="connsiteY781" fmla="*/ 261367 h 6858000"/>
              <a:gd name="connsiteX782" fmla="*/ 5427012 w 7467600"/>
              <a:gd name="connsiteY782" fmla="*/ 311272 h 6858000"/>
              <a:gd name="connsiteX783" fmla="*/ 5147818 w 7467600"/>
              <a:gd name="connsiteY783" fmla="*/ 322112 h 6858000"/>
              <a:gd name="connsiteX784" fmla="*/ 5060854 w 7467600"/>
              <a:gd name="connsiteY784" fmla="*/ 311882 h 6858000"/>
              <a:gd name="connsiteX785" fmla="*/ 4945989 w 7467600"/>
              <a:gd name="connsiteY785" fmla="*/ 300516 h 6858000"/>
              <a:gd name="connsiteX786" fmla="*/ 5410479 w 7467600"/>
              <a:gd name="connsiteY786" fmla="*/ 348434 h 6858000"/>
              <a:gd name="connsiteX787" fmla="*/ 5805386 w 7467600"/>
              <a:gd name="connsiteY787" fmla="*/ 239240 h 6858000"/>
              <a:gd name="connsiteX788" fmla="*/ 5905192 w 7467600"/>
              <a:gd name="connsiteY788" fmla="*/ 163079 h 6858000"/>
              <a:gd name="connsiteX789" fmla="*/ 5865655 w 7467600"/>
              <a:gd name="connsiteY789" fmla="*/ 171901 h 6858000"/>
              <a:gd name="connsiteX790" fmla="*/ 5259740 w 7467600"/>
              <a:gd name="connsiteY790" fmla="*/ 257013 h 6858000"/>
              <a:gd name="connsiteX791" fmla="*/ 5208466 w 7467600"/>
              <a:gd name="connsiteY791" fmla="*/ 257550 h 6858000"/>
              <a:gd name="connsiteX792" fmla="*/ 4980204 w 7467600"/>
              <a:gd name="connsiteY792" fmla="*/ 271903 h 6858000"/>
              <a:gd name="connsiteX793" fmla="*/ 5068068 w 7467600"/>
              <a:gd name="connsiteY793" fmla="*/ 282244 h 6858000"/>
              <a:gd name="connsiteX794" fmla="*/ 5153231 w 7467600"/>
              <a:gd name="connsiteY794" fmla="*/ 292240 h 6858000"/>
              <a:gd name="connsiteX795" fmla="*/ 5426491 w 7467600"/>
              <a:gd name="connsiteY795" fmla="*/ 281128 h 6858000"/>
              <a:gd name="connsiteX796" fmla="*/ 5731212 w 7467600"/>
              <a:gd name="connsiteY796" fmla="*/ 231951 h 6858000"/>
              <a:gd name="connsiteX797" fmla="*/ 5905192 w 7467600"/>
              <a:gd name="connsiteY797" fmla="*/ 163079 h 6858000"/>
              <a:gd name="connsiteX798" fmla="*/ 5944437 w 7467600"/>
              <a:gd name="connsiteY798" fmla="*/ 113829 h 6858000"/>
              <a:gd name="connsiteX799" fmla="*/ 5825032 w 7467600"/>
              <a:gd name="connsiteY799" fmla="*/ 146405 h 6858000"/>
              <a:gd name="connsiteX800" fmla="*/ 4955599 w 7467600"/>
              <a:gd name="connsiteY800" fmla="*/ 247008 h 6858000"/>
              <a:gd name="connsiteX801" fmla="*/ 5210104 w 7467600"/>
              <a:gd name="connsiteY801" fmla="*/ 228123 h 6858000"/>
              <a:gd name="connsiteX802" fmla="*/ 5261015 w 7467600"/>
              <a:gd name="connsiteY802" fmla="*/ 227087 h 6858000"/>
              <a:gd name="connsiteX803" fmla="*/ 5861181 w 7467600"/>
              <a:gd name="connsiteY803" fmla="*/ 143093 h 6858000"/>
              <a:gd name="connsiteX804" fmla="*/ 5961252 w 7467600"/>
              <a:gd name="connsiteY804" fmla="*/ 114820 h 6858000"/>
              <a:gd name="connsiteX805" fmla="*/ 5944437 w 7467600"/>
              <a:gd name="connsiteY805" fmla="*/ 113829 h 6858000"/>
              <a:gd name="connsiteX806" fmla="*/ 3882765 w 7467600"/>
              <a:gd name="connsiteY806" fmla="*/ 0 h 6858000"/>
              <a:gd name="connsiteX807" fmla="*/ 3995099 w 7467600"/>
              <a:gd name="connsiteY807" fmla="*/ 0 h 6858000"/>
              <a:gd name="connsiteX808" fmla="*/ 4163818 w 7467600"/>
              <a:gd name="connsiteY808" fmla="*/ 234104 h 6858000"/>
              <a:gd name="connsiteX809" fmla="*/ 4172099 w 7467600"/>
              <a:gd name="connsiteY809" fmla="*/ 234207 h 6858000"/>
              <a:gd name="connsiteX810" fmla="*/ 4784282 w 7467600"/>
              <a:gd name="connsiteY810" fmla="*/ 276561 h 6858000"/>
              <a:gd name="connsiteX811" fmla="*/ 4801687 w 7467600"/>
              <a:gd name="connsiteY811" fmla="*/ 267764 h 6858000"/>
              <a:gd name="connsiteX812" fmla="*/ 6082788 w 7467600"/>
              <a:gd name="connsiteY812" fmla="*/ 64119 h 6858000"/>
              <a:gd name="connsiteX813" fmla="*/ 6099442 w 7467600"/>
              <a:gd name="connsiteY813" fmla="*/ 82568 h 6858000"/>
              <a:gd name="connsiteX814" fmla="*/ 4804137 w 7467600"/>
              <a:gd name="connsiteY814" fmla="*/ 320931 h 6858000"/>
              <a:gd name="connsiteX815" fmla="*/ 4227047 w 7467600"/>
              <a:gd name="connsiteY815" fmla="*/ 313415 h 6858000"/>
              <a:gd name="connsiteX816" fmla="*/ 4346041 w 7467600"/>
              <a:gd name="connsiteY816" fmla="*/ 456086 h 6858000"/>
              <a:gd name="connsiteX817" fmla="*/ 4870967 w 7467600"/>
              <a:gd name="connsiteY817" fmla="*/ 963061 h 6858000"/>
              <a:gd name="connsiteX818" fmla="*/ 4889647 w 7467600"/>
              <a:gd name="connsiteY818" fmla="*/ 957147 h 6858000"/>
              <a:gd name="connsiteX819" fmla="*/ 5422504 w 7467600"/>
              <a:gd name="connsiteY819" fmla="*/ 805191 h 6858000"/>
              <a:gd name="connsiteX820" fmla="*/ 6087656 w 7467600"/>
              <a:gd name="connsiteY820" fmla="*/ 826703 h 6858000"/>
              <a:gd name="connsiteX821" fmla="*/ 6058717 w 7467600"/>
              <a:gd name="connsiteY821" fmla="*/ 865992 h 6858000"/>
              <a:gd name="connsiteX822" fmla="*/ 4974153 w 7467600"/>
              <a:gd name="connsiteY822" fmla="*/ 1045456 h 6858000"/>
              <a:gd name="connsiteX823" fmla="*/ 5627835 w 7467600"/>
              <a:gd name="connsiteY823" fmla="*/ 1472077 h 6858000"/>
              <a:gd name="connsiteX824" fmla="*/ 5629817 w 7467600"/>
              <a:gd name="connsiteY824" fmla="*/ 1471412 h 6858000"/>
              <a:gd name="connsiteX825" fmla="*/ 5634124 w 7467600"/>
              <a:gd name="connsiteY825" fmla="*/ 1470572 h 6858000"/>
              <a:gd name="connsiteX826" fmla="*/ 5755832 w 7467600"/>
              <a:gd name="connsiteY826" fmla="*/ 1383886 h 6858000"/>
              <a:gd name="connsiteX827" fmla="*/ 6014186 w 7467600"/>
              <a:gd name="connsiteY827" fmla="*/ 1279799 h 6858000"/>
              <a:gd name="connsiteX828" fmla="*/ 6901619 w 7467600"/>
              <a:gd name="connsiteY828" fmla="*/ 1047874 h 6858000"/>
              <a:gd name="connsiteX829" fmla="*/ 6931566 w 7467600"/>
              <a:gd name="connsiteY829" fmla="*/ 1062034 h 6858000"/>
              <a:gd name="connsiteX830" fmla="*/ 5790982 w 7467600"/>
              <a:gd name="connsiteY830" fmla="*/ 1561380 h 6858000"/>
              <a:gd name="connsiteX831" fmla="*/ 6188971 w 7467600"/>
              <a:gd name="connsiteY831" fmla="*/ 1755168 h 6858000"/>
              <a:gd name="connsiteX832" fmla="*/ 6202446 w 7467600"/>
              <a:gd name="connsiteY832" fmla="*/ 1752268 h 6858000"/>
              <a:gd name="connsiteX833" fmla="*/ 7179560 w 7467600"/>
              <a:gd name="connsiteY833" fmla="*/ 1467551 h 6858000"/>
              <a:gd name="connsiteX834" fmla="*/ 7158730 w 7467600"/>
              <a:gd name="connsiteY834" fmla="*/ 1507835 h 6858000"/>
              <a:gd name="connsiteX835" fmla="*/ 6326959 w 7467600"/>
              <a:gd name="connsiteY835" fmla="*/ 1817686 h 6858000"/>
              <a:gd name="connsiteX836" fmla="*/ 6537433 w 7467600"/>
              <a:gd name="connsiteY836" fmla="*/ 1907790 h 6858000"/>
              <a:gd name="connsiteX837" fmla="*/ 6550221 w 7467600"/>
              <a:gd name="connsiteY837" fmla="*/ 1910729 h 6858000"/>
              <a:gd name="connsiteX838" fmla="*/ 6964438 w 7467600"/>
              <a:gd name="connsiteY838" fmla="*/ 2209505 h 6858000"/>
              <a:gd name="connsiteX839" fmla="*/ 7367862 w 7467600"/>
              <a:gd name="connsiteY839" fmla="*/ 2806833 h 6858000"/>
              <a:gd name="connsiteX840" fmla="*/ 7364329 w 7467600"/>
              <a:gd name="connsiteY840" fmla="*/ 2826907 h 6858000"/>
              <a:gd name="connsiteX841" fmla="*/ 7290545 w 7467600"/>
              <a:gd name="connsiteY841" fmla="*/ 2850663 h 6858000"/>
              <a:gd name="connsiteX842" fmla="*/ 6472036 w 7467600"/>
              <a:gd name="connsiteY842" fmla="*/ 1959003 h 6858000"/>
              <a:gd name="connsiteX843" fmla="*/ 5792897 w 7467600"/>
              <a:gd name="connsiteY843" fmla="*/ 1647747 h 6858000"/>
              <a:gd name="connsiteX844" fmla="*/ 5842751 w 7467600"/>
              <a:gd name="connsiteY844" fmla="*/ 1816112 h 6858000"/>
              <a:gd name="connsiteX845" fmla="*/ 5847424 w 7467600"/>
              <a:gd name="connsiteY845" fmla="*/ 1815776 h 6858000"/>
              <a:gd name="connsiteX846" fmla="*/ 6399821 w 7467600"/>
              <a:gd name="connsiteY846" fmla="*/ 2344799 h 6858000"/>
              <a:gd name="connsiteX847" fmla="*/ 6323232 w 7467600"/>
              <a:gd name="connsiteY847" fmla="*/ 2389634 h 6858000"/>
              <a:gd name="connsiteX848" fmla="*/ 5942958 w 7467600"/>
              <a:gd name="connsiteY848" fmla="*/ 2077708 h 6858000"/>
              <a:gd name="connsiteX849" fmla="*/ 5921559 w 7467600"/>
              <a:gd name="connsiteY849" fmla="*/ 2378596 h 6858000"/>
              <a:gd name="connsiteX850" fmla="*/ 5817651 w 7467600"/>
              <a:gd name="connsiteY850" fmla="*/ 3023919 h 6858000"/>
              <a:gd name="connsiteX851" fmla="*/ 5729634 w 7467600"/>
              <a:gd name="connsiteY851" fmla="*/ 3051849 h 6858000"/>
              <a:gd name="connsiteX852" fmla="*/ 5611018 w 7467600"/>
              <a:gd name="connsiteY852" fmla="*/ 2316769 h 6858000"/>
              <a:gd name="connsiteX853" fmla="*/ 5687608 w 7467600"/>
              <a:gd name="connsiteY853" fmla="*/ 2039972 h 6858000"/>
              <a:gd name="connsiteX854" fmla="*/ 5657554 w 7467600"/>
              <a:gd name="connsiteY854" fmla="*/ 1576445 h 6858000"/>
              <a:gd name="connsiteX855" fmla="*/ 5150475 w 7467600"/>
              <a:gd name="connsiteY855" fmla="*/ 1274012 h 6858000"/>
              <a:gd name="connsiteX856" fmla="*/ 5349142 w 7467600"/>
              <a:gd name="connsiteY856" fmla="*/ 2204405 h 6858000"/>
              <a:gd name="connsiteX857" fmla="*/ 5262214 w 7467600"/>
              <a:gd name="connsiteY857" fmla="*/ 2233836 h 6858000"/>
              <a:gd name="connsiteX858" fmla="*/ 4981539 w 7467600"/>
              <a:gd name="connsiteY858" fmla="*/ 1542201 h 6858000"/>
              <a:gd name="connsiteX859" fmla="*/ 4958461 w 7467600"/>
              <a:gd name="connsiteY859" fmla="*/ 1136957 h 6858000"/>
              <a:gd name="connsiteX860" fmla="*/ 4655015 w 7467600"/>
              <a:gd name="connsiteY860" fmla="*/ 891426 h 6858000"/>
              <a:gd name="connsiteX861" fmla="*/ 4348002 w 7467600"/>
              <a:gd name="connsiteY861" fmla="*/ 2205895 h 6858000"/>
              <a:gd name="connsiteX862" fmla="*/ 4262250 w 7467600"/>
              <a:gd name="connsiteY862" fmla="*/ 2219972 h 6858000"/>
              <a:gd name="connsiteX863" fmla="*/ 4550611 w 7467600"/>
              <a:gd name="connsiteY863" fmla="*/ 817540 h 6858000"/>
              <a:gd name="connsiteX864" fmla="*/ 4564418 w 7467600"/>
              <a:gd name="connsiteY864" fmla="*/ 808293 h 6858000"/>
              <a:gd name="connsiteX865" fmla="*/ 4266388 w 7467600"/>
              <a:gd name="connsiteY865" fmla="*/ 500083 h 6858000"/>
              <a:gd name="connsiteX866" fmla="*/ 4032842 w 7467600"/>
              <a:gd name="connsiteY866" fmla="*/ 211809 h 6858000"/>
              <a:gd name="connsiteX867" fmla="*/ 3882765 w 7467600"/>
              <a:gd name="connsiteY867" fmla="*/ 0 h 6858000"/>
              <a:gd name="connsiteX868" fmla="*/ 3721337 w 7467600"/>
              <a:gd name="connsiteY868" fmla="*/ 0 h 6858000"/>
              <a:gd name="connsiteX869" fmla="*/ 3797544 w 7467600"/>
              <a:gd name="connsiteY869" fmla="*/ 0 h 6858000"/>
              <a:gd name="connsiteX870" fmla="*/ 3775734 w 7467600"/>
              <a:gd name="connsiteY870" fmla="*/ 95131 h 6858000"/>
              <a:gd name="connsiteX871" fmla="*/ 3724807 w 7467600"/>
              <a:gd name="connsiteY871" fmla="*/ 272257 h 6858000"/>
              <a:gd name="connsiteX872" fmla="*/ 3726844 w 7467600"/>
              <a:gd name="connsiteY872" fmla="*/ 282988 h 6858000"/>
              <a:gd name="connsiteX873" fmla="*/ 3742664 w 7467600"/>
              <a:gd name="connsiteY873" fmla="*/ 279918 h 6858000"/>
              <a:gd name="connsiteX874" fmla="*/ 4103910 w 7467600"/>
              <a:gd name="connsiteY874" fmla="*/ 1161917 h 6858000"/>
              <a:gd name="connsiteX875" fmla="*/ 4020269 w 7467600"/>
              <a:gd name="connsiteY875" fmla="*/ 1200406 h 6858000"/>
              <a:gd name="connsiteX876" fmla="*/ 3674882 w 7467600"/>
              <a:gd name="connsiteY876" fmla="*/ 488524 h 6858000"/>
              <a:gd name="connsiteX877" fmla="*/ 3132682 w 7467600"/>
              <a:gd name="connsiteY877" fmla="*/ 1072284 h 6858000"/>
              <a:gd name="connsiteX878" fmla="*/ 2716346 w 7467600"/>
              <a:gd name="connsiteY878" fmla="*/ 1276376 h 6858000"/>
              <a:gd name="connsiteX879" fmla="*/ 2716772 w 7467600"/>
              <a:gd name="connsiteY879" fmla="*/ 1255462 h 6858000"/>
              <a:gd name="connsiteX880" fmla="*/ 3471096 w 7467600"/>
              <a:gd name="connsiteY880" fmla="*/ 437072 h 6858000"/>
              <a:gd name="connsiteX881" fmla="*/ 3639057 w 7467600"/>
              <a:gd name="connsiteY881" fmla="*/ 286334 h 6858000"/>
              <a:gd name="connsiteX882" fmla="*/ 3640309 w 7467600"/>
              <a:gd name="connsiteY882" fmla="*/ 284664 h 6858000"/>
              <a:gd name="connsiteX883" fmla="*/ 3646022 w 7467600"/>
              <a:gd name="connsiteY883" fmla="*/ 276711 h 6858000"/>
              <a:gd name="connsiteX884" fmla="*/ 3707943 w 7467600"/>
              <a:gd name="connsiteY884" fmla="*/ 65958 h 6858000"/>
              <a:gd name="connsiteX885" fmla="*/ 3721337 w 7467600"/>
              <a:gd name="connsiteY885" fmla="*/ 0 h 6858000"/>
              <a:gd name="connsiteX886" fmla="*/ 2867960 w 7467600"/>
              <a:gd name="connsiteY886" fmla="*/ 0 h 6858000"/>
              <a:gd name="connsiteX887" fmla="*/ 2926351 w 7467600"/>
              <a:gd name="connsiteY887" fmla="*/ 0 h 6858000"/>
              <a:gd name="connsiteX888" fmla="*/ 2902823 w 7467600"/>
              <a:gd name="connsiteY888" fmla="*/ 262929 h 6858000"/>
              <a:gd name="connsiteX889" fmla="*/ 2940663 w 7467600"/>
              <a:gd name="connsiteY889" fmla="*/ 140884 h 6858000"/>
              <a:gd name="connsiteX890" fmla="*/ 2947039 w 7467600"/>
              <a:gd name="connsiteY890" fmla="*/ 122524 h 6858000"/>
              <a:gd name="connsiteX891" fmla="*/ 2984316 w 7467600"/>
              <a:gd name="connsiteY891" fmla="*/ 0 h 6858000"/>
              <a:gd name="connsiteX892" fmla="*/ 3016114 w 7467600"/>
              <a:gd name="connsiteY892" fmla="*/ 0 h 6858000"/>
              <a:gd name="connsiteX893" fmla="*/ 2979949 w 7467600"/>
              <a:gd name="connsiteY893" fmla="*/ 119274 h 6858000"/>
              <a:gd name="connsiteX894" fmla="*/ 3023879 w 7467600"/>
              <a:gd name="connsiteY894" fmla="*/ 0 h 6858000"/>
              <a:gd name="connsiteX895" fmla="*/ 3105400 w 7467600"/>
              <a:gd name="connsiteY895" fmla="*/ 0 h 6858000"/>
              <a:gd name="connsiteX896" fmla="*/ 3094669 w 7467600"/>
              <a:gd name="connsiteY896" fmla="*/ 30308 h 6858000"/>
              <a:gd name="connsiteX897" fmla="*/ 2901945 w 7467600"/>
              <a:gd name="connsiteY897" fmla="*/ 466538 h 6858000"/>
              <a:gd name="connsiteX898" fmla="*/ 2815209 w 7467600"/>
              <a:gd name="connsiteY898" fmla="*/ 497361 h 6858000"/>
              <a:gd name="connsiteX899" fmla="*/ 2844845 w 7467600"/>
              <a:gd name="connsiteY899" fmla="*/ 127638 h 6858000"/>
              <a:gd name="connsiteX900" fmla="*/ 2867960 w 7467600"/>
              <a:gd name="connsiteY900" fmla="*/ 0 h 6858000"/>
              <a:gd name="connsiteX901" fmla="*/ 1057230 w 7467600"/>
              <a:gd name="connsiteY901" fmla="*/ 0 h 6858000"/>
              <a:gd name="connsiteX902" fmla="*/ 1111003 w 7467600"/>
              <a:gd name="connsiteY902" fmla="*/ 0 h 6858000"/>
              <a:gd name="connsiteX903" fmla="*/ 1125553 w 7467600"/>
              <a:gd name="connsiteY903" fmla="*/ 52588 h 6858000"/>
              <a:gd name="connsiteX904" fmla="*/ 1304276 w 7467600"/>
              <a:gd name="connsiteY904" fmla="*/ 476275 h 6858000"/>
              <a:gd name="connsiteX905" fmla="*/ 1492066 w 7467600"/>
              <a:gd name="connsiteY905" fmla="*/ 886333 h 6858000"/>
              <a:gd name="connsiteX906" fmla="*/ 1423698 w 7467600"/>
              <a:gd name="connsiteY906" fmla="*/ 710817 h 6858000"/>
              <a:gd name="connsiteX907" fmla="*/ 1357609 w 7467600"/>
              <a:gd name="connsiteY907" fmla="*/ 532892 h 6858000"/>
              <a:gd name="connsiteX908" fmla="*/ 1309550 w 7467600"/>
              <a:gd name="connsiteY908" fmla="*/ 374031 h 6858000"/>
              <a:gd name="connsiteX909" fmla="*/ 1193673 w 7467600"/>
              <a:gd name="connsiteY909" fmla="*/ 49533 h 6858000"/>
              <a:gd name="connsiteX910" fmla="*/ 1164391 w 7467600"/>
              <a:gd name="connsiteY910" fmla="*/ 0 h 6858000"/>
              <a:gd name="connsiteX911" fmla="*/ 1200666 w 7467600"/>
              <a:gd name="connsiteY911" fmla="*/ 0 h 6858000"/>
              <a:gd name="connsiteX912" fmla="*/ 1223408 w 7467600"/>
              <a:gd name="connsiteY912" fmla="*/ 38996 h 6858000"/>
              <a:gd name="connsiteX913" fmla="*/ 1339635 w 7467600"/>
              <a:gd name="connsiteY913" fmla="*/ 365517 h 6858000"/>
              <a:gd name="connsiteX914" fmla="*/ 1387469 w 7467600"/>
              <a:gd name="connsiteY914" fmla="*/ 523079 h 6858000"/>
              <a:gd name="connsiteX915" fmla="*/ 1452685 w 7467600"/>
              <a:gd name="connsiteY915" fmla="*/ 699806 h 6858000"/>
              <a:gd name="connsiteX916" fmla="*/ 1492092 w 7467600"/>
              <a:gd name="connsiteY916" fmla="*/ 800424 h 6858000"/>
              <a:gd name="connsiteX917" fmla="*/ 1455302 w 7467600"/>
              <a:gd name="connsiteY917" fmla="*/ 632913 h 6858000"/>
              <a:gd name="connsiteX918" fmla="*/ 1222336 w 7467600"/>
              <a:gd name="connsiteY918" fmla="*/ 9480 h 6858000"/>
              <a:gd name="connsiteX919" fmla="*/ 1214634 w 7467600"/>
              <a:gd name="connsiteY919" fmla="*/ 0 h 6858000"/>
              <a:gd name="connsiteX920" fmla="*/ 1289827 w 7467600"/>
              <a:gd name="connsiteY920" fmla="*/ 0 h 6858000"/>
              <a:gd name="connsiteX921" fmla="*/ 1321076 w 7467600"/>
              <a:gd name="connsiteY921" fmla="*/ 59722 h 6858000"/>
              <a:gd name="connsiteX922" fmla="*/ 1512579 w 7467600"/>
              <a:gd name="connsiteY922" fmla="*/ 626441 h 6858000"/>
              <a:gd name="connsiteX923" fmla="*/ 1506076 w 7467600"/>
              <a:gd name="connsiteY923" fmla="*/ 1089289 h 6858000"/>
              <a:gd name="connsiteX924" fmla="*/ 1486346 w 7467600"/>
              <a:gd name="connsiteY924" fmla="*/ 1079919 h 6858000"/>
              <a:gd name="connsiteX925" fmla="*/ 1070511 w 7467600"/>
              <a:gd name="connsiteY925" fmla="*/ 48609 h 6858000"/>
              <a:gd name="connsiteX926" fmla="*/ 1057230 w 7467600"/>
              <a:gd name="connsiteY926" fmla="*/ 0 h 6858000"/>
              <a:gd name="connsiteX927" fmla="*/ 43151 w 7467600"/>
              <a:gd name="connsiteY927" fmla="*/ 0 h 6858000"/>
              <a:gd name="connsiteX928" fmla="*/ 95283 w 7467600"/>
              <a:gd name="connsiteY928" fmla="*/ 0 h 6858000"/>
              <a:gd name="connsiteX929" fmla="*/ 300708 w 7467600"/>
              <a:gd name="connsiteY929" fmla="*/ 154571 h 6858000"/>
              <a:gd name="connsiteX930" fmla="*/ 530414 w 7467600"/>
              <a:gd name="connsiteY930" fmla="*/ 354673 h 6858000"/>
              <a:gd name="connsiteX931" fmla="*/ 333785 w 7467600"/>
              <a:gd name="connsiteY931" fmla="*/ 161564 h 6858000"/>
              <a:gd name="connsiteX932" fmla="*/ 147005 w 7467600"/>
              <a:gd name="connsiteY932" fmla="*/ 0 h 6858000"/>
              <a:gd name="connsiteX933" fmla="*/ 272509 w 7467600"/>
              <a:gd name="connsiteY933" fmla="*/ 0 h 6858000"/>
              <a:gd name="connsiteX934" fmla="*/ 326276 w 7467600"/>
              <a:gd name="connsiteY934" fmla="*/ 45847 h 6858000"/>
              <a:gd name="connsiteX935" fmla="*/ 823759 w 7467600"/>
              <a:gd name="connsiteY935" fmla="*/ 574145 h 6858000"/>
              <a:gd name="connsiteX936" fmla="*/ 811254 w 7467600"/>
              <a:gd name="connsiteY936" fmla="*/ 665546 h 6858000"/>
              <a:gd name="connsiteX937" fmla="*/ 154042 w 7467600"/>
              <a:gd name="connsiteY937" fmla="*/ 261522 h 6858000"/>
              <a:gd name="connsiteX938" fmla="*/ 13550 w 7467600"/>
              <a:gd name="connsiteY938" fmla="*/ 158423 h 6858000"/>
              <a:gd name="connsiteX939" fmla="*/ 0 w 7467600"/>
              <a:gd name="connsiteY939" fmla="*/ 146618 h 6858000"/>
              <a:gd name="connsiteX940" fmla="*/ 0 w 7467600"/>
              <a:gd name="connsiteY940" fmla="*/ 59161 h 6858000"/>
              <a:gd name="connsiteX941" fmla="*/ 45427 w 7467600"/>
              <a:gd name="connsiteY941" fmla="*/ 101078 h 6858000"/>
              <a:gd name="connsiteX942" fmla="*/ 630103 w 7467600"/>
              <a:gd name="connsiteY942" fmla="*/ 485885 h 6858000"/>
              <a:gd name="connsiteX943" fmla="*/ 532040 w 7467600"/>
              <a:gd name="connsiteY943" fmla="*/ 399359 h 6858000"/>
              <a:gd name="connsiteX944" fmla="*/ 517618 w 7467600"/>
              <a:gd name="connsiteY944" fmla="*/ 385726 h 6858000"/>
              <a:gd name="connsiteX945" fmla="*/ 285074 w 7467600"/>
              <a:gd name="connsiteY945" fmla="*/ 182755 h 6858000"/>
              <a:gd name="connsiteX946" fmla="*/ 43151 w 7467600"/>
              <a:gd name="connsiteY946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434024 w 7467600"/>
              <a:gd name="connsiteY4" fmla="*/ 6722130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1019354 w 7467600"/>
              <a:gd name="connsiteY14" fmla="*/ 6315006 h 6858000"/>
              <a:gd name="connsiteX15" fmla="*/ 441046 w 7467600"/>
              <a:gd name="connsiteY15" fmla="*/ 6691153 h 6858000"/>
              <a:gd name="connsiteX16" fmla="*/ 1019354 w 7467600"/>
              <a:gd name="connsiteY16" fmla="*/ 6315006 h 6858000"/>
              <a:gd name="connsiteX17" fmla="*/ 991680 w 7467600"/>
              <a:gd name="connsiteY17" fmla="*/ 6298413 h 6858000"/>
              <a:gd name="connsiteX18" fmla="*/ 409060 w 7467600"/>
              <a:gd name="connsiteY18" fmla="*/ 6671470 h 6858000"/>
              <a:gd name="connsiteX19" fmla="*/ 991680 w 7467600"/>
              <a:gd name="connsiteY19" fmla="*/ 6298413 h 6858000"/>
              <a:gd name="connsiteX20" fmla="*/ 103333 w 7467600"/>
              <a:gd name="connsiteY20" fmla="*/ 5699602 h 6858000"/>
              <a:gd name="connsiteX21" fmla="*/ 233938 w 7467600"/>
              <a:gd name="connsiteY21" fmla="*/ 5809416 h 6858000"/>
              <a:gd name="connsiteX22" fmla="*/ 883580 w 7467600"/>
              <a:gd name="connsiteY22" fmla="*/ 6180710 h 6858000"/>
              <a:gd name="connsiteX23" fmla="*/ 487337 w 7467600"/>
              <a:gd name="connsiteY23" fmla="*/ 5950182 h 6858000"/>
              <a:gd name="connsiteX24" fmla="*/ 354051 w 7467600"/>
              <a:gd name="connsiteY24" fmla="*/ 5854912 h 6858000"/>
              <a:gd name="connsiteX25" fmla="*/ 195436 w 7467600"/>
              <a:gd name="connsiteY25" fmla="*/ 5755068 h 6858000"/>
              <a:gd name="connsiteX26" fmla="*/ 103333 w 7467600"/>
              <a:gd name="connsiteY26" fmla="*/ 5699602 h 6858000"/>
              <a:gd name="connsiteX27" fmla="*/ 5539432 w 7467600"/>
              <a:gd name="connsiteY27" fmla="*/ 5642928 h 6858000"/>
              <a:gd name="connsiteX28" fmla="*/ 5555462 w 7467600"/>
              <a:gd name="connsiteY28" fmla="*/ 5694454 h 6858000"/>
              <a:gd name="connsiteX29" fmla="*/ 5828270 w 7467600"/>
              <a:gd name="connsiteY29" fmla="*/ 6320663 h 6858000"/>
              <a:gd name="connsiteX30" fmla="*/ 5947416 w 7467600"/>
              <a:gd name="connsiteY30" fmla="*/ 6574846 h 6858000"/>
              <a:gd name="connsiteX31" fmla="*/ 5539432 w 7467600"/>
              <a:gd name="connsiteY31" fmla="*/ 5642928 h 6858000"/>
              <a:gd name="connsiteX32" fmla="*/ 51253 w 7467600"/>
              <a:gd name="connsiteY32" fmla="*/ 5631825 h 6858000"/>
              <a:gd name="connsiteX33" fmla="*/ 211622 w 7467600"/>
              <a:gd name="connsiteY33" fmla="*/ 5728803 h 6858000"/>
              <a:gd name="connsiteX34" fmla="*/ 371652 w 7467600"/>
              <a:gd name="connsiteY34" fmla="*/ 5829062 h 6858000"/>
              <a:gd name="connsiteX35" fmla="*/ 505903 w 7467600"/>
              <a:gd name="connsiteY35" fmla="*/ 5925221 h 6858000"/>
              <a:gd name="connsiteX36" fmla="*/ 899240 w 7467600"/>
              <a:gd name="connsiteY36" fmla="*/ 6153068 h 6858000"/>
              <a:gd name="connsiteX37" fmla="*/ 988114 w 7467600"/>
              <a:gd name="connsiteY37" fmla="*/ 6174204 h 6858000"/>
              <a:gd name="connsiteX38" fmla="*/ 845971 w 7467600"/>
              <a:gd name="connsiteY38" fmla="*/ 6067177 h 6858000"/>
              <a:gd name="connsiteX39" fmla="*/ 448057 w 7467600"/>
              <a:gd name="connsiteY39" fmla="*/ 5841376 h 6858000"/>
              <a:gd name="connsiteX40" fmla="*/ 51253 w 7467600"/>
              <a:gd name="connsiteY40" fmla="*/ 5631825 h 6858000"/>
              <a:gd name="connsiteX41" fmla="*/ 2606687 w 7467600"/>
              <a:gd name="connsiteY41" fmla="*/ 5630718 h 6858000"/>
              <a:gd name="connsiteX42" fmla="*/ 2645658 w 7467600"/>
              <a:gd name="connsiteY42" fmla="*/ 6640259 h 6858000"/>
              <a:gd name="connsiteX43" fmla="*/ 2606687 w 7467600"/>
              <a:gd name="connsiteY43" fmla="*/ 5630718 h 6858000"/>
              <a:gd name="connsiteX44" fmla="*/ 3642057 w 7467600"/>
              <a:gd name="connsiteY44" fmla="*/ 5573487 h 6858000"/>
              <a:gd name="connsiteX45" fmla="*/ 3632981 w 7467600"/>
              <a:gd name="connsiteY45" fmla="*/ 5579437 h 6858000"/>
              <a:gd name="connsiteX46" fmla="*/ 3382436 w 7467600"/>
              <a:gd name="connsiteY46" fmla="*/ 5952726 h 6858000"/>
              <a:gd name="connsiteX47" fmla="*/ 3191929 w 7467600"/>
              <a:gd name="connsiteY47" fmla="*/ 6662669 h 6858000"/>
              <a:gd name="connsiteX48" fmla="*/ 3369898 w 7467600"/>
              <a:gd name="connsiteY48" fmla="*/ 6081771 h 6858000"/>
              <a:gd name="connsiteX49" fmla="*/ 3642057 w 7467600"/>
              <a:gd name="connsiteY49" fmla="*/ 5573487 h 6858000"/>
              <a:gd name="connsiteX50" fmla="*/ 2650666 w 7467600"/>
              <a:gd name="connsiteY50" fmla="*/ 5530686 h 6858000"/>
              <a:gd name="connsiteX51" fmla="*/ 2650249 w 7467600"/>
              <a:gd name="connsiteY51" fmla="*/ 5532101 h 6858000"/>
              <a:gd name="connsiteX52" fmla="*/ 2663808 w 7467600"/>
              <a:gd name="connsiteY52" fmla="*/ 6535215 h 6858000"/>
              <a:gd name="connsiteX53" fmla="*/ 2665418 w 7467600"/>
              <a:gd name="connsiteY53" fmla="*/ 6132756 h 6858000"/>
              <a:gd name="connsiteX54" fmla="*/ 2650666 w 7467600"/>
              <a:gd name="connsiteY54" fmla="*/ 5530686 h 6858000"/>
              <a:gd name="connsiteX55" fmla="*/ 2680277 w 7467600"/>
              <a:gd name="connsiteY55" fmla="*/ 5479204 h 6858000"/>
              <a:gd name="connsiteX56" fmla="*/ 2678972 w 7467600"/>
              <a:gd name="connsiteY56" fmla="*/ 5481582 h 6858000"/>
              <a:gd name="connsiteX57" fmla="*/ 2696666 w 7467600"/>
              <a:gd name="connsiteY57" fmla="*/ 6133836 h 6858000"/>
              <a:gd name="connsiteX58" fmla="*/ 2695769 w 7467600"/>
              <a:gd name="connsiteY58" fmla="*/ 6390955 h 6858000"/>
              <a:gd name="connsiteX59" fmla="*/ 2739893 w 7467600"/>
              <a:gd name="connsiteY59" fmla="*/ 6108357 h 6858000"/>
              <a:gd name="connsiteX60" fmla="*/ 2680277 w 7467600"/>
              <a:gd name="connsiteY60" fmla="*/ 5479204 h 6858000"/>
              <a:gd name="connsiteX61" fmla="*/ 1132195 w 7467600"/>
              <a:gd name="connsiteY61" fmla="*/ 5467980 h 6858000"/>
              <a:gd name="connsiteX62" fmla="*/ 1679056 w 7467600"/>
              <a:gd name="connsiteY62" fmla="*/ 5516907 h 6858000"/>
              <a:gd name="connsiteX63" fmla="*/ 2128648 w 7467600"/>
              <a:gd name="connsiteY63" fmla="*/ 5474249 h 6858000"/>
              <a:gd name="connsiteX64" fmla="*/ 1825619 w 7467600"/>
              <a:gd name="connsiteY64" fmla="*/ 5478447 h 6858000"/>
              <a:gd name="connsiteX65" fmla="*/ 1737798 w 7467600"/>
              <a:gd name="connsiteY65" fmla="*/ 5483353 h 6858000"/>
              <a:gd name="connsiteX66" fmla="*/ 1132195 w 7467600"/>
              <a:gd name="connsiteY66" fmla="*/ 5467980 h 6858000"/>
              <a:gd name="connsiteX67" fmla="*/ 1456157 w 7467600"/>
              <a:gd name="connsiteY67" fmla="*/ 5371404 h 6858000"/>
              <a:gd name="connsiteX68" fmla="*/ 1244432 w 7467600"/>
              <a:gd name="connsiteY68" fmla="*/ 5385601 h 6858000"/>
              <a:gd name="connsiteX69" fmla="*/ 973990 w 7467600"/>
              <a:gd name="connsiteY69" fmla="*/ 5424940 h 6858000"/>
              <a:gd name="connsiteX70" fmla="*/ 1103809 w 7467600"/>
              <a:gd name="connsiteY70" fmla="*/ 5433720 h 6858000"/>
              <a:gd name="connsiteX71" fmla="*/ 1123454 w 7467600"/>
              <a:gd name="connsiteY71" fmla="*/ 5435727 h 6858000"/>
              <a:gd name="connsiteX72" fmla="*/ 1737017 w 7467600"/>
              <a:gd name="connsiteY72" fmla="*/ 5452183 h 6858000"/>
              <a:gd name="connsiteX73" fmla="*/ 1824397 w 7467600"/>
              <a:gd name="connsiteY73" fmla="*/ 5447757 h 6858000"/>
              <a:gd name="connsiteX74" fmla="*/ 2070059 w 7467600"/>
              <a:gd name="connsiteY74" fmla="*/ 5441660 h 6858000"/>
              <a:gd name="connsiteX75" fmla="*/ 1456157 w 7467600"/>
              <a:gd name="connsiteY75" fmla="*/ 5371404 h 6858000"/>
              <a:gd name="connsiteX76" fmla="*/ 4988186 w 7467600"/>
              <a:gd name="connsiteY76" fmla="*/ 5216467 h 6858000"/>
              <a:gd name="connsiteX77" fmla="*/ 4777334 w 7467600"/>
              <a:gd name="connsiteY77" fmla="*/ 5406072 h 6858000"/>
              <a:gd name="connsiteX78" fmla="*/ 4718341 w 7467600"/>
              <a:gd name="connsiteY78" fmla="*/ 5468043 h 6858000"/>
              <a:gd name="connsiteX79" fmla="*/ 4604655 w 7467600"/>
              <a:gd name="connsiteY79" fmla="*/ 5583434 h 6858000"/>
              <a:gd name="connsiteX80" fmla="*/ 4565074 w 7467600"/>
              <a:gd name="connsiteY80" fmla="*/ 5618550 h 6858000"/>
              <a:gd name="connsiteX81" fmla="*/ 4988186 w 7467600"/>
              <a:gd name="connsiteY81" fmla="*/ 5216467 h 6858000"/>
              <a:gd name="connsiteX82" fmla="*/ 4978032 w 7467600"/>
              <a:gd name="connsiteY82" fmla="*/ 5183809 h 6858000"/>
              <a:gd name="connsiteX83" fmla="*/ 4463413 w 7467600"/>
              <a:gd name="connsiteY83" fmla="*/ 5615162 h 6858000"/>
              <a:gd name="connsiteX84" fmla="*/ 4358134 w 7467600"/>
              <a:gd name="connsiteY84" fmla="*/ 5742791 h 6858000"/>
              <a:gd name="connsiteX85" fmla="*/ 4376219 w 7467600"/>
              <a:gd name="connsiteY85" fmla="*/ 5729027 h 6858000"/>
              <a:gd name="connsiteX86" fmla="*/ 4582340 w 7467600"/>
              <a:gd name="connsiteY86" fmla="*/ 5561037 h 6858000"/>
              <a:gd name="connsiteX87" fmla="*/ 4694684 w 7467600"/>
              <a:gd name="connsiteY87" fmla="*/ 5447098 h 6858000"/>
              <a:gd name="connsiteX88" fmla="*/ 4754123 w 7467600"/>
              <a:gd name="connsiteY88" fmla="*/ 5384643 h 6858000"/>
              <a:gd name="connsiteX89" fmla="*/ 4978032 w 7467600"/>
              <a:gd name="connsiteY89" fmla="*/ 5183809 h 6858000"/>
              <a:gd name="connsiteX90" fmla="*/ 1903353 w 7467600"/>
              <a:gd name="connsiteY90" fmla="*/ 5044827 h 6858000"/>
              <a:gd name="connsiteX91" fmla="*/ 1936931 w 7467600"/>
              <a:gd name="connsiteY91" fmla="*/ 5093954 h 6858000"/>
              <a:gd name="connsiteX92" fmla="*/ 2195868 w 7467600"/>
              <a:gd name="connsiteY92" fmla="*/ 5396574 h 6858000"/>
              <a:gd name="connsiteX93" fmla="*/ 2088852 w 7467600"/>
              <a:gd name="connsiteY93" fmla="*/ 5166123 h 6858000"/>
              <a:gd name="connsiteX94" fmla="*/ 1958241 w 7467600"/>
              <a:gd name="connsiteY94" fmla="*/ 5067955 h 6858000"/>
              <a:gd name="connsiteX95" fmla="*/ 1903353 w 7467600"/>
              <a:gd name="connsiteY95" fmla="*/ 5044827 h 6858000"/>
              <a:gd name="connsiteX96" fmla="*/ 1979378 w 7467600"/>
              <a:gd name="connsiteY96" fmla="*/ 4769504 h 6858000"/>
              <a:gd name="connsiteX97" fmla="*/ 2882120 w 7467600"/>
              <a:gd name="connsiteY97" fmla="*/ 5064547 h 6858000"/>
              <a:gd name="connsiteX98" fmla="*/ 2793103 w 7467600"/>
              <a:gd name="connsiteY98" fmla="*/ 5039699 h 6858000"/>
              <a:gd name="connsiteX99" fmla="*/ 2770041 w 7467600"/>
              <a:gd name="connsiteY99" fmla="*/ 5033634 h 6858000"/>
              <a:gd name="connsiteX100" fmla="*/ 1979378 w 7467600"/>
              <a:gd name="connsiteY100" fmla="*/ 4769504 h 6858000"/>
              <a:gd name="connsiteX101" fmla="*/ 1927410 w 7467600"/>
              <a:gd name="connsiteY101" fmla="*/ 4716164 h 6858000"/>
              <a:gd name="connsiteX102" fmla="*/ 1959587 w 7467600"/>
              <a:gd name="connsiteY102" fmla="*/ 4728849 h 6858000"/>
              <a:gd name="connsiteX103" fmla="*/ 2777707 w 7467600"/>
              <a:gd name="connsiteY103" fmla="*/ 5003991 h 6858000"/>
              <a:gd name="connsiteX104" fmla="*/ 2800768 w 7467600"/>
              <a:gd name="connsiteY104" fmla="*/ 5010056 h 6858000"/>
              <a:gd name="connsiteX105" fmla="*/ 2879408 w 7467600"/>
              <a:gd name="connsiteY105" fmla="*/ 5031590 h 6858000"/>
              <a:gd name="connsiteX106" fmla="*/ 2862295 w 7467600"/>
              <a:gd name="connsiteY106" fmla="*/ 5022958 h 6858000"/>
              <a:gd name="connsiteX107" fmla="*/ 2813343 w 7467600"/>
              <a:gd name="connsiteY107" fmla="*/ 4998369 h 6858000"/>
              <a:gd name="connsiteX108" fmla="*/ 2646245 w 7467600"/>
              <a:gd name="connsiteY108" fmla="*/ 4930999 h 6858000"/>
              <a:gd name="connsiteX109" fmla="*/ 1999243 w 7467600"/>
              <a:gd name="connsiteY109" fmla="*/ 4730524 h 6858000"/>
              <a:gd name="connsiteX110" fmla="*/ 1979527 w 7467600"/>
              <a:gd name="connsiteY110" fmla="*/ 4726651 h 6858000"/>
              <a:gd name="connsiteX111" fmla="*/ 1927410 w 7467600"/>
              <a:gd name="connsiteY111" fmla="*/ 4716164 h 6858000"/>
              <a:gd name="connsiteX112" fmla="*/ 1997014 w 7467600"/>
              <a:gd name="connsiteY112" fmla="*/ 4698007 h 6858000"/>
              <a:gd name="connsiteX113" fmla="*/ 2005458 w 7467600"/>
              <a:gd name="connsiteY113" fmla="*/ 4699540 h 6858000"/>
              <a:gd name="connsiteX114" fmla="*/ 2657186 w 7467600"/>
              <a:gd name="connsiteY114" fmla="*/ 4901687 h 6858000"/>
              <a:gd name="connsiteX115" fmla="*/ 2826662 w 7467600"/>
              <a:gd name="connsiteY115" fmla="*/ 4970362 h 6858000"/>
              <a:gd name="connsiteX116" fmla="*/ 2876100 w 7467600"/>
              <a:gd name="connsiteY116" fmla="*/ 4995397 h 6858000"/>
              <a:gd name="connsiteX117" fmla="*/ 3042600 w 7467600"/>
              <a:gd name="connsiteY117" fmla="*/ 5059532 h 6858000"/>
              <a:gd name="connsiteX118" fmla="*/ 1997014 w 7467600"/>
              <a:gd name="connsiteY118" fmla="*/ 4698007 h 6858000"/>
              <a:gd name="connsiteX119" fmla="*/ 2305292 w 7467600"/>
              <a:gd name="connsiteY119" fmla="*/ 4219492 h 6858000"/>
              <a:gd name="connsiteX120" fmla="*/ 3360922 w 7467600"/>
              <a:gd name="connsiteY120" fmla="*/ 4529373 h 6858000"/>
              <a:gd name="connsiteX121" fmla="*/ 3492420 w 7467600"/>
              <a:gd name="connsiteY121" fmla="*/ 4510145 h 6858000"/>
              <a:gd name="connsiteX122" fmla="*/ 3364086 w 7467600"/>
              <a:gd name="connsiteY122" fmla="*/ 4480340 h 6858000"/>
              <a:gd name="connsiteX123" fmla="*/ 3225818 w 7467600"/>
              <a:gd name="connsiteY123" fmla="*/ 4411822 h 6858000"/>
              <a:gd name="connsiteX124" fmla="*/ 3129696 w 7467600"/>
              <a:gd name="connsiteY124" fmla="*/ 4360704 h 6858000"/>
              <a:gd name="connsiteX125" fmla="*/ 2814545 w 7467600"/>
              <a:gd name="connsiteY125" fmla="*/ 4282955 h 6858000"/>
              <a:gd name="connsiteX126" fmla="*/ 2305292 w 7467600"/>
              <a:gd name="connsiteY126" fmla="*/ 4219492 h 6858000"/>
              <a:gd name="connsiteX127" fmla="*/ 2626982 w 7467600"/>
              <a:gd name="connsiteY127" fmla="*/ 4206450 h 6858000"/>
              <a:gd name="connsiteX128" fmla="*/ 2490617 w 7467600"/>
              <a:gd name="connsiteY128" fmla="*/ 4206951 h 6858000"/>
              <a:gd name="connsiteX129" fmla="*/ 2819869 w 7467600"/>
              <a:gd name="connsiteY129" fmla="*/ 4252936 h 6858000"/>
              <a:gd name="connsiteX130" fmla="*/ 3143018 w 7467600"/>
              <a:gd name="connsiteY130" fmla="*/ 4332698 h 6858000"/>
              <a:gd name="connsiteX131" fmla="*/ 3241520 w 7467600"/>
              <a:gd name="connsiteY131" fmla="*/ 4385112 h 6858000"/>
              <a:gd name="connsiteX132" fmla="*/ 3374575 w 7467600"/>
              <a:gd name="connsiteY132" fmla="*/ 4451517 h 6858000"/>
              <a:gd name="connsiteX133" fmla="*/ 3505221 w 7467600"/>
              <a:gd name="connsiteY133" fmla="*/ 4480757 h 6858000"/>
              <a:gd name="connsiteX134" fmla="*/ 2626982 w 7467600"/>
              <a:gd name="connsiteY134" fmla="*/ 4206450 h 6858000"/>
              <a:gd name="connsiteX135" fmla="*/ 1310106 w 7467600"/>
              <a:gd name="connsiteY135" fmla="*/ 3943217 h 6858000"/>
              <a:gd name="connsiteX136" fmla="*/ 854994 w 7467600"/>
              <a:gd name="connsiteY136" fmla="*/ 4399136 h 6858000"/>
              <a:gd name="connsiteX137" fmla="*/ 742462 w 7467600"/>
              <a:gd name="connsiteY137" fmla="*/ 4594648 h 6858000"/>
              <a:gd name="connsiteX138" fmla="*/ 820602 w 7467600"/>
              <a:gd name="connsiteY138" fmla="*/ 4485915 h 6858000"/>
              <a:gd name="connsiteX139" fmla="*/ 878295 w 7467600"/>
              <a:gd name="connsiteY139" fmla="*/ 4403594 h 6858000"/>
              <a:gd name="connsiteX140" fmla="*/ 1240607 w 7467600"/>
              <a:gd name="connsiteY140" fmla="*/ 4010401 h 6858000"/>
              <a:gd name="connsiteX141" fmla="*/ 1310106 w 7467600"/>
              <a:gd name="connsiteY141" fmla="*/ 3943217 h 6858000"/>
              <a:gd name="connsiteX142" fmla="*/ 1423113 w 7467600"/>
              <a:gd name="connsiteY142" fmla="*/ 3874565 h 6858000"/>
              <a:gd name="connsiteX143" fmla="*/ 1260565 w 7467600"/>
              <a:gd name="connsiteY143" fmla="*/ 4031982 h 6858000"/>
              <a:gd name="connsiteX144" fmla="*/ 901900 w 7467600"/>
              <a:gd name="connsiteY144" fmla="*/ 4421236 h 6858000"/>
              <a:gd name="connsiteX145" fmla="*/ 845044 w 7467600"/>
              <a:gd name="connsiteY145" fmla="*/ 4502436 h 6858000"/>
              <a:gd name="connsiteX146" fmla="*/ 685926 w 7467600"/>
              <a:gd name="connsiteY146" fmla="*/ 4703069 h 6858000"/>
              <a:gd name="connsiteX147" fmla="*/ 684248 w 7467600"/>
              <a:gd name="connsiteY147" fmla="*/ 4706721 h 6858000"/>
              <a:gd name="connsiteX148" fmla="*/ 1423113 w 7467600"/>
              <a:gd name="connsiteY148" fmla="*/ 3874565 h 6858000"/>
              <a:gd name="connsiteX149" fmla="*/ 3316479 w 7467600"/>
              <a:gd name="connsiteY149" fmla="*/ 3872136 h 6858000"/>
              <a:gd name="connsiteX150" fmla="*/ 3546806 w 7467600"/>
              <a:gd name="connsiteY150" fmla="*/ 4356139 h 6858000"/>
              <a:gd name="connsiteX151" fmla="*/ 3364433 w 7467600"/>
              <a:gd name="connsiteY151" fmla="*/ 3953121 h 6858000"/>
              <a:gd name="connsiteX152" fmla="*/ 3316479 w 7467600"/>
              <a:gd name="connsiteY152" fmla="*/ 3872136 h 6858000"/>
              <a:gd name="connsiteX153" fmla="*/ 3291335 w 7467600"/>
              <a:gd name="connsiteY153" fmla="*/ 3767420 h 6858000"/>
              <a:gd name="connsiteX154" fmla="*/ 3390805 w 7467600"/>
              <a:gd name="connsiteY154" fmla="*/ 3937163 h 6858000"/>
              <a:gd name="connsiteX155" fmla="*/ 3579062 w 7467600"/>
              <a:gd name="connsiteY155" fmla="*/ 4359040 h 6858000"/>
              <a:gd name="connsiteX156" fmla="*/ 3467355 w 7467600"/>
              <a:gd name="connsiteY156" fmla="*/ 3988130 h 6858000"/>
              <a:gd name="connsiteX157" fmla="*/ 3310753 w 7467600"/>
              <a:gd name="connsiteY157" fmla="*/ 3787140 h 6858000"/>
              <a:gd name="connsiteX158" fmla="*/ 3291335 w 7467600"/>
              <a:gd name="connsiteY158" fmla="*/ 3767420 h 6858000"/>
              <a:gd name="connsiteX159" fmla="*/ 1635889 w 7467600"/>
              <a:gd name="connsiteY159" fmla="*/ 3709494 h 6858000"/>
              <a:gd name="connsiteX160" fmla="*/ 1634800 w 7467600"/>
              <a:gd name="connsiteY160" fmla="*/ 3731111 h 6858000"/>
              <a:gd name="connsiteX161" fmla="*/ 1635889 w 7467600"/>
              <a:gd name="connsiteY161" fmla="*/ 3709494 h 6858000"/>
              <a:gd name="connsiteX162" fmla="*/ 1510397 w 7467600"/>
              <a:gd name="connsiteY162" fmla="*/ 3684705 h 6858000"/>
              <a:gd name="connsiteX163" fmla="*/ 1146550 w 7467600"/>
              <a:gd name="connsiteY163" fmla="*/ 3802012 h 6858000"/>
              <a:gd name="connsiteX164" fmla="*/ 698834 w 7467600"/>
              <a:gd name="connsiteY164" fmla="*/ 3952272 h 6858000"/>
              <a:gd name="connsiteX165" fmla="*/ 34256 w 7467600"/>
              <a:gd name="connsiteY165" fmla="*/ 4347603 h 6858000"/>
              <a:gd name="connsiteX166" fmla="*/ 527241 w 7467600"/>
              <a:gd name="connsiteY166" fmla="*/ 4065078 h 6858000"/>
              <a:gd name="connsiteX167" fmla="*/ 1510397 w 7467600"/>
              <a:gd name="connsiteY167" fmla="*/ 3684705 h 6858000"/>
              <a:gd name="connsiteX168" fmla="*/ 1313114 w 7467600"/>
              <a:gd name="connsiteY168" fmla="*/ 3655216 h 6858000"/>
              <a:gd name="connsiteX169" fmla="*/ 1109304 w 7467600"/>
              <a:gd name="connsiteY169" fmla="*/ 3669030 h 6858000"/>
              <a:gd name="connsiteX170" fmla="*/ 8129 w 7467600"/>
              <a:gd name="connsiteY170" fmla="*/ 4330519 h 6858000"/>
              <a:gd name="connsiteX171" fmla="*/ 687572 w 7467600"/>
              <a:gd name="connsiteY171" fmla="*/ 3925629 h 6858000"/>
              <a:gd name="connsiteX172" fmla="*/ 1138365 w 7467600"/>
              <a:gd name="connsiteY172" fmla="*/ 3774515 h 6858000"/>
              <a:gd name="connsiteX173" fmla="*/ 1505579 w 7467600"/>
              <a:gd name="connsiteY173" fmla="*/ 3655526 h 6858000"/>
              <a:gd name="connsiteX174" fmla="*/ 1313114 w 7467600"/>
              <a:gd name="connsiteY174" fmla="*/ 3655216 h 6858000"/>
              <a:gd name="connsiteX175" fmla="*/ 3655073 w 7467600"/>
              <a:gd name="connsiteY175" fmla="*/ 3650884 h 6858000"/>
              <a:gd name="connsiteX176" fmla="*/ 3989938 w 7467600"/>
              <a:gd name="connsiteY176" fmla="*/ 3991685 h 6858000"/>
              <a:gd name="connsiteX177" fmla="*/ 4393907 w 7467600"/>
              <a:gd name="connsiteY177" fmla="*/ 4261258 h 6858000"/>
              <a:gd name="connsiteX178" fmla="*/ 4648051 w 7467600"/>
              <a:gd name="connsiteY178" fmla="*/ 4374051 h 6858000"/>
              <a:gd name="connsiteX179" fmla="*/ 4383389 w 7467600"/>
              <a:gd name="connsiteY179" fmla="*/ 4184369 h 6858000"/>
              <a:gd name="connsiteX180" fmla="*/ 4165508 w 7467600"/>
              <a:gd name="connsiteY180" fmla="*/ 4035196 h 6858000"/>
              <a:gd name="connsiteX181" fmla="*/ 4068162 w 7467600"/>
              <a:gd name="connsiteY181" fmla="*/ 3953394 h 6858000"/>
              <a:gd name="connsiteX182" fmla="*/ 3981416 w 7467600"/>
              <a:gd name="connsiteY182" fmla="*/ 3880482 h 6858000"/>
              <a:gd name="connsiteX183" fmla="*/ 3800147 w 7467600"/>
              <a:gd name="connsiteY183" fmla="*/ 3749872 h 6858000"/>
              <a:gd name="connsiteX184" fmla="*/ 3655073 w 7467600"/>
              <a:gd name="connsiteY184" fmla="*/ 3650884 h 6858000"/>
              <a:gd name="connsiteX185" fmla="*/ 3670252 w 7467600"/>
              <a:gd name="connsiteY185" fmla="*/ 3622798 h 6858000"/>
              <a:gd name="connsiteX186" fmla="*/ 3817258 w 7467600"/>
              <a:gd name="connsiteY186" fmla="*/ 3723577 h 6858000"/>
              <a:gd name="connsiteX187" fmla="*/ 4000461 w 7467600"/>
              <a:gd name="connsiteY187" fmla="*/ 3855966 h 6858000"/>
              <a:gd name="connsiteX188" fmla="*/ 4088180 w 7467600"/>
              <a:gd name="connsiteY188" fmla="*/ 3929774 h 6858000"/>
              <a:gd name="connsiteX189" fmla="*/ 4184555 w 7467600"/>
              <a:gd name="connsiteY189" fmla="*/ 4010683 h 6858000"/>
              <a:gd name="connsiteX190" fmla="*/ 4399563 w 7467600"/>
              <a:gd name="connsiteY190" fmla="*/ 4158106 h 6858000"/>
              <a:gd name="connsiteX191" fmla="*/ 4684469 w 7467600"/>
              <a:gd name="connsiteY191" fmla="*/ 4364680 h 6858000"/>
              <a:gd name="connsiteX192" fmla="*/ 4690271 w 7467600"/>
              <a:gd name="connsiteY192" fmla="*/ 4370034 h 6858000"/>
              <a:gd name="connsiteX193" fmla="*/ 4136093 w 7467600"/>
              <a:gd name="connsiteY193" fmla="*/ 3858466 h 6858000"/>
              <a:gd name="connsiteX194" fmla="*/ 3670252 w 7467600"/>
              <a:gd name="connsiteY194" fmla="*/ 3622798 h 6858000"/>
              <a:gd name="connsiteX195" fmla="*/ 4440129 w 7467600"/>
              <a:gd name="connsiteY195" fmla="*/ 3448571 h 6858000"/>
              <a:gd name="connsiteX196" fmla="*/ 4856525 w 7467600"/>
              <a:gd name="connsiteY196" fmla="*/ 3915351 h 6858000"/>
              <a:gd name="connsiteX197" fmla="*/ 5059055 w 7467600"/>
              <a:gd name="connsiteY197" fmla="*/ 4108918 h 6858000"/>
              <a:gd name="connsiteX198" fmla="*/ 5290070 w 7467600"/>
              <a:gd name="connsiteY198" fmla="*/ 4263619 h 6858000"/>
              <a:gd name="connsiteX199" fmla="*/ 4834991 w 7467600"/>
              <a:gd name="connsiteY199" fmla="*/ 3830985 h 6858000"/>
              <a:gd name="connsiteX200" fmla="*/ 4440129 w 7467600"/>
              <a:gd name="connsiteY200" fmla="*/ 3448571 h 6858000"/>
              <a:gd name="connsiteX201" fmla="*/ 4441737 w 7467600"/>
              <a:gd name="connsiteY201" fmla="*/ 3399734 h 6858000"/>
              <a:gd name="connsiteX202" fmla="*/ 4431236 w 7467600"/>
              <a:gd name="connsiteY202" fmla="*/ 3400954 h 6858000"/>
              <a:gd name="connsiteX203" fmla="*/ 4557150 w 7467600"/>
              <a:gd name="connsiteY203" fmla="*/ 3510023 h 6858000"/>
              <a:gd name="connsiteX204" fmla="*/ 4856936 w 7467600"/>
              <a:gd name="connsiteY204" fmla="*/ 3809146 h 6858000"/>
              <a:gd name="connsiteX205" fmla="*/ 5111996 w 7467600"/>
              <a:gd name="connsiteY205" fmla="*/ 4065759 h 6858000"/>
              <a:gd name="connsiteX206" fmla="*/ 5388878 w 7467600"/>
              <a:gd name="connsiteY206" fmla="*/ 4300185 h 6858000"/>
              <a:gd name="connsiteX207" fmla="*/ 5425556 w 7467600"/>
              <a:gd name="connsiteY207" fmla="*/ 4308967 h 6858000"/>
              <a:gd name="connsiteX208" fmla="*/ 4943646 w 7467600"/>
              <a:gd name="connsiteY208" fmla="*/ 3822916 h 6858000"/>
              <a:gd name="connsiteX209" fmla="*/ 4594837 w 7467600"/>
              <a:gd name="connsiteY209" fmla="*/ 3532274 h 6858000"/>
              <a:gd name="connsiteX210" fmla="*/ 4441737 w 7467600"/>
              <a:gd name="connsiteY210" fmla="*/ 3399734 h 6858000"/>
              <a:gd name="connsiteX211" fmla="*/ 5425834 w 7467600"/>
              <a:gd name="connsiteY211" fmla="*/ 3162785 h 6858000"/>
              <a:gd name="connsiteX212" fmla="*/ 5401644 w 7467600"/>
              <a:gd name="connsiteY212" fmla="*/ 3617847 h 6858000"/>
              <a:gd name="connsiteX213" fmla="*/ 5467256 w 7467600"/>
              <a:gd name="connsiteY213" fmla="*/ 4175494 h 6858000"/>
              <a:gd name="connsiteX214" fmla="*/ 5448069 w 7467600"/>
              <a:gd name="connsiteY214" fmla="*/ 3567554 h 6858000"/>
              <a:gd name="connsiteX215" fmla="*/ 5425834 w 7467600"/>
              <a:gd name="connsiteY215" fmla="*/ 3162785 h 6858000"/>
              <a:gd name="connsiteX216" fmla="*/ 1318687 w 7467600"/>
              <a:gd name="connsiteY216" fmla="*/ 3113840 h 6858000"/>
              <a:gd name="connsiteX217" fmla="*/ 1066793 w 7467600"/>
              <a:gd name="connsiteY217" fmla="*/ 3212171 h 6858000"/>
              <a:gd name="connsiteX218" fmla="*/ 993319 w 7467600"/>
              <a:gd name="connsiteY218" fmla="*/ 3247648 h 6858000"/>
              <a:gd name="connsiteX219" fmla="*/ 853081 w 7467600"/>
              <a:gd name="connsiteY219" fmla="*/ 3312410 h 6858000"/>
              <a:gd name="connsiteX220" fmla="*/ 805957 w 7467600"/>
              <a:gd name="connsiteY220" fmla="*/ 3330443 h 6858000"/>
              <a:gd name="connsiteX221" fmla="*/ 1318687 w 7467600"/>
              <a:gd name="connsiteY221" fmla="*/ 3113840 h 6858000"/>
              <a:gd name="connsiteX222" fmla="*/ 5453702 w 7467600"/>
              <a:gd name="connsiteY222" fmla="*/ 3090882 h 6858000"/>
              <a:gd name="connsiteX223" fmla="*/ 5480135 w 7467600"/>
              <a:gd name="connsiteY223" fmla="*/ 3565802 h 6858000"/>
              <a:gd name="connsiteX224" fmla="*/ 5499023 w 7467600"/>
              <a:gd name="connsiteY224" fmla="*/ 4166310 h 6858000"/>
              <a:gd name="connsiteX225" fmla="*/ 5547022 w 7467600"/>
              <a:gd name="connsiteY225" fmla="*/ 3607838 h 6858000"/>
              <a:gd name="connsiteX226" fmla="*/ 5515964 w 7467600"/>
              <a:gd name="connsiteY226" fmla="*/ 3378541 h 6858000"/>
              <a:gd name="connsiteX227" fmla="*/ 5453702 w 7467600"/>
              <a:gd name="connsiteY227" fmla="*/ 3090882 h 6858000"/>
              <a:gd name="connsiteX228" fmla="*/ 1238695 w 7467600"/>
              <a:gd name="connsiteY228" fmla="*/ 3076820 h 6858000"/>
              <a:gd name="connsiteX229" fmla="*/ 716371 w 7467600"/>
              <a:gd name="connsiteY229" fmla="*/ 3293249 h 6858000"/>
              <a:gd name="connsiteX230" fmla="*/ 579522 w 7467600"/>
              <a:gd name="connsiteY230" fmla="*/ 3371759 h 6858000"/>
              <a:gd name="connsiteX231" fmla="*/ 600288 w 7467600"/>
              <a:gd name="connsiteY231" fmla="*/ 3365555 h 6858000"/>
              <a:gd name="connsiteX232" fmla="*/ 840692 w 7467600"/>
              <a:gd name="connsiteY232" fmla="*/ 3284921 h 6858000"/>
              <a:gd name="connsiteX233" fmla="*/ 979248 w 7467600"/>
              <a:gd name="connsiteY233" fmla="*/ 3221003 h 6858000"/>
              <a:gd name="connsiteX234" fmla="*/ 1053282 w 7467600"/>
              <a:gd name="connsiteY234" fmla="*/ 3185247 h 6858000"/>
              <a:gd name="connsiteX235" fmla="*/ 1320603 w 7467600"/>
              <a:gd name="connsiteY235" fmla="*/ 3081281 h 6858000"/>
              <a:gd name="connsiteX236" fmla="*/ 1238695 w 7467600"/>
              <a:gd name="connsiteY236" fmla="*/ 3076820 h 6858000"/>
              <a:gd name="connsiteX237" fmla="*/ 5425627 w 7467600"/>
              <a:gd name="connsiteY237" fmla="*/ 2954192 h 6858000"/>
              <a:gd name="connsiteX238" fmla="*/ 5470770 w 7467600"/>
              <a:gd name="connsiteY238" fmla="*/ 3005435 h 6858000"/>
              <a:gd name="connsiteX239" fmla="*/ 5519779 w 7467600"/>
              <a:gd name="connsiteY239" fmla="*/ 4359223 h 6858000"/>
              <a:gd name="connsiteX240" fmla="*/ 5520293 w 7467600"/>
              <a:gd name="connsiteY240" fmla="*/ 4360602 h 6858000"/>
              <a:gd name="connsiteX241" fmla="*/ 5767221 w 7467600"/>
              <a:gd name="connsiteY241" fmla="*/ 4665564 h 6858000"/>
              <a:gd name="connsiteX242" fmla="*/ 6937169 w 7467600"/>
              <a:gd name="connsiteY242" fmla="*/ 4815941 h 6858000"/>
              <a:gd name="connsiteX243" fmla="*/ 6953922 w 7467600"/>
              <a:gd name="connsiteY243" fmla="*/ 4890068 h 6858000"/>
              <a:gd name="connsiteX244" fmla="*/ 6071359 w 7467600"/>
              <a:gd name="connsiteY244" fmla="*/ 4770770 h 6858000"/>
              <a:gd name="connsiteX245" fmla="*/ 6038839 w 7467600"/>
              <a:gd name="connsiteY245" fmla="*/ 4764474 h 6858000"/>
              <a:gd name="connsiteX246" fmla="*/ 6038706 w 7467600"/>
              <a:gd name="connsiteY246" fmla="*/ 4763847 h 6858000"/>
              <a:gd name="connsiteX247" fmla="*/ 6037784 w 7467600"/>
              <a:gd name="connsiteY247" fmla="*/ 4764270 h 6858000"/>
              <a:gd name="connsiteX248" fmla="*/ 6038839 w 7467600"/>
              <a:gd name="connsiteY248" fmla="*/ 4764474 h 6858000"/>
              <a:gd name="connsiteX249" fmla="*/ 6040338 w 7467600"/>
              <a:gd name="connsiteY249" fmla="*/ 4771418 h 6858000"/>
              <a:gd name="connsiteX250" fmla="*/ 6024488 w 7467600"/>
              <a:gd name="connsiteY250" fmla="*/ 4809903 h 6858000"/>
              <a:gd name="connsiteX251" fmla="*/ 5599771 w 7467600"/>
              <a:gd name="connsiteY251" fmla="*/ 5509652 h 6858000"/>
              <a:gd name="connsiteX252" fmla="*/ 5548843 w 7467600"/>
              <a:gd name="connsiteY252" fmla="*/ 5563845 h 6858000"/>
              <a:gd name="connsiteX253" fmla="*/ 5940952 w 7467600"/>
              <a:gd name="connsiteY253" fmla="*/ 6250028 h 6858000"/>
              <a:gd name="connsiteX254" fmla="*/ 6043441 w 7467600"/>
              <a:gd name="connsiteY254" fmla="*/ 6665847 h 6858000"/>
              <a:gd name="connsiteX255" fmla="*/ 6093432 w 7467600"/>
              <a:gd name="connsiteY255" fmla="*/ 6858000 h 6858000"/>
              <a:gd name="connsiteX256" fmla="*/ 6034344 w 7467600"/>
              <a:gd name="connsiteY256" fmla="*/ 6858000 h 6858000"/>
              <a:gd name="connsiteX257" fmla="*/ 6026679 w 7467600"/>
              <a:gd name="connsiteY257" fmla="*/ 6836959 h 6858000"/>
              <a:gd name="connsiteX258" fmla="*/ 5800441 w 7467600"/>
              <a:gd name="connsiteY258" fmla="*/ 6335286 h 6858000"/>
              <a:gd name="connsiteX259" fmla="*/ 5526562 w 7467600"/>
              <a:gd name="connsiteY259" fmla="*/ 5705388 h 6858000"/>
              <a:gd name="connsiteX260" fmla="*/ 5519640 w 7467600"/>
              <a:gd name="connsiteY260" fmla="*/ 5683774 h 6858000"/>
              <a:gd name="connsiteX261" fmla="*/ 5844559 w 7467600"/>
              <a:gd name="connsiteY261" fmla="*/ 6553349 h 6858000"/>
              <a:gd name="connsiteX262" fmla="*/ 5975994 w 7467600"/>
              <a:gd name="connsiteY262" fmla="*/ 6858000 h 6858000"/>
              <a:gd name="connsiteX263" fmla="*/ 5898547 w 7467600"/>
              <a:gd name="connsiteY263" fmla="*/ 6858000 h 6858000"/>
              <a:gd name="connsiteX264" fmla="*/ 5682041 w 7467600"/>
              <a:gd name="connsiteY264" fmla="*/ 6355860 h 6858000"/>
              <a:gd name="connsiteX265" fmla="*/ 5461758 w 7467600"/>
              <a:gd name="connsiteY265" fmla="*/ 5820220 h 6858000"/>
              <a:gd name="connsiteX266" fmla="*/ 5237282 w 7467600"/>
              <a:gd name="connsiteY266" fmla="*/ 6579086 h 6858000"/>
              <a:gd name="connsiteX267" fmla="*/ 5115009 w 7467600"/>
              <a:gd name="connsiteY267" fmla="*/ 6858000 h 6858000"/>
              <a:gd name="connsiteX268" fmla="*/ 5028074 w 7467600"/>
              <a:gd name="connsiteY268" fmla="*/ 6858000 h 6858000"/>
              <a:gd name="connsiteX269" fmla="*/ 5079508 w 7467600"/>
              <a:gd name="connsiteY269" fmla="*/ 6749074 h 6858000"/>
              <a:gd name="connsiteX270" fmla="*/ 5371846 w 7467600"/>
              <a:gd name="connsiteY270" fmla="*/ 5924413 h 6858000"/>
              <a:gd name="connsiteX271" fmla="*/ 5270512 w 7467600"/>
              <a:gd name="connsiteY271" fmla="*/ 6138975 h 6858000"/>
              <a:gd name="connsiteX272" fmla="*/ 5062409 w 7467600"/>
              <a:gd name="connsiteY272" fmla="*/ 6653544 h 6858000"/>
              <a:gd name="connsiteX273" fmla="*/ 5036628 w 7467600"/>
              <a:gd name="connsiteY273" fmla="*/ 6754247 h 6858000"/>
              <a:gd name="connsiteX274" fmla="*/ 5009112 w 7467600"/>
              <a:gd name="connsiteY274" fmla="*/ 6858000 h 6858000"/>
              <a:gd name="connsiteX275" fmla="*/ 4976679 w 7467600"/>
              <a:gd name="connsiteY275" fmla="*/ 6858000 h 6858000"/>
              <a:gd name="connsiteX276" fmla="*/ 5006537 w 7467600"/>
              <a:gd name="connsiteY276" fmla="*/ 6747068 h 6858000"/>
              <a:gd name="connsiteX277" fmla="*/ 5032723 w 7467600"/>
              <a:gd name="connsiteY277" fmla="*/ 6644957 h 6858000"/>
              <a:gd name="connsiteX278" fmla="*/ 5242949 w 7467600"/>
              <a:gd name="connsiteY278" fmla="*/ 6125175 h 6858000"/>
              <a:gd name="connsiteX279" fmla="*/ 5286321 w 7467600"/>
              <a:gd name="connsiteY279" fmla="*/ 6033555 h 6858000"/>
              <a:gd name="connsiteX280" fmla="*/ 5008210 w 7467600"/>
              <a:gd name="connsiteY280" fmla="*/ 6649194 h 6858000"/>
              <a:gd name="connsiteX281" fmla="*/ 4986321 w 7467600"/>
              <a:gd name="connsiteY281" fmla="*/ 6765687 h 6858000"/>
              <a:gd name="connsiteX282" fmla="*/ 4973474 w 7467600"/>
              <a:gd name="connsiteY282" fmla="*/ 6858000 h 6858000"/>
              <a:gd name="connsiteX283" fmla="*/ 4907178 w 7467600"/>
              <a:gd name="connsiteY283" fmla="*/ 6858000 h 6858000"/>
              <a:gd name="connsiteX284" fmla="*/ 4910810 w 7467600"/>
              <a:gd name="connsiteY284" fmla="*/ 6829660 h 6858000"/>
              <a:gd name="connsiteX285" fmla="*/ 4987461 w 7467600"/>
              <a:gd name="connsiteY285" fmla="*/ 6432994 h 6858000"/>
              <a:gd name="connsiteX286" fmla="*/ 5179262 w 7467600"/>
              <a:gd name="connsiteY286" fmla="*/ 6035044 h 6858000"/>
              <a:gd name="connsiteX287" fmla="*/ 4689678 w 7467600"/>
              <a:gd name="connsiteY287" fmla="*/ 6440241 h 6858000"/>
              <a:gd name="connsiteX288" fmla="*/ 4477543 w 7467600"/>
              <a:gd name="connsiteY288" fmla="*/ 6674836 h 6858000"/>
              <a:gd name="connsiteX289" fmla="*/ 4329957 w 7467600"/>
              <a:gd name="connsiteY289" fmla="*/ 6858000 h 6858000"/>
              <a:gd name="connsiteX290" fmla="*/ 4218595 w 7467600"/>
              <a:gd name="connsiteY290" fmla="*/ 6858000 h 6858000"/>
              <a:gd name="connsiteX291" fmla="*/ 4368888 w 7467600"/>
              <a:gd name="connsiteY291" fmla="*/ 6668412 h 6858000"/>
              <a:gd name="connsiteX292" fmla="*/ 4563091 w 7467600"/>
              <a:gd name="connsiteY292" fmla="*/ 6442508 h 6858000"/>
              <a:gd name="connsiteX293" fmla="*/ 5387324 w 7467600"/>
              <a:gd name="connsiteY293" fmla="*/ 5705830 h 6858000"/>
              <a:gd name="connsiteX294" fmla="*/ 5073620 w 7467600"/>
              <a:gd name="connsiteY294" fmla="*/ 5955437 h 6858000"/>
              <a:gd name="connsiteX295" fmla="*/ 4689789 w 7467600"/>
              <a:gd name="connsiteY295" fmla="*/ 6268382 h 6858000"/>
              <a:gd name="connsiteX296" fmla="*/ 4418722 w 7467600"/>
              <a:gd name="connsiteY296" fmla="*/ 6570886 h 6858000"/>
              <a:gd name="connsiteX297" fmla="*/ 4214944 w 7467600"/>
              <a:gd name="connsiteY297" fmla="*/ 6858000 h 6858000"/>
              <a:gd name="connsiteX298" fmla="*/ 4177898 w 7467600"/>
              <a:gd name="connsiteY298" fmla="*/ 6858000 h 6858000"/>
              <a:gd name="connsiteX299" fmla="*/ 4391597 w 7467600"/>
              <a:gd name="connsiteY299" fmla="*/ 6556370 h 6858000"/>
              <a:gd name="connsiteX300" fmla="*/ 4668889 w 7467600"/>
              <a:gd name="connsiteY300" fmla="*/ 6246399 h 6858000"/>
              <a:gd name="connsiteX301" fmla="*/ 5055427 w 7467600"/>
              <a:gd name="connsiteY301" fmla="*/ 5931476 h 6858000"/>
              <a:gd name="connsiteX302" fmla="*/ 5371814 w 7467600"/>
              <a:gd name="connsiteY302" fmla="*/ 5678975 h 6858000"/>
              <a:gd name="connsiteX303" fmla="*/ 4987918 w 7467600"/>
              <a:gd name="connsiteY303" fmla="*/ 5838701 h 6858000"/>
              <a:gd name="connsiteX304" fmla="*/ 4317146 w 7467600"/>
              <a:gd name="connsiteY304" fmla="*/ 6587716 h 6858000"/>
              <a:gd name="connsiteX305" fmla="*/ 4171627 w 7467600"/>
              <a:gd name="connsiteY305" fmla="*/ 6858000 h 6858000"/>
              <a:gd name="connsiteX306" fmla="*/ 4081585 w 7467600"/>
              <a:gd name="connsiteY306" fmla="*/ 6858000 h 6858000"/>
              <a:gd name="connsiteX307" fmla="*/ 4238603 w 7467600"/>
              <a:gd name="connsiteY307" fmla="*/ 6559341 h 6858000"/>
              <a:gd name="connsiteX308" fmla="*/ 4778333 w 7467600"/>
              <a:gd name="connsiteY308" fmla="*/ 5873626 h 6858000"/>
              <a:gd name="connsiteX309" fmla="*/ 5414185 w 7467600"/>
              <a:gd name="connsiteY309" fmla="*/ 5573882 h 6858000"/>
              <a:gd name="connsiteX310" fmla="*/ 5959648 w 7467600"/>
              <a:gd name="connsiteY310" fmla="*/ 4760797 h 6858000"/>
              <a:gd name="connsiteX311" fmla="*/ 5355019 w 7467600"/>
              <a:gd name="connsiteY311" fmla="*/ 4734672 h 6858000"/>
              <a:gd name="connsiteX312" fmla="*/ 5083565 w 7467600"/>
              <a:gd name="connsiteY312" fmla="*/ 5179121 h 6858000"/>
              <a:gd name="connsiteX313" fmla="*/ 4713577 w 7467600"/>
              <a:gd name="connsiteY313" fmla="*/ 5616803 h 6858000"/>
              <a:gd name="connsiteX314" fmla="*/ 3989559 w 7467600"/>
              <a:gd name="connsiteY314" fmla="*/ 6145945 h 6858000"/>
              <a:gd name="connsiteX315" fmla="*/ 3939824 w 7467600"/>
              <a:gd name="connsiteY315" fmla="*/ 6066900 h 6858000"/>
              <a:gd name="connsiteX316" fmla="*/ 4584537 w 7467600"/>
              <a:gd name="connsiteY316" fmla="*/ 5324826 h 6858000"/>
              <a:gd name="connsiteX317" fmla="*/ 5037105 w 7467600"/>
              <a:gd name="connsiteY317" fmla="*/ 5088765 h 6858000"/>
              <a:gd name="connsiteX318" fmla="*/ 5039930 w 7467600"/>
              <a:gd name="connsiteY318" fmla="*/ 5089585 h 6858000"/>
              <a:gd name="connsiteX319" fmla="*/ 5263764 w 7467600"/>
              <a:gd name="connsiteY319" fmla="*/ 4735525 h 6858000"/>
              <a:gd name="connsiteX320" fmla="*/ 4086300 w 7467600"/>
              <a:gd name="connsiteY320" fmla="*/ 4884599 h 6858000"/>
              <a:gd name="connsiteX321" fmla="*/ 4085485 w 7467600"/>
              <a:gd name="connsiteY321" fmla="*/ 4899070 h 6858000"/>
              <a:gd name="connsiteX322" fmla="*/ 3871915 w 7467600"/>
              <a:gd name="connsiteY322" fmla="*/ 5253645 h 6858000"/>
              <a:gd name="connsiteX323" fmla="*/ 3799374 w 7467600"/>
              <a:gd name="connsiteY323" fmla="*/ 5466127 h 6858000"/>
              <a:gd name="connsiteX324" fmla="*/ 3498850 w 7467600"/>
              <a:gd name="connsiteY324" fmla="*/ 6661888 h 6858000"/>
              <a:gd name="connsiteX325" fmla="*/ 3399216 w 7467600"/>
              <a:gd name="connsiteY325" fmla="*/ 6858000 h 6858000"/>
              <a:gd name="connsiteX326" fmla="*/ 3303688 w 7467600"/>
              <a:gd name="connsiteY326" fmla="*/ 6858000 h 6858000"/>
              <a:gd name="connsiteX327" fmla="*/ 3391774 w 7467600"/>
              <a:gd name="connsiteY327" fmla="*/ 6697181 h 6858000"/>
              <a:gd name="connsiteX328" fmla="*/ 3735540 w 7467600"/>
              <a:gd name="connsiteY328" fmla="*/ 5546923 h 6858000"/>
              <a:gd name="connsiteX329" fmla="*/ 3729438 w 7467600"/>
              <a:gd name="connsiteY329" fmla="*/ 5569058 h 6858000"/>
              <a:gd name="connsiteX330" fmla="*/ 3707782 w 7467600"/>
              <a:gd name="connsiteY330" fmla="*/ 5644908 h 6858000"/>
              <a:gd name="connsiteX331" fmla="*/ 3583827 w 7467600"/>
              <a:gd name="connsiteY331" fmla="*/ 6039215 h 6858000"/>
              <a:gd name="connsiteX332" fmla="*/ 3547861 w 7467600"/>
              <a:gd name="connsiteY332" fmla="*/ 6129609 h 6858000"/>
              <a:gd name="connsiteX333" fmla="*/ 3490905 w 7467600"/>
              <a:gd name="connsiteY333" fmla="*/ 6277660 h 6858000"/>
              <a:gd name="connsiteX334" fmla="*/ 3455859 w 7467600"/>
              <a:gd name="connsiteY334" fmla="*/ 6391301 h 6858000"/>
              <a:gd name="connsiteX335" fmla="*/ 3429112 w 7467600"/>
              <a:gd name="connsiteY335" fmla="*/ 6479469 h 6858000"/>
              <a:gd name="connsiteX336" fmla="*/ 3304862 w 7467600"/>
              <a:gd name="connsiteY336" fmla="*/ 6796476 h 6858000"/>
              <a:gd name="connsiteX337" fmla="*/ 3276071 w 7467600"/>
              <a:gd name="connsiteY337" fmla="*/ 6858000 h 6858000"/>
              <a:gd name="connsiteX338" fmla="*/ 3240805 w 7467600"/>
              <a:gd name="connsiteY338" fmla="*/ 6858000 h 6858000"/>
              <a:gd name="connsiteX339" fmla="*/ 3275917 w 7467600"/>
              <a:gd name="connsiteY339" fmla="*/ 6783192 h 6858000"/>
              <a:gd name="connsiteX340" fmla="*/ 3399358 w 7467600"/>
              <a:gd name="connsiteY340" fmla="*/ 6469011 h 6858000"/>
              <a:gd name="connsiteX341" fmla="*/ 3425650 w 7467600"/>
              <a:gd name="connsiteY341" fmla="*/ 6381333 h 6858000"/>
              <a:gd name="connsiteX342" fmla="*/ 3460661 w 7467600"/>
              <a:gd name="connsiteY342" fmla="*/ 6266763 h 6858000"/>
              <a:gd name="connsiteX343" fmla="*/ 3518021 w 7467600"/>
              <a:gd name="connsiteY343" fmla="*/ 6117298 h 6858000"/>
              <a:gd name="connsiteX344" fmla="*/ 3554035 w 7467600"/>
              <a:gd name="connsiteY344" fmla="*/ 6027832 h 6858000"/>
              <a:gd name="connsiteX345" fmla="*/ 3677174 w 7467600"/>
              <a:gd name="connsiteY345" fmla="*/ 5636351 h 6858000"/>
              <a:gd name="connsiteX346" fmla="*/ 3698819 w 7467600"/>
              <a:gd name="connsiteY346" fmla="*/ 5560503 h 6858000"/>
              <a:gd name="connsiteX347" fmla="*/ 3702094 w 7467600"/>
              <a:gd name="connsiteY347" fmla="*/ 5549194 h 6858000"/>
              <a:gd name="connsiteX348" fmla="*/ 3398355 w 7467600"/>
              <a:gd name="connsiteY348" fmla="*/ 6094603 h 6858000"/>
              <a:gd name="connsiteX349" fmla="*/ 3193941 w 7467600"/>
              <a:gd name="connsiteY349" fmla="*/ 6798775 h 6858000"/>
              <a:gd name="connsiteX350" fmla="*/ 3184140 w 7467600"/>
              <a:gd name="connsiteY350" fmla="*/ 6858000 h 6858000"/>
              <a:gd name="connsiteX351" fmla="*/ 3099978 w 7467600"/>
              <a:gd name="connsiteY351" fmla="*/ 6858000 h 6858000"/>
              <a:gd name="connsiteX352" fmla="*/ 3101556 w 7467600"/>
              <a:gd name="connsiteY352" fmla="*/ 6843337 h 6858000"/>
              <a:gd name="connsiteX353" fmla="*/ 3370162 w 7467600"/>
              <a:gd name="connsiteY353" fmla="*/ 5785550 h 6858000"/>
              <a:gd name="connsiteX354" fmla="*/ 3746477 w 7467600"/>
              <a:gd name="connsiteY354" fmla="*/ 5377889 h 6858000"/>
              <a:gd name="connsiteX355" fmla="*/ 3863399 w 7467600"/>
              <a:gd name="connsiteY355" fmla="*/ 5087257 h 6858000"/>
              <a:gd name="connsiteX356" fmla="*/ 3968712 w 7467600"/>
              <a:gd name="connsiteY356" fmla="*/ 4913989 h 6858000"/>
              <a:gd name="connsiteX357" fmla="*/ 2792390 w 7467600"/>
              <a:gd name="connsiteY357" fmla="*/ 5382974 h 6858000"/>
              <a:gd name="connsiteX358" fmla="*/ 2714982 w 7467600"/>
              <a:gd name="connsiteY358" fmla="*/ 5427051 h 6858000"/>
              <a:gd name="connsiteX359" fmla="*/ 2813361 w 7467600"/>
              <a:gd name="connsiteY359" fmla="*/ 6023912 h 6858000"/>
              <a:gd name="connsiteX360" fmla="*/ 2688430 w 7467600"/>
              <a:gd name="connsiteY360" fmla="*/ 6801564 h 6858000"/>
              <a:gd name="connsiteX361" fmla="*/ 2629626 w 7467600"/>
              <a:gd name="connsiteY361" fmla="*/ 6763394 h 6858000"/>
              <a:gd name="connsiteX362" fmla="*/ 2565328 w 7467600"/>
              <a:gd name="connsiteY362" fmla="*/ 5516399 h 6858000"/>
              <a:gd name="connsiteX363" fmla="*/ 1922999 w 7467600"/>
              <a:gd name="connsiteY363" fmla="*/ 5980343 h 6858000"/>
              <a:gd name="connsiteX364" fmla="*/ 1950261 w 7467600"/>
              <a:gd name="connsiteY364" fmla="*/ 6405858 h 6858000"/>
              <a:gd name="connsiteX365" fmla="*/ 2365554 w 7467600"/>
              <a:gd name="connsiteY365" fmla="*/ 6759107 h 6858000"/>
              <a:gd name="connsiteX366" fmla="*/ 2424142 w 7467600"/>
              <a:gd name="connsiteY366" fmla="*/ 6858000 h 6858000"/>
              <a:gd name="connsiteX367" fmla="*/ 2395994 w 7467600"/>
              <a:gd name="connsiteY367" fmla="*/ 6858000 h 6858000"/>
              <a:gd name="connsiteX368" fmla="*/ 2392863 w 7467600"/>
              <a:gd name="connsiteY368" fmla="*/ 6852964 h 6858000"/>
              <a:gd name="connsiteX369" fmla="*/ 2017589 w 7467600"/>
              <a:gd name="connsiteY369" fmla="*/ 6493982 h 6858000"/>
              <a:gd name="connsiteX370" fmla="*/ 2147336 w 7467600"/>
              <a:gd name="connsiteY370" fmla="*/ 6594052 h 6858000"/>
              <a:gd name="connsiteX371" fmla="*/ 2207047 w 7467600"/>
              <a:gd name="connsiteY371" fmla="*/ 6654540 h 6858000"/>
              <a:gd name="connsiteX372" fmla="*/ 2299106 w 7467600"/>
              <a:gd name="connsiteY372" fmla="*/ 6778931 h 6858000"/>
              <a:gd name="connsiteX373" fmla="*/ 2314430 w 7467600"/>
              <a:gd name="connsiteY373" fmla="*/ 6801144 h 6858000"/>
              <a:gd name="connsiteX374" fmla="*/ 2352406 w 7467600"/>
              <a:gd name="connsiteY374" fmla="*/ 6858000 h 6858000"/>
              <a:gd name="connsiteX375" fmla="*/ 2314492 w 7467600"/>
              <a:gd name="connsiteY375" fmla="*/ 6858000 h 6858000"/>
              <a:gd name="connsiteX376" fmla="*/ 2288095 w 7467600"/>
              <a:gd name="connsiteY376" fmla="*/ 6818030 h 6858000"/>
              <a:gd name="connsiteX377" fmla="*/ 2272768 w 7467600"/>
              <a:gd name="connsiteY377" fmla="*/ 6795822 h 6858000"/>
              <a:gd name="connsiteX378" fmla="*/ 2182715 w 7467600"/>
              <a:gd name="connsiteY378" fmla="*/ 6675071 h 6858000"/>
              <a:gd name="connsiteX379" fmla="*/ 2032061 w 7467600"/>
              <a:gd name="connsiteY379" fmla="*/ 6541380 h 6858000"/>
              <a:gd name="connsiteX380" fmla="*/ 2257220 w 7467600"/>
              <a:gd name="connsiteY380" fmla="*/ 6826257 h 6858000"/>
              <a:gd name="connsiteX381" fmla="*/ 2281324 w 7467600"/>
              <a:gd name="connsiteY381" fmla="*/ 6858000 h 6858000"/>
              <a:gd name="connsiteX382" fmla="*/ 2242860 w 7467600"/>
              <a:gd name="connsiteY382" fmla="*/ 6858000 h 6858000"/>
              <a:gd name="connsiteX383" fmla="*/ 2232818 w 7467600"/>
              <a:gd name="connsiteY383" fmla="*/ 6844926 h 6858000"/>
              <a:gd name="connsiteX384" fmla="*/ 1990172 w 7467600"/>
              <a:gd name="connsiteY384" fmla="*/ 6542121 h 6858000"/>
              <a:gd name="connsiteX385" fmla="*/ 2124090 w 7467600"/>
              <a:gd name="connsiteY385" fmla="*/ 6761017 h 6858000"/>
              <a:gd name="connsiteX386" fmla="*/ 2200380 w 7467600"/>
              <a:gd name="connsiteY386" fmla="*/ 6858000 h 6858000"/>
              <a:gd name="connsiteX387" fmla="*/ 2147507 w 7467600"/>
              <a:gd name="connsiteY387" fmla="*/ 6858000 h 6858000"/>
              <a:gd name="connsiteX388" fmla="*/ 2070668 w 7467600"/>
              <a:gd name="connsiteY388" fmla="*/ 6761520 h 6858000"/>
              <a:gd name="connsiteX389" fmla="*/ 1975142 w 7467600"/>
              <a:gd name="connsiteY389" fmla="*/ 6585570 h 6858000"/>
              <a:gd name="connsiteX390" fmla="*/ 2050035 w 7467600"/>
              <a:gd name="connsiteY390" fmla="*/ 6813345 h 6858000"/>
              <a:gd name="connsiteX391" fmla="*/ 2063025 w 7467600"/>
              <a:gd name="connsiteY391" fmla="*/ 6858000 h 6858000"/>
              <a:gd name="connsiteX392" fmla="*/ 2021675 w 7467600"/>
              <a:gd name="connsiteY392" fmla="*/ 6858000 h 6858000"/>
              <a:gd name="connsiteX393" fmla="*/ 2019308 w 7467600"/>
              <a:gd name="connsiteY393" fmla="*/ 6847118 h 6858000"/>
              <a:gd name="connsiteX394" fmla="*/ 1938835 w 7467600"/>
              <a:gd name="connsiteY394" fmla="*/ 6551160 h 6858000"/>
              <a:gd name="connsiteX395" fmla="*/ 1953230 w 7467600"/>
              <a:gd name="connsiteY395" fmla="*/ 6759699 h 6858000"/>
              <a:gd name="connsiteX396" fmla="*/ 1956763 w 7467600"/>
              <a:gd name="connsiteY396" fmla="*/ 6778191 h 6858000"/>
              <a:gd name="connsiteX397" fmla="*/ 1967925 w 7467600"/>
              <a:gd name="connsiteY397" fmla="*/ 6858000 h 6858000"/>
              <a:gd name="connsiteX398" fmla="*/ 1936622 w 7467600"/>
              <a:gd name="connsiteY398" fmla="*/ 6858000 h 6858000"/>
              <a:gd name="connsiteX399" fmla="*/ 1926261 w 7467600"/>
              <a:gd name="connsiteY399" fmla="*/ 6784064 h 6858000"/>
              <a:gd name="connsiteX400" fmla="*/ 1922724 w 7467600"/>
              <a:gd name="connsiteY400" fmla="*/ 6765577 h 6858000"/>
              <a:gd name="connsiteX401" fmla="*/ 1904650 w 7467600"/>
              <a:gd name="connsiteY401" fmla="*/ 6639616 h 6858000"/>
              <a:gd name="connsiteX402" fmla="*/ 1885273 w 7467600"/>
              <a:gd name="connsiteY402" fmla="*/ 6858000 h 6858000"/>
              <a:gd name="connsiteX403" fmla="*/ 1854363 w 7467600"/>
              <a:gd name="connsiteY403" fmla="*/ 6858000 h 6858000"/>
              <a:gd name="connsiteX404" fmla="*/ 1880391 w 7467600"/>
              <a:gd name="connsiteY404" fmla="*/ 6603796 h 6858000"/>
              <a:gd name="connsiteX405" fmla="*/ 1818273 w 7467600"/>
              <a:gd name="connsiteY405" fmla="*/ 6715729 h 6858000"/>
              <a:gd name="connsiteX406" fmla="*/ 1794691 w 7467600"/>
              <a:gd name="connsiteY406" fmla="*/ 6843239 h 6858000"/>
              <a:gd name="connsiteX407" fmla="*/ 1794914 w 7467600"/>
              <a:gd name="connsiteY407" fmla="*/ 6858000 h 6858000"/>
              <a:gd name="connsiteX408" fmla="*/ 1746128 w 7467600"/>
              <a:gd name="connsiteY408" fmla="*/ 6858000 h 6858000"/>
              <a:gd name="connsiteX409" fmla="*/ 1753934 w 7467600"/>
              <a:gd name="connsiteY409" fmla="*/ 6724796 h 6858000"/>
              <a:gd name="connsiteX410" fmla="*/ 1792053 w 7467600"/>
              <a:gd name="connsiteY410" fmla="*/ 6572396 h 6858000"/>
              <a:gd name="connsiteX411" fmla="*/ 1862248 w 7467600"/>
              <a:gd name="connsiteY411" fmla="*/ 6266397 h 6858000"/>
              <a:gd name="connsiteX412" fmla="*/ 1862250 w 7467600"/>
              <a:gd name="connsiteY412" fmla="*/ 6033531 h 6858000"/>
              <a:gd name="connsiteX413" fmla="*/ 1211999 w 7467600"/>
              <a:gd name="connsiteY413" fmla="*/ 6683610 h 6858000"/>
              <a:gd name="connsiteX414" fmla="*/ 1213266 w 7467600"/>
              <a:gd name="connsiteY414" fmla="*/ 6691947 h 6858000"/>
              <a:gd name="connsiteX415" fmla="*/ 1203370 w 7467600"/>
              <a:gd name="connsiteY415" fmla="*/ 6850676 h 6858000"/>
              <a:gd name="connsiteX416" fmla="*/ 1203671 w 7467600"/>
              <a:gd name="connsiteY416" fmla="*/ 6858000 h 6858000"/>
              <a:gd name="connsiteX417" fmla="*/ 1143180 w 7467600"/>
              <a:gd name="connsiteY417" fmla="*/ 6858000 h 6858000"/>
              <a:gd name="connsiteX418" fmla="*/ 1142176 w 7467600"/>
              <a:gd name="connsiteY418" fmla="*/ 6766045 h 6858000"/>
              <a:gd name="connsiteX419" fmla="*/ 1067484 w 7467600"/>
              <a:gd name="connsiteY419" fmla="*/ 6858000 h 6858000"/>
              <a:gd name="connsiteX420" fmla="*/ 953928 w 7467600"/>
              <a:gd name="connsiteY420" fmla="*/ 6858000 h 6858000"/>
              <a:gd name="connsiteX421" fmla="*/ 959715 w 7467600"/>
              <a:gd name="connsiteY421" fmla="*/ 6850185 h 6858000"/>
              <a:gd name="connsiteX422" fmla="*/ 1483788 w 7467600"/>
              <a:gd name="connsiteY422" fmla="*/ 6259174 h 6858000"/>
              <a:gd name="connsiteX423" fmla="*/ 1100671 w 7467600"/>
              <a:gd name="connsiteY423" fmla="*/ 6252137 h 6858000"/>
              <a:gd name="connsiteX424" fmla="*/ 1090144 w 7467600"/>
              <a:gd name="connsiteY424" fmla="*/ 6256748 h 6858000"/>
              <a:gd name="connsiteX425" fmla="*/ 1095872 w 7467600"/>
              <a:gd name="connsiteY425" fmla="*/ 6271892 h 6858000"/>
              <a:gd name="connsiteX426" fmla="*/ 262785 w 7467600"/>
              <a:gd name="connsiteY426" fmla="*/ 6845450 h 6858000"/>
              <a:gd name="connsiteX427" fmla="*/ 209968 w 7467600"/>
              <a:gd name="connsiteY427" fmla="*/ 6770713 h 6858000"/>
              <a:gd name="connsiteX428" fmla="*/ 873460 w 7467600"/>
              <a:gd name="connsiteY428" fmla="*/ 6253768 h 6858000"/>
              <a:gd name="connsiteX429" fmla="*/ 192686 w 7467600"/>
              <a:gd name="connsiteY429" fmla="*/ 5849257 h 6858000"/>
              <a:gd name="connsiteX430" fmla="*/ 4696 w 7467600"/>
              <a:gd name="connsiteY430" fmla="*/ 5697668 h 6858000"/>
              <a:gd name="connsiteX431" fmla="*/ 0 w 7467600"/>
              <a:gd name="connsiteY431" fmla="*/ 5689984 h 6858000"/>
              <a:gd name="connsiteX432" fmla="*/ 0 w 7467600"/>
              <a:gd name="connsiteY432" fmla="*/ 5513472 h 6858000"/>
              <a:gd name="connsiteX433" fmla="*/ 174101 w 7467600"/>
              <a:gd name="connsiteY433" fmla="*/ 5620277 h 6858000"/>
              <a:gd name="connsiteX434" fmla="*/ 891800 w 7467600"/>
              <a:gd name="connsiteY434" fmla="*/ 6036935 h 6858000"/>
              <a:gd name="connsiteX435" fmla="*/ 1072219 w 7467600"/>
              <a:gd name="connsiteY435" fmla="*/ 6169443 h 6858000"/>
              <a:gd name="connsiteX436" fmla="*/ 1074117 w 7467600"/>
              <a:gd name="connsiteY436" fmla="*/ 6170301 h 6858000"/>
              <a:gd name="connsiteX437" fmla="*/ 1083114 w 7467600"/>
              <a:gd name="connsiteY437" fmla="*/ 6174131 h 6858000"/>
              <a:gd name="connsiteX438" fmla="*/ 1543010 w 7467600"/>
              <a:gd name="connsiteY438" fmla="*/ 6191140 h 6858000"/>
              <a:gd name="connsiteX439" fmla="*/ 1551080 w 7467600"/>
              <a:gd name="connsiteY439" fmla="*/ 6195006 h 6858000"/>
              <a:gd name="connsiteX440" fmla="*/ 2345443 w 7467600"/>
              <a:gd name="connsiteY440" fmla="*/ 5549882 h 6858000"/>
              <a:gd name="connsiteX441" fmla="*/ 1721499 w 7467600"/>
              <a:gd name="connsiteY441" fmla="*/ 5599969 h 6858000"/>
              <a:gd name="connsiteX442" fmla="*/ 767716 w 7467600"/>
              <a:gd name="connsiteY442" fmla="*/ 5472768 h 6858000"/>
              <a:gd name="connsiteX443" fmla="*/ 722147 w 7467600"/>
              <a:gd name="connsiteY443" fmla="*/ 5393091 h 6858000"/>
              <a:gd name="connsiteX444" fmla="*/ 1485552 w 7467600"/>
              <a:gd name="connsiteY444" fmla="*/ 5313202 h 6858000"/>
              <a:gd name="connsiteX445" fmla="*/ 2143004 w 7467600"/>
              <a:gd name="connsiteY445" fmla="*/ 5402420 h 6858000"/>
              <a:gd name="connsiteX446" fmla="*/ 1933391 w 7467600"/>
              <a:gd name="connsiteY446" fmla="*/ 5156971 h 6858000"/>
              <a:gd name="connsiteX447" fmla="*/ 1827118 w 7467600"/>
              <a:gd name="connsiteY447" fmla="*/ 4968410 h 6858000"/>
              <a:gd name="connsiteX448" fmla="*/ 1837349 w 7467600"/>
              <a:gd name="connsiteY448" fmla="*/ 4956357 h 6858000"/>
              <a:gd name="connsiteX449" fmla="*/ 2162835 w 7467600"/>
              <a:gd name="connsiteY449" fmla="*/ 5187853 h 6858000"/>
              <a:gd name="connsiteX450" fmla="*/ 2257167 w 7467600"/>
              <a:gd name="connsiteY450" fmla="*/ 5462123 h 6858000"/>
              <a:gd name="connsiteX451" fmla="*/ 2261598 w 7467600"/>
              <a:gd name="connsiteY451" fmla="*/ 5467998 h 6858000"/>
              <a:gd name="connsiteX452" fmla="*/ 2437177 w 7467600"/>
              <a:gd name="connsiteY452" fmla="*/ 5479608 h 6858000"/>
              <a:gd name="connsiteX453" fmla="*/ 2445247 w 7467600"/>
              <a:gd name="connsiteY453" fmla="*/ 5483476 h 6858000"/>
              <a:gd name="connsiteX454" fmla="*/ 2743626 w 7467600"/>
              <a:gd name="connsiteY454" fmla="*/ 5304819 h 6858000"/>
              <a:gd name="connsiteX455" fmla="*/ 3048102 w 7467600"/>
              <a:gd name="connsiteY455" fmla="*/ 5150595 h 6858000"/>
              <a:gd name="connsiteX456" fmla="*/ 1799414 w 7467600"/>
              <a:gd name="connsiteY456" fmla="*/ 4694732 h 6858000"/>
              <a:gd name="connsiteX457" fmla="*/ 1771735 w 7467600"/>
              <a:gd name="connsiteY457" fmla="*/ 4619929 h 6858000"/>
              <a:gd name="connsiteX458" fmla="*/ 3104273 w 7467600"/>
              <a:gd name="connsiteY458" fmla="*/ 5076159 h 6858000"/>
              <a:gd name="connsiteX459" fmla="*/ 3113245 w 7467600"/>
              <a:gd name="connsiteY459" fmla="*/ 5090705 h 6858000"/>
              <a:gd name="connsiteX460" fmla="*/ 3126294 w 7467600"/>
              <a:gd name="connsiteY460" fmla="*/ 5114400 h 6858000"/>
              <a:gd name="connsiteX461" fmla="*/ 3937433 w 7467600"/>
              <a:gd name="connsiteY461" fmla="*/ 4830473 h 6858000"/>
              <a:gd name="connsiteX462" fmla="*/ 3590475 w 7467600"/>
              <a:gd name="connsiteY462" fmla="*/ 4597974 h 6858000"/>
              <a:gd name="connsiteX463" fmla="*/ 3100264 w 7467600"/>
              <a:gd name="connsiteY463" fmla="*/ 4579845 h 6858000"/>
              <a:gd name="connsiteX464" fmla="*/ 2183576 w 7467600"/>
              <a:gd name="connsiteY464" fmla="*/ 4227150 h 6858000"/>
              <a:gd name="connsiteX465" fmla="*/ 2151029 w 7467600"/>
              <a:gd name="connsiteY465" fmla="*/ 4146947 h 6858000"/>
              <a:gd name="connsiteX466" fmla="*/ 3563434 w 7467600"/>
              <a:gd name="connsiteY466" fmla="*/ 4469115 h 6858000"/>
              <a:gd name="connsiteX467" fmla="*/ 3177952 w 7467600"/>
              <a:gd name="connsiteY467" fmla="*/ 3657386 h 6858000"/>
              <a:gd name="connsiteX468" fmla="*/ 3189263 w 7467600"/>
              <a:gd name="connsiteY468" fmla="*/ 3625726 h 6858000"/>
              <a:gd name="connsiteX469" fmla="*/ 3560912 w 7467600"/>
              <a:gd name="connsiteY469" fmla="*/ 4079863 h 6858000"/>
              <a:gd name="connsiteX470" fmla="*/ 3626636 w 7467600"/>
              <a:gd name="connsiteY470" fmla="*/ 4512230 h 6858000"/>
              <a:gd name="connsiteX471" fmla="*/ 3653088 w 7467600"/>
              <a:gd name="connsiteY471" fmla="*/ 4521417 h 6858000"/>
              <a:gd name="connsiteX472" fmla="*/ 3988128 w 7467600"/>
              <a:gd name="connsiteY472" fmla="*/ 4817267 h 6858000"/>
              <a:gd name="connsiteX473" fmla="*/ 4830582 w 7467600"/>
              <a:gd name="connsiteY473" fmla="*/ 4676000 h 6858000"/>
              <a:gd name="connsiteX474" fmla="*/ 4830100 w 7467600"/>
              <a:gd name="connsiteY474" fmla="*/ 4675554 h 6858000"/>
              <a:gd name="connsiteX475" fmla="*/ 4036318 w 7467600"/>
              <a:gd name="connsiteY475" fmla="*/ 4147013 h 6858000"/>
              <a:gd name="connsiteX476" fmla="*/ 3432098 w 7467600"/>
              <a:gd name="connsiteY476" fmla="*/ 3537312 h 6858000"/>
              <a:gd name="connsiteX477" fmla="*/ 3446761 w 7467600"/>
              <a:gd name="connsiteY477" fmla="*/ 3461278 h 6858000"/>
              <a:gd name="connsiteX478" fmla="*/ 4419733 w 7467600"/>
              <a:gd name="connsiteY478" fmla="*/ 3963555 h 6858000"/>
              <a:gd name="connsiteX479" fmla="*/ 4781371 w 7467600"/>
              <a:gd name="connsiteY479" fmla="*/ 4458604 h 6858000"/>
              <a:gd name="connsiteX480" fmla="*/ 4780440 w 7467600"/>
              <a:gd name="connsiteY480" fmla="*/ 4470290 h 6858000"/>
              <a:gd name="connsiteX481" fmla="*/ 4898954 w 7467600"/>
              <a:gd name="connsiteY481" fmla="*/ 4662092 h 6858000"/>
              <a:gd name="connsiteX482" fmla="*/ 4900699 w 7467600"/>
              <a:gd name="connsiteY482" fmla="*/ 4670867 h 6858000"/>
              <a:gd name="connsiteX483" fmla="*/ 5714511 w 7467600"/>
              <a:gd name="connsiteY483" fmla="*/ 4663483 h 6858000"/>
              <a:gd name="connsiteX484" fmla="*/ 5464793 w 7467600"/>
              <a:gd name="connsiteY484" fmla="*/ 4393556 h 6858000"/>
              <a:gd name="connsiteX485" fmla="*/ 5461897 w 7467600"/>
              <a:gd name="connsiteY485" fmla="*/ 4390879 h 6858000"/>
              <a:gd name="connsiteX486" fmla="*/ 4294126 w 7467600"/>
              <a:gd name="connsiteY486" fmla="*/ 3303048 h 6858000"/>
              <a:gd name="connsiteX487" fmla="*/ 4305321 w 7467600"/>
              <a:gd name="connsiteY487" fmla="*/ 3256953 h 6858000"/>
              <a:gd name="connsiteX488" fmla="*/ 4949299 w 7467600"/>
              <a:gd name="connsiteY488" fmla="*/ 3766336 h 6858000"/>
              <a:gd name="connsiteX489" fmla="*/ 5291452 w 7467600"/>
              <a:gd name="connsiteY489" fmla="*/ 4076801 h 6858000"/>
              <a:gd name="connsiteX490" fmla="*/ 5434998 w 7467600"/>
              <a:gd name="connsiteY490" fmla="*/ 4254100 h 6858000"/>
              <a:gd name="connsiteX491" fmla="*/ 5351015 w 7467600"/>
              <a:gd name="connsiteY491" fmla="*/ 3760989 h 6858000"/>
              <a:gd name="connsiteX492" fmla="*/ 5413780 w 7467600"/>
              <a:gd name="connsiteY492" fmla="*/ 2966265 h 6858000"/>
              <a:gd name="connsiteX493" fmla="*/ 5425627 w 7467600"/>
              <a:gd name="connsiteY493" fmla="*/ 2954192 h 6858000"/>
              <a:gd name="connsiteX494" fmla="*/ 6604735 w 7467600"/>
              <a:gd name="connsiteY494" fmla="*/ 2041381 h 6858000"/>
              <a:gd name="connsiteX495" fmla="*/ 7204487 w 7467600"/>
              <a:gd name="connsiteY495" fmla="*/ 2742112 h 6858000"/>
              <a:gd name="connsiteX496" fmla="*/ 7131592 w 7467600"/>
              <a:gd name="connsiteY496" fmla="*/ 2672096 h 6858000"/>
              <a:gd name="connsiteX497" fmla="*/ 6996344 w 7467600"/>
              <a:gd name="connsiteY497" fmla="*/ 2518310 h 6858000"/>
              <a:gd name="connsiteX498" fmla="*/ 6735495 w 7467600"/>
              <a:gd name="connsiteY498" fmla="*/ 2196890 h 6858000"/>
              <a:gd name="connsiteX499" fmla="*/ 6721901 w 7467600"/>
              <a:gd name="connsiteY499" fmla="*/ 2179274 h 6858000"/>
              <a:gd name="connsiteX500" fmla="*/ 6604735 w 7467600"/>
              <a:gd name="connsiteY500" fmla="*/ 2041381 h 6858000"/>
              <a:gd name="connsiteX501" fmla="*/ 6591670 w 7467600"/>
              <a:gd name="connsiteY501" fmla="*/ 1988277 h 6858000"/>
              <a:gd name="connsiteX502" fmla="*/ 6747349 w 7467600"/>
              <a:gd name="connsiteY502" fmla="*/ 2160069 h 6858000"/>
              <a:gd name="connsiteX503" fmla="*/ 6760943 w 7467600"/>
              <a:gd name="connsiteY503" fmla="*/ 2177686 h 6858000"/>
              <a:gd name="connsiteX504" fmla="*/ 7021065 w 7467600"/>
              <a:gd name="connsiteY504" fmla="*/ 2498102 h 6858000"/>
              <a:gd name="connsiteX505" fmla="*/ 7155223 w 7467600"/>
              <a:gd name="connsiteY505" fmla="*/ 2650386 h 6858000"/>
              <a:gd name="connsiteX506" fmla="*/ 7203167 w 7467600"/>
              <a:gd name="connsiteY506" fmla="*/ 2697288 h 6858000"/>
              <a:gd name="connsiteX507" fmla="*/ 6937703 w 7467600"/>
              <a:gd name="connsiteY507" fmla="*/ 2321981 h 6858000"/>
              <a:gd name="connsiteX508" fmla="*/ 6591670 w 7467600"/>
              <a:gd name="connsiteY508" fmla="*/ 1988277 h 6858000"/>
              <a:gd name="connsiteX509" fmla="*/ 5798671 w 7467600"/>
              <a:gd name="connsiteY509" fmla="*/ 1981601 h 6858000"/>
              <a:gd name="connsiteX510" fmla="*/ 5754709 w 7467600"/>
              <a:gd name="connsiteY510" fmla="*/ 2071454 h 6858000"/>
              <a:gd name="connsiteX511" fmla="*/ 5763044 w 7467600"/>
              <a:gd name="connsiteY511" fmla="*/ 2842206 h 6858000"/>
              <a:gd name="connsiteX512" fmla="*/ 5764974 w 7467600"/>
              <a:gd name="connsiteY512" fmla="*/ 2799609 h 6858000"/>
              <a:gd name="connsiteX513" fmla="*/ 5767665 w 7467600"/>
              <a:gd name="connsiteY513" fmla="*/ 2666409 h 6858000"/>
              <a:gd name="connsiteX514" fmla="*/ 5763055 w 7467600"/>
              <a:gd name="connsiteY514" fmla="*/ 2579705 h 6858000"/>
              <a:gd name="connsiteX515" fmla="*/ 5758079 w 7467600"/>
              <a:gd name="connsiteY515" fmla="*/ 2492508 h 6858000"/>
              <a:gd name="connsiteX516" fmla="*/ 5779325 w 7467600"/>
              <a:gd name="connsiteY516" fmla="*/ 2197069 h 6858000"/>
              <a:gd name="connsiteX517" fmla="*/ 5798671 w 7467600"/>
              <a:gd name="connsiteY517" fmla="*/ 1981601 h 6858000"/>
              <a:gd name="connsiteX518" fmla="*/ 5829202 w 7467600"/>
              <a:gd name="connsiteY518" fmla="*/ 1971679 h 6858000"/>
              <a:gd name="connsiteX519" fmla="*/ 5809558 w 7467600"/>
              <a:gd name="connsiteY519" fmla="*/ 2198043 h 6858000"/>
              <a:gd name="connsiteX520" fmla="*/ 5788653 w 7467600"/>
              <a:gd name="connsiteY520" fmla="*/ 2489430 h 6858000"/>
              <a:gd name="connsiteX521" fmla="*/ 5793439 w 7467600"/>
              <a:gd name="connsiteY521" fmla="*/ 2575235 h 6858000"/>
              <a:gd name="connsiteX522" fmla="*/ 5796837 w 7467600"/>
              <a:gd name="connsiteY522" fmla="*/ 2637633 h 6858000"/>
              <a:gd name="connsiteX523" fmla="*/ 5818614 w 7467600"/>
              <a:gd name="connsiteY523" fmla="*/ 2473055 h 6858000"/>
              <a:gd name="connsiteX524" fmla="*/ 5829202 w 7467600"/>
              <a:gd name="connsiteY524" fmla="*/ 1971679 h 6858000"/>
              <a:gd name="connsiteX525" fmla="*/ 5911389 w 7467600"/>
              <a:gd name="connsiteY525" fmla="*/ 1898371 h 6858000"/>
              <a:gd name="connsiteX526" fmla="*/ 6237627 w 7467600"/>
              <a:gd name="connsiteY526" fmla="*/ 2231921 h 6858000"/>
              <a:gd name="connsiteX527" fmla="*/ 5911389 w 7467600"/>
              <a:gd name="connsiteY527" fmla="*/ 1898371 h 6858000"/>
              <a:gd name="connsiteX528" fmla="*/ 6944437 w 7467600"/>
              <a:gd name="connsiteY528" fmla="*/ 1575402 h 6858000"/>
              <a:gd name="connsiteX529" fmla="*/ 6304730 w 7467600"/>
              <a:gd name="connsiteY529" fmla="*/ 1766654 h 6858000"/>
              <a:gd name="connsiteX530" fmla="*/ 6944437 w 7467600"/>
              <a:gd name="connsiteY530" fmla="*/ 1575402 h 6858000"/>
              <a:gd name="connsiteX531" fmla="*/ 7019523 w 7467600"/>
              <a:gd name="connsiteY531" fmla="*/ 1519450 h 6858000"/>
              <a:gd name="connsiteX532" fmla="*/ 6298091 w 7467600"/>
              <a:gd name="connsiteY532" fmla="*/ 1737122 h 6858000"/>
              <a:gd name="connsiteX533" fmla="*/ 7019523 w 7467600"/>
              <a:gd name="connsiteY533" fmla="*/ 1519450 h 6858000"/>
              <a:gd name="connsiteX534" fmla="*/ 2399523 w 7467600"/>
              <a:gd name="connsiteY534" fmla="*/ 1428234 h 6858000"/>
              <a:gd name="connsiteX535" fmla="*/ 2224982 w 7467600"/>
              <a:gd name="connsiteY535" fmla="*/ 1826201 h 6858000"/>
              <a:gd name="connsiteX536" fmla="*/ 2096099 w 7467600"/>
              <a:gd name="connsiteY536" fmla="*/ 2345900 h 6858000"/>
              <a:gd name="connsiteX537" fmla="*/ 2283317 w 7467600"/>
              <a:gd name="connsiteY537" fmla="*/ 1796925 h 6858000"/>
              <a:gd name="connsiteX538" fmla="*/ 2399523 w 7467600"/>
              <a:gd name="connsiteY538" fmla="*/ 1428234 h 6858000"/>
              <a:gd name="connsiteX539" fmla="*/ 2448558 w 7467600"/>
              <a:gd name="connsiteY539" fmla="*/ 1373435 h 6858000"/>
              <a:gd name="connsiteX540" fmla="*/ 2312521 w 7467600"/>
              <a:gd name="connsiteY540" fmla="*/ 1806140 h 6858000"/>
              <a:gd name="connsiteX541" fmla="*/ 2127533 w 7467600"/>
              <a:gd name="connsiteY541" fmla="*/ 2348380 h 6858000"/>
              <a:gd name="connsiteX542" fmla="*/ 2358080 w 7467600"/>
              <a:gd name="connsiteY542" fmla="*/ 1866134 h 6858000"/>
              <a:gd name="connsiteX543" fmla="*/ 2407436 w 7467600"/>
              <a:gd name="connsiteY543" fmla="*/ 1651070 h 6858000"/>
              <a:gd name="connsiteX544" fmla="*/ 2448558 w 7467600"/>
              <a:gd name="connsiteY544" fmla="*/ 1373435 h 6858000"/>
              <a:gd name="connsiteX545" fmla="*/ 278707 w 7467600"/>
              <a:gd name="connsiteY545" fmla="*/ 1352270 h 6858000"/>
              <a:gd name="connsiteX546" fmla="*/ 321570 w 7467600"/>
              <a:gd name="connsiteY546" fmla="*/ 1861610 h 6858000"/>
              <a:gd name="connsiteX547" fmla="*/ 294281 w 7467600"/>
              <a:gd name="connsiteY547" fmla="*/ 1440658 h 6858000"/>
              <a:gd name="connsiteX548" fmla="*/ 278707 w 7467600"/>
              <a:gd name="connsiteY548" fmla="*/ 1352270 h 6858000"/>
              <a:gd name="connsiteX549" fmla="*/ 1423821 w 7467600"/>
              <a:gd name="connsiteY549" fmla="*/ 1351958 h 6858000"/>
              <a:gd name="connsiteX550" fmla="*/ 1638521 w 7467600"/>
              <a:gd name="connsiteY550" fmla="*/ 1908470 h 6858000"/>
              <a:gd name="connsiteX551" fmla="*/ 1754199 w 7467600"/>
              <a:gd name="connsiteY551" fmla="*/ 2149284 h 6858000"/>
              <a:gd name="connsiteX552" fmla="*/ 1908359 w 7467600"/>
              <a:gd name="connsiteY552" fmla="*/ 2364988 h 6858000"/>
              <a:gd name="connsiteX553" fmla="*/ 1647661 w 7467600"/>
              <a:gd name="connsiteY553" fmla="*/ 1825945 h 6858000"/>
              <a:gd name="connsiteX554" fmla="*/ 1423821 w 7467600"/>
              <a:gd name="connsiteY554" fmla="*/ 1351958 h 6858000"/>
              <a:gd name="connsiteX555" fmla="*/ 1431890 w 7467600"/>
              <a:gd name="connsiteY555" fmla="*/ 1306475 h 6858000"/>
              <a:gd name="connsiteX556" fmla="*/ 1507597 w 7467600"/>
              <a:gd name="connsiteY556" fmla="*/ 1446132 h 6858000"/>
              <a:gd name="connsiteX557" fmla="*/ 1674586 w 7467600"/>
              <a:gd name="connsiteY557" fmla="*/ 1813832 h 6858000"/>
              <a:gd name="connsiteX558" fmla="*/ 1815950 w 7467600"/>
              <a:gd name="connsiteY558" fmla="*/ 2128564 h 6858000"/>
              <a:gd name="connsiteX559" fmla="*/ 1984242 w 7467600"/>
              <a:gd name="connsiteY559" fmla="*/ 2430829 h 6858000"/>
              <a:gd name="connsiteX560" fmla="*/ 2014023 w 7467600"/>
              <a:gd name="connsiteY560" fmla="*/ 2450995 h 6858000"/>
              <a:gd name="connsiteX561" fmla="*/ 1747337 w 7467600"/>
              <a:gd name="connsiteY561" fmla="*/ 1855264 h 6858000"/>
              <a:gd name="connsiteX562" fmla="*/ 1533749 w 7467600"/>
              <a:gd name="connsiteY562" fmla="*/ 1478656 h 6858000"/>
              <a:gd name="connsiteX563" fmla="*/ 1431890 w 7467600"/>
              <a:gd name="connsiteY563" fmla="*/ 1306475 h 6858000"/>
              <a:gd name="connsiteX564" fmla="*/ 5052692 w 7467600"/>
              <a:gd name="connsiteY564" fmla="*/ 1292994 h 6858000"/>
              <a:gd name="connsiteX565" fmla="*/ 5200661 w 7467600"/>
              <a:gd name="connsiteY565" fmla="*/ 1635186 h 6858000"/>
              <a:gd name="connsiteX566" fmla="*/ 5297138 w 7467600"/>
              <a:gd name="connsiteY566" fmla="*/ 1906351 h 6858000"/>
              <a:gd name="connsiteX567" fmla="*/ 5052692 w 7467600"/>
              <a:gd name="connsiteY567" fmla="*/ 1292994 h 6858000"/>
              <a:gd name="connsiteX568" fmla="*/ 5009948 w 7467600"/>
              <a:gd name="connsiteY568" fmla="*/ 1273619 h 6858000"/>
              <a:gd name="connsiteX569" fmla="*/ 5121777 w 7467600"/>
              <a:gd name="connsiteY569" fmla="*/ 1654213 h 6858000"/>
              <a:gd name="connsiteX570" fmla="*/ 5293545 w 7467600"/>
              <a:gd name="connsiteY570" fmla="*/ 2072247 h 6858000"/>
              <a:gd name="connsiteX571" fmla="*/ 5294042 w 7467600"/>
              <a:gd name="connsiteY571" fmla="*/ 2065019 h 6858000"/>
              <a:gd name="connsiteX572" fmla="*/ 5171936 w 7467600"/>
              <a:gd name="connsiteY572" fmla="*/ 1647613 h 6858000"/>
              <a:gd name="connsiteX573" fmla="*/ 5009948 w 7467600"/>
              <a:gd name="connsiteY573" fmla="*/ 1273619 h 6858000"/>
              <a:gd name="connsiteX574" fmla="*/ 655236 w 7467600"/>
              <a:gd name="connsiteY574" fmla="*/ 1268632 h 6858000"/>
              <a:gd name="connsiteX575" fmla="*/ 839521 w 7467600"/>
              <a:gd name="connsiteY575" fmla="*/ 1685315 h 6858000"/>
              <a:gd name="connsiteX576" fmla="*/ 1109416 w 7467600"/>
              <a:gd name="connsiteY576" fmla="*/ 2061663 h 6858000"/>
              <a:gd name="connsiteX577" fmla="*/ 1298300 w 7467600"/>
              <a:gd name="connsiteY577" fmla="*/ 2247742 h 6858000"/>
              <a:gd name="connsiteX578" fmla="*/ 1125871 w 7467600"/>
              <a:gd name="connsiteY578" fmla="*/ 1989513 h 6858000"/>
              <a:gd name="connsiteX579" fmla="*/ 981574 w 7467600"/>
              <a:gd name="connsiteY579" fmla="*/ 1783157 h 6858000"/>
              <a:gd name="connsiteX580" fmla="*/ 922198 w 7467600"/>
              <a:gd name="connsiteY580" fmla="*/ 1677437 h 6858000"/>
              <a:gd name="connsiteX581" fmla="*/ 869293 w 7467600"/>
              <a:gd name="connsiteY581" fmla="*/ 1583214 h 6858000"/>
              <a:gd name="connsiteX582" fmla="*/ 751431 w 7467600"/>
              <a:gd name="connsiteY582" fmla="*/ 1405731 h 6858000"/>
              <a:gd name="connsiteX583" fmla="*/ 655236 w 7467600"/>
              <a:gd name="connsiteY583" fmla="*/ 1268632 h 6858000"/>
              <a:gd name="connsiteX584" fmla="*/ 6516292 w 7467600"/>
              <a:gd name="connsiteY584" fmla="*/ 1263064 h 6858000"/>
              <a:gd name="connsiteX585" fmla="*/ 5736320 w 7467600"/>
              <a:gd name="connsiteY585" fmla="*/ 1501803 h 6858000"/>
              <a:gd name="connsiteX586" fmla="*/ 6516292 w 7467600"/>
              <a:gd name="connsiteY586" fmla="*/ 1263064 h 6858000"/>
              <a:gd name="connsiteX587" fmla="*/ 291466 w 7467600"/>
              <a:gd name="connsiteY587" fmla="*/ 1250369 h 6858000"/>
              <a:gd name="connsiteX588" fmla="*/ 323180 w 7467600"/>
              <a:gd name="connsiteY588" fmla="*/ 1435283 h 6858000"/>
              <a:gd name="connsiteX589" fmla="*/ 349381 w 7467600"/>
              <a:gd name="connsiteY589" fmla="*/ 1875041 h 6858000"/>
              <a:gd name="connsiteX590" fmla="*/ 374363 w 7467600"/>
              <a:gd name="connsiteY590" fmla="*/ 1506494 h 6858000"/>
              <a:gd name="connsiteX591" fmla="*/ 302168 w 7467600"/>
              <a:gd name="connsiteY591" fmla="*/ 1274495 h 6858000"/>
              <a:gd name="connsiteX592" fmla="*/ 291466 w 7467600"/>
              <a:gd name="connsiteY592" fmla="*/ 1250369 h 6858000"/>
              <a:gd name="connsiteX593" fmla="*/ 678222 w 7467600"/>
              <a:gd name="connsiteY593" fmla="*/ 1248670 h 6858000"/>
              <a:gd name="connsiteX594" fmla="*/ 775536 w 7467600"/>
              <a:gd name="connsiteY594" fmla="*/ 1388015 h 6858000"/>
              <a:gd name="connsiteX595" fmla="*/ 894529 w 7467600"/>
              <a:gd name="connsiteY595" fmla="*/ 1567739 h 6858000"/>
              <a:gd name="connsiteX596" fmla="*/ 948000 w 7467600"/>
              <a:gd name="connsiteY596" fmla="*/ 1663088 h 6858000"/>
              <a:gd name="connsiteX597" fmla="*/ 1006812 w 7467600"/>
              <a:gd name="connsiteY597" fmla="*/ 1767683 h 6858000"/>
              <a:gd name="connsiteX598" fmla="*/ 1149133 w 7467600"/>
              <a:gd name="connsiteY598" fmla="*/ 1971513 h 6858000"/>
              <a:gd name="connsiteX599" fmla="*/ 1333952 w 7467600"/>
              <a:gd name="connsiteY599" fmla="*/ 2251620 h 6858000"/>
              <a:gd name="connsiteX600" fmla="*/ 1337329 w 7467600"/>
              <a:gd name="connsiteY600" fmla="*/ 2258350 h 6858000"/>
              <a:gd name="connsiteX601" fmla="*/ 1014726 w 7467600"/>
              <a:gd name="connsiteY601" fmla="*/ 1615556 h 6858000"/>
              <a:gd name="connsiteX602" fmla="*/ 678222 w 7467600"/>
              <a:gd name="connsiteY602" fmla="*/ 1248670 h 6858000"/>
              <a:gd name="connsiteX603" fmla="*/ 6691602 w 7467600"/>
              <a:gd name="connsiteY603" fmla="*/ 1140573 h 6858000"/>
              <a:gd name="connsiteX604" fmla="*/ 6571100 w 7467600"/>
              <a:gd name="connsiteY604" fmla="*/ 1183662 h 6858000"/>
              <a:gd name="connsiteX605" fmla="*/ 6241687 w 7467600"/>
              <a:gd name="connsiteY605" fmla="*/ 1257600 h 6858000"/>
              <a:gd name="connsiteX606" fmla="*/ 5693009 w 7467600"/>
              <a:gd name="connsiteY606" fmla="*/ 1478256 h 6858000"/>
              <a:gd name="connsiteX607" fmla="*/ 6548420 w 7467600"/>
              <a:gd name="connsiteY607" fmla="*/ 1214599 h 6858000"/>
              <a:gd name="connsiteX608" fmla="*/ 6605473 w 7467600"/>
              <a:gd name="connsiteY608" fmla="*/ 1184686 h 6858000"/>
              <a:gd name="connsiteX609" fmla="*/ 6691602 w 7467600"/>
              <a:gd name="connsiteY609" fmla="*/ 1140573 h 6858000"/>
              <a:gd name="connsiteX610" fmla="*/ 4002475 w 7467600"/>
              <a:gd name="connsiteY610" fmla="*/ 1037802 h 6858000"/>
              <a:gd name="connsiteX611" fmla="*/ 4000324 w 7467600"/>
              <a:gd name="connsiteY611" fmla="*/ 1039362 h 6858000"/>
              <a:gd name="connsiteX612" fmla="*/ 4002862 w 7467600"/>
              <a:gd name="connsiteY612" fmla="*/ 1042866 h 6858000"/>
              <a:gd name="connsiteX613" fmla="*/ 4002475 w 7467600"/>
              <a:gd name="connsiteY613" fmla="*/ 1037802 h 6858000"/>
              <a:gd name="connsiteX614" fmla="*/ 506322 w 7467600"/>
              <a:gd name="connsiteY614" fmla="*/ 1020997 h 6858000"/>
              <a:gd name="connsiteX615" fmla="*/ 533068 w 7467600"/>
              <a:gd name="connsiteY615" fmla="*/ 1029409 h 6858000"/>
              <a:gd name="connsiteX616" fmla="*/ 1232525 w 7467600"/>
              <a:gd name="connsiteY616" fmla="*/ 1804675 h 6858000"/>
              <a:gd name="connsiteX617" fmla="*/ 1388858 w 7467600"/>
              <a:gd name="connsiteY617" fmla="*/ 2368011 h 6858000"/>
              <a:gd name="connsiteX618" fmla="*/ 1384098 w 7467600"/>
              <a:gd name="connsiteY618" fmla="*/ 2378125 h 6858000"/>
              <a:gd name="connsiteX619" fmla="*/ 1425393 w 7467600"/>
              <a:gd name="connsiteY619" fmla="*/ 2589124 h 6858000"/>
              <a:gd name="connsiteX620" fmla="*/ 1424001 w 7467600"/>
              <a:gd name="connsiteY620" fmla="*/ 2597541 h 6858000"/>
              <a:gd name="connsiteX621" fmla="*/ 2152729 w 7467600"/>
              <a:gd name="connsiteY621" fmla="*/ 2864487 h 6858000"/>
              <a:gd name="connsiteX622" fmla="*/ 2020609 w 7467600"/>
              <a:gd name="connsiteY622" fmla="*/ 2539671 h 6858000"/>
              <a:gd name="connsiteX623" fmla="*/ 2018920 w 7467600"/>
              <a:gd name="connsiteY623" fmla="*/ 2536309 h 6858000"/>
              <a:gd name="connsiteX624" fmla="*/ 1342441 w 7467600"/>
              <a:gd name="connsiteY624" fmla="*/ 1173017 h 6858000"/>
              <a:gd name="connsiteX625" fmla="*/ 1367925 w 7467600"/>
              <a:gd name="connsiteY625" fmla="*/ 1135648 h 6858000"/>
              <a:gd name="connsiteX626" fmla="*/ 1771401 w 7467600"/>
              <a:gd name="connsiteY626" fmla="*/ 1806673 h 6858000"/>
              <a:gd name="connsiteX627" fmla="*/ 1972385 w 7467600"/>
              <a:gd name="connsiteY627" fmla="*/ 2198735 h 6858000"/>
              <a:gd name="connsiteX628" fmla="*/ 2040892 w 7467600"/>
              <a:gd name="connsiteY628" fmla="*/ 2405205 h 6858000"/>
              <a:gd name="connsiteX629" fmla="*/ 2131689 w 7467600"/>
              <a:gd name="connsiteY629" fmla="*/ 1936926 h 6858000"/>
              <a:gd name="connsiteX630" fmla="*/ 2454820 w 7467600"/>
              <a:gd name="connsiteY630" fmla="*/ 1248808 h 6858000"/>
              <a:gd name="connsiteX631" fmla="*/ 2492512 w 7467600"/>
              <a:gd name="connsiteY631" fmla="*/ 1302920 h 6858000"/>
              <a:gd name="connsiteX632" fmla="*/ 2081216 w 7467600"/>
              <a:gd name="connsiteY632" fmla="*/ 2527513 h 6858000"/>
              <a:gd name="connsiteX633" fmla="*/ 2081211 w 7467600"/>
              <a:gd name="connsiteY633" fmla="*/ 2528916 h 6858000"/>
              <a:gd name="connsiteX634" fmla="*/ 2199067 w 7467600"/>
              <a:gd name="connsiteY634" fmla="*/ 2884061 h 6858000"/>
              <a:gd name="connsiteX635" fmla="*/ 3192586 w 7467600"/>
              <a:gd name="connsiteY635" fmla="*/ 3411496 h 6858000"/>
              <a:gd name="connsiteX636" fmla="*/ 3182620 w 7467600"/>
              <a:gd name="connsiteY636" fmla="*/ 3483279 h 6858000"/>
              <a:gd name="connsiteX637" fmla="*/ 2435119 w 7467600"/>
              <a:gd name="connsiteY637" fmla="*/ 3080173 h 6858000"/>
              <a:gd name="connsiteX638" fmla="*/ 2410152 w 7467600"/>
              <a:gd name="connsiteY638" fmla="*/ 3063751 h 6858000"/>
              <a:gd name="connsiteX639" fmla="*/ 2408099 w 7467600"/>
              <a:gd name="connsiteY639" fmla="*/ 3064403 h 6858000"/>
              <a:gd name="connsiteX640" fmla="*/ 2407218 w 7467600"/>
              <a:gd name="connsiteY640" fmla="*/ 3070324 h 6858000"/>
              <a:gd name="connsiteX641" fmla="*/ 2380138 w 7467600"/>
              <a:gd name="connsiteY641" fmla="*/ 3099341 h 6858000"/>
              <a:gd name="connsiteX642" fmla="*/ 1765923 w 7467600"/>
              <a:gd name="connsiteY642" fmla="*/ 3581043 h 6858000"/>
              <a:gd name="connsiteX643" fmla="*/ 1702258 w 7467600"/>
              <a:gd name="connsiteY643" fmla="*/ 3612286 h 6858000"/>
              <a:gd name="connsiteX644" fmla="*/ 1538370 w 7467600"/>
              <a:gd name="connsiteY644" fmla="*/ 3811804 h 6858000"/>
              <a:gd name="connsiteX645" fmla="*/ 542867 w 7467600"/>
              <a:gd name="connsiteY645" fmla="*/ 4944092 h 6858000"/>
              <a:gd name="connsiteX646" fmla="*/ 515800 w 7467600"/>
              <a:gd name="connsiteY646" fmla="*/ 4862180 h 6858000"/>
              <a:gd name="connsiteX647" fmla="*/ 909145 w 7467600"/>
              <a:gd name="connsiteY647" fmla="*/ 4199225 h 6858000"/>
              <a:gd name="connsiteX648" fmla="*/ 1214067 w 7467600"/>
              <a:gd name="connsiteY648" fmla="*/ 3908561 h 6858000"/>
              <a:gd name="connsiteX649" fmla="*/ 640967 w 7467600"/>
              <a:gd name="connsiteY649" fmla="*/ 4105601 h 6858000"/>
              <a:gd name="connsiteX650" fmla="*/ 112563 w 7467600"/>
              <a:gd name="connsiteY650" fmla="*/ 4396952 h 6858000"/>
              <a:gd name="connsiteX651" fmla="*/ 0 w 7467600"/>
              <a:gd name="connsiteY651" fmla="*/ 4466006 h 6858000"/>
              <a:gd name="connsiteX652" fmla="*/ 0 w 7467600"/>
              <a:gd name="connsiteY652" fmla="*/ 4233763 h 6858000"/>
              <a:gd name="connsiteX653" fmla="*/ 36881 w 7467600"/>
              <a:gd name="connsiteY653" fmla="*/ 4200118 h 6858000"/>
              <a:gd name="connsiteX654" fmla="*/ 910534 w 7467600"/>
              <a:gd name="connsiteY654" fmla="*/ 3629753 h 6858000"/>
              <a:gd name="connsiteX655" fmla="*/ 1578717 w 7467600"/>
              <a:gd name="connsiteY655" fmla="*/ 3575982 h 6858000"/>
              <a:gd name="connsiteX656" fmla="*/ 2338780 w 7467600"/>
              <a:gd name="connsiteY656" fmla="*/ 3033725 h 6858000"/>
              <a:gd name="connsiteX657" fmla="*/ 1807991 w 7467600"/>
              <a:gd name="connsiteY657" fmla="*/ 2807184 h 6858000"/>
              <a:gd name="connsiteX658" fmla="*/ 1416358 w 7467600"/>
              <a:gd name="connsiteY658" fmla="*/ 3112571 h 6858000"/>
              <a:gd name="connsiteX659" fmla="*/ 939066 w 7467600"/>
              <a:gd name="connsiteY659" fmla="*/ 3378798 h 6858000"/>
              <a:gd name="connsiteX660" fmla="*/ 115099 w 7467600"/>
              <a:gd name="connsiteY660" fmla="*/ 3607650 h 6858000"/>
              <a:gd name="connsiteX661" fmla="*/ 97284 w 7467600"/>
              <a:gd name="connsiteY661" fmla="*/ 3520393 h 6858000"/>
              <a:gd name="connsiteX662" fmla="*/ 922050 w 7467600"/>
              <a:gd name="connsiteY662" fmla="*/ 3074867 h 6858000"/>
              <a:gd name="connsiteX663" fmla="*/ 1405265 w 7467600"/>
              <a:gd name="connsiteY663" fmla="*/ 3016319 h 6858000"/>
              <a:gd name="connsiteX664" fmla="*/ 1407512 w 7467600"/>
              <a:gd name="connsiteY664" fmla="*/ 3018001 h 6858000"/>
              <a:gd name="connsiteX665" fmla="*/ 1726266 w 7467600"/>
              <a:gd name="connsiteY665" fmla="*/ 2777274 h 6858000"/>
              <a:gd name="connsiteX666" fmla="*/ 625390 w 7467600"/>
              <a:gd name="connsiteY666" fmla="*/ 2514541 h 6858000"/>
              <a:gd name="connsiteX667" fmla="*/ 619799 w 7467600"/>
              <a:gd name="connsiteY667" fmla="*/ 2527180 h 6858000"/>
              <a:gd name="connsiteX668" fmla="*/ 310030 w 7467600"/>
              <a:gd name="connsiteY668" fmla="*/ 2771818 h 6858000"/>
              <a:gd name="connsiteX669" fmla="*/ 173877 w 7467600"/>
              <a:gd name="connsiteY669" fmla="*/ 2937056 h 6858000"/>
              <a:gd name="connsiteX670" fmla="*/ 77889 w 7467600"/>
              <a:gd name="connsiteY670" fmla="*/ 3138440 h 6858000"/>
              <a:gd name="connsiteX671" fmla="*/ 0 w 7467600"/>
              <a:gd name="connsiteY671" fmla="*/ 3271395 h 6858000"/>
              <a:gd name="connsiteX672" fmla="*/ 0 w 7467600"/>
              <a:gd name="connsiteY672" fmla="*/ 3153002 h 6858000"/>
              <a:gd name="connsiteX673" fmla="*/ 2386 w 7467600"/>
              <a:gd name="connsiteY673" fmla="*/ 3149203 h 6858000"/>
              <a:gd name="connsiteX674" fmla="*/ 89753 w 7467600"/>
              <a:gd name="connsiteY674" fmla="*/ 2987702 h 6858000"/>
              <a:gd name="connsiteX675" fmla="*/ 76869 w 7467600"/>
              <a:gd name="connsiteY675" fmla="*/ 3005404 h 6858000"/>
              <a:gd name="connsiteX676" fmla="*/ 32049 w 7467600"/>
              <a:gd name="connsiteY676" fmla="*/ 3065814 h 6858000"/>
              <a:gd name="connsiteX677" fmla="*/ 0 w 7467600"/>
              <a:gd name="connsiteY677" fmla="*/ 3108744 h 6858000"/>
              <a:gd name="connsiteX678" fmla="*/ 0 w 7467600"/>
              <a:gd name="connsiteY678" fmla="*/ 3058059 h 6858000"/>
              <a:gd name="connsiteX679" fmla="*/ 7610 w 7467600"/>
              <a:gd name="connsiteY679" fmla="*/ 3047889 h 6858000"/>
              <a:gd name="connsiteX680" fmla="*/ 52419 w 7467600"/>
              <a:gd name="connsiteY680" fmla="*/ 2987479 h 6858000"/>
              <a:gd name="connsiteX681" fmla="*/ 59142 w 7467600"/>
              <a:gd name="connsiteY681" fmla="*/ 2978488 h 6858000"/>
              <a:gd name="connsiteX682" fmla="*/ 0 w 7467600"/>
              <a:gd name="connsiteY682" fmla="*/ 3015334 h 6858000"/>
              <a:gd name="connsiteX683" fmla="*/ 0 w 7467600"/>
              <a:gd name="connsiteY683" fmla="*/ 2914286 h 6858000"/>
              <a:gd name="connsiteX684" fmla="*/ 36383 w 7467600"/>
              <a:gd name="connsiteY684" fmla="*/ 2901128 h 6858000"/>
              <a:gd name="connsiteX685" fmla="*/ 156329 w 7467600"/>
              <a:gd name="connsiteY685" fmla="*/ 2840533 h 6858000"/>
              <a:gd name="connsiteX686" fmla="*/ 358355 w 7467600"/>
              <a:gd name="connsiteY686" fmla="*/ 2620471 h 6858000"/>
              <a:gd name="connsiteX687" fmla="*/ 510577 w 7467600"/>
              <a:gd name="connsiteY687" fmla="*/ 2501244 h 6858000"/>
              <a:gd name="connsiteX688" fmla="*/ 211967 w 7467600"/>
              <a:gd name="connsiteY688" fmla="*/ 2479171 h 6858000"/>
              <a:gd name="connsiteX689" fmla="*/ 0 w 7467600"/>
              <a:gd name="connsiteY689" fmla="*/ 2476398 h 6858000"/>
              <a:gd name="connsiteX690" fmla="*/ 0 w 7467600"/>
              <a:gd name="connsiteY690" fmla="*/ 2389189 h 6858000"/>
              <a:gd name="connsiteX691" fmla="*/ 103062 w 7467600"/>
              <a:gd name="connsiteY691" fmla="*/ 2389518 h 6858000"/>
              <a:gd name="connsiteX692" fmla="*/ 510734 w 7467600"/>
              <a:gd name="connsiteY692" fmla="*/ 2416201 h 6858000"/>
              <a:gd name="connsiteX693" fmla="*/ 279257 w 7467600"/>
              <a:gd name="connsiteY693" fmla="*/ 2092102 h 6858000"/>
              <a:gd name="connsiteX694" fmla="*/ 65265 w 7467600"/>
              <a:gd name="connsiteY694" fmla="*/ 2006049 h 6858000"/>
              <a:gd name="connsiteX695" fmla="*/ 0 w 7467600"/>
              <a:gd name="connsiteY695" fmla="*/ 1982532 h 6858000"/>
              <a:gd name="connsiteX696" fmla="*/ 0 w 7467600"/>
              <a:gd name="connsiteY696" fmla="*/ 1912789 h 6858000"/>
              <a:gd name="connsiteX697" fmla="*/ 97460 w 7467600"/>
              <a:gd name="connsiteY697" fmla="*/ 1953725 h 6858000"/>
              <a:gd name="connsiteX698" fmla="*/ 221272 w 7467600"/>
              <a:gd name="connsiteY698" fmla="*/ 1980766 h 6858000"/>
              <a:gd name="connsiteX699" fmla="*/ 116765 w 7467600"/>
              <a:gd name="connsiteY699" fmla="*/ 1911033 h 6858000"/>
              <a:gd name="connsiteX700" fmla="*/ 16405 w 7467600"/>
              <a:gd name="connsiteY700" fmla="*/ 1803412 h 6858000"/>
              <a:gd name="connsiteX701" fmla="*/ 0 w 7467600"/>
              <a:gd name="connsiteY701" fmla="*/ 1784777 h 6858000"/>
              <a:gd name="connsiteX702" fmla="*/ 0 w 7467600"/>
              <a:gd name="connsiteY702" fmla="*/ 1740082 h 6858000"/>
              <a:gd name="connsiteX703" fmla="*/ 39394 w 7467600"/>
              <a:gd name="connsiteY703" fmla="*/ 1784856 h 6858000"/>
              <a:gd name="connsiteX704" fmla="*/ 135813 w 7467600"/>
              <a:gd name="connsiteY704" fmla="*/ 1888838 h 6858000"/>
              <a:gd name="connsiteX705" fmla="*/ 242575 w 7467600"/>
              <a:gd name="connsiteY705" fmla="*/ 1958841 h 6858000"/>
              <a:gd name="connsiteX706" fmla="*/ 82197 w 7467600"/>
              <a:gd name="connsiteY706" fmla="*/ 1754826 h 6858000"/>
              <a:gd name="connsiteX707" fmla="*/ 0 w 7467600"/>
              <a:gd name="connsiteY707" fmla="*/ 1679650 h 6858000"/>
              <a:gd name="connsiteX708" fmla="*/ 0 w 7467600"/>
              <a:gd name="connsiteY708" fmla="*/ 1602463 h 6858000"/>
              <a:gd name="connsiteX709" fmla="*/ 84689 w 7467600"/>
              <a:gd name="connsiteY709" fmla="*/ 1677442 h 6858000"/>
              <a:gd name="connsiteX710" fmla="*/ 298437 w 7467600"/>
              <a:gd name="connsiteY710" fmla="*/ 1968019 h 6858000"/>
              <a:gd name="connsiteX711" fmla="*/ 227269 w 7467600"/>
              <a:gd name="connsiteY711" fmla="*/ 1114064 h 6858000"/>
              <a:gd name="connsiteX712" fmla="*/ 248003 w 7467600"/>
              <a:gd name="connsiteY712" fmla="*/ 1089613 h 6858000"/>
              <a:gd name="connsiteX713" fmla="*/ 427020 w 7467600"/>
              <a:gd name="connsiteY713" fmla="*/ 1619803 h 6858000"/>
              <a:gd name="connsiteX714" fmla="*/ 340345 w 7467600"/>
              <a:gd name="connsiteY714" fmla="*/ 2027739 h 6858000"/>
              <a:gd name="connsiteX715" fmla="*/ 360865 w 7467600"/>
              <a:gd name="connsiteY715" fmla="*/ 2044827 h 6858000"/>
              <a:gd name="connsiteX716" fmla="*/ 560414 w 7467600"/>
              <a:gd name="connsiteY716" fmla="*/ 2421457 h 6858000"/>
              <a:gd name="connsiteX717" fmla="*/ 1359703 w 7467600"/>
              <a:gd name="connsiteY717" fmla="*/ 2578554 h 6858000"/>
              <a:gd name="connsiteX718" fmla="*/ 1359422 w 7467600"/>
              <a:gd name="connsiteY718" fmla="*/ 2577994 h 6858000"/>
              <a:gd name="connsiteX719" fmla="*/ 828701 w 7467600"/>
              <a:gd name="connsiteY719" fmla="*/ 1839520 h 6858000"/>
              <a:gd name="connsiteX720" fmla="*/ 494427 w 7467600"/>
              <a:gd name="connsiteY720" fmla="*/ 1092333 h 6858000"/>
              <a:gd name="connsiteX721" fmla="*/ 506322 w 7467600"/>
              <a:gd name="connsiteY721" fmla="*/ 1020997 h 6858000"/>
              <a:gd name="connsiteX722" fmla="*/ 4570198 w 7467600"/>
              <a:gd name="connsiteY722" fmla="*/ 978081 h 6858000"/>
              <a:gd name="connsiteX723" fmla="*/ 4523691 w 7467600"/>
              <a:gd name="connsiteY723" fmla="*/ 1127776 h 6858000"/>
              <a:gd name="connsiteX724" fmla="*/ 4509875 w 7467600"/>
              <a:gd name="connsiteY724" fmla="*/ 1167552 h 6858000"/>
              <a:gd name="connsiteX725" fmla="*/ 4478168 w 7467600"/>
              <a:gd name="connsiteY725" fmla="*/ 1260735 h 6858000"/>
              <a:gd name="connsiteX726" fmla="*/ 4409309 w 7467600"/>
              <a:gd name="connsiteY726" fmla="*/ 1666996 h 6858000"/>
              <a:gd name="connsiteX727" fmla="*/ 4370031 w 7467600"/>
              <a:gd name="connsiteY727" fmla="*/ 1955666 h 6858000"/>
              <a:gd name="connsiteX728" fmla="*/ 4570198 w 7467600"/>
              <a:gd name="connsiteY728" fmla="*/ 978081 h 6858000"/>
              <a:gd name="connsiteX729" fmla="*/ 4557898 w 7467600"/>
              <a:gd name="connsiteY729" fmla="*/ 900011 h 6858000"/>
              <a:gd name="connsiteX730" fmla="*/ 4344840 w 7467600"/>
              <a:gd name="connsiteY730" fmla="*/ 1922038 h 6858000"/>
              <a:gd name="connsiteX731" fmla="*/ 4378710 w 7467600"/>
              <a:gd name="connsiteY731" fmla="*/ 1665516 h 6858000"/>
              <a:gd name="connsiteX732" fmla="*/ 4448798 w 7467600"/>
              <a:gd name="connsiteY732" fmla="*/ 1253024 h 6858000"/>
              <a:gd name="connsiteX733" fmla="*/ 4480315 w 7467600"/>
              <a:gd name="connsiteY733" fmla="*/ 1158454 h 6858000"/>
              <a:gd name="connsiteX734" fmla="*/ 4494133 w 7467600"/>
              <a:gd name="connsiteY734" fmla="*/ 1118676 h 6858000"/>
              <a:gd name="connsiteX735" fmla="*/ 4557898 w 7467600"/>
              <a:gd name="connsiteY735" fmla="*/ 900011 h 6858000"/>
              <a:gd name="connsiteX736" fmla="*/ 5870151 w 7467600"/>
              <a:gd name="connsiteY736" fmla="*/ 898890 h 6858000"/>
              <a:gd name="connsiteX737" fmla="*/ 5861335 w 7467600"/>
              <a:gd name="connsiteY737" fmla="*/ 899177 h 6858000"/>
              <a:gd name="connsiteX738" fmla="*/ 5843702 w 7467600"/>
              <a:gd name="connsiteY738" fmla="*/ 899748 h 6858000"/>
              <a:gd name="connsiteX739" fmla="*/ 5651107 w 7467600"/>
              <a:gd name="connsiteY739" fmla="*/ 920306 h 6858000"/>
              <a:gd name="connsiteX740" fmla="*/ 5459407 w 7467600"/>
              <a:gd name="connsiteY740" fmla="*/ 940975 h 6858000"/>
              <a:gd name="connsiteX741" fmla="*/ 5374846 w 7467600"/>
              <a:gd name="connsiteY741" fmla="*/ 941988 h 6858000"/>
              <a:gd name="connsiteX742" fmla="*/ 5256105 w 7467600"/>
              <a:gd name="connsiteY742" fmla="*/ 945632 h 6858000"/>
              <a:gd name="connsiteX743" fmla="*/ 5107071 w 7467600"/>
              <a:gd name="connsiteY743" fmla="*/ 969720 h 6858000"/>
              <a:gd name="connsiteX744" fmla="*/ 4998681 w 7467600"/>
              <a:gd name="connsiteY744" fmla="*/ 988771 h 6858000"/>
              <a:gd name="connsiteX745" fmla="*/ 5870151 w 7467600"/>
              <a:gd name="connsiteY745" fmla="*/ 898890 h 6858000"/>
              <a:gd name="connsiteX746" fmla="*/ 5504425 w 7467600"/>
              <a:gd name="connsiteY746" fmla="*/ 848067 h 6858000"/>
              <a:gd name="connsiteX747" fmla="*/ 4968849 w 7467600"/>
              <a:gd name="connsiteY747" fmla="*/ 962318 h 6858000"/>
              <a:gd name="connsiteX748" fmla="*/ 5104039 w 7467600"/>
              <a:gd name="connsiteY748" fmla="*/ 940634 h 6858000"/>
              <a:gd name="connsiteX749" fmla="*/ 5256311 w 7467600"/>
              <a:gd name="connsiteY749" fmla="*/ 916490 h 6858000"/>
              <a:gd name="connsiteX750" fmla="*/ 5377381 w 7467600"/>
              <a:gd name="connsiteY750" fmla="*/ 912671 h 6858000"/>
              <a:gd name="connsiteX751" fmla="*/ 5460148 w 7467600"/>
              <a:gd name="connsiteY751" fmla="*/ 911442 h 6858000"/>
              <a:gd name="connsiteX752" fmla="*/ 5648971 w 7467600"/>
              <a:gd name="connsiteY752" fmla="*/ 891331 h 6858000"/>
              <a:gd name="connsiteX753" fmla="*/ 5844807 w 7467600"/>
              <a:gd name="connsiteY753" fmla="*/ 870718 h 6858000"/>
              <a:gd name="connsiteX754" fmla="*/ 5862975 w 7467600"/>
              <a:gd name="connsiteY754" fmla="*/ 869756 h 6858000"/>
              <a:gd name="connsiteX755" fmla="*/ 5920887 w 7467600"/>
              <a:gd name="connsiteY755" fmla="*/ 865929 h 6858000"/>
              <a:gd name="connsiteX756" fmla="*/ 5504425 w 7467600"/>
              <a:gd name="connsiteY756" fmla="*/ 848067 h 6858000"/>
              <a:gd name="connsiteX757" fmla="*/ 3607114 w 7467600"/>
              <a:gd name="connsiteY757" fmla="*/ 467441 h 6858000"/>
              <a:gd name="connsiteX758" fmla="*/ 3296242 w 7467600"/>
              <a:gd name="connsiteY758" fmla="*/ 807991 h 6858000"/>
              <a:gd name="connsiteX759" fmla="*/ 3174674 w 7467600"/>
              <a:gd name="connsiteY759" fmla="*/ 919759 h 6858000"/>
              <a:gd name="connsiteX760" fmla="*/ 3042978 w 7467600"/>
              <a:gd name="connsiteY760" fmla="*/ 1054894 h 6858000"/>
              <a:gd name="connsiteX761" fmla="*/ 2968914 w 7467600"/>
              <a:gd name="connsiteY761" fmla="*/ 1133756 h 6858000"/>
              <a:gd name="connsiteX762" fmla="*/ 3103823 w 7467600"/>
              <a:gd name="connsiteY762" fmla="*/ 1026814 h 6858000"/>
              <a:gd name="connsiteX763" fmla="*/ 3607114 w 7467600"/>
              <a:gd name="connsiteY763" fmla="*/ 467441 h 6858000"/>
              <a:gd name="connsiteX764" fmla="*/ 3744487 w 7467600"/>
              <a:gd name="connsiteY764" fmla="*/ 383136 h 6858000"/>
              <a:gd name="connsiteX765" fmla="*/ 3970213 w 7467600"/>
              <a:gd name="connsiteY765" fmla="*/ 995559 h 6858000"/>
              <a:gd name="connsiteX766" fmla="*/ 3744487 w 7467600"/>
              <a:gd name="connsiteY766" fmla="*/ 383136 h 6858000"/>
              <a:gd name="connsiteX767" fmla="*/ 3624562 w 7467600"/>
              <a:gd name="connsiteY767" fmla="*/ 367041 h 6858000"/>
              <a:gd name="connsiteX768" fmla="*/ 3489712 w 7467600"/>
              <a:gd name="connsiteY768" fmla="*/ 485386 h 6858000"/>
              <a:gd name="connsiteX769" fmla="*/ 3182994 w 7467600"/>
              <a:gd name="connsiteY769" fmla="*/ 828265 h 6858000"/>
              <a:gd name="connsiteX770" fmla="*/ 2892114 w 7467600"/>
              <a:gd name="connsiteY770" fmla="*/ 1172635 h 6858000"/>
              <a:gd name="connsiteX771" fmla="*/ 3021459 w 7467600"/>
              <a:gd name="connsiteY771" fmla="*/ 1035385 h 6858000"/>
              <a:gd name="connsiteX772" fmla="*/ 3153873 w 7467600"/>
              <a:gd name="connsiteY772" fmla="*/ 898971 h 6858000"/>
              <a:gd name="connsiteX773" fmla="*/ 3276511 w 7467600"/>
              <a:gd name="connsiteY773" fmla="*/ 786423 h 6858000"/>
              <a:gd name="connsiteX774" fmla="*/ 3584154 w 7467600"/>
              <a:gd name="connsiteY774" fmla="*/ 448218 h 6858000"/>
              <a:gd name="connsiteX775" fmla="*/ 3624562 w 7467600"/>
              <a:gd name="connsiteY775" fmla="*/ 367041 h 6858000"/>
              <a:gd name="connsiteX776" fmla="*/ 3766672 w 7467600"/>
              <a:gd name="connsiteY776" fmla="*/ 359429 h 6858000"/>
              <a:gd name="connsiteX777" fmla="*/ 3996338 w 7467600"/>
              <a:gd name="connsiteY777" fmla="*/ 968237 h 6858000"/>
              <a:gd name="connsiteX778" fmla="*/ 3766672 w 7467600"/>
              <a:gd name="connsiteY778" fmla="*/ 359429 h 6858000"/>
              <a:gd name="connsiteX779" fmla="*/ 5805386 w 7467600"/>
              <a:gd name="connsiteY779" fmla="*/ 239240 h 6858000"/>
              <a:gd name="connsiteX780" fmla="*/ 5736947 w 7467600"/>
              <a:gd name="connsiteY780" fmla="*/ 261367 h 6858000"/>
              <a:gd name="connsiteX781" fmla="*/ 5427012 w 7467600"/>
              <a:gd name="connsiteY781" fmla="*/ 311272 h 6858000"/>
              <a:gd name="connsiteX782" fmla="*/ 5147818 w 7467600"/>
              <a:gd name="connsiteY782" fmla="*/ 322112 h 6858000"/>
              <a:gd name="connsiteX783" fmla="*/ 5060854 w 7467600"/>
              <a:gd name="connsiteY783" fmla="*/ 311882 h 6858000"/>
              <a:gd name="connsiteX784" fmla="*/ 4945989 w 7467600"/>
              <a:gd name="connsiteY784" fmla="*/ 300516 h 6858000"/>
              <a:gd name="connsiteX785" fmla="*/ 5410479 w 7467600"/>
              <a:gd name="connsiteY785" fmla="*/ 348434 h 6858000"/>
              <a:gd name="connsiteX786" fmla="*/ 5805386 w 7467600"/>
              <a:gd name="connsiteY786" fmla="*/ 239240 h 6858000"/>
              <a:gd name="connsiteX787" fmla="*/ 5905192 w 7467600"/>
              <a:gd name="connsiteY787" fmla="*/ 163079 h 6858000"/>
              <a:gd name="connsiteX788" fmla="*/ 5865655 w 7467600"/>
              <a:gd name="connsiteY788" fmla="*/ 171901 h 6858000"/>
              <a:gd name="connsiteX789" fmla="*/ 5259740 w 7467600"/>
              <a:gd name="connsiteY789" fmla="*/ 257013 h 6858000"/>
              <a:gd name="connsiteX790" fmla="*/ 5208466 w 7467600"/>
              <a:gd name="connsiteY790" fmla="*/ 257550 h 6858000"/>
              <a:gd name="connsiteX791" fmla="*/ 4980204 w 7467600"/>
              <a:gd name="connsiteY791" fmla="*/ 271903 h 6858000"/>
              <a:gd name="connsiteX792" fmla="*/ 5068068 w 7467600"/>
              <a:gd name="connsiteY792" fmla="*/ 282244 h 6858000"/>
              <a:gd name="connsiteX793" fmla="*/ 5153231 w 7467600"/>
              <a:gd name="connsiteY793" fmla="*/ 292240 h 6858000"/>
              <a:gd name="connsiteX794" fmla="*/ 5426491 w 7467600"/>
              <a:gd name="connsiteY794" fmla="*/ 281128 h 6858000"/>
              <a:gd name="connsiteX795" fmla="*/ 5731212 w 7467600"/>
              <a:gd name="connsiteY795" fmla="*/ 231951 h 6858000"/>
              <a:gd name="connsiteX796" fmla="*/ 5905192 w 7467600"/>
              <a:gd name="connsiteY796" fmla="*/ 163079 h 6858000"/>
              <a:gd name="connsiteX797" fmla="*/ 5944437 w 7467600"/>
              <a:gd name="connsiteY797" fmla="*/ 113829 h 6858000"/>
              <a:gd name="connsiteX798" fmla="*/ 5825032 w 7467600"/>
              <a:gd name="connsiteY798" fmla="*/ 146405 h 6858000"/>
              <a:gd name="connsiteX799" fmla="*/ 4955599 w 7467600"/>
              <a:gd name="connsiteY799" fmla="*/ 247008 h 6858000"/>
              <a:gd name="connsiteX800" fmla="*/ 5210104 w 7467600"/>
              <a:gd name="connsiteY800" fmla="*/ 228123 h 6858000"/>
              <a:gd name="connsiteX801" fmla="*/ 5261015 w 7467600"/>
              <a:gd name="connsiteY801" fmla="*/ 227087 h 6858000"/>
              <a:gd name="connsiteX802" fmla="*/ 5861181 w 7467600"/>
              <a:gd name="connsiteY802" fmla="*/ 143093 h 6858000"/>
              <a:gd name="connsiteX803" fmla="*/ 5961252 w 7467600"/>
              <a:gd name="connsiteY803" fmla="*/ 114820 h 6858000"/>
              <a:gd name="connsiteX804" fmla="*/ 5944437 w 7467600"/>
              <a:gd name="connsiteY804" fmla="*/ 113829 h 6858000"/>
              <a:gd name="connsiteX805" fmla="*/ 3882765 w 7467600"/>
              <a:gd name="connsiteY805" fmla="*/ 0 h 6858000"/>
              <a:gd name="connsiteX806" fmla="*/ 3995099 w 7467600"/>
              <a:gd name="connsiteY806" fmla="*/ 0 h 6858000"/>
              <a:gd name="connsiteX807" fmla="*/ 4163818 w 7467600"/>
              <a:gd name="connsiteY807" fmla="*/ 234104 h 6858000"/>
              <a:gd name="connsiteX808" fmla="*/ 4172099 w 7467600"/>
              <a:gd name="connsiteY808" fmla="*/ 234207 h 6858000"/>
              <a:gd name="connsiteX809" fmla="*/ 4784282 w 7467600"/>
              <a:gd name="connsiteY809" fmla="*/ 276561 h 6858000"/>
              <a:gd name="connsiteX810" fmla="*/ 4801687 w 7467600"/>
              <a:gd name="connsiteY810" fmla="*/ 267764 h 6858000"/>
              <a:gd name="connsiteX811" fmla="*/ 6082788 w 7467600"/>
              <a:gd name="connsiteY811" fmla="*/ 64119 h 6858000"/>
              <a:gd name="connsiteX812" fmla="*/ 6099442 w 7467600"/>
              <a:gd name="connsiteY812" fmla="*/ 82568 h 6858000"/>
              <a:gd name="connsiteX813" fmla="*/ 4804137 w 7467600"/>
              <a:gd name="connsiteY813" fmla="*/ 320931 h 6858000"/>
              <a:gd name="connsiteX814" fmla="*/ 4227047 w 7467600"/>
              <a:gd name="connsiteY814" fmla="*/ 313415 h 6858000"/>
              <a:gd name="connsiteX815" fmla="*/ 4346041 w 7467600"/>
              <a:gd name="connsiteY815" fmla="*/ 456086 h 6858000"/>
              <a:gd name="connsiteX816" fmla="*/ 4870967 w 7467600"/>
              <a:gd name="connsiteY816" fmla="*/ 963061 h 6858000"/>
              <a:gd name="connsiteX817" fmla="*/ 4889647 w 7467600"/>
              <a:gd name="connsiteY817" fmla="*/ 957147 h 6858000"/>
              <a:gd name="connsiteX818" fmla="*/ 5422504 w 7467600"/>
              <a:gd name="connsiteY818" fmla="*/ 805191 h 6858000"/>
              <a:gd name="connsiteX819" fmla="*/ 6087656 w 7467600"/>
              <a:gd name="connsiteY819" fmla="*/ 826703 h 6858000"/>
              <a:gd name="connsiteX820" fmla="*/ 6058717 w 7467600"/>
              <a:gd name="connsiteY820" fmla="*/ 865992 h 6858000"/>
              <a:gd name="connsiteX821" fmla="*/ 4974153 w 7467600"/>
              <a:gd name="connsiteY821" fmla="*/ 1045456 h 6858000"/>
              <a:gd name="connsiteX822" fmla="*/ 5627835 w 7467600"/>
              <a:gd name="connsiteY822" fmla="*/ 1472077 h 6858000"/>
              <a:gd name="connsiteX823" fmla="*/ 5629817 w 7467600"/>
              <a:gd name="connsiteY823" fmla="*/ 1471412 h 6858000"/>
              <a:gd name="connsiteX824" fmla="*/ 5634124 w 7467600"/>
              <a:gd name="connsiteY824" fmla="*/ 1470572 h 6858000"/>
              <a:gd name="connsiteX825" fmla="*/ 5755832 w 7467600"/>
              <a:gd name="connsiteY825" fmla="*/ 1383886 h 6858000"/>
              <a:gd name="connsiteX826" fmla="*/ 6014186 w 7467600"/>
              <a:gd name="connsiteY826" fmla="*/ 1279799 h 6858000"/>
              <a:gd name="connsiteX827" fmla="*/ 6901619 w 7467600"/>
              <a:gd name="connsiteY827" fmla="*/ 1047874 h 6858000"/>
              <a:gd name="connsiteX828" fmla="*/ 6931566 w 7467600"/>
              <a:gd name="connsiteY828" fmla="*/ 1062034 h 6858000"/>
              <a:gd name="connsiteX829" fmla="*/ 5790982 w 7467600"/>
              <a:gd name="connsiteY829" fmla="*/ 1561380 h 6858000"/>
              <a:gd name="connsiteX830" fmla="*/ 6188971 w 7467600"/>
              <a:gd name="connsiteY830" fmla="*/ 1755168 h 6858000"/>
              <a:gd name="connsiteX831" fmla="*/ 6202446 w 7467600"/>
              <a:gd name="connsiteY831" fmla="*/ 1752268 h 6858000"/>
              <a:gd name="connsiteX832" fmla="*/ 7179560 w 7467600"/>
              <a:gd name="connsiteY832" fmla="*/ 1467551 h 6858000"/>
              <a:gd name="connsiteX833" fmla="*/ 7158730 w 7467600"/>
              <a:gd name="connsiteY833" fmla="*/ 1507835 h 6858000"/>
              <a:gd name="connsiteX834" fmla="*/ 6326959 w 7467600"/>
              <a:gd name="connsiteY834" fmla="*/ 1817686 h 6858000"/>
              <a:gd name="connsiteX835" fmla="*/ 6537433 w 7467600"/>
              <a:gd name="connsiteY835" fmla="*/ 1907790 h 6858000"/>
              <a:gd name="connsiteX836" fmla="*/ 6550221 w 7467600"/>
              <a:gd name="connsiteY836" fmla="*/ 1910729 h 6858000"/>
              <a:gd name="connsiteX837" fmla="*/ 6964438 w 7467600"/>
              <a:gd name="connsiteY837" fmla="*/ 2209505 h 6858000"/>
              <a:gd name="connsiteX838" fmla="*/ 7367862 w 7467600"/>
              <a:gd name="connsiteY838" fmla="*/ 2806833 h 6858000"/>
              <a:gd name="connsiteX839" fmla="*/ 7364329 w 7467600"/>
              <a:gd name="connsiteY839" fmla="*/ 2826907 h 6858000"/>
              <a:gd name="connsiteX840" fmla="*/ 7290545 w 7467600"/>
              <a:gd name="connsiteY840" fmla="*/ 2850663 h 6858000"/>
              <a:gd name="connsiteX841" fmla="*/ 6472036 w 7467600"/>
              <a:gd name="connsiteY841" fmla="*/ 1959003 h 6858000"/>
              <a:gd name="connsiteX842" fmla="*/ 5792897 w 7467600"/>
              <a:gd name="connsiteY842" fmla="*/ 1647747 h 6858000"/>
              <a:gd name="connsiteX843" fmla="*/ 5842751 w 7467600"/>
              <a:gd name="connsiteY843" fmla="*/ 1816112 h 6858000"/>
              <a:gd name="connsiteX844" fmla="*/ 5847424 w 7467600"/>
              <a:gd name="connsiteY844" fmla="*/ 1815776 h 6858000"/>
              <a:gd name="connsiteX845" fmla="*/ 6399821 w 7467600"/>
              <a:gd name="connsiteY845" fmla="*/ 2344799 h 6858000"/>
              <a:gd name="connsiteX846" fmla="*/ 6323232 w 7467600"/>
              <a:gd name="connsiteY846" fmla="*/ 2389634 h 6858000"/>
              <a:gd name="connsiteX847" fmla="*/ 5942958 w 7467600"/>
              <a:gd name="connsiteY847" fmla="*/ 2077708 h 6858000"/>
              <a:gd name="connsiteX848" fmla="*/ 5921559 w 7467600"/>
              <a:gd name="connsiteY848" fmla="*/ 2378596 h 6858000"/>
              <a:gd name="connsiteX849" fmla="*/ 5817651 w 7467600"/>
              <a:gd name="connsiteY849" fmla="*/ 3023919 h 6858000"/>
              <a:gd name="connsiteX850" fmla="*/ 5729634 w 7467600"/>
              <a:gd name="connsiteY850" fmla="*/ 3051849 h 6858000"/>
              <a:gd name="connsiteX851" fmla="*/ 5611018 w 7467600"/>
              <a:gd name="connsiteY851" fmla="*/ 2316769 h 6858000"/>
              <a:gd name="connsiteX852" fmla="*/ 5687608 w 7467600"/>
              <a:gd name="connsiteY852" fmla="*/ 2039972 h 6858000"/>
              <a:gd name="connsiteX853" fmla="*/ 5657554 w 7467600"/>
              <a:gd name="connsiteY853" fmla="*/ 1576445 h 6858000"/>
              <a:gd name="connsiteX854" fmla="*/ 5150475 w 7467600"/>
              <a:gd name="connsiteY854" fmla="*/ 1274012 h 6858000"/>
              <a:gd name="connsiteX855" fmla="*/ 5349142 w 7467600"/>
              <a:gd name="connsiteY855" fmla="*/ 2204405 h 6858000"/>
              <a:gd name="connsiteX856" fmla="*/ 5262214 w 7467600"/>
              <a:gd name="connsiteY856" fmla="*/ 2233836 h 6858000"/>
              <a:gd name="connsiteX857" fmla="*/ 4981539 w 7467600"/>
              <a:gd name="connsiteY857" fmla="*/ 1542201 h 6858000"/>
              <a:gd name="connsiteX858" fmla="*/ 4958461 w 7467600"/>
              <a:gd name="connsiteY858" fmla="*/ 1136957 h 6858000"/>
              <a:gd name="connsiteX859" fmla="*/ 4655015 w 7467600"/>
              <a:gd name="connsiteY859" fmla="*/ 891426 h 6858000"/>
              <a:gd name="connsiteX860" fmla="*/ 4348002 w 7467600"/>
              <a:gd name="connsiteY860" fmla="*/ 2205895 h 6858000"/>
              <a:gd name="connsiteX861" fmla="*/ 4262250 w 7467600"/>
              <a:gd name="connsiteY861" fmla="*/ 2219972 h 6858000"/>
              <a:gd name="connsiteX862" fmla="*/ 4550611 w 7467600"/>
              <a:gd name="connsiteY862" fmla="*/ 817540 h 6858000"/>
              <a:gd name="connsiteX863" fmla="*/ 4564418 w 7467600"/>
              <a:gd name="connsiteY863" fmla="*/ 808293 h 6858000"/>
              <a:gd name="connsiteX864" fmla="*/ 4266388 w 7467600"/>
              <a:gd name="connsiteY864" fmla="*/ 500083 h 6858000"/>
              <a:gd name="connsiteX865" fmla="*/ 4032842 w 7467600"/>
              <a:gd name="connsiteY865" fmla="*/ 211809 h 6858000"/>
              <a:gd name="connsiteX866" fmla="*/ 3882765 w 7467600"/>
              <a:gd name="connsiteY866" fmla="*/ 0 h 6858000"/>
              <a:gd name="connsiteX867" fmla="*/ 3721337 w 7467600"/>
              <a:gd name="connsiteY867" fmla="*/ 0 h 6858000"/>
              <a:gd name="connsiteX868" fmla="*/ 3797544 w 7467600"/>
              <a:gd name="connsiteY868" fmla="*/ 0 h 6858000"/>
              <a:gd name="connsiteX869" fmla="*/ 3775734 w 7467600"/>
              <a:gd name="connsiteY869" fmla="*/ 95131 h 6858000"/>
              <a:gd name="connsiteX870" fmla="*/ 3724807 w 7467600"/>
              <a:gd name="connsiteY870" fmla="*/ 272257 h 6858000"/>
              <a:gd name="connsiteX871" fmla="*/ 3726844 w 7467600"/>
              <a:gd name="connsiteY871" fmla="*/ 282988 h 6858000"/>
              <a:gd name="connsiteX872" fmla="*/ 3742664 w 7467600"/>
              <a:gd name="connsiteY872" fmla="*/ 279918 h 6858000"/>
              <a:gd name="connsiteX873" fmla="*/ 4103910 w 7467600"/>
              <a:gd name="connsiteY873" fmla="*/ 1161917 h 6858000"/>
              <a:gd name="connsiteX874" fmla="*/ 4020269 w 7467600"/>
              <a:gd name="connsiteY874" fmla="*/ 1200406 h 6858000"/>
              <a:gd name="connsiteX875" fmla="*/ 3674882 w 7467600"/>
              <a:gd name="connsiteY875" fmla="*/ 488524 h 6858000"/>
              <a:gd name="connsiteX876" fmla="*/ 3132682 w 7467600"/>
              <a:gd name="connsiteY876" fmla="*/ 1072284 h 6858000"/>
              <a:gd name="connsiteX877" fmla="*/ 2716346 w 7467600"/>
              <a:gd name="connsiteY877" fmla="*/ 1276376 h 6858000"/>
              <a:gd name="connsiteX878" fmla="*/ 2716772 w 7467600"/>
              <a:gd name="connsiteY878" fmla="*/ 1255462 h 6858000"/>
              <a:gd name="connsiteX879" fmla="*/ 3471096 w 7467600"/>
              <a:gd name="connsiteY879" fmla="*/ 437072 h 6858000"/>
              <a:gd name="connsiteX880" fmla="*/ 3639057 w 7467600"/>
              <a:gd name="connsiteY880" fmla="*/ 286334 h 6858000"/>
              <a:gd name="connsiteX881" fmla="*/ 3640309 w 7467600"/>
              <a:gd name="connsiteY881" fmla="*/ 284664 h 6858000"/>
              <a:gd name="connsiteX882" fmla="*/ 3646022 w 7467600"/>
              <a:gd name="connsiteY882" fmla="*/ 276711 h 6858000"/>
              <a:gd name="connsiteX883" fmla="*/ 3707943 w 7467600"/>
              <a:gd name="connsiteY883" fmla="*/ 65958 h 6858000"/>
              <a:gd name="connsiteX884" fmla="*/ 3721337 w 7467600"/>
              <a:gd name="connsiteY884" fmla="*/ 0 h 6858000"/>
              <a:gd name="connsiteX885" fmla="*/ 2867960 w 7467600"/>
              <a:gd name="connsiteY885" fmla="*/ 0 h 6858000"/>
              <a:gd name="connsiteX886" fmla="*/ 2926351 w 7467600"/>
              <a:gd name="connsiteY886" fmla="*/ 0 h 6858000"/>
              <a:gd name="connsiteX887" fmla="*/ 2902823 w 7467600"/>
              <a:gd name="connsiteY887" fmla="*/ 262929 h 6858000"/>
              <a:gd name="connsiteX888" fmla="*/ 2940663 w 7467600"/>
              <a:gd name="connsiteY888" fmla="*/ 140884 h 6858000"/>
              <a:gd name="connsiteX889" fmla="*/ 2947039 w 7467600"/>
              <a:gd name="connsiteY889" fmla="*/ 122524 h 6858000"/>
              <a:gd name="connsiteX890" fmla="*/ 2984316 w 7467600"/>
              <a:gd name="connsiteY890" fmla="*/ 0 h 6858000"/>
              <a:gd name="connsiteX891" fmla="*/ 3016114 w 7467600"/>
              <a:gd name="connsiteY891" fmla="*/ 0 h 6858000"/>
              <a:gd name="connsiteX892" fmla="*/ 2979949 w 7467600"/>
              <a:gd name="connsiteY892" fmla="*/ 119274 h 6858000"/>
              <a:gd name="connsiteX893" fmla="*/ 3023879 w 7467600"/>
              <a:gd name="connsiteY893" fmla="*/ 0 h 6858000"/>
              <a:gd name="connsiteX894" fmla="*/ 3105400 w 7467600"/>
              <a:gd name="connsiteY894" fmla="*/ 0 h 6858000"/>
              <a:gd name="connsiteX895" fmla="*/ 3094669 w 7467600"/>
              <a:gd name="connsiteY895" fmla="*/ 30308 h 6858000"/>
              <a:gd name="connsiteX896" fmla="*/ 2901945 w 7467600"/>
              <a:gd name="connsiteY896" fmla="*/ 466538 h 6858000"/>
              <a:gd name="connsiteX897" fmla="*/ 2815209 w 7467600"/>
              <a:gd name="connsiteY897" fmla="*/ 497361 h 6858000"/>
              <a:gd name="connsiteX898" fmla="*/ 2844845 w 7467600"/>
              <a:gd name="connsiteY898" fmla="*/ 127638 h 6858000"/>
              <a:gd name="connsiteX899" fmla="*/ 2867960 w 7467600"/>
              <a:gd name="connsiteY899" fmla="*/ 0 h 6858000"/>
              <a:gd name="connsiteX900" fmla="*/ 1057230 w 7467600"/>
              <a:gd name="connsiteY900" fmla="*/ 0 h 6858000"/>
              <a:gd name="connsiteX901" fmla="*/ 1111003 w 7467600"/>
              <a:gd name="connsiteY901" fmla="*/ 0 h 6858000"/>
              <a:gd name="connsiteX902" fmla="*/ 1125553 w 7467600"/>
              <a:gd name="connsiteY902" fmla="*/ 52588 h 6858000"/>
              <a:gd name="connsiteX903" fmla="*/ 1304276 w 7467600"/>
              <a:gd name="connsiteY903" fmla="*/ 476275 h 6858000"/>
              <a:gd name="connsiteX904" fmla="*/ 1492066 w 7467600"/>
              <a:gd name="connsiteY904" fmla="*/ 886333 h 6858000"/>
              <a:gd name="connsiteX905" fmla="*/ 1423698 w 7467600"/>
              <a:gd name="connsiteY905" fmla="*/ 710817 h 6858000"/>
              <a:gd name="connsiteX906" fmla="*/ 1357609 w 7467600"/>
              <a:gd name="connsiteY906" fmla="*/ 532892 h 6858000"/>
              <a:gd name="connsiteX907" fmla="*/ 1309550 w 7467600"/>
              <a:gd name="connsiteY907" fmla="*/ 374031 h 6858000"/>
              <a:gd name="connsiteX908" fmla="*/ 1193673 w 7467600"/>
              <a:gd name="connsiteY908" fmla="*/ 49533 h 6858000"/>
              <a:gd name="connsiteX909" fmla="*/ 1164391 w 7467600"/>
              <a:gd name="connsiteY909" fmla="*/ 0 h 6858000"/>
              <a:gd name="connsiteX910" fmla="*/ 1200666 w 7467600"/>
              <a:gd name="connsiteY910" fmla="*/ 0 h 6858000"/>
              <a:gd name="connsiteX911" fmla="*/ 1223408 w 7467600"/>
              <a:gd name="connsiteY911" fmla="*/ 38996 h 6858000"/>
              <a:gd name="connsiteX912" fmla="*/ 1339635 w 7467600"/>
              <a:gd name="connsiteY912" fmla="*/ 365517 h 6858000"/>
              <a:gd name="connsiteX913" fmla="*/ 1387469 w 7467600"/>
              <a:gd name="connsiteY913" fmla="*/ 523079 h 6858000"/>
              <a:gd name="connsiteX914" fmla="*/ 1452685 w 7467600"/>
              <a:gd name="connsiteY914" fmla="*/ 699806 h 6858000"/>
              <a:gd name="connsiteX915" fmla="*/ 1492092 w 7467600"/>
              <a:gd name="connsiteY915" fmla="*/ 800424 h 6858000"/>
              <a:gd name="connsiteX916" fmla="*/ 1455302 w 7467600"/>
              <a:gd name="connsiteY916" fmla="*/ 632913 h 6858000"/>
              <a:gd name="connsiteX917" fmla="*/ 1222336 w 7467600"/>
              <a:gd name="connsiteY917" fmla="*/ 9480 h 6858000"/>
              <a:gd name="connsiteX918" fmla="*/ 1214634 w 7467600"/>
              <a:gd name="connsiteY918" fmla="*/ 0 h 6858000"/>
              <a:gd name="connsiteX919" fmla="*/ 1289827 w 7467600"/>
              <a:gd name="connsiteY919" fmla="*/ 0 h 6858000"/>
              <a:gd name="connsiteX920" fmla="*/ 1321076 w 7467600"/>
              <a:gd name="connsiteY920" fmla="*/ 59722 h 6858000"/>
              <a:gd name="connsiteX921" fmla="*/ 1512579 w 7467600"/>
              <a:gd name="connsiteY921" fmla="*/ 626441 h 6858000"/>
              <a:gd name="connsiteX922" fmla="*/ 1506076 w 7467600"/>
              <a:gd name="connsiteY922" fmla="*/ 1089289 h 6858000"/>
              <a:gd name="connsiteX923" fmla="*/ 1486346 w 7467600"/>
              <a:gd name="connsiteY923" fmla="*/ 1079919 h 6858000"/>
              <a:gd name="connsiteX924" fmla="*/ 1070511 w 7467600"/>
              <a:gd name="connsiteY924" fmla="*/ 48609 h 6858000"/>
              <a:gd name="connsiteX925" fmla="*/ 1057230 w 7467600"/>
              <a:gd name="connsiteY925" fmla="*/ 0 h 6858000"/>
              <a:gd name="connsiteX926" fmla="*/ 43151 w 7467600"/>
              <a:gd name="connsiteY926" fmla="*/ 0 h 6858000"/>
              <a:gd name="connsiteX927" fmla="*/ 95283 w 7467600"/>
              <a:gd name="connsiteY927" fmla="*/ 0 h 6858000"/>
              <a:gd name="connsiteX928" fmla="*/ 300708 w 7467600"/>
              <a:gd name="connsiteY928" fmla="*/ 154571 h 6858000"/>
              <a:gd name="connsiteX929" fmla="*/ 530414 w 7467600"/>
              <a:gd name="connsiteY929" fmla="*/ 354673 h 6858000"/>
              <a:gd name="connsiteX930" fmla="*/ 333785 w 7467600"/>
              <a:gd name="connsiteY930" fmla="*/ 161564 h 6858000"/>
              <a:gd name="connsiteX931" fmla="*/ 147005 w 7467600"/>
              <a:gd name="connsiteY931" fmla="*/ 0 h 6858000"/>
              <a:gd name="connsiteX932" fmla="*/ 272509 w 7467600"/>
              <a:gd name="connsiteY932" fmla="*/ 0 h 6858000"/>
              <a:gd name="connsiteX933" fmla="*/ 326276 w 7467600"/>
              <a:gd name="connsiteY933" fmla="*/ 45847 h 6858000"/>
              <a:gd name="connsiteX934" fmla="*/ 823759 w 7467600"/>
              <a:gd name="connsiteY934" fmla="*/ 574145 h 6858000"/>
              <a:gd name="connsiteX935" fmla="*/ 811254 w 7467600"/>
              <a:gd name="connsiteY935" fmla="*/ 665546 h 6858000"/>
              <a:gd name="connsiteX936" fmla="*/ 154042 w 7467600"/>
              <a:gd name="connsiteY936" fmla="*/ 261522 h 6858000"/>
              <a:gd name="connsiteX937" fmla="*/ 13550 w 7467600"/>
              <a:gd name="connsiteY937" fmla="*/ 158423 h 6858000"/>
              <a:gd name="connsiteX938" fmla="*/ 0 w 7467600"/>
              <a:gd name="connsiteY938" fmla="*/ 146618 h 6858000"/>
              <a:gd name="connsiteX939" fmla="*/ 0 w 7467600"/>
              <a:gd name="connsiteY939" fmla="*/ 59161 h 6858000"/>
              <a:gd name="connsiteX940" fmla="*/ 45427 w 7467600"/>
              <a:gd name="connsiteY940" fmla="*/ 101078 h 6858000"/>
              <a:gd name="connsiteX941" fmla="*/ 630103 w 7467600"/>
              <a:gd name="connsiteY941" fmla="*/ 485885 h 6858000"/>
              <a:gd name="connsiteX942" fmla="*/ 532040 w 7467600"/>
              <a:gd name="connsiteY942" fmla="*/ 399359 h 6858000"/>
              <a:gd name="connsiteX943" fmla="*/ 517618 w 7467600"/>
              <a:gd name="connsiteY943" fmla="*/ 385726 h 6858000"/>
              <a:gd name="connsiteX944" fmla="*/ 285074 w 7467600"/>
              <a:gd name="connsiteY944" fmla="*/ 182755 h 6858000"/>
              <a:gd name="connsiteX945" fmla="*/ 43151 w 7467600"/>
              <a:gd name="connsiteY945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289862 w 7467600"/>
              <a:gd name="connsiteY4" fmla="*/ 6659827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1019354 w 7467600"/>
              <a:gd name="connsiteY13" fmla="*/ 6315006 h 6858000"/>
              <a:gd name="connsiteX14" fmla="*/ 441046 w 7467600"/>
              <a:gd name="connsiteY14" fmla="*/ 6691153 h 6858000"/>
              <a:gd name="connsiteX15" fmla="*/ 1019354 w 7467600"/>
              <a:gd name="connsiteY15" fmla="*/ 6315006 h 6858000"/>
              <a:gd name="connsiteX16" fmla="*/ 991680 w 7467600"/>
              <a:gd name="connsiteY16" fmla="*/ 6298413 h 6858000"/>
              <a:gd name="connsiteX17" fmla="*/ 409060 w 7467600"/>
              <a:gd name="connsiteY17" fmla="*/ 6671470 h 6858000"/>
              <a:gd name="connsiteX18" fmla="*/ 991680 w 7467600"/>
              <a:gd name="connsiteY18" fmla="*/ 6298413 h 6858000"/>
              <a:gd name="connsiteX19" fmla="*/ 103333 w 7467600"/>
              <a:gd name="connsiteY19" fmla="*/ 5699602 h 6858000"/>
              <a:gd name="connsiteX20" fmla="*/ 233938 w 7467600"/>
              <a:gd name="connsiteY20" fmla="*/ 5809416 h 6858000"/>
              <a:gd name="connsiteX21" fmla="*/ 883580 w 7467600"/>
              <a:gd name="connsiteY21" fmla="*/ 6180710 h 6858000"/>
              <a:gd name="connsiteX22" fmla="*/ 487337 w 7467600"/>
              <a:gd name="connsiteY22" fmla="*/ 5950182 h 6858000"/>
              <a:gd name="connsiteX23" fmla="*/ 354051 w 7467600"/>
              <a:gd name="connsiteY23" fmla="*/ 5854912 h 6858000"/>
              <a:gd name="connsiteX24" fmla="*/ 195436 w 7467600"/>
              <a:gd name="connsiteY24" fmla="*/ 5755068 h 6858000"/>
              <a:gd name="connsiteX25" fmla="*/ 103333 w 7467600"/>
              <a:gd name="connsiteY25" fmla="*/ 5699602 h 6858000"/>
              <a:gd name="connsiteX26" fmla="*/ 5539432 w 7467600"/>
              <a:gd name="connsiteY26" fmla="*/ 5642928 h 6858000"/>
              <a:gd name="connsiteX27" fmla="*/ 5555462 w 7467600"/>
              <a:gd name="connsiteY27" fmla="*/ 5694454 h 6858000"/>
              <a:gd name="connsiteX28" fmla="*/ 5828270 w 7467600"/>
              <a:gd name="connsiteY28" fmla="*/ 6320663 h 6858000"/>
              <a:gd name="connsiteX29" fmla="*/ 5947416 w 7467600"/>
              <a:gd name="connsiteY29" fmla="*/ 6574846 h 6858000"/>
              <a:gd name="connsiteX30" fmla="*/ 5539432 w 7467600"/>
              <a:gd name="connsiteY30" fmla="*/ 5642928 h 6858000"/>
              <a:gd name="connsiteX31" fmla="*/ 51253 w 7467600"/>
              <a:gd name="connsiteY31" fmla="*/ 5631825 h 6858000"/>
              <a:gd name="connsiteX32" fmla="*/ 211622 w 7467600"/>
              <a:gd name="connsiteY32" fmla="*/ 5728803 h 6858000"/>
              <a:gd name="connsiteX33" fmla="*/ 371652 w 7467600"/>
              <a:gd name="connsiteY33" fmla="*/ 5829062 h 6858000"/>
              <a:gd name="connsiteX34" fmla="*/ 505903 w 7467600"/>
              <a:gd name="connsiteY34" fmla="*/ 5925221 h 6858000"/>
              <a:gd name="connsiteX35" fmla="*/ 899240 w 7467600"/>
              <a:gd name="connsiteY35" fmla="*/ 6153068 h 6858000"/>
              <a:gd name="connsiteX36" fmla="*/ 988114 w 7467600"/>
              <a:gd name="connsiteY36" fmla="*/ 6174204 h 6858000"/>
              <a:gd name="connsiteX37" fmla="*/ 845971 w 7467600"/>
              <a:gd name="connsiteY37" fmla="*/ 6067177 h 6858000"/>
              <a:gd name="connsiteX38" fmla="*/ 448057 w 7467600"/>
              <a:gd name="connsiteY38" fmla="*/ 5841376 h 6858000"/>
              <a:gd name="connsiteX39" fmla="*/ 51253 w 7467600"/>
              <a:gd name="connsiteY39" fmla="*/ 5631825 h 6858000"/>
              <a:gd name="connsiteX40" fmla="*/ 2606687 w 7467600"/>
              <a:gd name="connsiteY40" fmla="*/ 5630718 h 6858000"/>
              <a:gd name="connsiteX41" fmla="*/ 2645658 w 7467600"/>
              <a:gd name="connsiteY41" fmla="*/ 6640259 h 6858000"/>
              <a:gd name="connsiteX42" fmla="*/ 2606687 w 7467600"/>
              <a:gd name="connsiteY42" fmla="*/ 5630718 h 6858000"/>
              <a:gd name="connsiteX43" fmla="*/ 3642057 w 7467600"/>
              <a:gd name="connsiteY43" fmla="*/ 5573487 h 6858000"/>
              <a:gd name="connsiteX44" fmla="*/ 3632981 w 7467600"/>
              <a:gd name="connsiteY44" fmla="*/ 5579437 h 6858000"/>
              <a:gd name="connsiteX45" fmla="*/ 3382436 w 7467600"/>
              <a:gd name="connsiteY45" fmla="*/ 5952726 h 6858000"/>
              <a:gd name="connsiteX46" fmla="*/ 3191929 w 7467600"/>
              <a:gd name="connsiteY46" fmla="*/ 6662669 h 6858000"/>
              <a:gd name="connsiteX47" fmla="*/ 3369898 w 7467600"/>
              <a:gd name="connsiteY47" fmla="*/ 6081771 h 6858000"/>
              <a:gd name="connsiteX48" fmla="*/ 3642057 w 7467600"/>
              <a:gd name="connsiteY48" fmla="*/ 5573487 h 6858000"/>
              <a:gd name="connsiteX49" fmla="*/ 2650666 w 7467600"/>
              <a:gd name="connsiteY49" fmla="*/ 5530686 h 6858000"/>
              <a:gd name="connsiteX50" fmla="*/ 2650249 w 7467600"/>
              <a:gd name="connsiteY50" fmla="*/ 5532101 h 6858000"/>
              <a:gd name="connsiteX51" fmla="*/ 2663808 w 7467600"/>
              <a:gd name="connsiteY51" fmla="*/ 6535215 h 6858000"/>
              <a:gd name="connsiteX52" fmla="*/ 2665418 w 7467600"/>
              <a:gd name="connsiteY52" fmla="*/ 6132756 h 6858000"/>
              <a:gd name="connsiteX53" fmla="*/ 2650666 w 7467600"/>
              <a:gd name="connsiteY53" fmla="*/ 5530686 h 6858000"/>
              <a:gd name="connsiteX54" fmla="*/ 2680277 w 7467600"/>
              <a:gd name="connsiteY54" fmla="*/ 5479204 h 6858000"/>
              <a:gd name="connsiteX55" fmla="*/ 2678972 w 7467600"/>
              <a:gd name="connsiteY55" fmla="*/ 5481582 h 6858000"/>
              <a:gd name="connsiteX56" fmla="*/ 2696666 w 7467600"/>
              <a:gd name="connsiteY56" fmla="*/ 6133836 h 6858000"/>
              <a:gd name="connsiteX57" fmla="*/ 2695769 w 7467600"/>
              <a:gd name="connsiteY57" fmla="*/ 6390955 h 6858000"/>
              <a:gd name="connsiteX58" fmla="*/ 2739893 w 7467600"/>
              <a:gd name="connsiteY58" fmla="*/ 6108357 h 6858000"/>
              <a:gd name="connsiteX59" fmla="*/ 2680277 w 7467600"/>
              <a:gd name="connsiteY59" fmla="*/ 5479204 h 6858000"/>
              <a:gd name="connsiteX60" fmla="*/ 1132195 w 7467600"/>
              <a:gd name="connsiteY60" fmla="*/ 5467980 h 6858000"/>
              <a:gd name="connsiteX61" fmla="*/ 1679056 w 7467600"/>
              <a:gd name="connsiteY61" fmla="*/ 5516907 h 6858000"/>
              <a:gd name="connsiteX62" fmla="*/ 2128648 w 7467600"/>
              <a:gd name="connsiteY62" fmla="*/ 5474249 h 6858000"/>
              <a:gd name="connsiteX63" fmla="*/ 1825619 w 7467600"/>
              <a:gd name="connsiteY63" fmla="*/ 5478447 h 6858000"/>
              <a:gd name="connsiteX64" fmla="*/ 1737798 w 7467600"/>
              <a:gd name="connsiteY64" fmla="*/ 5483353 h 6858000"/>
              <a:gd name="connsiteX65" fmla="*/ 1132195 w 7467600"/>
              <a:gd name="connsiteY65" fmla="*/ 5467980 h 6858000"/>
              <a:gd name="connsiteX66" fmla="*/ 1456157 w 7467600"/>
              <a:gd name="connsiteY66" fmla="*/ 5371404 h 6858000"/>
              <a:gd name="connsiteX67" fmla="*/ 1244432 w 7467600"/>
              <a:gd name="connsiteY67" fmla="*/ 5385601 h 6858000"/>
              <a:gd name="connsiteX68" fmla="*/ 973990 w 7467600"/>
              <a:gd name="connsiteY68" fmla="*/ 5424940 h 6858000"/>
              <a:gd name="connsiteX69" fmla="*/ 1103809 w 7467600"/>
              <a:gd name="connsiteY69" fmla="*/ 5433720 h 6858000"/>
              <a:gd name="connsiteX70" fmla="*/ 1123454 w 7467600"/>
              <a:gd name="connsiteY70" fmla="*/ 5435727 h 6858000"/>
              <a:gd name="connsiteX71" fmla="*/ 1737017 w 7467600"/>
              <a:gd name="connsiteY71" fmla="*/ 5452183 h 6858000"/>
              <a:gd name="connsiteX72" fmla="*/ 1824397 w 7467600"/>
              <a:gd name="connsiteY72" fmla="*/ 5447757 h 6858000"/>
              <a:gd name="connsiteX73" fmla="*/ 2070059 w 7467600"/>
              <a:gd name="connsiteY73" fmla="*/ 5441660 h 6858000"/>
              <a:gd name="connsiteX74" fmla="*/ 1456157 w 7467600"/>
              <a:gd name="connsiteY74" fmla="*/ 5371404 h 6858000"/>
              <a:gd name="connsiteX75" fmla="*/ 4988186 w 7467600"/>
              <a:gd name="connsiteY75" fmla="*/ 5216467 h 6858000"/>
              <a:gd name="connsiteX76" fmla="*/ 4777334 w 7467600"/>
              <a:gd name="connsiteY76" fmla="*/ 5406072 h 6858000"/>
              <a:gd name="connsiteX77" fmla="*/ 4718341 w 7467600"/>
              <a:gd name="connsiteY77" fmla="*/ 5468043 h 6858000"/>
              <a:gd name="connsiteX78" fmla="*/ 4604655 w 7467600"/>
              <a:gd name="connsiteY78" fmla="*/ 5583434 h 6858000"/>
              <a:gd name="connsiteX79" fmla="*/ 4565074 w 7467600"/>
              <a:gd name="connsiteY79" fmla="*/ 5618550 h 6858000"/>
              <a:gd name="connsiteX80" fmla="*/ 4988186 w 7467600"/>
              <a:gd name="connsiteY80" fmla="*/ 5216467 h 6858000"/>
              <a:gd name="connsiteX81" fmla="*/ 4978032 w 7467600"/>
              <a:gd name="connsiteY81" fmla="*/ 5183809 h 6858000"/>
              <a:gd name="connsiteX82" fmla="*/ 4463413 w 7467600"/>
              <a:gd name="connsiteY82" fmla="*/ 5615162 h 6858000"/>
              <a:gd name="connsiteX83" fmla="*/ 4358134 w 7467600"/>
              <a:gd name="connsiteY83" fmla="*/ 5742791 h 6858000"/>
              <a:gd name="connsiteX84" fmla="*/ 4376219 w 7467600"/>
              <a:gd name="connsiteY84" fmla="*/ 5729027 h 6858000"/>
              <a:gd name="connsiteX85" fmla="*/ 4582340 w 7467600"/>
              <a:gd name="connsiteY85" fmla="*/ 5561037 h 6858000"/>
              <a:gd name="connsiteX86" fmla="*/ 4694684 w 7467600"/>
              <a:gd name="connsiteY86" fmla="*/ 5447098 h 6858000"/>
              <a:gd name="connsiteX87" fmla="*/ 4754123 w 7467600"/>
              <a:gd name="connsiteY87" fmla="*/ 5384643 h 6858000"/>
              <a:gd name="connsiteX88" fmla="*/ 4978032 w 7467600"/>
              <a:gd name="connsiteY88" fmla="*/ 5183809 h 6858000"/>
              <a:gd name="connsiteX89" fmla="*/ 1903353 w 7467600"/>
              <a:gd name="connsiteY89" fmla="*/ 5044827 h 6858000"/>
              <a:gd name="connsiteX90" fmla="*/ 1936931 w 7467600"/>
              <a:gd name="connsiteY90" fmla="*/ 5093954 h 6858000"/>
              <a:gd name="connsiteX91" fmla="*/ 2195868 w 7467600"/>
              <a:gd name="connsiteY91" fmla="*/ 5396574 h 6858000"/>
              <a:gd name="connsiteX92" fmla="*/ 2088852 w 7467600"/>
              <a:gd name="connsiteY92" fmla="*/ 5166123 h 6858000"/>
              <a:gd name="connsiteX93" fmla="*/ 1958241 w 7467600"/>
              <a:gd name="connsiteY93" fmla="*/ 5067955 h 6858000"/>
              <a:gd name="connsiteX94" fmla="*/ 1903353 w 7467600"/>
              <a:gd name="connsiteY94" fmla="*/ 5044827 h 6858000"/>
              <a:gd name="connsiteX95" fmla="*/ 1979378 w 7467600"/>
              <a:gd name="connsiteY95" fmla="*/ 4769504 h 6858000"/>
              <a:gd name="connsiteX96" fmla="*/ 2882120 w 7467600"/>
              <a:gd name="connsiteY96" fmla="*/ 5064547 h 6858000"/>
              <a:gd name="connsiteX97" fmla="*/ 2793103 w 7467600"/>
              <a:gd name="connsiteY97" fmla="*/ 5039699 h 6858000"/>
              <a:gd name="connsiteX98" fmla="*/ 2770041 w 7467600"/>
              <a:gd name="connsiteY98" fmla="*/ 5033634 h 6858000"/>
              <a:gd name="connsiteX99" fmla="*/ 1979378 w 7467600"/>
              <a:gd name="connsiteY99" fmla="*/ 4769504 h 6858000"/>
              <a:gd name="connsiteX100" fmla="*/ 1927410 w 7467600"/>
              <a:gd name="connsiteY100" fmla="*/ 4716164 h 6858000"/>
              <a:gd name="connsiteX101" fmla="*/ 1959587 w 7467600"/>
              <a:gd name="connsiteY101" fmla="*/ 4728849 h 6858000"/>
              <a:gd name="connsiteX102" fmla="*/ 2777707 w 7467600"/>
              <a:gd name="connsiteY102" fmla="*/ 5003991 h 6858000"/>
              <a:gd name="connsiteX103" fmla="*/ 2800768 w 7467600"/>
              <a:gd name="connsiteY103" fmla="*/ 5010056 h 6858000"/>
              <a:gd name="connsiteX104" fmla="*/ 2879408 w 7467600"/>
              <a:gd name="connsiteY104" fmla="*/ 5031590 h 6858000"/>
              <a:gd name="connsiteX105" fmla="*/ 2862295 w 7467600"/>
              <a:gd name="connsiteY105" fmla="*/ 5022958 h 6858000"/>
              <a:gd name="connsiteX106" fmla="*/ 2813343 w 7467600"/>
              <a:gd name="connsiteY106" fmla="*/ 4998369 h 6858000"/>
              <a:gd name="connsiteX107" fmla="*/ 2646245 w 7467600"/>
              <a:gd name="connsiteY107" fmla="*/ 4930999 h 6858000"/>
              <a:gd name="connsiteX108" fmla="*/ 1999243 w 7467600"/>
              <a:gd name="connsiteY108" fmla="*/ 4730524 h 6858000"/>
              <a:gd name="connsiteX109" fmla="*/ 1979527 w 7467600"/>
              <a:gd name="connsiteY109" fmla="*/ 4726651 h 6858000"/>
              <a:gd name="connsiteX110" fmla="*/ 1927410 w 7467600"/>
              <a:gd name="connsiteY110" fmla="*/ 4716164 h 6858000"/>
              <a:gd name="connsiteX111" fmla="*/ 1997014 w 7467600"/>
              <a:gd name="connsiteY111" fmla="*/ 4698007 h 6858000"/>
              <a:gd name="connsiteX112" fmla="*/ 2005458 w 7467600"/>
              <a:gd name="connsiteY112" fmla="*/ 4699540 h 6858000"/>
              <a:gd name="connsiteX113" fmla="*/ 2657186 w 7467600"/>
              <a:gd name="connsiteY113" fmla="*/ 4901687 h 6858000"/>
              <a:gd name="connsiteX114" fmla="*/ 2826662 w 7467600"/>
              <a:gd name="connsiteY114" fmla="*/ 4970362 h 6858000"/>
              <a:gd name="connsiteX115" fmla="*/ 2876100 w 7467600"/>
              <a:gd name="connsiteY115" fmla="*/ 4995397 h 6858000"/>
              <a:gd name="connsiteX116" fmla="*/ 3042600 w 7467600"/>
              <a:gd name="connsiteY116" fmla="*/ 5059532 h 6858000"/>
              <a:gd name="connsiteX117" fmla="*/ 1997014 w 7467600"/>
              <a:gd name="connsiteY117" fmla="*/ 4698007 h 6858000"/>
              <a:gd name="connsiteX118" fmla="*/ 2305292 w 7467600"/>
              <a:gd name="connsiteY118" fmla="*/ 4219492 h 6858000"/>
              <a:gd name="connsiteX119" fmla="*/ 3360922 w 7467600"/>
              <a:gd name="connsiteY119" fmla="*/ 4529373 h 6858000"/>
              <a:gd name="connsiteX120" fmla="*/ 3492420 w 7467600"/>
              <a:gd name="connsiteY120" fmla="*/ 4510145 h 6858000"/>
              <a:gd name="connsiteX121" fmla="*/ 3364086 w 7467600"/>
              <a:gd name="connsiteY121" fmla="*/ 4480340 h 6858000"/>
              <a:gd name="connsiteX122" fmla="*/ 3225818 w 7467600"/>
              <a:gd name="connsiteY122" fmla="*/ 4411822 h 6858000"/>
              <a:gd name="connsiteX123" fmla="*/ 3129696 w 7467600"/>
              <a:gd name="connsiteY123" fmla="*/ 4360704 h 6858000"/>
              <a:gd name="connsiteX124" fmla="*/ 2814545 w 7467600"/>
              <a:gd name="connsiteY124" fmla="*/ 4282955 h 6858000"/>
              <a:gd name="connsiteX125" fmla="*/ 2305292 w 7467600"/>
              <a:gd name="connsiteY125" fmla="*/ 4219492 h 6858000"/>
              <a:gd name="connsiteX126" fmla="*/ 2626982 w 7467600"/>
              <a:gd name="connsiteY126" fmla="*/ 4206450 h 6858000"/>
              <a:gd name="connsiteX127" fmla="*/ 2490617 w 7467600"/>
              <a:gd name="connsiteY127" fmla="*/ 4206951 h 6858000"/>
              <a:gd name="connsiteX128" fmla="*/ 2819869 w 7467600"/>
              <a:gd name="connsiteY128" fmla="*/ 4252936 h 6858000"/>
              <a:gd name="connsiteX129" fmla="*/ 3143018 w 7467600"/>
              <a:gd name="connsiteY129" fmla="*/ 4332698 h 6858000"/>
              <a:gd name="connsiteX130" fmla="*/ 3241520 w 7467600"/>
              <a:gd name="connsiteY130" fmla="*/ 4385112 h 6858000"/>
              <a:gd name="connsiteX131" fmla="*/ 3374575 w 7467600"/>
              <a:gd name="connsiteY131" fmla="*/ 4451517 h 6858000"/>
              <a:gd name="connsiteX132" fmla="*/ 3505221 w 7467600"/>
              <a:gd name="connsiteY132" fmla="*/ 4480757 h 6858000"/>
              <a:gd name="connsiteX133" fmla="*/ 2626982 w 7467600"/>
              <a:gd name="connsiteY133" fmla="*/ 4206450 h 6858000"/>
              <a:gd name="connsiteX134" fmla="*/ 1310106 w 7467600"/>
              <a:gd name="connsiteY134" fmla="*/ 3943217 h 6858000"/>
              <a:gd name="connsiteX135" fmla="*/ 854994 w 7467600"/>
              <a:gd name="connsiteY135" fmla="*/ 4399136 h 6858000"/>
              <a:gd name="connsiteX136" fmla="*/ 742462 w 7467600"/>
              <a:gd name="connsiteY136" fmla="*/ 4594648 h 6858000"/>
              <a:gd name="connsiteX137" fmla="*/ 820602 w 7467600"/>
              <a:gd name="connsiteY137" fmla="*/ 4485915 h 6858000"/>
              <a:gd name="connsiteX138" fmla="*/ 878295 w 7467600"/>
              <a:gd name="connsiteY138" fmla="*/ 4403594 h 6858000"/>
              <a:gd name="connsiteX139" fmla="*/ 1240607 w 7467600"/>
              <a:gd name="connsiteY139" fmla="*/ 4010401 h 6858000"/>
              <a:gd name="connsiteX140" fmla="*/ 1310106 w 7467600"/>
              <a:gd name="connsiteY140" fmla="*/ 3943217 h 6858000"/>
              <a:gd name="connsiteX141" fmla="*/ 1423113 w 7467600"/>
              <a:gd name="connsiteY141" fmla="*/ 3874565 h 6858000"/>
              <a:gd name="connsiteX142" fmla="*/ 1260565 w 7467600"/>
              <a:gd name="connsiteY142" fmla="*/ 4031982 h 6858000"/>
              <a:gd name="connsiteX143" fmla="*/ 901900 w 7467600"/>
              <a:gd name="connsiteY143" fmla="*/ 4421236 h 6858000"/>
              <a:gd name="connsiteX144" fmla="*/ 845044 w 7467600"/>
              <a:gd name="connsiteY144" fmla="*/ 4502436 h 6858000"/>
              <a:gd name="connsiteX145" fmla="*/ 685926 w 7467600"/>
              <a:gd name="connsiteY145" fmla="*/ 4703069 h 6858000"/>
              <a:gd name="connsiteX146" fmla="*/ 684248 w 7467600"/>
              <a:gd name="connsiteY146" fmla="*/ 4706721 h 6858000"/>
              <a:gd name="connsiteX147" fmla="*/ 1423113 w 7467600"/>
              <a:gd name="connsiteY147" fmla="*/ 3874565 h 6858000"/>
              <a:gd name="connsiteX148" fmla="*/ 3316479 w 7467600"/>
              <a:gd name="connsiteY148" fmla="*/ 3872136 h 6858000"/>
              <a:gd name="connsiteX149" fmla="*/ 3546806 w 7467600"/>
              <a:gd name="connsiteY149" fmla="*/ 4356139 h 6858000"/>
              <a:gd name="connsiteX150" fmla="*/ 3364433 w 7467600"/>
              <a:gd name="connsiteY150" fmla="*/ 3953121 h 6858000"/>
              <a:gd name="connsiteX151" fmla="*/ 3316479 w 7467600"/>
              <a:gd name="connsiteY151" fmla="*/ 3872136 h 6858000"/>
              <a:gd name="connsiteX152" fmla="*/ 3291335 w 7467600"/>
              <a:gd name="connsiteY152" fmla="*/ 3767420 h 6858000"/>
              <a:gd name="connsiteX153" fmla="*/ 3390805 w 7467600"/>
              <a:gd name="connsiteY153" fmla="*/ 3937163 h 6858000"/>
              <a:gd name="connsiteX154" fmla="*/ 3579062 w 7467600"/>
              <a:gd name="connsiteY154" fmla="*/ 4359040 h 6858000"/>
              <a:gd name="connsiteX155" fmla="*/ 3467355 w 7467600"/>
              <a:gd name="connsiteY155" fmla="*/ 3988130 h 6858000"/>
              <a:gd name="connsiteX156" fmla="*/ 3310753 w 7467600"/>
              <a:gd name="connsiteY156" fmla="*/ 3787140 h 6858000"/>
              <a:gd name="connsiteX157" fmla="*/ 3291335 w 7467600"/>
              <a:gd name="connsiteY157" fmla="*/ 3767420 h 6858000"/>
              <a:gd name="connsiteX158" fmla="*/ 1635889 w 7467600"/>
              <a:gd name="connsiteY158" fmla="*/ 3709494 h 6858000"/>
              <a:gd name="connsiteX159" fmla="*/ 1634800 w 7467600"/>
              <a:gd name="connsiteY159" fmla="*/ 3731111 h 6858000"/>
              <a:gd name="connsiteX160" fmla="*/ 1635889 w 7467600"/>
              <a:gd name="connsiteY160" fmla="*/ 3709494 h 6858000"/>
              <a:gd name="connsiteX161" fmla="*/ 1510397 w 7467600"/>
              <a:gd name="connsiteY161" fmla="*/ 3684705 h 6858000"/>
              <a:gd name="connsiteX162" fmla="*/ 1146550 w 7467600"/>
              <a:gd name="connsiteY162" fmla="*/ 3802012 h 6858000"/>
              <a:gd name="connsiteX163" fmla="*/ 698834 w 7467600"/>
              <a:gd name="connsiteY163" fmla="*/ 3952272 h 6858000"/>
              <a:gd name="connsiteX164" fmla="*/ 34256 w 7467600"/>
              <a:gd name="connsiteY164" fmla="*/ 4347603 h 6858000"/>
              <a:gd name="connsiteX165" fmla="*/ 527241 w 7467600"/>
              <a:gd name="connsiteY165" fmla="*/ 4065078 h 6858000"/>
              <a:gd name="connsiteX166" fmla="*/ 1510397 w 7467600"/>
              <a:gd name="connsiteY166" fmla="*/ 3684705 h 6858000"/>
              <a:gd name="connsiteX167" fmla="*/ 1313114 w 7467600"/>
              <a:gd name="connsiteY167" fmla="*/ 3655216 h 6858000"/>
              <a:gd name="connsiteX168" fmla="*/ 1109304 w 7467600"/>
              <a:gd name="connsiteY168" fmla="*/ 3669030 h 6858000"/>
              <a:gd name="connsiteX169" fmla="*/ 8129 w 7467600"/>
              <a:gd name="connsiteY169" fmla="*/ 4330519 h 6858000"/>
              <a:gd name="connsiteX170" fmla="*/ 687572 w 7467600"/>
              <a:gd name="connsiteY170" fmla="*/ 3925629 h 6858000"/>
              <a:gd name="connsiteX171" fmla="*/ 1138365 w 7467600"/>
              <a:gd name="connsiteY171" fmla="*/ 3774515 h 6858000"/>
              <a:gd name="connsiteX172" fmla="*/ 1505579 w 7467600"/>
              <a:gd name="connsiteY172" fmla="*/ 3655526 h 6858000"/>
              <a:gd name="connsiteX173" fmla="*/ 1313114 w 7467600"/>
              <a:gd name="connsiteY173" fmla="*/ 3655216 h 6858000"/>
              <a:gd name="connsiteX174" fmla="*/ 3655073 w 7467600"/>
              <a:gd name="connsiteY174" fmla="*/ 3650884 h 6858000"/>
              <a:gd name="connsiteX175" fmla="*/ 3989938 w 7467600"/>
              <a:gd name="connsiteY175" fmla="*/ 3991685 h 6858000"/>
              <a:gd name="connsiteX176" fmla="*/ 4393907 w 7467600"/>
              <a:gd name="connsiteY176" fmla="*/ 4261258 h 6858000"/>
              <a:gd name="connsiteX177" fmla="*/ 4648051 w 7467600"/>
              <a:gd name="connsiteY177" fmla="*/ 4374051 h 6858000"/>
              <a:gd name="connsiteX178" fmla="*/ 4383389 w 7467600"/>
              <a:gd name="connsiteY178" fmla="*/ 4184369 h 6858000"/>
              <a:gd name="connsiteX179" fmla="*/ 4165508 w 7467600"/>
              <a:gd name="connsiteY179" fmla="*/ 4035196 h 6858000"/>
              <a:gd name="connsiteX180" fmla="*/ 4068162 w 7467600"/>
              <a:gd name="connsiteY180" fmla="*/ 3953394 h 6858000"/>
              <a:gd name="connsiteX181" fmla="*/ 3981416 w 7467600"/>
              <a:gd name="connsiteY181" fmla="*/ 3880482 h 6858000"/>
              <a:gd name="connsiteX182" fmla="*/ 3800147 w 7467600"/>
              <a:gd name="connsiteY182" fmla="*/ 3749872 h 6858000"/>
              <a:gd name="connsiteX183" fmla="*/ 3655073 w 7467600"/>
              <a:gd name="connsiteY183" fmla="*/ 3650884 h 6858000"/>
              <a:gd name="connsiteX184" fmla="*/ 3670252 w 7467600"/>
              <a:gd name="connsiteY184" fmla="*/ 3622798 h 6858000"/>
              <a:gd name="connsiteX185" fmla="*/ 3817258 w 7467600"/>
              <a:gd name="connsiteY185" fmla="*/ 3723577 h 6858000"/>
              <a:gd name="connsiteX186" fmla="*/ 4000461 w 7467600"/>
              <a:gd name="connsiteY186" fmla="*/ 3855966 h 6858000"/>
              <a:gd name="connsiteX187" fmla="*/ 4088180 w 7467600"/>
              <a:gd name="connsiteY187" fmla="*/ 3929774 h 6858000"/>
              <a:gd name="connsiteX188" fmla="*/ 4184555 w 7467600"/>
              <a:gd name="connsiteY188" fmla="*/ 4010683 h 6858000"/>
              <a:gd name="connsiteX189" fmla="*/ 4399563 w 7467600"/>
              <a:gd name="connsiteY189" fmla="*/ 4158106 h 6858000"/>
              <a:gd name="connsiteX190" fmla="*/ 4684469 w 7467600"/>
              <a:gd name="connsiteY190" fmla="*/ 4364680 h 6858000"/>
              <a:gd name="connsiteX191" fmla="*/ 4690271 w 7467600"/>
              <a:gd name="connsiteY191" fmla="*/ 4370034 h 6858000"/>
              <a:gd name="connsiteX192" fmla="*/ 4136093 w 7467600"/>
              <a:gd name="connsiteY192" fmla="*/ 3858466 h 6858000"/>
              <a:gd name="connsiteX193" fmla="*/ 3670252 w 7467600"/>
              <a:gd name="connsiteY193" fmla="*/ 3622798 h 6858000"/>
              <a:gd name="connsiteX194" fmla="*/ 4440129 w 7467600"/>
              <a:gd name="connsiteY194" fmla="*/ 3448571 h 6858000"/>
              <a:gd name="connsiteX195" fmla="*/ 4856525 w 7467600"/>
              <a:gd name="connsiteY195" fmla="*/ 3915351 h 6858000"/>
              <a:gd name="connsiteX196" fmla="*/ 5059055 w 7467600"/>
              <a:gd name="connsiteY196" fmla="*/ 4108918 h 6858000"/>
              <a:gd name="connsiteX197" fmla="*/ 5290070 w 7467600"/>
              <a:gd name="connsiteY197" fmla="*/ 4263619 h 6858000"/>
              <a:gd name="connsiteX198" fmla="*/ 4834991 w 7467600"/>
              <a:gd name="connsiteY198" fmla="*/ 3830985 h 6858000"/>
              <a:gd name="connsiteX199" fmla="*/ 4440129 w 7467600"/>
              <a:gd name="connsiteY199" fmla="*/ 3448571 h 6858000"/>
              <a:gd name="connsiteX200" fmla="*/ 4441737 w 7467600"/>
              <a:gd name="connsiteY200" fmla="*/ 3399734 h 6858000"/>
              <a:gd name="connsiteX201" fmla="*/ 4431236 w 7467600"/>
              <a:gd name="connsiteY201" fmla="*/ 3400954 h 6858000"/>
              <a:gd name="connsiteX202" fmla="*/ 4557150 w 7467600"/>
              <a:gd name="connsiteY202" fmla="*/ 3510023 h 6858000"/>
              <a:gd name="connsiteX203" fmla="*/ 4856936 w 7467600"/>
              <a:gd name="connsiteY203" fmla="*/ 3809146 h 6858000"/>
              <a:gd name="connsiteX204" fmla="*/ 5111996 w 7467600"/>
              <a:gd name="connsiteY204" fmla="*/ 4065759 h 6858000"/>
              <a:gd name="connsiteX205" fmla="*/ 5388878 w 7467600"/>
              <a:gd name="connsiteY205" fmla="*/ 4300185 h 6858000"/>
              <a:gd name="connsiteX206" fmla="*/ 5425556 w 7467600"/>
              <a:gd name="connsiteY206" fmla="*/ 4308967 h 6858000"/>
              <a:gd name="connsiteX207" fmla="*/ 4943646 w 7467600"/>
              <a:gd name="connsiteY207" fmla="*/ 3822916 h 6858000"/>
              <a:gd name="connsiteX208" fmla="*/ 4594837 w 7467600"/>
              <a:gd name="connsiteY208" fmla="*/ 3532274 h 6858000"/>
              <a:gd name="connsiteX209" fmla="*/ 4441737 w 7467600"/>
              <a:gd name="connsiteY209" fmla="*/ 3399734 h 6858000"/>
              <a:gd name="connsiteX210" fmla="*/ 5425834 w 7467600"/>
              <a:gd name="connsiteY210" fmla="*/ 3162785 h 6858000"/>
              <a:gd name="connsiteX211" fmla="*/ 5401644 w 7467600"/>
              <a:gd name="connsiteY211" fmla="*/ 3617847 h 6858000"/>
              <a:gd name="connsiteX212" fmla="*/ 5467256 w 7467600"/>
              <a:gd name="connsiteY212" fmla="*/ 4175494 h 6858000"/>
              <a:gd name="connsiteX213" fmla="*/ 5448069 w 7467600"/>
              <a:gd name="connsiteY213" fmla="*/ 3567554 h 6858000"/>
              <a:gd name="connsiteX214" fmla="*/ 5425834 w 7467600"/>
              <a:gd name="connsiteY214" fmla="*/ 3162785 h 6858000"/>
              <a:gd name="connsiteX215" fmla="*/ 1318687 w 7467600"/>
              <a:gd name="connsiteY215" fmla="*/ 3113840 h 6858000"/>
              <a:gd name="connsiteX216" fmla="*/ 1066793 w 7467600"/>
              <a:gd name="connsiteY216" fmla="*/ 3212171 h 6858000"/>
              <a:gd name="connsiteX217" fmla="*/ 993319 w 7467600"/>
              <a:gd name="connsiteY217" fmla="*/ 3247648 h 6858000"/>
              <a:gd name="connsiteX218" fmla="*/ 853081 w 7467600"/>
              <a:gd name="connsiteY218" fmla="*/ 3312410 h 6858000"/>
              <a:gd name="connsiteX219" fmla="*/ 805957 w 7467600"/>
              <a:gd name="connsiteY219" fmla="*/ 3330443 h 6858000"/>
              <a:gd name="connsiteX220" fmla="*/ 1318687 w 7467600"/>
              <a:gd name="connsiteY220" fmla="*/ 3113840 h 6858000"/>
              <a:gd name="connsiteX221" fmla="*/ 5453702 w 7467600"/>
              <a:gd name="connsiteY221" fmla="*/ 3090882 h 6858000"/>
              <a:gd name="connsiteX222" fmla="*/ 5480135 w 7467600"/>
              <a:gd name="connsiteY222" fmla="*/ 3565802 h 6858000"/>
              <a:gd name="connsiteX223" fmla="*/ 5499023 w 7467600"/>
              <a:gd name="connsiteY223" fmla="*/ 4166310 h 6858000"/>
              <a:gd name="connsiteX224" fmla="*/ 5547022 w 7467600"/>
              <a:gd name="connsiteY224" fmla="*/ 3607838 h 6858000"/>
              <a:gd name="connsiteX225" fmla="*/ 5515964 w 7467600"/>
              <a:gd name="connsiteY225" fmla="*/ 3378541 h 6858000"/>
              <a:gd name="connsiteX226" fmla="*/ 5453702 w 7467600"/>
              <a:gd name="connsiteY226" fmla="*/ 3090882 h 6858000"/>
              <a:gd name="connsiteX227" fmla="*/ 1238695 w 7467600"/>
              <a:gd name="connsiteY227" fmla="*/ 3076820 h 6858000"/>
              <a:gd name="connsiteX228" fmla="*/ 716371 w 7467600"/>
              <a:gd name="connsiteY228" fmla="*/ 3293249 h 6858000"/>
              <a:gd name="connsiteX229" fmla="*/ 579522 w 7467600"/>
              <a:gd name="connsiteY229" fmla="*/ 3371759 h 6858000"/>
              <a:gd name="connsiteX230" fmla="*/ 600288 w 7467600"/>
              <a:gd name="connsiteY230" fmla="*/ 3365555 h 6858000"/>
              <a:gd name="connsiteX231" fmla="*/ 840692 w 7467600"/>
              <a:gd name="connsiteY231" fmla="*/ 3284921 h 6858000"/>
              <a:gd name="connsiteX232" fmla="*/ 979248 w 7467600"/>
              <a:gd name="connsiteY232" fmla="*/ 3221003 h 6858000"/>
              <a:gd name="connsiteX233" fmla="*/ 1053282 w 7467600"/>
              <a:gd name="connsiteY233" fmla="*/ 3185247 h 6858000"/>
              <a:gd name="connsiteX234" fmla="*/ 1320603 w 7467600"/>
              <a:gd name="connsiteY234" fmla="*/ 3081281 h 6858000"/>
              <a:gd name="connsiteX235" fmla="*/ 1238695 w 7467600"/>
              <a:gd name="connsiteY235" fmla="*/ 3076820 h 6858000"/>
              <a:gd name="connsiteX236" fmla="*/ 5425627 w 7467600"/>
              <a:gd name="connsiteY236" fmla="*/ 2954192 h 6858000"/>
              <a:gd name="connsiteX237" fmla="*/ 5470770 w 7467600"/>
              <a:gd name="connsiteY237" fmla="*/ 3005435 h 6858000"/>
              <a:gd name="connsiteX238" fmla="*/ 5519779 w 7467600"/>
              <a:gd name="connsiteY238" fmla="*/ 4359223 h 6858000"/>
              <a:gd name="connsiteX239" fmla="*/ 5520293 w 7467600"/>
              <a:gd name="connsiteY239" fmla="*/ 4360602 h 6858000"/>
              <a:gd name="connsiteX240" fmla="*/ 5767221 w 7467600"/>
              <a:gd name="connsiteY240" fmla="*/ 4665564 h 6858000"/>
              <a:gd name="connsiteX241" fmla="*/ 6937169 w 7467600"/>
              <a:gd name="connsiteY241" fmla="*/ 4815941 h 6858000"/>
              <a:gd name="connsiteX242" fmla="*/ 6953922 w 7467600"/>
              <a:gd name="connsiteY242" fmla="*/ 4890068 h 6858000"/>
              <a:gd name="connsiteX243" fmla="*/ 6071359 w 7467600"/>
              <a:gd name="connsiteY243" fmla="*/ 4770770 h 6858000"/>
              <a:gd name="connsiteX244" fmla="*/ 6038839 w 7467600"/>
              <a:gd name="connsiteY244" fmla="*/ 4764474 h 6858000"/>
              <a:gd name="connsiteX245" fmla="*/ 6038706 w 7467600"/>
              <a:gd name="connsiteY245" fmla="*/ 4763847 h 6858000"/>
              <a:gd name="connsiteX246" fmla="*/ 6037784 w 7467600"/>
              <a:gd name="connsiteY246" fmla="*/ 4764270 h 6858000"/>
              <a:gd name="connsiteX247" fmla="*/ 6038839 w 7467600"/>
              <a:gd name="connsiteY247" fmla="*/ 4764474 h 6858000"/>
              <a:gd name="connsiteX248" fmla="*/ 6040338 w 7467600"/>
              <a:gd name="connsiteY248" fmla="*/ 4771418 h 6858000"/>
              <a:gd name="connsiteX249" fmla="*/ 6024488 w 7467600"/>
              <a:gd name="connsiteY249" fmla="*/ 4809903 h 6858000"/>
              <a:gd name="connsiteX250" fmla="*/ 5599771 w 7467600"/>
              <a:gd name="connsiteY250" fmla="*/ 5509652 h 6858000"/>
              <a:gd name="connsiteX251" fmla="*/ 5548843 w 7467600"/>
              <a:gd name="connsiteY251" fmla="*/ 5563845 h 6858000"/>
              <a:gd name="connsiteX252" fmla="*/ 5940952 w 7467600"/>
              <a:gd name="connsiteY252" fmla="*/ 6250028 h 6858000"/>
              <a:gd name="connsiteX253" fmla="*/ 6043441 w 7467600"/>
              <a:gd name="connsiteY253" fmla="*/ 6665847 h 6858000"/>
              <a:gd name="connsiteX254" fmla="*/ 6093432 w 7467600"/>
              <a:gd name="connsiteY254" fmla="*/ 6858000 h 6858000"/>
              <a:gd name="connsiteX255" fmla="*/ 6034344 w 7467600"/>
              <a:gd name="connsiteY255" fmla="*/ 6858000 h 6858000"/>
              <a:gd name="connsiteX256" fmla="*/ 6026679 w 7467600"/>
              <a:gd name="connsiteY256" fmla="*/ 6836959 h 6858000"/>
              <a:gd name="connsiteX257" fmla="*/ 5800441 w 7467600"/>
              <a:gd name="connsiteY257" fmla="*/ 6335286 h 6858000"/>
              <a:gd name="connsiteX258" fmla="*/ 5526562 w 7467600"/>
              <a:gd name="connsiteY258" fmla="*/ 5705388 h 6858000"/>
              <a:gd name="connsiteX259" fmla="*/ 5519640 w 7467600"/>
              <a:gd name="connsiteY259" fmla="*/ 5683774 h 6858000"/>
              <a:gd name="connsiteX260" fmla="*/ 5844559 w 7467600"/>
              <a:gd name="connsiteY260" fmla="*/ 6553349 h 6858000"/>
              <a:gd name="connsiteX261" fmla="*/ 5975994 w 7467600"/>
              <a:gd name="connsiteY261" fmla="*/ 6858000 h 6858000"/>
              <a:gd name="connsiteX262" fmla="*/ 5898547 w 7467600"/>
              <a:gd name="connsiteY262" fmla="*/ 6858000 h 6858000"/>
              <a:gd name="connsiteX263" fmla="*/ 5682041 w 7467600"/>
              <a:gd name="connsiteY263" fmla="*/ 6355860 h 6858000"/>
              <a:gd name="connsiteX264" fmla="*/ 5461758 w 7467600"/>
              <a:gd name="connsiteY264" fmla="*/ 5820220 h 6858000"/>
              <a:gd name="connsiteX265" fmla="*/ 5237282 w 7467600"/>
              <a:gd name="connsiteY265" fmla="*/ 6579086 h 6858000"/>
              <a:gd name="connsiteX266" fmla="*/ 5115009 w 7467600"/>
              <a:gd name="connsiteY266" fmla="*/ 6858000 h 6858000"/>
              <a:gd name="connsiteX267" fmla="*/ 5028074 w 7467600"/>
              <a:gd name="connsiteY267" fmla="*/ 6858000 h 6858000"/>
              <a:gd name="connsiteX268" fmla="*/ 5079508 w 7467600"/>
              <a:gd name="connsiteY268" fmla="*/ 6749074 h 6858000"/>
              <a:gd name="connsiteX269" fmla="*/ 5371846 w 7467600"/>
              <a:gd name="connsiteY269" fmla="*/ 5924413 h 6858000"/>
              <a:gd name="connsiteX270" fmla="*/ 5270512 w 7467600"/>
              <a:gd name="connsiteY270" fmla="*/ 6138975 h 6858000"/>
              <a:gd name="connsiteX271" fmla="*/ 5062409 w 7467600"/>
              <a:gd name="connsiteY271" fmla="*/ 6653544 h 6858000"/>
              <a:gd name="connsiteX272" fmla="*/ 5036628 w 7467600"/>
              <a:gd name="connsiteY272" fmla="*/ 6754247 h 6858000"/>
              <a:gd name="connsiteX273" fmla="*/ 5009112 w 7467600"/>
              <a:gd name="connsiteY273" fmla="*/ 6858000 h 6858000"/>
              <a:gd name="connsiteX274" fmla="*/ 4976679 w 7467600"/>
              <a:gd name="connsiteY274" fmla="*/ 6858000 h 6858000"/>
              <a:gd name="connsiteX275" fmla="*/ 5006537 w 7467600"/>
              <a:gd name="connsiteY275" fmla="*/ 6747068 h 6858000"/>
              <a:gd name="connsiteX276" fmla="*/ 5032723 w 7467600"/>
              <a:gd name="connsiteY276" fmla="*/ 6644957 h 6858000"/>
              <a:gd name="connsiteX277" fmla="*/ 5242949 w 7467600"/>
              <a:gd name="connsiteY277" fmla="*/ 6125175 h 6858000"/>
              <a:gd name="connsiteX278" fmla="*/ 5286321 w 7467600"/>
              <a:gd name="connsiteY278" fmla="*/ 6033555 h 6858000"/>
              <a:gd name="connsiteX279" fmla="*/ 5008210 w 7467600"/>
              <a:gd name="connsiteY279" fmla="*/ 6649194 h 6858000"/>
              <a:gd name="connsiteX280" fmla="*/ 4986321 w 7467600"/>
              <a:gd name="connsiteY280" fmla="*/ 6765687 h 6858000"/>
              <a:gd name="connsiteX281" fmla="*/ 4973474 w 7467600"/>
              <a:gd name="connsiteY281" fmla="*/ 6858000 h 6858000"/>
              <a:gd name="connsiteX282" fmla="*/ 4907178 w 7467600"/>
              <a:gd name="connsiteY282" fmla="*/ 6858000 h 6858000"/>
              <a:gd name="connsiteX283" fmla="*/ 4910810 w 7467600"/>
              <a:gd name="connsiteY283" fmla="*/ 6829660 h 6858000"/>
              <a:gd name="connsiteX284" fmla="*/ 4987461 w 7467600"/>
              <a:gd name="connsiteY284" fmla="*/ 6432994 h 6858000"/>
              <a:gd name="connsiteX285" fmla="*/ 5179262 w 7467600"/>
              <a:gd name="connsiteY285" fmla="*/ 6035044 h 6858000"/>
              <a:gd name="connsiteX286" fmla="*/ 4689678 w 7467600"/>
              <a:gd name="connsiteY286" fmla="*/ 6440241 h 6858000"/>
              <a:gd name="connsiteX287" fmla="*/ 4477543 w 7467600"/>
              <a:gd name="connsiteY287" fmla="*/ 6674836 h 6858000"/>
              <a:gd name="connsiteX288" fmla="*/ 4329957 w 7467600"/>
              <a:gd name="connsiteY288" fmla="*/ 6858000 h 6858000"/>
              <a:gd name="connsiteX289" fmla="*/ 4218595 w 7467600"/>
              <a:gd name="connsiteY289" fmla="*/ 6858000 h 6858000"/>
              <a:gd name="connsiteX290" fmla="*/ 4368888 w 7467600"/>
              <a:gd name="connsiteY290" fmla="*/ 6668412 h 6858000"/>
              <a:gd name="connsiteX291" fmla="*/ 4563091 w 7467600"/>
              <a:gd name="connsiteY291" fmla="*/ 6442508 h 6858000"/>
              <a:gd name="connsiteX292" fmla="*/ 5387324 w 7467600"/>
              <a:gd name="connsiteY292" fmla="*/ 5705830 h 6858000"/>
              <a:gd name="connsiteX293" fmla="*/ 5073620 w 7467600"/>
              <a:gd name="connsiteY293" fmla="*/ 5955437 h 6858000"/>
              <a:gd name="connsiteX294" fmla="*/ 4689789 w 7467600"/>
              <a:gd name="connsiteY294" fmla="*/ 6268382 h 6858000"/>
              <a:gd name="connsiteX295" fmla="*/ 4418722 w 7467600"/>
              <a:gd name="connsiteY295" fmla="*/ 6570886 h 6858000"/>
              <a:gd name="connsiteX296" fmla="*/ 4214944 w 7467600"/>
              <a:gd name="connsiteY296" fmla="*/ 6858000 h 6858000"/>
              <a:gd name="connsiteX297" fmla="*/ 4177898 w 7467600"/>
              <a:gd name="connsiteY297" fmla="*/ 6858000 h 6858000"/>
              <a:gd name="connsiteX298" fmla="*/ 4391597 w 7467600"/>
              <a:gd name="connsiteY298" fmla="*/ 6556370 h 6858000"/>
              <a:gd name="connsiteX299" fmla="*/ 4668889 w 7467600"/>
              <a:gd name="connsiteY299" fmla="*/ 6246399 h 6858000"/>
              <a:gd name="connsiteX300" fmla="*/ 5055427 w 7467600"/>
              <a:gd name="connsiteY300" fmla="*/ 5931476 h 6858000"/>
              <a:gd name="connsiteX301" fmla="*/ 5371814 w 7467600"/>
              <a:gd name="connsiteY301" fmla="*/ 5678975 h 6858000"/>
              <a:gd name="connsiteX302" fmla="*/ 4987918 w 7467600"/>
              <a:gd name="connsiteY302" fmla="*/ 5838701 h 6858000"/>
              <a:gd name="connsiteX303" fmla="*/ 4317146 w 7467600"/>
              <a:gd name="connsiteY303" fmla="*/ 6587716 h 6858000"/>
              <a:gd name="connsiteX304" fmla="*/ 4171627 w 7467600"/>
              <a:gd name="connsiteY304" fmla="*/ 6858000 h 6858000"/>
              <a:gd name="connsiteX305" fmla="*/ 4081585 w 7467600"/>
              <a:gd name="connsiteY305" fmla="*/ 6858000 h 6858000"/>
              <a:gd name="connsiteX306" fmla="*/ 4238603 w 7467600"/>
              <a:gd name="connsiteY306" fmla="*/ 6559341 h 6858000"/>
              <a:gd name="connsiteX307" fmla="*/ 4778333 w 7467600"/>
              <a:gd name="connsiteY307" fmla="*/ 5873626 h 6858000"/>
              <a:gd name="connsiteX308" fmla="*/ 5414185 w 7467600"/>
              <a:gd name="connsiteY308" fmla="*/ 5573882 h 6858000"/>
              <a:gd name="connsiteX309" fmla="*/ 5959648 w 7467600"/>
              <a:gd name="connsiteY309" fmla="*/ 4760797 h 6858000"/>
              <a:gd name="connsiteX310" fmla="*/ 5355019 w 7467600"/>
              <a:gd name="connsiteY310" fmla="*/ 4734672 h 6858000"/>
              <a:gd name="connsiteX311" fmla="*/ 5083565 w 7467600"/>
              <a:gd name="connsiteY311" fmla="*/ 5179121 h 6858000"/>
              <a:gd name="connsiteX312" fmla="*/ 4713577 w 7467600"/>
              <a:gd name="connsiteY312" fmla="*/ 5616803 h 6858000"/>
              <a:gd name="connsiteX313" fmla="*/ 3989559 w 7467600"/>
              <a:gd name="connsiteY313" fmla="*/ 6145945 h 6858000"/>
              <a:gd name="connsiteX314" fmla="*/ 3939824 w 7467600"/>
              <a:gd name="connsiteY314" fmla="*/ 6066900 h 6858000"/>
              <a:gd name="connsiteX315" fmla="*/ 4584537 w 7467600"/>
              <a:gd name="connsiteY315" fmla="*/ 5324826 h 6858000"/>
              <a:gd name="connsiteX316" fmla="*/ 5037105 w 7467600"/>
              <a:gd name="connsiteY316" fmla="*/ 5088765 h 6858000"/>
              <a:gd name="connsiteX317" fmla="*/ 5039930 w 7467600"/>
              <a:gd name="connsiteY317" fmla="*/ 5089585 h 6858000"/>
              <a:gd name="connsiteX318" fmla="*/ 5263764 w 7467600"/>
              <a:gd name="connsiteY318" fmla="*/ 4735525 h 6858000"/>
              <a:gd name="connsiteX319" fmla="*/ 4086300 w 7467600"/>
              <a:gd name="connsiteY319" fmla="*/ 4884599 h 6858000"/>
              <a:gd name="connsiteX320" fmla="*/ 4085485 w 7467600"/>
              <a:gd name="connsiteY320" fmla="*/ 4899070 h 6858000"/>
              <a:gd name="connsiteX321" fmla="*/ 3871915 w 7467600"/>
              <a:gd name="connsiteY321" fmla="*/ 5253645 h 6858000"/>
              <a:gd name="connsiteX322" fmla="*/ 3799374 w 7467600"/>
              <a:gd name="connsiteY322" fmla="*/ 5466127 h 6858000"/>
              <a:gd name="connsiteX323" fmla="*/ 3498850 w 7467600"/>
              <a:gd name="connsiteY323" fmla="*/ 6661888 h 6858000"/>
              <a:gd name="connsiteX324" fmla="*/ 3399216 w 7467600"/>
              <a:gd name="connsiteY324" fmla="*/ 6858000 h 6858000"/>
              <a:gd name="connsiteX325" fmla="*/ 3303688 w 7467600"/>
              <a:gd name="connsiteY325" fmla="*/ 6858000 h 6858000"/>
              <a:gd name="connsiteX326" fmla="*/ 3391774 w 7467600"/>
              <a:gd name="connsiteY326" fmla="*/ 6697181 h 6858000"/>
              <a:gd name="connsiteX327" fmla="*/ 3735540 w 7467600"/>
              <a:gd name="connsiteY327" fmla="*/ 5546923 h 6858000"/>
              <a:gd name="connsiteX328" fmla="*/ 3729438 w 7467600"/>
              <a:gd name="connsiteY328" fmla="*/ 5569058 h 6858000"/>
              <a:gd name="connsiteX329" fmla="*/ 3707782 w 7467600"/>
              <a:gd name="connsiteY329" fmla="*/ 5644908 h 6858000"/>
              <a:gd name="connsiteX330" fmla="*/ 3583827 w 7467600"/>
              <a:gd name="connsiteY330" fmla="*/ 6039215 h 6858000"/>
              <a:gd name="connsiteX331" fmla="*/ 3547861 w 7467600"/>
              <a:gd name="connsiteY331" fmla="*/ 6129609 h 6858000"/>
              <a:gd name="connsiteX332" fmla="*/ 3490905 w 7467600"/>
              <a:gd name="connsiteY332" fmla="*/ 6277660 h 6858000"/>
              <a:gd name="connsiteX333" fmla="*/ 3455859 w 7467600"/>
              <a:gd name="connsiteY333" fmla="*/ 6391301 h 6858000"/>
              <a:gd name="connsiteX334" fmla="*/ 3429112 w 7467600"/>
              <a:gd name="connsiteY334" fmla="*/ 6479469 h 6858000"/>
              <a:gd name="connsiteX335" fmla="*/ 3304862 w 7467600"/>
              <a:gd name="connsiteY335" fmla="*/ 6796476 h 6858000"/>
              <a:gd name="connsiteX336" fmla="*/ 3276071 w 7467600"/>
              <a:gd name="connsiteY336" fmla="*/ 6858000 h 6858000"/>
              <a:gd name="connsiteX337" fmla="*/ 3240805 w 7467600"/>
              <a:gd name="connsiteY337" fmla="*/ 6858000 h 6858000"/>
              <a:gd name="connsiteX338" fmla="*/ 3275917 w 7467600"/>
              <a:gd name="connsiteY338" fmla="*/ 6783192 h 6858000"/>
              <a:gd name="connsiteX339" fmla="*/ 3399358 w 7467600"/>
              <a:gd name="connsiteY339" fmla="*/ 6469011 h 6858000"/>
              <a:gd name="connsiteX340" fmla="*/ 3425650 w 7467600"/>
              <a:gd name="connsiteY340" fmla="*/ 6381333 h 6858000"/>
              <a:gd name="connsiteX341" fmla="*/ 3460661 w 7467600"/>
              <a:gd name="connsiteY341" fmla="*/ 6266763 h 6858000"/>
              <a:gd name="connsiteX342" fmla="*/ 3518021 w 7467600"/>
              <a:gd name="connsiteY342" fmla="*/ 6117298 h 6858000"/>
              <a:gd name="connsiteX343" fmla="*/ 3554035 w 7467600"/>
              <a:gd name="connsiteY343" fmla="*/ 6027832 h 6858000"/>
              <a:gd name="connsiteX344" fmla="*/ 3677174 w 7467600"/>
              <a:gd name="connsiteY344" fmla="*/ 5636351 h 6858000"/>
              <a:gd name="connsiteX345" fmla="*/ 3698819 w 7467600"/>
              <a:gd name="connsiteY345" fmla="*/ 5560503 h 6858000"/>
              <a:gd name="connsiteX346" fmla="*/ 3702094 w 7467600"/>
              <a:gd name="connsiteY346" fmla="*/ 5549194 h 6858000"/>
              <a:gd name="connsiteX347" fmla="*/ 3398355 w 7467600"/>
              <a:gd name="connsiteY347" fmla="*/ 6094603 h 6858000"/>
              <a:gd name="connsiteX348" fmla="*/ 3193941 w 7467600"/>
              <a:gd name="connsiteY348" fmla="*/ 6798775 h 6858000"/>
              <a:gd name="connsiteX349" fmla="*/ 3184140 w 7467600"/>
              <a:gd name="connsiteY349" fmla="*/ 6858000 h 6858000"/>
              <a:gd name="connsiteX350" fmla="*/ 3099978 w 7467600"/>
              <a:gd name="connsiteY350" fmla="*/ 6858000 h 6858000"/>
              <a:gd name="connsiteX351" fmla="*/ 3101556 w 7467600"/>
              <a:gd name="connsiteY351" fmla="*/ 6843337 h 6858000"/>
              <a:gd name="connsiteX352" fmla="*/ 3370162 w 7467600"/>
              <a:gd name="connsiteY352" fmla="*/ 5785550 h 6858000"/>
              <a:gd name="connsiteX353" fmla="*/ 3746477 w 7467600"/>
              <a:gd name="connsiteY353" fmla="*/ 5377889 h 6858000"/>
              <a:gd name="connsiteX354" fmla="*/ 3863399 w 7467600"/>
              <a:gd name="connsiteY354" fmla="*/ 5087257 h 6858000"/>
              <a:gd name="connsiteX355" fmla="*/ 3968712 w 7467600"/>
              <a:gd name="connsiteY355" fmla="*/ 4913989 h 6858000"/>
              <a:gd name="connsiteX356" fmla="*/ 2792390 w 7467600"/>
              <a:gd name="connsiteY356" fmla="*/ 5382974 h 6858000"/>
              <a:gd name="connsiteX357" fmla="*/ 2714982 w 7467600"/>
              <a:gd name="connsiteY357" fmla="*/ 5427051 h 6858000"/>
              <a:gd name="connsiteX358" fmla="*/ 2813361 w 7467600"/>
              <a:gd name="connsiteY358" fmla="*/ 6023912 h 6858000"/>
              <a:gd name="connsiteX359" fmla="*/ 2688430 w 7467600"/>
              <a:gd name="connsiteY359" fmla="*/ 6801564 h 6858000"/>
              <a:gd name="connsiteX360" fmla="*/ 2629626 w 7467600"/>
              <a:gd name="connsiteY360" fmla="*/ 6763394 h 6858000"/>
              <a:gd name="connsiteX361" fmla="*/ 2565328 w 7467600"/>
              <a:gd name="connsiteY361" fmla="*/ 5516399 h 6858000"/>
              <a:gd name="connsiteX362" fmla="*/ 1922999 w 7467600"/>
              <a:gd name="connsiteY362" fmla="*/ 5980343 h 6858000"/>
              <a:gd name="connsiteX363" fmla="*/ 1950261 w 7467600"/>
              <a:gd name="connsiteY363" fmla="*/ 6405858 h 6858000"/>
              <a:gd name="connsiteX364" fmla="*/ 2365554 w 7467600"/>
              <a:gd name="connsiteY364" fmla="*/ 6759107 h 6858000"/>
              <a:gd name="connsiteX365" fmla="*/ 2424142 w 7467600"/>
              <a:gd name="connsiteY365" fmla="*/ 6858000 h 6858000"/>
              <a:gd name="connsiteX366" fmla="*/ 2395994 w 7467600"/>
              <a:gd name="connsiteY366" fmla="*/ 6858000 h 6858000"/>
              <a:gd name="connsiteX367" fmla="*/ 2392863 w 7467600"/>
              <a:gd name="connsiteY367" fmla="*/ 6852964 h 6858000"/>
              <a:gd name="connsiteX368" fmla="*/ 2017589 w 7467600"/>
              <a:gd name="connsiteY368" fmla="*/ 6493982 h 6858000"/>
              <a:gd name="connsiteX369" fmla="*/ 2147336 w 7467600"/>
              <a:gd name="connsiteY369" fmla="*/ 6594052 h 6858000"/>
              <a:gd name="connsiteX370" fmla="*/ 2207047 w 7467600"/>
              <a:gd name="connsiteY370" fmla="*/ 6654540 h 6858000"/>
              <a:gd name="connsiteX371" fmla="*/ 2299106 w 7467600"/>
              <a:gd name="connsiteY371" fmla="*/ 6778931 h 6858000"/>
              <a:gd name="connsiteX372" fmla="*/ 2314430 w 7467600"/>
              <a:gd name="connsiteY372" fmla="*/ 6801144 h 6858000"/>
              <a:gd name="connsiteX373" fmla="*/ 2352406 w 7467600"/>
              <a:gd name="connsiteY373" fmla="*/ 6858000 h 6858000"/>
              <a:gd name="connsiteX374" fmla="*/ 2314492 w 7467600"/>
              <a:gd name="connsiteY374" fmla="*/ 6858000 h 6858000"/>
              <a:gd name="connsiteX375" fmla="*/ 2288095 w 7467600"/>
              <a:gd name="connsiteY375" fmla="*/ 6818030 h 6858000"/>
              <a:gd name="connsiteX376" fmla="*/ 2272768 w 7467600"/>
              <a:gd name="connsiteY376" fmla="*/ 6795822 h 6858000"/>
              <a:gd name="connsiteX377" fmla="*/ 2182715 w 7467600"/>
              <a:gd name="connsiteY377" fmla="*/ 6675071 h 6858000"/>
              <a:gd name="connsiteX378" fmla="*/ 2032061 w 7467600"/>
              <a:gd name="connsiteY378" fmla="*/ 6541380 h 6858000"/>
              <a:gd name="connsiteX379" fmla="*/ 2257220 w 7467600"/>
              <a:gd name="connsiteY379" fmla="*/ 6826257 h 6858000"/>
              <a:gd name="connsiteX380" fmla="*/ 2281324 w 7467600"/>
              <a:gd name="connsiteY380" fmla="*/ 6858000 h 6858000"/>
              <a:gd name="connsiteX381" fmla="*/ 2242860 w 7467600"/>
              <a:gd name="connsiteY381" fmla="*/ 6858000 h 6858000"/>
              <a:gd name="connsiteX382" fmla="*/ 2232818 w 7467600"/>
              <a:gd name="connsiteY382" fmla="*/ 6844926 h 6858000"/>
              <a:gd name="connsiteX383" fmla="*/ 1990172 w 7467600"/>
              <a:gd name="connsiteY383" fmla="*/ 6542121 h 6858000"/>
              <a:gd name="connsiteX384" fmla="*/ 2124090 w 7467600"/>
              <a:gd name="connsiteY384" fmla="*/ 6761017 h 6858000"/>
              <a:gd name="connsiteX385" fmla="*/ 2200380 w 7467600"/>
              <a:gd name="connsiteY385" fmla="*/ 6858000 h 6858000"/>
              <a:gd name="connsiteX386" fmla="*/ 2147507 w 7467600"/>
              <a:gd name="connsiteY386" fmla="*/ 6858000 h 6858000"/>
              <a:gd name="connsiteX387" fmla="*/ 2070668 w 7467600"/>
              <a:gd name="connsiteY387" fmla="*/ 6761520 h 6858000"/>
              <a:gd name="connsiteX388" fmla="*/ 1975142 w 7467600"/>
              <a:gd name="connsiteY388" fmla="*/ 6585570 h 6858000"/>
              <a:gd name="connsiteX389" fmla="*/ 2050035 w 7467600"/>
              <a:gd name="connsiteY389" fmla="*/ 6813345 h 6858000"/>
              <a:gd name="connsiteX390" fmla="*/ 2063025 w 7467600"/>
              <a:gd name="connsiteY390" fmla="*/ 6858000 h 6858000"/>
              <a:gd name="connsiteX391" fmla="*/ 2021675 w 7467600"/>
              <a:gd name="connsiteY391" fmla="*/ 6858000 h 6858000"/>
              <a:gd name="connsiteX392" fmla="*/ 2019308 w 7467600"/>
              <a:gd name="connsiteY392" fmla="*/ 6847118 h 6858000"/>
              <a:gd name="connsiteX393" fmla="*/ 1938835 w 7467600"/>
              <a:gd name="connsiteY393" fmla="*/ 6551160 h 6858000"/>
              <a:gd name="connsiteX394" fmla="*/ 1953230 w 7467600"/>
              <a:gd name="connsiteY394" fmla="*/ 6759699 h 6858000"/>
              <a:gd name="connsiteX395" fmla="*/ 1956763 w 7467600"/>
              <a:gd name="connsiteY395" fmla="*/ 6778191 h 6858000"/>
              <a:gd name="connsiteX396" fmla="*/ 1967925 w 7467600"/>
              <a:gd name="connsiteY396" fmla="*/ 6858000 h 6858000"/>
              <a:gd name="connsiteX397" fmla="*/ 1936622 w 7467600"/>
              <a:gd name="connsiteY397" fmla="*/ 6858000 h 6858000"/>
              <a:gd name="connsiteX398" fmla="*/ 1926261 w 7467600"/>
              <a:gd name="connsiteY398" fmla="*/ 6784064 h 6858000"/>
              <a:gd name="connsiteX399" fmla="*/ 1922724 w 7467600"/>
              <a:gd name="connsiteY399" fmla="*/ 6765577 h 6858000"/>
              <a:gd name="connsiteX400" fmla="*/ 1904650 w 7467600"/>
              <a:gd name="connsiteY400" fmla="*/ 6639616 h 6858000"/>
              <a:gd name="connsiteX401" fmla="*/ 1885273 w 7467600"/>
              <a:gd name="connsiteY401" fmla="*/ 6858000 h 6858000"/>
              <a:gd name="connsiteX402" fmla="*/ 1854363 w 7467600"/>
              <a:gd name="connsiteY402" fmla="*/ 6858000 h 6858000"/>
              <a:gd name="connsiteX403" fmla="*/ 1880391 w 7467600"/>
              <a:gd name="connsiteY403" fmla="*/ 6603796 h 6858000"/>
              <a:gd name="connsiteX404" fmla="*/ 1818273 w 7467600"/>
              <a:gd name="connsiteY404" fmla="*/ 6715729 h 6858000"/>
              <a:gd name="connsiteX405" fmla="*/ 1794691 w 7467600"/>
              <a:gd name="connsiteY405" fmla="*/ 6843239 h 6858000"/>
              <a:gd name="connsiteX406" fmla="*/ 1794914 w 7467600"/>
              <a:gd name="connsiteY406" fmla="*/ 6858000 h 6858000"/>
              <a:gd name="connsiteX407" fmla="*/ 1746128 w 7467600"/>
              <a:gd name="connsiteY407" fmla="*/ 6858000 h 6858000"/>
              <a:gd name="connsiteX408" fmla="*/ 1753934 w 7467600"/>
              <a:gd name="connsiteY408" fmla="*/ 6724796 h 6858000"/>
              <a:gd name="connsiteX409" fmla="*/ 1792053 w 7467600"/>
              <a:gd name="connsiteY409" fmla="*/ 6572396 h 6858000"/>
              <a:gd name="connsiteX410" fmla="*/ 1862248 w 7467600"/>
              <a:gd name="connsiteY410" fmla="*/ 6266397 h 6858000"/>
              <a:gd name="connsiteX411" fmla="*/ 1862250 w 7467600"/>
              <a:gd name="connsiteY411" fmla="*/ 6033531 h 6858000"/>
              <a:gd name="connsiteX412" fmla="*/ 1211999 w 7467600"/>
              <a:gd name="connsiteY412" fmla="*/ 6683610 h 6858000"/>
              <a:gd name="connsiteX413" fmla="*/ 1213266 w 7467600"/>
              <a:gd name="connsiteY413" fmla="*/ 6691947 h 6858000"/>
              <a:gd name="connsiteX414" fmla="*/ 1203370 w 7467600"/>
              <a:gd name="connsiteY414" fmla="*/ 6850676 h 6858000"/>
              <a:gd name="connsiteX415" fmla="*/ 1203671 w 7467600"/>
              <a:gd name="connsiteY415" fmla="*/ 6858000 h 6858000"/>
              <a:gd name="connsiteX416" fmla="*/ 1143180 w 7467600"/>
              <a:gd name="connsiteY416" fmla="*/ 6858000 h 6858000"/>
              <a:gd name="connsiteX417" fmla="*/ 1142176 w 7467600"/>
              <a:gd name="connsiteY417" fmla="*/ 6766045 h 6858000"/>
              <a:gd name="connsiteX418" fmla="*/ 1067484 w 7467600"/>
              <a:gd name="connsiteY418" fmla="*/ 6858000 h 6858000"/>
              <a:gd name="connsiteX419" fmla="*/ 953928 w 7467600"/>
              <a:gd name="connsiteY419" fmla="*/ 6858000 h 6858000"/>
              <a:gd name="connsiteX420" fmla="*/ 959715 w 7467600"/>
              <a:gd name="connsiteY420" fmla="*/ 6850185 h 6858000"/>
              <a:gd name="connsiteX421" fmla="*/ 1483788 w 7467600"/>
              <a:gd name="connsiteY421" fmla="*/ 6259174 h 6858000"/>
              <a:gd name="connsiteX422" fmla="*/ 1100671 w 7467600"/>
              <a:gd name="connsiteY422" fmla="*/ 6252137 h 6858000"/>
              <a:gd name="connsiteX423" fmla="*/ 1090144 w 7467600"/>
              <a:gd name="connsiteY423" fmla="*/ 6256748 h 6858000"/>
              <a:gd name="connsiteX424" fmla="*/ 1095872 w 7467600"/>
              <a:gd name="connsiteY424" fmla="*/ 6271892 h 6858000"/>
              <a:gd name="connsiteX425" fmla="*/ 262785 w 7467600"/>
              <a:gd name="connsiteY425" fmla="*/ 6845450 h 6858000"/>
              <a:gd name="connsiteX426" fmla="*/ 209968 w 7467600"/>
              <a:gd name="connsiteY426" fmla="*/ 6770713 h 6858000"/>
              <a:gd name="connsiteX427" fmla="*/ 873460 w 7467600"/>
              <a:gd name="connsiteY427" fmla="*/ 6253768 h 6858000"/>
              <a:gd name="connsiteX428" fmla="*/ 192686 w 7467600"/>
              <a:gd name="connsiteY428" fmla="*/ 5849257 h 6858000"/>
              <a:gd name="connsiteX429" fmla="*/ 4696 w 7467600"/>
              <a:gd name="connsiteY429" fmla="*/ 5697668 h 6858000"/>
              <a:gd name="connsiteX430" fmla="*/ 0 w 7467600"/>
              <a:gd name="connsiteY430" fmla="*/ 5689984 h 6858000"/>
              <a:gd name="connsiteX431" fmla="*/ 0 w 7467600"/>
              <a:gd name="connsiteY431" fmla="*/ 5513472 h 6858000"/>
              <a:gd name="connsiteX432" fmla="*/ 174101 w 7467600"/>
              <a:gd name="connsiteY432" fmla="*/ 5620277 h 6858000"/>
              <a:gd name="connsiteX433" fmla="*/ 891800 w 7467600"/>
              <a:gd name="connsiteY433" fmla="*/ 6036935 h 6858000"/>
              <a:gd name="connsiteX434" fmla="*/ 1072219 w 7467600"/>
              <a:gd name="connsiteY434" fmla="*/ 6169443 h 6858000"/>
              <a:gd name="connsiteX435" fmla="*/ 1074117 w 7467600"/>
              <a:gd name="connsiteY435" fmla="*/ 6170301 h 6858000"/>
              <a:gd name="connsiteX436" fmla="*/ 1083114 w 7467600"/>
              <a:gd name="connsiteY436" fmla="*/ 6174131 h 6858000"/>
              <a:gd name="connsiteX437" fmla="*/ 1543010 w 7467600"/>
              <a:gd name="connsiteY437" fmla="*/ 6191140 h 6858000"/>
              <a:gd name="connsiteX438" fmla="*/ 1551080 w 7467600"/>
              <a:gd name="connsiteY438" fmla="*/ 6195006 h 6858000"/>
              <a:gd name="connsiteX439" fmla="*/ 2345443 w 7467600"/>
              <a:gd name="connsiteY439" fmla="*/ 5549882 h 6858000"/>
              <a:gd name="connsiteX440" fmla="*/ 1721499 w 7467600"/>
              <a:gd name="connsiteY440" fmla="*/ 5599969 h 6858000"/>
              <a:gd name="connsiteX441" fmla="*/ 767716 w 7467600"/>
              <a:gd name="connsiteY441" fmla="*/ 5472768 h 6858000"/>
              <a:gd name="connsiteX442" fmla="*/ 722147 w 7467600"/>
              <a:gd name="connsiteY442" fmla="*/ 5393091 h 6858000"/>
              <a:gd name="connsiteX443" fmla="*/ 1485552 w 7467600"/>
              <a:gd name="connsiteY443" fmla="*/ 5313202 h 6858000"/>
              <a:gd name="connsiteX444" fmla="*/ 2143004 w 7467600"/>
              <a:gd name="connsiteY444" fmla="*/ 5402420 h 6858000"/>
              <a:gd name="connsiteX445" fmla="*/ 1933391 w 7467600"/>
              <a:gd name="connsiteY445" fmla="*/ 5156971 h 6858000"/>
              <a:gd name="connsiteX446" fmla="*/ 1827118 w 7467600"/>
              <a:gd name="connsiteY446" fmla="*/ 4968410 h 6858000"/>
              <a:gd name="connsiteX447" fmla="*/ 1837349 w 7467600"/>
              <a:gd name="connsiteY447" fmla="*/ 4956357 h 6858000"/>
              <a:gd name="connsiteX448" fmla="*/ 2162835 w 7467600"/>
              <a:gd name="connsiteY448" fmla="*/ 5187853 h 6858000"/>
              <a:gd name="connsiteX449" fmla="*/ 2257167 w 7467600"/>
              <a:gd name="connsiteY449" fmla="*/ 5462123 h 6858000"/>
              <a:gd name="connsiteX450" fmla="*/ 2261598 w 7467600"/>
              <a:gd name="connsiteY450" fmla="*/ 5467998 h 6858000"/>
              <a:gd name="connsiteX451" fmla="*/ 2437177 w 7467600"/>
              <a:gd name="connsiteY451" fmla="*/ 5479608 h 6858000"/>
              <a:gd name="connsiteX452" fmla="*/ 2445247 w 7467600"/>
              <a:gd name="connsiteY452" fmla="*/ 5483476 h 6858000"/>
              <a:gd name="connsiteX453" fmla="*/ 2743626 w 7467600"/>
              <a:gd name="connsiteY453" fmla="*/ 5304819 h 6858000"/>
              <a:gd name="connsiteX454" fmla="*/ 3048102 w 7467600"/>
              <a:gd name="connsiteY454" fmla="*/ 5150595 h 6858000"/>
              <a:gd name="connsiteX455" fmla="*/ 1799414 w 7467600"/>
              <a:gd name="connsiteY455" fmla="*/ 4694732 h 6858000"/>
              <a:gd name="connsiteX456" fmla="*/ 1771735 w 7467600"/>
              <a:gd name="connsiteY456" fmla="*/ 4619929 h 6858000"/>
              <a:gd name="connsiteX457" fmla="*/ 3104273 w 7467600"/>
              <a:gd name="connsiteY457" fmla="*/ 5076159 h 6858000"/>
              <a:gd name="connsiteX458" fmla="*/ 3113245 w 7467600"/>
              <a:gd name="connsiteY458" fmla="*/ 5090705 h 6858000"/>
              <a:gd name="connsiteX459" fmla="*/ 3126294 w 7467600"/>
              <a:gd name="connsiteY459" fmla="*/ 5114400 h 6858000"/>
              <a:gd name="connsiteX460" fmla="*/ 3937433 w 7467600"/>
              <a:gd name="connsiteY460" fmla="*/ 4830473 h 6858000"/>
              <a:gd name="connsiteX461" fmla="*/ 3590475 w 7467600"/>
              <a:gd name="connsiteY461" fmla="*/ 4597974 h 6858000"/>
              <a:gd name="connsiteX462" fmla="*/ 3100264 w 7467600"/>
              <a:gd name="connsiteY462" fmla="*/ 4579845 h 6858000"/>
              <a:gd name="connsiteX463" fmla="*/ 2183576 w 7467600"/>
              <a:gd name="connsiteY463" fmla="*/ 4227150 h 6858000"/>
              <a:gd name="connsiteX464" fmla="*/ 2151029 w 7467600"/>
              <a:gd name="connsiteY464" fmla="*/ 4146947 h 6858000"/>
              <a:gd name="connsiteX465" fmla="*/ 3563434 w 7467600"/>
              <a:gd name="connsiteY465" fmla="*/ 4469115 h 6858000"/>
              <a:gd name="connsiteX466" fmla="*/ 3177952 w 7467600"/>
              <a:gd name="connsiteY466" fmla="*/ 3657386 h 6858000"/>
              <a:gd name="connsiteX467" fmla="*/ 3189263 w 7467600"/>
              <a:gd name="connsiteY467" fmla="*/ 3625726 h 6858000"/>
              <a:gd name="connsiteX468" fmla="*/ 3560912 w 7467600"/>
              <a:gd name="connsiteY468" fmla="*/ 4079863 h 6858000"/>
              <a:gd name="connsiteX469" fmla="*/ 3626636 w 7467600"/>
              <a:gd name="connsiteY469" fmla="*/ 4512230 h 6858000"/>
              <a:gd name="connsiteX470" fmla="*/ 3653088 w 7467600"/>
              <a:gd name="connsiteY470" fmla="*/ 4521417 h 6858000"/>
              <a:gd name="connsiteX471" fmla="*/ 3988128 w 7467600"/>
              <a:gd name="connsiteY471" fmla="*/ 4817267 h 6858000"/>
              <a:gd name="connsiteX472" fmla="*/ 4830582 w 7467600"/>
              <a:gd name="connsiteY472" fmla="*/ 4676000 h 6858000"/>
              <a:gd name="connsiteX473" fmla="*/ 4830100 w 7467600"/>
              <a:gd name="connsiteY473" fmla="*/ 4675554 h 6858000"/>
              <a:gd name="connsiteX474" fmla="*/ 4036318 w 7467600"/>
              <a:gd name="connsiteY474" fmla="*/ 4147013 h 6858000"/>
              <a:gd name="connsiteX475" fmla="*/ 3432098 w 7467600"/>
              <a:gd name="connsiteY475" fmla="*/ 3537312 h 6858000"/>
              <a:gd name="connsiteX476" fmla="*/ 3446761 w 7467600"/>
              <a:gd name="connsiteY476" fmla="*/ 3461278 h 6858000"/>
              <a:gd name="connsiteX477" fmla="*/ 4419733 w 7467600"/>
              <a:gd name="connsiteY477" fmla="*/ 3963555 h 6858000"/>
              <a:gd name="connsiteX478" fmla="*/ 4781371 w 7467600"/>
              <a:gd name="connsiteY478" fmla="*/ 4458604 h 6858000"/>
              <a:gd name="connsiteX479" fmla="*/ 4780440 w 7467600"/>
              <a:gd name="connsiteY479" fmla="*/ 4470290 h 6858000"/>
              <a:gd name="connsiteX480" fmla="*/ 4898954 w 7467600"/>
              <a:gd name="connsiteY480" fmla="*/ 4662092 h 6858000"/>
              <a:gd name="connsiteX481" fmla="*/ 4900699 w 7467600"/>
              <a:gd name="connsiteY481" fmla="*/ 4670867 h 6858000"/>
              <a:gd name="connsiteX482" fmla="*/ 5714511 w 7467600"/>
              <a:gd name="connsiteY482" fmla="*/ 4663483 h 6858000"/>
              <a:gd name="connsiteX483" fmla="*/ 5464793 w 7467600"/>
              <a:gd name="connsiteY483" fmla="*/ 4393556 h 6858000"/>
              <a:gd name="connsiteX484" fmla="*/ 5461897 w 7467600"/>
              <a:gd name="connsiteY484" fmla="*/ 4390879 h 6858000"/>
              <a:gd name="connsiteX485" fmla="*/ 4294126 w 7467600"/>
              <a:gd name="connsiteY485" fmla="*/ 3303048 h 6858000"/>
              <a:gd name="connsiteX486" fmla="*/ 4305321 w 7467600"/>
              <a:gd name="connsiteY486" fmla="*/ 3256953 h 6858000"/>
              <a:gd name="connsiteX487" fmla="*/ 4949299 w 7467600"/>
              <a:gd name="connsiteY487" fmla="*/ 3766336 h 6858000"/>
              <a:gd name="connsiteX488" fmla="*/ 5291452 w 7467600"/>
              <a:gd name="connsiteY488" fmla="*/ 4076801 h 6858000"/>
              <a:gd name="connsiteX489" fmla="*/ 5434998 w 7467600"/>
              <a:gd name="connsiteY489" fmla="*/ 4254100 h 6858000"/>
              <a:gd name="connsiteX490" fmla="*/ 5351015 w 7467600"/>
              <a:gd name="connsiteY490" fmla="*/ 3760989 h 6858000"/>
              <a:gd name="connsiteX491" fmla="*/ 5413780 w 7467600"/>
              <a:gd name="connsiteY491" fmla="*/ 2966265 h 6858000"/>
              <a:gd name="connsiteX492" fmla="*/ 5425627 w 7467600"/>
              <a:gd name="connsiteY492" fmla="*/ 2954192 h 6858000"/>
              <a:gd name="connsiteX493" fmla="*/ 6604735 w 7467600"/>
              <a:gd name="connsiteY493" fmla="*/ 2041381 h 6858000"/>
              <a:gd name="connsiteX494" fmla="*/ 7204487 w 7467600"/>
              <a:gd name="connsiteY494" fmla="*/ 2742112 h 6858000"/>
              <a:gd name="connsiteX495" fmla="*/ 7131592 w 7467600"/>
              <a:gd name="connsiteY495" fmla="*/ 2672096 h 6858000"/>
              <a:gd name="connsiteX496" fmla="*/ 6996344 w 7467600"/>
              <a:gd name="connsiteY496" fmla="*/ 2518310 h 6858000"/>
              <a:gd name="connsiteX497" fmla="*/ 6735495 w 7467600"/>
              <a:gd name="connsiteY497" fmla="*/ 2196890 h 6858000"/>
              <a:gd name="connsiteX498" fmla="*/ 6721901 w 7467600"/>
              <a:gd name="connsiteY498" fmla="*/ 2179274 h 6858000"/>
              <a:gd name="connsiteX499" fmla="*/ 6604735 w 7467600"/>
              <a:gd name="connsiteY499" fmla="*/ 2041381 h 6858000"/>
              <a:gd name="connsiteX500" fmla="*/ 6591670 w 7467600"/>
              <a:gd name="connsiteY500" fmla="*/ 1988277 h 6858000"/>
              <a:gd name="connsiteX501" fmla="*/ 6747349 w 7467600"/>
              <a:gd name="connsiteY501" fmla="*/ 2160069 h 6858000"/>
              <a:gd name="connsiteX502" fmla="*/ 6760943 w 7467600"/>
              <a:gd name="connsiteY502" fmla="*/ 2177686 h 6858000"/>
              <a:gd name="connsiteX503" fmla="*/ 7021065 w 7467600"/>
              <a:gd name="connsiteY503" fmla="*/ 2498102 h 6858000"/>
              <a:gd name="connsiteX504" fmla="*/ 7155223 w 7467600"/>
              <a:gd name="connsiteY504" fmla="*/ 2650386 h 6858000"/>
              <a:gd name="connsiteX505" fmla="*/ 7203167 w 7467600"/>
              <a:gd name="connsiteY505" fmla="*/ 2697288 h 6858000"/>
              <a:gd name="connsiteX506" fmla="*/ 6937703 w 7467600"/>
              <a:gd name="connsiteY506" fmla="*/ 2321981 h 6858000"/>
              <a:gd name="connsiteX507" fmla="*/ 6591670 w 7467600"/>
              <a:gd name="connsiteY507" fmla="*/ 1988277 h 6858000"/>
              <a:gd name="connsiteX508" fmla="*/ 5798671 w 7467600"/>
              <a:gd name="connsiteY508" fmla="*/ 1981601 h 6858000"/>
              <a:gd name="connsiteX509" fmla="*/ 5754709 w 7467600"/>
              <a:gd name="connsiteY509" fmla="*/ 2071454 h 6858000"/>
              <a:gd name="connsiteX510" fmla="*/ 5763044 w 7467600"/>
              <a:gd name="connsiteY510" fmla="*/ 2842206 h 6858000"/>
              <a:gd name="connsiteX511" fmla="*/ 5764974 w 7467600"/>
              <a:gd name="connsiteY511" fmla="*/ 2799609 h 6858000"/>
              <a:gd name="connsiteX512" fmla="*/ 5767665 w 7467600"/>
              <a:gd name="connsiteY512" fmla="*/ 2666409 h 6858000"/>
              <a:gd name="connsiteX513" fmla="*/ 5763055 w 7467600"/>
              <a:gd name="connsiteY513" fmla="*/ 2579705 h 6858000"/>
              <a:gd name="connsiteX514" fmla="*/ 5758079 w 7467600"/>
              <a:gd name="connsiteY514" fmla="*/ 2492508 h 6858000"/>
              <a:gd name="connsiteX515" fmla="*/ 5779325 w 7467600"/>
              <a:gd name="connsiteY515" fmla="*/ 2197069 h 6858000"/>
              <a:gd name="connsiteX516" fmla="*/ 5798671 w 7467600"/>
              <a:gd name="connsiteY516" fmla="*/ 1981601 h 6858000"/>
              <a:gd name="connsiteX517" fmla="*/ 5829202 w 7467600"/>
              <a:gd name="connsiteY517" fmla="*/ 1971679 h 6858000"/>
              <a:gd name="connsiteX518" fmla="*/ 5809558 w 7467600"/>
              <a:gd name="connsiteY518" fmla="*/ 2198043 h 6858000"/>
              <a:gd name="connsiteX519" fmla="*/ 5788653 w 7467600"/>
              <a:gd name="connsiteY519" fmla="*/ 2489430 h 6858000"/>
              <a:gd name="connsiteX520" fmla="*/ 5793439 w 7467600"/>
              <a:gd name="connsiteY520" fmla="*/ 2575235 h 6858000"/>
              <a:gd name="connsiteX521" fmla="*/ 5796837 w 7467600"/>
              <a:gd name="connsiteY521" fmla="*/ 2637633 h 6858000"/>
              <a:gd name="connsiteX522" fmla="*/ 5818614 w 7467600"/>
              <a:gd name="connsiteY522" fmla="*/ 2473055 h 6858000"/>
              <a:gd name="connsiteX523" fmla="*/ 5829202 w 7467600"/>
              <a:gd name="connsiteY523" fmla="*/ 1971679 h 6858000"/>
              <a:gd name="connsiteX524" fmla="*/ 5911389 w 7467600"/>
              <a:gd name="connsiteY524" fmla="*/ 1898371 h 6858000"/>
              <a:gd name="connsiteX525" fmla="*/ 6237627 w 7467600"/>
              <a:gd name="connsiteY525" fmla="*/ 2231921 h 6858000"/>
              <a:gd name="connsiteX526" fmla="*/ 5911389 w 7467600"/>
              <a:gd name="connsiteY526" fmla="*/ 1898371 h 6858000"/>
              <a:gd name="connsiteX527" fmla="*/ 6944437 w 7467600"/>
              <a:gd name="connsiteY527" fmla="*/ 1575402 h 6858000"/>
              <a:gd name="connsiteX528" fmla="*/ 6304730 w 7467600"/>
              <a:gd name="connsiteY528" fmla="*/ 1766654 h 6858000"/>
              <a:gd name="connsiteX529" fmla="*/ 6944437 w 7467600"/>
              <a:gd name="connsiteY529" fmla="*/ 1575402 h 6858000"/>
              <a:gd name="connsiteX530" fmla="*/ 7019523 w 7467600"/>
              <a:gd name="connsiteY530" fmla="*/ 1519450 h 6858000"/>
              <a:gd name="connsiteX531" fmla="*/ 6298091 w 7467600"/>
              <a:gd name="connsiteY531" fmla="*/ 1737122 h 6858000"/>
              <a:gd name="connsiteX532" fmla="*/ 7019523 w 7467600"/>
              <a:gd name="connsiteY532" fmla="*/ 1519450 h 6858000"/>
              <a:gd name="connsiteX533" fmla="*/ 2399523 w 7467600"/>
              <a:gd name="connsiteY533" fmla="*/ 1428234 h 6858000"/>
              <a:gd name="connsiteX534" fmla="*/ 2224982 w 7467600"/>
              <a:gd name="connsiteY534" fmla="*/ 1826201 h 6858000"/>
              <a:gd name="connsiteX535" fmla="*/ 2096099 w 7467600"/>
              <a:gd name="connsiteY535" fmla="*/ 2345900 h 6858000"/>
              <a:gd name="connsiteX536" fmla="*/ 2283317 w 7467600"/>
              <a:gd name="connsiteY536" fmla="*/ 1796925 h 6858000"/>
              <a:gd name="connsiteX537" fmla="*/ 2399523 w 7467600"/>
              <a:gd name="connsiteY537" fmla="*/ 1428234 h 6858000"/>
              <a:gd name="connsiteX538" fmla="*/ 2448558 w 7467600"/>
              <a:gd name="connsiteY538" fmla="*/ 1373435 h 6858000"/>
              <a:gd name="connsiteX539" fmla="*/ 2312521 w 7467600"/>
              <a:gd name="connsiteY539" fmla="*/ 1806140 h 6858000"/>
              <a:gd name="connsiteX540" fmla="*/ 2127533 w 7467600"/>
              <a:gd name="connsiteY540" fmla="*/ 2348380 h 6858000"/>
              <a:gd name="connsiteX541" fmla="*/ 2358080 w 7467600"/>
              <a:gd name="connsiteY541" fmla="*/ 1866134 h 6858000"/>
              <a:gd name="connsiteX542" fmla="*/ 2407436 w 7467600"/>
              <a:gd name="connsiteY542" fmla="*/ 1651070 h 6858000"/>
              <a:gd name="connsiteX543" fmla="*/ 2448558 w 7467600"/>
              <a:gd name="connsiteY543" fmla="*/ 1373435 h 6858000"/>
              <a:gd name="connsiteX544" fmla="*/ 278707 w 7467600"/>
              <a:gd name="connsiteY544" fmla="*/ 1352270 h 6858000"/>
              <a:gd name="connsiteX545" fmla="*/ 321570 w 7467600"/>
              <a:gd name="connsiteY545" fmla="*/ 1861610 h 6858000"/>
              <a:gd name="connsiteX546" fmla="*/ 294281 w 7467600"/>
              <a:gd name="connsiteY546" fmla="*/ 1440658 h 6858000"/>
              <a:gd name="connsiteX547" fmla="*/ 278707 w 7467600"/>
              <a:gd name="connsiteY547" fmla="*/ 1352270 h 6858000"/>
              <a:gd name="connsiteX548" fmla="*/ 1423821 w 7467600"/>
              <a:gd name="connsiteY548" fmla="*/ 1351958 h 6858000"/>
              <a:gd name="connsiteX549" fmla="*/ 1638521 w 7467600"/>
              <a:gd name="connsiteY549" fmla="*/ 1908470 h 6858000"/>
              <a:gd name="connsiteX550" fmla="*/ 1754199 w 7467600"/>
              <a:gd name="connsiteY550" fmla="*/ 2149284 h 6858000"/>
              <a:gd name="connsiteX551" fmla="*/ 1908359 w 7467600"/>
              <a:gd name="connsiteY551" fmla="*/ 2364988 h 6858000"/>
              <a:gd name="connsiteX552" fmla="*/ 1647661 w 7467600"/>
              <a:gd name="connsiteY552" fmla="*/ 1825945 h 6858000"/>
              <a:gd name="connsiteX553" fmla="*/ 1423821 w 7467600"/>
              <a:gd name="connsiteY553" fmla="*/ 1351958 h 6858000"/>
              <a:gd name="connsiteX554" fmla="*/ 1431890 w 7467600"/>
              <a:gd name="connsiteY554" fmla="*/ 1306475 h 6858000"/>
              <a:gd name="connsiteX555" fmla="*/ 1507597 w 7467600"/>
              <a:gd name="connsiteY555" fmla="*/ 1446132 h 6858000"/>
              <a:gd name="connsiteX556" fmla="*/ 1674586 w 7467600"/>
              <a:gd name="connsiteY556" fmla="*/ 1813832 h 6858000"/>
              <a:gd name="connsiteX557" fmla="*/ 1815950 w 7467600"/>
              <a:gd name="connsiteY557" fmla="*/ 2128564 h 6858000"/>
              <a:gd name="connsiteX558" fmla="*/ 1984242 w 7467600"/>
              <a:gd name="connsiteY558" fmla="*/ 2430829 h 6858000"/>
              <a:gd name="connsiteX559" fmla="*/ 2014023 w 7467600"/>
              <a:gd name="connsiteY559" fmla="*/ 2450995 h 6858000"/>
              <a:gd name="connsiteX560" fmla="*/ 1747337 w 7467600"/>
              <a:gd name="connsiteY560" fmla="*/ 1855264 h 6858000"/>
              <a:gd name="connsiteX561" fmla="*/ 1533749 w 7467600"/>
              <a:gd name="connsiteY561" fmla="*/ 1478656 h 6858000"/>
              <a:gd name="connsiteX562" fmla="*/ 1431890 w 7467600"/>
              <a:gd name="connsiteY562" fmla="*/ 1306475 h 6858000"/>
              <a:gd name="connsiteX563" fmla="*/ 5052692 w 7467600"/>
              <a:gd name="connsiteY563" fmla="*/ 1292994 h 6858000"/>
              <a:gd name="connsiteX564" fmla="*/ 5200661 w 7467600"/>
              <a:gd name="connsiteY564" fmla="*/ 1635186 h 6858000"/>
              <a:gd name="connsiteX565" fmla="*/ 5297138 w 7467600"/>
              <a:gd name="connsiteY565" fmla="*/ 1906351 h 6858000"/>
              <a:gd name="connsiteX566" fmla="*/ 5052692 w 7467600"/>
              <a:gd name="connsiteY566" fmla="*/ 1292994 h 6858000"/>
              <a:gd name="connsiteX567" fmla="*/ 5009948 w 7467600"/>
              <a:gd name="connsiteY567" fmla="*/ 1273619 h 6858000"/>
              <a:gd name="connsiteX568" fmla="*/ 5121777 w 7467600"/>
              <a:gd name="connsiteY568" fmla="*/ 1654213 h 6858000"/>
              <a:gd name="connsiteX569" fmla="*/ 5293545 w 7467600"/>
              <a:gd name="connsiteY569" fmla="*/ 2072247 h 6858000"/>
              <a:gd name="connsiteX570" fmla="*/ 5294042 w 7467600"/>
              <a:gd name="connsiteY570" fmla="*/ 2065019 h 6858000"/>
              <a:gd name="connsiteX571" fmla="*/ 5171936 w 7467600"/>
              <a:gd name="connsiteY571" fmla="*/ 1647613 h 6858000"/>
              <a:gd name="connsiteX572" fmla="*/ 5009948 w 7467600"/>
              <a:gd name="connsiteY572" fmla="*/ 1273619 h 6858000"/>
              <a:gd name="connsiteX573" fmla="*/ 655236 w 7467600"/>
              <a:gd name="connsiteY573" fmla="*/ 1268632 h 6858000"/>
              <a:gd name="connsiteX574" fmla="*/ 839521 w 7467600"/>
              <a:gd name="connsiteY574" fmla="*/ 1685315 h 6858000"/>
              <a:gd name="connsiteX575" fmla="*/ 1109416 w 7467600"/>
              <a:gd name="connsiteY575" fmla="*/ 2061663 h 6858000"/>
              <a:gd name="connsiteX576" fmla="*/ 1298300 w 7467600"/>
              <a:gd name="connsiteY576" fmla="*/ 2247742 h 6858000"/>
              <a:gd name="connsiteX577" fmla="*/ 1125871 w 7467600"/>
              <a:gd name="connsiteY577" fmla="*/ 1989513 h 6858000"/>
              <a:gd name="connsiteX578" fmla="*/ 981574 w 7467600"/>
              <a:gd name="connsiteY578" fmla="*/ 1783157 h 6858000"/>
              <a:gd name="connsiteX579" fmla="*/ 922198 w 7467600"/>
              <a:gd name="connsiteY579" fmla="*/ 1677437 h 6858000"/>
              <a:gd name="connsiteX580" fmla="*/ 869293 w 7467600"/>
              <a:gd name="connsiteY580" fmla="*/ 1583214 h 6858000"/>
              <a:gd name="connsiteX581" fmla="*/ 751431 w 7467600"/>
              <a:gd name="connsiteY581" fmla="*/ 1405731 h 6858000"/>
              <a:gd name="connsiteX582" fmla="*/ 655236 w 7467600"/>
              <a:gd name="connsiteY582" fmla="*/ 1268632 h 6858000"/>
              <a:gd name="connsiteX583" fmla="*/ 6516292 w 7467600"/>
              <a:gd name="connsiteY583" fmla="*/ 1263064 h 6858000"/>
              <a:gd name="connsiteX584" fmla="*/ 5736320 w 7467600"/>
              <a:gd name="connsiteY584" fmla="*/ 1501803 h 6858000"/>
              <a:gd name="connsiteX585" fmla="*/ 6516292 w 7467600"/>
              <a:gd name="connsiteY585" fmla="*/ 1263064 h 6858000"/>
              <a:gd name="connsiteX586" fmla="*/ 291466 w 7467600"/>
              <a:gd name="connsiteY586" fmla="*/ 1250369 h 6858000"/>
              <a:gd name="connsiteX587" fmla="*/ 323180 w 7467600"/>
              <a:gd name="connsiteY587" fmla="*/ 1435283 h 6858000"/>
              <a:gd name="connsiteX588" fmla="*/ 349381 w 7467600"/>
              <a:gd name="connsiteY588" fmla="*/ 1875041 h 6858000"/>
              <a:gd name="connsiteX589" fmla="*/ 374363 w 7467600"/>
              <a:gd name="connsiteY589" fmla="*/ 1506494 h 6858000"/>
              <a:gd name="connsiteX590" fmla="*/ 302168 w 7467600"/>
              <a:gd name="connsiteY590" fmla="*/ 1274495 h 6858000"/>
              <a:gd name="connsiteX591" fmla="*/ 291466 w 7467600"/>
              <a:gd name="connsiteY591" fmla="*/ 1250369 h 6858000"/>
              <a:gd name="connsiteX592" fmla="*/ 678222 w 7467600"/>
              <a:gd name="connsiteY592" fmla="*/ 1248670 h 6858000"/>
              <a:gd name="connsiteX593" fmla="*/ 775536 w 7467600"/>
              <a:gd name="connsiteY593" fmla="*/ 1388015 h 6858000"/>
              <a:gd name="connsiteX594" fmla="*/ 894529 w 7467600"/>
              <a:gd name="connsiteY594" fmla="*/ 1567739 h 6858000"/>
              <a:gd name="connsiteX595" fmla="*/ 948000 w 7467600"/>
              <a:gd name="connsiteY595" fmla="*/ 1663088 h 6858000"/>
              <a:gd name="connsiteX596" fmla="*/ 1006812 w 7467600"/>
              <a:gd name="connsiteY596" fmla="*/ 1767683 h 6858000"/>
              <a:gd name="connsiteX597" fmla="*/ 1149133 w 7467600"/>
              <a:gd name="connsiteY597" fmla="*/ 1971513 h 6858000"/>
              <a:gd name="connsiteX598" fmla="*/ 1333952 w 7467600"/>
              <a:gd name="connsiteY598" fmla="*/ 2251620 h 6858000"/>
              <a:gd name="connsiteX599" fmla="*/ 1337329 w 7467600"/>
              <a:gd name="connsiteY599" fmla="*/ 2258350 h 6858000"/>
              <a:gd name="connsiteX600" fmla="*/ 1014726 w 7467600"/>
              <a:gd name="connsiteY600" fmla="*/ 1615556 h 6858000"/>
              <a:gd name="connsiteX601" fmla="*/ 678222 w 7467600"/>
              <a:gd name="connsiteY601" fmla="*/ 1248670 h 6858000"/>
              <a:gd name="connsiteX602" fmla="*/ 6691602 w 7467600"/>
              <a:gd name="connsiteY602" fmla="*/ 1140573 h 6858000"/>
              <a:gd name="connsiteX603" fmla="*/ 6571100 w 7467600"/>
              <a:gd name="connsiteY603" fmla="*/ 1183662 h 6858000"/>
              <a:gd name="connsiteX604" fmla="*/ 6241687 w 7467600"/>
              <a:gd name="connsiteY604" fmla="*/ 1257600 h 6858000"/>
              <a:gd name="connsiteX605" fmla="*/ 5693009 w 7467600"/>
              <a:gd name="connsiteY605" fmla="*/ 1478256 h 6858000"/>
              <a:gd name="connsiteX606" fmla="*/ 6548420 w 7467600"/>
              <a:gd name="connsiteY606" fmla="*/ 1214599 h 6858000"/>
              <a:gd name="connsiteX607" fmla="*/ 6605473 w 7467600"/>
              <a:gd name="connsiteY607" fmla="*/ 1184686 h 6858000"/>
              <a:gd name="connsiteX608" fmla="*/ 6691602 w 7467600"/>
              <a:gd name="connsiteY608" fmla="*/ 1140573 h 6858000"/>
              <a:gd name="connsiteX609" fmla="*/ 4002475 w 7467600"/>
              <a:gd name="connsiteY609" fmla="*/ 1037802 h 6858000"/>
              <a:gd name="connsiteX610" fmla="*/ 4000324 w 7467600"/>
              <a:gd name="connsiteY610" fmla="*/ 1039362 h 6858000"/>
              <a:gd name="connsiteX611" fmla="*/ 4002862 w 7467600"/>
              <a:gd name="connsiteY611" fmla="*/ 1042866 h 6858000"/>
              <a:gd name="connsiteX612" fmla="*/ 4002475 w 7467600"/>
              <a:gd name="connsiteY612" fmla="*/ 1037802 h 6858000"/>
              <a:gd name="connsiteX613" fmla="*/ 506322 w 7467600"/>
              <a:gd name="connsiteY613" fmla="*/ 1020997 h 6858000"/>
              <a:gd name="connsiteX614" fmla="*/ 533068 w 7467600"/>
              <a:gd name="connsiteY614" fmla="*/ 1029409 h 6858000"/>
              <a:gd name="connsiteX615" fmla="*/ 1232525 w 7467600"/>
              <a:gd name="connsiteY615" fmla="*/ 1804675 h 6858000"/>
              <a:gd name="connsiteX616" fmla="*/ 1388858 w 7467600"/>
              <a:gd name="connsiteY616" fmla="*/ 2368011 h 6858000"/>
              <a:gd name="connsiteX617" fmla="*/ 1384098 w 7467600"/>
              <a:gd name="connsiteY617" fmla="*/ 2378125 h 6858000"/>
              <a:gd name="connsiteX618" fmla="*/ 1425393 w 7467600"/>
              <a:gd name="connsiteY618" fmla="*/ 2589124 h 6858000"/>
              <a:gd name="connsiteX619" fmla="*/ 1424001 w 7467600"/>
              <a:gd name="connsiteY619" fmla="*/ 2597541 h 6858000"/>
              <a:gd name="connsiteX620" fmla="*/ 2152729 w 7467600"/>
              <a:gd name="connsiteY620" fmla="*/ 2864487 h 6858000"/>
              <a:gd name="connsiteX621" fmla="*/ 2020609 w 7467600"/>
              <a:gd name="connsiteY621" fmla="*/ 2539671 h 6858000"/>
              <a:gd name="connsiteX622" fmla="*/ 2018920 w 7467600"/>
              <a:gd name="connsiteY622" fmla="*/ 2536309 h 6858000"/>
              <a:gd name="connsiteX623" fmla="*/ 1342441 w 7467600"/>
              <a:gd name="connsiteY623" fmla="*/ 1173017 h 6858000"/>
              <a:gd name="connsiteX624" fmla="*/ 1367925 w 7467600"/>
              <a:gd name="connsiteY624" fmla="*/ 1135648 h 6858000"/>
              <a:gd name="connsiteX625" fmla="*/ 1771401 w 7467600"/>
              <a:gd name="connsiteY625" fmla="*/ 1806673 h 6858000"/>
              <a:gd name="connsiteX626" fmla="*/ 1972385 w 7467600"/>
              <a:gd name="connsiteY626" fmla="*/ 2198735 h 6858000"/>
              <a:gd name="connsiteX627" fmla="*/ 2040892 w 7467600"/>
              <a:gd name="connsiteY627" fmla="*/ 2405205 h 6858000"/>
              <a:gd name="connsiteX628" fmla="*/ 2131689 w 7467600"/>
              <a:gd name="connsiteY628" fmla="*/ 1936926 h 6858000"/>
              <a:gd name="connsiteX629" fmla="*/ 2454820 w 7467600"/>
              <a:gd name="connsiteY629" fmla="*/ 1248808 h 6858000"/>
              <a:gd name="connsiteX630" fmla="*/ 2492512 w 7467600"/>
              <a:gd name="connsiteY630" fmla="*/ 1302920 h 6858000"/>
              <a:gd name="connsiteX631" fmla="*/ 2081216 w 7467600"/>
              <a:gd name="connsiteY631" fmla="*/ 2527513 h 6858000"/>
              <a:gd name="connsiteX632" fmla="*/ 2081211 w 7467600"/>
              <a:gd name="connsiteY632" fmla="*/ 2528916 h 6858000"/>
              <a:gd name="connsiteX633" fmla="*/ 2199067 w 7467600"/>
              <a:gd name="connsiteY633" fmla="*/ 2884061 h 6858000"/>
              <a:gd name="connsiteX634" fmla="*/ 3192586 w 7467600"/>
              <a:gd name="connsiteY634" fmla="*/ 3411496 h 6858000"/>
              <a:gd name="connsiteX635" fmla="*/ 3182620 w 7467600"/>
              <a:gd name="connsiteY635" fmla="*/ 3483279 h 6858000"/>
              <a:gd name="connsiteX636" fmla="*/ 2435119 w 7467600"/>
              <a:gd name="connsiteY636" fmla="*/ 3080173 h 6858000"/>
              <a:gd name="connsiteX637" fmla="*/ 2410152 w 7467600"/>
              <a:gd name="connsiteY637" fmla="*/ 3063751 h 6858000"/>
              <a:gd name="connsiteX638" fmla="*/ 2408099 w 7467600"/>
              <a:gd name="connsiteY638" fmla="*/ 3064403 h 6858000"/>
              <a:gd name="connsiteX639" fmla="*/ 2407218 w 7467600"/>
              <a:gd name="connsiteY639" fmla="*/ 3070324 h 6858000"/>
              <a:gd name="connsiteX640" fmla="*/ 2380138 w 7467600"/>
              <a:gd name="connsiteY640" fmla="*/ 3099341 h 6858000"/>
              <a:gd name="connsiteX641" fmla="*/ 1765923 w 7467600"/>
              <a:gd name="connsiteY641" fmla="*/ 3581043 h 6858000"/>
              <a:gd name="connsiteX642" fmla="*/ 1702258 w 7467600"/>
              <a:gd name="connsiteY642" fmla="*/ 3612286 h 6858000"/>
              <a:gd name="connsiteX643" fmla="*/ 1538370 w 7467600"/>
              <a:gd name="connsiteY643" fmla="*/ 3811804 h 6858000"/>
              <a:gd name="connsiteX644" fmla="*/ 542867 w 7467600"/>
              <a:gd name="connsiteY644" fmla="*/ 4944092 h 6858000"/>
              <a:gd name="connsiteX645" fmla="*/ 515800 w 7467600"/>
              <a:gd name="connsiteY645" fmla="*/ 4862180 h 6858000"/>
              <a:gd name="connsiteX646" fmla="*/ 909145 w 7467600"/>
              <a:gd name="connsiteY646" fmla="*/ 4199225 h 6858000"/>
              <a:gd name="connsiteX647" fmla="*/ 1214067 w 7467600"/>
              <a:gd name="connsiteY647" fmla="*/ 3908561 h 6858000"/>
              <a:gd name="connsiteX648" fmla="*/ 640967 w 7467600"/>
              <a:gd name="connsiteY648" fmla="*/ 4105601 h 6858000"/>
              <a:gd name="connsiteX649" fmla="*/ 112563 w 7467600"/>
              <a:gd name="connsiteY649" fmla="*/ 4396952 h 6858000"/>
              <a:gd name="connsiteX650" fmla="*/ 0 w 7467600"/>
              <a:gd name="connsiteY650" fmla="*/ 4466006 h 6858000"/>
              <a:gd name="connsiteX651" fmla="*/ 0 w 7467600"/>
              <a:gd name="connsiteY651" fmla="*/ 4233763 h 6858000"/>
              <a:gd name="connsiteX652" fmla="*/ 36881 w 7467600"/>
              <a:gd name="connsiteY652" fmla="*/ 4200118 h 6858000"/>
              <a:gd name="connsiteX653" fmla="*/ 910534 w 7467600"/>
              <a:gd name="connsiteY653" fmla="*/ 3629753 h 6858000"/>
              <a:gd name="connsiteX654" fmla="*/ 1578717 w 7467600"/>
              <a:gd name="connsiteY654" fmla="*/ 3575982 h 6858000"/>
              <a:gd name="connsiteX655" fmla="*/ 2338780 w 7467600"/>
              <a:gd name="connsiteY655" fmla="*/ 3033725 h 6858000"/>
              <a:gd name="connsiteX656" fmla="*/ 1807991 w 7467600"/>
              <a:gd name="connsiteY656" fmla="*/ 2807184 h 6858000"/>
              <a:gd name="connsiteX657" fmla="*/ 1416358 w 7467600"/>
              <a:gd name="connsiteY657" fmla="*/ 3112571 h 6858000"/>
              <a:gd name="connsiteX658" fmla="*/ 939066 w 7467600"/>
              <a:gd name="connsiteY658" fmla="*/ 3378798 h 6858000"/>
              <a:gd name="connsiteX659" fmla="*/ 115099 w 7467600"/>
              <a:gd name="connsiteY659" fmla="*/ 3607650 h 6858000"/>
              <a:gd name="connsiteX660" fmla="*/ 97284 w 7467600"/>
              <a:gd name="connsiteY660" fmla="*/ 3520393 h 6858000"/>
              <a:gd name="connsiteX661" fmla="*/ 922050 w 7467600"/>
              <a:gd name="connsiteY661" fmla="*/ 3074867 h 6858000"/>
              <a:gd name="connsiteX662" fmla="*/ 1405265 w 7467600"/>
              <a:gd name="connsiteY662" fmla="*/ 3016319 h 6858000"/>
              <a:gd name="connsiteX663" fmla="*/ 1407512 w 7467600"/>
              <a:gd name="connsiteY663" fmla="*/ 3018001 h 6858000"/>
              <a:gd name="connsiteX664" fmla="*/ 1726266 w 7467600"/>
              <a:gd name="connsiteY664" fmla="*/ 2777274 h 6858000"/>
              <a:gd name="connsiteX665" fmla="*/ 625390 w 7467600"/>
              <a:gd name="connsiteY665" fmla="*/ 2514541 h 6858000"/>
              <a:gd name="connsiteX666" fmla="*/ 619799 w 7467600"/>
              <a:gd name="connsiteY666" fmla="*/ 2527180 h 6858000"/>
              <a:gd name="connsiteX667" fmla="*/ 310030 w 7467600"/>
              <a:gd name="connsiteY667" fmla="*/ 2771818 h 6858000"/>
              <a:gd name="connsiteX668" fmla="*/ 173877 w 7467600"/>
              <a:gd name="connsiteY668" fmla="*/ 2937056 h 6858000"/>
              <a:gd name="connsiteX669" fmla="*/ 77889 w 7467600"/>
              <a:gd name="connsiteY669" fmla="*/ 3138440 h 6858000"/>
              <a:gd name="connsiteX670" fmla="*/ 0 w 7467600"/>
              <a:gd name="connsiteY670" fmla="*/ 3271395 h 6858000"/>
              <a:gd name="connsiteX671" fmla="*/ 0 w 7467600"/>
              <a:gd name="connsiteY671" fmla="*/ 3153002 h 6858000"/>
              <a:gd name="connsiteX672" fmla="*/ 2386 w 7467600"/>
              <a:gd name="connsiteY672" fmla="*/ 3149203 h 6858000"/>
              <a:gd name="connsiteX673" fmla="*/ 89753 w 7467600"/>
              <a:gd name="connsiteY673" fmla="*/ 2987702 h 6858000"/>
              <a:gd name="connsiteX674" fmla="*/ 76869 w 7467600"/>
              <a:gd name="connsiteY674" fmla="*/ 3005404 h 6858000"/>
              <a:gd name="connsiteX675" fmla="*/ 32049 w 7467600"/>
              <a:gd name="connsiteY675" fmla="*/ 3065814 h 6858000"/>
              <a:gd name="connsiteX676" fmla="*/ 0 w 7467600"/>
              <a:gd name="connsiteY676" fmla="*/ 3108744 h 6858000"/>
              <a:gd name="connsiteX677" fmla="*/ 0 w 7467600"/>
              <a:gd name="connsiteY677" fmla="*/ 3058059 h 6858000"/>
              <a:gd name="connsiteX678" fmla="*/ 7610 w 7467600"/>
              <a:gd name="connsiteY678" fmla="*/ 3047889 h 6858000"/>
              <a:gd name="connsiteX679" fmla="*/ 52419 w 7467600"/>
              <a:gd name="connsiteY679" fmla="*/ 2987479 h 6858000"/>
              <a:gd name="connsiteX680" fmla="*/ 59142 w 7467600"/>
              <a:gd name="connsiteY680" fmla="*/ 2978488 h 6858000"/>
              <a:gd name="connsiteX681" fmla="*/ 0 w 7467600"/>
              <a:gd name="connsiteY681" fmla="*/ 3015334 h 6858000"/>
              <a:gd name="connsiteX682" fmla="*/ 0 w 7467600"/>
              <a:gd name="connsiteY682" fmla="*/ 2914286 h 6858000"/>
              <a:gd name="connsiteX683" fmla="*/ 36383 w 7467600"/>
              <a:gd name="connsiteY683" fmla="*/ 2901128 h 6858000"/>
              <a:gd name="connsiteX684" fmla="*/ 156329 w 7467600"/>
              <a:gd name="connsiteY684" fmla="*/ 2840533 h 6858000"/>
              <a:gd name="connsiteX685" fmla="*/ 358355 w 7467600"/>
              <a:gd name="connsiteY685" fmla="*/ 2620471 h 6858000"/>
              <a:gd name="connsiteX686" fmla="*/ 510577 w 7467600"/>
              <a:gd name="connsiteY686" fmla="*/ 2501244 h 6858000"/>
              <a:gd name="connsiteX687" fmla="*/ 211967 w 7467600"/>
              <a:gd name="connsiteY687" fmla="*/ 2479171 h 6858000"/>
              <a:gd name="connsiteX688" fmla="*/ 0 w 7467600"/>
              <a:gd name="connsiteY688" fmla="*/ 2476398 h 6858000"/>
              <a:gd name="connsiteX689" fmla="*/ 0 w 7467600"/>
              <a:gd name="connsiteY689" fmla="*/ 2389189 h 6858000"/>
              <a:gd name="connsiteX690" fmla="*/ 103062 w 7467600"/>
              <a:gd name="connsiteY690" fmla="*/ 2389518 h 6858000"/>
              <a:gd name="connsiteX691" fmla="*/ 510734 w 7467600"/>
              <a:gd name="connsiteY691" fmla="*/ 2416201 h 6858000"/>
              <a:gd name="connsiteX692" fmla="*/ 279257 w 7467600"/>
              <a:gd name="connsiteY692" fmla="*/ 2092102 h 6858000"/>
              <a:gd name="connsiteX693" fmla="*/ 65265 w 7467600"/>
              <a:gd name="connsiteY693" fmla="*/ 2006049 h 6858000"/>
              <a:gd name="connsiteX694" fmla="*/ 0 w 7467600"/>
              <a:gd name="connsiteY694" fmla="*/ 1982532 h 6858000"/>
              <a:gd name="connsiteX695" fmla="*/ 0 w 7467600"/>
              <a:gd name="connsiteY695" fmla="*/ 1912789 h 6858000"/>
              <a:gd name="connsiteX696" fmla="*/ 97460 w 7467600"/>
              <a:gd name="connsiteY696" fmla="*/ 1953725 h 6858000"/>
              <a:gd name="connsiteX697" fmla="*/ 221272 w 7467600"/>
              <a:gd name="connsiteY697" fmla="*/ 1980766 h 6858000"/>
              <a:gd name="connsiteX698" fmla="*/ 116765 w 7467600"/>
              <a:gd name="connsiteY698" fmla="*/ 1911033 h 6858000"/>
              <a:gd name="connsiteX699" fmla="*/ 16405 w 7467600"/>
              <a:gd name="connsiteY699" fmla="*/ 1803412 h 6858000"/>
              <a:gd name="connsiteX700" fmla="*/ 0 w 7467600"/>
              <a:gd name="connsiteY700" fmla="*/ 1784777 h 6858000"/>
              <a:gd name="connsiteX701" fmla="*/ 0 w 7467600"/>
              <a:gd name="connsiteY701" fmla="*/ 1740082 h 6858000"/>
              <a:gd name="connsiteX702" fmla="*/ 39394 w 7467600"/>
              <a:gd name="connsiteY702" fmla="*/ 1784856 h 6858000"/>
              <a:gd name="connsiteX703" fmla="*/ 135813 w 7467600"/>
              <a:gd name="connsiteY703" fmla="*/ 1888838 h 6858000"/>
              <a:gd name="connsiteX704" fmla="*/ 242575 w 7467600"/>
              <a:gd name="connsiteY704" fmla="*/ 1958841 h 6858000"/>
              <a:gd name="connsiteX705" fmla="*/ 82197 w 7467600"/>
              <a:gd name="connsiteY705" fmla="*/ 1754826 h 6858000"/>
              <a:gd name="connsiteX706" fmla="*/ 0 w 7467600"/>
              <a:gd name="connsiteY706" fmla="*/ 1679650 h 6858000"/>
              <a:gd name="connsiteX707" fmla="*/ 0 w 7467600"/>
              <a:gd name="connsiteY707" fmla="*/ 1602463 h 6858000"/>
              <a:gd name="connsiteX708" fmla="*/ 84689 w 7467600"/>
              <a:gd name="connsiteY708" fmla="*/ 1677442 h 6858000"/>
              <a:gd name="connsiteX709" fmla="*/ 298437 w 7467600"/>
              <a:gd name="connsiteY709" fmla="*/ 1968019 h 6858000"/>
              <a:gd name="connsiteX710" fmla="*/ 227269 w 7467600"/>
              <a:gd name="connsiteY710" fmla="*/ 1114064 h 6858000"/>
              <a:gd name="connsiteX711" fmla="*/ 248003 w 7467600"/>
              <a:gd name="connsiteY711" fmla="*/ 1089613 h 6858000"/>
              <a:gd name="connsiteX712" fmla="*/ 427020 w 7467600"/>
              <a:gd name="connsiteY712" fmla="*/ 1619803 h 6858000"/>
              <a:gd name="connsiteX713" fmla="*/ 340345 w 7467600"/>
              <a:gd name="connsiteY713" fmla="*/ 2027739 h 6858000"/>
              <a:gd name="connsiteX714" fmla="*/ 360865 w 7467600"/>
              <a:gd name="connsiteY714" fmla="*/ 2044827 h 6858000"/>
              <a:gd name="connsiteX715" fmla="*/ 560414 w 7467600"/>
              <a:gd name="connsiteY715" fmla="*/ 2421457 h 6858000"/>
              <a:gd name="connsiteX716" fmla="*/ 1359703 w 7467600"/>
              <a:gd name="connsiteY716" fmla="*/ 2578554 h 6858000"/>
              <a:gd name="connsiteX717" fmla="*/ 1359422 w 7467600"/>
              <a:gd name="connsiteY717" fmla="*/ 2577994 h 6858000"/>
              <a:gd name="connsiteX718" fmla="*/ 828701 w 7467600"/>
              <a:gd name="connsiteY718" fmla="*/ 1839520 h 6858000"/>
              <a:gd name="connsiteX719" fmla="*/ 494427 w 7467600"/>
              <a:gd name="connsiteY719" fmla="*/ 1092333 h 6858000"/>
              <a:gd name="connsiteX720" fmla="*/ 506322 w 7467600"/>
              <a:gd name="connsiteY720" fmla="*/ 1020997 h 6858000"/>
              <a:gd name="connsiteX721" fmla="*/ 4570198 w 7467600"/>
              <a:gd name="connsiteY721" fmla="*/ 978081 h 6858000"/>
              <a:gd name="connsiteX722" fmla="*/ 4523691 w 7467600"/>
              <a:gd name="connsiteY722" fmla="*/ 1127776 h 6858000"/>
              <a:gd name="connsiteX723" fmla="*/ 4509875 w 7467600"/>
              <a:gd name="connsiteY723" fmla="*/ 1167552 h 6858000"/>
              <a:gd name="connsiteX724" fmla="*/ 4478168 w 7467600"/>
              <a:gd name="connsiteY724" fmla="*/ 1260735 h 6858000"/>
              <a:gd name="connsiteX725" fmla="*/ 4409309 w 7467600"/>
              <a:gd name="connsiteY725" fmla="*/ 1666996 h 6858000"/>
              <a:gd name="connsiteX726" fmla="*/ 4370031 w 7467600"/>
              <a:gd name="connsiteY726" fmla="*/ 1955666 h 6858000"/>
              <a:gd name="connsiteX727" fmla="*/ 4570198 w 7467600"/>
              <a:gd name="connsiteY727" fmla="*/ 978081 h 6858000"/>
              <a:gd name="connsiteX728" fmla="*/ 4557898 w 7467600"/>
              <a:gd name="connsiteY728" fmla="*/ 900011 h 6858000"/>
              <a:gd name="connsiteX729" fmla="*/ 4344840 w 7467600"/>
              <a:gd name="connsiteY729" fmla="*/ 1922038 h 6858000"/>
              <a:gd name="connsiteX730" fmla="*/ 4378710 w 7467600"/>
              <a:gd name="connsiteY730" fmla="*/ 1665516 h 6858000"/>
              <a:gd name="connsiteX731" fmla="*/ 4448798 w 7467600"/>
              <a:gd name="connsiteY731" fmla="*/ 1253024 h 6858000"/>
              <a:gd name="connsiteX732" fmla="*/ 4480315 w 7467600"/>
              <a:gd name="connsiteY732" fmla="*/ 1158454 h 6858000"/>
              <a:gd name="connsiteX733" fmla="*/ 4494133 w 7467600"/>
              <a:gd name="connsiteY733" fmla="*/ 1118676 h 6858000"/>
              <a:gd name="connsiteX734" fmla="*/ 4557898 w 7467600"/>
              <a:gd name="connsiteY734" fmla="*/ 900011 h 6858000"/>
              <a:gd name="connsiteX735" fmla="*/ 5870151 w 7467600"/>
              <a:gd name="connsiteY735" fmla="*/ 898890 h 6858000"/>
              <a:gd name="connsiteX736" fmla="*/ 5861335 w 7467600"/>
              <a:gd name="connsiteY736" fmla="*/ 899177 h 6858000"/>
              <a:gd name="connsiteX737" fmla="*/ 5843702 w 7467600"/>
              <a:gd name="connsiteY737" fmla="*/ 899748 h 6858000"/>
              <a:gd name="connsiteX738" fmla="*/ 5651107 w 7467600"/>
              <a:gd name="connsiteY738" fmla="*/ 920306 h 6858000"/>
              <a:gd name="connsiteX739" fmla="*/ 5459407 w 7467600"/>
              <a:gd name="connsiteY739" fmla="*/ 940975 h 6858000"/>
              <a:gd name="connsiteX740" fmla="*/ 5374846 w 7467600"/>
              <a:gd name="connsiteY740" fmla="*/ 941988 h 6858000"/>
              <a:gd name="connsiteX741" fmla="*/ 5256105 w 7467600"/>
              <a:gd name="connsiteY741" fmla="*/ 945632 h 6858000"/>
              <a:gd name="connsiteX742" fmla="*/ 5107071 w 7467600"/>
              <a:gd name="connsiteY742" fmla="*/ 969720 h 6858000"/>
              <a:gd name="connsiteX743" fmla="*/ 4998681 w 7467600"/>
              <a:gd name="connsiteY743" fmla="*/ 988771 h 6858000"/>
              <a:gd name="connsiteX744" fmla="*/ 5870151 w 7467600"/>
              <a:gd name="connsiteY744" fmla="*/ 898890 h 6858000"/>
              <a:gd name="connsiteX745" fmla="*/ 5504425 w 7467600"/>
              <a:gd name="connsiteY745" fmla="*/ 848067 h 6858000"/>
              <a:gd name="connsiteX746" fmla="*/ 4968849 w 7467600"/>
              <a:gd name="connsiteY746" fmla="*/ 962318 h 6858000"/>
              <a:gd name="connsiteX747" fmla="*/ 5104039 w 7467600"/>
              <a:gd name="connsiteY747" fmla="*/ 940634 h 6858000"/>
              <a:gd name="connsiteX748" fmla="*/ 5256311 w 7467600"/>
              <a:gd name="connsiteY748" fmla="*/ 916490 h 6858000"/>
              <a:gd name="connsiteX749" fmla="*/ 5377381 w 7467600"/>
              <a:gd name="connsiteY749" fmla="*/ 912671 h 6858000"/>
              <a:gd name="connsiteX750" fmla="*/ 5460148 w 7467600"/>
              <a:gd name="connsiteY750" fmla="*/ 911442 h 6858000"/>
              <a:gd name="connsiteX751" fmla="*/ 5648971 w 7467600"/>
              <a:gd name="connsiteY751" fmla="*/ 891331 h 6858000"/>
              <a:gd name="connsiteX752" fmla="*/ 5844807 w 7467600"/>
              <a:gd name="connsiteY752" fmla="*/ 870718 h 6858000"/>
              <a:gd name="connsiteX753" fmla="*/ 5862975 w 7467600"/>
              <a:gd name="connsiteY753" fmla="*/ 869756 h 6858000"/>
              <a:gd name="connsiteX754" fmla="*/ 5920887 w 7467600"/>
              <a:gd name="connsiteY754" fmla="*/ 865929 h 6858000"/>
              <a:gd name="connsiteX755" fmla="*/ 5504425 w 7467600"/>
              <a:gd name="connsiteY755" fmla="*/ 848067 h 6858000"/>
              <a:gd name="connsiteX756" fmla="*/ 3607114 w 7467600"/>
              <a:gd name="connsiteY756" fmla="*/ 467441 h 6858000"/>
              <a:gd name="connsiteX757" fmla="*/ 3296242 w 7467600"/>
              <a:gd name="connsiteY757" fmla="*/ 807991 h 6858000"/>
              <a:gd name="connsiteX758" fmla="*/ 3174674 w 7467600"/>
              <a:gd name="connsiteY758" fmla="*/ 919759 h 6858000"/>
              <a:gd name="connsiteX759" fmla="*/ 3042978 w 7467600"/>
              <a:gd name="connsiteY759" fmla="*/ 1054894 h 6858000"/>
              <a:gd name="connsiteX760" fmla="*/ 2968914 w 7467600"/>
              <a:gd name="connsiteY760" fmla="*/ 1133756 h 6858000"/>
              <a:gd name="connsiteX761" fmla="*/ 3103823 w 7467600"/>
              <a:gd name="connsiteY761" fmla="*/ 1026814 h 6858000"/>
              <a:gd name="connsiteX762" fmla="*/ 3607114 w 7467600"/>
              <a:gd name="connsiteY762" fmla="*/ 467441 h 6858000"/>
              <a:gd name="connsiteX763" fmla="*/ 3744487 w 7467600"/>
              <a:gd name="connsiteY763" fmla="*/ 383136 h 6858000"/>
              <a:gd name="connsiteX764" fmla="*/ 3970213 w 7467600"/>
              <a:gd name="connsiteY764" fmla="*/ 995559 h 6858000"/>
              <a:gd name="connsiteX765" fmla="*/ 3744487 w 7467600"/>
              <a:gd name="connsiteY765" fmla="*/ 383136 h 6858000"/>
              <a:gd name="connsiteX766" fmla="*/ 3624562 w 7467600"/>
              <a:gd name="connsiteY766" fmla="*/ 367041 h 6858000"/>
              <a:gd name="connsiteX767" fmla="*/ 3489712 w 7467600"/>
              <a:gd name="connsiteY767" fmla="*/ 485386 h 6858000"/>
              <a:gd name="connsiteX768" fmla="*/ 3182994 w 7467600"/>
              <a:gd name="connsiteY768" fmla="*/ 828265 h 6858000"/>
              <a:gd name="connsiteX769" fmla="*/ 2892114 w 7467600"/>
              <a:gd name="connsiteY769" fmla="*/ 1172635 h 6858000"/>
              <a:gd name="connsiteX770" fmla="*/ 3021459 w 7467600"/>
              <a:gd name="connsiteY770" fmla="*/ 1035385 h 6858000"/>
              <a:gd name="connsiteX771" fmla="*/ 3153873 w 7467600"/>
              <a:gd name="connsiteY771" fmla="*/ 898971 h 6858000"/>
              <a:gd name="connsiteX772" fmla="*/ 3276511 w 7467600"/>
              <a:gd name="connsiteY772" fmla="*/ 786423 h 6858000"/>
              <a:gd name="connsiteX773" fmla="*/ 3584154 w 7467600"/>
              <a:gd name="connsiteY773" fmla="*/ 448218 h 6858000"/>
              <a:gd name="connsiteX774" fmla="*/ 3624562 w 7467600"/>
              <a:gd name="connsiteY774" fmla="*/ 367041 h 6858000"/>
              <a:gd name="connsiteX775" fmla="*/ 3766672 w 7467600"/>
              <a:gd name="connsiteY775" fmla="*/ 359429 h 6858000"/>
              <a:gd name="connsiteX776" fmla="*/ 3996338 w 7467600"/>
              <a:gd name="connsiteY776" fmla="*/ 968237 h 6858000"/>
              <a:gd name="connsiteX777" fmla="*/ 3766672 w 7467600"/>
              <a:gd name="connsiteY777" fmla="*/ 359429 h 6858000"/>
              <a:gd name="connsiteX778" fmla="*/ 5805386 w 7467600"/>
              <a:gd name="connsiteY778" fmla="*/ 239240 h 6858000"/>
              <a:gd name="connsiteX779" fmla="*/ 5736947 w 7467600"/>
              <a:gd name="connsiteY779" fmla="*/ 261367 h 6858000"/>
              <a:gd name="connsiteX780" fmla="*/ 5427012 w 7467600"/>
              <a:gd name="connsiteY780" fmla="*/ 311272 h 6858000"/>
              <a:gd name="connsiteX781" fmla="*/ 5147818 w 7467600"/>
              <a:gd name="connsiteY781" fmla="*/ 322112 h 6858000"/>
              <a:gd name="connsiteX782" fmla="*/ 5060854 w 7467600"/>
              <a:gd name="connsiteY782" fmla="*/ 311882 h 6858000"/>
              <a:gd name="connsiteX783" fmla="*/ 4945989 w 7467600"/>
              <a:gd name="connsiteY783" fmla="*/ 300516 h 6858000"/>
              <a:gd name="connsiteX784" fmla="*/ 5410479 w 7467600"/>
              <a:gd name="connsiteY784" fmla="*/ 348434 h 6858000"/>
              <a:gd name="connsiteX785" fmla="*/ 5805386 w 7467600"/>
              <a:gd name="connsiteY785" fmla="*/ 239240 h 6858000"/>
              <a:gd name="connsiteX786" fmla="*/ 5905192 w 7467600"/>
              <a:gd name="connsiteY786" fmla="*/ 163079 h 6858000"/>
              <a:gd name="connsiteX787" fmla="*/ 5865655 w 7467600"/>
              <a:gd name="connsiteY787" fmla="*/ 171901 h 6858000"/>
              <a:gd name="connsiteX788" fmla="*/ 5259740 w 7467600"/>
              <a:gd name="connsiteY788" fmla="*/ 257013 h 6858000"/>
              <a:gd name="connsiteX789" fmla="*/ 5208466 w 7467600"/>
              <a:gd name="connsiteY789" fmla="*/ 257550 h 6858000"/>
              <a:gd name="connsiteX790" fmla="*/ 4980204 w 7467600"/>
              <a:gd name="connsiteY790" fmla="*/ 271903 h 6858000"/>
              <a:gd name="connsiteX791" fmla="*/ 5068068 w 7467600"/>
              <a:gd name="connsiteY791" fmla="*/ 282244 h 6858000"/>
              <a:gd name="connsiteX792" fmla="*/ 5153231 w 7467600"/>
              <a:gd name="connsiteY792" fmla="*/ 292240 h 6858000"/>
              <a:gd name="connsiteX793" fmla="*/ 5426491 w 7467600"/>
              <a:gd name="connsiteY793" fmla="*/ 281128 h 6858000"/>
              <a:gd name="connsiteX794" fmla="*/ 5731212 w 7467600"/>
              <a:gd name="connsiteY794" fmla="*/ 231951 h 6858000"/>
              <a:gd name="connsiteX795" fmla="*/ 5905192 w 7467600"/>
              <a:gd name="connsiteY795" fmla="*/ 163079 h 6858000"/>
              <a:gd name="connsiteX796" fmla="*/ 5944437 w 7467600"/>
              <a:gd name="connsiteY796" fmla="*/ 113829 h 6858000"/>
              <a:gd name="connsiteX797" fmla="*/ 5825032 w 7467600"/>
              <a:gd name="connsiteY797" fmla="*/ 146405 h 6858000"/>
              <a:gd name="connsiteX798" fmla="*/ 4955599 w 7467600"/>
              <a:gd name="connsiteY798" fmla="*/ 247008 h 6858000"/>
              <a:gd name="connsiteX799" fmla="*/ 5210104 w 7467600"/>
              <a:gd name="connsiteY799" fmla="*/ 228123 h 6858000"/>
              <a:gd name="connsiteX800" fmla="*/ 5261015 w 7467600"/>
              <a:gd name="connsiteY800" fmla="*/ 227087 h 6858000"/>
              <a:gd name="connsiteX801" fmla="*/ 5861181 w 7467600"/>
              <a:gd name="connsiteY801" fmla="*/ 143093 h 6858000"/>
              <a:gd name="connsiteX802" fmla="*/ 5961252 w 7467600"/>
              <a:gd name="connsiteY802" fmla="*/ 114820 h 6858000"/>
              <a:gd name="connsiteX803" fmla="*/ 5944437 w 7467600"/>
              <a:gd name="connsiteY803" fmla="*/ 113829 h 6858000"/>
              <a:gd name="connsiteX804" fmla="*/ 3882765 w 7467600"/>
              <a:gd name="connsiteY804" fmla="*/ 0 h 6858000"/>
              <a:gd name="connsiteX805" fmla="*/ 3995099 w 7467600"/>
              <a:gd name="connsiteY805" fmla="*/ 0 h 6858000"/>
              <a:gd name="connsiteX806" fmla="*/ 4163818 w 7467600"/>
              <a:gd name="connsiteY806" fmla="*/ 234104 h 6858000"/>
              <a:gd name="connsiteX807" fmla="*/ 4172099 w 7467600"/>
              <a:gd name="connsiteY807" fmla="*/ 234207 h 6858000"/>
              <a:gd name="connsiteX808" fmla="*/ 4784282 w 7467600"/>
              <a:gd name="connsiteY808" fmla="*/ 276561 h 6858000"/>
              <a:gd name="connsiteX809" fmla="*/ 4801687 w 7467600"/>
              <a:gd name="connsiteY809" fmla="*/ 267764 h 6858000"/>
              <a:gd name="connsiteX810" fmla="*/ 6082788 w 7467600"/>
              <a:gd name="connsiteY810" fmla="*/ 64119 h 6858000"/>
              <a:gd name="connsiteX811" fmla="*/ 6099442 w 7467600"/>
              <a:gd name="connsiteY811" fmla="*/ 82568 h 6858000"/>
              <a:gd name="connsiteX812" fmla="*/ 4804137 w 7467600"/>
              <a:gd name="connsiteY812" fmla="*/ 320931 h 6858000"/>
              <a:gd name="connsiteX813" fmla="*/ 4227047 w 7467600"/>
              <a:gd name="connsiteY813" fmla="*/ 313415 h 6858000"/>
              <a:gd name="connsiteX814" fmla="*/ 4346041 w 7467600"/>
              <a:gd name="connsiteY814" fmla="*/ 456086 h 6858000"/>
              <a:gd name="connsiteX815" fmla="*/ 4870967 w 7467600"/>
              <a:gd name="connsiteY815" fmla="*/ 963061 h 6858000"/>
              <a:gd name="connsiteX816" fmla="*/ 4889647 w 7467600"/>
              <a:gd name="connsiteY816" fmla="*/ 957147 h 6858000"/>
              <a:gd name="connsiteX817" fmla="*/ 5422504 w 7467600"/>
              <a:gd name="connsiteY817" fmla="*/ 805191 h 6858000"/>
              <a:gd name="connsiteX818" fmla="*/ 6087656 w 7467600"/>
              <a:gd name="connsiteY818" fmla="*/ 826703 h 6858000"/>
              <a:gd name="connsiteX819" fmla="*/ 6058717 w 7467600"/>
              <a:gd name="connsiteY819" fmla="*/ 865992 h 6858000"/>
              <a:gd name="connsiteX820" fmla="*/ 4974153 w 7467600"/>
              <a:gd name="connsiteY820" fmla="*/ 1045456 h 6858000"/>
              <a:gd name="connsiteX821" fmla="*/ 5627835 w 7467600"/>
              <a:gd name="connsiteY821" fmla="*/ 1472077 h 6858000"/>
              <a:gd name="connsiteX822" fmla="*/ 5629817 w 7467600"/>
              <a:gd name="connsiteY822" fmla="*/ 1471412 h 6858000"/>
              <a:gd name="connsiteX823" fmla="*/ 5634124 w 7467600"/>
              <a:gd name="connsiteY823" fmla="*/ 1470572 h 6858000"/>
              <a:gd name="connsiteX824" fmla="*/ 5755832 w 7467600"/>
              <a:gd name="connsiteY824" fmla="*/ 1383886 h 6858000"/>
              <a:gd name="connsiteX825" fmla="*/ 6014186 w 7467600"/>
              <a:gd name="connsiteY825" fmla="*/ 1279799 h 6858000"/>
              <a:gd name="connsiteX826" fmla="*/ 6901619 w 7467600"/>
              <a:gd name="connsiteY826" fmla="*/ 1047874 h 6858000"/>
              <a:gd name="connsiteX827" fmla="*/ 6931566 w 7467600"/>
              <a:gd name="connsiteY827" fmla="*/ 1062034 h 6858000"/>
              <a:gd name="connsiteX828" fmla="*/ 5790982 w 7467600"/>
              <a:gd name="connsiteY828" fmla="*/ 1561380 h 6858000"/>
              <a:gd name="connsiteX829" fmla="*/ 6188971 w 7467600"/>
              <a:gd name="connsiteY829" fmla="*/ 1755168 h 6858000"/>
              <a:gd name="connsiteX830" fmla="*/ 6202446 w 7467600"/>
              <a:gd name="connsiteY830" fmla="*/ 1752268 h 6858000"/>
              <a:gd name="connsiteX831" fmla="*/ 7179560 w 7467600"/>
              <a:gd name="connsiteY831" fmla="*/ 1467551 h 6858000"/>
              <a:gd name="connsiteX832" fmla="*/ 7158730 w 7467600"/>
              <a:gd name="connsiteY832" fmla="*/ 1507835 h 6858000"/>
              <a:gd name="connsiteX833" fmla="*/ 6326959 w 7467600"/>
              <a:gd name="connsiteY833" fmla="*/ 1817686 h 6858000"/>
              <a:gd name="connsiteX834" fmla="*/ 6537433 w 7467600"/>
              <a:gd name="connsiteY834" fmla="*/ 1907790 h 6858000"/>
              <a:gd name="connsiteX835" fmla="*/ 6550221 w 7467600"/>
              <a:gd name="connsiteY835" fmla="*/ 1910729 h 6858000"/>
              <a:gd name="connsiteX836" fmla="*/ 6964438 w 7467600"/>
              <a:gd name="connsiteY836" fmla="*/ 2209505 h 6858000"/>
              <a:gd name="connsiteX837" fmla="*/ 7367862 w 7467600"/>
              <a:gd name="connsiteY837" fmla="*/ 2806833 h 6858000"/>
              <a:gd name="connsiteX838" fmla="*/ 7364329 w 7467600"/>
              <a:gd name="connsiteY838" fmla="*/ 2826907 h 6858000"/>
              <a:gd name="connsiteX839" fmla="*/ 7290545 w 7467600"/>
              <a:gd name="connsiteY839" fmla="*/ 2850663 h 6858000"/>
              <a:gd name="connsiteX840" fmla="*/ 6472036 w 7467600"/>
              <a:gd name="connsiteY840" fmla="*/ 1959003 h 6858000"/>
              <a:gd name="connsiteX841" fmla="*/ 5792897 w 7467600"/>
              <a:gd name="connsiteY841" fmla="*/ 1647747 h 6858000"/>
              <a:gd name="connsiteX842" fmla="*/ 5842751 w 7467600"/>
              <a:gd name="connsiteY842" fmla="*/ 1816112 h 6858000"/>
              <a:gd name="connsiteX843" fmla="*/ 5847424 w 7467600"/>
              <a:gd name="connsiteY843" fmla="*/ 1815776 h 6858000"/>
              <a:gd name="connsiteX844" fmla="*/ 6399821 w 7467600"/>
              <a:gd name="connsiteY844" fmla="*/ 2344799 h 6858000"/>
              <a:gd name="connsiteX845" fmla="*/ 6323232 w 7467600"/>
              <a:gd name="connsiteY845" fmla="*/ 2389634 h 6858000"/>
              <a:gd name="connsiteX846" fmla="*/ 5942958 w 7467600"/>
              <a:gd name="connsiteY846" fmla="*/ 2077708 h 6858000"/>
              <a:gd name="connsiteX847" fmla="*/ 5921559 w 7467600"/>
              <a:gd name="connsiteY847" fmla="*/ 2378596 h 6858000"/>
              <a:gd name="connsiteX848" fmla="*/ 5817651 w 7467600"/>
              <a:gd name="connsiteY848" fmla="*/ 3023919 h 6858000"/>
              <a:gd name="connsiteX849" fmla="*/ 5729634 w 7467600"/>
              <a:gd name="connsiteY849" fmla="*/ 3051849 h 6858000"/>
              <a:gd name="connsiteX850" fmla="*/ 5611018 w 7467600"/>
              <a:gd name="connsiteY850" fmla="*/ 2316769 h 6858000"/>
              <a:gd name="connsiteX851" fmla="*/ 5687608 w 7467600"/>
              <a:gd name="connsiteY851" fmla="*/ 2039972 h 6858000"/>
              <a:gd name="connsiteX852" fmla="*/ 5657554 w 7467600"/>
              <a:gd name="connsiteY852" fmla="*/ 1576445 h 6858000"/>
              <a:gd name="connsiteX853" fmla="*/ 5150475 w 7467600"/>
              <a:gd name="connsiteY853" fmla="*/ 1274012 h 6858000"/>
              <a:gd name="connsiteX854" fmla="*/ 5349142 w 7467600"/>
              <a:gd name="connsiteY854" fmla="*/ 2204405 h 6858000"/>
              <a:gd name="connsiteX855" fmla="*/ 5262214 w 7467600"/>
              <a:gd name="connsiteY855" fmla="*/ 2233836 h 6858000"/>
              <a:gd name="connsiteX856" fmla="*/ 4981539 w 7467600"/>
              <a:gd name="connsiteY856" fmla="*/ 1542201 h 6858000"/>
              <a:gd name="connsiteX857" fmla="*/ 4958461 w 7467600"/>
              <a:gd name="connsiteY857" fmla="*/ 1136957 h 6858000"/>
              <a:gd name="connsiteX858" fmla="*/ 4655015 w 7467600"/>
              <a:gd name="connsiteY858" fmla="*/ 891426 h 6858000"/>
              <a:gd name="connsiteX859" fmla="*/ 4348002 w 7467600"/>
              <a:gd name="connsiteY859" fmla="*/ 2205895 h 6858000"/>
              <a:gd name="connsiteX860" fmla="*/ 4262250 w 7467600"/>
              <a:gd name="connsiteY860" fmla="*/ 2219972 h 6858000"/>
              <a:gd name="connsiteX861" fmla="*/ 4550611 w 7467600"/>
              <a:gd name="connsiteY861" fmla="*/ 817540 h 6858000"/>
              <a:gd name="connsiteX862" fmla="*/ 4564418 w 7467600"/>
              <a:gd name="connsiteY862" fmla="*/ 808293 h 6858000"/>
              <a:gd name="connsiteX863" fmla="*/ 4266388 w 7467600"/>
              <a:gd name="connsiteY863" fmla="*/ 500083 h 6858000"/>
              <a:gd name="connsiteX864" fmla="*/ 4032842 w 7467600"/>
              <a:gd name="connsiteY864" fmla="*/ 211809 h 6858000"/>
              <a:gd name="connsiteX865" fmla="*/ 3882765 w 7467600"/>
              <a:gd name="connsiteY865" fmla="*/ 0 h 6858000"/>
              <a:gd name="connsiteX866" fmla="*/ 3721337 w 7467600"/>
              <a:gd name="connsiteY866" fmla="*/ 0 h 6858000"/>
              <a:gd name="connsiteX867" fmla="*/ 3797544 w 7467600"/>
              <a:gd name="connsiteY867" fmla="*/ 0 h 6858000"/>
              <a:gd name="connsiteX868" fmla="*/ 3775734 w 7467600"/>
              <a:gd name="connsiteY868" fmla="*/ 95131 h 6858000"/>
              <a:gd name="connsiteX869" fmla="*/ 3724807 w 7467600"/>
              <a:gd name="connsiteY869" fmla="*/ 272257 h 6858000"/>
              <a:gd name="connsiteX870" fmla="*/ 3726844 w 7467600"/>
              <a:gd name="connsiteY870" fmla="*/ 282988 h 6858000"/>
              <a:gd name="connsiteX871" fmla="*/ 3742664 w 7467600"/>
              <a:gd name="connsiteY871" fmla="*/ 279918 h 6858000"/>
              <a:gd name="connsiteX872" fmla="*/ 4103910 w 7467600"/>
              <a:gd name="connsiteY872" fmla="*/ 1161917 h 6858000"/>
              <a:gd name="connsiteX873" fmla="*/ 4020269 w 7467600"/>
              <a:gd name="connsiteY873" fmla="*/ 1200406 h 6858000"/>
              <a:gd name="connsiteX874" fmla="*/ 3674882 w 7467600"/>
              <a:gd name="connsiteY874" fmla="*/ 488524 h 6858000"/>
              <a:gd name="connsiteX875" fmla="*/ 3132682 w 7467600"/>
              <a:gd name="connsiteY875" fmla="*/ 1072284 h 6858000"/>
              <a:gd name="connsiteX876" fmla="*/ 2716346 w 7467600"/>
              <a:gd name="connsiteY876" fmla="*/ 1276376 h 6858000"/>
              <a:gd name="connsiteX877" fmla="*/ 2716772 w 7467600"/>
              <a:gd name="connsiteY877" fmla="*/ 1255462 h 6858000"/>
              <a:gd name="connsiteX878" fmla="*/ 3471096 w 7467600"/>
              <a:gd name="connsiteY878" fmla="*/ 437072 h 6858000"/>
              <a:gd name="connsiteX879" fmla="*/ 3639057 w 7467600"/>
              <a:gd name="connsiteY879" fmla="*/ 286334 h 6858000"/>
              <a:gd name="connsiteX880" fmla="*/ 3640309 w 7467600"/>
              <a:gd name="connsiteY880" fmla="*/ 284664 h 6858000"/>
              <a:gd name="connsiteX881" fmla="*/ 3646022 w 7467600"/>
              <a:gd name="connsiteY881" fmla="*/ 276711 h 6858000"/>
              <a:gd name="connsiteX882" fmla="*/ 3707943 w 7467600"/>
              <a:gd name="connsiteY882" fmla="*/ 65958 h 6858000"/>
              <a:gd name="connsiteX883" fmla="*/ 3721337 w 7467600"/>
              <a:gd name="connsiteY883" fmla="*/ 0 h 6858000"/>
              <a:gd name="connsiteX884" fmla="*/ 2867960 w 7467600"/>
              <a:gd name="connsiteY884" fmla="*/ 0 h 6858000"/>
              <a:gd name="connsiteX885" fmla="*/ 2926351 w 7467600"/>
              <a:gd name="connsiteY885" fmla="*/ 0 h 6858000"/>
              <a:gd name="connsiteX886" fmla="*/ 2902823 w 7467600"/>
              <a:gd name="connsiteY886" fmla="*/ 262929 h 6858000"/>
              <a:gd name="connsiteX887" fmla="*/ 2940663 w 7467600"/>
              <a:gd name="connsiteY887" fmla="*/ 140884 h 6858000"/>
              <a:gd name="connsiteX888" fmla="*/ 2947039 w 7467600"/>
              <a:gd name="connsiteY888" fmla="*/ 122524 h 6858000"/>
              <a:gd name="connsiteX889" fmla="*/ 2984316 w 7467600"/>
              <a:gd name="connsiteY889" fmla="*/ 0 h 6858000"/>
              <a:gd name="connsiteX890" fmla="*/ 3016114 w 7467600"/>
              <a:gd name="connsiteY890" fmla="*/ 0 h 6858000"/>
              <a:gd name="connsiteX891" fmla="*/ 2979949 w 7467600"/>
              <a:gd name="connsiteY891" fmla="*/ 119274 h 6858000"/>
              <a:gd name="connsiteX892" fmla="*/ 3023879 w 7467600"/>
              <a:gd name="connsiteY892" fmla="*/ 0 h 6858000"/>
              <a:gd name="connsiteX893" fmla="*/ 3105400 w 7467600"/>
              <a:gd name="connsiteY893" fmla="*/ 0 h 6858000"/>
              <a:gd name="connsiteX894" fmla="*/ 3094669 w 7467600"/>
              <a:gd name="connsiteY894" fmla="*/ 30308 h 6858000"/>
              <a:gd name="connsiteX895" fmla="*/ 2901945 w 7467600"/>
              <a:gd name="connsiteY895" fmla="*/ 466538 h 6858000"/>
              <a:gd name="connsiteX896" fmla="*/ 2815209 w 7467600"/>
              <a:gd name="connsiteY896" fmla="*/ 497361 h 6858000"/>
              <a:gd name="connsiteX897" fmla="*/ 2844845 w 7467600"/>
              <a:gd name="connsiteY897" fmla="*/ 127638 h 6858000"/>
              <a:gd name="connsiteX898" fmla="*/ 2867960 w 7467600"/>
              <a:gd name="connsiteY898" fmla="*/ 0 h 6858000"/>
              <a:gd name="connsiteX899" fmla="*/ 1057230 w 7467600"/>
              <a:gd name="connsiteY899" fmla="*/ 0 h 6858000"/>
              <a:gd name="connsiteX900" fmla="*/ 1111003 w 7467600"/>
              <a:gd name="connsiteY900" fmla="*/ 0 h 6858000"/>
              <a:gd name="connsiteX901" fmla="*/ 1125553 w 7467600"/>
              <a:gd name="connsiteY901" fmla="*/ 52588 h 6858000"/>
              <a:gd name="connsiteX902" fmla="*/ 1304276 w 7467600"/>
              <a:gd name="connsiteY902" fmla="*/ 476275 h 6858000"/>
              <a:gd name="connsiteX903" fmla="*/ 1492066 w 7467600"/>
              <a:gd name="connsiteY903" fmla="*/ 886333 h 6858000"/>
              <a:gd name="connsiteX904" fmla="*/ 1423698 w 7467600"/>
              <a:gd name="connsiteY904" fmla="*/ 710817 h 6858000"/>
              <a:gd name="connsiteX905" fmla="*/ 1357609 w 7467600"/>
              <a:gd name="connsiteY905" fmla="*/ 532892 h 6858000"/>
              <a:gd name="connsiteX906" fmla="*/ 1309550 w 7467600"/>
              <a:gd name="connsiteY906" fmla="*/ 374031 h 6858000"/>
              <a:gd name="connsiteX907" fmla="*/ 1193673 w 7467600"/>
              <a:gd name="connsiteY907" fmla="*/ 49533 h 6858000"/>
              <a:gd name="connsiteX908" fmla="*/ 1164391 w 7467600"/>
              <a:gd name="connsiteY908" fmla="*/ 0 h 6858000"/>
              <a:gd name="connsiteX909" fmla="*/ 1200666 w 7467600"/>
              <a:gd name="connsiteY909" fmla="*/ 0 h 6858000"/>
              <a:gd name="connsiteX910" fmla="*/ 1223408 w 7467600"/>
              <a:gd name="connsiteY910" fmla="*/ 38996 h 6858000"/>
              <a:gd name="connsiteX911" fmla="*/ 1339635 w 7467600"/>
              <a:gd name="connsiteY911" fmla="*/ 365517 h 6858000"/>
              <a:gd name="connsiteX912" fmla="*/ 1387469 w 7467600"/>
              <a:gd name="connsiteY912" fmla="*/ 523079 h 6858000"/>
              <a:gd name="connsiteX913" fmla="*/ 1452685 w 7467600"/>
              <a:gd name="connsiteY913" fmla="*/ 699806 h 6858000"/>
              <a:gd name="connsiteX914" fmla="*/ 1492092 w 7467600"/>
              <a:gd name="connsiteY914" fmla="*/ 800424 h 6858000"/>
              <a:gd name="connsiteX915" fmla="*/ 1455302 w 7467600"/>
              <a:gd name="connsiteY915" fmla="*/ 632913 h 6858000"/>
              <a:gd name="connsiteX916" fmla="*/ 1222336 w 7467600"/>
              <a:gd name="connsiteY916" fmla="*/ 9480 h 6858000"/>
              <a:gd name="connsiteX917" fmla="*/ 1214634 w 7467600"/>
              <a:gd name="connsiteY917" fmla="*/ 0 h 6858000"/>
              <a:gd name="connsiteX918" fmla="*/ 1289827 w 7467600"/>
              <a:gd name="connsiteY918" fmla="*/ 0 h 6858000"/>
              <a:gd name="connsiteX919" fmla="*/ 1321076 w 7467600"/>
              <a:gd name="connsiteY919" fmla="*/ 59722 h 6858000"/>
              <a:gd name="connsiteX920" fmla="*/ 1512579 w 7467600"/>
              <a:gd name="connsiteY920" fmla="*/ 626441 h 6858000"/>
              <a:gd name="connsiteX921" fmla="*/ 1506076 w 7467600"/>
              <a:gd name="connsiteY921" fmla="*/ 1089289 h 6858000"/>
              <a:gd name="connsiteX922" fmla="*/ 1486346 w 7467600"/>
              <a:gd name="connsiteY922" fmla="*/ 1079919 h 6858000"/>
              <a:gd name="connsiteX923" fmla="*/ 1070511 w 7467600"/>
              <a:gd name="connsiteY923" fmla="*/ 48609 h 6858000"/>
              <a:gd name="connsiteX924" fmla="*/ 1057230 w 7467600"/>
              <a:gd name="connsiteY924" fmla="*/ 0 h 6858000"/>
              <a:gd name="connsiteX925" fmla="*/ 43151 w 7467600"/>
              <a:gd name="connsiteY925" fmla="*/ 0 h 6858000"/>
              <a:gd name="connsiteX926" fmla="*/ 95283 w 7467600"/>
              <a:gd name="connsiteY926" fmla="*/ 0 h 6858000"/>
              <a:gd name="connsiteX927" fmla="*/ 300708 w 7467600"/>
              <a:gd name="connsiteY927" fmla="*/ 154571 h 6858000"/>
              <a:gd name="connsiteX928" fmla="*/ 530414 w 7467600"/>
              <a:gd name="connsiteY928" fmla="*/ 354673 h 6858000"/>
              <a:gd name="connsiteX929" fmla="*/ 333785 w 7467600"/>
              <a:gd name="connsiteY929" fmla="*/ 161564 h 6858000"/>
              <a:gd name="connsiteX930" fmla="*/ 147005 w 7467600"/>
              <a:gd name="connsiteY930" fmla="*/ 0 h 6858000"/>
              <a:gd name="connsiteX931" fmla="*/ 272509 w 7467600"/>
              <a:gd name="connsiteY931" fmla="*/ 0 h 6858000"/>
              <a:gd name="connsiteX932" fmla="*/ 326276 w 7467600"/>
              <a:gd name="connsiteY932" fmla="*/ 45847 h 6858000"/>
              <a:gd name="connsiteX933" fmla="*/ 823759 w 7467600"/>
              <a:gd name="connsiteY933" fmla="*/ 574145 h 6858000"/>
              <a:gd name="connsiteX934" fmla="*/ 811254 w 7467600"/>
              <a:gd name="connsiteY934" fmla="*/ 665546 h 6858000"/>
              <a:gd name="connsiteX935" fmla="*/ 154042 w 7467600"/>
              <a:gd name="connsiteY935" fmla="*/ 261522 h 6858000"/>
              <a:gd name="connsiteX936" fmla="*/ 13550 w 7467600"/>
              <a:gd name="connsiteY936" fmla="*/ 158423 h 6858000"/>
              <a:gd name="connsiteX937" fmla="*/ 0 w 7467600"/>
              <a:gd name="connsiteY937" fmla="*/ 146618 h 6858000"/>
              <a:gd name="connsiteX938" fmla="*/ 0 w 7467600"/>
              <a:gd name="connsiteY938" fmla="*/ 59161 h 6858000"/>
              <a:gd name="connsiteX939" fmla="*/ 45427 w 7467600"/>
              <a:gd name="connsiteY939" fmla="*/ 101078 h 6858000"/>
              <a:gd name="connsiteX940" fmla="*/ 630103 w 7467600"/>
              <a:gd name="connsiteY940" fmla="*/ 485885 h 6858000"/>
              <a:gd name="connsiteX941" fmla="*/ 532040 w 7467600"/>
              <a:gd name="connsiteY941" fmla="*/ 399359 h 6858000"/>
              <a:gd name="connsiteX942" fmla="*/ 517618 w 7467600"/>
              <a:gd name="connsiteY942" fmla="*/ 385726 h 6858000"/>
              <a:gd name="connsiteX943" fmla="*/ 285074 w 7467600"/>
              <a:gd name="connsiteY943" fmla="*/ 182755 h 6858000"/>
              <a:gd name="connsiteX944" fmla="*/ 43151 w 7467600"/>
              <a:gd name="connsiteY944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289862 w 7467600"/>
              <a:gd name="connsiteY4" fmla="*/ 6659827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289862 w 7467600"/>
              <a:gd name="connsiteY11" fmla="*/ 6659827 h 6858000"/>
              <a:gd name="connsiteX12" fmla="*/ 1019354 w 7467600"/>
              <a:gd name="connsiteY12" fmla="*/ 6315006 h 6858000"/>
              <a:gd name="connsiteX13" fmla="*/ 441046 w 7467600"/>
              <a:gd name="connsiteY13" fmla="*/ 6691153 h 6858000"/>
              <a:gd name="connsiteX14" fmla="*/ 1019354 w 7467600"/>
              <a:gd name="connsiteY14" fmla="*/ 6315006 h 6858000"/>
              <a:gd name="connsiteX15" fmla="*/ 991680 w 7467600"/>
              <a:gd name="connsiteY15" fmla="*/ 6298413 h 6858000"/>
              <a:gd name="connsiteX16" fmla="*/ 409060 w 7467600"/>
              <a:gd name="connsiteY16" fmla="*/ 6671470 h 6858000"/>
              <a:gd name="connsiteX17" fmla="*/ 991680 w 7467600"/>
              <a:gd name="connsiteY17" fmla="*/ 6298413 h 6858000"/>
              <a:gd name="connsiteX18" fmla="*/ 103333 w 7467600"/>
              <a:gd name="connsiteY18" fmla="*/ 5699602 h 6858000"/>
              <a:gd name="connsiteX19" fmla="*/ 233938 w 7467600"/>
              <a:gd name="connsiteY19" fmla="*/ 5809416 h 6858000"/>
              <a:gd name="connsiteX20" fmla="*/ 883580 w 7467600"/>
              <a:gd name="connsiteY20" fmla="*/ 6180710 h 6858000"/>
              <a:gd name="connsiteX21" fmla="*/ 487337 w 7467600"/>
              <a:gd name="connsiteY21" fmla="*/ 5950182 h 6858000"/>
              <a:gd name="connsiteX22" fmla="*/ 354051 w 7467600"/>
              <a:gd name="connsiteY22" fmla="*/ 5854912 h 6858000"/>
              <a:gd name="connsiteX23" fmla="*/ 195436 w 7467600"/>
              <a:gd name="connsiteY23" fmla="*/ 5755068 h 6858000"/>
              <a:gd name="connsiteX24" fmla="*/ 103333 w 7467600"/>
              <a:gd name="connsiteY24" fmla="*/ 5699602 h 6858000"/>
              <a:gd name="connsiteX25" fmla="*/ 5539432 w 7467600"/>
              <a:gd name="connsiteY25" fmla="*/ 5642928 h 6858000"/>
              <a:gd name="connsiteX26" fmla="*/ 5555462 w 7467600"/>
              <a:gd name="connsiteY26" fmla="*/ 5694454 h 6858000"/>
              <a:gd name="connsiteX27" fmla="*/ 5828270 w 7467600"/>
              <a:gd name="connsiteY27" fmla="*/ 6320663 h 6858000"/>
              <a:gd name="connsiteX28" fmla="*/ 5947416 w 7467600"/>
              <a:gd name="connsiteY28" fmla="*/ 6574846 h 6858000"/>
              <a:gd name="connsiteX29" fmla="*/ 5539432 w 7467600"/>
              <a:gd name="connsiteY29" fmla="*/ 5642928 h 6858000"/>
              <a:gd name="connsiteX30" fmla="*/ 51253 w 7467600"/>
              <a:gd name="connsiteY30" fmla="*/ 5631825 h 6858000"/>
              <a:gd name="connsiteX31" fmla="*/ 211622 w 7467600"/>
              <a:gd name="connsiteY31" fmla="*/ 5728803 h 6858000"/>
              <a:gd name="connsiteX32" fmla="*/ 371652 w 7467600"/>
              <a:gd name="connsiteY32" fmla="*/ 5829062 h 6858000"/>
              <a:gd name="connsiteX33" fmla="*/ 505903 w 7467600"/>
              <a:gd name="connsiteY33" fmla="*/ 5925221 h 6858000"/>
              <a:gd name="connsiteX34" fmla="*/ 899240 w 7467600"/>
              <a:gd name="connsiteY34" fmla="*/ 6153068 h 6858000"/>
              <a:gd name="connsiteX35" fmla="*/ 988114 w 7467600"/>
              <a:gd name="connsiteY35" fmla="*/ 6174204 h 6858000"/>
              <a:gd name="connsiteX36" fmla="*/ 845971 w 7467600"/>
              <a:gd name="connsiteY36" fmla="*/ 6067177 h 6858000"/>
              <a:gd name="connsiteX37" fmla="*/ 448057 w 7467600"/>
              <a:gd name="connsiteY37" fmla="*/ 5841376 h 6858000"/>
              <a:gd name="connsiteX38" fmla="*/ 51253 w 7467600"/>
              <a:gd name="connsiteY38" fmla="*/ 5631825 h 6858000"/>
              <a:gd name="connsiteX39" fmla="*/ 2606687 w 7467600"/>
              <a:gd name="connsiteY39" fmla="*/ 5630718 h 6858000"/>
              <a:gd name="connsiteX40" fmla="*/ 2645658 w 7467600"/>
              <a:gd name="connsiteY40" fmla="*/ 6640259 h 6858000"/>
              <a:gd name="connsiteX41" fmla="*/ 2606687 w 7467600"/>
              <a:gd name="connsiteY41" fmla="*/ 5630718 h 6858000"/>
              <a:gd name="connsiteX42" fmla="*/ 3642057 w 7467600"/>
              <a:gd name="connsiteY42" fmla="*/ 5573487 h 6858000"/>
              <a:gd name="connsiteX43" fmla="*/ 3632981 w 7467600"/>
              <a:gd name="connsiteY43" fmla="*/ 5579437 h 6858000"/>
              <a:gd name="connsiteX44" fmla="*/ 3382436 w 7467600"/>
              <a:gd name="connsiteY44" fmla="*/ 5952726 h 6858000"/>
              <a:gd name="connsiteX45" fmla="*/ 3191929 w 7467600"/>
              <a:gd name="connsiteY45" fmla="*/ 6662669 h 6858000"/>
              <a:gd name="connsiteX46" fmla="*/ 3369898 w 7467600"/>
              <a:gd name="connsiteY46" fmla="*/ 6081771 h 6858000"/>
              <a:gd name="connsiteX47" fmla="*/ 3642057 w 7467600"/>
              <a:gd name="connsiteY47" fmla="*/ 5573487 h 6858000"/>
              <a:gd name="connsiteX48" fmla="*/ 2650666 w 7467600"/>
              <a:gd name="connsiteY48" fmla="*/ 5530686 h 6858000"/>
              <a:gd name="connsiteX49" fmla="*/ 2650249 w 7467600"/>
              <a:gd name="connsiteY49" fmla="*/ 5532101 h 6858000"/>
              <a:gd name="connsiteX50" fmla="*/ 2663808 w 7467600"/>
              <a:gd name="connsiteY50" fmla="*/ 6535215 h 6858000"/>
              <a:gd name="connsiteX51" fmla="*/ 2665418 w 7467600"/>
              <a:gd name="connsiteY51" fmla="*/ 6132756 h 6858000"/>
              <a:gd name="connsiteX52" fmla="*/ 2650666 w 7467600"/>
              <a:gd name="connsiteY52" fmla="*/ 5530686 h 6858000"/>
              <a:gd name="connsiteX53" fmla="*/ 2680277 w 7467600"/>
              <a:gd name="connsiteY53" fmla="*/ 5479204 h 6858000"/>
              <a:gd name="connsiteX54" fmla="*/ 2678972 w 7467600"/>
              <a:gd name="connsiteY54" fmla="*/ 5481582 h 6858000"/>
              <a:gd name="connsiteX55" fmla="*/ 2696666 w 7467600"/>
              <a:gd name="connsiteY55" fmla="*/ 6133836 h 6858000"/>
              <a:gd name="connsiteX56" fmla="*/ 2695769 w 7467600"/>
              <a:gd name="connsiteY56" fmla="*/ 6390955 h 6858000"/>
              <a:gd name="connsiteX57" fmla="*/ 2739893 w 7467600"/>
              <a:gd name="connsiteY57" fmla="*/ 6108357 h 6858000"/>
              <a:gd name="connsiteX58" fmla="*/ 2680277 w 7467600"/>
              <a:gd name="connsiteY58" fmla="*/ 5479204 h 6858000"/>
              <a:gd name="connsiteX59" fmla="*/ 1132195 w 7467600"/>
              <a:gd name="connsiteY59" fmla="*/ 5467980 h 6858000"/>
              <a:gd name="connsiteX60" fmla="*/ 1679056 w 7467600"/>
              <a:gd name="connsiteY60" fmla="*/ 5516907 h 6858000"/>
              <a:gd name="connsiteX61" fmla="*/ 2128648 w 7467600"/>
              <a:gd name="connsiteY61" fmla="*/ 5474249 h 6858000"/>
              <a:gd name="connsiteX62" fmla="*/ 1825619 w 7467600"/>
              <a:gd name="connsiteY62" fmla="*/ 5478447 h 6858000"/>
              <a:gd name="connsiteX63" fmla="*/ 1737798 w 7467600"/>
              <a:gd name="connsiteY63" fmla="*/ 5483353 h 6858000"/>
              <a:gd name="connsiteX64" fmla="*/ 1132195 w 7467600"/>
              <a:gd name="connsiteY64" fmla="*/ 5467980 h 6858000"/>
              <a:gd name="connsiteX65" fmla="*/ 1456157 w 7467600"/>
              <a:gd name="connsiteY65" fmla="*/ 5371404 h 6858000"/>
              <a:gd name="connsiteX66" fmla="*/ 1244432 w 7467600"/>
              <a:gd name="connsiteY66" fmla="*/ 5385601 h 6858000"/>
              <a:gd name="connsiteX67" fmla="*/ 973990 w 7467600"/>
              <a:gd name="connsiteY67" fmla="*/ 5424940 h 6858000"/>
              <a:gd name="connsiteX68" fmla="*/ 1103809 w 7467600"/>
              <a:gd name="connsiteY68" fmla="*/ 5433720 h 6858000"/>
              <a:gd name="connsiteX69" fmla="*/ 1123454 w 7467600"/>
              <a:gd name="connsiteY69" fmla="*/ 5435727 h 6858000"/>
              <a:gd name="connsiteX70" fmla="*/ 1737017 w 7467600"/>
              <a:gd name="connsiteY70" fmla="*/ 5452183 h 6858000"/>
              <a:gd name="connsiteX71" fmla="*/ 1824397 w 7467600"/>
              <a:gd name="connsiteY71" fmla="*/ 5447757 h 6858000"/>
              <a:gd name="connsiteX72" fmla="*/ 2070059 w 7467600"/>
              <a:gd name="connsiteY72" fmla="*/ 5441660 h 6858000"/>
              <a:gd name="connsiteX73" fmla="*/ 1456157 w 7467600"/>
              <a:gd name="connsiteY73" fmla="*/ 5371404 h 6858000"/>
              <a:gd name="connsiteX74" fmla="*/ 4988186 w 7467600"/>
              <a:gd name="connsiteY74" fmla="*/ 5216467 h 6858000"/>
              <a:gd name="connsiteX75" fmla="*/ 4777334 w 7467600"/>
              <a:gd name="connsiteY75" fmla="*/ 5406072 h 6858000"/>
              <a:gd name="connsiteX76" fmla="*/ 4718341 w 7467600"/>
              <a:gd name="connsiteY76" fmla="*/ 5468043 h 6858000"/>
              <a:gd name="connsiteX77" fmla="*/ 4604655 w 7467600"/>
              <a:gd name="connsiteY77" fmla="*/ 5583434 h 6858000"/>
              <a:gd name="connsiteX78" fmla="*/ 4565074 w 7467600"/>
              <a:gd name="connsiteY78" fmla="*/ 5618550 h 6858000"/>
              <a:gd name="connsiteX79" fmla="*/ 4988186 w 7467600"/>
              <a:gd name="connsiteY79" fmla="*/ 5216467 h 6858000"/>
              <a:gd name="connsiteX80" fmla="*/ 4978032 w 7467600"/>
              <a:gd name="connsiteY80" fmla="*/ 5183809 h 6858000"/>
              <a:gd name="connsiteX81" fmla="*/ 4463413 w 7467600"/>
              <a:gd name="connsiteY81" fmla="*/ 5615162 h 6858000"/>
              <a:gd name="connsiteX82" fmla="*/ 4358134 w 7467600"/>
              <a:gd name="connsiteY82" fmla="*/ 5742791 h 6858000"/>
              <a:gd name="connsiteX83" fmla="*/ 4376219 w 7467600"/>
              <a:gd name="connsiteY83" fmla="*/ 5729027 h 6858000"/>
              <a:gd name="connsiteX84" fmla="*/ 4582340 w 7467600"/>
              <a:gd name="connsiteY84" fmla="*/ 5561037 h 6858000"/>
              <a:gd name="connsiteX85" fmla="*/ 4694684 w 7467600"/>
              <a:gd name="connsiteY85" fmla="*/ 5447098 h 6858000"/>
              <a:gd name="connsiteX86" fmla="*/ 4754123 w 7467600"/>
              <a:gd name="connsiteY86" fmla="*/ 5384643 h 6858000"/>
              <a:gd name="connsiteX87" fmla="*/ 4978032 w 7467600"/>
              <a:gd name="connsiteY87" fmla="*/ 5183809 h 6858000"/>
              <a:gd name="connsiteX88" fmla="*/ 1903353 w 7467600"/>
              <a:gd name="connsiteY88" fmla="*/ 5044827 h 6858000"/>
              <a:gd name="connsiteX89" fmla="*/ 1936931 w 7467600"/>
              <a:gd name="connsiteY89" fmla="*/ 5093954 h 6858000"/>
              <a:gd name="connsiteX90" fmla="*/ 2195868 w 7467600"/>
              <a:gd name="connsiteY90" fmla="*/ 5396574 h 6858000"/>
              <a:gd name="connsiteX91" fmla="*/ 2088852 w 7467600"/>
              <a:gd name="connsiteY91" fmla="*/ 5166123 h 6858000"/>
              <a:gd name="connsiteX92" fmla="*/ 1958241 w 7467600"/>
              <a:gd name="connsiteY92" fmla="*/ 5067955 h 6858000"/>
              <a:gd name="connsiteX93" fmla="*/ 1903353 w 7467600"/>
              <a:gd name="connsiteY93" fmla="*/ 5044827 h 6858000"/>
              <a:gd name="connsiteX94" fmla="*/ 1979378 w 7467600"/>
              <a:gd name="connsiteY94" fmla="*/ 4769504 h 6858000"/>
              <a:gd name="connsiteX95" fmla="*/ 2882120 w 7467600"/>
              <a:gd name="connsiteY95" fmla="*/ 5064547 h 6858000"/>
              <a:gd name="connsiteX96" fmla="*/ 2793103 w 7467600"/>
              <a:gd name="connsiteY96" fmla="*/ 5039699 h 6858000"/>
              <a:gd name="connsiteX97" fmla="*/ 2770041 w 7467600"/>
              <a:gd name="connsiteY97" fmla="*/ 5033634 h 6858000"/>
              <a:gd name="connsiteX98" fmla="*/ 1979378 w 7467600"/>
              <a:gd name="connsiteY98" fmla="*/ 4769504 h 6858000"/>
              <a:gd name="connsiteX99" fmla="*/ 1927410 w 7467600"/>
              <a:gd name="connsiteY99" fmla="*/ 4716164 h 6858000"/>
              <a:gd name="connsiteX100" fmla="*/ 1959587 w 7467600"/>
              <a:gd name="connsiteY100" fmla="*/ 4728849 h 6858000"/>
              <a:gd name="connsiteX101" fmla="*/ 2777707 w 7467600"/>
              <a:gd name="connsiteY101" fmla="*/ 5003991 h 6858000"/>
              <a:gd name="connsiteX102" fmla="*/ 2800768 w 7467600"/>
              <a:gd name="connsiteY102" fmla="*/ 5010056 h 6858000"/>
              <a:gd name="connsiteX103" fmla="*/ 2879408 w 7467600"/>
              <a:gd name="connsiteY103" fmla="*/ 5031590 h 6858000"/>
              <a:gd name="connsiteX104" fmla="*/ 2862295 w 7467600"/>
              <a:gd name="connsiteY104" fmla="*/ 5022958 h 6858000"/>
              <a:gd name="connsiteX105" fmla="*/ 2813343 w 7467600"/>
              <a:gd name="connsiteY105" fmla="*/ 4998369 h 6858000"/>
              <a:gd name="connsiteX106" fmla="*/ 2646245 w 7467600"/>
              <a:gd name="connsiteY106" fmla="*/ 4930999 h 6858000"/>
              <a:gd name="connsiteX107" fmla="*/ 1999243 w 7467600"/>
              <a:gd name="connsiteY107" fmla="*/ 4730524 h 6858000"/>
              <a:gd name="connsiteX108" fmla="*/ 1979527 w 7467600"/>
              <a:gd name="connsiteY108" fmla="*/ 4726651 h 6858000"/>
              <a:gd name="connsiteX109" fmla="*/ 1927410 w 7467600"/>
              <a:gd name="connsiteY109" fmla="*/ 4716164 h 6858000"/>
              <a:gd name="connsiteX110" fmla="*/ 1997014 w 7467600"/>
              <a:gd name="connsiteY110" fmla="*/ 4698007 h 6858000"/>
              <a:gd name="connsiteX111" fmla="*/ 2005458 w 7467600"/>
              <a:gd name="connsiteY111" fmla="*/ 4699540 h 6858000"/>
              <a:gd name="connsiteX112" fmla="*/ 2657186 w 7467600"/>
              <a:gd name="connsiteY112" fmla="*/ 4901687 h 6858000"/>
              <a:gd name="connsiteX113" fmla="*/ 2826662 w 7467600"/>
              <a:gd name="connsiteY113" fmla="*/ 4970362 h 6858000"/>
              <a:gd name="connsiteX114" fmla="*/ 2876100 w 7467600"/>
              <a:gd name="connsiteY114" fmla="*/ 4995397 h 6858000"/>
              <a:gd name="connsiteX115" fmla="*/ 3042600 w 7467600"/>
              <a:gd name="connsiteY115" fmla="*/ 5059532 h 6858000"/>
              <a:gd name="connsiteX116" fmla="*/ 1997014 w 7467600"/>
              <a:gd name="connsiteY116" fmla="*/ 4698007 h 6858000"/>
              <a:gd name="connsiteX117" fmla="*/ 2305292 w 7467600"/>
              <a:gd name="connsiteY117" fmla="*/ 4219492 h 6858000"/>
              <a:gd name="connsiteX118" fmla="*/ 3360922 w 7467600"/>
              <a:gd name="connsiteY118" fmla="*/ 4529373 h 6858000"/>
              <a:gd name="connsiteX119" fmla="*/ 3492420 w 7467600"/>
              <a:gd name="connsiteY119" fmla="*/ 4510145 h 6858000"/>
              <a:gd name="connsiteX120" fmla="*/ 3364086 w 7467600"/>
              <a:gd name="connsiteY120" fmla="*/ 4480340 h 6858000"/>
              <a:gd name="connsiteX121" fmla="*/ 3225818 w 7467600"/>
              <a:gd name="connsiteY121" fmla="*/ 4411822 h 6858000"/>
              <a:gd name="connsiteX122" fmla="*/ 3129696 w 7467600"/>
              <a:gd name="connsiteY122" fmla="*/ 4360704 h 6858000"/>
              <a:gd name="connsiteX123" fmla="*/ 2814545 w 7467600"/>
              <a:gd name="connsiteY123" fmla="*/ 4282955 h 6858000"/>
              <a:gd name="connsiteX124" fmla="*/ 2305292 w 7467600"/>
              <a:gd name="connsiteY124" fmla="*/ 4219492 h 6858000"/>
              <a:gd name="connsiteX125" fmla="*/ 2626982 w 7467600"/>
              <a:gd name="connsiteY125" fmla="*/ 4206450 h 6858000"/>
              <a:gd name="connsiteX126" fmla="*/ 2490617 w 7467600"/>
              <a:gd name="connsiteY126" fmla="*/ 4206951 h 6858000"/>
              <a:gd name="connsiteX127" fmla="*/ 2819869 w 7467600"/>
              <a:gd name="connsiteY127" fmla="*/ 4252936 h 6858000"/>
              <a:gd name="connsiteX128" fmla="*/ 3143018 w 7467600"/>
              <a:gd name="connsiteY128" fmla="*/ 4332698 h 6858000"/>
              <a:gd name="connsiteX129" fmla="*/ 3241520 w 7467600"/>
              <a:gd name="connsiteY129" fmla="*/ 4385112 h 6858000"/>
              <a:gd name="connsiteX130" fmla="*/ 3374575 w 7467600"/>
              <a:gd name="connsiteY130" fmla="*/ 4451517 h 6858000"/>
              <a:gd name="connsiteX131" fmla="*/ 3505221 w 7467600"/>
              <a:gd name="connsiteY131" fmla="*/ 4480757 h 6858000"/>
              <a:gd name="connsiteX132" fmla="*/ 2626982 w 7467600"/>
              <a:gd name="connsiteY132" fmla="*/ 4206450 h 6858000"/>
              <a:gd name="connsiteX133" fmla="*/ 1310106 w 7467600"/>
              <a:gd name="connsiteY133" fmla="*/ 3943217 h 6858000"/>
              <a:gd name="connsiteX134" fmla="*/ 854994 w 7467600"/>
              <a:gd name="connsiteY134" fmla="*/ 4399136 h 6858000"/>
              <a:gd name="connsiteX135" fmla="*/ 742462 w 7467600"/>
              <a:gd name="connsiteY135" fmla="*/ 4594648 h 6858000"/>
              <a:gd name="connsiteX136" fmla="*/ 820602 w 7467600"/>
              <a:gd name="connsiteY136" fmla="*/ 4485915 h 6858000"/>
              <a:gd name="connsiteX137" fmla="*/ 878295 w 7467600"/>
              <a:gd name="connsiteY137" fmla="*/ 4403594 h 6858000"/>
              <a:gd name="connsiteX138" fmla="*/ 1240607 w 7467600"/>
              <a:gd name="connsiteY138" fmla="*/ 4010401 h 6858000"/>
              <a:gd name="connsiteX139" fmla="*/ 1310106 w 7467600"/>
              <a:gd name="connsiteY139" fmla="*/ 3943217 h 6858000"/>
              <a:gd name="connsiteX140" fmla="*/ 1423113 w 7467600"/>
              <a:gd name="connsiteY140" fmla="*/ 3874565 h 6858000"/>
              <a:gd name="connsiteX141" fmla="*/ 1260565 w 7467600"/>
              <a:gd name="connsiteY141" fmla="*/ 4031982 h 6858000"/>
              <a:gd name="connsiteX142" fmla="*/ 901900 w 7467600"/>
              <a:gd name="connsiteY142" fmla="*/ 4421236 h 6858000"/>
              <a:gd name="connsiteX143" fmla="*/ 845044 w 7467600"/>
              <a:gd name="connsiteY143" fmla="*/ 4502436 h 6858000"/>
              <a:gd name="connsiteX144" fmla="*/ 685926 w 7467600"/>
              <a:gd name="connsiteY144" fmla="*/ 4703069 h 6858000"/>
              <a:gd name="connsiteX145" fmla="*/ 684248 w 7467600"/>
              <a:gd name="connsiteY145" fmla="*/ 4706721 h 6858000"/>
              <a:gd name="connsiteX146" fmla="*/ 1423113 w 7467600"/>
              <a:gd name="connsiteY146" fmla="*/ 3874565 h 6858000"/>
              <a:gd name="connsiteX147" fmla="*/ 3316479 w 7467600"/>
              <a:gd name="connsiteY147" fmla="*/ 3872136 h 6858000"/>
              <a:gd name="connsiteX148" fmla="*/ 3546806 w 7467600"/>
              <a:gd name="connsiteY148" fmla="*/ 4356139 h 6858000"/>
              <a:gd name="connsiteX149" fmla="*/ 3364433 w 7467600"/>
              <a:gd name="connsiteY149" fmla="*/ 3953121 h 6858000"/>
              <a:gd name="connsiteX150" fmla="*/ 3316479 w 7467600"/>
              <a:gd name="connsiteY150" fmla="*/ 3872136 h 6858000"/>
              <a:gd name="connsiteX151" fmla="*/ 3291335 w 7467600"/>
              <a:gd name="connsiteY151" fmla="*/ 3767420 h 6858000"/>
              <a:gd name="connsiteX152" fmla="*/ 3390805 w 7467600"/>
              <a:gd name="connsiteY152" fmla="*/ 3937163 h 6858000"/>
              <a:gd name="connsiteX153" fmla="*/ 3579062 w 7467600"/>
              <a:gd name="connsiteY153" fmla="*/ 4359040 h 6858000"/>
              <a:gd name="connsiteX154" fmla="*/ 3467355 w 7467600"/>
              <a:gd name="connsiteY154" fmla="*/ 3988130 h 6858000"/>
              <a:gd name="connsiteX155" fmla="*/ 3310753 w 7467600"/>
              <a:gd name="connsiteY155" fmla="*/ 3787140 h 6858000"/>
              <a:gd name="connsiteX156" fmla="*/ 3291335 w 7467600"/>
              <a:gd name="connsiteY156" fmla="*/ 3767420 h 6858000"/>
              <a:gd name="connsiteX157" fmla="*/ 1635889 w 7467600"/>
              <a:gd name="connsiteY157" fmla="*/ 3709494 h 6858000"/>
              <a:gd name="connsiteX158" fmla="*/ 1634800 w 7467600"/>
              <a:gd name="connsiteY158" fmla="*/ 3731111 h 6858000"/>
              <a:gd name="connsiteX159" fmla="*/ 1635889 w 7467600"/>
              <a:gd name="connsiteY159" fmla="*/ 3709494 h 6858000"/>
              <a:gd name="connsiteX160" fmla="*/ 1510397 w 7467600"/>
              <a:gd name="connsiteY160" fmla="*/ 3684705 h 6858000"/>
              <a:gd name="connsiteX161" fmla="*/ 1146550 w 7467600"/>
              <a:gd name="connsiteY161" fmla="*/ 3802012 h 6858000"/>
              <a:gd name="connsiteX162" fmla="*/ 698834 w 7467600"/>
              <a:gd name="connsiteY162" fmla="*/ 3952272 h 6858000"/>
              <a:gd name="connsiteX163" fmla="*/ 34256 w 7467600"/>
              <a:gd name="connsiteY163" fmla="*/ 4347603 h 6858000"/>
              <a:gd name="connsiteX164" fmla="*/ 527241 w 7467600"/>
              <a:gd name="connsiteY164" fmla="*/ 4065078 h 6858000"/>
              <a:gd name="connsiteX165" fmla="*/ 1510397 w 7467600"/>
              <a:gd name="connsiteY165" fmla="*/ 3684705 h 6858000"/>
              <a:gd name="connsiteX166" fmla="*/ 1313114 w 7467600"/>
              <a:gd name="connsiteY166" fmla="*/ 3655216 h 6858000"/>
              <a:gd name="connsiteX167" fmla="*/ 1109304 w 7467600"/>
              <a:gd name="connsiteY167" fmla="*/ 3669030 h 6858000"/>
              <a:gd name="connsiteX168" fmla="*/ 8129 w 7467600"/>
              <a:gd name="connsiteY168" fmla="*/ 4330519 h 6858000"/>
              <a:gd name="connsiteX169" fmla="*/ 687572 w 7467600"/>
              <a:gd name="connsiteY169" fmla="*/ 3925629 h 6858000"/>
              <a:gd name="connsiteX170" fmla="*/ 1138365 w 7467600"/>
              <a:gd name="connsiteY170" fmla="*/ 3774515 h 6858000"/>
              <a:gd name="connsiteX171" fmla="*/ 1505579 w 7467600"/>
              <a:gd name="connsiteY171" fmla="*/ 3655526 h 6858000"/>
              <a:gd name="connsiteX172" fmla="*/ 1313114 w 7467600"/>
              <a:gd name="connsiteY172" fmla="*/ 3655216 h 6858000"/>
              <a:gd name="connsiteX173" fmla="*/ 3655073 w 7467600"/>
              <a:gd name="connsiteY173" fmla="*/ 3650884 h 6858000"/>
              <a:gd name="connsiteX174" fmla="*/ 3989938 w 7467600"/>
              <a:gd name="connsiteY174" fmla="*/ 3991685 h 6858000"/>
              <a:gd name="connsiteX175" fmla="*/ 4393907 w 7467600"/>
              <a:gd name="connsiteY175" fmla="*/ 4261258 h 6858000"/>
              <a:gd name="connsiteX176" fmla="*/ 4648051 w 7467600"/>
              <a:gd name="connsiteY176" fmla="*/ 4374051 h 6858000"/>
              <a:gd name="connsiteX177" fmla="*/ 4383389 w 7467600"/>
              <a:gd name="connsiteY177" fmla="*/ 4184369 h 6858000"/>
              <a:gd name="connsiteX178" fmla="*/ 4165508 w 7467600"/>
              <a:gd name="connsiteY178" fmla="*/ 4035196 h 6858000"/>
              <a:gd name="connsiteX179" fmla="*/ 4068162 w 7467600"/>
              <a:gd name="connsiteY179" fmla="*/ 3953394 h 6858000"/>
              <a:gd name="connsiteX180" fmla="*/ 3981416 w 7467600"/>
              <a:gd name="connsiteY180" fmla="*/ 3880482 h 6858000"/>
              <a:gd name="connsiteX181" fmla="*/ 3800147 w 7467600"/>
              <a:gd name="connsiteY181" fmla="*/ 3749872 h 6858000"/>
              <a:gd name="connsiteX182" fmla="*/ 3655073 w 7467600"/>
              <a:gd name="connsiteY182" fmla="*/ 3650884 h 6858000"/>
              <a:gd name="connsiteX183" fmla="*/ 3670252 w 7467600"/>
              <a:gd name="connsiteY183" fmla="*/ 3622798 h 6858000"/>
              <a:gd name="connsiteX184" fmla="*/ 3817258 w 7467600"/>
              <a:gd name="connsiteY184" fmla="*/ 3723577 h 6858000"/>
              <a:gd name="connsiteX185" fmla="*/ 4000461 w 7467600"/>
              <a:gd name="connsiteY185" fmla="*/ 3855966 h 6858000"/>
              <a:gd name="connsiteX186" fmla="*/ 4088180 w 7467600"/>
              <a:gd name="connsiteY186" fmla="*/ 3929774 h 6858000"/>
              <a:gd name="connsiteX187" fmla="*/ 4184555 w 7467600"/>
              <a:gd name="connsiteY187" fmla="*/ 4010683 h 6858000"/>
              <a:gd name="connsiteX188" fmla="*/ 4399563 w 7467600"/>
              <a:gd name="connsiteY188" fmla="*/ 4158106 h 6858000"/>
              <a:gd name="connsiteX189" fmla="*/ 4684469 w 7467600"/>
              <a:gd name="connsiteY189" fmla="*/ 4364680 h 6858000"/>
              <a:gd name="connsiteX190" fmla="*/ 4690271 w 7467600"/>
              <a:gd name="connsiteY190" fmla="*/ 4370034 h 6858000"/>
              <a:gd name="connsiteX191" fmla="*/ 4136093 w 7467600"/>
              <a:gd name="connsiteY191" fmla="*/ 3858466 h 6858000"/>
              <a:gd name="connsiteX192" fmla="*/ 3670252 w 7467600"/>
              <a:gd name="connsiteY192" fmla="*/ 3622798 h 6858000"/>
              <a:gd name="connsiteX193" fmla="*/ 4440129 w 7467600"/>
              <a:gd name="connsiteY193" fmla="*/ 3448571 h 6858000"/>
              <a:gd name="connsiteX194" fmla="*/ 4856525 w 7467600"/>
              <a:gd name="connsiteY194" fmla="*/ 3915351 h 6858000"/>
              <a:gd name="connsiteX195" fmla="*/ 5059055 w 7467600"/>
              <a:gd name="connsiteY195" fmla="*/ 4108918 h 6858000"/>
              <a:gd name="connsiteX196" fmla="*/ 5290070 w 7467600"/>
              <a:gd name="connsiteY196" fmla="*/ 4263619 h 6858000"/>
              <a:gd name="connsiteX197" fmla="*/ 4834991 w 7467600"/>
              <a:gd name="connsiteY197" fmla="*/ 3830985 h 6858000"/>
              <a:gd name="connsiteX198" fmla="*/ 4440129 w 7467600"/>
              <a:gd name="connsiteY198" fmla="*/ 3448571 h 6858000"/>
              <a:gd name="connsiteX199" fmla="*/ 4441737 w 7467600"/>
              <a:gd name="connsiteY199" fmla="*/ 3399734 h 6858000"/>
              <a:gd name="connsiteX200" fmla="*/ 4431236 w 7467600"/>
              <a:gd name="connsiteY200" fmla="*/ 3400954 h 6858000"/>
              <a:gd name="connsiteX201" fmla="*/ 4557150 w 7467600"/>
              <a:gd name="connsiteY201" fmla="*/ 3510023 h 6858000"/>
              <a:gd name="connsiteX202" fmla="*/ 4856936 w 7467600"/>
              <a:gd name="connsiteY202" fmla="*/ 3809146 h 6858000"/>
              <a:gd name="connsiteX203" fmla="*/ 5111996 w 7467600"/>
              <a:gd name="connsiteY203" fmla="*/ 4065759 h 6858000"/>
              <a:gd name="connsiteX204" fmla="*/ 5388878 w 7467600"/>
              <a:gd name="connsiteY204" fmla="*/ 4300185 h 6858000"/>
              <a:gd name="connsiteX205" fmla="*/ 5425556 w 7467600"/>
              <a:gd name="connsiteY205" fmla="*/ 4308967 h 6858000"/>
              <a:gd name="connsiteX206" fmla="*/ 4943646 w 7467600"/>
              <a:gd name="connsiteY206" fmla="*/ 3822916 h 6858000"/>
              <a:gd name="connsiteX207" fmla="*/ 4594837 w 7467600"/>
              <a:gd name="connsiteY207" fmla="*/ 3532274 h 6858000"/>
              <a:gd name="connsiteX208" fmla="*/ 4441737 w 7467600"/>
              <a:gd name="connsiteY208" fmla="*/ 3399734 h 6858000"/>
              <a:gd name="connsiteX209" fmla="*/ 5425834 w 7467600"/>
              <a:gd name="connsiteY209" fmla="*/ 3162785 h 6858000"/>
              <a:gd name="connsiteX210" fmla="*/ 5401644 w 7467600"/>
              <a:gd name="connsiteY210" fmla="*/ 3617847 h 6858000"/>
              <a:gd name="connsiteX211" fmla="*/ 5467256 w 7467600"/>
              <a:gd name="connsiteY211" fmla="*/ 4175494 h 6858000"/>
              <a:gd name="connsiteX212" fmla="*/ 5448069 w 7467600"/>
              <a:gd name="connsiteY212" fmla="*/ 3567554 h 6858000"/>
              <a:gd name="connsiteX213" fmla="*/ 5425834 w 7467600"/>
              <a:gd name="connsiteY213" fmla="*/ 3162785 h 6858000"/>
              <a:gd name="connsiteX214" fmla="*/ 1318687 w 7467600"/>
              <a:gd name="connsiteY214" fmla="*/ 3113840 h 6858000"/>
              <a:gd name="connsiteX215" fmla="*/ 1066793 w 7467600"/>
              <a:gd name="connsiteY215" fmla="*/ 3212171 h 6858000"/>
              <a:gd name="connsiteX216" fmla="*/ 993319 w 7467600"/>
              <a:gd name="connsiteY216" fmla="*/ 3247648 h 6858000"/>
              <a:gd name="connsiteX217" fmla="*/ 853081 w 7467600"/>
              <a:gd name="connsiteY217" fmla="*/ 3312410 h 6858000"/>
              <a:gd name="connsiteX218" fmla="*/ 805957 w 7467600"/>
              <a:gd name="connsiteY218" fmla="*/ 3330443 h 6858000"/>
              <a:gd name="connsiteX219" fmla="*/ 1318687 w 7467600"/>
              <a:gd name="connsiteY219" fmla="*/ 3113840 h 6858000"/>
              <a:gd name="connsiteX220" fmla="*/ 5453702 w 7467600"/>
              <a:gd name="connsiteY220" fmla="*/ 3090882 h 6858000"/>
              <a:gd name="connsiteX221" fmla="*/ 5480135 w 7467600"/>
              <a:gd name="connsiteY221" fmla="*/ 3565802 h 6858000"/>
              <a:gd name="connsiteX222" fmla="*/ 5499023 w 7467600"/>
              <a:gd name="connsiteY222" fmla="*/ 4166310 h 6858000"/>
              <a:gd name="connsiteX223" fmla="*/ 5547022 w 7467600"/>
              <a:gd name="connsiteY223" fmla="*/ 3607838 h 6858000"/>
              <a:gd name="connsiteX224" fmla="*/ 5515964 w 7467600"/>
              <a:gd name="connsiteY224" fmla="*/ 3378541 h 6858000"/>
              <a:gd name="connsiteX225" fmla="*/ 5453702 w 7467600"/>
              <a:gd name="connsiteY225" fmla="*/ 3090882 h 6858000"/>
              <a:gd name="connsiteX226" fmla="*/ 1238695 w 7467600"/>
              <a:gd name="connsiteY226" fmla="*/ 3076820 h 6858000"/>
              <a:gd name="connsiteX227" fmla="*/ 716371 w 7467600"/>
              <a:gd name="connsiteY227" fmla="*/ 3293249 h 6858000"/>
              <a:gd name="connsiteX228" fmla="*/ 579522 w 7467600"/>
              <a:gd name="connsiteY228" fmla="*/ 3371759 h 6858000"/>
              <a:gd name="connsiteX229" fmla="*/ 600288 w 7467600"/>
              <a:gd name="connsiteY229" fmla="*/ 3365555 h 6858000"/>
              <a:gd name="connsiteX230" fmla="*/ 840692 w 7467600"/>
              <a:gd name="connsiteY230" fmla="*/ 3284921 h 6858000"/>
              <a:gd name="connsiteX231" fmla="*/ 979248 w 7467600"/>
              <a:gd name="connsiteY231" fmla="*/ 3221003 h 6858000"/>
              <a:gd name="connsiteX232" fmla="*/ 1053282 w 7467600"/>
              <a:gd name="connsiteY232" fmla="*/ 3185247 h 6858000"/>
              <a:gd name="connsiteX233" fmla="*/ 1320603 w 7467600"/>
              <a:gd name="connsiteY233" fmla="*/ 3081281 h 6858000"/>
              <a:gd name="connsiteX234" fmla="*/ 1238695 w 7467600"/>
              <a:gd name="connsiteY234" fmla="*/ 3076820 h 6858000"/>
              <a:gd name="connsiteX235" fmla="*/ 5425627 w 7467600"/>
              <a:gd name="connsiteY235" fmla="*/ 2954192 h 6858000"/>
              <a:gd name="connsiteX236" fmla="*/ 5470770 w 7467600"/>
              <a:gd name="connsiteY236" fmla="*/ 3005435 h 6858000"/>
              <a:gd name="connsiteX237" fmla="*/ 5519779 w 7467600"/>
              <a:gd name="connsiteY237" fmla="*/ 4359223 h 6858000"/>
              <a:gd name="connsiteX238" fmla="*/ 5520293 w 7467600"/>
              <a:gd name="connsiteY238" fmla="*/ 4360602 h 6858000"/>
              <a:gd name="connsiteX239" fmla="*/ 5767221 w 7467600"/>
              <a:gd name="connsiteY239" fmla="*/ 4665564 h 6858000"/>
              <a:gd name="connsiteX240" fmla="*/ 6937169 w 7467600"/>
              <a:gd name="connsiteY240" fmla="*/ 4815941 h 6858000"/>
              <a:gd name="connsiteX241" fmla="*/ 6953922 w 7467600"/>
              <a:gd name="connsiteY241" fmla="*/ 4890068 h 6858000"/>
              <a:gd name="connsiteX242" fmla="*/ 6071359 w 7467600"/>
              <a:gd name="connsiteY242" fmla="*/ 4770770 h 6858000"/>
              <a:gd name="connsiteX243" fmla="*/ 6038839 w 7467600"/>
              <a:gd name="connsiteY243" fmla="*/ 4764474 h 6858000"/>
              <a:gd name="connsiteX244" fmla="*/ 6038706 w 7467600"/>
              <a:gd name="connsiteY244" fmla="*/ 4763847 h 6858000"/>
              <a:gd name="connsiteX245" fmla="*/ 6037784 w 7467600"/>
              <a:gd name="connsiteY245" fmla="*/ 4764270 h 6858000"/>
              <a:gd name="connsiteX246" fmla="*/ 6038839 w 7467600"/>
              <a:gd name="connsiteY246" fmla="*/ 4764474 h 6858000"/>
              <a:gd name="connsiteX247" fmla="*/ 6040338 w 7467600"/>
              <a:gd name="connsiteY247" fmla="*/ 4771418 h 6858000"/>
              <a:gd name="connsiteX248" fmla="*/ 6024488 w 7467600"/>
              <a:gd name="connsiteY248" fmla="*/ 4809903 h 6858000"/>
              <a:gd name="connsiteX249" fmla="*/ 5599771 w 7467600"/>
              <a:gd name="connsiteY249" fmla="*/ 5509652 h 6858000"/>
              <a:gd name="connsiteX250" fmla="*/ 5548843 w 7467600"/>
              <a:gd name="connsiteY250" fmla="*/ 5563845 h 6858000"/>
              <a:gd name="connsiteX251" fmla="*/ 5940952 w 7467600"/>
              <a:gd name="connsiteY251" fmla="*/ 6250028 h 6858000"/>
              <a:gd name="connsiteX252" fmla="*/ 6043441 w 7467600"/>
              <a:gd name="connsiteY252" fmla="*/ 6665847 h 6858000"/>
              <a:gd name="connsiteX253" fmla="*/ 6093432 w 7467600"/>
              <a:gd name="connsiteY253" fmla="*/ 6858000 h 6858000"/>
              <a:gd name="connsiteX254" fmla="*/ 6034344 w 7467600"/>
              <a:gd name="connsiteY254" fmla="*/ 6858000 h 6858000"/>
              <a:gd name="connsiteX255" fmla="*/ 6026679 w 7467600"/>
              <a:gd name="connsiteY255" fmla="*/ 6836959 h 6858000"/>
              <a:gd name="connsiteX256" fmla="*/ 5800441 w 7467600"/>
              <a:gd name="connsiteY256" fmla="*/ 6335286 h 6858000"/>
              <a:gd name="connsiteX257" fmla="*/ 5526562 w 7467600"/>
              <a:gd name="connsiteY257" fmla="*/ 5705388 h 6858000"/>
              <a:gd name="connsiteX258" fmla="*/ 5519640 w 7467600"/>
              <a:gd name="connsiteY258" fmla="*/ 5683774 h 6858000"/>
              <a:gd name="connsiteX259" fmla="*/ 5844559 w 7467600"/>
              <a:gd name="connsiteY259" fmla="*/ 6553349 h 6858000"/>
              <a:gd name="connsiteX260" fmla="*/ 5975994 w 7467600"/>
              <a:gd name="connsiteY260" fmla="*/ 6858000 h 6858000"/>
              <a:gd name="connsiteX261" fmla="*/ 5898547 w 7467600"/>
              <a:gd name="connsiteY261" fmla="*/ 6858000 h 6858000"/>
              <a:gd name="connsiteX262" fmla="*/ 5682041 w 7467600"/>
              <a:gd name="connsiteY262" fmla="*/ 6355860 h 6858000"/>
              <a:gd name="connsiteX263" fmla="*/ 5461758 w 7467600"/>
              <a:gd name="connsiteY263" fmla="*/ 5820220 h 6858000"/>
              <a:gd name="connsiteX264" fmla="*/ 5237282 w 7467600"/>
              <a:gd name="connsiteY264" fmla="*/ 6579086 h 6858000"/>
              <a:gd name="connsiteX265" fmla="*/ 5115009 w 7467600"/>
              <a:gd name="connsiteY265" fmla="*/ 6858000 h 6858000"/>
              <a:gd name="connsiteX266" fmla="*/ 5028074 w 7467600"/>
              <a:gd name="connsiteY266" fmla="*/ 6858000 h 6858000"/>
              <a:gd name="connsiteX267" fmla="*/ 5079508 w 7467600"/>
              <a:gd name="connsiteY267" fmla="*/ 6749074 h 6858000"/>
              <a:gd name="connsiteX268" fmla="*/ 5371846 w 7467600"/>
              <a:gd name="connsiteY268" fmla="*/ 5924413 h 6858000"/>
              <a:gd name="connsiteX269" fmla="*/ 5270512 w 7467600"/>
              <a:gd name="connsiteY269" fmla="*/ 6138975 h 6858000"/>
              <a:gd name="connsiteX270" fmla="*/ 5062409 w 7467600"/>
              <a:gd name="connsiteY270" fmla="*/ 6653544 h 6858000"/>
              <a:gd name="connsiteX271" fmla="*/ 5036628 w 7467600"/>
              <a:gd name="connsiteY271" fmla="*/ 6754247 h 6858000"/>
              <a:gd name="connsiteX272" fmla="*/ 5009112 w 7467600"/>
              <a:gd name="connsiteY272" fmla="*/ 6858000 h 6858000"/>
              <a:gd name="connsiteX273" fmla="*/ 4976679 w 7467600"/>
              <a:gd name="connsiteY273" fmla="*/ 6858000 h 6858000"/>
              <a:gd name="connsiteX274" fmla="*/ 5006537 w 7467600"/>
              <a:gd name="connsiteY274" fmla="*/ 6747068 h 6858000"/>
              <a:gd name="connsiteX275" fmla="*/ 5032723 w 7467600"/>
              <a:gd name="connsiteY275" fmla="*/ 6644957 h 6858000"/>
              <a:gd name="connsiteX276" fmla="*/ 5242949 w 7467600"/>
              <a:gd name="connsiteY276" fmla="*/ 6125175 h 6858000"/>
              <a:gd name="connsiteX277" fmla="*/ 5286321 w 7467600"/>
              <a:gd name="connsiteY277" fmla="*/ 6033555 h 6858000"/>
              <a:gd name="connsiteX278" fmla="*/ 5008210 w 7467600"/>
              <a:gd name="connsiteY278" fmla="*/ 6649194 h 6858000"/>
              <a:gd name="connsiteX279" fmla="*/ 4986321 w 7467600"/>
              <a:gd name="connsiteY279" fmla="*/ 6765687 h 6858000"/>
              <a:gd name="connsiteX280" fmla="*/ 4973474 w 7467600"/>
              <a:gd name="connsiteY280" fmla="*/ 6858000 h 6858000"/>
              <a:gd name="connsiteX281" fmla="*/ 4907178 w 7467600"/>
              <a:gd name="connsiteY281" fmla="*/ 6858000 h 6858000"/>
              <a:gd name="connsiteX282" fmla="*/ 4910810 w 7467600"/>
              <a:gd name="connsiteY282" fmla="*/ 6829660 h 6858000"/>
              <a:gd name="connsiteX283" fmla="*/ 4987461 w 7467600"/>
              <a:gd name="connsiteY283" fmla="*/ 6432994 h 6858000"/>
              <a:gd name="connsiteX284" fmla="*/ 5179262 w 7467600"/>
              <a:gd name="connsiteY284" fmla="*/ 6035044 h 6858000"/>
              <a:gd name="connsiteX285" fmla="*/ 4689678 w 7467600"/>
              <a:gd name="connsiteY285" fmla="*/ 6440241 h 6858000"/>
              <a:gd name="connsiteX286" fmla="*/ 4477543 w 7467600"/>
              <a:gd name="connsiteY286" fmla="*/ 6674836 h 6858000"/>
              <a:gd name="connsiteX287" fmla="*/ 4329957 w 7467600"/>
              <a:gd name="connsiteY287" fmla="*/ 6858000 h 6858000"/>
              <a:gd name="connsiteX288" fmla="*/ 4218595 w 7467600"/>
              <a:gd name="connsiteY288" fmla="*/ 6858000 h 6858000"/>
              <a:gd name="connsiteX289" fmla="*/ 4368888 w 7467600"/>
              <a:gd name="connsiteY289" fmla="*/ 6668412 h 6858000"/>
              <a:gd name="connsiteX290" fmla="*/ 4563091 w 7467600"/>
              <a:gd name="connsiteY290" fmla="*/ 6442508 h 6858000"/>
              <a:gd name="connsiteX291" fmla="*/ 5387324 w 7467600"/>
              <a:gd name="connsiteY291" fmla="*/ 5705830 h 6858000"/>
              <a:gd name="connsiteX292" fmla="*/ 5073620 w 7467600"/>
              <a:gd name="connsiteY292" fmla="*/ 5955437 h 6858000"/>
              <a:gd name="connsiteX293" fmla="*/ 4689789 w 7467600"/>
              <a:gd name="connsiteY293" fmla="*/ 6268382 h 6858000"/>
              <a:gd name="connsiteX294" fmla="*/ 4418722 w 7467600"/>
              <a:gd name="connsiteY294" fmla="*/ 6570886 h 6858000"/>
              <a:gd name="connsiteX295" fmla="*/ 4214944 w 7467600"/>
              <a:gd name="connsiteY295" fmla="*/ 6858000 h 6858000"/>
              <a:gd name="connsiteX296" fmla="*/ 4177898 w 7467600"/>
              <a:gd name="connsiteY296" fmla="*/ 6858000 h 6858000"/>
              <a:gd name="connsiteX297" fmla="*/ 4391597 w 7467600"/>
              <a:gd name="connsiteY297" fmla="*/ 6556370 h 6858000"/>
              <a:gd name="connsiteX298" fmla="*/ 4668889 w 7467600"/>
              <a:gd name="connsiteY298" fmla="*/ 6246399 h 6858000"/>
              <a:gd name="connsiteX299" fmla="*/ 5055427 w 7467600"/>
              <a:gd name="connsiteY299" fmla="*/ 5931476 h 6858000"/>
              <a:gd name="connsiteX300" fmla="*/ 5371814 w 7467600"/>
              <a:gd name="connsiteY300" fmla="*/ 5678975 h 6858000"/>
              <a:gd name="connsiteX301" fmla="*/ 4987918 w 7467600"/>
              <a:gd name="connsiteY301" fmla="*/ 5838701 h 6858000"/>
              <a:gd name="connsiteX302" fmla="*/ 4317146 w 7467600"/>
              <a:gd name="connsiteY302" fmla="*/ 6587716 h 6858000"/>
              <a:gd name="connsiteX303" fmla="*/ 4171627 w 7467600"/>
              <a:gd name="connsiteY303" fmla="*/ 6858000 h 6858000"/>
              <a:gd name="connsiteX304" fmla="*/ 4081585 w 7467600"/>
              <a:gd name="connsiteY304" fmla="*/ 6858000 h 6858000"/>
              <a:gd name="connsiteX305" fmla="*/ 4238603 w 7467600"/>
              <a:gd name="connsiteY305" fmla="*/ 6559341 h 6858000"/>
              <a:gd name="connsiteX306" fmla="*/ 4778333 w 7467600"/>
              <a:gd name="connsiteY306" fmla="*/ 5873626 h 6858000"/>
              <a:gd name="connsiteX307" fmla="*/ 5414185 w 7467600"/>
              <a:gd name="connsiteY307" fmla="*/ 5573882 h 6858000"/>
              <a:gd name="connsiteX308" fmla="*/ 5959648 w 7467600"/>
              <a:gd name="connsiteY308" fmla="*/ 4760797 h 6858000"/>
              <a:gd name="connsiteX309" fmla="*/ 5355019 w 7467600"/>
              <a:gd name="connsiteY309" fmla="*/ 4734672 h 6858000"/>
              <a:gd name="connsiteX310" fmla="*/ 5083565 w 7467600"/>
              <a:gd name="connsiteY310" fmla="*/ 5179121 h 6858000"/>
              <a:gd name="connsiteX311" fmla="*/ 4713577 w 7467600"/>
              <a:gd name="connsiteY311" fmla="*/ 5616803 h 6858000"/>
              <a:gd name="connsiteX312" fmla="*/ 3989559 w 7467600"/>
              <a:gd name="connsiteY312" fmla="*/ 6145945 h 6858000"/>
              <a:gd name="connsiteX313" fmla="*/ 3939824 w 7467600"/>
              <a:gd name="connsiteY313" fmla="*/ 6066900 h 6858000"/>
              <a:gd name="connsiteX314" fmla="*/ 4584537 w 7467600"/>
              <a:gd name="connsiteY314" fmla="*/ 5324826 h 6858000"/>
              <a:gd name="connsiteX315" fmla="*/ 5037105 w 7467600"/>
              <a:gd name="connsiteY315" fmla="*/ 5088765 h 6858000"/>
              <a:gd name="connsiteX316" fmla="*/ 5039930 w 7467600"/>
              <a:gd name="connsiteY316" fmla="*/ 5089585 h 6858000"/>
              <a:gd name="connsiteX317" fmla="*/ 5263764 w 7467600"/>
              <a:gd name="connsiteY317" fmla="*/ 4735525 h 6858000"/>
              <a:gd name="connsiteX318" fmla="*/ 4086300 w 7467600"/>
              <a:gd name="connsiteY318" fmla="*/ 4884599 h 6858000"/>
              <a:gd name="connsiteX319" fmla="*/ 4085485 w 7467600"/>
              <a:gd name="connsiteY319" fmla="*/ 4899070 h 6858000"/>
              <a:gd name="connsiteX320" fmla="*/ 3871915 w 7467600"/>
              <a:gd name="connsiteY320" fmla="*/ 5253645 h 6858000"/>
              <a:gd name="connsiteX321" fmla="*/ 3799374 w 7467600"/>
              <a:gd name="connsiteY321" fmla="*/ 5466127 h 6858000"/>
              <a:gd name="connsiteX322" fmla="*/ 3498850 w 7467600"/>
              <a:gd name="connsiteY322" fmla="*/ 6661888 h 6858000"/>
              <a:gd name="connsiteX323" fmla="*/ 3399216 w 7467600"/>
              <a:gd name="connsiteY323" fmla="*/ 6858000 h 6858000"/>
              <a:gd name="connsiteX324" fmla="*/ 3303688 w 7467600"/>
              <a:gd name="connsiteY324" fmla="*/ 6858000 h 6858000"/>
              <a:gd name="connsiteX325" fmla="*/ 3391774 w 7467600"/>
              <a:gd name="connsiteY325" fmla="*/ 6697181 h 6858000"/>
              <a:gd name="connsiteX326" fmla="*/ 3735540 w 7467600"/>
              <a:gd name="connsiteY326" fmla="*/ 5546923 h 6858000"/>
              <a:gd name="connsiteX327" fmla="*/ 3729438 w 7467600"/>
              <a:gd name="connsiteY327" fmla="*/ 5569058 h 6858000"/>
              <a:gd name="connsiteX328" fmla="*/ 3707782 w 7467600"/>
              <a:gd name="connsiteY328" fmla="*/ 5644908 h 6858000"/>
              <a:gd name="connsiteX329" fmla="*/ 3583827 w 7467600"/>
              <a:gd name="connsiteY329" fmla="*/ 6039215 h 6858000"/>
              <a:gd name="connsiteX330" fmla="*/ 3547861 w 7467600"/>
              <a:gd name="connsiteY330" fmla="*/ 6129609 h 6858000"/>
              <a:gd name="connsiteX331" fmla="*/ 3490905 w 7467600"/>
              <a:gd name="connsiteY331" fmla="*/ 6277660 h 6858000"/>
              <a:gd name="connsiteX332" fmla="*/ 3455859 w 7467600"/>
              <a:gd name="connsiteY332" fmla="*/ 6391301 h 6858000"/>
              <a:gd name="connsiteX333" fmla="*/ 3429112 w 7467600"/>
              <a:gd name="connsiteY333" fmla="*/ 6479469 h 6858000"/>
              <a:gd name="connsiteX334" fmla="*/ 3304862 w 7467600"/>
              <a:gd name="connsiteY334" fmla="*/ 6796476 h 6858000"/>
              <a:gd name="connsiteX335" fmla="*/ 3276071 w 7467600"/>
              <a:gd name="connsiteY335" fmla="*/ 6858000 h 6858000"/>
              <a:gd name="connsiteX336" fmla="*/ 3240805 w 7467600"/>
              <a:gd name="connsiteY336" fmla="*/ 6858000 h 6858000"/>
              <a:gd name="connsiteX337" fmla="*/ 3275917 w 7467600"/>
              <a:gd name="connsiteY337" fmla="*/ 6783192 h 6858000"/>
              <a:gd name="connsiteX338" fmla="*/ 3399358 w 7467600"/>
              <a:gd name="connsiteY338" fmla="*/ 6469011 h 6858000"/>
              <a:gd name="connsiteX339" fmla="*/ 3425650 w 7467600"/>
              <a:gd name="connsiteY339" fmla="*/ 6381333 h 6858000"/>
              <a:gd name="connsiteX340" fmla="*/ 3460661 w 7467600"/>
              <a:gd name="connsiteY340" fmla="*/ 6266763 h 6858000"/>
              <a:gd name="connsiteX341" fmla="*/ 3518021 w 7467600"/>
              <a:gd name="connsiteY341" fmla="*/ 6117298 h 6858000"/>
              <a:gd name="connsiteX342" fmla="*/ 3554035 w 7467600"/>
              <a:gd name="connsiteY342" fmla="*/ 6027832 h 6858000"/>
              <a:gd name="connsiteX343" fmla="*/ 3677174 w 7467600"/>
              <a:gd name="connsiteY343" fmla="*/ 5636351 h 6858000"/>
              <a:gd name="connsiteX344" fmla="*/ 3698819 w 7467600"/>
              <a:gd name="connsiteY344" fmla="*/ 5560503 h 6858000"/>
              <a:gd name="connsiteX345" fmla="*/ 3702094 w 7467600"/>
              <a:gd name="connsiteY345" fmla="*/ 5549194 h 6858000"/>
              <a:gd name="connsiteX346" fmla="*/ 3398355 w 7467600"/>
              <a:gd name="connsiteY346" fmla="*/ 6094603 h 6858000"/>
              <a:gd name="connsiteX347" fmla="*/ 3193941 w 7467600"/>
              <a:gd name="connsiteY347" fmla="*/ 6798775 h 6858000"/>
              <a:gd name="connsiteX348" fmla="*/ 3184140 w 7467600"/>
              <a:gd name="connsiteY348" fmla="*/ 6858000 h 6858000"/>
              <a:gd name="connsiteX349" fmla="*/ 3099978 w 7467600"/>
              <a:gd name="connsiteY349" fmla="*/ 6858000 h 6858000"/>
              <a:gd name="connsiteX350" fmla="*/ 3101556 w 7467600"/>
              <a:gd name="connsiteY350" fmla="*/ 6843337 h 6858000"/>
              <a:gd name="connsiteX351" fmla="*/ 3370162 w 7467600"/>
              <a:gd name="connsiteY351" fmla="*/ 5785550 h 6858000"/>
              <a:gd name="connsiteX352" fmla="*/ 3746477 w 7467600"/>
              <a:gd name="connsiteY352" fmla="*/ 5377889 h 6858000"/>
              <a:gd name="connsiteX353" fmla="*/ 3863399 w 7467600"/>
              <a:gd name="connsiteY353" fmla="*/ 5087257 h 6858000"/>
              <a:gd name="connsiteX354" fmla="*/ 3968712 w 7467600"/>
              <a:gd name="connsiteY354" fmla="*/ 4913989 h 6858000"/>
              <a:gd name="connsiteX355" fmla="*/ 2792390 w 7467600"/>
              <a:gd name="connsiteY355" fmla="*/ 5382974 h 6858000"/>
              <a:gd name="connsiteX356" fmla="*/ 2714982 w 7467600"/>
              <a:gd name="connsiteY356" fmla="*/ 5427051 h 6858000"/>
              <a:gd name="connsiteX357" fmla="*/ 2813361 w 7467600"/>
              <a:gd name="connsiteY357" fmla="*/ 6023912 h 6858000"/>
              <a:gd name="connsiteX358" fmla="*/ 2688430 w 7467600"/>
              <a:gd name="connsiteY358" fmla="*/ 6801564 h 6858000"/>
              <a:gd name="connsiteX359" fmla="*/ 2629626 w 7467600"/>
              <a:gd name="connsiteY359" fmla="*/ 6763394 h 6858000"/>
              <a:gd name="connsiteX360" fmla="*/ 2565328 w 7467600"/>
              <a:gd name="connsiteY360" fmla="*/ 5516399 h 6858000"/>
              <a:gd name="connsiteX361" fmla="*/ 1922999 w 7467600"/>
              <a:gd name="connsiteY361" fmla="*/ 5980343 h 6858000"/>
              <a:gd name="connsiteX362" fmla="*/ 1950261 w 7467600"/>
              <a:gd name="connsiteY362" fmla="*/ 6405858 h 6858000"/>
              <a:gd name="connsiteX363" fmla="*/ 2365554 w 7467600"/>
              <a:gd name="connsiteY363" fmla="*/ 6759107 h 6858000"/>
              <a:gd name="connsiteX364" fmla="*/ 2424142 w 7467600"/>
              <a:gd name="connsiteY364" fmla="*/ 6858000 h 6858000"/>
              <a:gd name="connsiteX365" fmla="*/ 2395994 w 7467600"/>
              <a:gd name="connsiteY365" fmla="*/ 6858000 h 6858000"/>
              <a:gd name="connsiteX366" fmla="*/ 2392863 w 7467600"/>
              <a:gd name="connsiteY366" fmla="*/ 6852964 h 6858000"/>
              <a:gd name="connsiteX367" fmla="*/ 2017589 w 7467600"/>
              <a:gd name="connsiteY367" fmla="*/ 6493982 h 6858000"/>
              <a:gd name="connsiteX368" fmla="*/ 2147336 w 7467600"/>
              <a:gd name="connsiteY368" fmla="*/ 6594052 h 6858000"/>
              <a:gd name="connsiteX369" fmla="*/ 2207047 w 7467600"/>
              <a:gd name="connsiteY369" fmla="*/ 6654540 h 6858000"/>
              <a:gd name="connsiteX370" fmla="*/ 2299106 w 7467600"/>
              <a:gd name="connsiteY370" fmla="*/ 6778931 h 6858000"/>
              <a:gd name="connsiteX371" fmla="*/ 2314430 w 7467600"/>
              <a:gd name="connsiteY371" fmla="*/ 6801144 h 6858000"/>
              <a:gd name="connsiteX372" fmla="*/ 2352406 w 7467600"/>
              <a:gd name="connsiteY372" fmla="*/ 6858000 h 6858000"/>
              <a:gd name="connsiteX373" fmla="*/ 2314492 w 7467600"/>
              <a:gd name="connsiteY373" fmla="*/ 6858000 h 6858000"/>
              <a:gd name="connsiteX374" fmla="*/ 2288095 w 7467600"/>
              <a:gd name="connsiteY374" fmla="*/ 6818030 h 6858000"/>
              <a:gd name="connsiteX375" fmla="*/ 2272768 w 7467600"/>
              <a:gd name="connsiteY375" fmla="*/ 6795822 h 6858000"/>
              <a:gd name="connsiteX376" fmla="*/ 2182715 w 7467600"/>
              <a:gd name="connsiteY376" fmla="*/ 6675071 h 6858000"/>
              <a:gd name="connsiteX377" fmla="*/ 2032061 w 7467600"/>
              <a:gd name="connsiteY377" fmla="*/ 6541380 h 6858000"/>
              <a:gd name="connsiteX378" fmla="*/ 2257220 w 7467600"/>
              <a:gd name="connsiteY378" fmla="*/ 6826257 h 6858000"/>
              <a:gd name="connsiteX379" fmla="*/ 2281324 w 7467600"/>
              <a:gd name="connsiteY379" fmla="*/ 6858000 h 6858000"/>
              <a:gd name="connsiteX380" fmla="*/ 2242860 w 7467600"/>
              <a:gd name="connsiteY380" fmla="*/ 6858000 h 6858000"/>
              <a:gd name="connsiteX381" fmla="*/ 2232818 w 7467600"/>
              <a:gd name="connsiteY381" fmla="*/ 6844926 h 6858000"/>
              <a:gd name="connsiteX382" fmla="*/ 1990172 w 7467600"/>
              <a:gd name="connsiteY382" fmla="*/ 6542121 h 6858000"/>
              <a:gd name="connsiteX383" fmla="*/ 2124090 w 7467600"/>
              <a:gd name="connsiteY383" fmla="*/ 6761017 h 6858000"/>
              <a:gd name="connsiteX384" fmla="*/ 2200380 w 7467600"/>
              <a:gd name="connsiteY384" fmla="*/ 6858000 h 6858000"/>
              <a:gd name="connsiteX385" fmla="*/ 2147507 w 7467600"/>
              <a:gd name="connsiteY385" fmla="*/ 6858000 h 6858000"/>
              <a:gd name="connsiteX386" fmla="*/ 2070668 w 7467600"/>
              <a:gd name="connsiteY386" fmla="*/ 6761520 h 6858000"/>
              <a:gd name="connsiteX387" fmla="*/ 1975142 w 7467600"/>
              <a:gd name="connsiteY387" fmla="*/ 6585570 h 6858000"/>
              <a:gd name="connsiteX388" fmla="*/ 2050035 w 7467600"/>
              <a:gd name="connsiteY388" fmla="*/ 6813345 h 6858000"/>
              <a:gd name="connsiteX389" fmla="*/ 2063025 w 7467600"/>
              <a:gd name="connsiteY389" fmla="*/ 6858000 h 6858000"/>
              <a:gd name="connsiteX390" fmla="*/ 2021675 w 7467600"/>
              <a:gd name="connsiteY390" fmla="*/ 6858000 h 6858000"/>
              <a:gd name="connsiteX391" fmla="*/ 2019308 w 7467600"/>
              <a:gd name="connsiteY391" fmla="*/ 6847118 h 6858000"/>
              <a:gd name="connsiteX392" fmla="*/ 1938835 w 7467600"/>
              <a:gd name="connsiteY392" fmla="*/ 6551160 h 6858000"/>
              <a:gd name="connsiteX393" fmla="*/ 1953230 w 7467600"/>
              <a:gd name="connsiteY393" fmla="*/ 6759699 h 6858000"/>
              <a:gd name="connsiteX394" fmla="*/ 1956763 w 7467600"/>
              <a:gd name="connsiteY394" fmla="*/ 6778191 h 6858000"/>
              <a:gd name="connsiteX395" fmla="*/ 1967925 w 7467600"/>
              <a:gd name="connsiteY395" fmla="*/ 6858000 h 6858000"/>
              <a:gd name="connsiteX396" fmla="*/ 1936622 w 7467600"/>
              <a:gd name="connsiteY396" fmla="*/ 6858000 h 6858000"/>
              <a:gd name="connsiteX397" fmla="*/ 1926261 w 7467600"/>
              <a:gd name="connsiteY397" fmla="*/ 6784064 h 6858000"/>
              <a:gd name="connsiteX398" fmla="*/ 1922724 w 7467600"/>
              <a:gd name="connsiteY398" fmla="*/ 6765577 h 6858000"/>
              <a:gd name="connsiteX399" fmla="*/ 1904650 w 7467600"/>
              <a:gd name="connsiteY399" fmla="*/ 6639616 h 6858000"/>
              <a:gd name="connsiteX400" fmla="*/ 1885273 w 7467600"/>
              <a:gd name="connsiteY400" fmla="*/ 6858000 h 6858000"/>
              <a:gd name="connsiteX401" fmla="*/ 1854363 w 7467600"/>
              <a:gd name="connsiteY401" fmla="*/ 6858000 h 6858000"/>
              <a:gd name="connsiteX402" fmla="*/ 1880391 w 7467600"/>
              <a:gd name="connsiteY402" fmla="*/ 6603796 h 6858000"/>
              <a:gd name="connsiteX403" fmla="*/ 1818273 w 7467600"/>
              <a:gd name="connsiteY403" fmla="*/ 6715729 h 6858000"/>
              <a:gd name="connsiteX404" fmla="*/ 1794691 w 7467600"/>
              <a:gd name="connsiteY404" fmla="*/ 6843239 h 6858000"/>
              <a:gd name="connsiteX405" fmla="*/ 1794914 w 7467600"/>
              <a:gd name="connsiteY405" fmla="*/ 6858000 h 6858000"/>
              <a:gd name="connsiteX406" fmla="*/ 1746128 w 7467600"/>
              <a:gd name="connsiteY406" fmla="*/ 6858000 h 6858000"/>
              <a:gd name="connsiteX407" fmla="*/ 1753934 w 7467600"/>
              <a:gd name="connsiteY407" fmla="*/ 6724796 h 6858000"/>
              <a:gd name="connsiteX408" fmla="*/ 1792053 w 7467600"/>
              <a:gd name="connsiteY408" fmla="*/ 6572396 h 6858000"/>
              <a:gd name="connsiteX409" fmla="*/ 1862248 w 7467600"/>
              <a:gd name="connsiteY409" fmla="*/ 6266397 h 6858000"/>
              <a:gd name="connsiteX410" fmla="*/ 1862250 w 7467600"/>
              <a:gd name="connsiteY410" fmla="*/ 6033531 h 6858000"/>
              <a:gd name="connsiteX411" fmla="*/ 1211999 w 7467600"/>
              <a:gd name="connsiteY411" fmla="*/ 6683610 h 6858000"/>
              <a:gd name="connsiteX412" fmla="*/ 1213266 w 7467600"/>
              <a:gd name="connsiteY412" fmla="*/ 6691947 h 6858000"/>
              <a:gd name="connsiteX413" fmla="*/ 1203370 w 7467600"/>
              <a:gd name="connsiteY413" fmla="*/ 6850676 h 6858000"/>
              <a:gd name="connsiteX414" fmla="*/ 1203671 w 7467600"/>
              <a:gd name="connsiteY414" fmla="*/ 6858000 h 6858000"/>
              <a:gd name="connsiteX415" fmla="*/ 1143180 w 7467600"/>
              <a:gd name="connsiteY415" fmla="*/ 6858000 h 6858000"/>
              <a:gd name="connsiteX416" fmla="*/ 1142176 w 7467600"/>
              <a:gd name="connsiteY416" fmla="*/ 6766045 h 6858000"/>
              <a:gd name="connsiteX417" fmla="*/ 1067484 w 7467600"/>
              <a:gd name="connsiteY417" fmla="*/ 6858000 h 6858000"/>
              <a:gd name="connsiteX418" fmla="*/ 953928 w 7467600"/>
              <a:gd name="connsiteY418" fmla="*/ 6858000 h 6858000"/>
              <a:gd name="connsiteX419" fmla="*/ 959715 w 7467600"/>
              <a:gd name="connsiteY419" fmla="*/ 6850185 h 6858000"/>
              <a:gd name="connsiteX420" fmla="*/ 1483788 w 7467600"/>
              <a:gd name="connsiteY420" fmla="*/ 6259174 h 6858000"/>
              <a:gd name="connsiteX421" fmla="*/ 1100671 w 7467600"/>
              <a:gd name="connsiteY421" fmla="*/ 6252137 h 6858000"/>
              <a:gd name="connsiteX422" fmla="*/ 1090144 w 7467600"/>
              <a:gd name="connsiteY422" fmla="*/ 6256748 h 6858000"/>
              <a:gd name="connsiteX423" fmla="*/ 1095872 w 7467600"/>
              <a:gd name="connsiteY423" fmla="*/ 6271892 h 6858000"/>
              <a:gd name="connsiteX424" fmla="*/ 262785 w 7467600"/>
              <a:gd name="connsiteY424" fmla="*/ 6845450 h 6858000"/>
              <a:gd name="connsiteX425" fmla="*/ 209968 w 7467600"/>
              <a:gd name="connsiteY425" fmla="*/ 6770713 h 6858000"/>
              <a:gd name="connsiteX426" fmla="*/ 873460 w 7467600"/>
              <a:gd name="connsiteY426" fmla="*/ 6253768 h 6858000"/>
              <a:gd name="connsiteX427" fmla="*/ 192686 w 7467600"/>
              <a:gd name="connsiteY427" fmla="*/ 5849257 h 6858000"/>
              <a:gd name="connsiteX428" fmla="*/ 4696 w 7467600"/>
              <a:gd name="connsiteY428" fmla="*/ 5697668 h 6858000"/>
              <a:gd name="connsiteX429" fmla="*/ 0 w 7467600"/>
              <a:gd name="connsiteY429" fmla="*/ 5689984 h 6858000"/>
              <a:gd name="connsiteX430" fmla="*/ 0 w 7467600"/>
              <a:gd name="connsiteY430" fmla="*/ 5513472 h 6858000"/>
              <a:gd name="connsiteX431" fmla="*/ 174101 w 7467600"/>
              <a:gd name="connsiteY431" fmla="*/ 5620277 h 6858000"/>
              <a:gd name="connsiteX432" fmla="*/ 891800 w 7467600"/>
              <a:gd name="connsiteY432" fmla="*/ 6036935 h 6858000"/>
              <a:gd name="connsiteX433" fmla="*/ 1072219 w 7467600"/>
              <a:gd name="connsiteY433" fmla="*/ 6169443 h 6858000"/>
              <a:gd name="connsiteX434" fmla="*/ 1074117 w 7467600"/>
              <a:gd name="connsiteY434" fmla="*/ 6170301 h 6858000"/>
              <a:gd name="connsiteX435" fmla="*/ 1083114 w 7467600"/>
              <a:gd name="connsiteY435" fmla="*/ 6174131 h 6858000"/>
              <a:gd name="connsiteX436" fmla="*/ 1543010 w 7467600"/>
              <a:gd name="connsiteY436" fmla="*/ 6191140 h 6858000"/>
              <a:gd name="connsiteX437" fmla="*/ 1551080 w 7467600"/>
              <a:gd name="connsiteY437" fmla="*/ 6195006 h 6858000"/>
              <a:gd name="connsiteX438" fmla="*/ 2345443 w 7467600"/>
              <a:gd name="connsiteY438" fmla="*/ 5549882 h 6858000"/>
              <a:gd name="connsiteX439" fmla="*/ 1721499 w 7467600"/>
              <a:gd name="connsiteY439" fmla="*/ 5599969 h 6858000"/>
              <a:gd name="connsiteX440" fmla="*/ 767716 w 7467600"/>
              <a:gd name="connsiteY440" fmla="*/ 5472768 h 6858000"/>
              <a:gd name="connsiteX441" fmla="*/ 722147 w 7467600"/>
              <a:gd name="connsiteY441" fmla="*/ 5393091 h 6858000"/>
              <a:gd name="connsiteX442" fmla="*/ 1485552 w 7467600"/>
              <a:gd name="connsiteY442" fmla="*/ 5313202 h 6858000"/>
              <a:gd name="connsiteX443" fmla="*/ 2143004 w 7467600"/>
              <a:gd name="connsiteY443" fmla="*/ 5402420 h 6858000"/>
              <a:gd name="connsiteX444" fmla="*/ 1933391 w 7467600"/>
              <a:gd name="connsiteY444" fmla="*/ 5156971 h 6858000"/>
              <a:gd name="connsiteX445" fmla="*/ 1827118 w 7467600"/>
              <a:gd name="connsiteY445" fmla="*/ 4968410 h 6858000"/>
              <a:gd name="connsiteX446" fmla="*/ 1837349 w 7467600"/>
              <a:gd name="connsiteY446" fmla="*/ 4956357 h 6858000"/>
              <a:gd name="connsiteX447" fmla="*/ 2162835 w 7467600"/>
              <a:gd name="connsiteY447" fmla="*/ 5187853 h 6858000"/>
              <a:gd name="connsiteX448" fmla="*/ 2257167 w 7467600"/>
              <a:gd name="connsiteY448" fmla="*/ 5462123 h 6858000"/>
              <a:gd name="connsiteX449" fmla="*/ 2261598 w 7467600"/>
              <a:gd name="connsiteY449" fmla="*/ 5467998 h 6858000"/>
              <a:gd name="connsiteX450" fmla="*/ 2437177 w 7467600"/>
              <a:gd name="connsiteY450" fmla="*/ 5479608 h 6858000"/>
              <a:gd name="connsiteX451" fmla="*/ 2445247 w 7467600"/>
              <a:gd name="connsiteY451" fmla="*/ 5483476 h 6858000"/>
              <a:gd name="connsiteX452" fmla="*/ 2743626 w 7467600"/>
              <a:gd name="connsiteY452" fmla="*/ 5304819 h 6858000"/>
              <a:gd name="connsiteX453" fmla="*/ 3048102 w 7467600"/>
              <a:gd name="connsiteY453" fmla="*/ 5150595 h 6858000"/>
              <a:gd name="connsiteX454" fmla="*/ 1799414 w 7467600"/>
              <a:gd name="connsiteY454" fmla="*/ 4694732 h 6858000"/>
              <a:gd name="connsiteX455" fmla="*/ 1771735 w 7467600"/>
              <a:gd name="connsiteY455" fmla="*/ 4619929 h 6858000"/>
              <a:gd name="connsiteX456" fmla="*/ 3104273 w 7467600"/>
              <a:gd name="connsiteY456" fmla="*/ 5076159 h 6858000"/>
              <a:gd name="connsiteX457" fmla="*/ 3113245 w 7467600"/>
              <a:gd name="connsiteY457" fmla="*/ 5090705 h 6858000"/>
              <a:gd name="connsiteX458" fmla="*/ 3126294 w 7467600"/>
              <a:gd name="connsiteY458" fmla="*/ 5114400 h 6858000"/>
              <a:gd name="connsiteX459" fmla="*/ 3937433 w 7467600"/>
              <a:gd name="connsiteY459" fmla="*/ 4830473 h 6858000"/>
              <a:gd name="connsiteX460" fmla="*/ 3590475 w 7467600"/>
              <a:gd name="connsiteY460" fmla="*/ 4597974 h 6858000"/>
              <a:gd name="connsiteX461" fmla="*/ 3100264 w 7467600"/>
              <a:gd name="connsiteY461" fmla="*/ 4579845 h 6858000"/>
              <a:gd name="connsiteX462" fmla="*/ 2183576 w 7467600"/>
              <a:gd name="connsiteY462" fmla="*/ 4227150 h 6858000"/>
              <a:gd name="connsiteX463" fmla="*/ 2151029 w 7467600"/>
              <a:gd name="connsiteY463" fmla="*/ 4146947 h 6858000"/>
              <a:gd name="connsiteX464" fmla="*/ 3563434 w 7467600"/>
              <a:gd name="connsiteY464" fmla="*/ 4469115 h 6858000"/>
              <a:gd name="connsiteX465" fmla="*/ 3177952 w 7467600"/>
              <a:gd name="connsiteY465" fmla="*/ 3657386 h 6858000"/>
              <a:gd name="connsiteX466" fmla="*/ 3189263 w 7467600"/>
              <a:gd name="connsiteY466" fmla="*/ 3625726 h 6858000"/>
              <a:gd name="connsiteX467" fmla="*/ 3560912 w 7467600"/>
              <a:gd name="connsiteY467" fmla="*/ 4079863 h 6858000"/>
              <a:gd name="connsiteX468" fmla="*/ 3626636 w 7467600"/>
              <a:gd name="connsiteY468" fmla="*/ 4512230 h 6858000"/>
              <a:gd name="connsiteX469" fmla="*/ 3653088 w 7467600"/>
              <a:gd name="connsiteY469" fmla="*/ 4521417 h 6858000"/>
              <a:gd name="connsiteX470" fmla="*/ 3988128 w 7467600"/>
              <a:gd name="connsiteY470" fmla="*/ 4817267 h 6858000"/>
              <a:gd name="connsiteX471" fmla="*/ 4830582 w 7467600"/>
              <a:gd name="connsiteY471" fmla="*/ 4676000 h 6858000"/>
              <a:gd name="connsiteX472" fmla="*/ 4830100 w 7467600"/>
              <a:gd name="connsiteY472" fmla="*/ 4675554 h 6858000"/>
              <a:gd name="connsiteX473" fmla="*/ 4036318 w 7467600"/>
              <a:gd name="connsiteY473" fmla="*/ 4147013 h 6858000"/>
              <a:gd name="connsiteX474" fmla="*/ 3432098 w 7467600"/>
              <a:gd name="connsiteY474" fmla="*/ 3537312 h 6858000"/>
              <a:gd name="connsiteX475" fmla="*/ 3446761 w 7467600"/>
              <a:gd name="connsiteY475" fmla="*/ 3461278 h 6858000"/>
              <a:gd name="connsiteX476" fmla="*/ 4419733 w 7467600"/>
              <a:gd name="connsiteY476" fmla="*/ 3963555 h 6858000"/>
              <a:gd name="connsiteX477" fmla="*/ 4781371 w 7467600"/>
              <a:gd name="connsiteY477" fmla="*/ 4458604 h 6858000"/>
              <a:gd name="connsiteX478" fmla="*/ 4780440 w 7467600"/>
              <a:gd name="connsiteY478" fmla="*/ 4470290 h 6858000"/>
              <a:gd name="connsiteX479" fmla="*/ 4898954 w 7467600"/>
              <a:gd name="connsiteY479" fmla="*/ 4662092 h 6858000"/>
              <a:gd name="connsiteX480" fmla="*/ 4900699 w 7467600"/>
              <a:gd name="connsiteY480" fmla="*/ 4670867 h 6858000"/>
              <a:gd name="connsiteX481" fmla="*/ 5714511 w 7467600"/>
              <a:gd name="connsiteY481" fmla="*/ 4663483 h 6858000"/>
              <a:gd name="connsiteX482" fmla="*/ 5464793 w 7467600"/>
              <a:gd name="connsiteY482" fmla="*/ 4393556 h 6858000"/>
              <a:gd name="connsiteX483" fmla="*/ 5461897 w 7467600"/>
              <a:gd name="connsiteY483" fmla="*/ 4390879 h 6858000"/>
              <a:gd name="connsiteX484" fmla="*/ 4294126 w 7467600"/>
              <a:gd name="connsiteY484" fmla="*/ 3303048 h 6858000"/>
              <a:gd name="connsiteX485" fmla="*/ 4305321 w 7467600"/>
              <a:gd name="connsiteY485" fmla="*/ 3256953 h 6858000"/>
              <a:gd name="connsiteX486" fmla="*/ 4949299 w 7467600"/>
              <a:gd name="connsiteY486" fmla="*/ 3766336 h 6858000"/>
              <a:gd name="connsiteX487" fmla="*/ 5291452 w 7467600"/>
              <a:gd name="connsiteY487" fmla="*/ 4076801 h 6858000"/>
              <a:gd name="connsiteX488" fmla="*/ 5434998 w 7467600"/>
              <a:gd name="connsiteY488" fmla="*/ 4254100 h 6858000"/>
              <a:gd name="connsiteX489" fmla="*/ 5351015 w 7467600"/>
              <a:gd name="connsiteY489" fmla="*/ 3760989 h 6858000"/>
              <a:gd name="connsiteX490" fmla="*/ 5413780 w 7467600"/>
              <a:gd name="connsiteY490" fmla="*/ 2966265 h 6858000"/>
              <a:gd name="connsiteX491" fmla="*/ 5425627 w 7467600"/>
              <a:gd name="connsiteY491" fmla="*/ 2954192 h 6858000"/>
              <a:gd name="connsiteX492" fmla="*/ 6604735 w 7467600"/>
              <a:gd name="connsiteY492" fmla="*/ 2041381 h 6858000"/>
              <a:gd name="connsiteX493" fmla="*/ 7204487 w 7467600"/>
              <a:gd name="connsiteY493" fmla="*/ 2742112 h 6858000"/>
              <a:gd name="connsiteX494" fmla="*/ 7131592 w 7467600"/>
              <a:gd name="connsiteY494" fmla="*/ 2672096 h 6858000"/>
              <a:gd name="connsiteX495" fmla="*/ 6996344 w 7467600"/>
              <a:gd name="connsiteY495" fmla="*/ 2518310 h 6858000"/>
              <a:gd name="connsiteX496" fmla="*/ 6735495 w 7467600"/>
              <a:gd name="connsiteY496" fmla="*/ 2196890 h 6858000"/>
              <a:gd name="connsiteX497" fmla="*/ 6721901 w 7467600"/>
              <a:gd name="connsiteY497" fmla="*/ 2179274 h 6858000"/>
              <a:gd name="connsiteX498" fmla="*/ 6604735 w 7467600"/>
              <a:gd name="connsiteY498" fmla="*/ 2041381 h 6858000"/>
              <a:gd name="connsiteX499" fmla="*/ 6591670 w 7467600"/>
              <a:gd name="connsiteY499" fmla="*/ 1988277 h 6858000"/>
              <a:gd name="connsiteX500" fmla="*/ 6747349 w 7467600"/>
              <a:gd name="connsiteY500" fmla="*/ 2160069 h 6858000"/>
              <a:gd name="connsiteX501" fmla="*/ 6760943 w 7467600"/>
              <a:gd name="connsiteY501" fmla="*/ 2177686 h 6858000"/>
              <a:gd name="connsiteX502" fmla="*/ 7021065 w 7467600"/>
              <a:gd name="connsiteY502" fmla="*/ 2498102 h 6858000"/>
              <a:gd name="connsiteX503" fmla="*/ 7155223 w 7467600"/>
              <a:gd name="connsiteY503" fmla="*/ 2650386 h 6858000"/>
              <a:gd name="connsiteX504" fmla="*/ 7203167 w 7467600"/>
              <a:gd name="connsiteY504" fmla="*/ 2697288 h 6858000"/>
              <a:gd name="connsiteX505" fmla="*/ 6937703 w 7467600"/>
              <a:gd name="connsiteY505" fmla="*/ 2321981 h 6858000"/>
              <a:gd name="connsiteX506" fmla="*/ 6591670 w 7467600"/>
              <a:gd name="connsiteY506" fmla="*/ 1988277 h 6858000"/>
              <a:gd name="connsiteX507" fmla="*/ 5798671 w 7467600"/>
              <a:gd name="connsiteY507" fmla="*/ 1981601 h 6858000"/>
              <a:gd name="connsiteX508" fmla="*/ 5754709 w 7467600"/>
              <a:gd name="connsiteY508" fmla="*/ 2071454 h 6858000"/>
              <a:gd name="connsiteX509" fmla="*/ 5763044 w 7467600"/>
              <a:gd name="connsiteY509" fmla="*/ 2842206 h 6858000"/>
              <a:gd name="connsiteX510" fmla="*/ 5764974 w 7467600"/>
              <a:gd name="connsiteY510" fmla="*/ 2799609 h 6858000"/>
              <a:gd name="connsiteX511" fmla="*/ 5767665 w 7467600"/>
              <a:gd name="connsiteY511" fmla="*/ 2666409 h 6858000"/>
              <a:gd name="connsiteX512" fmla="*/ 5763055 w 7467600"/>
              <a:gd name="connsiteY512" fmla="*/ 2579705 h 6858000"/>
              <a:gd name="connsiteX513" fmla="*/ 5758079 w 7467600"/>
              <a:gd name="connsiteY513" fmla="*/ 2492508 h 6858000"/>
              <a:gd name="connsiteX514" fmla="*/ 5779325 w 7467600"/>
              <a:gd name="connsiteY514" fmla="*/ 2197069 h 6858000"/>
              <a:gd name="connsiteX515" fmla="*/ 5798671 w 7467600"/>
              <a:gd name="connsiteY515" fmla="*/ 1981601 h 6858000"/>
              <a:gd name="connsiteX516" fmla="*/ 5829202 w 7467600"/>
              <a:gd name="connsiteY516" fmla="*/ 1971679 h 6858000"/>
              <a:gd name="connsiteX517" fmla="*/ 5809558 w 7467600"/>
              <a:gd name="connsiteY517" fmla="*/ 2198043 h 6858000"/>
              <a:gd name="connsiteX518" fmla="*/ 5788653 w 7467600"/>
              <a:gd name="connsiteY518" fmla="*/ 2489430 h 6858000"/>
              <a:gd name="connsiteX519" fmla="*/ 5793439 w 7467600"/>
              <a:gd name="connsiteY519" fmla="*/ 2575235 h 6858000"/>
              <a:gd name="connsiteX520" fmla="*/ 5796837 w 7467600"/>
              <a:gd name="connsiteY520" fmla="*/ 2637633 h 6858000"/>
              <a:gd name="connsiteX521" fmla="*/ 5818614 w 7467600"/>
              <a:gd name="connsiteY521" fmla="*/ 2473055 h 6858000"/>
              <a:gd name="connsiteX522" fmla="*/ 5829202 w 7467600"/>
              <a:gd name="connsiteY522" fmla="*/ 1971679 h 6858000"/>
              <a:gd name="connsiteX523" fmla="*/ 5911389 w 7467600"/>
              <a:gd name="connsiteY523" fmla="*/ 1898371 h 6858000"/>
              <a:gd name="connsiteX524" fmla="*/ 6237627 w 7467600"/>
              <a:gd name="connsiteY524" fmla="*/ 2231921 h 6858000"/>
              <a:gd name="connsiteX525" fmla="*/ 5911389 w 7467600"/>
              <a:gd name="connsiteY525" fmla="*/ 1898371 h 6858000"/>
              <a:gd name="connsiteX526" fmla="*/ 6944437 w 7467600"/>
              <a:gd name="connsiteY526" fmla="*/ 1575402 h 6858000"/>
              <a:gd name="connsiteX527" fmla="*/ 6304730 w 7467600"/>
              <a:gd name="connsiteY527" fmla="*/ 1766654 h 6858000"/>
              <a:gd name="connsiteX528" fmla="*/ 6944437 w 7467600"/>
              <a:gd name="connsiteY528" fmla="*/ 1575402 h 6858000"/>
              <a:gd name="connsiteX529" fmla="*/ 7019523 w 7467600"/>
              <a:gd name="connsiteY529" fmla="*/ 1519450 h 6858000"/>
              <a:gd name="connsiteX530" fmla="*/ 6298091 w 7467600"/>
              <a:gd name="connsiteY530" fmla="*/ 1737122 h 6858000"/>
              <a:gd name="connsiteX531" fmla="*/ 7019523 w 7467600"/>
              <a:gd name="connsiteY531" fmla="*/ 1519450 h 6858000"/>
              <a:gd name="connsiteX532" fmla="*/ 2399523 w 7467600"/>
              <a:gd name="connsiteY532" fmla="*/ 1428234 h 6858000"/>
              <a:gd name="connsiteX533" fmla="*/ 2224982 w 7467600"/>
              <a:gd name="connsiteY533" fmla="*/ 1826201 h 6858000"/>
              <a:gd name="connsiteX534" fmla="*/ 2096099 w 7467600"/>
              <a:gd name="connsiteY534" fmla="*/ 2345900 h 6858000"/>
              <a:gd name="connsiteX535" fmla="*/ 2283317 w 7467600"/>
              <a:gd name="connsiteY535" fmla="*/ 1796925 h 6858000"/>
              <a:gd name="connsiteX536" fmla="*/ 2399523 w 7467600"/>
              <a:gd name="connsiteY536" fmla="*/ 1428234 h 6858000"/>
              <a:gd name="connsiteX537" fmla="*/ 2448558 w 7467600"/>
              <a:gd name="connsiteY537" fmla="*/ 1373435 h 6858000"/>
              <a:gd name="connsiteX538" fmla="*/ 2312521 w 7467600"/>
              <a:gd name="connsiteY538" fmla="*/ 1806140 h 6858000"/>
              <a:gd name="connsiteX539" fmla="*/ 2127533 w 7467600"/>
              <a:gd name="connsiteY539" fmla="*/ 2348380 h 6858000"/>
              <a:gd name="connsiteX540" fmla="*/ 2358080 w 7467600"/>
              <a:gd name="connsiteY540" fmla="*/ 1866134 h 6858000"/>
              <a:gd name="connsiteX541" fmla="*/ 2407436 w 7467600"/>
              <a:gd name="connsiteY541" fmla="*/ 1651070 h 6858000"/>
              <a:gd name="connsiteX542" fmla="*/ 2448558 w 7467600"/>
              <a:gd name="connsiteY542" fmla="*/ 1373435 h 6858000"/>
              <a:gd name="connsiteX543" fmla="*/ 278707 w 7467600"/>
              <a:gd name="connsiteY543" fmla="*/ 1352270 h 6858000"/>
              <a:gd name="connsiteX544" fmla="*/ 321570 w 7467600"/>
              <a:gd name="connsiteY544" fmla="*/ 1861610 h 6858000"/>
              <a:gd name="connsiteX545" fmla="*/ 294281 w 7467600"/>
              <a:gd name="connsiteY545" fmla="*/ 1440658 h 6858000"/>
              <a:gd name="connsiteX546" fmla="*/ 278707 w 7467600"/>
              <a:gd name="connsiteY546" fmla="*/ 1352270 h 6858000"/>
              <a:gd name="connsiteX547" fmla="*/ 1423821 w 7467600"/>
              <a:gd name="connsiteY547" fmla="*/ 1351958 h 6858000"/>
              <a:gd name="connsiteX548" fmla="*/ 1638521 w 7467600"/>
              <a:gd name="connsiteY548" fmla="*/ 1908470 h 6858000"/>
              <a:gd name="connsiteX549" fmla="*/ 1754199 w 7467600"/>
              <a:gd name="connsiteY549" fmla="*/ 2149284 h 6858000"/>
              <a:gd name="connsiteX550" fmla="*/ 1908359 w 7467600"/>
              <a:gd name="connsiteY550" fmla="*/ 2364988 h 6858000"/>
              <a:gd name="connsiteX551" fmla="*/ 1647661 w 7467600"/>
              <a:gd name="connsiteY551" fmla="*/ 1825945 h 6858000"/>
              <a:gd name="connsiteX552" fmla="*/ 1423821 w 7467600"/>
              <a:gd name="connsiteY552" fmla="*/ 1351958 h 6858000"/>
              <a:gd name="connsiteX553" fmla="*/ 1431890 w 7467600"/>
              <a:gd name="connsiteY553" fmla="*/ 1306475 h 6858000"/>
              <a:gd name="connsiteX554" fmla="*/ 1507597 w 7467600"/>
              <a:gd name="connsiteY554" fmla="*/ 1446132 h 6858000"/>
              <a:gd name="connsiteX555" fmla="*/ 1674586 w 7467600"/>
              <a:gd name="connsiteY555" fmla="*/ 1813832 h 6858000"/>
              <a:gd name="connsiteX556" fmla="*/ 1815950 w 7467600"/>
              <a:gd name="connsiteY556" fmla="*/ 2128564 h 6858000"/>
              <a:gd name="connsiteX557" fmla="*/ 1984242 w 7467600"/>
              <a:gd name="connsiteY557" fmla="*/ 2430829 h 6858000"/>
              <a:gd name="connsiteX558" fmla="*/ 2014023 w 7467600"/>
              <a:gd name="connsiteY558" fmla="*/ 2450995 h 6858000"/>
              <a:gd name="connsiteX559" fmla="*/ 1747337 w 7467600"/>
              <a:gd name="connsiteY559" fmla="*/ 1855264 h 6858000"/>
              <a:gd name="connsiteX560" fmla="*/ 1533749 w 7467600"/>
              <a:gd name="connsiteY560" fmla="*/ 1478656 h 6858000"/>
              <a:gd name="connsiteX561" fmla="*/ 1431890 w 7467600"/>
              <a:gd name="connsiteY561" fmla="*/ 1306475 h 6858000"/>
              <a:gd name="connsiteX562" fmla="*/ 5052692 w 7467600"/>
              <a:gd name="connsiteY562" fmla="*/ 1292994 h 6858000"/>
              <a:gd name="connsiteX563" fmla="*/ 5200661 w 7467600"/>
              <a:gd name="connsiteY563" fmla="*/ 1635186 h 6858000"/>
              <a:gd name="connsiteX564" fmla="*/ 5297138 w 7467600"/>
              <a:gd name="connsiteY564" fmla="*/ 1906351 h 6858000"/>
              <a:gd name="connsiteX565" fmla="*/ 5052692 w 7467600"/>
              <a:gd name="connsiteY565" fmla="*/ 1292994 h 6858000"/>
              <a:gd name="connsiteX566" fmla="*/ 5009948 w 7467600"/>
              <a:gd name="connsiteY566" fmla="*/ 1273619 h 6858000"/>
              <a:gd name="connsiteX567" fmla="*/ 5121777 w 7467600"/>
              <a:gd name="connsiteY567" fmla="*/ 1654213 h 6858000"/>
              <a:gd name="connsiteX568" fmla="*/ 5293545 w 7467600"/>
              <a:gd name="connsiteY568" fmla="*/ 2072247 h 6858000"/>
              <a:gd name="connsiteX569" fmla="*/ 5294042 w 7467600"/>
              <a:gd name="connsiteY569" fmla="*/ 2065019 h 6858000"/>
              <a:gd name="connsiteX570" fmla="*/ 5171936 w 7467600"/>
              <a:gd name="connsiteY570" fmla="*/ 1647613 h 6858000"/>
              <a:gd name="connsiteX571" fmla="*/ 5009948 w 7467600"/>
              <a:gd name="connsiteY571" fmla="*/ 1273619 h 6858000"/>
              <a:gd name="connsiteX572" fmla="*/ 655236 w 7467600"/>
              <a:gd name="connsiteY572" fmla="*/ 1268632 h 6858000"/>
              <a:gd name="connsiteX573" fmla="*/ 839521 w 7467600"/>
              <a:gd name="connsiteY573" fmla="*/ 1685315 h 6858000"/>
              <a:gd name="connsiteX574" fmla="*/ 1109416 w 7467600"/>
              <a:gd name="connsiteY574" fmla="*/ 2061663 h 6858000"/>
              <a:gd name="connsiteX575" fmla="*/ 1298300 w 7467600"/>
              <a:gd name="connsiteY575" fmla="*/ 2247742 h 6858000"/>
              <a:gd name="connsiteX576" fmla="*/ 1125871 w 7467600"/>
              <a:gd name="connsiteY576" fmla="*/ 1989513 h 6858000"/>
              <a:gd name="connsiteX577" fmla="*/ 981574 w 7467600"/>
              <a:gd name="connsiteY577" fmla="*/ 1783157 h 6858000"/>
              <a:gd name="connsiteX578" fmla="*/ 922198 w 7467600"/>
              <a:gd name="connsiteY578" fmla="*/ 1677437 h 6858000"/>
              <a:gd name="connsiteX579" fmla="*/ 869293 w 7467600"/>
              <a:gd name="connsiteY579" fmla="*/ 1583214 h 6858000"/>
              <a:gd name="connsiteX580" fmla="*/ 751431 w 7467600"/>
              <a:gd name="connsiteY580" fmla="*/ 1405731 h 6858000"/>
              <a:gd name="connsiteX581" fmla="*/ 655236 w 7467600"/>
              <a:gd name="connsiteY581" fmla="*/ 1268632 h 6858000"/>
              <a:gd name="connsiteX582" fmla="*/ 6516292 w 7467600"/>
              <a:gd name="connsiteY582" fmla="*/ 1263064 h 6858000"/>
              <a:gd name="connsiteX583" fmla="*/ 5736320 w 7467600"/>
              <a:gd name="connsiteY583" fmla="*/ 1501803 h 6858000"/>
              <a:gd name="connsiteX584" fmla="*/ 6516292 w 7467600"/>
              <a:gd name="connsiteY584" fmla="*/ 1263064 h 6858000"/>
              <a:gd name="connsiteX585" fmla="*/ 291466 w 7467600"/>
              <a:gd name="connsiteY585" fmla="*/ 1250369 h 6858000"/>
              <a:gd name="connsiteX586" fmla="*/ 323180 w 7467600"/>
              <a:gd name="connsiteY586" fmla="*/ 1435283 h 6858000"/>
              <a:gd name="connsiteX587" fmla="*/ 349381 w 7467600"/>
              <a:gd name="connsiteY587" fmla="*/ 1875041 h 6858000"/>
              <a:gd name="connsiteX588" fmla="*/ 374363 w 7467600"/>
              <a:gd name="connsiteY588" fmla="*/ 1506494 h 6858000"/>
              <a:gd name="connsiteX589" fmla="*/ 302168 w 7467600"/>
              <a:gd name="connsiteY589" fmla="*/ 1274495 h 6858000"/>
              <a:gd name="connsiteX590" fmla="*/ 291466 w 7467600"/>
              <a:gd name="connsiteY590" fmla="*/ 1250369 h 6858000"/>
              <a:gd name="connsiteX591" fmla="*/ 678222 w 7467600"/>
              <a:gd name="connsiteY591" fmla="*/ 1248670 h 6858000"/>
              <a:gd name="connsiteX592" fmla="*/ 775536 w 7467600"/>
              <a:gd name="connsiteY592" fmla="*/ 1388015 h 6858000"/>
              <a:gd name="connsiteX593" fmla="*/ 894529 w 7467600"/>
              <a:gd name="connsiteY593" fmla="*/ 1567739 h 6858000"/>
              <a:gd name="connsiteX594" fmla="*/ 948000 w 7467600"/>
              <a:gd name="connsiteY594" fmla="*/ 1663088 h 6858000"/>
              <a:gd name="connsiteX595" fmla="*/ 1006812 w 7467600"/>
              <a:gd name="connsiteY595" fmla="*/ 1767683 h 6858000"/>
              <a:gd name="connsiteX596" fmla="*/ 1149133 w 7467600"/>
              <a:gd name="connsiteY596" fmla="*/ 1971513 h 6858000"/>
              <a:gd name="connsiteX597" fmla="*/ 1333952 w 7467600"/>
              <a:gd name="connsiteY597" fmla="*/ 2251620 h 6858000"/>
              <a:gd name="connsiteX598" fmla="*/ 1337329 w 7467600"/>
              <a:gd name="connsiteY598" fmla="*/ 2258350 h 6858000"/>
              <a:gd name="connsiteX599" fmla="*/ 1014726 w 7467600"/>
              <a:gd name="connsiteY599" fmla="*/ 1615556 h 6858000"/>
              <a:gd name="connsiteX600" fmla="*/ 678222 w 7467600"/>
              <a:gd name="connsiteY600" fmla="*/ 1248670 h 6858000"/>
              <a:gd name="connsiteX601" fmla="*/ 6691602 w 7467600"/>
              <a:gd name="connsiteY601" fmla="*/ 1140573 h 6858000"/>
              <a:gd name="connsiteX602" fmla="*/ 6571100 w 7467600"/>
              <a:gd name="connsiteY602" fmla="*/ 1183662 h 6858000"/>
              <a:gd name="connsiteX603" fmla="*/ 6241687 w 7467600"/>
              <a:gd name="connsiteY603" fmla="*/ 1257600 h 6858000"/>
              <a:gd name="connsiteX604" fmla="*/ 5693009 w 7467600"/>
              <a:gd name="connsiteY604" fmla="*/ 1478256 h 6858000"/>
              <a:gd name="connsiteX605" fmla="*/ 6548420 w 7467600"/>
              <a:gd name="connsiteY605" fmla="*/ 1214599 h 6858000"/>
              <a:gd name="connsiteX606" fmla="*/ 6605473 w 7467600"/>
              <a:gd name="connsiteY606" fmla="*/ 1184686 h 6858000"/>
              <a:gd name="connsiteX607" fmla="*/ 6691602 w 7467600"/>
              <a:gd name="connsiteY607" fmla="*/ 1140573 h 6858000"/>
              <a:gd name="connsiteX608" fmla="*/ 4002475 w 7467600"/>
              <a:gd name="connsiteY608" fmla="*/ 1037802 h 6858000"/>
              <a:gd name="connsiteX609" fmla="*/ 4000324 w 7467600"/>
              <a:gd name="connsiteY609" fmla="*/ 1039362 h 6858000"/>
              <a:gd name="connsiteX610" fmla="*/ 4002862 w 7467600"/>
              <a:gd name="connsiteY610" fmla="*/ 1042866 h 6858000"/>
              <a:gd name="connsiteX611" fmla="*/ 4002475 w 7467600"/>
              <a:gd name="connsiteY611" fmla="*/ 1037802 h 6858000"/>
              <a:gd name="connsiteX612" fmla="*/ 506322 w 7467600"/>
              <a:gd name="connsiteY612" fmla="*/ 1020997 h 6858000"/>
              <a:gd name="connsiteX613" fmla="*/ 533068 w 7467600"/>
              <a:gd name="connsiteY613" fmla="*/ 1029409 h 6858000"/>
              <a:gd name="connsiteX614" fmla="*/ 1232525 w 7467600"/>
              <a:gd name="connsiteY614" fmla="*/ 1804675 h 6858000"/>
              <a:gd name="connsiteX615" fmla="*/ 1388858 w 7467600"/>
              <a:gd name="connsiteY615" fmla="*/ 2368011 h 6858000"/>
              <a:gd name="connsiteX616" fmla="*/ 1384098 w 7467600"/>
              <a:gd name="connsiteY616" fmla="*/ 2378125 h 6858000"/>
              <a:gd name="connsiteX617" fmla="*/ 1425393 w 7467600"/>
              <a:gd name="connsiteY617" fmla="*/ 2589124 h 6858000"/>
              <a:gd name="connsiteX618" fmla="*/ 1424001 w 7467600"/>
              <a:gd name="connsiteY618" fmla="*/ 2597541 h 6858000"/>
              <a:gd name="connsiteX619" fmla="*/ 2152729 w 7467600"/>
              <a:gd name="connsiteY619" fmla="*/ 2864487 h 6858000"/>
              <a:gd name="connsiteX620" fmla="*/ 2020609 w 7467600"/>
              <a:gd name="connsiteY620" fmla="*/ 2539671 h 6858000"/>
              <a:gd name="connsiteX621" fmla="*/ 2018920 w 7467600"/>
              <a:gd name="connsiteY621" fmla="*/ 2536309 h 6858000"/>
              <a:gd name="connsiteX622" fmla="*/ 1342441 w 7467600"/>
              <a:gd name="connsiteY622" fmla="*/ 1173017 h 6858000"/>
              <a:gd name="connsiteX623" fmla="*/ 1367925 w 7467600"/>
              <a:gd name="connsiteY623" fmla="*/ 1135648 h 6858000"/>
              <a:gd name="connsiteX624" fmla="*/ 1771401 w 7467600"/>
              <a:gd name="connsiteY624" fmla="*/ 1806673 h 6858000"/>
              <a:gd name="connsiteX625" fmla="*/ 1972385 w 7467600"/>
              <a:gd name="connsiteY625" fmla="*/ 2198735 h 6858000"/>
              <a:gd name="connsiteX626" fmla="*/ 2040892 w 7467600"/>
              <a:gd name="connsiteY626" fmla="*/ 2405205 h 6858000"/>
              <a:gd name="connsiteX627" fmla="*/ 2131689 w 7467600"/>
              <a:gd name="connsiteY627" fmla="*/ 1936926 h 6858000"/>
              <a:gd name="connsiteX628" fmla="*/ 2454820 w 7467600"/>
              <a:gd name="connsiteY628" fmla="*/ 1248808 h 6858000"/>
              <a:gd name="connsiteX629" fmla="*/ 2492512 w 7467600"/>
              <a:gd name="connsiteY629" fmla="*/ 1302920 h 6858000"/>
              <a:gd name="connsiteX630" fmla="*/ 2081216 w 7467600"/>
              <a:gd name="connsiteY630" fmla="*/ 2527513 h 6858000"/>
              <a:gd name="connsiteX631" fmla="*/ 2081211 w 7467600"/>
              <a:gd name="connsiteY631" fmla="*/ 2528916 h 6858000"/>
              <a:gd name="connsiteX632" fmla="*/ 2199067 w 7467600"/>
              <a:gd name="connsiteY632" fmla="*/ 2884061 h 6858000"/>
              <a:gd name="connsiteX633" fmla="*/ 3192586 w 7467600"/>
              <a:gd name="connsiteY633" fmla="*/ 3411496 h 6858000"/>
              <a:gd name="connsiteX634" fmla="*/ 3182620 w 7467600"/>
              <a:gd name="connsiteY634" fmla="*/ 3483279 h 6858000"/>
              <a:gd name="connsiteX635" fmla="*/ 2435119 w 7467600"/>
              <a:gd name="connsiteY635" fmla="*/ 3080173 h 6858000"/>
              <a:gd name="connsiteX636" fmla="*/ 2410152 w 7467600"/>
              <a:gd name="connsiteY636" fmla="*/ 3063751 h 6858000"/>
              <a:gd name="connsiteX637" fmla="*/ 2408099 w 7467600"/>
              <a:gd name="connsiteY637" fmla="*/ 3064403 h 6858000"/>
              <a:gd name="connsiteX638" fmla="*/ 2407218 w 7467600"/>
              <a:gd name="connsiteY638" fmla="*/ 3070324 h 6858000"/>
              <a:gd name="connsiteX639" fmla="*/ 2380138 w 7467600"/>
              <a:gd name="connsiteY639" fmla="*/ 3099341 h 6858000"/>
              <a:gd name="connsiteX640" fmla="*/ 1765923 w 7467600"/>
              <a:gd name="connsiteY640" fmla="*/ 3581043 h 6858000"/>
              <a:gd name="connsiteX641" fmla="*/ 1702258 w 7467600"/>
              <a:gd name="connsiteY641" fmla="*/ 3612286 h 6858000"/>
              <a:gd name="connsiteX642" fmla="*/ 1538370 w 7467600"/>
              <a:gd name="connsiteY642" fmla="*/ 3811804 h 6858000"/>
              <a:gd name="connsiteX643" fmla="*/ 542867 w 7467600"/>
              <a:gd name="connsiteY643" fmla="*/ 4944092 h 6858000"/>
              <a:gd name="connsiteX644" fmla="*/ 515800 w 7467600"/>
              <a:gd name="connsiteY644" fmla="*/ 4862180 h 6858000"/>
              <a:gd name="connsiteX645" fmla="*/ 909145 w 7467600"/>
              <a:gd name="connsiteY645" fmla="*/ 4199225 h 6858000"/>
              <a:gd name="connsiteX646" fmla="*/ 1214067 w 7467600"/>
              <a:gd name="connsiteY646" fmla="*/ 3908561 h 6858000"/>
              <a:gd name="connsiteX647" fmla="*/ 640967 w 7467600"/>
              <a:gd name="connsiteY647" fmla="*/ 4105601 h 6858000"/>
              <a:gd name="connsiteX648" fmla="*/ 112563 w 7467600"/>
              <a:gd name="connsiteY648" fmla="*/ 4396952 h 6858000"/>
              <a:gd name="connsiteX649" fmla="*/ 0 w 7467600"/>
              <a:gd name="connsiteY649" fmla="*/ 4466006 h 6858000"/>
              <a:gd name="connsiteX650" fmla="*/ 0 w 7467600"/>
              <a:gd name="connsiteY650" fmla="*/ 4233763 h 6858000"/>
              <a:gd name="connsiteX651" fmla="*/ 36881 w 7467600"/>
              <a:gd name="connsiteY651" fmla="*/ 4200118 h 6858000"/>
              <a:gd name="connsiteX652" fmla="*/ 910534 w 7467600"/>
              <a:gd name="connsiteY652" fmla="*/ 3629753 h 6858000"/>
              <a:gd name="connsiteX653" fmla="*/ 1578717 w 7467600"/>
              <a:gd name="connsiteY653" fmla="*/ 3575982 h 6858000"/>
              <a:gd name="connsiteX654" fmla="*/ 2338780 w 7467600"/>
              <a:gd name="connsiteY654" fmla="*/ 3033725 h 6858000"/>
              <a:gd name="connsiteX655" fmla="*/ 1807991 w 7467600"/>
              <a:gd name="connsiteY655" fmla="*/ 2807184 h 6858000"/>
              <a:gd name="connsiteX656" fmla="*/ 1416358 w 7467600"/>
              <a:gd name="connsiteY656" fmla="*/ 3112571 h 6858000"/>
              <a:gd name="connsiteX657" fmla="*/ 939066 w 7467600"/>
              <a:gd name="connsiteY657" fmla="*/ 3378798 h 6858000"/>
              <a:gd name="connsiteX658" fmla="*/ 115099 w 7467600"/>
              <a:gd name="connsiteY658" fmla="*/ 3607650 h 6858000"/>
              <a:gd name="connsiteX659" fmla="*/ 97284 w 7467600"/>
              <a:gd name="connsiteY659" fmla="*/ 3520393 h 6858000"/>
              <a:gd name="connsiteX660" fmla="*/ 922050 w 7467600"/>
              <a:gd name="connsiteY660" fmla="*/ 3074867 h 6858000"/>
              <a:gd name="connsiteX661" fmla="*/ 1405265 w 7467600"/>
              <a:gd name="connsiteY661" fmla="*/ 3016319 h 6858000"/>
              <a:gd name="connsiteX662" fmla="*/ 1407512 w 7467600"/>
              <a:gd name="connsiteY662" fmla="*/ 3018001 h 6858000"/>
              <a:gd name="connsiteX663" fmla="*/ 1726266 w 7467600"/>
              <a:gd name="connsiteY663" fmla="*/ 2777274 h 6858000"/>
              <a:gd name="connsiteX664" fmla="*/ 625390 w 7467600"/>
              <a:gd name="connsiteY664" fmla="*/ 2514541 h 6858000"/>
              <a:gd name="connsiteX665" fmla="*/ 619799 w 7467600"/>
              <a:gd name="connsiteY665" fmla="*/ 2527180 h 6858000"/>
              <a:gd name="connsiteX666" fmla="*/ 310030 w 7467600"/>
              <a:gd name="connsiteY666" fmla="*/ 2771818 h 6858000"/>
              <a:gd name="connsiteX667" fmla="*/ 173877 w 7467600"/>
              <a:gd name="connsiteY667" fmla="*/ 2937056 h 6858000"/>
              <a:gd name="connsiteX668" fmla="*/ 77889 w 7467600"/>
              <a:gd name="connsiteY668" fmla="*/ 3138440 h 6858000"/>
              <a:gd name="connsiteX669" fmla="*/ 0 w 7467600"/>
              <a:gd name="connsiteY669" fmla="*/ 3271395 h 6858000"/>
              <a:gd name="connsiteX670" fmla="*/ 0 w 7467600"/>
              <a:gd name="connsiteY670" fmla="*/ 3153002 h 6858000"/>
              <a:gd name="connsiteX671" fmla="*/ 2386 w 7467600"/>
              <a:gd name="connsiteY671" fmla="*/ 3149203 h 6858000"/>
              <a:gd name="connsiteX672" fmla="*/ 89753 w 7467600"/>
              <a:gd name="connsiteY672" fmla="*/ 2987702 h 6858000"/>
              <a:gd name="connsiteX673" fmla="*/ 76869 w 7467600"/>
              <a:gd name="connsiteY673" fmla="*/ 3005404 h 6858000"/>
              <a:gd name="connsiteX674" fmla="*/ 32049 w 7467600"/>
              <a:gd name="connsiteY674" fmla="*/ 3065814 h 6858000"/>
              <a:gd name="connsiteX675" fmla="*/ 0 w 7467600"/>
              <a:gd name="connsiteY675" fmla="*/ 3108744 h 6858000"/>
              <a:gd name="connsiteX676" fmla="*/ 0 w 7467600"/>
              <a:gd name="connsiteY676" fmla="*/ 3058059 h 6858000"/>
              <a:gd name="connsiteX677" fmla="*/ 7610 w 7467600"/>
              <a:gd name="connsiteY677" fmla="*/ 3047889 h 6858000"/>
              <a:gd name="connsiteX678" fmla="*/ 52419 w 7467600"/>
              <a:gd name="connsiteY678" fmla="*/ 2987479 h 6858000"/>
              <a:gd name="connsiteX679" fmla="*/ 59142 w 7467600"/>
              <a:gd name="connsiteY679" fmla="*/ 2978488 h 6858000"/>
              <a:gd name="connsiteX680" fmla="*/ 0 w 7467600"/>
              <a:gd name="connsiteY680" fmla="*/ 3015334 h 6858000"/>
              <a:gd name="connsiteX681" fmla="*/ 0 w 7467600"/>
              <a:gd name="connsiteY681" fmla="*/ 2914286 h 6858000"/>
              <a:gd name="connsiteX682" fmla="*/ 36383 w 7467600"/>
              <a:gd name="connsiteY682" fmla="*/ 2901128 h 6858000"/>
              <a:gd name="connsiteX683" fmla="*/ 156329 w 7467600"/>
              <a:gd name="connsiteY683" fmla="*/ 2840533 h 6858000"/>
              <a:gd name="connsiteX684" fmla="*/ 358355 w 7467600"/>
              <a:gd name="connsiteY684" fmla="*/ 2620471 h 6858000"/>
              <a:gd name="connsiteX685" fmla="*/ 510577 w 7467600"/>
              <a:gd name="connsiteY685" fmla="*/ 2501244 h 6858000"/>
              <a:gd name="connsiteX686" fmla="*/ 211967 w 7467600"/>
              <a:gd name="connsiteY686" fmla="*/ 2479171 h 6858000"/>
              <a:gd name="connsiteX687" fmla="*/ 0 w 7467600"/>
              <a:gd name="connsiteY687" fmla="*/ 2476398 h 6858000"/>
              <a:gd name="connsiteX688" fmla="*/ 0 w 7467600"/>
              <a:gd name="connsiteY688" fmla="*/ 2389189 h 6858000"/>
              <a:gd name="connsiteX689" fmla="*/ 103062 w 7467600"/>
              <a:gd name="connsiteY689" fmla="*/ 2389518 h 6858000"/>
              <a:gd name="connsiteX690" fmla="*/ 510734 w 7467600"/>
              <a:gd name="connsiteY690" fmla="*/ 2416201 h 6858000"/>
              <a:gd name="connsiteX691" fmla="*/ 279257 w 7467600"/>
              <a:gd name="connsiteY691" fmla="*/ 2092102 h 6858000"/>
              <a:gd name="connsiteX692" fmla="*/ 65265 w 7467600"/>
              <a:gd name="connsiteY692" fmla="*/ 2006049 h 6858000"/>
              <a:gd name="connsiteX693" fmla="*/ 0 w 7467600"/>
              <a:gd name="connsiteY693" fmla="*/ 1982532 h 6858000"/>
              <a:gd name="connsiteX694" fmla="*/ 0 w 7467600"/>
              <a:gd name="connsiteY694" fmla="*/ 1912789 h 6858000"/>
              <a:gd name="connsiteX695" fmla="*/ 97460 w 7467600"/>
              <a:gd name="connsiteY695" fmla="*/ 1953725 h 6858000"/>
              <a:gd name="connsiteX696" fmla="*/ 221272 w 7467600"/>
              <a:gd name="connsiteY696" fmla="*/ 1980766 h 6858000"/>
              <a:gd name="connsiteX697" fmla="*/ 116765 w 7467600"/>
              <a:gd name="connsiteY697" fmla="*/ 1911033 h 6858000"/>
              <a:gd name="connsiteX698" fmla="*/ 16405 w 7467600"/>
              <a:gd name="connsiteY698" fmla="*/ 1803412 h 6858000"/>
              <a:gd name="connsiteX699" fmla="*/ 0 w 7467600"/>
              <a:gd name="connsiteY699" fmla="*/ 1784777 h 6858000"/>
              <a:gd name="connsiteX700" fmla="*/ 0 w 7467600"/>
              <a:gd name="connsiteY700" fmla="*/ 1740082 h 6858000"/>
              <a:gd name="connsiteX701" fmla="*/ 39394 w 7467600"/>
              <a:gd name="connsiteY701" fmla="*/ 1784856 h 6858000"/>
              <a:gd name="connsiteX702" fmla="*/ 135813 w 7467600"/>
              <a:gd name="connsiteY702" fmla="*/ 1888838 h 6858000"/>
              <a:gd name="connsiteX703" fmla="*/ 242575 w 7467600"/>
              <a:gd name="connsiteY703" fmla="*/ 1958841 h 6858000"/>
              <a:gd name="connsiteX704" fmla="*/ 82197 w 7467600"/>
              <a:gd name="connsiteY704" fmla="*/ 1754826 h 6858000"/>
              <a:gd name="connsiteX705" fmla="*/ 0 w 7467600"/>
              <a:gd name="connsiteY705" fmla="*/ 1679650 h 6858000"/>
              <a:gd name="connsiteX706" fmla="*/ 0 w 7467600"/>
              <a:gd name="connsiteY706" fmla="*/ 1602463 h 6858000"/>
              <a:gd name="connsiteX707" fmla="*/ 84689 w 7467600"/>
              <a:gd name="connsiteY707" fmla="*/ 1677442 h 6858000"/>
              <a:gd name="connsiteX708" fmla="*/ 298437 w 7467600"/>
              <a:gd name="connsiteY708" fmla="*/ 1968019 h 6858000"/>
              <a:gd name="connsiteX709" fmla="*/ 227269 w 7467600"/>
              <a:gd name="connsiteY709" fmla="*/ 1114064 h 6858000"/>
              <a:gd name="connsiteX710" fmla="*/ 248003 w 7467600"/>
              <a:gd name="connsiteY710" fmla="*/ 1089613 h 6858000"/>
              <a:gd name="connsiteX711" fmla="*/ 427020 w 7467600"/>
              <a:gd name="connsiteY711" fmla="*/ 1619803 h 6858000"/>
              <a:gd name="connsiteX712" fmla="*/ 340345 w 7467600"/>
              <a:gd name="connsiteY712" fmla="*/ 2027739 h 6858000"/>
              <a:gd name="connsiteX713" fmla="*/ 360865 w 7467600"/>
              <a:gd name="connsiteY713" fmla="*/ 2044827 h 6858000"/>
              <a:gd name="connsiteX714" fmla="*/ 560414 w 7467600"/>
              <a:gd name="connsiteY714" fmla="*/ 2421457 h 6858000"/>
              <a:gd name="connsiteX715" fmla="*/ 1359703 w 7467600"/>
              <a:gd name="connsiteY715" fmla="*/ 2578554 h 6858000"/>
              <a:gd name="connsiteX716" fmla="*/ 1359422 w 7467600"/>
              <a:gd name="connsiteY716" fmla="*/ 2577994 h 6858000"/>
              <a:gd name="connsiteX717" fmla="*/ 828701 w 7467600"/>
              <a:gd name="connsiteY717" fmla="*/ 1839520 h 6858000"/>
              <a:gd name="connsiteX718" fmla="*/ 494427 w 7467600"/>
              <a:gd name="connsiteY718" fmla="*/ 1092333 h 6858000"/>
              <a:gd name="connsiteX719" fmla="*/ 506322 w 7467600"/>
              <a:gd name="connsiteY719" fmla="*/ 1020997 h 6858000"/>
              <a:gd name="connsiteX720" fmla="*/ 4570198 w 7467600"/>
              <a:gd name="connsiteY720" fmla="*/ 978081 h 6858000"/>
              <a:gd name="connsiteX721" fmla="*/ 4523691 w 7467600"/>
              <a:gd name="connsiteY721" fmla="*/ 1127776 h 6858000"/>
              <a:gd name="connsiteX722" fmla="*/ 4509875 w 7467600"/>
              <a:gd name="connsiteY722" fmla="*/ 1167552 h 6858000"/>
              <a:gd name="connsiteX723" fmla="*/ 4478168 w 7467600"/>
              <a:gd name="connsiteY723" fmla="*/ 1260735 h 6858000"/>
              <a:gd name="connsiteX724" fmla="*/ 4409309 w 7467600"/>
              <a:gd name="connsiteY724" fmla="*/ 1666996 h 6858000"/>
              <a:gd name="connsiteX725" fmla="*/ 4370031 w 7467600"/>
              <a:gd name="connsiteY725" fmla="*/ 1955666 h 6858000"/>
              <a:gd name="connsiteX726" fmla="*/ 4570198 w 7467600"/>
              <a:gd name="connsiteY726" fmla="*/ 978081 h 6858000"/>
              <a:gd name="connsiteX727" fmla="*/ 4557898 w 7467600"/>
              <a:gd name="connsiteY727" fmla="*/ 900011 h 6858000"/>
              <a:gd name="connsiteX728" fmla="*/ 4344840 w 7467600"/>
              <a:gd name="connsiteY728" fmla="*/ 1922038 h 6858000"/>
              <a:gd name="connsiteX729" fmla="*/ 4378710 w 7467600"/>
              <a:gd name="connsiteY729" fmla="*/ 1665516 h 6858000"/>
              <a:gd name="connsiteX730" fmla="*/ 4448798 w 7467600"/>
              <a:gd name="connsiteY730" fmla="*/ 1253024 h 6858000"/>
              <a:gd name="connsiteX731" fmla="*/ 4480315 w 7467600"/>
              <a:gd name="connsiteY731" fmla="*/ 1158454 h 6858000"/>
              <a:gd name="connsiteX732" fmla="*/ 4494133 w 7467600"/>
              <a:gd name="connsiteY732" fmla="*/ 1118676 h 6858000"/>
              <a:gd name="connsiteX733" fmla="*/ 4557898 w 7467600"/>
              <a:gd name="connsiteY733" fmla="*/ 900011 h 6858000"/>
              <a:gd name="connsiteX734" fmla="*/ 5870151 w 7467600"/>
              <a:gd name="connsiteY734" fmla="*/ 898890 h 6858000"/>
              <a:gd name="connsiteX735" fmla="*/ 5861335 w 7467600"/>
              <a:gd name="connsiteY735" fmla="*/ 899177 h 6858000"/>
              <a:gd name="connsiteX736" fmla="*/ 5843702 w 7467600"/>
              <a:gd name="connsiteY736" fmla="*/ 899748 h 6858000"/>
              <a:gd name="connsiteX737" fmla="*/ 5651107 w 7467600"/>
              <a:gd name="connsiteY737" fmla="*/ 920306 h 6858000"/>
              <a:gd name="connsiteX738" fmla="*/ 5459407 w 7467600"/>
              <a:gd name="connsiteY738" fmla="*/ 940975 h 6858000"/>
              <a:gd name="connsiteX739" fmla="*/ 5374846 w 7467600"/>
              <a:gd name="connsiteY739" fmla="*/ 941988 h 6858000"/>
              <a:gd name="connsiteX740" fmla="*/ 5256105 w 7467600"/>
              <a:gd name="connsiteY740" fmla="*/ 945632 h 6858000"/>
              <a:gd name="connsiteX741" fmla="*/ 5107071 w 7467600"/>
              <a:gd name="connsiteY741" fmla="*/ 969720 h 6858000"/>
              <a:gd name="connsiteX742" fmla="*/ 4998681 w 7467600"/>
              <a:gd name="connsiteY742" fmla="*/ 988771 h 6858000"/>
              <a:gd name="connsiteX743" fmla="*/ 5870151 w 7467600"/>
              <a:gd name="connsiteY743" fmla="*/ 898890 h 6858000"/>
              <a:gd name="connsiteX744" fmla="*/ 5504425 w 7467600"/>
              <a:gd name="connsiteY744" fmla="*/ 848067 h 6858000"/>
              <a:gd name="connsiteX745" fmla="*/ 4968849 w 7467600"/>
              <a:gd name="connsiteY745" fmla="*/ 962318 h 6858000"/>
              <a:gd name="connsiteX746" fmla="*/ 5104039 w 7467600"/>
              <a:gd name="connsiteY746" fmla="*/ 940634 h 6858000"/>
              <a:gd name="connsiteX747" fmla="*/ 5256311 w 7467600"/>
              <a:gd name="connsiteY747" fmla="*/ 916490 h 6858000"/>
              <a:gd name="connsiteX748" fmla="*/ 5377381 w 7467600"/>
              <a:gd name="connsiteY748" fmla="*/ 912671 h 6858000"/>
              <a:gd name="connsiteX749" fmla="*/ 5460148 w 7467600"/>
              <a:gd name="connsiteY749" fmla="*/ 911442 h 6858000"/>
              <a:gd name="connsiteX750" fmla="*/ 5648971 w 7467600"/>
              <a:gd name="connsiteY750" fmla="*/ 891331 h 6858000"/>
              <a:gd name="connsiteX751" fmla="*/ 5844807 w 7467600"/>
              <a:gd name="connsiteY751" fmla="*/ 870718 h 6858000"/>
              <a:gd name="connsiteX752" fmla="*/ 5862975 w 7467600"/>
              <a:gd name="connsiteY752" fmla="*/ 869756 h 6858000"/>
              <a:gd name="connsiteX753" fmla="*/ 5920887 w 7467600"/>
              <a:gd name="connsiteY753" fmla="*/ 865929 h 6858000"/>
              <a:gd name="connsiteX754" fmla="*/ 5504425 w 7467600"/>
              <a:gd name="connsiteY754" fmla="*/ 848067 h 6858000"/>
              <a:gd name="connsiteX755" fmla="*/ 3607114 w 7467600"/>
              <a:gd name="connsiteY755" fmla="*/ 467441 h 6858000"/>
              <a:gd name="connsiteX756" fmla="*/ 3296242 w 7467600"/>
              <a:gd name="connsiteY756" fmla="*/ 807991 h 6858000"/>
              <a:gd name="connsiteX757" fmla="*/ 3174674 w 7467600"/>
              <a:gd name="connsiteY757" fmla="*/ 919759 h 6858000"/>
              <a:gd name="connsiteX758" fmla="*/ 3042978 w 7467600"/>
              <a:gd name="connsiteY758" fmla="*/ 1054894 h 6858000"/>
              <a:gd name="connsiteX759" fmla="*/ 2968914 w 7467600"/>
              <a:gd name="connsiteY759" fmla="*/ 1133756 h 6858000"/>
              <a:gd name="connsiteX760" fmla="*/ 3103823 w 7467600"/>
              <a:gd name="connsiteY760" fmla="*/ 1026814 h 6858000"/>
              <a:gd name="connsiteX761" fmla="*/ 3607114 w 7467600"/>
              <a:gd name="connsiteY761" fmla="*/ 467441 h 6858000"/>
              <a:gd name="connsiteX762" fmla="*/ 3744487 w 7467600"/>
              <a:gd name="connsiteY762" fmla="*/ 383136 h 6858000"/>
              <a:gd name="connsiteX763" fmla="*/ 3970213 w 7467600"/>
              <a:gd name="connsiteY763" fmla="*/ 995559 h 6858000"/>
              <a:gd name="connsiteX764" fmla="*/ 3744487 w 7467600"/>
              <a:gd name="connsiteY764" fmla="*/ 383136 h 6858000"/>
              <a:gd name="connsiteX765" fmla="*/ 3624562 w 7467600"/>
              <a:gd name="connsiteY765" fmla="*/ 367041 h 6858000"/>
              <a:gd name="connsiteX766" fmla="*/ 3489712 w 7467600"/>
              <a:gd name="connsiteY766" fmla="*/ 485386 h 6858000"/>
              <a:gd name="connsiteX767" fmla="*/ 3182994 w 7467600"/>
              <a:gd name="connsiteY767" fmla="*/ 828265 h 6858000"/>
              <a:gd name="connsiteX768" fmla="*/ 2892114 w 7467600"/>
              <a:gd name="connsiteY768" fmla="*/ 1172635 h 6858000"/>
              <a:gd name="connsiteX769" fmla="*/ 3021459 w 7467600"/>
              <a:gd name="connsiteY769" fmla="*/ 1035385 h 6858000"/>
              <a:gd name="connsiteX770" fmla="*/ 3153873 w 7467600"/>
              <a:gd name="connsiteY770" fmla="*/ 898971 h 6858000"/>
              <a:gd name="connsiteX771" fmla="*/ 3276511 w 7467600"/>
              <a:gd name="connsiteY771" fmla="*/ 786423 h 6858000"/>
              <a:gd name="connsiteX772" fmla="*/ 3584154 w 7467600"/>
              <a:gd name="connsiteY772" fmla="*/ 448218 h 6858000"/>
              <a:gd name="connsiteX773" fmla="*/ 3624562 w 7467600"/>
              <a:gd name="connsiteY773" fmla="*/ 367041 h 6858000"/>
              <a:gd name="connsiteX774" fmla="*/ 3766672 w 7467600"/>
              <a:gd name="connsiteY774" fmla="*/ 359429 h 6858000"/>
              <a:gd name="connsiteX775" fmla="*/ 3996338 w 7467600"/>
              <a:gd name="connsiteY775" fmla="*/ 968237 h 6858000"/>
              <a:gd name="connsiteX776" fmla="*/ 3766672 w 7467600"/>
              <a:gd name="connsiteY776" fmla="*/ 359429 h 6858000"/>
              <a:gd name="connsiteX777" fmla="*/ 5805386 w 7467600"/>
              <a:gd name="connsiteY777" fmla="*/ 239240 h 6858000"/>
              <a:gd name="connsiteX778" fmla="*/ 5736947 w 7467600"/>
              <a:gd name="connsiteY778" fmla="*/ 261367 h 6858000"/>
              <a:gd name="connsiteX779" fmla="*/ 5427012 w 7467600"/>
              <a:gd name="connsiteY779" fmla="*/ 311272 h 6858000"/>
              <a:gd name="connsiteX780" fmla="*/ 5147818 w 7467600"/>
              <a:gd name="connsiteY780" fmla="*/ 322112 h 6858000"/>
              <a:gd name="connsiteX781" fmla="*/ 5060854 w 7467600"/>
              <a:gd name="connsiteY781" fmla="*/ 311882 h 6858000"/>
              <a:gd name="connsiteX782" fmla="*/ 4945989 w 7467600"/>
              <a:gd name="connsiteY782" fmla="*/ 300516 h 6858000"/>
              <a:gd name="connsiteX783" fmla="*/ 5410479 w 7467600"/>
              <a:gd name="connsiteY783" fmla="*/ 348434 h 6858000"/>
              <a:gd name="connsiteX784" fmla="*/ 5805386 w 7467600"/>
              <a:gd name="connsiteY784" fmla="*/ 239240 h 6858000"/>
              <a:gd name="connsiteX785" fmla="*/ 5905192 w 7467600"/>
              <a:gd name="connsiteY785" fmla="*/ 163079 h 6858000"/>
              <a:gd name="connsiteX786" fmla="*/ 5865655 w 7467600"/>
              <a:gd name="connsiteY786" fmla="*/ 171901 h 6858000"/>
              <a:gd name="connsiteX787" fmla="*/ 5259740 w 7467600"/>
              <a:gd name="connsiteY787" fmla="*/ 257013 h 6858000"/>
              <a:gd name="connsiteX788" fmla="*/ 5208466 w 7467600"/>
              <a:gd name="connsiteY788" fmla="*/ 257550 h 6858000"/>
              <a:gd name="connsiteX789" fmla="*/ 4980204 w 7467600"/>
              <a:gd name="connsiteY789" fmla="*/ 271903 h 6858000"/>
              <a:gd name="connsiteX790" fmla="*/ 5068068 w 7467600"/>
              <a:gd name="connsiteY790" fmla="*/ 282244 h 6858000"/>
              <a:gd name="connsiteX791" fmla="*/ 5153231 w 7467600"/>
              <a:gd name="connsiteY791" fmla="*/ 292240 h 6858000"/>
              <a:gd name="connsiteX792" fmla="*/ 5426491 w 7467600"/>
              <a:gd name="connsiteY792" fmla="*/ 281128 h 6858000"/>
              <a:gd name="connsiteX793" fmla="*/ 5731212 w 7467600"/>
              <a:gd name="connsiteY793" fmla="*/ 231951 h 6858000"/>
              <a:gd name="connsiteX794" fmla="*/ 5905192 w 7467600"/>
              <a:gd name="connsiteY794" fmla="*/ 163079 h 6858000"/>
              <a:gd name="connsiteX795" fmla="*/ 5944437 w 7467600"/>
              <a:gd name="connsiteY795" fmla="*/ 113829 h 6858000"/>
              <a:gd name="connsiteX796" fmla="*/ 5825032 w 7467600"/>
              <a:gd name="connsiteY796" fmla="*/ 146405 h 6858000"/>
              <a:gd name="connsiteX797" fmla="*/ 4955599 w 7467600"/>
              <a:gd name="connsiteY797" fmla="*/ 247008 h 6858000"/>
              <a:gd name="connsiteX798" fmla="*/ 5210104 w 7467600"/>
              <a:gd name="connsiteY798" fmla="*/ 228123 h 6858000"/>
              <a:gd name="connsiteX799" fmla="*/ 5261015 w 7467600"/>
              <a:gd name="connsiteY799" fmla="*/ 227087 h 6858000"/>
              <a:gd name="connsiteX800" fmla="*/ 5861181 w 7467600"/>
              <a:gd name="connsiteY800" fmla="*/ 143093 h 6858000"/>
              <a:gd name="connsiteX801" fmla="*/ 5961252 w 7467600"/>
              <a:gd name="connsiteY801" fmla="*/ 114820 h 6858000"/>
              <a:gd name="connsiteX802" fmla="*/ 5944437 w 7467600"/>
              <a:gd name="connsiteY802" fmla="*/ 113829 h 6858000"/>
              <a:gd name="connsiteX803" fmla="*/ 3882765 w 7467600"/>
              <a:gd name="connsiteY803" fmla="*/ 0 h 6858000"/>
              <a:gd name="connsiteX804" fmla="*/ 3995099 w 7467600"/>
              <a:gd name="connsiteY804" fmla="*/ 0 h 6858000"/>
              <a:gd name="connsiteX805" fmla="*/ 4163818 w 7467600"/>
              <a:gd name="connsiteY805" fmla="*/ 234104 h 6858000"/>
              <a:gd name="connsiteX806" fmla="*/ 4172099 w 7467600"/>
              <a:gd name="connsiteY806" fmla="*/ 234207 h 6858000"/>
              <a:gd name="connsiteX807" fmla="*/ 4784282 w 7467600"/>
              <a:gd name="connsiteY807" fmla="*/ 276561 h 6858000"/>
              <a:gd name="connsiteX808" fmla="*/ 4801687 w 7467600"/>
              <a:gd name="connsiteY808" fmla="*/ 267764 h 6858000"/>
              <a:gd name="connsiteX809" fmla="*/ 6082788 w 7467600"/>
              <a:gd name="connsiteY809" fmla="*/ 64119 h 6858000"/>
              <a:gd name="connsiteX810" fmla="*/ 6099442 w 7467600"/>
              <a:gd name="connsiteY810" fmla="*/ 82568 h 6858000"/>
              <a:gd name="connsiteX811" fmla="*/ 4804137 w 7467600"/>
              <a:gd name="connsiteY811" fmla="*/ 320931 h 6858000"/>
              <a:gd name="connsiteX812" fmla="*/ 4227047 w 7467600"/>
              <a:gd name="connsiteY812" fmla="*/ 313415 h 6858000"/>
              <a:gd name="connsiteX813" fmla="*/ 4346041 w 7467600"/>
              <a:gd name="connsiteY813" fmla="*/ 456086 h 6858000"/>
              <a:gd name="connsiteX814" fmla="*/ 4870967 w 7467600"/>
              <a:gd name="connsiteY814" fmla="*/ 963061 h 6858000"/>
              <a:gd name="connsiteX815" fmla="*/ 4889647 w 7467600"/>
              <a:gd name="connsiteY815" fmla="*/ 957147 h 6858000"/>
              <a:gd name="connsiteX816" fmla="*/ 5422504 w 7467600"/>
              <a:gd name="connsiteY816" fmla="*/ 805191 h 6858000"/>
              <a:gd name="connsiteX817" fmla="*/ 6087656 w 7467600"/>
              <a:gd name="connsiteY817" fmla="*/ 826703 h 6858000"/>
              <a:gd name="connsiteX818" fmla="*/ 6058717 w 7467600"/>
              <a:gd name="connsiteY818" fmla="*/ 865992 h 6858000"/>
              <a:gd name="connsiteX819" fmla="*/ 4974153 w 7467600"/>
              <a:gd name="connsiteY819" fmla="*/ 1045456 h 6858000"/>
              <a:gd name="connsiteX820" fmla="*/ 5627835 w 7467600"/>
              <a:gd name="connsiteY820" fmla="*/ 1472077 h 6858000"/>
              <a:gd name="connsiteX821" fmla="*/ 5629817 w 7467600"/>
              <a:gd name="connsiteY821" fmla="*/ 1471412 h 6858000"/>
              <a:gd name="connsiteX822" fmla="*/ 5634124 w 7467600"/>
              <a:gd name="connsiteY822" fmla="*/ 1470572 h 6858000"/>
              <a:gd name="connsiteX823" fmla="*/ 5755832 w 7467600"/>
              <a:gd name="connsiteY823" fmla="*/ 1383886 h 6858000"/>
              <a:gd name="connsiteX824" fmla="*/ 6014186 w 7467600"/>
              <a:gd name="connsiteY824" fmla="*/ 1279799 h 6858000"/>
              <a:gd name="connsiteX825" fmla="*/ 6901619 w 7467600"/>
              <a:gd name="connsiteY825" fmla="*/ 1047874 h 6858000"/>
              <a:gd name="connsiteX826" fmla="*/ 6931566 w 7467600"/>
              <a:gd name="connsiteY826" fmla="*/ 1062034 h 6858000"/>
              <a:gd name="connsiteX827" fmla="*/ 5790982 w 7467600"/>
              <a:gd name="connsiteY827" fmla="*/ 1561380 h 6858000"/>
              <a:gd name="connsiteX828" fmla="*/ 6188971 w 7467600"/>
              <a:gd name="connsiteY828" fmla="*/ 1755168 h 6858000"/>
              <a:gd name="connsiteX829" fmla="*/ 6202446 w 7467600"/>
              <a:gd name="connsiteY829" fmla="*/ 1752268 h 6858000"/>
              <a:gd name="connsiteX830" fmla="*/ 7179560 w 7467600"/>
              <a:gd name="connsiteY830" fmla="*/ 1467551 h 6858000"/>
              <a:gd name="connsiteX831" fmla="*/ 7158730 w 7467600"/>
              <a:gd name="connsiteY831" fmla="*/ 1507835 h 6858000"/>
              <a:gd name="connsiteX832" fmla="*/ 6326959 w 7467600"/>
              <a:gd name="connsiteY832" fmla="*/ 1817686 h 6858000"/>
              <a:gd name="connsiteX833" fmla="*/ 6537433 w 7467600"/>
              <a:gd name="connsiteY833" fmla="*/ 1907790 h 6858000"/>
              <a:gd name="connsiteX834" fmla="*/ 6550221 w 7467600"/>
              <a:gd name="connsiteY834" fmla="*/ 1910729 h 6858000"/>
              <a:gd name="connsiteX835" fmla="*/ 6964438 w 7467600"/>
              <a:gd name="connsiteY835" fmla="*/ 2209505 h 6858000"/>
              <a:gd name="connsiteX836" fmla="*/ 7367862 w 7467600"/>
              <a:gd name="connsiteY836" fmla="*/ 2806833 h 6858000"/>
              <a:gd name="connsiteX837" fmla="*/ 7364329 w 7467600"/>
              <a:gd name="connsiteY837" fmla="*/ 2826907 h 6858000"/>
              <a:gd name="connsiteX838" fmla="*/ 7290545 w 7467600"/>
              <a:gd name="connsiteY838" fmla="*/ 2850663 h 6858000"/>
              <a:gd name="connsiteX839" fmla="*/ 6472036 w 7467600"/>
              <a:gd name="connsiteY839" fmla="*/ 1959003 h 6858000"/>
              <a:gd name="connsiteX840" fmla="*/ 5792897 w 7467600"/>
              <a:gd name="connsiteY840" fmla="*/ 1647747 h 6858000"/>
              <a:gd name="connsiteX841" fmla="*/ 5842751 w 7467600"/>
              <a:gd name="connsiteY841" fmla="*/ 1816112 h 6858000"/>
              <a:gd name="connsiteX842" fmla="*/ 5847424 w 7467600"/>
              <a:gd name="connsiteY842" fmla="*/ 1815776 h 6858000"/>
              <a:gd name="connsiteX843" fmla="*/ 6399821 w 7467600"/>
              <a:gd name="connsiteY843" fmla="*/ 2344799 h 6858000"/>
              <a:gd name="connsiteX844" fmla="*/ 6323232 w 7467600"/>
              <a:gd name="connsiteY844" fmla="*/ 2389634 h 6858000"/>
              <a:gd name="connsiteX845" fmla="*/ 5942958 w 7467600"/>
              <a:gd name="connsiteY845" fmla="*/ 2077708 h 6858000"/>
              <a:gd name="connsiteX846" fmla="*/ 5921559 w 7467600"/>
              <a:gd name="connsiteY846" fmla="*/ 2378596 h 6858000"/>
              <a:gd name="connsiteX847" fmla="*/ 5817651 w 7467600"/>
              <a:gd name="connsiteY847" fmla="*/ 3023919 h 6858000"/>
              <a:gd name="connsiteX848" fmla="*/ 5729634 w 7467600"/>
              <a:gd name="connsiteY848" fmla="*/ 3051849 h 6858000"/>
              <a:gd name="connsiteX849" fmla="*/ 5611018 w 7467600"/>
              <a:gd name="connsiteY849" fmla="*/ 2316769 h 6858000"/>
              <a:gd name="connsiteX850" fmla="*/ 5687608 w 7467600"/>
              <a:gd name="connsiteY850" fmla="*/ 2039972 h 6858000"/>
              <a:gd name="connsiteX851" fmla="*/ 5657554 w 7467600"/>
              <a:gd name="connsiteY851" fmla="*/ 1576445 h 6858000"/>
              <a:gd name="connsiteX852" fmla="*/ 5150475 w 7467600"/>
              <a:gd name="connsiteY852" fmla="*/ 1274012 h 6858000"/>
              <a:gd name="connsiteX853" fmla="*/ 5349142 w 7467600"/>
              <a:gd name="connsiteY853" fmla="*/ 2204405 h 6858000"/>
              <a:gd name="connsiteX854" fmla="*/ 5262214 w 7467600"/>
              <a:gd name="connsiteY854" fmla="*/ 2233836 h 6858000"/>
              <a:gd name="connsiteX855" fmla="*/ 4981539 w 7467600"/>
              <a:gd name="connsiteY855" fmla="*/ 1542201 h 6858000"/>
              <a:gd name="connsiteX856" fmla="*/ 4958461 w 7467600"/>
              <a:gd name="connsiteY856" fmla="*/ 1136957 h 6858000"/>
              <a:gd name="connsiteX857" fmla="*/ 4655015 w 7467600"/>
              <a:gd name="connsiteY857" fmla="*/ 891426 h 6858000"/>
              <a:gd name="connsiteX858" fmla="*/ 4348002 w 7467600"/>
              <a:gd name="connsiteY858" fmla="*/ 2205895 h 6858000"/>
              <a:gd name="connsiteX859" fmla="*/ 4262250 w 7467600"/>
              <a:gd name="connsiteY859" fmla="*/ 2219972 h 6858000"/>
              <a:gd name="connsiteX860" fmla="*/ 4550611 w 7467600"/>
              <a:gd name="connsiteY860" fmla="*/ 817540 h 6858000"/>
              <a:gd name="connsiteX861" fmla="*/ 4564418 w 7467600"/>
              <a:gd name="connsiteY861" fmla="*/ 808293 h 6858000"/>
              <a:gd name="connsiteX862" fmla="*/ 4266388 w 7467600"/>
              <a:gd name="connsiteY862" fmla="*/ 500083 h 6858000"/>
              <a:gd name="connsiteX863" fmla="*/ 4032842 w 7467600"/>
              <a:gd name="connsiteY863" fmla="*/ 211809 h 6858000"/>
              <a:gd name="connsiteX864" fmla="*/ 3882765 w 7467600"/>
              <a:gd name="connsiteY864" fmla="*/ 0 h 6858000"/>
              <a:gd name="connsiteX865" fmla="*/ 3721337 w 7467600"/>
              <a:gd name="connsiteY865" fmla="*/ 0 h 6858000"/>
              <a:gd name="connsiteX866" fmla="*/ 3797544 w 7467600"/>
              <a:gd name="connsiteY866" fmla="*/ 0 h 6858000"/>
              <a:gd name="connsiteX867" fmla="*/ 3775734 w 7467600"/>
              <a:gd name="connsiteY867" fmla="*/ 95131 h 6858000"/>
              <a:gd name="connsiteX868" fmla="*/ 3724807 w 7467600"/>
              <a:gd name="connsiteY868" fmla="*/ 272257 h 6858000"/>
              <a:gd name="connsiteX869" fmla="*/ 3726844 w 7467600"/>
              <a:gd name="connsiteY869" fmla="*/ 282988 h 6858000"/>
              <a:gd name="connsiteX870" fmla="*/ 3742664 w 7467600"/>
              <a:gd name="connsiteY870" fmla="*/ 279918 h 6858000"/>
              <a:gd name="connsiteX871" fmla="*/ 4103910 w 7467600"/>
              <a:gd name="connsiteY871" fmla="*/ 1161917 h 6858000"/>
              <a:gd name="connsiteX872" fmla="*/ 4020269 w 7467600"/>
              <a:gd name="connsiteY872" fmla="*/ 1200406 h 6858000"/>
              <a:gd name="connsiteX873" fmla="*/ 3674882 w 7467600"/>
              <a:gd name="connsiteY873" fmla="*/ 488524 h 6858000"/>
              <a:gd name="connsiteX874" fmla="*/ 3132682 w 7467600"/>
              <a:gd name="connsiteY874" fmla="*/ 1072284 h 6858000"/>
              <a:gd name="connsiteX875" fmla="*/ 2716346 w 7467600"/>
              <a:gd name="connsiteY875" fmla="*/ 1276376 h 6858000"/>
              <a:gd name="connsiteX876" fmla="*/ 2716772 w 7467600"/>
              <a:gd name="connsiteY876" fmla="*/ 1255462 h 6858000"/>
              <a:gd name="connsiteX877" fmla="*/ 3471096 w 7467600"/>
              <a:gd name="connsiteY877" fmla="*/ 437072 h 6858000"/>
              <a:gd name="connsiteX878" fmla="*/ 3639057 w 7467600"/>
              <a:gd name="connsiteY878" fmla="*/ 286334 h 6858000"/>
              <a:gd name="connsiteX879" fmla="*/ 3640309 w 7467600"/>
              <a:gd name="connsiteY879" fmla="*/ 284664 h 6858000"/>
              <a:gd name="connsiteX880" fmla="*/ 3646022 w 7467600"/>
              <a:gd name="connsiteY880" fmla="*/ 276711 h 6858000"/>
              <a:gd name="connsiteX881" fmla="*/ 3707943 w 7467600"/>
              <a:gd name="connsiteY881" fmla="*/ 65958 h 6858000"/>
              <a:gd name="connsiteX882" fmla="*/ 3721337 w 7467600"/>
              <a:gd name="connsiteY882" fmla="*/ 0 h 6858000"/>
              <a:gd name="connsiteX883" fmla="*/ 2867960 w 7467600"/>
              <a:gd name="connsiteY883" fmla="*/ 0 h 6858000"/>
              <a:gd name="connsiteX884" fmla="*/ 2926351 w 7467600"/>
              <a:gd name="connsiteY884" fmla="*/ 0 h 6858000"/>
              <a:gd name="connsiteX885" fmla="*/ 2902823 w 7467600"/>
              <a:gd name="connsiteY885" fmla="*/ 262929 h 6858000"/>
              <a:gd name="connsiteX886" fmla="*/ 2940663 w 7467600"/>
              <a:gd name="connsiteY886" fmla="*/ 140884 h 6858000"/>
              <a:gd name="connsiteX887" fmla="*/ 2947039 w 7467600"/>
              <a:gd name="connsiteY887" fmla="*/ 122524 h 6858000"/>
              <a:gd name="connsiteX888" fmla="*/ 2984316 w 7467600"/>
              <a:gd name="connsiteY888" fmla="*/ 0 h 6858000"/>
              <a:gd name="connsiteX889" fmla="*/ 3016114 w 7467600"/>
              <a:gd name="connsiteY889" fmla="*/ 0 h 6858000"/>
              <a:gd name="connsiteX890" fmla="*/ 2979949 w 7467600"/>
              <a:gd name="connsiteY890" fmla="*/ 119274 h 6858000"/>
              <a:gd name="connsiteX891" fmla="*/ 3023879 w 7467600"/>
              <a:gd name="connsiteY891" fmla="*/ 0 h 6858000"/>
              <a:gd name="connsiteX892" fmla="*/ 3105400 w 7467600"/>
              <a:gd name="connsiteY892" fmla="*/ 0 h 6858000"/>
              <a:gd name="connsiteX893" fmla="*/ 3094669 w 7467600"/>
              <a:gd name="connsiteY893" fmla="*/ 30308 h 6858000"/>
              <a:gd name="connsiteX894" fmla="*/ 2901945 w 7467600"/>
              <a:gd name="connsiteY894" fmla="*/ 466538 h 6858000"/>
              <a:gd name="connsiteX895" fmla="*/ 2815209 w 7467600"/>
              <a:gd name="connsiteY895" fmla="*/ 497361 h 6858000"/>
              <a:gd name="connsiteX896" fmla="*/ 2844845 w 7467600"/>
              <a:gd name="connsiteY896" fmla="*/ 127638 h 6858000"/>
              <a:gd name="connsiteX897" fmla="*/ 2867960 w 7467600"/>
              <a:gd name="connsiteY897" fmla="*/ 0 h 6858000"/>
              <a:gd name="connsiteX898" fmla="*/ 1057230 w 7467600"/>
              <a:gd name="connsiteY898" fmla="*/ 0 h 6858000"/>
              <a:gd name="connsiteX899" fmla="*/ 1111003 w 7467600"/>
              <a:gd name="connsiteY899" fmla="*/ 0 h 6858000"/>
              <a:gd name="connsiteX900" fmla="*/ 1125553 w 7467600"/>
              <a:gd name="connsiteY900" fmla="*/ 52588 h 6858000"/>
              <a:gd name="connsiteX901" fmla="*/ 1304276 w 7467600"/>
              <a:gd name="connsiteY901" fmla="*/ 476275 h 6858000"/>
              <a:gd name="connsiteX902" fmla="*/ 1492066 w 7467600"/>
              <a:gd name="connsiteY902" fmla="*/ 886333 h 6858000"/>
              <a:gd name="connsiteX903" fmla="*/ 1423698 w 7467600"/>
              <a:gd name="connsiteY903" fmla="*/ 710817 h 6858000"/>
              <a:gd name="connsiteX904" fmla="*/ 1357609 w 7467600"/>
              <a:gd name="connsiteY904" fmla="*/ 532892 h 6858000"/>
              <a:gd name="connsiteX905" fmla="*/ 1309550 w 7467600"/>
              <a:gd name="connsiteY905" fmla="*/ 374031 h 6858000"/>
              <a:gd name="connsiteX906" fmla="*/ 1193673 w 7467600"/>
              <a:gd name="connsiteY906" fmla="*/ 49533 h 6858000"/>
              <a:gd name="connsiteX907" fmla="*/ 1164391 w 7467600"/>
              <a:gd name="connsiteY907" fmla="*/ 0 h 6858000"/>
              <a:gd name="connsiteX908" fmla="*/ 1200666 w 7467600"/>
              <a:gd name="connsiteY908" fmla="*/ 0 h 6858000"/>
              <a:gd name="connsiteX909" fmla="*/ 1223408 w 7467600"/>
              <a:gd name="connsiteY909" fmla="*/ 38996 h 6858000"/>
              <a:gd name="connsiteX910" fmla="*/ 1339635 w 7467600"/>
              <a:gd name="connsiteY910" fmla="*/ 365517 h 6858000"/>
              <a:gd name="connsiteX911" fmla="*/ 1387469 w 7467600"/>
              <a:gd name="connsiteY911" fmla="*/ 523079 h 6858000"/>
              <a:gd name="connsiteX912" fmla="*/ 1452685 w 7467600"/>
              <a:gd name="connsiteY912" fmla="*/ 699806 h 6858000"/>
              <a:gd name="connsiteX913" fmla="*/ 1492092 w 7467600"/>
              <a:gd name="connsiteY913" fmla="*/ 800424 h 6858000"/>
              <a:gd name="connsiteX914" fmla="*/ 1455302 w 7467600"/>
              <a:gd name="connsiteY914" fmla="*/ 632913 h 6858000"/>
              <a:gd name="connsiteX915" fmla="*/ 1222336 w 7467600"/>
              <a:gd name="connsiteY915" fmla="*/ 9480 h 6858000"/>
              <a:gd name="connsiteX916" fmla="*/ 1214634 w 7467600"/>
              <a:gd name="connsiteY916" fmla="*/ 0 h 6858000"/>
              <a:gd name="connsiteX917" fmla="*/ 1289827 w 7467600"/>
              <a:gd name="connsiteY917" fmla="*/ 0 h 6858000"/>
              <a:gd name="connsiteX918" fmla="*/ 1321076 w 7467600"/>
              <a:gd name="connsiteY918" fmla="*/ 59722 h 6858000"/>
              <a:gd name="connsiteX919" fmla="*/ 1512579 w 7467600"/>
              <a:gd name="connsiteY919" fmla="*/ 626441 h 6858000"/>
              <a:gd name="connsiteX920" fmla="*/ 1506076 w 7467600"/>
              <a:gd name="connsiteY920" fmla="*/ 1089289 h 6858000"/>
              <a:gd name="connsiteX921" fmla="*/ 1486346 w 7467600"/>
              <a:gd name="connsiteY921" fmla="*/ 1079919 h 6858000"/>
              <a:gd name="connsiteX922" fmla="*/ 1070511 w 7467600"/>
              <a:gd name="connsiteY922" fmla="*/ 48609 h 6858000"/>
              <a:gd name="connsiteX923" fmla="*/ 1057230 w 7467600"/>
              <a:gd name="connsiteY923" fmla="*/ 0 h 6858000"/>
              <a:gd name="connsiteX924" fmla="*/ 43151 w 7467600"/>
              <a:gd name="connsiteY924" fmla="*/ 0 h 6858000"/>
              <a:gd name="connsiteX925" fmla="*/ 95283 w 7467600"/>
              <a:gd name="connsiteY925" fmla="*/ 0 h 6858000"/>
              <a:gd name="connsiteX926" fmla="*/ 300708 w 7467600"/>
              <a:gd name="connsiteY926" fmla="*/ 154571 h 6858000"/>
              <a:gd name="connsiteX927" fmla="*/ 530414 w 7467600"/>
              <a:gd name="connsiteY927" fmla="*/ 354673 h 6858000"/>
              <a:gd name="connsiteX928" fmla="*/ 333785 w 7467600"/>
              <a:gd name="connsiteY928" fmla="*/ 161564 h 6858000"/>
              <a:gd name="connsiteX929" fmla="*/ 147005 w 7467600"/>
              <a:gd name="connsiteY929" fmla="*/ 0 h 6858000"/>
              <a:gd name="connsiteX930" fmla="*/ 272509 w 7467600"/>
              <a:gd name="connsiteY930" fmla="*/ 0 h 6858000"/>
              <a:gd name="connsiteX931" fmla="*/ 326276 w 7467600"/>
              <a:gd name="connsiteY931" fmla="*/ 45847 h 6858000"/>
              <a:gd name="connsiteX932" fmla="*/ 823759 w 7467600"/>
              <a:gd name="connsiteY932" fmla="*/ 574145 h 6858000"/>
              <a:gd name="connsiteX933" fmla="*/ 811254 w 7467600"/>
              <a:gd name="connsiteY933" fmla="*/ 665546 h 6858000"/>
              <a:gd name="connsiteX934" fmla="*/ 154042 w 7467600"/>
              <a:gd name="connsiteY934" fmla="*/ 261522 h 6858000"/>
              <a:gd name="connsiteX935" fmla="*/ 13550 w 7467600"/>
              <a:gd name="connsiteY935" fmla="*/ 158423 h 6858000"/>
              <a:gd name="connsiteX936" fmla="*/ 0 w 7467600"/>
              <a:gd name="connsiteY936" fmla="*/ 146618 h 6858000"/>
              <a:gd name="connsiteX937" fmla="*/ 0 w 7467600"/>
              <a:gd name="connsiteY937" fmla="*/ 59161 h 6858000"/>
              <a:gd name="connsiteX938" fmla="*/ 45427 w 7467600"/>
              <a:gd name="connsiteY938" fmla="*/ 101078 h 6858000"/>
              <a:gd name="connsiteX939" fmla="*/ 630103 w 7467600"/>
              <a:gd name="connsiteY939" fmla="*/ 485885 h 6858000"/>
              <a:gd name="connsiteX940" fmla="*/ 532040 w 7467600"/>
              <a:gd name="connsiteY940" fmla="*/ 399359 h 6858000"/>
              <a:gd name="connsiteX941" fmla="*/ 517618 w 7467600"/>
              <a:gd name="connsiteY941" fmla="*/ 385726 h 6858000"/>
              <a:gd name="connsiteX942" fmla="*/ 285074 w 7467600"/>
              <a:gd name="connsiteY942" fmla="*/ 182755 h 6858000"/>
              <a:gd name="connsiteX943" fmla="*/ 43151 w 7467600"/>
              <a:gd name="connsiteY943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289862 w 7467600"/>
              <a:gd name="connsiteY4" fmla="*/ 6659827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289862 w 7467600"/>
              <a:gd name="connsiteY10" fmla="*/ 6659827 h 6858000"/>
              <a:gd name="connsiteX11" fmla="*/ 1019354 w 7467600"/>
              <a:gd name="connsiteY11" fmla="*/ 6315006 h 6858000"/>
              <a:gd name="connsiteX12" fmla="*/ 441046 w 7467600"/>
              <a:gd name="connsiteY12" fmla="*/ 6691153 h 6858000"/>
              <a:gd name="connsiteX13" fmla="*/ 1019354 w 7467600"/>
              <a:gd name="connsiteY13" fmla="*/ 6315006 h 6858000"/>
              <a:gd name="connsiteX14" fmla="*/ 991680 w 7467600"/>
              <a:gd name="connsiteY14" fmla="*/ 6298413 h 6858000"/>
              <a:gd name="connsiteX15" fmla="*/ 409060 w 7467600"/>
              <a:gd name="connsiteY15" fmla="*/ 6671470 h 6858000"/>
              <a:gd name="connsiteX16" fmla="*/ 991680 w 7467600"/>
              <a:gd name="connsiteY16" fmla="*/ 6298413 h 6858000"/>
              <a:gd name="connsiteX17" fmla="*/ 103333 w 7467600"/>
              <a:gd name="connsiteY17" fmla="*/ 5699602 h 6858000"/>
              <a:gd name="connsiteX18" fmla="*/ 233938 w 7467600"/>
              <a:gd name="connsiteY18" fmla="*/ 5809416 h 6858000"/>
              <a:gd name="connsiteX19" fmla="*/ 883580 w 7467600"/>
              <a:gd name="connsiteY19" fmla="*/ 6180710 h 6858000"/>
              <a:gd name="connsiteX20" fmla="*/ 487337 w 7467600"/>
              <a:gd name="connsiteY20" fmla="*/ 5950182 h 6858000"/>
              <a:gd name="connsiteX21" fmla="*/ 354051 w 7467600"/>
              <a:gd name="connsiteY21" fmla="*/ 5854912 h 6858000"/>
              <a:gd name="connsiteX22" fmla="*/ 195436 w 7467600"/>
              <a:gd name="connsiteY22" fmla="*/ 5755068 h 6858000"/>
              <a:gd name="connsiteX23" fmla="*/ 103333 w 7467600"/>
              <a:gd name="connsiteY23" fmla="*/ 5699602 h 6858000"/>
              <a:gd name="connsiteX24" fmla="*/ 5539432 w 7467600"/>
              <a:gd name="connsiteY24" fmla="*/ 5642928 h 6858000"/>
              <a:gd name="connsiteX25" fmla="*/ 5555462 w 7467600"/>
              <a:gd name="connsiteY25" fmla="*/ 5694454 h 6858000"/>
              <a:gd name="connsiteX26" fmla="*/ 5828270 w 7467600"/>
              <a:gd name="connsiteY26" fmla="*/ 6320663 h 6858000"/>
              <a:gd name="connsiteX27" fmla="*/ 5947416 w 7467600"/>
              <a:gd name="connsiteY27" fmla="*/ 6574846 h 6858000"/>
              <a:gd name="connsiteX28" fmla="*/ 5539432 w 7467600"/>
              <a:gd name="connsiteY28" fmla="*/ 5642928 h 6858000"/>
              <a:gd name="connsiteX29" fmla="*/ 51253 w 7467600"/>
              <a:gd name="connsiteY29" fmla="*/ 5631825 h 6858000"/>
              <a:gd name="connsiteX30" fmla="*/ 211622 w 7467600"/>
              <a:gd name="connsiteY30" fmla="*/ 5728803 h 6858000"/>
              <a:gd name="connsiteX31" fmla="*/ 371652 w 7467600"/>
              <a:gd name="connsiteY31" fmla="*/ 5829062 h 6858000"/>
              <a:gd name="connsiteX32" fmla="*/ 505903 w 7467600"/>
              <a:gd name="connsiteY32" fmla="*/ 5925221 h 6858000"/>
              <a:gd name="connsiteX33" fmla="*/ 899240 w 7467600"/>
              <a:gd name="connsiteY33" fmla="*/ 6153068 h 6858000"/>
              <a:gd name="connsiteX34" fmla="*/ 988114 w 7467600"/>
              <a:gd name="connsiteY34" fmla="*/ 6174204 h 6858000"/>
              <a:gd name="connsiteX35" fmla="*/ 845971 w 7467600"/>
              <a:gd name="connsiteY35" fmla="*/ 6067177 h 6858000"/>
              <a:gd name="connsiteX36" fmla="*/ 448057 w 7467600"/>
              <a:gd name="connsiteY36" fmla="*/ 5841376 h 6858000"/>
              <a:gd name="connsiteX37" fmla="*/ 51253 w 7467600"/>
              <a:gd name="connsiteY37" fmla="*/ 5631825 h 6858000"/>
              <a:gd name="connsiteX38" fmla="*/ 2606687 w 7467600"/>
              <a:gd name="connsiteY38" fmla="*/ 5630718 h 6858000"/>
              <a:gd name="connsiteX39" fmla="*/ 2645658 w 7467600"/>
              <a:gd name="connsiteY39" fmla="*/ 6640259 h 6858000"/>
              <a:gd name="connsiteX40" fmla="*/ 2606687 w 7467600"/>
              <a:gd name="connsiteY40" fmla="*/ 5630718 h 6858000"/>
              <a:gd name="connsiteX41" fmla="*/ 3642057 w 7467600"/>
              <a:gd name="connsiteY41" fmla="*/ 5573487 h 6858000"/>
              <a:gd name="connsiteX42" fmla="*/ 3632981 w 7467600"/>
              <a:gd name="connsiteY42" fmla="*/ 5579437 h 6858000"/>
              <a:gd name="connsiteX43" fmla="*/ 3382436 w 7467600"/>
              <a:gd name="connsiteY43" fmla="*/ 5952726 h 6858000"/>
              <a:gd name="connsiteX44" fmla="*/ 3191929 w 7467600"/>
              <a:gd name="connsiteY44" fmla="*/ 6662669 h 6858000"/>
              <a:gd name="connsiteX45" fmla="*/ 3369898 w 7467600"/>
              <a:gd name="connsiteY45" fmla="*/ 6081771 h 6858000"/>
              <a:gd name="connsiteX46" fmla="*/ 3642057 w 7467600"/>
              <a:gd name="connsiteY46" fmla="*/ 5573487 h 6858000"/>
              <a:gd name="connsiteX47" fmla="*/ 2650666 w 7467600"/>
              <a:gd name="connsiteY47" fmla="*/ 5530686 h 6858000"/>
              <a:gd name="connsiteX48" fmla="*/ 2650249 w 7467600"/>
              <a:gd name="connsiteY48" fmla="*/ 5532101 h 6858000"/>
              <a:gd name="connsiteX49" fmla="*/ 2663808 w 7467600"/>
              <a:gd name="connsiteY49" fmla="*/ 6535215 h 6858000"/>
              <a:gd name="connsiteX50" fmla="*/ 2665418 w 7467600"/>
              <a:gd name="connsiteY50" fmla="*/ 6132756 h 6858000"/>
              <a:gd name="connsiteX51" fmla="*/ 2650666 w 7467600"/>
              <a:gd name="connsiteY51" fmla="*/ 5530686 h 6858000"/>
              <a:gd name="connsiteX52" fmla="*/ 2680277 w 7467600"/>
              <a:gd name="connsiteY52" fmla="*/ 5479204 h 6858000"/>
              <a:gd name="connsiteX53" fmla="*/ 2678972 w 7467600"/>
              <a:gd name="connsiteY53" fmla="*/ 5481582 h 6858000"/>
              <a:gd name="connsiteX54" fmla="*/ 2696666 w 7467600"/>
              <a:gd name="connsiteY54" fmla="*/ 6133836 h 6858000"/>
              <a:gd name="connsiteX55" fmla="*/ 2695769 w 7467600"/>
              <a:gd name="connsiteY55" fmla="*/ 6390955 h 6858000"/>
              <a:gd name="connsiteX56" fmla="*/ 2739893 w 7467600"/>
              <a:gd name="connsiteY56" fmla="*/ 6108357 h 6858000"/>
              <a:gd name="connsiteX57" fmla="*/ 2680277 w 7467600"/>
              <a:gd name="connsiteY57" fmla="*/ 5479204 h 6858000"/>
              <a:gd name="connsiteX58" fmla="*/ 1132195 w 7467600"/>
              <a:gd name="connsiteY58" fmla="*/ 5467980 h 6858000"/>
              <a:gd name="connsiteX59" fmla="*/ 1679056 w 7467600"/>
              <a:gd name="connsiteY59" fmla="*/ 5516907 h 6858000"/>
              <a:gd name="connsiteX60" fmla="*/ 2128648 w 7467600"/>
              <a:gd name="connsiteY60" fmla="*/ 5474249 h 6858000"/>
              <a:gd name="connsiteX61" fmla="*/ 1825619 w 7467600"/>
              <a:gd name="connsiteY61" fmla="*/ 5478447 h 6858000"/>
              <a:gd name="connsiteX62" fmla="*/ 1737798 w 7467600"/>
              <a:gd name="connsiteY62" fmla="*/ 5483353 h 6858000"/>
              <a:gd name="connsiteX63" fmla="*/ 1132195 w 7467600"/>
              <a:gd name="connsiteY63" fmla="*/ 5467980 h 6858000"/>
              <a:gd name="connsiteX64" fmla="*/ 1456157 w 7467600"/>
              <a:gd name="connsiteY64" fmla="*/ 5371404 h 6858000"/>
              <a:gd name="connsiteX65" fmla="*/ 1244432 w 7467600"/>
              <a:gd name="connsiteY65" fmla="*/ 5385601 h 6858000"/>
              <a:gd name="connsiteX66" fmla="*/ 973990 w 7467600"/>
              <a:gd name="connsiteY66" fmla="*/ 5424940 h 6858000"/>
              <a:gd name="connsiteX67" fmla="*/ 1103809 w 7467600"/>
              <a:gd name="connsiteY67" fmla="*/ 5433720 h 6858000"/>
              <a:gd name="connsiteX68" fmla="*/ 1123454 w 7467600"/>
              <a:gd name="connsiteY68" fmla="*/ 5435727 h 6858000"/>
              <a:gd name="connsiteX69" fmla="*/ 1737017 w 7467600"/>
              <a:gd name="connsiteY69" fmla="*/ 5452183 h 6858000"/>
              <a:gd name="connsiteX70" fmla="*/ 1824397 w 7467600"/>
              <a:gd name="connsiteY70" fmla="*/ 5447757 h 6858000"/>
              <a:gd name="connsiteX71" fmla="*/ 2070059 w 7467600"/>
              <a:gd name="connsiteY71" fmla="*/ 5441660 h 6858000"/>
              <a:gd name="connsiteX72" fmla="*/ 1456157 w 7467600"/>
              <a:gd name="connsiteY72" fmla="*/ 5371404 h 6858000"/>
              <a:gd name="connsiteX73" fmla="*/ 4988186 w 7467600"/>
              <a:gd name="connsiteY73" fmla="*/ 5216467 h 6858000"/>
              <a:gd name="connsiteX74" fmla="*/ 4777334 w 7467600"/>
              <a:gd name="connsiteY74" fmla="*/ 5406072 h 6858000"/>
              <a:gd name="connsiteX75" fmla="*/ 4718341 w 7467600"/>
              <a:gd name="connsiteY75" fmla="*/ 5468043 h 6858000"/>
              <a:gd name="connsiteX76" fmla="*/ 4604655 w 7467600"/>
              <a:gd name="connsiteY76" fmla="*/ 5583434 h 6858000"/>
              <a:gd name="connsiteX77" fmla="*/ 4565074 w 7467600"/>
              <a:gd name="connsiteY77" fmla="*/ 5618550 h 6858000"/>
              <a:gd name="connsiteX78" fmla="*/ 4988186 w 7467600"/>
              <a:gd name="connsiteY78" fmla="*/ 5216467 h 6858000"/>
              <a:gd name="connsiteX79" fmla="*/ 4978032 w 7467600"/>
              <a:gd name="connsiteY79" fmla="*/ 5183809 h 6858000"/>
              <a:gd name="connsiteX80" fmla="*/ 4463413 w 7467600"/>
              <a:gd name="connsiteY80" fmla="*/ 5615162 h 6858000"/>
              <a:gd name="connsiteX81" fmla="*/ 4358134 w 7467600"/>
              <a:gd name="connsiteY81" fmla="*/ 5742791 h 6858000"/>
              <a:gd name="connsiteX82" fmla="*/ 4376219 w 7467600"/>
              <a:gd name="connsiteY82" fmla="*/ 5729027 h 6858000"/>
              <a:gd name="connsiteX83" fmla="*/ 4582340 w 7467600"/>
              <a:gd name="connsiteY83" fmla="*/ 5561037 h 6858000"/>
              <a:gd name="connsiteX84" fmla="*/ 4694684 w 7467600"/>
              <a:gd name="connsiteY84" fmla="*/ 5447098 h 6858000"/>
              <a:gd name="connsiteX85" fmla="*/ 4754123 w 7467600"/>
              <a:gd name="connsiteY85" fmla="*/ 5384643 h 6858000"/>
              <a:gd name="connsiteX86" fmla="*/ 4978032 w 7467600"/>
              <a:gd name="connsiteY86" fmla="*/ 5183809 h 6858000"/>
              <a:gd name="connsiteX87" fmla="*/ 1903353 w 7467600"/>
              <a:gd name="connsiteY87" fmla="*/ 5044827 h 6858000"/>
              <a:gd name="connsiteX88" fmla="*/ 1936931 w 7467600"/>
              <a:gd name="connsiteY88" fmla="*/ 5093954 h 6858000"/>
              <a:gd name="connsiteX89" fmla="*/ 2195868 w 7467600"/>
              <a:gd name="connsiteY89" fmla="*/ 5396574 h 6858000"/>
              <a:gd name="connsiteX90" fmla="*/ 2088852 w 7467600"/>
              <a:gd name="connsiteY90" fmla="*/ 5166123 h 6858000"/>
              <a:gd name="connsiteX91" fmla="*/ 1958241 w 7467600"/>
              <a:gd name="connsiteY91" fmla="*/ 5067955 h 6858000"/>
              <a:gd name="connsiteX92" fmla="*/ 1903353 w 7467600"/>
              <a:gd name="connsiteY92" fmla="*/ 5044827 h 6858000"/>
              <a:gd name="connsiteX93" fmla="*/ 1979378 w 7467600"/>
              <a:gd name="connsiteY93" fmla="*/ 4769504 h 6858000"/>
              <a:gd name="connsiteX94" fmla="*/ 2882120 w 7467600"/>
              <a:gd name="connsiteY94" fmla="*/ 5064547 h 6858000"/>
              <a:gd name="connsiteX95" fmla="*/ 2793103 w 7467600"/>
              <a:gd name="connsiteY95" fmla="*/ 5039699 h 6858000"/>
              <a:gd name="connsiteX96" fmla="*/ 2770041 w 7467600"/>
              <a:gd name="connsiteY96" fmla="*/ 5033634 h 6858000"/>
              <a:gd name="connsiteX97" fmla="*/ 1979378 w 7467600"/>
              <a:gd name="connsiteY97" fmla="*/ 4769504 h 6858000"/>
              <a:gd name="connsiteX98" fmla="*/ 1927410 w 7467600"/>
              <a:gd name="connsiteY98" fmla="*/ 4716164 h 6858000"/>
              <a:gd name="connsiteX99" fmla="*/ 1959587 w 7467600"/>
              <a:gd name="connsiteY99" fmla="*/ 4728849 h 6858000"/>
              <a:gd name="connsiteX100" fmla="*/ 2777707 w 7467600"/>
              <a:gd name="connsiteY100" fmla="*/ 5003991 h 6858000"/>
              <a:gd name="connsiteX101" fmla="*/ 2800768 w 7467600"/>
              <a:gd name="connsiteY101" fmla="*/ 5010056 h 6858000"/>
              <a:gd name="connsiteX102" fmla="*/ 2879408 w 7467600"/>
              <a:gd name="connsiteY102" fmla="*/ 5031590 h 6858000"/>
              <a:gd name="connsiteX103" fmla="*/ 2862295 w 7467600"/>
              <a:gd name="connsiteY103" fmla="*/ 5022958 h 6858000"/>
              <a:gd name="connsiteX104" fmla="*/ 2813343 w 7467600"/>
              <a:gd name="connsiteY104" fmla="*/ 4998369 h 6858000"/>
              <a:gd name="connsiteX105" fmla="*/ 2646245 w 7467600"/>
              <a:gd name="connsiteY105" fmla="*/ 4930999 h 6858000"/>
              <a:gd name="connsiteX106" fmla="*/ 1999243 w 7467600"/>
              <a:gd name="connsiteY106" fmla="*/ 4730524 h 6858000"/>
              <a:gd name="connsiteX107" fmla="*/ 1979527 w 7467600"/>
              <a:gd name="connsiteY107" fmla="*/ 4726651 h 6858000"/>
              <a:gd name="connsiteX108" fmla="*/ 1927410 w 7467600"/>
              <a:gd name="connsiteY108" fmla="*/ 4716164 h 6858000"/>
              <a:gd name="connsiteX109" fmla="*/ 1997014 w 7467600"/>
              <a:gd name="connsiteY109" fmla="*/ 4698007 h 6858000"/>
              <a:gd name="connsiteX110" fmla="*/ 2005458 w 7467600"/>
              <a:gd name="connsiteY110" fmla="*/ 4699540 h 6858000"/>
              <a:gd name="connsiteX111" fmla="*/ 2657186 w 7467600"/>
              <a:gd name="connsiteY111" fmla="*/ 4901687 h 6858000"/>
              <a:gd name="connsiteX112" fmla="*/ 2826662 w 7467600"/>
              <a:gd name="connsiteY112" fmla="*/ 4970362 h 6858000"/>
              <a:gd name="connsiteX113" fmla="*/ 2876100 w 7467600"/>
              <a:gd name="connsiteY113" fmla="*/ 4995397 h 6858000"/>
              <a:gd name="connsiteX114" fmla="*/ 3042600 w 7467600"/>
              <a:gd name="connsiteY114" fmla="*/ 5059532 h 6858000"/>
              <a:gd name="connsiteX115" fmla="*/ 1997014 w 7467600"/>
              <a:gd name="connsiteY115" fmla="*/ 4698007 h 6858000"/>
              <a:gd name="connsiteX116" fmla="*/ 2305292 w 7467600"/>
              <a:gd name="connsiteY116" fmla="*/ 4219492 h 6858000"/>
              <a:gd name="connsiteX117" fmla="*/ 3360922 w 7467600"/>
              <a:gd name="connsiteY117" fmla="*/ 4529373 h 6858000"/>
              <a:gd name="connsiteX118" fmla="*/ 3492420 w 7467600"/>
              <a:gd name="connsiteY118" fmla="*/ 4510145 h 6858000"/>
              <a:gd name="connsiteX119" fmla="*/ 3364086 w 7467600"/>
              <a:gd name="connsiteY119" fmla="*/ 4480340 h 6858000"/>
              <a:gd name="connsiteX120" fmla="*/ 3225818 w 7467600"/>
              <a:gd name="connsiteY120" fmla="*/ 4411822 h 6858000"/>
              <a:gd name="connsiteX121" fmla="*/ 3129696 w 7467600"/>
              <a:gd name="connsiteY121" fmla="*/ 4360704 h 6858000"/>
              <a:gd name="connsiteX122" fmla="*/ 2814545 w 7467600"/>
              <a:gd name="connsiteY122" fmla="*/ 4282955 h 6858000"/>
              <a:gd name="connsiteX123" fmla="*/ 2305292 w 7467600"/>
              <a:gd name="connsiteY123" fmla="*/ 4219492 h 6858000"/>
              <a:gd name="connsiteX124" fmla="*/ 2626982 w 7467600"/>
              <a:gd name="connsiteY124" fmla="*/ 4206450 h 6858000"/>
              <a:gd name="connsiteX125" fmla="*/ 2490617 w 7467600"/>
              <a:gd name="connsiteY125" fmla="*/ 4206951 h 6858000"/>
              <a:gd name="connsiteX126" fmla="*/ 2819869 w 7467600"/>
              <a:gd name="connsiteY126" fmla="*/ 4252936 h 6858000"/>
              <a:gd name="connsiteX127" fmla="*/ 3143018 w 7467600"/>
              <a:gd name="connsiteY127" fmla="*/ 4332698 h 6858000"/>
              <a:gd name="connsiteX128" fmla="*/ 3241520 w 7467600"/>
              <a:gd name="connsiteY128" fmla="*/ 4385112 h 6858000"/>
              <a:gd name="connsiteX129" fmla="*/ 3374575 w 7467600"/>
              <a:gd name="connsiteY129" fmla="*/ 4451517 h 6858000"/>
              <a:gd name="connsiteX130" fmla="*/ 3505221 w 7467600"/>
              <a:gd name="connsiteY130" fmla="*/ 4480757 h 6858000"/>
              <a:gd name="connsiteX131" fmla="*/ 2626982 w 7467600"/>
              <a:gd name="connsiteY131" fmla="*/ 4206450 h 6858000"/>
              <a:gd name="connsiteX132" fmla="*/ 1310106 w 7467600"/>
              <a:gd name="connsiteY132" fmla="*/ 3943217 h 6858000"/>
              <a:gd name="connsiteX133" fmla="*/ 854994 w 7467600"/>
              <a:gd name="connsiteY133" fmla="*/ 4399136 h 6858000"/>
              <a:gd name="connsiteX134" fmla="*/ 742462 w 7467600"/>
              <a:gd name="connsiteY134" fmla="*/ 4594648 h 6858000"/>
              <a:gd name="connsiteX135" fmla="*/ 820602 w 7467600"/>
              <a:gd name="connsiteY135" fmla="*/ 4485915 h 6858000"/>
              <a:gd name="connsiteX136" fmla="*/ 878295 w 7467600"/>
              <a:gd name="connsiteY136" fmla="*/ 4403594 h 6858000"/>
              <a:gd name="connsiteX137" fmla="*/ 1240607 w 7467600"/>
              <a:gd name="connsiteY137" fmla="*/ 4010401 h 6858000"/>
              <a:gd name="connsiteX138" fmla="*/ 1310106 w 7467600"/>
              <a:gd name="connsiteY138" fmla="*/ 3943217 h 6858000"/>
              <a:gd name="connsiteX139" fmla="*/ 1423113 w 7467600"/>
              <a:gd name="connsiteY139" fmla="*/ 3874565 h 6858000"/>
              <a:gd name="connsiteX140" fmla="*/ 1260565 w 7467600"/>
              <a:gd name="connsiteY140" fmla="*/ 4031982 h 6858000"/>
              <a:gd name="connsiteX141" fmla="*/ 901900 w 7467600"/>
              <a:gd name="connsiteY141" fmla="*/ 4421236 h 6858000"/>
              <a:gd name="connsiteX142" fmla="*/ 845044 w 7467600"/>
              <a:gd name="connsiteY142" fmla="*/ 4502436 h 6858000"/>
              <a:gd name="connsiteX143" fmla="*/ 685926 w 7467600"/>
              <a:gd name="connsiteY143" fmla="*/ 4703069 h 6858000"/>
              <a:gd name="connsiteX144" fmla="*/ 684248 w 7467600"/>
              <a:gd name="connsiteY144" fmla="*/ 4706721 h 6858000"/>
              <a:gd name="connsiteX145" fmla="*/ 1423113 w 7467600"/>
              <a:gd name="connsiteY145" fmla="*/ 3874565 h 6858000"/>
              <a:gd name="connsiteX146" fmla="*/ 3316479 w 7467600"/>
              <a:gd name="connsiteY146" fmla="*/ 3872136 h 6858000"/>
              <a:gd name="connsiteX147" fmla="*/ 3546806 w 7467600"/>
              <a:gd name="connsiteY147" fmla="*/ 4356139 h 6858000"/>
              <a:gd name="connsiteX148" fmla="*/ 3364433 w 7467600"/>
              <a:gd name="connsiteY148" fmla="*/ 3953121 h 6858000"/>
              <a:gd name="connsiteX149" fmla="*/ 3316479 w 7467600"/>
              <a:gd name="connsiteY149" fmla="*/ 3872136 h 6858000"/>
              <a:gd name="connsiteX150" fmla="*/ 3291335 w 7467600"/>
              <a:gd name="connsiteY150" fmla="*/ 3767420 h 6858000"/>
              <a:gd name="connsiteX151" fmla="*/ 3390805 w 7467600"/>
              <a:gd name="connsiteY151" fmla="*/ 3937163 h 6858000"/>
              <a:gd name="connsiteX152" fmla="*/ 3579062 w 7467600"/>
              <a:gd name="connsiteY152" fmla="*/ 4359040 h 6858000"/>
              <a:gd name="connsiteX153" fmla="*/ 3467355 w 7467600"/>
              <a:gd name="connsiteY153" fmla="*/ 3988130 h 6858000"/>
              <a:gd name="connsiteX154" fmla="*/ 3310753 w 7467600"/>
              <a:gd name="connsiteY154" fmla="*/ 3787140 h 6858000"/>
              <a:gd name="connsiteX155" fmla="*/ 3291335 w 7467600"/>
              <a:gd name="connsiteY155" fmla="*/ 3767420 h 6858000"/>
              <a:gd name="connsiteX156" fmla="*/ 1635889 w 7467600"/>
              <a:gd name="connsiteY156" fmla="*/ 3709494 h 6858000"/>
              <a:gd name="connsiteX157" fmla="*/ 1634800 w 7467600"/>
              <a:gd name="connsiteY157" fmla="*/ 3731111 h 6858000"/>
              <a:gd name="connsiteX158" fmla="*/ 1635889 w 7467600"/>
              <a:gd name="connsiteY158" fmla="*/ 3709494 h 6858000"/>
              <a:gd name="connsiteX159" fmla="*/ 1510397 w 7467600"/>
              <a:gd name="connsiteY159" fmla="*/ 3684705 h 6858000"/>
              <a:gd name="connsiteX160" fmla="*/ 1146550 w 7467600"/>
              <a:gd name="connsiteY160" fmla="*/ 3802012 h 6858000"/>
              <a:gd name="connsiteX161" fmla="*/ 698834 w 7467600"/>
              <a:gd name="connsiteY161" fmla="*/ 3952272 h 6858000"/>
              <a:gd name="connsiteX162" fmla="*/ 34256 w 7467600"/>
              <a:gd name="connsiteY162" fmla="*/ 4347603 h 6858000"/>
              <a:gd name="connsiteX163" fmla="*/ 527241 w 7467600"/>
              <a:gd name="connsiteY163" fmla="*/ 4065078 h 6858000"/>
              <a:gd name="connsiteX164" fmla="*/ 1510397 w 7467600"/>
              <a:gd name="connsiteY164" fmla="*/ 3684705 h 6858000"/>
              <a:gd name="connsiteX165" fmla="*/ 1313114 w 7467600"/>
              <a:gd name="connsiteY165" fmla="*/ 3655216 h 6858000"/>
              <a:gd name="connsiteX166" fmla="*/ 1109304 w 7467600"/>
              <a:gd name="connsiteY166" fmla="*/ 3669030 h 6858000"/>
              <a:gd name="connsiteX167" fmla="*/ 8129 w 7467600"/>
              <a:gd name="connsiteY167" fmla="*/ 4330519 h 6858000"/>
              <a:gd name="connsiteX168" fmla="*/ 687572 w 7467600"/>
              <a:gd name="connsiteY168" fmla="*/ 3925629 h 6858000"/>
              <a:gd name="connsiteX169" fmla="*/ 1138365 w 7467600"/>
              <a:gd name="connsiteY169" fmla="*/ 3774515 h 6858000"/>
              <a:gd name="connsiteX170" fmla="*/ 1505579 w 7467600"/>
              <a:gd name="connsiteY170" fmla="*/ 3655526 h 6858000"/>
              <a:gd name="connsiteX171" fmla="*/ 1313114 w 7467600"/>
              <a:gd name="connsiteY171" fmla="*/ 3655216 h 6858000"/>
              <a:gd name="connsiteX172" fmla="*/ 3655073 w 7467600"/>
              <a:gd name="connsiteY172" fmla="*/ 3650884 h 6858000"/>
              <a:gd name="connsiteX173" fmla="*/ 3989938 w 7467600"/>
              <a:gd name="connsiteY173" fmla="*/ 3991685 h 6858000"/>
              <a:gd name="connsiteX174" fmla="*/ 4393907 w 7467600"/>
              <a:gd name="connsiteY174" fmla="*/ 4261258 h 6858000"/>
              <a:gd name="connsiteX175" fmla="*/ 4648051 w 7467600"/>
              <a:gd name="connsiteY175" fmla="*/ 4374051 h 6858000"/>
              <a:gd name="connsiteX176" fmla="*/ 4383389 w 7467600"/>
              <a:gd name="connsiteY176" fmla="*/ 4184369 h 6858000"/>
              <a:gd name="connsiteX177" fmla="*/ 4165508 w 7467600"/>
              <a:gd name="connsiteY177" fmla="*/ 4035196 h 6858000"/>
              <a:gd name="connsiteX178" fmla="*/ 4068162 w 7467600"/>
              <a:gd name="connsiteY178" fmla="*/ 3953394 h 6858000"/>
              <a:gd name="connsiteX179" fmla="*/ 3981416 w 7467600"/>
              <a:gd name="connsiteY179" fmla="*/ 3880482 h 6858000"/>
              <a:gd name="connsiteX180" fmla="*/ 3800147 w 7467600"/>
              <a:gd name="connsiteY180" fmla="*/ 3749872 h 6858000"/>
              <a:gd name="connsiteX181" fmla="*/ 3655073 w 7467600"/>
              <a:gd name="connsiteY181" fmla="*/ 3650884 h 6858000"/>
              <a:gd name="connsiteX182" fmla="*/ 3670252 w 7467600"/>
              <a:gd name="connsiteY182" fmla="*/ 3622798 h 6858000"/>
              <a:gd name="connsiteX183" fmla="*/ 3817258 w 7467600"/>
              <a:gd name="connsiteY183" fmla="*/ 3723577 h 6858000"/>
              <a:gd name="connsiteX184" fmla="*/ 4000461 w 7467600"/>
              <a:gd name="connsiteY184" fmla="*/ 3855966 h 6858000"/>
              <a:gd name="connsiteX185" fmla="*/ 4088180 w 7467600"/>
              <a:gd name="connsiteY185" fmla="*/ 3929774 h 6858000"/>
              <a:gd name="connsiteX186" fmla="*/ 4184555 w 7467600"/>
              <a:gd name="connsiteY186" fmla="*/ 4010683 h 6858000"/>
              <a:gd name="connsiteX187" fmla="*/ 4399563 w 7467600"/>
              <a:gd name="connsiteY187" fmla="*/ 4158106 h 6858000"/>
              <a:gd name="connsiteX188" fmla="*/ 4684469 w 7467600"/>
              <a:gd name="connsiteY188" fmla="*/ 4364680 h 6858000"/>
              <a:gd name="connsiteX189" fmla="*/ 4690271 w 7467600"/>
              <a:gd name="connsiteY189" fmla="*/ 4370034 h 6858000"/>
              <a:gd name="connsiteX190" fmla="*/ 4136093 w 7467600"/>
              <a:gd name="connsiteY190" fmla="*/ 3858466 h 6858000"/>
              <a:gd name="connsiteX191" fmla="*/ 3670252 w 7467600"/>
              <a:gd name="connsiteY191" fmla="*/ 3622798 h 6858000"/>
              <a:gd name="connsiteX192" fmla="*/ 4440129 w 7467600"/>
              <a:gd name="connsiteY192" fmla="*/ 3448571 h 6858000"/>
              <a:gd name="connsiteX193" fmla="*/ 4856525 w 7467600"/>
              <a:gd name="connsiteY193" fmla="*/ 3915351 h 6858000"/>
              <a:gd name="connsiteX194" fmla="*/ 5059055 w 7467600"/>
              <a:gd name="connsiteY194" fmla="*/ 4108918 h 6858000"/>
              <a:gd name="connsiteX195" fmla="*/ 5290070 w 7467600"/>
              <a:gd name="connsiteY195" fmla="*/ 4263619 h 6858000"/>
              <a:gd name="connsiteX196" fmla="*/ 4834991 w 7467600"/>
              <a:gd name="connsiteY196" fmla="*/ 3830985 h 6858000"/>
              <a:gd name="connsiteX197" fmla="*/ 4440129 w 7467600"/>
              <a:gd name="connsiteY197" fmla="*/ 3448571 h 6858000"/>
              <a:gd name="connsiteX198" fmla="*/ 4441737 w 7467600"/>
              <a:gd name="connsiteY198" fmla="*/ 3399734 h 6858000"/>
              <a:gd name="connsiteX199" fmla="*/ 4431236 w 7467600"/>
              <a:gd name="connsiteY199" fmla="*/ 3400954 h 6858000"/>
              <a:gd name="connsiteX200" fmla="*/ 4557150 w 7467600"/>
              <a:gd name="connsiteY200" fmla="*/ 3510023 h 6858000"/>
              <a:gd name="connsiteX201" fmla="*/ 4856936 w 7467600"/>
              <a:gd name="connsiteY201" fmla="*/ 3809146 h 6858000"/>
              <a:gd name="connsiteX202" fmla="*/ 5111996 w 7467600"/>
              <a:gd name="connsiteY202" fmla="*/ 4065759 h 6858000"/>
              <a:gd name="connsiteX203" fmla="*/ 5388878 w 7467600"/>
              <a:gd name="connsiteY203" fmla="*/ 4300185 h 6858000"/>
              <a:gd name="connsiteX204" fmla="*/ 5425556 w 7467600"/>
              <a:gd name="connsiteY204" fmla="*/ 4308967 h 6858000"/>
              <a:gd name="connsiteX205" fmla="*/ 4943646 w 7467600"/>
              <a:gd name="connsiteY205" fmla="*/ 3822916 h 6858000"/>
              <a:gd name="connsiteX206" fmla="*/ 4594837 w 7467600"/>
              <a:gd name="connsiteY206" fmla="*/ 3532274 h 6858000"/>
              <a:gd name="connsiteX207" fmla="*/ 4441737 w 7467600"/>
              <a:gd name="connsiteY207" fmla="*/ 3399734 h 6858000"/>
              <a:gd name="connsiteX208" fmla="*/ 5425834 w 7467600"/>
              <a:gd name="connsiteY208" fmla="*/ 3162785 h 6858000"/>
              <a:gd name="connsiteX209" fmla="*/ 5401644 w 7467600"/>
              <a:gd name="connsiteY209" fmla="*/ 3617847 h 6858000"/>
              <a:gd name="connsiteX210" fmla="*/ 5467256 w 7467600"/>
              <a:gd name="connsiteY210" fmla="*/ 4175494 h 6858000"/>
              <a:gd name="connsiteX211" fmla="*/ 5448069 w 7467600"/>
              <a:gd name="connsiteY211" fmla="*/ 3567554 h 6858000"/>
              <a:gd name="connsiteX212" fmla="*/ 5425834 w 7467600"/>
              <a:gd name="connsiteY212" fmla="*/ 3162785 h 6858000"/>
              <a:gd name="connsiteX213" fmla="*/ 1318687 w 7467600"/>
              <a:gd name="connsiteY213" fmla="*/ 3113840 h 6858000"/>
              <a:gd name="connsiteX214" fmla="*/ 1066793 w 7467600"/>
              <a:gd name="connsiteY214" fmla="*/ 3212171 h 6858000"/>
              <a:gd name="connsiteX215" fmla="*/ 993319 w 7467600"/>
              <a:gd name="connsiteY215" fmla="*/ 3247648 h 6858000"/>
              <a:gd name="connsiteX216" fmla="*/ 853081 w 7467600"/>
              <a:gd name="connsiteY216" fmla="*/ 3312410 h 6858000"/>
              <a:gd name="connsiteX217" fmla="*/ 805957 w 7467600"/>
              <a:gd name="connsiteY217" fmla="*/ 3330443 h 6858000"/>
              <a:gd name="connsiteX218" fmla="*/ 1318687 w 7467600"/>
              <a:gd name="connsiteY218" fmla="*/ 3113840 h 6858000"/>
              <a:gd name="connsiteX219" fmla="*/ 5453702 w 7467600"/>
              <a:gd name="connsiteY219" fmla="*/ 3090882 h 6858000"/>
              <a:gd name="connsiteX220" fmla="*/ 5480135 w 7467600"/>
              <a:gd name="connsiteY220" fmla="*/ 3565802 h 6858000"/>
              <a:gd name="connsiteX221" fmla="*/ 5499023 w 7467600"/>
              <a:gd name="connsiteY221" fmla="*/ 4166310 h 6858000"/>
              <a:gd name="connsiteX222" fmla="*/ 5547022 w 7467600"/>
              <a:gd name="connsiteY222" fmla="*/ 3607838 h 6858000"/>
              <a:gd name="connsiteX223" fmla="*/ 5515964 w 7467600"/>
              <a:gd name="connsiteY223" fmla="*/ 3378541 h 6858000"/>
              <a:gd name="connsiteX224" fmla="*/ 5453702 w 7467600"/>
              <a:gd name="connsiteY224" fmla="*/ 3090882 h 6858000"/>
              <a:gd name="connsiteX225" fmla="*/ 1238695 w 7467600"/>
              <a:gd name="connsiteY225" fmla="*/ 3076820 h 6858000"/>
              <a:gd name="connsiteX226" fmla="*/ 716371 w 7467600"/>
              <a:gd name="connsiteY226" fmla="*/ 3293249 h 6858000"/>
              <a:gd name="connsiteX227" fmla="*/ 579522 w 7467600"/>
              <a:gd name="connsiteY227" fmla="*/ 3371759 h 6858000"/>
              <a:gd name="connsiteX228" fmla="*/ 600288 w 7467600"/>
              <a:gd name="connsiteY228" fmla="*/ 3365555 h 6858000"/>
              <a:gd name="connsiteX229" fmla="*/ 840692 w 7467600"/>
              <a:gd name="connsiteY229" fmla="*/ 3284921 h 6858000"/>
              <a:gd name="connsiteX230" fmla="*/ 979248 w 7467600"/>
              <a:gd name="connsiteY230" fmla="*/ 3221003 h 6858000"/>
              <a:gd name="connsiteX231" fmla="*/ 1053282 w 7467600"/>
              <a:gd name="connsiteY231" fmla="*/ 3185247 h 6858000"/>
              <a:gd name="connsiteX232" fmla="*/ 1320603 w 7467600"/>
              <a:gd name="connsiteY232" fmla="*/ 3081281 h 6858000"/>
              <a:gd name="connsiteX233" fmla="*/ 1238695 w 7467600"/>
              <a:gd name="connsiteY233" fmla="*/ 3076820 h 6858000"/>
              <a:gd name="connsiteX234" fmla="*/ 5425627 w 7467600"/>
              <a:gd name="connsiteY234" fmla="*/ 2954192 h 6858000"/>
              <a:gd name="connsiteX235" fmla="*/ 5470770 w 7467600"/>
              <a:gd name="connsiteY235" fmla="*/ 3005435 h 6858000"/>
              <a:gd name="connsiteX236" fmla="*/ 5519779 w 7467600"/>
              <a:gd name="connsiteY236" fmla="*/ 4359223 h 6858000"/>
              <a:gd name="connsiteX237" fmla="*/ 5520293 w 7467600"/>
              <a:gd name="connsiteY237" fmla="*/ 4360602 h 6858000"/>
              <a:gd name="connsiteX238" fmla="*/ 5767221 w 7467600"/>
              <a:gd name="connsiteY238" fmla="*/ 4665564 h 6858000"/>
              <a:gd name="connsiteX239" fmla="*/ 6937169 w 7467600"/>
              <a:gd name="connsiteY239" fmla="*/ 4815941 h 6858000"/>
              <a:gd name="connsiteX240" fmla="*/ 6953922 w 7467600"/>
              <a:gd name="connsiteY240" fmla="*/ 4890068 h 6858000"/>
              <a:gd name="connsiteX241" fmla="*/ 6071359 w 7467600"/>
              <a:gd name="connsiteY241" fmla="*/ 4770770 h 6858000"/>
              <a:gd name="connsiteX242" fmla="*/ 6038839 w 7467600"/>
              <a:gd name="connsiteY242" fmla="*/ 4764474 h 6858000"/>
              <a:gd name="connsiteX243" fmla="*/ 6038706 w 7467600"/>
              <a:gd name="connsiteY243" fmla="*/ 4763847 h 6858000"/>
              <a:gd name="connsiteX244" fmla="*/ 6037784 w 7467600"/>
              <a:gd name="connsiteY244" fmla="*/ 4764270 h 6858000"/>
              <a:gd name="connsiteX245" fmla="*/ 6038839 w 7467600"/>
              <a:gd name="connsiteY245" fmla="*/ 4764474 h 6858000"/>
              <a:gd name="connsiteX246" fmla="*/ 6040338 w 7467600"/>
              <a:gd name="connsiteY246" fmla="*/ 4771418 h 6858000"/>
              <a:gd name="connsiteX247" fmla="*/ 6024488 w 7467600"/>
              <a:gd name="connsiteY247" fmla="*/ 4809903 h 6858000"/>
              <a:gd name="connsiteX248" fmla="*/ 5599771 w 7467600"/>
              <a:gd name="connsiteY248" fmla="*/ 5509652 h 6858000"/>
              <a:gd name="connsiteX249" fmla="*/ 5548843 w 7467600"/>
              <a:gd name="connsiteY249" fmla="*/ 5563845 h 6858000"/>
              <a:gd name="connsiteX250" fmla="*/ 5940952 w 7467600"/>
              <a:gd name="connsiteY250" fmla="*/ 6250028 h 6858000"/>
              <a:gd name="connsiteX251" fmla="*/ 6043441 w 7467600"/>
              <a:gd name="connsiteY251" fmla="*/ 6665847 h 6858000"/>
              <a:gd name="connsiteX252" fmla="*/ 6093432 w 7467600"/>
              <a:gd name="connsiteY252" fmla="*/ 6858000 h 6858000"/>
              <a:gd name="connsiteX253" fmla="*/ 6034344 w 7467600"/>
              <a:gd name="connsiteY253" fmla="*/ 6858000 h 6858000"/>
              <a:gd name="connsiteX254" fmla="*/ 6026679 w 7467600"/>
              <a:gd name="connsiteY254" fmla="*/ 6836959 h 6858000"/>
              <a:gd name="connsiteX255" fmla="*/ 5800441 w 7467600"/>
              <a:gd name="connsiteY255" fmla="*/ 6335286 h 6858000"/>
              <a:gd name="connsiteX256" fmla="*/ 5526562 w 7467600"/>
              <a:gd name="connsiteY256" fmla="*/ 5705388 h 6858000"/>
              <a:gd name="connsiteX257" fmla="*/ 5519640 w 7467600"/>
              <a:gd name="connsiteY257" fmla="*/ 5683774 h 6858000"/>
              <a:gd name="connsiteX258" fmla="*/ 5844559 w 7467600"/>
              <a:gd name="connsiteY258" fmla="*/ 6553349 h 6858000"/>
              <a:gd name="connsiteX259" fmla="*/ 5975994 w 7467600"/>
              <a:gd name="connsiteY259" fmla="*/ 6858000 h 6858000"/>
              <a:gd name="connsiteX260" fmla="*/ 5898547 w 7467600"/>
              <a:gd name="connsiteY260" fmla="*/ 6858000 h 6858000"/>
              <a:gd name="connsiteX261" fmla="*/ 5682041 w 7467600"/>
              <a:gd name="connsiteY261" fmla="*/ 6355860 h 6858000"/>
              <a:gd name="connsiteX262" fmla="*/ 5461758 w 7467600"/>
              <a:gd name="connsiteY262" fmla="*/ 5820220 h 6858000"/>
              <a:gd name="connsiteX263" fmla="*/ 5237282 w 7467600"/>
              <a:gd name="connsiteY263" fmla="*/ 6579086 h 6858000"/>
              <a:gd name="connsiteX264" fmla="*/ 5115009 w 7467600"/>
              <a:gd name="connsiteY264" fmla="*/ 6858000 h 6858000"/>
              <a:gd name="connsiteX265" fmla="*/ 5028074 w 7467600"/>
              <a:gd name="connsiteY265" fmla="*/ 6858000 h 6858000"/>
              <a:gd name="connsiteX266" fmla="*/ 5079508 w 7467600"/>
              <a:gd name="connsiteY266" fmla="*/ 6749074 h 6858000"/>
              <a:gd name="connsiteX267" fmla="*/ 5371846 w 7467600"/>
              <a:gd name="connsiteY267" fmla="*/ 5924413 h 6858000"/>
              <a:gd name="connsiteX268" fmla="*/ 5270512 w 7467600"/>
              <a:gd name="connsiteY268" fmla="*/ 6138975 h 6858000"/>
              <a:gd name="connsiteX269" fmla="*/ 5062409 w 7467600"/>
              <a:gd name="connsiteY269" fmla="*/ 6653544 h 6858000"/>
              <a:gd name="connsiteX270" fmla="*/ 5036628 w 7467600"/>
              <a:gd name="connsiteY270" fmla="*/ 6754247 h 6858000"/>
              <a:gd name="connsiteX271" fmla="*/ 5009112 w 7467600"/>
              <a:gd name="connsiteY271" fmla="*/ 6858000 h 6858000"/>
              <a:gd name="connsiteX272" fmla="*/ 4976679 w 7467600"/>
              <a:gd name="connsiteY272" fmla="*/ 6858000 h 6858000"/>
              <a:gd name="connsiteX273" fmla="*/ 5006537 w 7467600"/>
              <a:gd name="connsiteY273" fmla="*/ 6747068 h 6858000"/>
              <a:gd name="connsiteX274" fmla="*/ 5032723 w 7467600"/>
              <a:gd name="connsiteY274" fmla="*/ 6644957 h 6858000"/>
              <a:gd name="connsiteX275" fmla="*/ 5242949 w 7467600"/>
              <a:gd name="connsiteY275" fmla="*/ 6125175 h 6858000"/>
              <a:gd name="connsiteX276" fmla="*/ 5286321 w 7467600"/>
              <a:gd name="connsiteY276" fmla="*/ 6033555 h 6858000"/>
              <a:gd name="connsiteX277" fmla="*/ 5008210 w 7467600"/>
              <a:gd name="connsiteY277" fmla="*/ 6649194 h 6858000"/>
              <a:gd name="connsiteX278" fmla="*/ 4986321 w 7467600"/>
              <a:gd name="connsiteY278" fmla="*/ 6765687 h 6858000"/>
              <a:gd name="connsiteX279" fmla="*/ 4973474 w 7467600"/>
              <a:gd name="connsiteY279" fmla="*/ 6858000 h 6858000"/>
              <a:gd name="connsiteX280" fmla="*/ 4907178 w 7467600"/>
              <a:gd name="connsiteY280" fmla="*/ 6858000 h 6858000"/>
              <a:gd name="connsiteX281" fmla="*/ 4910810 w 7467600"/>
              <a:gd name="connsiteY281" fmla="*/ 6829660 h 6858000"/>
              <a:gd name="connsiteX282" fmla="*/ 4987461 w 7467600"/>
              <a:gd name="connsiteY282" fmla="*/ 6432994 h 6858000"/>
              <a:gd name="connsiteX283" fmla="*/ 5179262 w 7467600"/>
              <a:gd name="connsiteY283" fmla="*/ 6035044 h 6858000"/>
              <a:gd name="connsiteX284" fmla="*/ 4689678 w 7467600"/>
              <a:gd name="connsiteY284" fmla="*/ 6440241 h 6858000"/>
              <a:gd name="connsiteX285" fmla="*/ 4477543 w 7467600"/>
              <a:gd name="connsiteY285" fmla="*/ 6674836 h 6858000"/>
              <a:gd name="connsiteX286" fmla="*/ 4329957 w 7467600"/>
              <a:gd name="connsiteY286" fmla="*/ 6858000 h 6858000"/>
              <a:gd name="connsiteX287" fmla="*/ 4218595 w 7467600"/>
              <a:gd name="connsiteY287" fmla="*/ 6858000 h 6858000"/>
              <a:gd name="connsiteX288" fmla="*/ 4368888 w 7467600"/>
              <a:gd name="connsiteY288" fmla="*/ 6668412 h 6858000"/>
              <a:gd name="connsiteX289" fmla="*/ 4563091 w 7467600"/>
              <a:gd name="connsiteY289" fmla="*/ 6442508 h 6858000"/>
              <a:gd name="connsiteX290" fmla="*/ 5387324 w 7467600"/>
              <a:gd name="connsiteY290" fmla="*/ 5705830 h 6858000"/>
              <a:gd name="connsiteX291" fmla="*/ 5073620 w 7467600"/>
              <a:gd name="connsiteY291" fmla="*/ 5955437 h 6858000"/>
              <a:gd name="connsiteX292" fmla="*/ 4689789 w 7467600"/>
              <a:gd name="connsiteY292" fmla="*/ 6268382 h 6858000"/>
              <a:gd name="connsiteX293" fmla="*/ 4418722 w 7467600"/>
              <a:gd name="connsiteY293" fmla="*/ 6570886 h 6858000"/>
              <a:gd name="connsiteX294" fmla="*/ 4214944 w 7467600"/>
              <a:gd name="connsiteY294" fmla="*/ 6858000 h 6858000"/>
              <a:gd name="connsiteX295" fmla="*/ 4177898 w 7467600"/>
              <a:gd name="connsiteY295" fmla="*/ 6858000 h 6858000"/>
              <a:gd name="connsiteX296" fmla="*/ 4391597 w 7467600"/>
              <a:gd name="connsiteY296" fmla="*/ 6556370 h 6858000"/>
              <a:gd name="connsiteX297" fmla="*/ 4668889 w 7467600"/>
              <a:gd name="connsiteY297" fmla="*/ 6246399 h 6858000"/>
              <a:gd name="connsiteX298" fmla="*/ 5055427 w 7467600"/>
              <a:gd name="connsiteY298" fmla="*/ 5931476 h 6858000"/>
              <a:gd name="connsiteX299" fmla="*/ 5371814 w 7467600"/>
              <a:gd name="connsiteY299" fmla="*/ 5678975 h 6858000"/>
              <a:gd name="connsiteX300" fmla="*/ 4987918 w 7467600"/>
              <a:gd name="connsiteY300" fmla="*/ 5838701 h 6858000"/>
              <a:gd name="connsiteX301" fmla="*/ 4317146 w 7467600"/>
              <a:gd name="connsiteY301" fmla="*/ 6587716 h 6858000"/>
              <a:gd name="connsiteX302" fmla="*/ 4171627 w 7467600"/>
              <a:gd name="connsiteY302" fmla="*/ 6858000 h 6858000"/>
              <a:gd name="connsiteX303" fmla="*/ 4081585 w 7467600"/>
              <a:gd name="connsiteY303" fmla="*/ 6858000 h 6858000"/>
              <a:gd name="connsiteX304" fmla="*/ 4238603 w 7467600"/>
              <a:gd name="connsiteY304" fmla="*/ 6559341 h 6858000"/>
              <a:gd name="connsiteX305" fmla="*/ 4778333 w 7467600"/>
              <a:gd name="connsiteY305" fmla="*/ 5873626 h 6858000"/>
              <a:gd name="connsiteX306" fmla="*/ 5414185 w 7467600"/>
              <a:gd name="connsiteY306" fmla="*/ 5573882 h 6858000"/>
              <a:gd name="connsiteX307" fmla="*/ 5959648 w 7467600"/>
              <a:gd name="connsiteY307" fmla="*/ 4760797 h 6858000"/>
              <a:gd name="connsiteX308" fmla="*/ 5355019 w 7467600"/>
              <a:gd name="connsiteY308" fmla="*/ 4734672 h 6858000"/>
              <a:gd name="connsiteX309" fmla="*/ 5083565 w 7467600"/>
              <a:gd name="connsiteY309" fmla="*/ 5179121 h 6858000"/>
              <a:gd name="connsiteX310" fmla="*/ 4713577 w 7467600"/>
              <a:gd name="connsiteY310" fmla="*/ 5616803 h 6858000"/>
              <a:gd name="connsiteX311" fmla="*/ 3989559 w 7467600"/>
              <a:gd name="connsiteY311" fmla="*/ 6145945 h 6858000"/>
              <a:gd name="connsiteX312" fmla="*/ 3939824 w 7467600"/>
              <a:gd name="connsiteY312" fmla="*/ 6066900 h 6858000"/>
              <a:gd name="connsiteX313" fmla="*/ 4584537 w 7467600"/>
              <a:gd name="connsiteY313" fmla="*/ 5324826 h 6858000"/>
              <a:gd name="connsiteX314" fmla="*/ 5037105 w 7467600"/>
              <a:gd name="connsiteY314" fmla="*/ 5088765 h 6858000"/>
              <a:gd name="connsiteX315" fmla="*/ 5039930 w 7467600"/>
              <a:gd name="connsiteY315" fmla="*/ 5089585 h 6858000"/>
              <a:gd name="connsiteX316" fmla="*/ 5263764 w 7467600"/>
              <a:gd name="connsiteY316" fmla="*/ 4735525 h 6858000"/>
              <a:gd name="connsiteX317" fmla="*/ 4086300 w 7467600"/>
              <a:gd name="connsiteY317" fmla="*/ 4884599 h 6858000"/>
              <a:gd name="connsiteX318" fmla="*/ 4085485 w 7467600"/>
              <a:gd name="connsiteY318" fmla="*/ 4899070 h 6858000"/>
              <a:gd name="connsiteX319" fmla="*/ 3871915 w 7467600"/>
              <a:gd name="connsiteY319" fmla="*/ 5253645 h 6858000"/>
              <a:gd name="connsiteX320" fmla="*/ 3799374 w 7467600"/>
              <a:gd name="connsiteY320" fmla="*/ 5466127 h 6858000"/>
              <a:gd name="connsiteX321" fmla="*/ 3498850 w 7467600"/>
              <a:gd name="connsiteY321" fmla="*/ 6661888 h 6858000"/>
              <a:gd name="connsiteX322" fmla="*/ 3399216 w 7467600"/>
              <a:gd name="connsiteY322" fmla="*/ 6858000 h 6858000"/>
              <a:gd name="connsiteX323" fmla="*/ 3303688 w 7467600"/>
              <a:gd name="connsiteY323" fmla="*/ 6858000 h 6858000"/>
              <a:gd name="connsiteX324" fmla="*/ 3391774 w 7467600"/>
              <a:gd name="connsiteY324" fmla="*/ 6697181 h 6858000"/>
              <a:gd name="connsiteX325" fmla="*/ 3735540 w 7467600"/>
              <a:gd name="connsiteY325" fmla="*/ 5546923 h 6858000"/>
              <a:gd name="connsiteX326" fmla="*/ 3729438 w 7467600"/>
              <a:gd name="connsiteY326" fmla="*/ 5569058 h 6858000"/>
              <a:gd name="connsiteX327" fmla="*/ 3707782 w 7467600"/>
              <a:gd name="connsiteY327" fmla="*/ 5644908 h 6858000"/>
              <a:gd name="connsiteX328" fmla="*/ 3583827 w 7467600"/>
              <a:gd name="connsiteY328" fmla="*/ 6039215 h 6858000"/>
              <a:gd name="connsiteX329" fmla="*/ 3547861 w 7467600"/>
              <a:gd name="connsiteY329" fmla="*/ 6129609 h 6858000"/>
              <a:gd name="connsiteX330" fmla="*/ 3490905 w 7467600"/>
              <a:gd name="connsiteY330" fmla="*/ 6277660 h 6858000"/>
              <a:gd name="connsiteX331" fmla="*/ 3455859 w 7467600"/>
              <a:gd name="connsiteY331" fmla="*/ 6391301 h 6858000"/>
              <a:gd name="connsiteX332" fmla="*/ 3429112 w 7467600"/>
              <a:gd name="connsiteY332" fmla="*/ 6479469 h 6858000"/>
              <a:gd name="connsiteX333" fmla="*/ 3304862 w 7467600"/>
              <a:gd name="connsiteY333" fmla="*/ 6796476 h 6858000"/>
              <a:gd name="connsiteX334" fmla="*/ 3276071 w 7467600"/>
              <a:gd name="connsiteY334" fmla="*/ 6858000 h 6858000"/>
              <a:gd name="connsiteX335" fmla="*/ 3240805 w 7467600"/>
              <a:gd name="connsiteY335" fmla="*/ 6858000 h 6858000"/>
              <a:gd name="connsiteX336" fmla="*/ 3275917 w 7467600"/>
              <a:gd name="connsiteY336" fmla="*/ 6783192 h 6858000"/>
              <a:gd name="connsiteX337" fmla="*/ 3399358 w 7467600"/>
              <a:gd name="connsiteY337" fmla="*/ 6469011 h 6858000"/>
              <a:gd name="connsiteX338" fmla="*/ 3425650 w 7467600"/>
              <a:gd name="connsiteY338" fmla="*/ 6381333 h 6858000"/>
              <a:gd name="connsiteX339" fmla="*/ 3460661 w 7467600"/>
              <a:gd name="connsiteY339" fmla="*/ 6266763 h 6858000"/>
              <a:gd name="connsiteX340" fmla="*/ 3518021 w 7467600"/>
              <a:gd name="connsiteY340" fmla="*/ 6117298 h 6858000"/>
              <a:gd name="connsiteX341" fmla="*/ 3554035 w 7467600"/>
              <a:gd name="connsiteY341" fmla="*/ 6027832 h 6858000"/>
              <a:gd name="connsiteX342" fmla="*/ 3677174 w 7467600"/>
              <a:gd name="connsiteY342" fmla="*/ 5636351 h 6858000"/>
              <a:gd name="connsiteX343" fmla="*/ 3698819 w 7467600"/>
              <a:gd name="connsiteY343" fmla="*/ 5560503 h 6858000"/>
              <a:gd name="connsiteX344" fmla="*/ 3702094 w 7467600"/>
              <a:gd name="connsiteY344" fmla="*/ 5549194 h 6858000"/>
              <a:gd name="connsiteX345" fmla="*/ 3398355 w 7467600"/>
              <a:gd name="connsiteY345" fmla="*/ 6094603 h 6858000"/>
              <a:gd name="connsiteX346" fmla="*/ 3193941 w 7467600"/>
              <a:gd name="connsiteY346" fmla="*/ 6798775 h 6858000"/>
              <a:gd name="connsiteX347" fmla="*/ 3184140 w 7467600"/>
              <a:gd name="connsiteY347" fmla="*/ 6858000 h 6858000"/>
              <a:gd name="connsiteX348" fmla="*/ 3099978 w 7467600"/>
              <a:gd name="connsiteY348" fmla="*/ 6858000 h 6858000"/>
              <a:gd name="connsiteX349" fmla="*/ 3101556 w 7467600"/>
              <a:gd name="connsiteY349" fmla="*/ 6843337 h 6858000"/>
              <a:gd name="connsiteX350" fmla="*/ 3370162 w 7467600"/>
              <a:gd name="connsiteY350" fmla="*/ 5785550 h 6858000"/>
              <a:gd name="connsiteX351" fmla="*/ 3746477 w 7467600"/>
              <a:gd name="connsiteY351" fmla="*/ 5377889 h 6858000"/>
              <a:gd name="connsiteX352" fmla="*/ 3863399 w 7467600"/>
              <a:gd name="connsiteY352" fmla="*/ 5087257 h 6858000"/>
              <a:gd name="connsiteX353" fmla="*/ 3968712 w 7467600"/>
              <a:gd name="connsiteY353" fmla="*/ 4913989 h 6858000"/>
              <a:gd name="connsiteX354" fmla="*/ 2792390 w 7467600"/>
              <a:gd name="connsiteY354" fmla="*/ 5382974 h 6858000"/>
              <a:gd name="connsiteX355" fmla="*/ 2714982 w 7467600"/>
              <a:gd name="connsiteY355" fmla="*/ 5427051 h 6858000"/>
              <a:gd name="connsiteX356" fmla="*/ 2813361 w 7467600"/>
              <a:gd name="connsiteY356" fmla="*/ 6023912 h 6858000"/>
              <a:gd name="connsiteX357" fmla="*/ 2688430 w 7467600"/>
              <a:gd name="connsiteY357" fmla="*/ 6801564 h 6858000"/>
              <a:gd name="connsiteX358" fmla="*/ 2629626 w 7467600"/>
              <a:gd name="connsiteY358" fmla="*/ 6763394 h 6858000"/>
              <a:gd name="connsiteX359" fmla="*/ 2565328 w 7467600"/>
              <a:gd name="connsiteY359" fmla="*/ 5516399 h 6858000"/>
              <a:gd name="connsiteX360" fmla="*/ 1922999 w 7467600"/>
              <a:gd name="connsiteY360" fmla="*/ 5980343 h 6858000"/>
              <a:gd name="connsiteX361" fmla="*/ 1950261 w 7467600"/>
              <a:gd name="connsiteY361" fmla="*/ 6405858 h 6858000"/>
              <a:gd name="connsiteX362" fmla="*/ 2365554 w 7467600"/>
              <a:gd name="connsiteY362" fmla="*/ 6759107 h 6858000"/>
              <a:gd name="connsiteX363" fmla="*/ 2424142 w 7467600"/>
              <a:gd name="connsiteY363" fmla="*/ 6858000 h 6858000"/>
              <a:gd name="connsiteX364" fmla="*/ 2395994 w 7467600"/>
              <a:gd name="connsiteY364" fmla="*/ 6858000 h 6858000"/>
              <a:gd name="connsiteX365" fmla="*/ 2392863 w 7467600"/>
              <a:gd name="connsiteY365" fmla="*/ 6852964 h 6858000"/>
              <a:gd name="connsiteX366" fmla="*/ 2017589 w 7467600"/>
              <a:gd name="connsiteY366" fmla="*/ 6493982 h 6858000"/>
              <a:gd name="connsiteX367" fmla="*/ 2147336 w 7467600"/>
              <a:gd name="connsiteY367" fmla="*/ 6594052 h 6858000"/>
              <a:gd name="connsiteX368" fmla="*/ 2207047 w 7467600"/>
              <a:gd name="connsiteY368" fmla="*/ 6654540 h 6858000"/>
              <a:gd name="connsiteX369" fmla="*/ 2299106 w 7467600"/>
              <a:gd name="connsiteY369" fmla="*/ 6778931 h 6858000"/>
              <a:gd name="connsiteX370" fmla="*/ 2314430 w 7467600"/>
              <a:gd name="connsiteY370" fmla="*/ 6801144 h 6858000"/>
              <a:gd name="connsiteX371" fmla="*/ 2352406 w 7467600"/>
              <a:gd name="connsiteY371" fmla="*/ 6858000 h 6858000"/>
              <a:gd name="connsiteX372" fmla="*/ 2314492 w 7467600"/>
              <a:gd name="connsiteY372" fmla="*/ 6858000 h 6858000"/>
              <a:gd name="connsiteX373" fmla="*/ 2288095 w 7467600"/>
              <a:gd name="connsiteY373" fmla="*/ 6818030 h 6858000"/>
              <a:gd name="connsiteX374" fmla="*/ 2272768 w 7467600"/>
              <a:gd name="connsiteY374" fmla="*/ 6795822 h 6858000"/>
              <a:gd name="connsiteX375" fmla="*/ 2182715 w 7467600"/>
              <a:gd name="connsiteY375" fmla="*/ 6675071 h 6858000"/>
              <a:gd name="connsiteX376" fmla="*/ 2032061 w 7467600"/>
              <a:gd name="connsiteY376" fmla="*/ 6541380 h 6858000"/>
              <a:gd name="connsiteX377" fmla="*/ 2257220 w 7467600"/>
              <a:gd name="connsiteY377" fmla="*/ 6826257 h 6858000"/>
              <a:gd name="connsiteX378" fmla="*/ 2281324 w 7467600"/>
              <a:gd name="connsiteY378" fmla="*/ 6858000 h 6858000"/>
              <a:gd name="connsiteX379" fmla="*/ 2242860 w 7467600"/>
              <a:gd name="connsiteY379" fmla="*/ 6858000 h 6858000"/>
              <a:gd name="connsiteX380" fmla="*/ 2232818 w 7467600"/>
              <a:gd name="connsiteY380" fmla="*/ 6844926 h 6858000"/>
              <a:gd name="connsiteX381" fmla="*/ 1990172 w 7467600"/>
              <a:gd name="connsiteY381" fmla="*/ 6542121 h 6858000"/>
              <a:gd name="connsiteX382" fmla="*/ 2124090 w 7467600"/>
              <a:gd name="connsiteY382" fmla="*/ 6761017 h 6858000"/>
              <a:gd name="connsiteX383" fmla="*/ 2200380 w 7467600"/>
              <a:gd name="connsiteY383" fmla="*/ 6858000 h 6858000"/>
              <a:gd name="connsiteX384" fmla="*/ 2147507 w 7467600"/>
              <a:gd name="connsiteY384" fmla="*/ 6858000 h 6858000"/>
              <a:gd name="connsiteX385" fmla="*/ 2070668 w 7467600"/>
              <a:gd name="connsiteY385" fmla="*/ 6761520 h 6858000"/>
              <a:gd name="connsiteX386" fmla="*/ 1975142 w 7467600"/>
              <a:gd name="connsiteY386" fmla="*/ 6585570 h 6858000"/>
              <a:gd name="connsiteX387" fmla="*/ 2050035 w 7467600"/>
              <a:gd name="connsiteY387" fmla="*/ 6813345 h 6858000"/>
              <a:gd name="connsiteX388" fmla="*/ 2063025 w 7467600"/>
              <a:gd name="connsiteY388" fmla="*/ 6858000 h 6858000"/>
              <a:gd name="connsiteX389" fmla="*/ 2021675 w 7467600"/>
              <a:gd name="connsiteY389" fmla="*/ 6858000 h 6858000"/>
              <a:gd name="connsiteX390" fmla="*/ 2019308 w 7467600"/>
              <a:gd name="connsiteY390" fmla="*/ 6847118 h 6858000"/>
              <a:gd name="connsiteX391" fmla="*/ 1938835 w 7467600"/>
              <a:gd name="connsiteY391" fmla="*/ 6551160 h 6858000"/>
              <a:gd name="connsiteX392" fmla="*/ 1953230 w 7467600"/>
              <a:gd name="connsiteY392" fmla="*/ 6759699 h 6858000"/>
              <a:gd name="connsiteX393" fmla="*/ 1956763 w 7467600"/>
              <a:gd name="connsiteY393" fmla="*/ 6778191 h 6858000"/>
              <a:gd name="connsiteX394" fmla="*/ 1967925 w 7467600"/>
              <a:gd name="connsiteY394" fmla="*/ 6858000 h 6858000"/>
              <a:gd name="connsiteX395" fmla="*/ 1936622 w 7467600"/>
              <a:gd name="connsiteY395" fmla="*/ 6858000 h 6858000"/>
              <a:gd name="connsiteX396" fmla="*/ 1926261 w 7467600"/>
              <a:gd name="connsiteY396" fmla="*/ 6784064 h 6858000"/>
              <a:gd name="connsiteX397" fmla="*/ 1922724 w 7467600"/>
              <a:gd name="connsiteY397" fmla="*/ 6765577 h 6858000"/>
              <a:gd name="connsiteX398" fmla="*/ 1904650 w 7467600"/>
              <a:gd name="connsiteY398" fmla="*/ 6639616 h 6858000"/>
              <a:gd name="connsiteX399" fmla="*/ 1885273 w 7467600"/>
              <a:gd name="connsiteY399" fmla="*/ 6858000 h 6858000"/>
              <a:gd name="connsiteX400" fmla="*/ 1854363 w 7467600"/>
              <a:gd name="connsiteY400" fmla="*/ 6858000 h 6858000"/>
              <a:gd name="connsiteX401" fmla="*/ 1880391 w 7467600"/>
              <a:gd name="connsiteY401" fmla="*/ 6603796 h 6858000"/>
              <a:gd name="connsiteX402" fmla="*/ 1818273 w 7467600"/>
              <a:gd name="connsiteY402" fmla="*/ 6715729 h 6858000"/>
              <a:gd name="connsiteX403" fmla="*/ 1794691 w 7467600"/>
              <a:gd name="connsiteY403" fmla="*/ 6843239 h 6858000"/>
              <a:gd name="connsiteX404" fmla="*/ 1794914 w 7467600"/>
              <a:gd name="connsiteY404" fmla="*/ 6858000 h 6858000"/>
              <a:gd name="connsiteX405" fmla="*/ 1746128 w 7467600"/>
              <a:gd name="connsiteY405" fmla="*/ 6858000 h 6858000"/>
              <a:gd name="connsiteX406" fmla="*/ 1753934 w 7467600"/>
              <a:gd name="connsiteY406" fmla="*/ 6724796 h 6858000"/>
              <a:gd name="connsiteX407" fmla="*/ 1792053 w 7467600"/>
              <a:gd name="connsiteY407" fmla="*/ 6572396 h 6858000"/>
              <a:gd name="connsiteX408" fmla="*/ 1862248 w 7467600"/>
              <a:gd name="connsiteY408" fmla="*/ 6266397 h 6858000"/>
              <a:gd name="connsiteX409" fmla="*/ 1862250 w 7467600"/>
              <a:gd name="connsiteY409" fmla="*/ 6033531 h 6858000"/>
              <a:gd name="connsiteX410" fmla="*/ 1211999 w 7467600"/>
              <a:gd name="connsiteY410" fmla="*/ 6683610 h 6858000"/>
              <a:gd name="connsiteX411" fmla="*/ 1213266 w 7467600"/>
              <a:gd name="connsiteY411" fmla="*/ 6691947 h 6858000"/>
              <a:gd name="connsiteX412" fmla="*/ 1203370 w 7467600"/>
              <a:gd name="connsiteY412" fmla="*/ 6850676 h 6858000"/>
              <a:gd name="connsiteX413" fmla="*/ 1203671 w 7467600"/>
              <a:gd name="connsiteY413" fmla="*/ 6858000 h 6858000"/>
              <a:gd name="connsiteX414" fmla="*/ 1143180 w 7467600"/>
              <a:gd name="connsiteY414" fmla="*/ 6858000 h 6858000"/>
              <a:gd name="connsiteX415" fmla="*/ 1142176 w 7467600"/>
              <a:gd name="connsiteY415" fmla="*/ 6766045 h 6858000"/>
              <a:gd name="connsiteX416" fmla="*/ 1067484 w 7467600"/>
              <a:gd name="connsiteY416" fmla="*/ 6858000 h 6858000"/>
              <a:gd name="connsiteX417" fmla="*/ 953928 w 7467600"/>
              <a:gd name="connsiteY417" fmla="*/ 6858000 h 6858000"/>
              <a:gd name="connsiteX418" fmla="*/ 959715 w 7467600"/>
              <a:gd name="connsiteY418" fmla="*/ 6850185 h 6858000"/>
              <a:gd name="connsiteX419" fmla="*/ 1483788 w 7467600"/>
              <a:gd name="connsiteY419" fmla="*/ 6259174 h 6858000"/>
              <a:gd name="connsiteX420" fmla="*/ 1100671 w 7467600"/>
              <a:gd name="connsiteY420" fmla="*/ 6252137 h 6858000"/>
              <a:gd name="connsiteX421" fmla="*/ 1090144 w 7467600"/>
              <a:gd name="connsiteY421" fmla="*/ 6256748 h 6858000"/>
              <a:gd name="connsiteX422" fmla="*/ 1095872 w 7467600"/>
              <a:gd name="connsiteY422" fmla="*/ 6271892 h 6858000"/>
              <a:gd name="connsiteX423" fmla="*/ 262785 w 7467600"/>
              <a:gd name="connsiteY423" fmla="*/ 6845450 h 6858000"/>
              <a:gd name="connsiteX424" fmla="*/ 209968 w 7467600"/>
              <a:gd name="connsiteY424" fmla="*/ 6770713 h 6858000"/>
              <a:gd name="connsiteX425" fmla="*/ 873460 w 7467600"/>
              <a:gd name="connsiteY425" fmla="*/ 6253768 h 6858000"/>
              <a:gd name="connsiteX426" fmla="*/ 192686 w 7467600"/>
              <a:gd name="connsiteY426" fmla="*/ 5849257 h 6858000"/>
              <a:gd name="connsiteX427" fmla="*/ 4696 w 7467600"/>
              <a:gd name="connsiteY427" fmla="*/ 5697668 h 6858000"/>
              <a:gd name="connsiteX428" fmla="*/ 0 w 7467600"/>
              <a:gd name="connsiteY428" fmla="*/ 5689984 h 6858000"/>
              <a:gd name="connsiteX429" fmla="*/ 0 w 7467600"/>
              <a:gd name="connsiteY429" fmla="*/ 5513472 h 6858000"/>
              <a:gd name="connsiteX430" fmla="*/ 174101 w 7467600"/>
              <a:gd name="connsiteY430" fmla="*/ 5620277 h 6858000"/>
              <a:gd name="connsiteX431" fmla="*/ 891800 w 7467600"/>
              <a:gd name="connsiteY431" fmla="*/ 6036935 h 6858000"/>
              <a:gd name="connsiteX432" fmla="*/ 1072219 w 7467600"/>
              <a:gd name="connsiteY432" fmla="*/ 6169443 h 6858000"/>
              <a:gd name="connsiteX433" fmla="*/ 1074117 w 7467600"/>
              <a:gd name="connsiteY433" fmla="*/ 6170301 h 6858000"/>
              <a:gd name="connsiteX434" fmla="*/ 1083114 w 7467600"/>
              <a:gd name="connsiteY434" fmla="*/ 6174131 h 6858000"/>
              <a:gd name="connsiteX435" fmla="*/ 1543010 w 7467600"/>
              <a:gd name="connsiteY435" fmla="*/ 6191140 h 6858000"/>
              <a:gd name="connsiteX436" fmla="*/ 1551080 w 7467600"/>
              <a:gd name="connsiteY436" fmla="*/ 6195006 h 6858000"/>
              <a:gd name="connsiteX437" fmla="*/ 2345443 w 7467600"/>
              <a:gd name="connsiteY437" fmla="*/ 5549882 h 6858000"/>
              <a:gd name="connsiteX438" fmla="*/ 1721499 w 7467600"/>
              <a:gd name="connsiteY438" fmla="*/ 5599969 h 6858000"/>
              <a:gd name="connsiteX439" fmla="*/ 767716 w 7467600"/>
              <a:gd name="connsiteY439" fmla="*/ 5472768 h 6858000"/>
              <a:gd name="connsiteX440" fmla="*/ 722147 w 7467600"/>
              <a:gd name="connsiteY440" fmla="*/ 5393091 h 6858000"/>
              <a:gd name="connsiteX441" fmla="*/ 1485552 w 7467600"/>
              <a:gd name="connsiteY441" fmla="*/ 5313202 h 6858000"/>
              <a:gd name="connsiteX442" fmla="*/ 2143004 w 7467600"/>
              <a:gd name="connsiteY442" fmla="*/ 5402420 h 6858000"/>
              <a:gd name="connsiteX443" fmla="*/ 1933391 w 7467600"/>
              <a:gd name="connsiteY443" fmla="*/ 5156971 h 6858000"/>
              <a:gd name="connsiteX444" fmla="*/ 1827118 w 7467600"/>
              <a:gd name="connsiteY444" fmla="*/ 4968410 h 6858000"/>
              <a:gd name="connsiteX445" fmla="*/ 1837349 w 7467600"/>
              <a:gd name="connsiteY445" fmla="*/ 4956357 h 6858000"/>
              <a:gd name="connsiteX446" fmla="*/ 2162835 w 7467600"/>
              <a:gd name="connsiteY446" fmla="*/ 5187853 h 6858000"/>
              <a:gd name="connsiteX447" fmla="*/ 2257167 w 7467600"/>
              <a:gd name="connsiteY447" fmla="*/ 5462123 h 6858000"/>
              <a:gd name="connsiteX448" fmla="*/ 2261598 w 7467600"/>
              <a:gd name="connsiteY448" fmla="*/ 5467998 h 6858000"/>
              <a:gd name="connsiteX449" fmla="*/ 2437177 w 7467600"/>
              <a:gd name="connsiteY449" fmla="*/ 5479608 h 6858000"/>
              <a:gd name="connsiteX450" fmla="*/ 2445247 w 7467600"/>
              <a:gd name="connsiteY450" fmla="*/ 5483476 h 6858000"/>
              <a:gd name="connsiteX451" fmla="*/ 2743626 w 7467600"/>
              <a:gd name="connsiteY451" fmla="*/ 5304819 h 6858000"/>
              <a:gd name="connsiteX452" fmla="*/ 3048102 w 7467600"/>
              <a:gd name="connsiteY452" fmla="*/ 5150595 h 6858000"/>
              <a:gd name="connsiteX453" fmla="*/ 1799414 w 7467600"/>
              <a:gd name="connsiteY453" fmla="*/ 4694732 h 6858000"/>
              <a:gd name="connsiteX454" fmla="*/ 1771735 w 7467600"/>
              <a:gd name="connsiteY454" fmla="*/ 4619929 h 6858000"/>
              <a:gd name="connsiteX455" fmla="*/ 3104273 w 7467600"/>
              <a:gd name="connsiteY455" fmla="*/ 5076159 h 6858000"/>
              <a:gd name="connsiteX456" fmla="*/ 3113245 w 7467600"/>
              <a:gd name="connsiteY456" fmla="*/ 5090705 h 6858000"/>
              <a:gd name="connsiteX457" fmla="*/ 3126294 w 7467600"/>
              <a:gd name="connsiteY457" fmla="*/ 5114400 h 6858000"/>
              <a:gd name="connsiteX458" fmla="*/ 3937433 w 7467600"/>
              <a:gd name="connsiteY458" fmla="*/ 4830473 h 6858000"/>
              <a:gd name="connsiteX459" fmla="*/ 3590475 w 7467600"/>
              <a:gd name="connsiteY459" fmla="*/ 4597974 h 6858000"/>
              <a:gd name="connsiteX460" fmla="*/ 3100264 w 7467600"/>
              <a:gd name="connsiteY460" fmla="*/ 4579845 h 6858000"/>
              <a:gd name="connsiteX461" fmla="*/ 2183576 w 7467600"/>
              <a:gd name="connsiteY461" fmla="*/ 4227150 h 6858000"/>
              <a:gd name="connsiteX462" fmla="*/ 2151029 w 7467600"/>
              <a:gd name="connsiteY462" fmla="*/ 4146947 h 6858000"/>
              <a:gd name="connsiteX463" fmla="*/ 3563434 w 7467600"/>
              <a:gd name="connsiteY463" fmla="*/ 4469115 h 6858000"/>
              <a:gd name="connsiteX464" fmla="*/ 3177952 w 7467600"/>
              <a:gd name="connsiteY464" fmla="*/ 3657386 h 6858000"/>
              <a:gd name="connsiteX465" fmla="*/ 3189263 w 7467600"/>
              <a:gd name="connsiteY465" fmla="*/ 3625726 h 6858000"/>
              <a:gd name="connsiteX466" fmla="*/ 3560912 w 7467600"/>
              <a:gd name="connsiteY466" fmla="*/ 4079863 h 6858000"/>
              <a:gd name="connsiteX467" fmla="*/ 3626636 w 7467600"/>
              <a:gd name="connsiteY467" fmla="*/ 4512230 h 6858000"/>
              <a:gd name="connsiteX468" fmla="*/ 3653088 w 7467600"/>
              <a:gd name="connsiteY468" fmla="*/ 4521417 h 6858000"/>
              <a:gd name="connsiteX469" fmla="*/ 3988128 w 7467600"/>
              <a:gd name="connsiteY469" fmla="*/ 4817267 h 6858000"/>
              <a:gd name="connsiteX470" fmla="*/ 4830582 w 7467600"/>
              <a:gd name="connsiteY470" fmla="*/ 4676000 h 6858000"/>
              <a:gd name="connsiteX471" fmla="*/ 4830100 w 7467600"/>
              <a:gd name="connsiteY471" fmla="*/ 4675554 h 6858000"/>
              <a:gd name="connsiteX472" fmla="*/ 4036318 w 7467600"/>
              <a:gd name="connsiteY472" fmla="*/ 4147013 h 6858000"/>
              <a:gd name="connsiteX473" fmla="*/ 3432098 w 7467600"/>
              <a:gd name="connsiteY473" fmla="*/ 3537312 h 6858000"/>
              <a:gd name="connsiteX474" fmla="*/ 3446761 w 7467600"/>
              <a:gd name="connsiteY474" fmla="*/ 3461278 h 6858000"/>
              <a:gd name="connsiteX475" fmla="*/ 4419733 w 7467600"/>
              <a:gd name="connsiteY475" fmla="*/ 3963555 h 6858000"/>
              <a:gd name="connsiteX476" fmla="*/ 4781371 w 7467600"/>
              <a:gd name="connsiteY476" fmla="*/ 4458604 h 6858000"/>
              <a:gd name="connsiteX477" fmla="*/ 4780440 w 7467600"/>
              <a:gd name="connsiteY477" fmla="*/ 4470290 h 6858000"/>
              <a:gd name="connsiteX478" fmla="*/ 4898954 w 7467600"/>
              <a:gd name="connsiteY478" fmla="*/ 4662092 h 6858000"/>
              <a:gd name="connsiteX479" fmla="*/ 4900699 w 7467600"/>
              <a:gd name="connsiteY479" fmla="*/ 4670867 h 6858000"/>
              <a:gd name="connsiteX480" fmla="*/ 5714511 w 7467600"/>
              <a:gd name="connsiteY480" fmla="*/ 4663483 h 6858000"/>
              <a:gd name="connsiteX481" fmla="*/ 5464793 w 7467600"/>
              <a:gd name="connsiteY481" fmla="*/ 4393556 h 6858000"/>
              <a:gd name="connsiteX482" fmla="*/ 5461897 w 7467600"/>
              <a:gd name="connsiteY482" fmla="*/ 4390879 h 6858000"/>
              <a:gd name="connsiteX483" fmla="*/ 4294126 w 7467600"/>
              <a:gd name="connsiteY483" fmla="*/ 3303048 h 6858000"/>
              <a:gd name="connsiteX484" fmla="*/ 4305321 w 7467600"/>
              <a:gd name="connsiteY484" fmla="*/ 3256953 h 6858000"/>
              <a:gd name="connsiteX485" fmla="*/ 4949299 w 7467600"/>
              <a:gd name="connsiteY485" fmla="*/ 3766336 h 6858000"/>
              <a:gd name="connsiteX486" fmla="*/ 5291452 w 7467600"/>
              <a:gd name="connsiteY486" fmla="*/ 4076801 h 6858000"/>
              <a:gd name="connsiteX487" fmla="*/ 5434998 w 7467600"/>
              <a:gd name="connsiteY487" fmla="*/ 4254100 h 6858000"/>
              <a:gd name="connsiteX488" fmla="*/ 5351015 w 7467600"/>
              <a:gd name="connsiteY488" fmla="*/ 3760989 h 6858000"/>
              <a:gd name="connsiteX489" fmla="*/ 5413780 w 7467600"/>
              <a:gd name="connsiteY489" fmla="*/ 2966265 h 6858000"/>
              <a:gd name="connsiteX490" fmla="*/ 5425627 w 7467600"/>
              <a:gd name="connsiteY490" fmla="*/ 2954192 h 6858000"/>
              <a:gd name="connsiteX491" fmla="*/ 6604735 w 7467600"/>
              <a:gd name="connsiteY491" fmla="*/ 2041381 h 6858000"/>
              <a:gd name="connsiteX492" fmla="*/ 7204487 w 7467600"/>
              <a:gd name="connsiteY492" fmla="*/ 2742112 h 6858000"/>
              <a:gd name="connsiteX493" fmla="*/ 7131592 w 7467600"/>
              <a:gd name="connsiteY493" fmla="*/ 2672096 h 6858000"/>
              <a:gd name="connsiteX494" fmla="*/ 6996344 w 7467600"/>
              <a:gd name="connsiteY494" fmla="*/ 2518310 h 6858000"/>
              <a:gd name="connsiteX495" fmla="*/ 6735495 w 7467600"/>
              <a:gd name="connsiteY495" fmla="*/ 2196890 h 6858000"/>
              <a:gd name="connsiteX496" fmla="*/ 6721901 w 7467600"/>
              <a:gd name="connsiteY496" fmla="*/ 2179274 h 6858000"/>
              <a:gd name="connsiteX497" fmla="*/ 6604735 w 7467600"/>
              <a:gd name="connsiteY497" fmla="*/ 2041381 h 6858000"/>
              <a:gd name="connsiteX498" fmla="*/ 6591670 w 7467600"/>
              <a:gd name="connsiteY498" fmla="*/ 1988277 h 6858000"/>
              <a:gd name="connsiteX499" fmla="*/ 6747349 w 7467600"/>
              <a:gd name="connsiteY499" fmla="*/ 2160069 h 6858000"/>
              <a:gd name="connsiteX500" fmla="*/ 6760943 w 7467600"/>
              <a:gd name="connsiteY500" fmla="*/ 2177686 h 6858000"/>
              <a:gd name="connsiteX501" fmla="*/ 7021065 w 7467600"/>
              <a:gd name="connsiteY501" fmla="*/ 2498102 h 6858000"/>
              <a:gd name="connsiteX502" fmla="*/ 7155223 w 7467600"/>
              <a:gd name="connsiteY502" fmla="*/ 2650386 h 6858000"/>
              <a:gd name="connsiteX503" fmla="*/ 7203167 w 7467600"/>
              <a:gd name="connsiteY503" fmla="*/ 2697288 h 6858000"/>
              <a:gd name="connsiteX504" fmla="*/ 6937703 w 7467600"/>
              <a:gd name="connsiteY504" fmla="*/ 2321981 h 6858000"/>
              <a:gd name="connsiteX505" fmla="*/ 6591670 w 7467600"/>
              <a:gd name="connsiteY505" fmla="*/ 1988277 h 6858000"/>
              <a:gd name="connsiteX506" fmla="*/ 5798671 w 7467600"/>
              <a:gd name="connsiteY506" fmla="*/ 1981601 h 6858000"/>
              <a:gd name="connsiteX507" fmla="*/ 5754709 w 7467600"/>
              <a:gd name="connsiteY507" fmla="*/ 2071454 h 6858000"/>
              <a:gd name="connsiteX508" fmla="*/ 5763044 w 7467600"/>
              <a:gd name="connsiteY508" fmla="*/ 2842206 h 6858000"/>
              <a:gd name="connsiteX509" fmla="*/ 5764974 w 7467600"/>
              <a:gd name="connsiteY509" fmla="*/ 2799609 h 6858000"/>
              <a:gd name="connsiteX510" fmla="*/ 5767665 w 7467600"/>
              <a:gd name="connsiteY510" fmla="*/ 2666409 h 6858000"/>
              <a:gd name="connsiteX511" fmla="*/ 5763055 w 7467600"/>
              <a:gd name="connsiteY511" fmla="*/ 2579705 h 6858000"/>
              <a:gd name="connsiteX512" fmla="*/ 5758079 w 7467600"/>
              <a:gd name="connsiteY512" fmla="*/ 2492508 h 6858000"/>
              <a:gd name="connsiteX513" fmla="*/ 5779325 w 7467600"/>
              <a:gd name="connsiteY513" fmla="*/ 2197069 h 6858000"/>
              <a:gd name="connsiteX514" fmla="*/ 5798671 w 7467600"/>
              <a:gd name="connsiteY514" fmla="*/ 1981601 h 6858000"/>
              <a:gd name="connsiteX515" fmla="*/ 5829202 w 7467600"/>
              <a:gd name="connsiteY515" fmla="*/ 1971679 h 6858000"/>
              <a:gd name="connsiteX516" fmla="*/ 5809558 w 7467600"/>
              <a:gd name="connsiteY516" fmla="*/ 2198043 h 6858000"/>
              <a:gd name="connsiteX517" fmla="*/ 5788653 w 7467600"/>
              <a:gd name="connsiteY517" fmla="*/ 2489430 h 6858000"/>
              <a:gd name="connsiteX518" fmla="*/ 5793439 w 7467600"/>
              <a:gd name="connsiteY518" fmla="*/ 2575235 h 6858000"/>
              <a:gd name="connsiteX519" fmla="*/ 5796837 w 7467600"/>
              <a:gd name="connsiteY519" fmla="*/ 2637633 h 6858000"/>
              <a:gd name="connsiteX520" fmla="*/ 5818614 w 7467600"/>
              <a:gd name="connsiteY520" fmla="*/ 2473055 h 6858000"/>
              <a:gd name="connsiteX521" fmla="*/ 5829202 w 7467600"/>
              <a:gd name="connsiteY521" fmla="*/ 1971679 h 6858000"/>
              <a:gd name="connsiteX522" fmla="*/ 5911389 w 7467600"/>
              <a:gd name="connsiteY522" fmla="*/ 1898371 h 6858000"/>
              <a:gd name="connsiteX523" fmla="*/ 6237627 w 7467600"/>
              <a:gd name="connsiteY523" fmla="*/ 2231921 h 6858000"/>
              <a:gd name="connsiteX524" fmla="*/ 5911389 w 7467600"/>
              <a:gd name="connsiteY524" fmla="*/ 1898371 h 6858000"/>
              <a:gd name="connsiteX525" fmla="*/ 6944437 w 7467600"/>
              <a:gd name="connsiteY525" fmla="*/ 1575402 h 6858000"/>
              <a:gd name="connsiteX526" fmla="*/ 6304730 w 7467600"/>
              <a:gd name="connsiteY526" fmla="*/ 1766654 h 6858000"/>
              <a:gd name="connsiteX527" fmla="*/ 6944437 w 7467600"/>
              <a:gd name="connsiteY527" fmla="*/ 1575402 h 6858000"/>
              <a:gd name="connsiteX528" fmla="*/ 7019523 w 7467600"/>
              <a:gd name="connsiteY528" fmla="*/ 1519450 h 6858000"/>
              <a:gd name="connsiteX529" fmla="*/ 6298091 w 7467600"/>
              <a:gd name="connsiteY529" fmla="*/ 1737122 h 6858000"/>
              <a:gd name="connsiteX530" fmla="*/ 7019523 w 7467600"/>
              <a:gd name="connsiteY530" fmla="*/ 1519450 h 6858000"/>
              <a:gd name="connsiteX531" fmla="*/ 2399523 w 7467600"/>
              <a:gd name="connsiteY531" fmla="*/ 1428234 h 6858000"/>
              <a:gd name="connsiteX532" fmla="*/ 2224982 w 7467600"/>
              <a:gd name="connsiteY532" fmla="*/ 1826201 h 6858000"/>
              <a:gd name="connsiteX533" fmla="*/ 2096099 w 7467600"/>
              <a:gd name="connsiteY533" fmla="*/ 2345900 h 6858000"/>
              <a:gd name="connsiteX534" fmla="*/ 2283317 w 7467600"/>
              <a:gd name="connsiteY534" fmla="*/ 1796925 h 6858000"/>
              <a:gd name="connsiteX535" fmla="*/ 2399523 w 7467600"/>
              <a:gd name="connsiteY535" fmla="*/ 1428234 h 6858000"/>
              <a:gd name="connsiteX536" fmla="*/ 2448558 w 7467600"/>
              <a:gd name="connsiteY536" fmla="*/ 1373435 h 6858000"/>
              <a:gd name="connsiteX537" fmla="*/ 2312521 w 7467600"/>
              <a:gd name="connsiteY537" fmla="*/ 1806140 h 6858000"/>
              <a:gd name="connsiteX538" fmla="*/ 2127533 w 7467600"/>
              <a:gd name="connsiteY538" fmla="*/ 2348380 h 6858000"/>
              <a:gd name="connsiteX539" fmla="*/ 2358080 w 7467600"/>
              <a:gd name="connsiteY539" fmla="*/ 1866134 h 6858000"/>
              <a:gd name="connsiteX540" fmla="*/ 2407436 w 7467600"/>
              <a:gd name="connsiteY540" fmla="*/ 1651070 h 6858000"/>
              <a:gd name="connsiteX541" fmla="*/ 2448558 w 7467600"/>
              <a:gd name="connsiteY541" fmla="*/ 1373435 h 6858000"/>
              <a:gd name="connsiteX542" fmla="*/ 278707 w 7467600"/>
              <a:gd name="connsiteY542" fmla="*/ 1352270 h 6858000"/>
              <a:gd name="connsiteX543" fmla="*/ 321570 w 7467600"/>
              <a:gd name="connsiteY543" fmla="*/ 1861610 h 6858000"/>
              <a:gd name="connsiteX544" fmla="*/ 294281 w 7467600"/>
              <a:gd name="connsiteY544" fmla="*/ 1440658 h 6858000"/>
              <a:gd name="connsiteX545" fmla="*/ 278707 w 7467600"/>
              <a:gd name="connsiteY545" fmla="*/ 1352270 h 6858000"/>
              <a:gd name="connsiteX546" fmla="*/ 1423821 w 7467600"/>
              <a:gd name="connsiteY546" fmla="*/ 1351958 h 6858000"/>
              <a:gd name="connsiteX547" fmla="*/ 1638521 w 7467600"/>
              <a:gd name="connsiteY547" fmla="*/ 1908470 h 6858000"/>
              <a:gd name="connsiteX548" fmla="*/ 1754199 w 7467600"/>
              <a:gd name="connsiteY548" fmla="*/ 2149284 h 6858000"/>
              <a:gd name="connsiteX549" fmla="*/ 1908359 w 7467600"/>
              <a:gd name="connsiteY549" fmla="*/ 2364988 h 6858000"/>
              <a:gd name="connsiteX550" fmla="*/ 1647661 w 7467600"/>
              <a:gd name="connsiteY550" fmla="*/ 1825945 h 6858000"/>
              <a:gd name="connsiteX551" fmla="*/ 1423821 w 7467600"/>
              <a:gd name="connsiteY551" fmla="*/ 1351958 h 6858000"/>
              <a:gd name="connsiteX552" fmla="*/ 1431890 w 7467600"/>
              <a:gd name="connsiteY552" fmla="*/ 1306475 h 6858000"/>
              <a:gd name="connsiteX553" fmla="*/ 1507597 w 7467600"/>
              <a:gd name="connsiteY553" fmla="*/ 1446132 h 6858000"/>
              <a:gd name="connsiteX554" fmla="*/ 1674586 w 7467600"/>
              <a:gd name="connsiteY554" fmla="*/ 1813832 h 6858000"/>
              <a:gd name="connsiteX555" fmla="*/ 1815950 w 7467600"/>
              <a:gd name="connsiteY555" fmla="*/ 2128564 h 6858000"/>
              <a:gd name="connsiteX556" fmla="*/ 1984242 w 7467600"/>
              <a:gd name="connsiteY556" fmla="*/ 2430829 h 6858000"/>
              <a:gd name="connsiteX557" fmla="*/ 2014023 w 7467600"/>
              <a:gd name="connsiteY557" fmla="*/ 2450995 h 6858000"/>
              <a:gd name="connsiteX558" fmla="*/ 1747337 w 7467600"/>
              <a:gd name="connsiteY558" fmla="*/ 1855264 h 6858000"/>
              <a:gd name="connsiteX559" fmla="*/ 1533749 w 7467600"/>
              <a:gd name="connsiteY559" fmla="*/ 1478656 h 6858000"/>
              <a:gd name="connsiteX560" fmla="*/ 1431890 w 7467600"/>
              <a:gd name="connsiteY560" fmla="*/ 1306475 h 6858000"/>
              <a:gd name="connsiteX561" fmla="*/ 5052692 w 7467600"/>
              <a:gd name="connsiteY561" fmla="*/ 1292994 h 6858000"/>
              <a:gd name="connsiteX562" fmla="*/ 5200661 w 7467600"/>
              <a:gd name="connsiteY562" fmla="*/ 1635186 h 6858000"/>
              <a:gd name="connsiteX563" fmla="*/ 5297138 w 7467600"/>
              <a:gd name="connsiteY563" fmla="*/ 1906351 h 6858000"/>
              <a:gd name="connsiteX564" fmla="*/ 5052692 w 7467600"/>
              <a:gd name="connsiteY564" fmla="*/ 1292994 h 6858000"/>
              <a:gd name="connsiteX565" fmla="*/ 5009948 w 7467600"/>
              <a:gd name="connsiteY565" fmla="*/ 1273619 h 6858000"/>
              <a:gd name="connsiteX566" fmla="*/ 5121777 w 7467600"/>
              <a:gd name="connsiteY566" fmla="*/ 1654213 h 6858000"/>
              <a:gd name="connsiteX567" fmla="*/ 5293545 w 7467600"/>
              <a:gd name="connsiteY567" fmla="*/ 2072247 h 6858000"/>
              <a:gd name="connsiteX568" fmla="*/ 5294042 w 7467600"/>
              <a:gd name="connsiteY568" fmla="*/ 2065019 h 6858000"/>
              <a:gd name="connsiteX569" fmla="*/ 5171936 w 7467600"/>
              <a:gd name="connsiteY569" fmla="*/ 1647613 h 6858000"/>
              <a:gd name="connsiteX570" fmla="*/ 5009948 w 7467600"/>
              <a:gd name="connsiteY570" fmla="*/ 1273619 h 6858000"/>
              <a:gd name="connsiteX571" fmla="*/ 655236 w 7467600"/>
              <a:gd name="connsiteY571" fmla="*/ 1268632 h 6858000"/>
              <a:gd name="connsiteX572" fmla="*/ 839521 w 7467600"/>
              <a:gd name="connsiteY572" fmla="*/ 1685315 h 6858000"/>
              <a:gd name="connsiteX573" fmla="*/ 1109416 w 7467600"/>
              <a:gd name="connsiteY573" fmla="*/ 2061663 h 6858000"/>
              <a:gd name="connsiteX574" fmla="*/ 1298300 w 7467600"/>
              <a:gd name="connsiteY574" fmla="*/ 2247742 h 6858000"/>
              <a:gd name="connsiteX575" fmla="*/ 1125871 w 7467600"/>
              <a:gd name="connsiteY575" fmla="*/ 1989513 h 6858000"/>
              <a:gd name="connsiteX576" fmla="*/ 981574 w 7467600"/>
              <a:gd name="connsiteY576" fmla="*/ 1783157 h 6858000"/>
              <a:gd name="connsiteX577" fmla="*/ 922198 w 7467600"/>
              <a:gd name="connsiteY577" fmla="*/ 1677437 h 6858000"/>
              <a:gd name="connsiteX578" fmla="*/ 869293 w 7467600"/>
              <a:gd name="connsiteY578" fmla="*/ 1583214 h 6858000"/>
              <a:gd name="connsiteX579" fmla="*/ 751431 w 7467600"/>
              <a:gd name="connsiteY579" fmla="*/ 1405731 h 6858000"/>
              <a:gd name="connsiteX580" fmla="*/ 655236 w 7467600"/>
              <a:gd name="connsiteY580" fmla="*/ 1268632 h 6858000"/>
              <a:gd name="connsiteX581" fmla="*/ 6516292 w 7467600"/>
              <a:gd name="connsiteY581" fmla="*/ 1263064 h 6858000"/>
              <a:gd name="connsiteX582" fmla="*/ 5736320 w 7467600"/>
              <a:gd name="connsiteY582" fmla="*/ 1501803 h 6858000"/>
              <a:gd name="connsiteX583" fmla="*/ 6516292 w 7467600"/>
              <a:gd name="connsiteY583" fmla="*/ 1263064 h 6858000"/>
              <a:gd name="connsiteX584" fmla="*/ 291466 w 7467600"/>
              <a:gd name="connsiteY584" fmla="*/ 1250369 h 6858000"/>
              <a:gd name="connsiteX585" fmla="*/ 323180 w 7467600"/>
              <a:gd name="connsiteY585" fmla="*/ 1435283 h 6858000"/>
              <a:gd name="connsiteX586" fmla="*/ 349381 w 7467600"/>
              <a:gd name="connsiteY586" fmla="*/ 1875041 h 6858000"/>
              <a:gd name="connsiteX587" fmla="*/ 374363 w 7467600"/>
              <a:gd name="connsiteY587" fmla="*/ 1506494 h 6858000"/>
              <a:gd name="connsiteX588" fmla="*/ 302168 w 7467600"/>
              <a:gd name="connsiteY588" fmla="*/ 1274495 h 6858000"/>
              <a:gd name="connsiteX589" fmla="*/ 291466 w 7467600"/>
              <a:gd name="connsiteY589" fmla="*/ 1250369 h 6858000"/>
              <a:gd name="connsiteX590" fmla="*/ 678222 w 7467600"/>
              <a:gd name="connsiteY590" fmla="*/ 1248670 h 6858000"/>
              <a:gd name="connsiteX591" fmla="*/ 775536 w 7467600"/>
              <a:gd name="connsiteY591" fmla="*/ 1388015 h 6858000"/>
              <a:gd name="connsiteX592" fmla="*/ 894529 w 7467600"/>
              <a:gd name="connsiteY592" fmla="*/ 1567739 h 6858000"/>
              <a:gd name="connsiteX593" fmla="*/ 948000 w 7467600"/>
              <a:gd name="connsiteY593" fmla="*/ 1663088 h 6858000"/>
              <a:gd name="connsiteX594" fmla="*/ 1006812 w 7467600"/>
              <a:gd name="connsiteY594" fmla="*/ 1767683 h 6858000"/>
              <a:gd name="connsiteX595" fmla="*/ 1149133 w 7467600"/>
              <a:gd name="connsiteY595" fmla="*/ 1971513 h 6858000"/>
              <a:gd name="connsiteX596" fmla="*/ 1333952 w 7467600"/>
              <a:gd name="connsiteY596" fmla="*/ 2251620 h 6858000"/>
              <a:gd name="connsiteX597" fmla="*/ 1337329 w 7467600"/>
              <a:gd name="connsiteY597" fmla="*/ 2258350 h 6858000"/>
              <a:gd name="connsiteX598" fmla="*/ 1014726 w 7467600"/>
              <a:gd name="connsiteY598" fmla="*/ 1615556 h 6858000"/>
              <a:gd name="connsiteX599" fmla="*/ 678222 w 7467600"/>
              <a:gd name="connsiteY599" fmla="*/ 1248670 h 6858000"/>
              <a:gd name="connsiteX600" fmla="*/ 6691602 w 7467600"/>
              <a:gd name="connsiteY600" fmla="*/ 1140573 h 6858000"/>
              <a:gd name="connsiteX601" fmla="*/ 6571100 w 7467600"/>
              <a:gd name="connsiteY601" fmla="*/ 1183662 h 6858000"/>
              <a:gd name="connsiteX602" fmla="*/ 6241687 w 7467600"/>
              <a:gd name="connsiteY602" fmla="*/ 1257600 h 6858000"/>
              <a:gd name="connsiteX603" fmla="*/ 5693009 w 7467600"/>
              <a:gd name="connsiteY603" fmla="*/ 1478256 h 6858000"/>
              <a:gd name="connsiteX604" fmla="*/ 6548420 w 7467600"/>
              <a:gd name="connsiteY604" fmla="*/ 1214599 h 6858000"/>
              <a:gd name="connsiteX605" fmla="*/ 6605473 w 7467600"/>
              <a:gd name="connsiteY605" fmla="*/ 1184686 h 6858000"/>
              <a:gd name="connsiteX606" fmla="*/ 6691602 w 7467600"/>
              <a:gd name="connsiteY606" fmla="*/ 1140573 h 6858000"/>
              <a:gd name="connsiteX607" fmla="*/ 4002475 w 7467600"/>
              <a:gd name="connsiteY607" fmla="*/ 1037802 h 6858000"/>
              <a:gd name="connsiteX608" fmla="*/ 4000324 w 7467600"/>
              <a:gd name="connsiteY608" fmla="*/ 1039362 h 6858000"/>
              <a:gd name="connsiteX609" fmla="*/ 4002862 w 7467600"/>
              <a:gd name="connsiteY609" fmla="*/ 1042866 h 6858000"/>
              <a:gd name="connsiteX610" fmla="*/ 4002475 w 7467600"/>
              <a:gd name="connsiteY610" fmla="*/ 1037802 h 6858000"/>
              <a:gd name="connsiteX611" fmla="*/ 506322 w 7467600"/>
              <a:gd name="connsiteY611" fmla="*/ 1020997 h 6858000"/>
              <a:gd name="connsiteX612" fmla="*/ 533068 w 7467600"/>
              <a:gd name="connsiteY612" fmla="*/ 1029409 h 6858000"/>
              <a:gd name="connsiteX613" fmla="*/ 1232525 w 7467600"/>
              <a:gd name="connsiteY613" fmla="*/ 1804675 h 6858000"/>
              <a:gd name="connsiteX614" fmla="*/ 1388858 w 7467600"/>
              <a:gd name="connsiteY614" fmla="*/ 2368011 h 6858000"/>
              <a:gd name="connsiteX615" fmla="*/ 1384098 w 7467600"/>
              <a:gd name="connsiteY615" fmla="*/ 2378125 h 6858000"/>
              <a:gd name="connsiteX616" fmla="*/ 1425393 w 7467600"/>
              <a:gd name="connsiteY616" fmla="*/ 2589124 h 6858000"/>
              <a:gd name="connsiteX617" fmla="*/ 1424001 w 7467600"/>
              <a:gd name="connsiteY617" fmla="*/ 2597541 h 6858000"/>
              <a:gd name="connsiteX618" fmla="*/ 2152729 w 7467600"/>
              <a:gd name="connsiteY618" fmla="*/ 2864487 h 6858000"/>
              <a:gd name="connsiteX619" fmla="*/ 2020609 w 7467600"/>
              <a:gd name="connsiteY619" fmla="*/ 2539671 h 6858000"/>
              <a:gd name="connsiteX620" fmla="*/ 2018920 w 7467600"/>
              <a:gd name="connsiteY620" fmla="*/ 2536309 h 6858000"/>
              <a:gd name="connsiteX621" fmla="*/ 1342441 w 7467600"/>
              <a:gd name="connsiteY621" fmla="*/ 1173017 h 6858000"/>
              <a:gd name="connsiteX622" fmla="*/ 1367925 w 7467600"/>
              <a:gd name="connsiteY622" fmla="*/ 1135648 h 6858000"/>
              <a:gd name="connsiteX623" fmla="*/ 1771401 w 7467600"/>
              <a:gd name="connsiteY623" fmla="*/ 1806673 h 6858000"/>
              <a:gd name="connsiteX624" fmla="*/ 1972385 w 7467600"/>
              <a:gd name="connsiteY624" fmla="*/ 2198735 h 6858000"/>
              <a:gd name="connsiteX625" fmla="*/ 2040892 w 7467600"/>
              <a:gd name="connsiteY625" fmla="*/ 2405205 h 6858000"/>
              <a:gd name="connsiteX626" fmla="*/ 2131689 w 7467600"/>
              <a:gd name="connsiteY626" fmla="*/ 1936926 h 6858000"/>
              <a:gd name="connsiteX627" fmla="*/ 2454820 w 7467600"/>
              <a:gd name="connsiteY627" fmla="*/ 1248808 h 6858000"/>
              <a:gd name="connsiteX628" fmla="*/ 2492512 w 7467600"/>
              <a:gd name="connsiteY628" fmla="*/ 1302920 h 6858000"/>
              <a:gd name="connsiteX629" fmla="*/ 2081216 w 7467600"/>
              <a:gd name="connsiteY629" fmla="*/ 2527513 h 6858000"/>
              <a:gd name="connsiteX630" fmla="*/ 2081211 w 7467600"/>
              <a:gd name="connsiteY630" fmla="*/ 2528916 h 6858000"/>
              <a:gd name="connsiteX631" fmla="*/ 2199067 w 7467600"/>
              <a:gd name="connsiteY631" fmla="*/ 2884061 h 6858000"/>
              <a:gd name="connsiteX632" fmla="*/ 3192586 w 7467600"/>
              <a:gd name="connsiteY632" fmla="*/ 3411496 h 6858000"/>
              <a:gd name="connsiteX633" fmla="*/ 3182620 w 7467600"/>
              <a:gd name="connsiteY633" fmla="*/ 3483279 h 6858000"/>
              <a:gd name="connsiteX634" fmla="*/ 2435119 w 7467600"/>
              <a:gd name="connsiteY634" fmla="*/ 3080173 h 6858000"/>
              <a:gd name="connsiteX635" fmla="*/ 2410152 w 7467600"/>
              <a:gd name="connsiteY635" fmla="*/ 3063751 h 6858000"/>
              <a:gd name="connsiteX636" fmla="*/ 2408099 w 7467600"/>
              <a:gd name="connsiteY636" fmla="*/ 3064403 h 6858000"/>
              <a:gd name="connsiteX637" fmla="*/ 2407218 w 7467600"/>
              <a:gd name="connsiteY637" fmla="*/ 3070324 h 6858000"/>
              <a:gd name="connsiteX638" fmla="*/ 2380138 w 7467600"/>
              <a:gd name="connsiteY638" fmla="*/ 3099341 h 6858000"/>
              <a:gd name="connsiteX639" fmla="*/ 1765923 w 7467600"/>
              <a:gd name="connsiteY639" fmla="*/ 3581043 h 6858000"/>
              <a:gd name="connsiteX640" fmla="*/ 1702258 w 7467600"/>
              <a:gd name="connsiteY640" fmla="*/ 3612286 h 6858000"/>
              <a:gd name="connsiteX641" fmla="*/ 1538370 w 7467600"/>
              <a:gd name="connsiteY641" fmla="*/ 3811804 h 6858000"/>
              <a:gd name="connsiteX642" fmla="*/ 542867 w 7467600"/>
              <a:gd name="connsiteY642" fmla="*/ 4944092 h 6858000"/>
              <a:gd name="connsiteX643" fmla="*/ 515800 w 7467600"/>
              <a:gd name="connsiteY643" fmla="*/ 4862180 h 6858000"/>
              <a:gd name="connsiteX644" fmla="*/ 909145 w 7467600"/>
              <a:gd name="connsiteY644" fmla="*/ 4199225 h 6858000"/>
              <a:gd name="connsiteX645" fmla="*/ 1214067 w 7467600"/>
              <a:gd name="connsiteY645" fmla="*/ 3908561 h 6858000"/>
              <a:gd name="connsiteX646" fmla="*/ 640967 w 7467600"/>
              <a:gd name="connsiteY646" fmla="*/ 4105601 h 6858000"/>
              <a:gd name="connsiteX647" fmla="*/ 112563 w 7467600"/>
              <a:gd name="connsiteY647" fmla="*/ 4396952 h 6858000"/>
              <a:gd name="connsiteX648" fmla="*/ 0 w 7467600"/>
              <a:gd name="connsiteY648" fmla="*/ 4466006 h 6858000"/>
              <a:gd name="connsiteX649" fmla="*/ 0 w 7467600"/>
              <a:gd name="connsiteY649" fmla="*/ 4233763 h 6858000"/>
              <a:gd name="connsiteX650" fmla="*/ 36881 w 7467600"/>
              <a:gd name="connsiteY650" fmla="*/ 4200118 h 6858000"/>
              <a:gd name="connsiteX651" fmla="*/ 910534 w 7467600"/>
              <a:gd name="connsiteY651" fmla="*/ 3629753 h 6858000"/>
              <a:gd name="connsiteX652" fmla="*/ 1578717 w 7467600"/>
              <a:gd name="connsiteY652" fmla="*/ 3575982 h 6858000"/>
              <a:gd name="connsiteX653" fmla="*/ 2338780 w 7467600"/>
              <a:gd name="connsiteY653" fmla="*/ 3033725 h 6858000"/>
              <a:gd name="connsiteX654" fmla="*/ 1807991 w 7467600"/>
              <a:gd name="connsiteY654" fmla="*/ 2807184 h 6858000"/>
              <a:gd name="connsiteX655" fmla="*/ 1416358 w 7467600"/>
              <a:gd name="connsiteY655" fmla="*/ 3112571 h 6858000"/>
              <a:gd name="connsiteX656" fmla="*/ 939066 w 7467600"/>
              <a:gd name="connsiteY656" fmla="*/ 3378798 h 6858000"/>
              <a:gd name="connsiteX657" fmla="*/ 115099 w 7467600"/>
              <a:gd name="connsiteY657" fmla="*/ 3607650 h 6858000"/>
              <a:gd name="connsiteX658" fmla="*/ 97284 w 7467600"/>
              <a:gd name="connsiteY658" fmla="*/ 3520393 h 6858000"/>
              <a:gd name="connsiteX659" fmla="*/ 922050 w 7467600"/>
              <a:gd name="connsiteY659" fmla="*/ 3074867 h 6858000"/>
              <a:gd name="connsiteX660" fmla="*/ 1405265 w 7467600"/>
              <a:gd name="connsiteY660" fmla="*/ 3016319 h 6858000"/>
              <a:gd name="connsiteX661" fmla="*/ 1407512 w 7467600"/>
              <a:gd name="connsiteY661" fmla="*/ 3018001 h 6858000"/>
              <a:gd name="connsiteX662" fmla="*/ 1726266 w 7467600"/>
              <a:gd name="connsiteY662" fmla="*/ 2777274 h 6858000"/>
              <a:gd name="connsiteX663" fmla="*/ 625390 w 7467600"/>
              <a:gd name="connsiteY663" fmla="*/ 2514541 h 6858000"/>
              <a:gd name="connsiteX664" fmla="*/ 619799 w 7467600"/>
              <a:gd name="connsiteY664" fmla="*/ 2527180 h 6858000"/>
              <a:gd name="connsiteX665" fmla="*/ 310030 w 7467600"/>
              <a:gd name="connsiteY665" fmla="*/ 2771818 h 6858000"/>
              <a:gd name="connsiteX666" fmla="*/ 173877 w 7467600"/>
              <a:gd name="connsiteY666" fmla="*/ 2937056 h 6858000"/>
              <a:gd name="connsiteX667" fmla="*/ 77889 w 7467600"/>
              <a:gd name="connsiteY667" fmla="*/ 3138440 h 6858000"/>
              <a:gd name="connsiteX668" fmla="*/ 0 w 7467600"/>
              <a:gd name="connsiteY668" fmla="*/ 3271395 h 6858000"/>
              <a:gd name="connsiteX669" fmla="*/ 0 w 7467600"/>
              <a:gd name="connsiteY669" fmla="*/ 3153002 h 6858000"/>
              <a:gd name="connsiteX670" fmla="*/ 2386 w 7467600"/>
              <a:gd name="connsiteY670" fmla="*/ 3149203 h 6858000"/>
              <a:gd name="connsiteX671" fmla="*/ 89753 w 7467600"/>
              <a:gd name="connsiteY671" fmla="*/ 2987702 h 6858000"/>
              <a:gd name="connsiteX672" fmla="*/ 76869 w 7467600"/>
              <a:gd name="connsiteY672" fmla="*/ 3005404 h 6858000"/>
              <a:gd name="connsiteX673" fmla="*/ 32049 w 7467600"/>
              <a:gd name="connsiteY673" fmla="*/ 3065814 h 6858000"/>
              <a:gd name="connsiteX674" fmla="*/ 0 w 7467600"/>
              <a:gd name="connsiteY674" fmla="*/ 3108744 h 6858000"/>
              <a:gd name="connsiteX675" fmla="*/ 0 w 7467600"/>
              <a:gd name="connsiteY675" fmla="*/ 3058059 h 6858000"/>
              <a:gd name="connsiteX676" fmla="*/ 7610 w 7467600"/>
              <a:gd name="connsiteY676" fmla="*/ 3047889 h 6858000"/>
              <a:gd name="connsiteX677" fmla="*/ 52419 w 7467600"/>
              <a:gd name="connsiteY677" fmla="*/ 2987479 h 6858000"/>
              <a:gd name="connsiteX678" fmla="*/ 59142 w 7467600"/>
              <a:gd name="connsiteY678" fmla="*/ 2978488 h 6858000"/>
              <a:gd name="connsiteX679" fmla="*/ 0 w 7467600"/>
              <a:gd name="connsiteY679" fmla="*/ 3015334 h 6858000"/>
              <a:gd name="connsiteX680" fmla="*/ 0 w 7467600"/>
              <a:gd name="connsiteY680" fmla="*/ 2914286 h 6858000"/>
              <a:gd name="connsiteX681" fmla="*/ 36383 w 7467600"/>
              <a:gd name="connsiteY681" fmla="*/ 2901128 h 6858000"/>
              <a:gd name="connsiteX682" fmla="*/ 156329 w 7467600"/>
              <a:gd name="connsiteY682" fmla="*/ 2840533 h 6858000"/>
              <a:gd name="connsiteX683" fmla="*/ 358355 w 7467600"/>
              <a:gd name="connsiteY683" fmla="*/ 2620471 h 6858000"/>
              <a:gd name="connsiteX684" fmla="*/ 510577 w 7467600"/>
              <a:gd name="connsiteY684" fmla="*/ 2501244 h 6858000"/>
              <a:gd name="connsiteX685" fmla="*/ 211967 w 7467600"/>
              <a:gd name="connsiteY685" fmla="*/ 2479171 h 6858000"/>
              <a:gd name="connsiteX686" fmla="*/ 0 w 7467600"/>
              <a:gd name="connsiteY686" fmla="*/ 2476398 h 6858000"/>
              <a:gd name="connsiteX687" fmla="*/ 0 w 7467600"/>
              <a:gd name="connsiteY687" fmla="*/ 2389189 h 6858000"/>
              <a:gd name="connsiteX688" fmla="*/ 103062 w 7467600"/>
              <a:gd name="connsiteY688" fmla="*/ 2389518 h 6858000"/>
              <a:gd name="connsiteX689" fmla="*/ 510734 w 7467600"/>
              <a:gd name="connsiteY689" fmla="*/ 2416201 h 6858000"/>
              <a:gd name="connsiteX690" fmla="*/ 279257 w 7467600"/>
              <a:gd name="connsiteY690" fmla="*/ 2092102 h 6858000"/>
              <a:gd name="connsiteX691" fmla="*/ 65265 w 7467600"/>
              <a:gd name="connsiteY691" fmla="*/ 2006049 h 6858000"/>
              <a:gd name="connsiteX692" fmla="*/ 0 w 7467600"/>
              <a:gd name="connsiteY692" fmla="*/ 1982532 h 6858000"/>
              <a:gd name="connsiteX693" fmla="*/ 0 w 7467600"/>
              <a:gd name="connsiteY693" fmla="*/ 1912789 h 6858000"/>
              <a:gd name="connsiteX694" fmla="*/ 97460 w 7467600"/>
              <a:gd name="connsiteY694" fmla="*/ 1953725 h 6858000"/>
              <a:gd name="connsiteX695" fmla="*/ 221272 w 7467600"/>
              <a:gd name="connsiteY695" fmla="*/ 1980766 h 6858000"/>
              <a:gd name="connsiteX696" fmla="*/ 116765 w 7467600"/>
              <a:gd name="connsiteY696" fmla="*/ 1911033 h 6858000"/>
              <a:gd name="connsiteX697" fmla="*/ 16405 w 7467600"/>
              <a:gd name="connsiteY697" fmla="*/ 1803412 h 6858000"/>
              <a:gd name="connsiteX698" fmla="*/ 0 w 7467600"/>
              <a:gd name="connsiteY698" fmla="*/ 1784777 h 6858000"/>
              <a:gd name="connsiteX699" fmla="*/ 0 w 7467600"/>
              <a:gd name="connsiteY699" fmla="*/ 1740082 h 6858000"/>
              <a:gd name="connsiteX700" fmla="*/ 39394 w 7467600"/>
              <a:gd name="connsiteY700" fmla="*/ 1784856 h 6858000"/>
              <a:gd name="connsiteX701" fmla="*/ 135813 w 7467600"/>
              <a:gd name="connsiteY701" fmla="*/ 1888838 h 6858000"/>
              <a:gd name="connsiteX702" fmla="*/ 242575 w 7467600"/>
              <a:gd name="connsiteY702" fmla="*/ 1958841 h 6858000"/>
              <a:gd name="connsiteX703" fmla="*/ 82197 w 7467600"/>
              <a:gd name="connsiteY703" fmla="*/ 1754826 h 6858000"/>
              <a:gd name="connsiteX704" fmla="*/ 0 w 7467600"/>
              <a:gd name="connsiteY704" fmla="*/ 1679650 h 6858000"/>
              <a:gd name="connsiteX705" fmla="*/ 0 w 7467600"/>
              <a:gd name="connsiteY705" fmla="*/ 1602463 h 6858000"/>
              <a:gd name="connsiteX706" fmla="*/ 84689 w 7467600"/>
              <a:gd name="connsiteY706" fmla="*/ 1677442 h 6858000"/>
              <a:gd name="connsiteX707" fmla="*/ 298437 w 7467600"/>
              <a:gd name="connsiteY707" fmla="*/ 1968019 h 6858000"/>
              <a:gd name="connsiteX708" fmla="*/ 227269 w 7467600"/>
              <a:gd name="connsiteY708" fmla="*/ 1114064 h 6858000"/>
              <a:gd name="connsiteX709" fmla="*/ 248003 w 7467600"/>
              <a:gd name="connsiteY709" fmla="*/ 1089613 h 6858000"/>
              <a:gd name="connsiteX710" fmla="*/ 427020 w 7467600"/>
              <a:gd name="connsiteY710" fmla="*/ 1619803 h 6858000"/>
              <a:gd name="connsiteX711" fmla="*/ 340345 w 7467600"/>
              <a:gd name="connsiteY711" fmla="*/ 2027739 h 6858000"/>
              <a:gd name="connsiteX712" fmla="*/ 360865 w 7467600"/>
              <a:gd name="connsiteY712" fmla="*/ 2044827 h 6858000"/>
              <a:gd name="connsiteX713" fmla="*/ 560414 w 7467600"/>
              <a:gd name="connsiteY713" fmla="*/ 2421457 h 6858000"/>
              <a:gd name="connsiteX714" fmla="*/ 1359703 w 7467600"/>
              <a:gd name="connsiteY714" fmla="*/ 2578554 h 6858000"/>
              <a:gd name="connsiteX715" fmla="*/ 1359422 w 7467600"/>
              <a:gd name="connsiteY715" fmla="*/ 2577994 h 6858000"/>
              <a:gd name="connsiteX716" fmla="*/ 828701 w 7467600"/>
              <a:gd name="connsiteY716" fmla="*/ 1839520 h 6858000"/>
              <a:gd name="connsiteX717" fmla="*/ 494427 w 7467600"/>
              <a:gd name="connsiteY717" fmla="*/ 1092333 h 6858000"/>
              <a:gd name="connsiteX718" fmla="*/ 506322 w 7467600"/>
              <a:gd name="connsiteY718" fmla="*/ 1020997 h 6858000"/>
              <a:gd name="connsiteX719" fmla="*/ 4570198 w 7467600"/>
              <a:gd name="connsiteY719" fmla="*/ 978081 h 6858000"/>
              <a:gd name="connsiteX720" fmla="*/ 4523691 w 7467600"/>
              <a:gd name="connsiteY720" fmla="*/ 1127776 h 6858000"/>
              <a:gd name="connsiteX721" fmla="*/ 4509875 w 7467600"/>
              <a:gd name="connsiteY721" fmla="*/ 1167552 h 6858000"/>
              <a:gd name="connsiteX722" fmla="*/ 4478168 w 7467600"/>
              <a:gd name="connsiteY722" fmla="*/ 1260735 h 6858000"/>
              <a:gd name="connsiteX723" fmla="*/ 4409309 w 7467600"/>
              <a:gd name="connsiteY723" fmla="*/ 1666996 h 6858000"/>
              <a:gd name="connsiteX724" fmla="*/ 4370031 w 7467600"/>
              <a:gd name="connsiteY724" fmla="*/ 1955666 h 6858000"/>
              <a:gd name="connsiteX725" fmla="*/ 4570198 w 7467600"/>
              <a:gd name="connsiteY725" fmla="*/ 978081 h 6858000"/>
              <a:gd name="connsiteX726" fmla="*/ 4557898 w 7467600"/>
              <a:gd name="connsiteY726" fmla="*/ 900011 h 6858000"/>
              <a:gd name="connsiteX727" fmla="*/ 4344840 w 7467600"/>
              <a:gd name="connsiteY727" fmla="*/ 1922038 h 6858000"/>
              <a:gd name="connsiteX728" fmla="*/ 4378710 w 7467600"/>
              <a:gd name="connsiteY728" fmla="*/ 1665516 h 6858000"/>
              <a:gd name="connsiteX729" fmla="*/ 4448798 w 7467600"/>
              <a:gd name="connsiteY729" fmla="*/ 1253024 h 6858000"/>
              <a:gd name="connsiteX730" fmla="*/ 4480315 w 7467600"/>
              <a:gd name="connsiteY730" fmla="*/ 1158454 h 6858000"/>
              <a:gd name="connsiteX731" fmla="*/ 4494133 w 7467600"/>
              <a:gd name="connsiteY731" fmla="*/ 1118676 h 6858000"/>
              <a:gd name="connsiteX732" fmla="*/ 4557898 w 7467600"/>
              <a:gd name="connsiteY732" fmla="*/ 900011 h 6858000"/>
              <a:gd name="connsiteX733" fmla="*/ 5870151 w 7467600"/>
              <a:gd name="connsiteY733" fmla="*/ 898890 h 6858000"/>
              <a:gd name="connsiteX734" fmla="*/ 5861335 w 7467600"/>
              <a:gd name="connsiteY734" fmla="*/ 899177 h 6858000"/>
              <a:gd name="connsiteX735" fmla="*/ 5843702 w 7467600"/>
              <a:gd name="connsiteY735" fmla="*/ 899748 h 6858000"/>
              <a:gd name="connsiteX736" fmla="*/ 5651107 w 7467600"/>
              <a:gd name="connsiteY736" fmla="*/ 920306 h 6858000"/>
              <a:gd name="connsiteX737" fmla="*/ 5459407 w 7467600"/>
              <a:gd name="connsiteY737" fmla="*/ 940975 h 6858000"/>
              <a:gd name="connsiteX738" fmla="*/ 5374846 w 7467600"/>
              <a:gd name="connsiteY738" fmla="*/ 941988 h 6858000"/>
              <a:gd name="connsiteX739" fmla="*/ 5256105 w 7467600"/>
              <a:gd name="connsiteY739" fmla="*/ 945632 h 6858000"/>
              <a:gd name="connsiteX740" fmla="*/ 5107071 w 7467600"/>
              <a:gd name="connsiteY740" fmla="*/ 969720 h 6858000"/>
              <a:gd name="connsiteX741" fmla="*/ 4998681 w 7467600"/>
              <a:gd name="connsiteY741" fmla="*/ 988771 h 6858000"/>
              <a:gd name="connsiteX742" fmla="*/ 5870151 w 7467600"/>
              <a:gd name="connsiteY742" fmla="*/ 898890 h 6858000"/>
              <a:gd name="connsiteX743" fmla="*/ 5504425 w 7467600"/>
              <a:gd name="connsiteY743" fmla="*/ 848067 h 6858000"/>
              <a:gd name="connsiteX744" fmla="*/ 4968849 w 7467600"/>
              <a:gd name="connsiteY744" fmla="*/ 962318 h 6858000"/>
              <a:gd name="connsiteX745" fmla="*/ 5104039 w 7467600"/>
              <a:gd name="connsiteY745" fmla="*/ 940634 h 6858000"/>
              <a:gd name="connsiteX746" fmla="*/ 5256311 w 7467600"/>
              <a:gd name="connsiteY746" fmla="*/ 916490 h 6858000"/>
              <a:gd name="connsiteX747" fmla="*/ 5377381 w 7467600"/>
              <a:gd name="connsiteY747" fmla="*/ 912671 h 6858000"/>
              <a:gd name="connsiteX748" fmla="*/ 5460148 w 7467600"/>
              <a:gd name="connsiteY748" fmla="*/ 911442 h 6858000"/>
              <a:gd name="connsiteX749" fmla="*/ 5648971 w 7467600"/>
              <a:gd name="connsiteY749" fmla="*/ 891331 h 6858000"/>
              <a:gd name="connsiteX750" fmla="*/ 5844807 w 7467600"/>
              <a:gd name="connsiteY750" fmla="*/ 870718 h 6858000"/>
              <a:gd name="connsiteX751" fmla="*/ 5862975 w 7467600"/>
              <a:gd name="connsiteY751" fmla="*/ 869756 h 6858000"/>
              <a:gd name="connsiteX752" fmla="*/ 5920887 w 7467600"/>
              <a:gd name="connsiteY752" fmla="*/ 865929 h 6858000"/>
              <a:gd name="connsiteX753" fmla="*/ 5504425 w 7467600"/>
              <a:gd name="connsiteY753" fmla="*/ 848067 h 6858000"/>
              <a:gd name="connsiteX754" fmla="*/ 3607114 w 7467600"/>
              <a:gd name="connsiteY754" fmla="*/ 467441 h 6858000"/>
              <a:gd name="connsiteX755" fmla="*/ 3296242 w 7467600"/>
              <a:gd name="connsiteY755" fmla="*/ 807991 h 6858000"/>
              <a:gd name="connsiteX756" fmla="*/ 3174674 w 7467600"/>
              <a:gd name="connsiteY756" fmla="*/ 919759 h 6858000"/>
              <a:gd name="connsiteX757" fmla="*/ 3042978 w 7467600"/>
              <a:gd name="connsiteY757" fmla="*/ 1054894 h 6858000"/>
              <a:gd name="connsiteX758" fmla="*/ 2968914 w 7467600"/>
              <a:gd name="connsiteY758" fmla="*/ 1133756 h 6858000"/>
              <a:gd name="connsiteX759" fmla="*/ 3103823 w 7467600"/>
              <a:gd name="connsiteY759" fmla="*/ 1026814 h 6858000"/>
              <a:gd name="connsiteX760" fmla="*/ 3607114 w 7467600"/>
              <a:gd name="connsiteY760" fmla="*/ 467441 h 6858000"/>
              <a:gd name="connsiteX761" fmla="*/ 3744487 w 7467600"/>
              <a:gd name="connsiteY761" fmla="*/ 383136 h 6858000"/>
              <a:gd name="connsiteX762" fmla="*/ 3970213 w 7467600"/>
              <a:gd name="connsiteY762" fmla="*/ 995559 h 6858000"/>
              <a:gd name="connsiteX763" fmla="*/ 3744487 w 7467600"/>
              <a:gd name="connsiteY763" fmla="*/ 383136 h 6858000"/>
              <a:gd name="connsiteX764" fmla="*/ 3624562 w 7467600"/>
              <a:gd name="connsiteY764" fmla="*/ 367041 h 6858000"/>
              <a:gd name="connsiteX765" fmla="*/ 3489712 w 7467600"/>
              <a:gd name="connsiteY765" fmla="*/ 485386 h 6858000"/>
              <a:gd name="connsiteX766" fmla="*/ 3182994 w 7467600"/>
              <a:gd name="connsiteY766" fmla="*/ 828265 h 6858000"/>
              <a:gd name="connsiteX767" fmla="*/ 2892114 w 7467600"/>
              <a:gd name="connsiteY767" fmla="*/ 1172635 h 6858000"/>
              <a:gd name="connsiteX768" fmla="*/ 3021459 w 7467600"/>
              <a:gd name="connsiteY768" fmla="*/ 1035385 h 6858000"/>
              <a:gd name="connsiteX769" fmla="*/ 3153873 w 7467600"/>
              <a:gd name="connsiteY769" fmla="*/ 898971 h 6858000"/>
              <a:gd name="connsiteX770" fmla="*/ 3276511 w 7467600"/>
              <a:gd name="connsiteY770" fmla="*/ 786423 h 6858000"/>
              <a:gd name="connsiteX771" fmla="*/ 3584154 w 7467600"/>
              <a:gd name="connsiteY771" fmla="*/ 448218 h 6858000"/>
              <a:gd name="connsiteX772" fmla="*/ 3624562 w 7467600"/>
              <a:gd name="connsiteY772" fmla="*/ 367041 h 6858000"/>
              <a:gd name="connsiteX773" fmla="*/ 3766672 w 7467600"/>
              <a:gd name="connsiteY773" fmla="*/ 359429 h 6858000"/>
              <a:gd name="connsiteX774" fmla="*/ 3996338 w 7467600"/>
              <a:gd name="connsiteY774" fmla="*/ 968237 h 6858000"/>
              <a:gd name="connsiteX775" fmla="*/ 3766672 w 7467600"/>
              <a:gd name="connsiteY775" fmla="*/ 359429 h 6858000"/>
              <a:gd name="connsiteX776" fmla="*/ 5805386 w 7467600"/>
              <a:gd name="connsiteY776" fmla="*/ 239240 h 6858000"/>
              <a:gd name="connsiteX777" fmla="*/ 5736947 w 7467600"/>
              <a:gd name="connsiteY777" fmla="*/ 261367 h 6858000"/>
              <a:gd name="connsiteX778" fmla="*/ 5427012 w 7467600"/>
              <a:gd name="connsiteY778" fmla="*/ 311272 h 6858000"/>
              <a:gd name="connsiteX779" fmla="*/ 5147818 w 7467600"/>
              <a:gd name="connsiteY779" fmla="*/ 322112 h 6858000"/>
              <a:gd name="connsiteX780" fmla="*/ 5060854 w 7467600"/>
              <a:gd name="connsiteY780" fmla="*/ 311882 h 6858000"/>
              <a:gd name="connsiteX781" fmla="*/ 4945989 w 7467600"/>
              <a:gd name="connsiteY781" fmla="*/ 300516 h 6858000"/>
              <a:gd name="connsiteX782" fmla="*/ 5410479 w 7467600"/>
              <a:gd name="connsiteY782" fmla="*/ 348434 h 6858000"/>
              <a:gd name="connsiteX783" fmla="*/ 5805386 w 7467600"/>
              <a:gd name="connsiteY783" fmla="*/ 239240 h 6858000"/>
              <a:gd name="connsiteX784" fmla="*/ 5905192 w 7467600"/>
              <a:gd name="connsiteY784" fmla="*/ 163079 h 6858000"/>
              <a:gd name="connsiteX785" fmla="*/ 5865655 w 7467600"/>
              <a:gd name="connsiteY785" fmla="*/ 171901 h 6858000"/>
              <a:gd name="connsiteX786" fmla="*/ 5259740 w 7467600"/>
              <a:gd name="connsiteY786" fmla="*/ 257013 h 6858000"/>
              <a:gd name="connsiteX787" fmla="*/ 5208466 w 7467600"/>
              <a:gd name="connsiteY787" fmla="*/ 257550 h 6858000"/>
              <a:gd name="connsiteX788" fmla="*/ 4980204 w 7467600"/>
              <a:gd name="connsiteY788" fmla="*/ 271903 h 6858000"/>
              <a:gd name="connsiteX789" fmla="*/ 5068068 w 7467600"/>
              <a:gd name="connsiteY789" fmla="*/ 282244 h 6858000"/>
              <a:gd name="connsiteX790" fmla="*/ 5153231 w 7467600"/>
              <a:gd name="connsiteY790" fmla="*/ 292240 h 6858000"/>
              <a:gd name="connsiteX791" fmla="*/ 5426491 w 7467600"/>
              <a:gd name="connsiteY791" fmla="*/ 281128 h 6858000"/>
              <a:gd name="connsiteX792" fmla="*/ 5731212 w 7467600"/>
              <a:gd name="connsiteY792" fmla="*/ 231951 h 6858000"/>
              <a:gd name="connsiteX793" fmla="*/ 5905192 w 7467600"/>
              <a:gd name="connsiteY793" fmla="*/ 163079 h 6858000"/>
              <a:gd name="connsiteX794" fmla="*/ 5944437 w 7467600"/>
              <a:gd name="connsiteY794" fmla="*/ 113829 h 6858000"/>
              <a:gd name="connsiteX795" fmla="*/ 5825032 w 7467600"/>
              <a:gd name="connsiteY795" fmla="*/ 146405 h 6858000"/>
              <a:gd name="connsiteX796" fmla="*/ 4955599 w 7467600"/>
              <a:gd name="connsiteY796" fmla="*/ 247008 h 6858000"/>
              <a:gd name="connsiteX797" fmla="*/ 5210104 w 7467600"/>
              <a:gd name="connsiteY797" fmla="*/ 228123 h 6858000"/>
              <a:gd name="connsiteX798" fmla="*/ 5261015 w 7467600"/>
              <a:gd name="connsiteY798" fmla="*/ 227087 h 6858000"/>
              <a:gd name="connsiteX799" fmla="*/ 5861181 w 7467600"/>
              <a:gd name="connsiteY799" fmla="*/ 143093 h 6858000"/>
              <a:gd name="connsiteX800" fmla="*/ 5961252 w 7467600"/>
              <a:gd name="connsiteY800" fmla="*/ 114820 h 6858000"/>
              <a:gd name="connsiteX801" fmla="*/ 5944437 w 7467600"/>
              <a:gd name="connsiteY801" fmla="*/ 113829 h 6858000"/>
              <a:gd name="connsiteX802" fmla="*/ 3882765 w 7467600"/>
              <a:gd name="connsiteY802" fmla="*/ 0 h 6858000"/>
              <a:gd name="connsiteX803" fmla="*/ 3995099 w 7467600"/>
              <a:gd name="connsiteY803" fmla="*/ 0 h 6858000"/>
              <a:gd name="connsiteX804" fmla="*/ 4163818 w 7467600"/>
              <a:gd name="connsiteY804" fmla="*/ 234104 h 6858000"/>
              <a:gd name="connsiteX805" fmla="*/ 4172099 w 7467600"/>
              <a:gd name="connsiteY805" fmla="*/ 234207 h 6858000"/>
              <a:gd name="connsiteX806" fmla="*/ 4784282 w 7467600"/>
              <a:gd name="connsiteY806" fmla="*/ 276561 h 6858000"/>
              <a:gd name="connsiteX807" fmla="*/ 4801687 w 7467600"/>
              <a:gd name="connsiteY807" fmla="*/ 267764 h 6858000"/>
              <a:gd name="connsiteX808" fmla="*/ 6082788 w 7467600"/>
              <a:gd name="connsiteY808" fmla="*/ 64119 h 6858000"/>
              <a:gd name="connsiteX809" fmla="*/ 6099442 w 7467600"/>
              <a:gd name="connsiteY809" fmla="*/ 82568 h 6858000"/>
              <a:gd name="connsiteX810" fmla="*/ 4804137 w 7467600"/>
              <a:gd name="connsiteY810" fmla="*/ 320931 h 6858000"/>
              <a:gd name="connsiteX811" fmla="*/ 4227047 w 7467600"/>
              <a:gd name="connsiteY811" fmla="*/ 313415 h 6858000"/>
              <a:gd name="connsiteX812" fmla="*/ 4346041 w 7467600"/>
              <a:gd name="connsiteY812" fmla="*/ 456086 h 6858000"/>
              <a:gd name="connsiteX813" fmla="*/ 4870967 w 7467600"/>
              <a:gd name="connsiteY813" fmla="*/ 963061 h 6858000"/>
              <a:gd name="connsiteX814" fmla="*/ 4889647 w 7467600"/>
              <a:gd name="connsiteY814" fmla="*/ 957147 h 6858000"/>
              <a:gd name="connsiteX815" fmla="*/ 5422504 w 7467600"/>
              <a:gd name="connsiteY815" fmla="*/ 805191 h 6858000"/>
              <a:gd name="connsiteX816" fmla="*/ 6087656 w 7467600"/>
              <a:gd name="connsiteY816" fmla="*/ 826703 h 6858000"/>
              <a:gd name="connsiteX817" fmla="*/ 6058717 w 7467600"/>
              <a:gd name="connsiteY817" fmla="*/ 865992 h 6858000"/>
              <a:gd name="connsiteX818" fmla="*/ 4974153 w 7467600"/>
              <a:gd name="connsiteY818" fmla="*/ 1045456 h 6858000"/>
              <a:gd name="connsiteX819" fmla="*/ 5627835 w 7467600"/>
              <a:gd name="connsiteY819" fmla="*/ 1472077 h 6858000"/>
              <a:gd name="connsiteX820" fmla="*/ 5629817 w 7467600"/>
              <a:gd name="connsiteY820" fmla="*/ 1471412 h 6858000"/>
              <a:gd name="connsiteX821" fmla="*/ 5634124 w 7467600"/>
              <a:gd name="connsiteY821" fmla="*/ 1470572 h 6858000"/>
              <a:gd name="connsiteX822" fmla="*/ 5755832 w 7467600"/>
              <a:gd name="connsiteY822" fmla="*/ 1383886 h 6858000"/>
              <a:gd name="connsiteX823" fmla="*/ 6014186 w 7467600"/>
              <a:gd name="connsiteY823" fmla="*/ 1279799 h 6858000"/>
              <a:gd name="connsiteX824" fmla="*/ 6901619 w 7467600"/>
              <a:gd name="connsiteY824" fmla="*/ 1047874 h 6858000"/>
              <a:gd name="connsiteX825" fmla="*/ 6931566 w 7467600"/>
              <a:gd name="connsiteY825" fmla="*/ 1062034 h 6858000"/>
              <a:gd name="connsiteX826" fmla="*/ 5790982 w 7467600"/>
              <a:gd name="connsiteY826" fmla="*/ 1561380 h 6858000"/>
              <a:gd name="connsiteX827" fmla="*/ 6188971 w 7467600"/>
              <a:gd name="connsiteY827" fmla="*/ 1755168 h 6858000"/>
              <a:gd name="connsiteX828" fmla="*/ 6202446 w 7467600"/>
              <a:gd name="connsiteY828" fmla="*/ 1752268 h 6858000"/>
              <a:gd name="connsiteX829" fmla="*/ 7179560 w 7467600"/>
              <a:gd name="connsiteY829" fmla="*/ 1467551 h 6858000"/>
              <a:gd name="connsiteX830" fmla="*/ 7158730 w 7467600"/>
              <a:gd name="connsiteY830" fmla="*/ 1507835 h 6858000"/>
              <a:gd name="connsiteX831" fmla="*/ 6326959 w 7467600"/>
              <a:gd name="connsiteY831" fmla="*/ 1817686 h 6858000"/>
              <a:gd name="connsiteX832" fmla="*/ 6537433 w 7467600"/>
              <a:gd name="connsiteY832" fmla="*/ 1907790 h 6858000"/>
              <a:gd name="connsiteX833" fmla="*/ 6550221 w 7467600"/>
              <a:gd name="connsiteY833" fmla="*/ 1910729 h 6858000"/>
              <a:gd name="connsiteX834" fmla="*/ 6964438 w 7467600"/>
              <a:gd name="connsiteY834" fmla="*/ 2209505 h 6858000"/>
              <a:gd name="connsiteX835" fmla="*/ 7367862 w 7467600"/>
              <a:gd name="connsiteY835" fmla="*/ 2806833 h 6858000"/>
              <a:gd name="connsiteX836" fmla="*/ 7364329 w 7467600"/>
              <a:gd name="connsiteY836" fmla="*/ 2826907 h 6858000"/>
              <a:gd name="connsiteX837" fmla="*/ 7290545 w 7467600"/>
              <a:gd name="connsiteY837" fmla="*/ 2850663 h 6858000"/>
              <a:gd name="connsiteX838" fmla="*/ 6472036 w 7467600"/>
              <a:gd name="connsiteY838" fmla="*/ 1959003 h 6858000"/>
              <a:gd name="connsiteX839" fmla="*/ 5792897 w 7467600"/>
              <a:gd name="connsiteY839" fmla="*/ 1647747 h 6858000"/>
              <a:gd name="connsiteX840" fmla="*/ 5842751 w 7467600"/>
              <a:gd name="connsiteY840" fmla="*/ 1816112 h 6858000"/>
              <a:gd name="connsiteX841" fmla="*/ 5847424 w 7467600"/>
              <a:gd name="connsiteY841" fmla="*/ 1815776 h 6858000"/>
              <a:gd name="connsiteX842" fmla="*/ 6399821 w 7467600"/>
              <a:gd name="connsiteY842" fmla="*/ 2344799 h 6858000"/>
              <a:gd name="connsiteX843" fmla="*/ 6323232 w 7467600"/>
              <a:gd name="connsiteY843" fmla="*/ 2389634 h 6858000"/>
              <a:gd name="connsiteX844" fmla="*/ 5942958 w 7467600"/>
              <a:gd name="connsiteY844" fmla="*/ 2077708 h 6858000"/>
              <a:gd name="connsiteX845" fmla="*/ 5921559 w 7467600"/>
              <a:gd name="connsiteY845" fmla="*/ 2378596 h 6858000"/>
              <a:gd name="connsiteX846" fmla="*/ 5817651 w 7467600"/>
              <a:gd name="connsiteY846" fmla="*/ 3023919 h 6858000"/>
              <a:gd name="connsiteX847" fmla="*/ 5729634 w 7467600"/>
              <a:gd name="connsiteY847" fmla="*/ 3051849 h 6858000"/>
              <a:gd name="connsiteX848" fmla="*/ 5611018 w 7467600"/>
              <a:gd name="connsiteY848" fmla="*/ 2316769 h 6858000"/>
              <a:gd name="connsiteX849" fmla="*/ 5687608 w 7467600"/>
              <a:gd name="connsiteY849" fmla="*/ 2039972 h 6858000"/>
              <a:gd name="connsiteX850" fmla="*/ 5657554 w 7467600"/>
              <a:gd name="connsiteY850" fmla="*/ 1576445 h 6858000"/>
              <a:gd name="connsiteX851" fmla="*/ 5150475 w 7467600"/>
              <a:gd name="connsiteY851" fmla="*/ 1274012 h 6858000"/>
              <a:gd name="connsiteX852" fmla="*/ 5349142 w 7467600"/>
              <a:gd name="connsiteY852" fmla="*/ 2204405 h 6858000"/>
              <a:gd name="connsiteX853" fmla="*/ 5262214 w 7467600"/>
              <a:gd name="connsiteY853" fmla="*/ 2233836 h 6858000"/>
              <a:gd name="connsiteX854" fmla="*/ 4981539 w 7467600"/>
              <a:gd name="connsiteY854" fmla="*/ 1542201 h 6858000"/>
              <a:gd name="connsiteX855" fmla="*/ 4958461 w 7467600"/>
              <a:gd name="connsiteY855" fmla="*/ 1136957 h 6858000"/>
              <a:gd name="connsiteX856" fmla="*/ 4655015 w 7467600"/>
              <a:gd name="connsiteY856" fmla="*/ 891426 h 6858000"/>
              <a:gd name="connsiteX857" fmla="*/ 4348002 w 7467600"/>
              <a:gd name="connsiteY857" fmla="*/ 2205895 h 6858000"/>
              <a:gd name="connsiteX858" fmla="*/ 4262250 w 7467600"/>
              <a:gd name="connsiteY858" fmla="*/ 2219972 h 6858000"/>
              <a:gd name="connsiteX859" fmla="*/ 4550611 w 7467600"/>
              <a:gd name="connsiteY859" fmla="*/ 817540 h 6858000"/>
              <a:gd name="connsiteX860" fmla="*/ 4564418 w 7467600"/>
              <a:gd name="connsiteY860" fmla="*/ 808293 h 6858000"/>
              <a:gd name="connsiteX861" fmla="*/ 4266388 w 7467600"/>
              <a:gd name="connsiteY861" fmla="*/ 500083 h 6858000"/>
              <a:gd name="connsiteX862" fmla="*/ 4032842 w 7467600"/>
              <a:gd name="connsiteY862" fmla="*/ 211809 h 6858000"/>
              <a:gd name="connsiteX863" fmla="*/ 3882765 w 7467600"/>
              <a:gd name="connsiteY863" fmla="*/ 0 h 6858000"/>
              <a:gd name="connsiteX864" fmla="*/ 3721337 w 7467600"/>
              <a:gd name="connsiteY864" fmla="*/ 0 h 6858000"/>
              <a:gd name="connsiteX865" fmla="*/ 3797544 w 7467600"/>
              <a:gd name="connsiteY865" fmla="*/ 0 h 6858000"/>
              <a:gd name="connsiteX866" fmla="*/ 3775734 w 7467600"/>
              <a:gd name="connsiteY866" fmla="*/ 95131 h 6858000"/>
              <a:gd name="connsiteX867" fmla="*/ 3724807 w 7467600"/>
              <a:gd name="connsiteY867" fmla="*/ 272257 h 6858000"/>
              <a:gd name="connsiteX868" fmla="*/ 3726844 w 7467600"/>
              <a:gd name="connsiteY868" fmla="*/ 282988 h 6858000"/>
              <a:gd name="connsiteX869" fmla="*/ 3742664 w 7467600"/>
              <a:gd name="connsiteY869" fmla="*/ 279918 h 6858000"/>
              <a:gd name="connsiteX870" fmla="*/ 4103910 w 7467600"/>
              <a:gd name="connsiteY870" fmla="*/ 1161917 h 6858000"/>
              <a:gd name="connsiteX871" fmla="*/ 4020269 w 7467600"/>
              <a:gd name="connsiteY871" fmla="*/ 1200406 h 6858000"/>
              <a:gd name="connsiteX872" fmla="*/ 3674882 w 7467600"/>
              <a:gd name="connsiteY872" fmla="*/ 488524 h 6858000"/>
              <a:gd name="connsiteX873" fmla="*/ 3132682 w 7467600"/>
              <a:gd name="connsiteY873" fmla="*/ 1072284 h 6858000"/>
              <a:gd name="connsiteX874" fmla="*/ 2716346 w 7467600"/>
              <a:gd name="connsiteY874" fmla="*/ 1276376 h 6858000"/>
              <a:gd name="connsiteX875" fmla="*/ 2716772 w 7467600"/>
              <a:gd name="connsiteY875" fmla="*/ 1255462 h 6858000"/>
              <a:gd name="connsiteX876" fmla="*/ 3471096 w 7467600"/>
              <a:gd name="connsiteY876" fmla="*/ 437072 h 6858000"/>
              <a:gd name="connsiteX877" fmla="*/ 3639057 w 7467600"/>
              <a:gd name="connsiteY877" fmla="*/ 286334 h 6858000"/>
              <a:gd name="connsiteX878" fmla="*/ 3640309 w 7467600"/>
              <a:gd name="connsiteY878" fmla="*/ 284664 h 6858000"/>
              <a:gd name="connsiteX879" fmla="*/ 3646022 w 7467600"/>
              <a:gd name="connsiteY879" fmla="*/ 276711 h 6858000"/>
              <a:gd name="connsiteX880" fmla="*/ 3707943 w 7467600"/>
              <a:gd name="connsiteY880" fmla="*/ 65958 h 6858000"/>
              <a:gd name="connsiteX881" fmla="*/ 3721337 w 7467600"/>
              <a:gd name="connsiteY881" fmla="*/ 0 h 6858000"/>
              <a:gd name="connsiteX882" fmla="*/ 2867960 w 7467600"/>
              <a:gd name="connsiteY882" fmla="*/ 0 h 6858000"/>
              <a:gd name="connsiteX883" fmla="*/ 2926351 w 7467600"/>
              <a:gd name="connsiteY883" fmla="*/ 0 h 6858000"/>
              <a:gd name="connsiteX884" fmla="*/ 2902823 w 7467600"/>
              <a:gd name="connsiteY884" fmla="*/ 262929 h 6858000"/>
              <a:gd name="connsiteX885" fmla="*/ 2940663 w 7467600"/>
              <a:gd name="connsiteY885" fmla="*/ 140884 h 6858000"/>
              <a:gd name="connsiteX886" fmla="*/ 2947039 w 7467600"/>
              <a:gd name="connsiteY886" fmla="*/ 122524 h 6858000"/>
              <a:gd name="connsiteX887" fmla="*/ 2984316 w 7467600"/>
              <a:gd name="connsiteY887" fmla="*/ 0 h 6858000"/>
              <a:gd name="connsiteX888" fmla="*/ 3016114 w 7467600"/>
              <a:gd name="connsiteY888" fmla="*/ 0 h 6858000"/>
              <a:gd name="connsiteX889" fmla="*/ 2979949 w 7467600"/>
              <a:gd name="connsiteY889" fmla="*/ 119274 h 6858000"/>
              <a:gd name="connsiteX890" fmla="*/ 3023879 w 7467600"/>
              <a:gd name="connsiteY890" fmla="*/ 0 h 6858000"/>
              <a:gd name="connsiteX891" fmla="*/ 3105400 w 7467600"/>
              <a:gd name="connsiteY891" fmla="*/ 0 h 6858000"/>
              <a:gd name="connsiteX892" fmla="*/ 3094669 w 7467600"/>
              <a:gd name="connsiteY892" fmla="*/ 30308 h 6858000"/>
              <a:gd name="connsiteX893" fmla="*/ 2901945 w 7467600"/>
              <a:gd name="connsiteY893" fmla="*/ 466538 h 6858000"/>
              <a:gd name="connsiteX894" fmla="*/ 2815209 w 7467600"/>
              <a:gd name="connsiteY894" fmla="*/ 497361 h 6858000"/>
              <a:gd name="connsiteX895" fmla="*/ 2844845 w 7467600"/>
              <a:gd name="connsiteY895" fmla="*/ 127638 h 6858000"/>
              <a:gd name="connsiteX896" fmla="*/ 2867960 w 7467600"/>
              <a:gd name="connsiteY896" fmla="*/ 0 h 6858000"/>
              <a:gd name="connsiteX897" fmla="*/ 1057230 w 7467600"/>
              <a:gd name="connsiteY897" fmla="*/ 0 h 6858000"/>
              <a:gd name="connsiteX898" fmla="*/ 1111003 w 7467600"/>
              <a:gd name="connsiteY898" fmla="*/ 0 h 6858000"/>
              <a:gd name="connsiteX899" fmla="*/ 1125553 w 7467600"/>
              <a:gd name="connsiteY899" fmla="*/ 52588 h 6858000"/>
              <a:gd name="connsiteX900" fmla="*/ 1304276 w 7467600"/>
              <a:gd name="connsiteY900" fmla="*/ 476275 h 6858000"/>
              <a:gd name="connsiteX901" fmla="*/ 1492066 w 7467600"/>
              <a:gd name="connsiteY901" fmla="*/ 886333 h 6858000"/>
              <a:gd name="connsiteX902" fmla="*/ 1423698 w 7467600"/>
              <a:gd name="connsiteY902" fmla="*/ 710817 h 6858000"/>
              <a:gd name="connsiteX903" fmla="*/ 1357609 w 7467600"/>
              <a:gd name="connsiteY903" fmla="*/ 532892 h 6858000"/>
              <a:gd name="connsiteX904" fmla="*/ 1309550 w 7467600"/>
              <a:gd name="connsiteY904" fmla="*/ 374031 h 6858000"/>
              <a:gd name="connsiteX905" fmla="*/ 1193673 w 7467600"/>
              <a:gd name="connsiteY905" fmla="*/ 49533 h 6858000"/>
              <a:gd name="connsiteX906" fmla="*/ 1164391 w 7467600"/>
              <a:gd name="connsiteY906" fmla="*/ 0 h 6858000"/>
              <a:gd name="connsiteX907" fmla="*/ 1200666 w 7467600"/>
              <a:gd name="connsiteY907" fmla="*/ 0 h 6858000"/>
              <a:gd name="connsiteX908" fmla="*/ 1223408 w 7467600"/>
              <a:gd name="connsiteY908" fmla="*/ 38996 h 6858000"/>
              <a:gd name="connsiteX909" fmla="*/ 1339635 w 7467600"/>
              <a:gd name="connsiteY909" fmla="*/ 365517 h 6858000"/>
              <a:gd name="connsiteX910" fmla="*/ 1387469 w 7467600"/>
              <a:gd name="connsiteY910" fmla="*/ 523079 h 6858000"/>
              <a:gd name="connsiteX911" fmla="*/ 1452685 w 7467600"/>
              <a:gd name="connsiteY911" fmla="*/ 699806 h 6858000"/>
              <a:gd name="connsiteX912" fmla="*/ 1492092 w 7467600"/>
              <a:gd name="connsiteY912" fmla="*/ 800424 h 6858000"/>
              <a:gd name="connsiteX913" fmla="*/ 1455302 w 7467600"/>
              <a:gd name="connsiteY913" fmla="*/ 632913 h 6858000"/>
              <a:gd name="connsiteX914" fmla="*/ 1222336 w 7467600"/>
              <a:gd name="connsiteY914" fmla="*/ 9480 h 6858000"/>
              <a:gd name="connsiteX915" fmla="*/ 1214634 w 7467600"/>
              <a:gd name="connsiteY915" fmla="*/ 0 h 6858000"/>
              <a:gd name="connsiteX916" fmla="*/ 1289827 w 7467600"/>
              <a:gd name="connsiteY916" fmla="*/ 0 h 6858000"/>
              <a:gd name="connsiteX917" fmla="*/ 1321076 w 7467600"/>
              <a:gd name="connsiteY917" fmla="*/ 59722 h 6858000"/>
              <a:gd name="connsiteX918" fmla="*/ 1512579 w 7467600"/>
              <a:gd name="connsiteY918" fmla="*/ 626441 h 6858000"/>
              <a:gd name="connsiteX919" fmla="*/ 1506076 w 7467600"/>
              <a:gd name="connsiteY919" fmla="*/ 1089289 h 6858000"/>
              <a:gd name="connsiteX920" fmla="*/ 1486346 w 7467600"/>
              <a:gd name="connsiteY920" fmla="*/ 1079919 h 6858000"/>
              <a:gd name="connsiteX921" fmla="*/ 1070511 w 7467600"/>
              <a:gd name="connsiteY921" fmla="*/ 48609 h 6858000"/>
              <a:gd name="connsiteX922" fmla="*/ 1057230 w 7467600"/>
              <a:gd name="connsiteY922" fmla="*/ 0 h 6858000"/>
              <a:gd name="connsiteX923" fmla="*/ 43151 w 7467600"/>
              <a:gd name="connsiteY923" fmla="*/ 0 h 6858000"/>
              <a:gd name="connsiteX924" fmla="*/ 95283 w 7467600"/>
              <a:gd name="connsiteY924" fmla="*/ 0 h 6858000"/>
              <a:gd name="connsiteX925" fmla="*/ 300708 w 7467600"/>
              <a:gd name="connsiteY925" fmla="*/ 154571 h 6858000"/>
              <a:gd name="connsiteX926" fmla="*/ 530414 w 7467600"/>
              <a:gd name="connsiteY926" fmla="*/ 354673 h 6858000"/>
              <a:gd name="connsiteX927" fmla="*/ 333785 w 7467600"/>
              <a:gd name="connsiteY927" fmla="*/ 161564 h 6858000"/>
              <a:gd name="connsiteX928" fmla="*/ 147005 w 7467600"/>
              <a:gd name="connsiteY928" fmla="*/ 0 h 6858000"/>
              <a:gd name="connsiteX929" fmla="*/ 272509 w 7467600"/>
              <a:gd name="connsiteY929" fmla="*/ 0 h 6858000"/>
              <a:gd name="connsiteX930" fmla="*/ 326276 w 7467600"/>
              <a:gd name="connsiteY930" fmla="*/ 45847 h 6858000"/>
              <a:gd name="connsiteX931" fmla="*/ 823759 w 7467600"/>
              <a:gd name="connsiteY931" fmla="*/ 574145 h 6858000"/>
              <a:gd name="connsiteX932" fmla="*/ 811254 w 7467600"/>
              <a:gd name="connsiteY932" fmla="*/ 665546 h 6858000"/>
              <a:gd name="connsiteX933" fmla="*/ 154042 w 7467600"/>
              <a:gd name="connsiteY933" fmla="*/ 261522 h 6858000"/>
              <a:gd name="connsiteX934" fmla="*/ 13550 w 7467600"/>
              <a:gd name="connsiteY934" fmla="*/ 158423 h 6858000"/>
              <a:gd name="connsiteX935" fmla="*/ 0 w 7467600"/>
              <a:gd name="connsiteY935" fmla="*/ 146618 h 6858000"/>
              <a:gd name="connsiteX936" fmla="*/ 0 w 7467600"/>
              <a:gd name="connsiteY936" fmla="*/ 59161 h 6858000"/>
              <a:gd name="connsiteX937" fmla="*/ 45427 w 7467600"/>
              <a:gd name="connsiteY937" fmla="*/ 101078 h 6858000"/>
              <a:gd name="connsiteX938" fmla="*/ 630103 w 7467600"/>
              <a:gd name="connsiteY938" fmla="*/ 485885 h 6858000"/>
              <a:gd name="connsiteX939" fmla="*/ 532040 w 7467600"/>
              <a:gd name="connsiteY939" fmla="*/ 399359 h 6858000"/>
              <a:gd name="connsiteX940" fmla="*/ 517618 w 7467600"/>
              <a:gd name="connsiteY940" fmla="*/ 385726 h 6858000"/>
              <a:gd name="connsiteX941" fmla="*/ 285074 w 7467600"/>
              <a:gd name="connsiteY941" fmla="*/ 182755 h 6858000"/>
              <a:gd name="connsiteX942" fmla="*/ 43151 w 7467600"/>
              <a:gd name="connsiteY942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289862 w 7467600"/>
              <a:gd name="connsiteY4" fmla="*/ 6659827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289862 w 7467600"/>
              <a:gd name="connsiteY9" fmla="*/ 6659827 h 6858000"/>
              <a:gd name="connsiteX10" fmla="*/ 1019354 w 7467600"/>
              <a:gd name="connsiteY10" fmla="*/ 6315006 h 6858000"/>
              <a:gd name="connsiteX11" fmla="*/ 441046 w 7467600"/>
              <a:gd name="connsiteY11" fmla="*/ 6691153 h 6858000"/>
              <a:gd name="connsiteX12" fmla="*/ 1019354 w 7467600"/>
              <a:gd name="connsiteY12" fmla="*/ 6315006 h 6858000"/>
              <a:gd name="connsiteX13" fmla="*/ 991680 w 7467600"/>
              <a:gd name="connsiteY13" fmla="*/ 6298413 h 6858000"/>
              <a:gd name="connsiteX14" fmla="*/ 409060 w 7467600"/>
              <a:gd name="connsiteY14" fmla="*/ 6671470 h 6858000"/>
              <a:gd name="connsiteX15" fmla="*/ 991680 w 7467600"/>
              <a:gd name="connsiteY15" fmla="*/ 6298413 h 6858000"/>
              <a:gd name="connsiteX16" fmla="*/ 103333 w 7467600"/>
              <a:gd name="connsiteY16" fmla="*/ 5699602 h 6858000"/>
              <a:gd name="connsiteX17" fmla="*/ 233938 w 7467600"/>
              <a:gd name="connsiteY17" fmla="*/ 5809416 h 6858000"/>
              <a:gd name="connsiteX18" fmla="*/ 883580 w 7467600"/>
              <a:gd name="connsiteY18" fmla="*/ 6180710 h 6858000"/>
              <a:gd name="connsiteX19" fmla="*/ 487337 w 7467600"/>
              <a:gd name="connsiteY19" fmla="*/ 5950182 h 6858000"/>
              <a:gd name="connsiteX20" fmla="*/ 354051 w 7467600"/>
              <a:gd name="connsiteY20" fmla="*/ 5854912 h 6858000"/>
              <a:gd name="connsiteX21" fmla="*/ 195436 w 7467600"/>
              <a:gd name="connsiteY21" fmla="*/ 5755068 h 6858000"/>
              <a:gd name="connsiteX22" fmla="*/ 103333 w 7467600"/>
              <a:gd name="connsiteY22" fmla="*/ 5699602 h 6858000"/>
              <a:gd name="connsiteX23" fmla="*/ 5539432 w 7467600"/>
              <a:gd name="connsiteY23" fmla="*/ 5642928 h 6858000"/>
              <a:gd name="connsiteX24" fmla="*/ 5555462 w 7467600"/>
              <a:gd name="connsiteY24" fmla="*/ 5694454 h 6858000"/>
              <a:gd name="connsiteX25" fmla="*/ 5828270 w 7467600"/>
              <a:gd name="connsiteY25" fmla="*/ 6320663 h 6858000"/>
              <a:gd name="connsiteX26" fmla="*/ 5947416 w 7467600"/>
              <a:gd name="connsiteY26" fmla="*/ 6574846 h 6858000"/>
              <a:gd name="connsiteX27" fmla="*/ 5539432 w 7467600"/>
              <a:gd name="connsiteY27" fmla="*/ 5642928 h 6858000"/>
              <a:gd name="connsiteX28" fmla="*/ 51253 w 7467600"/>
              <a:gd name="connsiteY28" fmla="*/ 5631825 h 6858000"/>
              <a:gd name="connsiteX29" fmla="*/ 211622 w 7467600"/>
              <a:gd name="connsiteY29" fmla="*/ 5728803 h 6858000"/>
              <a:gd name="connsiteX30" fmla="*/ 371652 w 7467600"/>
              <a:gd name="connsiteY30" fmla="*/ 5829062 h 6858000"/>
              <a:gd name="connsiteX31" fmla="*/ 505903 w 7467600"/>
              <a:gd name="connsiteY31" fmla="*/ 5925221 h 6858000"/>
              <a:gd name="connsiteX32" fmla="*/ 899240 w 7467600"/>
              <a:gd name="connsiteY32" fmla="*/ 6153068 h 6858000"/>
              <a:gd name="connsiteX33" fmla="*/ 988114 w 7467600"/>
              <a:gd name="connsiteY33" fmla="*/ 6174204 h 6858000"/>
              <a:gd name="connsiteX34" fmla="*/ 845971 w 7467600"/>
              <a:gd name="connsiteY34" fmla="*/ 6067177 h 6858000"/>
              <a:gd name="connsiteX35" fmla="*/ 448057 w 7467600"/>
              <a:gd name="connsiteY35" fmla="*/ 5841376 h 6858000"/>
              <a:gd name="connsiteX36" fmla="*/ 51253 w 7467600"/>
              <a:gd name="connsiteY36" fmla="*/ 5631825 h 6858000"/>
              <a:gd name="connsiteX37" fmla="*/ 2606687 w 7467600"/>
              <a:gd name="connsiteY37" fmla="*/ 5630718 h 6858000"/>
              <a:gd name="connsiteX38" fmla="*/ 2645658 w 7467600"/>
              <a:gd name="connsiteY38" fmla="*/ 6640259 h 6858000"/>
              <a:gd name="connsiteX39" fmla="*/ 2606687 w 7467600"/>
              <a:gd name="connsiteY39" fmla="*/ 5630718 h 6858000"/>
              <a:gd name="connsiteX40" fmla="*/ 3642057 w 7467600"/>
              <a:gd name="connsiteY40" fmla="*/ 5573487 h 6858000"/>
              <a:gd name="connsiteX41" fmla="*/ 3632981 w 7467600"/>
              <a:gd name="connsiteY41" fmla="*/ 5579437 h 6858000"/>
              <a:gd name="connsiteX42" fmla="*/ 3382436 w 7467600"/>
              <a:gd name="connsiteY42" fmla="*/ 5952726 h 6858000"/>
              <a:gd name="connsiteX43" fmla="*/ 3191929 w 7467600"/>
              <a:gd name="connsiteY43" fmla="*/ 6662669 h 6858000"/>
              <a:gd name="connsiteX44" fmla="*/ 3369898 w 7467600"/>
              <a:gd name="connsiteY44" fmla="*/ 6081771 h 6858000"/>
              <a:gd name="connsiteX45" fmla="*/ 3642057 w 7467600"/>
              <a:gd name="connsiteY45" fmla="*/ 5573487 h 6858000"/>
              <a:gd name="connsiteX46" fmla="*/ 2650666 w 7467600"/>
              <a:gd name="connsiteY46" fmla="*/ 5530686 h 6858000"/>
              <a:gd name="connsiteX47" fmla="*/ 2650249 w 7467600"/>
              <a:gd name="connsiteY47" fmla="*/ 5532101 h 6858000"/>
              <a:gd name="connsiteX48" fmla="*/ 2663808 w 7467600"/>
              <a:gd name="connsiteY48" fmla="*/ 6535215 h 6858000"/>
              <a:gd name="connsiteX49" fmla="*/ 2665418 w 7467600"/>
              <a:gd name="connsiteY49" fmla="*/ 6132756 h 6858000"/>
              <a:gd name="connsiteX50" fmla="*/ 2650666 w 7467600"/>
              <a:gd name="connsiteY50" fmla="*/ 5530686 h 6858000"/>
              <a:gd name="connsiteX51" fmla="*/ 2680277 w 7467600"/>
              <a:gd name="connsiteY51" fmla="*/ 5479204 h 6858000"/>
              <a:gd name="connsiteX52" fmla="*/ 2678972 w 7467600"/>
              <a:gd name="connsiteY52" fmla="*/ 5481582 h 6858000"/>
              <a:gd name="connsiteX53" fmla="*/ 2696666 w 7467600"/>
              <a:gd name="connsiteY53" fmla="*/ 6133836 h 6858000"/>
              <a:gd name="connsiteX54" fmla="*/ 2695769 w 7467600"/>
              <a:gd name="connsiteY54" fmla="*/ 6390955 h 6858000"/>
              <a:gd name="connsiteX55" fmla="*/ 2739893 w 7467600"/>
              <a:gd name="connsiteY55" fmla="*/ 6108357 h 6858000"/>
              <a:gd name="connsiteX56" fmla="*/ 2680277 w 7467600"/>
              <a:gd name="connsiteY56" fmla="*/ 5479204 h 6858000"/>
              <a:gd name="connsiteX57" fmla="*/ 1132195 w 7467600"/>
              <a:gd name="connsiteY57" fmla="*/ 5467980 h 6858000"/>
              <a:gd name="connsiteX58" fmla="*/ 1679056 w 7467600"/>
              <a:gd name="connsiteY58" fmla="*/ 5516907 h 6858000"/>
              <a:gd name="connsiteX59" fmla="*/ 2128648 w 7467600"/>
              <a:gd name="connsiteY59" fmla="*/ 5474249 h 6858000"/>
              <a:gd name="connsiteX60" fmla="*/ 1825619 w 7467600"/>
              <a:gd name="connsiteY60" fmla="*/ 5478447 h 6858000"/>
              <a:gd name="connsiteX61" fmla="*/ 1737798 w 7467600"/>
              <a:gd name="connsiteY61" fmla="*/ 5483353 h 6858000"/>
              <a:gd name="connsiteX62" fmla="*/ 1132195 w 7467600"/>
              <a:gd name="connsiteY62" fmla="*/ 5467980 h 6858000"/>
              <a:gd name="connsiteX63" fmla="*/ 1456157 w 7467600"/>
              <a:gd name="connsiteY63" fmla="*/ 5371404 h 6858000"/>
              <a:gd name="connsiteX64" fmla="*/ 1244432 w 7467600"/>
              <a:gd name="connsiteY64" fmla="*/ 5385601 h 6858000"/>
              <a:gd name="connsiteX65" fmla="*/ 973990 w 7467600"/>
              <a:gd name="connsiteY65" fmla="*/ 5424940 h 6858000"/>
              <a:gd name="connsiteX66" fmla="*/ 1103809 w 7467600"/>
              <a:gd name="connsiteY66" fmla="*/ 5433720 h 6858000"/>
              <a:gd name="connsiteX67" fmla="*/ 1123454 w 7467600"/>
              <a:gd name="connsiteY67" fmla="*/ 5435727 h 6858000"/>
              <a:gd name="connsiteX68" fmla="*/ 1737017 w 7467600"/>
              <a:gd name="connsiteY68" fmla="*/ 5452183 h 6858000"/>
              <a:gd name="connsiteX69" fmla="*/ 1824397 w 7467600"/>
              <a:gd name="connsiteY69" fmla="*/ 5447757 h 6858000"/>
              <a:gd name="connsiteX70" fmla="*/ 2070059 w 7467600"/>
              <a:gd name="connsiteY70" fmla="*/ 5441660 h 6858000"/>
              <a:gd name="connsiteX71" fmla="*/ 1456157 w 7467600"/>
              <a:gd name="connsiteY71" fmla="*/ 5371404 h 6858000"/>
              <a:gd name="connsiteX72" fmla="*/ 4988186 w 7467600"/>
              <a:gd name="connsiteY72" fmla="*/ 5216467 h 6858000"/>
              <a:gd name="connsiteX73" fmla="*/ 4777334 w 7467600"/>
              <a:gd name="connsiteY73" fmla="*/ 5406072 h 6858000"/>
              <a:gd name="connsiteX74" fmla="*/ 4718341 w 7467600"/>
              <a:gd name="connsiteY74" fmla="*/ 5468043 h 6858000"/>
              <a:gd name="connsiteX75" fmla="*/ 4604655 w 7467600"/>
              <a:gd name="connsiteY75" fmla="*/ 5583434 h 6858000"/>
              <a:gd name="connsiteX76" fmla="*/ 4565074 w 7467600"/>
              <a:gd name="connsiteY76" fmla="*/ 5618550 h 6858000"/>
              <a:gd name="connsiteX77" fmla="*/ 4988186 w 7467600"/>
              <a:gd name="connsiteY77" fmla="*/ 5216467 h 6858000"/>
              <a:gd name="connsiteX78" fmla="*/ 4978032 w 7467600"/>
              <a:gd name="connsiteY78" fmla="*/ 5183809 h 6858000"/>
              <a:gd name="connsiteX79" fmla="*/ 4463413 w 7467600"/>
              <a:gd name="connsiteY79" fmla="*/ 5615162 h 6858000"/>
              <a:gd name="connsiteX80" fmla="*/ 4358134 w 7467600"/>
              <a:gd name="connsiteY80" fmla="*/ 5742791 h 6858000"/>
              <a:gd name="connsiteX81" fmla="*/ 4376219 w 7467600"/>
              <a:gd name="connsiteY81" fmla="*/ 5729027 h 6858000"/>
              <a:gd name="connsiteX82" fmla="*/ 4582340 w 7467600"/>
              <a:gd name="connsiteY82" fmla="*/ 5561037 h 6858000"/>
              <a:gd name="connsiteX83" fmla="*/ 4694684 w 7467600"/>
              <a:gd name="connsiteY83" fmla="*/ 5447098 h 6858000"/>
              <a:gd name="connsiteX84" fmla="*/ 4754123 w 7467600"/>
              <a:gd name="connsiteY84" fmla="*/ 5384643 h 6858000"/>
              <a:gd name="connsiteX85" fmla="*/ 4978032 w 7467600"/>
              <a:gd name="connsiteY85" fmla="*/ 5183809 h 6858000"/>
              <a:gd name="connsiteX86" fmla="*/ 1903353 w 7467600"/>
              <a:gd name="connsiteY86" fmla="*/ 5044827 h 6858000"/>
              <a:gd name="connsiteX87" fmla="*/ 1936931 w 7467600"/>
              <a:gd name="connsiteY87" fmla="*/ 5093954 h 6858000"/>
              <a:gd name="connsiteX88" fmla="*/ 2195868 w 7467600"/>
              <a:gd name="connsiteY88" fmla="*/ 5396574 h 6858000"/>
              <a:gd name="connsiteX89" fmla="*/ 2088852 w 7467600"/>
              <a:gd name="connsiteY89" fmla="*/ 5166123 h 6858000"/>
              <a:gd name="connsiteX90" fmla="*/ 1958241 w 7467600"/>
              <a:gd name="connsiteY90" fmla="*/ 5067955 h 6858000"/>
              <a:gd name="connsiteX91" fmla="*/ 1903353 w 7467600"/>
              <a:gd name="connsiteY91" fmla="*/ 5044827 h 6858000"/>
              <a:gd name="connsiteX92" fmla="*/ 1979378 w 7467600"/>
              <a:gd name="connsiteY92" fmla="*/ 4769504 h 6858000"/>
              <a:gd name="connsiteX93" fmla="*/ 2882120 w 7467600"/>
              <a:gd name="connsiteY93" fmla="*/ 5064547 h 6858000"/>
              <a:gd name="connsiteX94" fmla="*/ 2793103 w 7467600"/>
              <a:gd name="connsiteY94" fmla="*/ 5039699 h 6858000"/>
              <a:gd name="connsiteX95" fmla="*/ 2770041 w 7467600"/>
              <a:gd name="connsiteY95" fmla="*/ 5033634 h 6858000"/>
              <a:gd name="connsiteX96" fmla="*/ 1979378 w 7467600"/>
              <a:gd name="connsiteY96" fmla="*/ 4769504 h 6858000"/>
              <a:gd name="connsiteX97" fmla="*/ 1927410 w 7467600"/>
              <a:gd name="connsiteY97" fmla="*/ 4716164 h 6858000"/>
              <a:gd name="connsiteX98" fmla="*/ 1959587 w 7467600"/>
              <a:gd name="connsiteY98" fmla="*/ 4728849 h 6858000"/>
              <a:gd name="connsiteX99" fmla="*/ 2777707 w 7467600"/>
              <a:gd name="connsiteY99" fmla="*/ 5003991 h 6858000"/>
              <a:gd name="connsiteX100" fmla="*/ 2800768 w 7467600"/>
              <a:gd name="connsiteY100" fmla="*/ 5010056 h 6858000"/>
              <a:gd name="connsiteX101" fmla="*/ 2879408 w 7467600"/>
              <a:gd name="connsiteY101" fmla="*/ 5031590 h 6858000"/>
              <a:gd name="connsiteX102" fmla="*/ 2862295 w 7467600"/>
              <a:gd name="connsiteY102" fmla="*/ 5022958 h 6858000"/>
              <a:gd name="connsiteX103" fmla="*/ 2813343 w 7467600"/>
              <a:gd name="connsiteY103" fmla="*/ 4998369 h 6858000"/>
              <a:gd name="connsiteX104" fmla="*/ 2646245 w 7467600"/>
              <a:gd name="connsiteY104" fmla="*/ 4930999 h 6858000"/>
              <a:gd name="connsiteX105" fmla="*/ 1999243 w 7467600"/>
              <a:gd name="connsiteY105" fmla="*/ 4730524 h 6858000"/>
              <a:gd name="connsiteX106" fmla="*/ 1979527 w 7467600"/>
              <a:gd name="connsiteY106" fmla="*/ 4726651 h 6858000"/>
              <a:gd name="connsiteX107" fmla="*/ 1927410 w 7467600"/>
              <a:gd name="connsiteY107" fmla="*/ 4716164 h 6858000"/>
              <a:gd name="connsiteX108" fmla="*/ 1997014 w 7467600"/>
              <a:gd name="connsiteY108" fmla="*/ 4698007 h 6858000"/>
              <a:gd name="connsiteX109" fmla="*/ 2005458 w 7467600"/>
              <a:gd name="connsiteY109" fmla="*/ 4699540 h 6858000"/>
              <a:gd name="connsiteX110" fmla="*/ 2657186 w 7467600"/>
              <a:gd name="connsiteY110" fmla="*/ 4901687 h 6858000"/>
              <a:gd name="connsiteX111" fmla="*/ 2826662 w 7467600"/>
              <a:gd name="connsiteY111" fmla="*/ 4970362 h 6858000"/>
              <a:gd name="connsiteX112" fmla="*/ 2876100 w 7467600"/>
              <a:gd name="connsiteY112" fmla="*/ 4995397 h 6858000"/>
              <a:gd name="connsiteX113" fmla="*/ 3042600 w 7467600"/>
              <a:gd name="connsiteY113" fmla="*/ 5059532 h 6858000"/>
              <a:gd name="connsiteX114" fmla="*/ 1997014 w 7467600"/>
              <a:gd name="connsiteY114" fmla="*/ 4698007 h 6858000"/>
              <a:gd name="connsiteX115" fmla="*/ 2305292 w 7467600"/>
              <a:gd name="connsiteY115" fmla="*/ 4219492 h 6858000"/>
              <a:gd name="connsiteX116" fmla="*/ 3360922 w 7467600"/>
              <a:gd name="connsiteY116" fmla="*/ 4529373 h 6858000"/>
              <a:gd name="connsiteX117" fmla="*/ 3492420 w 7467600"/>
              <a:gd name="connsiteY117" fmla="*/ 4510145 h 6858000"/>
              <a:gd name="connsiteX118" fmla="*/ 3364086 w 7467600"/>
              <a:gd name="connsiteY118" fmla="*/ 4480340 h 6858000"/>
              <a:gd name="connsiteX119" fmla="*/ 3225818 w 7467600"/>
              <a:gd name="connsiteY119" fmla="*/ 4411822 h 6858000"/>
              <a:gd name="connsiteX120" fmla="*/ 3129696 w 7467600"/>
              <a:gd name="connsiteY120" fmla="*/ 4360704 h 6858000"/>
              <a:gd name="connsiteX121" fmla="*/ 2814545 w 7467600"/>
              <a:gd name="connsiteY121" fmla="*/ 4282955 h 6858000"/>
              <a:gd name="connsiteX122" fmla="*/ 2305292 w 7467600"/>
              <a:gd name="connsiteY122" fmla="*/ 4219492 h 6858000"/>
              <a:gd name="connsiteX123" fmla="*/ 2626982 w 7467600"/>
              <a:gd name="connsiteY123" fmla="*/ 4206450 h 6858000"/>
              <a:gd name="connsiteX124" fmla="*/ 2490617 w 7467600"/>
              <a:gd name="connsiteY124" fmla="*/ 4206951 h 6858000"/>
              <a:gd name="connsiteX125" fmla="*/ 2819869 w 7467600"/>
              <a:gd name="connsiteY125" fmla="*/ 4252936 h 6858000"/>
              <a:gd name="connsiteX126" fmla="*/ 3143018 w 7467600"/>
              <a:gd name="connsiteY126" fmla="*/ 4332698 h 6858000"/>
              <a:gd name="connsiteX127" fmla="*/ 3241520 w 7467600"/>
              <a:gd name="connsiteY127" fmla="*/ 4385112 h 6858000"/>
              <a:gd name="connsiteX128" fmla="*/ 3374575 w 7467600"/>
              <a:gd name="connsiteY128" fmla="*/ 4451517 h 6858000"/>
              <a:gd name="connsiteX129" fmla="*/ 3505221 w 7467600"/>
              <a:gd name="connsiteY129" fmla="*/ 4480757 h 6858000"/>
              <a:gd name="connsiteX130" fmla="*/ 2626982 w 7467600"/>
              <a:gd name="connsiteY130" fmla="*/ 4206450 h 6858000"/>
              <a:gd name="connsiteX131" fmla="*/ 1310106 w 7467600"/>
              <a:gd name="connsiteY131" fmla="*/ 3943217 h 6858000"/>
              <a:gd name="connsiteX132" fmla="*/ 854994 w 7467600"/>
              <a:gd name="connsiteY132" fmla="*/ 4399136 h 6858000"/>
              <a:gd name="connsiteX133" fmla="*/ 742462 w 7467600"/>
              <a:gd name="connsiteY133" fmla="*/ 4594648 h 6858000"/>
              <a:gd name="connsiteX134" fmla="*/ 820602 w 7467600"/>
              <a:gd name="connsiteY134" fmla="*/ 4485915 h 6858000"/>
              <a:gd name="connsiteX135" fmla="*/ 878295 w 7467600"/>
              <a:gd name="connsiteY135" fmla="*/ 4403594 h 6858000"/>
              <a:gd name="connsiteX136" fmla="*/ 1240607 w 7467600"/>
              <a:gd name="connsiteY136" fmla="*/ 4010401 h 6858000"/>
              <a:gd name="connsiteX137" fmla="*/ 1310106 w 7467600"/>
              <a:gd name="connsiteY137" fmla="*/ 3943217 h 6858000"/>
              <a:gd name="connsiteX138" fmla="*/ 1423113 w 7467600"/>
              <a:gd name="connsiteY138" fmla="*/ 3874565 h 6858000"/>
              <a:gd name="connsiteX139" fmla="*/ 1260565 w 7467600"/>
              <a:gd name="connsiteY139" fmla="*/ 4031982 h 6858000"/>
              <a:gd name="connsiteX140" fmla="*/ 901900 w 7467600"/>
              <a:gd name="connsiteY140" fmla="*/ 4421236 h 6858000"/>
              <a:gd name="connsiteX141" fmla="*/ 845044 w 7467600"/>
              <a:gd name="connsiteY141" fmla="*/ 4502436 h 6858000"/>
              <a:gd name="connsiteX142" fmla="*/ 685926 w 7467600"/>
              <a:gd name="connsiteY142" fmla="*/ 4703069 h 6858000"/>
              <a:gd name="connsiteX143" fmla="*/ 684248 w 7467600"/>
              <a:gd name="connsiteY143" fmla="*/ 4706721 h 6858000"/>
              <a:gd name="connsiteX144" fmla="*/ 1423113 w 7467600"/>
              <a:gd name="connsiteY144" fmla="*/ 3874565 h 6858000"/>
              <a:gd name="connsiteX145" fmla="*/ 3316479 w 7467600"/>
              <a:gd name="connsiteY145" fmla="*/ 3872136 h 6858000"/>
              <a:gd name="connsiteX146" fmla="*/ 3546806 w 7467600"/>
              <a:gd name="connsiteY146" fmla="*/ 4356139 h 6858000"/>
              <a:gd name="connsiteX147" fmla="*/ 3364433 w 7467600"/>
              <a:gd name="connsiteY147" fmla="*/ 3953121 h 6858000"/>
              <a:gd name="connsiteX148" fmla="*/ 3316479 w 7467600"/>
              <a:gd name="connsiteY148" fmla="*/ 3872136 h 6858000"/>
              <a:gd name="connsiteX149" fmla="*/ 3291335 w 7467600"/>
              <a:gd name="connsiteY149" fmla="*/ 3767420 h 6858000"/>
              <a:gd name="connsiteX150" fmla="*/ 3390805 w 7467600"/>
              <a:gd name="connsiteY150" fmla="*/ 3937163 h 6858000"/>
              <a:gd name="connsiteX151" fmla="*/ 3579062 w 7467600"/>
              <a:gd name="connsiteY151" fmla="*/ 4359040 h 6858000"/>
              <a:gd name="connsiteX152" fmla="*/ 3467355 w 7467600"/>
              <a:gd name="connsiteY152" fmla="*/ 3988130 h 6858000"/>
              <a:gd name="connsiteX153" fmla="*/ 3310753 w 7467600"/>
              <a:gd name="connsiteY153" fmla="*/ 3787140 h 6858000"/>
              <a:gd name="connsiteX154" fmla="*/ 3291335 w 7467600"/>
              <a:gd name="connsiteY154" fmla="*/ 3767420 h 6858000"/>
              <a:gd name="connsiteX155" fmla="*/ 1635889 w 7467600"/>
              <a:gd name="connsiteY155" fmla="*/ 3709494 h 6858000"/>
              <a:gd name="connsiteX156" fmla="*/ 1634800 w 7467600"/>
              <a:gd name="connsiteY156" fmla="*/ 3731111 h 6858000"/>
              <a:gd name="connsiteX157" fmla="*/ 1635889 w 7467600"/>
              <a:gd name="connsiteY157" fmla="*/ 3709494 h 6858000"/>
              <a:gd name="connsiteX158" fmla="*/ 1510397 w 7467600"/>
              <a:gd name="connsiteY158" fmla="*/ 3684705 h 6858000"/>
              <a:gd name="connsiteX159" fmla="*/ 1146550 w 7467600"/>
              <a:gd name="connsiteY159" fmla="*/ 3802012 h 6858000"/>
              <a:gd name="connsiteX160" fmla="*/ 698834 w 7467600"/>
              <a:gd name="connsiteY160" fmla="*/ 3952272 h 6858000"/>
              <a:gd name="connsiteX161" fmla="*/ 34256 w 7467600"/>
              <a:gd name="connsiteY161" fmla="*/ 4347603 h 6858000"/>
              <a:gd name="connsiteX162" fmla="*/ 527241 w 7467600"/>
              <a:gd name="connsiteY162" fmla="*/ 4065078 h 6858000"/>
              <a:gd name="connsiteX163" fmla="*/ 1510397 w 7467600"/>
              <a:gd name="connsiteY163" fmla="*/ 3684705 h 6858000"/>
              <a:gd name="connsiteX164" fmla="*/ 1313114 w 7467600"/>
              <a:gd name="connsiteY164" fmla="*/ 3655216 h 6858000"/>
              <a:gd name="connsiteX165" fmla="*/ 1109304 w 7467600"/>
              <a:gd name="connsiteY165" fmla="*/ 3669030 h 6858000"/>
              <a:gd name="connsiteX166" fmla="*/ 8129 w 7467600"/>
              <a:gd name="connsiteY166" fmla="*/ 4330519 h 6858000"/>
              <a:gd name="connsiteX167" fmla="*/ 687572 w 7467600"/>
              <a:gd name="connsiteY167" fmla="*/ 3925629 h 6858000"/>
              <a:gd name="connsiteX168" fmla="*/ 1138365 w 7467600"/>
              <a:gd name="connsiteY168" fmla="*/ 3774515 h 6858000"/>
              <a:gd name="connsiteX169" fmla="*/ 1505579 w 7467600"/>
              <a:gd name="connsiteY169" fmla="*/ 3655526 h 6858000"/>
              <a:gd name="connsiteX170" fmla="*/ 1313114 w 7467600"/>
              <a:gd name="connsiteY170" fmla="*/ 3655216 h 6858000"/>
              <a:gd name="connsiteX171" fmla="*/ 3655073 w 7467600"/>
              <a:gd name="connsiteY171" fmla="*/ 3650884 h 6858000"/>
              <a:gd name="connsiteX172" fmla="*/ 3989938 w 7467600"/>
              <a:gd name="connsiteY172" fmla="*/ 3991685 h 6858000"/>
              <a:gd name="connsiteX173" fmla="*/ 4393907 w 7467600"/>
              <a:gd name="connsiteY173" fmla="*/ 4261258 h 6858000"/>
              <a:gd name="connsiteX174" fmla="*/ 4648051 w 7467600"/>
              <a:gd name="connsiteY174" fmla="*/ 4374051 h 6858000"/>
              <a:gd name="connsiteX175" fmla="*/ 4383389 w 7467600"/>
              <a:gd name="connsiteY175" fmla="*/ 4184369 h 6858000"/>
              <a:gd name="connsiteX176" fmla="*/ 4165508 w 7467600"/>
              <a:gd name="connsiteY176" fmla="*/ 4035196 h 6858000"/>
              <a:gd name="connsiteX177" fmla="*/ 4068162 w 7467600"/>
              <a:gd name="connsiteY177" fmla="*/ 3953394 h 6858000"/>
              <a:gd name="connsiteX178" fmla="*/ 3981416 w 7467600"/>
              <a:gd name="connsiteY178" fmla="*/ 3880482 h 6858000"/>
              <a:gd name="connsiteX179" fmla="*/ 3800147 w 7467600"/>
              <a:gd name="connsiteY179" fmla="*/ 3749872 h 6858000"/>
              <a:gd name="connsiteX180" fmla="*/ 3655073 w 7467600"/>
              <a:gd name="connsiteY180" fmla="*/ 3650884 h 6858000"/>
              <a:gd name="connsiteX181" fmla="*/ 3670252 w 7467600"/>
              <a:gd name="connsiteY181" fmla="*/ 3622798 h 6858000"/>
              <a:gd name="connsiteX182" fmla="*/ 3817258 w 7467600"/>
              <a:gd name="connsiteY182" fmla="*/ 3723577 h 6858000"/>
              <a:gd name="connsiteX183" fmla="*/ 4000461 w 7467600"/>
              <a:gd name="connsiteY183" fmla="*/ 3855966 h 6858000"/>
              <a:gd name="connsiteX184" fmla="*/ 4088180 w 7467600"/>
              <a:gd name="connsiteY184" fmla="*/ 3929774 h 6858000"/>
              <a:gd name="connsiteX185" fmla="*/ 4184555 w 7467600"/>
              <a:gd name="connsiteY185" fmla="*/ 4010683 h 6858000"/>
              <a:gd name="connsiteX186" fmla="*/ 4399563 w 7467600"/>
              <a:gd name="connsiteY186" fmla="*/ 4158106 h 6858000"/>
              <a:gd name="connsiteX187" fmla="*/ 4684469 w 7467600"/>
              <a:gd name="connsiteY187" fmla="*/ 4364680 h 6858000"/>
              <a:gd name="connsiteX188" fmla="*/ 4690271 w 7467600"/>
              <a:gd name="connsiteY188" fmla="*/ 4370034 h 6858000"/>
              <a:gd name="connsiteX189" fmla="*/ 4136093 w 7467600"/>
              <a:gd name="connsiteY189" fmla="*/ 3858466 h 6858000"/>
              <a:gd name="connsiteX190" fmla="*/ 3670252 w 7467600"/>
              <a:gd name="connsiteY190" fmla="*/ 3622798 h 6858000"/>
              <a:gd name="connsiteX191" fmla="*/ 4440129 w 7467600"/>
              <a:gd name="connsiteY191" fmla="*/ 3448571 h 6858000"/>
              <a:gd name="connsiteX192" fmla="*/ 4856525 w 7467600"/>
              <a:gd name="connsiteY192" fmla="*/ 3915351 h 6858000"/>
              <a:gd name="connsiteX193" fmla="*/ 5059055 w 7467600"/>
              <a:gd name="connsiteY193" fmla="*/ 4108918 h 6858000"/>
              <a:gd name="connsiteX194" fmla="*/ 5290070 w 7467600"/>
              <a:gd name="connsiteY194" fmla="*/ 4263619 h 6858000"/>
              <a:gd name="connsiteX195" fmla="*/ 4834991 w 7467600"/>
              <a:gd name="connsiteY195" fmla="*/ 3830985 h 6858000"/>
              <a:gd name="connsiteX196" fmla="*/ 4440129 w 7467600"/>
              <a:gd name="connsiteY196" fmla="*/ 3448571 h 6858000"/>
              <a:gd name="connsiteX197" fmla="*/ 4441737 w 7467600"/>
              <a:gd name="connsiteY197" fmla="*/ 3399734 h 6858000"/>
              <a:gd name="connsiteX198" fmla="*/ 4431236 w 7467600"/>
              <a:gd name="connsiteY198" fmla="*/ 3400954 h 6858000"/>
              <a:gd name="connsiteX199" fmla="*/ 4557150 w 7467600"/>
              <a:gd name="connsiteY199" fmla="*/ 3510023 h 6858000"/>
              <a:gd name="connsiteX200" fmla="*/ 4856936 w 7467600"/>
              <a:gd name="connsiteY200" fmla="*/ 3809146 h 6858000"/>
              <a:gd name="connsiteX201" fmla="*/ 5111996 w 7467600"/>
              <a:gd name="connsiteY201" fmla="*/ 4065759 h 6858000"/>
              <a:gd name="connsiteX202" fmla="*/ 5388878 w 7467600"/>
              <a:gd name="connsiteY202" fmla="*/ 4300185 h 6858000"/>
              <a:gd name="connsiteX203" fmla="*/ 5425556 w 7467600"/>
              <a:gd name="connsiteY203" fmla="*/ 4308967 h 6858000"/>
              <a:gd name="connsiteX204" fmla="*/ 4943646 w 7467600"/>
              <a:gd name="connsiteY204" fmla="*/ 3822916 h 6858000"/>
              <a:gd name="connsiteX205" fmla="*/ 4594837 w 7467600"/>
              <a:gd name="connsiteY205" fmla="*/ 3532274 h 6858000"/>
              <a:gd name="connsiteX206" fmla="*/ 4441737 w 7467600"/>
              <a:gd name="connsiteY206" fmla="*/ 3399734 h 6858000"/>
              <a:gd name="connsiteX207" fmla="*/ 5425834 w 7467600"/>
              <a:gd name="connsiteY207" fmla="*/ 3162785 h 6858000"/>
              <a:gd name="connsiteX208" fmla="*/ 5401644 w 7467600"/>
              <a:gd name="connsiteY208" fmla="*/ 3617847 h 6858000"/>
              <a:gd name="connsiteX209" fmla="*/ 5467256 w 7467600"/>
              <a:gd name="connsiteY209" fmla="*/ 4175494 h 6858000"/>
              <a:gd name="connsiteX210" fmla="*/ 5448069 w 7467600"/>
              <a:gd name="connsiteY210" fmla="*/ 3567554 h 6858000"/>
              <a:gd name="connsiteX211" fmla="*/ 5425834 w 7467600"/>
              <a:gd name="connsiteY211" fmla="*/ 3162785 h 6858000"/>
              <a:gd name="connsiteX212" fmla="*/ 1318687 w 7467600"/>
              <a:gd name="connsiteY212" fmla="*/ 3113840 h 6858000"/>
              <a:gd name="connsiteX213" fmla="*/ 1066793 w 7467600"/>
              <a:gd name="connsiteY213" fmla="*/ 3212171 h 6858000"/>
              <a:gd name="connsiteX214" fmla="*/ 993319 w 7467600"/>
              <a:gd name="connsiteY214" fmla="*/ 3247648 h 6858000"/>
              <a:gd name="connsiteX215" fmla="*/ 853081 w 7467600"/>
              <a:gd name="connsiteY215" fmla="*/ 3312410 h 6858000"/>
              <a:gd name="connsiteX216" fmla="*/ 805957 w 7467600"/>
              <a:gd name="connsiteY216" fmla="*/ 3330443 h 6858000"/>
              <a:gd name="connsiteX217" fmla="*/ 1318687 w 7467600"/>
              <a:gd name="connsiteY217" fmla="*/ 3113840 h 6858000"/>
              <a:gd name="connsiteX218" fmla="*/ 5453702 w 7467600"/>
              <a:gd name="connsiteY218" fmla="*/ 3090882 h 6858000"/>
              <a:gd name="connsiteX219" fmla="*/ 5480135 w 7467600"/>
              <a:gd name="connsiteY219" fmla="*/ 3565802 h 6858000"/>
              <a:gd name="connsiteX220" fmla="*/ 5499023 w 7467600"/>
              <a:gd name="connsiteY220" fmla="*/ 4166310 h 6858000"/>
              <a:gd name="connsiteX221" fmla="*/ 5547022 w 7467600"/>
              <a:gd name="connsiteY221" fmla="*/ 3607838 h 6858000"/>
              <a:gd name="connsiteX222" fmla="*/ 5515964 w 7467600"/>
              <a:gd name="connsiteY222" fmla="*/ 3378541 h 6858000"/>
              <a:gd name="connsiteX223" fmla="*/ 5453702 w 7467600"/>
              <a:gd name="connsiteY223" fmla="*/ 3090882 h 6858000"/>
              <a:gd name="connsiteX224" fmla="*/ 1238695 w 7467600"/>
              <a:gd name="connsiteY224" fmla="*/ 3076820 h 6858000"/>
              <a:gd name="connsiteX225" fmla="*/ 716371 w 7467600"/>
              <a:gd name="connsiteY225" fmla="*/ 3293249 h 6858000"/>
              <a:gd name="connsiteX226" fmla="*/ 579522 w 7467600"/>
              <a:gd name="connsiteY226" fmla="*/ 3371759 h 6858000"/>
              <a:gd name="connsiteX227" fmla="*/ 600288 w 7467600"/>
              <a:gd name="connsiteY227" fmla="*/ 3365555 h 6858000"/>
              <a:gd name="connsiteX228" fmla="*/ 840692 w 7467600"/>
              <a:gd name="connsiteY228" fmla="*/ 3284921 h 6858000"/>
              <a:gd name="connsiteX229" fmla="*/ 979248 w 7467600"/>
              <a:gd name="connsiteY229" fmla="*/ 3221003 h 6858000"/>
              <a:gd name="connsiteX230" fmla="*/ 1053282 w 7467600"/>
              <a:gd name="connsiteY230" fmla="*/ 3185247 h 6858000"/>
              <a:gd name="connsiteX231" fmla="*/ 1320603 w 7467600"/>
              <a:gd name="connsiteY231" fmla="*/ 3081281 h 6858000"/>
              <a:gd name="connsiteX232" fmla="*/ 1238695 w 7467600"/>
              <a:gd name="connsiteY232" fmla="*/ 3076820 h 6858000"/>
              <a:gd name="connsiteX233" fmla="*/ 5425627 w 7467600"/>
              <a:gd name="connsiteY233" fmla="*/ 2954192 h 6858000"/>
              <a:gd name="connsiteX234" fmla="*/ 5470770 w 7467600"/>
              <a:gd name="connsiteY234" fmla="*/ 3005435 h 6858000"/>
              <a:gd name="connsiteX235" fmla="*/ 5519779 w 7467600"/>
              <a:gd name="connsiteY235" fmla="*/ 4359223 h 6858000"/>
              <a:gd name="connsiteX236" fmla="*/ 5520293 w 7467600"/>
              <a:gd name="connsiteY236" fmla="*/ 4360602 h 6858000"/>
              <a:gd name="connsiteX237" fmla="*/ 5767221 w 7467600"/>
              <a:gd name="connsiteY237" fmla="*/ 4665564 h 6858000"/>
              <a:gd name="connsiteX238" fmla="*/ 6937169 w 7467600"/>
              <a:gd name="connsiteY238" fmla="*/ 4815941 h 6858000"/>
              <a:gd name="connsiteX239" fmla="*/ 6953922 w 7467600"/>
              <a:gd name="connsiteY239" fmla="*/ 4890068 h 6858000"/>
              <a:gd name="connsiteX240" fmla="*/ 6071359 w 7467600"/>
              <a:gd name="connsiteY240" fmla="*/ 4770770 h 6858000"/>
              <a:gd name="connsiteX241" fmla="*/ 6038839 w 7467600"/>
              <a:gd name="connsiteY241" fmla="*/ 4764474 h 6858000"/>
              <a:gd name="connsiteX242" fmla="*/ 6038706 w 7467600"/>
              <a:gd name="connsiteY242" fmla="*/ 4763847 h 6858000"/>
              <a:gd name="connsiteX243" fmla="*/ 6037784 w 7467600"/>
              <a:gd name="connsiteY243" fmla="*/ 4764270 h 6858000"/>
              <a:gd name="connsiteX244" fmla="*/ 6038839 w 7467600"/>
              <a:gd name="connsiteY244" fmla="*/ 4764474 h 6858000"/>
              <a:gd name="connsiteX245" fmla="*/ 6040338 w 7467600"/>
              <a:gd name="connsiteY245" fmla="*/ 4771418 h 6858000"/>
              <a:gd name="connsiteX246" fmla="*/ 6024488 w 7467600"/>
              <a:gd name="connsiteY246" fmla="*/ 4809903 h 6858000"/>
              <a:gd name="connsiteX247" fmla="*/ 5599771 w 7467600"/>
              <a:gd name="connsiteY247" fmla="*/ 5509652 h 6858000"/>
              <a:gd name="connsiteX248" fmla="*/ 5548843 w 7467600"/>
              <a:gd name="connsiteY248" fmla="*/ 5563845 h 6858000"/>
              <a:gd name="connsiteX249" fmla="*/ 5940952 w 7467600"/>
              <a:gd name="connsiteY249" fmla="*/ 6250028 h 6858000"/>
              <a:gd name="connsiteX250" fmla="*/ 6043441 w 7467600"/>
              <a:gd name="connsiteY250" fmla="*/ 6665847 h 6858000"/>
              <a:gd name="connsiteX251" fmla="*/ 6093432 w 7467600"/>
              <a:gd name="connsiteY251" fmla="*/ 6858000 h 6858000"/>
              <a:gd name="connsiteX252" fmla="*/ 6034344 w 7467600"/>
              <a:gd name="connsiteY252" fmla="*/ 6858000 h 6858000"/>
              <a:gd name="connsiteX253" fmla="*/ 6026679 w 7467600"/>
              <a:gd name="connsiteY253" fmla="*/ 6836959 h 6858000"/>
              <a:gd name="connsiteX254" fmla="*/ 5800441 w 7467600"/>
              <a:gd name="connsiteY254" fmla="*/ 6335286 h 6858000"/>
              <a:gd name="connsiteX255" fmla="*/ 5526562 w 7467600"/>
              <a:gd name="connsiteY255" fmla="*/ 5705388 h 6858000"/>
              <a:gd name="connsiteX256" fmla="*/ 5519640 w 7467600"/>
              <a:gd name="connsiteY256" fmla="*/ 5683774 h 6858000"/>
              <a:gd name="connsiteX257" fmla="*/ 5844559 w 7467600"/>
              <a:gd name="connsiteY257" fmla="*/ 6553349 h 6858000"/>
              <a:gd name="connsiteX258" fmla="*/ 5975994 w 7467600"/>
              <a:gd name="connsiteY258" fmla="*/ 6858000 h 6858000"/>
              <a:gd name="connsiteX259" fmla="*/ 5898547 w 7467600"/>
              <a:gd name="connsiteY259" fmla="*/ 6858000 h 6858000"/>
              <a:gd name="connsiteX260" fmla="*/ 5682041 w 7467600"/>
              <a:gd name="connsiteY260" fmla="*/ 6355860 h 6858000"/>
              <a:gd name="connsiteX261" fmla="*/ 5461758 w 7467600"/>
              <a:gd name="connsiteY261" fmla="*/ 5820220 h 6858000"/>
              <a:gd name="connsiteX262" fmla="*/ 5237282 w 7467600"/>
              <a:gd name="connsiteY262" fmla="*/ 6579086 h 6858000"/>
              <a:gd name="connsiteX263" fmla="*/ 5115009 w 7467600"/>
              <a:gd name="connsiteY263" fmla="*/ 6858000 h 6858000"/>
              <a:gd name="connsiteX264" fmla="*/ 5028074 w 7467600"/>
              <a:gd name="connsiteY264" fmla="*/ 6858000 h 6858000"/>
              <a:gd name="connsiteX265" fmla="*/ 5079508 w 7467600"/>
              <a:gd name="connsiteY265" fmla="*/ 6749074 h 6858000"/>
              <a:gd name="connsiteX266" fmla="*/ 5371846 w 7467600"/>
              <a:gd name="connsiteY266" fmla="*/ 5924413 h 6858000"/>
              <a:gd name="connsiteX267" fmla="*/ 5270512 w 7467600"/>
              <a:gd name="connsiteY267" fmla="*/ 6138975 h 6858000"/>
              <a:gd name="connsiteX268" fmla="*/ 5062409 w 7467600"/>
              <a:gd name="connsiteY268" fmla="*/ 6653544 h 6858000"/>
              <a:gd name="connsiteX269" fmla="*/ 5036628 w 7467600"/>
              <a:gd name="connsiteY269" fmla="*/ 6754247 h 6858000"/>
              <a:gd name="connsiteX270" fmla="*/ 5009112 w 7467600"/>
              <a:gd name="connsiteY270" fmla="*/ 6858000 h 6858000"/>
              <a:gd name="connsiteX271" fmla="*/ 4976679 w 7467600"/>
              <a:gd name="connsiteY271" fmla="*/ 6858000 h 6858000"/>
              <a:gd name="connsiteX272" fmla="*/ 5006537 w 7467600"/>
              <a:gd name="connsiteY272" fmla="*/ 6747068 h 6858000"/>
              <a:gd name="connsiteX273" fmla="*/ 5032723 w 7467600"/>
              <a:gd name="connsiteY273" fmla="*/ 6644957 h 6858000"/>
              <a:gd name="connsiteX274" fmla="*/ 5242949 w 7467600"/>
              <a:gd name="connsiteY274" fmla="*/ 6125175 h 6858000"/>
              <a:gd name="connsiteX275" fmla="*/ 5286321 w 7467600"/>
              <a:gd name="connsiteY275" fmla="*/ 6033555 h 6858000"/>
              <a:gd name="connsiteX276" fmla="*/ 5008210 w 7467600"/>
              <a:gd name="connsiteY276" fmla="*/ 6649194 h 6858000"/>
              <a:gd name="connsiteX277" fmla="*/ 4986321 w 7467600"/>
              <a:gd name="connsiteY277" fmla="*/ 6765687 h 6858000"/>
              <a:gd name="connsiteX278" fmla="*/ 4973474 w 7467600"/>
              <a:gd name="connsiteY278" fmla="*/ 6858000 h 6858000"/>
              <a:gd name="connsiteX279" fmla="*/ 4907178 w 7467600"/>
              <a:gd name="connsiteY279" fmla="*/ 6858000 h 6858000"/>
              <a:gd name="connsiteX280" fmla="*/ 4910810 w 7467600"/>
              <a:gd name="connsiteY280" fmla="*/ 6829660 h 6858000"/>
              <a:gd name="connsiteX281" fmla="*/ 4987461 w 7467600"/>
              <a:gd name="connsiteY281" fmla="*/ 6432994 h 6858000"/>
              <a:gd name="connsiteX282" fmla="*/ 5179262 w 7467600"/>
              <a:gd name="connsiteY282" fmla="*/ 6035044 h 6858000"/>
              <a:gd name="connsiteX283" fmla="*/ 4689678 w 7467600"/>
              <a:gd name="connsiteY283" fmla="*/ 6440241 h 6858000"/>
              <a:gd name="connsiteX284" fmla="*/ 4477543 w 7467600"/>
              <a:gd name="connsiteY284" fmla="*/ 6674836 h 6858000"/>
              <a:gd name="connsiteX285" fmla="*/ 4329957 w 7467600"/>
              <a:gd name="connsiteY285" fmla="*/ 6858000 h 6858000"/>
              <a:gd name="connsiteX286" fmla="*/ 4218595 w 7467600"/>
              <a:gd name="connsiteY286" fmla="*/ 6858000 h 6858000"/>
              <a:gd name="connsiteX287" fmla="*/ 4368888 w 7467600"/>
              <a:gd name="connsiteY287" fmla="*/ 6668412 h 6858000"/>
              <a:gd name="connsiteX288" fmla="*/ 4563091 w 7467600"/>
              <a:gd name="connsiteY288" fmla="*/ 6442508 h 6858000"/>
              <a:gd name="connsiteX289" fmla="*/ 5387324 w 7467600"/>
              <a:gd name="connsiteY289" fmla="*/ 5705830 h 6858000"/>
              <a:gd name="connsiteX290" fmla="*/ 5073620 w 7467600"/>
              <a:gd name="connsiteY290" fmla="*/ 5955437 h 6858000"/>
              <a:gd name="connsiteX291" fmla="*/ 4689789 w 7467600"/>
              <a:gd name="connsiteY291" fmla="*/ 6268382 h 6858000"/>
              <a:gd name="connsiteX292" fmla="*/ 4418722 w 7467600"/>
              <a:gd name="connsiteY292" fmla="*/ 6570886 h 6858000"/>
              <a:gd name="connsiteX293" fmla="*/ 4214944 w 7467600"/>
              <a:gd name="connsiteY293" fmla="*/ 6858000 h 6858000"/>
              <a:gd name="connsiteX294" fmla="*/ 4177898 w 7467600"/>
              <a:gd name="connsiteY294" fmla="*/ 6858000 h 6858000"/>
              <a:gd name="connsiteX295" fmla="*/ 4391597 w 7467600"/>
              <a:gd name="connsiteY295" fmla="*/ 6556370 h 6858000"/>
              <a:gd name="connsiteX296" fmla="*/ 4668889 w 7467600"/>
              <a:gd name="connsiteY296" fmla="*/ 6246399 h 6858000"/>
              <a:gd name="connsiteX297" fmla="*/ 5055427 w 7467600"/>
              <a:gd name="connsiteY297" fmla="*/ 5931476 h 6858000"/>
              <a:gd name="connsiteX298" fmla="*/ 5371814 w 7467600"/>
              <a:gd name="connsiteY298" fmla="*/ 5678975 h 6858000"/>
              <a:gd name="connsiteX299" fmla="*/ 4987918 w 7467600"/>
              <a:gd name="connsiteY299" fmla="*/ 5838701 h 6858000"/>
              <a:gd name="connsiteX300" fmla="*/ 4317146 w 7467600"/>
              <a:gd name="connsiteY300" fmla="*/ 6587716 h 6858000"/>
              <a:gd name="connsiteX301" fmla="*/ 4171627 w 7467600"/>
              <a:gd name="connsiteY301" fmla="*/ 6858000 h 6858000"/>
              <a:gd name="connsiteX302" fmla="*/ 4081585 w 7467600"/>
              <a:gd name="connsiteY302" fmla="*/ 6858000 h 6858000"/>
              <a:gd name="connsiteX303" fmla="*/ 4238603 w 7467600"/>
              <a:gd name="connsiteY303" fmla="*/ 6559341 h 6858000"/>
              <a:gd name="connsiteX304" fmla="*/ 4778333 w 7467600"/>
              <a:gd name="connsiteY304" fmla="*/ 5873626 h 6858000"/>
              <a:gd name="connsiteX305" fmla="*/ 5414185 w 7467600"/>
              <a:gd name="connsiteY305" fmla="*/ 5573882 h 6858000"/>
              <a:gd name="connsiteX306" fmla="*/ 5959648 w 7467600"/>
              <a:gd name="connsiteY306" fmla="*/ 4760797 h 6858000"/>
              <a:gd name="connsiteX307" fmla="*/ 5355019 w 7467600"/>
              <a:gd name="connsiteY307" fmla="*/ 4734672 h 6858000"/>
              <a:gd name="connsiteX308" fmla="*/ 5083565 w 7467600"/>
              <a:gd name="connsiteY308" fmla="*/ 5179121 h 6858000"/>
              <a:gd name="connsiteX309" fmla="*/ 4713577 w 7467600"/>
              <a:gd name="connsiteY309" fmla="*/ 5616803 h 6858000"/>
              <a:gd name="connsiteX310" fmla="*/ 3989559 w 7467600"/>
              <a:gd name="connsiteY310" fmla="*/ 6145945 h 6858000"/>
              <a:gd name="connsiteX311" fmla="*/ 3939824 w 7467600"/>
              <a:gd name="connsiteY311" fmla="*/ 6066900 h 6858000"/>
              <a:gd name="connsiteX312" fmla="*/ 4584537 w 7467600"/>
              <a:gd name="connsiteY312" fmla="*/ 5324826 h 6858000"/>
              <a:gd name="connsiteX313" fmla="*/ 5037105 w 7467600"/>
              <a:gd name="connsiteY313" fmla="*/ 5088765 h 6858000"/>
              <a:gd name="connsiteX314" fmla="*/ 5039930 w 7467600"/>
              <a:gd name="connsiteY314" fmla="*/ 5089585 h 6858000"/>
              <a:gd name="connsiteX315" fmla="*/ 5263764 w 7467600"/>
              <a:gd name="connsiteY315" fmla="*/ 4735525 h 6858000"/>
              <a:gd name="connsiteX316" fmla="*/ 4086300 w 7467600"/>
              <a:gd name="connsiteY316" fmla="*/ 4884599 h 6858000"/>
              <a:gd name="connsiteX317" fmla="*/ 4085485 w 7467600"/>
              <a:gd name="connsiteY317" fmla="*/ 4899070 h 6858000"/>
              <a:gd name="connsiteX318" fmla="*/ 3871915 w 7467600"/>
              <a:gd name="connsiteY318" fmla="*/ 5253645 h 6858000"/>
              <a:gd name="connsiteX319" fmla="*/ 3799374 w 7467600"/>
              <a:gd name="connsiteY319" fmla="*/ 5466127 h 6858000"/>
              <a:gd name="connsiteX320" fmla="*/ 3498850 w 7467600"/>
              <a:gd name="connsiteY320" fmla="*/ 6661888 h 6858000"/>
              <a:gd name="connsiteX321" fmla="*/ 3399216 w 7467600"/>
              <a:gd name="connsiteY321" fmla="*/ 6858000 h 6858000"/>
              <a:gd name="connsiteX322" fmla="*/ 3303688 w 7467600"/>
              <a:gd name="connsiteY322" fmla="*/ 6858000 h 6858000"/>
              <a:gd name="connsiteX323" fmla="*/ 3391774 w 7467600"/>
              <a:gd name="connsiteY323" fmla="*/ 6697181 h 6858000"/>
              <a:gd name="connsiteX324" fmla="*/ 3735540 w 7467600"/>
              <a:gd name="connsiteY324" fmla="*/ 5546923 h 6858000"/>
              <a:gd name="connsiteX325" fmla="*/ 3729438 w 7467600"/>
              <a:gd name="connsiteY325" fmla="*/ 5569058 h 6858000"/>
              <a:gd name="connsiteX326" fmla="*/ 3707782 w 7467600"/>
              <a:gd name="connsiteY326" fmla="*/ 5644908 h 6858000"/>
              <a:gd name="connsiteX327" fmla="*/ 3583827 w 7467600"/>
              <a:gd name="connsiteY327" fmla="*/ 6039215 h 6858000"/>
              <a:gd name="connsiteX328" fmla="*/ 3547861 w 7467600"/>
              <a:gd name="connsiteY328" fmla="*/ 6129609 h 6858000"/>
              <a:gd name="connsiteX329" fmla="*/ 3490905 w 7467600"/>
              <a:gd name="connsiteY329" fmla="*/ 6277660 h 6858000"/>
              <a:gd name="connsiteX330" fmla="*/ 3455859 w 7467600"/>
              <a:gd name="connsiteY330" fmla="*/ 6391301 h 6858000"/>
              <a:gd name="connsiteX331" fmla="*/ 3429112 w 7467600"/>
              <a:gd name="connsiteY331" fmla="*/ 6479469 h 6858000"/>
              <a:gd name="connsiteX332" fmla="*/ 3304862 w 7467600"/>
              <a:gd name="connsiteY332" fmla="*/ 6796476 h 6858000"/>
              <a:gd name="connsiteX333" fmla="*/ 3276071 w 7467600"/>
              <a:gd name="connsiteY333" fmla="*/ 6858000 h 6858000"/>
              <a:gd name="connsiteX334" fmla="*/ 3240805 w 7467600"/>
              <a:gd name="connsiteY334" fmla="*/ 6858000 h 6858000"/>
              <a:gd name="connsiteX335" fmla="*/ 3275917 w 7467600"/>
              <a:gd name="connsiteY335" fmla="*/ 6783192 h 6858000"/>
              <a:gd name="connsiteX336" fmla="*/ 3399358 w 7467600"/>
              <a:gd name="connsiteY336" fmla="*/ 6469011 h 6858000"/>
              <a:gd name="connsiteX337" fmla="*/ 3425650 w 7467600"/>
              <a:gd name="connsiteY337" fmla="*/ 6381333 h 6858000"/>
              <a:gd name="connsiteX338" fmla="*/ 3460661 w 7467600"/>
              <a:gd name="connsiteY338" fmla="*/ 6266763 h 6858000"/>
              <a:gd name="connsiteX339" fmla="*/ 3518021 w 7467600"/>
              <a:gd name="connsiteY339" fmla="*/ 6117298 h 6858000"/>
              <a:gd name="connsiteX340" fmla="*/ 3554035 w 7467600"/>
              <a:gd name="connsiteY340" fmla="*/ 6027832 h 6858000"/>
              <a:gd name="connsiteX341" fmla="*/ 3677174 w 7467600"/>
              <a:gd name="connsiteY341" fmla="*/ 5636351 h 6858000"/>
              <a:gd name="connsiteX342" fmla="*/ 3698819 w 7467600"/>
              <a:gd name="connsiteY342" fmla="*/ 5560503 h 6858000"/>
              <a:gd name="connsiteX343" fmla="*/ 3702094 w 7467600"/>
              <a:gd name="connsiteY343" fmla="*/ 5549194 h 6858000"/>
              <a:gd name="connsiteX344" fmla="*/ 3398355 w 7467600"/>
              <a:gd name="connsiteY344" fmla="*/ 6094603 h 6858000"/>
              <a:gd name="connsiteX345" fmla="*/ 3193941 w 7467600"/>
              <a:gd name="connsiteY345" fmla="*/ 6798775 h 6858000"/>
              <a:gd name="connsiteX346" fmla="*/ 3184140 w 7467600"/>
              <a:gd name="connsiteY346" fmla="*/ 6858000 h 6858000"/>
              <a:gd name="connsiteX347" fmla="*/ 3099978 w 7467600"/>
              <a:gd name="connsiteY347" fmla="*/ 6858000 h 6858000"/>
              <a:gd name="connsiteX348" fmla="*/ 3101556 w 7467600"/>
              <a:gd name="connsiteY348" fmla="*/ 6843337 h 6858000"/>
              <a:gd name="connsiteX349" fmla="*/ 3370162 w 7467600"/>
              <a:gd name="connsiteY349" fmla="*/ 5785550 h 6858000"/>
              <a:gd name="connsiteX350" fmla="*/ 3746477 w 7467600"/>
              <a:gd name="connsiteY350" fmla="*/ 5377889 h 6858000"/>
              <a:gd name="connsiteX351" fmla="*/ 3863399 w 7467600"/>
              <a:gd name="connsiteY351" fmla="*/ 5087257 h 6858000"/>
              <a:gd name="connsiteX352" fmla="*/ 3968712 w 7467600"/>
              <a:gd name="connsiteY352" fmla="*/ 4913989 h 6858000"/>
              <a:gd name="connsiteX353" fmla="*/ 2792390 w 7467600"/>
              <a:gd name="connsiteY353" fmla="*/ 5382974 h 6858000"/>
              <a:gd name="connsiteX354" fmla="*/ 2714982 w 7467600"/>
              <a:gd name="connsiteY354" fmla="*/ 5427051 h 6858000"/>
              <a:gd name="connsiteX355" fmla="*/ 2813361 w 7467600"/>
              <a:gd name="connsiteY355" fmla="*/ 6023912 h 6858000"/>
              <a:gd name="connsiteX356" fmla="*/ 2688430 w 7467600"/>
              <a:gd name="connsiteY356" fmla="*/ 6801564 h 6858000"/>
              <a:gd name="connsiteX357" fmla="*/ 2629626 w 7467600"/>
              <a:gd name="connsiteY357" fmla="*/ 6763394 h 6858000"/>
              <a:gd name="connsiteX358" fmla="*/ 2565328 w 7467600"/>
              <a:gd name="connsiteY358" fmla="*/ 5516399 h 6858000"/>
              <a:gd name="connsiteX359" fmla="*/ 1922999 w 7467600"/>
              <a:gd name="connsiteY359" fmla="*/ 5980343 h 6858000"/>
              <a:gd name="connsiteX360" fmla="*/ 1950261 w 7467600"/>
              <a:gd name="connsiteY360" fmla="*/ 6405858 h 6858000"/>
              <a:gd name="connsiteX361" fmla="*/ 2365554 w 7467600"/>
              <a:gd name="connsiteY361" fmla="*/ 6759107 h 6858000"/>
              <a:gd name="connsiteX362" fmla="*/ 2424142 w 7467600"/>
              <a:gd name="connsiteY362" fmla="*/ 6858000 h 6858000"/>
              <a:gd name="connsiteX363" fmla="*/ 2395994 w 7467600"/>
              <a:gd name="connsiteY363" fmla="*/ 6858000 h 6858000"/>
              <a:gd name="connsiteX364" fmla="*/ 2392863 w 7467600"/>
              <a:gd name="connsiteY364" fmla="*/ 6852964 h 6858000"/>
              <a:gd name="connsiteX365" fmla="*/ 2017589 w 7467600"/>
              <a:gd name="connsiteY365" fmla="*/ 6493982 h 6858000"/>
              <a:gd name="connsiteX366" fmla="*/ 2147336 w 7467600"/>
              <a:gd name="connsiteY366" fmla="*/ 6594052 h 6858000"/>
              <a:gd name="connsiteX367" fmla="*/ 2207047 w 7467600"/>
              <a:gd name="connsiteY367" fmla="*/ 6654540 h 6858000"/>
              <a:gd name="connsiteX368" fmla="*/ 2299106 w 7467600"/>
              <a:gd name="connsiteY368" fmla="*/ 6778931 h 6858000"/>
              <a:gd name="connsiteX369" fmla="*/ 2314430 w 7467600"/>
              <a:gd name="connsiteY369" fmla="*/ 6801144 h 6858000"/>
              <a:gd name="connsiteX370" fmla="*/ 2352406 w 7467600"/>
              <a:gd name="connsiteY370" fmla="*/ 6858000 h 6858000"/>
              <a:gd name="connsiteX371" fmla="*/ 2314492 w 7467600"/>
              <a:gd name="connsiteY371" fmla="*/ 6858000 h 6858000"/>
              <a:gd name="connsiteX372" fmla="*/ 2288095 w 7467600"/>
              <a:gd name="connsiteY372" fmla="*/ 6818030 h 6858000"/>
              <a:gd name="connsiteX373" fmla="*/ 2272768 w 7467600"/>
              <a:gd name="connsiteY373" fmla="*/ 6795822 h 6858000"/>
              <a:gd name="connsiteX374" fmla="*/ 2182715 w 7467600"/>
              <a:gd name="connsiteY374" fmla="*/ 6675071 h 6858000"/>
              <a:gd name="connsiteX375" fmla="*/ 2032061 w 7467600"/>
              <a:gd name="connsiteY375" fmla="*/ 6541380 h 6858000"/>
              <a:gd name="connsiteX376" fmla="*/ 2257220 w 7467600"/>
              <a:gd name="connsiteY376" fmla="*/ 6826257 h 6858000"/>
              <a:gd name="connsiteX377" fmla="*/ 2281324 w 7467600"/>
              <a:gd name="connsiteY377" fmla="*/ 6858000 h 6858000"/>
              <a:gd name="connsiteX378" fmla="*/ 2242860 w 7467600"/>
              <a:gd name="connsiteY378" fmla="*/ 6858000 h 6858000"/>
              <a:gd name="connsiteX379" fmla="*/ 2232818 w 7467600"/>
              <a:gd name="connsiteY379" fmla="*/ 6844926 h 6858000"/>
              <a:gd name="connsiteX380" fmla="*/ 1990172 w 7467600"/>
              <a:gd name="connsiteY380" fmla="*/ 6542121 h 6858000"/>
              <a:gd name="connsiteX381" fmla="*/ 2124090 w 7467600"/>
              <a:gd name="connsiteY381" fmla="*/ 6761017 h 6858000"/>
              <a:gd name="connsiteX382" fmla="*/ 2200380 w 7467600"/>
              <a:gd name="connsiteY382" fmla="*/ 6858000 h 6858000"/>
              <a:gd name="connsiteX383" fmla="*/ 2147507 w 7467600"/>
              <a:gd name="connsiteY383" fmla="*/ 6858000 h 6858000"/>
              <a:gd name="connsiteX384" fmla="*/ 2070668 w 7467600"/>
              <a:gd name="connsiteY384" fmla="*/ 6761520 h 6858000"/>
              <a:gd name="connsiteX385" fmla="*/ 1975142 w 7467600"/>
              <a:gd name="connsiteY385" fmla="*/ 6585570 h 6858000"/>
              <a:gd name="connsiteX386" fmla="*/ 2050035 w 7467600"/>
              <a:gd name="connsiteY386" fmla="*/ 6813345 h 6858000"/>
              <a:gd name="connsiteX387" fmla="*/ 2063025 w 7467600"/>
              <a:gd name="connsiteY387" fmla="*/ 6858000 h 6858000"/>
              <a:gd name="connsiteX388" fmla="*/ 2021675 w 7467600"/>
              <a:gd name="connsiteY388" fmla="*/ 6858000 h 6858000"/>
              <a:gd name="connsiteX389" fmla="*/ 2019308 w 7467600"/>
              <a:gd name="connsiteY389" fmla="*/ 6847118 h 6858000"/>
              <a:gd name="connsiteX390" fmla="*/ 1938835 w 7467600"/>
              <a:gd name="connsiteY390" fmla="*/ 6551160 h 6858000"/>
              <a:gd name="connsiteX391" fmla="*/ 1953230 w 7467600"/>
              <a:gd name="connsiteY391" fmla="*/ 6759699 h 6858000"/>
              <a:gd name="connsiteX392" fmla="*/ 1956763 w 7467600"/>
              <a:gd name="connsiteY392" fmla="*/ 6778191 h 6858000"/>
              <a:gd name="connsiteX393" fmla="*/ 1967925 w 7467600"/>
              <a:gd name="connsiteY393" fmla="*/ 6858000 h 6858000"/>
              <a:gd name="connsiteX394" fmla="*/ 1936622 w 7467600"/>
              <a:gd name="connsiteY394" fmla="*/ 6858000 h 6858000"/>
              <a:gd name="connsiteX395" fmla="*/ 1926261 w 7467600"/>
              <a:gd name="connsiteY395" fmla="*/ 6784064 h 6858000"/>
              <a:gd name="connsiteX396" fmla="*/ 1922724 w 7467600"/>
              <a:gd name="connsiteY396" fmla="*/ 6765577 h 6858000"/>
              <a:gd name="connsiteX397" fmla="*/ 1904650 w 7467600"/>
              <a:gd name="connsiteY397" fmla="*/ 6639616 h 6858000"/>
              <a:gd name="connsiteX398" fmla="*/ 1885273 w 7467600"/>
              <a:gd name="connsiteY398" fmla="*/ 6858000 h 6858000"/>
              <a:gd name="connsiteX399" fmla="*/ 1854363 w 7467600"/>
              <a:gd name="connsiteY399" fmla="*/ 6858000 h 6858000"/>
              <a:gd name="connsiteX400" fmla="*/ 1880391 w 7467600"/>
              <a:gd name="connsiteY400" fmla="*/ 6603796 h 6858000"/>
              <a:gd name="connsiteX401" fmla="*/ 1818273 w 7467600"/>
              <a:gd name="connsiteY401" fmla="*/ 6715729 h 6858000"/>
              <a:gd name="connsiteX402" fmla="*/ 1794691 w 7467600"/>
              <a:gd name="connsiteY402" fmla="*/ 6843239 h 6858000"/>
              <a:gd name="connsiteX403" fmla="*/ 1794914 w 7467600"/>
              <a:gd name="connsiteY403" fmla="*/ 6858000 h 6858000"/>
              <a:gd name="connsiteX404" fmla="*/ 1746128 w 7467600"/>
              <a:gd name="connsiteY404" fmla="*/ 6858000 h 6858000"/>
              <a:gd name="connsiteX405" fmla="*/ 1753934 w 7467600"/>
              <a:gd name="connsiteY405" fmla="*/ 6724796 h 6858000"/>
              <a:gd name="connsiteX406" fmla="*/ 1792053 w 7467600"/>
              <a:gd name="connsiteY406" fmla="*/ 6572396 h 6858000"/>
              <a:gd name="connsiteX407" fmla="*/ 1862248 w 7467600"/>
              <a:gd name="connsiteY407" fmla="*/ 6266397 h 6858000"/>
              <a:gd name="connsiteX408" fmla="*/ 1862250 w 7467600"/>
              <a:gd name="connsiteY408" fmla="*/ 6033531 h 6858000"/>
              <a:gd name="connsiteX409" fmla="*/ 1211999 w 7467600"/>
              <a:gd name="connsiteY409" fmla="*/ 6683610 h 6858000"/>
              <a:gd name="connsiteX410" fmla="*/ 1213266 w 7467600"/>
              <a:gd name="connsiteY410" fmla="*/ 6691947 h 6858000"/>
              <a:gd name="connsiteX411" fmla="*/ 1203370 w 7467600"/>
              <a:gd name="connsiteY411" fmla="*/ 6850676 h 6858000"/>
              <a:gd name="connsiteX412" fmla="*/ 1203671 w 7467600"/>
              <a:gd name="connsiteY412" fmla="*/ 6858000 h 6858000"/>
              <a:gd name="connsiteX413" fmla="*/ 1143180 w 7467600"/>
              <a:gd name="connsiteY413" fmla="*/ 6858000 h 6858000"/>
              <a:gd name="connsiteX414" fmla="*/ 1142176 w 7467600"/>
              <a:gd name="connsiteY414" fmla="*/ 6766045 h 6858000"/>
              <a:gd name="connsiteX415" fmla="*/ 1067484 w 7467600"/>
              <a:gd name="connsiteY415" fmla="*/ 6858000 h 6858000"/>
              <a:gd name="connsiteX416" fmla="*/ 953928 w 7467600"/>
              <a:gd name="connsiteY416" fmla="*/ 6858000 h 6858000"/>
              <a:gd name="connsiteX417" fmla="*/ 959715 w 7467600"/>
              <a:gd name="connsiteY417" fmla="*/ 6850185 h 6858000"/>
              <a:gd name="connsiteX418" fmla="*/ 1483788 w 7467600"/>
              <a:gd name="connsiteY418" fmla="*/ 6259174 h 6858000"/>
              <a:gd name="connsiteX419" fmla="*/ 1100671 w 7467600"/>
              <a:gd name="connsiteY419" fmla="*/ 6252137 h 6858000"/>
              <a:gd name="connsiteX420" fmla="*/ 1090144 w 7467600"/>
              <a:gd name="connsiteY420" fmla="*/ 6256748 h 6858000"/>
              <a:gd name="connsiteX421" fmla="*/ 1095872 w 7467600"/>
              <a:gd name="connsiteY421" fmla="*/ 6271892 h 6858000"/>
              <a:gd name="connsiteX422" fmla="*/ 262785 w 7467600"/>
              <a:gd name="connsiteY422" fmla="*/ 6845450 h 6858000"/>
              <a:gd name="connsiteX423" fmla="*/ 209968 w 7467600"/>
              <a:gd name="connsiteY423" fmla="*/ 6770713 h 6858000"/>
              <a:gd name="connsiteX424" fmla="*/ 873460 w 7467600"/>
              <a:gd name="connsiteY424" fmla="*/ 6253768 h 6858000"/>
              <a:gd name="connsiteX425" fmla="*/ 192686 w 7467600"/>
              <a:gd name="connsiteY425" fmla="*/ 5849257 h 6858000"/>
              <a:gd name="connsiteX426" fmla="*/ 4696 w 7467600"/>
              <a:gd name="connsiteY426" fmla="*/ 5697668 h 6858000"/>
              <a:gd name="connsiteX427" fmla="*/ 0 w 7467600"/>
              <a:gd name="connsiteY427" fmla="*/ 5689984 h 6858000"/>
              <a:gd name="connsiteX428" fmla="*/ 0 w 7467600"/>
              <a:gd name="connsiteY428" fmla="*/ 5513472 h 6858000"/>
              <a:gd name="connsiteX429" fmla="*/ 174101 w 7467600"/>
              <a:gd name="connsiteY429" fmla="*/ 5620277 h 6858000"/>
              <a:gd name="connsiteX430" fmla="*/ 891800 w 7467600"/>
              <a:gd name="connsiteY430" fmla="*/ 6036935 h 6858000"/>
              <a:gd name="connsiteX431" fmla="*/ 1072219 w 7467600"/>
              <a:gd name="connsiteY431" fmla="*/ 6169443 h 6858000"/>
              <a:gd name="connsiteX432" fmla="*/ 1074117 w 7467600"/>
              <a:gd name="connsiteY432" fmla="*/ 6170301 h 6858000"/>
              <a:gd name="connsiteX433" fmla="*/ 1083114 w 7467600"/>
              <a:gd name="connsiteY433" fmla="*/ 6174131 h 6858000"/>
              <a:gd name="connsiteX434" fmla="*/ 1543010 w 7467600"/>
              <a:gd name="connsiteY434" fmla="*/ 6191140 h 6858000"/>
              <a:gd name="connsiteX435" fmla="*/ 1551080 w 7467600"/>
              <a:gd name="connsiteY435" fmla="*/ 6195006 h 6858000"/>
              <a:gd name="connsiteX436" fmla="*/ 2345443 w 7467600"/>
              <a:gd name="connsiteY436" fmla="*/ 5549882 h 6858000"/>
              <a:gd name="connsiteX437" fmla="*/ 1721499 w 7467600"/>
              <a:gd name="connsiteY437" fmla="*/ 5599969 h 6858000"/>
              <a:gd name="connsiteX438" fmla="*/ 767716 w 7467600"/>
              <a:gd name="connsiteY438" fmla="*/ 5472768 h 6858000"/>
              <a:gd name="connsiteX439" fmla="*/ 722147 w 7467600"/>
              <a:gd name="connsiteY439" fmla="*/ 5393091 h 6858000"/>
              <a:gd name="connsiteX440" fmla="*/ 1485552 w 7467600"/>
              <a:gd name="connsiteY440" fmla="*/ 5313202 h 6858000"/>
              <a:gd name="connsiteX441" fmla="*/ 2143004 w 7467600"/>
              <a:gd name="connsiteY441" fmla="*/ 5402420 h 6858000"/>
              <a:gd name="connsiteX442" fmla="*/ 1933391 w 7467600"/>
              <a:gd name="connsiteY442" fmla="*/ 5156971 h 6858000"/>
              <a:gd name="connsiteX443" fmla="*/ 1827118 w 7467600"/>
              <a:gd name="connsiteY443" fmla="*/ 4968410 h 6858000"/>
              <a:gd name="connsiteX444" fmla="*/ 1837349 w 7467600"/>
              <a:gd name="connsiteY444" fmla="*/ 4956357 h 6858000"/>
              <a:gd name="connsiteX445" fmla="*/ 2162835 w 7467600"/>
              <a:gd name="connsiteY445" fmla="*/ 5187853 h 6858000"/>
              <a:gd name="connsiteX446" fmla="*/ 2257167 w 7467600"/>
              <a:gd name="connsiteY446" fmla="*/ 5462123 h 6858000"/>
              <a:gd name="connsiteX447" fmla="*/ 2261598 w 7467600"/>
              <a:gd name="connsiteY447" fmla="*/ 5467998 h 6858000"/>
              <a:gd name="connsiteX448" fmla="*/ 2437177 w 7467600"/>
              <a:gd name="connsiteY448" fmla="*/ 5479608 h 6858000"/>
              <a:gd name="connsiteX449" fmla="*/ 2445247 w 7467600"/>
              <a:gd name="connsiteY449" fmla="*/ 5483476 h 6858000"/>
              <a:gd name="connsiteX450" fmla="*/ 2743626 w 7467600"/>
              <a:gd name="connsiteY450" fmla="*/ 5304819 h 6858000"/>
              <a:gd name="connsiteX451" fmla="*/ 3048102 w 7467600"/>
              <a:gd name="connsiteY451" fmla="*/ 5150595 h 6858000"/>
              <a:gd name="connsiteX452" fmla="*/ 1799414 w 7467600"/>
              <a:gd name="connsiteY452" fmla="*/ 4694732 h 6858000"/>
              <a:gd name="connsiteX453" fmla="*/ 1771735 w 7467600"/>
              <a:gd name="connsiteY453" fmla="*/ 4619929 h 6858000"/>
              <a:gd name="connsiteX454" fmla="*/ 3104273 w 7467600"/>
              <a:gd name="connsiteY454" fmla="*/ 5076159 h 6858000"/>
              <a:gd name="connsiteX455" fmla="*/ 3113245 w 7467600"/>
              <a:gd name="connsiteY455" fmla="*/ 5090705 h 6858000"/>
              <a:gd name="connsiteX456" fmla="*/ 3126294 w 7467600"/>
              <a:gd name="connsiteY456" fmla="*/ 5114400 h 6858000"/>
              <a:gd name="connsiteX457" fmla="*/ 3937433 w 7467600"/>
              <a:gd name="connsiteY457" fmla="*/ 4830473 h 6858000"/>
              <a:gd name="connsiteX458" fmla="*/ 3590475 w 7467600"/>
              <a:gd name="connsiteY458" fmla="*/ 4597974 h 6858000"/>
              <a:gd name="connsiteX459" fmla="*/ 3100264 w 7467600"/>
              <a:gd name="connsiteY459" fmla="*/ 4579845 h 6858000"/>
              <a:gd name="connsiteX460" fmla="*/ 2183576 w 7467600"/>
              <a:gd name="connsiteY460" fmla="*/ 4227150 h 6858000"/>
              <a:gd name="connsiteX461" fmla="*/ 2151029 w 7467600"/>
              <a:gd name="connsiteY461" fmla="*/ 4146947 h 6858000"/>
              <a:gd name="connsiteX462" fmla="*/ 3563434 w 7467600"/>
              <a:gd name="connsiteY462" fmla="*/ 4469115 h 6858000"/>
              <a:gd name="connsiteX463" fmla="*/ 3177952 w 7467600"/>
              <a:gd name="connsiteY463" fmla="*/ 3657386 h 6858000"/>
              <a:gd name="connsiteX464" fmla="*/ 3189263 w 7467600"/>
              <a:gd name="connsiteY464" fmla="*/ 3625726 h 6858000"/>
              <a:gd name="connsiteX465" fmla="*/ 3560912 w 7467600"/>
              <a:gd name="connsiteY465" fmla="*/ 4079863 h 6858000"/>
              <a:gd name="connsiteX466" fmla="*/ 3626636 w 7467600"/>
              <a:gd name="connsiteY466" fmla="*/ 4512230 h 6858000"/>
              <a:gd name="connsiteX467" fmla="*/ 3653088 w 7467600"/>
              <a:gd name="connsiteY467" fmla="*/ 4521417 h 6858000"/>
              <a:gd name="connsiteX468" fmla="*/ 3988128 w 7467600"/>
              <a:gd name="connsiteY468" fmla="*/ 4817267 h 6858000"/>
              <a:gd name="connsiteX469" fmla="*/ 4830582 w 7467600"/>
              <a:gd name="connsiteY469" fmla="*/ 4676000 h 6858000"/>
              <a:gd name="connsiteX470" fmla="*/ 4830100 w 7467600"/>
              <a:gd name="connsiteY470" fmla="*/ 4675554 h 6858000"/>
              <a:gd name="connsiteX471" fmla="*/ 4036318 w 7467600"/>
              <a:gd name="connsiteY471" fmla="*/ 4147013 h 6858000"/>
              <a:gd name="connsiteX472" fmla="*/ 3432098 w 7467600"/>
              <a:gd name="connsiteY472" fmla="*/ 3537312 h 6858000"/>
              <a:gd name="connsiteX473" fmla="*/ 3446761 w 7467600"/>
              <a:gd name="connsiteY473" fmla="*/ 3461278 h 6858000"/>
              <a:gd name="connsiteX474" fmla="*/ 4419733 w 7467600"/>
              <a:gd name="connsiteY474" fmla="*/ 3963555 h 6858000"/>
              <a:gd name="connsiteX475" fmla="*/ 4781371 w 7467600"/>
              <a:gd name="connsiteY475" fmla="*/ 4458604 h 6858000"/>
              <a:gd name="connsiteX476" fmla="*/ 4780440 w 7467600"/>
              <a:gd name="connsiteY476" fmla="*/ 4470290 h 6858000"/>
              <a:gd name="connsiteX477" fmla="*/ 4898954 w 7467600"/>
              <a:gd name="connsiteY477" fmla="*/ 4662092 h 6858000"/>
              <a:gd name="connsiteX478" fmla="*/ 4900699 w 7467600"/>
              <a:gd name="connsiteY478" fmla="*/ 4670867 h 6858000"/>
              <a:gd name="connsiteX479" fmla="*/ 5714511 w 7467600"/>
              <a:gd name="connsiteY479" fmla="*/ 4663483 h 6858000"/>
              <a:gd name="connsiteX480" fmla="*/ 5464793 w 7467600"/>
              <a:gd name="connsiteY480" fmla="*/ 4393556 h 6858000"/>
              <a:gd name="connsiteX481" fmla="*/ 5461897 w 7467600"/>
              <a:gd name="connsiteY481" fmla="*/ 4390879 h 6858000"/>
              <a:gd name="connsiteX482" fmla="*/ 4294126 w 7467600"/>
              <a:gd name="connsiteY482" fmla="*/ 3303048 h 6858000"/>
              <a:gd name="connsiteX483" fmla="*/ 4305321 w 7467600"/>
              <a:gd name="connsiteY483" fmla="*/ 3256953 h 6858000"/>
              <a:gd name="connsiteX484" fmla="*/ 4949299 w 7467600"/>
              <a:gd name="connsiteY484" fmla="*/ 3766336 h 6858000"/>
              <a:gd name="connsiteX485" fmla="*/ 5291452 w 7467600"/>
              <a:gd name="connsiteY485" fmla="*/ 4076801 h 6858000"/>
              <a:gd name="connsiteX486" fmla="*/ 5434998 w 7467600"/>
              <a:gd name="connsiteY486" fmla="*/ 4254100 h 6858000"/>
              <a:gd name="connsiteX487" fmla="*/ 5351015 w 7467600"/>
              <a:gd name="connsiteY487" fmla="*/ 3760989 h 6858000"/>
              <a:gd name="connsiteX488" fmla="*/ 5413780 w 7467600"/>
              <a:gd name="connsiteY488" fmla="*/ 2966265 h 6858000"/>
              <a:gd name="connsiteX489" fmla="*/ 5425627 w 7467600"/>
              <a:gd name="connsiteY489" fmla="*/ 2954192 h 6858000"/>
              <a:gd name="connsiteX490" fmla="*/ 6604735 w 7467600"/>
              <a:gd name="connsiteY490" fmla="*/ 2041381 h 6858000"/>
              <a:gd name="connsiteX491" fmla="*/ 7204487 w 7467600"/>
              <a:gd name="connsiteY491" fmla="*/ 2742112 h 6858000"/>
              <a:gd name="connsiteX492" fmla="*/ 7131592 w 7467600"/>
              <a:gd name="connsiteY492" fmla="*/ 2672096 h 6858000"/>
              <a:gd name="connsiteX493" fmla="*/ 6996344 w 7467600"/>
              <a:gd name="connsiteY493" fmla="*/ 2518310 h 6858000"/>
              <a:gd name="connsiteX494" fmla="*/ 6735495 w 7467600"/>
              <a:gd name="connsiteY494" fmla="*/ 2196890 h 6858000"/>
              <a:gd name="connsiteX495" fmla="*/ 6721901 w 7467600"/>
              <a:gd name="connsiteY495" fmla="*/ 2179274 h 6858000"/>
              <a:gd name="connsiteX496" fmla="*/ 6604735 w 7467600"/>
              <a:gd name="connsiteY496" fmla="*/ 2041381 h 6858000"/>
              <a:gd name="connsiteX497" fmla="*/ 6591670 w 7467600"/>
              <a:gd name="connsiteY497" fmla="*/ 1988277 h 6858000"/>
              <a:gd name="connsiteX498" fmla="*/ 6747349 w 7467600"/>
              <a:gd name="connsiteY498" fmla="*/ 2160069 h 6858000"/>
              <a:gd name="connsiteX499" fmla="*/ 6760943 w 7467600"/>
              <a:gd name="connsiteY499" fmla="*/ 2177686 h 6858000"/>
              <a:gd name="connsiteX500" fmla="*/ 7021065 w 7467600"/>
              <a:gd name="connsiteY500" fmla="*/ 2498102 h 6858000"/>
              <a:gd name="connsiteX501" fmla="*/ 7155223 w 7467600"/>
              <a:gd name="connsiteY501" fmla="*/ 2650386 h 6858000"/>
              <a:gd name="connsiteX502" fmla="*/ 7203167 w 7467600"/>
              <a:gd name="connsiteY502" fmla="*/ 2697288 h 6858000"/>
              <a:gd name="connsiteX503" fmla="*/ 6937703 w 7467600"/>
              <a:gd name="connsiteY503" fmla="*/ 2321981 h 6858000"/>
              <a:gd name="connsiteX504" fmla="*/ 6591670 w 7467600"/>
              <a:gd name="connsiteY504" fmla="*/ 1988277 h 6858000"/>
              <a:gd name="connsiteX505" fmla="*/ 5798671 w 7467600"/>
              <a:gd name="connsiteY505" fmla="*/ 1981601 h 6858000"/>
              <a:gd name="connsiteX506" fmla="*/ 5754709 w 7467600"/>
              <a:gd name="connsiteY506" fmla="*/ 2071454 h 6858000"/>
              <a:gd name="connsiteX507" fmla="*/ 5763044 w 7467600"/>
              <a:gd name="connsiteY507" fmla="*/ 2842206 h 6858000"/>
              <a:gd name="connsiteX508" fmla="*/ 5764974 w 7467600"/>
              <a:gd name="connsiteY508" fmla="*/ 2799609 h 6858000"/>
              <a:gd name="connsiteX509" fmla="*/ 5767665 w 7467600"/>
              <a:gd name="connsiteY509" fmla="*/ 2666409 h 6858000"/>
              <a:gd name="connsiteX510" fmla="*/ 5763055 w 7467600"/>
              <a:gd name="connsiteY510" fmla="*/ 2579705 h 6858000"/>
              <a:gd name="connsiteX511" fmla="*/ 5758079 w 7467600"/>
              <a:gd name="connsiteY511" fmla="*/ 2492508 h 6858000"/>
              <a:gd name="connsiteX512" fmla="*/ 5779325 w 7467600"/>
              <a:gd name="connsiteY512" fmla="*/ 2197069 h 6858000"/>
              <a:gd name="connsiteX513" fmla="*/ 5798671 w 7467600"/>
              <a:gd name="connsiteY513" fmla="*/ 1981601 h 6858000"/>
              <a:gd name="connsiteX514" fmla="*/ 5829202 w 7467600"/>
              <a:gd name="connsiteY514" fmla="*/ 1971679 h 6858000"/>
              <a:gd name="connsiteX515" fmla="*/ 5809558 w 7467600"/>
              <a:gd name="connsiteY515" fmla="*/ 2198043 h 6858000"/>
              <a:gd name="connsiteX516" fmla="*/ 5788653 w 7467600"/>
              <a:gd name="connsiteY516" fmla="*/ 2489430 h 6858000"/>
              <a:gd name="connsiteX517" fmla="*/ 5793439 w 7467600"/>
              <a:gd name="connsiteY517" fmla="*/ 2575235 h 6858000"/>
              <a:gd name="connsiteX518" fmla="*/ 5796837 w 7467600"/>
              <a:gd name="connsiteY518" fmla="*/ 2637633 h 6858000"/>
              <a:gd name="connsiteX519" fmla="*/ 5818614 w 7467600"/>
              <a:gd name="connsiteY519" fmla="*/ 2473055 h 6858000"/>
              <a:gd name="connsiteX520" fmla="*/ 5829202 w 7467600"/>
              <a:gd name="connsiteY520" fmla="*/ 1971679 h 6858000"/>
              <a:gd name="connsiteX521" fmla="*/ 5911389 w 7467600"/>
              <a:gd name="connsiteY521" fmla="*/ 1898371 h 6858000"/>
              <a:gd name="connsiteX522" fmla="*/ 6237627 w 7467600"/>
              <a:gd name="connsiteY522" fmla="*/ 2231921 h 6858000"/>
              <a:gd name="connsiteX523" fmla="*/ 5911389 w 7467600"/>
              <a:gd name="connsiteY523" fmla="*/ 1898371 h 6858000"/>
              <a:gd name="connsiteX524" fmla="*/ 6944437 w 7467600"/>
              <a:gd name="connsiteY524" fmla="*/ 1575402 h 6858000"/>
              <a:gd name="connsiteX525" fmla="*/ 6304730 w 7467600"/>
              <a:gd name="connsiteY525" fmla="*/ 1766654 h 6858000"/>
              <a:gd name="connsiteX526" fmla="*/ 6944437 w 7467600"/>
              <a:gd name="connsiteY526" fmla="*/ 1575402 h 6858000"/>
              <a:gd name="connsiteX527" fmla="*/ 7019523 w 7467600"/>
              <a:gd name="connsiteY527" fmla="*/ 1519450 h 6858000"/>
              <a:gd name="connsiteX528" fmla="*/ 6298091 w 7467600"/>
              <a:gd name="connsiteY528" fmla="*/ 1737122 h 6858000"/>
              <a:gd name="connsiteX529" fmla="*/ 7019523 w 7467600"/>
              <a:gd name="connsiteY529" fmla="*/ 1519450 h 6858000"/>
              <a:gd name="connsiteX530" fmla="*/ 2399523 w 7467600"/>
              <a:gd name="connsiteY530" fmla="*/ 1428234 h 6858000"/>
              <a:gd name="connsiteX531" fmla="*/ 2224982 w 7467600"/>
              <a:gd name="connsiteY531" fmla="*/ 1826201 h 6858000"/>
              <a:gd name="connsiteX532" fmla="*/ 2096099 w 7467600"/>
              <a:gd name="connsiteY532" fmla="*/ 2345900 h 6858000"/>
              <a:gd name="connsiteX533" fmla="*/ 2283317 w 7467600"/>
              <a:gd name="connsiteY533" fmla="*/ 1796925 h 6858000"/>
              <a:gd name="connsiteX534" fmla="*/ 2399523 w 7467600"/>
              <a:gd name="connsiteY534" fmla="*/ 1428234 h 6858000"/>
              <a:gd name="connsiteX535" fmla="*/ 2448558 w 7467600"/>
              <a:gd name="connsiteY535" fmla="*/ 1373435 h 6858000"/>
              <a:gd name="connsiteX536" fmla="*/ 2312521 w 7467600"/>
              <a:gd name="connsiteY536" fmla="*/ 1806140 h 6858000"/>
              <a:gd name="connsiteX537" fmla="*/ 2127533 w 7467600"/>
              <a:gd name="connsiteY537" fmla="*/ 2348380 h 6858000"/>
              <a:gd name="connsiteX538" fmla="*/ 2358080 w 7467600"/>
              <a:gd name="connsiteY538" fmla="*/ 1866134 h 6858000"/>
              <a:gd name="connsiteX539" fmla="*/ 2407436 w 7467600"/>
              <a:gd name="connsiteY539" fmla="*/ 1651070 h 6858000"/>
              <a:gd name="connsiteX540" fmla="*/ 2448558 w 7467600"/>
              <a:gd name="connsiteY540" fmla="*/ 1373435 h 6858000"/>
              <a:gd name="connsiteX541" fmla="*/ 278707 w 7467600"/>
              <a:gd name="connsiteY541" fmla="*/ 1352270 h 6858000"/>
              <a:gd name="connsiteX542" fmla="*/ 321570 w 7467600"/>
              <a:gd name="connsiteY542" fmla="*/ 1861610 h 6858000"/>
              <a:gd name="connsiteX543" fmla="*/ 294281 w 7467600"/>
              <a:gd name="connsiteY543" fmla="*/ 1440658 h 6858000"/>
              <a:gd name="connsiteX544" fmla="*/ 278707 w 7467600"/>
              <a:gd name="connsiteY544" fmla="*/ 1352270 h 6858000"/>
              <a:gd name="connsiteX545" fmla="*/ 1423821 w 7467600"/>
              <a:gd name="connsiteY545" fmla="*/ 1351958 h 6858000"/>
              <a:gd name="connsiteX546" fmla="*/ 1638521 w 7467600"/>
              <a:gd name="connsiteY546" fmla="*/ 1908470 h 6858000"/>
              <a:gd name="connsiteX547" fmla="*/ 1754199 w 7467600"/>
              <a:gd name="connsiteY547" fmla="*/ 2149284 h 6858000"/>
              <a:gd name="connsiteX548" fmla="*/ 1908359 w 7467600"/>
              <a:gd name="connsiteY548" fmla="*/ 2364988 h 6858000"/>
              <a:gd name="connsiteX549" fmla="*/ 1647661 w 7467600"/>
              <a:gd name="connsiteY549" fmla="*/ 1825945 h 6858000"/>
              <a:gd name="connsiteX550" fmla="*/ 1423821 w 7467600"/>
              <a:gd name="connsiteY550" fmla="*/ 1351958 h 6858000"/>
              <a:gd name="connsiteX551" fmla="*/ 1431890 w 7467600"/>
              <a:gd name="connsiteY551" fmla="*/ 1306475 h 6858000"/>
              <a:gd name="connsiteX552" fmla="*/ 1507597 w 7467600"/>
              <a:gd name="connsiteY552" fmla="*/ 1446132 h 6858000"/>
              <a:gd name="connsiteX553" fmla="*/ 1674586 w 7467600"/>
              <a:gd name="connsiteY553" fmla="*/ 1813832 h 6858000"/>
              <a:gd name="connsiteX554" fmla="*/ 1815950 w 7467600"/>
              <a:gd name="connsiteY554" fmla="*/ 2128564 h 6858000"/>
              <a:gd name="connsiteX555" fmla="*/ 1984242 w 7467600"/>
              <a:gd name="connsiteY555" fmla="*/ 2430829 h 6858000"/>
              <a:gd name="connsiteX556" fmla="*/ 2014023 w 7467600"/>
              <a:gd name="connsiteY556" fmla="*/ 2450995 h 6858000"/>
              <a:gd name="connsiteX557" fmla="*/ 1747337 w 7467600"/>
              <a:gd name="connsiteY557" fmla="*/ 1855264 h 6858000"/>
              <a:gd name="connsiteX558" fmla="*/ 1533749 w 7467600"/>
              <a:gd name="connsiteY558" fmla="*/ 1478656 h 6858000"/>
              <a:gd name="connsiteX559" fmla="*/ 1431890 w 7467600"/>
              <a:gd name="connsiteY559" fmla="*/ 1306475 h 6858000"/>
              <a:gd name="connsiteX560" fmla="*/ 5052692 w 7467600"/>
              <a:gd name="connsiteY560" fmla="*/ 1292994 h 6858000"/>
              <a:gd name="connsiteX561" fmla="*/ 5200661 w 7467600"/>
              <a:gd name="connsiteY561" fmla="*/ 1635186 h 6858000"/>
              <a:gd name="connsiteX562" fmla="*/ 5297138 w 7467600"/>
              <a:gd name="connsiteY562" fmla="*/ 1906351 h 6858000"/>
              <a:gd name="connsiteX563" fmla="*/ 5052692 w 7467600"/>
              <a:gd name="connsiteY563" fmla="*/ 1292994 h 6858000"/>
              <a:gd name="connsiteX564" fmla="*/ 5009948 w 7467600"/>
              <a:gd name="connsiteY564" fmla="*/ 1273619 h 6858000"/>
              <a:gd name="connsiteX565" fmla="*/ 5121777 w 7467600"/>
              <a:gd name="connsiteY565" fmla="*/ 1654213 h 6858000"/>
              <a:gd name="connsiteX566" fmla="*/ 5293545 w 7467600"/>
              <a:gd name="connsiteY566" fmla="*/ 2072247 h 6858000"/>
              <a:gd name="connsiteX567" fmla="*/ 5294042 w 7467600"/>
              <a:gd name="connsiteY567" fmla="*/ 2065019 h 6858000"/>
              <a:gd name="connsiteX568" fmla="*/ 5171936 w 7467600"/>
              <a:gd name="connsiteY568" fmla="*/ 1647613 h 6858000"/>
              <a:gd name="connsiteX569" fmla="*/ 5009948 w 7467600"/>
              <a:gd name="connsiteY569" fmla="*/ 1273619 h 6858000"/>
              <a:gd name="connsiteX570" fmla="*/ 655236 w 7467600"/>
              <a:gd name="connsiteY570" fmla="*/ 1268632 h 6858000"/>
              <a:gd name="connsiteX571" fmla="*/ 839521 w 7467600"/>
              <a:gd name="connsiteY571" fmla="*/ 1685315 h 6858000"/>
              <a:gd name="connsiteX572" fmla="*/ 1109416 w 7467600"/>
              <a:gd name="connsiteY572" fmla="*/ 2061663 h 6858000"/>
              <a:gd name="connsiteX573" fmla="*/ 1298300 w 7467600"/>
              <a:gd name="connsiteY573" fmla="*/ 2247742 h 6858000"/>
              <a:gd name="connsiteX574" fmla="*/ 1125871 w 7467600"/>
              <a:gd name="connsiteY574" fmla="*/ 1989513 h 6858000"/>
              <a:gd name="connsiteX575" fmla="*/ 981574 w 7467600"/>
              <a:gd name="connsiteY575" fmla="*/ 1783157 h 6858000"/>
              <a:gd name="connsiteX576" fmla="*/ 922198 w 7467600"/>
              <a:gd name="connsiteY576" fmla="*/ 1677437 h 6858000"/>
              <a:gd name="connsiteX577" fmla="*/ 869293 w 7467600"/>
              <a:gd name="connsiteY577" fmla="*/ 1583214 h 6858000"/>
              <a:gd name="connsiteX578" fmla="*/ 751431 w 7467600"/>
              <a:gd name="connsiteY578" fmla="*/ 1405731 h 6858000"/>
              <a:gd name="connsiteX579" fmla="*/ 655236 w 7467600"/>
              <a:gd name="connsiteY579" fmla="*/ 1268632 h 6858000"/>
              <a:gd name="connsiteX580" fmla="*/ 6516292 w 7467600"/>
              <a:gd name="connsiteY580" fmla="*/ 1263064 h 6858000"/>
              <a:gd name="connsiteX581" fmla="*/ 5736320 w 7467600"/>
              <a:gd name="connsiteY581" fmla="*/ 1501803 h 6858000"/>
              <a:gd name="connsiteX582" fmla="*/ 6516292 w 7467600"/>
              <a:gd name="connsiteY582" fmla="*/ 1263064 h 6858000"/>
              <a:gd name="connsiteX583" fmla="*/ 291466 w 7467600"/>
              <a:gd name="connsiteY583" fmla="*/ 1250369 h 6858000"/>
              <a:gd name="connsiteX584" fmla="*/ 323180 w 7467600"/>
              <a:gd name="connsiteY584" fmla="*/ 1435283 h 6858000"/>
              <a:gd name="connsiteX585" fmla="*/ 349381 w 7467600"/>
              <a:gd name="connsiteY585" fmla="*/ 1875041 h 6858000"/>
              <a:gd name="connsiteX586" fmla="*/ 374363 w 7467600"/>
              <a:gd name="connsiteY586" fmla="*/ 1506494 h 6858000"/>
              <a:gd name="connsiteX587" fmla="*/ 302168 w 7467600"/>
              <a:gd name="connsiteY587" fmla="*/ 1274495 h 6858000"/>
              <a:gd name="connsiteX588" fmla="*/ 291466 w 7467600"/>
              <a:gd name="connsiteY588" fmla="*/ 1250369 h 6858000"/>
              <a:gd name="connsiteX589" fmla="*/ 678222 w 7467600"/>
              <a:gd name="connsiteY589" fmla="*/ 1248670 h 6858000"/>
              <a:gd name="connsiteX590" fmla="*/ 775536 w 7467600"/>
              <a:gd name="connsiteY590" fmla="*/ 1388015 h 6858000"/>
              <a:gd name="connsiteX591" fmla="*/ 894529 w 7467600"/>
              <a:gd name="connsiteY591" fmla="*/ 1567739 h 6858000"/>
              <a:gd name="connsiteX592" fmla="*/ 948000 w 7467600"/>
              <a:gd name="connsiteY592" fmla="*/ 1663088 h 6858000"/>
              <a:gd name="connsiteX593" fmla="*/ 1006812 w 7467600"/>
              <a:gd name="connsiteY593" fmla="*/ 1767683 h 6858000"/>
              <a:gd name="connsiteX594" fmla="*/ 1149133 w 7467600"/>
              <a:gd name="connsiteY594" fmla="*/ 1971513 h 6858000"/>
              <a:gd name="connsiteX595" fmla="*/ 1333952 w 7467600"/>
              <a:gd name="connsiteY595" fmla="*/ 2251620 h 6858000"/>
              <a:gd name="connsiteX596" fmla="*/ 1337329 w 7467600"/>
              <a:gd name="connsiteY596" fmla="*/ 2258350 h 6858000"/>
              <a:gd name="connsiteX597" fmla="*/ 1014726 w 7467600"/>
              <a:gd name="connsiteY597" fmla="*/ 1615556 h 6858000"/>
              <a:gd name="connsiteX598" fmla="*/ 678222 w 7467600"/>
              <a:gd name="connsiteY598" fmla="*/ 1248670 h 6858000"/>
              <a:gd name="connsiteX599" fmla="*/ 6691602 w 7467600"/>
              <a:gd name="connsiteY599" fmla="*/ 1140573 h 6858000"/>
              <a:gd name="connsiteX600" fmla="*/ 6571100 w 7467600"/>
              <a:gd name="connsiteY600" fmla="*/ 1183662 h 6858000"/>
              <a:gd name="connsiteX601" fmla="*/ 6241687 w 7467600"/>
              <a:gd name="connsiteY601" fmla="*/ 1257600 h 6858000"/>
              <a:gd name="connsiteX602" fmla="*/ 5693009 w 7467600"/>
              <a:gd name="connsiteY602" fmla="*/ 1478256 h 6858000"/>
              <a:gd name="connsiteX603" fmla="*/ 6548420 w 7467600"/>
              <a:gd name="connsiteY603" fmla="*/ 1214599 h 6858000"/>
              <a:gd name="connsiteX604" fmla="*/ 6605473 w 7467600"/>
              <a:gd name="connsiteY604" fmla="*/ 1184686 h 6858000"/>
              <a:gd name="connsiteX605" fmla="*/ 6691602 w 7467600"/>
              <a:gd name="connsiteY605" fmla="*/ 1140573 h 6858000"/>
              <a:gd name="connsiteX606" fmla="*/ 4002475 w 7467600"/>
              <a:gd name="connsiteY606" fmla="*/ 1037802 h 6858000"/>
              <a:gd name="connsiteX607" fmla="*/ 4000324 w 7467600"/>
              <a:gd name="connsiteY607" fmla="*/ 1039362 h 6858000"/>
              <a:gd name="connsiteX608" fmla="*/ 4002862 w 7467600"/>
              <a:gd name="connsiteY608" fmla="*/ 1042866 h 6858000"/>
              <a:gd name="connsiteX609" fmla="*/ 4002475 w 7467600"/>
              <a:gd name="connsiteY609" fmla="*/ 1037802 h 6858000"/>
              <a:gd name="connsiteX610" fmla="*/ 506322 w 7467600"/>
              <a:gd name="connsiteY610" fmla="*/ 1020997 h 6858000"/>
              <a:gd name="connsiteX611" fmla="*/ 533068 w 7467600"/>
              <a:gd name="connsiteY611" fmla="*/ 1029409 h 6858000"/>
              <a:gd name="connsiteX612" fmla="*/ 1232525 w 7467600"/>
              <a:gd name="connsiteY612" fmla="*/ 1804675 h 6858000"/>
              <a:gd name="connsiteX613" fmla="*/ 1388858 w 7467600"/>
              <a:gd name="connsiteY613" fmla="*/ 2368011 h 6858000"/>
              <a:gd name="connsiteX614" fmla="*/ 1384098 w 7467600"/>
              <a:gd name="connsiteY614" fmla="*/ 2378125 h 6858000"/>
              <a:gd name="connsiteX615" fmla="*/ 1425393 w 7467600"/>
              <a:gd name="connsiteY615" fmla="*/ 2589124 h 6858000"/>
              <a:gd name="connsiteX616" fmla="*/ 1424001 w 7467600"/>
              <a:gd name="connsiteY616" fmla="*/ 2597541 h 6858000"/>
              <a:gd name="connsiteX617" fmla="*/ 2152729 w 7467600"/>
              <a:gd name="connsiteY617" fmla="*/ 2864487 h 6858000"/>
              <a:gd name="connsiteX618" fmla="*/ 2020609 w 7467600"/>
              <a:gd name="connsiteY618" fmla="*/ 2539671 h 6858000"/>
              <a:gd name="connsiteX619" fmla="*/ 2018920 w 7467600"/>
              <a:gd name="connsiteY619" fmla="*/ 2536309 h 6858000"/>
              <a:gd name="connsiteX620" fmla="*/ 1342441 w 7467600"/>
              <a:gd name="connsiteY620" fmla="*/ 1173017 h 6858000"/>
              <a:gd name="connsiteX621" fmla="*/ 1367925 w 7467600"/>
              <a:gd name="connsiteY621" fmla="*/ 1135648 h 6858000"/>
              <a:gd name="connsiteX622" fmla="*/ 1771401 w 7467600"/>
              <a:gd name="connsiteY622" fmla="*/ 1806673 h 6858000"/>
              <a:gd name="connsiteX623" fmla="*/ 1972385 w 7467600"/>
              <a:gd name="connsiteY623" fmla="*/ 2198735 h 6858000"/>
              <a:gd name="connsiteX624" fmla="*/ 2040892 w 7467600"/>
              <a:gd name="connsiteY624" fmla="*/ 2405205 h 6858000"/>
              <a:gd name="connsiteX625" fmla="*/ 2131689 w 7467600"/>
              <a:gd name="connsiteY625" fmla="*/ 1936926 h 6858000"/>
              <a:gd name="connsiteX626" fmla="*/ 2454820 w 7467600"/>
              <a:gd name="connsiteY626" fmla="*/ 1248808 h 6858000"/>
              <a:gd name="connsiteX627" fmla="*/ 2492512 w 7467600"/>
              <a:gd name="connsiteY627" fmla="*/ 1302920 h 6858000"/>
              <a:gd name="connsiteX628" fmla="*/ 2081216 w 7467600"/>
              <a:gd name="connsiteY628" fmla="*/ 2527513 h 6858000"/>
              <a:gd name="connsiteX629" fmla="*/ 2081211 w 7467600"/>
              <a:gd name="connsiteY629" fmla="*/ 2528916 h 6858000"/>
              <a:gd name="connsiteX630" fmla="*/ 2199067 w 7467600"/>
              <a:gd name="connsiteY630" fmla="*/ 2884061 h 6858000"/>
              <a:gd name="connsiteX631" fmla="*/ 3192586 w 7467600"/>
              <a:gd name="connsiteY631" fmla="*/ 3411496 h 6858000"/>
              <a:gd name="connsiteX632" fmla="*/ 3182620 w 7467600"/>
              <a:gd name="connsiteY632" fmla="*/ 3483279 h 6858000"/>
              <a:gd name="connsiteX633" fmla="*/ 2435119 w 7467600"/>
              <a:gd name="connsiteY633" fmla="*/ 3080173 h 6858000"/>
              <a:gd name="connsiteX634" fmla="*/ 2410152 w 7467600"/>
              <a:gd name="connsiteY634" fmla="*/ 3063751 h 6858000"/>
              <a:gd name="connsiteX635" fmla="*/ 2408099 w 7467600"/>
              <a:gd name="connsiteY635" fmla="*/ 3064403 h 6858000"/>
              <a:gd name="connsiteX636" fmla="*/ 2407218 w 7467600"/>
              <a:gd name="connsiteY636" fmla="*/ 3070324 h 6858000"/>
              <a:gd name="connsiteX637" fmla="*/ 2380138 w 7467600"/>
              <a:gd name="connsiteY637" fmla="*/ 3099341 h 6858000"/>
              <a:gd name="connsiteX638" fmla="*/ 1765923 w 7467600"/>
              <a:gd name="connsiteY638" fmla="*/ 3581043 h 6858000"/>
              <a:gd name="connsiteX639" fmla="*/ 1702258 w 7467600"/>
              <a:gd name="connsiteY639" fmla="*/ 3612286 h 6858000"/>
              <a:gd name="connsiteX640" fmla="*/ 1538370 w 7467600"/>
              <a:gd name="connsiteY640" fmla="*/ 3811804 h 6858000"/>
              <a:gd name="connsiteX641" fmla="*/ 542867 w 7467600"/>
              <a:gd name="connsiteY641" fmla="*/ 4944092 h 6858000"/>
              <a:gd name="connsiteX642" fmla="*/ 515800 w 7467600"/>
              <a:gd name="connsiteY642" fmla="*/ 4862180 h 6858000"/>
              <a:gd name="connsiteX643" fmla="*/ 909145 w 7467600"/>
              <a:gd name="connsiteY643" fmla="*/ 4199225 h 6858000"/>
              <a:gd name="connsiteX644" fmla="*/ 1214067 w 7467600"/>
              <a:gd name="connsiteY644" fmla="*/ 3908561 h 6858000"/>
              <a:gd name="connsiteX645" fmla="*/ 640967 w 7467600"/>
              <a:gd name="connsiteY645" fmla="*/ 4105601 h 6858000"/>
              <a:gd name="connsiteX646" fmla="*/ 112563 w 7467600"/>
              <a:gd name="connsiteY646" fmla="*/ 4396952 h 6858000"/>
              <a:gd name="connsiteX647" fmla="*/ 0 w 7467600"/>
              <a:gd name="connsiteY647" fmla="*/ 4466006 h 6858000"/>
              <a:gd name="connsiteX648" fmla="*/ 0 w 7467600"/>
              <a:gd name="connsiteY648" fmla="*/ 4233763 h 6858000"/>
              <a:gd name="connsiteX649" fmla="*/ 36881 w 7467600"/>
              <a:gd name="connsiteY649" fmla="*/ 4200118 h 6858000"/>
              <a:gd name="connsiteX650" fmla="*/ 910534 w 7467600"/>
              <a:gd name="connsiteY650" fmla="*/ 3629753 h 6858000"/>
              <a:gd name="connsiteX651" fmla="*/ 1578717 w 7467600"/>
              <a:gd name="connsiteY651" fmla="*/ 3575982 h 6858000"/>
              <a:gd name="connsiteX652" fmla="*/ 2338780 w 7467600"/>
              <a:gd name="connsiteY652" fmla="*/ 3033725 h 6858000"/>
              <a:gd name="connsiteX653" fmla="*/ 1807991 w 7467600"/>
              <a:gd name="connsiteY653" fmla="*/ 2807184 h 6858000"/>
              <a:gd name="connsiteX654" fmla="*/ 1416358 w 7467600"/>
              <a:gd name="connsiteY654" fmla="*/ 3112571 h 6858000"/>
              <a:gd name="connsiteX655" fmla="*/ 939066 w 7467600"/>
              <a:gd name="connsiteY655" fmla="*/ 3378798 h 6858000"/>
              <a:gd name="connsiteX656" fmla="*/ 115099 w 7467600"/>
              <a:gd name="connsiteY656" fmla="*/ 3607650 h 6858000"/>
              <a:gd name="connsiteX657" fmla="*/ 97284 w 7467600"/>
              <a:gd name="connsiteY657" fmla="*/ 3520393 h 6858000"/>
              <a:gd name="connsiteX658" fmla="*/ 922050 w 7467600"/>
              <a:gd name="connsiteY658" fmla="*/ 3074867 h 6858000"/>
              <a:gd name="connsiteX659" fmla="*/ 1405265 w 7467600"/>
              <a:gd name="connsiteY659" fmla="*/ 3016319 h 6858000"/>
              <a:gd name="connsiteX660" fmla="*/ 1407512 w 7467600"/>
              <a:gd name="connsiteY660" fmla="*/ 3018001 h 6858000"/>
              <a:gd name="connsiteX661" fmla="*/ 1726266 w 7467600"/>
              <a:gd name="connsiteY661" fmla="*/ 2777274 h 6858000"/>
              <a:gd name="connsiteX662" fmla="*/ 625390 w 7467600"/>
              <a:gd name="connsiteY662" fmla="*/ 2514541 h 6858000"/>
              <a:gd name="connsiteX663" fmla="*/ 619799 w 7467600"/>
              <a:gd name="connsiteY663" fmla="*/ 2527180 h 6858000"/>
              <a:gd name="connsiteX664" fmla="*/ 310030 w 7467600"/>
              <a:gd name="connsiteY664" fmla="*/ 2771818 h 6858000"/>
              <a:gd name="connsiteX665" fmla="*/ 173877 w 7467600"/>
              <a:gd name="connsiteY665" fmla="*/ 2937056 h 6858000"/>
              <a:gd name="connsiteX666" fmla="*/ 77889 w 7467600"/>
              <a:gd name="connsiteY666" fmla="*/ 3138440 h 6858000"/>
              <a:gd name="connsiteX667" fmla="*/ 0 w 7467600"/>
              <a:gd name="connsiteY667" fmla="*/ 3271395 h 6858000"/>
              <a:gd name="connsiteX668" fmla="*/ 0 w 7467600"/>
              <a:gd name="connsiteY668" fmla="*/ 3153002 h 6858000"/>
              <a:gd name="connsiteX669" fmla="*/ 2386 w 7467600"/>
              <a:gd name="connsiteY669" fmla="*/ 3149203 h 6858000"/>
              <a:gd name="connsiteX670" fmla="*/ 89753 w 7467600"/>
              <a:gd name="connsiteY670" fmla="*/ 2987702 h 6858000"/>
              <a:gd name="connsiteX671" fmla="*/ 76869 w 7467600"/>
              <a:gd name="connsiteY671" fmla="*/ 3005404 h 6858000"/>
              <a:gd name="connsiteX672" fmla="*/ 32049 w 7467600"/>
              <a:gd name="connsiteY672" fmla="*/ 3065814 h 6858000"/>
              <a:gd name="connsiteX673" fmla="*/ 0 w 7467600"/>
              <a:gd name="connsiteY673" fmla="*/ 3108744 h 6858000"/>
              <a:gd name="connsiteX674" fmla="*/ 0 w 7467600"/>
              <a:gd name="connsiteY674" fmla="*/ 3058059 h 6858000"/>
              <a:gd name="connsiteX675" fmla="*/ 7610 w 7467600"/>
              <a:gd name="connsiteY675" fmla="*/ 3047889 h 6858000"/>
              <a:gd name="connsiteX676" fmla="*/ 52419 w 7467600"/>
              <a:gd name="connsiteY676" fmla="*/ 2987479 h 6858000"/>
              <a:gd name="connsiteX677" fmla="*/ 59142 w 7467600"/>
              <a:gd name="connsiteY677" fmla="*/ 2978488 h 6858000"/>
              <a:gd name="connsiteX678" fmla="*/ 0 w 7467600"/>
              <a:gd name="connsiteY678" fmla="*/ 3015334 h 6858000"/>
              <a:gd name="connsiteX679" fmla="*/ 0 w 7467600"/>
              <a:gd name="connsiteY679" fmla="*/ 2914286 h 6858000"/>
              <a:gd name="connsiteX680" fmla="*/ 36383 w 7467600"/>
              <a:gd name="connsiteY680" fmla="*/ 2901128 h 6858000"/>
              <a:gd name="connsiteX681" fmla="*/ 156329 w 7467600"/>
              <a:gd name="connsiteY681" fmla="*/ 2840533 h 6858000"/>
              <a:gd name="connsiteX682" fmla="*/ 358355 w 7467600"/>
              <a:gd name="connsiteY682" fmla="*/ 2620471 h 6858000"/>
              <a:gd name="connsiteX683" fmla="*/ 510577 w 7467600"/>
              <a:gd name="connsiteY683" fmla="*/ 2501244 h 6858000"/>
              <a:gd name="connsiteX684" fmla="*/ 211967 w 7467600"/>
              <a:gd name="connsiteY684" fmla="*/ 2479171 h 6858000"/>
              <a:gd name="connsiteX685" fmla="*/ 0 w 7467600"/>
              <a:gd name="connsiteY685" fmla="*/ 2476398 h 6858000"/>
              <a:gd name="connsiteX686" fmla="*/ 0 w 7467600"/>
              <a:gd name="connsiteY686" fmla="*/ 2389189 h 6858000"/>
              <a:gd name="connsiteX687" fmla="*/ 103062 w 7467600"/>
              <a:gd name="connsiteY687" fmla="*/ 2389518 h 6858000"/>
              <a:gd name="connsiteX688" fmla="*/ 510734 w 7467600"/>
              <a:gd name="connsiteY688" fmla="*/ 2416201 h 6858000"/>
              <a:gd name="connsiteX689" fmla="*/ 279257 w 7467600"/>
              <a:gd name="connsiteY689" fmla="*/ 2092102 h 6858000"/>
              <a:gd name="connsiteX690" fmla="*/ 65265 w 7467600"/>
              <a:gd name="connsiteY690" fmla="*/ 2006049 h 6858000"/>
              <a:gd name="connsiteX691" fmla="*/ 0 w 7467600"/>
              <a:gd name="connsiteY691" fmla="*/ 1982532 h 6858000"/>
              <a:gd name="connsiteX692" fmla="*/ 0 w 7467600"/>
              <a:gd name="connsiteY692" fmla="*/ 1912789 h 6858000"/>
              <a:gd name="connsiteX693" fmla="*/ 97460 w 7467600"/>
              <a:gd name="connsiteY693" fmla="*/ 1953725 h 6858000"/>
              <a:gd name="connsiteX694" fmla="*/ 221272 w 7467600"/>
              <a:gd name="connsiteY694" fmla="*/ 1980766 h 6858000"/>
              <a:gd name="connsiteX695" fmla="*/ 116765 w 7467600"/>
              <a:gd name="connsiteY695" fmla="*/ 1911033 h 6858000"/>
              <a:gd name="connsiteX696" fmla="*/ 16405 w 7467600"/>
              <a:gd name="connsiteY696" fmla="*/ 1803412 h 6858000"/>
              <a:gd name="connsiteX697" fmla="*/ 0 w 7467600"/>
              <a:gd name="connsiteY697" fmla="*/ 1784777 h 6858000"/>
              <a:gd name="connsiteX698" fmla="*/ 0 w 7467600"/>
              <a:gd name="connsiteY698" fmla="*/ 1740082 h 6858000"/>
              <a:gd name="connsiteX699" fmla="*/ 39394 w 7467600"/>
              <a:gd name="connsiteY699" fmla="*/ 1784856 h 6858000"/>
              <a:gd name="connsiteX700" fmla="*/ 135813 w 7467600"/>
              <a:gd name="connsiteY700" fmla="*/ 1888838 h 6858000"/>
              <a:gd name="connsiteX701" fmla="*/ 242575 w 7467600"/>
              <a:gd name="connsiteY701" fmla="*/ 1958841 h 6858000"/>
              <a:gd name="connsiteX702" fmla="*/ 82197 w 7467600"/>
              <a:gd name="connsiteY702" fmla="*/ 1754826 h 6858000"/>
              <a:gd name="connsiteX703" fmla="*/ 0 w 7467600"/>
              <a:gd name="connsiteY703" fmla="*/ 1679650 h 6858000"/>
              <a:gd name="connsiteX704" fmla="*/ 0 w 7467600"/>
              <a:gd name="connsiteY704" fmla="*/ 1602463 h 6858000"/>
              <a:gd name="connsiteX705" fmla="*/ 84689 w 7467600"/>
              <a:gd name="connsiteY705" fmla="*/ 1677442 h 6858000"/>
              <a:gd name="connsiteX706" fmla="*/ 298437 w 7467600"/>
              <a:gd name="connsiteY706" fmla="*/ 1968019 h 6858000"/>
              <a:gd name="connsiteX707" fmla="*/ 227269 w 7467600"/>
              <a:gd name="connsiteY707" fmla="*/ 1114064 h 6858000"/>
              <a:gd name="connsiteX708" fmla="*/ 248003 w 7467600"/>
              <a:gd name="connsiteY708" fmla="*/ 1089613 h 6858000"/>
              <a:gd name="connsiteX709" fmla="*/ 427020 w 7467600"/>
              <a:gd name="connsiteY709" fmla="*/ 1619803 h 6858000"/>
              <a:gd name="connsiteX710" fmla="*/ 340345 w 7467600"/>
              <a:gd name="connsiteY710" fmla="*/ 2027739 h 6858000"/>
              <a:gd name="connsiteX711" fmla="*/ 360865 w 7467600"/>
              <a:gd name="connsiteY711" fmla="*/ 2044827 h 6858000"/>
              <a:gd name="connsiteX712" fmla="*/ 560414 w 7467600"/>
              <a:gd name="connsiteY712" fmla="*/ 2421457 h 6858000"/>
              <a:gd name="connsiteX713" fmla="*/ 1359703 w 7467600"/>
              <a:gd name="connsiteY713" fmla="*/ 2578554 h 6858000"/>
              <a:gd name="connsiteX714" fmla="*/ 1359422 w 7467600"/>
              <a:gd name="connsiteY714" fmla="*/ 2577994 h 6858000"/>
              <a:gd name="connsiteX715" fmla="*/ 828701 w 7467600"/>
              <a:gd name="connsiteY715" fmla="*/ 1839520 h 6858000"/>
              <a:gd name="connsiteX716" fmla="*/ 494427 w 7467600"/>
              <a:gd name="connsiteY716" fmla="*/ 1092333 h 6858000"/>
              <a:gd name="connsiteX717" fmla="*/ 506322 w 7467600"/>
              <a:gd name="connsiteY717" fmla="*/ 1020997 h 6858000"/>
              <a:gd name="connsiteX718" fmla="*/ 4570198 w 7467600"/>
              <a:gd name="connsiteY718" fmla="*/ 978081 h 6858000"/>
              <a:gd name="connsiteX719" fmla="*/ 4523691 w 7467600"/>
              <a:gd name="connsiteY719" fmla="*/ 1127776 h 6858000"/>
              <a:gd name="connsiteX720" fmla="*/ 4509875 w 7467600"/>
              <a:gd name="connsiteY720" fmla="*/ 1167552 h 6858000"/>
              <a:gd name="connsiteX721" fmla="*/ 4478168 w 7467600"/>
              <a:gd name="connsiteY721" fmla="*/ 1260735 h 6858000"/>
              <a:gd name="connsiteX722" fmla="*/ 4409309 w 7467600"/>
              <a:gd name="connsiteY722" fmla="*/ 1666996 h 6858000"/>
              <a:gd name="connsiteX723" fmla="*/ 4370031 w 7467600"/>
              <a:gd name="connsiteY723" fmla="*/ 1955666 h 6858000"/>
              <a:gd name="connsiteX724" fmla="*/ 4570198 w 7467600"/>
              <a:gd name="connsiteY724" fmla="*/ 978081 h 6858000"/>
              <a:gd name="connsiteX725" fmla="*/ 4557898 w 7467600"/>
              <a:gd name="connsiteY725" fmla="*/ 900011 h 6858000"/>
              <a:gd name="connsiteX726" fmla="*/ 4344840 w 7467600"/>
              <a:gd name="connsiteY726" fmla="*/ 1922038 h 6858000"/>
              <a:gd name="connsiteX727" fmla="*/ 4378710 w 7467600"/>
              <a:gd name="connsiteY727" fmla="*/ 1665516 h 6858000"/>
              <a:gd name="connsiteX728" fmla="*/ 4448798 w 7467600"/>
              <a:gd name="connsiteY728" fmla="*/ 1253024 h 6858000"/>
              <a:gd name="connsiteX729" fmla="*/ 4480315 w 7467600"/>
              <a:gd name="connsiteY729" fmla="*/ 1158454 h 6858000"/>
              <a:gd name="connsiteX730" fmla="*/ 4494133 w 7467600"/>
              <a:gd name="connsiteY730" fmla="*/ 1118676 h 6858000"/>
              <a:gd name="connsiteX731" fmla="*/ 4557898 w 7467600"/>
              <a:gd name="connsiteY731" fmla="*/ 900011 h 6858000"/>
              <a:gd name="connsiteX732" fmla="*/ 5870151 w 7467600"/>
              <a:gd name="connsiteY732" fmla="*/ 898890 h 6858000"/>
              <a:gd name="connsiteX733" fmla="*/ 5861335 w 7467600"/>
              <a:gd name="connsiteY733" fmla="*/ 899177 h 6858000"/>
              <a:gd name="connsiteX734" fmla="*/ 5843702 w 7467600"/>
              <a:gd name="connsiteY734" fmla="*/ 899748 h 6858000"/>
              <a:gd name="connsiteX735" fmla="*/ 5651107 w 7467600"/>
              <a:gd name="connsiteY735" fmla="*/ 920306 h 6858000"/>
              <a:gd name="connsiteX736" fmla="*/ 5459407 w 7467600"/>
              <a:gd name="connsiteY736" fmla="*/ 940975 h 6858000"/>
              <a:gd name="connsiteX737" fmla="*/ 5374846 w 7467600"/>
              <a:gd name="connsiteY737" fmla="*/ 941988 h 6858000"/>
              <a:gd name="connsiteX738" fmla="*/ 5256105 w 7467600"/>
              <a:gd name="connsiteY738" fmla="*/ 945632 h 6858000"/>
              <a:gd name="connsiteX739" fmla="*/ 5107071 w 7467600"/>
              <a:gd name="connsiteY739" fmla="*/ 969720 h 6858000"/>
              <a:gd name="connsiteX740" fmla="*/ 4998681 w 7467600"/>
              <a:gd name="connsiteY740" fmla="*/ 988771 h 6858000"/>
              <a:gd name="connsiteX741" fmla="*/ 5870151 w 7467600"/>
              <a:gd name="connsiteY741" fmla="*/ 898890 h 6858000"/>
              <a:gd name="connsiteX742" fmla="*/ 5504425 w 7467600"/>
              <a:gd name="connsiteY742" fmla="*/ 848067 h 6858000"/>
              <a:gd name="connsiteX743" fmla="*/ 4968849 w 7467600"/>
              <a:gd name="connsiteY743" fmla="*/ 962318 h 6858000"/>
              <a:gd name="connsiteX744" fmla="*/ 5104039 w 7467600"/>
              <a:gd name="connsiteY744" fmla="*/ 940634 h 6858000"/>
              <a:gd name="connsiteX745" fmla="*/ 5256311 w 7467600"/>
              <a:gd name="connsiteY745" fmla="*/ 916490 h 6858000"/>
              <a:gd name="connsiteX746" fmla="*/ 5377381 w 7467600"/>
              <a:gd name="connsiteY746" fmla="*/ 912671 h 6858000"/>
              <a:gd name="connsiteX747" fmla="*/ 5460148 w 7467600"/>
              <a:gd name="connsiteY747" fmla="*/ 911442 h 6858000"/>
              <a:gd name="connsiteX748" fmla="*/ 5648971 w 7467600"/>
              <a:gd name="connsiteY748" fmla="*/ 891331 h 6858000"/>
              <a:gd name="connsiteX749" fmla="*/ 5844807 w 7467600"/>
              <a:gd name="connsiteY749" fmla="*/ 870718 h 6858000"/>
              <a:gd name="connsiteX750" fmla="*/ 5862975 w 7467600"/>
              <a:gd name="connsiteY750" fmla="*/ 869756 h 6858000"/>
              <a:gd name="connsiteX751" fmla="*/ 5920887 w 7467600"/>
              <a:gd name="connsiteY751" fmla="*/ 865929 h 6858000"/>
              <a:gd name="connsiteX752" fmla="*/ 5504425 w 7467600"/>
              <a:gd name="connsiteY752" fmla="*/ 848067 h 6858000"/>
              <a:gd name="connsiteX753" fmla="*/ 3607114 w 7467600"/>
              <a:gd name="connsiteY753" fmla="*/ 467441 h 6858000"/>
              <a:gd name="connsiteX754" fmla="*/ 3296242 w 7467600"/>
              <a:gd name="connsiteY754" fmla="*/ 807991 h 6858000"/>
              <a:gd name="connsiteX755" fmla="*/ 3174674 w 7467600"/>
              <a:gd name="connsiteY755" fmla="*/ 919759 h 6858000"/>
              <a:gd name="connsiteX756" fmla="*/ 3042978 w 7467600"/>
              <a:gd name="connsiteY756" fmla="*/ 1054894 h 6858000"/>
              <a:gd name="connsiteX757" fmla="*/ 2968914 w 7467600"/>
              <a:gd name="connsiteY757" fmla="*/ 1133756 h 6858000"/>
              <a:gd name="connsiteX758" fmla="*/ 3103823 w 7467600"/>
              <a:gd name="connsiteY758" fmla="*/ 1026814 h 6858000"/>
              <a:gd name="connsiteX759" fmla="*/ 3607114 w 7467600"/>
              <a:gd name="connsiteY759" fmla="*/ 467441 h 6858000"/>
              <a:gd name="connsiteX760" fmla="*/ 3744487 w 7467600"/>
              <a:gd name="connsiteY760" fmla="*/ 383136 h 6858000"/>
              <a:gd name="connsiteX761" fmla="*/ 3970213 w 7467600"/>
              <a:gd name="connsiteY761" fmla="*/ 995559 h 6858000"/>
              <a:gd name="connsiteX762" fmla="*/ 3744487 w 7467600"/>
              <a:gd name="connsiteY762" fmla="*/ 383136 h 6858000"/>
              <a:gd name="connsiteX763" fmla="*/ 3624562 w 7467600"/>
              <a:gd name="connsiteY763" fmla="*/ 367041 h 6858000"/>
              <a:gd name="connsiteX764" fmla="*/ 3489712 w 7467600"/>
              <a:gd name="connsiteY764" fmla="*/ 485386 h 6858000"/>
              <a:gd name="connsiteX765" fmla="*/ 3182994 w 7467600"/>
              <a:gd name="connsiteY765" fmla="*/ 828265 h 6858000"/>
              <a:gd name="connsiteX766" fmla="*/ 2892114 w 7467600"/>
              <a:gd name="connsiteY766" fmla="*/ 1172635 h 6858000"/>
              <a:gd name="connsiteX767" fmla="*/ 3021459 w 7467600"/>
              <a:gd name="connsiteY767" fmla="*/ 1035385 h 6858000"/>
              <a:gd name="connsiteX768" fmla="*/ 3153873 w 7467600"/>
              <a:gd name="connsiteY768" fmla="*/ 898971 h 6858000"/>
              <a:gd name="connsiteX769" fmla="*/ 3276511 w 7467600"/>
              <a:gd name="connsiteY769" fmla="*/ 786423 h 6858000"/>
              <a:gd name="connsiteX770" fmla="*/ 3584154 w 7467600"/>
              <a:gd name="connsiteY770" fmla="*/ 448218 h 6858000"/>
              <a:gd name="connsiteX771" fmla="*/ 3624562 w 7467600"/>
              <a:gd name="connsiteY771" fmla="*/ 367041 h 6858000"/>
              <a:gd name="connsiteX772" fmla="*/ 3766672 w 7467600"/>
              <a:gd name="connsiteY772" fmla="*/ 359429 h 6858000"/>
              <a:gd name="connsiteX773" fmla="*/ 3996338 w 7467600"/>
              <a:gd name="connsiteY773" fmla="*/ 968237 h 6858000"/>
              <a:gd name="connsiteX774" fmla="*/ 3766672 w 7467600"/>
              <a:gd name="connsiteY774" fmla="*/ 359429 h 6858000"/>
              <a:gd name="connsiteX775" fmla="*/ 5805386 w 7467600"/>
              <a:gd name="connsiteY775" fmla="*/ 239240 h 6858000"/>
              <a:gd name="connsiteX776" fmla="*/ 5736947 w 7467600"/>
              <a:gd name="connsiteY776" fmla="*/ 261367 h 6858000"/>
              <a:gd name="connsiteX777" fmla="*/ 5427012 w 7467600"/>
              <a:gd name="connsiteY777" fmla="*/ 311272 h 6858000"/>
              <a:gd name="connsiteX778" fmla="*/ 5147818 w 7467600"/>
              <a:gd name="connsiteY778" fmla="*/ 322112 h 6858000"/>
              <a:gd name="connsiteX779" fmla="*/ 5060854 w 7467600"/>
              <a:gd name="connsiteY779" fmla="*/ 311882 h 6858000"/>
              <a:gd name="connsiteX780" fmla="*/ 4945989 w 7467600"/>
              <a:gd name="connsiteY780" fmla="*/ 300516 h 6858000"/>
              <a:gd name="connsiteX781" fmla="*/ 5410479 w 7467600"/>
              <a:gd name="connsiteY781" fmla="*/ 348434 h 6858000"/>
              <a:gd name="connsiteX782" fmla="*/ 5805386 w 7467600"/>
              <a:gd name="connsiteY782" fmla="*/ 239240 h 6858000"/>
              <a:gd name="connsiteX783" fmla="*/ 5905192 w 7467600"/>
              <a:gd name="connsiteY783" fmla="*/ 163079 h 6858000"/>
              <a:gd name="connsiteX784" fmla="*/ 5865655 w 7467600"/>
              <a:gd name="connsiteY784" fmla="*/ 171901 h 6858000"/>
              <a:gd name="connsiteX785" fmla="*/ 5259740 w 7467600"/>
              <a:gd name="connsiteY785" fmla="*/ 257013 h 6858000"/>
              <a:gd name="connsiteX786" fmla="*/ 5208466 w 7467600"/>
              <a:gd name="connsiteY786" fmla="*/ 257550 h 6858000"/>
              <a:gd name="connsiteX787" fmla="*/ 4980204 w 7467600"/>
              <a:gd name="connsiteY787" fmla="*/ 271903 h 6858000"/>
              <a:gd name="connsiteX788" fmla="*/ 5068068 w 7467600"/>
              <a:gd name="connsiteY788" fmla="*/ 282244 h 6858000"/>
              <a:gd name="connsiteX789" fmla="*/ 5153231 w 7467600"/>
              <a:gd name="connsiteY789" fmla="*/ 292240 h 6858000"/>
              <a:gd name="connsiteX790" fmla="*/ 5426491 w 7467600"/>
              <a:gd name="connsiteY790" fmla="*/ 281128 h 6858000"/>
              <a:gd name="connsiteX791" fmla="*/ 5731212 w 7467600"/>
              <a:gd name="connsiteY791" fmla="*/ 231951 h 6858000"/>
              <a:gd name="connsiteX792" fmla="*/ 5905192 w 7467600"/>
              <a:gd name="connsiteY792" fmla="*/ 163079 h 6858000"/>
              <a:gd name="connsiteX793" fmla="*/ 5944437 w 7467600"/>
              <a:gd name="connsiteY793" fmla="*/ 113829 h 6858000"/>
              <a:gd name="connsiteX794" fmla="*/ 5825032 w 7467600"/>
              <a:gd name="connsiteY794" fmla="*/ 146405 h 6858000"/>
              <a:gd name="connsiteX795" fmla="*/ 4955599 w 7467600"/>
              <a:gd name="connsiteY795" fmla="*/ 247008 h 6858000"/>
              <a:gd name="connsiteX796" fmla="*/ 5210104 w 7467600"/>
              <a:gd name="connsiteY796" fmla="*/ 228123 h 6858000"/>
              <a:gd name="connsiteX797" fmla="*/ 5261015 w 7467600"/>
              <a:gd name="connsiteY797" fmla="*/ 227087 h 6858000"/>
              <a:gd name="connsiteX798" fmla="*/ 5861181 w 7467600"/>
              <a:gd name="connsiteY798" fmla="*/ 143093 h 6858000"/>
              <a:gd name="connsiteX799" fmla="*/ 5961252 w 7467600"/>
              <a:gd name="connsiteY799" fmla="*/ 114820 h 6858000"/>
              <a:gd name="connsiteX800" fmla="*/ 5944437 w 7467600"/>
              <a:gd name="connsiteY800" fmla="*/ 113829 h 6858000"/>
              <a:gd name="connsiteX801" fmla="*/ 3882765 w 7467600"/>
              <a:gd name="connsiteY801" fmla="*/ 0 h 6858000"/>
              <a:gd name="connsiteX802" fmla="*/ 3995099 w 7467600"/>
              <a:gd name="connsiteY802" fmla="*/ 0 h 6858000"/>
              <a:gd name="connsiteX803" fmla="*/ 4163818 w 7467600"/>
              <a:gd name="connsiteY803" fmla="*/ 234104 h 6858000"/>
              <a:gd name="connsiteX804" fmla="*/ 4172099 w 7467600"/>
              <a:gd name="connsiteY804" fmla="*/ 234207 h 6858000"/>
              <a:gd name="connsiteX805" fmla="*/ 4784282 w 7467600"/>
              <a:gd name="connsiteY805" fmla="*/ 276561 h 6858000"/>
              <a:gd name="connsiteX806" fmla="*/ 4801687 w 7467600"/>
              <a:gd name="connsiteY806" fmla="*/ 267764 h 6858000"/>
              <a:gd name="connsiteX807" fmla="*/ 6082788 w 7467600"/>
              <a:gd name="connsiteY807" fmla="*/ 64119 h 6858000"/>
              <a:gd name="connsiteX808" fmla="*/ 6099442 w 7467600"/>
              <a:gd name="connsiteY808" fmla="*/ 82568 h 6858000"/>
              <a:gd name="connsiteX809" fmla="*/ 4804137 w 7467600"/>
              <a:gd name="connsiteY809" fmla="*/ 320931 h 6858000"/>
              <a:gd name="connsiteX810" fmla="*/ 4227047 w 7467600"/>
              <a:gd name="connsiteY810" fmla="*/ 313415 h 6858000"/>
              <a:gd name="connsiteX811" fmla="*/ 4346041 w 7467600"/>
              <a:gd name="connsiteY811" fmla="*/ 456086 h 6858000"/>
              <a:gd name="connsiteX812" fmla="*/ 4870967 w 7467600"/>
              <a:gd name="connsiteY812" fmla="*/ 963061 h 6858000"/>
              <a:gd name="connsiteX813" fmla="*/ 4889647 w 7467600"/>
              <a:gd name="connsiteY813" fmla="*/ 957147 h 6858000"/>
              <a:gd name="connsiteX814" fmla="*/ 5422504 w 7467600"/>
              <a:gd name="connsiteY814" fmla="*/ 805191 h 6858000"/>
              <a:gd name="connsiteX815" fmla="*/ 6087656 w 7467600"/>
              <a:gd name="connsiteY815" fmla="*/ 826703 h 6858000"/>
              <a:gd name="connsiteX816" fmla="*/ 6058717 w 7467600"/>
              <a:gd name="connsiteY816" fmla="*/ 865992 h 6858000"/>
              <a:gd name="connsiteX817" fmla="*/ 4974153 w 7467600"/>
              <a:gd name="connsiteY817" fmla="*/ 1045456 h 6858000"/>
              <a:gd name="connsiteX818" fmla="*/ 5627835 w 7467600"/>
              <a:gd name="connsiteY818" fmla="*/ 1472077 h 6858000"/>
              <a:gd name="connsiteX819" fmla="*/ 5629817 w 7467600"/>
              <a:gd name="connsiteY819" fmla="*/ 1471412 h 6858000"/>
              <a:gd name="connsiteX820" fmla="*/ 5634124 w 7467600"/>
              <a:gd name="connsiteY820" fmla="*/ 1470572 h 6858000"/>
              <a:gd name="connsiteX821" fmla="*/ 5755832 w 7467600"/>
              <a:gd name="connsiteY821" fmla="*/ 1383886 h 6858000"/>
              <a:gd name="connsiteX822" fmla="*/ 6014186 w 7467600"/>
              <a:gd name="connsiteY822" fmla="*/ 1279799 h 6858000"/>
              <a:gd name="connsiteX823" fmla="*/ 6901619 w 7467600"/>
              <a:gd name="connsiteY823" fmla="*/ 1047874 h 6858000"/>
              <a:gd name="connsiteX824" fmla="*/ 6931566 w 7467600"/>
              <a:gd name="connsiteY824" fmla="*/ 1062034 h 6858000"/>
              <a:gd name="connsiteX825" fmla="*/ 5790982 w 7467600"/>
              <a:gd name="connsiteY825" fmla="*/ 1561380 h 6858000"/>
              <a:gd name="connsiteX826" fmla="*/ 6188971 w 7467600"/>
              <a:gd name="connsiteY826" fmla="*/ 1755168 h 6858000"/>
              <a:gd name="connsiteX827" fmla="*/ 6202446 w 7467600"/>
              <a:gd name="connsiteY827" fmla="*/ 1752268 h 6858000"/>
              <a:gd name="connsiteX828" fmla="*/ 7179560 w 7467600"/>
              <a:gd name="connsiteY828" fmla="*/ 1467551 h 6858000"/>
              <a:gd name="connsiteX829" fmla="*/ 7158730 w 7467600"/>
              <a:gd name="connsiteY829" fmla="*/ 1507835 h 6858000"/>
              <a:gd name="connsiteX830" fmla="*/ 6326959 w 7467600"/>
              <a:gd name="connsiteY830" fmla="*/ 1817686 h 6858000"/>
              <a:gd name="connsiteX831" fmla="*/ 6537433 w 7467600"/>
              <a:gd name="connsiteY831" fmla="*/ 1907790 h 6858000"/>
              <a:gd name="connsiteX832" fmla="*/ 6550221 w 7467600"/>
              <a:gd name="connsiteY832" fmla="*/ 1910729 h 6858000"/>
              <a:gd name="connsiteX833" fmla="*/ 6964438 w 7467600"/>
              <a:gd name="connsiteY833" fmla="*/ 2209505 h 6858000"/>
              <a:gd name="connsiteX834" fmla="*/ 7367862 w 7467600"/>
              <a:gd name="connsiteY834" fmla="*/ 2806833 h 6858000"/>
              <a:gd name="connsiteX835" fmla="*/ 7364329 w 7467600"/>
              <a:gd name="connsiteY835" fmla="*/ 2826907 h 6858000"/>
              <a:gd name="connsiteX836" fmla="*/ 7290545 w 7467600"/>
              <a:gd name="connsiteY836" fmla="*/ 2850663 h 6858000"/>
              <a:gd name="connsiteX837" fmla="*/ 6472036 w 7467600"/>
              <a:gd name="connsiteY837" fmla="*/ 1959003 h 6858000"/>
              <a:gd name="connsiteX838" fmla="*/ 5792897 w 7467600"/>
              <a:gd name="connsiteY838" fmla="*/ 1647747 h 6858000"/>
              <a:gd name="connsiteX839" fmla="*/ 5842751 w 7467600"/>
              <a:gd name="connsiteY839" fmla="*/ 1816112 h 6858000"/>
              <a:gd name="connsiteX840" fmla="*/ 5847424 w 7467600"/>
              <a:gd name="connsiteY840" fmla="*/ 1815776 h 6858000"/>
              <a:gd name="connsiteX841" fmla="*/ 6399821 w 7467600"/>
              <a:gd name="connsiteY841" fmla="*/ 2344799 h 6858000"/>
              <a:gd name="connsiteX842" fmla="*/ 6323232 w 7467600"/>
              <a:gd name="connsiteY842" fmla="*/ 2389634 h 6858000"/>
              <a:gd name="connsiteX843" fmla="*/ 5942958 w 7467600"/>
              <a:gd name="connsiteY843" fmla="*/ 2077708 h 6858000"/>
              <a:gd name="connsiteX844" fmla="*/ 5921559 w 7467600"/>
              <a:gd name="connsiteY844" fmla="*/ 2378596 h 6858000"/>
              <a:gd name="connsiteX845" fmla="*/ 5817651 w 7467600"/>
              <a:gd name="connsiteY845" fmla="*/ 3023919 h 6858000"/>
              <a:gd name="connsiteX846" fmla="*/ 5729634 w 7467600"/>
              <a:gd name="connsiteY846" fmla="*/ 3051849 h 6858000"/>
              <a:gd name="connsiteX847" fmla="*/ 5611018 w 7467600"/>
              <a:gd name="connsiteY847" fmla="*/ 2316769 h 6858000"/>
              <a:gd name="connsiteX848" fmla="*/ 5687608 w 7467600"/>
              <a:gd name="connsiteY848" fmla="*/ 2039972 h 6858000"/>
              <a:gd name="connsiteX849" fmla="*/ 5657554 w 7467600"/>
              <a:gd name="connsiteY849" fmla="*/ 1576445 h 6858000"/>
              <a:gd name="connsiteX850" fmla="*/ 5150475 w 7467600"/>
              <a:gd name="connsiteY850" fmla="*/ 1274012 h 6858000"/>
              <a:gd name="connsiteX851" fmla="*/ 5349142 w 7467600"/>
              <a:gd name="connsiteY851" fmla="*/ 2204405 h 6858000"/>
              <a:gd name="connsiteX852" fmla="*/ 5262214 w 7467600"/>
              <a:gd name="connsiteY852" fmla="*/ 2233836 h 6858000"/>
              <a:gd name="connsiteX853" fmla="*/ 4981539 w 7467600"/>
              <a:gd name="connsiteY853" fmla="*/ 1542201 h 6858000"/>
              <a:gd name="connsiteX854" fmla="*/ 4958461 w 7467600"/>
              <a:gd name="connsiteY854" fmla="*/ 1136957 h 6858000"/>
              <a:gd name="connsiteX855" fmla="*/ 4655015 w 7467600"/>
              <a:gd name="connsiteY855" fmla="*/ 891426 h 6858000"/>
              <a:gd name="connsiteX856" fmla="*/ 4348002 w 7467600"/>
              <a:gd name="connsiteY856" fmla="*/ 2205895 h 6858000"/>
              <a:gd name="connsiteX857" fmla="*/ 4262250 w 7467600"/>
              <a:gd name="connsiteY857" fmla="*/ 2219972 h 6858000"/>
              <a:gd name="connsiteX858" fmla="*/ 4550611 w 7467600"/>
              <a:gd name="connsiteY858" fmla="*/ 817540 h 6858000"/>
              <a:gd name="connsiteX859" fmla="*/ 4564418 w 7467600"/>
              <a:gd name="connsiteY859" fmla="*/ 808293 h 6858000"/>
              <a:gd name="connsiteX860" fmla="*/ 4266388 w 7467600"/>
              <a:gd name="connsiteY860" fmla="*/ 500083 h 6858000"/>
              <a:gd name="connsiteX861" fmla="*/ 4032842 w 7467600"/>
              <a:gd name="connsiteY861" fmla="*/ 211809 h 6858000"/>
              <a:gd name="connsiteX862" fmla="*/ 3882765 w 7467600"/>
              <a:gd name="connsiteY862" fmla="*/ 0 h 6858000"/>
              <a:gd name="connsiteX863" fmla="*/ 3721337 w 7467600"/>
              <a:gd name="connsiteY863" fmla="*/ 0 h 6858000"/>
              <a:gd name="connsiteX864" fmla="*/ 3797544 w 7467600"/>
              <a:gd name="connsiteY864" fmla="*/ 0 h 6858000"/>
              <a:gd name="connsiteX865" fmla="*/ 3775734 w 7467600"/>
              <a:gd name="connsiteY865" fmla="*/ 95131 h 6858000"/>
              <a:gd name="connsiteX866" fmla="*/ 3724807 w 7467600"/>
              <a:gd name="connsiteY866" fmla="*/ 272257 h 6858000"/>
              <a:gd name="connsiteX867" fmla="*/ 3726844 w 7467600"/>
              <a:gd name="connsiteY867" fmla="*/ 282988 h 6858000"/>
              <a:gd name="connsiteX868" fmla="*/ 3742664 w 7467600"/>
              <a:gd name="connsiteY868" fmla="*/ 279918 h 6858000"/>
              <a:gd name="connsiteX869" fmla="*/ 4103910 w 7467600"/>
              <a:gd name="connsiteY869" fmla="*/ 1161917 h 6858000"/>
              <a:gd name="connsiteX870" fmla="*/ 4020269 w 7467600"/>
              <a:gd name="connsiteY870" fmla="*/ 1200406 h 6858000"/>
              <a:gd name="connsiteX871" fmla="*/ 3674882 w 7467600"/>
              <a:gd name="connsiteY871" fmla="*/ 488524 h 6858000"/>
              <a:gd name="connsiteX872" fmla="*/ 3132682 w 7467600"/>
              <a:gd name="connsiteY872" fmla="*/ 1072284 h 6858000"/>
              <a:gd name="connsiteX873" fmla="*/ 2716346 w 7467600"/>
              <a:gd name="connsiteY873" fmla="*/ 1276376 h 6858000"/>
              <a:gd name="connsiteX874" fmla="*/ 2716772 w 7467600"/>
              <a:gd name="connsiteY874" fmla="*/ 1255462 h 6858000"/>
              <a:gd name="connsiteX875" fmla="*/ 3471096 w 7467600"/>
              <a:gd name="connsiteY875" fmla="*/ 437072 h 6858000"/>
              <a:gd name="connsiteX876" fmla="*/ 3639057 w 7467600"/>
              <a:gd name="connsiteY876" fmla="*/ 286334 h 6858000"/>
              <a:gd name="connsiteX877" fmla="*/ 3640309 w 7467600"/>
              <a:gd name="connsiteY877" fmla="*/ 284664 h 6858000"/>
              <a:gd name="connsiteX878" fmla="*/ 3646022 w 7467600"/>
              <a:gd name="connsiteY878" fmla="*/ 276711 h 6858000"/>
              <a:gd name="connsiteX879" fmla="*/ 3707943 w 7467600"/>
              <a:gd name="connsiteY879" fmla="*/ 65958 h 6858000"/>
              <a:gd name="connsiteX880" fmla="*/ 3721337 w 7467600"/>
              <a:gd name="connsiteY880" fmla="*/ 0 h 6858000"/>
              <a:gd name="connsiteX881" fmla="*/ 2867960 w 7467600"/>
              <a:gd name="connsiteY881" fmla="*/ 0 h 6858000"/>
              <a:gd name="connsiteX882" fmla="*/ 2926351 w 7467600"/>
              <a:gd name="connsiteY882" fmla="*/ 0 h 6858000"/>
              <a:gd name="connsiteX883" fmla="*/ 2902823 w 7467600"/>
              <a:gd name="connsiteY883" fmla="*/ 262929 h 6858000"/>
              <a:gd name="connsiteX884" fmla="*/ 2940663 w 7467600"/>
              <a:gd name="connsiteY884" fmla="*/ 140884 h 6858000"/>
              <a:gd name="connsiteX885" fmla="*/ 2947039 w 7467600"/>
              <a:gd name="connsiteY885" fmla="*/ 122524 h 6858000"/>
              <a:gd name="connsiteX886" fmla="*/ 2984316 w 7467600"/>
              <a:gd name="connsiteY886" fmla="*/ 0 h 6858000"/>
              <a:gd name="connsiteX887" fmla="*/ 3016114 w 7467600"/>
              <a:gd name="connsiteY887" fmla="*/ 0 h 6858000"/>
              <a:gd name="connsiteX888" fmla="*/ 2979949 w 7467600"/>
              <a:gd name="connsiteY888" fmla="*/ 119274 h 6858000"/>
              <a:gd name="connsiteX889" fmla="*/ 3023879 w 7467600"/>
              <a:gd name="connsiteY889" fmla="*/ 0 h 6858000"/>
              <a:gd name="connsiteX890" fmla="*/ 3105400 w 7467600"/>
              <a:gd name="connsiteY890" fmla="*/ 0 h 6858000"/>
              <a:gd name="connsiteX891" fmla="*/ 3094669 w 7467600"/>
              <a:gd name="connsiteY891" fmla="*/ 30308 h 6858000"/>
              <a:gd name="connsiteX892" fmla="*/ 2901945 w 7467600"/>
              <a:gd name="connsiteY892" fmla="*/ 466538 h 6858000"/>
              <a:gd name="connsiteX893" fmla="*/ 2815209 w 7467600"/>
              <a:gd name="connsiteY893" fmla="*/ 497361 h 6858000"/>
              <a:gd name="connsiteX894" fmla="*/ 2844845 w 7467600"/>
              <a:gd name="connsiteY894" fmla="*/ 127638 h 6858000"/>
              <a:gd name="connsiteX895" fmla="*/ 2867960 w 7467600"/>
              <a:gd name="connsiteY895" fmla="*/ 0 h 6858000"/>
              <a:gd name="connsiteX896" fmla="*/ 1057230 w 7467600"/>
              <a:gd name="connsiteY896" fmla="*/ 0 h 6858000"/>
              <a:gd name="connsiteX897" fmla="*/ 1111003 w 7467600"/>
              <a:gd name="connsiteY897" fmla="*/ 0 h 6858000"/>
              <a:gd name="connsiteX898" fmla="*/ 1125553 w 7467600"/>
              <a:gd name="connsiteY898" fmla="*/ 52588 h 6858000"/>
              <a:gd name="connsiteX899" fmla="*/ 1304276 w 7467600"/>
              <a:gd name="connsiteY899" fmla="*/ 476275 h 6858000"/>
              <a:gd name="connsiteX900" fmla="*/ 1492066 w 7467600"/>
              <a:gd name="connsiteY900" fmla="*/ 886333 h 6858000"/>
              <a:gd name="connsiteX901" fmla="*/ 1423698 w 7467600"/>
              <a:gd name="connsiteY901" fmla="*/ 710817 h 6858000"/>
              <a:gd name="connsiteX902" fmla="*/ 1357609 w 7467600"/>
              <a:gd name="connsiteY902" fmla="*/ 532892 h 6858000"/>
              <a:gd name="connsiteX903" fmla="*/ 1309550 w 7467600"/>
              <a:gd name="connsiteY903" fmla="*/ 374031 h 6858000"/>
              <a:gd name="connsiteX904" fmla="*/ 1193673 w 7467600"/>
              <a:gd name="connsiteY904" fmla="*/ 49533 h 6858000"/>
              <a:gd name="connsiteX905" fmla="*/ 1164391 w 7467600"/>
              <a:gd name="connsiteY905" fmla="*/ 0 h 6858000"/>
              <a:gd name="connsiteX906" fmla="*/ 1200666 w 7467600"/>
              <a:gd name="connsiteY906" fmla="*/ 0 h 6858000"/>
              <a:gd name="connsiteX907" fmla="*/ 1223408 w 7467600"/>
              <a:gd name="connsiteY907" fmla="*/ 38996 h 6858000"/>
              <a:gd name="connsiteX908" fmla="*/ 1339635 w 7467600"/>
              <a:gd name="connsiteY908" fmla="*/ 365517 h 6858000"/>
              <a:gd name="connsiteX909" fmla="*/ 1387469 w 7467600"/>
              <a:gd name="connsiteY909" fmla="*/ 523079 h 6858000"/>
              <a:gd name="connsiteX910" fmla="*/ 1452685 w 7467600"/>
              <a:gd name="connsiteY910" fmla="*/ 699806 h 6858000"/>
              <a:gd name="connsiteX911" fmla="*/ 1492092 w 7467600"/>
              <a:gd name="connsiteY911" fmla="*/ 800424 h 6858000"/>
              <a:gd name="connsiteX912" fmla="*/ 1455302 w 7467600"/>
              <a:gd name="connsiteY912" fmla="*/ 632913 h 6858000"/>
              <a:gd name="connsiteX913" fmla="*/ 1222336 w 7467600"/>
              <a:gd name="connsiteY913" fmla="*/ 9480 h 6858000"/>
              <a:gd name="connsiteX914" fmla="*/ 1214634 w 7467600"/>
              <a:gd name="connsiteY914" fmla="*/ 0 h 6858000"/>
              <a:gd name="connsiteX915" fmla="*/ 1289827 w 7467600"/>
              <a:gd name="connsiteY915" fmla="*/ 0 h 6858000"/>
              <a:gd name="connsiteX916" fmla="*/ 1321076 w 7467600"/>
              <a:gd name="connsiteY916" fmla="*/ 59722 h 6858000"/>
              <a:gd name="connsiteX917" fmla="*/ 1512579 w 7467600"/>
              <a:gd name="connsiteY917" fmla="*/ 626441 h 6858000"/>
              <a:gd name="connsiteX918" fmla="*/ 1506076 w 7467600"/>
              <a:gd name="connsiteY918" fmla="*/ 1089289 h 6858000"/>
              <a:gd name="connsiteX919" fmla="*/ 1486346 w 7467600"/>
              <a:gd name="connsiteY919" fmla="*/ 1079919 h 6858000"/>
              <a:gd name="connsiteX920" fmla="*/ 1070511 w 7467600"/>
              <a:gd name="connsiteY920" fmla="*/ 48609 h 6858000"/>
              <a:gd name="connsiteX921" fmla="*/ 1057230 w 7467600"/>
              <a:gd name="connsiteY921" fmla="*/ 0 h 6858000"/>
              <a:gd name="connsiteX922" fmla="*/ 43151 w 7467600"/>
              <a:gd name="connsiteY922" fmla="*/ 0 h 6858000"/>
              <a:gd name="connsiteX923" fmla="*/ 95283 w 7467600"/>
              <a:gd name="connsiteY923" fmla="*/ 0 h 6858000"/>
              <a:gd name="connsiteX924" fmla="*/ 300708 w 7467600"/>
              <a:gd name="connsiteY924" fmla="*/ 154571 h 6858000"/>
              <a:gd name="connsiteX925" fmla="*/ 530414 w 7467600"/>
              <a:gd name="connsiteY925" fmla="*/ 354673 h 6858000"/>
              <a:gd name="connsiteX926" fmla="*/ 333785 w 7467600"/>
              <a:gd name="connsiteY926" fmla="*/ 161564 h 6858000"/>
              <a:gd name="connsiteX927" fmla="*/ 147005 w 7467600"/>
              <a:gd name="connsiteY927" fmla="*/ 0 h 6858000"/>
              <a:gd name="connsiteX928" fmla="*/ 272509 w 7467600"/>
              <a:gd name="connsiteY928" fmla="*/ 0 h 6858000"/>
              <a:gd name="connsiteX929" fmla="*/ 326276 w 7467600"/>
              <a:gd name="connsiteY929" fmla="*/ 45847 h 6858000"/>
              <a:gd name="connsiteX930" fmla="*/ 823759 w 7467600"/>
              <a:gd name="connsiteY930" fmla="*/ 574145 h 6858000"/>
              <a:gd name="connsiteX931" fmla="*/ 811254 w 7467600"/>
              <a:gd name="connsiteY931" fmla="*/ 665546 h 6858000"/>
              <a:gd name="connsiteX932" fmla="*/ 154042 w 7467600"/>
              <a:gd name="connsiteY932" fmla="*/ 261522 h 6858000"/>
              <a:gd name="connsiteX933" fmla="*/ 13550 w 7467600"/>
              <a:gd name="connsiteY933" fmla="*/ 158423 h 6858000"/>
              <a:gd name="connsiteX934" fmla="*/ 0 w 7467600"/>
              <a:gd name="connsiteY934" fmla="*/ 146618 h 6858000"/>
              <a:gd name="connsiteX935" fmla="*/ 0 w 7467600"/>
              <a:gd name="connsiteY935" fmla="*/ 59161 h 6858000"/>
              <a:gd name="connsiteX936" fmla="*/ 45427 w 7467600"/>
              <a:gd name="connsiteY936" fmla="*/ 101078 h 6858000"/>
              <a:gd name="connsiteX937" fmla="*/ 630103 w 7467600"/>
              <a:gd name="connsiteY937" fmla="*/ 485885 h 6858000"/>
              <a:gd name="connsiteX938" fmla="*/ 532040 w 7467600"/>
              <a:gd name="connsiteY938" fmla="*/ 399359 h 6858000"/>
              <a:gd name="connsiteX939" fmla="*/ 517618 w 7467600"/>
              <a:gd name="connsiteY939" fmla="*/ 385726 h 6858000"/>
              <a:gd name="connsiteX940" fmla="*/ 285074 w 7467600"/>
              <a:gd name="connsiteY940" fmla="*/ 182755 h 6858000"/>
              <a:gd name="connsiteX941" fmla="*/ 43151 w 7467600"/>
              <a:gd name="connsiteY941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289862 w 7467600"/>
              <a:gd name="connsiteY4" fmla="*/ 6659827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289862 w 7467600"/>
              <a:gd name="connsiteY8" fmla="*/ 6659827 h 6858000"/>
              <a:gd name="connsiteX9" fmla="*/ 1019354 w 7467600"/>
              <a:gd name="connsiteY9" fmla="*/ 6315006 h 6858000"/>
              <a:gd name="connsiteX10" fmla="*/ 441046 w 7467600"/>
              <a:gd name="connsiteY10" fmla="*/ 6691153 h 6858000"/>
              <a:gd name="connsiteX11" fmla="*/ 1019354 w 7467600"/>
              <a:gd name="connsiteY11" fmla="*/ 6315006 h 6858000"/>
              <a:gd name="connsiteX12" fmla="*/ 991680 w 7467600"/>
              <a:gd name="connsiteY12" fmla="*/ 6298413 h 6858000"/>
              <a:gd name="connsiteX13" fmla="*/ 409060 w 7467600"/>
              <a:gd name="connsiteY13" fmla="*/ 6671470 h 6858000"/>
              <a:gd name="connsiteX14" fmla="*/ 991680 w 7467600"/>
              <a:gd name="connsiteY14" fmla="*/ 6298413 h 6858000"/>
              <a:gd name="connsiteX15" fmla="*/ 103333 w 7467600"/>
              <a:gd name="connsiteY15" fmla="*/ 5699602 h 6858000"/>
              <a:gd name="connsiteX16" fmla="*/ 233938 w 7467600"/>
              <a:gd name="connsiteY16" fmla="*/ 5809416 h 6858000"/>
              <a:gd name="connsiteX17" fmla="*/ 883580 w 7467600"/>
              <a:gd name="connsiteY17" fmla="*/ 6180710 h 6858000"/>
              <a:gd name="connsiteX18" fmla="*/ 487337 w 7467600"/>
              <a:gd name="connsiteY18" fmla="*/ 5950182 h 6858000"/>
              <a:gd name="connsiteX19" fmla="*/ 354051 w 7467600"/>
              <a:gd name="connsiteY19" fmla="*/ 5854912 h 6858000"/>
              <a:gd name="connsiteX20" fmla="*/ 195436 w 7467600"/>
              <a:gd name="connsiteY20" fmla="*/ 5755068 h 6858000"/>
              <a:gd name="connsiteX21" fmla="*/ 103333 w 7467600"/>
              <a:gd name="connsiteY21" fmla="*/ 5699602 h 6858000"/>
              <a:gd name="connsiteX22" fmla="*/ 5539432 w 7467600"/>
              <a:gd name="connsiteY22" fmla="*/ 5642928 h 6858000"/>
              <a:gd name="connsiteX23" fmla="*/ 5555462 w 7467600"/>
              <a:gd name="connsiteY23" fmla="*/ 5694454 h 6858000"/>
              <a:gd name="connsiteX24" fmla="*/ 5828270 w 7467600"/>
              <a:gd name="connsiteY24" fmla="*/ 6320663 h 6858000"/>
              <a:gd name="connsiteX25" fmla="*/ 5947416 w 7467600"/>
              <a:gd name="connsiteY25" fmla="*/ 6574846 h 6858000"/>
              <a:gd name="connsiteX26" fmla="*/ 5539432 w 7467600"/>
              <a:gd name="connsiteY26" fmla="*/ 5642928 h 6858000"/>
              <a:gd name="connsiteX27" fmla="*/ 51253 w 7467600"/>
              <a:gd name="connsiteY27" fmla="*/ 5631825 h 6858000"/>
              <a:gd name="connsiteX28" fmla="*/ 211622 w 7467600"/>
              <a:gd name="connsiteY28" fmla="*/ 5728803 h 6858000"/>
              <a:gd name="connsiteX29" fmla="*/ 371652 w 7467600"/>
              <a:gd name="connsiteY29" fmla="*/ 5829062 h 6858000"/>
              <a:gd name="connsiteX30" fmla="*/ 505903 w 7467600"/>
              <a:gd name="connsiteY30" fmla="*/ 5925221 h 6858000"/>
              <a:gd name="connsiteX31" fmla="*/ 899240 w 7467600"/>
              <a:gd name="connsiteY31" fmla="*/ 6153068 h 6858000"/>
              <a:gd name="connsiteX32" fmla="*/ 988114 w 7467600"/>
              <a:gd name="connsiteY32" fmla="*/ 6174204 h 6858000"/>
              <a:gd name="connsiteX33" fmla="*/ 845971 w 7467600"/>
              <a:gd name="connsiteY33" fmla="*/ 6067177 h 6858000"/>
              <a:gd name="connsiteX34" fmla="*/ 448057 w 7467600"/>
              <a:gd name="connsiteY34" fmla="*/ 5841376 h 6858000"/>
              <a:gd name="connsiteX35" fmla="*/ 51253 w 7467600"/>
              <a:gd name="connsiteY35" fmla="*/ 5631825 h 6858000"/>
              <a:gd name="connsiteX36" fmla="*/ 2606687 w 7467600"/>
              <a:gd name="connsiteY36" fmla="*/ 5630718 h 6858000"/>
              <a:gd name="connsiteX37" fmla="*/ 2645658 w 7467600"/>
              <a:gd name="connsiteY37" fmla="*/ 6640259 h 6858000"/>
              <a:gd name="connsiteX38" fmla="*/ 2606687 w 7467600"/>
              <a:gd name="connsiteY38" fmla="*/ 5630718 h 6858000"/>
              <a:gd name="connsiteX39" fmla="*/ 3642057 w 7467600"/>
              <a:gd name="connsiteY39" fmla="*/ 5573487 h 6858000"/>
              <a:gd name="connsiteX40" fmla="*/ 3632981 w 7467600"/>
              <a:gd name="connsiteY40" fmla="*/ 5579437 h 6858000"/>
              <a:gd name="connsiteX41" fmla="*/ 3382436 w 7467600"/>
              <a:gd name="connsiteY41" fmla="*/ 5952726 h 6858000"/>
              <a:gd name="connsiteX42" fmla="*/ 3191929 w 7467600"/>
              <a:gd name="connsiteY42" fmla="*/ 6662669 h 6858000"/>
              <a:gd name="connsiteX43" fmla="*/ 3369898 w 7467600"/>
              <a:gd name="connsiteY43" fmla="*/ 6081771 h 6858000"/>
              <a:gd name="connsiteX44" fmla="*/ 3642057 w 7467600"/>
              <a:gd name="connsiteY44" fmla="*/ 5573487 h 6858000"/>
              <a:gd name="connsiteX45" fmla="*/ 2650666 w 7467600"/>
              <a:gd name="connsiteY45" fmla="*/ 5530686 h 6858000"/>
              <a:gd name="connsiteX46" fmla="*/ 2650249 w 7467600"/>
              <a:gd name="connsiteY46" fmla="*/ 5532101 h 6858000"/>
              <a:gd name="connsiteX47" fmla="*/ 2663808 w 7467600"/>
              <a:gd name="connsiteY47" fmla="*/ 6535215 h 6858000"/>
              <a:gd name="connsiteX48" fmla="*/ 2665418 w 7467600"/>
              <a:gd name="connsiteY48" fmla="*/ 6132756 h 6858000"/>
              <a:gd name="connsiteX49" fmla="*/ 2650666 w 7467600"/>
              <a:gd name="connsiteY49" fmla="*/ 5530686 h 6858000"/>
              <a:gd name="connsiteX50" fmla="*/ 2680277 w 7467600"/>
              <a:gd name="connsiteY50" fmla="*/ 5479204 h 6858000"/>
              <a:gd name="connsiteX51" fmla="*/ 2678972 w 7467600"/>
              <a:gd name="connsiteY51" fmla="*/ 5481582 h 6858000"/>
              <a:gd name="connsiteX52" fmla="*/ 2696666 w 7467600"/>
              <a:gd name="connsiteY52" fmla="*/ 6133836 h 6858000"/>
              <a:gd name="connsiteX53" fmla="*/ 2695769 w 7467600"/>
              <a:gd name="connsiteY53" fmla="*/ 6390955 h 6858000"/>
              <a:gd name="connsiteX54" fmla="*/ 2739893 w 7467600"/>
              <a:gd name="connsiteY54" fmla="*/ 6108357 h 6858000"/>
              <a:gd name="connsiteX55" fmla="*/ 2680277 w 7467600"/>
              <a:gd name="connsiteY55" fmla="*/ 5479204 h 6858000"/>
              <a:gd name="connsiteX56" fmla="*/ 1132195 w 7467600"/>
              <a:gd name="connsiteY56" fmla="*/ 5467980 h 6858000"/>
              <a:gd name="connsiteX57" fmla="*/ 1679056 w 7467600"/>
              <a:gd name="connsiteY57" fmla="*/ 5516907 h 6858000"/>
              <a:gd name="connsiteX58" fmla="*/ 2128648 w 7467600"/>
              <a:gd name="connsiteY58" fmla="*/ 5474249 h 6858000"/>
              <a:gd name="connsiteX59" fmla="*/ 1825619 w 7467600"/>
              <a:gd name="connsiteY59" fmla="*/ 5478447 h 6858000"/>
              <a:gd name="connsiteX60" fmla="*/ 1737798 w 7467600"/>
              <a:gd name="connsiteY60" fmla="*/ 5483353 h 6858000"/>
              <a:gd name="connsiteX61" fmla="*/ 1132195 w 7467600"/>
              <a:gd name="connsiteY61" fmla="*/ 5467980 h 6858000"/>
              <a:gd name="connsiteX62" fmla="*/ 1456157 w 7467600"/>
              <a:gd name="connsiteY62" fmla="*/ 5371404 h 6858000"/>
              <a:gd name="connsiteX63" fmla="*/ 1244432 w 7467600"/>
              <a:gd name="connsiteY63" fmla="*/ 5385601 h 6858000"/>
              <a:gd name="connsiteX64" fmla="*/ 973990 w 7467600"/>
              <a:gd name="connsiteY64" fmla="*/ 5424940 h 6858000"/>
              <a:gd name="connsiteX65" fmla="*/ 1103809 w 7467600"/>
              <a:gd name="connsiteY65" fmla="*/ 5433720 h 6858000"/>
              <a:gd name="connsiteX66" fmla="*/ 1123454 w 7467600"/>
              <a:gd name="connsiteY66" fmla="*/ 5435727 h 6858000"/>
              <a:gd name="connsiteX67" fmla="*/ 1737017 w 7467600"/>
              <a:gd name="connsiteY67" fmla="*/ 5452183 h 6858000"/>
              <a:gd name="connsiteX68" fmla="*/ 1824397 w 7467600"/>
              <a:gd name="connsiteY68" fmla="*/ 5447757 h 6858000"/>
              <a:gd name="connsiteX69" fmla="*/ 2070059 w 7467600"/>
              <a:gd name="connsiteY69" fmla="*/ 5441660 h 6858000"/>
              <a:gd name="connsiteX70" fmla="*/ 1456157 w 7467600"/>
              <a:gd name="connsiteY70" fmla="*/ 5371404 h 6858000"/>
              <a:gd name="connsiteX71" fmla="*/ 4988186 w 7467600"/>
              <a:gd name="connsiteY71" fmla="*/ 5216467 h 6858000"/>
              <a:gd name="connsiteX72" fmla="*/ 4777334 w 7467600"/>
              <a:gd name="connsiteY72" fmla="*/ 5406072 h 6858000"/>
              <a:gd name="connsiteX73" fmla="*/ 4718341 w 7467600"/>
              <a:gd name="connsiteY73" fmla="*/ 5468043 h 6858000"/>
              <a:gd name="connsiteX74" fmla="*/ 4604655 w 7467600"/>
              <a:gd name="connsiteY74" fmla="*/ 5583434 h 6858000"/>
              <a:gd name="connsiteX75" fmla="*/ 4565074 w 7467600"/>
              <a:gd name="connsiteY75" fmla="*/ 5618550 h 6858000"/>
              <a:gd name="connsiteX76" fmla="*/ 4988186 w 7467600"/>
              <a:gd name="connsiteY76" fmla="*/ 5216467 h 6858000"/>
              <a:gd name="connsiteX77" fmla="*/ 4978032 w 7467600"/>
              <a:gd name="connsiteY77" fmla="*/ 5183809 h 6858000"/>
              <a:gd name="connsiteX78" fmla="*/ 4463413 w 7467600"/>
              <a:gd name="connsiteY78" fmla="*/ 5615162 h 6858000"/>
              <a:gd name="connsiteX79" fmla="*/ 4358134 w 7467600"/>
              <a:gd name="connsiteY79" fmla="*/ 5742791 h 6858000"/>
              <a:gd name="connsiteX80" fmla="*/ 4376219 w 7467600"/>
              <a:gd name="connsiteY80" fmla="*/ 5729027 h 6858000"/>
              <a:gd name="connsiteX81" fmla="*/ 4582340 w 7467600"/>
              <a:gd name="connsiteY81" fmla="*/ 5561037 h 6858000"/>
              <a:gd name="connsiteX82" fmla="*/ 4694684 w 7467600"/>
              <a:gd name="connsiteY82" fmla="*/ 5447098 h 6858000"/>
              <a:gd name="connsiteX83" fmla="*/ 4754123 w 7467600"/>
              <a:gd name="connsiteY83" fmla="*/ 5384643 h 6858000"/>
              <a:gd name="connsiteX84" fmla="*/ 4978032 w 7467600"/>
              <a:gd name="connsiteY84" fmla="*/ 5183809 h 6858000"/>
              <a:gd name="connsiteX85" fmla="*/ 1903353 w 7467600"/>
              <a:gd name="connsiteY85" fmla="*/ 5044827 h 6858000"/>
              <a:gd name="connsiteX86" fmla="*/ 1936931 w 7467600"/>
              <a:gd name="connsiteY86" fmla="*/ 5093954 h 6858000"/>
              <a:gd name="connsiteX87" fmla="*/ 2195868 w 7467600"/>
              <a:gd name="connsiteY87" fmla="*/ 5396574 h 6858000"/>
              <a:gd name="connsiteX88" fmla="*/ 2088852 w 7467600"/>
              <a:gd name="connsiteY88" fmla="*/ 5166123 h 6858000"/>
              <a:gd name="connsiteX89" fmla="*/ 1958241 w 7467600"/>
              <a:gd name="connsiteY89" fmla="*/ 5067955 h 6858000"/>
              <a:gd name="connsiteX90" fmla="*/ 1903353 w 7467600"/>
              <a:gd name="connsiteY90" fmla="*/ 5044827 h 6858000"/>
              <a:gd name="connsiteX91" fmla="*/ 1979378 w 7467600"/>
              <a:gd name="connsiteY91" fmla="*/ 4769504 h 6858000"/>
              <a:gd name="connsiteX92" fmla="*/ 2882120 w 7467600"/>
              <a:gd name="connsiteY92" fmla="*/ 5064547 h 6858000"/>
              <a:gd name="connsiteX93" fmla="*/ 2793103 w 7467600"/>
              <a:gd name="connsiteY93" fmla="*/ 5039699 h 6858000"/>
              <a:gd name="connsiteX94" fmla="*/ 2770041 w 7467600"/>
              <a:gd name="connsiteY94" fmla="*/ 5033634 h 6858000"/>
              <a:gd name="connsiteX95" fmla="*/ 1979378 w 7467600"/>
              <a:gd name="connsiteY95" fmla="*/ 4769504 h 6858000"/>
              <a:gd name="connsiteX96" fmla="*/ 1927410 w 7467600"/>
              <a:gd name="connsiteY96" fmla="*/ 4716164 h 6858000"/>
              <a:gd name="connsiteX97" fmla="*/ 1959587 w 7467600"/>
              <a:gd name="connsiteY97" fmla="*/ 4728849 h 6858000"/>
              <a:gd name="connsiteX98" fmla="*/ 2777707 w 7467600"/>
              <a:gd name="connsiteY98" fmla="*/ 5003991 h 6858000"/>
              <a:gd name="connsiteX99" fmla="*/ 2800768 w 7467600"/>
              <a:gd name="connsiteY99" fmla="*/ 5010056 h 6858000"/>
              <a:gd name="connsiteX100" fmla="*/ 2879408 w 7467600"/>
              <a:gd name="connsiteY100" fmla="*/ 5031590 h 6858000"/>
              <a:gd name="connsiteX101" fmla="*/ 2862295 w 7467600"/>
              <a:gd name="connsiteY101" fmla="*/ 5022958 h 6858000"/>
              <a:gd name="connsiteX102" fmla="*/ 2813343 w 7467600"/>
              <a:gd name="connsiteY102" fmla="*/ 4998369 h 6858000"/>
              <a:gd name="connsiteX103" fmla="*/ 2646245 w 7467600"/>
              <a:gd name="connsiteY103" fmla="*/ 4930999 h 6858000"/>
              <a:gd name="connsiteX104" fmla="*/ 1999243 w 7467600"/>
              <a:gd name="connsiteY104" fmla="*/ 4730524 h 6858000"/>
              <a:gd name="connsiteX105" fmla="*/ 1979527 w 7467600"/>
              <a:gd name="connsiteY105" fmla="*/ 4726651 h 6858000"/>
              <a:gd name="connsiteX106" fmla="*/ 1927410 w 7467600"/>
              <a:gd name="connsiteY106" fmla="*/ 4716164 h 6858000"/>
              <a:gd name="connsiteX107" fmla="*/ 1997014 w 7467600"/>
              <a:gd name="connsiteY107" fmla="*/ 4698007 h 6858000"/>
              <a:gd name="connsiteX108" fmla="*/ 2005458 w 7467600"/>
              <a:gd name="connsiteY108" fmla="*/ 4699540 h 6858000"/>
              <a:gd name="connsiteX109" fmla="*/ 2657186 w 7467600"/>
              <a:gd name="connsiteY109" fmla="*/ 4901687 h 6858000"/>
              <a:gd name="connsiteX110" fmla="*/ 2826662 w 7467600"/>
              <a:gd name="connsiteY110" fmla="*/ 4970362 h 6858000"/>
              <a:gd name="connsiteX111" fmla="*/ 2876100 w 7467600"/>
              <a:gd name="connsiteY111" fmla="*/ 4995397 h 6858000"/>
              <a:gd name="connsiteX112" fmla="*/ 3042600 w 7467600"/>
              <a:gd name="connsiteY112" fmla="*/ 5059532 h 6858000"/>
              <a:gd name="connsiteX113" fmla="*/ 1997014 w 7467600"/>
              <a:gd name="connsiteY113" fmla="*/ 4698007 h 6858000"/>
              <a:gd name="connsiteX114" fmla="*/ 2305292 w 7467600"/>
              <a:gd name="connsiteY114" fmla="*/ 4219492 h 6858000"/>
              <a:gd name="connsiteX115" fmla="*/ 3360922 w 7467600"/>
              <a:gd name="connsiteY115" fmla="*/ 4529373 h 6858000"/>
              <a:gd name="connsiteX116" fmla="*/ 3492420 w 7467600"/>
              <a:gd name="connsiteY116" fmla="*/ 4510145 h 6858000"/>
              <a:gd name="connsiteX117" fmla="*/ 3364086 w 7467600"/>
              <a:gd name="connsiteY117" fmla="*/ 4480340 h 6858000"/>
              <a:gd name="connsiteX118" fmla="*/ 3225818 w 7467600"/>
              <a:gd name="connsiteY118" fmla="*/ 4411822 h 6858000"/>
              <a:gd name="connsiteX119" fmla="*/ 3129696 w 7467600"/>
              <a:gd name="connsiteY119" fmla="*/ 4360704 h 6858000"/>
              <a:gd name="connsiteX120" fmla="*/ 2814545 w 7467600"/>
              <a:gd name="connsiteY120" fmla="*/ 4282955 h 6858000"/>
              <a:gd name="connsiteX121" fmla="*/ 2305292 w 7467600"/>
              <a:gd name="connsiteY121" fmla="*/ 4219492 h 6858000"/>
              <a:gd name="connsiteX122" fmla="*/ 2626982 w 7467600"/>
              <a:gd name="connsiteY122" fmla="*/ 4206450 h 6858000"/>
              <a:gd name="connsiteX123" fmla="*/ 2490617 w 7467600"/>
              <a:gd name="connsiteY123" fmla="*/ 4206951 h 6858000"/>
              <a:gd name="connsiteX124" fmla="*/ 2819869 w 7467600"/>
              <a:gd name="connsiteY124" fmla="*/ 4252936 h 6858000"/>
              <a:gd name="connsiteX125" fmla="*/ 3143018 w 7467600"/>
              <a:gd name="connsiteY125" fmla="*/ 4332698 h 6858000"/>
              <a:gd name="connsiteX126" fmla="*/ 3241520 w 7467600"/>
              <a:gd name="connsiteY126" fmla="*/ 4385112 h 6858000"/>
              <a:gd name="connsiteX127" fmla="*/ 3374575 w 7467600"/>
              <a:gd name="connsiteY127" fmla="*/ 4451517 h 6858000"/>
              <a:gd name="connsiteX128" fmla="*/ 3505221 w 7467600"/>
              <a:gd name="connsiteY128" fmla="*/ 4480757 h 6858000"/>
              <a:gd name="connsiteX129" fmla="*/ 2626982 w 7467600"/>
              <a:gd name="connsiteY129" fmla="*/ 4206450 h 6858000"/>
              <a:gd name="connsiteX130" fmla="*/ 1310106 w 7467600"/>
              <a:gd name="connsiteY130" fmla="*/ 3943217 h 6858000"/>
              <a:gd name="connsiteX131" fmla="*/ 854994 w 7467600"/>
              <a:gd name="connsiteY131" fmla="*/ 4399136 h 6858000"/>
              <a:gd name="connsiteX132" fmla="*/ 742462 w 7467600"/>
              <a:gd name="connsiteY132" fmla="*/ 4594648 h 6858000"/>
              <a:gd name="connsiteX133" fmla="*/ 820602 w 7467600"/>
              <a:gd name="connsiteY133" fmla="*/ 4485915 h 6858000"/>
              <a:gd name="connsiteX134" fmla="*/ 878295 w 7467600"/>
              <a:gd name="connsiteY134" fmla="*/ 4403594 h 6858000"/>
              <a:gd name="connsiteX135" fmla="*/ 1240607 w 7467600"/>
              <a:gd name="connsiteY135" fmla="*/ 4010401 h 6858000"/>
              <a:gd name="connsiteX136" fmla="*/ 1310106 w 7467600"/>
              <a:gd name="connsiteY136" fmla="*/ 3943217 h 6858000"/>
              <a:gd name="connsiteX137" fmla="*/ 1423113 w 7467600"/>
              <a:gd name="connsiteY137" fmla="*/ 3874565 h 6858000"/>
              <a:gd name="connsiteX138" fmla="*/ 1260565 w 7467600"/>
              <a:gd name="connsiteY138" fmla="*/ 4031982 h 6858000"/>
              <a:gd name="connsiteX139" fmla="*/ 901900 w 7467600"/>
              <a:gd name="connsiteY139" fmla="*/ 4421236 h 6858000"/>
              <a:gd name="connsiteX140" fmla="*/ 845044 w 7467600"/>
              <a:gd name="connsiteY140" fmla="*/ 4502436 h 6858000"/>
              <a:gd name="connsiteX141" fmla="*/ 685926 w 7467600"/>
              <a:gd name="connsiteY141" fmla="*/ 4703069 h 6858000"/>
              <a:gd name="connsiteX142" fmla="*/ 684248 w 7467600"/>
              <a:gd name="connsiteY142" fmla="*/ 4706721 h 6858000"/>
              <a:gd name="connsiteX143" fmla="*/ 1423113 w 7467600"/>
              <a:gd name="connsiteY143" fmla="*/ 3874565 h 6858000"/>
              <a:gd name="connsiteX144" fmla="*/ 3316479 w 7467600"/>
              <a:gd name="connsiteY144" fmla="*/ 3872136 h 6858000"/>
              <a:gd name="connsiteX145" fmla="*/ 3546806 w 7467600"/>
              <a:gd name="connsiteY145" fmla="*/ 4356139 h 6858000"/>
              <a:gd name="connsiteX146" fmla="*/ 3364433 w 7467600"/>
              <a:gd name="connsiteY146" fmla="*/ 3953121 h 6858000"/>
              <a:gd name="connsiteX147" fmla="*/ 3316479 w 7467600"/>
              <a:gd name="connsiteY147" fmla="*/ 3872136 h 6858000"/>
              <a:gd name="connsiteX148" fmla="*/ 3291335 w 7467600"/>
              <a:gd name="connsiteY148" fmla="*/ 3767420 h 6858000"/>
              <a:gd name="connsiteX149" fmla="*/ 3390805 w 7467600"/>
              <a:gd name="connsiteY149" fmla="*/ 3937163 h 6858000"/>
              <a:gd name="connsiteX150" fmla="*/ 3579062 w 7467600"/>
              <a:gd name="connsiteY150" fmla="*/ 4359040 h 6858000"/>
              <a:gd name="connsiteX151" fmla="*/ 3467355 w 7467600"/>
              <a:gd name="connsiteY151" fmla="*/ 3988130 h 6858000"/>
              <a:gd name="connsiteX152" fmla="*/ 3310753 w 7467600"/>
              <a:gd name="connsiteY152" fmla="*/ 3787140 h 6858000"/>
              <a:gd name="connsiteX153" fmla="*/ 3291335 w 7467600"/>
              <a:gd name="connsiteY153" fmla="*/ 3767420 h 6858000"/>
              <a:gd name="connsiteX154" fmla="*/ 1635889 w 7467600"/>
              <a:gd name="connsiteY154" fmla="*/ 3709494 h 6858000"/>
              <a:gd name="connsiteX155" fmla="*/ 1634800 w 7467600"/>
              <a:gd name="connsiteY155" fmla="*/ 3731111 h 6858000"/>
              <a:gd name="connsiteX156" fmla="*/ 1635889 w 7467600"/>
              <a:gd name="connsiteY156" fmla="*/ 3709494 h 6858000"/>
              <a:gd name="connsiteX157" fmla="*/ 1510397 w 7467600"/>
              <a:gd name="connsiteY157" fmla="*/ 3684705 h 6858000"/>
              <a:gd name="connsiteX158" fmla="*/ 1146550 w 7467600"/>
              <a:gd name="connsiteY158" fmla="*/ 3802012 h 6858000"/>
              <a:gd name="connsiteX159" fmla="*/ 698834 w 7467600"/>
              <a:gd name="connsiteY159" fmla="*/ 3952272 h 6858000"/>
              <a:gd name="connsiteX160" fmla="*/ 34256 w 7467600"/>
              <a:gd name="connsiteY160" fmla="*/ 4347603 h 6858000"/>
              <a:gd name="connsiteX161" fmla="*/ 527241 w 7467600"/>
              <a:gd name="connsiteY161" fmla="*/ 4065078 h 6858000"/>
              <a:gd name="connsiteX162" fmla="*/ 1510397 w 7467600"/>
              <a:gd name="connsiteY162" fmla="*/ 3684705 h 6858000"/>
              <a:gd name="connsiteX163" fmla="*/ 1313114 w 7467600"/>
              <a:gd name="connsiteY163" fmla="*/ 3655216 h 6858000"/>
              <a:gd name="connsiteX164" fmla="*/ 1109304 w 7467600"/>
              <a:gd name="connsiteY164" fmla="*/ 3669030 h 6858000"/>
              <a:gd name="connsiteX165" fmla="*/ 8129 w 7467600"/>
              <a:gd name="connsiteY165" fmla="*/ 4330519 h 6858000"/>
              <a:gd name="connsiteX166" fmla="*/ 687572 w 7467600"/>
              <a:gd name="connsiteY166" fmla="*/ 3925629 h 6858000"/>
              <a:gd name="connsiteX167" fmla="*/ 1138365 w 7467600"/>
              <a:gd name="connsiteY167" fmla="*/ 3774515 h 6858000"/>
              <a:gd name="connsiteX168" fmla="*/ 1505579 w 7467600"/>
              <a:gd name="connsiteY168" fmla="*/ 3655526 h 6858000"/>
              <a:gd name="connsiteX169" fmla="*/ 1313114 w 7467600"/>
              <a:gd name="connsiteY169" fmla="*/ 3655216 h 6858000"/>
              <a:gd name="connsiteX170" fmla="*/ 3655073 w 7467600"/>
              <a:gd name="connsiteY170" fmla="*/ 3650884 h 6858000"/>
              <a:gd name="connsiteX171" fmla="*/ 3989938 w 7467600"/>
              <a:gd name="connsiteY171" fmla="*/ 3991685 h 6858000"/>
              <a:gd name="connsiteX172" fmla="*/ 4393907 w 7467600"/>
              <a:gd name="connsiteY172" fmla="*/ 4261258 h 6858000"/>
              <a:gd name="connsiteX173" fmla="*/ 4648051 w 7467600"/>
              <a:gd name="connsiteY173" fmla="*/ 4374051 h 6858000"/>
              <a:gd name="connsiteX174" fmla="*/ 4383389 w 7467600"/>
              <a:gd name="connsiteY174" fmla="*/ 4184369 h 6858000"/>
              <a:gd name="connsiteX175" fmla="*/ 4165508 w 7467600"/>
              <a:gd name="connsiteY175" fmla="*/ 4035196 h 6858000"/>
              <a:gd name="connsiteX176" fmla="*/ 4068162 w 7467600"/>
              <a:gd name="connsiteY176" fmla="*/ 3953394 h 6858000"/>
              <a:gd name="connsiteX177" fmla="*/ 3981416 w 7467600"/>
              <a:gd name="connsiteY177" fmla="*/ 3880482 h 6858000"/>
              <a:gd name="connsiteX178" fmla="*/ 3800147 w 7467600"/>
              <a:gd name="connsiteY178" fmla="*/ 3749872 h 6858000"/>
              <a:gd name="connsiteX179" fmla="*/ 3655073 w 7467600"/>
              <a:gd name="connsiteY179" fmla="*/ 3650884 h 6858000"/>
              <a:gd name="connsiteX180" fmla="*/ 3670252 w 7467600"/>
              <a:gd name="connsiteY180" fmla="*/ 3622798 h 6858000"/>
              <a:gd name="connsiteX181" fmla="*/ 3817258 w 7467600"/>
              <a:gd name="connsiteY181" fmla="*/ 3723577 h 6858000"/>
              <a:gd name="connsiteX182" fmla="*/ 4000461 w 7467600"/>
              <a:gd name="connsiteY182" fmla="*/ 3855966 h 6858000"/>
              <a:gd name="connsiteX183" fmla="*/ 4088180 w 7467600"/>
              <a:gd name="connsiteY183" fmla="*/ 3929774 h 6858000"/>
              <a:gd name="connsiteX184" fmla="*/ 4184555 w 7467600"/>
              <a:gd name="connsiteY184" fmla="*/ 4010683 h 6858000"/>
              <a:gd name="connsiteX185" fmla="*/ 4399563 w 7467600"/>
              <a:gd name="connsiteY185" fmla="*/ 4158106 h 6858000"/>
              <a:gd name="connsiteX186" fmla="*/ 4684469 w 7467600"/>
              <a:gd name="connsiteY186" fmla="*/ 4364680 h 6858000"/>
              <a:gd name="connsiteX187" fmla="*/ 4690271 w 7467600"/>
              <a:gd name="connsiteY187" fmla="*/ 4370034 h 6858000"/>
              <a:gd name="connsiteX188" fmla="*/ 4136093 w 7467600"/>
              <a:gd name="connsiteY188" fmla="*/ 3858466 h 6858000"/>
              <a:gd name="connsiteX189" fmla="*/ 3670252 w 7467600"/>
              <a:gd name="connsiteY189" fmla="*/ 3622798 h 6858000"/>
              <a:gd name="connsiteX190" fmla="*/ 4440129 w 7467600"/>
              <a:gd name="connsiteY190" fmla="*/ 3448571 h 6858000"/>
              <a:gd name="connsiteX191" fmla="*/ 4856525 w 7467600"/>
              <a:gd name="connsiteY191" fmla="*/ 3915351 h 6858000"/>
              <a:gd name="connsiteX192" fmla="*/ 5059055 w 7467600"/>
              <a:gd name="connsiteY192" fmla="*/ 4108918 h 6858000"/>
              <a:gd name="connsiteX193" fmla="*/ 5290070 w 7467600"/>
              <a:gd name="connsiteY193" fmla="*/ 4263619 h 6858000"/>
              <a:gd name="connsiteX194" fmla="*/ 4834991 w 7467600"/>
              <a:gd name="connsiteY194" fmla="*/ 3830985 h 6858000"/>
              <a:gd name="connsiteX195" fmla="*/ 4440129 w 7467600"/>
              <a:gd name="connsiteY195" fmla="*/ 3448571 h 6858000"/>
              <a:gd name="connsiteX196" fmla="*/ 4441737 w 7467600"/>
              <a:gd name="connsiteY196" fmla="*/ 3399734 h 6858000"/>
              <a:gd name="connsiteX197" fmla="*/ 4431236 w 7467600"/>
              <a:gd name="connsiteY197" fmla="*/ 3400954 h 6858000"/>
              <a:gd name="connsiteX198" fmla="*/ 4557150 w 7467600"/>
              <a:gd name="connsiteY198" fmla="*/ 3510023 h 6858000"/>
              <a:gd name="connsiteX199" fmla="*/ 4856936 w 7467600"/>
              <a:gd name="connsiteY199" fmla="*/ 3809146 h 6858000"/>
              <a:gd name="connsiteX200" fmla="*/ 5111996 w 7467600"/>
              <a:gd name="connsiteY200" fmla="*/ 4065759 h 6858000"/>
              <a:gd name="connsiteX201" fmla="*/ 5388878 w 7467600"/>
              <a:gd name="connsiteY201" fmla="*/ 4300185 h 6858000"/>
              <a:gd name="connsiteX202" fmla="*/ 5425556 w 7467600"/>
              <a:gd name="connsiteY202" fmla="*/ 4308967 h 6858000"/>
              <a:gd name="connsiteX203" fmla="*/ 4943646 w 7467600"/>
              <a:gd name="connsiteY203" fmla="*/ 3822916 h 6858000"/>
              <a:gd name="connsiteX204" fmla="*/ 4594837 w 7467600"/>
              <a:gd name="connsiteY204" fmla="*/ 3532274 h 6858000"/>
              <a:gd name="connsiteX205" fmla="*/ 4441737 w 7467600"/>
              <a:gd name="connsiteY205" fmla="*/ 3399734 h 6858000"/>
              <a:gd name="connsiteX206" fmla="*/ 5425834 w 7467600"/>
              <a:gd name="connsiteY206" fmla="*/ 3162785 h 6858000"/>
              <a:gd name="connsiteX207" fmla="*/ 5401644 w 7467600"/>
              <a:gd name="connsiteY207" fmla="*/ 3617847 h 6858000"/>
              <a:gd name="connsiteX208" fmla="*/ 5467256 w 7467600"/>
              <a:gd name="connsiteY208" fmla="*/ 4175494 h 6858000"/>
              <a:gd name="connsiteX209" fmla="*/ 5448069 w 7467600"/>
              <a:gd name="connsiteY209" fmla="*/ 3567554 h 6858000"/>
              <a:gd name="connsiteX210" fmla="*/ 5425834 w 7467600"/>
              <a:gd name="connsiteY210" fmla="*/ 3162785 h 6858000"/>
              <a:gd name="connsiteX211" fmla="*/ 1318687 w 7467600"/>
              <a:gd name="connsiteY211" fmla="*/ 3113840 h 6858000"/>
              <a:gd name="connsiteX212" fmla="*/ 1066793 w 7467600"/>
              <a:gd name="connsiteY212" fmla="*/ 3212171 h 6858000"/>
              <a:gd name="connsiteX213" fmla="*/ 993319 w 7467600"/>
              <a:gd name="connsiteY213" fmla="*/ 3247648 h 6858000"/>
              <a:gd name="connsiteX214" fmla="*/ 853081 w 7467600"/>
              <a:gd name="connsiteY214" fmla="*/ 3312410 h 6858000"/>
              <a:gd name="connsiteX215" fmla="*/ 805957 w 7467600"/>
              <a:gd name="connsiteY215" fmla="*/ 3330443 h 6858000"/>
              <a:gd name="connsiteX216" fmla="*/ 1318687 w 7467600"/>
              <a:gd name="connsiteY216" fmla="*/ 3113840 h 6858000"/>
              <a:gd name="connsiteX217" fmla="*/ 5453702 w 7467600"/>
              <a:gd name="connsiteY217" fmla="*/ 3090882 h 6858000"/>
              <a:gd name="connsiteX218" fmla="*/ 5480135 w 7467600"/>
              <a:gd name="connsiteY218" fmla="*/ 3565802 h 6858000"/>
              <a:gd name="connsiteX219" fmla="*/ 5499023 w 7467600"/>
              <a:gd name="connsiteY219" fmla="*/ 4166310 h 6858000"/>
              <a:gd name="connsiteX220" fmla="*/ 5547022 w 7467600"/>
              <a:gd name="connsiteY220" fmla="*/ 3607838 h 6858000"/>
              <a:gd name="connsiteX221" fmla="*/ 5515964 w 7467600"/>
              <a:gd name="connsiteY221" fmla="*/ 3378541 h 6858000"/>
              <a:gd name="connsiteX222" fmla="*/ 5453702 w 7467600"/>
              <a:gd name="connsiteY222" fmla="*/ 3090882 h 6858000"/>
              <a:gd name="connsiteX223" fmla="*/ 1238695 w 7467600"/>
              <a:gd name="connsiteY223" fmla="*/ 3076820 h 6858000"/>
              <a:gd name="connsiteX224" fmla="*/ 716371 w 7467600"/>
              <a:gd name="connsiteY224" fmla="*/ 3293249 h 6858000"/>
              <a:gd name="connsiteX225" fmla="*/ 579522 w 7467600"/>
              <a:gd name="connsiteY225" fmla="*/ 3371759 h 6858000"/>
              <a:gd name="connsiteX226" fmla="*/ 600288 w 7467600"/>
              <a:gd name="connsiteY226" fmla="*/ 3365555 h 6858000"/>
              <a:gd name="connsiteX227" fmla="*/ 840692 w 7467600"/>
              <a:gd name="connsiteY227" fmla="*/ 3284921 h 6858000"/>
              <a:gd name="connsiteX228" fmla="*/ 979248 w 7467600"/>
              <a:gd name="connsiteY228" fmla="*/ 3221003 h 6858000"/>
              <a:gd name="connsiteX229" fmla="*/ 1053282 w 7467600"/>
              <a:gd name="connsiteY229" fmla="*/ 3185247 h 6858000"/>
              <a:gd name="connsiteX230" fmla="*/ 1320603 w 7467600"/>
              <a:gd name="connsiteY230" fmla="*/ 3081281 h 6858000"/>
              <a:gd name="connsiteX231" fmla="*/ 1238695 w 7467600"/>
              <a:gd name="connsiteY231" fmla="*/ 3076820 h 6858000"/>
              <a:gd name="connsiteX232" fmla="*/ 5425627 w 7467600"/>
              <a:gd name="connsiteY232" fmla="*/ 2954192 h 6858000"/>
              <a:gd name="connsiteX233" fmla="*/ 5470770 w 7467600"/>
              <a:gd name="connsiteY233" fmla="*/ 3005435 h 6858000"/>
              <a:gd name="connsiteX234" fmla="*/ 5519779 w 7467600"/>
              <a:gd name="connsiteY234" fmla="*/ 4359223 h 6858000"/>
              <a:gd name="connsiteX235" fmla="*/ 5520293 w 7467600"/>
              <a:gd name="connsiteY235" fmla="*/ 4360602 h 6858000"/>
              <a:gd name="connsiteX236" fmla="*/ 5767221 w 7467600"/>
              <a:gd name="connsiteY236" fmla="*/ 4665564 h 6858000"/>
              <a:gd name="connsiteX237" fmla="*/ 6937169 w 7467600"/>
              <a:gd name="connsiteY237" fmla="*/ 4815941 h 6858000"/>
              <a:gd name="connsiteX238" fmla="*/ 6953922 w 7467600"/>
              <a:gd name="connsiteY238" fmla="*/ 4890068 h 6858000"/>
              <a:gd name="connsiteX239" fmla="*/ 6071359 w 7467600"/>
              <a:gd name="connsiteY239" fmla="*/ 4770770 h 6858000"/>
              <a:gd name="connsiteX240" fmla="*/ 6038839 w 7467600"/>
              <a:gd name="connsiteY240" fmla="*/ 4764474 h 6858000"/>
              <a:gd name="connsiteX241" fmla="*/ 6038706 w 7467600"/>
              <a:gd name="connsiteY241" fmla="*/ 4763847 h 6858000"/>
              <a:gd name="connsiteX242" fmla="*/ 6037784 w 7467600"/>
              <a:gd name="connsiteY242" fmla="*/ 4764270 h 6858000"/>
              <a:gd name="connsiteX243" fmla="*/ 6038839 w 7467600"/>
              <a:gd name="connsiteY243" fmla="*/ 4764474 h 6858000"/>
              <a:gd name="connsiteX244" fmla="*/ 6040338 w 7467600"/>
              <a:gd name="connsiteY244" fmla="*/ 4771418 h 6858000"/>
              <a:gd name="connsiteX245" fmla="*/ 6024488 w 7467600"/>
              <a:gd name="connsiteY245" fmla="*/ 4809903 h 6858000"/>
              <a:gd name="connsiteX246" fmla="*/ 5599771 w 7467600"/>
              <a:gd name="connsiteY246" fmla="*/ 5509652 h 6858000"/>
              <a:gd name="connsiteX247" fmla="*/ 5548843 w 7467600"/>
              <a:gd name="connsiteY247" fmla="*/ 5563845 h 6858000"/>
              <a:gd name="connsiteX248" fmla="*/ 5940952 w 7467600"/>
              <a:gd name="connsiteY248" fmla="*/ 6250028 h 6858000"/>
              <a:gd name="connsiteX249" fmla="*/ 6043441 w 7467600"/>
              <a:gd name="connsiteY249" fmla="*/ 6665847 h 6858000"/>
              <a:gd name="connsiteX250" fmla="*/ 6093432 w 7467600"/>
              <a:gd name="connsiteY250" fmla="*/ 6858000 h 6858000"/>
              <a:gd name="connsiteX251" fmla="*/ 6034344 w 7467600"/>
              <a:gd name="connsiteY251" fmla="*/ 6858000 h 6858000"/>
              <a:gd name="connsiteX252" fmla="*/ 6026679 w 7467600"/>
              <a:gd name="connsiteY252" fmla="*/ 6836959 h 6858000"/>
              <a:gd name="connsiteX253" fmla="*/ 5800441 w 7467600"/>
              <a:gd name="connsiteY253" fmla="*/ 6335286 h 6858000"/>
              <a:gd name="connsiteX254" fmla="*/ 5526562 w 7467600"/>
              <a:gd name="connsiteY254" fmla="*/ 5705388 h 6858000"/>
              <a:gd name="connsiteX255" fmla="*/ 5519640 w 7467600"/>
              <a:gd name="connsiteY255" fmla="*/ 5683774 h 6858000"/>
              <a:gd name="connsiteX256" fmla="*/ 5844559 w 7467600"/>
              <a:gd name="connsiteY256" fmla="*/ 6553349 h 6858000"/>
              <a:gd name="connsiteX257" fmla="*/ 5975994 w 7467600"/>
              <a:gd name="connsiteY257" fmla="*/ 6858000 h 6858000"/>
              <a:gd name="connsiteX258" fmla="*/ 5898547 w 7467600"/>
              <a:gd name="connsiteY258" fmla="*/ 6858000 h 6858000"/>
              <a:gd name="connsiteX259" fmla="*/ 5682041 w 7467600"/>
              <a:gd name="connsiteY259" fmla="*/ 6355860 h 6858000"/>
              <a:gd name="connsiteX260" fmla="*/ 5461758 w 7467600"/>
              <a:gd name="connsiteY260" fmla="*/ 5820220 h 6858000"/>
              <a:gd name="connsiteX261" fmla="*/ 5237282 w 7467600"/>
              <a:gd name="connsiteY261" fmla="*/ 6579086 h 6858000"/>
              <a:gd name="connsiteX262" fmla="*/ 5115009 w 7467600"/>
              <a:gd name="connsiteY262" fmla="*/ 6858000 h 6858000"/>
              <a:gd name="connsiteX263" fmla="*/ 5028074 w 7467600"/>
              <a:gd name="connsiteY263" fmla="*/ 6858000 h 6858000"/>
              <a:gd name="connsiteX264" fmla="*/ 5079508 w 7467600"/>
              <a:gd name="connsiteY264" fmla="*/ 6749074 h 6858000"/>
              <a:gd name="connsiteX265" fmla="*/ 5371846 w 7467600"/>
              <a:gd name="connsiteY265" fmla="*/ 5924413 h 6858000"/>
              <a:gd name="connsiteX266" fmla="*/ 5270512 w 7467600"/>
              <a:gd name="connsiteY266" fmla="*/ 6138975 h 6858000"/>
              <a:gd name="connsiteX267" fmla="*/ 5062409 w 7467600"/>
              <a:gd name="connsiteY267" fmla="*/ 6653544 h 6858000"/>
              <a:gd name="connsiteX268" fmla="*/ 5036628 w 7467600"/>
              <a:gd name="connsiteY268" fmla="*/ 6754247 h 6858000"/>
              <a:gd name="connsiteX269" fmla="*/ 5009112 w 7467600"/>
              <a:gd name="connsiteY269" fmla="*/ 6858000 h 6858000"/>
              <a:gd name="connsiteX270" fmla="*/ 4976679 w 7467600"/>
              <a:gd name="connsiteY270" fmla="*/ 6858000 h 6858000"/>
              <a:gd name="connsiteX271" fmla="*/ 5006537 w 7467600"/>
              <a:gd name="connsiteY271" fmla="*/ 6747068 h 6858000"/>
              <a:gd name="connsiteX272" fmla="*/ 5032723 w 7467600"/>
              <a:gd name="connsiteY272" fmla="*/ 6644957 h 6858000"/>
              <a:gd name="connsiteX273" fmla="*/ 5242949 w 7467600"/>
              <a:gd name="connsiteY273" fmla="*/ 6125175 h 6858000"/>
              <a:gd name="connsiteX274" fmla="*/ 5286321 w 7467600"/>
              <a:gd name="connsiteY274" fmla="*/ 6033555 h 6858000"/>
              <a:gd name="connsiteX275" fmla="*/ 5008210 w 7467600"/>
              <a:gd name="connsiteY275" fmla="*/ 6649194 h 6858000"/>
              <a:gd name="connsiteX276" fmla="*/ 4986321 w 7467600"/>
              <a:gd name="connsiteY276" fmla="*/ 6765687 h 6858000"/>
              <a:gd name="connsiteX277" fmla="*/ 4973474 w 7467600"/>
              <a:gd name="connsiteY277" fmla="*/ 6858000 h 6858000"/>
              <a:gd name="connsiteX278" fmla="*/ 4907178 w 7467600"/>
              <a:gd name="connsiteY278" fmla="*/ 6858000 h 6858000"/>
              <a:gd name="connsiteX279" fmla="*/ 4910810 w 7467600"/>
              <a:gd name="connsiteY279" fmla="*/ 6829660 h 6858000"/>
              <a:gd name="connsiteX280" fmla="*/ 4987461 w 7467600"/>
              <a:gd name="connsiteY280" fmla="*/ 6432994 h 6858000"/>
              <a:gd name="connsiteX281" fmla="*/ 5179262 w 7467600"/>
              <a:gd name="connsiteY281" fmla="*/ 6035044 h 6858000"/>
              <a:gd name="connsiteX282" fmla="*/ 4689678 w 7467600"/>
              <a:gd name="connsiteY282" fmla="*/ 6440241 h 6858000"/>
              <a:gd name="connsiteX283" fmla="*/ 4477543 w 7467600"/>
              <a:gd name="connsiteY283" fmla="*/ 6674836 h 6858000"/>
              <a:gd name="connsiteX284" fmla="*/ 4329957 w 7467600"/>
              <a:gd name="connsiteY284" fmla="*/ 6858000 h 6858000"/>
              <a:gd name="connsiteX285" fmla="*/ 4218595 w 7467600"/>
              <a:gd name="connsiteY285" fmla="*/ 6858000 h 6858000"/>
              <a:gd name="connsiteX286" fmla="*/ 4368888 w 7467600"/>
              <a:gd name="connsiteY286" fmla="*/ 6668412 h 6858000"/>
              <a:gd name="connsiteX287" fmla="*/ 4563091 w 7467600"/>
              <a:gd name="connsiteY287" fmla="*/ 6442508 h 6858000"/>
              <a:gd name="connsiteX288" fmla="*/ 5387324 w 7467600"/>
              <a:gd name="connsiteY288" fmla="*/ 5705830 h 6858000"/>
              <a:gd name="connsiteX289" fmla="*/ 5073620 w 7467600"/>
              <a:gd name="connsiteY289" fmla="*/ 5955437 h 6858000"/>
              <a:gd name="connsiteX290" fmla="*/ 4689789 w 7467600"/>
              <a:gd name="connsiteY290" fmla="*/ 6268382 h 6858000"/>
              <a:gd name="connsiteX291" fmla="*/ 4418722 w 7467600"/>
              <a:gd name="connsiteY291" fmla="*/ 6570886 h 6858000"/>
              <a:gd name="connsiteX292" fmla="*/ 4214944 w 7467600"/>
              <a:gd name="connsiteY292" fmla="*/ 6858000 h 6858000"/>
              <a:gd name="connsiteX293" fmla="*/ 4177898 w 7467600"/>
              <a:gd name="connsiteY293" fmla="*/ 6858000 h 6858000"/>
              <a:gd name="connsiteX294" fmla="*/ 4391597 w 7467600"/>
              <a:gd name="connsiteY294" fmla="*/ 6556370 h 6858000"/>
              <a:gd name="connsiteX295" fmla="*/ 4668889 w 7467600"/>
              <a:gd name="connsiteY295" fmla="*/ 6246399 h 6858000"/>
              <a:gd name="connsiteX296" fmla="*/ 5055427 w 7467600"/>
              <a:gd name="connsiteY296" fmla="*/ 5931476 h 6858000"/>
              <a:gd name="connsiteX297" fmla="*/ 5371814 w 7467600"/>
              <a:gd name="connsiteY297" fmla="*/ 5678975 h 6858000"/>
              <a:gd name="connsiteX298" fmla="*/ 4987918 w 7467600"/>
              <a:gd name="connsiteY298" fmla="*/ 5838701 h 6858000"/>
              <a:gd name="connsiteX299" fmla="*/ 4317146 w 7467600"/>
              <a:gd name="connsiteY299" fmla="*/ 6587716 h 6858000"/>
              <a:gd name="connsiteX300" fmla="*/ 4171627 w 7467600"/>
              <a:gd name="connsiteY300" fmla="*/ 6858000 h 6858000"/>
              <a:gd name="connsiteX301" fmla="*/ 4081585 w 7467600"/>
              <a:gd name="connsiteY301" fmla="*/ 6858000 h 6858000"/>
              <a:gd name="connsiteX302" fmla="*/ 4238603 w 7467600"/>
              <a:gd name="connsiteY302" fmla="*/ 6559341 h 6858000"/>
              <a:gd name="connsiteX303" fmla="*/ 4778333 w 7467600"/>
              <a:gd name="connsiteY303" fmla="*/ 5873626 h 6858000"/>
              <a:gd name="connsiteX304" fmla="*/ 5414185 w 7467600"/>
              <a:gd name="connsiteY304" fmla="*/ 5573882 h 6858000"/>
              <a:gd name="connsiteX305" fmla="*/ 5959648 w 7467600"/>
              <a:gd name="connsiteY305" fmla="*/ 4760797 h 6858000"/>
              <a:gd name="connsiteX306" fmla="*/ 5355019 w 7467600"/>
              <a:gd name="connsiteY306" fmla="*/ 4734672 h 6858000"/>
              <a:gd name="connsiteX307" fmla="*/ 5083565 w 7467600"/>
              <a:gd name="connsiteY307" fmla="*/ 5179121 h 6858000"/>
              <a:gd name="connsiteX308" fmla="*/ 4713577 w 7467600"/>
              <a:gd name="connsiteY308" fmla="*/ 5616803 h 6858000"/>
              <a:gd name="connsiteX309" fmla="*/ 3989559 w 7467600"/>
              <a:gd name="connsiteY309" fmla="*/ 6145945 h 6858000"/>
              <a:gd name="connsiteX310" fmla="*/ 3939824 w 7467600"/>
              <a:gd name="connsiteY310" fmla="*/ 6066900 h 6858000"/>
              <a:gd name="connsiteX311" fmla="*/ 4584537 w 7467600"/>
              <a:gd name="connsiteY311" fmla="*/ 5324826 h 6858000"/>
              <a:gd name="connsiteX312" fmla="*/ 5037105 w 7467600"/>
              <a:gd name="connsiteY312" fmla="*/ 5088765 h 6858000"/>
              <a:gd name="connsiteX313" fmla="*/ 5039930 w 7467600"/>
              <a:gd name="connsiteY313" fmla="*/ 5089585 h 6858000"/>
              <a:gd name="connsiteX314" fmla="*/ 5263764 w 7467600"/>
              <a:gd name="connsiteY314" fmla="*/ 4735525 h 6858000"/>
              <a:gd name="connsiteX315" fmla="*/ 4086300 w 7467600"/>
              <a:gd name="connsiteY315" fmla="*/ 4884599 h 6858000"/>
              <a:gd name="connsiteX316" fmla="*/ 4085485 w 7467600"/>
              <a:gd name="connsiteY316" fmla="*/ 4899070 h 6858000"/>
              <a:gd name="connsiteX317" fmla="*/ 3871915 w 7467600"/>
              <a:gd name="connsiteY317" fmla="*/ 5253645 h 6858000"/>
              <a:gd name="connsiteX318" fmla="*/ 3799374 w 7467600"/>
              <a:gd name="connsiteY318" fmla="*/ 5466127 h 6858000"/>
              <a:gd name="connsiteX319" fmla="*/ 3498850 w 7467600"/>
              <a:gd name="connsiteY319" fmla="*/ 6661888 h 6858000"/>
              <a:gd name="connsiteX320" fmla="*/ 3399216 w 7467600"/>
              <a:gd name="connsiteY320" fmla="*/ 6858000 h 6858000"/>
              <a:gd name="connsiteX321" fmla="*/ 3303688 w 7467600"/>
              <a:gd name="connsiteY321" fmla="*/ 6858000 h 6858000"/>
              <a:gd name="connsiteX322" fmla="*/ 3391774 w 7467600"/>
              <a:gd name="connsiteY322" fmla="*/ 6697181 h 6858000"/>
              <a:gd name="connsiteX323" fmla="*/ 3735540 w 7467600"/>
              <a:gd name="connsiteY323" fmla="*/ 5546923 h 6858000"/>
              <a:gd name="connsiteX324" fmla="*/ 3729438 w 7467600"/>
              <a:gd name="connsiteY324" fmla="*/ 5569058 h 6858000"/>
              <a:gd name="connsiteX325" fmla="*/ 3707782 w 7467600"/>
              <a:gd name="connsiteY325" fmla="*/ 5644908 h 6858000"/>
              <a:gd name="connsiteX326" fmla="*/ 3583827 w 7467600"/>
              <a:gd name="connsiteY326" fmla="*/ 6039215 h 6858000"/>
              <a:gd name="connsiteX327" fmla="*/ 3547861 w 7467600"/>
              <a:gd name="connsiteY327" fmla="*/ 6129609 h 6858000"/>
              <a:gd name="connsiteX328" fmla="*/ 3490905 w 7467600"/>
              <a:gd name="connsiteY328" fmla="*/ 6277660 h 6858000"/>
              <a:gd name="connsiteX329" fmla="*/ 3455859 w 7467600"/>
              <a:gd name="connsiteY329" fmla="*/ 6391301 h 6858000"/>
              <a:gd name="connsiteX330" fmla="*/ 3429112 w 7467600"/>
              <a:gd name="connsiteY330" fmla="*/ 6479469 h 6858000"/>
              <a:gd name="connsiteX331" fmla="*/ 3304862 w 7467600"/>
              <a:gd name="connsiteY331" fmla="*/ 6796476 h 6858000"/>
              <a:gd name="connsiteX332" fmla="*/ 3276071 w 7467600"/>
              <a:gd name="connsiteY332" fmla="*/ 6858000 h 6858000"/>
              <a:gd name="connsiteX333" fmla="*/ 3240805 w 7467600"/>
              <a:gd name="connsiteY333" fmla="*/ 6858000 h 6858000"/>
              <a:gd name="connsiteX334" fmla="*/ 3275917 w 7467600"/>
              <a:gd name="connsiteY334" fmla="*/ 6783192 h 6858000"/>
              <a:gd name="connsiteX335" fmla="*/ 3399358 w 7467600"/>
              <a:gd name="connsiteY335" fmla="*/ 6469011 h 6858000"/>
              <a:gd name="connsiteX336" fmla="*/ 3425650 w 7467600"/>
              <a:gd name="connsiteY336" fmla="*/ 6381333 h 6858000"/>
              <a:gd name="connsiteX337" fmla="*/ 3460661 w 7467600"/>
              <a:gd name="connsiteY337" fmla="*/ 6266763 h 6858000"/>
              <a:gd name="connsiteX338" fmla="*/ 3518021 w 7467600"/>
              <a:gd name="connsiteY338" fmla="*/ 6117298 h 6858000"/>
              <a:gd name="connsiteX339" fmla="*/ 3554035 w 7467600"/>
              <a:gd name="connsiteY339" fmla="*/ 6027832 h 6858000"/>
              <a:gd name="connsiteX340" fmla="*/ 3677174 w 7467600"/>
              <a:gd name="connsiteY340" fmla="*/ 5636351 h 6858000"/>
              <a:gd name="connsiteX341" fmla="*/ 3698819 w 7467600"/>
              <a:gd name="connsiteY341" fmla="*/ 5560503 h 6858000"/>
              <a:gd name="connsiteX342" fmla="*/ 3702094 w 7467600"/>
              <a:gd name="connsiteY342" fmla="*/ 5549194 h 6858000"/>
              <a:gd name="connsiteX343" fmla="*/ 3398355 w 7467600"/>
              <a:gd name="connsiteY343" fmla="*/ 6094603 h 6858000"/>
              <a:gd name="connsiteX344" fmla="*/ 3193941 w 7467600"/>
              <a:gd name="connsiteY344" fmla="*/ 6798775 h 6858000"/>
              <a:gd name="connsiteX345" fmla="*/ 3184140 w 7467600"/>
              <a:gd name="connsiteY345" fmla="*/ 6858000 h 6858000"/>
              <a:gd name="connsiteX346" fmla="*/ 3099978 w 7467600"/>
              <a:gd name="connsiteY346" fmla="*/ 6858000 h 6858000"/>
              <a:gd name="connsiteX347" fmla="*/ 3101556 w 7467600"/>
              <a:gd name="connsiteY347" fmla="*/ 6843337 h 6858000"/>
              <a:gd name="connsiteX348" fmla="*/ 3370162 w 7467600"/>
              <a:gd name="connsiteY348" fmla="*/ 5785550 h 6858000"/>
              <a:gd name="connsiteX349" fmla="*/ 3746477 w 7467600"/>
              <a:gd name="connsiteY349" fmla="*/ 5377889 h 6858000"/>
              <a:gd name="connsiteX350" fmla="*/ 3863399 w 7467600"/>
              <a:gd name="connsiteY350" fmla="*/ 5087257 h 6858000"/>
              <a:gd name="connsiteX351" fmla="*/ 3968712 w 7467600"/>
              <a:gd name="connsiteY351" fmla="*/ 4913989 h 6858000"/>
              <a:gd name="connsiteX352" fmla="*/ 2792390 w 7467600"/>
              <a:gd name="connsiteY352" fmla="*/ 5382974 h 6858000"/>
              <a:gd name="connsiteX353" fmla="*/ 2714982 w 7467600"/>
              <a:gd name="connsiteY353" fmla="*/ 5427051 h 6858000"/>
              <a:gd name="connsiteX354" fmla="*/ 2813361 w 7467600"/>
              <a:gd name="connsiteY354" fmla="*/ 6023912 h 6858000"/>
              <a:gd name="connsiteX355" fmla="*/ 2688430 w 7467600"/>
              <a:gd name="connsiteY355" fmla="*/ 6801564 h 6858000"/>
              <a:gd name="connsiteX356" fmla="*/ 2629626 w 7467600"/>
              <a:gd name="connsiteY356" fmla="*/ 6763394 h 6858000"/>
              <a:gd name="connsiteX357" fmla="*/ 2565328 w 7467600"/>
              <a:gd name="connsiteY357" fmla="*/ 5516399 h 6858000"/>
              <a:gd name="connsiteX358" fmla="*/ 1922999 w 7467600"/>
              <a:gd name="connsiteY358" fmla="*/ 5980343 h 6858000"/>
              <a:gd name="connsiteX359" fmla="*/ 1950261 w 7467600"/>
              <a:gd name="connsiteY359" fmla="*/ 6405858 h 6858000"/>
              <a:gd name="connsiteX360" fmla="*/ 2365554 w 7467600"/>
              <a:gd name="connsiteY360" fmla="*/ 6759107 h 6858000"/>
              <a:gd name="connsiteX361" fmla="*/ 2424142 w 7467600"/>
              <a:gd name="connsiteY361" fmla="*/ 6858000 h 6858000"/>
              <a:gd name="connsiteX362" fmla="*/ 2395994 w 7467600"/>
              <a:gd name="connsiteY362" fmla="*/ 6858000 h 6858000"/>
              <a:gd name="connsiteX363" fmla="*/ 2392863 w 7467600"/>
              <a:gd name="connsiteY363" fmla="*/ 6852964 h 6858000"/>
              <a:gd name="connsiteX364" fmla="*/ 2017589 w 7467600"/>
              <a:gd name="connsiteY364" fmla="*/ 6493982 h 6858000"/>
              <a:gd name="connsiteX365" fmla="*/ 2147336 w 7467600"/>
              <a:gd name="connsiteY365" fmla="*/ 6594052 h 6858000"/>
              <a:gd name="connsiteX366" fmla="*/ 2207047 w 7467600"/>
              <a:gd name="connsiteY366" fmla="*/ 6654540 h 6858000"/>
              <a:gd name="connsiteX367" fmla="*/ 2299106 w 7467600"/>
              <a:gd name="connsiteY367" fmla="*/ 6778931 h 6858000"/>
              <a:gd name="connsiteX368" fmla="*/ 2314430 w 7467600"/>
              <a:gd name="connsiteY368" fmla="*/ 6801144 h 6858000"/>
              <a:gd name="connsiteX369" fmla="*/ 2352406 w 7467600"/>
              <a:gd name="connsiteY369" fmla="*/ 6858000 h 6858000"/>
              <a:gd name="connsiteX370" fmla="*/ 2314492 w 7467600"/>
              <a:gd name="connsiteY370" fmla="*/ 6858000 h 6858000"/>
              <a:gd name="connsiteX371" fmla="*/ 2288095 w 7467600"/>
              <a:gd name="connsiteY371" fmla="*/ 6818030 h 6858000"/>
              <a:gd name="connsiteX372" fmla="*/ 2272768 w 7467600"/>
              <a:gd name="connsiteY372" fmla="*/ 6795822 h 6858000"/>
              <a:gd name="connsiteX373" fmla="*/ 2182715 w 7467600"/>
              <a:gd name="connsiteY373" fmla="*/ 6675071 h 6858000"/>
              <a:gd name="connsiteX374" fmla="*/ 2032061 w 7467600"/>
              <a:gd name="connsiteY374" fmla="*/ 6541380 h 6858000"/>
              <a:gd name="connsiteX375" fmla="*/ 2257220 w 7467600"/>
              <a:gd name="connsiteY375" fmla="*/ 6826257 h 6858000"/>
              <a:gd name="connsiteX376" fmla="*/ 2281324 w 7467600"/>
              <a:gd name="connsiteY376" fmla="*/ 6858000 h 6858000"/>
              <a:gd name="connsiteX377" fmla="*/ 2242860 w 7467600"/>
              <a:gd name="connsiteY377" fmla="*/ 6858000 h 6858000"/>
              <a:gd name="connsiteX378" fmla="*/ 2232818 w 7467600"/>
              <a:gd name="connsiteY378" fmla="*/ 6844926 h 6858000"/>
              <a:gd name="connsiteX379" fmla="*/ 1990172 w 7467600"/>
              <a:gd name="connsiteY379" fmla="*/ 6542121 h 6858000"/>
              <a:gd name="connsiteX380" fmla="*/ 2124090 w 7467600"/>
              <a:gd name="connsiteY380" fmla="*/ 6761017 h 6858000"/>
              <a:gd name="connsiteX381" fmla="*/ 2200380 w 7467600"/>
              <a:gd name="connsiteY381" fmla="*/ 6858000 h 6858000"/>
              <a:gd name="connsiteX382" fmla="*/ 2147507 w 7467600"/>
              <a:gd name="connsiteY382" fmla="*/ 6858000 h 6858000"/>
              <a:gd name="connsiteX383" fmla="*/ 2070668 w 7467600"/>
              <a:gd name="connsiteY383" fmla="*/ 6761520 h 6858000"/>
              <a:gd name="connsiteX384" fmla="*/ 1975142 w 7467600"/>
              <a:gd name="connsiteY384" fmla="*/ 6585570 h 6858000"/>
              <a:gd name="connsiteX385" fmla="*/ 2050035 w 7467600"/>
              <a:gd name="connsiteY385" fmla="*/ 6813345 h 6858000"/>
              <a:gd name="connsiteX386" fmla="*/ 2063025 w 7467600"/>
              <a:gd name="connsiteY386" fmla="*/ 6858000 h 6858000"/>
              <a:gd name="connsiteX387" fmla="*/ 2021675 w 7467600"/>
              <a:gd name="connsiteY387" fmla="*/ 6858000 h 6858000"/>
              <a:gd name="connsiteX388" fmla="*/ 2019308 w 7467600"/>
              <a:gd name="connsiteY388" fmla="*/ 6847118 h 6858000"/>
              <a:gd name="connsiteX389" fmla="*/ 1938835 w 7467600"/>
              <a:gd name="connsiteY389" fmla="*/ 6551160 h 6858000"/>
              <a:gd name="connsiteX390" fmla="*/ 1953230 w 7467600"/>
              <a:gd name="connsiteY390" fmla="*/ 6759699 h 6858000"/>
              <a:gd name="connsiteX391" fmla="*/ 1956763 w 7467600"/>
              <a:gd name="connsiteY391" fmla="*/ 6778191 h 6858000"/>
              <a:gd name="connsiteX392" fmla="*/ 1967925 w 7467600"/>
              <a:gd name="connsiteY392" fmla="*/ 6858000 h 6858000"/>
              <a:gd name="connsiteX393" fmla="*/ 1936622 w 7467600"/>
              <a:gd name="connsiteY393" fmla="*/ 6858000 h 6858000"/>
              <a:gd name="connsiteX394" fmla="*/ 1926261 w 7467600"/>
              <a:gd name="connsiteY394" fmla="*/ 6784064 h 6858000"/>
              <a:gd name="connsiteX395" fmla="*/ 1922724 w 7467600"/>
              <a:gd name="connsiteY395" fmla="*/ 6765577 h 6858000"/>
              <a:gd name="connsiteX396" fmla="*/ 1904650 w 7467600"/>
              <a:gd name="connsiteY396" fmla="*/ 6639616 h 6858000"/>
              <a:gd name="connsiteX397" fmla="*/ 1885273 w 7467600"/>
              <a:gd name="connsiteY397" fmla="*/ 6858000 h 6858000"/>
              <a:gd name="connsiteX398" fmla="*/ 1854363 w 7467600"/>
              <a:gd name="connsiteY398" fmla="*/ 6858000 h 6858000"/>
              <a:gd name="connsiteX399" fmla="*/ 1880391 w 7467600"/>
              <a:gd name="connsiteY399" fmla="*/ 6603796 h 6858000"/>
              <a:gd name="connsiteX400" fmla="*/ 1818273 w 7467600"/>
              <a:gd name="connsiteY400" fmla="*/ 6715729 h 6858000"/>
              <a:gd name="connsiteX401" fmla="*/ 1794691 w 7467600"/>
              <a:gd name="connsiteY401" fmla="*/ 6843239 h 6858000"/>
              <a:gd name="connsiteX402" fmla="*/ 1794914 w 7467600"/>
              <a:gd name="connsiteY402" fmla="*/ 6858000 h 6858000"/>
              <a:gd name="connsiteX403" fmla="*/ 1746128 w 7467600"/>
              <a:gd name="connsiteY403" fmla="*/ 6858000 h 6858000"/>
              <a:gd name="connsiteX404" fmla="*/ 1753934 w 7467600"/>
              <a:gd name="connsiteY404" fmla="*/ 6724796 h 6858000"/>
              <a:gd name="connsiteX405" fmla="*/ 1792053 w 7467600"/>
              <a:gd name="connsiteY405" fmla="*/ 6572396 h 6858000"/>
              <a:gd name="connsiteX406" fmla="*/ 1862248 w 7467600"/>
              <a:gd name="connsiteY406" fmla="*/ 6266397 h 6858000"/>
              <a:gd name="connsiteX407" fmla="*/ 1862250 w 7467600"/>
              <a:gd name="connsiteY407" fmla="*/ 6033531 h 6858000"/>
              <a:gd name="connsiteX408" fmla="*/ 1211999 w 7467600"/>
              <a:gd name="connsiteY408" fmla="*/ 6683610 h 6858000"/>
              <a:gd name="connsiteX409" fmla="*/ 1213266 w 7467600"/>
              <a:gd name="connsiteY409" fmla="*/ 6691947 h 6858000"/>
              <a:gd name="connsiteX410" fmla="*/ 1203370 w 7467600"/>
              <a:gd name="connsiteY410" fmla="*/ 6850676 h 6858000"/>
              <a:gd name="connsiteX411" fmla="*/ 1203671 w 7467600"/>
              <a:gd name="connsiteY411" fmla="*/ 6858000 h 6858000"/>
              <a:gd name="connsiteX412" fmla="*/ 1143180 w 7467600"/>
              <a:gd name="connsiteY412" fmla="*/ 6858000 h 6858000"/>
              <a:gd name="connsiteX413" fmla="*/ 1142176 w 7467600"/>
              <a:gd name="connsiteY413" fmla="*/ 6766045 h 6858000"/>
              <a:gd name="connsiteX414" fmla="*/ 1067484 w 7467600"/>
              <a:gd name="connsiteY414" fmla="*/ 6858000 h 6858000"/>
              <a:gd name="connsiteX415" fmla="*/ 953928 w 7467600"/>
              <a:gd name="connsiteY415" fmla="*/ 6858000 h 6858000"/>
              <a:gd name="connsiteX416" fmla="*/ 959715 w 7467600"/>
              <a:gd name="connsiteY416" fmla="*/ 6850185 h 6858000"/>
              <a:gd name="connsiteX417" fmla="*/ 1483788 w 7467600"/>
              <a:gd name="connsiteY417" fmla="*/ 6259174 h 6858000"/>
              <a:gd name="connsiteX418" fmla="*/ 1100671 w 7467600"/>
              <a:gd name="connsiteY418" fmla="*/ 6252137 h 6858000"/>
              <a:gd name="connsiteX419" fmla="*/ 1090144 w 7467600"/>
              <a:gd name="connsiteY419" fmla="*/ 6256748 h 6858000"/>
              <a:gd name="connsiteX420" fmla="*/ 1095872 w 7467600"/>
              <a:gd name="connsiteY420" fmla="*/ 6271892 h 6858000"/>
              <a:gd name="connsiteX421" fmla="*/ 262785 w 7467600"/>
              <a:gd name="connsiteY421" fmla="*/ 6845450 h 6858000"/>
              <a:gd name="connsiteX422" fmla="*/ 209968 w 7467600"/>
              <a:gd name="connsiteY422" fmla="*/ 6770713 h 6858000"/>
              <a:gd name="connsiteX423" fmla="*/ 873460 w 7467600"/>
              <a:gd name="connsiteY423" fmla="*/ 6253768 h 6858000"/>
              <a:gd name="connsiteX424" fmla="*/ 192686 w 7467600"/>
              <a:gd name="connsiteY424" fmla="*/ 5849257 h 6858000"/>
              <a:gd name="connsiteX425" fmla="*/ 4696 w 7467600"/>
              <a:gd name="connsiteY425" fmla="*/ 5697668 h 6858000"/>
              <a:gd name="connsiteX426" fmla="*/ 0 w 7467600"/>
              <a:gd name="connsiteY426" fmla="*/ 5689984 h 6858000"/>
              <a:gd name="connsiteX427" fmla="*/ 0 w 7467600"/>
              <a:gd name="connsiteY427" fmla="*/ 5513472 h 6858000"/>
              <a:gd name="connsiteX428" fmla="*/ 174101 w 7467600"/>
              <a:gd name="connsiteY428" fmla="*/ 5620277 h 6858000"/>
              <a:gd name="connsiteX429" fmla="*/ 891800 w 7467600"/>
              <a:gd name="connsiteY429" fmla="*/ 6036935 h 6858000"/>
              <a:gd name="connsiteX430" fmla="*/ 1072219 w 7467600"/>
              <a:gd name="connsiteY430" fmla="*/ 6169443 h 6858000"/>
              <a:gd name="connsiteX431" fmla="*/ 1074117 w 7467600"/>
              <a:gd name="connsiteY431" fmla="*/ 6170301 h 6858000"/>
              <a:gd name="connsiteX432" fmla="*/ 1083114 w 7467600"/>
              <a:gd name="connsiteY432" fmla="*/ 6174131 h 6858000"/>
              <a:gd name="connsiteX433" fmla="*/ 1543010 w 7467600"/>
              <a:gd name="connsiteY433" fmla="*/ 6191140 h 6858000"/>
              <a:gd name="connsiteX434" fmla="*/ 1551080 w 7467600"/>
              <a:gd name="connsiteY434" fmla="*/ 6195006 h 6858000"/>
              <a:gd name="connsiteX435" fmla="*/ 2345443 w 7467600"/>
              <a:gd name="connsiteY435" fmla="*/ 5549882 h 6858000"/>
              <a:gd name="connsiteX436" fmla="*/ 1721499 w 7467600"/>
              <a:gd name="connsiteY436" fmla="*/ 5599969 h 6858000"/>
              <a:gd name="connsiteX437" fmla="*/ 767716 w 7467600"/>
              <a:gd name="connsiteY437" fmla="*/ 5472768 h 6858000"/>
              <a:gd name="connsiteX438" fmla="*/ 722147 w 7467600"/>
              <a:gd name="connsiteY438" fmla="*/ 5393091 h 6858000"/>
              <a:gd name="connsiteX439" fmla="*/ 1485552 w 7467600"/>
              <a:gd name="connsiteY439" fmla="*/ 5313202 h 6858000"/>
              <a:gd name="connsiteX440" fmla="*/ 2143004 w 7467600"/>
              <a:gd name="connsiteY440" fmla="*/ 5402420 h 6858000"/>
              <a:gd name="connsiteX441" fmla="*/ 1933391 w 7467600"/>
              <a:gd name="connsiteY441" fmla="*/ 5156971 h 6858000"/>
              <a:gd name="connsiteX442" fmla="*/ 1827118 w 7467600"/>
              <a:gd name="connsiteY442" fmla="*/ 4968410 h 6858000"/>
              <a:gd name="connsiteX443" fmla="*/ 1837349 w 7467600"/>
              <a:gd name="connsiteY443" fmla="*/ 4956357 h 6858000"/>
              <a:gd name="connsiteX444" fmla="*/ 2162835 w 7467600"/>
              <a:gd name="connsiteY444" fmla="*/ 5187853 h 6858000"/>
              <a:gd name="connsiteX445" fmla="*/ 2257167 w 7467600"/>
              <a:gd name="connsiteY445" fmla="*/ 5462123 h 6858000"/>
              <a:gd name="connsiteX446" fmla="*/ 2261598 w 7467600"/>
              <a:gd name="connsiteY446" fmla="*/ 5467998 h 6858000"/>
              <a:gd name="connsiteX447" fmla="*/ 2437177 w 7467600"/>
              <a:gd name="connsiteY447" fmla="*/ 5479608 h 6858000"/>
              <a:gd name="connsiteX448" fmla="*/ 2445247 w 7467600"/>
              <a:gd name="connsiteY448" fmla="*/ 5483476 h 6858000"/>
              <a:gd name="connsiteX449" fmla="*/ 2743626 w 7467600"/>
              <a:gd name="connsiteY449" fmla="*/ 5304819 h 6858000"/>
              <a:gd name="connsiteX450" fmla="*/ 3048102 w 7467600"/>
              <a:gd name="connsiteY450" fmla="*/ 5150595 h 6858000"/>
              <a:gd name="connsiteX451" fmla="*/ 1799414 w 7467600"/>
              <a:gd name="connsiteY451" fmla="*/ 4694732 h 6858000"/>
              <a:gd name="connsiteX452" fmla="*/ 1771735 w 7467600"/>
              <a:gd name="connsiteY452" fmla="*/ 4619929 h 6858000"/>
              <a:gd name="connsiteX453" fmla="*/ 3104273 w 7467600"/>
              <a:gd name="connsiteY453" fmla="*/ 5076159 h 6858000"/>
              <a:gd name="connsiteX454" fmla="*/ 3113245 w 7467600"/>
              <a:gd name="connsiteY454" fmla="*/ 5090705 h 6858000"/>
              <a:gd name="connsiteX455" fmla="*/ 3126294 w 7467600"/>
              <a:gd name="connsiteY455" fmla="*/ 5114400 h 6858000"/>
              <a:gd name="connsiteX456" fmla="*/ 3937433 w 7467600"/>
              <a:gd name="connsiteY456" fmla="*/ 4830473 h 6858000"/>
              <a:gd name="connsiteX457" fmla="*/ 3590475 w 7467600"/>
              <a:gd name="connsiteY457" fmla="*/ 4597974 h 6858000"/>
              <a:gd name="connsiteX458" fmla="*/ 3100264 w 7467600"/>
              <a:gd name="connsiteY458" fmla="*/ 4579845 h 6858000"/>
              <a:gd name="connsiteX459" fmla="*/ 2183576 w 7467600"/>
              <a:gd name="connsiteY459" fmla="*/ 4227150 h 6858000"/>
              <a:gd name="connsiteX460" fmla="*/ 2151029 w 7467600"/>
              <a:gd name="connsiteY460" fmla="*/ 4146947 h 6858000"/>
              <a:gd name="connsiteX461" fmla="*/ 3563434 w 7467600"/>
              <a:gd name="connsiteY461" fmla="*/ 4469115 h 6858000"/>
              <a:gd name="connsiteX462" fmla="*/ 3177952 w 7467600"/>
              <a:gd name="connsiteY462" fmla="*/ 3657386 h 6858000"/>
              <a:gd name="connsiteX463" fmla="*/ 3189263 w 7467600"/>
              <a:gd name="connsiteY463" fmla="*/ 3625726 h 6858000"/>
              <a:gd name="connsiteX464" fmla="*/ 3560912 w 7467600"/>
              <a:gd name="connsiteY464" fmla="*/ 4079863 h 6858000"/>
              <a:gd name="connsiteX465" fmla="*/ 3626636 w 7467600"/>
              <a:gd name="connsiteY465" fmla="*/ 4512230 h 6858000"/>
              <a:gd name="connsiteX466" fmla="*/ 3653088 w 7467600"/>
              <a:gd name="connsiteY466" fmla="*/ 4521417 h 6858000"/>
              <a:gd name="connsiteX467" fmla="*/ 3988128 w 7467600"/>
              <a:gd name="connsiteY467" fmla="*/ 4817267 h 6858000"/>
              <a:gd name="connsiteX468" fmla="*/ 4830582 w 7467600"/>
              <a:gd name="connsiteY468" fmla="*/ 4676000 h 6858000"/>
              <a:gd name="connsiteX469" fmla="*/ 4830100 w 7467600"/>
              <a:gd name="connsiteY469" fmla="*/ 4675554 h 6858000"/>
              <a:gd name="connsiteX470" fmla="*/ 4036318 w 7467600"/>
              <a:gd name="connsiteY470" fmla="*/ 4147013 h 6858000"/>
              <a:gd name="connsiteX471" fmla="*/ 3432098 w 7467600"/>
              <a:gd name="connsiteY471" fmla="*/ 3537312 h 6858000"/>
              <a:gd name="connsiteX472" fmla="*/ 3446761 w 7467600"/>
              <a:gd name="connsiteY472" fmla="*/ 3461278 h 6858000"/>
              <a:gd name="connsiteX473" fmla="*/ 4419733 w 7467600"/>
              <a:gd name="connsiteY473" fmla="*/ 3963555 h 6858000"/>
              <a:gd name="connsiteX474" fmla="*/ 4781371 w 7467600"/>
              <a:gd name="connsiteY474" fmla="*/ 4458604 h 6858000"/>
              <a:gd name="connsiteX475" fmla="*/ 4780440 w 7467600"/>
              <a:gd name="connsiteY475" fmla="*/ 4470290 h 6858000"/>
              <a:gd name="connsiteX476" fmla="*/ 4898954 w 7467600"/>
              <a:gd name="connsiteY476" fmla="*/ 4662092 h 6858000"/>
              <a:gd name="connsiteX477" fmla="*/ 4900699 w 7467600"/>
              <a:gd name="connsiteY477" fmla="*/ 4670867 h 6858000"/>
              <a:gd name="connsiteX478" fmla="*/ 5714511 w 7467600"/>
              <a:gd name="connsiteY478" fmla="*/ 4663483 h 6858000"/>
              <a:gd name="connsiteX479" fmla="*/ 5464793 w 7467600"/>
              <a:gd name="connsiteY479" fmla="*/ 4393556 h 6858000"/>
              <a:gd name="connsiteX480" fmla="*/ 5461897 w 7467600"/>
              <a:gd name="connsiteY480" fmla="*/ 4390879 h 6858000"/>
              <a:gd name="connsiteX481" fmla="*/ 4294126 w 7467600"/>
              <a:gd name="connsiteY481" fmla="*/ 3303048 h 6858000"/>
              <a:gd name="connsiteX482" fmla="*/ 4305321 w 7467600"/>
              <a:gd name="connsiteY482" fmla="*/ 3256953 h 6858000"/>
              <a:gd name="connsiteX483" fmla="*/ 4949299 w 7467600"/>
              <a:gd name="connsiteY483" fmla="*/ 3766336 h 6858000"/>
              <a:gd name="connsiteX484" fmla="*/ 5291452 w 7467600"/>
              <a:gd name="connsiteY484" fmla="*/ 4076801 h 6858000"/>
              <a:gd name="connsiteX485" fmla="*/ 5434998 w 7467600"/>
              <a:gd name="connsiteY485" fmla="*/ 4254100 h 6858000"/>
              <a:gd name="connsiteX486" fmla="*/ 5351015 w 7467600"/>
              <a:gd name="connsiteY486" fmla="*/ 3760989 h 6858000"/>
              <a:gd name="connsiteX487" fmla="*/ 5413780 w 7467600"/>
              <a:gd name="connsiteY487" fmla="*/ 2966265 h 6858000"/>
              <a:gd name="connsiteX488" fmla="*/ 5425627 w 7467600"/>
              <a:gd name="connsiteY488" fmla="*/ 2954192 h 6858000"/>
              <a:gd name="connsiteX489" fmla="*/ 6604735 w 7467600"/>
              <a:gd name="connsiteY489" fmla="*/ 2041381 h 6858000"/>
              <a:gd name="connsiteX490" fmla="*/ 7204487 w 7467600"/>
              <a:gd name="connsiteY490" fmla="*/ 2742112 h 6858000"/>
              <a:gd name="connsiteX491" fmla="*/ 7131592 w 7467600"/>
              <a:gd name="connsiteY491" fmla="*/ 2672096 h 6858000"/>
              <a:gd name="connsiteX492" fmla="*/ 6996344 w 7467600"/>
              <a:gd name="connsiteY492" fmla="*/ 2518310 h 6858000"/>
              <a:gd name="connsiteX493" fmla="*/ 6735495 w 7467600"/>
              <a:gd name="connsiteY493" fmla="*/ 2196890 h 6858000"/>
              <a:gd name="connsiteX494" fmla="*/ 6721901 w 7467600"/>
              <a:gd name="connsiteY494" fmla="*/ 2179274 h 6858000"/>
              <a:gd name="connsiteX495" fmla="*/ 6604735 w 7467600"/>
              <a:gd name="connsiteY495" fmla="*/ 2041381 h 6858000"/>
              <a:gd name="connsiteX496" fmla="*/ 6591670 w 7467600"/>
              <a:gd name="connsiteY496" fmla="*/ 1988277 h 6858000"/>
              <a:gd name="connsiteX497" fmla="*/ 6747349 w 7467600"/>
              <a:gd name="connsiteY497" fmla="*/ 2160069 h 6858000"/>
              <a:gd name="connsiteX498" fmla="*/ 6760943 w 7467600"/>
              <a:gd name="connsiteY498" fmla="*/ 2177686 h 6858000"/>
              <a:gd name="connsiteX499" fmla="*/ 7021065 w 7467600"/>
              <a:gd name="connsiteY499" fmla="*/ 2498102 h 6858000"/>
              <a:gd name="connsiteX500" fmla="*/ 7155223 w 7467600"/>
              <a:gd name="connsiteY500" fmla="*/ 2650386 h 6858000"/>
              <a:gd name="connsiteX501" fmla="*/ 7203167 w 7467600"/>
              <a:gd name="connsiteY501" fmla="*/ 2697288 h 6858000"/>
              <a:gd name="connsiteX502" fmla="*/ 6937703 w 7467600"/>
              <a:gd name="connsiteY502" fmla="*/ 2321981 h 6858000"/>
              <a:gd name="connsiteX503" fmla="*/ 6591670 w 7467600"/>
              <a:gd name="connsiteY503" fmla="*/ 1988277 h 6858000"/>
              <a:gd name="connsiteX504" fmla="*/ 5798671 w 7467600"/>
              <a:gd name="connsiteY504" fmla="*/ 1981601 h 6858000"/>
              <a:gd name="connsiteX505" fmla="*/ 5754709 w 7467600"/>
              <a:gd name="connsiteY505" fmla="*/ 2071454 h 6858000"/>
              <a:gd name="connsiteX506" fmla="*/ 5763044 w 7467600"/>
              <a:gd name="connsiteY506" fmla="*/ 2842206 h 6858000"/>
              <a:gd name="connsiteX507" fmla="*/ 5764974 w 7467600"/>
              <a:gd name="connsiteY507" fmla="*/ 2799609 h 6858000"/>
              <a:gd name="connsiteX508" fmla="*/ 5767665 w 7467600"/>
              <a:gd name="connsiteY508" fmla="*/ 2666409 h 6858000"/>
              <a:gd name="connsiteX509" fmla="*/ 5763055 w 7467600"/>
              <a:gd name="connsiteY509" fmla="*/ 2579705 h 6858000"/>
              <a:gd name="connsiteX510" fmla="*/ 5758079 w 7467600"/>
              <a:gd name="connsiteY510" fmla="*/ 2492508 h 6858000"/>
              <a:gd name="connsiteX511" fmla="*/ 5779325 w 7467600"/>
              <a:gd name="connsiteY511" fmla="*/ 2197069 h 6858000"/>
              <a:gd name="connsiteX512" fmla="*/ 5798671 w 7467600"/>
              <a:gd name="connsiteY512" fmla="*/ 1981601 h 6858000"/>
              <a:gd name="connsiteX513" fmla="*/ 5829202 w 7467600"/>
              <a:gd name="connsiteY513" fmla="*/ 1971679 h 6858000"/>
              <a:gd name="connsiteX514" fmla="*/ 5809558 w 7467600"/>
              <a:gd name="connsiteY514" fmla="*/ 2198043 h 6858000"/>
              <a:gd name="connsiteX515" fmla="*/ 5788653 w 7467600"/>
              <a:gd name="connsiteY515" fmla="*/ 2489430 h 6858000"/>
              <a:gd name="connsiteX516" fmla="*/ 5793439 w 7467600"/>
              <a:gd name="connsiteY516" fmla="*/ 2575235 h 6858000"/>
              <a:gd name="connsiteX517" fmla="*/ 5796837 w 7467600"/>
              <a:gd name="connsiteY517" fmla="*/ 2637633 h 6858000"/>
              <a:gd name="connsiteX518" fmla="*/ 5818614 w 7467600"/>
              <a:gd name="connsiteY518" fmla="*/ 2473055 h 6858000"/>
              <a:gd name="connsiteX519" fmla="*/ 5829202 w 7467600"/>
              <a:gd name="connsiteY519" fmla="*/ 1971679 h 6858000"/>
              <a:gd name="connsiteX520" fmla="*/ 5911389 w 7467600"/>
              <a:gd name="connsiteY520" fmla="*/ 1898371 h 6858000"/>
              <a:gd name="connsiteX521" fmla="*/ 6237627 w 7467600"/>
              <a:gd name="connsiteY521" fmla="*/ 2231921 h 6858000"/>
              <a:gd name="connsiteX522" fmla="*/ 5911389 w 7467600"/>
              <a:gd name="connsiteY522" fmla="*/ 1898371 h 6858000"/>
              <a:gd name="connsiteX523" fmla="*/ 6944437 w 7467600"/>
              <a:gd name="connsiteY523" fmla="*/ 1575402 h 6858000"/>
              <a:gd name="connsiteX524" fmla="*/ 6304730 w 7467600"/>
              <a:gd name="connsiteY524" fmla="*/ 1766654 h 6858000"/>
              <a:gd name="connsiteX525" fmla="*/ 6944437 w 7467600"/>
              <a:gd name="connsiteY525" fmla="*/ 1575402 h 6858000"/>
              <a:gd name="connsiteX526" fmla="*/ 7019523 w 7467600"/>
              <a:gd name="connsiteY526" fmla="*/ 1519450 h 6858000"/>
              <a:gd name="connsiteX527" fmla="*/ 6298091 w 7467600"/>
              <a:gd name="connsiteY527" fmla="*/ 1737122 h 6858000"/>
              <a:gd name="connsiteX528" fmla="*/ 7019523 w 7467600"/>
              <a:gd name="connsiteY528" fmla="*/ 1519450 h 6858000"/>
              <a:gd name="connsiteX529" fmla="*/ 2399523 w 7467600"/>
              <a:gd name="connsiteY529" fmla="*/ 1428234 h 6858000"/>
              <a:gd name="connsiteX530" fmla="*/ 2224982 w 7467600"/>
              <a:gd name="connsiteY530" fmla="*/ 1826201 h 6858000"/>
              <a:gd name="connsiteX531" fmla="*/ 2096099 w 7467600"/>
              <a:gd name="connsiteY531" fmla="*/ 2345900 h 6858000"/>
              <a:gd name="connsiteX532" fmla="*/ 2283317 w 7467600"/>
              <a:gd name="connsiteY532" fmla="*/ 1796925 h 6858000"/>
              <a:gd name="connsiteX533" fmla="*/ 2399523 w 7467600"/>
              <a:gd name="connsiteY533" fmla="*/ 1428234 h 6858000"/>
              <a:gd name="connsiteX534" fmla="*/ 2448558 w 7467600"/>
              <a:gd name="connsiteY534" fmla="*/ 1373435 h 6858000"/>
              <a:gd name="connsiteX535" fmla="*/ 2312521 w 7467600"/>
              <a:gd name="connsiteY535" fmla="*/ 1806140 h 6858000"/>
              <a:gd name="connsiteX536" fmla="*/ 2127533 w 7467600"/>
              <a:gd name="connsiteY536" fmla="*/ 2348380 h 6858000"/>
              <a:gd name="connsiteX537" fmla="*/ 2358080 w 7467600"/>
              <a:gd name="connsiteY537" fmla="*/ 1866134 h 6858000"/>
              <a:gd name="connsiteX538" fmla="*/ 2407436 w 7467600"/>
              <a:gd name="connsiteY538" fmla="*/ 1651070 h 6858000"/>
              <a:gd name="connsiteX539" fmla="*/ 2448558 w 7467600"/>
              <a:gd name="connsiteY539" fmla="*/ 1373435 h 6858000"/>
              <a:gd name="connsiteX540" fmla="*/ 278707 w 7467600"/>
              <a:gd name="connsiteY540" fmla="*/ 1352270 h 6858000"/>
              <a:gd name="connsiteX541" fmla="*/ 321570 w 7467600"/>
              <a:gd name="connsiteY541" fmla="*/ 1861610 h 6858000"/>
              <a:gd name="connsiteX542" fmla="*/ 294281 w 7467600"/>
              <a:gd name="connsiteY542" fmla="*/ 1440658 h 6858000"/>
              <a:gd name="connsiteX543" fmla="*/ 278707 w 7467600"/>
              <a:gd name="connsiteY543" fmla="*/ 1352270 h 6858000"/>
              <a:gd name="connsiteX544" fmla="*/ 1423821 w 7467600"/>
              <a:gd name="connsiteY544" fmla="*/ 1351958 h 6858000"/>
              <a:gd name="connsiteX545" fmla="*/ 1638521 w 7467600"/>
              <a:gd name="connsiteY545" fmla="*/ 1908470 h 6858000"/>
              <a:gd name="connsiteX546" fmla="*/ 1754199 w 7467600"/>
              <a:gd name="connsiteY546" fmla="*/ 2149284 h 6858000"/>
              <a:gd name="connsiteX547" fmla="*/ 1908359 w 7467600"/>
              <a:gd name="connsiteY547" fmla="*/ 2364988 h 6858000"/>
              <a:gd name="connsiteX548" fmla="*/ 1647661 w 7467600"/>
              <a:gd name="connsiteY548" fmla="*/ 1825945 h 6858000"/>
              <a:gd name="connsiteX549" fmla="*/ 1423821 w 7467600"/>
              <a:gd name="connsiteY549" fmla="*/ 1351958 h 6858000"/>
              <a:gd name="connsiteX550" fmla="*/ 1431890 w 7467600"/>
              <a:gd name="connsiteY550" fmla="*/ 1306475 h 6858000"/>
              <a:gd name="connsiteX551" fmla="*/ 1507597 w 7467600"/>
              <a:gd name="connsiteY551" fmla="*/ 1446132 h 6858000"/>
              <a:gd name="connsiteX552" fmla="*/ 1674586 w 7467600"/>
              <a:gd name="connsiteY552" fmla="*/ 1813832 h 6858000"/>
              <a:gd name="connsiteX553" fmla="*/ 1815950 w 7467600"/>
              <a:gd name="connsiteY553" fmla="*/ 2128564 h 6858000"/>
              <a:gd name="connsiteX554" fmla="*/ 1984242 w 7467600"/>
              <a:gd name="connsiteY554" fmla="*/ 2430829 h 6858000"/>
              <a:gd name="connsiteX555" fmla="*/ 2014023 w 7467600"/>
              <a:gd name="connsiteY555" fmla="*/ 2450995 h 6858000"/>
              <a:gd name="connsiteX556" fmla="*/ 1747337 w 7467600"/>
              <a:gd name="connsiteY556" fmla="*/ 1855264 h 6858000"/>
              <a:gd name="connsiteX557" fmla="*/ 1533749 w 7467600"/>
              <a:gd name="connsiteY557" fmla="*/ 1478656 h 6858000"/>
              <a:gd name="connsiteX558" fmla="*/ 1431890 w 7467600"/>
              <a:gd name="connsiteY558" fmla="*/ 1306475 h 6858000"/>
              <a:gd name="connsiteX559" fmla="*/ 5052692 w 7467600"/>
              <a:gd name="connsiteY559" fmla="*/ 1292994 h 6858000"/>
              <a:gd name="connsiteX560" fmla="*/ 5200661 w 7467600"/>
              <a:gd name="connsiteY560" fmla="*/ 1635186 h 6858000"/>
              <a:gd name="connsiteX561" fmla="*/ 5297138 w 7467600"/>
              <a:gd name="connsiteY561" fmla="*/ 1906351 h 6858000"/>
              <a:gd name="connsiteX562" fmla="*/ 5052692 w 7467600"/>
              <a:gd name="connsiteY562" fmla="*/ 1292994 h 6858000"/>
              <a:gd name="connsiteX563" fmla="*/ 5009948 w 7467600"/>
              <a:gd name="connsiteY563" fmla="*/ 1273619 h 6858000"/>
              <a:gd name="connsiteX564" fmla="*/ 5121777 w 7467600"/>
              <a:gd name="connsiteY564" fmla="*/ 1654213 h 6858000"/>
              <a:gd name="connsiteX565" fmla="*/ 5293545 w 7467600"/>
              <a:gd name="connsiteY565" fmla="*/ 2072247 h 6858000"/>
              <a:gd name="connsiteX566" fmla="*/ 5294042 w 7467600"/>
              <a:gd name="connsiteY566" fmla="*/ 2065019 h 6858000"/>
              <a:gd name="connsiteX567" fmla="*/ 5171936 w 7467600"/>
              <a:gd name="connsiteY567" fmla="*/ 1647613 h 6858000"/>
              <a:gd name="connsiteX568" fmla="*/ 5009948 w 7467600"/>
              <a:gd name="connsiteY568" fmla="*/ 1273619 h 6858000"/>
              <a:gd name="connsiteX569" fmla="*/ 655236 w 7467600"/>
              <a:gd name="connsiteY569" fmla="*/ 1268632 h 6858000"/>
              <a:gd name="connsiteX570" fmla="*/ 839521 w 7467600"/>
              <a:gd name="connsiteY570" fmla="*/ 1685315 h 6858000"/>
              <a:gd name="connsiteX571" fmla="*/ 1109416 w 7467600"/>
              <a:gd name="connsiteY571" fmla="*/ 2061663 h 6858000"/>
              <a:gd name="connsiteX572" fmla="*/ 1298300 w 7467600"/>
              <a:gd name="connsiteY572" fmla="*/ 2247742 h 6858000"/>
              <a:gd name="connsiteX573" fmla="*/ 1125871 w 7467600"/>
              <a:gd name="connsiteY573" fmla="*/ 1989513 h 6858000"/>
              <a:gd name="connsiteX574" fmla="*/ 981574 w 7467600"/>
              <a:gd name="connsiteY574" fmla="*/ 1783157 h 6858000"/>
              <a:gd name="connsiteX575" fmla="*/ 922198 w 7467600"/>
              <a:gd name="connsiteY575" fmla="*/ 1677437 h 6858000"/>
              <a:gd name="connsiteX576" fmla="*/ 869293 w 7467600"/>
              <a:gd name="connsiteY576" fmla="*/ 1583214 h 6858000"/>
              <a:gd name="connsiteX577" fmla="*/ 751431 w 7467600"/>
              <a:gd name="connsiteY577" fmla="*/ 1405731 h 6858000"/>
              <a:gd name="connsiteX578" fmla="*/ 655236 w 7467600"/>
              <a:gd name="connsiteY578" fmla="*/ 1268632 h 6858000"/>
              <a:gd name="connsiteX579" fmla="*/ 6516292 w 7467600"/>
              <a:gd name="connsiteY579" fmla="*/ 1263064 h 6858000"/>
              <a:gd name="connsiteX580" fmla="*/ 5736320 w 7467600"/>
              <a:gd name="connsiteY580" fmla="*/ 1501803 h 6858000"/>
              <a:gd name="connsiteX581" fmla="*/ 6516292 w 7467600"/>
              <a:gd name="connsiteY581" fmla="*/ 1263064 h 6858000"/>
              <a:gd name="connsiteX582" fmla="*/ 291466 w 7467600"/>
              <a:gd name="connsiteY582" fmla="*/ 1250369 h 6858000"/>
              <a:gd name="connsiteX583" fmla="*/ 323180 w 7467600"/>
              <a:gd name="connsiteY583" fmla="*/ 1435283 h 6858000"/>
              <a:gd name="connsiteX584" fmla="*/ 349381 w 7467600"/>
              <a:gd name="connsiteY584" fmla="*/ 1875041 h 6858000"/>
              <a:gd name="connsiteX585" fmla="*/ 374363 w 7467600"/>
              <a:gd name="connsiteY585" fmla="*/ 1506494 h 6858000"/>
              <a:gd name="connsiteX586" fmla="*/ 302168 w 7467600"/>
              <a:gd name="connsiteY586" fmla="*/ 1274495 h 6858000"/>
              <a:gd name="connsiteX587" fmla="*/ 291466 w 7467600"/>
              <a:gd name="connsiteY587" fmla="*/ 1250369 h 6858000"/>
              <a:gd name="connsiteX588" fmla="*/ 678222 w 7467600"/>
              <a:gd name="connsiteY588" fmla="*/ 1248670 h 6858000"/>
              <a:gd name="connsiteX589" fmla="*/ 775536 w 7467600"/>
              <a:gd name="connsiteY589" fmla="*/ 1388015 h 6858000"/>
              <a:gd name="connsiteX590" fmla="*/ 894529 w 7467600"/>
              <a:gd name="connsiteY590" fmla="*/ 1567739 h 6858000"/>
              <a:gd name="connsiteX591" fmla="*/ 948000 w 7467600"/>
              <a:gd name="connsiteY591" fmla="*/ 1663088 h 6858000"/>
              <a:gd name="connsiteX592" fmla="*/ 1006812 w 7467600"/>
              <a:gd name="connsiteY592" fmla="*/ 1767683 h 6858000"/>
              <a:gd name="connsiteX593" fmla="*/ 1149133 w 7467600"/>
              <a:gd name="connsiteY593" fmla="*/ 1971513 h 6858000"/>
              <a:gd name="connsiteX594" fmla="*/ 1333952 w 7467600"/>
              <a:gd name="connsiteY594" fmla="*/ 2251620 h 6858000"/>
              <a:gd name="connsiteX595" fmla="*/ 1337329 w 7467600"/>
              <a:gd name="connsiteY595" fmla="*/ 2258350 h 6858000"/>
              <a:gd name="connsiteX596" fmla="*/ 1014726 w 7467600"/>
              <a:gd name="connsiteY596" fmla="*/ 1615556 h 6858000"/>
              <a:gd name="connsiteX597" fmla="*/ 678222 w 7467600"/>
              <a:gd name="connsiteY597" fmla="*/ 1248670 h 6858000"/>
              <a:gd name="connsiteX598" fmla="*/ 6691602 w 7467600"/>
              <a:gd name="connsiteY598" fmla="*/ 1140573 h 6858000"/>
              <a:gd name="connsiteX599" fmla="*/ 6571100 w 7467600"/>
              <a:gd name="connsiteY599" fmla="*/ 1183662 h 6858000"/>
              <a:gd name="connsiteX600" fmla="*/ 6241687 w 7467600"/>
              <a:gd name="connsiteY600" fmla="*/ 1257600 h 6858000"/>
              <a:gd name="connsiteX601" fmla="*/ 5693009 w 7467600"/>
              <a:gd name="connsiteY601" fmla="*/ 1478256 h 6858000"/>
              <a:gd name="connsiteX602" fmla="*/ 6548420 w 7467600"/>
              <a:gd name="connsiteY602" fmla="*/ 1214599 h 6858000"/>
              <a:gd name="connsiteX603" fmla="*/ 6605473 w 7467600"/>
              <a:gd name="connsiteY603" fmla="*/ 1184686 h 6858000"/>
              <a:gd name="connsiteX604" fmla="*/ 6691602 w 7467600"/>
              <a:gd name="connsiteY604" fmla="*/ 1140573 h 6858000"/>
              <a:gd name="connsiteX605" fmla="*/ 4002475 w 7467600"/>
              <a:gd name="connsiteY605" fmla="*/ 1037802 h 6858000"/>
              <a:gd name="connsiteX606" fmla="*/ 4000324 w 7467600"/>
              <a:gd name="connsiteY606" fmla="*/ 1039362 h 6858000"/>
              <a:gd name="connsiteX607" fmla="*/ 4002862 w 7467600"/>
              <a:gd name="connsiteY607" fmla="*/ 1042866 h 6858000"/>
              <a:gd name="connsiteX608" fmla="*/ 4002475 w 7467600"/>
              <a:gd name="connsiteY608" fmla="*/ 1037802 h 6858000"/>
              <a:gd name="connsiteX609" fmla="*/ 506322 w 7467600"/>
              <a:gd name="connsiteY609" fmla="*/ 1020997 h 6858000"/>
              <a:gd name="connsiteX610" fmla="*/ 533068 w 7467600"/>
              <a:gd name="connsiteY610" fmla="*/ 1029409 h 6858000"/>
              <a:gd name="connsiteX611" fmla="*/ 1232525 w 7467600"/>
              <a:gd name="connsiteY611" fmla="*/ 1804675 h 6858000"/>
              <a:gd name="connsiteX612" fmla="*/ 1388858 w 7467600"/>
              <a:gd name="connsiteY612" fmla="*/ 2368011 h 6858000"/>
              <a:gd name="connsiteX613" fmla="*/ 1384098 w 7467600"/>
              <a:gd name="connsiteY613" fmla="*/ 2378125 h 6858000"/>
              <a:gd name="connsiteX614" fmla="*/ 1425393 w 7467600"/>
              <a:gd name="connsiteY614" fmla="*/ 2589124 h 6858000"/>
              <a:gd name="connsiteX615" fmla="*/ 1424001 w 7467600"/>
              <a:gd name="connsiteY615" fmla="*/ 2597541 h 6858000"/>
              <a:gd name="connsiteX616" fmla="*/ 2152729 w 7467600"/>
              <a:gd name="connsiteY616" fmla="*/ 2864487 h 6858000"/>
              <a:gd name="connsiteX617" fmla="*/ 2020609 w 7467600"/>
              <a:gd name="connsiteY617" fmla="*/ 2539671 h 6858000"/>
              <a:gd name="connsiteX618" fmla="*/ 2018920 w 7467600"/>
              <a:gd name="connsiteY618" fmla="*/ 2536309 h 6858000"/>
              <a:gd name="connsiteX619" fmla="*/ 1342441 w 7467600"/>
              <a:gd name="connsiteY619" fmla="*/ 1173017 h 6858000"/>
              <a:gd name="connsiteX620" fmla="*/ 1367925 w 7467600"/>
              <a:gd name="connsiteY620" fmla="*/ 1135648 h 6858000"/>
              <a:gd name="connsiteX621" fmla="*/ 1771401 w 7467600"/>
              <a:gd name="connsiteY621" fmla="*/ 1806673 h 6858000"/>
              <a:gd name="connsiteX622" fmla="*/ 1972385 w 7467600"/>
              <a:gd name="connsiteY622" fmla="*/ 2198735 h 6858000"/>
              <a:gd name="connsiteX623" fmla="*/ 2040892 w 7467600"/>
              <a:gd name="connsiteY623" fmla="*/ 2405205 h 6858000"/>
              <a:gd name="connsiteX624" fmla="*/ 2131689 w 7467600"/>
              <a:gd name="connsiteY624" fmla="*/ 1936926 h 6858000"/>
              <a:gd name="connsiteX625" fmla="*/ 2454820 w 7467600"/>
              <a:gd name="connsiteY625" fmla="*/ 1248808 h 6858000"/>
              <a:gd name="connsiteX626" fmla="*/ 2492512 w 7467600"/>
              <a:gd name="connsiteY626" fmla="*/ 1302920 h 6858000"/>
              <a:gd name="connsiteX627" fmla="*/ 2081216 w 7467600"/>
              <a:gd name="connsiteY627" fmla="*/ 2527513 h 6858000"/>
              <a:gd name="connsiteX628" fmla="*/ 2081211 w 7467600"/>
              <a:gd name="connsiteY628" fmla="*/ 2528916 h 6858000"/>
              <a:gd name="connsiteX629" fmla="*/ 2199067 w 7467600"/>
              <a:gd name="connsiteY629" fmla="*/ 2884061 h 6858000"/>
              <a:gd name="connsiteX630" fmla="*/ 3192586 w 7467600"/>
              <a:gd name="connsiteY630" fmla="*/ 3411496 h 6858000"/>
              <a:gd name="connsiteX631" fmla="*/ 3182620 w 7467600"/>
              <a:gd name="connsiteY631" fmla="*/ 3483279 h 6858000"/>
              <a:gd name="connsiteX632" fmla="*/ 2435119 w 7467600"/>
              <a:gd name="connsiteY632" fmla="*/ 3080173 h 6858000"/>
              <a:gd name="connsiteX633" fmla="*/ 2410152 w 7467600"/>
              <a:gd name="connsiteY633" fmla="*/ 3063751 h 6858000"/>
              <a:gd name="connsiteX634" fmla="*/ 2408099 w 7467600"/>
              <a:gd name="connsiteY634" fmla="*/ 3064403 h 6858000"/>
              <a:gd name="connsiteX635" fmla="*/ 2407218 w 7467600"/>
              <a:gd name="connsiteY635" fmla="*/ 3070324 h 6858000"/>
              <a:gd name="connsiteX636" fmla="*/ 2380138 w 7467600"/>
              <a:gd name="connsiteY636" fmla="*/ 3099341 h 6858000"/>
              <a:gd name="connsiteX637" fmla="*/ 1765923 w 7467600"/>
              <a:gd name="connsiteY637" fmla="*/ 3581043 h 6858000"/>
              <a:gd name="connsiteX638" fmla="*/ 1702258 w 7467600"/>
              <a:gd name="connsiteY638" fmla="*/ 3612286 h 6858000"/>
              <a:gd name="connsiteX639" fmla="*/ 1538370 w 7467600"/>
              <a:gd name="connsiteY639" fmla="*/ 3811804 h 6858000"/>
              <a:gd name="connsiteX640" fmla="*/ 542867 w 7467600"/>
              <a:gd name="connsiteY640" fmla="*/ 4944092 h 6858000"/>
              <a:gd name="connsiteX641" fmla="*/ 515800 w 7467600"/>
              <a:gd name="connsiteY641" fmla="*/ 4862180 h 6858000"/>
              <a:gd name="connsiteX642" fmla="*/ 909145 w 7467600"/>
              <a:gd name="connsiteY642" fmla="*/ 4199225 h 6858000"/>
              <a:gd name="connsiteX643" fmla="*/ 1214067 w 7467600"/>
              <a:gd name="connsiteY643" fmla="*/ 3908561 h 6858000"/>
              <a:gd name="connsiteX644" fmla="*/ 640967 w 7467600"/>
              <a:gd name="connsiteY644" fmla="*/ 4105601 h 6858000"/>
              <a:gd name="connsiteX645" fmla="*/ 112563 w 7467600"/>
              <a:gd name="connsiteY645" fmla="*/ 4396952 h 6858000"/>
              <a:gd name="connsiteX646" fmla="*/ 0 w 7467600"/>
              <a:gd name="connsiteY646" fmla="*/ 4466006 h 6858000"/>
              <a:gd name="connsiteX647" fmla="*/ 0 w 7467600"/>
              <a:gd name="connsiteY647" fmla="*/ 4233763 h 6858000"/>
              <a:gd name="connsiteX648" fmla="*/ 36881 w 7467600"/>
              <a:gd name="connsiteY648" fmla="*/ 4200118 h 6858000"/>
              <a:gd name="connsiteX649" fmla="*/ 910534 w 7467600"/>
              <a:gd name="connsiteY649" fmla="*/ 3629753 h 6858000"/>
              <a:gd name="connsiteX650" fmla="*/ 1578717 w 7467600"/>
              <a:gd name="connsiteY650" fmla="*/ 3575982 h 6858000"/>
              <a:gd name="connsiteX651" fmla="*/ 2338780 w 7467600"/>
              <a:gd name="connsiteY651" fmla="*/ 3033725 h 6858000"/>
              <a:gd name="connsiteX652" fmla="*/ 1807991 w 7467600"/>
              <a:gd name="connsiteY652" fmla="*/ 2807184 h 6858000"/>
              <a:gd name="connsiteX653" fmla="*/ 1416358 w 7467600"/>
              <a:gd name="connsiteY653" fmla="*/ 3112571 h 6858000"/>
              <a:gd name="connsiteX654" fmla="*/ 939066 w 7467600"/>
              <a:gd name="connsiteY654" fmla="*/ 3378798 h 6858000"/>
              <a:gd name="connsiteX655" fmla="*/ 115099 w 7467600"/>
              <a:gd name="connsiteY655" fmla="*/ 3607650 h 6858000"/>
              <a:gd name="connsiteX656" fmla="*/ 97284 w 7467600"/>
              <a:gd name="connsiteY656" fmla="*/ 3520393 h 6858000"/>
              <a:gd name="connsiteX657" fmla="*/ 922050 w 7467600"/>
              <a:gd name="connsiteY657" fmla="*/ 3074867 h 6858000"/>
              <a:gd name="connsiteX658" fmla="*/ 1405265 w 7467600"/>
              <a:gd name="connsiteY658" fmla="*/ 3016319 h 6858000"/>
              <a:gd name="connsiteX659" fmla="*/ 1407512 w 7467600"/>
              <a:gd name="connsiteY659" fmla="*/ 3018001 h 6858000"/>
              <a:gd name="connsiteX660" fmla="*/ 1726266 w 7467600"/>
              <a:gd name="connsiteY660" fmla="*/ 2777274 h 6858000"/>
              <a:gd name="connsiteX661" fmla="*/ 625390 w 7467600"/>
              <a:gd name="connsiteY661" fmla="*/ 2514541 h 6858000"/>
              <a:gd name="connsiteX662" fmla="*/ 619799 w 7467600"/>
              <a:gd name="connsiteY662" fmla="*/ 2527180 h 6858000"/>
              <a:gd name="connsiteX663" fmla="*/ 310030 w 7467600"/>
              <a:gd name="connsiteY663" fmla="*/ 2771818 h 6858000"/>
              <a:gd name="connsiteX664" fmla="*/ 173877 w 7467600"/>
              <a:gd name="connsiteY664" fmla="*/ 2937056 h 6858000"/>
              <a:gd name="connsiteX665" fmla="*/ 77889 w 7467600"/>
              <a:gd name="connsiteY665" fmla="*/ 3138440 h 6858000"/>
              <a:gd name="connsiteX666" fmla="*/ 0 w 7467600"/>
              <a:gd name="connsiteY666" fmla="*/ 3271395 h 6858000"/>
              <a:gd name="connsiteX667" fmla="*/ 0 w 7467600"/>
              <a:gd name="connsiteY667" fmla="*/ 3153002 h 6858000"/>
              <a:gd name="connsiteX668" fmla="*/ 2386 w 7467600"/>
              <a:gd name="connsiteY668" fmla="*/ 3149203 h 6858000"/>
              <a:gd name="connsiteX669" fmla="*/ 89753 w 7467600"/>
              <a:gd name="connsiteY669" fmla="*/ 2987702 h 6858000"/>
              <a:gd name="connsiteX670" fmla="*/ 76869 w 7467600"/>
              <a:gd name="connsiteY670" fmla="*/ 3005404 h 6858000"/>
              <a:gd name="connsiteX671" fmla="*/ 32049 w 7467600"/>
              <a:gd name="connsiteY671" fmla="*/ 3065814 h 6858000"/>
              <a:gd name="connsiteX672" fmla="*/ 0 w 7467600"/>
              <a:gd name="connsiteY672" fmla="*/ 3108744 h 6858000"/>
              <a:gd name="connsiteX673" fmla="*/ 0 w 7467600"/>
              <a:gd name="connsiteY673" fmla="*/ 3058059 h 6858000"/>
              <a:gd name="connsiteX674" fmla="*/ 7610 w 7467600"/>
              <a:gd name="connsiteY674" fmla="*/ 3047889 h 6858000"/>
              <a:gd name="connsiteX675" fmla="*/ 52419 w 7467600"/>
              <a:gd name="connsiteY675" fmla="*/ 2987479 h 6858000"/>
              <a:gd name="connsiteX676" fmla="*/ 59142 w 7467600"/>
              <a:gd name="connsiteY676" fmla="*/ 2978488 h 6858000"/>
              <a:gd name="connsiteX677" fmla="*/ 0 w 7467600"/>
              <a:gd name="connsiteY677" fmla="*/ 3015334 h 6858000"/>
              <a:gd name="connsiteX678" fmla="*/ 0 w 7467600"/>
              <a:gd name="connsiteY678" fmla="*/ 2914286 h 6858000"/>
              <a:gd name="connsiteX679" fmla="*/ 36383 w 7467600"/>
              <a:gd name="connsiteY679" fmla="*/ 2901128 h 6858000"/>
              <a:gd name="connsiteX680" fmla="*/ 156329 w 7467600"/>
              <a:gd name="connsiteY680" fmla="*/ 2840533 h 6858000"/>
              <a:gd name="connsiteX681" fmla="*/ 358355 w 7467600"/>
              <a:gd name="connsiteY681" fmla="*/ 2620471 h 6858000"/>
              <a:gd name="connsiteX682" fmla="*/ 510577 w 7467600"/>
              <a:gd name="connsiteY682" fmla="*/ 2501244 h 6858000"/>
              <a:gd name="connsiteX683" fmla="*/ 211967 w 7467600"/>
              <a:gd name="connsiteY683" fmla="*/ 2479171 h 6858000"/>
              <a:gd name="connsiteX684" fmla="*/ 0 w 7467600"/>
              <a:gd name="connsiteY684" fmla="*/ 2476398 h 6858000"/>
              <a:gd name="connsiteX685" fmla="*/ 0 w 7467600"/>
              <a:gd name="connsiteY685" fmla="*/ 2389189 h 6858000"/>
              <a:gd name="connsiteX686" fmla="*/ 103062 w 7467600"/>
              <a:gd name="connsiteY686" fmla="*/ 2389518 h 6858000"/>
              <a:gd name="connsiteX687" fmla="*/ 510734 w 7467600"/>
              <a:gd name="connsiteY687" fmla="*/ 2416201 h 6858000"/>
              <a:gd name="connsiteX688" fmla="*/ 279257 w 7467600"/>
              <a:gd name="connsiteY688" fmla="*/ 2092102 h 6858000"/>
              <a:gd name="connsiteX689" fmla="*/ 65265 w 7467600"/>
              <a:gd name="connsiteY689" fmla="*/ 2006049 h 6858000"/>
              <a:gd name="connsiteX690" fmla="*/ 0 w 7467600"/>
              <a:gd name="connsiteY690" fmla="*/ 1982532 h 6858000"/>
              <a:gd name="connsiteX691" fmla="*/ 0 w 7467600"/>
              <a:gd name="connsiteY691" fmla="*/ 1912789 h 6858000"/>
              <a:gd name="connsiteX692" fmla="*/ 97460 w 7467600"/>
              <a:gd name="connsiteY692" fmla="*/ 1953725 h 6858000"/>
              <a:gd name="connsiteX693" fmla="*/ 221272 w 7467600"/>
              <a:gd name="connsiteY693" fmla="*/ 1980766 h 6858000"/>
              <a:gd name="connsiteX694" fmla="*/ 116765 w 7467600"/>
              <a:gd name="connsiteY694" fmla="*/ 1911033 h 6858000"/>
              <a:gd name="connsiteX695" fmla="*/ 16405 w 7467600"/>
              <a:gd name="connsiteY695" fmla="*/ 1803412 h 6858000"/>
              <a:gd name="connsiteX696" fmla="*/ 0 w 7467600"/>
              <a:gd name="connsiteY696" fmla="*/ 1784777 h 6858000"/>
              <a:gd name="connsiteX697" fmla="*/ 0 w 7467600"/>
              <a:gd name="connsiteY697" fmla="*/ 1740082 h 6858000"/>
              <a:gd name="connsiteX698" fmla="*/ 39394 w 7467600"/>
              <a:gd name="connsiteY698" fmla="*/ 1784856 h 6858000"/>
              <a:gd name="connsiteX699" fmla="*/ 135813 w 7467600"/>
              <a:gd name="connsiteY699" fmla="*/ 1888838 h 6858000"/>
              <a:gd name="connsiteX700" fmla="*/ 242575 w 7467600"/>
              <a:gd name="connsiteY700" fmla="*/ 1958841 h 6858000"/>
              <a:gd name="connsiteX701" fmla="*/ 82197 w 7467600"/>
              <a:gd name="connsiteY701" fmla="*/ 1754826 h 6858000"/>
              <a:gd name="connsiteX702" fmla="*/ 0 w 7467600"/>
              <a:gd name="connsiteY702" fmla="*/ 1679650 h 6858000"/>
              <a:gd name="connsiteX703" fmla="*/ 0 w 7467600"/>
              <a:gd name="connsiteY703" fmla="*/ 1602463 h 6858000"/>
              <a:gd name="connsiteX704" fmla="*/ 84689 w 7467600"/>
              <a:gd name="connsiteY704" fmla="*/ 1677442 h 6858000"/>
              <a:gd name="connsiteX705" fmla="*/ 298437 w 7467600"/>
              <a:gd name="connsiteY705" fmla="*/ 1968019 h 6858000"/>
              <a:gd name="connsiteX706" fmla="*/ 227269 w 7467600"/>
              <a:gd name="connsiteY706" fmla="*/ 1114064 h 6858000"/>
              <a:gd name="connsiteX707" fmla="*/ 248003 w 7467600"/>
              <a:gd name="connsiteY707" fmla="*/ 1089613 h 6858000"/>
              <a:gd name="connsiteX708" fmla="*/ 427020 w 7467600"/>
              <a:gd name="connsiteY708" fmla="*/ 1619803 h 6858000"/>
              <a:gd name="connsiteX709" fmla="*/ 340345 w 7467600"/>
              <a:gd name="connsiteY709" fmla="*/ 2027739 h 6858000"/>
              <a:gd name="connsiteX710" fmla="*/ 360865 w 7467600"/>
              <a:gd name="connsiteY710" fmla="*/ 2044827 h 6858000"/>
              <a:gd name="connsiteX711" fmla="*/ 560414 w 7467600"/>
              <a:gd name="connsiteY711" fmla="*/ 2421457 h 6858000"/>
              <a:gd name="connsiteX712" fmla="*/ 1359703 w 7467600"/>
              <a:gd name="connsiteY712" fmla="*/ 2578554 h 6858000"/>
              <a:gd name="connsiteX713" fmla="*/ 1359422 w 7467600"/>
              <a:gd name="connsiteY713" fmla="*/ 2577994 h 6858000"/>
              <a:gd name="connsiteX714" fmla="*/ 828701 w 7467600"/>
              <a:gd name="connsiteY714" fmla="*/ 1839520 h 6858000"/>
              <a:gd name="connsiteX715" fmla="*/ 494427 w 7467600"/>
              <a:gd name="connsiteY715" fmla="*/ 1092333 h 6858000"/>
              <a:gd name="connsiteX716" fmla="*/ 506322 w 7467600"/>
              <a:gd name="connsiteY716" fmla="*/ 1020997 h 6858000"/>
              <a:gd name="connsiteX717" fmla="*/ 4570198 w 7467600"/>
              <a:gd name="connsiteY717" fmla="*/ 978081 h 6858000"/>
              <a:gd name="connsiteX718" fmla="*/ 4523691 w 7467600"/>
              <a:gd name="connsiteY718" fmla="*/ 1127776 h 6858000"/>
              <a:gd name="connsiteX719" fmla="*/ 4509875 w 7467600"/>
              <a:gd name="connsiteY719" fmla="*/ 1167552 h 6858000"/>
              <a:gd name="connsiteX720" fmla="*/ 4478168 w 7467600"/>
              <a:gd name="connsiteY720" fmla="*/ 1260735 h 6858000"/>
              <a:gd name="connsiteX721" fmla="*/ 4409309 w 7467600"/>
              <a:gd name="connsiteY721" fmla="*/ 1666996 h 6858000"/>
              <a:gd name="connsiteX722" fmla="*/ 4370031 w 7467600"/>
              <a:gd name="connsiteY722" fmla="*/ 1955666 h 6858000"/>
              <a:gd name="connsiteX723" fmla="*/ 4570198 w 7467600"/>
              <a:gd name="connsiteY723" fmla="*/ 978081 h 6858000"/>
              <a:gd name="connsiteX724" fmla="*/ 4557898 w 7467600"/>
              <a:gd name="connsiteY724" fmla="*/ 900011 h 6858000"/>
              <a:gd name="connsiteX725" fmla="*/ 4344840 w 7467600"/>
              <a:gd name="connsiteY725" fmla="*/ 1922038 h 6858000"/>
              <a:gd name="connsiteX726" fmla="*/ 4378710 w 7467600"/>
              <a:gd name="connsiteY726" fmla="*/ 1665516 h 6858000"/>
              <a:gd name="connsiteX727" fmla="*/ 4448798 w 7467600"/>
              <a:gd name="connsiteY727" fmla="*/ 1253024 h 6858000"/>
              <a:gd name="connsiteX728" fmla="*/ 4480315 w 7467600"/>
              <a:gd name="connsiteY728" fmla="*/ 1158454 h 6858000"/>
              <a:gd name="connsiteX729" fmla="*/ 4494133 w 7467600"/>
              <a:gd name="connsiteY729" fmla="*/ 1118676 h 6858000"/>
              <a:gd name="connsiteX730" fmla="*/ 4557898 w 7467600"/>
              <a:gd name="connsiteY730" fmla="*/ 900011 h 6858000"/>
              <a:gd name="connsiteX731" fmla="*/ 5870151 w 7467600"/>
              <a:gd name="connsiteY731" fmla="*/ 898890 h 6858000"/>
              <a:gd name="connsiteX732" fmla="*/ 5861335 w 7467600"/>
              <a:gd name="connsiteY732" fmla="*/ 899177 h 6858000"/>
              <a:gd name="connsiteX733" fmla="*/ 5843702 w 7467600"/>
              <a:gd name="connsiteY733" fmla="*/ 899748 h 6858000"/>
              <a:gd name="connsiteX734" fmla="*/ 5651107 w 7467600"/>
              <a:gd name="connsiteY734" fmla="*/ 920306 h 6858000"/>
              <a:gd name="connsiteX735" fmla="*/ 5459407 w 7467600"/>
              <a:gd name="connsiteY735" fmla="*/ 940975 h 6858000"/>
              <a:gd name="connsiteX736" fmla="*/ 5374846 w 7467600"/>
              <a:gd name="connsiteY736" fmla="*/ 941988 h 6858000"/>
              <a:gd name="connsiteX737" fmla="*/ 5256105 w 7467600"/>
              <a:gd name="connsiteY737" fmla="*/ 945632 h 6858000"/>
              <a:gd name="connsiteX738" fmla="*/ 5107071 w 7467600"/>
              <a:gd name="connsiteY738" fmla="*/ 969720 h 6858000"/>
              <a:gd name="connsiteX739" fmla="*/ 4998681 w 7467600"/>
              <a:gd name="connsiteY739" fmla="*/ 988771 h 6858000"/>
              <a:gd name="connsiteX740" fmla="*/ 5870151 w 7467600"/>
              <a:gd name="connsiteY740" fmla="*/ 898890 h 6858000"/>
              <a:gd name="connsiteX741" fmla="*/ 5504425 w 7467600"/>
              <a:gd name="connsiteY741" fmla="*/ 848067 h 6858000"/>
              <a:gd name="connsiteX742" fmla="*/ 4968849 w 7467600"/>
              <a:gd name="connsiteY742" fmla="*/ 962318 h 6858000"/>
              <a:gd name="connsiteX743" fmla="*/ 5104039 w 7467600"/>
              <a:gd name="connsiteY743" fmla="*/ 940634 h 6858000"/>
              <a:gd name="connsiteX744" fmla="*/ 5256311 w 7467600"/>
              <a:gd name="connsiteY744" fmla="*/ 916490 h 6858000"/>
              <a:gd name="connsiteX745" fmla="*/ 5377381 w 7467600"/>
              <a:gd name="connsiteY745" fmla="*/ 912671 h 6858000"/>
              <a:gd name="connsiteX746" fmla="*/ 5460148 w 7467600"/>
              <a:gd name="connsiteY746" fmla="*/ 911442 h 6858000"/>
              <a:gd name="connsiteX747" fmla="*/ 5648971 w 7467600"/>
              <a:gd name="connsiteY747" fmla="*/ 891331 h 6858000"/>
              <a:gd name="connsiteX748" fmla="*/ 5844807 w 7467600"/>
              <a:gd name="connsiteY748" fmla="*/ 870718 h 6858000"/>
              <a:gd name="connsiteX749" fmla="*/ 5862975 w 7467600"/>
              <a:gd name="connsiteY749" fmla="*/ 869756 h 6858000"/>
              <a:gd name="connsiteX750" fmla="*/ 5920887 w 7467600"/>
              <a:gd name="connsiteY750" fmla="*/ 865929 h 6858000"/>
              <a:gd name="connsiteX751" fmla="*/ 5504425 w 7467600"/>
              <a:gd name="connsiteY751" fmla="*/ 848067 h 6858000"/>
              <a:gd name="connsiteX752" fmla="*/ 3607114 w 7467600"/>
              <a:gd name="connsiteY752" fmla="*/ 467441 h 6858000"/>
              <a:gd name="connsiteX753" fmla="*/ 3296242 w 7467600"/>
              <a:gd name="connsiteY753" fmla="*/ 807991 h 6858000"/>
              <a:gd name="connsiteX754" fmla="*/ 3174674 w 7467600"/>
              <a:gd name="connsiteY754" fmla="*/ 919759 h 6858000"/>
              <a:gd name="connsiteX755" fmla="*/ 3042978 w 7467600"/>
              <a:gd name="connsiteY755" fmla="*/ 1054894 h 6858000"/>
              <a:gd name="connsiteX756" fmla="*/ 2968914 w 7467600"/>
              <a:gd name="connsiteY756" fmla="*/ 1133756 h 6858000"/>
              <a:gd name="connsiteX757" fmla="*/ 3103823 w 7467600"/>
              <a:gd name="connsiteY757" fmla="*/ 1026814 h 6858000"/>
              <a:gd name="connsiteX758" fmla="*/ 3607114 w 7467600"/>
              <a:gd name="connsiteY758" fmla="*/ 467441 h 6858000"/>
              <a:gd name="connsiteX759" fmla="*/ 3744487 w 7467600"/>
              <a:gd name="connsiteY759" fmla="*/ 383136 h 6858000"/>
              <a:gd name="connsiteX760" fmla="*/ 3970213 w 7467600"/>
              <a:gd name="connsiteY760" fmla="*/ 995559 h 6858000"/>
              <a:gd name="connsiteX761" fmla="*/ 3744487 w 7467600"/>
              <a:gd name="connsiteY761" fmla="*/ 383136 h 6858000"/>
              <a:gd name="connsiteX762" fmla="*/ 3624562 w 7467600"/>
              <a:gd name="connsiteY762" fmla="*/ 367041 h 6858000"/>
              <a:gd name="connsiteX763" fmla="*/ 3489712 w 7467600"/>
              <a:gd name="connsiteY763" fmla="*/ 485386 h 6858000"/>
              <a:gd name="connsiteX764" fmla="*/ 3182994 w 7467600"/>
              <a:gd name="connsiteY764" fmla="*/ 828265 h 6858000"/>
              <a:gd name="connsiteX765" fmla="*/ 2892114 w 7467600"/>
              <a:gd name="connsiteY765" fmla="*/ 1172635 h 6858000"/>
              <a:gd name="connsiteX766" fmla="*/ 3021459 w 7467600"/>
              <a:gd name="connsiteY766" fmla="*/ 1035385 h 6858000"/>
              <a:gd name="connsiteX767" fmla="*/ 3153873 w 7467600"/>
              <a:gd name="connsiteY767" fmla="*/ 898971 h 6858000"/>
              <a:gd name="connsiteX768" fmla="*/ 3276511 w 7467600"/>
              <a:gd name="connsiteY768" fmla="*/ 786423 h 6858000"/>
              <a:gd name="connsiteX769" fmla="*/ 3584154 w 7467600"/>
              <a:gd name="connsiteY769" fmla="*/ 448218 h 6858000"/>
              <a:gd name="connsiteX770" fmla="*/ 3624562 w 7467600"/>
              <a:gd name="connsiteY770" fmla="*/ 367041 h 6858000"/>
              <a:gd name="connsiteX771" fmla="*/ 3766672 w 7467600"/>
              <a:gd name="connsiteY771" fmla="*/ 359429 h 6858000"/>
              <a:gd name="connsiteX772" fmla="*/ 3996338 w 7467600"/>
              <a:gd name="connsiteY772" fmla="*/ 968237 h 6858000"/>
              <a:gd name="connsiteX773" fmla="*/ 3766672 w 7467600"/>
              <a:gd name="connsiteY773" fmla="*/ 359429 h 6858000"/>
              <a:gd name="connsiteX774" fmla="*/ 5805386 w 7467600"/>
              <a:gd name="connsiteY774" fmla="*/ 239240 h 6858000"/>
              <a:gd name="connsiteX775" fmla="*/ 5736947 w 7467600"/>
              <a:gd name="connsiteY775" fmla="*/ 261367 h 6858000"/>
              <a:gd name="connsiteX776" fmla="*/ 5427012 w 7467600"/>
              <a:gd name="connsiteY776" fmla="*/ 311272 h 6858000"/>
              <a:gd name="connsiteX777" fmla="*/ 5147818 w 7467600"/>
              <a:gd name="connsiteY777" fmla="*/ 322112 h 6858000"/>
              <a:gd name="connsiteX778" fmla="*/ 5060854 w 7467600"/>
              <a:gd name="connsiteY778" fmla="*/ 311882 h 6858000"/>
              <a:gd name="connsiteX779" fmla="*/ 4945989 w 7467600"/>
              <a:gd name="connsiteY779" fmla="*/ 300516 h 6858000"/>
              <a:gd name="connsiteX780" fmla="*/ 5410479 w 7467600"/>
              <a:gd name="connsiteY780" fmla="*/ 348434 h 6858000"/>
              <a:gd name="connsiteX781" fmla="*/ 5805386 w 7467600"/>
              <a:gd name="connsiteY781" fmla="*/ 239240 h 6858000"/>
              <a:gd name="connsiteX782" fmla="*/ 5905192 w 7467600"/>
              <a:gd name="connsiteY782" fmla="*/ 163079 h 6858000"/>
              <a:gd name="connsiteX783" fmla="*/ 5865655 w 7467600"/>
              <a:gd name="connsiteY783" fmla="*/ 171901 h 6858000"/>
              <a:gd name="connsiteX784" fmla="*/ 5259740 w 7467600"/>
              <a:gd name="connsiteY784" fmla="*/ 257013 h 6858000"/>
              <a:gd name="connsiteX785" fmla="*/ 5208466 w 7467600"/>
              <a:gd name="connsiteY785" fmla="*/ 257550 h 6858000"/>
              <a:gd name="connsiteX786" fmla="*/ 4980204 w 7467600"/>
              <a:gd name="connsiteY786" fmla="*/ 271903 h 6858000"/>
              <a:gd name="connsiteX787" fmla="*/ 5068068 w 7467600"/>
              <a:gd name="connsiteY787" fmla="*/ 282244 h 6858000"/>
              <a:gd name="connsiteX788" fmla="*/ 5153231 w 7467600"/>
              <a:gd name="connsiteY788" fmla="*/ 292240 h 6858000"/>
              <a:gd name="connsiteX789" fmla="*/ 5426491 w 7467600"/>
              <a:gd name="connsiteY789" fmla="*/ 281128 h 6858000"/>
              <a:gd name="connsiteX790" fmla="*/ 5731212 w 7467600"/>
              <a:gd name="connsiteY790" fmla="*/ 231951 h 6858000"/>
              <a:gd name="connsiteX791" fmla="*/ 5905192 w 7467600"/>
              <a:gd name="connsiteY791" fmla="*/ 163079 h 6858000"/>
              <a:gd name="connsiteX792" fmla="*/ 5944437 w 7467600"/>
              <a:gd name="connsiteY792" fmla="*/ 113829 h 6858000"/>
              <a:gd name="connsiteX793" fmla="*/ 5825032 w 7467600"/>
              <a:gd name="connsiteY793" fmla="*/ 146405 h 6858000"/>
              <a:gd name="connsiteX794" fmla="*/ 4955599 w 7467600"/>
              <a:gd name="connsiteY794" fmla="*/ 247008 h 6858000"/>
              <a:gd name="connsiteX795" fmla="*/ 5210104 w 7467600"/>
              <a:gd name="connsiteY795" fmla="*/ 228123 h 6858000"/>
              <a:gd name="connsiteX796" fmla="*/ 5261015 w 7467600"/>
              <a:gd name="connsiteY796" fmla="*/ 227087 h 6858000"/>
              <a:gd name="connsiteX797" fmla="*/ 5861181 w 7467600"/>
              <a:gd name="connsiteY797" fmla="*/ 143093 h 6858000"/>
              <a:gd name="connsiteX798" fmla="*/ 5961252 w 7467600"/>
              <a:gd name="connsiteY798" fmla="*/ 114820 h 6858000"/>
              <a:gd name="connsiteX799" fmla="*/ 5944437 w 7467600"/>
              <a:gd name="connsiteY799" fmla="*/ 113829 h 6858000"/>
              <a:gd name="connsiteX800" fmla="*/ 3882765 w 7467600"/>
              <a:gd name="connsiteY800" fmla="*/ 0 h 6858000"/>
              <a:gd name="connsiteX801" fmla="*/ 3995099 w 7467600"/>
              <a:gd name="connsiteY801" fmla="*/ 0 h 6858000"/>
              <a:gd name="connsiteX802" fmla="*/ 4163818 w 7467600"/>
              <a:gd name="connsiteY802" fmla="*/ 234104 h 6858000"/>
              <a:gd name="connsiteX803" fmla="*/ 4172099 w 7467600"/>
              <a:gd name="connsiteY803" fmla="*/ 234207 h 6858000"/>
              <a:gd name="connsiteX804" fmla="*/ 4784282 w 7467600"/>
              <a:gd name="connsiteY804" fmla="*/ 276561 h 6858000"/>
              <a:gd name="connsiteX805" fmla="*/ 4801687 w 7467600"/>
              <a:gd name="connsiteY805" fmla="*/ 267764 h 6858000"/>
              <a:gd name="connsiteX806" fmla="*/ 6082788 w 7467600"/>
              <a:gd name="connsiteY806" fmla="*/ 64119 h 6858000"/>
              <a:gd name="connsiteX807" fmla="*/ 6099442 w 7467600"/>
              <a:gd name="connsiteY807" fmla="*/ 82568 h 6858000"/>
              <a:gd name="connsiteX808" fmla="*/ 4804137 w 7467600"/>
              <a:gd name="connsiteY808" fmla="*/ 320931 h 6858000"/>
              <a:gd name="connsiteX809" fmla="*/ 4227047 w 7467600"/>
              <a:gd name="connsiteY809" fmla="*/ 313415 h 6858000"/>
              <a:gd name="connsiteX810" fmla="*/ 4346041 w 7467600"/>
              <a:gd name="connsiteY810" fmla="*/ 456086 h 6858000"/>
              <a:gd name="connsiteX811" fmla="*/ 4870967 w 7467600"/>
              <a:gd name="connsiteY811" fmla="*/ 963061 h 6858000"/>
              <a:gd name="connsiteX812" fmla="*/ 4889647 w 7467600"/>
              <a:gd name="connsiteY812" fmla="*/ 957147 h 6858000"/>
              <a:gd name="connsiteX813" fmla="*/ 5422504 w 7467600"/>
              <a:gd name="connsiteY813" fmla="*/ 805191 h 6858000"/>
              <a:gd name="connsiteX814" fmla="*/ 6087656 w 7467600"/>
              <a:gd name="connsiteY814" fmla="*/ 826703 h 6858000"/>
              <a:gd name="connsiteX815" fmla="*/ 6058717 w 7467600"/>
              <a:gd name="connsiteY815" fmla="*/ 865992 h 6858000"/>
              <a:gd name="connsiteX816" fmla="*/ 4974153 w 7467600"/>
              <a:gd name="connsiteY816" fmla="*/ 1045456 h 6858000"/>
              <a:gd name="connsiteX817" fmla="*/ 5627835 w 7467600"/>
              <a:gd name="connsiteY817" fmla="*/ 1472077 h 6858000"/>
              <a:gd name="connsiteX818" fmla="*/ 5629817 w 7467600"/>
              <a:gd name="connsiteY818" fmla="*/ 1471412 h 6858000"/>
              <a:gd name="connsiteX819" fmla="*/ 5634124 w 7467600"/>
              <a:gd name="connsiteY819" fmla="*/ 1470572 h 6858000"/>
              <a:gd name="connsiteX820" fmla="*/ 5755832 w 7467600"/>
              <a:gd name="connsiteY820" fmla="*/ 1383886 h 6858000"/>
              <a:gd name="connsiteX821" fmla="*/ 6014186 w 7467600"/>
              <a:gd name="connsiteY821" fmla="*/ 1279799 h 6858000"/>
              <a:gd name="connsiteX822" fmla="*/ 6901619 w 7467600"/>
              <a:gd name="connsiteY822" fmla="*/ 1047874 h 6858000"/>
              <a:gd name="connsiteX823" fmla="*/ 6931566 w 7467600"/>
              <a:gd name="connsiteY823" fmla="*/ 1062034 h 6858000"/>
              <a:gd name="connsiteX824" fmla="*/ 5790982 w 7467600"/>
              <a:gd name="connsiteY824" fmla="*/ 1561380 h 6858000"/>
              <a:gd name="connsiteX825" fmla="*/ 6188971 w 7467600"/>
              <a:gd name="connsiteY825" fmla="*/ 1755168 h 6858000"/>
              <a:gd name="connsiteX826" fmla="*/ 6202446 w 7467600"/>
              <a:gd name="connsiteY826" fmla="*/ 1752268 h 6858000"/>
              <a:gd name="connsiteX827" fmla="*/ 7179560 w 7467600"/>
              <a:gd name="connsiteY827" fmla="*/ 1467551 h 6858000"/>
              <a:gd name="connsiteX828" fmla="*/ 7158730 w 7467600"/>
              <a:gd name="connsiteY828" fmla="*/ 1507835 h 6858000"/>
              <a:gd name="connsiteX829" fmla="*/ 6326959 w 7467600"/>
              <a:gd name="connsiteY829" fmla="*/ 1817686 h 6858000"/>
              <a:gd name="connsiteX830" fmla="*/ 6537433 w 7467600"/>
              <a:gd name="connsiteY830" fmla="*/ 1907790 h 6858000"/>
              <a:gd name="connsiteX831" fmla="*/ 6550221 w 7467600"/>
              <a:gd name="connsiteY831" fmla="*/ 1910729 h 6858000"/>
              <a:gd name="connsiteX832" fmla="*/ 6964438 w 7467600"/>
              <a:gd name="connsiteY832" fmla="*/ 2209505 h 6858000"/>
              <a:gd name="connsiteX833" fmla="*/ 7367862 w 7467600"/>
              <a:gd name="connsiteY833" fmla="*/ 2806833 h 6858000"/>
              <a:gd name="connsiteX834" fmla="*/ 7364329 w 7467600"/>
              <a:gd name="connsiteY834" fmla="*/ 2826907 h 6858000"/>
              <a:gd name="connsiteX835" fmla="*/ 7290545 w 7467600"/>
              <a:gd name="connsiteY835" fmla="*/ 2850663 h 6858000"/>
              <a:gd name="connsiteX836" fmla="*/ 6472036 w 7467600"/>
              <a:gd name="connsiteY836" fmla="*/ 1959003 h 6858000"/>
              <a:gd name="connsiteX837" fmla="*/ 5792897 w 7467600"/>
              <a:gd name="connsiteY837" fmla="*/ 1647747 h 6858000"/>
              <a:gd name="connsiteX838" fmla="*/ 5842751 w 7467600"/>
              <a:gd name="connsiteY838" fmla="*/ 1816112 h 6858000"/>
              <a:gd name="connsiteX839" fmla="*/ 5847424 w 7467600"/>
              <a:gd name="connsiteY839" fmla="*/ 1815776 h 6858000"/>
              <a:gd name="connsiteX840" fmla="*/ 6399821 w 7467600"/>
              <a:gd name="connsiteY840" fmla="*/ 2344799 h 6858000"/>
              <a:gd name="connsiteX841" fmla="*/ 6323232 w 7467600"/>
              <a:gd name="connsiteY841" fmla="*/ 2389634 h 6858000"/>
              <a:gd name="connsiteX842" fmla="*/ 5942958 w 7467600"/>
              <a:gd name="connsiteY842" fmla="*/ 2077708 h 6858000"/>
              <a:gd name="connsiteX843" fmla="*/ 5921559 w 7467600"/>
              <a:gd name="connsiteY843" fmla="*/ 2378596 h 6858000"/>
              <a:gd name="connsiteX844" fmla="*/ 5817651 w 7467600"/>
              <a:gd name="connsiteY844" fmla="*/ 3023919 h 6858000"/>
              <a:gd name="connsiteX845" fmla="*/ 5729634 w 7467600"/>
              <a:gd name="connsiteY845" fmla="*/ 3051849 h 6858000"/>
              <a:gd name="connsiteX846" fmla="*/ 5611018 w 7467600"/>
              <a:gd name="connsiteY846" fmla="*/ 2316769 h 6858000"/>
              <a:gd name="connsiteX847" fmla="*/ 5687608 w 7467600"/>
              <a:gd name="connsiteY847" fmla="*/ 2039972 h 6858000"/>
              <a:gd name="connsiteX848" fmla="*/ 5657554 w 7467600"/>
              <a:gd name="connsiteY848" fmla="*/ 1576445 h 6858000"/>
              <a:gd name="connsiteX849" fmla="*/ 5150475 w 7467600"/>
              <a:gd name="connsiteY849" fmla="*/ 1274012 h 6858000"/>
              <a:gd name="connsiteX850" fmla="*/ 5349142 w 7467600"/>
              <a:gd name="connsiteY850" fmla="*/ 2204405 h 6858000"/>
              <a:gd name="connsiteX851" fmla="*/ 5262214 w 7467600"/>
              <a:gd name="connsiteY851" fmla="*/ 2233836 h 6858000"/>
              <a:gd name="connsiteX852" fmla="*/ 4981539 w 7467600"/>
              <a:gd name="connsiteY852" fmla="*/ 1542201 h 6858000"/>
              <a:gd name="connsiteX853" fmla="*/ 4958461 w 7467600"/>
              <a:gd name="connsiteY853" fmla="*/ 1136957 h 6858000"/>
              <a:gd name="connsiteX854" fmla="*/ 4655015 w 7467600"/>
              <a:gd name="connsiteY854" fmla="*/ 891426 h 6858000"/>
              <a:gd name="connsiteX855" fmla="*/ 4348002 w 7467600"/>
              <a:gd name="connsiteY855" fmla="*/ 2205895 h 6858000"/>
              <a:gd name="connsiteX856" fmla="*/ 4262250 w 7467600"/>
              <a:gd name="connsiteY856" fmla="*/ 2219972 h 6858000"/>
              <a:gd name="connsiteX857" fmla="*/ 4550611 w 7467600"/>
              <a:gd name="connsiteY857" fmla="*/ 817540 h 6858000"/>
              <a:gd name="connsiteX858" fmla="*/ 4564418 w 7467600"/>
              <a:gd name="connsiteY858" fmla="*/ 808293 h 6858000"/>
              <a:gd name="connsiteX859" fmla="*/ 4266388 w 7467600"/>
              <a:gd name="connsiteY859" fmla="*/ 500083 h 6858000"/>
              <a:gd name="connsiteX860" fmla="*/ 4032842 w 7467600"/>
              <a:gd name="connsiteY860" fmla="*/ 211809 h 6858000"/>
              <a:gd name="connsiteX861" fmla="*/ 3882765 w 7467600"/>
              <a:gd name="connsiteY861" fmla="*/ 0 h 6858000"/>
              <a:gd name="connsiteX862" fmla="*/ 3721337 w 7467600"/>
              <a:gd name="connsiteY862" fmla="*/ 0 h 6858000"/>
              <a:gd name="connsiteX863" fmla="*/ 3797544 w 7467600"/>
              <a:gd name="connsiteY863" fmla="*/ 0 h 6858000"/>
              <a:gd name="connsiteX864" fmla="*/ 3775734 w 7467600"/>
              <a:gd name="connsiteY864" fmla="*/ 95131 h 6858000"/>
              <a:gd name="connsiteX865" fmla="*/ 3724807 w 7467600"/>
              <a:gd name="connsiteY865" fmla="*/ 272257 h 6858000"/>
              <a:gd name="connsiteX866" fmla="*/ 3726844 w 7467600"/>
              <a:gd name="connsiteY866" fmla="*/ 282988 h 6858000"/>
              <a:gd name="connsiteX867" fmla="*/ 3742664 w 7467600"/>
              <a:gd name="connsiteY867" fmla="*/ 279918 h 6858000"/>
              <a:gd name="connsiteX868" fmla="*/ 4103910 w 7467600"/>
              <a:gd name="connsiteY868" fmla="*/ 1161917 h 6858000"/>
              <a:gd name="connsiteX869" fmla="*/ 4020269 w 7467600"/>
              <a:gd name="connsiteY869" fmla="*/ 1200406 h 6858000"/>
              <a:gd name="connsiteX870" fmla="*/ 3674882 w 7467600"/>
              <a:gd name="connsiteY870" fmla="*/ 488524 h 6858000"/>
              <a:gd name="connsiteX871" fmla="*/ 3132682 w 7467600"/>
              <a:gd name="connsiteY871" fmla="*/ 1072284 h 6858000"/>
              <a:gd name="connsiteX872" fmla="*/ 2716346 w 7467600"/>
              <a:gd name="connsiteY872" fmla="*/ 1276376 h 6858000"/>
              <a:gd name="connsiteX873" fmla="*/ 2716772 w 7467600"/>
              <a:gd name="connsiteY873" fmla="*/ 1255462 h 6858000"/>
              <a:gd name="connsiteX874" fmla="*/ 3471096 w 7467600"/>
              <a:gd name="connsiteY874" fmla="*/ 437072 h 6858000"/>
              <a:gd name="connsiteX875" fmla="*/ 3639057 w 7467600"/>
              <a:gd name="connsiteY875" fmla="*/ 286334 h 6858000"/>
              <a:gd name="connsiteX876" fmla="*/ 3640309 w 7467600"/>
              <a:gd name="connsiteY876" fmla="*/ 284664 h 6858000"/>
              <a:gd name="connsiteX877" fmla="*/ 3646022 w 7467600"/>
              <a:gd name="connsiteY877" fmla="*/ 276711 h 6858000"/>
              <a:gd name="connsiteX878" fmla="*/ 3707943 w 7467600"/>
              <a:gd name="connsiteY878" fmla="*/ 65958 h 6858000"/>
              <a:gd name="connsiteX879" fmla="*/ 3721337 w 7467600"/>
              <a:gd name="connsiteY879" fmla="*/ 0 h 6858000"/>
              <a:gd name="connsiteX880" fmla="*/ 2867960 w 7467600"/>
              <a:gd name="connsiteY880" fmla="*/ 0 h 6858000"/>
              <a:gd name="connsiteX881" fmla="*/ 2926351 w 7467600"/>
              <a:gd name="connsiteY881" fmla="*/ 0 h 6858000"/>
              <a:gd name="connsiteX882" fmla="*/ 2902823 w 7467600"/>
              <a:gd name="connsiteY882" fmla="*/ 262929 h 6858000"/>
              <a:gd name="connsiteX883" fmla="*/ 2940663 w 7467600"/>
              <a:gd name="connsiteY883" fmla="*/ 140884 h 6858000"/>
              <a:gd name="connsiteX884" fmla="*/ 2947039 w 7467600"/>
              <a:gd name="connsiteY884" fmla="*/ 122524 h 6858000"/>
              <a:gd name="connsiteX885" fmla="*/ 2984316 w 7467600"/>
              <a:gd name="connsiteY885" fmla="*/ 0 h 6858000"/>
              <a:gd name="connsiteX886" fmla="*/ 3016114 w 7467600"/>
              <a:gd name="connsiteY886" fmla="*/ 0 h 6858000"/>
              <a:gd name="connsiteX887" fmla="*/ 2979949 w 7467600"/>
              <a:gd name="connsiteY887" fmla="*/ 119274 h 6858000"/>
              <a:gd name="connsiteX888" fmla="*/ 3023879 w 7467600"/>
              <a:gd name="connsiteY888" fmla="*/ 0 h 6858000"/>
              <a:gd name="connsiteX889" fmla="*/ 3105400 w 7467600"/>
              <a:gd name="connsiteY889" fmla="*/ 0 h 6858000"/>
              <a:gd name="connsiteX890" fmla="*/ 3094669 w 7467600"/>
              <a:gd name="connsiteY890" fmla="*/ 30308 h 6858000"/>
              <a:gd name="connsiteX891" fmla="*/ 2901945 w 7467600"/>
              <a:gd name="connsiteY891" fmla="*/ 466538 h 6858000"/>
              <a:gd name="connsiteX892" fmla="*/ 2815209 w 7467600"/>
              <a:gd name="connsiteY892" fmla="*/ 497361 h 6858000"/>
              <a:gd name="connsiteX893" fmla="*/ 2844845 w 7467600"/>
              <a:gd name="connsiteY893" fmla="*/ 127638 h 6858000"/>
              <a:gd name="connsiteX894" fmla="*/ 2867960 w 7467600"/>
              <a:gd name="connsiteY894" fmla="*/ 0 h 6858000"/>
              <a:gd name="connsiteX895" fmla="*/ 1057230 w 7467600"/>
              <a:gd name="connsiteY895" fmla="*/ 0 h 6858000"/>
              <a:gd name="connsiteX896" fmla="*/ 1111003 w 7467600"/>
              <a:gd name="connsiteY896" fmla="*/ 0 h 6858000"/>
              <a:gd name="connsiteX897" fmla="*/ 1125553 w 7467600"/>
              <a:gd name="connsiteY897" fmla="*/ 52588 h 6858000"/>
              <a:gd name="connsiteX898" fmla="*/ 1304276 w 7467600"/>
              <a:gd name="connsiteY898" fmla="*/ 476275 h 6858000"/>
              <a:gd name="connsiteX899" fmla="*/ 1492066 w 7467600"/>
              <a:gd name="connsiteY899" fmla="*/ 886333 h 6858000"/>
              <a:gd name="connsiteX900" fmla="*/ 1423698 w 7467600"/>
              <a:gd name="connsiteY900" fmla="*/ 710817 h 6858000"/>
              <a:gd name="connsiteX901" fmla="*/ 1357609 w 7467600"/>
              <a:gd name="connsiteY901" fmla="*/ 532892 h 6858000"/>
              <a:gd name="connsiteX902" fmla="*/ 1309550 w 7467600"/>
              <a:gd name="connsiteY902" fmla="*/ 374031 h 6858000"/>
              <a:gd name="connsiteX903" fmla="*/ 1193673 w 7467600"/>
              <a:gd name="connsiteY903" fmla="*/ 49533 h 6858000"/>
              <a:gd name="connsiteX904" fmla="*/ 1164391 w 7467600"/>
              <a:gd name="connsiteY904" fmla="*/ 0 h 6858000"/>
              <a:gd name="connsiteX905" fmla="*/ 1200666 w 7467600"/>
              <a:gd name="connsiteY905" fmla="*/ 0 h 6858000"/>
              <a:gd name="connsiteX906" fmla="*/ 1223408 w 7467600"/>
              <a:gd name="connsiteY906" fmla="*/ 38996 h 6858000"/>
              <a:gd name="connsiteX907" fmla="*/ 1339635 w 7467600"/>
              <a:gd name="connsiteY907" fmla="*/ 365517 h 6858000"/>
              <a:gd name="connsiteX908" fmla="*/ 1387469 w 7467600"/>
              <a:gd name="connsiteY908" fmla="*/ 523079 h 6858000"/>
              <a:gd name="connsiteX909" fmla="*/ 1452685 w 7467600"/>
              <a:gd name="connsiteY909" fmla="*/ 699806 h 6858000"/>
              <a:gd name="connsiteX910" fmla="*/ 1492092 w 7467600"/>
              <a:gd name="connsiteY910" fmla="*/ 800424 h 6858000"/>
              <a:gd name="connsiteX911" fmla="*/ 1455302 w 7467600"/>
              <a:gd name="connsiteY911" fmla="*/ 632913 h 6858000"/>
              <a:gd name="connsiteX912" fmla="*/ 1222336 w 7467600"/>
              <a:gd name="connsiteY912" fmla="*/ 9480 h 6858000"/>
              <a:gd name="connsiteX913" fmla="*/ 1214634 w 7467600"/>
              <a:gd name="connsiteY913" fmla="*/ 0 h 6858000"/>
              <a:gd name="connsiteX914" fmla="*/ 1289827 w 7467600"/>
              <a:gd name="connsiteY914" fmla="*/ 0 h 6858000"/>
              <a:gd name="connsiteX915" fmla="*/ 1321076 w 7467600"/>
              <a:gd name="connsiteY915" fmla="*/ 59722 h 6858000"/>
              <a:gd name="connsiteX916" fmla="*/ 1512579 w 7467600"/>
              <a:gd name="connsiteY916" fmla="*/ 626441 h 6858000"/>
              <a:gd name="connsiteX917" fmla="*/ 1506076 w 7467600"/>
              <a:gd name="connsiteY917" fmla="*/ 1089289 h 6858000"/>
              <a:gd name="connsiteX918" fmla="*/ 1486346 w 7467600"/>
              <a:gd name="connsiteY918" fmla="*/ 1079919 h 6858000"/>
              <a:gd name="connsiteX919" fmla="*/ 1070511 w 7467600"/>
              <a:gd name="connsiteY919" fmla="*/ 48609 h 6858000"/>
              <a:gd name="connsiteX920" fmla="*/ 1057230 w 7467600"/>
              <a:gd name="connsiteY920" fmla="*/ 0 h 6858000"/>
              <a:gd name="connsiteX921" fmla="*/ 43151 w 7467600"/>
              <a:gd name="connsiteY921" fmla="*/ 0 h 6858000"/>
              <a:gd name="connsiteX922" fmla="*/ 95283 w 7467600"/>
              <a:gd name="connsiteY922" fmla="*/ 0 h 6858000"/>
              <a:gd name="connsiteX923" fmla="*/ 300708 w 7467600"/>
              <a:gd name="connsiteY923" fmla="*/ 154571 h 6858000"/>
              <a:gd name="connsiteX924" fmla="*/ 530414 w 7467600"/>
              <a:gd name="connsiteY924" fmla="*/ 354673 h 6858000"/>
              <a:gd name="connsiteX925" fmla="*/ 333785 w 7467600"/>
              <a:gd name="connsiteY925" fmla="*/ 161564 h 6858000"/>
              <a:gd name="connsiteX926" fmla="*/ 147005 w 7467600"/>
              <a:gd name="connsiteY926" fmla="*/ 0 h 6858000"/>
              <a:gd name="connsiteX927" fmla="*/ 272509 w 7467600"/>
              <a:gd name="connsiteY927" fmla="*/ 0 h 6858000"/>
              <a:gd name="connsiteX928" fmla="*/ 326276 w 7467600"/>
              <a:gd name="connsiteY928" fmla="*/ 45847 h 6858000"/>
              <a:gd name="connsiteX929" fmla="*/ 823759 w 7467600"/>
              <a:gd name="connsiteY929" fmla="*/ 574145 h 6858000"/>
              <a:gd name="connsiteX930" fmla="*/ 811254 w 7467600"/>
              <a:gd name="connsiteY930" fmla="*/ 665546 h 6858000"/>
              <a:gd name="connsiteX931" fmla="*/ 154042 w 7467600"/>
              <a:gd name="connsiteY931" fmla="*/ 261522 h 6858000"/>
              <a:gd name="connsiteX932" fmla="*/ 13550 w 7467600"/>
              <a:gd name="connsiteY932" fmla="*/ 158423 h 6858000"/>
              <a:gd name="connsiteX933" fmla="*/ 0 w 7467600"/>
              <a:gd name="connsiteY933" fmla="*/ 146618 h 6858000"/>
              <a:gd name="connsiteX934" fmla="*/ 0 w 7467600"/>
              <a:gd name="connsiteY934" fmla="*/ 59161 h 6858000"/>
              <a:gd name="connsiteX935" fmla="*/ 45427 w 7467600"/>
              <a:gd name="connsiteY935" fmla="*/ 101078 h 6858000"/>
              <a:gd name="connsiteX936" fmla="*/ 630103 w 7467600"/>
              <a:gd name="connsiteY936" fmla="*/ 485885 h 6858000"/>
              <a:gd name="connsiteX937" fmla="*/ 532040 w 7467600"/>
              <a:gd name="connsiteY937" fmla="*/ 399359 h 6858000"/>
              <a:gd name="connsiteX938" fmla="*/ 517618 w 7467600"/>
              <a:gd name="connsiteY938" fmla="*/ 385726 h 6858000"/>
              <a:gd name="connsiteX939" fmla="*/ 285074 w 7467600"/>
              <a:gd name="connsiteY939" fmla="*/ 182755 h 6858000"/>
              <a:gd name="connsiteX940" fmla="*/ 43151 w 7467600"/>
              <a:gd name="connsiteY940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467600 w 7467600"/>
              <a:gd name="connsiteY4" fmla="*/ 666857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1019354 w 7467600"/>
              <a:gd name="connsiteY8" fmla="*/ 6315006 h 6858000"/>
              <a:gd name="connsiteX9" fmla="*/ 441046 w 7467600"/>
              <a:gd name="connsiteY9" fmla="*/ 6691153 h 6858000"/>
              <a:gd name="connsiteX10" fmla="*/ 1019354 w 7467600"/>
              <a:gd name="connsiteY10" fmla="*/ 6315006 h 6858000"/>
              <a:gd name="connsiteX11" fmla="*/ 991680 w 7467600"/>
              <a:gd name="connsiteY11" fmla="*/ 6298413 h 6858000"/>
              <a:gd name="connsiteX12" fmla="*/ 409060 w 7467600"/>
              <a:gd name="connsiteY12" fmla="*/ 6671470 h 6858000"/>
              <a:gd name="connsiteX13" fmla="*/ 991680 w 7467600"/>
              <a:gd name="connsiteY13" fmla="*/ 6298413 h 6858000"/>
              <a:gd name="connsiteX14" fmla="*/ 103333 w 7467600"/>
              <a:gd name="connsiteY14" fmla="*/ 5699602 h 6858000"/>
              <a:gd name="connsiteX15" fmla="*/ 233938 w 7467600"/>
              <a:gd name="connsiteY15" fmla="*/ 5809416 h 6858000"/>
              <a:gd name="connsiteX16" fmla="*/ 883580 w 7467600"/>
              <a:gd name="connsiteY16" fmla="*/ 6180710 h 6858000"/>
              <a:gd name="connsiteX17" fmla="*/ 487337 w 7467600"/>
              <a:gd name="connsiteY17" fmla="*/ 5950182 h 6858000"/>
              <a:gd name="connsiteX18" fmla="*/ 354051 w 7467600"/>
              <a:gd name="connsiteY18" fmla="*/ 5854912 h 6858000"/>
              <a:gd name="connsiteX19" fmla="*/ 195436 w 7467600"/>
              <a:gd name="connsiteY19" fmla="*/ 5755068 h 6858000"/>
              <a:gd name="connsiteX20" fmla="*/ 103333 w 7467600"/>
              <a:gd name="connsiteY20" fmla="*/ 5699602 h 6858000"/>
              <a:gd name="connsiteX21" fmla="*/ 5539432 w 7467600"/>
              <a:gd name="connsiteY21" fmla="*/ 5642928 h 6858000"/>
              <a:gd name="connsiteX22" fmla="*/ 5555462 w 7467600"/>
              <a:gd name="connsiteY22" fmla="*/ 5694454 h 6858000"/>
              <a:gd name="connsiteX23" fmla="*/ 5828270 w 7467600"/>
              <a:gd name="connsiteY23" fmla="*/ 6320663 h 6858000"/>
              <a:gd name="connsiteX24" fmla="*/ 5947416 w 7467600"/>
              <a:gd name="connsiteY24" fmla="*/ 6574846 h 6858000"/>
              <a:gd name="connsiteX25" fmla="*/ 5539432 w 7467600"/>
              <a:gd name="connsiteY25" fmla="*/ 5642928 h 6858000"/>
              <a:gd name="connsiteX26" fmla="*/ 51253 w 7467600"/>
              <a:gd name="connsiteY26" fmla="*/ 5631825 h 6858000"/>
              <a:gd name="connsiteX27" fmla="*/ 211622 w 7467600"/>
              <a:gd name="connsiteY27" fmla="*/ 5728803 h 6858000"/>
              <a:gd name="connsiteX28" fmla="*/ 371652 w 7467600"/>
              <a:gd name="connsiteY28" fmla="*/ 5829062 h 6858000"/>
              <a:gd name="connsiteX29" fmla="*/ 505903 w 7467600"/>
              <a:gd name="connsiteY29" fmla="*/ 5925221 h 6858000"/>
              <a:gd name="connsiteX30" fmla="*/ 899240 w 7467600"/>
              <a:gd name="connsiteY30" fmla="*/ 6153068 h 6858000"/>
              <a:gd name="connsiteX31" fmla="*/ 988114 w 7467600"/>
              <a:gd name="connsiteY31" fmla="*/ 6174204 h 6858000"/>
              <a:gd name="connsiteX32" fmla="*/ 845971 w 7467600"/>
              <a:gd name="connsiteY32" fmla="*/ 6067177 h 6858000"/>
              <a:gd name="connsiteX33" fmla="*/ 448057 w 7467600"/>
              <a:gd name="connsiteY33" fmla="*/ 5841376 h 6858000"/>
              <a:gd name="connsiteX34" fmla="*/ 51253 w 7467600"/>
              <a:gd name="connsiteY34" fmla="*/ 5631825 h 6858000"/>
              <a:gd name="connsiteX35" fmla="*/ 2606687 w 7467600"/>
              <a:gd name="connsiteY35" fmla="*/ 5630718 h 6858000"/>
              <a:gd name="connsiteX36" fmla="*/ 2645658 w 7467600"/>
              <a:gd name="connsiteY36" fmla="*/ 6640259 h 6858000"/>
              <a:gd name="connsiteX37" fmla="*/ 2606687 w 7467600"/>
              <a:gd name="connsiteY37" fmla="*/ 5630718 h 6858000"/>
              <a:gd name="connsiteX38" fmla="*/ 3642057 w 7467600"/>
              <a:gd name="connsiteY38" fmla="*/ 5573487 h 6858000"/>
              <a:gd name="connsiteX39" fmla="*/ 3632981 w 7467600"/>
              <a:gd name="connsiteY39" fmla="*/ 5579437 h 6858000"/>
              <a:gd name="connsiteX40" fmla="*/ 3382436 w 7467600"/>
              <a:gd name="connsiteY40" fmla="*/ 5952726 h 6858000"/>
              <a:gd name="connsiteX41" fmla="*/ 3191929 w 7467600"/>
              <a:gd name="connsiteY41" fmla="*/ 6662669 h 6858000"/>
              <a:gd name="connsiteX42" fmla="*/ 3369898 w 7467600"/>
              <a:gd name="connsiteY42" fmla="*/ 6081771 h 6858000"/>
              <a:gd name="connsiteX43" fmla="*/ 3642057 w 7467600"/>
              <a:gd name="connsiteY43" fmla="*/ 5573487 h 6858000"/>
              <a:gd name="connsiteX44" fmla="*/ 2650666 w 7467600"/>
              <a:gd name="connsiteY44" fmla="*/ 5530686 h 6858000"/>
              <a:gd name="connsiteX45" fmla="*/ 2650249 w 7467600"/>
              <a:gd name="connsiteY45" fmla="*/ 5532101 h 6858000"/>
              <a:gd name="connsiteX46" fmla="*/ 2663808 w 7467600"/>
              <a:gd name="connsiteY46" fmla="*/ 6535215 h 6858000"/>
              <a:gd name="connsiteX47" fmla="*/ 2665418 w 7467600"/>
              <a:gd name="connsiteY47" fmla="*/ 6132756 h 6858000"/>
              <a:gd name="connsiteX48" fmla="*/ 2650666 w 7467600"/>
              <a:gd name="connsiteY48" fmla="*/ 5530686 h 6858000"/>
              <a:gd name="connsiteX49" fmla="*/ 2680277 w 7467600"/>
              <a:gd name="connsiteY49" fmla="*/ 5479204 h 6858000"/>
              <a:gd name="connsiteX50" fmla="*/ 2678972 w 7467600"/>
              <a:gd name="connsiteY50" fmla="*/ 5481582 h 6858000"/>
              <a:gd name="connsiteX51" fmla="*/ 2696666 w 7467600"/>
              <a:gd name="connsiteY51" fmla="*/ 6133836 h 6858000"/>
              <a:gd name="connsiteX52" fmla="*/ 2695769 w 7467600"/>
              <a:gd name="connsiteY52" fmla="*/ 6390955 h 6858000"/>
              <a:gd name="connsiteX53" fmla="*/ 2739893 w 7467600"/>
              <a:gd name="connsiteY53" fmla="*/ 6108357 h 6858000"/>
              <a:gd name="connsiteX54" fmla="*/ 2680277 w 7467600"/>
              <a:gd name="connsiteY54" fmla="*/ 5479204 h 6858000"/>
              <a:gd name="connsiteX55" fmla="*/ 1132195 w 7467600"/>
              <a:gd name="connsiteY55" fmla="*/ 5467980 h 6858000"/>
              <a:gd name="connsiteX56" fmla="*/ 1679056 w 7467600"/>
              <a:gd name="connsiteY56" fmla="*/ 5516907 h 6858000"/>
              <a:gd name="connsiteX57" fmla="*/ 2128648 w 7467600"/>
              <a:gd name="connsiteY57" fmla="*/ 5474249 h 6858000"/>
              <a:gd name="connsiteX58" fmla="*/ 1825619 w 7467600"/>
              <a:gd name="connsiteY58" fmla="*/ 5478447 h 6858000"/>
              <a:gd name="connsiteX59" fmla="*/ 1737798 w 7467600"/>
              <a:gd name="connsiteY59" fmla="*/ 5483353 h 6858000"/>
              <a:gd name="connsiteX60" fmla="*/ 1132195 w 7467600"/>
              <a:gd name="connsiteY60" fmla="*/ 5467980 h 6858000"/>
              <a:gd name="connsiteX61" fmla="*/ 1456157 w 7467600"/>
              <a:gd name="connsiteY61" fmla="*/ 5371404 h 6858000"/>
              <a:gd name="connsiteX62" fmla="*/ 1244432 w 7467600"/>
              <a:gd name="connsiteY62" fmla="*/ 5385601 h 6858000"/>
              <a:gd name="connsiteX63" fmla="*/ 973990 w 7467600"/>
              <a:gd name="connsiteY63" fmla="*/ 5424940 h 6858000"/>
              <a:gd name="connsiteX64" fmla="*/ 1103809 w 7467600"/>
              <a:gd name="connsiteY64" fmla="*/ 5433720 h 6858000"/>
              <a:gd name="connsiteX65" fmla="*/ 1123454 w 7467600"/>
              <a:gd name="connsiteY65" fmla="*/ 5435727 h 6858000"/>
              <a:gd name="connsiteX66" fmla="*/ 1737017 w 7467600"/>
              <a:gd name="connsiteY66" fmla="*/ 5452183 h 6858000"/>
              <a:gd name="connsiteX67" fmla="*/ 1824397 w 7467600"/>
              <a:gd name="connsiteY67" fmla="*/ 5447757 h 6858000"/>
              <a:gd name="connsiteX68" fmla="*/ 2070059 w 7467600"/>
              <a:gd name="connsiteY68" fmla="*/ 5441660 h 6858000"/>
              <a:gd name="connsiteX69" fmla="*/ 1456157 w 7467600"/>
              <a:gd name="connsiteY69" fmla="*/ 5371404 h 6858000"/>
              <a:gd name="connsiteX70" fmla="*/ 4988186 w 7467600"/>
              <a:gd name="connsiteY70" fmla="*/ 5216467 h 6858000"/>
              <a:gd name="connsiteX71" fmla="*/ 4777334 w 7467600"/>
              <a:gd name="connsiteY71" fmla="*/ 5406072 h 6858000"/>
              <a:gd name="connsiteX72" fmla="*/ 4718341 w 7467600"/>
              <a:gd name="connsiteY72" fmla="*/ 5468043 h 6858000"/>
              <a:gd name="connsiteX73" fmla="*/ 4604655 w 7467600"/>
              <a:gd name="connsiteY73" fmla="*/ 5583434 h 6858000"/>
              <a:gd name="connsiteX74" fmla="*/ 4565074 w 7467600"/>
              <a:gd name="connsiteY74" fmla="*/ 5618550 h 6858000"/>
              <a:gd name="connsiteX75" fmla="*/ 4988186 w 7467600"/>
              <a:gd name="connsiteY75" fmla="*/ 5216467 h 6858000"/>
              <a:gd name="connsiteX76" fmla="*/ 4978032 w 7467600"/>
              <a:gd name="connsiteY76" fmla="*/ 5183809 h 6858000"/>
              <a:gd name="connsiteX77" fmla="*/ 4463413 w 7467600"/>
              <a:gd name="connsiteY77" fmla="*/ 5615162 h 6858000"/>
              <a:gd name="connsiteX78" fmla="*/ 4358134 w 7467600"/>
              <a:gd name="connsiteY78" fmla="*/ 5742791 h 6858000"/>
              <a:gd name="connsiteX79" fmla="*/ 4376219 w 7467600"/>
              <a:gd name="connsiteY79" fmla="*/ 5729027 h 6858000"/>
              <a:gd name="connsiteX80" fmla="*/ 4582340 w 7467600"/>
              <a:gd name="connsiteY80" fmla="*/ 5561037 h 6858000"/>
              <a:gd name="connsiteX81" fmla="*/ 4694684 w 7467600"/>
              <a:gd name="connsiteY81" fmla="*/ 5447098 h 6858000"/>
              <a:gd name="connsiteX82" fmla="*/ 4754123 w 7467600"/>
              <a:gd name="connsiteY82" fmla="*/ 5384643 h 6858000"/>
              <a:gd name="connsiteX83" fmla="*/ 4978032 w 7467600"/>
              <a:gd name="connsiteY83" fmla="*/ 5183809 h 6858000"/>
              <a:gd name="connsiteX84" fmla="*/ 1903353 w 7467600"/>
              <a:gd name="connsiteY84" fmla="*/ 5044827 h 6858000"/>
              <a:gd name="connsiteX85" fmla="*/ 1936931 w 7467600"/>
              <a:gd name="connsiteY85" fmla="*/ 5093954 h 6858000"/>
              <a:gd name="connsiteX86" fmla="*/ 2195868 w 7467600"/>
              <a:gd name="connsiteY86" fmla="*/ 5396574 h 6858000"/>
              <a:gd name="connsiteX87" fmla="*/ 2088852 w 7467600"/>
              <a:gd name="connsiteY87" fmla="*/ 5166123 h 6858000"/>
              <a:gd name="connsiteX88" fmla="*/ 1958241 w 7467600"/>
              <a:gd name="connsiteY88" fmla="*/ 5067955 h 6858000"/>
              <a:gd name="connsiteX89" fmla="*/ 1903353 w 7467600"/>
              <a:gd name="connsiteY89" fmla="*/ 5044827 h 6858000"/>
              <a:gd name="connsiteX90" fmla="*/ 1979378 w 7467600"/>
              <a:gd name="connsiteY90" fmla="*/ 4769504 h 6858000"/>
              <a:gd name="connsiteX91" fmla="*/ 2882120 w 7467600"/>
              <a:gd name="connsiteY91" fmla="*/ 5064547 h 6858000"/>
              <a:gd name="connsiteX92" fmla="*/ 2793103 w 7467600"/>
              <a:gd name="connsiteY92" fmla="*/ 5039699 h 6858000"/>
              <a:gd name="connsiteX93" fmla="*/ 2770041 w 7467600"/>
              <a:gd name="connsiteY93" fmla="*/ 5033634 h 6858000"/>
              <a:gd name="connsiteX94" fmla="*/ 1979378 w 7467600"/>
              <a:gd name="connsiteY94" fmla="*/ 4769504 h 6858000"/>
              <a:gd name="connsiteX95" fmla="*/ 1927410 w 7467600"/>
              <a:gd name="connsiteY95" fmla="*/ 4716164 h 6858000"/>
              <a:gd name="connsiteX96" fmla="*/ 1959587 w 7467600"/>
              <a:gd name="connsiteY96" fmla="*/ 4728849 h 6858000"/>
              <a:gd name="connsiteX97" fmla="*/ 2777707 w 7467600"/>
              <a:gd name="connsiteY97" fmla="*/ 5003991 h 6858000"/>
              <a:gd name="connsiteX98" fmla="*/ 2800768 w 7467600"/>
              <a:gd name="connsiteY98" fmla="*/ 5010056 h 6858000"/>
              <a:gd name="connsiteX99" fmla="*/ 2879408 w 7467600"/>
              <a:gd name="connsiteY99" fmla="*/ 5031590 h 6858000"/>
              <a:gd name="connsiteX100" fmla="*/ 2862295 w 7467600"/>
              <a:gd name="connsiteY100" fmla="*/ 5022958 h 6858000"/>
              <a:gd name="connsiteX101" fmla="*/ 2813343 w 7467600"/>
              <a:gd name="connsiteY101" fmla="*/ 4998369 h 6858000"/>
              <a:gd name="connsiteX102" fmla="*/ 2646245 w 7467600"/>
              <a:gd name="connsiteY102" fmla="*/ 4930999 h 6858000"/>
              <a:gd name="connsiteX103" fmla="*/ 1999243 w 7467600"/>
              <a:gd name="connsiteY103" fmla="*/ 4730524 h 6858000"/>
              <a:gd name="connsiteX104" fmla="*/ 1979527 w 7467600"/>
              <a:gd name="connsiteY104" fmla="*/ 4726651 h 6858000"/>
              <a:gd name="connsiteX105" fmla="*/ 1927410 w 7467600"/>
              <a:gd name="connsiteY105" fmla="*/ 4716164 h 6858000"/>
              <a:gd name="connsiteX106" fmla="*/ 1997014 w 7467600"/>
              <a:gd name="connsiteY106" fmla="*/ 4698007 h 6858000"/>
              <a:gd name="connsiteX107" fmla="*/ 2005458 w 7467600"/>
              <a:gd name="connsiteY107" fmla="*/ 4699540 h 6858000"/>
              <a:gd name="connsiteX108" fmla="*/ 2657186 w 7467600"/>
              <a:gd name="connsiteY108" fmla="*/ 4901687 h 6858000"/>
              <a:gd name="connsiteX109" fmla="*/ 2826662 w 7467600"/>
              <a:gd name="connsiteY109" fmla="*/ 4970362 h 6858000"/>
              <a:gd name="connsiteX110" fmla="*/ 2876100 w 7467600"/>
              <a:gd name="connsiteY110" fmla="*/ 4995397 h 6858000"/>
              <a:gd name="connsiteX111" fmla="*/ 3042600 w 7467600"/>
              <a:gd name="connsiteY111" fmla="*/ 5059532 h 6858000"/>
              <a:gd name="connsiteX112" fmla="*/ 1997014 w 7467600"/>
              <a:gd name="connsiteY112" fmla="*/ 4698007 h 6858000"/>
              <a:gd name="connsiteX113" fmla="*/ 2305292 w 7467600"/>
              <a:gd name="connsiteY113" fmla="*/ 4219492 h 6858000"/>
              <a:gd name="connsiteX114" fmla="*/ 3360922 w 7467600"/>
              <a:gd name="connsiteY114" fmla="*/ 4529373 h 6858000"/>
              <a:gd name="connsiteX115" fmla="*/ 3492420 w 7467600"/>
              <a:gd name="connsiteY115" fmla="*/ 4510145 h 6858000"/>
              <a:gd name="connsiteX116" fmla="*/ 3364086 w 7467600"/>
              <a:gd name="connsiteY116" fmla="*/ 4480340 h 6858000"/>
              <a:gd name="connsiteX117" fmla="*/ 3225818 w 7467600"/>
              <a:gd name="connsiteY117" fmla="*/ 4411822 h 6858000"/>
              <a:gd name="connsiteX118" fmla="*/ 3129696 w 7467600"/>
              <a:gd name="connsiteY118" fmla="*/ 4360704 h 6858000"/>
              <a:gd name="connsiteX119" fmla="*/ 2814545 w 7467600"/>
              <a:gd name="connsiteY119" fmla="*/ 4282955 h 6858000"/>
              <a:gd name="connsiteX120" fmla="*/ 2305292 w 7467600"/>
              <a:gd name="connsiteY120" fmla="*/ 4219492 h 6858000"/>
              <a:gd name="connsiteX121" fmla="*/ 2626982 w 7467600"/>
              <a:gd name="connsiteY121" fmla="*/ 4206450 h 6858000"/>
              <a:gd name="connsiteX122" fmla="*/ 2490617 w 7467600"/>
              <a:gd name="connsiteY122" fmla="*/ 4206951 h 6858000"/>
              <a:gd name="connsiteX123" fmla="*/ 2819869 w 7467600"/>
              <a:gd name="connsiteY123" fmla="*/ 4252936 h 6858000"/>
              <a:gd name="connsiteX124" fmla="*/ 3143018 w 7467600"/>
              <a:gd name="connsiteY124" fmla="*/ 4332698 h 6858000"/>
              <a:gd name="connsiteX125" fmla="*/ 3241520 w 7467600"/>
              <a:gd name="connsiteY125" fmla="*/ 4385112 h 6858000"/>
              <a:gd name="connsiteX126" fmla="*/ 3374575 w 7467600"/>
              <a:gd name="connsiteY126" fmla="*/ 4451517 h 6858000"/>
              <a:gd name="connsiteX127" fmla="*/ 3505221 w 7467600"/>
              <a:gd name="connsiteY127" fmla="*/ 4480757 h 6858000"/>
              <a:gd name="connsiteX128" fmla="*/ 2626982 w 7467600"/>
              <a:gd name="connsiteY128" fmla="*/ 4206450 h 6858000"/>
              <a:gd name="connsiteX129" fmla="*/ 1310106 w 7467600"/>
              <a:gd name="connsiteY129" fmla="*/ 3943217 h 6858000"/>
              <a:gd name="connsiteX130" fmla="*/ 854994 w 7467600"/>
              <a:gd name="connsiteY130" fmla="*/ 4399136 h 6858000"/>
              <a:gd name="connsiteX131" fmla="*/ 742462 w 7467600"/>
              <a:gd name="connsiteY131" fmla="*/ 4594648 h 6858000"/>
              <a:gd name="connsiteX132" fmla="*/ 820602 w 7467600"/>
              <a:gd name="connsiteY132" fmla="*/ 4485915 h 6858000"/>
              <a:gd name="connsiteX133" fmla="*/ 878295 w 7467600"/>
              <a:gd name="connsiteY133" fmla="*/ 4403594 h 6858000"/>
              <a:gd name="connsiteX134" fmla="*/ 1240607 w 7467600"/>
              <a:gd name="connsiteY134" fmla="*/ 4010401 h 6858000"/>
              <a:gd name="connsiteX135" fmla="*/ 1310106 w 7467600"/>
              <a:gd name="connsiteY135" fmla="*/ 3943217 h 6858000"/>
              <a:gd name="connsiteX136" fmla="*/ 1423113 w 7467600"/>
              <a:gd name="connsiteY136" fmla="*/ 3874565 h 6858000"/>
              <a:gd name="connsiteX137" fmla="*/ 1260565 w 7467600"/>
              <a:gd name="connsiteY137" fmla="*/ 4031982 h 6858000"/>
              <a:gd name="connsiteX138" fmla="*/ 901900 w 7467600"/>
              <a:gd name="connsiteY138" fmla="*/ 4421236 h 6858000"/>
              <a:gd name="connsiteX139" fmla="*/ 845044 w 7467600"/>
              <a:gd name="connsiteY139" fmla="*/ 4502436 h 6858000"/>
              <a:gd name="connsiteX140" fmla="*/ 685926 w 7467600"/>
              <a:gd name="connsiteY140" fmla="*/ 4703069 h 6858000"/>
              <a:gd name="connsiteX141" fmla="*/ 684248 w 7467600"/>
              <a:gd name="connsiteY141" fmla="*/ 4706721 h 6858000"/>
              <a:gd name="connsiteX142" fmla="*/ 1423113 w 7467600"/>
              <a:gd name="connsiteY142" fmla="*/ 3874565 h 6858000"/>
              <a:gd name="connsiteX143" fmla="*/ 3316479 w 7467600"/>
              <a:gd name="connsiteY143" fmla="*/ 3872136 h 6858000"/>
              <a:gd name="connsiteX144" fmla="*/ 3546806 w 7467600"/>
              <a:gd name="connsiteY144" fmla="*/ 4356139 h 6858000"/>
              <a:gd name="connsiteX145" fmla="*/ 3364433 w 7467600"/>
              <a:gd name="connsiteY145" fmla="*/ 3953121 h 6858000"/>
              <a:gd name="connsiteX146" fmla="*/ 3316479 w 7467600"/>
              <a:gd name="connsiteY146" fmla="*/ 3872136 h 6858000"/>
              <a:gd name="connsiteX147" fmla="*/ 3291335 w 7467600"/>
              <a:gd name="connsiteY147" fmla="*/ 3767420 h 6858000"/>
              <a:gd name="connsiteX148" fmla="*/ 3390805 w 7467600"/>
              <a:gd name="connsiteY148" fmla="*/ 3937163 h 6858000"/>
              <a:gd name="connsiteX149" fmla="*/ 3579062 w 7467600"/>
              <a:gd name="connsiteY149" fmla="*/ 4359040 h 6858000"/>
              <a:gd name="connsiteX150" fmla="*/ 3467355 w 7467600"/>
              <a:gd name="connsiteY150" fmla="*/ 3988130 h 6858000"/>
              <a:gd name="connsiteX151" fmla="*/ 3310753 w 7467600"/>
              <a:gd name="connsiteY151" fmla="*/ 3787140 h 6858000"/>
              <a:gd name="connsiteX152" fmla="*/ 3291335 w 7467600"/>
              <a:gd name="connsiteY152" fmla="*/ 3767420 h 6858000"/>
              <a:gd name="connsiteX153" fmla="*/ 1635889 w 7467600"/>
              <a:gd name="connsiteY153" fmla="*/ 3709494 h 6858000"/>
              <a:gd name="connsiteX154" fmla="*/ 1634800 w 7467600"/>
              <a:gd name="connsiteY154" fmla="*/ 3731111 h 6858000"/>
              <a:gd name="connsiteX155" fmla="*/ 1635889 w 7467600"/>
              <a:gd name="connsiteY155" fmla="*/ 3709494 h 6858000"/>
              <a:gd name="connsiteX156" fmla="*/ 1510397 w 7467600"/>
              <a:gd name="connsiteY156" fmla="*/ 3684705 h 6858000"/>
              <a:gd name="connsiteX157" fmla="*/ 1146550 w 7467600"/>
              <a:gd name="connsiteY157" fmla="*/ 3802012 h 6858000"/>
              <a:gd name="connsiteX158" fmla="*/ 698834 w 7467600"/>
              <a:gd name="connsiteY158" fmla="*/ 3952272 h 6858000"/>
              <a:gd name="connsiteX159" fmla="*/ 34256 w 7467600"/>
              <a:gd name="connsiteY159" fmla="*/ 4347603 h 6858000"/>
              <a:gd name="connsiteX160" fmla="*/ 527241 w 7467600"/>
              <a:gd name="connsiteY160" fmla="*/ 4065078 h 6858000"/>
              <a:gd name="connsiteX161" fmla="*/ 1510397 w 7467600"/>
              <a:gd name="connsiteY161" fmla="*/ 3684705 h 6858000"/>
              <a:gd name="connsiteX162" fmla="*/ 1313114 w 7467600"/>
              <a:gd name="connsiteY162" fmla="*/ 3655216 h 6858000"/>
              <a:gd name="connsiteX163" fmla="*/ 1109304 w 7467600"/>
              <a:gd name="connsiteY163" fmla="*/ 3669030 h 6858000"/>
              <a:gd name="connsiteX164" fmla="*/ 8129 w 7467600"/>
              <a:gd name="connsiteY164" fmla="*/ 4330519 h 6858000"/>
              <a:gd name="connsiteX165" fmla="*/ 687572 w 7467600"/>
              <a:gd name="connsiteY165" fmla="*/ 3925629 h 6858000"/>
              <a:gd name="connsiteX166" fmla="*/ 1138365 w 7467600"/>
              <a:gd name="connsiteY166" fmla="*/ 3774515 h 6858000"/>
              <a:gd name="connsiteX167" fmla="*/ 1505579 w 7467600"/>
              <a:gd name="connsiteY167" fmla="*/ 3655526 h 6858000"/>
              <a:gd name="connsiteX168" fmla="*/ 1313114 w 7467600"/>
              <a:gd name="connsiteY168" fmla="*/ 3655216 h 6858000"/>
              <a:gd name="connsiteX169" fmla="*/ 3655073 w 7467600"/>
              <a:gd name="connsiteY169" fmla="*/ 3650884 h 6858000"/>
              <a:gd name="connsiteX170" fmla="*/ 3989938 w 7467600"/>
              <a:gd name="connsiteY170" fmla="*/ 3991685 h 6858000"/>
              <a:gd name="connsiteX171" fmla="*/ 4393907 w 7467600"/>
              <a:gd name="connsiteY171" fmla="*/ 4261258 h 6858000"/>
              <a:gd name="connsiteX172" fmla="*/ 4648051 w 7467600"/>
              <a:gd name="connsiteY172" fmla="*/ 4374051 h 6858000"/>
              <a:gd name="connsiteX173" fmla="*/ 4383389 w 7467600"/>
              <a:gd name="connsiteY173" fmla="*/ 4184369 h 6858000"/>
              <a:gd name="connsiteX174" fmla="*/ 4165508 w 7467600"/>
              <a:gd name="connsiteY174" fmla="*/ 4035196 h 6858000"/>
              <a:gd name="connsiteX175" fmla="*/ 4068162 w 7467600"/>
              <a:gd name="connsiteY175" fmla="*/ 3953394 h 6858000"/>
              <a:gd name="connsiteX176" fmla="*/ 3981416 w 7467600"/>
              <a:gd name="connsiteY176" fmla="*/ 3880482 h 6858000"/>
              <a:gd name="connsiteX177" fmla="*/ 3800147 w 7467600"/>
              <a:gd name="connsiteY177" fmla="*/ 3749872 h 6858000"/>
              <a:gd name="connsiteX178" fmla="*/ 3655073 w 7467600"/>
              <a:gd name="connsiteY178" fmla="*/ 3650884 h 6858000"/>
              <a:gd name="connsiteX179" fmla="*/ 3670252 w 7467600"/>
              <a:gd name="connsiteY179" fmla="*/ 3622798 h 6858000"/>
              <a:gd name="connsiteX180" fmla="*/ 3817258 w 7467600"/>
              <a:gd name="connsiteY180" fmla="*/ 3723577 h 6858000"/>
              <a:gd name="connsiteX181" fmla="*/ 4000461 w 7467600"/>
              <a:gd name="connsiteY181" fmla="*/ 3855966 h 6858000"/>
              <a:gd name="connsiteX182" fmla="*/ 4088180 w 7467600"/>
              <a:gd name="connsiteY182" fmla="*/ 3929774 h 6858000"/>
              <a:gd name="connsiteX183" fmla="*/ 4184555 w 7467600"/>
              <a:gd name="connsiteY183" fmla="*/ 4010683 h 6858000"/>
              <a:gd name="connsiteX184" fmla="*/ 4399563 w 7467600"/>
              <a:gd name="connsiteY184" fmla="*/ 4158106 h 6858000"/>
              <a:gd name="connsiteX185" fmla="*/ 4684469 w 7467600"/>
              <a:gd name="connsiteY185" fmla="*/ 4364680 h 6858000"/>
              <a:gd name="connsiteX186" fmla="*/ 4690271 w 7467600"/>
              <a:gd name="connsiteY186" fmla="*/ 4370034 h 6858000"/>
              <a:gd name="connsiteX187" fmla="*/ 4136093 w 7467600"/>
              <a:gd name="connsiteY187" fmla="*/ 3858466 h 6858000"/>
              <a:gd name="connsiteX188" fmla="*/ 3670252 w 7467600"/>
              <a:gd name="connsiteY188" fmla="*/ 3622798 h 6858000"/>
              <a:gd name="connsiteX189" fmla="*/ 4440129 w 7467600"/>
              <a:gd name="connsiteY189" fmla="*/ 3448571 h 6858000"/>
              <a:gd name="connsiteX190" fmla="*/ 4856525 w 7467600"/>
              <a:gd name="connsiteY190" fmla="*/ 3915351 h 6858000"/>
              <a:gd name="connsiteX191" fmla="*/ 5059055 w 7467600"/>
              <a:gd name="connsiteY191" fmla="*/ 4108918 h 6858000"/>
              <a:gd name="connsiteX192" fmla="*/ 5290070 w 7467600"/>
              <a:gd name="connsiteY192" fmla="*/ 4263619 h 6858000"/>
              <a:gd name="connsiteX193" fmla="*/ 4834991 w 7467600"/>
              <a:gd name="connsiteY193" fmla="*/ 3830985 h 6858000"/>
              <a:gd name="connsiteX194" fmla="*/ 4440129 w 7467600"/>
              <a:gd name="connsiteY194" fmla="*/ 3448571 h 6858000"/>
              <a:gd name="connsiteX195" fmla="*/ 4441737 w 7467600"/>
              <a:gd name="connsiteY195" fmla="*/ 3399734 h 6858000"/>
              <a:gd name="connsiteX196" fmla="*/ 4431236 w 7467600"/>
              <a:gd name="connsiteY196" fmla="*/ 3400954 h 6858000"/>
              <a:gd name="connsiteX197" fmla="*/ 4557150 w 7467600"/>
              <a:gd name="connsiteY197" fmla="*/ 3510023 h 6858000"/>
              <a:gd name="connsiteX198" fmla="*/ 4856936 w 7467600"/>
              <a:gd name="connsiteY198" fmla="*/ 3809146 h 6858000"/>
              <a:gd name="connsiteX199" fmla="*/ 5111996 w 7467600"/>
              <a:gd name="connsiteY199" fmla="*/ 4065759 h 6858000"/>
              <a:gd name="connsiteX200" fmla="*/ 5388878 w 7467600"/>
              <a:gd name="connsiteY200" fmla="*/ 4300185 h 6858000"/>
              <a:gd name="connsiteX201" fmla="*/ 5425556 w 7467600"/>
              <a:gd name="connsiteY201" fmla="*/ 4308967 h 6858000"/>
              <a:gd name="connsiteX202" fmla="*/ 4943646 w 7467600"/>
              <a:gd name="connsiteY202" fmla="*/ 3822916 h 6858000"/>
              <a:gd name="connsiteX203" fmla="*/ 4594837 w 7467600"/>
              <a:gd name="connsiteY203" fmla="*/ 3532274 h 6858000"/>
              <a:gd name="connsiteX204" fmla="*/ 4441737 w 7467600"/>
              <a:gd name="connsiteY204" fmla="*/ 3399734 h 6858000"/>
              <a:gd name="connsiteX205" fmla="*/ 5425834 w 7467600"/>
              <a:gd name="connsiteY205" fmla="*/ 3162785 h 6858000"/>
              <a:gd name="connsiteX206" fmla="*/ 5401644 w 7467600"/>
              <a:gd name="connsiteY206" fmla="*/ 3617847 h 6858000"/>
              <a:gd name="connsiteX207" fmla="*/ 5467256 w 7467600"/>
              <a:gd name="connsiteY207" fmla="*/ 4175494 h 6858000"/>
              <a:gd name="connsiteX208" fmla="*/ 5448069 w 7467600"/>
              <a:gd name="connsiteY208" fmla="*/ 3567554 h 6858000"/>
              <a:gd name="connsiteX209" fmla="*/ 5425834 w 7467600"/>
              <a:gd name="connsiteY209" fmla="*/ 3162785 h 6858000"/>
              <a:gd name="connsiteX210" fmla="*/ 1318687 w 7467600"/>
              <a:gd name="connsiteY210" fmla="*/ 3113840 h 6858000"/>
              <a:gd name="connsiteX211" fmla="*/ 1066793 w 7467600"/>
              <a:gd name="connsiteY211" fmla="*/ 3212171 h 6858000"/>
              <a:gd name="connsiteX212" fmla="*/ 993319 w 7467600"/>
              <a:gd name="connsiteY212" fmla="*/ 3247648 h 6858000"/>
              <a:gd name="connsiteX213" fmla="*/ 853081 w 7467600"/>
              <a:gd name="connsiteY213" fmla="*/ 3312410 h 6858000"/>
              <a:gd name="connsiteX214" fmla="*/ 805957 w 7467600"/>
              <a:gd name="connsiteY214" fmla="*/ 3330443 h 6858000"/>
              <a:gd name="connsiteX215" fmla="*/ 1318687 w 7467600"/>
              <a:gd name="connsiteY215" fmla="*/ 3113840 h 6858000"/>
              <a:gd name="connsiteX216" fmla="*/ 5453702 w 7467600"/>
              <a:gd name="connsiteY216" fmla="*/ 3090882 h 6858000"/>
              <a:gd name="connsiteX217" fmla="*/ 5480135 w 7467600"/>
              <a:gd name="connsiteY217" fmla="*/ 3565802 h 6858000"/>
              <a:gd name="connsiteX218" fmla="*/ 5499023 w 7467600"/>
              <a:gd name="connsiteY218" fmla="*/ 4166310 h 6858000"/>
              <a:gd name="connsiteX219" fmla="*/ 5547022 w 7467600"/>
              <a:gd name="connsiteY219" fmla="*/ 3607838 h 6858000"/>
              <a:gd name="connsiteX220" fmla="*/ 5515964 w 7467600"/>
              <a:gd name="connsiteY220" fmla="*/ 3378541 h 6858000"/>
              <a:gd name="connsiteX221" fmla="*/ 5453702 w 7467600"/>
              <a:gd name="connsiteY221" fmla="*/ 3090882 h 6858000"/>
              <a:gd name="connsiteX222" fmla="*/ 1238695 w 7467600"/>
              <a:gd name="connsiteY222" fmla="*/ 3076820 h 6858000"/>
              <a:gd name="connsiteX223" fmla="*/ 716371 w 7467600"/>
              <a:gd name="connsiteY223" fmla="*/ 3293249 h 6858000"/>
              <a:gd name="connsiteX224" fmla="*/ 579522 w 7467600"/>
              <a:gd name="connsiteY224" fmla="*/ 3371759 h 6858000"/>
              <a:gd name="connsiteX225" fmla="*/ 600288 w 7467600"/>
              <a:gd name="connsiteY225" fmla="*/ 3365555 h 6858000"/>
              <a:gd name="connsiteX226" fmla="*/ 840692 w 7467600"/>
              <a:gd name="connsiteY226" fmla="*/ 3284921 h 6858000"/>
              <a:gd name="connsiteX227" fmla="*/ 979248 w 7467600"/>
              <a:gd name="connsiteY227" fmla="*/ 3221003 h 6858000"/>
              <a:gd name="connsiteX228" fmla="*/ 1053282 w 7467600"/>
              <a:gd name="connsiteY228" fmla="*/ 3185247 h 6858000"/>
              <a:gd name="connsiteX229" fmla="*/ 1320603 w 7467600"/>
              <a:gd name="connsiteY229" fmla="*/ 3081281 h 6858000"/>
              <a:gd name="connsiteX230" fmla="*/ 1238695 w 7467600"/>
              <a:gd name="connsiteY230" fmla="*/ 3076820 h 6858000"/>
              <a:gd name="connsiteX231" fmla="*/ 5425627 w 7467600"/>
              <a:gd name="connsiteY231" fmla="*/ 2954192 h 6858000"/>
              <a:gd name="connsiteX232" fmla="*/ 5470770 w 7467600"/>
              <a:gd name="connsiteY232" fmla="*/ 3005435 h 6858000"/>
              <a:gd name="connsiteX233" fmla="*/ 5519779 w 7467600"/>
              <a:gd name="connsiteY233" fmla="*/ 4359223 h 6858000"/>
              <a:gd name="connsiteX234" fmla="*/ 5520293 w 7467600"/>
              <a:gd name="connsiteY234" fmla="*/ 4360602 h 6858000"/>
              <a:gd name="connsiteX235" fmla="*/ 5767221 w 7467600"/>
              <a:gd name="connsiteY235" fmla="*/ 4665564 h 6858000"/>
              <a:gd name="connsiteX236" fmla="*/ 6937169 w 7467600"/>
              <a:gd name="connsiteY236" fmla="*/ 4815941 h 6858000"/>
              <a:gd name="connsiteX237" fmla="*/ 6953922 w 7467600"/>
              <a:gd name="connsiteY237" fmla="*/ 4890068 h 6858000"/>
              <a:gd name="connsiteX238" fmla="*/ 6071359 w 7467600"/>
              <a:gd name="connsiteY238" fmla="*/ 4770770 h 6858000"/>
              <a:gd name="connsiteX239" fmla="*/ 6038839 w 7467600"/>
              <a:gd name="connsiteY239" fmla="*/ 4764474 h 6858000"/>
              <a:gd name="connsiteX240" fmla="*/ 6038706 w 7467600"/>
              <a:gd name="connsiteY240" fmla="*/ 4763847 h 6858000"/>
              <a:gd name="connsiteX241" fmla="*/ 6037784 w 7467600"/>
              <a:gd name="connsiteY241" fmla="*/ 4764270 h 6858000"/>
              <a:gd name="connsiteX242" fmla="*/ 6038839 w 7467600"/>
              <a:gd name="connsiteY242" fmla="*/ 4764474 h 6858000"/>
              <a:gd name="connsiteX243" fmla="*/ 6040338 w 7467600"/>
              <a:gd name="connsiteY243" fmla="*/ 4771418 h 6858000"/>
              <a:gd name="connsiteX244" fmla="*/ 6024488 w 7467600"/>
              <a:gd name="connsiteY244" fmla="*/ 4809903 h 6858000"/>
              <a:gd name="connsiteX245" fmla="*/ 5599771 w 7467600"/>
              <a:gd name="connsiteY245" fmla="*/ 5509652 h 6858000"/>
              <a:gd name="connsiteX246" fmla="*/ 5548843 w 7467600"/>
              <a:gd name="connsiteY246" fmla="*/ 5563845 h 6858000"/>
              <a:gd name="connsiteX247" fmla="*/ 5940952 w 7467600"/>
              <a:gd name="connsiteY247" fmla="*/ 6250028 h 6858000"/>
              <a:gd name="connsiteX248" fmla="*/ 6043441 w 7467600"/>
              <a:gd name="connsiteY248" fmla="*/ 6665847 h 6858000"/>
              <a:gd name="connsiteX249" fmla="*/ 6093432 w 7467600"/>
              <a:gd name="connsiteY249" fmla="*/ 6858000 h 6858000"/>
              <a:gd name="connsiteX250" fmla="*/ 6034344 w 7467600"/>
              <a:gd name="connsiteY250" fmla="*/ 6858000 h 6858000"/>
              <a:gd name="connsiteX251" fmla="*/ 6026679 w 7467600"/>
              <a:gd name="connsiteY251" fmla="*/ 6836959 h 6858000"/>
              <a:gd name="connsiteX252" fmla="*/ 5800441 w 7467600"/>
              <a:gd name="connsiteY252" fmla="*/ 6335286 h 6858000"/>
              <a:gd name="connsiteX253" fmla="*/ 5526562 w 7467600"/>
              <a:gd name="connsiteY253" fmla="*/ 5705388 h 6858000"/>
              <a:gd name="connsiteX254" fmla="*/ 5519640 w 7467600"/>
              <a:gd name="connsiteY254" fmla="*/ 5683774 h 6858000"/>
              <a:gd name="connsiteX255" fmla="*/ 5844559 w 7467600"/>
              <a:gd name="connsiteY255" fmla="*/ 6553349 h 6858000"/>
              <a:gd name="connsiteX256" fmla="*/ 5975994 w 7467600"/>
              <a:gd name="connsiteY256" fmla="*/ 6858000 h 6858000"/>
              <a:gd name="connsiteX257" fmla="*/ 5898547 w 7467600"/>
              <a:gd name="connsiteY257" fmla="*/ 6858000 h 6858000"/>
              <a:gd name="connsiteX258" fmla="*/ 5682041 w 7467600"/>
              <a:gd name="connsiteY258" fmla="*/ 6355860 h 6858000"/>
              <a:gd name="connsiteX259" fmla="*/ 5461758 w 7467600"/>
              <a:gd name="connsiteY259" fmla="*/ 5820220 h 6858000"/>
              <a:gd name="connsiteX260" fmla="*/ 5237282 w 7467600"/>
              <a:gd name="connsiteY260" fmla="*/ 6579086 h 6858000"/>
              <a:gd name="connsiteX261" fmla="*/ 5115009 w 7467600"/>
              <a:gd name="connsiteY261" fmla="*/ 6858000 h 6858000"/>
              <a:gd name="connsiteX262" fmla="*/ 5028074 w 7467600"/>
              <a:gd name="connsiteY262" fmla="*/ 6858000 h 6858000"/>
              <a:gd name="connsiteX263" fmla="*/ 5079508 w 7467600"/>
              <a:gd name="connsiteY263" fmla="*/ 6749074 h 6858000"/>
              <a:gd name="connsiteX264" fmla="*/ 5371846 w 7467600"/>
              <a:gd name="connsiteY264" fmla="*/ 5924413 h 6858000"/>
              <a:gd name="connsiteX265" fmla="*/ 5270512 w 7467600"/>
              <a:gd name="connsiteY265" fmla="*/ 6138975 h 6858000"/>
              <a:gd name="connsiteX266" fmla="*/ 5062409 w 7467600"/>
              <a:gd name="connsiteY266" fmla="*/ 6653544 h 6858000"/>
              <a:gd name="connsiteX267" fmla="*/ 5036628 w 7467600"/>
              <a:gd name="connsiteY267" fmla="*/ 6754247 h 6858000"/>
              <a:gd name="connsiteX268" fmla="*/ 5009112 w 7467600"/>
              <a:gd name="connsiteY268" fmla="*/ 6858000 h 6858000"/>
              <a:gd name="connsiteX269" fmla="*/ 4976679 w 7467600"/>
              <a:gd name="connsiteY269" fmla="*/ 6858000 h 6858000"/>
              <a:gd name="connsiteX270" fmla="*/ 5006537 w 7467600"/>
              <a:gd name="connsiteY270" fmla="*/ 6747068 h 6858000"/>
              <a:gd name="connsiteX271" fmla="*/ 5032723 w 7467600"/>
              <a:gd name="connsiteY271" fmla="*/ 6644957 h 6858000"/>
              <a:gd name="connsiteX272" fmla="*/ 5242949 w 7467600"/>
              <a:gd name="connsiteY272" fmla="*/ 6125175 h 6858000"/>
              <a:gd name="connsiteX273" fmla="*/ 5286321 w 7467600"/>
              <a:gd name="connsiteY273" fmla="*/ 6033555 h 6858000"/>
              <a:gd name="connsiteX274" fmla="*/ 5008210 w 7467600"/>
              <a:gd name="connsiteY274" fmla="*/ 6649194 h 6858000"/>
              <a:gd name="connsiteX275" fmla="*/ 4986321 w 7467600"/>
              <a:gd name="connsiteY275" fmla="*/ 6765687 h 6858000"/>
              <a:gd name="connsiteX276" fmla="*/ 4973474 w 7467600"/>
              <a:gd name="connsiteY276" fmla="*/ 6858000 h 6858000"/>
              <a:gd name="connsiteX277" fmla="*/ 4907178 w 7467600"/>
              <a:gd name="connsiteY277" fmla="*/ 6858000 h 6858000"/>
              <a:gd name="connsiteX278" fmla="*/ 4910810 w 7467600"/>
              <a:gd name="connsiteY278" fmla="*/ 6829660 h 6858000"/>
              <a:gd name="connsiteX279" fmla="*/ 4987461 w 7467600"/>
              <a:gd name="connsiteY279" fmla="*/ 6432994 h 6858000"/>
              <a:gd name="connsiteX280" fmla="*/ 5179262 w 7467600"/>
              <a:gd name="connsiteY280" fmla="*/ 6035044 h 6858000"/>
              <a:gd name="connsiteX281" fmla="*/ 4689678 w 7467600"/>
              <a:gd name="connsiteY281" fmla="*/ 6440241 h 6858000"/>
              <a:gd name="connsiteX282" fmla="*/ 4477543 w 7467600"/>
              <a:gd name="connsiteY282" fmla="*/ 6674836 h 6858000"/>
              <a:gd name="connsiteX283" fmla="*/ 4329957 w 7467600"/>
              <a:gd name="connsiteY283" fmla="*/ 6858000 h 6858000"/>
              <a:gd name="connsiteX284" fmla="*/ 4218595 w 7467600"/>
              <a:gd name="connsiteY284" fmla="*/ 6858000 h 6858000"/>
              <a:gd name="connsiteX285" fmla="*/ 4368888 w 7467600"/>
              <a:gd name="connsiteY285" fmla="*/ 6668412 h 6858000"/>
              <a:gd name="connsiteX286" fmla="*/ 4563091 w 7467600"/>
              <a:gd name="connsiteY286" fmla="*/ 6442508 h 6858000"/>
              <a:gd name="connsiteX287" fmla="*/ 5387324 w 7467600"/>
              <a:gd name="connsiteY287" fmla="*/ 5705830 h 6858000"/>
              <a:gd name="connsiteX288" fmla="*/ 5073620 w 7467600"/>
              <a:gd name="connsiteY288" fmla="*/ 5955437 h 6858000"/>
              <a:gd name="connsiteX289" fmla="*/ 4689789 w 7467600"/>
              <a:gd name="connsiteY289" fmla="*/ 6268382 h 6858000"/>
              <a:gd name="connsiteX290" fmla="*/ 4418722 w 7467600"/>
              <a:gd name="connsiteY290" fmla="*/ 6570886 h 6858000"/>
              <a:gd name="connsiteX291" fmla="*/ 4214944 w 7467600"/>
              <a:gd name="connsiteY291" fmla="*/ 6858000 h 6858000"/>
              <a:gd name="connsiteX292" fmla="*/ 4177898 w 7467600"/>
              <a:gd name="connsiteY292" fmla="*/ 6858000 h 6858000"/>
              <a:gd name="connsiteX293" fmla="*/ 4391597 w 7467600"/>
              <a:gd name="connsiteY293" fmla="*/ 6556370 h 6858000"/>
              <a:gd name="connsiteX294" fmla="*/ 4668889 w 7467600"/>
              <a:gd name="connsiteY294" fmla="*/ 6246399 h 6858000"/>
              <a:gd name="connsiteX295" fmla="*/ 5055427 w 7467600"/>
              <a:gd name="connsiteY295" fmla="*/ 5931476 h 6858000"/>
              <a:gd name="connsiteX296" fmla="*/ 5371814 w 7467600"/>
              <a:gd name="connsiteY296" fmla="*/ 5678975 h 6858000"/>
              <a:gd name="connsiteX297" fmla="*/ 4987918 w 7467600"/>
              <a:gd name="connsiteY297" fmla="*/ 5838701 h 6858000"/>
              <a:gd name="connsiteX298" fmla="*/ 4317146 w 7467600"/>
              <a:gd name="connsiteY298" fmla="*/ 6587716 h 6858000"/>
              <a:gd name="connsiteX299" fmla="*/ 4171627 w 7467600"/>
              <a:gd name="connsiteY299" fmla="*/ 6858000 h 6858000"/>
              <a:gd name="connsiteX300" fmla="*/ 4081585 w 7467600"/>
              <a:gd name="connsiteY300" fmla="*/ 6858000 h 6858000"/>
              <a:gd name="connsiteX301" fmla="*/ 4238603 w 7467600"/>
              <a:gd name="connsiteY301" fmla="*/ 6559341 h 6858000"/>
              <a:gd name="connsiteX302" fmla="*/ 4778333 w 7467600"/>
              <a:gd name="connsiteY302" fmla="*/ 5873626 h 6858000"/>
              <a:gd name="connsiteX303" fmla="*/ 5414185 w 7467600"/>
              <a:gd name="connsiteY303" fmla="*/ 5573882 h 6858000"/>
              <a:gd name="connsiteX304" fmla="*/ 5959648 w 7467600"/>
              <a:gd name="connsiteY304" fmla="*/ 4760797 h 6858000"/>
              <a:gd name="connsiteX305" fmla="*/ 5355019 w 7467600"/>
              <a:gd name="connsiteY305" fmla="*/ 4734672 h 6858000"/>
              <a:gd name="connsiteX306" fmla="*/ 5083565 w 7467600"/>
              <a:gd name="connsiteY306" fmla="*/ 5179121 h 6858000"/>
              <a:gd name="connsiteX307" fmla="*/ 4713577 w 7467600"/>
              <a:gd name="connsiteY307" fmla="*/ 5616803 h 6858000"/>
              <a:gd name="connsiteX308" fmla="*/ 3989559 w 7467600"/>
              <a:gd name="connsiteY308" fmla="*/ 6145945 h 6858000"/>
              <a:gd name="connsiteX309" fmla="*/ 3939824 w 7467600"/>
              <a:gd name="connsiteY309" fmla="*/ 6066900 h 6858000"/>
              <a:gd name="connsiteX310" fmla="*/ 4584537 w 7467600"/>
              <a:gd name="connsiteY310" fmla="*/ 5324826 h 6858000"/>
              <a:gd name="connsiteX311" fmla="*/ 5037105 w 7467600"/>
              <a:gd name="connsiteY311" fmla="*/ 5088765 h 6858000"/>
              <a:gd name="connsiteX312" fmla="*/ 5039930 w 7467600"/>
              <a:gd name="connsiteY312" fmla="*/ 5089585 h 6858000"/>
              <a:gd name="connsiteX313" fmla="*/ 5263764 w 7467600"/>
              <a:gd name="connsiteY313" fmla="*/ 4735525 h 6858000"/>
              <a:gd name="connsiteX314" fmla="*/ 4086300 w 7467600"/>
              <a:gd name="connsiteY314" fmla="*/ 4884599 h 6858000"/>
              <a:gd name="connsiteX315" fmla="*/ 4085485 w 7467600"/>
              <a:gd name="connsiteY315" fmla="*/ 4899070 h 6858000"/>
              <a:gd name="connsiteX316" fmla="*/ 3871915 w 7467600"/>
              <a:gd name="connsiteY316" fmla="*/ 5253645 h 6858000"/>
              <a:gd name="connsiteX317" fmla="*/ 3799374 w 7467600"/>
              <a:gd name="connsiteY317" fmla="*/ 5466127 h 6858000"/>
              <a:gd name="connsiteX318" fmla="*/ 3498850 w 7467600"/>
              <a:gd name="connsiteY318" fmla="*/ 6661888 h 6858000"/>
              <a:gd name="connsiteX319" fmla="*/ 3399216 w 7467600"/>
              <a:gd name="connsiteY319" fmla="*/ 6858000 h 6858000"/>
              <a:gd name="connsiteX320" fmla="*/ 3303688 w 7467600"/>
              <a:gd name="connsiteY320" fmla="*/ 6858000 h 6858000"/>
              <a:gd name="connsiteX321" fmla="*/ 3391774 w 7467600"/>
              <a:gd name="connsiteY321" fmla="*/ 6697181 h 6858000"/>
              <a:gd name="connsiteX322" fmla="*/ 3735540 w 7467600"/>
              <a:gd name="connsiteY322" fmla="*/ 5546923 h 6858000"/>
              <a:gd name="connsiteX323" fmla="*/ 3729438 w 7467600"/>
              <a:gd name="connsiteY323" fmla="*/ 5569058 h 6858000"/>
              <a:gd name="connsiteX324" fmla="*/ 3707782 w 7467600"/>
              <a:gd name="connsiteY324" fmla="*/ 5644908 h 6858000"/>
              <a:gd name="connsiteX325" fmla="*/ 3583827 w 7467600"/>
              <a:gd name="connsiteY325" fmla="*/ 6039215 h 6858000"/>
              <a:gd name="connsiteX326" fmla="*/ 3547861 w 7467600"/>
              <a:gd name="connsiteY326" fmla="*/ 6129609 h 6858000"/>
              <a:gd name="connsiteX327" fmla="*/ 3490905 w 7467600"/>
              <a:gd name="connsiteY327" fmla="*/ 6277660 h 6858000"/>
              <a:gd name="connsiteX328" fmla="*/ 3455859 w 7467600"/>
              <a:gd name="connsiteY328" fmla="*/ 6391301 h 6858000"/>
              <a:gd name="connsiteX329" fmla="*/ 3429112 w 7467600"/>
              <a:gd name="connsiteY329" fmla="*/ 6479469 h 6858000"/>
              <a:gd name="connsiteX330" fmla="*/ 3304862 w 7467600"/>
              <a:gd name="connsiteY330" fmla="*/ 6796476 h 6858000"/>
              <a:gd name="connsiteX331" fmla="*/ 3276071 w 7467600"/>
              <a:gd name="connsiteY331" fmla="*/ 6858000 h 6858000"/>
              <a:gd name="connsiteX332" fmla="*/ 3240805 w 7467600"/>
              <a:gd name="connsiteY332" fmla="*/ 6858000 h 6858000"/>
              <a:gd name="connsiteX333" fmla="*/ 3275917 w 7467600"/>
              <a:gd name="connsiteY333" fmla="*/ 6783192 h 6858000"/>
              <a:gd name="connsiteX334" fmla="*/ 3399358 w 7467600"/>
              <a:gd name="connsiteY334" fmla="*/ 6469011 h 6858000"/>
              <a:gd name="connsiteX335" fmla="*/ 3425650 w 7467600"/>
              <a:gd name="connsiteY335" fmla="*/ 6381333 h 6858000"/>
              <a:gd name="connsiteX336" fmla="*/ 3460661 w 7467600"/>
              <a:gd name="connsiteY336" fmla="*/ 6266763 h 6858000"/>
              <a:gd name="connsiteX337" fmla="*/ 3518021 w 7467600"/>
              <a:gd name="connsiteY337" fmla="*/ 6117298 h 6858000"/>
              <a:gd name="connsiteX338" fmla="*/ 3554035 w 7467600"/>
              <a:gd name="connsiteY338" fmla="*/ 6027832 h 6858000"/>
              <a:gd name="connsiteX339" fmla="*/ 3677174 w 7467600"/>
              <a:gd name="connsiteY339" fmla="*/ 5636351 h 6858000"/>
              <a:gd name="connsiteX340" fmla="*/ 3698819 w 7467600"/>
              <a:gd name="connsiteY340" fmla="*/ 5560503 h 6858000"/>
              <a:gd name="connsiteX341" fmla="*/ 3702094 w 7467600"/>
              <a:gd name="connsiteY341" fmla="*/ 5549194 h 6858000"/>
              <a:gd name="connsiteX342" fmla="*/ 3398355 w 7467600"/>
              <a:gd name="connsiteY342" fmla="*/ 6094603 h 6858000"/>
              <a:gd name="connsiteX343" fmla="*/ 3193941 w 7467600"/>
              <a:gd name="connsiteY343" fmla="*/ 6798775 h 6858000"/>
              <a:gd name="connsiteX344" fmla="*/ 3184140 w 7467600"/>
              <a:gd name="connsiteY344" fmla="*/ 6858000 h 6858000"/>
              <a:gd name="connsiteX345" fmla="*/ 3099978 w 7467600"/>
              <a:gd name="connsiteY345" fmla="*/ 6858000 h 6858000"/>
              <a:gd name="connsiteX346" fmla="*/ 3101556 w 7467600"/>
              <a:gd name="connsiteY346" fmla="*/ 6843337 h 6858000"/>
              <a:gd name="connsiteX347" fmla="*/ 3370162 w 7467600"/>
              <a:gd name="connsiteY347" fmla="*/ 5785550 h 6858000"/>
              <a:gd name="connsiteX348" fmla="*/ 3746477 w 7467600"/>
              <a:gd name="connsiteY348" fmla="*/ 5377889 h 6858000"/>
              <a:gd name="connsiteX349" fmla="*/ 3863399 w 7467600"/>
              <a:gd name="connsiteY349" fmla="*/ 5087257 h 6858000"/>
              <a:gd name="connsiteX350" fmla="*/ 3968712 w 7467600"/>
              <a:gd name="connsiteY350" fmla="*/ 4913989 h 6858000"/>
              <a:gd name="connsiteX351" fmla="*/ 2792390 w 7467600"/>
              <a:gd name="connsiteY351" fmla="*/ 5382974 h 6858000"/>
              <a:gd name="connsiteX352" fmla="*/ 2714982 w 7467600"/>
              <a:gd name="connsiteY352" fmla="*/ 5427051 h 6858000"/>
              <a:gd name="connsiteX353" fmla="*/ 2813361 w 7467600"/>
              <a:gd name="connsiteY353" fmla="*/ 6023912 h 6858000"/>
              <a:gd name="connsiteX354" fmla="*/ 2688430 w 7467600"/>
              <a:gd name="connsiteY354" fmla="*/ 6801564 h 6858000"/>
              <a:gd name="connsiteX355" fmla="*/ 2629626 w 7467600"/>
              <a:gd name="connsiteY355" fmla="*/ 6763394 h 6858000"/>
              <a:gd name="connsiteX356" fmla="*/ 2565328 w 7467600"/>
              <a:gd name="connsiteY356" fmla="*/ 5516399 h 6858000"/>
              <a:gd name="connsiteX357" fmla="*/ 1922999 w 7467600"/>
              <a:gd name="connsiteY357" fmla="*/ 5980343 h 6858000"/>
              <a:gd name="connsiteX358" fmla="*/ 1950261 w 7467600"/>
              <a:gd name="connsiteY358" fmla="*/ 6405858 h 6858000"/>
              <a:gd name="connsiteX359" fmla="*/ 2365554 w 7467600"/>
              <a:gd name="connsiteY359" fmla="*/ 6759107 h 6858000"/>
              <a:gd name="connsiteX360" fmla="*/ 2424142 w 7467600"/>
              <a:gd name="connsiteY360" fmla="*/ 6858000 h 6858000"/>
              <a:gd name="connsiteX361" fmla="*/ 2395994 w 7467600"/>
              <a:gd name="connsiteY361" fmla="*/ 6858000 h 6858000"/>
              <a:gd name="connsiteX362" fmla="*/ 2392863 w 7467600"/>
              <a:gd name="connsiteY362" fmla="*/ 6852964 h 6858000"/>
              <a:gd name="connsiteX363" fmla="*/ 2017589 w 7467600"/>
              <a:gd name="connsiteY363" fmla="*/ 6493982 h 6858000"/>
              <a:gd name="connsiteX364" fmla="*/ 2147336 w 7467600"/>
              <a:gd name="connsiteY364" fmla="*/ 6594052 h 6858000"/>
              <a:gd name="connsiteX365" fmla="*/ 2207047 w 7467600"/>
              <a:gd name="connsiteY365" fmla="*/ 6654540 h 6858000"/>
              <a:gd name="connsiteX366" fmla="*/ 2299106 w 7467600"/>
              <a:gd name="connsiteY366" fmla="*/ 6778931 h 6858000"/>
              <a:gd name="connsiteX367" fmla="*/ 2314430 w 7467600"/>
              <a:gd name="connsiteY367" fmla="*/ 6801144 h 6858000"/>
              <a:gd name="connsiteX368" fmla="*/ 2352406 w 7467600"/>
              <a:gd name="connsiteY368" fmla="*/ 6858000 h 6858000"/>
              <a:gd name="connsiteX369" fmla="*/ 2314492 w 7467600"/>
              <a:gd name="connsiteY369" fmla="*/ 6858000 h 6858000"/>
              <a:gd name="connsiteX370" fmla="*/ 2288095 w 7467600"/>
              <a:gd name="connsiteY370" fmla="*/ 6818030 h 6858000"/>
              <a:gd name="connsiteX371" fmla="*/ 2272768 w 7467600"/>
              <a:gd name="connsiteY371" fmla="*/ 6795822 h 6858000"/>
              <a:gd name="connsiteX372" fmla="*/ 2182715 w 7467600"/>
              <a:gd name="connsiteY372" fmla="*/ 6675071 h 6858000"/>
              <a:gd name="connsiteX373" fmla="*/ 2032061 w 7467600"/>
              <a:gd name="connsiteY373" fmla="*/ 6541380 h 6858000"/>
              <a:gd name="connsiteX374" fmla="*/ 2257220 w 7467600"/>
              <a:gd name="connsiteY374" fmla="*/ 6826257 h 6858000"/>
              <a:gd name="connsiteX375" fmla="*/ 2281324 w 7467600"/>
              <a:gd name="connsiteY375" fmla="*/ 6858000 h 6858000"/>
              <a:gd name="connsiteX376" fmla="*/ 2242860 w 7467600"/>
              <a:gd name="connsiteY376" fmla="*/ 6858000 h 6858000"/>
              <a:gd name="connsiteX377" fmla="*/ 2232818 w 7467600"/>
              <a:gd name="connsiteY377" fmla="*/ 6844926 h 6858000"/>
              <a:gd name="connsiteX378" fmla="*/ 1990172 w 7467600"/>
              <a:gd name="connsiteY378" fmla="*/ 6542121 h 6858000"/>
              <a:gd name="connsiteX379" fmla="*/ 2124090 w 7467600"/>
              <a:gd name="connsiteY379" fmla="*/ 6761017 h 6858000"/>
              <a:gd name="connsiteX380" fmla="*/ 2200380 w 7467600"/>
              <a:gd name="connsiteY380" fmla="*/ 6858000 h 6858000"/>
              <a:gd name="connsiteX381" fmla="*/ 2147507 w 7467600"/>
              <a:gd name="connsiteY381" fmla="*/ 6858000 h 6858000"/>
              <a:gd name="connsiteX382" fmla="*/ 2070668 w 7467600"/>
              <a:gd name="connsiteY382" fmla="*/ 6761520 h 6858000"/>
              <a:gd name="connsiteX383" fmla="*/ 1975142 w 7467600"/>
              <a:gd name="connsiteY383" fmla="*/ 6585570 h 6858000"/>
              <a:gd name="connsiteX384" fmla="*/ 2050035 w 7467600"/>
              <a:gd name="connsiteY384" fmla="*/ 6813345 h 6858000"/>
              <a:gd name="connsiteX385" fmla="*/ 2063025 w 7467600"/>
              <a:gd name="connsiteY385" fmla="*/ 6858000 h 6858000"/>
              <a:gd name="connsiteX386" fmla="*/ 2021675 w 7467600"/>
              <a:gd name="connsiteY386" fmla="*/ 6858000 h 6858000"/>
              <a:gd name="connsiteX387" fmla="*/ 2019308 w 7467600"/>
              <a:gd name="connsiteY387" fmla="*/ 6847118 h 6858000"/>
              <a:gd name="connsiteX388" fmla="*/ 1938835 w 7467600"/>
              <a:gd name="connsiteY388" fmla="*/ 6551160 h 6858000"/>
              <a:gd name="connsiteX389" fmla="*/ 1953230 w 7467600"/>
              <a:gd name="connsiteY389" fmla="*/ 6759699 h 6858000"/>
              <a:gd name="connsiteX390" fmla="*/ 1956763 w 7467600"/>
              <a:gd name="connsiteY390" fmla="*/ 6778191 h 6858000"/>
              <a:gd name="connsiteX391" fmla="*/ 1967925 w 7467600"/>
              <a:gd name="connsiteY391" fmla="*/ 6858000 h 6858000"/>
              <a:gd name="connsiteX392" fmla="*/ 1936622 w 7467600"/>
              <a:gd name="connsiteY392" fmla="*/ 6858000 h 6858000"/>
              <a:gd name="connsiteX393" fmla="*/ 1926261 w 7467600"/>
              <a:gd name="connsiteY393" fmla="*/ 6784064 h 6858000"/>
              <a:gd name="connsiteX394" fmla="*/ 1922724 w 7467600"/>
              <a:gd name="connsiteY394" fmla="*/ 6765577 h 6858000"/>
              <a:gd name="connsiteX395" fmla="*/ 1904650 w 7467600"/>
              <a:gd name="connsiteY395" fmla="*/ 6639616 h 6858000"/>
              <a:gd name="connsiteX396" fmla="*/ 1885273 w 7467600"/>
              <a:gd name="connsiteY396" fmla="*/ 6858000 h 6858000"/>
              <a:gd name="connsiteX397" fmla="*/ 1854363 w 7467600"/>
              <a:gd name="connsiteY397" fmla="*/ 6858000 h 6858000"/>
              <a:gd name="connsiteX398" fmla="*/ 1880391 w 7467600"/>
              <a:gd name="connsiteY398" fmla="*/ 6603796 h 6858000"/>
              <a:gd name="connsiteX399" fmla="*/ 1818273 w 7467600"/>
              <a:gd name="connsiteY399" fmla="*/ 6715729 h 6858000"/>
              <a:gd name="connsiteX400" fmla="*/ 1794691 w 7467600"/>
              <a:gd name="connsiteY400" fmla="*/ 6843239 h 6858000"/>
              <a:gd name="connsiteX401" fmla="*/ 1794914 w 7467600"/>
              <a:gd name="connsiteY401" fmla="*/ 6858000 h 6858000"/>
              <a:gd name="connsiteX402" fmla="*/ 1746128 w 7467600"/>
              <a:gd name="connsiteY402" fmla="*/ 6858000 h 6858000"/>
              <a:gd name="connsiteX403" fmla="*/ 1753934 w 7467600"/>
              <a:gd name="connsiteY403" fmla="*/ 6724796 h 6858000"/>
              <a:gd name="connsiteX404" fmla="*/ 1792053 w 7467600"/>
              <a:gd name="connsiteY404" fmla="*/ 6572396 h 6858000"/>
              <a:gd name="connsiteX405" fmla="*/ 1862248 w 7467600"/>
              <a:gd name="connsiteY405" fmla="*/ 6266397 h 6858000"/>
              <a:gd name="connsiteX406" fmla="*/ 1862250 w 7467600"/>
              <a:gd name="connsiteY406" fmla="*/ 6033531 h 6858000"/>
              <a:gd name="connsiteX407" fmla="*/ 1211999 w 7467600"/>
              <a:gd name="connsiteY407" fmla="*/ 6683610 h 6858000"/>
              <a:gd name="connsiteX408" fmla="*/ 1213266 w 7467600"/>
              <a:gd name="connsiteY408" fmla="*/ 6691947 h 6858000"/>
              <a:gd name="connsiteX409" fmla="*/ 1203370 w 7467600"/>
              <a:gd name="connsiteY409" fmla="*/ 6850676 h 6858000"/>
              <a:gd name="connsiteX410" fmla="*/ 1203671 w 7467600"/>
              <a:gd name="connsiteY410" fmla="*/ 6858000 h 6858000"/>
              <a:gd name="connsiteX411" fmla="*/ 1143180 w 7467600"/>
              <a:gd name="connsiteY411" fmla="*/ 6858000 h 6858000"/>
              <a:gd name="connsiteX412" fmla="*/ 1142176 w 7467600"/>
              <a:gd name="connsiteY412" fmla="*/ 6766045 h 6858000"/>
              <a:gd name="connsiteX413" fmla="*/ 1067484 w 7467600"/>
              <a:gd name="connsiteY413" fmla="*/ 6858000 h 6858000"/>
              <a:gd name="connsiteX414" fmla="*/ 953928 w 7467600"/>
              <a:gd name="connsiteY414" fmla="*/ 6858000 h 6858000"/>
              <a:gd name="connsiteX415" fmla="*/ 959715 w 7467600"/>
              <a:gd name="connsiteY415" fmla="*/ 6850185 h 6858000"/>
              <a:gd name="connsiteX416" fmla="*/ 1483788 w 7467600"/>
              <a:gd name="connsiteY416" fmla="*/ 6259174 h 6858000"/>
              <a:gd name="connsiteX417" fmla="*/ 1100671 w 7467600"/>
              <a:gd name="connsiteY417" fmla="*/ 6252137 h 6858000"/>
              <a:gd name="connsiteX418" fmla="*/ 1090144 w 7467600"/>
              <a:gd name="connsiteY418" fmla="*/ 6256748 h 6858000"/>
              <a:gd name="connsiteX419" fmla="*/ 1095872 w 7467600"/>
              <a:gd name="connsiteY419" fmla="*/ 6271892 h 6858000"/>
              <a:gd name="connsiteX420" fmla="*/ 262785 w 7467600"/>
              <a:gd name="connsiteY420" fmla="*/ 6845450 h 6858000"/>
              <a:gd name="connsiteX421" fmla="*/ 209968 w 7467600"/>
              <a:gd name="connsiteY421" fmla="*/ 6770713 h 6858000"/>
              <a:gd name="connsiteX422" fmla="*/ 873460 w 7467600"/>
              <a:gd name="connsiteY422" fmla="*/ 6253768 h 6858000"/>
              <a:gd name="connsiteX423" fmla="*/ 192686 w 7467600"/>
              <a:gd name="connsiteY423" fmla="*/ 5849257 h 6858000"/>
              <a:gd name="connsiteX424" fmla="*/ 4696 w 7467600"/>
              <a:gd name="connsiteY424" fmla="*/ 5697668 h 6858000"/>
              <a:gd name="connsiteX425" fmla="*/ 0 w 7467600"/>
              <a:gd name="connsiteY425" fmla="*/ 5689984 h 6858000"/>
              <a:gd name="connsiteX426" fmla="*/ 0 w 7467600"/>
              <a:gd name="connsiteY426" fmla="*/ 5513472 h 6858000"/>
              <a:gd name="connsiteX427" fmla="*/ 174101 w 7467600"/>
              <a:gd name="connsiteY427" fmla="*/ 5620277 h 6858000"/>
              <a:gd name="connsiteX428" fmla="*/ 891800 w 7467600"/>
              <a:gd name="connsiteY428" fmla="*/ 6036935 h 6858000"/>
              <a:gd name="connsiteX429" fmla="*/ 1072219 w 7467600"/>
              <a:gd name="connsiteY429" fmla="*/ 6169443 h 6858000"/>
              <a:gd name="connsiteX430" fmla="*/ 1074117 w 7467600"/>
              <a:gd name="connsiteY430" fmla="*/ 6170301 h 6858000"/>
              <a:gd name="connsiteX431" fmla="*/ 1083114 w 7467600"/>
              <a:gd name="connsiteY431" fmla="*/ 6174131 h 6858000"/>
              <a:gd name="connsiteX432" fmla="*/ 1543010 w 7467600"/>
              <a:gd name="connsiteY432" fmla="*/ 6191140 h 6858000"/>
              <a:gd name="connsiteX433" fmla="*/ 1551080 w 7467600"/>
              <a:gd name="connsiteY433" fmla="*/ 6195006 h 6858000"/>
              <a:gd name="connsiteX434" fmla="*/ 2345443 w 7467600"/>
              <a:gd name="connsiteY434" fmla="*/ 5549882 h 6858000"/>
              <a:gd name="connsiteX435" fmla="*/ 1721499 w 7467600"/>
              <a:gd name="connsiteY435" fmla="*/ 5599969 h 6858000"/>
              <a:gd name="connsiteX436" fmla="*/ 767716 w 7467600"/>
              <a:gd name="connsiteY436" fmla="*/ 5472768 h 6858000"/>
              <a:gd name="connsiteX437" fmla="*/ 722147 w 7467600"/>
              <a:gd name="connsiteY437" fmla="*/ 5393091 h 6858000"/>
              <a:gd name="connsiteX438" fmla="*/ 1485552 w 7467600"/>
              <a:gd name="connsiteY438" fmla="*/ 5313202 h 6858000"/>
              <a:gd name="connsiteX439" fmla="*/ 2143004 w 7467600"/>
              <a:gd name="connsiteY439" fmla="*/ 5402420 h 6858000"/>
              <a:gd name="connsiteX440" fmla="*/ 1933391 w 7467600"/>
              <a:gd name="connsiteY440" fmla="*/ 5156971 h 6858000"/>
              <a:gd name="connsiteX441" fmla="*/ 1827118 w 7467600"/>
              <a:gd name="connsiteY441" fmla="*/ 4968410 h 6858000"/>
              <a:gd name="connsiteX442" fmla="*/ 1837349 w 7467600"/>
              <a:gd name="connsiteY442" fmla="*/ 4956357 h 6858000"/>
              <a:gd name="connsiteX443" fmla="*/ 2162835 w 7467600"/>
              <a:gd name="connsiteY443" fmla="*/ 5187853 h 6858000"/>
              <a:gd name="connsiteX444" fmla="*/ 2257167 w 7467600"/>
              <a:gd name="connsiteY444" fmla="*/ 5462123 h 6858000"/>
              <a:gd name="connsiteX445" fmla="*/ 2261598 w 7467600"/>
              <a:gd name="connsiteY445" fmla="*/ 5467998 h 6858000"/>
              <a:gd name="connsiteX446" fmla="*/ 2437177 w 7467600"/>
              <a:gd name="connsiteY446" fmla="*/ 5479608 h 6858000"/>
              <a:gd name="connsiteX447" fmla="*/ 2445247 w 7467600"/>
              <a:gd name="connsiteY447" fmla="*/ 5483476 h 6858000"/>
              <a:gd name="connsiteX448" fmla="*/ 2743626 w 7467600"/>
              <a:gd name="connsiteY448" fmla="*/ 5304819 h 6858000"/>
              <a:gd name="connsiteX449" fmla="*/ 3048102 w 7467600"/>
              <a:gd name="connsiteY449" fmla="*/ 5150595 h 6858000"/>
              <a:gd name="connsiteX450" fmla="*/ 1799414 w 7467600"/>
              <a:gd name="connsiteY450" fmla="*/ 4694732 h 6858000"/>
              <a:gd name="connsiteX451" fmla="*/ 1771735 w 7467600"/>
              <a:gd name="connsiteY451" fmla="*/ 4619929 h 6858000"/>
              <a:gd name="connsiteX452" fmla="*/ 3104273 w 7467600"/>
              <a:gd name="connsiteY452" fmla="*/ 5076159 h 6858000"/>
              <a:gd name="connsiteX453" fmla="*/ 3113245 w 7467600"/>
              <a:gd name="connsiteY453" fmla="*/ 5090705 h 6858000"/>
              <a:gd name="connsiteX454" fmla="*/ 3126294 w 7467600"/>
              <a:gd name="connsiteY454" fmla="*/ 5114400 h 6858000"/>
              <a:gd name="connsiteX455" fmla="*/ 3937433 w 7467600"/>
              <a:gd name="connsiteY455" fmla="*/ 4830473 h 6858000"/>
              <a:gd name="connsiteX456" fmla="*/ 3590475 w 7467600"/>
              <a:gd name="connsiteY456" fmla="*/ 4597974 h 6858000"/>
              <a:gd name="connsiteX457" fmla="*/ 3100264 w 7467600"/>
              <a:gd name="connsiteY457" fmla="*/ 4579845 h 6858000"/>
              <a:gd name="connsiteX458" fmla="*/ 2183576 w 7467600"/>
              <a:gd name="connsiteY458" fmla="*/ 4227150 h 6858000"/>
              <a:gd name="connsiteX459" fmla="*/ 2151029 w 7467600"/>
              <a:gd name="connsiteY459" fmla="*/ 4146947 h 6858000"/>
              <a:gd name="connsiteX460" fmla="*/ 3563434 w 7467600"/>
              <a:gd name="connsiteY460" fmla="*/ 4469115 h 6858000"/>
              <a:gd name="connsiteX461" fmla="*/ 3177952 w 7467600"/>
              <a:gd name="connsiteY461" fmla="*/ 3657386 h 6858000"/>
              <a:gd name="connsiteX462" fmla="*/ 3189263 w 7467600"/>
              <a:gd name="connsiteY462" fmla="*/ 3625726 h 6858000"/>
              <a:gd name="connsiteX463" fmla="*/ 3560912 w 7467600"/>
              <a:gd name="connsiteY463" fmla="*/ 4079863 h 6858000"/>
              <a:gd name="connsiteX464" fmla="*/ 3626636 w 7467600"/>
              <a:gd name="connsiteY464" fmla="*/ 4512230 h 6858000"/>
              <a:gd name="connsiteX465" fmla="*/ 3653088 w 7467600"/>
              <a:gd name="connsiteY465" fmla="*/ 4521417 h 6858000"/>
              <a:gd name="connsiteX466" fmla="*/ 3988128 w 7467600"/>
              <a:gd name="connsiteY466" fmla="*/ 4817267 h 6858000"/>
              <a:gd name="connsiteX467" fmla="*/ 4830582 w 7467600"/>
              <a:gd name="connsiteY467" fmla="*/ 4676000 h 6858000"/>
              <a:gd name="connsiteX468" fmla="*/ 4830100 w 7467600"/>
              <a:gd name="connsiteY468" fmla="*/ 4675554 h 6858000"/>
              <a:gd name="connsiteX469" fmla="*/ 4036318 w 7467600"/>
              <a:gd name="connsiteY469" fmla="*/ 4147013 h 6858000"/>
              <a:gd name="connsiteX470" fmla="*/ 3432098 w 7467600"/>
              <a:gd name="connsiteY470" fmla="*/ 3537312 h 6858000"/>
              <a:gd name="connsiteX471" fmla="*/ 3446761 w 7467600"/>
              <a:gd name="connsiteY471" fmla="*/ 3461278 h 6858000"/>
              <a:gd name="connsiteX472" fmla="*/ 4419733 w 7467600"/>
              <a:gd name="connsiteY472" fmla="*/ 3963555 h 6858000"/>
              <a:gd name="connsiteX473" fmla="*/ 4781371 w 7467600"/>
              <a:gd name="connsiteY473" fmla="*/ 4458604 h 6858000"/>
              <a:gd name="connsiteX474" fmla="*/ 4780440 w 7467600"/>
              <a:gd name="connsiteY474" fmla="*/ 4470290 h 6858000"/>
              <a:gd name="connsiteX475" fmla="*/ 4898954 w 7467600"/>
              <a:gd name="connsiteY475" fmla="*/ 4662092 h 6858000"/>
              <a:gd name="connsiteX476" fmla="*/ 4900699 w 7467600"/>
              <a:gd name="connsiteY476" fmla="*/ 4670867 h 6858000"/>
              <a:gd name="connsiteX477" fmla="*/ 5714511 w 7467600"/>
              <a:gd name="connsiteY477" fmla="*/ 4663483 h 6858000"/>
              <a:gd name="connsiteX478" fmla="*/ 5464793 w 7467600"/>
              <a:gd name="connsiteY478" fmla="*/ 4393556 h 6858000"/>
              <a:gd name="connsiteX479" fmla="*/ 5461897 w 7467600"/>
              <a:gd name="connsiteY479" fmla="*/ 4390879 h 6858000"/>
              <a:gd name="connsiteX480" fmla="*/ 4294126 w 7467600"/>
              <a:gd name="connsiteY480" fmla="*/ 3303048 h 6858000"/>
              <a:gd name="connsiteX481" fmla="*/ 4305321 w 7467600"/>
              <a:gd name="connsiteY481" fmla="*/ 3256953 h 6858000"/>
              <a:gd name="connsiteX482" fmla="*/ 4949299 w 7467600"/>
              <a:gd name="connsiteY482" fmla="*/ 3766336 h 6858000"/>
              <a:gd name="connsiteX483" fmla="*/ 5291452 w 7467600"/>
              <a:gd name="connsiteY483" fmla="*/ 4076801 h 6858000"/>
              <a:gd name="connsiteX484" fmla="*/ 5434998 w 7467600"/>
              <a:gd name="connsiteY484" fmla="*/ 4254100 h 6858000"/>
              <a:gd name="connsiteX485" fmla="*/ 5351015 w 7467600"/>
              <a:gd name="connsiteY485" fmla="*/ 3760989 h 6858000"/>
              <a:gd name="connsiteX486" fmla="*/ 5413780 w 7467600"/>
              <a:gd name="connsiteY486" fmla="*/ 2966265 h 6858000"/>
              <a:gd name="connsiteX487" fmla="*/ 5425627 w 7467600"/>
              <a:gd name="connsiteY487" fmla="*/ 2954192 h 6858000"/>
              <a:gd name="connsiteX488" fmla="*/ 6604735 w 7467600"/>
              <a:gd name="connsiteY488" fmla="*/ 2041381 h 6858000"/>
              <a:gd name="connsiteX489" fmla="*/ 7204487 w 7467600"/>
              <a:gd name="connsiteY489" fmla="*/ 2742112 h 6858000"/>
              <a:gd name="connsiteX490" fmla="*/ 7131592 w 7467600"/>
              <a:gd name="connsiteY490" fmla="*/ 2672096 h 6858000"/>
              <a:gd name="connsiteX491" fmla="*/ 6996344 w 7467600"/>
              <a:gd name="connsiteY491" fmla="*/ 2518310 h 6858000"/>
              <a:gd name="connsiteX492" fmla="*/ 6735495 w 7467600"/>
              <a:gd name="connsiteY492" fmla="*/ 2196890 h 6858000"/>
              <a:gd name="connsiteX493" fmla="*/ 6721901 w 7467600"/>
              <a:gd name="connsiteY493" fmla="*/ 2179274 h 6858000"/>
              <a:gd name="connsiteX494" fmla="*/ 6604735 w 7467600"/>
              <a:gd name="connsiteY494" fmla="*/ 2041381 h 6858000"/>
              <a:gd name="connsiteX495" fmla="*/ 6591670 w 7467600"/>
              <a:gd name="connsiteY495" fmla="*/ 1988277 h 6858000"/>
              <a:gd name="connsiteX496" fmla="*/ 6747349 w 7467600"/>
              <a:gd name="connsiteY496" fmla="*/ 2160069 h 6858000"/>
              <a:gd name="connsiteX497" fmla="*/ 6760943 w 7467600"/>
              <a:gd name="connsiteY497" fmla="*/ 2177686 h 6858000"/>
              <a:gd name="connsiteX498" fmla="*/ 7021065 w 7467600"/>
              <a:gd name="connsiteY498" fmla="*/ 2498102 h 6858000"/>
              <a:gd name="connsiteX499" fmla="*/ 7155223 w 7467600"/>
              <a:gd name="connsiteY499" fmla="*/ 2650386 h 6858000"/>
              <a:gd name="connsiteX500" fmla="*/ 7203167 w 7467600"/>
              <a:gd name="connsiteY500" fmla="*/ 2697288 h 6858000"/>
              <a:gd name="connsiteX501" fmla="*/ 6937703 w 7467600"/>
              <a:gd name="connsiteY501" fmla="*/ 2321981 h 6858000"/>
              <a:gd name="connsiteX502" fmla="*/ 6591670 w 7467600"/>
              <a:gd name="connsiteY502" fmla="*/ 1988277 h 6858000"/>
              <a:gd name="connsiteX503" fmla="*/ 5798671 w 7467600"/>
              <a:gd name="connsiteY503" fmla="*/ 1981601 h 6858000"/>
              <a:gd name="connsiteX504" fmla="*/ 5754709 w 7467600"/>
              <a:gd name="connsiteY504" fmla="*/ 2071454 h 6858000"/>
              <a:gd name="connsiteX505" fmla="*/ 5763044 w 7467600"/>
              <a:gd name="connsiteY505" fmla="*/ 2842206 h 6858000"/>
              <a:gd name="connsiteX506" fmla="*/ 5764974 w 7467600"/>
              <a:gd name="connsiteY506" fmla="*/ 2799609 h 6858000"/>
              <a:gd name="connsiteX507" fmla="*/ 5767665 w 7467600"/>
              <a:gd name="connsiteY507" fmla="*/ 2666409 h 6858000"/>
              <a:gd name="connsiteX508" fmla="*/ 5763055 w 7467600"/>
              <a:gd name="connsiteY508" fmla="*/ 2579705 h 6858000"/>
              <a:gd name="connsiteX509" fmla="*/ 5758079 w 7467600"/>
              <a:gd name="connsiteY509" fmla="*/ 2492508 h 6858000"/>
              <a:gd name="connsiteX510" fmla="*/ 5779325 w 7467600"/>
              <a:gd name="connsiteY510" fmla="*/ 2197069 h 6858000"/>
              <a:gd name="connsiteX511" fmla="*/ 5798671 w 7467600"/>
              <a:gd name="connsiteY511" fmla="*/ 1981601 h 6858000"/>
              <a:gd name="connsiteX512" fmla="*/ 5829202 w 7467600"/>
              <a:gd name="connsiteY512" fmla="*/ 1971679 h 6858000"/>
              <a:gd name="connsiteX513" fmla="*/ 5809558 w 7467600"/>
              <a:gd name="connsiteY513" fmla="*/ 2198043 h 6858000"/>
              <a:gd name="connsiteX514" fmla="*/ 5788653 w 7467600"/>
              <a:gd name="connsiteY514" fmla="*/ 2489430 h 6858000"/>
              <a:gd name="connsiteX515" fmla="*/ 5793439 w 7467600"/>
              <a:gd name="connsiteY515" fmla="*/ 2575235 h 6858000"/>
              <a:gd name="connsiteX516" fmla="*/ 5796837 w 7467600"/>
              <a:gd name="connsiteY516" fmla="*/ 2637633 h 6858000"/>
              <a:gd name="connsiteX517" fmla="*/ 5818614 w 7467600"/>
              <a:gd name="connsiteY517" fmla="*/ 2473055 h 6858000"/>
              <a:gd name="connsiteX518" fmla="*/ 5829202 w 7467600"/>
              <a:gd name="connsiteY518" fmla="*/ 1971679 h 6858000"/>
              <a:gd name="connsiteX519" fmla="*/ 5911389 w 7467600"/>
              <a:gd name="connsiteY519" fmla="*/ 1898371 h 6858000"/>
              <a:gd name="connsiteX520" fmla="*/ 6237627 w 7467600"/>
              <a:gd name="connsiteY520" fmla="*/ 2231921 h 6858000"/>
              <a:gd name="connsiteX521" fmla="*/ 5911389 w 7467600"/>
              <a:gd name="connsiteY521" fmla="*/ 1898371 h 6858000"/>
              <a:gd name="connsiteX522" fmla="*/ 6944437 w 7467600"/>
              <a:gd name="connsiteY522" fmla="*/ 1575402 h 6858000"/>
              <a:gd name="connsiteX523" fmla="*/ 6304730 w 7467600"/>
              <a:gd name="connsiteY523" fmla="*/ 1766654 h 6858000"/>
              <a:gd name="connsiteX524" fmla="*/ 6944437 w 7467600"/>
              <a:gd name="connsiteY524" fmla="*/ 1575402 h 6858000"/>
              <a:gd name="connsiteX525" fmla="*/ 7019523 w 7467600"/>
              <a:gd name="connsiteY525" fmla="*/ 1519450 h 6858000"/>
              <a:gd name="connsiteX526" fmla="*/ 6298091 w 7467600"/>
              <a:gd name="connsiteY526" fmla="*/ 1737122 h 6858000"/>
              <a:gd name="connsiteX527" fmla="*/ 7019523 w 7467600"/>
              <a:gd name="connsiteY527" fmla="*/ 1519450 h 6858000"/>
              <a:gd name="connsiteX528" fmla="*/ 2399523 w 7467600"/>
              <a:gd name="connsiteY528" fmla="*/ 1428234 h 6858000"/>
              <a:gd name="connsiteX529" fmla="*/ 2224982 w 7467600"/>
              <a:gd name="connsiteY529" fmla="*/ 1826201 h 6858000"/>
              <a:gd name="connsiteX530" fmla="*/ 2096099 w 7467600"/>
              <a:gd name="connsiteY530" fmla="*/ 2345900 h 6858000"/>
              <a:gd name="connsiteX531" fmla="*/ 2283317 w 7467600"/>
              <a:gd name="connsiteY531" fmla="*/ 1796925 h 6858000"/>
              <a:gd name="connsiteX532" fmla="*/ 2399523 w 7467600"/>
              <a:gd name="connsiteY532" fmla="*/ 1428234 h 6858000"/>
              <a:gd name="connsiteX533" fmla="*/ 2448558 w 7467600"/>
              <a:gd name="connsiteY533" fmla="*/ 1373435 h 6858000"/>
              <a:gd name="connsiteX534" fmla="*/ 2312521 w 7467600"/>
              <a:gd name="connsiteY534" fmla="*/ 1806140 h 6858000"/>
              <a:gd name="connsiteX535" fmla="*/ 2127533 w 7467600"/>
              <a:gd name="connsiteY535" fmla="*/ 2348380 h 6858000"/>
              <a:gd name="connsiteX536" fmla="*/ 2358080 w 7467600"/>
              <a:gd name="connsiteY536" fmla="*/ 1866134 h 6858000"/>
              <a:gd name="connsiteX537" fmla="*/ 2407436 w 7467600"/>
              <a:gd name="connsiteY537" fmla="*/ 1651070 h 6858000"/>
              <a:gd name="connsiteX538" fmla="*/ 2448558 w 7467600"/>
              <a:gd name="connsiteY538" fmla="*/ 1373435 h 6858000"/>
              <a:gd name="connsiteX539" fmla="*/ 278707 w 7467600"/>
              <a:gd name="connsiteY539" fmla="*/ 1352270 h 6858000"/>
              <a:gd name="connsiteX540" fmla="*/ 321570 w 7467600"/>
              <a:gd name="connsiteY540" fmla="*/ 1861610 h 6858000"/>
              <a:gd name="connsiteX541" fmla="*/ 294281 w 7467600"/>
              <a:gd name="connsiteY541" fmla="*/ 1440658 h 6858000"/>
              <a:gd name="connsiteX542" fmla="*/ 278707 w 7467600"/>
              <a:gd name="connsiteY542" fmla="*/ 1352270 h 6858000"/>
              <a:gd name="connsiteX543" fmla="*/ 1423821 w 7467600"/>
              <a:gd name="connsiteY543" fmla="*/ 1351958 h 6858000"/>
              <a:gd name="connsiteX544" fmla="*/ 1638521 w 7467600"/>
              <a:gd name="connsiteY544" fmla="*/ 1908470 h 6858000"/>
              <a:gd name="connsiteX545" fmla="*/ 1754199 w 7467600"/>
              <a:gd name="connsiteY545" fmla="*/ 2149284 h 6858000"/>
              <a:gd name="connsiteX546" fmla="*/ 1908359 w 7467600"/>
              <a:gd name="connsiteY546" fmla="*/ 2364988 h 6858000"/>
              <a:gd name="connsiteX547" fmla="*/ 1647661 w 7467600"/>
              <a:gd name="connsiteY547" fmla="*/ 1825945 h 6858000"/>
              <a:gd name="connsiteX548" fmla="*/ 1423821 w 7467600"/>
              <a:gd name="connsiteY548" fmla="*/ 1351958 h 6858000"/>
              <a:gd name="connsiteX549" fmla="*/ 1431890 w 7467600"/>
              <a:gd name="connsiteY549" fmla="*/ 1306475 h 6858000"/>
              <a:gd name="connsiteX550" fmla="*/ 1507597 w 7467600"/>
              <a:gd name="connsiteY550" fmla="*/ 1446132 h 6858000"/>
              <a:gd name="connsiteX551" fmla="*/ 1674586 w 7467600"/>
              <a:gd name="connsiteY551" fmla="*/ 1813832 h 6858000"/>
              <a:gd name="connsiteX552" fmla="*/ 1815950 w 7467600"/>
              <a:gd name="connsiteY552" fmla="*/ 2128564 h 6858000"/>
              <a:gd name="connsiteX553" fmla="*/ 1984242 w 7467600"/>
              <a:gd name="connsiteY553" fmla="*/ 2430829 h 6858000"/>
              <a:gd name="connsiteX554" fmla="*/ 2014023 w 7467600"/>
              <a:gd name="connsiteY554" fmla="*/ 2450995 h 6858000"/>
              <a:gd name="connsiteX555" fmla="*/ 1747337 w 7467600"/>
              <a:gd name="connsiteY555" fmla="*/ 1855264 h 6858000"/>
              <a:gd name="connsiteX556" fmla="*/ 1533749 w 7467600"/>
              <a:gd name="connsiteY556" fmla="*/ 1478656 h 6858000"/>
              <a:gd name="connsiteX557" fmla="*/ 1431890 w 7467600"/>
              <a:gd name="connsiteY557" fmla="*/ 1306475 h 6858000"/>
              <a:gd name="connsiteX558" fmla="*/ 5052692 w 7467600"/>
              <a:gd name="connsiteY558" fmla="*/ 1292994 h 6858000"/>
              <a:gd name="connsiteX559" fmla="*/ 5200661 w 7467600"/>
              <a:gd name="connsiteY559" fmla="*/ 1635186 h 6858000"/>
              <a:gd name="connsiteX560" fmla="*/ 5297138 w 7467600"/>
              <a:gd name="connsiteY560" fmla="*/ 1906351 h 6858000"/>
              <a:gd name="connsiteX561" fmla="*/ 5052692 w 7467600"/>
              <a:gd name="connsiteY561" fmla="*/ 1292994 h 6858000"/>
              <a:gd name="connsiteX562" fmla="*/ 5009948 w 7467600"/>
              <a:gd name="connsiteY562" fmla="*/ 1273619 h 6858000"/>
              <a:gd name="connsiteX563" fmla="*/ 5121777 w 7467600"/>
              <a:gd name="connsiteY563" fmla="*/ 1654213 h 6858000"/>
              <a:gd name="connsiteX564" fmla="*/ 5293545 w 7467600"/>
              <a:gd name="connsiteY564" fmla="*/ 2072247 h 6858000"/>
              <a:gd name="connsiteX565" fmla="*/ 5294042 w 7467600"/>
              <a:gd name="connsiteY565" fmla="*/ 2065019 h 6858000"/>
              <a:gd name="connsiteX566" fmla="*/ 5171936 w 7467600"/>
              <a:gd name="connsiteY566" fmla="*/ 1647613 h 6858000"/>
              <a:gd name="connsiteX567" fmla="*/ 5009948 w 7467600"/>
              <a:gd name="connsiteY567" fmla="*/ 1273619 h 6858000"/>
              <a:gd name="connsiteX568" fmla="*/ 655236 w 7467600"/>
              <a:gd name="connsiteY568" fmla="*/ 1268632 h 6858000"/>
              <a:gd name="connsiteX569" fmla="*/ 839521 w 7467600"/>
              <a:gd name="connsiteY569" fmla="*/ 1685315 h 6858000"/>
              <a:gd name="connsiteX570" fmla="*/ 1109416 w 7467600"/>
              <a:gd name="connsiteY570" fmla="*/ 2061663 h 6858000"/>
              <a:gd name="connsiteX571" fmla="*/ 1298300 w 7467600"/>
              <a:gd name="connsiteY571" fmla="*/ 2247742 h 6858000"/>
              <a:gd name="connsiteX572" fmla="*/ 1125871 w 7467600"/>
              <a:gd name="connsiteY572" fmla="*/ 1989513 h 6858000"/>
              <a:gd name="connsiteX573" fmla="*/ 981574 w 7467600"/>
              <a:gd name="connsiteY573" fmla="*/ 1783157 h 6858000"/>
              <a:gd name="connsiteX574" fmla="*/ 922198 w 7467600"/>
              <a:gd name="connsiteY574" fmla="*/ 1677437 h 6858000"/>
              <a:gd name="connsiteX575" fmla="*/ 869293 w 7467600"/>
              <a:gd name="connsiteY575" fmla="*/ 1583214 h 6858000"/>
              <a:gd name="connsiteX576" fmla="*/ 751431 w 7467600"/>
              <a:gd name="connsiteY576" fmla="*/ 1405731 h 6858000"/>
              <a:gd name="connsiteX577" fmla="*/ 655236 w 7467600"/>
              <a:gd name="connsiteY577" fmla="*/ 1268632 h 6858000"/>
              <a:gd name="connsiteX578" fmla="*/ 6516292 w 7467600"/>
              <a:gd name="connsiteY578" fmla="*/ 1263064 h 6858000"/>
              <a:gd name="connsiteX579" fmla="*/ 5736320 w 7467600"/>
              <a:gd name="connsiteY579" fmla="*/ 1501803 h 6858000"/>
              <a:gd name="connsiteX580" fmla="*/ 6516292 w 7467600"/>
              <a:gd name="connsiteY580" fmla="*/ 1263064 h 6858000"/>
              <a:gd name="connsiteX581" fmla="*/ 291466 w 7467600"/>
              <a:gd name="connsiteY581" fmla="*/ 1250369 h 6858000"/>
              <a:gd name="connsiteX582" fmla="*/ 323180 w 7467600"/>
              <a:gd name="connsiteY582" fmla="*/ 1435283 h 6858000"/>
              <a:gd name="connsiteX583" fmla="*/ 349381 w 7467600"/>
              <a:gd name="connsiteY583" fmla="*/ 1875041 h 6858000"/>
              <a:gd name="connsiteX584" fmla="*/ 374363 w 7467600"/>
              <a:gd name="connsiteY584" fmla="*/ 1506494 h 6858000"/>
              <a:gd name="connsiteX585" fmla="*/ 302168 w 7467600"/>
              <a:gd name="connsiteY585" fmla="*/ 1274495 h 6858000"/>
              <a:gd name="connsiteX586" fmla="*/ 291466 w 7467600"/>
              <a:gd name="connsiteY586" fmla="*/ 1250369 h 6858000"/>
              <a:gd name="connsiteX587" fmla="*/ 678222 w 7467600"/>
              <a:gd name="connsiteY587" fmla="*/ 1248670 h 6858000"/>
              <a:gd name="connsiteX588" fmla="*/ 775536 w 7467600"/>
              <a:gd name="connsiteY588" fmla="*/ 1388015 h 6858000"/>
              <a:gd name="connsiteX589" fmla="*/ 894529 w 7467600"/>
              <a:gd name="connsiteY589" fmla="*/ 1567739 h 6858000"/>
              <a:gd name="connsiteX590" fmla="*/ 948000 w 7467600"/>
              <a:gd name="connsiteY590" fmla="*/ 1663088 h 6858000"/>
              <a:gd name="connsiteX591" fmla="*/ 1006812 w 7467600"/>
              <a:gd name="connsiteY591" fmla="*/ 1767683 h 6858000"/>
              <a:gd name="connsiteX592" fmla="*/ 1149133 w 7467600"/>
              <a:gd name="connsiteY592" fmla="*/ 1971513 h 6858000"/>
              <a:gd name="connsiteX593" fmla="*/ 1333952 w 7467600"/>
              <a:gd name="connsiteY593" fmla="*/ 2251620 h 6858000"/>
              <a:gd name="connsiteX594" fmla="*/ 1337329 w 7467600"/>
              <a:gd name="connsiteY594" fmla="*/ 2258350 h 6858000"/>
              <a:gd name="connsiteX595" fmla="*/ 1014726 w 7467600"/>
              <a:gd name="connsiteY595" fmla="*/ 1615556 h 6858000"/>
              <a:gd name="connsiteX596" fmla="*/ 678222 w 7467600"/>
              <a:gd name="connsiteY596" fmla="*/ 1248670 h 6858000"/>
              <a:gd name="connsiteX597" fmla="*/ 6691602 w 7467600"/>
              <a:gd name="connsiteY597" fmla="*/ 1140573 h 6858000"/>
              <a:gd name="connsiteX598" fmla="*/ 6571100 w 7467600"/>
              <a:gd name="connsiteY598" fmla="*/ 1183662 h 6858000"/>
              <a:gd name="connsiteX599" fmla="*/ 6241687 w 7467600"/>
              <a:gd name="connsiteY599" fmla="*/ 1257600 h 6858000"/>
              <a:gd name="connsiteX600" fmla="*/ 5693009 w 7467600"/>
              <a:gd name="connsiteY600" fmla="*/ 1478256 h 6858000"/>
              <a:gd name="connsiteX601" fmla="*/ 6548420 w 7467600"/>
              <a:gd name="connsiteY601" fmla="*/ 1214599 h 6858000"/>
              <a:gd name="connsiteX602" fmla="*/ 6605473 w 7467600"/>
              <a:gd name="connsiteY602" fmla="*/ 1184686 h 6858000"/>
              <a:gd name="connsiteX603" fmla="*/ 6691602 w 7467600"/>
              <a:gd name="connsiteY603" fmla="*/ 1140573 h 6858000"/>
              <a:gd name="connsiteX604" fmla="*/ 4002475 w 7467600"/>
              <a:gd name="connsiteY604" fmla="*/ 1037802 h 6858000"/>
              <a:gd name="connsiteX605" fmla="*/ 4000324 w 7467600"/>
              <a:gd name="connsiteY605" fmla="*/ 1039362 h 6858000"/>
              <a:gd name="connsiteX606" fmla="*/ 4002862 w 7467600"/>
              <a:gd name="connsiteY606" fmla="*/ 1042866 h 6858000"/>
              <a:gd name="connsiteX607" fmla="*/ 4002475 w 7467600"/>
              <a:gd name="connsiteY607" fmla="*/ 1037802 h 6858000"/>
              <a:gd name="connsiteX608" fmla="*/ 506322 w 7467600"/>
              <a:gd name="connsiteY608" fmla="*/ 1020997 h 6858000"/>
              <a:gd name="connsiteX609" fmla="*/ 533068 w 7467600"/>
              <a:gd name="connsiteY609" fmla="*/ 1029409 h 6858000"/>
              <a:gd name="connsiteX610" fmla="*/ 1232525 w 7467600"/>
              <a:gd name="connsiteY610" fmla="*/ 1804675 h 6858000"/>
              <a:gd name="connsiteX611" fmla="*/ 1388858 w 7467600"/>
              <a:gd name="connsiteY611" fmla="*/ 2368011 h 6858000"/>
              <a:gd name="connsiteX612" fmla="*/ 1384098 w 7467600"/>
              <a:gd name="connsiteY612" fmla="*/ 2378125 h 6858000"/>
              <a:gd name="connsiteX613" fmla="*/ 1425393 w 7467600"/>
              <a:gd name="connsiteY613" fmla="*/ 2589124 h 6858000"/>
              <a:gd name="connsiteX614" fmla="*/ 1424001 w 7467600"/>
              <a:gd name="connsiteY614" fmla="*/ 2597541 h 6858000"/>
              <a:gd name="connsiteX615" fmla="*/ 2152729 w 7467600"/>
              <a:gd name="connsiteY615" fmla="*/ 2864487 h 6858000"/>
              <a:gd name="connsiteX616" fmla="*/ 2020609 w 7467600"/>
              <a:gd name="connsiteY616" fmla="*/ 2539671 h 6858000"/>
              <a:gd name="connsiteX617" fmla="*/ 2018920 w 7467600"/>
              <a:gd name="connsiteY617" fmla="*/ 2536309 h 6858000"/>
              <a:gd name="connsiteX618" fmla="*/ 1342441 w 7467600"/>
              <a:gd name="connsiteY618" fmla="*/ 1173017 h 6858000"/>
              <a:gd name="connsiteX619" fmla="*/ 1367925 w 7467600"/>
              <a:gd name="connsiteY619" fmla="*/ 1135648 h 6858000"/>
              <a:gd name="connsiteX620" fmla="*/ 1771401 w 7467600"/>
              <a:gd name="connsiteY620" fmla="*/ 1806673 h 6858000"/>
              <a:gd name="connsiteX621" fmla="*/ 1972385 w 7467600"/>
              <a:gd name="connsiteY621" fmla="*/ 2198735 h 6858000"/>
              <a:gd name="connsiteX622" fmla="*/ 2040892 w 7467600"/>
              <a:gd name="connsiteY622" fmla="*/ 2405205 h 6858000"/>
              <a:gd name="connsiteX623" fmla="*/ 2131689 w 7467600"/>
              <a:gd name="connsiteY623" fmla="*/ 1936926 h 6858000"/>
              <a:gd name="connsiteX624" fmla="*/ 2454820 w 7467600"/>
              <a:gd name="connsiteY624" fmla="*/ 1248808 h 6858000"/>
              <a:gd name="connsiteX625" fmla="*/ 2492512 w 7467600"/>
              <a:gd name="connsiteY625" fmla="*/ 1302920 h 6858000"/>
              <a:gd name="connsiteX626" fmla="*/ 2081216 w 7467600"/>
              <a:gd name="connsiteY626" fmla="*/ 2527513 h 6858000"/>
              <a:gd name="connsiteX627" fmla="*/ 2081211 w 7467600"/>
              <a:gd name="connsiteY627" fmla="*/ 2528916 h 6858000"/>
              <a:gd name="connsiteX628" fmla="*/ 2199067 w 7467600"/>
              <a:gd name="connsiteY628" fmla="*/ 2884061 h 6858000"/>
              <a:gd name="connsiteX629" fmla="*/ 3192586 w 7467600"/>
              <a:gd name="connsiteY629" fmla="*/ 3411496 h 6858000"/>
              <a:gd name="connsiteX630" fmla="*/ 3182620 w 7467600"/>
              <a:gd name="connsiteY630" fmla="*/ 3483279 h 6858000"/>
              <a:gd name="connsiteX631" fmla="*/ 2435119 w 7467600"/>
              <a:gd name="connsiteY631" fmla="*/ 3080173 h 6858000"/>
              <a:gd name="connsiteX632" fmla="*/ 2410152 w 7467600"/>
              <a:gd name="connsiteY632" fmla="*/ 3063751 h 6858000"/>
              <a:gd name="connsiteX633" fmla="*/ 2408099 w 7467600"/>
              <a:gd name="connsiteY633" fmla="*/ 3064403 h 6858000"/>
              <a:gd name="connsiteX634" fmla="*/ 2407218 w 7467600"/>
              <a:gd name="connsiteY634" fmla="*/ 3070324 h 6858000"/>
              <a:gd name="connsiteX635" fmla="*/ 2380138 w 7467600"/>
              <a:gd name="connsiteY635" fmla="*/ 3099341 h 6858000"/>
              <a:gd name="connsiteX636" fmla="*/ 1765923 w 7467600"/>
              <a:gd name="connsiteY636" fmla="*/ 3581043 h 6858000"/>
              <a:gd name="connsiteX637" fmla="*/ 1702258 w 7467600"/>
              <a:gd name="connsiteY637" fmla="*/ 3612286 h 6858000"/>
              <a:gd name="connsiteX638" fmla="*/ 1538370 w 7467600"/>
              <a:gd name="connsiteY638" fmla="*/ 3811804 h 6858000"/>
              <a:gd name="connsiteX639" fmla="*/ 542867 w 7467600"/>
              <a:gd name="connsiteY639" fmla="*/ 4944092 h 6858000"/>
              <a:gd name="connsiteX640" fmla="*/ 515800 w 7467600"/>
              <a:gd name="connsiteY640" fmla="*/ 4862180 h 6858000"/>
              <a:gd name="connsiteX641" fmla="*/ 909145 w 7467600"/>
              <a:gd name="connsiteY641" fmla="*/ 4199225 h 6858000"/>
              <a:gd name="connsiteX642" fmla="*/ 1214067 w 7467600"/>
              <a:gd name="connsiteY642" fmla="*/ 3908561 h 6858000"/>
              <a:gd name="connsiteX643" fmla="*/ 640967 w 7467600"/>
              <a:gd name="connsiteY643" fmla="*/ 4105601 h 6858000"/>
              <a:gd name="connsiteX644" fmla="*/ 112563 w 7467600"/>
              <a:gd name="connsiteY644" fmla="*/ 4396952 h 6858000"/>
              <a:gd name="connsiteX645" fmla="*/ 0 w 7467600"/>
              <a:gd name="connsiteY645" fmla="*/ 4466006 h 6858000"/>
              <a:gd name="connsiteX646" fmla="*/ 0 w 7467600"/>
              <a:gd name="connsiteY646" fmla="*/ 4233763 h 6858000"/>
              <a:gd name="connsiteX647" fmla="*/ 36881 w 7467600"/>
              <a:gd name="connsiteY647" fmla="*/ 4200118 h 6858000"/>
              <a:gd name="connsiteX648" fmla="*/ 910534 w 7467600"/>
              <a:gd name="connsiteY648" fmla="*/ 3629753 h 6858000"/>
              <a:gd name="connsiteX649" fmla="*/ 1578717 w 7467600"/>
              <a:gd name="connsiteY649" fmla="*/ 3575982 h 6858000"/>
              <a:gd name="connsiteX650" fmla="*/ 2338780 w 7467600"/>
              <a:gd name="connsiteY650" fmla="*/ 3033725 h 6858000"/>
              <a:gd name="connsiteX651" fmla="*/ 1807991 w 7467600"/>
              <a:gd name="connsiteY651" fmla="*/ 2807184 h 6858000"/>
              <a:gd name="connsiteX652" fmla="*/ 1416358 w 7467600"/>
              <a:gd name="connsiteY652" fmla="*/ 3112571 h 6858000"/>
              <a:gd name="connsiteX653" fmla="*/ 939066 w 7467600"/>
              <a:gd name="connsiteY653" fmla="*/ 3378798 h 6858000"/>
              <a:gd name="connsiteX654" fmla="*/ 115099 w 7467600"/>
              <a:gd name="connsiteY654" fmla="*/ 3607650 h 6858000"/>
              <a:gd name="connsiteX655" fmla="*/ 97284 w 7467600"/>
              <a:gd name="connsiteY655" fmla="*/ 3520393 h 6858000"/>
              <a:gd name="connsiteX656" fmla="*/ 922050 w 7467600"/>
              <a:gd name="connsiteY656" fmla="*/ 3074867 h 6858000"/>
              <a:gd name="connsiteX657" fmla="*/ 1405265 w 7467600"/>
              <a:gd name="connsiteY657" fmla="*/ 3016319 h 6858000"/>
              <a:gd name="connsiteX658" fmla="*/ 1407512 w 7467600"/>
              <a:gd name="connsiteY658" fmla="*/ 3018001 h 6858000"/>
              <a:gd name="connsiteX659" fmla="*/ 1726266 w 7467600"/>
              <a:gd name="connsiteY659" fmla="*/ 2777274 h 6858000"/>
              <a:gd name="connsiteX660" fmla="*/ 625390 w 7467600"/>
              <a:gd name="connsiteY660" fmla="*/ 2514541 h 6858000"/>
              <a:gd name="connsiteX661" fmla="*/ 619799 w 7467600"/>
              <a:gd name="connsiteY661" fmla="*/ 2527180 h 6858000"/>
              <a:gd name="connsiteX662" fmla="*/ 310030 w 7467600"/>
              <a:gd name="connsiteY662" fmla="*/ 2771818 h 6858000"/>
              <a:gd name="connsiteX663" fmla="*/ 173877 w 7467600"/>
              <a:gd name="connsiteY663" fmla="*/ 2937056 h 6858000"/>
              <a:gd name="connsiteX664" fmla="*/ 77889 w 7467600"/>
              <a:gd name="connsiteY664" fmla="*/ 3138440 h 6858000"/>
              <a:gd name="connsiteX665" fmla="*/ 0 w 7467600"/>
              <a:gd name="connsiteY665" fmla="*/ 3271395 h 6858000"/>
              <a:gd name="connsiteX666" fmla="*/ 0 w 7467600"/>
              <a:gd name="connsiteY666" fmla="*/ 3153002 h 6858000"/>
              <a:gd name="connsiteX667" fmla="*/ 2386 w 7467600"/>
              <a:gd name="connsiteY667" fmla="*/ 3149203 h 6858000"/>
              <a:gd name="connsiteX668" fmla="*/ 89753 w 7467600"/>
              <a:gd name="connsiteY668" fmla="*/ 2987702 h 6858000"/>
              <a:gd name="connsiteX669" fmla="*/ 76869 w 7467600"/>
              <a:gd name="connsiteY669" fmla="*/ 3005404 h 6858000"/>
              <a:gd name="connsiteX670" fmla="*/ 32049 w 7467600"/>
              <a:gd name="connsiteY670" fmla="*/ 3065814 h 6858000"/>
              <a:gd name="connsiteX671" fmla="*/ 0 w 7467600"/>
              <a:gd name="connsiteY671" fmla="*/ 3108744 h 6858000"/>
              <a:gd name="connsiteX672" fmla="*/ 0 w 7467600"/>
              <a:gd name="connsiteY672" fmla="*/ 3058059 h 6858000"/>
              <a:gd name="connsiteX673" fmla="*/ 7610 w 7467600"/>
              <a:gd name="connsiteY673" fmla="*/ 3047889 h 6858000"/>
              <a:gd name="connsiteX674" fmla="*/ 52419 w 7467600"/>
              <a:gd name="connsiteY674" fmla="*/ 2987479 h 6858000"/>
              <a:gd name="connsiteX675" fmla="*/ 59142 w 7467600"/>
              <a:gd name="connsiteY675" fmla="*/ 2978488 h 6858000"/>
              <a:gd name="connsiteX676" fmla="*/ 0 w 7467600"/>
              <a:gd name="connsiteY676" fmla="*/ 3015334 h 6858000"/>
              <a:gd name="connsiteX677" fmla="*/ 0 w 7467600"/>
              <a:gd name="connsiteY677" fmla="*/ 2914286 h 6858000"/>
              <a:gd name="connsiteX678" fmla="*/ 36383 w 7467600"/>
              <a:gd name="connsiteY678" fmla="*/ 2901128 h 6858000"/>
              <a:gd name="connsiteX679" fmla="*/ 156329 w 7467600"/>
              <a:gd name="connsiteY679" fmla="*/ 2840533 h 6858000"/>
              <a:gd name="connsiteX680" fmla="*/ 358355 w 7467600"/>
              <a:gd name="connsiteY680" fmla="*/ 2620471 h 6858000"/>
              <a:gd name="connsiteX681" fmla="*/ 510577 w 7467600"/>
              <a:gd name="connsiteY681" fmla="*/ 2501244 h 6858000"/>
              <a:gd name="connsiteX682" fmla="*/ 211967 w 7467600"/>
              <a:gd name="connsiteY682" fmla="*/ 2479171 h 6858000"/>
              <a:gd name="connsiteX683" fmla="*/ 0 w 7467600"/>
              <a:gd name="connsiteY683" fmla="*/ 2476398 h 6858000"/>
              <a:gd name="connsiteX684" fmla="*/ 0 w 7467600"/>
              <a:gd name="connsiteY684" fmla="*/ 2389189 h 6858000"/>
              <a:gd name="connsiteX685" fmla="*/ 103062 w 7467600"/>
              <a:gd name="connsiteY685" fmla="*/ 2389518 h 6858000"/>
              <a:gd name="connsiteX686" fmla="*/ 510734 w 7467600"/>
              <a:gd name="connsiteY686" fmla="*/ 2416201 h 6858000"/>
              <a:gd name="connsiteX687" fmla="*/ 279257 w 7467600"/>
              <a:gd name="connsiteY687" fmla="*/ 2092102 h 6858000"/>
              <a:gd name="connsiteX688" fmla="*/ 65265 w 7467600"/>
              <a:gd name="connsiteY688" fmla="*/ 2006049 h 6858000"/>
              <a:gd name="connsiteX689" fmla="*/ 0 w 7467600"/>
              <a:gd name="connsiteY689" fmla="*/ 1982532 h 6858000"/>
              <a:gd name="connsiteX690" fmla="*/ 0 w 7467600"/>
              <a:gd name="connsiteY690" fmla="*/ 1912789 h 6858000"/>
              <a:gd name="connsiteX691" fmla="*/ 97460 w 7467600"/>
              <a:gd name="connsiteY691" fmla="*/ 1953725 h 6858000"/>
              <a:gd name="connsiteX692" fmla="*/ 221272 w 7467600"/>
              <a:gd name="connsiteY692" fmla="*/ 1980766 h 6858000"/>
              <a:gd name="connsiteX693" fmla="*/ 116765 w 7467600"/>
              <a:gd name="connsiteY693" fmla="*/ 1911033 h 6858000"/>
              <a:gd name="connsiteX694" fmla="*/ 16405 w 7467600"/>
              <a:gd name="connsiteY694" fmla="*/ 1803412 h 6858000"/>
              <a:gd name="connsiteX695" fmla="*/ 0 w 7467600"/>
              <a:gd name="connsiteY695" fmla="*/ 1784777 h 6858000"/>
              <a:gd name="connsiteX696" fmla="*/ 0 w 7467600"/>
              <a:gd name="connsiteY696" fmla="*/ 1740082 h 6858000"/>
              <a:gd name="connsiteX697" fmla="*/ 39394 w 7467600"/>
              <a:gd name="connsiteY697" fmla="*/ 1784856 h 6858000"/>
              <a:gd name="connsiteX698" fmla="*/ 135813 w 7467600"/>
              <a:gd name="connsiteY698" fmla="*/ 1888838 h 6858000"/>
              <a:gd name="connsiteX699" fmla="*/ 242575 w 7467600"/>
              <a:gd name="connsiteY699" fmla="*/ 1958841 h 6858000"/>
              <a:gd name="connsiteX700" fmla="*/ 82197 w 7467600"/>
              <a:gd name="connsiteY700" fmla="*/ 1754826 h 6858000"/>
              <a:gd name="connsiteX701" fmla="*/ 0 w 7467600"/>
              <a:gd name="connsiteY701" fmla="*/ 1679650 h 6858000"/>
              <a:gd name="connsiteX702" fmla="*/ 0 w 7467600"/>
              <a:gd name="connsiteY702" fmla="*/ 1602463 h 6858000"/>
              <a:gd name="connsiteX703" fmla="*/ 84689 w 7467600"/>
              <a:gd name="connsiteY703" fmla="*/ 1677442 h 6858000"/>
              <a:gd name="connsiteX704" fmla="*/ 298437 w 7467600"/>
              <a:gd name="connsiteY704" fmla="*/ 1968019 h 6858000"/>
              <a:gd name="connsiteX705" fmla="*/ 227269 w 7467600"/>
              <a:gd name="connsiteY705" fmla="*/ 1114064 h 6858000"/>
              <a:gd name="connsiteX706" fmla="*/ 248003 w 7467600"/>
              <a:gd name="connsiteY706" fmla="*/ 1089613 h 6858000"/>
              <a:gd name="connsiteX707" fmla="*/ 427020 w 7467600"/>
              <a:gd name="connsiteY707" fmla="*/ 1619803 h 6858000"/>
              <a:gd name="connsiteX708" fmla="*/ 340345 w 7467600"/>
              <a:gd name="connsiteY708" fmla="*/ 2027739 h 6858000"/>
              <a:gd name="connsiteX709" fmla="*/ 360865 w 7467600"/>
              <a:gd name="connsiteY709" fmla="*/ 2044827 h 6858000"/>
              <a:gd name="connsiteX710" fmla="*/ 560414 w 7467600"/>
              <a:gd name="connsiteY710" fmla="*/ 2421457 h 6858000"/>
              <a:gd name="connsiteX711" fmla="*/ 1359703 w 7467600"/>
              <a:gd name="connsiteY711" fmla="*/ 2578554 h 6858000"/>
              <a:gd name="connsiteX712" fmla="*/ 1359422 w 7467600"/>
              <a:gd name="connsiteY712" fmla="*/ 2577994 h 6858000"/>
              <a:gd name="connsiteX713" fmla="*/ 828701 w 7467600"/>
              <a:gd name="connsiteY713" fmla="*/ 1839520 h 6858000"/>
              <a:gd name="connsiteX714" fmla="*/ 494427 w 7467600"/>
              <a:gd name="connsiteY714" fmla="*/ 1092333 h 6858000"/>
              <a:gd name="connsiteX715" fmla="*/ 506322 w 7467600"/>
              <a:gd name="connsiteY715" fmla="*/ 1020997 h 6858000"/>
              <a:gd name="connsiteX716" fmla="*/ 4570198 w 7467600"/>
              <a:gd name="connsiteY716" fmla="*/ 978081 h 6858000"/>
              <a:gd name="connsiteX717" fmla="*/ 4523691 w 7467600"/>
              <a:gd name="connsiteY717" fmla="*/ 1127776 h 6858000"/>
              <a:gd name="connsiteX718" fmla="*/ 4509875 w 7467600"/>
              <a:gd name="connsiteY718" fmla="*/ 1167552 h 6858000"/>
              <a:gd name="connsiteX719" fmla="*/ 4478168 w 7467600"/>
              <a:gd name="connsiteY719" fmla="*/ 1260735 h 6858000"/>
              <a:gd name="connsiteX720" fmla="*/ 4409309 w 7467600"/>
              <a:gd name="connsiteY720" fmla="*/ 1666996 h 6858000"/>
              <a:gd name="connsiteX721" fmla="*/ 4370031 w 7467600"/>
              <a:gd name="connsiteY721" fmla="*/ 1955666 h 6858000"/>
              <a:gd name="connsiteX722" fmla="*/ 4570198 w 7467600"/>
              <a:gd name="connsiteY722" fmla="*/ 978081 h 6858000"/>
              <a:gd name="connsiteX723" fmla="*/ 4557898 w 7467600"/>
              <a:gd name="connsiteY723" fmla="*/ 900011 h 6858000"/>
              <a:gd name="connsiteX724" fmla="*/ 4344840 w 7467600"/>
              <a:gd name="connsiteY724" fmla="*/ 1922038 h 6858000"/>
              <a:gd name="connsiteX725" fmla="*/ 4378710 w 7467600"/>
              <a:gd name="connsiteY725" fmla="*/ 1665516 h 6858000"/>
              <a:gd name="connsiteX726" fmla="*/ 4448798 w 7467600"/>
              <a:gd name="connsiteY726" fmla="*/ 1253024 h 6858000"/>
              <a:gd name="connsiteX727" fmla="*/ 4480315 w 7467600"/>
              <a:gd name="connsiteY727" fmla="*/ 1158454 h 6858000"/>
              <a:gd name="connsiteX728" fmla="*/ 4494133 w 7467600"/>
              <a:gd name="connsiteY728" fmla="*/ 1118676 h 6858000"/>
              <a:gd name="connsiteX729" fmla="*/ 4557898 w 7467600"/>
              <a:gd name="connsiteY729" fmla="*/ 900011 h 6858000"/>
              <a:gd name="connsiteX730" fmla="*/ 5870151 w 7467600"/>
              <a:gd name="connsiteY730" fmla="*/ 898890 h 6858000"/>
              <a:gd name="connsiteX731" fmla="*/ 5861335 w 7467600"/>
              <a:gd name="connsiteY731" fmla="*/ 899177 h 6858000"/>
              <a:gd name="connsiteX732" fmla="*/ 5843702 w 7467600"/>
              <a:gd name="connsiteY732" fmla="*/ 899748 h 6858000"/>
              <a:gd name="connsiteX733" fmla="*/ 5651107 w 7467600"/>
              <a:gd name="connsiteY733" fmla="*/ 920306 h 6858000"/>
              <a:gd name="connsiteX734" fmla="*/ 5459407 w 7467600"/>
              <a:gd name="connsiteY734" fmla="*/ 940975 h 6858000"/>
              <a:gd name="connsiteX735" fmla="*/ 5374846 w 7467600"/>
              <a:gd name="connsiteY735" fmla="*/ 941988 h 6858000"/>
              <a:gd name="connsiteX736" fmla="*/ 5256105 w 7467600"/>
              <a:gd name="connsiteY736" fmla="*/ 945632 h 6858000"/>
              <a:gd name="connsiteX737" fmla="*/ 5107071 w 7467600"/>
              <a:gd name="connsiteY737" fmla="*/ 969720 h 6858000"/>
              <a:gd name="connsiteX738" fmla="*/ 4998681 w 7467600"/>
              <a:gd name="connsiteY738" fmla="*/ 988771 h 6858000"/>
              <a:gd name="connsiteX739" fmla="*/ 5870151 w 7467600"/>
              <a:gd name="connsiteY739" fmla="*/ 898890 h 6858000"/>
              <a:gd name="connsiteX740" fmla="*/ 5504425 w 7467600"/>
              <a:gd name="connsiteY740" fmla="*/ 848067 h 6858000"/>
              <a:gd name="connsiteX741" fmla="*/ 4968849 w 7467600"/>
              <a:gd name="connsiteY741" fmla="*/ 962318 h 6858000"/>
              <a:gd name="connsiteX742" fmla="*/ 5104039 w 7467600"/>
              <a:gd name="connsiteY742" fmla="*/ 940634 h 6858000"/>
              <a:gd name="connsiteX743" fmla="*/ 5256311 w 7467600"/>
              <a:gd name="connsiteY743" fmla="*/ 916490 h 6858000"/>
              <a:gd name="connsiteX744" fmla="*/ 5377381 w 7467600"/>
              <a:gd name="connsiteY744" fmla="*/ 912671 h 6858000"/>
              <a:gd name="connsiteX745" fmla="*/ 5460148 w 7467600"/>
              <a:gd name="connsiteY745" fmla="*/ 911442 h 6858000"/>
              <a:gd name="connsiteX746" fmla="*/ 5648971 w 7467600"/>
              <a:gd name="connsiteY746" fmla="*/ 891331 h 6858000"/>
              <a:gd name="connsiteX747" fmla="*/ 5844807 w 7467600"/>
              <a:gd name="connsiteY747" fmla="*/ 870718 h 6858000"/>
              <a:gd name="connsiteX748" fmla="*/ 5862975 w 7467600"/>
              <a:gd name="connsiteY748" fmla="*/ 869756 h 6858000"/>
              <a:gd name="connsiteX749" fmla="*/ 5920887 w 7467600"/>
              <a:gd name="connsiteY749" fmla="*/ 865929 h 6858000"/>
              <a:gd name="connsiteX750" fmla="*/ 5504425 w 7467600"/>
              <a:gd name="connsiteY750" fmla="*/ 848067 h 6858000"/>
              <a:gd name="connsiteX751" fmla="*/ 3607114 w 7467600"/>
              <a:gd name="connsiteY751" fmla="*/ 467441 h 6858000"/>
              <a:gd name="connsiteX752" fmla="*/ 3296242 w 7467600"/>
              <a:gd name="connsiteY752" fmla="*/ 807991 h 6858000"/>
              <a:gd name="connsiteX753" fmla="*/ 3174674 w 7467600"/>
              <a:gd name="connsiteY753" fmla="*/ 919759 h 6858000"/>
              <a:gd name="connsiteX754" fmla="*/ 3042978 w 7467600"/>
              <a:gd name="connsiteY754" fmla="*/ 1054894 h 6858000"/>
              <a:gd name="connsiteX755" fmla="*/ 2968914 w 7467600"/>
              <a:gd name="connsiteY755" fmla="*/ 1133756 h 6858000"/>
              <a:gd name="connsiteX756" fmla="*/ 3103823 w 7467600"/>
              <a:gd name="connsiteY756" fmla="*/ 1026814 h 6858000"/>
              <a:gd name="connsiteX757" fmla="*/ 3607114 w 7467600"/>
              <a:gd name="connsiteY757" fmla="*/ 467441 h 6858000"/>
              <a:gd name="connsiteX758" fmla="*/ 3744487 w 7467600"/>
              <a:gd name="connsiteY758" fmla="*/ 383136 h 6858000"/>
              <a:gd name="connsiteX759" fmla="*/ 3970213 w 7467600"/>
              <a:gd name="connsiteY759" fmla="*/ 995559 h 6858000"/>
              <a:gd name="connsiteX760" fmla="*/ 3744487 w 7467600"/>
              <a:gd name="connsiteY760" fmla="*/ 383136 h 6858000"/>
              <a:gd name="connsiteX761" fmla="*/ 3624562 w 7467600"/>
              <a:gd name="connsiteY761" fmla="*/ 367041 h 6858000"/>
              <a:gd name="connsiteX762" fmla="*/ 3489712 w 7467600"/>
              <a:gd name="connsiteY762" fmla="*/ 485386 h 6858000"/>
              <a:gd name="connsiteX763" fmla="*/ 3182994 w 7467600"/>
              <a:gd name="connsiteY763" fmla="*/ 828265 h 6858000"/>
              <a:gd name="connsiteX764" fmla="*/ 2892114 w 7467600"/>
              <a:gd name="connsiteY764" fmla="*/ 1172635 h 6858000"/>
              <a:gd name="connsiteX765" fmla="*/ 3021459 w 7467600"/>
              <a:gd name="connsiteY765" fmla="*/ 1035385 h 6858000"/>
              <a:gd name="connsiteX766" fmla="*/ 3153873 w 7467600"/>
              <a:gd name="connsiteY766" fmla="*/ 898971 h 6858000"/>
              <a:gd name="connsiteX767" fmla="*/ 3276511 w 7467600"/>
              <a:gd name="connsiteY767" fmla="*/ 786423 h 6858000"/>
              <a:gd name="connsiteX768" fmla="*/ 3584154 w 7467600"/>
              <a:gd name="connsiteY768" fmla="*/ 448218 h 6858000"/>
              <a:gd name="connsiteX769" fmla="*/ 3624562 w 7467600"/>
              <a:gd name="connsiteY769" fmla="*/ 367041 h 6858000"/>
              <a:gd name="connsiteX770" fmla="*/ 3766672 w 7467600"/>
              <a:gd name="connsiteY770" fmla="*/ 359429 h 6858000"/>
              <a:gd name="connsiteX771" fmla="*/ 3996338 w 7467600"/>
              <a:gd name="connsiteY771" fmla="*/ 968237 h 6858000"/>
              <a:gd name="connsiteX772" fmla="*/ 3766672 w 7467600"/>
              <a:gd name="connsiteY772" fmla="*/ 359429 h 6858000"/>
              <a:gd name="connsiteX773" fmla="*/ 5805386 w 7467600"/>
              <a:gd name="connsiteY773" fmla="*/ 239240 h 6858000"/>
              <a:gd name="connsiteX774" fmla="*/ 5736947 w 7467600"/>
              <a:gd name="connsiteY774" fmla="*/ 261367 h 6858000"/>
              <a:gd name="connsiteX775" fmla="*/ 5427012 w 7467600"/>
              <a:gd name="connsiteY775" fmla="*/ 311272 h 6858000"/>
              <a:gd name="connsiteX776" fmla="*/ 5147818 w 7467600"/>
              <a:gd name="connsiteY776" fmla="*/ 322112 h 6858000"/>
              <a:gd name="connsiteX777" fmla="*/ 5060854 w 7467600"/>
              <a:gd name="connsiteY777" fmla="*/ 311882 h 6858000"/>
              <a:gd name="connsiteX778" fmla="*/ 4945989 w 7467600"/>
              <a:gd name="connsiteY778" fmla="*/ 300516 h 6858000"/>
              <a:gd name="connsiteX779" fmla="*/ 5410479 w 7467600"/>
              <a:gd name="connsiteY779" fmla="*/ 348434 h 6858000"/>
              <a:gd name="connsiteX780" fmla="*/ 5805386 w 7467600"/>
              <a:gd name="connsiteY780" fmla="*/ 239240 h 6858000"/>
              <a:gd name="connsiteX781" fmla="*/ 5905192 w 7467600"/>
              <a:gd name="connsiteY781" fmla="*/ 163079 h 6858000"/>
              <a:gd name="connsiteX782" fmla="*/ 5865655 w 7467600"/>
              <a:gd name="connsiteY782" fmla="*/ 171901 h 6858000"/>
              <a:gd name="connsiteX783" fmla="*/ 5259740 w 7467600"/>
              <a:gd name="connsiteY783" fmla="*/ 257013 h 6858000"/>
              <a:gd name="connsiteX784" fmla="*/ 5208466 w 7467600"/>
              <a:gd name="connsiteY784" fmla="*/ 257550 h 6858000"/>
              <a:gd name="connsiteX785" fmla="*/ 4980204 w 7467600"/>
              <a:gd name="connsiteY785" fmla="*/ 271903 h 6858000"/>
              <a:gd name="connsiteX786" fmla="*/ 5068068 w 7467600"/>
              <a:gd name="connsiteY786" fmla="*/ 282244 h 6858000"/>
              <a:gd name="connsiteX787" fmla="*/ 5153231 w 7467600"/>
              <a:gd name="connsiteY787" fmla="*/ 292240 h 6858000"/>
              <a:gd name="connsiteX788" fmla="*/ 5426491 w 7467600"/>
              <a:gd name="connsiteY788" fmla="*/ 281128 h 6858000"/>
              <a:gd name="connsiteX789" fmla="*/ 5731212 w 7467600"/>
              <a:gd name="connsiteY789" fmla="*/ 231951 h 6858000"/>
              <a:gd name="connsiteX790" fmla="*/ 5905192 w 7467600"/>
              <a:gd name="connsiteY790" fmla="*/ 163079 h 6858000"/>
              <a:gd name="connsiteX791" fmla="*/ 5944437 w 7467600"/>
              <a:gd name="connsiteY791" fmla="*/ 113829 h 6858000"/>
              <a:gd name="connsiteX792" fmla="*/ 5825032 w 7467600"/>
              <a:gd name="connsiteY792" fmla="*/ 146405 h 6858000"/>
              <a:gd name="connsiteX793" fmla="*/ 4955599 w 7467600"/>
              <a:gd name="connsiteY793" fmla="*/ 247008 h 6858000"/>
              <a:gd name="connsiteX794" fmla="*/ 5210104 w 7467600"/>
              <a:gd name="connsiteY794" fmla="*/ 228123 h 6858000"/>
              <a:gd name="connsiteX795" fmla="*/ 5261015 w 7467600"/>
              <a:gd name="connsiteY795" fmla="*/ 227087 h 6858000"/>
              <a:gd name="connsiteX796" fmla="*/ 5861181 w 7467600"/>
              <a:gd name="connsiteY796" fmla="*/ 143093 h 6858000"/>
              <a:gd name="connsiteX797" fmla="*/ 5961252 w 7467600"/>
              <a:gd name="connsiteY797" fmla="*/ 114820 h 6858000"/>
              <a:gd name="connsiteX798" fmla="*/ 5944437 w 7467600"/>
              <a:gd name="connsiteY798" fmla="*/ 113829 h 6858000"/>
              <a:gd name="connsiteX799" fmla="*/ 3882765 w 7467600"/>
              <a:gd name="connsiteY799" fmla="*/ 0 h 6858000"/>
              <a:gd name="connsiteX800" fmla="*/ 3995099 w 7467600"/>
              <a:gd name="connsiteY800" fmla="*/ 0 h 6858000"/>
              <a:gd name="connsiteX801" fmla="*/ 4163818 w 7467600"/>
              <a:gd name="connsiteY801" fmla="*/ 234104 h 6858000"/>
              <a:gd name="connsiteX802" fmla="*/ 4172099 w 7467600"/>
              <a:gd name="connsiteY802" fmla="*/ 234207 h 6858000"/>
              <a:gd name="connsiteX803" fmla="*/ 4784282 w 7467600"/>
              <a:gd name="connsiteY803" fmla="*/ 276561 h 6858000"/>
              <a:gd name="connsiteX804" fmla="*/ 4801687 w 7467600"/>
              <a:gd name="connsiteY804" fmla="*/ 267764 h 6858000"/>
              <a:gd name="connsiteX805" fmla="*/ 6082788 w 7467600"/>
              <a:gd name="connsiteY805" fmla="*/ 64119 h 6858000"/>
              <a:gd name="connsiteX806" fmla="*/ 6099442 w 7467600"/>
              <a:gd name="connsiteY806" fmla="*/ 82568 h 6858000"/>
              <a:gd name="connsiteX807" fmla="*/ 4804137 w 7467600"/>
              <a:gd name="connsiteY807" fmla="*/ 320931 h 6858000"/>
              <a:gd name="connsiteX808" fmla="*/ 4227047 w 7467600"/>
              <a:gd name="connsiteY808" fmla="*/ 313415 h 6858000"/>
              <a:gd name="connsiteX809" fmla="*/ 4346041 w 7467600"/>
              <a:gd name="connsiteY809" fmla="*/ 456086 h 6858000"/>
              <a:gd name="connsiteX810" fmla="*/ 4870967 w 7467600"/>
              <a:gd name="connsiteY810" fmla="*/ 963061 h 6858000"/>
              <a:gd name="connsiteX811" fmla="*/ 4889647 w 7467600"/>
              <a:gd name="connsiteY811" fmla="*/ 957147 h 6858000"/>
              <a:gd name="connsiteX812" fmla="*/ 5422504 w 7467600"/>
              <a:gd name="connsiteY812" fmla="*/ 805191 h 6858000"/>
              <a:gd name="connsiteX813" fmla="*/ 6087656 w 7467600"/>
              <a:gd name="connsiteY813" fmla="*/ 826703 h 6858000"/>
              <a:gd name="connsiteX814" fmla="*/ 6058717 w 7467600"/>
              <a:gd name="connsiteY814" fmla="*/ 865992 h 6858000"/>
              <a:gd name="connsiteX815" fmla="*/ 4974153 w 7467600"/>
              <a:gd name="connsiteY815" fmla="*/ 1045456 h 6858000"/>
              <a:gd name="connsiteX816" fmla="*/ 5627835 w 7467600"/>
              <a:gd name="connsiteY816" fmla="*/ 1472077 h 6858000"/>
              <a:gd name="connsiteX817" fmla="*/ 5629817 w 7467600"/>
              <a:gd name="connsiteY817" fmla="*/ 1471412 h 6858000"/>
              <a:gd name="connsiteX818" fmla="*/ 5634124 w 7467600"/>
              <a:gd name="connsiteY818" fmla="*/ 1470572 h 6858000"/>
              <a:gd name="connsiteX819" fmla="*/ 5755832 w 7467600"/>
              <a:gd name="connsiteY819" fmla="*/ 1383886 h 6858000"/>
              <a:gd name="connsiteX820" fmla="*/ 6014186 w 7467600"/>
              <a:gd name="connsiteY820" fmla="*/ 1279799 h 6858000"/>
              <a:gd name="connsiteX821" fmla="*/ 6901619 w 7467600"/>
              <a:gd name="connsiteY821" fmla="*/ 1047874 h 6858000"/>
              <a:gd name="connsiteX822" fmla="*/ 6931566 w 7467600"/>
              <a:gd name="connsiteY822" fmla="*/ 1062034 h 6858000"/>
              <a:gd name="connsiteX823" fmla="*/ 5790982 w 7467600"/>
              <a:gd name="connsiteY823" fmla="*/ 1561380 h 6858000"/>
              <a:gd name="connsiteX824" fmla="*/ 6188971 w 7467600"/>
              <a:gd name="connsiteY824" fmla="*/ 1755168 h 6858000"/>
              <a:gd name="connsiteX825" fmla="*/ 6202446 w 7467600"/>
              <a:gd name="connsiteY825" fmla="*/ 1752268 h 6858000"/>
              <a:gd name="connsiteX826" fmla="*/ 7179560 w 7467600"/>
              <a:gd name="connsiteY826" fmla="*/ 1467551 h 6858000"/>
              <a:gd name="connsiteX827" fmla="*/ 7158730 w 7467600"/>
              <a:gd name="connsiteY827" fmla="*/ 1507835 h 6858000"/>
              <a:gd name="connsiteX828" fmla="*/ 6326959 w 7467600"/>
              <a:gd name="connsiteY828" fmla="*/ 1817686 h 6858000"/>
              <a:gd name="connsiteX829" fmla="*/ 6537433 w 7467600"/>
              <a:gd name="connsiteY829" fmla="*/ 1907790 h 6858000"/>
              <a:gd name="connsiteX830" fmla="*/ 6550221 w 7467600"/>
              <a:gd name="connsiteY830" fmla="*/ 1910729 h 6858000"/>
              <a:gd name="connsiteX831" fmla="*/ 6964438 w 7467600"/>
              <a:gd name="connsiteY831" fmla="*/ 2209505 h 6858000"/>
              <a:gd name="connsiteX832" fmla="*/ 7367862 w 7467600"/>
              <a:gd name="connsiteY832" fmla="*/ 2806833 h 6858000"/>
              <a:gd name="connsiteX833" fmla="*/ 7364329 w 7467600"/>
              <a:gd name="connsiteY833" fmla="*/ 2826907 h 6858000"/>
              <a:gd name="connsiteX834" fmla="*/ 7290545 w 7467600"/>
              <a:gd name="connsiteY834" fmla="*/ 2850663 h 6858000"/>
              <a:gd name="connsiteX835" fmla="*/ 6472036 w 7467600"/>
              <a:gd name="connsiteY835" fmla="*/ 1959003 h 6858000"/>
              <a:gd name="connsiteX836" fmla="*/ 5792897 w 7467600"/>
              <a:gd name="connsiteY836" fmla="*/ 1647747 h 6858000"/>
              <a:gd name="connsiteX837" fmla="*/ 5842751 w 7467600"/>
              <a:gd name="connsiteY837" fmla="*/ 1816112 h 6858000"/>
              <a:gd name="connsiteX838" fmla="*/ 5847424 w 7467600"/>
              <a:gd name="connsiteY838" fmla="*/ 1815776 h 6858000"/>
              <a:gd name="connsiteX839" fmla="*/ 6399821 w 7467600"/>
              <a:gd name="connsiteY839" fmla="*/ 2344799 h 6858000"/>
              <a:gd name="connsiteX840" fmla="*/ 6323232 w 7467600"/>
              <a:gd name="connsiteY840" fmla="*/ 2389634 h 6858000"/>
              <a:gd name="connsiteX841" fmla="*/ 5942958 w 7467600"/>
              <a:gd name="connsiteY841" fmla="*/ 2077708 h 6858000"/>
              <a:gd name="connsiteX842" fmla="*/ 5921559 w 7467600"/>
              <a:gd name="connsiteY842" fmla="*/ 2378596 h 6858000"/>
              <a:gd name="connsiteX843" fmla="*/ 5817651 w 7467600"/>
              <a:gd name="connsiteY843" fmla="*/ 3023919 h 6858000"/>
              <a:gd name="connsiteX844" fmla="*/ 5729634 w 7467600"/>
              <a:gd name="connsiteY844" fmla="*/ 3051849 h 6858000"/>
              <a:gd name="connsiteX845" fmla="*/ 5611018 w 7467600"/>
              <a:gd name="connsiteY845" fmla="*/ 2316769 h 6858000"/>
              <a:gd name="connsiteX846" fmla="*/ 5687608 w 7467600"/>
              <a:gd name="connsiteY846" fmla="*/ 2039972 h 6858000"/>
              <a:gd name="connsiteX847" fmla="*/ 5657554 w 7467600"/>
              <a:gd name="connsiteY847" fmla="*/ 1576445 h 6858000"/>
              <a:gd name="connsiteX848" fmla="*/ 5150475 w 7467600"/>
              <a:gd name="connsiteY848" fmla="*/ 1274012 h 6858000"/>
              <a:gd name="connsiteX849" fmla="*/ 5349142 w 7467600"/>
              <a:gd name="connsiteY849" fmla="*/ 2204405 h 6858000"/>
              <a:gd name="connsiteX850" fmla="*/ 5262214 w 7467600"/>
              <a:gd name="connsiteY850" fmla="*/ 2233836 h 6858000"/>
              <a:gd name="connsiteX851" fmla="*/ 4981539 w 7467600"/>
              <a:gd name="connsiteY851" fmla="*/ 1542201 h 6858000"/>
              <a:gd name="connsiteX852" fmla="*/ 4958461 w 7467600"/>
              <a:gd name="connsiteY852" fmla="*/ 1136957 h 6858000"/>
              <a:gd name="connsiteX853" fmla="*/ 4655015 w 7467600"/>
              <a:gd name="connsiteY853" fmla="*/ 891426 h 6858000"/>
              <a:gd name="connsiteX854" fmla="*/ 4348002 w 7467600"/>
              <a:gd name="connsiteY854" fmla="*/ 2205895 h 6858000"/>
              <a:gd name="connsiteX855" fmla="*/ 4262250 w 7467600"/>
              <a:gd name="connsiteY855" fmla="*/ 2219972 h 6858000"/>
              <a:gd name="connsiteX856" fmla="*/ 4550611 w 7467600"/>
              <a:gd name="connsiteY856" fmla="*/ 817540 h 6858000"/>
              <a:gd name="connsiteX857" fmla="*/ 4564418 w 7467600"/>
              <a:gd name="connsiteY857" fmla="*/ 808293 h 6858000"/>
              <a:gd name="connsiteX858" fmla="*/ 4266388 w 7467600"/>
              <a:gd name="connsiteY858" fmla="*/ 500083 h 6858000"/>
              <a:gd name="connsiteX859" fmla="*/ 4032842 w 7467600"/>
              <a:gd name="connsiteY859" fmla="*/ 211809 h 6858000"/>
              <a:gd name="connsiteX860" fmla="*/ 3882765 w 7467600"/>
              <a:gd name="connsiteY860" fmla="*/ 0 h 6858000"/>
              <a:gd name="connsiteX861" fmla="*/ 3721337 w 7467600"/>
              <a:gd name="connsiteY861" fmla="*/ 0 h 6858000"/>
              <a:gd name="connsiteX862" fmla="*/ 3797544 w 7467600"/>
              <a:gd name="connsiteY862" fmla="*/ 0 h 6858000"/>
              <a:gd name="connsiteX863" fmla="*/ 3775734 w 7467600"/>
              <a:gd name="connsiteY863" fmla="*/ 95131 h 6858000"/>
              <a:gd name="connsiteX864" fmla="*/ 3724807 w 7467600"/>
              <a:gd name="connsiteY864" fmla="*/ 272257 h 6858000"/>
              <a:gd name="connsiteX865" fmla="*/ 3726844 w 7467600"/>
              <a:gd name="connsiteY865" fmla="*/ 282988 h 6858000"/>
              <a:gd name="connsiteX866" fmla="*/ 3742664 w 7467600"/>
              <a:gd name="connsiteY866" fmla="*/ 279918 h 6858000"/>
              <a:gd name="connsiteX867" fmla="*/ 4103910 w 7467600"/>
              <a:gd name="connsiteY867" fmla="*/ 1161917 h 6858000"/>
              <a:gd name="connsiteX868" fmla="*/ 4020269 w 7467600"/>
              <a:gd name="connsiteY868" fmla="*/ 1200406 h 6858000"/>
              <a:gd name="connsiteX869" fmla="*/ 3674882 w 7467600"/>
              <a:gd name="connsiteY869" fmla="*/ 488524 h 6858000"/>
              <a:gd name="connsiteX870" fmla="*/ 3132682 w 7467600"/>
              <a:gd name="connsiteY870" fmla="*/ 1072284 h 6858000"/>
              <a:gd name="connsiteX871" fmla="*/ 2716346 w 7467600"/>
              <a:gd name="connsiteY871" fmla="*/ 1276376 h 6858000"/>
              <a:gd name="connsiteX872" fmla="*/ 2716772 w 7467600"/>
              <a:gd name="connsiteY872" fmla="*/ 1255462 h 6858000"/>
              <a:gd name="connsiteX873" fmla="*/ 3471096 w 7467600"/>
              <a:gd name="connsiteY873" fmla="*/ 437072 h 6858000"/>
              <a:gd name="connsiteX874" fmla="*/ 3639057 w 7467600"/>
              <a:gd name="connsiteY874" fmla="*/ 286334 h 6858000"/>
              <a:gd name="connsiteX875" fmla="*/ 3640309 w 7467600"/>
              <a:gd name="connsiteY875" fmla="*/ 284664 h 6858000"/>
              <a:gd name="connsiteX876" fmla="*/ 3646022 w 7467600"/>
              <a:gd name="connsiteY876" fmla="*/ 276711 h 6858000"/>
              <a:gd name="connsiteX877" fmla="*/ 3707943 w 7467600"/>
              <a:gd name="connsiteY877" fmla="*/ 65958 h 6858000"/>
              <a:gd name="connsiteX878" fmla="*/ 3721337 w 7467600"/>
              <a:gd name="connsiteY878" fmla="*/ 0 h 6858000"/>
              <a:gd name="connsiteX879" fmla="*/ 2867960 w 7467600"/>
              <a:gd name="connsiteY879" fmla="*/ 0 h 6858000"/>
              <a:gd name="connsiteX880" fmla="*/ 2926351 w 7467600"/>
              <a:gd name="connsiteY880" fmla="*/ 0 h 6858000"/>
              <a:gd name="connsiteX881" fmla="*/ 2902823 w 7467600"/>
              <a:gd name="connsiteY881" fmla="*/ 262929 h 6858000"/>
              <a:gd name="connsiteX882" fmla="*/ 2940663 w 7467600"/>
              <a:gd name="connsiteY882" fmla="*/ 140884 h 6858000"/>
              <a:gd name="connsiteX883" fmla="*/ 2947039 w 7467600"/>
              <a:gd name="connsiteY883" fmla="*/ 122524 h 6858000"/>
              <a:gd name="connsiteX884" fmla="*/ 2984316 w 7467600"/>
              <a:gd name="connsiteY884" fmla="*/ 0 h 6858000"/>
              <a:gd name="connsiteX885" fmla="*/ 3016114 w 7467600"/>
              <a:gd name="connsiteY885" fmla="*/ 0 h 6858000"/>
              <a:gd name="connsiteX886" fmla="*/ 2979949 w 7467600"/>
              <a:gd name="connsiteY886" fmla="*/ 119274 h 6858000"/>
              <a:gd name="connsiteX887" fmla="*/ 3023879 w 7467600"/>
              <a:gd name="connsiteY887" fmla="*/ 0 h 6858000"/>
              <a:gd name="connsiteX888" fmla="*/ 3105400 w 7467600"/>
              <a:gd name="connsiteY888" fmla="*/ 0 h 6858000"/>
              <a:gd name="connsiteX889" fmla="*/ 3094669 w 7467600"/>
              <a:gd name="connsiteY889" fmla="*/ 30308 h 6858000"/>
              <a:gd name="connsiteX890" fmla="*/ 2901945 w 7467600"/>
              <a:gd name="connsiteY890" fmla="*/ 466538 h 6858000"/>
              <a:gd name="connsiteX891" fmla="*/ 2815209 w 7467600"/>
              <a:gd name="connsiteY891" fmla="*/ 497361 h 6858000"/>
              <a:gd name="connsiteX892" fmla="*/ 2844845 w 7467600"/>
              <a:gd name="connsiteY892" fmla="*/ 127638 h 6858000"/>
              <a:gd name="connsiteX893" fmla="*/ 2867960 w 7467600"/>
              <a:gd name="connsiteY893" fmla="*/ 0 h 6858000"/>
              <a:gd name="connsiteX894" fmla="*/ 1057230 w 7467600"/>
              <a:gd name="connsiteY894" fmla="*/ 0 h 6858000"/>
              <a:gd name="connsiteX895" fmla="*/ 1111003 w 7467600"/>
              <a:gd name="connsiteY895" fmla="*/ 0 h 6858000"/>
              <a:gd name="connsiteX896" fmla="*/ 1125553 w 7467600"/>
              <a:gd name="connsiteY896" fmla="*/ 52588 h 6858000"/>
              <a:gd name="connsiteX897" fmla="*/ 1304276 w 7467600"/>
              <a:gd name="connsiteY897" fmla="*/ 476275 h 6858000"/>
              <a:gd name="connsiteX898" fmla="*/ 1492066 w 7467600"/>
              <a:gd name="connsiteY898" fmla="*/ 886333 h 6858000"/>
              <a:gd name="connsiteX899" fmla="*/ 1423698 w 7467600"/>
              <a:gd name="connsiteY899" fmla="*/ 710817 h 6858000"/>
              <a:gd name="connsiteX900" fmla="*/ 1357609 w 7467600"/>
              <a:gd name="connsiteY900" fmla="*/ 532892 h 6858000"/>
              <a:gd name="connsiteX901" fmla="*/ 1309550 w 7467600"/>
              <a:gd name="connsiteY901" fmla="*/ 374031 h 6858000"/>
              <a:gd name="connsiteX902" fmla="*/ 1193673 w 7467600"/>
              <a:gd name="connsiteY902" fmla="*/ 49533 h 6858000"/>
              <a:gd name="connsiteX903" fmla="*/ 1164391 w 7467600"/>
              <a:gd name="connsiteY903" fmla="*/ 0 h 6858000"/>
              <a:gd name="connsiteX904" fmla="*/ 1200666 w 7467600"/>
              <a:gd name="connsiteY904" fmla="*/ 0 h 6858000"/>
              <a:gd name="connsiteX905" fmla="*/ 1223408 w 7467600"/>
              <a:gd name="connsiteY905" fmla="*/ 38996 h 6858000"/>
              <a:gd name="connsiteX906" fmla="*/ 1339635 w 7467600"/>
              <a:gd name="connsiteY906" fmla="*/ 365517 h 6858000"/>
              <a:gd name="connsiteX907" fmla="*/ 1387469 w 7467600"/>
              <a:gd name="connsiteY907" fmla="*/ 523079 h 6858000"/>
              <a:gd name="connsiteX908" fmla="*/ 1452685 w 7467600"/>
              <a:gd name="connsiteY908" fmla="*/ 699806 h 6858000"/>
              <a:gd name="connsiteX909" fmla="*/ 1492092 w 7467600"/>
              <a:gd name="connsiteY909" fmla="*/ 800424 h 6858000"/>
              <a:gd name="connsiteX910" fmla="*/ 1455302 w 7467600"/>
              <a:gd name="connsiteY910" fmla="*/ 632913 h 6858000"/>
              <a:gd name="connsiteX911" fmla="*/ 1222336 w 7467600"/>
              <a:gd name="connsiteY911" fmla="*/ 9480 h 6858000"/>
              <a:gd name="connsiteX912" fmla="*/ 1214634 w 7467600"/>
              <a:gd name="connsiteY912" fmla="*/ 0 h 6858000"/>
              <a:gd name="connsiteX913" fmla="*/ 1289827 w 7467600"/>
              <a:gd name="connsiteY913" fmla="*/ 0 h 6858000"/>
              <a:gd name="connsiteX914" fmla="*/ 1321076 w 7467600"/>
              <a:gd name="connsiteY914" fmla="*/ 59722 h 6858000"/>
              <a:gd name="connsiteX915" fmla="*/ 1512579 w 7467600"/>
              <a:gd name="connsiteY915" fmla="*/ 626441 h 6858000"/>
              <a:gd name="connsiteX916" fmla="*/ 1506076 w 7467600"/>
              <a:gd name="connsiteY916" fmla="*/ 1089289 h 6858000"/>
              <a:gd name="connsiteX917" fmla="*/ 1486346 w 7467600"/>
              <a:gd name="connsiteY917" fmla="*/ 1079919 h 6858000"/>
              <a:gd name="connsiteX918" fmla="*/ 1070511 w 7467600"/>
              <a:gd name="connsiteY918" fmla="*/ 48609 h 6858000"/>
              <a:gd name="connsiteX919" fmla="*/ 1057230 w 7467600"/>
              <a:gd name="connsiteY919" fmla="*/ 0 h 6858000"/>
              <a:gd name="connsiteX920" fmla="*/ 43151 w 7467600"/>
              <a:gd name="connsiteY920" fmla="*/ 0 h 6858000"/>
              <a:gd name="connsiteX921" fmla="*/ 95283 w 7467600"/>
              <a:gd name="connsiteY921" fmla="*/ 0 h 6858000"/>
              <a:gd name="connsiteX922" fmla="*/ 300708 w 7467600"/>
              <a:gd name="connsiteY922" fmla="*/ 154571 h 6858000"/>
              <a:gd name="connsiteX923" fmla="*/ 530414 w 7467600"/>
              <a:gd name="connsiteY923" fmla="*/ 354673 h 6858000"/>
              <a:gd name="connsiteX924" fmla="*/ 333785 w 7467600"/>
              <a:gd name="connsiteY924" fmla="*/ 161564 h 6858000"/>
              <a:gd name="connsiteX925" fmla="*/ 147005 w 7467600"/>
              <a:gd name="connsiteY925" fmla="*/ 0 h 6858000"/>
              <a:gd name="connsiteX926" fmla="*/ 272509 w 7467600"/>
              <a:gd name="connsiteY926" fmla="*/ 0 h 6858000"/>
              <a:gd name="connsiteX927" fmla="*/ 326276 w 7467600"/>
              <a:gd name="connsiteY927" fmla="*/ 45847 h 6858000"/>
              <a:gd name="connsiteX928" fmla="*/ 823759 w 7467600"/>
              <a:gd name="connsiteY928" fmla="*/ 574145 h 6858000"/>
              <a:gd name="connsiteX929" fmla="*/ 811254 w 7467600"/>
              <a:gd name="connsiteY929" fmla="*/ 665546 h 6858000"/>
              <a:gd name="connsiteX930" fmla="*/ 154042 w 7467600"/>
              <a:gd name="connsiteY930" fmla="*/ 261522 h 6858000"/>
              <a:gd name="connsiteX931" fmla="*/ 13550 w 7467600"/>
              <a:gd name="connsiteY931" fmla="*/ 158423 h 6858000"/>
              <a:gd name="connsiteX932" fmla="*/ 0 w 7467600"/>
              <a:gd name="connsiteY932" fmla="*/ 146618 h 6858000"/>
              <a:gd name="connsiteX933" fmla="*/ 0 w 7467600"/>
              <a:gd name="connsiteY933" fmla="*/ 59161 h 6858000"/>
              <a:gd name="connsiteX934" fmla="*/ 45427 w 7467600"/>
              <a:gd name="connsiteY934" fmla="*/ 101078 h 6858000"/>
              <a:gd name="connsiteX935" fmla="*/ 630103 w 7467600"/>
              <a:gd name="connsiteY935" fmla="*/ 485885 h 6858000"/>
              <a:gd name="connsiteX936" fmla="*/ 532040 w 7467600"/>
              <a:gd name="connsiteY936" fmla="*/ 399359 h 6858000"/>
              <a:gd name="connsiteX937" fmla="*/ 517618 w 7467600"/>
              <a:gd name="connsiteY937" fmla="*/ 385726 h 6858000"/>
              <a:gd name="connsiteX938" fmla="*/ 285074 w 7467600"/>
              <a:gd name="connsiteY938" fmla="*/ 182755 h 6858000"/>
              <a:gd name="connsiteX939" fmla="*/ 43151 w 7467600"/>
              <a:gd name="connsiteY939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467600 w 7467600"/>
              <a:gd name="connsiteY4" fmla="*/ 6628217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1019354 w 7467600"/>
              <a:gd name="connsiteY7" fmla="*/ 6315006 h 6858000"/>
              <a:gd name="connsiteX8" fmla="*/ 441046 w 7467600"/>
              <a:gd name="connsiteY8" fmla="*/ 6691153 h 6858000"/>
              <a:gd name="connsiteX9" fmla="*/ 1019354 w 7467600"/>
              <a:gd name="connsiteY9" fmla="*/ 6315006 h 6858000"/>
              <a:gd name="connsiteX10" fmla="*/ 991680 w 7467600"/>
              <a:gd name="connsiteY10" fmla="*/ 6298413 h 6858000"/>
              <a:gd name="connsiteX11" fmla="*/ 409060 w 7467600"/>
              <a:gd name="connsiteY11" fmla="*/ 6671470 h 6858000"/>
              <a:gd name="connsiteX12" fmla="*/ 991680 w 7467600"/>
              <a:gd name="connsiteY12" fmla="*/ 6298413 h 6858000"/>
              <a:gd name="connsiteX13" fmla="*/ 103333 w 7467600"/>
              <a:gd name="connsiteY13" fmla="*/ 5699602 h 6858000"/>
              <a:gd name="connsiteX14" fmla="*/ 233938 w 7467600"/>
              <a:gd name="connsiteY14" fmla="*/ 5809416 h 6858000"/>
              <a:gd name="connsiteX15" fmla="*/ 883580 w 7467600"/>
              <a:gd name="connsiteY15" fmla="*/ 6180710 h 6858000"/>
              <a:gd name="connsiteX16" fmla="*/ 487337 w 7467600"/>
              <a:gd name="connsiteY16" fmla="*/ 5950182 h 6858000"/>
              <a:gd name="connsiteX17" fmla="*/ 354051 w 7467600"/>
              <a:gd name="connsiteY17" fmla="*/ 5854912 h 6858000"/>
              <a:gd name="connsiteX18" fmla="*/ 195436 w 7467600"/>
              <a:gd name="connsiteY18" fmla="*/ 5755068 h 6858000"/>
              <a:gd name="connsiteX19" fmla="*/ 103333 w 7467600"/>
              <a:gd name="connsiteY19" fmla="*/ 5699602 h 6858000"/>
              <a:gd name="connsiteX20" fmla="*/ 5539432 w 7467600"/>
              <a:gd name="connsiteY20" fmla="*/ 5642928 h 6858000"/>
              <a:gd name="connsiteX21" fmla="*/ 5555462 w 7467600"/>
              <a:gd name="connsiteY21" fmla="*/ 5694454 h 6858000"/>
              <a:gd name="connsiteX22" fmla="*/ 5828270 w 7467600"/>
              <a:gd name="connsiteY22" fmla="*/ 6320663 h 6858000"/>
              <a:gd name="connsiteX23" fmla="*/ 5947416 w 7467600"/>
              <a:gd name="connsiteY23" fmla="*/ 6574846 h 6858000"/>
              <a:gd name="connsiteX24" fmla="*/ 5539432 w 7467600"/>
              <a:gd name="connsiteY24" fmla="*/ 5642928 h 6858000"/>
              <a:gd name="connsiteX25" fmla="*/ 51253 w 7467600"/>
              <a:gd name="connsiteY25" fmla="*/ 5631825 h 6858000"/>
              <a:gd name="connsiteX26" fmla="*/ 211622 w 7467600"/>
              <a:gd name="connsiteY26" fmla="*/ 5728803 h 6858000"/>
              <a:gd name="connsiteX27" fmla="*/ 371652 w 7467600"/>
              <a:gd name="connsiteY27" fmla="*/ 5829062 h 6858000"/>
              <a:gd name="connsiteX28" fmla="*/ 505903 w 7467600"/>
              <a:gd name="connsiteY28" fmla="*/ 5925221 h 6858000"/>
              <a:gd name="connsiteX29" fmla="*/ 899240 w 7467600"/>
              <a:gd name="connsiteY29" fmla="*/ 6153068 h 6858000"/>
              <a:gd name="connsiteX30" fmla="*/ 988114 w 7467600"/>
              <a:gd name="connsiteY30" fmla="*/ 6174204 h 6858000"/>
              <a:gd name="connsiteX31" fmla="*/ 845971 w 7467600"/>
              <a:gd name="connsiteY31" fmla="*/ 6067177 h 6858000"/>
              <a:gd name="connsiteX32" fmla="*/ 448057 w 7467600"/>
              <a:gd name="connsiteY32" fmla="*/ 5841376 h 6858000"/>
              <a:gd name="connsiteX33" fmla="*/ 51253 w 7467600"/>
              <a:gd name="connsiteY33" fmla="*/ 5631825 h 6858000"/>
              <a:gd name="connsiteX34" fmla="*/ 2606687 w 7467600"/>
              <a:gd name="connsiteY34" fmla="*/ 5630718 h 6858000"/>
              <a:gd name="connsiteX35" fmla="*/ 2645658 w 7467600"/>
              <a:gd name="connsiteY35" fmla="*/ 6640259 h 6858000"/>
              <a:gd name="connsiteX36" fmla="*/ 2606687 w 7467600"/>
              <a:gd name="connsiteY36" fmla="*/ 5630718 h 6858000"/>
              <a:gd name="connsiteX37" fmla="*/ 3642057 w 7467600"/>
              <a:gd name="connsiteY37" fmla="*/ 5573487 h 6858000"/>
              <a:gd name="connsiteX38" fmla="*/ 3632981 w 7467600"/>
              <a:gd name="connsiteY38" fmla="*/ 5579437 h 6858000"/>
              <a:gd name="connsiteX39" fmla="*/ 3382436 w 7467600"/>
              <a:gd name="connsiteY39" fmla="*/ 5952726 h 6858000"/>
              <a:gd name="connsiteX40" fmla="*/ 3191929 w 7467600"/>
              <a:gd name="connsiteY40" fmla="*/ 6662669 h 6858000"/>
              <a:gd name="connsiteX41" fmla="*/ 3369898 w 7467600"/>
              <a:gd name="connsiteY41" fmla="*/ 6081771 h 6858000"/>
              <a:gd name="connsiteX42" fmla="*/ 3642057 w 7467600"/>
              <a:gd name="connsiteY42" fmla="*/ 5573487 h 6858000"/>
              <a:gd name="connsiteX43" fmla="*/ 2650666 w 7467600"/>
              <a:gd name="connsiteY43" fmla="*/ 5530686 h 6858000"/>
              <a:gd name="connsiteX44" fmla="*/ 2650249 w 7467600"/>
              <a:gd name="connsiteY44" fmla="*/ 5532101 h 6858000"/>
              <a:gd name="connsiteX45" fmla="*/ 2663808 w 7467600"/>
              <a:gd name="connsiteY45" fmla="*/ 6535215 h 6858000"/>
              <a:gd name="connsiteX46" fmla="*/ 2665418 w 7467600"/>
              <a:gd name="connsiteY46" fmla="*/ 6132756 h 6858000"/>
              <a:gd name="connsiteX47" fmla="*/ 2650666 w 7467600"/>
              <a:gd name="connsiteY47" fmla="*/ 5530686 h 6858000"/>
              <a:gd name="connsiteX48" fmla="*/ 2680277 w 7467600"/>
              <a:gd name="connsiteY48" fmla="*/ 5479204 h 6858000"/>
              <a:gd name="connsiteX49" fmla="*/ 2678972 w 7467600"/>
              <a:gd name="connsiteY49" fmla="*/ 5481582 h 6858000"/>
              <a:gd name="connsiteX50" fmla="*/ 2696666 w 7467600"/>
              <a:gd name="connsiteY50" fmla="*/ 6133836 h 6858000"/>
              <a:gd name="connsiteX51" fmla="*/ 2695769 w 7467600"/>
              <a:gd name="connsiteY51" fmla="*/ 6390955 h 6858000"/>
              <a:gd name="connsiteX52" fmla="*/ 2739893 w 7467600"/>
              <a:gd name="connsiteY52" fmla="*/ 6108357 h 6858000"/>
              <a:gd name="connsiteX53" fmla="*/ 2680277 w 7467600"/>
              <a:gd name="connsiteY53" fmla="*/ 5479204 h 6858000"/>
              <a:gd name="connsiteX54" fmla="*/ 1132195 w 7467600"/>
              <a:gd name="connsiteY54" fmla="*/ 5467980 h 6858000"/>
              <a:gd name="connsiteX55" fmla="*/ 1679056 w 7467600"/>
              <a:gd name="connsiteY55" fmla="*/ 5516907 h 6858000"/>
              <a:gd name="connsiteX56" fmla="*/ 2128648 w 7467600"/>
              <a:gd name="connsiteY56" fmla="*/ 5474249 h 6858000"/>
              <a:gd name="connsiteX57" fmla="*/ 1825619 w 7467600"/>
              <a:gd name="connsiteY57" fmla="*/ 5478447 h 6858000"/>
              <a:gd name="connsiteX58" fmla="*/ 1737798 w 7467600"/>
              <a:gd name="connsiteY58" fmla="*/ 5483353 h 6858000"/>
              <a:gd name="connsiteX59" fmla="*/ 1132195 w 7467600"/>
              <a:gd name="connsiteY59" fmla="*/ 5467980 h 6858000"/>
              <a:gd name="connsiteX60" fmla="*/ 1456157 w 7467600"/>
              <a:gd name="connsiteY60" fmla="*/ 5371404 h 6858000"/>
              <a:gd name="connsiteX61" fmla="*/ 1244432 w 7467600"/>
              <a:gd name="connsiteY61" fmla="*/ 5385601 h 6858000"/>
              <a:gd name="connsiteX62" fmla="*/ 973990 w 7467600"/>
              <a:gd name="connsiteY62" fmla="*/ 5424940 h 6858000"/>
              <a:gd name="connsiteX63" fmla="*/ 1103809 w 7467600"/>
              <a:gd name="connsiteY63" fmla="*/ 5433720 h 6858000"/>
              <a:gd name="connsiteX64" fmla="*/ 1123454 w 7467600"/>
              <a:gd name="connsiteY64" fmla="*/ 5435727 h 6858000"/>
              <a:gd name="connsiteX65" fmla="*/ 1737017 w 7467600"/>
              <a:gd name="connsiteY65" fmla="*/ 5452183 h 6858000"/>
              <a:gd name="connsiteX66" fmla="*/ 1824397 w 7467600"/>
              <a:gd name="connsiteY66" fmla="*/ 5447757 h 6858000"/>
              <a:gd name="connsiteX67" fmla="*/ 2070059 w 7467600"/>
              <a:gd name="connsiteY67" fmla="*/ 5441660 h 6858000"/>
              <a:gd name="connsiteX68" fmla="*/ 1456157 w 7467600"/>
              <a:gd name="connsiteY68" fmla="*/ 5371404 h 6858000"/>
              <a:gd name="connsiteX69" fmla="*/ 4988186 w 7467600"/>
              <a:gd name="connsiteY69" fmla="*/ 5216467 h 6858000"/>
              <a:gd name="connsiteX70" fmla="*/ 4777334 w 7467600"/>
              <a:gd name="connsiteY70" fmla="*/ 5406072 h 6858000"/>
              <a:gd name="connsiteX71" fmla="*/ 4718341 w 7467600"/>
              <a:gd name="connsiteY71" fmla="*/ 5468043 h 6858000"/>
              <a:gd name="connsiteX72" fmla="*/ 4604655 w 7467600"/>
              <a:gd name="connsiteY72" fmla="*/ 5583434 h 6858000"/>
              <a:gd name="connsiteX73" fmla="*/ 4565074 w 7467600"/>
              <a:gd name="connsiteY73" fmla="*/ 5618550 h 6858000"/>
              <a:gd name="connsiteX74" fmla="*/ 4988186 w 7467600"/>
              <a:gd name="connsiteY74" fmla="*/ 5216467 h 6858000"/>
              <a:gd name="connsiteX75" fmla="*/ 4978032 w 7467600"/>
              <a:gd name="connsiteY75" fmla="*/ 5183809 h 6858000"/>
              <a:gd name="connsiteX76" fmla="*/ 4463413 w 7467600"/>
              <a:gd name="connsiteY76" fmla="*/ 5615162 h 6858000"/>
              <a:gd name="connsiteX77" fmla="*/ 4358134 w 7467600"/>
              <a:gd name="connsiteY77" fmla="*/ 5742791 h 6858000"/>
              <a:gd name="connsiteX78" fmla="*/ 4376219 w 7467600"/>
              <a:gd name="connsiteY78" fmla="*/ 5729027 h 6858000"/>
              <a:gd name="connsiteX79" fmla="*/ 4582340 w 7467600"/>
              <a:gd name="connsiteY79" fmla="*/ 5561037 h 6858000"/>
              <a:gd name="connsiteX80" fmla="*/ 4694684 w 7467600"/>
              <a:gd name="connsiteY80" fmla="*/ 5447098 h 6858000"/>
              <a:gd name="connsiteX81" fmla="*/ 4754123 w 7467600"/>
              <a:gd name="connsiteY81" fmla="*/ 5384643 h 6858000"/>
              <a:gd name="connsiteX82" fmla="*/ 4978032 w 7467600"/>
              <a:gd name="connsiteY82" fmla="*/ 5183809 h 6858000"/>
              <a:gd name="connsiteX83" fmla="*/ 1903353 w 7467600"/>
              <a:gd name="connsiteY83" fmla="*/ 5044827 h 6858000"/>
              <a:gd name="connsiteX84" fmla="*/ 1936931 w 7467600"/>
              <a:gd name="connsiteY84" fmla="*/ 5093954 h 6858000"/>
              <a:gd name="connsiteX85" fmla="*/ 2195868 w 7467600"/>
              <a:gd name="connsiteY85" fmla="*/ 5396574 h 6858000"/>
              <a:gd name="connsiteX86" fmla="*/ 2088852 w 7467600"/>
              <a:gd name="connsiteY86" fmla="*/ 5166123 h 6858000"/>
              <a:gd name="connsiteX87" fmla="*/ 1958241 w 7467600"/>
              <a:gd name="connsiteY87" fmla="*/ 5067955 h 6858000"/>
              <a:gd name="connsiteX88" fmla="*/ 1903353 w 7467600"/>
              <a:gd name="connsiteY88" fmla="*/ 5044827 h 6858000"/>
              <a:gd name="connsiteX89" fmla="*/ 1979378 w 7467600"/>
              <a:gd name="connsiteY89" fmla="*/ 4769504 h 6858000"/>
              <a:gd name="connsiteX90" fmla="*/ 2882120 w 7467600"/>
              <a:gd name="connsiteY90" fmla="*/ 5064547 h 6858000"/>
              <a:gd name="connsiteX91" fmla="*/ 2793103 w 7467600"/>
              <a:gd name="connsiteY91" fmla="*/ 5039699 h 6858000"/>
              <a:gd name="connsiteX92" fmla="*/ 2770041 w 7467600"/>
              <a:gd name="connsiteY92" fmla="*/ 5033634 h 6858000"/>
              <a:gd name="connsiteX93" fmla="*/ 1979378 w 7467600"/>
              <a:gd name="connsiteY93" fmla="*/ 4769504 h 6858000"/>
              <a:gd name="connsiteX94" fmla="*/ 1927410 w 7467600"/>
              <a:gd name="connsiteY94" fmla="*/ 4716164 h 6858000"/>
              <a:gd name="connsiteX95" fmla="*/ 1959587 w 7467600"/>
              <a:gd name="connsiteY95" fmla="*/ 4728849 h 6858000"/>
              <a:gd name="connsiteX96" fmla="*/ 2777707 w 7467600"/>
              <a:gd name="connsiteY96" fmla="*/ 5003991 h 6858000"/>
              <a:gd name="connsiteX97" fmla="*/ 2800768 w 7467600"/>
              <a:gd name="connsiteY97" fmla="*/ 5010056 h 6858000"/>
              <a:gd name="connsiteX98" fmla="*/ 2879408 w 7467600"/>
              <a:gd name="connsiteY98" fmla="*/ 5031590 h 6858000"/>
              <a:gd name="connsiteX99" fmla="*/ 2862295 w 7467600"/>
              <a:gd name="connsiteY99" fmla="*/ 5022958 h 6858000"/>
              <a:gd name="connsiteX100" fmla="*/ 2813343 w 7467600"/>
              <a:gd name="connsiteY100" fmla="*/ 4998369 h 6858000"/>
              <a:gd name="connsiteX101" fmla="*/ 2646245 w 7467600"/>
              <a:gd name="connsiteY101" fmla="*/ 4930999 h 6858000"/>
              <a:gd name="connsiteX102" fmla="*/ 1999243 w 7467600"/>
              <a:gd name="connsiteY102" fmla="*/ 4730524 h 6858000"/>
              <a:gd name="connsiteX103" fmla="*/ 1979527 w 7467600"/>
              <a:gd name="connsiteY103" fmla="*/ 4726651 h 6858000"/>
              <a:gd name="connsiteX104" fmla="*/ 1927410 w 7467600"/>
              <a:gd name="connsiteY104" fmla="*/ 4716164 h 6858000"/>
              <a:gd name="connsiteX105" fmla="*/ 1997014 w 7467600"/>
              <a:gd name="connsiteY105" fmla="*/ 4698007 h 6858000"/>
              <a:gd name="connsiteX106" fmla="*/ 2005458 w 7467600"/>
              <a:gd name="connsiteY106" fmla="*/ 4699540 h 6858000"/>
              <a:gd name="connsiteX107" fmla="*/ 2657186 w 7467600"/>
              <a:gd name="connsiteY107" fmla="*/ 4901687 h 6858000"/>
              <a:gd name="connsiteX108" fmla="*/ 2826662 w 7467600"/>
              <a:gd name="connsiteY108" fmla="*/ 4970362 h 6858000"/>
              <a:gd name="connsiteX109" fmla="*/ 2876100 w 7467600"/>
              <a:gd name="connsiteY109" fmla="*/ 4995397 h 6858000"/>
              <a:gd name="connsiteX110" fmla="*/ 3042600 w 7467600"/>
              <a:gd name="connsiteY110" fmla="*/ 5059532 h 6858000"/>
              <a:gd name="connsiteX111" fmla="*/ 1997014 w 7467600"/>
              <a:gd name="connsiteY111" fmla="*/ 4698007 h 6858000"/>
              <a:gd name="connsiteX112" fmla="*/ 2305292 w 7467600"/>
              <a:gd name="connsiteY112" fmla="*/ 4219492 h 6858000"/>
              <a:gd name="connsiteX113" fmla="*/ 3360922 w 7467600"/>
              <a:gd name="connsiteY113" fmla="*/ 4529373 h 6858000"/>
              <a:gd name="connsiteX114" fmla="*/ 3492420 w 7467600"/>
              <a:gd name="connsiteY114" fmla="*/ 4510145 h 6858000"/>
              <a:gd name="connsiteX115" fmla="*/ 3364086 w 7467600"/>
              <a:gd name="connsiteY115" fmla="*/ 4480340 h 6858000"/>
              <a:gd name="connsiteX116" fmla="*/ 3225818 w 7467600"/>
              <a:gd name="connsiteY116" fmla="*/ 4411822 h 6858000"/>
              <a:gd name="connsiteX117" fmla="*/ 3129696 w 7467600"/>
              <a:gd name="connsiteY117" fmla="*/ 4360704 h 6858000"/>
              <a:gd name="connsiteX118" fmla="*/ 2814545 w 7467600"/>
              <a:gd name="connsiteY118" fmla="*/ 4282955 h 6858000"/>
              <a:gd name="connsiteX119" fmla="*/ 2305292 w 7467600"/>
              <a:gd name="connsiteY119" fmla="*/ 4219492 h 6858000"/>
              <a:gd name="connsiteX120" fmla="*/ 2626982 w 7467600"/>
              <a:gd name="connsiteY120" fmla="*/ 4206450 h 6858000"/>
              <a:gd name="connsiteX121" fmla="*/ 2490617 w 7467600"/>
              <a:gd name="connsiteY121" fmla="*/ 4206951 h 6858000"/>
              <a:gd name="connsiteX122" fmla="*/ 2819869 w 7467600"/>
              <a:gd name="connsiteY122" fmla="*/ 4252936 h 6858000"/>
              <a:gd name="connsiteX123" fmla="*/ 3143018 w 7467600"/>
              <a:gd name="connsiteY123" fmla="*/ 4332698 h 6858000"/>
              <a:gd name="connsiteX124" fmla="*/ 3241520 w 7467600"/>
              <a:gd name="connsiteY124" fmla="*/ 4385112 h 6858000"/>
              <a:gd name="connsiteX125" fmla="*/ 3374575 w 7467600"/>
              <a:gd name="connsiteY125" fmla="*/ 4451517 h 6858000"/>
              <a:gd name="connsiteX126" fmla="*/ 3505221 w 7467600"/>
              <a:gd name="connsiteY126" fmla="*/ 4480757 h 6858000"/>
              <a:gd name="connsiteX127" fmla="*/ 2626982 w 7467600"/>
              <a:gd name="connsiteY127" fmla="*/ 4206450 h 6858000"/>
              <a:gd name="connsiteX128" fmla="*/ 1310106 w 7467600"/>
              <a:gd name="connsiteY128" fmla="*/ 3943217 h 6858000"/>
              <a:gd name="connsiteX129" fmla="*/ 854994 w 7467600"/>
              <a:gd name="connsiteY129" fmla="*/ 4399136 h 6858000"/>
              <a:gd name="connsiteX130" fmla="*/ 742462 w 7467600"/>
              <a:gd name="connsiteY130" fmla="*/ 4594648 h 6858000"/>
              <a:gd name="connsiteX131" fmla="*/ 820602 w 7467600"/>
              <a:gd name="connsiteY131" fmla="*/ 4485915 h 6858000"/>
              <a:gd name="connsiteX132" fmla="*/ 878295 w 7467600"/>
              <a:gd name="connsiteY132" fmla="*/ 4403594 h 6858000"/>
              <a:gd name="connsiteX133" fmla="*/ 1240607 w 7467600"/>
              <a:gd name="connsiteY133" fmla="*/ 4010401 h 6858000"/>
              <a:gd name="connsiteX134" fmla="*/ 1310106 w 7467600"/>
              <a:gd name="connsiteY134" fmla="*/ 3943217 h 6858000"/>
              <a:gd name="connsiteX135" fmla="*/ 1423113 w 7467600"/>
              <a:gd name="connsiteY135" fmla="*/ 3874565 h 6858000"/>
              <a:gd name="connsiteX136" fmla="*/ 1260565 w 7467600"/>
              <a:gd name="connsiteY136" fmla="*/ 4031982 h 6858000"/>
              <a:gd name="connsiteX137" fmla="*/ 901900 w 7467600"/>
              <a:gd name="connsiteY137" fmla="*/ 4421236 h 6858000"/>
              <a:gd name="connsiteX138" fmla="*/ 845044 w 7467600"/>
              <a:gd name="connsiteY138" fmla="*/ 4502436 h 6858000"/>
              <a:gd name="connsiteX139" fmla="*/ 685926 w 7467600"/>
              <a:gd name="connsiteY139" fmla="*/ 4703069 h 6858000"/>
              <a:gd name="connsiteX140" fmla="*/ 684248 w 7467600"/>
              <a:gd name="connsiteY140" fmla="*/ 4706721 h 6858000"/>
              <a:gd name="connsiteX141" fmla="*/ 1423113 w 7467600"/>
              <a:gd name="connsiteY141" fmla="*/ 3874565 h 6858000"/>
              <a:gd name="connsiteX142" fmla="*/ 3316479 w 7467600"/>
              <a:gd name="connsiteY142" fmla="*/ 3872136 h 6858000"/>
              <a:gd name="connsiteX143" fmla="*/ 3546806 w 7467600"/>
              <a:gd name="connsiteY143" fmla="*/ 4356139 h 6858000"/>
              <a:gd name="connsiteX144" fmla="*/ 3364433 w 7467600"/>
              <a:gd name="connsiteY144" fmla="*/ 3953121 h 6858000"/>
              <a:gd name="connsiteX145" fmla="*/ 3316479 w 7467600"/>
              <a:gd name="connsiteY145" fmla="*/ 3872136 h 6858000"/>
              <a:gd name="connsiteX146" fmla="*/ 3291335 w 7467600"/>
              <a:gd name="connsiteY146" fmla="*/ 3767420 h 6858000"/>
              <a:gd name="connsiteX147" fmla="*/ 3390805 w 7467600"/>
              <a:gd name="connsiteY147" fmla="*/ 3937163 h 6858000"/>
              <a:gd name="connsiteX148" fmla="*/ 3579062 w 7467600"/>
              <a:gd name="connsiteY148" fmla="*/ 4359040 h 6858000"/>
              <a:gd name="connsiteX149" fmla="*/ 3467355 w 7467600"/>
              <a:gd name="connsiteY149" fmla="*/ 3988130 h 6858000"/>
              <a:gd name="connsiteX150" fmla="*/ 3310753 w 7467600"/>
              <a:gd name="connsiteY150" fmla="*/ 3787140 h 6858000"/>
              <a:gd name="connsiteX151" fmla="*/ 3291335 w 7467600"/>
              <a:gd name="connsiteY151" fmla="*/ 3767420 h 6858000"/>
              <a:gd name="connsiteX152" fmla="*/ 1635889 w 7467600"/>
              <a:gd name="connsiteY152" fmla="*/ 3709494 h 6858000"/>
              <a:gd name="connsiteX153" fmla="*/ 1634800 w 7467600"/>
              <a:gd name="connsiteY153" fmla="*/ 3731111 h 6858000"/>
              <a:gd name="connsiteX154" fmla="*/ 1635889 w 7467600"/>
              <a:gd name="connsiteY154" fmla="*/ 3709494 h 6858000"/>
              <a:gd name="connsiteX155" fmla="*/ 1510397 w 7467600"/>
              <a:gd name="connsiteY155" fmla="*/ 3684705 h 6858000"/>
              <a:gd name="connsiteX156" fmla="*/ 1146550 w 7467600"/>
              <a:gd name="connsiteY156" fmla="*/ 3802012 h 6858000"/>
              <a:gd name="connsiteX157" fmla="*/ 698834 w 7467600"/>
              <a:gd name="connsiteY157" fmla="*/ 3952272 h 6858000"/>
              <a:gd name="connsiteX158" fmla="*/ 34256 w 7467600"/>
              <a:gd name="connsiteY158" fmla="*/ 4347603 h 6858000"/>
              <a:gd name="connsiteX159" fmla="*/ 527241 w 7467600"/>
              <a:gd name="connsiteY159" fmla="*/ 4065078 h 6858000"/>
              <a:gd name="connsiteX160" fmla="*/ 1510397 w 7467600"/>
              <a:gd name="connsiteY160" fmla="*/ 3684705 h 6858000"/>
              <a:gd name="connsiteX161" fmla="*/ 1313114 w 7467600"/>
              <a:gd name="connsiteY161" fmla="*/ 3655216 h 6858000"/>
              <a:gd name="connsiteX162" fmla="*/ 1109304 w 7467600"/>
              <a:gd name="connsiteY162" fmla="*/ 3669030 h 6858000"/>
              <a:gd name="connsiteX163" fmla="*/ 8129 w 7467600"/>
              <a:gd name="connsiteY163" fmla="*/ 4330519 h 6858000"/>
              <a:gd name="connsiteX164" fmla="*/ 687572 w 7467600"/>
              <a:gd name="connsiteY164" fmla="*/ 3925629 h 6858000"/>
              <a:gd name="connsiteX165" fmla="*/ 1138365 w 7467600"/>
              <a:gd name="connsiteY165" fmla="*/ 3774515 h 6858000"/>
              <a:gd name="connsiteX166" fmla="*/ 1505579 w 7467600"/>
              <a:gd name="connsiteY166" fmla="*/ 3655526 h 6858000"/>
              <a:gd name="connsiteX167" fmla="*/ 1313114 w 7467600"/>
              <a:gd name="connsiteY167" fmla="*/ 3655216 h 6858000"/>
              <a:gd name="connsiteX168" fmla="*/ 3655073 w 7467600"/>
              <a:gd name="connsiteY168" fmla="*/ 3650884 h 6858000"/>
              <a:gd name="connsiteX169" fmla="*/ 3989938 w 7467600"/>
              <a:gd name="connsiteY169" fmla="*/ 3991685 h 6858000"/>
              <a:gd name="connsiteX170" fmla="*/ 4393907 w 7467600"/>
              <a:gd name="connsiteY170" fmla="*/ 4261258 h 6858000"/>
              <a:gd name="connsiteX171" fmla="*/ 4648051 w 7467600"/>
              <a:gd name="connsiteY171" fmla="*/ 4374051 h 6858000"/>
              <a:gd name="connsiteX172" fmla="*/ 4383389 w 7467600"/>
              <a:gd name="connsiteY172" fmla="*/ 4184369 h 6858000"/>
              <a:gd name="connsiteX173" fmla="*/ 4165508 w 7467600"/>
              <a:gd name="connsiteY173" fmla="*/ 4035196 h 6858000"/>
              <a:gd name="connsiteX174" fmla="*/ 4068162 w 7467600"/>
              <a:gd name="connsiteY174" fmla="*/ 3953394 h 6858000"/>
              <a:gd name="connsiteX175" fmla="*/ 3981416 w 7467600"/>
              <a:gd name="connsiteY175" fmla="*/ 3880482 h 6858000"/>
              <a:gd name="connsiteX176" fmla="*/ 3800147 w 7467600"/>
              <a:gd name="connsiteY176" fmla="*/ 3749872 h 6858000"/>
              <a:gd name="connsiteX177" fmla="*/ 3655073 w 7467600"/>
              <a:gd name="connsiteY177" fmla="*/ 3650884 h 6858000"/>
              <a:gd name="connsiteX178" fmla="*/ 3670252 w 7467600"/>
              <a:gd name="connsiteY178" fmla="*/ 3622798 h 6858000"/>
              <a:gd name="connsiteX179" fmla="*/ 3817258 w 7467600"/>
              <a:gd name="connsiteY179" fmla="*/ 3723577 h 6858000"/>
              <a:gd name="connsiteX180" fmla="*/ 4000461 w 7467600"/>
              <a:gd name="connsiteY180" fmla="*/ 3855966 h 6858000"/>
              <a:gd name="connsiteX181" fmla="*/ 4088180 w 7467600"/>
              <a:gd name="connsiteY181" fmla="*/ 3929774 h 6858000"/>
              <a:gd name="connsiteX182" fmla="*/ 4184555 w 7467600"/>
              <a:gd name="connsiteY182" fmla="*/ 4010683 h 6858000"/>
              <a:gd name="connsiteX183" fmla="*/ 4399563 w 7467600"/>
              <a:gd name="connsiteY183" fmla="*/ 4158106 h 6858000"/>
              <a:gd name="connsiteX184" fmla="*/ 4684469 w 7467600"/>
              <a:gd name="connsiteY184" fmla="*/ 4364680 h 6858000"/>
              <a:gd name="connsiteX185" fmla="*/ 4690271 w 7467600"/>
              <a:gd name="connsiteY185" fmla="*/ 4370034 h 6858000"/>
              <a:gd name="connsiteX186" fmla="*/ 4136093 w 7467600"/>
              <a:gd name="connsiteY186" fmla="*/ 3858466 h 6858000"/>
              <a:gd name="connsiteX187" fmla="*/ 3670252 w 7467600"/>
              <a:gd name="connsiteY187" fmla="*/ 3622798 h 6858000"/>
              <a:gd name="connsiteX188" fmla="*/ 4440129 w 7467600"/>
              <a:gd name="connsiteY188" fmla="*/ 3448571 h 6858000"/>
              <a:gd name="connsiteX189" fmla="*/ 4856525 w 7467600"/>
              <a:gd name="connsiteY189" fmla="*/ 3915351 h 6858000"/>
              <a:gd name="connsiteX190" fmla="*/ 5059055 w 7467600"/>
              <a:gd name="connsiteY190" fmla="*/ 4108918 h 6858000"/>
              <a:gd name="connsiteX191" fmla="*/ 5290070 w 7467600"/>
              <a:gd name="connsiteY191" fmla="*/ 4263619 h 6858000"/>
              <a:gd name="connsiteX192" fmla="*/ 4834991 w 7467600"/>
              <a:gd name="connsiteY192" fmla="*/ 3830985 h 6858000"/>
              <a:gd name="connsiteX193" fmla="*/ 4440129 w 7467600"/>
              <a:gd name="connsiteY193" fmla="*/ 3448571 h 6858000"/>
              <a:gd name="connsiteX194" fmla="*/ 4441737 w 7467600"/>
              <a:gd name="connsiteY194" fmla="*/ 3399734 h 6858000"/>
              <a:gd name="connsiteX195" fmla="*/ 4431236 w 7467600"/>
              <a:gd name="connsiteY195" fmla="*/ 3400954 h 6858000"/>
              <a:gd name="connsiteX196" fmla="*/ 4557150 w 7467600"/>
              <a:gd name="connsiteY196" fmla="*/ 3510023 h 6858000"/>
              <a:gd name="connsiteX197" fmla="*/ 4856936 w 7467600"/>
              <a:gd name="connsiteY197" fmla="*/ 3809146 h 6858000"/>
              <a:gd name="connsiteX198" fmla="*/ 5111996 w 7467600"/>
              <a:gd name="connsiteY198" fmla="*/ 4065759 h 6858000"/>
              <a:gd name="connsiteX199" fmla="*/ 5388878 w 7467600"/>
              <a:gd name="connsiteY199" fmla="*/ 4300185 h 6858000"/>
              <a:gd name="connsiteX200" fmla="*/ 5425556 w 7467600"/>
              <a:gd name="connsiteY200" fmla="*/ 4308967 h 6858000"/>
              <a:gd name="connsiteX201" fmla="*/ 4943646 w 7467600"/>
              <a:gd name="connsiteY201" fmla="*/ 3822916 h 6858000"/>
              <a:gd name="connsiteX202" fmla="*/ 4594837 w 7467600"/>
              <a:gd name="connsiteY202" fmla="*/ 3532274 h 6858000"/>
              <a:gd name="connsiteX203" fmla="*/ 4441737 w 7467600"/>
              <a:gd name="connsiteY203" fmla="*/ 3399734 h 6858000"/>
              <a:gd name="connsiteX204" fmla="*/ 5425834 w 7467600"/>
              <a:gd name="connsiteY204" fmla="*/ 3162785 h 6858000"/>
              <a:gd name="connsiteX205" fmla="*/ 5401644 w 7467600"/>
              <a:gd name="connsiteY205" fmla="*/ 3617847 h 6858000"/>
              <a:gd name="connsiteX206" fmla="*/ 5467256 w 7467600"/>
              <a:gd name="connsiteY206" fmla="*/ 4175494 h 6858000"/>
              <a:gd name="connsiteX207" fmla="*/ 5448069 w 7467600"/>
              <a:gd name="connsiteY207" fmla="*/ 3567554 h 6858000"/>
              <a:gd name="connsiteX208" fmla="*/ 5425834 w 7467600"/>
              <a:gd name="connsiteY208" fmla="*/ 3162785 h 6858000"/>
              <a:gd name="connsiteX209" fmla="*/ 1318687 w 7467600"/>
              <a:gd name="connsiteY209" fmla="*/ 3113840 h 6858000"/>
              <a:gd name="connsiteX210" fmla="*/ 1066793 w 7467600"/>
              <a:gd name="connsiteY210" fmla="*/ 3212171 h 6858000"/>
              <a:gd name="connsiteX211" fmla="*/ 993319 w 7467600"/>
              <a:gd name="connsiteY211" fmla="*/ 3247648 h 6858000"/>
              <a:gd name="connsiteX212" fmla="*/ 853081 w 7467600"/>
              <a:gd name="connsiteY212" fmla="*/ 3312410 h 6858000"/>
              <a:gd name="connsiteX213" fmla="*/ 805957 w 7467600"/>
              <a:gd name="connsiteY213" fmla="*/ 3330443 h 6858000"/>
              <a:gd name="connsiteX214" fmla="*/ 1318687 w 7467600"/>
              <a:gd name="connsiteY214" fmla="*/ 3113840 h 6858000"/>
              <a:gd name="connsiteX215" fmla="*/ 5453702 w 7467600"/>
              <a:gd name="connsiteY215" fmla="*/ 3090882 h 6858000"/>
              <a:gd name="connsiteX216" fmla="*/ 5480135 w 7467600"/>
              <a:gd name="connsiteY216" fmla="*/ 3565802 h 6858000"/>
              <a:gd name="connsiteX217" fmla="*/ 5499023 w 7467600"/>
              <a:gd name="connsiteY217" fmla="*/ 4166310 h 6858000"/>
              <a:gd name="connsiteX218" fmla="*/ 5547022 w 7467600"/>
              <a:gd name="connsiteY218" fmla="*/ 3607838 h 6858000"/>
              <a:gd name="connsiteX219" fmla="*/ 5515964 w 7467600"/>
              <a:gd name="connsiteY219" fmla="*/ 3378541 h 6858000"/>
              <a:gd name="connsiteX220" fmla="*/ 5453702 w 7467600"/>
              <a:gd name="connsiteY220" fmla="*/ 3090882 h 6858000"/>
              <a:gd name="connsiteX221" fmla="*/ 1238695 w 7467600"/>
              <a:gd name="connsiteY221" fmla="*/ 3076820 h 6858000"/>
              <a:gd name="connsiteX222" fmla="*/ 716371 w 7467600"/>
              <a:gd name="connsiteY222" fmla="*/ 3293249 h 6858000"/>
              <a:gd name="connsiteX223" fmla="*/ 579522 w 7467600"/>
              <a:gd name="connsiteY223" fmla="*/ 3371759 h 6858000"/>
              <a:gd name="connsiteX224" fmla="*/ 600288 w 7467600"/>
              <a:gd name="connsiteY224" fmla="*/ 3365555 h 6858000"/>
              <a:gd name="connsiteX225" fmla="*/ 840692 w 7467600"/>
              <a:gd name="connsiteY225" fmla="*/ 3284921 h 6858000"/>
              <a:gd name="connsiteX226" fmla="*/ 979248 w 7467600"/>
              <a:gd name="connsiteY226" fmla="*/ 3221003 h 6858000"/>
              <a:gd name="connsiteX227" fmla="*/ 1053282 w 7467600"/>
              <a:gd name="connsiteY227" fmla="*/ 3185247 h 6858000"/>
              <a:gd name="connsiteX228" fmla="*/ 1320603 w 7467600"/>
              <a:gd name="connsiteY228" fmla="*/ 3081281 h 6858000"/>
              <a:gd name="connsiteX229" fmla="*/ 1238695 w 7467600"/>
              <a:gd name="connsiteY229" fmla="*/ 3076820 h 6858000"/>
              <a:gd name="connsiteX230" fmla="*/ 5425627 w 7467600"/>
              <a:gd name="connsiteY230" fmla="*/ 2954192 h 6858000"/>
              <a:gd name="connsiteX231" fmla="*/ 5470770 w 7467600"/>
              <a:gd name="connsiteY231" fmla="*/ 3005435 h 6858000"/>
              <a:gd name="connsiteX232" fmla="*/ 5519779 w 7467600"/>
              <a:gd name="connsiteY232" fmla="*/ 4359223 h 6858000"/>
              <a:gd name="connsiteX233" fmla="*/ 5520293 w 7467600"/>
              <a:gd name="connsiteY233" fmla="*/ 4360602 h 6858000"/>
              <a:gd name="connsiteX234" fmla="*/ 5767221 w 7467600"/>
              <a:gd name="connsiteY234" fmla="*/ 4665564 h 6858000"/>
              <a:gd name="connsiteX235" fmla="*/ 6937169 w 7467600"/>
              <a:gd name="connsiteY235" fmla="*/ 4815941 h 6858000"/>
              <a:gd name="connsiteX236" fmla="*/ 6953922 w 7467600"/>
              <a:gd name="connsiteY236" fmla="*/ 4890068 h 6858000"/>
              <a:gd name="connsiteX237" fmla="*/ 6071359 w 7467600"/>
              <a:gd name="connsiteY237" fmla="*/ 4770770 h 6858000"/>
              <a:gd name="connsiteX238" fmla="*/ 6038839 w 7467600"/>
              <a:gd name="connsiteY238" fmla="*/ 4764474 h 6858000"/>
              <a:gd name="connsiteX239" fmla="*/ 6038706 w 7467600"/>
              <a:gd name="connsiteY239" fmla="*/ 4763847 h 6858000"/>
              <a:gd name="connsiteX240" fmla="*/ 6037784 w 7467600"/>
              <a:gd name="connsiteY240" fmla="*/ 4764270 h 6858000"/>
              <a:gd name="connsiteX241" fmla="*/ 6038839 w 7467600"/>
              <a:gd name="connsiteY241" fmla="*/ 4764474 h 6858000"/>
              <a:gd name="connsiteX242" fmla="*/ 6040338 w 7467600"/>
              <a:gd name="connsiteY242" fmla="*/ 4771418 h 6858000"/>
              <a:gd name="connsiteX243" fmla="*/ 6024488 w 7467600"/>
              <a:gd name="connsiteY243" fmla="*/ 4809903 h 6858000"/>
              <a:gd name="connsiteX244" fmla="*/ 5599771 w 7467600"/>
              <a:gd name="connsiteY244" fmla="*/ 5509652 h 6858000"/>
              <a:gd name="connsiteX245" fmla="*/ 5548843 w 7467600"/>
              <a:gd name="connsiteY245" fmla="*/ 5563845 h 6858000"/>
              <a:gd name="connsiteX246" fmla="*/ 5940952 w 7467600"/>
              <a:gd name="connsiteY246" fmla="*/ 6250028 h 6858000"/>
              <a:gd name="connsiteX247" fmla="*/ 6043441 w 7467600"/>
              <a:gd name="connsiteY247" fmla="*/ 6665847 h 6858000"/>
              <a:gd name="connsiteX248" fmla="*/ 6093432 w 7467600"/>
              <a:gd name="connsiteY248" fmla="*/ 6858000 h 6858000"/>
              <a:gd name="connsiteX249" fmla="*/ 6034344 w 7467600"/>
              <a:gd name="connsiteY249" fmla="*/ 6858000 h 6858000"/>
              <a:gd name="connsiteX250" fmla="*/ 6026679 w 7467600"/>
              <a:gd name="connsiteY250" fmla="*/ 6836959 h 6858000"/>
              <a:gd name="connsiteX251" fmla="*/ 5800441 w 7467600"/>
              <a:gd name="connsiteY251" fmla="*/ 6335286 h 6858000"/>
              <a:gd name="connsiteX252" fmla="*/ 5526562 w 7467600"/>
              <a:gd name="connsiteY252" fmla="*/ 5705388 h 6858000"/>
              <a:gd name="connsiteX253" fmla="*/ 5519640 w 7467600"/>
              <a:gd name="connsiteY253" fmla="*/ 5683774 h 6858000"/>
              <a:gd name="connsiteX254" fmla="*/ 5844559 w 7467600"/>
              <a:gd name="connsiteY254" fmla="*/ 6553349 h 6858000"/>
              <a:gd name="connsiteX255" fmla="*/ 5975994 w 7467600"/>
              <a:gd name="connsiteY255" fmla="*/ 6858000 h 6858000"/>
              <a:gd name="connsiteX256" fmla="*/ 5898547 w 7467600"/>
              <a:gd name="connsiteY256" fmla="*/ 6858000 h 6858000"/>
              <a:gd name="connsiteX257" fmla="*/ 5682041 w 7467600"/>
              <a:gd name="connsiteY257" fmla="*/ 6355860 h 6858000"/>
              <a:gd name="connsiteX258" fmla="*/ 5461758 w 7467600"/>
              <a:gd name="connsiteY258" fmla="*/ 5820220 h 6858000"/>
              <a:gd name="connsiteX259" fmla="*/ 5237282 w 7467600"/>
              <a:gd name="connsiteY259" fmla="*/ 6579086 h 6858000"/>
              <a:gd name="connsiteX260" fmla="*/ 5115009 w 7467600"/>
              <a:gd name="connsiteY260" fmla="*/ 6858000 h 6858000"/>
              <a:gd name="connsiteX261" fmla="*/ 5028074 w 7467600"/>
              <a:gd name="connsiteY261" fmla="*/ 6858000 h 6858000"/>
              <a:gd name="connsiteX262" fmla="*/ 5079508 w 7467600"/>
              <a:gd name="connsiteY262" fmla="*/ 6749074 h 6858000"/>
              <a:gd name="connsiteX263" fmla="*/ 5371846 w 7467600"/>
              <a:gd name="connsiteY263" fmla="*/ 5924413 h 6858000"/>
              <a:gd name="connsiteX264" fmla="*/ 5270512 w 7467600"/>
              <a:gd name="connsiteY264" fmla="*/ 6138975 h 6858000"/>
              <a:gd name="connsiteX265" fmla="*/ 5062409 w 7467600"/>
              <a:gd name="connsiteY265" fmla="*/ 6653544 h 6858000"/>
              <a:gd name="connsiteX266" fmla="*/ 5036628 w 7467600"/>
              <a:gd name="connsiteY266" fmla="*/ 6754247 h 6858000"/>
              <a:gd name="connsiteX267" fmla="*/ 5009112 w 7467600"/>
              <a:gd name="connsiteY267" fmla="*/ 6858000 h 6858000"/>
              <a:gd name="connsiteX268" fmla="*/ 4976679 w 7467600"/>
              <a:gd name="connsiteY268" fmla="*/ 6858000 h 6858000"/>
              <a:gd name="connsiteX269" fmla="*/ 5006537 w 7467600"/>
              <a:gd name="connsiteY269" fmla="*/ 6747068 h 6858000"/>
              <a:gd name="connsiteX270" fmla="*/ 5032723 w 7467600"/>
              <a:gd name="connsiteY270" fmla="*/ 6644957 h 6858000"/>
              <a:gd name="connsiteX271" fmla="*/ 5242949 w 7467600"/>
              <a:gd name="connsiteY271" fmla="*/ 6125175 h 6858000"/>
              <a:gd name="connsiteX272" fmla="*/ 5286321 w 7467600"/>
              <a:gd name="connsiteY272" fmla="*/ 6033555 h 6858000"/>
              <a:gd name="connsiteX273" fmla="*/ 5008210 w 7467600"/>
              <a:gd name="connsiteY273" fmla="*/ 6649194 h 6858000"/>
              <a:gd name="connsiteX274" fmla="*/ 4986321 w 7467600"/>
              <a:gd name="connsiteY274" fmla="*/ 6765687 h 6858000"/>
              <a:gd name="connsiteX275" fmla="*/ 4973474 w 7467600"/>
              <a:gd name="connsiteY275" fmla="*/ 6858000 h 6858000"/>
              <a:gd name="connsiteX276" fmla="*/ 4907178 w 7467600"/>
              <a:gd name="connsiteY276" fmla="*/ 6858000 h 6858000"/>
              <a:gd name="connsiteX277" fmla="*/ 4910810 w 7467600"/>
              <a:gd name="connsiteY277" fmla="*/ 6829660 h 6858000"/>
              <a:gd name="connsiteX278" fmla="*/ 4987461 w 7467600"/>
              <a:gd name="connsiteY278" fmla="*/ 6432994 h 6858000"/>
              <a:gd name="connsiteX279" fmla="*/ 5179262 w 7467600"/>
              <a:gd name="connsiteY279" fmla="*/ 6035044 h 6858000"/>
              <a:gd name="connsiteX280" fmla="*/ 4689678 w 7467600"/>
              <a:gd name="connsiteY280" fmla="*/ 6440241 h 6858000"/>
              <a:gd name="connsiteX281" fmla="*/ 4477543 w 7467600"/>
              <a:gd name="connsiteY281" fmla="*/ 6674836 h 6858000"/>
              <a:gd name="connsiteX282" fmla="*/ 4329957 w 7467600"/>
              <a:gd name="connsiteY282" fmla="*/ 6858000 h 6858000"/>
              <a:gd name="connsiteX283" fmla="*/ 4218595 w 7467600"/>
              <a:gd name="connsiteY283" fmla="*/ 6858000 h 6858000"/>
              <a:gd name="connsiteX284" fmla="*/ 4368888 w 7467600"/>
              <a:gd name="connsiteY284" fmla="*/ 6668412 h 6858000"/>
              <a:gd name="connsiteX285" fmla="*/ 4563091 w 7467600"/>
              <a:gd name="connsiteY285" fmla="*/ 6442508 h 6858000"/>
              <a:gd name="connsiteX286" fmla="*/ 5387324 w 7467600"/>
              <a:gd name="connsiteY286" fmla="*/ 5705830 h 6858000"/>
              <a:gd name="connsiteX287" fmla="*/ 5073620 w 7467600"/>
              <a:gd name="connsiteY287" fmla="*/ 5955437 h 6858000"/>
              <a:gd name="connsiteX288" fmla="*/ 4689789 w 7467600"/>
              <a:gd name="connsiteY288" fmla="*/ 6268382 h 6858000"/>
              <a:gd name="connsiteX289" fmla="*/ 4418722 w 7467600"/>
              <a:gd name="connsiteY289" fmla="*/ 6570886 h 6858000"/>
              <a:gd name="connsiteX290" fmla="*/ 4214944 w 7467600"/>
              <a:gd name="connsiteY290" fmla="*/ 6858000 h 6858000"/>
              <a:gd name="connsiteX291" fmla="*/ 4177898 w 7467600"/>
              <a:gd name="connsiteY291" fmla="*/ 6858000 h 6858000"/>
              <a:gd name="connsiteX292" fmla="*/ 4391597 w 7467600"/>
              <a:gd name="connsiteY292" fmla="*/ 6556370 h 6858000"/>
              <a:gd name="connsiteX293" fmla="*/ 4668889 w 7467600"/>
              <a:gd name="connsiteY293" fmla="*/ 6246399 h 6858000"/>
              <a:gd name="connsiteX294" fmla="*/ 5055427 w 7467600"/>
              <a:gd name="connsiteY294" fmla="*/ 5931476 h 6858000"/>
              <a:gd name="connsiteX295" fmla="*/ 5371814 w 7467600"/>
              <a:gd name="connsiteY295" fmla="*/ 5678975 h 6858000"/>
              <a:gd name="connsiteX296" fmla="*/ 4987918 w 7467600"/>
              <a:gd name="connsiteY296" fmla="*/ 5838701 h 6858000"/>
              <a:gd name="connsiteX297" fmla="*/ 4317146 w 7467600"/>
              <a:gd name="connsiteY297" fmla="*/ 6587716 h 6858000"/>
              <a:gd name="connsiteX298" fmla="*/ 4171627 w 7467600"/>
              <a:gd name="connsiteY298" fmla="*/ 6858000 h 6858000"/>
              <a:gd name="connsiteX299" fmla="*/ 4081585 w 7467600"/>
              <a:gd name="connsiteY299" fmla="*/ 6858000 h 6858000"/>
              <a:gd name="connsiteX300" fmla="*/ 4238603 w 7467600"/>
              <a:gd name="connsiteY300" fmla="*/ 6559341 h 6858000"/>
              <a:gd name="connsiteX301" fmla="*/ 4778333 w 7467600"/>
              <a:gd name="connsiteY301" fmla="*/ 5873626 h 6858000"/>
              <a:gd name="connsiteX302" fmla="*/ 5414185 w 7467600"/>
              <a:gd name="connsiteY302" fmla="*/ 5573882 h 6858000"/>
              <a:gd name="connsiteX303" fmla="*/ 5959648 w 7467600"/>
              <a:gd name="connsiteY303" fmla="*/ 4760797 h 6858000"/>
              <a:gd name="connsiteX304" fmla="*/ 5355019 w 7467600"/>
              <a:gd name="connsiteY304" fmla="*/ 4734672 h 6858000"/>
              <a:gd name="connsiteX305" fmla="*/ 5083565 w 7467600"/>
              <a:gd name="connsiteY305" fmla="*/ 5179121 h 6858000"/>
              <a:gd name="connsiteX306" fmla="*/ 4713577 w 7467600"/>
              <a:gd name="connsiteY306" fmla="*/ 5616803 h 6858000"/>
              <a:gd name="connsiteX307" fmla="*/ 3989559 w 7467600"/>
              <a:gd name="connsiteY307" fmla="*/ 6145945 h 6858000"/>
              <a:gd name="connsiteX308" fmla="*/ 3939824 w 7467600"/>
              <a:gd name="connsiteY308" fmla="*/ 6066900 h 6858000"/>
              <a:gd name="connsiteX309" fmla="*/ 4584537 w 7467600"/>
              <a:gd name="connsiteY309" fmla="*/ 5324826 h 6858000"/>
              <a:gd name="connsiteX310" fmla="*/ 5037105 w 7467600"/>
              <a:gd name="connsiteY310" fmla="*/ 5088765 h 6858000"/>
              <a:gd name="connsiteX311" fmla="*/ 5039930 w 7467600"/>
              <a:gd name="connsiteY311" fmla="*/ 5089585 h 6858000"/>
              <a:gd name="connsiteX312" fmla="*/ 5263764 w 7467600"/>
              <a:gd name="connsiteY312" fmla="*/ 4735525 h 6858000"/>
              <a:gd name="connsiteX313" fmla="*/ 4086300 w 7467600"/>
              <a:gd name="connsiteY313" fmla="*/ 4884599 h 6858000"/>
              <a:gd name="connsiteX314" fmla="*/ 4085485 w 7467600"/>
              <a:gd name="connsiteY314" fmla="*/ 4899070 h 6858000"/>
              <a:gd name="connsiteX315" fmla="*/ 3871915 w 7467600"/>
              <a:gd name="connsiteY315" fmla="*/ 5253645 h 6858000"/>
              <a:gd name="connsiteX316" fmla="*/ 3799374 w 7467600"/>
              <a:gd name="connsiteY316" fmla="*/ 5466127 h 6858000"/>
              <a:gd name="connsiteX317" fmla="*/ 3498850 w 7467600"/>
              <a:gd name="connsiteY317" fmla="*/ 6661888 h 6858000"/>
              <a:gd name="connsiteX318" fmla="*/ 3399216 w 7467600"/>
              <a:gd name="connsiteY318" fmla="*/ 6858000 h 6858000"/>
              <a:gd name="connsiteX319" fmla="*/ 3303688 w 7467600"/>
              <a:gd name="connsiteY319" fmla="*/ 6858000 h 6858000"/>
              <a:gd name="connsiteX320" fmla="*/ 3391774 w 7467600"/>
              <a:gd name="connsiteY320" fmla="*/ 6697181 h 6858000"/>
              <a:gd name="connsiteX321" fmla="*/ 3735540 w 7467600"/>
              <a:gd name="connsiteY321" fmla="*/ 5546923 h 6858000"/>
              <a:gd name="connsiteX322" fmla="*/ 3729438 w 7467600"/>
              <a:gd name="connsiteY322" fmla="*/ 5569058 h 6858000"/>
              <a:gd name="connsiteX323" fmla="*/ 3707782 w 7467600"/>
              <a:gd name="connsiteY323" fmla="*/ 5644908 h 6858000"/>
              <a:gd name="connsiteX324" fmla="*/ 3583827 w 7467600"/>
              <a:gd name="connsiteY324" fmla="*/ 6039215 h 6858000"/>
              <a:gd name="connsiteX325" fmla="*/ 3547861 w 7467600"/>
              <a:gd name="connsiteY325" fmla="*/ 6129609 h 6858000"/>
              <a:gd name="connsiteX326" fmla="*/ 3490905 w 7467600"/>
              <a:gd name="connsiteY326" fmla="*/ 6277660 h 6858000"/>
              <a:gd name="connsiteX327" fmla="*/ 3455859 w 7467600"/>
              <a:gd name="connsiteY327" fmla="*/ 6391301 h 6858000"/>
              <a:gd name="connsiteX328" fmla="*/ 3429112 w 7467600"/>
              <a:gd name="connsiteY328" fmla="*/ 6479469 h 6858000"/>
              <a:gd name="connsiteX329" fmla="*/ 3304862 w 7467600"/>
              <a:gd name="connsiteY329" fmla="*/ 6796476 h 6858000"/>
              <a:gd name="connsiteX330" fmla="*/ 3276071 w 7467600"/>
              <a:gd name="connsiteY330" fmla="*/ 6858000 h 6858000"/>
              <a:gd name="connsiteX331" fmla="*/ 3240805 w 7467600"/>
              <a:gd name="connsiteY331" fmla="*/ 6858000 h 6858000"/>
              <a:gd name="connsiteX332" fmla="*/ 3275917 w 7467600"/>
              <a:gd name="connsiteY332" fmla="*/ 6783192 h 6858000"/>
              <a:gd name="connsiteX333" fmla="*/ 3399358 w 7467600"/>
              <a:gd name="connsiteY333" fmla="*/ 6469011 h 6858000"/>
              <a:gd name="connsiteX334" fmla="*/ 3425650 w 7467600"/>
              <a:gd name="connsiteY334" fmla="*/ 6381333 h 6858000"/>
              <a:gd name="connsiteX335" fmla="*/ 3460661 w 7467600"/>
              <a:gd name="connsiteY335" fmla="*/ 6266763 h 6858000"/>
              <a:gd name="connsiteX336" fmla="*/ 3518021 w 7467600"/>
              <a:gd name="connsiteY336" fmla="*/ 6117298 h 6858000"/>
              <a:gd name="connsiteX337" fmla="*/ 3554035 w 7467600"/>
              <a:gd name="connsiteY337" fmla="*/ 6027832 h 6858000"/>
              <a:gd name="connsiteX338" fmla="*/ 3677174 w 7467600"/>
              <a:gd name="connsiteY338" fmla="*/ 5636351 h 6858000"/>
              <a:gd name="connsiteX339" fmla="*/ 3698819 w 7467600"/>
              <a:gd name="connsiteY339" fmla="*/ 5560503 h 6858000"/>
              <a:gd name="connsiteX340" fmla="*/ 3702094 w 7467600"/>
              <a:gd name="connsiteY340" fmla="*/ 5549194 h 6858000"/>
              <a:gd name="connsiteX341" fmla="*/ 3398355 w 7467600"/>
              <a:gd name="connsiteY341" fmla="*/ 6094603 h 6858000"/>
              <a:gd name="connsiteX342" fmla="*/ 3193941 w 7467600"/>
              <a:gd name="connsiteY342" fmla="*/ 6798775 h 6858000"/>
              <a:gd name="connsiteX343" fmla="*/ 3184140 w 7467600"/>
              <a:gd name="connsiteY343" fmla="*/ 6858000 h 6858000"/>
              <a:gd name="connsiteX344" fmla="*/ 3099978 w 7467600"/>
              <a:gd name="connsiteY344" fmla="*/ 6858000 h 6858000"/>
              <a:gd name="connsiteX345" fmla="*/ 3101556 w 7467600"/>
              <a:gd name="connsiteY345" fmla="*/ 6843337 h 6858000"/>
              <a:gd name="connsiteX346" fmla="*/ 3370162 w 7467600"/>
              <a:gd name="connsiteY346" fmla="*/ 5785550 h 6858000"/>
              <a:gd name="connsiteX347" fmla="*/ 3746477 w 7467600"/>
              <a:gd name="connsiteY347" fmla="*/ 5377889 h 6858000"/>
              <a:gd name="connsiteX348" fmla="*/ 3863399 w 7467600"/>
              <a:gd name="connsiteY348" fmla="*/ 5087257 h 6858000"/>
              <a:gd name="connsiteX349" fmla="*/ 3968712 w 7467600"/>
              <a:gd name="connsiteY349" fmla="*/ 4913989 h 6858000"/>
              <a:gd name="connsiteX350" fmla="*/ 2792390 w 7467600"/>
              <a:gd name="connsiteY350" fmla="*/ 5382974 h 6858000"/>
              <a:gd name="connsiteX351" fmla="*/ 2714982 w 7467600"/>
              <a:gd name="connsiteY351" fmla="*/ 5427051 h 6858000"/>
              <a:gd name="connsiteX352" fmla="*/ 2813361 w 7467600"/>
              <a:gd name="connsiteY352" fmla="*/ 6023912 h 6858000"/>
              <a:gd name="connsiteX353" fmla="*/ 2688430 w 7467600"/>
              <a:gd name="connsiteY353" fmla="*/ 6801564 h 6858000"/>
              <a:gd name="connsiteX354" fmla="*/ 2629626 w 7467600"/>
              <a:gd name="connsiteY354" fmla="*/ 6763394 h 6858000"/>
              <a:gd name="connsiteX355" fmla="*/ 2565328 w 7467600"/>
              <a:gd name="connsiteY355" fmla="*/ 5516399 h 6858000"/>
              <a:gd name="connsiteX356" fmla="*/ 1922999 w 7467600"/>
              <a:gd name="connsiteY356" fmla="*/ 5980343 h 6858000"/>
              <a:gd name="connsiteX357" fmla="*/ 1950261 w 7467600"/>
              <a:gd name="connsiteY357" fmla="*/ 6405858 h 6858000"/>
              <a:gd name="connsiteX358" fmla="*/ 2365554 w 7467600"/>
              <a:gd name="connsiteY358" fmla="*/ 6759107 h 6858000"/>
              <a:gd name="connsiteX359" fmla="*/ 2424142 w 7467600"/>
              <a:gd name="connsiteY359" fmla="*/ 6858000 h 6858000"/>
              <a:gd name="connsiteX360" fmla="*/ 2395994 w 7467600"/>
              <a:gd name="connsiteY360" fmla="*/ 6858000 h 6858000"/>
              <a:gd name="connsiteX361" fmla="*/ 2392863 w 7467600"/>
              <a:gd name="connsiteY361" fmla="*/ 6852964 h 6858000"/>
              <a:gd name="connsiteX362" fmla="*/ 2017589 w 7467600"/>
              <a:gd name="connsiteY362" fmla="*/ 6493982 h 6858000"/>
              <a:gd name="connsiteX363" fmla="*/ 2147336 w 7467600"/>
              <a:gd name="connsiteY363" fmla="*/ 6594052 h 6858000"/>
              <a:gd name="connsiteX364" fmla="*/ 2207047 w 7467600"/>
              <a:gd name="connsiteY364" fmla="*/ 6654540 h 6858000"/>
              <a:gd name="connsiteX365" fmla="*/ 2299106 w 7467600"/>
              <a:gd name="connsiteY365" fmla="*/ 6778931 h 6858000"/>
              <a:gd name="connsiteX366" fmla="*/ 2314430 w 7467600"/>
              <a:gd name="connsiteY366" fmla="*/ 6801144 h 6858000"/>
              <a:gd name="connsiteX367" fmla="*/ 2352406 w 7467600"/>
              <a:gd name="connsiteY367" fmla="*/ 6858000 h 6858000"/>
              <a:gd name="connsiteX368" fmla="*/ 2314492 w 7467600"/>
              <a:gd name="connsiteY368" fmla="*/ 6858000 h 6858000"/>
              <a:gd name="connsiteX369" fmla="*/ 2288095 w 7467600"/>
              <a:gd name="connsiteY369" fmla="*/ 6818030 h 6858000"/>
              <a:gd name="connsiteX370" fmla="*/ 2272768 w 7467600"/>
              <a:gd name="connsiteY370" fmla="*/ 6795822 h 6858000"/>
              <a:gd name="connsiteX371" fmla="*/ 2182715 w 7467600"/>
              <a:gd name="connsiteY371" fmla="*/ 6675071 h 6858000"/>
              <a:gd name="connsiteX372" fmla="*/ 2032061 w 7467600"/>
              <a:gd name="connsiteY372" fmla="*/ 6541380 h 6858000"/>
              <a:gd name="connsiteX373" fmla="*/ 2257220 w 7467600"/>
              <a:gd name="connsiteY373" fmla="*/ 6826257 h 6858000"/>
              <a:gd name="connsiteX374" fmla="*/ 2281324 w 7467600"/>
              <a:gd name="connsiteY374" fmla="*/ 6858000 h 6858000"/>
              <a:gd name="connsiteX375" fmla="*/ 2242860 w 7467600"/>
              <a:gd name="connsiteY375" fmla="*/ 6858000 h 6858000"/>
              <a:gd name="connsiteX376" fmla="*/ 2232818 w 7467600"/>
              <a:gd name="connsiteY376" fmla="*/ 6844926 h 6858000"/>
              <a:gd name="connsiteX377" fmla="*/ 1990172 w 7467600"/>
              <a:gd name="connsiteY377" fmla="*/ 6542121 h 6858000"/>
              <a:gd name="connsiteX378" fmla="*/ 2124090 w 7467600"/>
              <a:gd name="connsiteY378" fmla="*/ 6761017 h 6858000"/>
              <a:gd name="connsiteX379" fmla="*/ 2200380 w 7467600"/>
              <a:gd name="connsiteY379" fmla="*/ 6858000 h 6858000"/>
              <a:gd name="connsiteX380" fmla="*/ 2147507 w 7467600"/>
              <a:gd name="connsiteY380" fmla="*/ 6858000 h 6858000"/>
              <a:gd name="connsiteX381" fmla="*/ 2070668 w 7467600"/>
              <a:gd name="connsiteY381" fmla="*/ 6761520 h 6858000"/>
              <a:gd name="connsiteX382" fmla="*/ 1975142 w 7467600"/>
              <a:gd name="connsiteY382" fmla="*/ 6585570 h 6858000"/>
              <a:gd name="connsiteX383" fmla="*/ 2050035 w 7467600"/>
              <a:gd name="connsiteY383" fmla="*/ 6813345 h 6858000"/>
              <a:gd name="connsiteX384" fmla="*/ 2063025 w 7467600"/>
              <a:gd name="connsiteY384" fmla="*/ 6858000 h 6858000"/>
              <a:gd name="connsiteX385" fmla="*/ 2021675 w 7467600"/>
              <a:gd name="connsiteY385" fmla="*/ 6858000 h 6858000"/>
              <a:gd name="connsiteX386" fmla="*/ 2019308 w 7467600"/>
              <a:gd name="connsiteY386" fmla="*/ 6847118 h 6858000"/>
              <a:gd name="connsiteX387" fmla="*/ 1938835 w 7467600"/>
              <a:gd name="connsiteY387" fmla="*/ 6551160 h 6858000"/>
              <a:gd name="connsiteX388" fmla="*/ 1953230 w 7467600"/>
              <a:gd name="connsiteY388" fmla="*/ 6759699 h 6858000"/>
              <a:gd name="connsiteX389" fmla="*/ 1956763 w 7467600"/>
              <a:gd name="connsiteY389" fmla="*/ 6778191 h 6858000"/>
              <a:gd name="connsiteX390" fmla="*/ 1967925 w 7467600"/>
              <a:gd name="connsiteY390" fmla="*/ 6858000 h 6858000"/>
              <a:gd name="connsiteX391" fmla="*/ 1936622 w 7467600"/>
              <a:gd name="connsiteY391" fmla="*/ 6858000 h 6858000"/>
              <a:gd name="connsiteX392" fmla="*/ 1926261 w 7467600"/>
              <a:gd name="connsiteY392" fmla="*/ 6784064 h 6858000"/>
              <a:gd name="connsiteX393" fmla="*/ 1922724 w 7467600"/>
              <a:gd name="connsiteY393" fmla="*/ 6765577 h 6858000"/>
              <a:gd name="connsiteX394" fmla="*/ 1904650 w 7467600"/>
              <a:gd name="connsiteY394" fmla="*/ 6639616 h 6858000"/>
              <a:gd name="connsiteX395" fmla="*/ 1885273 w 7467600"/>
              <a:gd name="connsiteY395" fmla="*/ 6858000 h 6858000"/>
              <a:gd name="connsiteX396" fmla="*/ 1854363 w 7467600"/>
              <a:gd name="connsiteY396" fmla="*/ 6858000 h 6858000"/>
              <a:gd name="connsiteX397" fmla="*/ 1880391 w 7467600"/>
              <a:gd name="connsiteY397" fmla="*/ 6603796 h 6858000"/>
              <a:gd name="connsiteX398" fmla="*/ 1818273 w 7467600"/>
              <a:gd name="connsiteY398" fmla="*/ 6715729 h 6858000"/>
              <a:gd name="connsiteX399" fmla="*/ 1794691 w 7467600"/>
              <a:gd name="connsiteY399" fmla="*/ 6843239 h 6858000"/>
              <a:gd name="connsiteX400" fmla="*/ 1794914 w 7467600"/>
              <a:gd name="connsiteY400" fmla="*/ 6858000 h 6858000"/>
              <a:gd name="connsiteX401" fmla="*/ 1746128 w 7467600"/>
              <a:gd name="connsiteY401" fmla="*/ 6858000 h 6858000"/>
              <a:gd name="connsiteX402" fmla="*/ 1753934 w 7467600"/>
              <a:gd name="connsiteY402" fmla="*/ 6724796 h 6858000"/>
              <a:gd name="connsiteX403" fmla="*/ 1792053 w 7467600"/>
              <a:gd name="connsiteY403" fmla="*/ 6572396 h 6858000"/>
              <a:gd name="connsiteX404" fmla="*/ 1862248 w 7467600"/>
              <a:gd name="connsiteY404" fmla="*/ 6266397 h 6858000"/>
              <a:gd name="connsiteX405" fmla="*/ 1862250 w 7467600"/>
              <a:gd name="connsiteY405" fmla="*/ 6033531 h 6858000"/>
              <a:gd name="connsiteX406" fmla="*/ 1211999 w 7467600"/>
              <a:gd name="connsiteY406" fmla="*/ 6683610 h 6858000"/>
              <a:gd name="connsiteX407" fmla="*/ 1213266 w 7467600"/>
              <a:gd name="connsiteY407" fmla="*/ 6691947 h 6858000"/>
              <a:gd name="connsiteX408" fmla="*/ 1203370 w 7467600"/>
              <a:gd name="connsiteY408" fmla="*/ 6850676 h 6858000"/>
              <a:gd name="connsiteX409" fmla="*/ 1203671 w 7467600"/>
              <a:gd name="connsiteY409" fmla="*/ 6858000 h 6858000"/>
              <a:gd name="connsiteX410" fmla="*/ 1143180 w 7467600"/>
              <a:gd name="connsiteY410" fmla="*/ 6858000 h 6858000"/>
              <a:gd name="connsiteX411" fmla="*/ 1142176 w 7467600"/>
              <a:gd name="connsiteY411" fmla="*/ 6766045 h 6858000"/>
              <a:gd name="connsiteX412" fmla="*/ 1067484 w 7467600"/>
              <a:gd name="connsiteY412" fmla="*/ 6858000 h 6858000"/>
              <a:gd name="connsiteX413" fmla="*/ 953928 w 7467600"/>
              <a:gd name="connsiteY413" fmla="*/ 6858000 h 6858000"/>
              <a:gd name="connsiteX414" fmla="*/ 959715 w 7467600"/>
              <a:gd name="connsiteY414" fmla="*/ 6850185 h 6858000"/>
              <a:gd name="connsiteX415" fmla="*/ 1483788 w 7467600"/>
              <a:gd name="connsiteY415" fmla="*/ 6259174 h 6858000"/>
              <a:gd name="connsiteX416" fmla="*/ 1100671 w 7467600"/>
              <a:gd name="connsiteY416" fmla="*/ 6252137 h 6858000"/>
              <a:gd name="connsiteX417" fmla="*/ 1090144 w 7467600"/>
              <a:gd name="connsiteY417" fmla="*/ 6256748 h 6858000"/>
              <a:gd name="connsiteX418" fmla="*/ 1095872 w 7467600"/>
              <a:gd name="connsiteY418" fmla="*/ 6271892 h 6858000"/>
              <a:gd name="connsiteX419" fmla="*/ 262785 w 7467600"/>
              <a:gd name="connsiteY419" fmla="*/ 6845450 h 6858000"/>
              <a:gd name="connsiteX420" fmla="*/ 209968 w 7467600"/>
              <a:gd name="connsiteY420" fmla="*/ 6770713 h 6858000"/>
              <a:gd name="connsiteX421" fmla="*/ 873460 w 7467600"/>
              <a:gd name="connsiteY421" fmla="*/ 6253768 h 6858000"/>
              <a:gd name="connsiteX422" fmla="*/ 192686 w 7467600"/>
              <a:gd name="connsiteY422" fmla="*/ 5849257 h 6858000"/>
              <a:gd name="connsiteX423" fmla="*/ 4696 w 7467600"/>
              <a:gd name="connsiteY423" fmla="*/ 5697668 h 6858000"/>
              <a:gd name="connsiteX424" fmla="*/ 0 w 7467600"/>
              <a:gd name="connsiteY424" fmla="*/ 5689984 h 6858000"/>
              <a:gd name="connsiteX425" fmla="*/ 0 w 7467600"/>
              <a:gd name="connsiteY425" fmla="*/ 5513472 h 6858000"/>
              <a:gd name="connsiteX426" fmla="*/ 174101 w 7467600"/>
              <a:gd name="connsiteY426" fmla="*/ 5620277 h 6858000"/>
              <a:gd name="connsiteX427" fmla="*/ 891800 w 7467600"/>
              <a:gd name="connsiteY427" fmla="*/ 6036935 h 6858000"/>
              <a:gd name="connsiteX428" fmla="*/ 1072219 w 7467600"/>
              <a:gd name="connsiteY428" fmla="*/ 6169443 h 6858000"/>
              <a:gd name="connsiteX429" fmla="*/ 1074117 w 7467600"/>
              <a:gd name="connsiteY429" fmla="*/ 6170301 h 6858000"/>
              <a:gd name="connsiteX430" fmla="*/ 1083114 w 7467600"/>
              <a:gd name="connsiteY430" fmla="*/ 6174131 h 6858000"/>
              <a:gd name="connsiteX431" fmla="*/ 1543010 w 7467600"/>
              <a:gd name="connsiteY431" fmla="*/ 6191140 h 6858000"/>
              <a:gd name="connsiteX432" fmla="*/ 1551080 w 7467600"/>
              <a:gd name="connsiteY432" fmla="*/ 6195006 h 6858000"/>
              <a:gd name="connsiteX433" fmla="*/ 2345443 w 7467600"/>
              <a:gd name="connsiteY433" fmla="*/ 5549882 h 6858000"/>
              <a:gd name="connsiteX434" fmla="*/ 1721499 w 7467600"/>
              <a:gd name="connsiteY434" fmla="*/ 5599969 h 6858000"/>
              <a:gd name="connsiteX435" fmla="*/ 767716 w 7467600"/>
              <a:gd name="connsiteY435" fmla="*/ 5472768 h 6858000"/>
              <a:gd name="connsiteX436" fmla="*/ 722147 w 7467600"/>
              <a:gd name="connsiteY436" fmla="*/ 5393091 h 6858000"/>
              <a:gd name="connsiteX437" fmla="*/ 1485552 w 7467600"/>
              <a:gd name="connsiteY437" fmla="*/ 5313202 h 6858000"/>
              <a:gd name="connsiteX438" fmla="*/ 2143004 w 7467600"/>
              <a:gd name="connsiteY438" fmla="*/ 5402420 h 6858000"/>
              <a:gd name="connsiteX439" fmla="*/ 1933391 w 7467600"/>
              <a:gd name="connsiteY439" fmla="*/ 5156971 h 6858000"/>
              <a:gd name="connsiteX440" fmla="*/ 1827118 w 7467600"/>
              <a:gd name="connsiteY440" fmla="*/ 4968410 h 6858000"/>
              <a:gd name="connsiteX441" fmla="*/ 1837349 w 7467600"/>
              <a:gd name="connsiteY441" fmla="*/ 4956357 h 6858000"/>
              <a:gd name="connsiteX442" fmla="*/ 2162835 w 7467600"/>
              <a:gd name="connsiteY442" fmla="*/ 5187853 h 6858000"/>
              <a:gd name="connsiteX443" fmla="*/ 2257167 w 7467600"/>
              <a:gd name="connsiteY443" fmla="*/ 5462123 h 6858000"/>
              <a:gd name="connsiteX444" fmla="*/ 2261598 w 7467600"/>
              <a:gd name="connsiteY444" fmla="*/ 5467998 h 6858000"/>
              <a:gd name="connsiteX445" fmla="*/ 2437177 w 7467600"/>
              <a:gd name="connsiteY445" fmla="*/ 5479608 h 6858000"/>
              <a:gd name="connsiteX446" fmla="*/ 2445247 w 7467600"/>
              <a:gd name="connsiteY446" fmla="*/ 5483476 h 6858000"/>
              <a:gd name="connsiteX447" fmla="*/ 2743626 w 7467600"/>
              <a:gd name="connsiteY447" fmla="*/ 5304819 h 6858000"/>
              <a:gd name="connsiteX448" fmla="*/ 3048102 w 7467600"/>
              <a:gd name="connsiteY448" fmla="*/ 5150595 h 6858000"/>
              <a:gd name="connsiteX449" fmla="*/ 1799414 w 7467600"/>
              <a:gd name="connsiteY449" fmla="*/ 4694732 h 6858000"/>
              <a:gd name="connsiteX450" fmla="*/ 1771735 w 7467600"/>
              <a:gd name="connsiteY450" fmla="*/ 4619929 h 6858000"/>
              <a:gd name="connsiteX451" fmla="*/ 3104273 w 7467600"/>
              <a:gd name="connsiteY451" fmla="*/ 5076159 h 6858000"/>
              <a:gd name="connsiteX452" fmla="*/ 3113245 w 7467600"/>
              <a:gd name="connsiteY452" fmla="*/ 5090705 h 6858000"/>
              <a:gd name="connsiteX453" fmla="*/ 3126294 w 7467600"/>
              <a:gd name="connsiteY453" fmla="*/ 5114400 h 6858000"/>
              <a:gd name="connsiteX454" fmla="*/ 3937433 w 7467600"/>
              <a:gd name="connsiteY454" fmla="*/ 4830473 h 6858000"/>
              <a:gd name="connsiteX455" fmla="*/ 3590475 w 7467600"/>
              <a:gd name="connsiteY455" fmla="*/ 4597974 h 6858000"/>
              <a:gd name="connsiteX456" fmla="*/ 3100264 w 7467600"/>
              <a:gd name="connsiteY456" fmla="*/ 4579845 h 6858000"/>
              <a:gd name="connsiteX457" fmla="*/ 2183576 w 7467600"/>
              <a:gd name="connsiteY457" fmla="*/ 4227150 h 6858000"/>
              <a:gd name="connsiteX458" fmla="*/ 2151029 w 7467600"/>
              <a:gd name="connsiteY458" fmla="*/ 4146947 h 6858000"/>
              <a:gd name="connsiteX459" fmla="*/ 3563434 w 7467600"/>
              <a:gd name="connsiteY459" fmla="*/ 4469115 h 6858000"/>
              <a:gd name="connsiteX460" fmla="*/ 3177952 w 7467600"/>
              <a:gd name="connsiteY460" fmla="*/ 3657386 h 6858000"/>
              <a:gd name="connsiteX461" fmla="*/ 3189263 w 7467600"/>
              <a:gd name="connsiteY461" fmla="*/ 3625726 h 6858000"/>
              <a:gd name="connsiteX462" fmla="*/ 3560912 w 7467600"/>
              <a:gd name="connsiteY462" fmla="*/ 4079863 h 6858000"/>
              <a:gd name="connsiteX463" fmla="*/ 3626636 w 7467600"/>
              <a:gd name="connsiteY463" fmla="*/ 4512230 h 6858000"/>
              <a:gd name="connsiteX464" fmla="*/ 3653088 w 7467600"/>
              <a:gd name="connsiteY464" fmla="*/ 4521417 h 6858000"/>
              <a:gd name="connsiteX465" fmla="*/ 3988128 w 7467600"/>
              <a:gd name="connsiteY465" fmla="*/ 4817267 h 6858000"/>
              <a:gd name="connsiteX466" fmla="*/ 4830582 w 7467600"/>
              <a:gd name="connsiteY466" fmla="*/ 4676000 h 6858000"/>
              <a:gd name="connsiteX467" fmla="*/ 4830100 w 7467600"/>
              <a:gd name="connsiteY467" fmla="*/ 4675554 h 6858000"/>
              <a:gd name="connsiteX468" fmla="*/ 4036318 w 7467600"/>
              <a:gd name="connsiteY468" fmla="*/ 4147013 h 6858000"/>
              <a:gd name="connsiteX469" fmla="*/ 3432098 w 7467600"/>
              <a:gd name="connsiteY469" fmla="*/ 3537312 h 6858000"/>
              <a:gd name="connsiteX470" fmla="*/ 3446761 w 7467600"/>
              <a:gd name="connsiteY470" fmla="*/ 3461278 h 6858000"/>
              <a:gd name="connsiteX471" fmla="*/ 4419733 w 7467600"/>
              <a:gd name="connsiteY471" fmla="*/ 3963555 h 6858000"/>
              <a:gd name="connsiteX472" fmla="*/ 4781371 w 7467600"/>
              <a:gd name="connsiteY472" fmla="*/ 4458604 h 6858000"/>
              <a:gd name="connsiteX473" fmla="*/ 4780440 w 7467600"/>
              <a:gd name="connsiteY473" fmla="*/ 4470290 h 6858000"/>
              <a:gd name="connsiteX474" fmla="*/ 4898954 w 7467600"/>
              <a:gd name="connsiteY474" fmla="*/ 4662092 h 6858000"/>
              <a:gd name="connsiteX475" fmla="*/ 4900699 w 7467600"/>
              <a:gd name="connsiteY475" fmla="*/ 4670867 h 6858000"/>
              <a:gd name="connsiteX476" fmla="*/ 5714511 w 7467600"/>
              <a:gd name="connsiteY476" fmla="*/ 4663483 h 6858000"/>
              <a:gd name="connsiteX477" fmla="*/ 5464793 w 7467600"/>
              <a:gd name="connsiteY477" fmla="*/ 4393556 h 6858000"/>
              <a:gd name="connsiteX478" fmla="*/ 5461897 w 7467600"/>
              <a:gd name="connsiteY478" fmla="*/ 4390879 h 6858000"/>
              <a:gd name="connsiteX479" fmla="*/ 4294126 w 7467600"/>
              <a:gd name="connsiteY479" fmla="*/ 3303048 h 6858000"/>
              <a:gd name="connsiteX480" fmla="*/ 4305321 w 7467600"/>
              <a:gd name="connsiteY480" fmla="*/ 3256953 h 6858000"/>
              <a:gd name="connsiteX481" fmla="*/ 4949299 w 7467600"/>
              <a:gd name="connsiteY481" fmla="*/ 3766336 h 6858000"/>
              <a:gd name="connsiteX482" fmla="*/ 5291452 w 7467600"/>
              <a:gd name="connsiteY482" fmla="*/ 4076801 h 6858000"/>
              <a:gd name="connsiteX483" fmla="*/ 5434998 w 7467600"/>
              <a:gd name="connsiteY483" fmla="*/ 4254100 h 6858000"/>
              <a:gd name="connsiteX484" fmla="*/ 5351015 w 7467600"/>
              <a:gd name="connsiteY484" fmla="*/ 3760989 h 6858000"/>
              <a:gd name="connsiteX485" fmla="*/ 5413780 w 7467600"/>
              <a:gd name="connsiteY485" fmla="*/ 2966265 h 6858000"/>
              <a:gd name="connsiteX486" fmla="*/ 5425627 w 7467600"/>
              <a:gd name="connsiteY486" fmla="*/ 2954192 h 6858000"/>
              <a:gd name="connsiteX487" fmla="*/ 6604735 w 7467600"/>
              <a:gd name="connsiteY487" fmla="*/ 2041381 h 6858000"/>
              <a:gd name="connsiteX488" fmla="*/ 7204487 w 7467600"/>
              <a:gd name="connsiteY488" fmla="*/ 2742112 h 6858000"/>
              <a:gd name="connsiteX489" fmla="*/ 7131592 w 7467600"/>
              <a:gd name="connsiteY489" fmla="*/ 2672096 h 6858000"/>
              <a:gd name="connsiteX490" fmla="*/ 6996344 w 7467600"/>
              <a:gd name="connsiteY490" fmla="*/ 2518310 h 6858000"/>
              <a:gd name="connsiteX491" fmla="*/ 6735495 w 7467600"/>
              <a:gd name="connsiteY491" fmla="*/ 2196890 h 6858000"/>
              <a:gd name="connsiteX492" fmla="*/ 6721901 w 7467600"/>
              <a:gd name="connsiteY492" fmla="*/ 2179274 h 6858000"/>
              <a:gd name="connsiteX493" fmla="*/ 6604735 w 7467600"/>
              <a:gd name="connsiteY493" fmla="*/ 2041381 h 6858000"/>
              <a:gd name="connsiteX494" fmla="*/ 6591670 w 7467600"/>
              <a:gd name="connsiteY494" fmla="*/ 1988277 h 6858000"/>
              <a:gd name="connsiteX495" fmla="*/ 6747349 w 7467600"/>
              <a:gd name="connsiteY495" fmla="*/ 2160069 h 6858000"/>
              <a:gd name="connsiteX496" fmla="*/ 6760943 w 7467600"/>
              <a:gd name="connsiteY496" fmla="*/ 2177686 h 6858000"/>
              <a:gd name="connsiteX497" fmla="*/ 7021065 w 7467600"/>
              <a:gd name="connsiteY497" fmla="*/ 2498102 h 6858000"/>
              <a:gd name="connsiteX498" fmla="*/ 7155223 w 7467600"/>
              <a:gd name="connsiteY498" fmla="*/ 2650386 h 6858000"/>
              <a:gd name="connsiteX499" fmla="*/ 7203167 w 7467600"/>
              <a:gd name="connsiteY499" fmla="*/ 2697288 h 6858000"/>
              <a:gd name="connsiteX500" fmla="*/ 6937703 w 7467600"/>
              <a:gd name="connsiteY500" fmla="*/ 2321981 h 6858000"/>
              <a:gd name="connsiteX501" fmla="*/ 6591670 w 7467600"/>
              <a:gd name="connsiteY501" fmla="*/ 1988277 h 6858000"/>
              <a:gd name="connsiteX502" fmla="*/ 5798671 w 7467600"/>
              <a:gd name="connsiteY502" fmla="*/ 1981601 h 6858000"/>
              <a:gd name="connsiteX503" fmla="*/ 5754709 w 7467600"/>
              <a:gd name="connsiteY503" fmla="*/ 2071454 h 6858000"/>
              <a:gd name="connsiteX504" fmla="*/ 5763044 w 7467600"/>
              <a:gd name="connsiteY504" fmla="*/ 2842206 h 6858000"/>
              <a:gd name="connsiteX505" fmla="*/ 5764974 w 7467600"/>
              <a:gd name="connsiteY505" fmla="*/ 2799609 h 6858000"/>
              <a:gd name="connsiteX506" fmla="*/ 5767665 w 7467600"/>
              <a:gd name="connsiteY506" fmla="*/ 2666409 h 6858000"/>
              <a:gd name="connsiteX507" fmla="*/ 5763055 w 7467600"/>
              <a:gd name="connsiteY507" fmla="*/ 2579705 h 6858000"/>
              <a:gd name="connsiteX508" fmla="*/ 5758079 w 7467600"/>
              <a:gd name="connsiteY508" fmla="*/ 2492508 h 6858000"/>
              <a:gd name="connsiteX509" fmla="*/ 5779325 w 7467600"/>
              <a:gd name="connsiteY509" fmla="*/ 2197069 h 6858000"/>
              <a:gd name="connsiteX510" fmla="*/ 5798671 w 7467600"/>
              <a:gd name="connsiteY510" fmla="*/ 1981601 h 6858000"/>
              <a:gd name="connsiteX511" fmla="*/ 5829202 w 7467600"/>
              <a:gd name="connsiteY511" fmla="*/ 1971679 h 6858000"/>
              <a:gd name="connsiteX512" fmla="*/ 5809558 w 7467600"/>
              <a:gd name="connsiteY512" fmla="*/ 2198043 h 6858000"/>
              <a:gd name="connsiteX513" fmla="*/ 5788653 w 7467600"/>
              <a:gd name="connsiteY513" fmla="*/ 2489430 h 6858000"/>
              <a:gd name="connsiteX514" fmla="*/ 5793439 w 7467600"/>
              <a:gd name="connsiteY514" fmla="*/ 2575235 h 6858000"/>
              <a:gd name="connsiteX515" fmla="*/ 5796837 w 7467600"/>
              <a:gd name="connsiteY515" fmla="*/ 2637633 h 6858000"/>
              <a:gd name="connsiteX516" fmla="*/ 5818614 w 7467600"/>
              <a:gd name="connsiteY516" fmla="*/ 2473055 h 6858000"/>
              <a:gd name="connsiteX517" fmla="*/ 5829202 w 7467600"/>
              <a:gd name="connsiteY517" fmla="*/ 1971679 h 6858000"/>
              <a:gd name="connsiteX518" fmla="*/ 5911389 w 7467600"/>
              <a:gd name="connsiteY518" fmla="*/ 1898371 h 6858000"/>
              <a:gd name="connsiteX519" fmla="*/ 6237627 w 7467600"/>
              <a:gd name="connsiteY519" fmla="*/ 2231921 h 6858000"/>
              <a:gd name="connsiteX520" fmla="*/ 5911389 w 7467600"/>
              <a:gd name="connsiteY520" fmla="*/ 1898371 h 6858000"/>
              <a:gd name="connsiteX521" fmla="*/ 6944437 w 7467600"/>
              <a:gd name="connsiteY521" fmla="*/ 1575402 h 6858000"/>
              <a:gd name="connsiteX522" fmla="*/ 6304730 w 7467600"/>
              <a:gd name="connsiteY522" fmla="*/ 1766654 h 6858000"/>
              <a:gd name="connsiteX523" fmla="*/ 6944437 w 7467600"/>
              <a:gd name="connsiteY523" fmla="*/ 1575402 h 6858000"/>
              <a:gd name="connsiteX524" fmla="*/ 7019523 w 7467600"/>
              <a:gd name="connsiteY524" fmla="*/ 1519450 h 6858000"/>
              <a:gd name="connsiteX525" fmla="*/ 6298091 w 7467600"/>
              <a:gd name="connsiteY525" fmla="*/ 1737122 h 6858000"/>
              <a:gd name="connsiteX526" fmla="*/ 7019523 w 7467600"/>
              <a:gd name="connsiteY526" fmla="*/ 1519450 h 6858000"/>
              <a:gd name="connsiteX527" fmla="*/ 2399523 w 7467600"/>
              <a:gd name="connsiteY527" fmla="*/ 1428234 h 6858000"/>
              <a:gd name="connsiteX528" fmla="*/ 2224982 w 7467600"/>
              <a:gd name="connsiteY528" fmla="*/ 1826201 h 6858000"/>
              <a:gd name="connsiteX529" fmla="*/ 2096099 w 7467600"/>
              <a:gd name="connsiteY529" fmla="*/ 2345900 h 6858000"/>
              <a:gd name="connsiteX530" fmla="*/ 2283317 w 7467600"/>
              <a:gd name="connsiteY530" fmla="*/ 1796925 h 6858000"/>
              <a:gd name="connsiteX531" fmla="*/ 2399523 w 7467600"/>
              <a:gd name="connsiteY531" fmla="*/ 1428234 h 6858000"/>
              <a:gd name="connsiteX532" fmla="*/ 2448558 w 7467600"/>
              <a:gd name="connsiteY532" fmla="*/ 1373435 h 6858000"/>
              <a:gd name="connsiteX533" fmla="*/ 2312521 w 7467600"/>
              <a:gd name="connsiteY533" fmla="*/ 1806140 h 6858000"/>
              <a:gd name="connsiteX534" fmla="*/ 2127533 w 7467600"/>
              <a:gd name="connsiteY534" fmla="*/ 2348380 h 6858000"/>
              <a:gd name="connsiteX535" fmla="*/ 2358080 w 7467600"/>
              <a:gd name="connsiteY535" fmla="*/ 1866134 h 6858000"/>
              <a:gd name="connsiteX536" fmla="*/ 2407436 w 7467600"/>
              <a:gd name="connsiteY536" fmla="*/ 1651070 h 6858000"/>
              <a:gd name="connsiteX537" fmla="*/ 2448558 w 7467600"/>
              <a:gd name="connsiteY537" fmla="*/ 1373435 h 6858000"/>
              <a:gd name="connsiteX538" fmla="*/ 278707 w 7467600"/>
              <a:gd name="connsiteY538" fmla="*/ 1352270 h 6858000"/>
              <a:gd name="connsiteX539" fmla="*/ 321570 w 7467600"/>
              <a:gd name="connsiteY539" fmla="*/ 1861610 h 6858000"/>
              <a:gd name="connsiteX540" fmla="*/ 294281 w 7467600"/>
              <a:gd name="connsiteY540" fmla="*/ 1440658 h 6858000"/>
              <a:gd name="connsiteX541" fmla="*/ 278707 w 7467600"/>
              <a:gd name="connsiteY541" fmla="*/ 1352270 h 6858000"/>
              <a:gd name="connsiteX542" fmla="*/ 1423821 w 7467600"/>
              <a:gd name="connsiteY542" fmla="*/ 1351958 h 6858000"/>
              <a:gd name="connsiteX543" fmla="*/ 1638521 w 7467600"/>
              <a:gd name="connsiteY543" fmla="*/ 1908470 h 6858000"/>
              <a:gd name="connsiteX544" fmla="*/ 1754199 w 7467600"/>
              <a:gd name="connsiteY544" fmla="*/ 2149284 h 6858000"/>
              <a:gd name="connsiteX545" fmla="*/ 1908359 w 7467600"/>
              <a:gd name="connsiteY545" fmla="*/ 2364988 h 6858000"/>
              <a:gd name="connsiteX546" fmla="*/ 1647661 w 7467600"/>
              <a:gd name="connsiteY546" fmla="*/ 1825945 h 6858000"/>
              <a:gd name="connsiteX547" fmla="*/ 1423821 w 7467600"/>
              <a:gd name="connsiteY547" fmla="*/ 1351958 h 6858000"/>
              <a:gd name="connsiteX548" fmla="*/ 1431890 w 7467600"/>
              <a:gd name="connsiteY548" fmla="*/ 1306475 h 6858000"/>
              <a:gd name="connsiteX549" fmla="*/ 1507597 w 7467600"/>
              <a:gd name="connsiteY549" fmla="*/ 1446132 h 6858000"/>
              <a:gd name="connsiteX550" fmla="*/ 1674586 w 7467600"/>
              <a:gd name="connsiteY550" fmla="*/ 1813832 h 6858000"/>
              <a:gd name="connsiteX551" fmla="*/ 1815950 w 7467600"/>
              <a:gd name="connsiteY551" fmla="*/ 2128564 h 6858000"/>
              <a:gd name="connsiteX552" fmla="*/ 1984242 w 7467600"/>
              <a:gd name="connsiteY552" fmla="*/ 2430829 h 6858000"/>
              <a:gd name="connsiteX553" fmla="*/ 2014023 w 7467600"/>
              <a:gd name="connsiteY553" fmla="*/ 2450995 h 6858000"/>
              <a:gd name="connsiteX554" fmla="*/ 1747337 w 7467600"/>
              <a:gd name="connsiteY554" fmla="*/ 1855264 h 6858000"/>
              <a:gd name="connsiteX555" fmla="*/ 1533749 w 7467600"/>
              <a:gd name="connsiteY555" fmla="*/ 1478656 h 6858000"/>
              <a:gd name="connsiteX556" fmla="*/ 1431890 w 7467600"/>
              <a:gd name="connsiteY556" fmla="*/ 1306475 h 6858000"/>
              <a:gd name="connsiteX557" fmla="*/ 5052692 w 7467600"/>
              <a:gd name="connsiteY557" fmla="*/ 1292994 h 6858000"/>
              <a:gd name="connsiteX558" fmla="*/ 5200661 w 7467600"/>
              <a:gd name="connsiteY558" fmla="*/ 1635186 h 6858000"/>
              <a:gd name="connsiteX559" fmla="*/ 5297138 w 7467600"/>
              <a:gd name="connsiteY559" fmla="*/ 1906351 h 6858000"/>
              <a:gd name="connsiteX560" fmla="*/ 5052692 w 7467600"/>
              <a:gd name="connsiteY560" fmla="*/ 1292994 h 6858000"/>
              <a:gd name="connsiteX561" fmla="*/ 5009948 w 7467600"/>
              <a:gd name="connsiteY561" fmla="*/ 1273619 h 6858000"/>
              <a:gd name="connsiteX562" fmla="*/ 5121777 w 7467600"/>
              <a:gd name="connsiteY562" fmla="*/ 1654213 h 6858000"/>
              <a:gd name="connsiteX563" fmla="*/ 5293545 w 7467600"/>
              <a:gd name="connsiteY563" fmla="*/ 2072247 h 6858000"/>
              <a:gd name="connsiteX564" fmla="*/ 5294042 w 7467600"/>
              <a:gd name="connsiteY564" fmla="*/ 2065019 h 6858000"/>
              <a:gd name="connsiteX565" fmla="*/ 5171936 w 7467600"/>
              <a:gd name="connsiteY565" fmla="*/ 1647613 h 6858000"/>
              <a:gd name="connsiteX566" fmla="*/ 5009948 w 7467600"/>
              <a:gd name="connsiteY566" fmla="*/ 1273619 h 6858000"/>
              <a:gd name="connsiteX567" fmla="*/ 655236 w 7467600"/>
              <a:gd name="connsiteY567" fmla="*/ 1268632 h 6858000"/>
              <a:gd name="connsiteX568" fmla="*/ 839521 w 7467600"/>
              <a:gd name="connsiteY568" fmla="*/ 1685315 h 6858000"/>
              <a:gd name="connsiteX569" fmla="*/ 1109416 w 7467600"/>
              <a:gd name="connsiteY569" fmla="*/ 2061663 h 6858000"/>
              <a:gd name="connsiteX570" fmla="*/ 1298300 w 7467600"/>
              <a:gd name="connsiteY570" fmla="*/ 2247742 h 6858000"/>
              <a:gd name="connsiteX571" fmla="*/ 1125871 w 7467600"/>
              <a:gd name="connsiteY571" fmla="*/ 1989513 h 6858000"/>
              <a:gd name="connsiteX572" fmla="*/ 981574 w 7467600"/>
              <a:gd name="connsiteY572" fmla="*/ 1783157 h 6858000"/>
              <a:gd name="connsiteX573" fmla="*/ 922198 w 7467600"/>
              <a:gd name="connsiteY573" fmla="*/ 1677437 h 6858000"/>
              <a:gd name="connsiteX574" fmla="*/ 869293 w 7467600"/>
              <a:gd name="connsiteY574" fmla="*/ 1583214 h 6858000"/>
              <a:gd name="connsiteX575" fmla="*/ 751431 w 7467600"/>
              <a:gd name="connsiteY575" fmla="*/ 1405731 h 6858000"/>
              <a:gd name="connsiteX576" fmla="*/ 655236 w 7467600"/>
              <a:gd name="connsiteY576" fmla="*/ 1268632 h 6858000"/>
              <a:gd name="connsiteX577" fmla="*/ 6516292 w 7467600"/>
              <a:gd name="connsiteY577" fmla="*/ 1263064 h 6858000"/>
              <a:gd name="connsiteX578" fmla="*/ 5736320 w 7467600"/>
              <a:gd name="connsiteY578" fmla="*/ 1501803 h 6858000"/>
              <a:gd name="connsiteX579" fmla="*/ 6516292 w 7467600"/>
              <a:gd name="connsiteY579" fmla="*/ 1263064 h 6858000"/>
              <a:gd name="connsiteX580" fmla="*/ 291466 w 7467600"/>
              <a:gd name="connsiteY580" fmla="*/ 1250369 h 6858000"/>
              <a:gd name="connsiteX581" fmla="*/ 323180 w 7467600"/>
              <a:gd name="connsiteY581" fmla="*/ 1435283 h 6858000"/>
              <a:gd name="connsiteX582" fmla="*/ 349381 w 7467600"/>
              <a:gd name="connsiteY582" fmla="*/ 1875041 h 6858000"/>
              <a:gd name="connsiteX583" fmla="*/ 374363 w 7467600"/>
              <a:gd name="connsiteY583" fmla="*/ 1506494 h 6858000"/>
              <a:gd name="connsiteX584" fmla="*/ 302168 w 7467600"/>
              <a:gd name="connsiteY584" fmla="*/ 1274495 h 6858000"/>
              <a:gd name="connsiteX585" fmla="*/ 291466 w 7467600"/>
              <a:gd name="connsiteY585" fmla="*/ 1250369 h 6858000"/>
              <a:gd name="connsiteX586" fmla="*/ 678222 w 7467600"/>
              <a:gd name="connsiteY586" fmla="*/ 1248670 h 6858000"/>
              <a:gd name="connsiteX587" fmla="*/ 775536 w 7467600"/>
              <a:gd name="connsiteY587" fmla="*/ 1388015 h 6858000"/>
              <a:gd name="connsiteX588" fmla="*/ 894529 w 7467600"/>
              <a:gd name="connsiteY588" fmla="*/ 1567739 h 6858000"/>
              <a:gd name="connsiteX589" fmla="*/ 948000 w 7467600"/>
              <a:gd name="connsiteY589" fmla="*/ 1663088 h 6858000"/>
              <a:gd name="connsiteX590" fmla="*/ 1006812 w 7467600"/>
              <a:gd name="connsiteY590" fmla="*/ 1767683 h 6858000"/>
              <a:gd name="connsiteX591" fmla="*/ 1149133 w 7467600"/>
              <a:gd name="connsiteY591" fmla="*/ 1971513 h 6858000"/>
              <a:gd name="connsiteX592" fmla="*/ 1333952 w 7467600"/>
              <a:gd name="connsiteY592" fmla="*/ 2251620 h 6858000"/>
              <a:gd name="connsiteX593" fmla="*/ 1337329 w 7467600"/>
              <a:gd name="connsiteY593" fmla="*/ 2258350 h 6858000"/>
              <a:gd name="connsiteX594" fmla="*/ 1014726 w 7467600"/>
              <a:gd name="connsiteY594" fmla="*/ 1615556 h 6858000"/>
              <a:gd name="connsiteX595" fmla="*/ 678222 w 7467600"/>
              <a:gd name="connsiteY595" fmla="*/ 1248670 h 6858000"/>
              <a:gd name="connsiteX596" fmla="*/ 6691602 w 7467600"/>
              <a:gd name="connsiteY596" fmla="*/ 1140573 h 6858000"/>
              <a:gd name="connsiteX597" fmla="*/ 6571100 w 7467600"/>
              <a:gd name="connsiteY597" fmla="*/ 1183662 h 6858000"/>
              <a:gd name="connsiteX598" fmla="*/ 6241687 w 7467600"/>
              <a:gd name="connsiteY598" fmla="*/ 1257600 h 6858000"/>
              <a:gd name="connsiteX599" fmla="*/ 5693009 w 7467600"/>
              <a:gd name="connsiteY599" fmla="*/ 1478256 h 6858000"/>
              <a:gd name="connsiteX600" fmla="*/ 6548420 w 7467600"/>
              <a:gd name="connsiteY600" fmla="*/ 1214599 h 6858000"/>
              <a:gd name="connsiteX601" fmla="*/ 6605473 w 7467600"/>
              <a:gd name="connsiteY601" fmla="*/ 1184686 h 6858000"/>
              <a:gd name="connsiteX602" fmla="*/ 6691602 w 7467600"/>
              <a:gd name="connsiteY602" fmla="*/ 1140573 h 6858000"/>
              <a:gd name="connsiteX603" fmla="*/ 4002475 w 7467600"/>
              <a:gd name="connsiteY603" fmla="*/ 1037802 h 6858000"/>
              <a:gd name="connsiteX604" fmla="*/ 4000324 w 7467600"/>
              <a:gd name="connsiteY604" fmla="*/ 1039362 h 6858000"/>
              <a:gd name="connsiteX605" fmla="*/ 4002862 w 7467600"/>
              <a:gd name="connsiteY605" fmla="*/ 1042866 h 6858000"/>
              <a:gd name="connsiteX606" fmla="*/ 4002475 w 7467600"/>
              <a:gd name="connsiteY606" fmla="*/ 1037802 h 6858000"/>
              <a:gd name="connsiteX607" fmla="*/ 506322 w 7467600"/>
              <a:gd name="connsiteY607" fmla="*/ 1020997 h 6858000"/>
              <a:gd name="connsiteX608" fmla="*/ 533068 w 7467600"/>
              <a:gd name="connsiteY608" fmla="*/ 1029409 h 6858000"/>
              <a:gd name="connsiteX609" fmla="*/ 1232525 w 7467600"/>
              <a:gd name="connsiteY609" fmla="*/ 1804675 h 6858000"/>
              <a:gd name="connsiteX610" fmla="*/ 1388858 w 7467600"/>
              <a:gd name="connsiteY610" fmla="*/ 2368011 h 6858000"/>
              <a:gd name="connsiteX611" fmla="*/ 1384098 w 7467600"/>
              <a:gd name="connsiteY611" fmla="*/ 2378125 h 6858000"/>
              <a:gd name="connsiteX612" fmla="*/ 1425393 w 7467600"/>
              <a:gd name="connsiteY612" fmla="*/ 2589124 h 6858000"/>
              <a:gd name="connsiteX613" fmla="*/ 1424001 w 7467600"/>
              <a:gd name="connsiteY613" fmla="*/ 2597541 h 6858000"/>
              <a:gd name="connsiteX614" fmla="*/ 2152729 w 7467600"/>
              <a:gd name="connsiteY614" fmla="*/ 2864487 h 6858000"/>
              <a:gd name="connsiteX615" fmla="*/ 2020609 w 7467600"/>
              <a:gd name="connsiteY615" fmla="*/ 2539671 h 6858000"/>
              <a:gd name="connsiteX616" fmla="*/ 2018920 w 7467600"/>
              <a:gd name="connsiteY616" fmla="*/ 2536309 h 6858000"/>
              <a:gd name="connsiteX617" fmla="*/ 1342441 w 7467600"/>
              <a:gd name="connsiteY617" fmla="*/ 1173017 h 6858000"/>
              <a:gd name="connsiteX618" fmla="*/ 1367925 w 7467600"/>
              <a:gd name="connsiteY618" fmla="*/ 1135648 h 6858000"/>
              <a:gd name="connsiteX619" fmla="*/ 1771401 w 7467600"/>
              <a:gd name="connsiteY619" fmla="*/ 1806673 h 6858000"/>
              <a:gd name="connsiteX620" fmla="*/ 1972385 w 7467600"/>
              <a:gd name="connsiteY620" fmla="*/ 2198735 h 6858000"/>
              <a:gd name="connsiteX621" fmla="*/ 2040892 w 7467600"/>
              <a:gd name="connsiteY621" fmla="*/ 2405205 h 6858000"/>
              <a:gd name="connsiteX622" fmla="*/ 2131689 w 7467600"/>
              <a:gd name="connsiteY622" fmla="*/ 1936926 h 6858000"/>
              <a:gd name="connsiteX623" fmla="*/ 2454820 w 7467600"/>
              <a:gd name="connsiteY623" fmla="*/ 1248808 h 6858000"/>
              <a:gd name="connsiteX624" fmla="*/ 2492512 w 7467600"/>
              <a:gd name="connsiteY624" fmla="*/ 1302920 h 6858000"/>
              <a:gd name="connsiteX625" fmla="*/ 2081216 w 7467600"/>
              <a:gd name="connsiteY625" fmla="*/ 2527513 h 6858000"/>
              <a:gd name="connsiteX626" fmla="*/ 2081211 w 7467600"/>
              <a:gd name="connsiteY626" fmla="*/ 2528916 h 6858000"/>
              <a:gd name="connsiteX627" fmla="*/ 2199067 w 7467600"/>
              <a:gd name="connsiteY627" fmla="*/ 2884061 h 6858000"/>
              <a:gd name="connsiteX628" fmla="*/ 3192586 w 7467600"/>
              <a:gd name="connsiteY628" fmla="*/ 3411496 h 6858000"/>
              <a:gd name="connsiteX629" fmla="*/ 3182620 w 7467600"/>
              <a:gd name="connsiteY629" fmla="*/ 3483279 h 6858000"/>
              <a:gd name="connsiteX630" fmla="*/ 2435119 w 7467600"/>
              <a:gd name="connsiteY630" fmla="*/ 3080173 h 6858000"/>
              <a:gd name="connsiteX631" fmla="*/ 2410152 w 7467600"/>
              <a:gd name="connsiteY631" fmla="*/ 3063751 h 6858000"/>
              <a:gd name="connsiteX632" fmla="*/ 2408099 w 7467600"/>
              <a:gd name="connsiteY632" fmla="*/ 3064403 h 6858000"/>
              <a:gd name="connsiteX633" fmla="*/ 2407218 w 7467600"/>
              <a:gd name="connsiteY633" fmla="*/ 3070324 h 6858000"/>
              <a:gd name="connsiteX634" fmla="*/ 2380138 w 7467600"/>
              <a:gd name="connsiteY634" fmla="*/ 3099341 h 6858000"/>
              <a:gd name="connsiteX635" fmla="*/ 1765923 w 7467600"/>
              <a:gd name="connsiteY635" fmla="*/ 3581043 h 6858000"/>
              <a:gd name="connsiteX636" fmla="*/ 1702258 w 7467600"/>
              <a:gd name="connsiteY636" fmla="*/ 3612286 h 6858000"/>
              <a:gd name="connsiteX637" fmla="*/ 1538370 w 7467600"/>
              <a:gd name="connsiteY637" fmla="*/ 3811804 h 6858000"/>
              <a:gd name="connsiteX638" fmla="*/ 542867 w 7467600"/>
              <a:gd name="connsiteY638" fmla="*/ 4944092 h 6858000"/>
              <a:gd name="connsiteX639" fmla="*/ 515800 w 7467600"/>
              <a:gd name="connsiteY639" fmla="*/ 4862180 h 6858000"/>
              <a:gd name="connsiteX640" fmla="*/ 909145 w 7467600"/>
              <a:gd name="connsiteY640" fmla="*/ 4199225 h 6858000"/>
              <a:gd name="connsiteX641" fmla="*/ 1214067 w 7467600"/>
              <a:gd name="connsiteY641" fmla="*/ 3908561 h 6858000"/>
              <a:gd name="connsiteX642" fmla="*/ 640967 w 7467600"/>
              <a:gd name="connsiteY642" fmla="*/ 4105601 h 6858000"/>
              <a:gd name="connsiteX643" fmla="*/ 112563 w 7467600"/>
              <a:gd name="connsiteY643" fmla="*/ 4396952 h 6858000"/>
              <a:gd name="connsiteX644" fmla="*/ 0 w 7467600"/>
              <a:gd name="connsiteY644" fmla="*/ 4466006 h 6858000"/>
              <a:gd name="connsiteX645" fmla="*/ 0 w 7467600"/>
              <a:gd name="connsiteY645" fmla="*/ 4233763 h 6858000"/>
              <a:gd name="connsiteX646" fmla="*/ 36881 w 7467600"/>
              <a:gd name="connsiteY646" fmla="*/ 4200118 h 6858000"/>
              <a:gd name="connsiteX647" fmla="*/ 910534 w 7467600"/>
              <a:gd name="connsiteY647" fmla="*/ 3629753 h 6858000"/>
              <a:gd name="connsiteX648" fmla="*/ 1578717 w 7467600"/>
              <a:gd name="connsiteY648" fmla="*/ 3575982 h 6858000"/>
              <a:gd name="connsiteX649" fmla="*/ 2338780 w 7467600"/>
              <a:gd name="connsiteY649" fmla="*/ 3033725 h 6858000"/>
              <a:gd name="connsiteX650" fmla="*/ 1807991 w 7467600"/>
              <a:gd name="connsiteY650" fmla="*/ 2807184 h 6858000"/>
              <a:gd name="connsiteX651" fmla="*/ 1416358 w 7467600"/>
              <a:gd name="connsiteY651" fmla="*/ 3112571 h 6858000"/>
              <a:gd name="connsiteX652" fmla="*/ 939066 w 7467600"/>
              <a:gd name="connsiteY652" fmla="*/ 3378798 h 6858000"/>
              <a:gd name="connsiteX653" fmla="*/ 115099 w 7467600"/>
              <a:gd name="connsiteY653" fmla="*/ 3607650 h 6858000"/>
              <a:gd name="connsiteX654" fmla="*/ 97284 w 7467600"/>
              <a:gd name="connsiteY654" fmla="*/ 3520393 h 6858000"/>
              <a:gd name="connsiteX655" fmla="*/ 922050 w 7467600"/>
              <a:gd name="connsiteY655" fmla="*/ 3074867 h 6858000"/>
              <a:gd name="connsiteX656" fmla="*/ 1405265 w 7467600"/>
              <a:gd name="connsiteY656" fmla="*/ 3016319 h 6858000"/>
              <a:gd name="connsiteX657" fmla="*/ 1407512 w 7467600"/>
              <a:gd name="connsiteY657" fmla="*/ 3018001 h 6858000"/>
              <a:gd name="connsiteX658" fmla="*/ 1726266 w 7467600"/>
              <a:gd name="connsiteY658" fmla="*/ 2777274 h 6858000"/>
              <a:gd name="connsiteX659" fmla="*/ 625390 w 7467600"/>
              <a:gd name="connsiteY659" fmla="*/ 2514541 h 6858000"/>
              <a:gd name="connsiteX660" fmla="*/ 619799 w 7467600"/>
              <a:gd name="connsiteY660" fmla="*/ 2527180 h 6858000"/>
              <a:gd name="connsiteX661" fmla="*/ 310030 w 7467600"/>
              <a:gd name="connsiteY661" fmla="*/ 2771818 h 6858000"/>
              <a:gd name="connsiteX662" fmla="*/ 173877 w 7467600"/>
              <a:gd name="connsiteY662" fmla="*/ 2937056 h 6858000"/>
              <a:gd name="connsiteX663" fmla="*/ 77889 w 7467600"/>
              <a:gd name="connsiteY663" fmla="*/ 3138440 h 6858000"/>
              <a:gd name="connsiteX664" fmla="*/ 0 w 7467600"/>
              <a:gd name="connsiteY664" fmla="*/ 3271395 h 6858000"/>
              <a:gd name="connsiteX665" fmla="*/ 0 w 7467600"/>
              <a:gd name="connsiteY665" fmla="*/ 3153002 h 6858000"/>
              <a:gd name="connsiteX666" fmla="*/ 2386 w 7467600"/>
              <a:gd name="connsiteY666" fmla="*/ 3149203 h 6858000"/>
              <a:gd name="connsiteX667" fmla="*/ 89753 w 7467600"/>
              <a:gd name="connsiteY667" fmla="*/ 2987702 h 6858000"/>
              <a:gd name="connsiteX668" fmla="*/ 76869 w 7467600"/>
              <a:gd name="connsiteY668" fmla="*/ 3005404 h 6858000"/>
              <a:gd name="connsiteX669" fmla="*/ 32049 w 7467600"/>
              <a:gd name="connsiteY669" fmla="*/ 3065814 h 6858000"/>
              <a:gd name="connsiteX670" fmla="*/ 0 w 7467600"/>
              <a:gd name="connsiteY670" fmla="*/ 3108744 h 6858000"/>
              <a:gd name="connsiteX671" fmla="*/ 0 w 7467600"/>
              <a:gd name="connsiteY671" fmla="*/ 3058059 h 6858000"/>
              <a:gd name="connsiteX672" fmla="*/ 7610 w 7467600"/>
              <a:gd name="connsiteY672" fmla="*/ 3047889 h 6858000"/>
              <a:gd name="connsiteX673" fmla="*/ 52419 w 7467600"/>
              <a:gd name="connsiteY673" fmla="*/ 2987479 h 6858000"/>
              <a:gd name="connsiteX674" fmla="*/ 59142 w 7467600"/>
              <a:gd name="connsiteY674" fmla="*/ 2978488 h 6858000"/>
              <a:gd name="connsiteX675" fmla="*/ 0 w 7467600"/>
              <a:gd name="connsiteY675" fmla="*/ 3015334 h 6858000"/>
              <a:gd name="connsiteX676" fmla="*/ 0 w 7467600"/>
              <a:gd name="connsiteY676" fmla="*/ 2914286 h 6858000"/>
              <a:gd name="connsiteX677" fmla="*/ 36383 w 7467600"/>
              <a:gd name="connsiteY677" fmla="*/ 2901128 h 6858000"/>
              <a:gd name="connsiteX678" fmla="*/ 156329 w 7467600"/>
              <a:gd name="connsiteY678" fmla="*/ 2840533 h 6858000"/>
              <a:gd name="connsiteX679" fmla="*/ 358355 w 7467600"/>
              <a:gd name="connsiteY679" fmla="*/ 2620471 h 6858000"/>
              <a:gd name="connsiteX680" fmla="*/ 510577 w 7467600"/>
              <a:gd name="connsiteY680" fmla="*/ 2501244 h 6858000"/>
              <a:gd name="connsiteX681" fmla="*/ 211967 w 7467600"/>
              <a:gd name="connsiteY681" fmla="*/ 2479171 h 6858000"/>
              <a:gd name="connsiteX682" fmla="*/ 0 w 7467600"/>
              <a:gd name="connsiteY682" fmla="*/ 2476398 h 6858000"/>
              <a:gd name="connsiteX683" fmla="*/ 0 w 7467600"/>
              <a:gd name="connsiteY683" fmla="*/ 2389189 h 6858000"/>
              <a:gd name="connsiteX684" fmla="*/ 103062 w 7467600"/>
              <a:gd name="connsiteY684" fmla="*/ 2389518 h 6858000"/>
              <a:gd name="connsiteX685" fmla="*/ 510734 w 7467600"/>
              <a:gd name="connsiteY685" fmla="*/ 2416201 h 6858000"/>
              <a:gd name="connsiteX686" fmla="*/ 279257 w 7467600"/>
              <a:gd name="connsiteY686" fmla="*/ 2092102 h 6858000"/>
              <a:gd name="connsiteX687" fmla="*/ 65265 w 7467600"/>
              <a:gd name="connsiteY687" fmla="*/ 2006049 h 6858000"/>
              <a:gd name="connsiteX688" fmla="*/ 0 w 7467600"/>
              <a:gd name="connsiteY688" fmla="*/ 1982532 h 6858000"/>
              <a:gd name="connsiteX689" fmla="*/ 0 w 7467600"/>
              <a:gd name="connsiteY689" fmla="*/ 1912789 h 6858000"/>
              <a:gd name="connsiteX690" fmla="*/ 97460 w 7467600"/>
              <a:gd name="connsiteY690" fmla="*/ 1953725 h 6858000"/>
              <a:gd name="connsiteX691" fmla="*/ 221272 w 7467600"/>
              <a:gd name="connsiteY691" fmla="*/ 1980766 h 6858000"/>
              <a:gd name="connsiteX692" fmla="*/ 116765 w 7467600"/>
              <a:gd name="connsiteY692" fmla="*/ 1911033 h 6858000"/>
              <a:gd name="connsiteX693" fmla="*/ 16405 w 7467600"/>
              <a:gd name="connsiteY693" fmla="*/ 1803412 h 6858000"/>
              <a:gd name="connsiteX694" fmla="*/ 0 w 7467600"/>
              <a:gd name="connsiteY694" fmla="*/ 1784777 h 6858000"/>
              <a:gd name="connsiteX695" fmla="*/ 0 w 7467600"/>
              <a:gd name="connsiteY695" fmla="*/ 1740082 h 6858000"/>
              <a:gd name="connsiteX696" fmla="*/ 39394 w 7467600"/>
              <a:gd name="connsiteY696" fmla="*/ 1784856 h 6858000"/>
              <a:gd name="connsiteX697" fmla="*/ 135813 w 7467600"/>
              <a:gd name="connsiteY697" fmla="*/ 1888838 h 6858000"/>
              <a:gd name="connsiteX698" fmla="*/ 242575 w 7467600"/>
              <a:gd name="connsiteY698" fmla="*/ 1958841 h 6858000"/>
              <a:gd name="connsiteX699" fmla="*/ 82197 w 7467600"/>
              <a:gd name="connsiteY699" fmla="*/ 1754826 h 6858000"/>
              <a:gd name="connsiteX700" fmla="*/ 0 w 7467600"/>
              <a:gd name="connsiteY700" fmla="*/ 1679650 h 6858000"/>
              <a:gd name="connsiteX701" fmla="*/ 0 w 7467600"/>
              <a:gd name="connsiteY701" fmla="*/ 1602463 h 6858000"/>
              <a:gd name="connsiteX702" fmla="*/ 84689 w 7467600"/>
              <a:gd name="connsiteY702" fmla="*/ 1677442 h 6858000"/>
              <a:gd name="connsiteX703" fmla="*/ 298437 w 7467600"/>
              <a:gd name="connsiteY703" fmla="*/ 1968019 h 6858000"/>
              <a:gd name="connsiteX704" fmla="*/ 227269 w 7467600"/>
              <a:gd name="connsiteY704" fmla="*/ 1114064 h 6858000"/>
              <a:gd name="connsiteX705" fmla="*/ 248003 w 7467600"/>
              <a:gd name="connsiteY705" fmla="*/ 1089613 h 6858000"/>
              <a:gd name="connsiteX706" fmla="*/ 427020 w 7467600"/>
              <a:gd name="connsiteY706" fmla="*/ 1619803 h 6858000"/>
              <a:gd name="connsiteX707" fmla="*/ 340345 w 7467600"/>
              <a:gd name="connsiteY707" fmla="*/ 2027739 h 6858000"/>
              <a:gd name="connsiteX708" fmla="*/ 360865 w 7467600"/>
              <a:gd name="connsiteY708" fmla="*/ 2044827 h 6858000"/>
              <a:gd name="connsiteX709" fmla="*/ 560414 w 7467600"/>
              <a:gd name="connsiteY709" fmla="*/ 2421457 h 6858000"/>
              <a:gd name="connsiteX710" fmla="*/ 1359703 w 7467600"/>
              <a:gd name="connsiteY710" fmla="*/ 2578554 h 6858000"/>
              <a:gd name="connsiteX711" fmla="*/ 1359422 w 7467600"/>
              <a:gd name="connsiteY711" fmla="*/ 2577994 h 6858000"/>
              <a:gd name="connsiteX712" fmla="*/ 828701 w 7467600"/>
              <a:gd name="connsiteY712" fmla="*/ 1839520 h 6858000"/>
              <a:gd name="connsiteX713" fmla="*/ 494427 w 7467600"/>
              <a:gd name="connsiteY713" fmla="*/ 1092333 h 6858000"/>
              <a:gd name="connsiteX714" fmla="*/ 506322 w 7467600"/>
              <a:gd name="connsiteY714" fmla="*/ 1020997 h 6858000"/>
              <a:gd name="connsiteX715" fmla="*/ 4570198 w 7467600"/>
              <a:gd name="connsiteY715" fmla="*/ 978081 h 6858000"/>
              <a:gd name="connsiteX716" fmla="*/ 4523691 w 7467600"/>
              <a:gd name="connsiteY716" fmla="*/ 1127776 h 6858000"/>
              <a:gd name="connsiteX717" fmla="*/ 4509875 w 7467600"/>
              <a:gd name="connsiteY717" fmla="*/ 1167552 h 6858000"/>
              <a:gd name="connsiteX718" fmla="*/ 4478168 w 7467600"/>
              <a:gd name="connsiteY718" fmla="*/ 1260735 h 6858000"/>
              <a:gd name="connsiteX719" fmla="*/ 4409309 w 7467600"/>
              <a:gd name="connsiteY719" fmla="*/ 1666996 h 6858000"/>
              <a:gd name="connsiteX720" fmla="*/ 4370031 w 7467600"/>
              <a:gd name="connsiteY720" fmla="*/ 1955666 h 6858000"/>
              <a:gd name="connsiteX721" fmla="*/ 4570198 w 7467600"/>
              <a:gd name="connsiteY721" fmla="*/ 978081 h 6858000"/>
              <a:gd name="connsiteX722" fmla="*/ 4557898 w 7467600"/>
              <a:gd name="connsiteY722" fmla="*/ 900011 h 6858000"/>
              <a:gd name="connsiteX723" fmla="*/ 4344840 w 7467600"/>
              <a:gd name="connsiteY723" fmla="*/ 1922038 h 6858000"/>
              <a:gd name="connsiteX724" fmla="*/ 4378710 w 7467600"/>
              <a:gd name="connsiteY724" fmla="*/ 1665516 h 6858000"/>
              <a:gd name="connsiteX725" fmla="*/ 4448798 w 7467600"/>
              <a:gd name="connsiteY725" fmla="*/ 1253024 h 6858000"/>
              <a:gd name="connsiteX726" fmla="*/ 4480315 w 7467600"/>
              <a:gd name="connsiteY726" fmla="*/ 1158454 h 6858000"/>
              <a:gd name="connsiteX727" fmla="*/ 4494133 w 7467600"/>
              <a:gd name="connsiteY727" fmla="*/ 1118676 h 6858000"/>
              <a:gd name="connsiteX728" fmla="*/ 4557898 w 7467600"/>
              <a:gd name="connsiteY728" fmla="*/ 900011 h 6858000"/>
              <a:gd name="connsiteX729" fmla="*/ 5870151 w 7467600"/>
              <a:gd name="connsiteY729" fmla="*/ 898890 h 6858000"/>
              <a:gd name="connsiteX730" fmla="*/ 5861335 w 7467600"/>
              <a:gd name="connsiteY730" fmla="*/ 899177 h 6858000"/>
              <a:gd name="connsiteX731" fmla="*/ 5843702 w 7467600"/>
              <a:gd name="connsiteY731" fmla="*/ 899748 h 6858000"/>
              <a:gd name="connsiteX732" fmla="*/ 5651107 w 7467600"/>
              <a:gd name="connsiteY732" fmla="*/ 920306 h 6858000"/>
              <a:gd name="connsiteX733" fmla="*/ 5459407 w 7467600"/>
              <a:gd name="connsiteY733" fmla="*/ 940975 h 6858000"/>
              <a:gd name="connsiteX734" fmla="*/ 5374846 w 7467600"/>
              <a:gd name="connsiteY734" fmla="*/ 941988 h 6858000"/>
              <a:gd name="connsiteX735" fmla="*/ 5256105 w 7467600"/>
              <a:gd name="connsiteY735" fmla="*/ 945632 h 6858000"/>
              <a:gd name="connsiteX736" fmla="*/ 5107071 w 7467600"/>
              <a:gd name="connsiteY736" fmla="*/ 969720 h 6858000"/>
              <a:gd name="connsiteX737" fmla="*/ 4998681 w 7467600"/>
              <a:gd name="connsiteY737" fmla="*/ 988771 h 6858000"/>
              <a:gd name="connsiteX738" fmla="*/ 5870151 w 7467600"/>
              <a:gd name="connsiteY738" fmla="*/ 898890 h 6858000"/>
              <a:gd name="connsiteX739" fmla="*/ 5504425 w 7467600"/>
              <a:gd name="connsiteY739" fmla="*/ 848067 h 6858000"/>
              <a:gd name="connsiteX740" fmla="*/ 4968849 w 7467600"/>
              <a:gd name="connsiteY740" fmla="*/ 962318 h 6858000"/>
              <a:gd name="connsiteX741" fmla="*/ 5104039 w 7467600"/>
              <a:gd name="connsiteY741" fmla="*/ 940634 h 6858000"/>
              <a:gd name="connsiteX742" fmla="*/ 5256311 w 7467600"/>
              <a:gd name="connsiteY742" fmla="*/ 916490 h 6858000"/>
              <a:gd name="connsiteX743" fmla="*/ 5377381 w 7467600"/>
              <a:gd name="connsiteY743" fmla="*/ 912671 h 6858000"/>
              <a:gd name="connsiteX744" fmla="*/ 5460148 w 7467600"/>
              <a:gd name="connsiteY744" fmla="*/ 911442 h 6858000"/>
              <a:gd name="connsiteX745" fmla="*/ 5648971 w 7467600"/>
              <a:gd name="connsiteY745" fmla="*/ 891331 h 6858000"/>
              <a:gd name="connsiteX746" fmla="*/ 5844807 w 7467600"/>
              <a:gd name="connsiteY746" fmla="*/ 870718 h 6858000"/>
              <a:gd name="connsiteX747" fmla="*/ 5862975 w 7467600"/>
              <a:gd name="connsiteY747" fmla="*/ 869756 h 6858000"/>
              <a:gd name="connsiteX748" fmla="*/ 5920887 w 7467600"/>
              <a:gd name="connsiteY748" fmla="*/ 865929 h 6858000"/>
              <a:gd name="connsiteX749" fmla="*/ 5504425 w 7467600"/>
              <a:gd name="connsiteY749" fmla="*/ 848067 h 6858000"/>
              <a:gd name="connsiteX750" fmla="*/ 3607114 w 7467600"/>
              <a:gd name="connsiteY750" fmla="*/ 467441 h 6858000"/>
              <a:gd name="connsiteX751" fmla="*/ 3296242 w 7467600"/>
              <a:gd name="connsiteY751" fmla="*/ 807991 h 6858000"/>
              <a:gd name="connsiteX752" fmla="*/ 3174674 w 7467600"/>
              <a:gd name="connsiteY752" fmla="*/ 919759 h 6858000"/>
              <a:gd name="connsiteX753" fmla="*/ 3042978 w 7467600"/>
              <a:gd name="connsiteY753" fmla="*/ 1054894 h 6858000"/>
              <a:gd name="connsiteX754" fmla="*/ 2968914 w 7467600"/>
              <a:gd name="connsiteY754" fmla="*/ 1133756 h 6858000"/>
              <a:gd name="connsiteX755" fmla="*/ 3103823 w 7467600"/>
              <a:gd name="connsiteY755" fmla="*/ 1026814 h 6858000"/>
              <a:gd name="connsiteX756" fmla="*/ 3607114 w 7467600"/>
              <a:gd name="connsiteY756" fmla="*/ 467441 h 6858000"/>
              <a:gd name="connsiteX757" fmla="*/ 3744487 w 7467600"/>
              <a:gd name="connsiteY757" fmla="*/ 383136 h 6858000"/>
              <a:gd name="connsiteX758" fmla="*/ 3970213 w 7467600"/>
              <a:gd name="connsiteY758" fmla="*/ 995559 h 6858000"/>
              <a:gd name="connsiteX759" fmla="*/ 3744487 w 7467600"/>
              <a:gd name="connsiteY759" fmla="*/ 383136 h 6858000"/>
              <a:gd name="connsiteX760" fmla="*/ 3624562 w 7467600"/>
              <a:gd name="connsiteY760" fmla="*/ 367041 h 6858000"/>
              <a:gd name="connsiteX761" fmla="*/ 3489712 w 7467600"/>
              <a:gd name="connsiteY761" fmla="*/ 485386 h 6858000"/>
              <a:gd name="connsiteX762" fmla="*/ 3182994 w 7467600"/>
              <a:gd name="connsiteY762" fmla="*/ 828265 h 6858000"/>
              <a:gd name="connsiteX763" fmla="*/ 2892114 w 7467600"/>
              <a:gd name="connsiteY763" fmla="*/ 1172635 h 6858000"/>
              <a:gd name="connsiteX764" fmla="*/ 3021459 w 7467600"/>
              <a:gd name="connsiteY764" fmla="*/ 1035385 h 6858000"/>
              <a:gd name="connsiteX765" fmla="*/ 3153873 w 7467600"/>
              <a:gd name="connsiteY765" fmla="*/ 898971 h 6858000"/>
              <a:gd name="connsiteX766" fmla="*/ 3276511 w 7467600"/>
              <a:gd name="connsiteY766" fmla="*/ 786423 h 6858000"/>
              <a:gd name="connsiteX767" fmla="*/ 3584154 w 7467600"/>
              <a:gd name="connsiteY767" fmla="*/ 448218 h 6858000"/>
              <a:gd name="connsiteX768" fmla="*/ 3624562 w 7467600"/>
              <a:gd name="connsiteY768" fmla="*/ 367041 h 6858000"/>
              <a:gd name="connsiteX769" fmla="*/ 3766672 w 7467600"/>
              <a:gd name="connsiteY769" fmla="*/ 359429 h 6858000"/>
              <a:gd name="connsiteX770" fmla="*/ 3996338 w 7467600"/>
              <a:gd name="connsiteY770" fmla="*/ 968237 h 6858000"/>
              <a:gd name="connsiteX771" fmla="*/ 3766672 w 7467600"/>
              <a:gd name="connsiteY771" fmla="*/ 359429 h 6858000"/>
              <a:gd name="connsiteX772" fmla="*/ 5805386 w 7467600"/>
              <a:gd name="connsiteY772" fmla="*/ 239240 h 6858000"/>
              <a:gd name="connsiteX773" fmla="*/ 5736947 w 7467600"/>
              <a:gd name="connsiteY773" fmla="*/ 261367 h 6858000"/>
              <a:gd name="connsiteX774" fmla="*/ 5427012 w 7467600"/>
              <a:gd name="connsiteY774" fmla="*/ 311272 h 6858000"/>
              <a:gd name="connsiteX775" fmla="*/ 5147818 w 7467600"/>
              <a:gd name="connsiteY775" fmla="*/ 322112 h 6858000"/>
              <a:gd name="connsiteX776" fmla="*/ 5060854 w 7467600"/>
              <a:gd name="connsiteY776" fmla="*/ 311882 h 6858000"/>
              <a:gd name="connsiteX777" fmla="*/ 4945989 w 7467600"/>
              <a:gd name="connsiteY777" fmla="*/ 300516 h 6858000"/>
              <a:gd name="connsiteX778" fmla="*/ 5410479 w 7467600"/>
              <a:gd name="connsiteY778" fmla="*/ 348434 h 6858000"/>
              <a:gd name="connsiteX779" fmla="*/ 5805386 w 7467600"/>
              <a:gd name="connsiteY779" fmla="*/ 239240 h 6858000"/>
              <a:gd name="connsiteX780" fmla="*/ 5905192 w 7467600"/>
              <a:gd name="connsiteY780" fmla="*/ 163079 h 6858000"/>
              <a:gd name="connsiteX781" fmla="*/ 5865655 w 7467600"/>
              <a:gd name="connsiteY781" fmla="*/ 171901 h 6858000"/>
              <a:gd name="connsiteX782" fmla="*/ 5259740 w 7467600"/>
              <a:gd name="connsiteY782" fmla="*/ 257013 h 6858000"/>
              <a:gd name="connsiteX783" fmla="*/ 5208466 w 7467600"/>
              <a:gd name="connsiteY783" fmla="*/ 257550 h 6858000"/>
              <a:gd name="connsiteX784" fmla="*/ 4980204 w 7467600"/>
              <a:gd name="connsiteY784" fmla="*/ 271903 h 6858000"/>
              <a:gd name="connsiteX785" fmla="*/ 5068068 w 7467600"/>
              <a:gd name="connsiteY785" fmla="*/ 282244 h 6858000"/>
              <a:gd name="connsiteX786" fmla="*/ 5153231 w 7467600"/>
              <a:gd name="connsiteY786" fmla="*/ 292240 h 6858000"/>
              <a:gd name="connsiteX787" fmla="*/ 5426491 w 7467600"/>
              <a:gd name="connsiteY787" fmla="*/ 281128 h 6858000"/>
              <a:gd name="connsiteX788" fmla="*/ 5731212 w 7467600"/>
              <a:gd name="connsiteY788" fmla="*/ 231951 h 6858000"/>
              <a:gd name="connsiteX789" fmla="*/ 5905192 w 7467600"/>
              <a:gd name="connsiteY789" fmla="*/ 163079 h 6858000"/>
              <a:gd name="connsiteX790" fmla="*/ 5944437 w 7467600"/>
              <a:gd name="connsiteY790" fmla="*/ 113829 h 6858000"/>
              <a:gd name="connsiteX791" fmla="*/ 5825032 w 7467600"/>
              <a:gd name="connsiteY791" fmla="*/ 146405 h 6858000"/>
              <a:gd name="connsiteX792" fmla="*/ 4955599 w 7467600"/>
              <a:gd name="connsiteY792" fmla="*/ 247008 h 6858000"/>
              <a:gd name="connsiteX793" fmla="*/ 5210104 w 7467600"/>
              <a:gd name="connsiteY793" fmla="*/ 228123 h 6858000"/>
              <a:gd name="connsiteX794" fmla="*/ 5261015 w 7467600"/>
              <a:gd name="connsiteY794" fmla="*/ 227087 h 6858000"/>
              <a:gd name="connsiteX795" fmla="*/ 5861181 w 7467600"/>
              <a:gd name="connsiteY795" fmla="*/ 143093 h 6858000"/>
              <a:gd name="connsiteX796" fmla="*/ 5961252 w 7467600"/>
              <a:gd name="connsiteY796" fmla="*/ 114820 h 6858000"/>
              <a:gd name="connsiteX797" fmla="*/ 5944437 w 7467600"/>
              <a:gd name="connsiteY797" fmla="*/ 113829 h 6858000"/>
              <a:gd name="connsiteX798" fmla="*/ 3882765 w 7467600"/>
              <a:gd name="connsiteY798" fmla="*/ 0 h 6858000"/>
              <a:gd name="connsiteX799" fmla="*/ 3995099 w 7467600"/>
              <a:gd name="connsiteY799" fmla="*/ 0 h 6858000"/>
              <a:gd name="connsiteX800" fmla="*/ 4163818 w 7467600"/>
              <a:gd name="connsiteY800" fmla="*/ 234104 h 6858000"/>
              <a:gd name="connsiteX801" fmla="*/ 4172099 w 7467600"/>
              <a:gd name="connsiteY801" fmla="*/ 234207 h 6858000"/>
              <a:gd name="connsiteX802" fmla="*/ 4784282 w 7467600"/>
              <a:gd name="connsiteY802" fmla="*/ 276561 h 6858000"/>
              <a:gd name="connsiteX803" fmla="*/ 4801687 w 7467600"/>
              <a:gd name="connsiteY803" fmla="*/ 267764 h 6858000"/>
              <a:gd name="connsiteX804" fmla="*/ 6082788 w 7467600"/>
              <a:gd name="connsiteY804" fmla="*/ 64119 h 6858000"/>
              <a:gd name="connsiteX805" fmla="*/ 6099442 w 7467600"/>
              <a:gd name="connsiteY805" fmla="*/ 82568 h 6858000"/>
              <a:gd name="connsiteX806" fmla="*/ 4804137 w 7467600"/>
              <a:gd name="connsiteY806" fmla="*/ 320931 h 6858000"/>
              <a:gd name="connsiteX807" fmla="*/ 4227047 w 7467600"/>
              <a:gd name="connsiteY807" fmla="*/ 313415 h 6858000"/>
              <a:gd name="connsiteX808" fmla="*/ 4346041 w 7467600"/>
              <a:gd name="connsiteY808" fmla="*/ 456086 h 6858000"/>
              <a:gd name="connsiteX809" fmla="*/ 4870967 w 7467600"/>
              <a:gd name="connsiteY809" fmla="*/ 963061 h 6858000"/>
              <a:gd name="connsiteX810" fmla="*/ 4889647 w 7467600"/>
              <a:gd name="connsiteY810" fmla="*/ 957147 h 6858000"/>
              <a:gd name="connsiteX811" fmla="*/ 5422504 w 7467600"/>
              <a:gd name="connsiteY811" fmla="*/ 805191 h 6858000"/>
              <a:gd name="connsiteX812" fmla="*/ 6087656 w 7467600"/>
              <a:gd name="connsiteY812" fmla="*/ 826703 h 6858000"/>
              <a:gd name="connsiteX813" fmla="*/ 6058717 w 7467600"/>
              <a:gd name="connsiteY813" fmla="*/ 865992 h 6858000"/>
              <a:gd name="connsiteX814" fmla="*/ 4974153 w 7467600"/>
              <a:gd name="connsiteY814" fmla="*/ 1045456 h 6858000"/>
              <a:gd name="connsiteX815" fmla="*/ 5627835 w 7467600"/>
              <a:gd name="connsiteY815" fmla="*/ 1472077 h 6858000"/>
              <a:gd name="connsiteX816" fmla="*/ 5629817 w 7467600"/>
              <a:gd name="connsiteY816" fmla="*/ 1471412 h 6858000"/>
              <a:gd name="connsiteX817" fmla="*/ 5634124 w 7467600"/>
              <a:gd name="connsiteY817" fmla="*/ 1470572 h 6858000"/>
              <a:gd name="connsiteX818" fmla="*/ 5755832 w 7467600"/>
              <a:gd name="connsiteY818" fmla="*/ 1383886 h 6858000"/>
              <a:gd name="connsiteX819" fmla="*/ 6014186 w 7467600"/>
              <a:gd name="connsiteY819" fmla="*/ 1279799 h 6858000"/>
              <a:gd name="connsiteX820" fmla="*/ 6901619 w 7467600"/>
              <a:gd name="connsiteY820" fmla="*/ 1047874 h 6858000"/>
              <a:gd name="connsiteX821" fmla="*/ 6931566 w 7467600"/>
              <a:gd name="connsiteY821" fmla="*/ 1062034 h 6858000"/>
              <a:gd name="connsiteX822" fmla="*/ 5790982 w 7467600"/>
              <a:gd name="connsiteY822" fmla="*/ 1561380 h 6858000"/>
              <a:gd name="connsiteX823" fmla="*/ 6188971 w 7467600"/>
              <a:gd name="connsiteY823" fmla="*/ 1755168 h 6858000"/>
              <a:gd name="connsiteX824" fmla="*/ 6202446 w 7467600"/>
              <a:gd name="connsiteY824" fmla="*/ 1752268 h 6858000"/>
              <a:gd name="connsiteX825" fmla="*/ 7179560 w 7467600"/>
              <a:gd name="connsiteY825" fmla="*/ 1467551 h 6858000"/>
              <a:gd name="connsiteX826" fmla="*/ 7158730 w 7467600"/>
              <a:gd name="connsiteY826" fmla="*/ 1507835 h 6858000"/>
              <a:gd name="connsiteX827" fmla="*/ 6326959 w 7467600"/>
              <a:gd name="connsiteY827" fmla="*/ 1817686 h 6858000"/>
              <a:gd name="connsiteX828" fmla="*/ 6537433 w 7467600"/>
              <a:gd name="connsiteY828" fmla="*/ 1907790 h 6858000"/>
              <a:gd name="connsiteX829" fmla="*/ 6550221 w 7467600"/>
              <a:gd name="connsiteY829" fmla="*/ 1910729 h 6858000"/>
              <a:gd name="connsiteX830" fmla="*/ 6964438 w 7467600"/>
              <a:gd name="connsiteY830" fmla="*/ 2209505 h 6858000"/>
              <a:gd name="connsiteX831" fmla="*/ 7367862 w 7467600"/>
              <a:gd name="connsiteY831" fmla="*/ 2806833 h 6858000"/>
              <a:gd name="connsiteX832" fmla="*/ 7364329 w 7467600"/>
              <a:gd name="connsiteY832" fmla="*/ 2826907 h 6858000"/>
              <a:gd name="connsiteX833" fmla="*/ 7290545 w 7467600"/>
              <a:gd name="connsiteY833" fmla="*/ 2850663 h 6858000"/>
              <a:gd name="connsiteX834" fmla="*/ 6472036 w 7467600"/>
              <a:gd name="connsiteY834" fmla="*/ 1959003 h 6858000"/>
              <a:gd name="connsiteX835" fmla="*/ 5792897 w 7467600"/>
              <a:gd name="connsiteY835" fmla="*/ 1647747 h 6858000"/>
              <a:gd name="connsiteX836" fmla="*/ 5842751 w 7467600"/>
              <a:gd name="connsiteY836" fmla="*/ 1816112 h 6858000"/>
              <a:gd name="connsiteX837" fmla="*/ 5847424 w 7467600"/>
              <a:gd name="connsiteY837" fmla="*/ 1815776 h 6858000"/>
              <a:gd name="connsiteX838" fmla="*/ 6399821 w 7467600"/>
              <a:gd name="connsiteY838" fmla="*/ 2344799 h 6858000"/>
              <a:gd name="connsiteX839" fmla="*/ 6323232 w 7467600"/>
              <a:gd name="connsiteY839" fmla="*/ 2389634 h 6858000"/>
              <a:gd name="connsiteX840" fmla="*/ 5942958 w 7467600"/>
              <a:gd name="connsiteY840" fmla="*/ 2077708 h 6858000"/>
              <a:gd name="connsiteX841" fmla="*/ 5921559 w 7467600"/>
              <a:gd name="connsiteY841" fmla="*/ 2378596 h 6858000"/>
              <a:gd name="connsiteX842" fmla="*/ 5817651 w 7467600"/>
              <a:gd name="connsiteY842" fmla="*/ 3023919 h 6858000"/>
              <a:gd name="connsiteX843" fmla="*/ 5729634 w 7467600"/>
              <a:gd name="connsiteY843" fmla="*/ 3051849 h 6858000"/>
              <a:gd name="connsiteX844" fmla="*/ 5611018 w 7467600"/>
              <a:gd name="connsiteY844" fmla="*/ 2316769 h 6858000"/>
              <a:gd name="connsiteX845" fmla="*/ 5687608 w 7467600"/>
              <a:gd name="connsiteY845" fmla="*/ 2039972 h 6858000"/>
              <a:gd name="connsiteX846" fmla="*/ 5657554 w 7467600"/>
              <a:gd name="connsiteY846" fmla="*/ 1576445 h 6858000"/>
              <a:gd name="connsiteX847" fmla="*/ 5150475 w 7467600"/>
              <a:gd name="connsiteY847" fmla="*/ 1274012 h 6858000"/>
              <a:gd name="connsiteX848" fmla="*/ 5349142 w 7467600"/>
              <a:gd name="connsiteY848" fmla="*/ 2204405 h 6858000"/>
              <a:gd name="connsiteX849" fmla="*/ 5262214 w 7467600"/>
              <a:gd name="connsiteY849" fmla="*/ 2233836 h 6858000"/>
              <a:gd name="connsiteX850" fmla="*/ 4981539 w 7467600"/>
              <a:gd name="connsiteY850" fmla="*/ 1542201 h 6858000"/>
              <a:gd name="connsiteX851" fmla="*/ 4958461 w 7467600"/>
              <a:gd name="connsiteY851" fmla="*/ 1136957 h 6858000"/>
              <a:gd name="connsiteX852" fmla="*/ 4655015 w 7467600"/>
              <a:gd name="connsiteY852" fmla="*/ 891426 h 6858000"/>
              <a:gd name="connsiteX853" fmla="*/ 4348002 w 7467600"/>
              <a:gd name="connsiteY853" fmla="*/ 2205895 h 6858000"/>
              <a:gd name="connsiteX854" fmla="*/ 4262250 w 7467600"/>
              <a:gd name="connsiteY854" fmla="*/ 2219972 h 6858000"/>
              <a:gd name="connsiteX855" fmla="*/ 4550611 w 7467600"/>
              <a:gd name="connsiteY855" fmla="*/ 817540 h 6858000"/>
              <a:gd name="connsiteX856" fmla="*/ 4564418 w 7467600"/>
              <a:gd name="connsiteY856" fmla="*/ 808293 h 6858000"/>
              <a:gd name="connsiteX857" fmla="*/ 4266388 w 7467600"/>
              <a:gd name="connsiteY857" fmla="*/ 500083 h 6858000"/>
              <a:gd name="connsiteX858" fmla="*/ 4032842 w 7467600"/>
              <a:gd name="connsiteY858" fmla="*/ 211809 h 6858000"/>
              <a:gd name="connsiteX859" fmla="*/ 3882765 w 7467600"/>
              <a:gd name="connsiteY859" fmla="*/ 0 h 6858000"/>
              <a:gd name="connsiteX860" fmla="*/ 3721337 w 7467600"/>
              <a:gd name="connsiteY860" fmla="*/ 0 h 6858000"/>
              <a:gd name="connsiteX861" fmla="*/ 3797544 w 7467600"/>
              <a:gd name="connsiteY861" fmla="*/ 0 h 6858000"/>
              <a:gd name="connsiteX862" fmla="*/ 3775734 w 7467600"/>
              <a:gd name="connsiteY862" fmla="*/ 95131 h 6858000"/>
              <a:gd name="connsiteX863" fmla="*/ 3724807 w 7467600"/>
              <a:gd name="connsiteY863" fmla="*/ 272257 h 6858000"/>
              <a:gd name="connsiteX864" fmla="*/ 3726844 w 7467600"/>
              <a:gd name="connsiteY864" fmla="*/ 282988 h 6858000"/>
              <a:gd name="connsiteX865" fmla="*/ 3742664 w 7467600"/>
              <a:gd name="connsiteY865" fmla="*/ 279918 h 6858000"/>
              <a:gd name="connsiteX866" fmla="*/ 4103910 w 7467600"/>
              <a:gd name="connsiteY866" fmla="*/ 1161917 h 6858000"/>
              <a:gd name="connsiteX867" fmla="*/ 4020269 w 7467600"/>
              <a:gd name="connsiteY867" fmla="*/ 1200406 h 6858000"/>
              <a:gd name="connsiteX868" fmla="*/ 3674882 w 7467600"/>
              <a:gd name="connsiteY868" fmla="*/ 488524 h 6858000"/>
              <a:gd name="connsiteX869" fmla="*/ 3132682 w 7467600"/>
              <a:gd name="connsiteY869" fmla="*/ 1072284 h 6858000"/>
              <a:gd name="connsiteX870" fmla="*/ 2716346 w 7467600"/>
              <a:gd name="connsiteY870" fmla="*/ 1276376 h 6858000"/>
              <a:gd name="connsiteX871" fmla="*/ 2716772 w 7467600"/>
              <a:gd name="connsiteY871" fmla="*/ 1255462 h 6858000"/>
              <a:gd name="connsiteX872" fmla="*/ 3471096 w 7467600"/>
              <a:gd name="connsiteY872" fmla="*/ 437072 h 6858000"/>
              <a:gd name="connsiteX873" fmla="*/ 3639057 w 7467600"/>
              <a:gd name="connsiteY873" fmla="*/ 286334 h 6858000"/>
              <a:gd name="connsiteX874" fmla="*/ 3640309 w 7467600"/>
              <a:gd name="connsiteY874" fmla="*/ 284664 h 6858000"/>
              <a:gd name="connsiteX875" fmla="*/ 3646022 w 7467600"/>
              <a:gd name="connsiteY875" fmla="*/ 276711 h 6858000"/>
              <a:gd name="connsiteX876" fmla="*/ 3707943 w 7467600"/>
              <a:gd name="connsiteY876" fmla="*/ 65958 h 6858000"/>
              <a:gd name="connsiteX877" fmla="*/ 3721337 w 7467600"/>
              <a:gd name="connsiteY877" fmla="*/ 0 h 6858000"/>
              <a:gd name="connsiteX878" fmla="*/ 2867960 w 7467600"/>
              <a:gd name="connsiteY878" fmla="*/ 0 h 6858000"/>
              <a:gd name="connsiteX879" fmla="*/ 2926351 w 7467600"/>
              <a:gd name="connsiteY879" fmla="*/ 0 h 6858000"/>
              <a:gd name="connsiteX880" fmla="*/ 2902823 w 7467600"/>
              <a:gd name="connsiteY880" fmla="*/ 262929 h 6858000"/>
              <a:gd name="connsiteX881" fmla="*/ 2940663 w 7467600"/>
              <a:gd name="connsiteY881" fmla="*/ 140884 h 6858000"/>
              <a:gd name="connsiteX882" fmla="*/ 2947039 w 7467600"/>
              <a:gd name="connsiteY882" fmla="*/ 122524 h 6858000"/>
              <a:gd name="connsiteX883" fmla="*/ 2984316 w 7467600"/>
              <a:gd name="connsiteY883" fmla="*/ 0 h 6858000"/>
              <a:gd name="connsiteX884" fmla="*/ 3016114 w 7467600"/>
              <a:gd name="connsiteY884" fmla="*/ 0 h 6858000"/>
              <a:gd name="connsiteX885" fmla="*/ 2979949 w 7467600"/>
              <a:gd name="connsiteY885" fmla="*/ 119274 h 6858000"/>
              <a:gd name="connsiteX886" fmla="*/ 3023879 w 7467600"/>
              <a:gd name="connsiteY886" fmla="*/ 0 h 6858000"/>
              <a:gd name="connsiteX887" fmla="*/ 3105400 w 7467600"/>
              <a:gd name="connsiteY887" fmla="*/ 0 h 6858000"/>
              <a:gd name="connsiteX888" fmla="*/ 3094669 w 7467600"/>
              <a:gd name="connsiteY888" fmla="*/ 30308 h 6858000"/>
              <a:gd name="connsiteX889" fmla="*/ 2901945 w 7467600"/>
              <a:gd name="connsiteY889" fmla="*/ 466538 h 6858000"/>
              <a:gd name="connsiteX890" fmla="*/ 2815209 w 7467600"/>
              <a:gd name="connsiteY890" fmla="*/ 497361 h 6858000"/>
              <a:gd name="connsiteX891" fmla="*/ 2844845 w 7467600"/>
              <a:gd name="connsiteY891" fmla="*/ 127638 h 6858000"/>
              <a:gd name="connsiteX892" fmla="*/ 2867960 w 7467600"/>
              <a:gd name="connsiteY892" fmla="*/ 0 h 6858000"/>
              <a:gd name="connsiteX893" fmla="*/ 1057230 w 7467600"/>
              <a:gd name="connsiteY893" fmla="*/ 0 h 6858000"/>
              <a:gd name="connsiteX894" fmla="*/ 1111003 w 7467600"/>
              <a:gd name="connsiteY894" fmla="*/ 0 h 6858000"/>
              <a:gd name="connsiteX895" fmla="*/ 1125553 w 7467600"/>
              <a:gd name="connsiteY895" fmla="*/ 52588 h 6858000"/>
              <a:gd name="connsiteX896" fmla="*/ 1304276 w 7467600"/>
              <a:gd name="connsiteY896" fmla="*/ 476275 h 6858000"/>
              <a:gd name="connsiteX897" fmla="*/ 1492066 w 7467600"/>
              <a:gd name="connsiteY897" fmla="*/ 886333 h 6858000"/>
              <a:gd name="connsiteX898" fmla="*/ 1423698 w 7467600"/>
              <a:gd name="connsiteY898" fmla="*/ 710817 h 6858000"/>
              <a:gd name="connsiteX899" fmla="*/ 1357609 w 7467600"/>
              <a:gd name="connsiteY899" fmla="*/ 532892 h 6858000"/>
              <a:gd name="connsiteX900" fmla="*/ 1309550 w 7467600"/>
              <a:gd name="connsiteY900" fmla="*/ 374031 h 6858000"/>
              <a:gd name="connsiteX901" fmla="*/ 1193673 w 7467600"/>
              <a:gd name="connsiteY901" fmla="*/ 49533 h 6858000"/>
              <a:gd name="connsiteX902" fmla="*/ 1164391 w 7467600"/>
              <a:gd name="connsiteY902" fmla="*/ 0 h 6858000"/>
              <a:gd name="connsiteX903" fmla="*/ 1200666 w 7467600"/>
              <a:gd name="connsiteY903" fmla="*/ 0 h 6858000"/>
              <a:gd name="connsiteX904" fmla="*/ 1223408 w 7467600"/>
              <a:gd name="connsiteY904" fmla="*/ 38996 h 6858000"/>
              <a:gd name="connsiteX905" fmla="*/ 1339635 w 7467600"/>
              <a:gd name="connsiteY905" fmla="*/ 365517 h 6858000"/>
              <a:gd name="connsiteX906" fmla="*/ 1387469 w 7467600"/>
              <a:gd name="connsiteY906" fmla="*/ 523079 h 6858000"/>
              <a:gd name="connsiteX907" fmla="*/ 1452685 w 7467600"/>
              <a:gd name="connsiteY907" fmla="*/ 699806 h 6858000"/>
              <a:gd name="connsiteX908" fmla="*/ 1492092 w 7467600"/>
              <a:gd name="connsiteY908" fmla="*/ 800424 h 6858000"/>
              <a:gd name="connsiteX909" fmla="*/ 1455302 w 7467600"/>
              <a:gd name="connsiteY909" fmla="*/ 632913 h 6858000"/>
              <a:gd name="connsiteX910" fmla="*/ 1222336 w 7467600"/>
              <a:gd name="connsiteY910" fmla="*/ 9480 h 6858000"/>
              <a:gd name="connsiteX911" fmla="*/ 1214634 w 7467600"/>
              <a:gd name="connsiteY911" fmla="*/ 0 h 6858000"/>
              <a:gd name="connsiteX912" fmla="*/ 1289827 w 7467600"/>
              <a:gd name="connsiteY912" fmla="*/ 0 h 6858000"/>
              <a:gd name="connsiteX913" fmla="*/ 1321076 w 7467600"/>
              <a:gd name="connsiteY913" fmla="*/ 59722 h 6858000"/>
              <a:gd name="connsiteX914" fmla="*/ 1512579 w 7467600"/>
              <a:gd name="connsiteY914" fmla="*/ 626441 h 6858000"/>
              <a:gd name="connsiteX915" fmla="*/ 1506076 w 7467600"/>
              <a:gd name="connsiteY915" fmla="*/ 1089289 h 6858000"/>
              <a:gd name="connsiteX916" fmla="*/ 1486346 w 7467600"/>
              <a:gd name="connsiteY916" fmla="*/ 1079919 h 6858000"/>
              <a:gd name="connsiteX917" fmla="*/ 1070511 w 7467600"/>
              <a:gd name="connsiteY917" fmla="*/ 48609 h 6858000"/>
              <a:gd name="connsiteX918" fmla="*/ 1057230 w 7467600"/>
              <a:gd name="connsiteY918" fmla="*/ 0 h 6858000"/>
              <a:gd name="connsiteX919" fmla="*/ 43151 w 7467600"/>
              <a:gd name="connsiteY919" fmla="*/ 0 h 6858000"/>
              <a:gd name="connsiteX920" fmla="*/ 95283 w 7467600"/>
              <a:gd name="connsiteY920" fmla="*/ 0 h 6858000"/>
              <a:gd name="connsiteX921" fmla="*/ 300708 w 7467600"/>
              <a:gd name="connsiteY921" fmla="*/ 154571 h 6858000"/>
              <a:gd name="connsiteX922" fmla="*/ 530414 w 7467600"/>
              <a:gd name="connsiteY922" fmla="*/ 354673 h 6858000"/>
              <a:gd name="connsiteX923" fmla="*/ 333785 w 7467600"/>
              <a:gd name="connsiteY923" fmla="*/ 161564 h 6858000"/>
              <a:gd name="connsiteX924" fmla="*/ 147005 w 7467600"/>
              <a:gd name="connsiteY924" fmla="*/ 0 h 6858000"/>
              <a:gd name="connsiteX925" fmla="*/ 272509 w 7467600"/>
              <a:gd name="connsiteY925" fmla="*/ 0 h 6858000"/>
              <a:gd name="connsiteX926" fmla="*/ 326276 w 7467600"/>
              <a:gd name="connsiteY926" fmla="*/ 45847 h 6858000"/>
              <a:gd name="connsiteX927" fmla="*/ 823759 w 7467600"/>
              <a:gd name="connsiteY927" fmla="*/ 574145 h 6858000"/>
              <a:gd name="connsiteX928" fmla="*/ 811254 w 7467600"/>
              <a:gd name="connsiteY928" fmla="*/ 665546 h 6858000"/>
              <a:gd name="connsiteX929" fmla="*/ 154042 w 7467600"/>
              <a:gd name="connsiteY929" fmla="*/ 261522 h 6858000"/>
              <a:gd name="connsiteX930" fmla="*/ 13550 w 7467600"/>
              <a:gd name="connsiteY930" fmla="*/ 158423 h 6858000"/>
              <a:gd name="connsiteX931" fmla="*/ 0 w 7467600"/>
              <a:gd name="connsiteY931" fmla="*/ 146618 h 6858000"/>
              <a:gd name="connsiteX932" fmla="*/ 0 w 7467600"/>
              <a:gd name="connsiteY932" fmla="*/ 59161 h 6858000"/>
              <a:gd name="connsiteX933" fmla="*/ 45427 w 7467600"/>
              <a:gd name="connsiteY933" fmla="*/ 101078 h 6858000"/>
              <a:gd name="connsiteX934" fmla="*/ 630103 w 7467600"/>
              <a:gd name="connsiteY934" fmla="*/ 485885 h 6858000"/>
              <a:gd name="connsiteX935" fmla="*/ 532040 w 7467600"/>
              <a:gd name="connsiteY935" fmla="*/ 399359 h 6858000"/>
              <a:gd name="connsiteX936" fmla="*/ 517618 w 7467600"/>
              <a:gd name="connsiteY936" fmla="*/ 385726 h 6858000"/>
              <a:gd name="connsiteX937" fmla="*/ 285074 w 7467600"/>
              <a:gd name="connsiteY937" fmla="*/ 182755 h 6858000"/>
              <a:gd name="connsiteX938" fmla="*/ 43151 w 7467600"/>
              <a:gd name="connsiteY938" fmla="*/ 0 h 6858000"/>
              <a:gd name="connsiteX0" fmla="*/ 369702 w 7369701"/>
              <a:gd name="connsiteY0" fmla="*/ 6712169 h 6858000"/>
              <a:gd name="connsiteX1" fmla="*/ 366575 w 7369701"/>
              <a:gd name="connsiteY1" fmla="*/ 6715556 h 6858000"/>
              <a:gd name="connsiteX2" fmla="*/ 371637 w 7369701"/>
              <a:gd name="connsiteY2" fmla="*/ 6713954 h 6858000"/>
              <a:gd name="connsiteX3" fmla="*/ 369702 w 7369701"/>
              <a:gd name="connsiteY3" fmla="*/ 6712169 h 6858000"/>
              <a:gd name="connsiteX4" fmla="*/ 1019354 w 7369701"/>
              <a:gd name="connsiteY4" fmla="*/ 6315006 h 6858000"/>
              <a:gd name="connsiteX5" fmla="*/ 441046 w 7369701"/>
              <a:gd name="connsiteY5" fmla="*/ 6691153 h 6858000"/>
              <a:gd name="connsiteX6" fmla="*/ 1019354 w 7369701"/>
              <a:gd name="connsiteY6" fmla="*/ 6315006 h 6858000"/>
              <a:gd name="connsiteX7" fmla="*/ 991680 w 7369701"/>
              <a:gd name="connsiteY7" fmla="*/ 6298413 h 6858000"/>
              <a:gd name="connsiteX8" fmla="*/ 409060 w 7369701"/>
              <a:gd name="connsiteY8" fmla="*/ 6671470 h 6858000"/>
              <a:gd name="connsiteX9" fmla="*/ 991680 w 7369701"/>
              <a:gd name="connsiteY9" fmla="*/ 6298413 h 6858000"/>
              <a:gd name="connsiteX10" fmla="*/ 103333 w 7369701"/>
              <a:gd name="connsiteY10" fmla="*/ 5699602 h 6858000"/>
              <a:gd name="connsiteX11" fmla="*/ 233938 w 7369701"/>
              <a:gd name="connsiteY11" fmla="*/ 5809416 h 6858000"/>
              <a:gd name="connsiteX12" fmla="*/ 883580 w 7369701"/>
              <a:gd name="connsiteY12" fmla="*/ 6180710 h 6858000"/>
              <a:gd name="connsiteX13" fmla="*/ 487337 w 7369701"/>
              <a:gd name="connsiteY13" fmla="*/ 5950182 h 6858000"/>
              <a:gd name="connsiteX14" fmla="*/ 354051 w 7369701"/>
              <a:gd name="connsiteY14" fmla="*/ 5854912 h 6858000"/>
              <a:gd name="connsiteX15" fmla="*/ 195436 w 7369701"/>
              <a:gd name="connsiteY15" fmla="*/ 5755068 h 6858000"/>
              <a:gd name="connsiteX16" fmla="*/ 103333 w 7369701"/>
              <a:gd name="connsiteY16" fmla="*/ 5699602 h 6858000"/>
              <a:gd name="connsiteX17" fmla="*/ 5539432 w 7369701"/>
              <a:gd name="connsiteY17" fmla="*/ 5642928 h 6858000"/>
              <a:gd name="connsiteX18" fmla="*/ 5555462 w 7369701"/>
              <a:gd name="connsiteY18" fmla="*/ 5694454 h 6858000"/>
              <a:gd name="connsiteX19" fmla="*/ 5828270 w 7369701"/>
              <a:gd name="connsiteY19" fmla="*/ 6320663 h 6858000"/>
              <a:gd name="connsiteX20" fmla="*/ 5947416 w 7369701"/>
              <a:gd name="connsiteY20" fmla="*/ 6574846 h 6858000"/>
              <a:gd name="connsiteX21" fmla="*/ 5539432 w 7369701"/>
              <a:gd name="connsiteY21" fmla="*/ 5642928 h 6858000"/>
              <a:gd name="connsiteX22" fmla="*/ 51253 w 7369701"/>
              <a:gd name="connsiteY22" fmla="*/ 5631825 h 6858000"/>
              <a:gd name="connsiteX23" fmla="*/ 211622 w 7369701"/>
              <a:gd name="connsiteY23" fmla="*/ 5728803 h 6858000"/>
              <a:gd name="connsiteX24" fmla="*/ 371652 w 7369701"/>
              <a:gd name="connsiteY24" fmla="*/ 5829062 h 6858000"/>
              <a:gd name="connsiteX25" fmla="*/ 505903 w 7369701"/>
              <a:gd name="connsiteY25" fmla="*/ 5925221 h 6858000"/>
              <a:gd name="connsiteX26" fmla="*/ 899240 w 7369701"/>
              <a:gd name="connsiteY26" fmla="*/ 6153068 h 6858000"/>
              <a:gd name="connsiteX27" fmla="*/ 988114 w 7369701"/>
              <a:gd name="connsiteY27" fmla="*/ 6174204 h 6858000"/>
              <a:gd name="connsiteX28" fmla="*/ 845971 w 7369701"/>
              <a:gd name="connsiteY28" fmla="*/ 6067177 h 6858000"/>
              <a:gd name="connsiteX29" fmla="*/ 448057 w 7369701"/>
              <a:gd name="connsiteY29" fmla="*/ 5841376 h 6858000"/>
              <a:gd name="connsiteX30" fmla="*/ 51253 w 7369701"/>
              <a:gd name="connsiteY30" fmla="*/ 5631825 h 6858000"/>
              <a:gd name="connsiteX31" fmla="*/ 2606687 w 7369701"/>
              <a:gd name="connsiteY31" fmla="*/ 5630718 h 6858000"/>
              <a:gd name="connsiteX32" fmla="*/ 2645658 w 7369701"/>
              <a:gd name="connsiteY32" fmla="*/ 6640259 h 6858000"/>
              <a:gd name="connsiteX33" fmla="*/ 2606687 w 7369701"/>
              <a:gd name="connsiteY33" fmla="*/ 5630718 h 6858000"/>
              <a:gd name="connsiteX34" fmla="*/ 3642057 w 7369701"/>
              <a:gd name="connsiteY34" fmla="*/ 5573487 h 6858000"/>
              <a:gd name="connsiteX35" fmla="*/ 3632981 w 7369701"/>
              <a:gd name="connsiteY35" fmla="*/ 5579437 h 6858000"/>
              <a:gd name="connsiteX36" fmla="*/ 3382436 w 7369701"/>
              <a:gd name="connsiteY36" fmla="*/ 5952726 h 6858000"/>
              <a:gd name="connsiteX37" fmla="*/ 3191929 w 7369701"/>
              <a:gd name="connsiteY37" fmla="*/ 6662669 h 6858000"/>
              <a:gd name="connsiteX38" fmla="*/ 3369898 w 7369701"/>
              <a:gd name="connsiteY38" fmla="*/ 6081771 h 6858000"/>
              <a:gd name="connsiteX39" fmla="*/ 3642057 w 7369701"/>
              <a:gd name="connsiteY39" fmla="*/ 5573487 h 6858000"/>
              <a:gd name="connsiteX40" fmla="*/ 2650666 w 7369701"/>
              <a:gd name="connsiteY40" fmla="*/ 5530686 h 6858000"/>
              <a:gd name="connsiteX41" fmla="*/ 2650249 w 7369701"/>
              <a:gd name="connsiteY41" fmla="*/ 5532101 h 6858000"/>
              <a:gd name="connsiteX42" fmla="*/ 2663808 w 7369701"/>
              <a:gd name="connsiteY42" fmla="*/ 6535215 h 6858000"/>
              <a:gd name="connsiteX43" fmla="*/ 2665418 w 7369701"/>
              <a:gd name="connsiteY43" fmla="*/ 6132756 h 6858000"/>
              <a:gd name="connsiteX44" fmla="*/ 2650666 w 7369701"/>
              <a:gd name="connsiteY44" fmla="*/ 5530686 h 6858000"/>
              <a:gd name="connsiteX45" fmla="*/ 2680277 w 7369701"/>
              <a:gd name="connsiteY45" fmla="*/ 5479204 h 6858000"/>
              <a:gd name="connsiteX46" fmla="*/ 2678972 w 7369701"/>
              <a:gd name="connsiteY46" fmla="*/ 5481582 h 6858000"/>
              <a:gd name="connsiteX47" fmla="*/ 2696666 w 7369701"/>
              <a:gd name="connsiteY47" fmla="*/ 6133836 h 6858000"/>
              <a:gd name="connsiteX48" fmla="*/ 2695769 w 7369701"/>
              <a:gd name="connsiteY48" fmla="*/ 6390955 h 6858000"/>
              <a:gd name="connsiteX49" fmla="*/ 2739893 w 7369701"/>
              <a:gd name="connsiteY49" fmla="*/ 6108357 h 6858000"/>
              <a:gd name="connsiteX50" fmla="*/ 2680277 w 7369701"/>
              <a:gd name="connsiteY50" fmla="*/ 5479204 h 6858000"/>
              <a:gd name="connsiteX51" fmla="*/ 1132195 w 7369701"/>
              <a:gd name="connsiteY51" fmla="*/ 5467980 h 6858000"/>
              <a:gd name="connsiteX52" fmla="*/ 1679056 w 7369701"/>
              <a:gd name="connsiteY52" fmla="*/ 5516907 h 6858000"/>
              <a:gd name="connsiteX53" fmla="*/ 2128648 w 7369701"/>
              <a:gd name="connsiteY53" fmla="*/ 5474249 h 6858000"/>
              <a:gd name="connsiteX54" fmla="*/ 1825619 w 7369701"/>
              <a:gd name="connsiteY54" fmla="*/ 5478447 h 6858000"/>
              <a:gd name="connsiteX55" fmla="*/ 1737798 w 7369701"/>
              <a:gd name="connsiteY55" fmla="*/ 5483353 h 6858000"/>
              <a:gd name="connsiteX56" fmla="*/ 1132195 w 7369701"/>
              <a:gd name="connsiteY56" fmla="*/ 5467980 h 6858000"/>
              <a:gd name="connsiteX57" fmla="*/ 1456157 w 7369701"/>
              <a:gd name="connsiteY57" fmla="*/ 5371404 h 6858000"/>
              <a:gd name="connsiteX58" fmla="*/ 1244432 w 7369701"/>
              <a:gd name="connsiteY58" fmla="*/ 5385601 h 6858000"/>
              <a:gd name="connsiteX59" fmla="*/ 973990 w 7369701"/>
              <a:gd name="connsiteY59" fmla="*/ 5424940 h 6858000"/>
              <a:gd name="connsiteX60" fmla="*/ 1103809 w 7369701"/>
              <a:gd name="connsiteY60" fmla="*/ 5433720 h 6858000"/>
              <a:gd name="connsiteX61" fmla="*/ 1123454 w 7369701"/>
              <a:gd name="connsiteY61" fmla="*/ 5435727 h 6858000"/>
              <a:gd name="connsiteX62" fmla="*/ 1737017 w 7369701"/>
              <a:gd name="connsiteY62" fmla="*/ 5452183 h 6858000"/>
              <a:gd name="connsiteX63" fmla="*/ 1824397 w 7369701"/>
              <a:gd name="connsiteY63" fmla="*/ 5447757 h 6858000"/>
              <a:gd name="connsiteX64" fmla="*/ 2070059 w 7369701"/>
              <a:gd name="connsiteY64" fmla="*/ 5441660 h 6858000"/>
              <a:gd name="connsiteX65" fmla="*/ 1456157 w 7369701"/>
              <a:gd name="connsiteY65" fmla="*/ 5371404 h 6858000"/>
              <a:gd name="connsiteX66" fmla="*/ 4988186 w 7369701"/>
              <a:gd name="connsiteY66" fmla="*/ 5216467 h 6858000"/>
              <a:gd name="connsiteX67" fmla="*/ 4777334 w 7369701"/>
              <a:gd name="connsiteY67" fmla="*/ 5406072 h 6858000"/>
              <a:gd name="connsiteX68" fmla="*/ 4718341 w 7369701"/>
              <a:gd name="connsiteY68" fmla="*/ 5468043 h 6858000"/>
              <a:gd name="connsiteX69" fmla="*/ 4604655 w 7369701"/>
              <a:gd name="connsiteY69" fmla="*/ 5583434 h 6858000"/>
              <a:gd name="connsiteX70" fmla="*/ 4565074 w 7369701"/>
              <a:gd name="connsiteY70" fmla="*/ 5618550 h 6858000"/>
              <a:gd name="connsiteX71" fmla="*/ 4988186 w 7369701"/>
              <a:gd name="connsiteY71" fmla="*/ 5216467 h 6858000"/>
              <a:gd name="connsiteX72" fmla="*/ 4978032 w 7369701"/>
              <a:gd name="connsiteY72" fmla="*/ 5183809 h 6858000"/>
              <a:gd name="connsiteX73" fmla="*/ 4463413 w 7369701"/>
              <a:gd name="connsiteY73" fmla="*/ 5615162 h 6858000"/>
              <a:gd name="connsiteX74" fmla="*/ 4358134 w 7369701"/>
              <a:gd name="connsiteY74" fmla="*/ 5742791 h 6858000"/>
              <a:gd name="connsiteX75" fmla="*/ 4376219 w 7369701"/>
              <a:gd name="connsiteY75" fmla="*/ 5729027 h 6858000"/>
              <a:gd name="connsiteX76" fmla="*/ 4582340 w 7369701"/>
              <a:gd name="connsiteY76" fmla="*/ 5561037 h 6858000"/>
              <a:gd name="connsiteX77" fmla="*/ 4694684 w 7369701"/>
              <a:gd name="connsiteY77" fmla="*/ 5447098 h 6858000"/>
              <a:gd name="connsiteX78" fmla="*/ 4754123 w 7369701"/>
              <a:gd name="connsiteY78" fmla="*/ 5384643 h 6858000"/>
              <a:gd name="connsiteX79" fmla="*/ 4978032 w 7369701"/>
              <a:gd name="connsiteY79" fmla="*/ 5183809 h 6858000"/>
              <a:gd name="connsiteX80" fmla="*/ 1903353 w 7369701"/>
              <a:gd name="connsiteY80" fmla="*/ 5044827 h 6858000"/>
              <a:gd name="connsiteX81" fmla="*/ 1936931 w 7369701"/>
              <a:gd name="connsiteY81" fmla="*/ 5093954 h 6858000"/>
              <a:gd name="connsiteX82" fmla="*/ 2195868 w 7369701"/>
              <a:gd name="connsiteY82" fmla="*/ 5396574 h 6858000"/>
              <a:gd name="connsiteX83" fmla="*/ 2088852 w 7369701"/>
              <a:gd name="connsiteY83" fmla="*/ 5166123 h 6858000"/>
              <a:gd name="connsiteX84" fmla="*/ 1958241 w 7369701"/>
              <a:gd name="connsiteY84" fmla="*/ 5067955 h 6858000"/>
              <a:gd name="connsiteX85" fmla="*/ 1903353 w 7369701"/>
              <a:gd name="connsiteY85" fmla="*/ 5044827 h 6858000"/>
              <a:gd name="connsiteX86" fmla="*/ 1979378 w 7369701"/>
              <a:gd name="connsiteY86" fmla="*/ 4769504 h 6858000"/>
              <a:gd name="connsiteX87" fmla="*/ 2882120 w 7369701"/>
              <a:gd name="connsiteY87" fmla="*/ 5064547 h 6858000"/>
              <a:gd name="connsiteX88" fmla="*/ 2793103 w 7369701"/>
              <a:gd name="connsiteY88" fmla="*/ 5039699 h 6858000"/>
              <a:gd name="connsiteX89" fmla="*/ 2770041 w 7369701"/>
              <a:gd name="connsiteY89" fmla="*/ 5033634 h 6858000"/>
              <a:gd name="connsiteX90" fmla="*/ 1979378 w 7369701"/>
              <a:gd name="connsiteY90" fmla="*/ 4769504 h 6858000"/>
              <a:gd name="connsiteX91" fmla="*/ 1927410 w 7369701"/>
              <a:gd name="connsiteY91" fmla="*/ 4716164 h 6858000"/>
              <a:gd name="connsiteX92" fmla="*/ 1959587 w 7369701"/>
              <a:gd name="connsiteY92" fmla="*/ 4728849 h 6858000"/>
              <a:gd name="connsiteX93" fmla="*/ 2777707 w 7369701"/>
              <a:gd name="connsiteY93" fmla="*/ 5003991 h 6858000"/>
              <a:gd name="connsiteX94" fmla="*/ 2800768 w 7369701"/>
              <a:gd name="connsiteY94" fmla="*/ 5010056 h 6858000"/>
              <a:gd name="connsiteX95" fmla="*/ 2879408 w 7369701"/>
              <a:gd name="connsiteY95" fmla="*/ 5031590 h 6858000"/>
              <a:gd name="connsiteX96" fmla="*/ 2862295 w 7369701"/>
              <a:gd name="connsiteY96" fmla="*/ 5022958 h 6858000"/>
              <a:gd name="connsiteX97" fmla="*/ 2813343 w 7369701"/>
              <a:gd name="connsiteY97" fmla="*/ 4998369 h 6858000"/>
              <a:gd name="connsiteX98" fmla="*/ 2646245 w 7369701"/>
              <a:gd name="connsiteY98" fmla="*/ 4930999 h 6858000"/>
              <a:gd name="connsiteX99" fmla="*/ 1999243 w 7369701"/>
              <a:gd name="connsiteY99" fmla="*/ 4730524 h 6858000"/>
              <a:gd name="connsiteX100" fmla="*/ 1979527 w 7369701"/>
              <a:gd name="connsiteY100" fmla="*/ 4726651 h 6858000"/>
              <a:gd name="connsiteX101" fmla="*/ 1927410 w 7369701"/>
              <a:gd name="connsiteY101" fmla="*/ 4716164 h 6858000"/>
              <a:gd name="connsiteX102" fmla="*/ 1997014 w 7369701"/>
              <a:gd name="connsiteY102" fmla="*/ 4698007 h 6858000"/>
              <a:gd name="connsiteX103" fmla="*/ 2005458 w 7369701"/>
              <a:gd name="connsiteY103" fmla="*/ 4699540 h 6858000"/>
              <a:gd name="connsiteX104" fmla="*/ 2657186 w 7369701"/>
              <a:gd name="connsiteY104" fmla="*/ 4901687 h 6858000"/>
              <a:gd name="connsiteX105" fmla="*/ 2826662 w 7369701"/>
              <a:gd name="connsiteY105" fmla="*/ 4970362 h 6858000"/>
              <a:gd name="connsiteX106" fmla="*/ 2876100 w 7369701"/>
              <a:gd name="connsiteY106" fmla="*/ 4995397 h 6858000"/>
              <a:gd name="connsiteX107" fmla="*/ 3042600 w 7369701"/>
              <a:gd name="connsiteY107" fmla="*/ 5059532 h 6858000"/>
              <a:gd name="connsiteX108" fmla="*/ 1997014 w 7369701"/>
              <a:gd name="connsiteY108" fmla="*/ 4698007 h 6858000"/>
              <a:gd name="connsiteX109" fmla="*/ 2305292 w 7369701"/>
              <a:gd name="connsiteY109" fmla="*/ 4219492 h 6858000"/>
              <a:gd name="connsiteX110" fmla="*/ 3360922 w 7369701"/>
              <a:gd name="connsiteY110" fmla="*/ 4529373 h 6858000"/>
              <a:gd name="connsiteX111" fmla="*/ 3492420 w 7369701"/>
              <a:gd name="connsiteY111" fmla="*/ 4510145 h 6858000"/>
              <a:gd name="connsiteX112" fmla="*/ 3364086 w 7369701"/>
              <a:gd name="connsiteY112" fmla="*/ 4480340 h 6858000"/>
              <a:gd name="connsiteX113" fmla="*/ 3225818 w 7369701"/>
              <a:gd name="connsiteY113" fmla="*/ 4411822 h 6858000"/>
              <a:gd name="connsiteX114" fmla="*/ 3129696 w 7369701"/>
              <a:gd name="connsiteY114" fmla="*/ 4360704 h 6858000"/>
              <a:gd name="connsiteX115" fmla="*/ 2814545 w 7369701"/>
              <a:gd name="connsiteY115" fmla="*/ 4282955 h 6858000"/>
              <a:gd name="connsiteX116" fmla="*/ 2305292 w 7369701"/>
              <a:gd name="connsiteY116" fmla="*/ 4219492 h 6858000"/>
              <a:gd name="connsiteX117" fmla="*/ 2626982 w 7369701"/>
              <a:gd name="connsiteY117" fmla="*/ 4206450 h 6858000"/>
              <a:gd name="connsiteX118" fmla="*/ 2490617 w 7369701"/>
              <a:gd name="connsiteY118" fmla="*/ 4206951 h 6858000"/>
              <a:gd name="connsiteX119" fmla="*/ 2819869 w 7369701"/>
              <a:gd name="connsiteY119" fmla="*/ 4252936 h 6858000"/>
              <a:gd name="connsiteX120" fmla="*/ 3143018 w 7369701"/>
              <a:gd name="connsiteY120" fmla="*/ 4332698 h 6858000"/>
              <a:gd name="connsiteX121" fmla="*/ 3241520 w 7369701"/>
              <a:gd name="connsiteY121" fmla="*/ 4385112 h 6858000"/>
              <a:gd name="connsiteX122" fmla="*/ 3374575 w 7369701"/>
              <a:gd name="connsiteY122" fmla="*/ 4451517 h 6858000"/>
              <a:gd name="connsiteX123" fmla="*/ 3505221 w 7369701"/>
              <a:gd name="connsiteY123" fmla="*/ 4480757 h 6858000"/>
              <a:gd name="connsiteX124" fmla="*/ 2626982 w 7369701"/>
              <a:gd name="connsiteY124" fmla="*/ 4206450 h 6858000"/>
              <a:gd name="connsiteX125" fmla="*/ 1310106 w 7369701"/>
              <a:gd name="connsiteY125" fmla="*/ 3943217 h 6858000"/>
              <a:gd name="connsiteX126" fmla="*/ 854994 w 7369701"/>
              <a:gd name="connsiteY126" fmla="*/ 4399136 h 6858000"/>
              <a:gd name="connsiteX127" fmla="*/ 742462 w 7369701"/>
              <a:gd name="connsiteY127" fmla="*/ 4594648 h 6858000"/>
              <a:gd name="connsiteX128" fmla="*/ 820602 w 7369701"/>
              <a:gd name="connsiteY128" fmla="*/ 4485915 h 6858000"/>
              <a:gd name="connsiteX129" fmla="*/ 878295 w 7369701"/>
              <a:gd name="connsiteY129" fmla="*/ 4403594 h 6858000"/>
              <a:gd name="connsiteX130" fmla="*/ 1240607 w 7369701"/>
              <a:gd name="connsiteY130" fmla="*/ 4010401 h 6858000"/>
              <a:gd name="connsiteX131" fmla="*/ 1310106 w 7369701"/>
              <a:gd name="connsiteY131" fmla="*/ 3943217 h 6858000"/>
              <a:gd name="connsiteX132" fmla="*/ 1423113 w 7369701"/>
              <a:gd name="connsiteY132" fmla="*/ 3874565 h 6858000"/>
              <a:gd name="connsiteX133" fmla="*/ 1260565 w 7369701"/>
              <a:gd name="connsiteY133" fmla="*/ 4031982 h 6858000"/>
              <a:gd name="connsiteX134" fmla="*/ 901900 w 7369701"/>
              <a:gd name="connsiteY134" fmla="*/ 4421236 h 6858000"/>
              <a:gd name="connsiteX135" fmla="*/ 845044 w 7369701"/>
              <a:gd name="connsiteY135" fmla="*/ 4502436 h 6858000"/>
              <a:gd name="connsiteX136" fmla="*/ 685926 w 7369701"/>
              <a:gd name="connsiteY136" fmla="*/ 4703069 h 6858000"/>
              <a:gd name="connsiteX137" fmla="*/ 684248 w 7369701"/>
              <a:gd name="connsiteY137" fmla="*/ 4706721 h 6858000"/>
              <a:gd name="connsiteX138" fmla="*/ 1423113 w 7369701"/>
              <a:gd name="connsiteY138" fmla="*/ 3874565 h 6858000"/>
              <a:gd name="connsiteX139" fmla="*/ 3316479 w 7369701"/>
              <a:gd name="connsiteY139" fmla="*/ 3872136 h 6858000"/>
              <a:gd name="connsiteX140" fmla="*/ 3546806 w 7369701"/>
              <a:gd name="connsiteY140" fmla="*/ 4356139 h 6858000"/>
              <a:gd name="connsiteX141" fmla="*/ 3364433 w 7369701"/>
              <a:gd name="connsiteY141" fmla="*/ 3953121 h 6858000"/>
              <a:gd name="connsiteX142" fmla="*/ 3316479 w 7369701"/>
              <a:gd name="connsiteY142" fmla="*/ 3872136 h 6858000"/>
              <a:gd name="connsiteX143" fmla="*/ 3291335 w 7369701"/>
              <a:gd name="connsiteY143" fmla="*/ 3767420 h 6858000"/>
              <a:gd name="connsiteX144" fmla="*/ 3390805 w 7369701"/>
              <a:gd name="connsiteY144" fmla="*/ 3937163 h 6858000"/>
              <a:gd name="connsiteX145" fmla="*/ 3579062 w 7369701"/>
              <a:gd name="connsiteY145" fmla="*/ 4359040 h 6858000"/>
              <a:gd name="connsiteX146" fmla="*/ 3467355 w 7369701"/>
              <a:gd name="connsiteY146" fmla="*/ 3988130 h 6858000"/>
              <a:gd name="connsiteX147" fmla="*/ 3310753 w 7369701"/>
              <a:gd name="connsiteY147" fmla="*/ 3787140 h 6858000"/>
              <a:gd name="connsiteX148" fmla="*/ 3291335 w 7369701"/>
              <a:gd name="connsiteY148" fmla="*/ 3767420 h 6858000"/>
              <a:gd name="connsiteX149" fmla="*/ 1635889 w 7369701"/>
              <a:gd name="connsiteY149" fmla="*/ 3709494 h 6858000"/>
              <a:gd name="connsiteX150" fmla="*/ 1634800 w 7369701"/>
              <a:gd name="connsiteY150" fmla="*/ 3731111 h 6858000"/>
              <a:gd name="connsiteX151" fmla="*/ 1635889 w 7369701"/>
              <a:gd name="connsiteY151" fmla="*/ 3709494 h 6858000"/>
              <a:gd name="connsiteX152" fmla="*/ 1510397 w 7369701"/>
              <a:gd name="connsiteY152" fmla="*/ 3684705 h 6858000"/>
              <a:gd name="connsiteX153" fmla="*/ 1146550 w 7369701"/>
              <a:gd name="connsiteY153" fmla="*/ 3802012 h 6858000"/>
              <a:gd name="connsiteX154" fmla="*/ 698834 w 7369701"/>
              <a:gd name="connsiteY154" fmla="*/ 3952272 h 6858000"/>
              <a:gd name="connsiteX155" fmla="*/ 34256 w 7369701"/>
              <a:gd name="connsiteY155" fmla="*/ 4347603 h 6858000"/>
              <a:gd name="connsiteX156" fmla="*/ 527241 w 7369701"/>
              <a:gd name="connsiteY156" fmla="*/ 4065078 h 6858000"/>
              <a:gd name="connsiteX157" fmla="*/ 1510397 w 7369701"/>
              <a:gd name="connsiteY157" fmla="*/ 3684705 h 6858000"/>
              <a:gd name="connsiteX158" fmla="*/ 1313114 w 7369701"/>
              <a:gd name="connsiteY158" fmla="*/ 3655216 h 6858000"/>
              <a:gd name="connsiteX159" fmla="*/ 1109304 w 7369701"/>
              <a:gd name="connsiteY159" fmla="*/ 3669030 h 6858000"/>
              <a:gd name="connsiteX160" fmla="*/ 8129 w 7369701"/>
              <a:gd name="connsiteY160" fmla="*/ 4330519 h 6858000"/>
              <a:gd name="connsiteX161" fmla="*/ 687572 w 7369701"/>
              <a:gd name="connsiteY161" fmla="*/ 3925629 h 6858000"/>
              <a:gd name="connsiteX162" fmla="*/ 1138365 w 7369701"/>
              <a:gd name="connsiteY162" fmla="*/ 3774515 h 6858000"/>
              <a:gd name="connsiteX163" fmla="*/ 1505579 w 7369701"/>
              <a:gd name="connsiteY163" fmla="*/ 3655526 h 6858000"/>
              <a:gd name="connsiteX164" fmla="*/ 1313114 w 7369701"/>
              <a:gd name="connsiteY164" fmla="*/ 3655216 h 6858000"/>
              <a:gd name="connsiteX165" fmla="*/ 3655073 w 7369701"/>
              <a:gd name="connsiteY165" fmla="*/ 3650884 h 6858000"/>
              <a:gd name="connsiteX166" fmla="*/ 3989938 w 7369701"/>
              <a:gd name="connsiteY166" fmla="*/ 3991685 h 6858000"/>
              <a:gd name="connsiteX167" fmla="*/ 4393907 w 7369701"/>
              <a:gd name="connsiteY167" fmla="*/ 4261258 h 6858000"/>
              <a:gd name="connsiteX168" fmla="*/ 4648051 w 7369701"/>
              <a:gd name="connsiteY168" fmla="*/ 4374051 h 6858000"/>
              <a:gd name="connsiteX169" fmla="*/ 4383389 w 7369701"/>
              <a:gd name="connsiteY169" fmla="*/ 4184369 h 6858000"/>
              <a:gd name="connsiteX170" fmla="*/ 4165508 w 7369701"/>
              <a:gd name="connsiteY170" fmla="*/ 4035196 h 6858000"/>
              <a:gd name="connsiteX171" fmla="*/ 4068162 w 7369701"/>
              <a:gd name="connsiteY171" fmla="*/ 3953394 h 6858000"/>
              <a:gd name="connsiteX172" fmla="*/ 3981416 w 7369701"/>
              <a:gd name="connsiteY172" fmla="*/ 3880482 h 6858000"/>
              <a:gd name="connsiteX173" fmla="*/ 3800147 w 7369701"/>
              <a:gd name="connsiteY173" fmla="*/ 3749872 h 6858000"/>
              <a:gd name="connsiteX174" fmla="*/ 3655073 w 7369701"/>
              <a:gd name="connsiteY174" fmla="*/ 3650884 h 6858000"/>
              <a:gd name="connsiteX175" fmla="*/ 3670252 w 7369701"/>
              <a:gd name="connsiteY175" fmla="*/ 3622798 h 6858000"/>
              <a:gd name="connsiteX176" fmla="*/ 3817258 w 7369701"/>
              <a:gd name="connsiteY176" fmla="*/ 3723577 h 6858000"/>
              <a:gd name="connsiteX177" fmla="*/ 4000461 w 7369701"/>
              <a:gd name="connsiteY177" fmla="*/ 3855966 h 6858000"/>
              <a:gd name="connsiteX178" fmla="*/ 4088180 w 7369701"/>
              <a:gd name="connsiteY178" fmla="*/ 3929774 h 6858000"/>
              <a:gd name="connsiteX179" fmla="*/ 4184555 w 7369701"/>
              <a:gd name="connsiteY179" fmla="*/ 4010683 h 6858000"/>
              <a:gd name="connsiteX180" fmla="*/ 4399563 w 7369701"/>
              <a:gd name="connsiteY180" fmla="*/ 4158106 h 6858000"/>
              <a:gd name="connsiteX181" fmla="*/ 4684469 w 7369701"/>
              <a:gd name="connsiteY181" fmla="*/ 4364680 h 6858000"/>
              <a:gd name="connsiteX182" fmla="*/ 4690271 w 7369701"/>
              <a:gd name="connsiteY182" fmla="*/ 4370034 h 6858000"/>
              <a:gd name="connsiteX183" fmla="*/ 4136093 w 7369701"/>
              <a:gd name="connsiteY183" fmla="*/ 3858466 h 6858000"/>
              <a:gd name="connsiteX184" fmla="*/ 3670252 w 7369701"/>
              <a:gd name="connsiteY184" fmla="*/ 3622798 h 6858000"/>
              <a:gd name="connsiteX185" fmla="*/ 4440129 w 7369701"/>
              <a:gd name="connsiteY185" fmla="*/ 3448571 h 6858000"/>
              <a:gd name="connsiteX186" fmla="*/ 4856525 w 7369701"/>
              <a:gd name="connsiteY186" fmla="*/ 3915351 h 6858000"/>
              <a:gd name="connsiteX187" fmla="*/ 5059055 w 7369701"/>
              <a:gd name="connsiteY187" fmla="*/ 4108918 h 6858000"/>
              <a:gd name="connsiteX188" fmla="*/ 5290070 w 7369701"/>
              <a:gd name="connsiteY188" fmla="*/ 4263619 h 6858000"/>
              <a:gd name="connsiteX189" fmla="*/ 4834991 w 7369701"/>
              <a:gd name="connsiteY189" fmla="*/ 3830985 h 6858000"/>
              <a:gd name="connsiteX190" fmla="*/ 4440129 w 7369701"/>
              <a:gd name="connsiteY190" fmla="*/ 3448571 h 6858000"/>
              <a:gd name="connsiteX191" fmla="*/ 4441737 w 7369701"/>
              <a:gd name="connsiteY191" fmla="*/ 3399734 h 6858000"/>
              <a:gd name="connsiteX192" fmla="*/ 4431236 w 7369701"/>
              <a:gd name="connsiteY192" fmla="*/ 3400954 h 6858000"/>
              <a:gd name="connsiteX193" fmla="*/ 4557150 w 7369701"/>
              <a:gd name="connsiteY193" fmla="*/ 3510023 h 6858000"/>
              <a:gd name="connsiteX194" fmla="*/ 4856936 w 7369701"/>
              <a:gd name="connsiteY194" fmla="*/ 3809146 h 6858000"/>
              <a:gd name="connsiteX195" fmla="*/ 5111996 w 7369701"/>
              <a:gd name="connsiteY195" fmla="*/ 4065759 h 6858000"/>
              <a:gd name="connsiteX196" fmla="*/ 5388878 w 7369701"/>
              <a:gd name="connsiteY196" fmla="*/ 4300185 h 6858000"/>
              <a:gd name="connsiteX197" fmla="*/ 5425556 w 7369701"/>
              <a:gd name="connsiteY197" fmla="*/ 4308967 h 6858000"/>
              <a:gd name="connsiteX198" fmla="*/ 4943646 w 7369701"/>
              <a:gd name="connsiteY198" fmla="*/ 3822916 h 6858000"/>
              <a:gd name="connsiteX199" fmla="*/ 4594837 w 7369701"/>
              <a:gd name="connsiteY199" fmla="*/ 3532274 h 6858000"/>
              <a:gd name="connsiteX200" fmla="*/ 4441737 w 7369701"/>
              <a:gd name="connsiteY200" fmla="*/ 3399734 h 6858000"/>
              <a:gd name="connsiteX201" fmla="*/ 5425834 w 7369701"/>
              <a:gd name="connsiteY201" fmla="*/ 3162785 h 6858000"/>
              <a:gd name="connsiteX202" fmla="*/ 5401644 w 7369701"/>
              <a:gd name="connsiteY202" fmla="*/ 3617847 h 6858000"/>
              <a:gd name="connsiteX203" fmla="*/ 5467256 w 7369701"/>
              <a:gd name="connsiteY203" fmla="*/ 4175494 h 6858000"/>
              <a:gd name="connsiteX204" fmla="*/ 5448069 w 7369701"/>
              <a:gd name="connsiteY204" fmla="*/ 3567554 h 6858000"/>
              <a:gd name="connsiteX205" fmla="*/ 5425834 w 7369701"/>
              <a:gd name="connsiteY205" fmla="*/ 3162785 h 6858000"/>
              <a:gd name="connsiteX206" fmla="*/ 1318687 w 7369701"/>
              <a:gd name="connsiteY206" fmla="*/ 3113840 h 6858000"/>
              <a:gd name="connsiteX207" fmla="*/ 1066793 w 7369701"/>
              <a:gd name="connsiteY207" fmla="*/ 3212171 h 6858000"/>
              <a:gd name="connsiteX208" fmla="*/ 993319 w 7369701"/>
              <a:gd name="connsiteY208" fmla="*/ 3247648 h 6858000"/>
              <a:gd name="connsiteX209" fmla="*/ 853081 w 7369701"/>
              <a:gd name="connsiteY209" fmla="*/ 3312410 h 6858000"/>
              <a:gd name="connsiteX210" fmla="*/ 805957 w 7369701"/>
              <a:gd name="connsiteY210" fmla="*/ 3330443 h 6858000"/>
              <a:gd name="connsiteX211" fmla="*/ 1318687 w 7369701"/>
              <a:gd name="connsiteY211" fmla="*/ 3113840 h 6858000"/>
              <a:gd name="connsiteX212" fmla="*/ 5453702 w 7369701"/>
              <a:gd name="connsiteY212" fmla="*/ 3090882 h 6858000"/>
              <a:gd name="connsiteX213" fmla="*/ 5480135 w 7369701"/>
              <a:gd name="connsiteY213" fmla="*/ 3565802 h 6858000"/>
              <a:gd name="connsiteX214" fmla="*/ 5499023 w 7369701"/>
              <a:gd name="connsiteY214" fmla="*/ 4166310 h 6858000"/>
              <a:gd name="connsiteX215" fmla="*/ 5547022 w 7369701"/>
              <a:gd name="connsiteY215" fmla="*/ 3607838 h 6858000"/>
              <a:gd name="connsiteX216" fmla="*/ 5515964 w 7369701"/>
              <a:gd name="connsiteY216" fmla="*/ 3378541 h 6858000"/>
              <a:gd name="connsiteX217" fmla="*/ 5453702 w 7369701"/>
              <a:gd name="connsiteY217" fmla="*/ 3090882 h 6858000"/>
              <a:gd name="connsiteX218" fmla="*/ 1238695 w 7369701"/>
              <a:gd name="connsiteY218" fmla="*/ 3076820 h 6858000"/>
              <a:gd name="connsiteX219" fmla="*/ 716371 w 7369701"/>
              <a:gd name="connsiteY219" fmla="*/ 3293249 h 6858000"/>
              <a:gd name="connsiteX220" fmla="*/ 579522 w 7369701"/>
              <a:gd name="connsiteY220" fmla="*/ 3371759 h 6858000"/>
              <a:gd name="connsiteX221" fmla="*/ 600288 w 7369701"/>
              <a:gd name="connsiteY221" fmla="*/ 3365555 h 6858000"/>
              <a:gd name="connsiteX222" fmla="*/ 840692 w 7369701"/>
              <a:gd name="connsiteY222" fmla="*/ 3284921 h 6858000"/>
              <a:gd name="connsiteX223" fmla="*/ 979248 w 7369701"/>
              <a:gd name="connsiteY223" fmla="*/ 3221003 h 6858000"/>
              <a:gd name="connsiteX224" fmla="*/ 1053282 w 7369701"/>
              <a:gd name="connsiteY224" fmla="*/ 3185247 h 6858000"/>
              <a:gd name="connsiteX225" fmla="*/ 1320603 w 7369701"/>
              <a:gd name="connsiteY225" fmla="*/ 3081281 h 6858000"/>
              <a:gd name="connsiteX226" fmla="*/ 1238695 w 7369701"/>
              <a:gd name="connsiteY226" fmla="*/ 3076820 h 6858000"/>
              <a:gd name="connsiteX227" fmla="*/ 5425627 w 7369701"/>
              <a:gd name="connsiteY227" fmla="*/ 2954192 h 6858000"/>
              <a:gd name="connsiteX228" fmla="*/ 5470770 w 7369701"/>
              <a:gd name="connsiteY228" fmla="*/ 3005435 h 6858000"/>
              <a:gd name="connsiteX229" fmla="*/ 5519779 w 7369701"/>
              <a:gd name="connsiteY229" fmla="*/ 4359223 h 6858000"/>
              <a:gd name="connsiteX230" fmla="*/ 5520293 w 7369701"/>
              <a:gd name="connsiteY230" fmla="*/ 4360602 h 6858000"/>
              <a:gd name="connsiteX231" fmla="*/ 5767221 w 7369701"/>
              <a:gd name="connsiteY231" fmla="*/ 4665564 h 6858000"/>
              <a:gd name="connsiteX232" fmla="*/ 6937169 w 7369701"/>
              <a:gd name="connsiteY232" fmla="*/ 4815941 h 6858000"/>
              <a:gd name="connsiteX233" fmla="*/ 6953922 w 7369701"/>
              <a:gd name="connsiteY233" fmla="*/ 4890068 h 6858000"/>
              <a:gd name="connsiteX234" fmla="*/ 6071359 w 7369701"/>
              <a:gd name="connsiteY234" fmla="*/ 4770770 h 6858000"/>
              <a:gd name="connsiteX235" fmla="*/ 6038839 w 7369701"/>
              <a:gd name="connsiteY235" fmla="*/ 4764474 h 6858000"/>
              <a:gd name="connsiteX236" fmla="*/ 6038706 w 7369701"/>
              <a:gd name="connsiteY236" fmla="*/ 4763847 h 6858000"/>
              <a:gd name="connsiteX237" fmla="*/ 6037784 w 7369701"/>
              <a:gd name="connsiteY237" fmla="*/ 4764270 h 6858000"/>
              <a:gd name="connsiteX238" fmla="*/ 6038839 w 7369701"/>
              <a:gd name="connsiteY238" fmla="*/ 4764474 h 6858000"/>
              <a:gd name="connsiteX239" fmla="*/ 6040338 w 7369701"/>
              <a:gd name="connsiteY239" fmla="*/ 4771418 h 6858000"/>
              <a:gd name="connsiteX240" fmla="*/ 6024488 w 7369701"/>
              <a:gd name="connsiteY240" fmla="*/ 4809903 h 6858000"/>
              <a:gd name="connsiteX241" fmla="*/ 5599771 w 7369701"/>
              <a:gd name="connsiteY241" fmla="*/ 5509652 h 6858000"/>
              <a:gd name="connsiteX242" fmla="*/ 5548843 w 7369701"/>
              <a:gd name="connsiteY242" fmla="*/ 5563845 h 6858000"/>
              <a:gd name="connsiteX243" fmla="*/ 5940952 w 7369701"/>
              <a:gd name="connsiteY243" fmla="*/ 6250028 h 6858000"/>
              <a:gd name="connsiteX244" fmla="*/ 6043441 w 7369701"/>
              <a:gd name="connsiteY244" fmla="*/ 6665847 h 6858000"/>
              <a:gd name="connsiteX245" fmla="*/ 6093432 w 7369701"/>
              <a:gd name="connsiteY245" fmla="*/ 6858000 h 6858000"/>
              <a:gd name="connsiteX246" fmla="*/ 6034344 w 7369701"/>
              <a:gd name="connsiteY246" fmla="*/ 6858000 h 6858000"/>
              <a:gd name="connsiteX247" fmla="*/ 6026679 w 7369701"/>
              <a:gd name="connsiteY247" fmla="*/ 6836959 h 6858000"/>
              <a:gd name="connsiteX248" fmla="*/ 5800441 w 7369701"/>
              <a:gd name="connsiteY248" fmla="*/ 6335286 h 6858000"/>
              <a:gd name="connsiteX249" fmla="*/ 5526562 w 7369701"/>
              <a:gd name="connsiteY249" fmla="*/ 5705388 h 6858000"/>
              <a:gd name="connsiteX250" fmla="*/ 5519640 w 7369701"/>
              <a:gd name="connsiteY250" fmla="*/ 5683774 h 6858000"/>
              <a:gd name="connsiteX251" fmla="*/ 5844559 w 7369701"/>
              <a:gd name="connsiteY251" fmla="*/ 6553349 h 6858000"/>
              <a:gd name="connsiteX252" fmla="*/ 5975994 w 7369701"/>
              <a:gd name="connsiteY252" fmla="*/ 6858000 h 6858000"/>
              <a:gd name="connsiteX253" fmla="*/ 5898547 w 7369701"/>
              <a:gd name="connsiteY253" fmla="*/ 6858000 h 6858000"/>
              <a:gd name="connsiteX254" fmla="*/ 5682041 w 7369701"/>
              <a:gd name="connsiteY254" fmla="*/ 6355860 h 6858000"/>
              <a:gd name="connsiteX255" fmla="*/ 5461758 w 7369701"/>
              <a:gd name="connsiteY255" fmla="*/ 5820220 h 6858000"/>
              <a:gd name="connsiteX256" fmla="*/ 5237282 w 7369701"/>
              <a:gd name="connsiteY256" fmla="*/ 6579086 h 6858000"/>
              <a:gd name="connsiteX257" fmla="*/ 5115009 w 7369701"/>
              <a:gd name="connsiteY257" fmla="*/ 6858000 h 6858000"/>
              <a:gd name="connsiteX258" fmla="*/ 5028074 w 7369701"/>
              <a:gd name="connsiteY258" fmla="*/ 6858000 h 6858000"/>
              <a:gd name="connsiteX259" fmla="*/ 5079508 w 7369701"/>
              <a:gd name="connsiteY259" fmla="*/ 6749074 h 6858000"/>
              <a:gd name="connsiteX260" fmla="*/ 5371846 w 7369701"/>
              <a:gd name="connsiteY260" fmla="*/ 5924413 h 6858000"/>
              <a:gd name="connsiteX261" fmla="*/ 5270512 w 7369701"/>
              <a:gd name="connsiteY261" fmla="*/ 6138975 h 6858000"/>
              <a:gd name="connsiteX262" fmla="*/ 5062409 w 7369701"/>
              <a:gd name="connsiteY262" fmla="*/ 6653544 h 6858000"/>
              <a:gd name="connsiteX263" fmla="*/ 5036628 w 7369701"/>
              <a:gd name="connsiteY263" fmla="*/ 6754247 h 6858000"/>
              <a:gd name="connsiteX264" fmla="*/ 5009112 w 7369701"/>
              <a:gd name="connsiteY264" fmla="*/ 6858000 h 6858000"/>
              <a:gd name="connsiteX265" fmla="*/ 4976679 w 7369701"/>
              <a:gd name="connsiteY265" fmla="*/ 6858000 h 6858000"/>
              <a:gd name="connsiteX266" fmla="*/ 5006537 w 7369701"/>
              <a:gd name="connsiteY266" fmla="*/ 6747068 h 6858000"/>
              <a:gd name="connsiteX267" fmla="*/ 5032723 w 7369701"/>
              <a:gd name="connsiteY267" fmla="*/ 6644957 h 6858000"/>
              <a:gd name="connsiteX268" fmla="*/ 5242949 w 7369701"/>
              <a:gd name="connsiteY268" fmla="*/ 6125175 h 6858000"/>
              <a:gd name="connsiteX269" fmla="*/ 5286321 w 7369701"/>
              <a:gd name="connsiteY269" fmla="*/ 6033555 h 6858000"/>
              <a:gd name="connsiteX270" fmla="*/ 5008210 w 7369701"/>
              <a:gd name="connsiteY270" fmla="*/ 6649194 h 6858000"/>
              <a:gd name="connsiteX271" fmla="*/ 4986321 w 7369701"/>
              <a:gd name="connsiteY271" fmla="*/ 6765687 h 6858000"/>
              <a:gd name="connsiteX272" fmla="*/ 4973474 w 7369701"/>
              <a:gd name="connsiteY272" fmla="*/ 6858000 h 6858000"/>
              <a:gd name="connsiteX273" fmla="*/ 4907178 w 7369701"/>
              <a:gd name="connsiteY273" fmla="*/ 6858000 h 6858000"/>
              <a:gd name="connsiteX274" fmla="*/ 4910810 w 7369701"/>
              <a:gd name="connsiteY274" fmla="*/ 6829660 h 6858000"/>
              <a:gd name="connsiteX275" fmla="*/ 4987461 w 7369701"/>
              <a:gd name="connsiteY275" fmla="*/ 6432994 h 6858000"/>
              <a:gd name="connsiteX276" fmla="*/ 5179262 w 7369701"/>
              <a:gd name="connsiteY276" fmla="*/ 6035044 h 6858000"/>
              <a:gd name="connsiteX277" fmla="*/ 4689678 w 7369701"/>
              <a:gd name="connsiteY277" fmla="*/ 6440241 h 6858000"/>
              <a:gd name="connsiteX278" fmla="*/ 4477543 w 7369701"/>
              <a:gd name="connsiteY278" fmla="*/ 6674836 h 6858000"/>
              <a:gd name="connsiteX279" fmla="*/ 4329957 w 7369701"/>
              <a:gd name="connsiteY279" fmla="*/ 6858000 h 6858000"/>
              <a:gd name="connsiteX280" fmla="*/ 4218595 w 7369701"/>
              <a:gd name="connsiteY280" fmla="*/ 6858000 h 6858000"/>
              <a:gd name="connsiteX281" fmla="*/ 4368888 w 7369701"/>
              <a:gd name="connsiteY281" fmla="*/ 6668412 h 6858000"/>
              <a:gd name="connsiteX282" fmla="*/ 4563091 w 7369701"/>
              <a:gd name="connsiteY282" fmla="*/ 6442508 h 6858000"/>
              <a:gd name="connsiteX283" fmla="*/ 5387324 w 7369701"/>
              <a:gd name="connsiteY283" fmla="*/ 5705830 h 6858000"/>
              <a:gd name="connsiteX284" fmla="*/ 5073620 w 7369701"/>
              <a:gd name="connsiteY284" fmla="*/ 5955437 h 6858000"/>
              <a:gd name="connsiteX285" fmla="*/ 4689789 w 7369701"/>
              <a:gd name="connsiteY285" fmla="*/ 6268382 h 6858000"/>
              <a:gd name="connsiteX286" fmla="*/ 4418722 w 7369701"/>
              <a:gd name="connsiteY286" fmla="*/ 6570886 h 6858000"/>
              <a:gd name="connsiteX287" fmla="*/ 4214944 w 7369701"/>
              <a:gd name="connsiteY287" fmla="*/ 6858000 h 6858000"/>
              <a:gd name="connsiteX288" fmla="*/ 4177898 w 7369701"/>
              <a:gd name="connsiteY288" fmla="*/ 6858000 h 6858000"/>
              <a:gd name="connsiteX289" fmla="*/ 4391597 w 7369701"/>
              <a:gd name="connsiteY289" fmla="*/ 6556370 h 6858000"/>
              <a:gd name="connsiteX290" fmla="*/ 4668889 w 7369701"/>
              <a:gd name="connsiteY290" fmla="*/ 6246399 h 6858000"/>
              <a:gd name="connsiteX291" fmla="*/ 5055427 w 7369701"/>
              <a:gd name="connsiteY291" fmla="*/ 5931476 h 6858000"/>
              <a:gd name="connsiteX292" fmla="*/ 5371814 w 7369701"/>
              <a:gd name="connsiteY292" fmla="*/ 5678975 h 6858000"/>
              <a:gd name="connsiteX293" fmla="*/ 4987918 w 7369701"/>
              <a:gd name="connsiteY293" fmla="*/ 5838701 h 6858000"/>
              <a:gd name="connsiteX294" fmla="*/ 4317146 w 7369701"/>
              <a:gd name="connsiteY294" fmla="*/ 6587716 h 6858000"/>
              <a:gd name="connsiteX295" fmla="*/ 4171627 w 7369701"/>
              <a:gd name="connsiteY295" fmla="*/ 6858000 h 6858000"/>
              <a:gd name="connsiteX296" fmla="*/ 4081585 w 7369701"/>
              <a:gd name="connsiteY296" fmla="*/ 6858000 h 6858000"/>
              <a:gd name="connsiteX297" fmla="*/ 4238603 w 7369701"/>
              <a:gd name="connsiteY297" fmla="*/ 6559341 h 6858000"/>
              <a:gd name="connsiteX298" fmla="*/ 4778333 w 7369701"/>
              <a:gd name="connsiteY298" fmla="*/ 5873626 h 6858000"/>
              <a:gd name="connsiteX299" fmla="*/ 5414185 w 7369701"/>
              <a:gd name="connsiteY299" fmla="*/ 5573882 h 6858000"/>
              <a:gd name="connsiteX300" fmla="*/ 5959648 w 7369701"/>
              <a:gd name="connsiteY300" fmla="*/ 4760797 h 6858000"/>
              <a:gd name="connsiteX301" fmla="*/ 5355019 w 7369701"/>
              <a:gd name="connsiteY301" fmla="*/ 4734672 h 6858000"/>
              <a:gd name="connsiteX302" fmla="*/ 5083565 w 7369701"/>
              <a:gd name="connsiteY302" fmla="*/ 5179121 h 6858000"/>
              <a:gd name="connsiteX303" fmla="*/ 4713577 w 7369701"/>
              <a:gd name="connsiteY303" fmla="*/ 5616803 h 6858000"/>
              <a:gd name="connsiteX304" fmla="*/ 3989559 w 7369701"/>
              <a:gd name="connsiteY304" fmla="*/ 6145945 h 6858000"/>
              <a:gd name="connsiteX305" fmla="*/ 3939824 w 7369701"/>
              <a:gd name="connsiteY305" fmla="*/ 6066900 h 6858000"/>
              <a:gd name="connsiteX306" fmla="*/ 4584537 w 7369701"/>
              <a:gd name="connsiteY306" fmla="*/ 5324826 h 6858000"/>
              <a:gd name="connsiteX307" fmla="*/ 5037105 w 7369701"/>
              <a:gd name="connsiteY307" fmla="*/ 5088765 h 6858000"/>
              <a:gd name="connsiteX308" fmla="*/ 5039930 w 7369701"/>
              <a:gd name="connsiteY308" fmla="*/ 5089585 h 6858000"/>
              <a:gd name="connsiteX309" fmla="*/ 5263764 w 7369701"/>
              <a:gd name="connsiteY309" fmla="*/ 4735525 h 6858000"/>
              <a:gd name="connsiteX310" fmla="*/ 4086300 w 7369701"/>
              <a:gd name="connsiteY310" fmla="*/ 4884599 h 6858000"/>
              <a:gd name="connsiteX311" fmla="*/ 4085485 w 7369701"/>
              <a:gd name="connsiteY311" fmla="*/ 4899070 h 6858000"/>
              <a:gd name="connsiteX312" fmla="*/ 3871915 w 7369701"/>
              <a:gd name="connsiteY312" fmla="*/ 5253645 h 6858000"/>
              <a:gd name="connsiteX313" fmla="*/ 3799374 w 7369701"/>
              <a:gd name="connsiteY313" fmla="*/ 5466127 h 6858000"/>
              <a:gd name="connsiteX314" fmla="*/ 3498850 w 7369701"/>
              <a:gd name="connsiteY314" fmla="*/ 6661888 h 6858000"/>
              <a:gd name="connsiteX315" fmla="*/ 3399216 w 7369701"/>
              <a:gd name="connsiteY315" fmla="*/ 6858000 h 6858000"/>
              <a:gd name="connsiteX316" fmla="*/ 3303688 w 7369701"/>
              <a:gd name="connsiteY316" fmla="*/ 6858000 h 6858000"/>
              <a:gd name="connsiteX317" fmla="*/ 3391774 w 7369701"/>
              <a:gd name="connsiteY317" fmla="*/ 6697181 h 6858000"/>
              <a:gd name="connsiteX318" fmla="*/ 3735540 w 7369701"/>
              <a:gd name="connsiteY318" fmla="*/ 5546923 h 6858000"/>
              <a:gd name="connsiteX319" fmla="*/ 3729438 w 7369701"/>
              <a:gd name="connsiteY319" fmla="*/ 5569058 h 6858000"/>
              <a:gd name="connsiteX320" fmla="*/ 3707782 w 7369701"/>
              <a:gd name="connsiteY320" fmla="*/ 5644908 h 6858000"/>
              <a:gd name="connsiteX321" fmla="*/ 3583827 w 7369701"/>
              <a:gd name="connsiteY321" fmla="*/ 6039215 h 6858000"/>
              <a:gd name="connsiteX322" fmla="*/ 3547861 w 7369701"/>
              <a:gd name="connsiteY322" fmla="*/ 6129609 h 6858000"/>
              <a:gd name="connsiteX323" fmla="*/ 3490905 w 7369701"/>
              <a:gd name="connsiteY323" fmla="*/ 6277660 h 6858000"/>
              <a:gd name="connsiteX324" fmla="*/ 3455859 w 7369701"/>
              <a:gd name="connsiteY324" fmla="*/ 6391301 h 6858000"/>
              <a:gd name="connsiteX325" fmla="*/ 3429112 w 7369701"/>
              <a:gd name="connsiteY325" fmla="*/ 6479469 h 6858000"/>
              <a:gd name="connsiteX326" fmla="*/ 3304862 w 7369701"/>
              <a:gd name="connsiteY326" fmla="*/ 6796476 h 6858000"/>
              <a:gd name="connsiteX327" fmla="*/ 3276071 w 7369701"/>
              <a:gd name="connsiteY327" fmla="*/ 6858000 h 6858000"/>
              <a:gd name="connsiteX328" fmla="*/ 3240805 w 7369701"/>
              <a:gd name="connsiteY328" fmla="*/ 6858000 h 6858000"/>
              <a:gd name="connsiteX329" fmla="*/ 3275917 w 7369701"/>
              <a:gd name="connsiteY329" fmla="*/ 6783192 h 6858000"/>
              <a:gd name="connsiteX330" fmla="*/ 3399358 w 7369701"/>
              <a:gd name="connsiteY330" fmla="*/ 6469011 h 6858000"/>
              <a:gd name="connsiteX331" fmla="*/ 3425650 w 7369701"/>
              <a:gd name="connsiteY331" fmla="*/ 6381333 h 6858000"/>
              <a:gd name="connsiteX332" fmla="*/ 3460661 w 7369701"/>
              <a:gd name="connsiteY332" fmla="*/ 6266763 h 6858000"/>
              <a:gd name="connsiteX333" fmla="*/ 3518021 w 7369701"/>
              <a:gd name="connsiteY333" fmla="*/ 6117298 h 6858000"/>
              <a:gd name="connsiteX334" fmla="*/ 3554035 w 7369701"/>
              <a:gd name="connsiteY334" fmla="*/ 6027832 h 6858000"/>
              <a:gd name="connsiteX335" fmla="*/ 3677174 w 7369701"/>
              <a:gd name="connsiteY335" fmla="*/ 5636351 h 6858000"/>
              <a:gd name="connsiteX336" fmla="*/ 3698819 w 7369701"/>
              <a:gd name="connsiteY336" fmla="*/ 5560503 h 6858000"/>
              <a:gd name="connsiteX337" fmla="*/ 3702094 w 7369701"/>
              <a:gd name="connsiteY337" fmla="*/ 5549194 h 6858000"/>
              <a:gd name="connsiteX338" fmla="*/ 3398355 w 7369701"/>
              <a:gd name="connsiteY338" fmla="*/ 6094603 h 6858000"/>
              <a:gd name="connsiteX339" fmla="*/ 3193941 w 7369701"/>
              <a:gd name="connsiteY339" fmla="*/ 6798775 h 6858000"/>
              <a:gd name="connsiteX340" fmla="*/ 3184140 w 7369701"/>
              <a:gd name="connsiteY340" fmla="*/ 6858000 h 6858000"/>
              <a:gd name="connsiteX341" fmla="*/ 3099978 w 7369701"/>
              <a:gd name="connsiteY341" fmla="*/ 6858000 h 6858000"/>
              <a:gd name="connsiteX342" fmla="*/ 3101556 w 7369701"/>
              <a:gd name="connsiteY342" fmla="*/ 6843337 h 6858000"/>
              <a:gd name="connsiteX343" fmla="*/ 3370162 w 7369701"/>
              <a:gd name="connsiteY343" fmla="*/ 5785550 h 6858000"/>
              <a:gd name="connsiteX344" fmla="*/ 3746477 w 7369701"/>
              <a:gd name="connsiteY344" fmla="*/ 5377889 h 6858000"/>
              <a:gd name="connsiteX345" fmla="*/ 3863399 w 7369701"/>
              <a:gd name="connsiteY345" fmla="*/ 5087257 h 6858000"/>
              <a:gd name="connsiteX346" fmla="*/ 3968712 w 7369701"/>
              <a:gd name="connsiteY346" fmla="*/ 4913989 h 6858000"/>
              <a:gd name="connsiteX347" fmla="*/ 2792390 w 7369701"/>
              <a:gd name="connsiteY347" fmla="*/ 5382974 h 6858000"/>
              <a:gd name="connsiteX348" fmla="*/ 2714982 w 7369701"/>
              <a:gd name="connsiteY348" fmla="*/ 5427051 h 6858000"/>
              <a:gd name="connsiteX349" fmla="*/ 2813361 w 7369701"/>
              <a:gd name="connsiteY349" fmla="*/ 6023912 h 6858000"/>
              <a:gd name="connsiteX350" fmla="*/ 2688430 w 7369701"/>
              <a:gd name="connsiteY350" fmla="*/ 6801564 h 6858000"/>
              <a:gd name="connsiteX351" fmla="*/ 2629626 w 7369701"/>
              <a:gd name="connsiteY351" fmla="*/ 6763394 h 6858000"/>
              <a:gd name="connsiteX352" fmla="*/ 2565328 w 7369701"/>
              <a:gd name="connsiteY352" fmla="*/ 5516399 h 6858000"/>
              <a:gd name="connsiteX353" fmla="*/ 1922999 w 7369701"/>
              <a:gd name="connsiteY353" fmla="*/ 5980343 h 6858000"/>
              <a:gd name="connsiteX354" fmla="*/ 1950261 w 7369701"/>
              <a:gd name="connsiteY354" fmla="*/ 6405858 h 6858000"/>
              <a:gd name="connsiteX355" fmla="*/ 2365554 w 7369701"/>
              <a:gd name="connsiteY355" fmla="*/ 6759107 h 6858000"/>
              <a:gd name="connsiteX356" fmla="*/ 2424142 w 7369701"/>
              <a:gd name="connsiteY356" fmla="*/ 6858000 h 6858000"/>
              <a:gd name="connsiteX357" fmla="*/ 2395994 w 7369701"/>
              <a:gd name="connsiteY357" fmla="*/ 6858000 h 6858000"/>
              <a:gd name="connsiteX358" fmla="*/ 2392863 w 7369701"/>
              <a:gd name="connsiteY358" fmla="*/ 6852964 h 6858000"/>
              <a:gd name="connsiteX359" fmla="*/ 2017589 w 7369701"/>
              <a:gd name="connsiteY359" fmla="*/ 6493982 h 6858000"/>
              <a:gd name="connsiteX360" fmla="*/ 2147336 w 7369701"/>
              <a:gd name="connsiteY360" fmla="*/ 6594052 h 6858000"/>
              <a:gd name="connsiteX361" fmla="*/ 2207047 w 7369701"/>
              <a:gd name="connsiteY361" fmla="*/ 6654540 h 6858000"/>
              <a:gd name="connsiteX362" fmla="*/ 2299106 w 7369701"/>
              <a:gd name="connsiteY362" fmla="*/ 6778931 h 6858000"/>
              <a:gd name="connsiteX363" fmla="*/ 2314430 w 7369701"/>
              <a:gd name="connsiteY363" fmla="*/ 6801144 h 6858000"/>
              <a:gd name="connsiteX364" fmla="*/ 2352406 w 7369701"/>
              <a:gd name="connsiteY364" fmla="*/ 6858000 h 6858000"/>
              <a:gd name="connsiteX365" fmla="*/ 2314492 w 7369701"/>
              <a:gd name="connsiteY365" fmla="*/ 6858000 h 6858000"/>
              <a:gd name="connsiteX366" fmla="*/ 2288095 w 7369701"/>
              <a:gd name="connsiteY366" fmla="*/ 6818030 h 6858000"/>
              <a:gd name="connsiteX367" fmla="*/ 2272768 w 7369701"/>
              <a:gd name="connsiteY367" fmla="*/ 6795822 h 6858000"/>
              <a:gd name="connsiteX368" fmla="*/ 2182715 w 7369701"/>
              <a:gd name="connsiteY368" fmla="*/ 6675071 h 6858000"/>
              <a:gd name="connsiteX369" fmla="*/ 2032061 w 7369701"/>
              <a:gd name="connsiteY369" fmla="*/ 6541380 h 6858000"/>
              <a:gd name="connsiteX370" fmla="*/ 2257220 w 7369701"/>
              <a:gd name="connsiteY370" fmla="*/ 6826257 h 6858000"/>
              <a:gd name="connsiteX371" fmla="*/ 2281324 w 7369701"/>
              <a:gd name="connsiteY371" fmla="*/ 6858000 h 6858000"/>
              <a:gd name="connsiteX372" fmla="*/ 2242860 w 7369701"/>
              <a:gd name="connsiteY372" fmla="*/ 6858000 h 6858000"/>
              <a:gd name="connsiteX373" fmla="*/ 2232818 w 7369701"/>
              <a:gd name="connsiteY373" fmla="*/ 6844926 h 6858000"/>
              <a:gd name="connsiteX374" fmla="*/ 1990172 w 7369701"/>
              <a:gd name="connsiteY374" fmla="*/ 6542121 h 6858000"/>
              <a:gd name="connsiteX375" fmla="*/ 2124090 w 7369701"/>
              <a:gd name="connsiteY375" fmla="*/ 6761017 h 6858000"/>
              <a:gd name="connsiteX376" fmla="*/ 2200380 w 7369701"/>
              <a:gd name="connsiteY376" fmla="*/ 6858000 h 6858000"/>
              <a:gd name="connsiteX377" fmla="*/ 2147507 w 7369701"/>
              <a:gd name="connsiteY377" fmla="*/ 6858000 h 6858000"/>
              <a:gd name="connsiteX378" fmla="*/ 2070668 w 7369701"/>
              <a:gd name="connsiteY378" fmla="*/ 6761520 h 6858000"/>
              <a:gd name="connsiteX379" fmla="*/ 1975142 w 7369701"/>
              <a:gd name="connsiteY379" fmla="*/ 6585570 h 6858000"/>
              <a:gd name="connsiteX380" fmla="*/ 2050035 w 7369701"/>
              <a:gd name="connsiteY380" fmla="*/ 6813345 h 6858000"/>
              <a:gd name="connsiteX381" fmla="*/ 2063025 w 7369701"/>
              <a:gd name="connsiteY381" fmla="*/ 6858000 h 6858000"/>
              <a:gd name="connsiteX382" fmla="*/ 2021675 w 7369701"/>
              <a:gd name="connsiteY382" fmla="*/ 6858000 h 6858000"/>
              <a:gd name="connsiteX383" fmla="*/ 2019308 w 7369701"/>
              <a:gd name="connsiteY383" fmla="*/ 6847118 h 6858000"/>
              <a:gd name="connsiteX384" fmla="*/ 1938835 w 7369701"/>
              <a:gd name="connsiteY384" fmla="*/ 6551160 h 6858000"/>
              <a:gd name="connsiteX385" fmla="*/ 1953230 w 7369701"/>
              <a:gd name="connsiteY385" fmla="*/ 6759699 h 6858000"/>
              <a:gd name="connsiteX386" fmla="*/ 1956763 w 7369701"/>
              <a:gd name="connsiteY386" fmla="*/ 6778191 h 6858000"/>
              <a:gd name="connsiteX387" fmla="*/ 1967925 w 7369701"/>
              <a:gd name="connsiteY387" fmla="*/ 6858000 h 6858000"/>
              <a:gd name="connsiteX388" fmla="*/ 1936622 w 7369701"/>
              <a:gd name="connsiteY388" fmla="*/ 6858000 h 6858000"/>
              <a:gd name="connsiteX389" fmla="*/ 1926261 w 7369701"/>
              <a:gd name="connsiteY389" fmla="*/ 6784064 h 6858000"/>
              <a:gd name="connsiteX390" fmla="*/ 1922724 w 7369701"/>
              <a:gd name="connsiteY390" fmla="*/ 6765577 h 6858000"/>
              <a:gd name="connsiteX391" fmla="*/ 1904650 w 7369701"/>
              <a:gd name="connsiteY391" fmla="*/ 6639616 h 6858000"/>
              <a:gd name="connsiteX392" fmla="*/ 1885273 w 7369701"/>
              <a:gd name="connsiteY392" fmla="*/ 6858000 h 6858000"/>
              <a:gd name="connsiteX393" fmla="*/ 1854363 w 7369701"/>
              <a:gd name="connsiteY393" fmla="*/ 6858000 h 6858000"/>
              <a:gd name="connsiteX394" fmla="*/ 1880391 w 7369701"/>
              <a:gd name="connsiteY394" fmla="*/ 6603796 h 6858000"/>
              <a:gd name="connsiteX395" fmla="*/ 1818273 w 7369701"/>
              <a:gd name="connsiteY395" fmla="*/ 6715729 h 6858000"/>
              <a:gd name="connsiteX396" fmla="*/ 1794691 w 7369701"/>
              <a:gd name="connsiteY396" fmla="*/ 6843239 h 6858000"/>
              <a:gd name="connsiteX397" fmla="*/ 1794914 w 7369701"/>
              <a:gd name="connsiteY397" fmla="*/ 6858000 h 6858000"/>
              <a:gd name="connsiteX398" fmla="*/ 1746128 w 7369701"/>
              <a:gd name="connsiteY398" fmla="*/ 6858000 h 6858000"/>
              <a:gd name="connsiteX399" fmla="*/ 1753934 w 7369701"/>
              <a:gd name="connsiteY399" fmla="*/ 6724796 h 6858000"/>
              <a:gd name="connsiteX400" fmla="*/ 1792053 w 7369701"/>
              <a:gd name="connsiteY400" fmla="*/ 6572396 h 6858000"/>
              <a:gd name="connsiteX401" fmla="*/ 1862248 w 7369701"/>
              <a:gd name="connsiteY401" fmla="*/ 6266397 h 6858000"/>
              <a:gd name="connsiteX402" fmla="*/ 1862250 w 7369701"/>
              <a:gd name="connsiteY402" fmla="*/ 6033531 h 6858000"/>
              <a:gd name="connsiteX403" fmla="*/ 1211999 w 7369701"/>
              <a:gd name="connsiteY403" fmla="*/ 6683610 h 6858000"/>
              <a:gd name="connsiteX404" fmla="*/ 1213266 w 7369701"/>
              <a:gd name="connsiteY404" fmla="*/ 6691947 h 6858000"/>
              <a:gd name="connsiteX405" fmla="*/ 1203370 w 7369701"/>
              <a:gd name="connsiteY405" fmla="*/ 6850676 h 6858000"/>
              <a:gd name="connsiteX406" fmla="*/ 1203671 w 7369701"/>
              <a:gd name="connsiteY406" fmla="*/ 6858000 h 6858000"/>
              <a:gd name="connsiteX407" fmla="*/ 1143180 w 7369701"/>
              <a:gd name="connsiteY407" fmla="*/ 6858000 h 6858000"/>
              <a:gd name="connsiteX408" fmla="*/ 1142176 w 7369701"/>
              <a:gd name="connsiteY408" fmla="*/ 6766045 h 6858000"/>
              <a:gd name="connsiteX409" fmla="*/ 1067484 w 7369701"/>
              <a:gd name="connsiteY409" fmla="*/ 6858000 h 6858000"/>
              <a:gd name="connsiteX410" fmla="*/ 953928 w 7369701"/>
              <a:gd name="connsiteY410" fmla="*/ 6858000 h 6858000"/>
              <a:gd name="connsiteX411" fmla="*/ 959715 w 7369701"/>
              <a:gd name="connsiteY411" fmla="*/ 6850185 h 6858000"/>
              <a:gd name="connsiteX412" fmla="*/ 1483788 w 7369701"/>
              <a:gd name="connsiteY412" fmla="*/ 6259174 h 6858000"/>
              <a:gd name="connsiteX413" fmla="*/ 1100671 w 7369701"/>
              <a:gd name="connsiteY413" fmla="*/ 6252137 h 6858000"/>
              <a:gd name="connsiteX414" fmla="*/ 1090144 w 7369701"/>
              <a:gd name="connsiteY414" fmla="*/ 6256748 h 6858000"/>
              <a:gd name="connsiteX415" fmla="*/ 1095872 w 7369701"/>
              <a:gd name="connsiteY415" fmla="*/ 6271892 h 6858000"/>
              <a:gd name="connsiteX416" fmla="*/ 262785 w 7369701"/>
              <a:gd name="connsiteY416" fmla="*/ 6845450 h 6858000"/>
              <a:gd name="connsiteX417" fmla="*/ 209968 w 7369701"/>
              <a:gd name="connsiteY417" fmla="*/ 6770713 h 6858000"/>
              <a:gd name="connsiteX418" fmla="*/ 873460 w 7369701"/>
              <a:gd name="connsiteY418" fmla="*/ 6253768 h 6858000"/>
              <a:gd name="connsiteX419" fmla="*/ 192686 w 7369701"/>
              <a:gd name="connsiteY419" fmla="*/ 5849257 h 6858000"/>
              <a:gd name="connsiteX420" fmla="*/ 4696 w 7369701"/>
              <a:gd name="connsiteY420" fmla="*/ 5697668 h 6858000"/>
              <a:gd name="connsiteX421" fmla="*/ 0 w 7369701"/>
              <a:gd name="connsiteY421" fmla="*/ 5689984 h 6858000"/>
              <a:gd name="connsiteX422" fmla="*/ 0 w 7369701"/>
              <a:gd name="connsiteY422" fmla="*/ 5513472 h 6858000"/>
              <a:gd name="connsiteX423" fmla="*/ 174101 w 7369701"/>
              <a:gd name="connsiteY423" fmla="*/ 5620277 h 6858000"/>
              <a:gd name="connsiteX424" fmla="*/ 891800 w 7369701"/>
              <a:gd name="connsiteY424" fmla="*/ 6036935 h 6858000"/>
              <a:gd name="connsiteX425" fmla="*/ 1072219 w 7369701"/>
              <a:gd name="connsiteY425" fmla="*/ 6169443 h 6858000"/>
              <a:gd name="connsiteX426" fmla="*/ 1074117 w 7369701"/>
              <a:gd name="connsiteY426" fmla="*/ 6170301 h 6858000"/>
              <a:gd name="connsiteX427" fmla="*/ 1083114 w 7369701"/>
              <a:gd name="connsiteY427" fmla="*/ 6174131 h 6858000"/>
              <a:gd name="connsiteX428" fmla="*/ 1543010 w 7369701"/>
              <a:gd name="connsiteY428" fmla="*/ 6191140 h 6858000"/>
              <a:gd name="connsiteX429" fmla="*/ 1551080 w 7369701"/>
              <a:gd name="connsiteY429" fmla="*/ 6195006 h 6858000"/>
              <a:gd name="connsiteX430" fmla="*/ 2345443 w 7369701"/>
              <a:gd name="connsiteY430" fmla="*/ 5549882 h 6858000"/>
              <a:gd name="connsiteX431" fmla="*/ 1721499 w 7369701"/>
              <a:gd name="connsiteY431" fmla="*/ 5599969 h 6858000"/>
              <a:gd name="connsiteX432" fmla="*/ 767716 w 7369701"/>
              <a:gd name="connsiteY432" fmla="*/ 5472768 h 6858000"/>
              <a:gd name="connsiteX433" fmla="*/ 722147 w 7369701"/>
              <a:gd name="connsiteY433" fmla="*/ 5393091 h 6858000"/>
              <a:gd name="connsiteX434" fmla="*/ 1485552 w 7369701"/>
              <a:gd name="connsiteY434" fmla="*/ 5313202 h 6858000"/>
              <a:gd name="connsiteX435" fmla="*/ 2143004 w 7369701"/>
              <a:gd name="connsiteY435" fmla="*/ 5402420 h 6858000"/>
              <a:gd name="connsiteX436" fmla="*/ 1933391 w 7369701"/>
              <a:gd name="connsiteY436" fmla="*/ 5156971 h 6858000"/>
              <a:gd name="connsiteX437" fmla="*/ 1827118 w 7369701"/>
              <a:gd name="connsiteY437" fmla="*/ 4968410 h 6858000"/>
              <a:gd name="connsiteX438" fmla="*/ 1837349 w 7369701"/>
              <a:gd name="connsiteY438" fmla="*/ 4956357 h 6858000"/>
              <a:gd name="connsiteX439" fmla="*/ 2162835 w 7369701"/>
              <a:gd name="connsiteY439" fmla="*/ 5187853 h 6858000"/>
              <a:gd name="connsiteX440" fmla="*/ 2257167 w 7369701"/>
              <a:gd name="connsiteY440" fmla="*/ 5462123 h 6858000"/>
              <a:gd name="connsiteX441" fmla="*/ 2261598 w 7369701"/>
              <a:gd name="connsiteY441" fmla="*/ 5467998 h 6858000"/>
              <a:gd name="connsiteX442" fmla="*/ 2437177 w 7369701"/>
              <a:gd name="connsiteY442" fmla="*/ 5479608 h 6858000"/>
              <a:gd name="connsiteX443" fmla="*/ 2445247 w 7369701"/>
              <a:gd name="connsiteY443" fmla="*/ 5483476 h 6858000"/>
              <a:gd name="connsiteX444" fmla="*/ 2743626 w 7369701"/>
              <a:gd name="connsiteY444" fmla="*/ 5304819 h 6858000"/>
              <a:gd name="connsiteX445" fmla="*/ 3048102 w 7369701"/>
              <a:gd name="connsiteY445" fmla="*/ 5150595 h 6858000"/>
              <a:gd name="connsiteX446" fmla="*/ 1799414 w 7369701"/>
              <a:gd name="connsiteY446" fmla="*/ 4694732 h 6858000"/>
              <a:gd name="connsiteX447" fmla="*/ 1771735 w 7369701"/>
              <a:gd name="connsiteY447" fmla="*/ 4619929 h 6858000"/>
              <a:gd name="connsiteX448" fmla="*/ 3104273 w 7369701"/>
              <a:gd name="connsiteY448" fmla="*/ 5076159 h 6858000"/>
              <a:gd name="connsiteX449" fmla="*/ 3113245 w 7369701"/>
              <a:gd name="connsiteY449" fmla="*/ 5090705 h 6858000"/>
              <a:gd name="connsiteX450" fmla="*/ 3126294 w 7369701"/>
              <a:gd name="connsiteY450" fmla="*/ 5114400 h 6858000"/>
              <a:gd name="connsiteX451" fmla="*/ 3937433 w 7369701"/>
              <a:gd name="connsiteY451" fmla="*/ 4830473 h 6858000"/>
              <a:gd name="connsiteX452" fmla="*/ 3590475 w 7369701"/>
              <a:gd name="connsiteY452" fmla="*/ 4597974 h 6858000"/>
              <a:gd name="connsiteX453" fmla="*/ 3100264 w 7369701"/>
              <a:gd name="connsiteY453" fmla="*/ 4579845 h 6858000"/>
              <a:gd name="connsiteX454" fmla="*/ 2183576 w 7369701"/>
              <a:gd name="connsiteY454" fmla="*/ 4227150 h 6858000"/>
              <a:gd name="connsiteX455" fmla="*/ 2151029 w 7369701"/>
              <a:gd name="connsiteY455" fmla="*/ 4146947 h 6858000"/>
              <a:gd name="connsiteX456" fmla="*/ 3563434 w 7369701"/>
              <a:gd name="connsiteY456" fmla="*/ 4469115 h 6858000"/>
              <a:gd name="connsiteX457" fmla="*/ 3177952 w 7369701"/>
              <a:gd name="connsiteY457" fmla="*/ 3657386 h 6858000"/>
              <a:gd name="connsiteX458" fmla="*/ 3189263 w 7369701"/>
              <a:gd name="connsiteY458" fmla="*/ 3625726 h 6858000"/>
              <a:gd name="connsiteX459" fmla="*/ 3560912 w 7369701"/>
              <a:gd name="connsiteY459" fmla="*/ 4079863 h 6858000"/>
              <a:gd name="connsiteX460" fmla="*/ 3626636 w 7369701"/>
              <a:gd name="connsiteY460" fmla="*/ 4512230 h 6858000"/>
              <a:gd name="connsiteX461" fmla="*/ 3653088 w 7369701"/>
              <a:gd name="connsiteY461" fmla="*/ 4521417 h 6858000"/>
              <a:gd name="connsiteX462" fmla="*/ 3988128 w 7369701"/>
              <a:gd name="connsiteY462" fmla="*/ 4817267 h 6858000"/>
              <a:gd name="connsiteX463" fmla="*/ 4830582 w 7369701"/>
              <a:gd name="connsiteY463" fmla="*/ 4676000 h 6858000"/>
              <a:gd name="connsiteX464" fmla="*/ 4830100 w 7369701"/>
              <a:gd name="connsiteY464" fmla="*/ 4675554 h 6858000"/>
              <a:gd name="connsiteX465" fmla="*/ 4036318 w 7369701"/>
              <a:gd name="connsiteY465" fmla="*/ 4147013 h 6858000"/>
              <a:gd name="connsiteX466" fmla="*/ 3432098 w 7369701"/>
              <a:gd name="connsiteY466" fmla="*/ 3537312 h 6858000"/>
              <a:gd name="connsiteX467" fmla="*/ 3446761 w 7369701"/>
              <a:gd name="connsiteY467" fmla="*/ 3461278 h 6858000"/>
              <a:gd name="connsiteX468" fmla="*/ 4419733 w 7369701"/>
              <a:gd name="connsiteY468" fmla="*/ 3963555 h 6858000"/>
              <a:gd name="connsiteX469" fmla="*/ 4781371 w 7369701"/>
              <a:gd name="connsiteY469" fmla="*/ 4458604 h 6858000"/>
              <a:gd name="connsiteX470" fmla="*/ 4780440 w 7369701"/>
              <a:gd name="connsiteY470" fmla="*/ 4470290 h 6858000"/>
              <a:gd name="connsiteX471" fmla="*/ 4898954 w 7369701"/>
              <a:gd name="connsiteY471" fmla="*/ 4662092 h 6858000"/>
              <a:gd name="connsiteX472" fmla="*/ 4900699 w 7369701"/>
              <a:gd name="connsiteY472" fmla="*/ 4670867 h 6858000"/>
              <a:gd name="connsiteX473" fmla="*/ 5714511 w 7369701"/>
              <a:gd name="connsiteY473" fmla="*/ 4663483 h 6858000"/>
              <a:gd name="connsiteX474" fmla="*/ 5464793 w 7369701"/>
              <a:gd name="connsiteY474" fmla="*/ 4393556 h 6858000"/>
              <a:gd name="connsiteX475" fmla="*/ 5461897 w 7369701"/>
              <a:gd name="connsiteY475" fmla="*/ 4390879 h 6858000"/>
              <a:gd name="connsiteX476" fmla="*/ 4294126 w 7369701"/>
              <a:gd name="connsiteY476" fmla="*/ 3303048 h 6858000"/>
              <a:gd name="connsiteX477" fmla="*/ 4305321 w 7369701"/>
              <a:gd name="connsiteY477" fmla="*/ 3256953 h 6858000"/>
              <a:gd name="connsiteX478" fmla="*/ 4949299 w 7369701"/>
              <a:gd name="connsiteY478" fmla="*/ 3766336 h 6858000"/>
              <a:gd name="connsiteX479" fmla="*/ 5291452 w 7369701"/>
              <a:gd name="connsiteY479" fmla="*/ 4076801 h 6858000"/>
              <a:gd name="connsiteX480" fmla="*/ 5434998 w 7369701"/>
              <a:gd name="connsiteY480" fmla="*/ 4254100 h 6858000"/>
              <a:gd name="connsiteX481" fmla="*/ 5351015 w 7369701"/>
              <a:gd name="connsiteY481" fmla="*/ 3760989 h 6858000"/>
              <a:gd name="connsiteX482" fmla="*/ 5413780 w 7369701"/>
              <a:gd name="connsiteY482" fmla="*/ 2966265 h 6858000"/>
              <a:gd name="connsiteX483" fmla="*/ 5425627 w 7369701"/>
              <a:gd name="connsiteY483" fmla="*/ 2954192 h 6858000"/>
              <a:gd name="connsiteX484" fmla="*/ 6604735 w 7369701"/>
              <a:gd name="connsiteY484" fmla="*/ 2041381 h 6858000"/>
              <a:gd name="connsiteX485" fmla="*/ 7204487 w 7369701"/>
              <a:gd name="connsiteY485" fmla="*/ 2742112 h 6858000"/>
              <a:gd name="connsiteX486" fmla="*/ 7131592 w 7369701"/>
              <a:gd name="connsiteY486" fmla="*/ 2672096 h 6858000"/>
              <a:gd name="connsiteX487" fmla="*/ 6996344 w 7369701"/>
              <a:gd name="connsiteY487" fmla="*/ 2518310 h 6858000"/>
              <a:gd name="connsiteX488" fmla="*/ 6735495 w 7369701"/>
              <a:gd name="connsiteY488" fmla="*/ 2196890 h 6858000"/>
              <a:gd name="connsiteX489" fmla="*/ 6721901 w 7369701"/>
              <a:gd name="connsiteY489" fmla="*/ 2179274 h 6858000"/>
              <a:gd name="connsiteX490" fmla="*/ 6604735 w 7369701"/>
              <a:gd name="connsiteY490" fmla="*/ 2041381 h 6858000"/>
              <a:gd name="connsiteX491" fmla="*/ 6591670 w 7369701"/>
              <a:gd name="connsiteY491" fmla="*/ 1988277 h 6858000"/>
              <a:gd name="connsiteX492" fmla="*/ 6747349 w 7369701"/>
              <a:gd name="connsiteY492" fmla="*/ 2160069 h 6858000"/>
              <a:gd name="connsiteX493" fmla="*/ 6760943 w 7369701"/>
              <a:gd name="connsiteY493" fmla="*/ 2177686 h 6858000"/>
              <a:gd name="connsiteX494" fmla="*/ 7021065 w 7369701"/>
              <a:gd name="connsiteY494" fmla="*/ 2498102 h 6858000"/>
              <a:gd name="connsiteX495" fmla="*/ 7155223 w 7369701"/>
              <a:gd name="connsiteY495" fmla="*/ 2650386 h 6858000"/>
              <a:gd name="connsiteX496" fmla="*/ 7203167 w 7369701"/>
              <a:gd name="connsiteY496" fmla="*/ 2697288 h 6858000"/>
              <a:gd name="connsiteX497" fmla="*/ 6937703 w 7369701"/>
              <a:gd name="connsiteY497" fmla="*/ 2321981 h 6858000"/>
              <a:gd name="connsiteX498" fmla="*/ 6591670 w 7369701"/>
              <a:gd name="connsiteY498" fmla="*/ 1988277 h 6858000"/>
              <a:gd name="connsiteX499" fmla="*/ 5798671 w 7369701"/>
              <a:gd name="connsiteY499" fmla="*/ 1981601 h 6858000"/>
              <a:gd name="connsiteX500" fmla="*/ 5754709 w 7369701"/>
              <a:gd name="connsiteY500" fmla="*/ 2071454 h 6858000"/>
              <a:gd name="connsiteX501" fmla="*/ 5763044 w 7369701"/>
              <a:gd name="connsiteY501" fmla="*/ 2842206 h 6858000"/>
              <a:gd name="connsiteX502" fmla="*/ 5764974 w 7369701"/>
              <a:gd name="connsiteY502" fmla="*/ 2799609 h 6858000"/>
              <a:gd name="connsiteX503" fmla="*/ 5767665 w 7369701"/>
              <a:gd name="connsiteY503" fmla="*/ 2666409 h 6858000"/>
              <a:gd name="connsiteX504" fmla="*/ 5763055 w 7369701"/>
              <a:gd name="connsiteY504" fmla="*/ 2579705 h 6858000"/>
              <a:gd name="connsiteX505" fmla="*/ 5758079 w 7369701"/>
              <a:gd name="connsiteY505" fmla="*/ 2492508 h 6858000"/>
              <a:gd name="connsiteX506" fmla="*/ 5779325 w 7369701"/>
              <a:gd name="connsiteY506" fmla="*/ 2197069 h 6858000"/>
              <a:gd name="connsiteX507" fmla="*/ 5798671 w 7369701"/>
              <a:gd name="connsiteY507" fmla="*/ 1981601 h 6858000"/>
              <a:gd name="connsiteX508" fmla="*/ 5829202 w 7369701"/>
              <a:gd name="connsiteY508" fmla="*/ 1971679 h 6858000"/>
              <a:gd name="connsiteX509" fmla="*/ 5809558 w 7369701"/>
              <a:gd name="connsiteY509" fmla="*/ 2198043 h 6858000"/>
              <a:gd name="connsiteX510" fmla="*/ 5788653 w 7369701"/>
              <a:gd name="connsiteY510" fmla="*/ 2489430 h 6858000"/>
              <a:gd name="connsiteX511" fmla="*/ 5793439 w 7369701"/>
              <a:gd name="connsiteY511" fmla="*/ 2575235 h 6858000"/>
              <a:gd name="connsiteX512" fmla="*/ 5796837 w 7369701"/>
              <a:gd name="connsiteY512" fmla="*/ 2637633 h 6858000"/>
              <a:gd name="connsiteX513" fmla="*/ 5818614 w 7369701"/>
              <a:gd name="connsiteY513" fmla="*/ 2473055 h 6858000"/>
              <a:gd name="connsiteX514" fmla="*/ 5829202 w 7369701"/>
              <a:gd name="connsiteY514" fmla="*/ 1971679 h 6858000"/>
              <a:gd name="connsiteX515" fmla="*/ 5911389 w 7369701"/>
              <a:gd name="connsiteY515" fmla="*/ 1898371 h 6858000"/>
              <a:gd name="connsiteX516" fmla="*/ 6237627 w 7369701"/>
              <a:gd name="connsiteY516" fmla="*/ 2231921 h 6858000"/>
              <a:gd name="connsiteX517" fmla="*/ 5911389 w 7369701"/>
              <a:gd name="connsiteY517" fmla="*/ 1898371 h 6858000"/>
              <a:gd name="connsiteX518" fmla="*/ 6944437 w 7369701"/>
              <a:gd name="connsiteY518" fmla="*/ 1575402 h 6858000"/>
              <a:gd name="connsiteX519" fmla="*/ 6304730 w 7369701"/>
              <a:gd name="connsiteY519" fmla="*/ 1766654 h 6858000"/>
              <a:gd name="connsiteX520" fmla="*/ 6944437 w 7369701"/>
              <a:gd name="connsiteY520" fmla="*/ 1575402 h 6858000"/>
              <a:gd name="connsiteX521" fmla="*/ 7019523 w 7369701"/>
              <a:gd name="connsiteY521" fmla="*/ 1519450 h 6858000"/>
              <a:gd name="connsiteX522" fmla="*/ 6298091 w 7369701"/>
              <a:gd name="connsiteY522" fmla="*/ 1737122 h 6858000"/>
              <a:gd name="connsiteX523" fmla="*/ 7019523 w 7369701"/>
              <a:gd name="connsiteY523" fmla="*/ 1519450 h 6858000"/>
              <a:gd name="connsiteX524" fmla="*/ 2399523 w 7369701"/>
              <a:gd name="connsiteY524" fmla="*/ 1428234 h 6858000"/>
              <a:gd name="connsiteX525" fmla="*/ 2224982 w 7369701"/>
              <a:gd name="connsiteY525" fmla="*/ 1826201 h 6858000"/>
              <a:gd name="connsiteX526" fmla="*/ 2096099 w 7369701"/>
              <a:gd name="connsiteY526" fmla="*/ 2345900 h 6858000"/>
              <a:gd name="connsiteX527" fmla="*/ 2283317 w 7369701"/>
              <a:gd name="connsiteY527" fmla="*/ 1796925 h 6858000"/>
              <a:gd name="connsiteX528" fmla="*/ 2399523 w 7369701"/>
              <a:gd name="connsiteY528" fmla="*/ 1428234 h 6858000"/>
              <a:gd name="connsiteX529" fmla="*/ 2448558 w 7369701"/>
              <a:gd name="connsiteY529" fmla="*/ 1373435 h 6858000"/>
              <a:gd name="connsiteX530" fmla="*/ 2312521 w 7369701"/>
              <a:gd name="connsiteY530" fmla="*/ 1806140 h 6858000"/>
              <a:gd name="connsiteX531" fmla="*/ 2127533 w 7369701"/>
              <a:gd name="connsiteY531" fmla="*/ 2348380 h 6858000"/>
              <a:gd name="connsiteX532" fmla="*/ 2358080 w 7369701"/>
              <a:gd name="connsiteY532" fmla="*/ 1866134 h 6858000"/>
              <a:gd name="connsiteX533" fmla="*/ 2407436 w 7369701"/>
              <a:gd name="connsiteY533" fmla="*/ 1651070 h 6858000"/>
              <a:gd name="connsiteX534" fmla="*/ 2448558 w 7369701"/>
              <a:gd name="connsiteY534" fmla="*/ 1373435 h 6858000"/>
              <a:gd name="connsiteX535" fmla="*/ 278707 w 7369701"/>
              <a:gd name="connsiteY535" fmla="*/ 1352270 h 6858000"/>
              <a:gd name="connsiteX536" fmla="*/ 321570 w 7369701"/>
              <a:gd name="connsiteY536" fmla="*/ 1861610 h 6858000"/>
              <a:gd name="connsiteX537" fmla="*/ 294281 w 7369701"/>
              <a:gd name="connsiteY537" fmla="*/ 1440658 h 6858000"/>
              <a:gd name="connsiteX538" fmla="*/ 278707 w 7369701"/>
              <a:gd name="connsiteY538" fmla="*/ 1352270 h 6858000"/>
              <a:gd name="connsiteX539" fmla="*/ 1423821 w 7369701"/>
              <a:gd name="connsiteY539" fmla="*/ 1351958 h 6858000"/>
              <a:gd name="connsiteX540" fmla="*/ 1638521 w 7369701"/>
              <a:gd name="connsiteY540" fmla="*/ 1908470 h 6858000"/>
              <a:gd name="connsiteX541" fmla="*/ 1754199 w 7369701"/>
              <a:gd name="connsiteY541" fmla="*/ 2149284 h 6858000"/>
              <a:gd name="connsiteX542" fmla="*/ 1908359 w 7369701"/>
              <a:gd name="connsiteY542" fmla="*/ 2364988 h 6858000"/>
              <a:gd name="connsiteX543" fmla="*/ 1647661 w 7369701"/>
              <a:gd name="connsiteY543" fmla="*/ 1825945 h 6858000"/>
              <a:gd name="connsiteX544" fmla="*/ 1423821 w 7369701"/>
              <a:gd name="connsiteY544" fmla="*/ 1351958 h 6858000"/>
              <a:gd name="connsiteX545" fmla="*/ 1431890 w 7369701"/>
              <a:gd name="connsiteY545" fmla="*/ 1306475 h 6858000"/>
              <a:gd name="connsiteX546" fmla="*/ 1507597 w 7369701"/>
              <a:gd name="connsiteY546" fmla="*/ 1446132 h 6858000"/>
              <a:gd name="connsiteX547" fmla="*/ 1674586 w 7369701"/>
              <a:gd name="connsiteY547" fmla="*/ 1813832 h 6858000"/>
              <a:gd name="connsiteX548" fmla="*/ 1815950 w 7369701"/>
              <a:gd name="connsiteY548" fmla="*/ 2128564 h 6858000"/>
              <a:gd name="connsiteX549" fmla="*/ 1984242 w 7369701"/>
              <a:gd name="connsiteY549" fmla="*/ 2430829 h 6858000"/>
              <a:gd name="connsiteX550" fmla="*/ 2014023 w 7369701"/>
              <a:gd name="connsiteY550" fmla="*/ 2450995 h 6858000"/>
              <a:gd name="connsiteX551" fmla="*/ 1747337 w 7369701"/>
              <a:gd name="connsiteY551" fmla="*/ 1855264 h 6858000"/>
              <a:gd name="connsiteX552" fmla="*/ 1533749 w 7369701"/>
              <a:gd name="connsiteY552" fmla="*/ 1478656 h 6858000"/>
              <a:gd name="connsiteX553" fmla="*/ 1431890 w 7369701"/>
              <a:gd name="connsiteY553" fmla="*/ 1306475 h 6858000"/>
              <a:gd name="connsiteX554" fmla="*/ 5052692 w 7369701"/>
              <a:gd name="connsiteY554" fmla="*/ 1292994 h 6858000"/>
              <a:gd name="connsiteX555" fmla="*/ 5200661 w 7369701"/>
              <a:gd name="connsiteY555" fmla="*/ 1635186 h 6858000"/>
              <a:gd name="connsiteX556" fmla="*/ 5297138 w 7369701"/>
              <a:gd name="connsiteY556" fmla="*/ 1906351 h 6858000"/>
              <a:gd name="connsiteX557" fmla="*/ 5052692 w 7369701"/>
              <a:gd name="connsiteY557" fmla="*/ 1292994 h 6858000"/>
              <a:gd name="connsiteX558" fmla="*/ 5009948 w 7369701"/>
              <a:gd name="connsiteY558" fmla="*/ 1273619 h 6858000"/>
              <a:gd name="connsiteX559" fmla="*/ 5121777 w 7369701"/>
              <a:gd name="connsiteY559" fmla="*/ 1654213 h 6858000"/>
              <a:gd name="connsiteX560" fmla="*/ 5293545 w 7369701"/>
              <a:gd name="connsiteY560" fmla="*/ 2072247 h 6858000"/>
              <a:gd name="connsiteX561" fmla="*/ 5294042 w 7369701"/>
              <a:gd name="connsiteY561" fmla="*/ 2065019 h 6858000"/>
              <a:gd name="connsiteX562" fmla="*/ 5171936 w 7369701"/>
              <a:gd name="connsiteY562" fmla="*/ 1647613 h 6858000"/>
              <a:gd name="connsiteX563" fmla="*/ 5009948 w 7369701"/>
              <a:gd name="connsiteY563" fmla="*/ 1273619 h 6858000"/>
              <a:gd name="connsiteX564" fmla="*/ 655236 w 7369701"/>
              <a:gd name="connsiteY564" fmla="*/ 1268632 h 6858000"/>
              <a:gd name="connsiteX565" fmla="*/ 839521 w 7369701"/>
              <a:gd name="connsiteY565" fmla="*/ 1685315 h 6858000"/>
              <a:gd name="connsiteX566" fmla="*/ 1109416 w 7369701"/>
              <a:gd name="connsiteY566" fmla="*/ 2061663 h 6858000"/>
              <a:gd name="connsiteX567" fmla="*/ 1298300 w 7369701"/>
              <a:gd name="connsiteY567" fmla="*/ 2247742 h 6858000"/>
              <a:gd name="connsiteX568" fmla="*/ 1125871 w 7369701"/>
              <a:gd name="connsiteY568" fmla="*/ 1989513 h 6858000"/>
              <a:gd name="connsiteX569" fmla="*/ 981574 w 7369701"/>
              <a:gd name="connsiteY569" fmla="*/ 1783157 h 6858000"/>
              <a:gd name="connsiteX570" fmla="*/ 922198 w 7369701"/>
              <a:gd name="connsiteY570" fmla="*/ 1677437 h 6858000"/>
              <a:gd name="connsiteX571" fmla="*/ 869293 w 7369701"/>
              <a:gd name="connsiteY571" fmla="*/ 1583214 h 6858000"/>
              <a:gd name="connsiteX572" fmla="*/ 751431 w 7369701"/>
              <a:gd name="connsiteY572" fmla="*/ 1405731 h 6858000"/>
              <a:gd name="connsiteX573" fmla="*/ 655236 w 7369701"/>
              <a:gd name="connsiteY573" fmla="*/ 1268632 h 6858000"/>
              <a:gd name="connsiteX574" fmla="*/ 6516292 w 7369701"/>
              <a:gd name="connsiteY574" fmla="*/ 1263064 h 6858000"/>
              <a:gd name="connsiteX575" fmla="*/ 5736320 w 7369701"/>
              <a:gd name="connsiteY575" fmla="*/ 1501803 h 6858000"/>
              <a:gd name="connsiteX576" fmla="*/ 6516292 w 7369701"/>
              <a:gd name="connsiteY576" fmla="*/ 1263064 h 6858000"/>
              <a:gd name="connsiteX577" fmla="*/ 291466 w 7369701"/>
              <a:gd name="connsiteY577" fmla="*/ 1250369 h 6858000"/>
              <a:gd name="connsiteX578" fmla="*/ 323180 w 7369701"/>
              <a:gd name="connsiteY578" fmla="*/ 1435283 h 6858000"/>
              <a:gd name="connsiteX579" fmla="*/ 349381 w 7369701"/>
              <a:gd name="connsiteY579" fmla="*/ 1875041 h 6858000"/>
              <a:gd name="connsiteX580" fmla="*/ 374363 w 7369701"/>
              <a:gd name="connsiteY580" fmla="*/ 1506494 h 6858000"/>
              <a:gd name="connsiteX581" fmla="*/ 302168 w 7369701"/>
              <a:gd name="connsiteY581" fmla="*/ 1274495 h 6858000"/>
              <a:gd name="connsiteX582" fmla="*/ 291466 w 7369701"/>
              <a:gd name="connsiteY582" fmla="*/ 1250369 h 6858000"/>
              <a:gd name="connsiteX583" fmla="*/ 678222 w 7369701"/>
              <a:gd name="connsiteY583" fmla="*/ 1248670 h 6858000"/>
              <a:gd name="connsiteX584" fmla="*/ 775536 w 7369701"/>
              <a:gd name="connsiteY584" fmla="*/ 1388015 h 6858000"/>
              <a:gd name="connsiteX585" fmla="*/ 894529 w 7369701"/>
              <a:gd name="connsiteY585" fmla="*/ 1567739 h 6858000"/>
              <a:gd name="connsiteX586" fmla="*/ 948000 w 7369701"/>
              <a:gd name="connsiteY586" fmla="*/ 1663088 h 6858000"/>
              <a:gd name="connsiteX587" fmla="*/ 1006812 w 7369701"/>
              <a:gd name="connsiteY587" fmla="*/ 1767683 h 6858000"/>
              <a:gd name="connsiteX588" fmla="*/ 1149133 w 7369701"/>
              <a:gd name="connsiteY588" fmla="*/ 1971513 h 6858000"/>
              <a:gd name="connsiteX589" fmla="*/ 1333952 w 7369701"/>
              <a:gd name="connsiteY589" fmla="*/ 2251620 h 6858000"/>
              <a:gd name="connsiteX590" fmla="*/ 1337329 w 7369701"/>
              <a:gd name="connsiteY590" fmla="*/ 2258350 h 6858000"/>
              <a:gd name="connsiteX591" fmla="*/ 1014726 w 7369701"/>
              <a:gd name="connsiteY591" fmla="*/ 1615556 h 6858000"/>
              <a:gd name="connsiteX592" fmla="*/ 678222 w 7369701"/>
              <a:gd name="connsiteY592" fmla="*/ 1248670 h 6858000"/>
              <a:gd name="connsiteX593" fmla="*/ 6691602 w 7369701"/>
              <a:gd name="connsiteY593" fmla="*/ 1140573 h 6858000"/>
              <a:gd name="connsiteX594" fmla="*/ 6571100 w 7369701"/>
              <a:gd name="connsiteY594" fmla="*/ 1183662 h 6858000"/>
              <a:gd name="connsiteX595" fmla="*/ 6241687 w 7369701"/>
              <a:gd name="connsiteY595" fmla="*/ 1257600 h 6858000"/>
              <a:gd name="connsiteX596" fmla="*/ 5693009 w 7369701"/>
              <a:gd name="connsiteY596" fmla="*/ 1478256 h 6858000"/>
              <a:gd name="connsiteX597" fmla="*/ 6548420 w 7369701"/>
              <a:gd name="connsiteY597" fmla="*/ 1214599 h 6858000"/>
              <a:gd name="connsiteX598" fmla="*/ 6605473 w 7369701"/>
              <a:gd name="connsiteY598" fmla="*/ 1184686 h 6858000"/>
              <a:gd name="connsiteX599" fmla="*/ 6691602 w 7369701"/>
              <a:gd name="connsiteY599" fmla="*/ 1140573 h 6858000"/>
              <a:gd name="connsiteX600" fmla="*/ 4002475 w 7369701"/>
              <a:gd name="connsiteY600" fmla="*/ 1037802 h 6858000"/>
              <a:gd name="connsiteX601" fmla="*/ 4000324 w 7369701"/>
              <a:gd name="connsiteY601" fmla="*/ 1039362 h 6858000"/>
              <a:gd name="connsiteX602" fmla="*/ 4002862 w 7369701"/>
              <a:gd name="connsiteY602" fmla="*/ 1042866 h 6858000"/>
              <a:gd name="connsiteX603" fmla="*/ 4002475 w 7369701"/>
              <a:gd name="connsiteY603" fmla="*/ 1037802 h 6858000"/>
              <a:gd name="connsiteX604" fmla="*/ 506322 w 7369701"/>
              <a:gd name="connsiteY604" fmla="*/ 1020997 h 6858000"/>
              <a:gd name="connsiteX605" fmla="*/ 533068 w 7369701"/>
              <a:gd name="connsiteY605" fmla="*/ 1029409 h 6858000"/>
              <a:gd name="connsiteX606" fmla="*/ 1232525 w 7369701"/>
              <a:gd name="connsiteY606" fmla="*/ 1804675 h 6858000"/>
              <a:gd name="connsiteX607" fmla="*/ 1388858 w 7369701"/>
              <a:gd name="connsiteY607" fmla="*/ 2368011 h 6858000"/>
              <a:gd name="connsiteX608" fmla="*/ 1384098 w 7369701"/>
              <a:gd name="connsiteY608" fmla="*/ 2378125 h 6858000"/>
              <a:gd name="connsiteX609" fmla="*/ 1425393 w 7369701"/>
              <a:gd name="connsiteY609" fmla="*/ 2589124 h 6858000"/>
              <a:gd name="connsiteX610" fmla="*/ 1424001 w 7369701"/>
              <a:gd name="connsiteY610" fmla="*/ 2597541 h 6858000"/>
              <a:gd name="connsiteX611" fmla="*/ 2152729 w 7369701"/>
              <a:gd name="connsiteY611" fmla="*/ 2864487 h 6858000"/>
              <a:gd name="connsiteX612" fmla="*/ 2020609 w 7369701"/>
              <a:gd name="connsiteY612" fmla="*/ 2539671 h 6858000"/>
              <a:gd name="connsiteX613" fmla="*/ 2018920 w 7369701"/>
              <a:gd name="connsiteY613" fmla="*/ 2536309 h 6858000"/>
              <a:gd name="connsiteX614" fmla="*/ 1342441 w 7369701"/>
              <a:gd name="connsiteY614" fmla="*/ 1173017 h 6858000"/>
              <a:gd name="connsiteX615" fmla="*/ 1367925 w 7369701"/>
              <a:gd name="connsiteY615" fmla="*/ 1135648 h 6858000"/>
              <a:gd name="connsiteX616" fmla="*/ 1771401 w 7369701"/>
              <a:gd name="connsiteY616" fmla="*/ 1806673 h 6858000"/>
              <a:gd name="connsiteX617" fmla="*/ 1972385 w 7369701"/>
              <a:gd name="connsiteY617" fmla="*/ 2198735 h 6858000"/>
              <a:gd name="connsiteX618" fmla="*/ 2040892 w 7369701"/>
              <a:gd name="connsiteY618" fmla="*/ 2405205 h 6858000"/>
              <a:gd name="connsiteX619" fmla="*/ 2131689 w 7369701"/>
              <a:gd name="connsiteY619" fmla="*/ 1936926 h 6858000"/>
              <a:gd name="connsiteX620" fmla="*/ 2454820 w 7369701"/>
              <a:gd name="connsiteY620" fmla="*/ 1248808 h 6858000"/>
              <a:gd name="connsiteX621" fmla="*/ 2492512 w 7369701"/>
              <a:gd name="connsiteY621" fmla="*/ 1302920 h 6858000"/>
              <a:gd name="connsiteX622" fmla="*/ 2081216 w 7369701"/>
              <a:gd name="connsiteY622" fmla="*/ 2527513 h 6858000"/>
              <a:gd name="connsiteX623" fmla="*/ 2081211 w 7369701"/>
              <a:gd name="connsiteY623" fmla="*/ 2528916 h 6858000"/>
              <a:gd name="connsiteX624" fmla="*/ 2199067 w 7369701"/>
              <a:gd name="connsiteY624" fmla="*/ 2884061 h 6858000"/>
              <a:gd name="connsiteX625" fmla="*/ 3192586 w 7369701"/>
              <a:gd name="connsiteY625" fmla="*/ 3411496 h 6858000"/>
              <a:gd name="connsiteX626" fmla="*/ 3182620 w 7369701"/>
              <a:gd name="connsiteY626" fmla="*/ 3483279 h 6858000"/>
              <a:gd name="connsiteX627" fmla="*/ 2435119 w 7369701"/>
              <a:gd name="connsiteY627" fmla="*/ 3080173 h 6858000"/>
              <a:gd name="connsiteX628" fmla="*/ 2410152 w 7369701"/>
              <a:gd name="connsiteY628" fmla="*/ 3063751 h 6858000"/>
              <a:gd name="connsiteX629" fmla="*/ 2408099 w 7369701"/>
              <a:gd name="connsiteY629" fmla="*/ 3064403 h 6858000"/>
              <a:gd name="connsiteX630" fmla="*/ 2407218 w 7369701"/>
              <a:gd name="connsiteY630" fmla="*/ 3070324 h 6858000"/>
              <a:gd name="connsiteX631" fmla="*/ 2380138 w 7369701"/>
              <a:gd name="connsiteY631" fmla="*/ 3099341 h 6858000"/>
              <a:gd name="connsiteX632" fmla="*/ 1765923 w 7369701"/>
              <a:gd name="connsiteY632" fmla="*/ 3581043 h 6858000"/>
              <a:gd name="connsiteX633" fmla="*/ 1702258 w 7369701"/>
              <a:gd name="connsiteY633" fmla="*/ 3612286 h 6858000"/>
              <a:gd name="connsiteX634" fmla="*/ 1538370 w 7369701"/>
              <a:gd name="connsiteY634" fmla="*/ 3811804 h 6858000"/>
              <a:gd name="connsiteX635" fmla="*/ 542867 w 7369701"/>
              <a:gd name="connsiteY635" fmla="*/ 4944092 h 6858000"/>
              <a:gd name="connsiteX636" fmla="*/ 515800 w 7369701"/>
              <a:gd name="connsiteY636" fmla="*/ 4862180 h 6858000"/>
              <a:gd name="connsiteX637" fmla="*/ 909145 w 7369701"/>
              <a:gd name="connsiteY637" fmla="*/ 4199225 h 6858000"/>
              <a:gd name="connsiteX638" fmla="*/ 1214067 w 7369701"/>
              <a:gd name="connsiteY638" fmla="*/ 3908561 h 6858000"/>
              <a:gd name="connsiteX639" fmla="*/ 640967 w 7369701"/>
              <a:gd name="connsiteY639" fmla="*/ 4105601 h 6858000"/>
              <a:gd name="connsiteX640" fmla="*/ 112563 w 7369701"/>
              <a:gd name="connsiteY640" fmla="*/ 4396952 h 6858000"/>
              <a:gd name="connsiteX641" fmla="*/ 0 w 7369701"/>
              <a:gd name="connsiteY641" fmla="*/ 4466006 h 6858000"/>
              <a:gd name="connsiteX642" fmla="*/ 0 w 7369701"/>
              <a:gd name="connsiteY642" fmla="*/ 4233763 h 6858000"/>
              <a:gd name="connsiteX643" fmla="*/ 36881 w 7369701"/>
              <a:gd name="connsiteY643" fmla="*/ 4200118 h 6858000"/>
              <a:gd name="connsiteX644" fmla="*/ 910534 w 7369701"/>
              <a:gd name="connsiteY644" fmla="*/ 3629753 h 6858000"/>
              <a:gd name="connsiteX645" fmla="*/ 1578717 w 7369701"/>
              <a:gd name="connsiteY645" fmla="*/ 3575982 h 6858000"/>
              <a:gd name="connsiteX646" fmla="*/ 2338780 w 7369701"/>
              <a:gd name="connsiteY646" fmla="*/ 3033725 h 6858000"/>
              <a:gd name="connsiteX647" fmla="*/ 1807991 w 7369701"/>
              <a:gd name="connsiteY647" fmla="*/ 2807184 h 6858000"/>
              <a:gd name="connsiteX648" fmla="*/ 1416358 w 7369701"/>
              <a:gd name="connsiteY648" fmla="*/ 3112571 h 6858000"/>
              <a:gd name="connsiteX649" fmla="*/ 939066 w 7369701"/>
              <a:gd name="connsiteY649" fmla="*/ 3378798 h 6858000"/>
              <a:gd name="connsiteX650" fmla="*/ 115099 w 7369701"/>
              <a:gd name="connsiteY650" fmla="*/ 3607650 h 6858000"/>
              <a:gd name="connsiteX651" fmla="*/ 97284 w 7369701"/>
              <a:gd name="connsiteY651" fmla="*/ 3520393 h 6858000"/>
              <a:gd name="connsiteX652" fmla="*/ 922050 w 7369701"/>
              <a:gd name="connsiteY652" fmla="*/ 3074867 h 6858000"/>
              <a:gd name="connsiteX653" fmla="*/ 1405265 w 7369701"/>
              <a:gd name="connsiteY653" fmla="*/ 3016319 h 6858000"/>
              <a:gd name="connsiteX654" fmla="*/ 1407512 w 7369701"/>
              <a:gd name="connsiteY654" fmla="*/ 3018001 h 6858000"/>
              <a:gd name="connsiteX655" fmla="*/ 1726266 w 7369701"/>
              <a:gd name="connsiteY655" fmla="*/ 2777274 h 6858000"/>
              <a:gd name="connsiteX656" fmla="*/ 625390 w 7369701"/>
              <a:gd name="connsiteY656" fmla="*/ 2514541 h 6858000"/>
              <a:gd name="connsiteX657" fmla="*/ 619799 w 7369701"/>
              <a:gd name="connsiteY657" fmla="*/ 2527180 h 6858000"/>
              <a:gd name="connsiteX658" fmla="*/ 310030 w 7369701"/>
              <a:gd name="connsiteY658" fmla="*/ 2771818 h 6858000"/>
              <a:gd name="connsiteX659" fmla="*/ 173877 w 7369701"/>
              <a:gd name="connsiteY659" fmla="*/ 2937056 h 6858000"/>
              <a:gd name="connsiteX660" fmla="*/ 77889 w 7369701"/>
              <a:gd name="connsiteY660" fmla="*/ 3138440 h 6858000"/>
              <a:gd name="connsiteX661" fmla="*/ 0 w 7369701"/>
              <a:gd name="connsiteY661" fmla="*/ 3271395 h 6858000"/>
              <a:gd name="connsiteX662" fmla="*/ 0 w 7369701"/>
              <a:gd name="connsiteY662" fmla="*/ 3153002 h 6858000"/>
              <a:gd name="connsiteX663" fmla="*/ 2386 w 7369701"/>
              <a:gd name="connsiteY663" fmla="*/ 3149203 h 6858000"/>
              <a:gd name="connsiteX664" fmla="*/ 89753 w 7369701"/>
              <a:gd name="connsiteY664" fmla="*/ 2987702 h 6858000"/>
              <a:gd name="connsiteX665" fmla="*/ 76869 w 7369701"/>
              <a:gd name="connsiteY665" fmla="*/ 3005404 h 6858000"/>
              <a:gd name="connsiteX666" fmla="*/ 32049 w 7369701"/>
              <a:gd name="connsiteY666" fmla="*/ 3065814 h 6858000"/>
              <a:gd name="connsiteX667" fmla="*/ 0 w 7369701"/>
              <a:gd name="connsiteY667" fmla="*/ 3108744 h 6858000"/>
              <a:gd name="connsiteX668" fmla="*/ 0 w 7369701"/>
              <a:gd name="connsiteY668" fmla="*/ 3058059 h 6858000"/>
              <a:gd name="connsiteX669" fmla="*/ 7610 w 7369701"/>
              <a:gd name="connsiteY669" fmla="*/ 3047889 h 6858000"/>
              <a:gd name="connsiteX670" fmla="*/ 52419 w 7369701"/>
              <a:gd name="connsiteY670" fmla="*/ 2987479 h 6858000"/>
              <a:gd name="connsiteX671" fmla="*/ 59142 w 7369701"/>
              <a:gd name="connsiteY671" fmla="*/ 2978488 h 6858000"/>
              <a:gd name="connsiteX672" fmla="*/ 0 w 7369701"/>
              <a:gd name="connsiteY672" fmla="*/ 3015334 h 6858000"/>
              <a:gd name="connsiteX673" fmla="*/ 0 w 7369701"/>
              <a:gd name="connsiteY673" fmla="*/ 2914286 h 6858000"/>
              <a:gd name="connsiteX674" fmla="*/ 36383 w 7369701"/>
              <a:gd name="connsiteY674" fmla="*/ 2901128 h 6858000"/>
              <a:gd name="connsiteX675" fmla="*/ 156329 w 7369701"/>
              <a:gd name="connsiteY675" fmla="*/ 2840533 h 6858000"/>
              <a:gd name="connsiteX676" fmla="*/ 358355 w 7369701"/>
              <a:gd name="connsiteY676" fmla="*/ 2620471 h 6858000"/>
              <a:gd name="connsiteX677" fmla="*/ 510577 w 7369701"/>
              <a:gd name="connsiteY677" fmla="*/ 2501244 h 6858000"/>
              <a:gd name="connsiteX678" fmla="*/ 211967 w 7369701"/>
              <a:gd name="connsiteY678" fmla="*/ 2479171 h 6858000"/>
              <a:gd name="connsiteX679" fmla="*/ 0 w 7369701"/>
              <a:gd name="connsiteY679" fmla="*/ 2476398 h 6858000"/>
              <a:gd name="connsiteX680" fmla="*/ 0 w 7369701"/>
              <a:gd name="connsiteY680" fmla="*/ 2389189 h 6858000"/>
              <a:gd name="connsiteX681" fmla="*/ 103062 w 7369701"/>
              <a:gd name="connsiteY681" fmla="*/ 2389518 h 6858000"/>
              <a:gd name="connsiteX682" fmla="*/ 510734 w 7369701"/>
              <a:gd name="connsiteY682" fmla="*/ 2416201 h 6858000"/>
              <a:gd name="connsiteX683" fmla="*/ 279257 w 7369701"/>
              <a:gd name="connsiteY683" fmla="*/ 2092102 h 6858000"/>
              <a:gd name="connsiteX684" fmla="*/ 65265 w 7369701"/>
              <a:gd name="connsiteY684" fmla="*/ 2006049 h 6858000"/>
              <a:gd name="connsiteX685" fmla="*/ 0 w 7369701"/>
              <a:gd name="connsiteY685" fmla="*/ 1982532 h 6858000"/>
              <a:gd name="connsiteX686" fmla="*/ 0 w 7369701"/>
              <a:gd name="connsiteY686" fmla="*/ 1912789 h 6858000"/>
              <a:gd name="connsiteX687" fmla="*/ 97460 w 7369701"/>
              <a:gd name="connsiteY687" fmla="*/ 1953725 h 6858000"/>
              <a:gd name="connsiteX688" fmla="*/ 221272 w 7369701"/>
              <a:gd name="connsiteY688" fmla="*/ 1980766 h 6858000"/>
              <a:gd name="connsiteX689" fmla="*/ 116765 w 7369701"/>
              <a:gd name="connsiteY689" fmla="*/ 1911033 h 6858000"/>
              <a:gd name="connsiteX690" fmla="*/ 16405 w 7369701"/>
              <a:gd name="connsiteY690" fmla="*/ 1803412 h 6858000"/>
              <a:gd name="connsiteX691" fmla="*/ 0 w 7369701"/>
              <a:gd name="connsiteY691" fmla="*/ 1784777 h 6858000"/>
              <a:gd name="connsiteX692" fmla="*/ 0 w 7369701"/>
              <a:gd name="connsiteY692" fmla="*/ 1740082 h 6858000"/>
              <a:gd name="connsiteX693" fmla="*/ 39394 w 7369701"/>
              <a:gd name="connsiteY693" fmla="*/ 1784856 h 6858000"/>
              <a:gd name="connsiteX694" fmla="*/ 135813 w 7369701"/>
              <a:gd name="connsiteY694" fmla="*/ 1888838 h 6858000"/>
              <a:gd name="connsiteX695" fmla="*/ 242575 w 7369701"/>
              <a:gd name="connsiteY695" fmla="*/ 1958841 h 6858000"/>
              <a:gd name="connsiteX696" fmla="*/ 82197 w 7369701"/>
              <a:gd name="connsiteY696" fmla="*/ 1754826 h 6858000"/>
              <a:gd name="connsiteX697" fmla="*/ 0 w 7369701"/>
              <a:gd name="connsiteY697" fmla="*/ 1679650 h 6858000"/>
              <a:gd name="connsiteX698" fmla="*/ 0 w 7369701"/>
              <a:gd name="connsiteY698" fmla="*/ 1602463 h 6858000"/>
              <a:gd name="connsiteX699" fmla="*/ 84689 w 7369701"/>
              <a:gd name="connsiteY699" fmla="*/ 1677442 h 6858000"/>
              <a:gd name="connsiteX700" fmla="*/ 298437 w 7369701"/>
              <a:gd name="connsiteY700" fmla="*/ 1968019 h 6858000"/>
              <a:gd name="connsiteX701" fmla="*/ 227269 w 7369701"/>
              <a:gd name="connsiteY701" fmla="*/ 1114064 h 6858000"/>
              <a:gd name="connsiteX702" fmla="*/ 248003 w 7369701"/>
              <a:gd name="connsiteY702" fmla="*/ 1089613 h 6858000"/>
              <a:gd name="connsiteX703" fmla="*/ 427020 w 7369701"/>
              <a:gd name="connsiteY703" fmla="*/ 1619803 h 6858000"/>
              <a:gd name="connsiteX704" fmla="*/ 340345 w 7369701"/>
              <a:gd name="connsiteY704" fmla="*/ 2027739 h 6858000"/>
              <a:gd name="connsiteX705" fmla="*/ 360865 w 7369701"/>
              <a:gd name="connsiteY705" fmla="*/ 2044827 h 6858000"/>
              <a:gd name="connsiteX706" fmla="*/ 560414 w 7369701"/>
              <a:gd name="connsiteY706" fmla="*/ 2421457 h 6858000"/>
              <a:gd name="connsiteX707" fmla="*/ 1359703 w 7369701"/>
              <a:gd name="connsiteY707" fmla="*/ 2578554 h 6858000"/>
              <a:gd name="connsiteX708" fmla="*/ 1359422 w 7369701"/>
              <a:gd name="connsiteY708" fmla="*/ 2577994 h 6858000"/>
              <a:gd name="connsiteX709" fmla="*/ 828701 w 7369701"/>
              <a:gd name="connsiteY709" fmla="*/ 1839520 h 6858000"/>
              <a:gd name="connsiteX710" fmla="*/ 494427 w 7369701"/>
              <a:gd name="connsiteY710" fmla="*/ 1092333 h 6858000"/>
              <a:gd name="connsiteX711" fmla="*/ 506322 w 7369701"/>
              <a:gd name="connsiteY711" fmla="*/ 1020997 h 6858000"/>
              <a:gd name="connsiteX712" fmla="*/ 4570198 w 7369701"/>
              <a:gd name="connsiteY712" fmla="*/ 978081 h 6858000"/>
              <a:gd name="connsiteX713" fmla="*/ 4523691 w 7369701"/>
              <a:gd name="connsiteY713" fmla="*/ 1127776 h 6858000"/>
              <a:gd name="connsiteX714" fmla="*/ 4509875 w 7369701"/>
              <a:gd name="connsiteY714" fmla="*/ 1167552 h 6858000"/>
              <a:gd name="connsiteX715" fmla="*/ 4478168 w 7369701"/>
              <a:gd name="connsiteY715" fmla="*/ 1260735 h 6858000"/>
              <a:gd name="connsiteX716" fmla="*/ 4409309 w 7369701"/>
              <a:gd name="connsiteY716" fmla="*/ 1666996 h 6858000"/>
              <a:gd name="connsiteX717" fmla="*/ 4370031 w 7369701"/>
              <a:gd name="connsiteY717" fmla="*/ 1955666 h 6858000"/>
              <a:gd name="connsiteX718" fmla="*/ 4570198 w 7369701"/>
              <a:gd name="connsiteY718" fmla="*/ 978081 h 6858000"/>
              <a:gd name="connsiteX719" fmla="*/ 4557898 w 7369701"/>
              <a:gd name="connsiteY719" fmla="*/ 900011 h 6858000"/>
              <a:gd name="connsiteX720" fmla="*/ 4344840 w 7369701"/>
              <a:gd name="connsiteY720" fmla="*/ 1922038 h 6858000"/>
              <a:gd name="connsiteX721" fmla="*/ 4378710 w 7369701"/>
              <a:gd name="connsiteY721" fmla="*/ 1665516 h 6858000"/>
              <a:gd name="connsiteX722" fmla="*/ 4448798 w 7369701"/>
              <a:gd name="connsiteY722" fmla="*/ 1253024 h 6858000"/>
              <a:gd name="connsiteX723" fmla="*/ 4480315 w 7369701"/>
              <a:gd name="connsiteY723" fmla="*/ 1158454 h 6858000"/>
              <a:gd name="connsiteX724" fmla="*/ 4494133 w 7369701"/>
              <a:gd name="connsiteY724" fmla="*/ 1118676 h 6858000"/>
              <a:gd name="connsiteX725" fmla="*/ 4557898 w 7369701"/>
              <a:gd name="connsiteY725" fmla="*/ 900011 h 6858000"/>
              <a:gd name="connsiteX726" fmla="*/ 5870151 w 7369701"/>
              <a:gd name="connsiteY726" fmla="*/ 898890 h 6858000"/>
              <a:gd name="connsiteX727" fmla="*/ 5861335 w 7369701"/>
              <a:gd name="connsiteY727" fmla="*/ 899177 h 6858000"/>
              <a:gd name="connsiteX728" fmla="*/ 5843702 w 7369701"/>
              <a:gd name="connsiteY728" fmla="*/ 899748 h 6858000"/>
              <a:gd name="connsiteX729" fmla="*/ 5651107 w 7369701"/>
              <a:gd name="connsiteY729" fmla="*/ 920306 h 6858000"/>
              <a:gd name="connsiteX730" fmla="*/ 5459407 w 7369701"/>
              <a:gd name="connsiteY730" fmla="*/ 940975 h 6858000"/>
              <a:gd name="connsiteX731" fmla="*/ 5374846 w 7369701"/>
              <a:gd name="connsiteY731" fmla="*/ 941988 h 6858000"/>
              <a:gd name="connsiteX732" fmla="*/ 5256105 w 7369701"/>
              <a:gd name="connsiteY732" fmla="*/ 945632 h 6858000"/>
              <a:gd name="connsiteX733" fmla="*/ 5107071 w 7369701"/>
              <a:gd name="connsiteY733" fmla="*/ 969720 h 6858000"/>
              <a:gd name="connsiteX734" fmla="*/ 4998681 w 7369701"/>
              <a:gd name="connsiteY734" fmla="*/ 988771 h 6858000"/>
              <a:gd name="connsiteX735" fmla="*/ 5870151 w 7369701"/>
              <a:gd name="connsiteY735" fmla="*/ 898890 h 6858000"/>
              <a:gd name="connsiteX736" fmla="*/ 5504425 w 7369701"/>
              <a:gd name="connsiteY736" fmla="*/ 848067 h 6858000"/>
              <a:gd name="connsiteX737" fmla="*/ 4968849 w 7369701"/>
              <a:gd name="connsiteY737" fmla="*/ 962318 h 6858000"/>
              <a:gd name="connsiteX738" fmla="*/ 5104039 w 7369701"/>
              <a:gd name="connsiteY738" fmla="*/ 940634 h 6858000"/>
              <a:gd name="connsiteX739" fmla="*/ 5256311 w 7369701"/>
              <a:gd name="connsiteY739" fmla="*/ 916490 h 6858000"/>
              <a:gd name="connsiteX740" fmla="*/ 5377381 w 7369701"/>
              <a:gd name="connsiteY740" fmla="*/ 912671 h 6858000"/>
              <a:gd name="connsiteX741" fmla="*/ 5460148 w 7369701"/>
              <a:gd name="connsiteY741" fmla="*/ 911442 h 6858000"/>
              <a:gd name="connsiteX742" fmla="*/ 5648971 w 7369701"/>
              <a:gd name="connsiteY742" fmla="*/ 891331 h 6858000"/>
              <a:gd name="connsiteX743" fmla="*/ 5844807 w 7369701"/>
              <a:gd name="connsiteY743" fmla="*/ 870718 h 6858000"/>
              <a:gd name="connsiteX744" fmla="*/ 5862975 w 7369701"/>
              <a:gd name="connsiteY744" fmla="*/ 869756 h 6858000"/>
              <a:gd name="connsiteX745" fmla="*/ 5920887 w 7369701"/>
              <a:gd name="connsiteY745" fmla="*/ 865929 h 6858000"/>
              <a:gd name="connsiteX746" fmla="*/ 5504425 w 7369701"/>
              <a:gd name="connsiteY746" fmla="*/ 848067 h 6858000"/>
              <a:gd name="connsiteX747" fmla="*/ 3607114 w 7369701"/>
              <a:gd name="connsiteY747" fmla="*/ 467441 h 6858000"/>
              <a:gd name="connsiteX748" fmla="*/ 3296242 w 7369701"/>
              <a:gd name="connsiteY748" fmla="*/ 807991 h 6858000"/>
              <a:gd name="connsiteX749" fmla="*/ 3174674 w 7369701"/>
              <a:gd name="connsiteY749" fmla="*/ 919759 h 6858000"/>
              <a:gd name="connsiteX750" fmla="*/ 3042978 w 7369701"/>
              <a:gd name="connsiteY750" fmla="*/ 1054894 h 6858000"/>
              <a:gd name="connsiteX751" fmla="*/ 2968914 w 7369701"/>
              <a:gd name="connsiteY751" fmla="*/ 1133756 h 6858000"/>
              <a:gd name="connsiteX752" fmla="*/ 3103823 w 7369701"/>
              <a:gd name="connsiteY752" fmla="*/ 1026814 h 6858000"/>
              <a:gd name="connsiteX753" fmla="*/ 3607114 w 7369701"/>
              <a:gd name="connsiteY753" fmla="*/ 467441 h 6858000"/>
              <a:gd name="connsiteX754" fmla="*/ 3744487 w 7369701"/>
              <a:gd name="connsiteY754" fmla="*/ 383136 h 6858000"/>
              <a:gd name="connsiteX755" fmla="*/ 3970213 w 7369701"/>
              <a:gd name="connsiteY755" fmla="*/ 995559 h 6858000"/>
              <a:gd name="connsiteX756" fmla="*/ 3744487 w 7369701"/>
              <a:gd name="connsiteY756" fmla="*/ 383136 h 6858000"/>
              <a:gd name="connsiteX757" fmla="*/ 3624562 w 7369701"/>
              <a:gd name="connsiteY757" fmla="*/ 367041 h 6858000"/>
              <a:gd name="connsiteX758" fmla="*/ 3489712 w 7369701"/>
              <a:gd name="connsiteY758" fmla="*/ 485386 h 6858000"/>
              <a:gd name="connsiteX759" fmla="*/ 3182994 w 7369701"/>
              <a:gd name="connsiteY759" fmla="*/ 828265 h 6858000"/>
              <a:gd name="connsiteX760" fmla="*/ 2892114 w 7369701"/>
              <a:gd name="connsiteY760" fmla="*/ 1172635 h 6858000"/>
              <a:gd name="connsiteX761" fmla="*/ 3021459 w 7369701"/>
              <a:gd name="connsiteY761" fmla="*/ 1035385 h 6858000"/>
              <a:gd name="connsiteX762" fmla="*/ 3153873 w 7369701"/>
              <a:gd name="connsiteY762" fmla="*/ 898971 h 6858000"/>
              <a:gd name="connsiteX763" fmla="*/ 3276511 w 7369701"/>
              <a:gd name="connsiteY763" fmla="*/ 786423 h 6858000"/>
              <a:gd name="connsiteX764" fmla="*/ 3584154 w 7369701"/>
              <a:gd name="connsiteY764" fmla="*/ 448218 h 6858000"/>
              <a:gd name="connsiteX765" fmla="*/ 3624562 w 7369701"/>
              <a:gd name="connsiteY765" fmla="*/ 367041 h 6858000"/>
              <a:gd name="connsiteX766" fmla="*/ 3766672 w 7369701"/>
              <a:gd name="connsiteY766" fmla="*/ 359429 h 6858000"/>
              <a:gd name="connsiteX767" fmla="*/ 3996338 w 7369701"/>
              <a:gd name="connsiteY767" fmla="*/ 968237 h 6858000"/>
              <a:gd name="connsiteX768" fmla="*/ 3766672 w 7369701"/>
              <a:gd name="connsiteY768" fmla="*/ 359429 h 6858000"/>
              <a:gd name="connsiteX769" fmla="*/ 5805386 w 7369701"/>
              <a:gd name="connsiteY769" fmla="*/ 239240 h 6858000"/>
              <a:gd name="connsiteX770" fmla="*/ 5736947 w 7369701"/>
              <a:gd name="connsiteY770" fmla="*/ 261367 h 6858000"/>
              <a:gd name="connsiteX771" fmla="*/ 5427012 w 7369701"/>
              <a:gd name="connsiteY771" fmla="*/ 311272 h 6858000"/>
              <a:gd name="connsiteX772" fmla="*/ 5147818 w 7369701"/>
              <a:gd name="connsiteY772" fmla="*/ 322112 h 6858000"/>
              <a:gd name="connsiteX773" fmla="*/ 5060854 w 7369701"/>
              <a:gd name="connsiteY773" fmla="*/ 311882 h 6858000"/>
              <a:gd name="connsiteX774" fmla="*/ 4945989 w 7369701"/>
              <a:gd name="connsiteY774" fmla="*/ 300516 h 6858000"/>
              <a:gd name="connsiteX775" fmla="*/ 5410479 w 7369701"/>
              <a:gd name="connsiteY775" fmla="*/ 348434 h 6858000"/>
              <a:gd name="connsiteX776" fmla="*/ 5805386 w 7369701"/>
              <a:gd name="connsiteY776" fmla="*/ 239240 h 6858000"/>
              <a:gd name="connsiteX777" fmla="*/ 5905192 w 7369701"/>
              <a:gd name="connsiteY777" fmla="*/ 163079 h 6858000"/>
              <a:gd name="connsiteX778" fmla="*/ 5865655 w 7369701"/>
              <a:gd name="connsiteY778" fmla="*/ 171901 h 6858000"/>
              <a:gd name="connsiteX779" fmla="*/ 5259740 w 7369701"/>
              <a:gd name="connsiteY779" fmla="*/ 257013 h 6858000"/>
              <a:gd name="connsiteX780" fmla="*/ 5208466 w 7369701"/>
              <a:gd name="connsiteY780" fmla="*/ 257550 h 6858000"/>
              <a:gd name="connsiteX781" fmla="*/ 4980204 w 7369701"/>
              <a:gd name="connsiteY781" fmla="*/ 271903 h 6858000"/>
              <a:gd name="connsiteX782" fmla="*/ 5068068 w 7369701"/>
              <a:gd name="connsiteY782" fmla="*/ 282244 h 6858000"/>
              <a:gd name="connsiteX783" fmla="*/ 5153231 w 7369701"/>
              <a:gd name="connsiteY783" fmla="*/ 292240 h 6858000"/>
              <a:gd name="connsiteX784" fmla="*/ 5426491 w 7369701"/>
              <a:gd name="connsiteY784" fmla="*/ 281128 h 6858000"/>
              <a:gd name="connsiteX785" fmla="*/ 5731212 w 7369701"/>
              <a:gd name="connsiteY785" fmla="*/ 231951 h 6858000"/>
              <a:gd name="connsiteX786" fmla="*/ 5905192 w 7369701"/>
              <a:gd name="connsiteY786" fmla="*/ 163079 h 6858000"/>
              <a:gd name="connsiteX787" fmla="*/ 5944437 w 7369701"/>
              <a:gd name="connsiteY787" fmla="*/ 113829 h 6858000"/>
              <a:gd name="connsiteX788" fmla="*/ 5825032 w 7369701"/>
              <a:gd name="connsiteY788" fmla="*/ 146405 h 6858000"/>
              <a:gd name="connsiteX789" fmla="*/ 4955599 w 7369701"/>
              <a:gd name="connsiteY789" fmla="*/ 247008 h 6858000"/>
              <a:gd name="connsiteX790" fmla="*/ 5210104 w 7369701"/>
              <a:gd name="connsiteY790" fmla="*/ 228123 h 6858000"/>
              <a:gd name="connsiteX791" fmla="*/ 5261015 w 7369701"/>
              <a:gd name="connsiteY791" fmla="*/ 227087 h 6858000"/>
              <a:gd name="connsiteX792" fmla="*/ 5861181 w 7369701"/>
              <a:gd name="connsiteY792" fmla="*/ 143093 h 6858000"/>
              <a:gd name="connsiteX793" fmla="*/ 5961252 w 7369701"/>
              <a:gd name="connsiteY793" fmla="*/ 114820 h 6858000"/>
              <a:gd name="connsiteX794" fmla="*/ 5944437 w 7369701"/>
              <a:gd name="connsiteY794" fmla="*/ 113829 h 6858000"/>
              <a:gd name="connsiteX795" fmla="*/ 3882765 w 7369701"/>
              <a:gd name="connsiteY795" fmla="*/ 0 h 6858000"/>
              <a:gd name="connsiteX796" fmla="*/ 3995099 w 7369701"/>
              <a:gd name="connsiteY796" fmla="*/ 0 h 6858000"/>
              <a:gd name="connsiteX797" fmla="*/ 4163818 w 7369701"/>
              <a:gd name="connsiteY797" fmla="*/ 234104 h 6858000"/>
              <a:gd name="connsiteX798" fmla="*/ 4172099 w 7369701"/>
              <a:gd name="connsiteY798" fmla="*/ 234207 h 6858000"/>
              <a:gd name="connsiteX799" fmla="*/ 4784282 w 7369701"/>
              <a:gd name="connsiteY799" fmla="*/ 276561 h 6858000"/>
              <a:gd name="connsiteX800" fmla="*/ 4801687 w 7369701"/>
              <a:gd name="connsiteY800" fmla="*/ 267764 h 6858000"/>
              <a:gd name="connsiteX801" fmla="*/ 6082788 w 7369701"/>
              <a:gd name="connsiteY801" fmla="*/ 64119 h 6858000"/>
              <a:gd name="connsiteX802" fmla="*/ 6099442 w 7369701"/>
              <a:gd name="connsiteY802" fmla="*/ 82568 h 6858000"/>
              <a:gd name="connsiteX803" fmla="*/ 4804137 w 7369701"/>
              <a:gd name="connsiteY803" fmla="*/ 320931 h 6858000"/>
              <a:gd name="connsiteX804" fmla="*/ 4227047 w 7369701"/>
              <a:gd name="connsiteY804" fmla="*/ 313415 h 6858000"/>
              <a:gd name="connsiteX805" fmla="*/ 4346041 w 7369701"/>
              <a:gd name="connsiteY805" fmla="*/ 456086 h 6858000"/>
              <a:gd name="connsiteX806" fmla="*/ 4870967 w 7369701"/>
              <a:gd name="connsiteY806" fmla="*/ 963061 h 6858000"/>
              <a:gd name="connsiteX807" fmla="*/ 4889647 w 7369701"/>
              <a:gd name="connsiteY807" fmla="*/ 957147 h 6858000"/>
              <a:gd name="connsiteX808" fmla="*/ 5422504 w 7369701"/>
              <a:gd name="connsiteY808" fmla="*/ 805191 h 6858000"/>
              <a:gd name="connsiteX809" fmla="*/ 6087656 w 7369701"/>
              <a:gd name="connsiteY809" fmla="*/ 826703 h 6858000"/>
              <a:gd name="connsiteX810" fmla="*/ 6058717 w 7369701"/>
              <a:gd name="connsiteY810" fmla="*/ 865992 h 6858000"/>
              <a:gd name="connsiteX811" fmla="*/ 4974153 w 7369701"/>
              <a:gd name="connsiteY811" fmla="*/ 1045456 h 6858000"/>
              <a:gd name="connsiteX812" fmla="*/ 5627835 w 7369701"/>
              <a:gd name="connsiteY812" fmla="*/ 1472077 h 6858000"/>
              <a:gd name="connsiteX813" fmla="*/ 5629817 w 7369701"/>
              <a:gd name="connsiteY813" fmla="*/ 1471412 h 6858000"/>
              <a:gd name="connsiteX814" fmla="*/ 5634124 w 7369701"/>
              <a:gd name="connsiteY814" fmla="*/ 1470572 h 6858000"/>
              <a:gd name="connsiteX815" fmla="*/ 5755832 w 7369701"/>
              <a:gd name="connsiteY815" fmla="*/ 1383886 h 6858000"/>
              <a:gd name="connsiteX816" fmla="*/ 6014186 w 7369701"/>
              <a:gd name="connsiteY816" fmla="*/ 1279799 h 6858000"/>
              <a:gd name="connsiteX817" fmla="*/ 6901619 w 7369701"/>
              <a:gd name="connsiteY817" fmla="*/ 1047874 h 6858000"/>
              <a:gd name="connsiteX818" fmla="*/ 6931566 w 7369701"/>
              <a:gd name="connsiteY818" fmla="*/ 1062034 h 6858000"/>
              <a:gd name="connsiteX819" fmla="*/ 5790982 w 7369701"/>
              <a:gd name="connsiteY819" fmla="*/ 1561380 h 6858000"/>
              <a:gd name="connsiteX820" fmla="*/ 6188971 w 7369701"/>
              <a:gd name="connsiteY820" fmla="*/ 1755168 h 6858000"/>
              <a:gd name="connsiteX821" fmla="*/ 6202446 w 7369701"/>
              <a:gd name="connsiteY821" fmla="*/ 1752268 h 6858000"/>
              <a:gd name="connsiteX822" fmla="*/ 7179560 w 7369701"/>
              <a:gd name="connsiteY822" fmla="*/ 1467551 h 6858000"/>
              <a:gd name="connsiteX823" fmla="*/ 7158730 w 7369701"/>
              <a:gd name="connsiteY823" fmla="*/ 1507835 h 6858000"/>
              <a:gd name="connsiteX824" fmla="*/ 6326959 w 7369701"/>
              <a:gd name="connsiteY824" fmla="*/ 1817686 h 6858000"/>
              <a:gd name="connsiteX825" fmla="*/ 6537433 w 7369701"/>
              <a:gd name="connsiteY825" fmla="*/ 1907790 h 6858000"/>
              <a:gd name="connsiteX826" fmla="*/ 6550221 w 7369701"/>
              <a:gd name="connsiteY826" fmla="*/ 1910729 h 6858000"/>
              <a:gd name="connsiteX827" fmla="*/ 6964438 w 7369701"/>
              <a:gd name="connsiteY827" fmla="*/ 2209505 h 6858000"/>
              <a:gd name="connsiteX828" fmla="*/ 7367862 w 7369701"/>
              <a:gd name="connsiteY828" fmla="*/ 2806833 h 6858000"/>
              <a:gd name="connsiteX829" fmla="*/ 7364329 w 7369701"/>
              <a:gd name="connsiteY829" fmla="*/ 2826907 h 6858000"/>
              <a:gd name="connsiteX830" fmla="*/ 7290545 w 7369701"/>
              <a:gd name="connsiteY830" fmla="*/ 2850663 h 6858000"/>
              <a:gd name="connsiteX831" fmla="*/ 6472036 w 7369701"/>
              <a:gd name="connsiteY831" fmla="*/ 1959003 h 6858000"/>
              <a:gd name="connsiteX832" fmla="*/ 5792897 w 7369701"/>
              <a:gd name="connsiteY832" fmla="*/ 1647747 h 6858000"/>
              <a:gd name="connsiteX833" fmla="*/ 5842751 w 7369701"/>
              <a:gd name="connsiteY833" fmla="*/ 1816112 h 6858000"/>
              <a:gd name="connsiteX834" fmla="*/ 5847424 w 7369701"/>
              <a:gd name="connsiteY834" fmla="*/ 1815776 h 6858000"/>
              <a:gd name="connsiteX835" fmla="*/ 6399821 w 7369701"/>
              <a:gd name="connsiteY835" fmla="*/ 2344799 h 6858000"/>
              <a:gd name="connsiteX836" fmla="*/ 6323232 w 7369701"/>
              <a:gd name="connsiteY836" fmla="*/ 2389634 h 6858000"/>
              <a:gd name="connsiteX837" fmla="*/ 5942958 w 7369701"/>
              <a:gd name="connsiteY837" fmla="*/ 2077708 h 6858000"/>
              <a:gd name="connsiteX838" fmla="*/ 5921559 w 7369701"/>
              <a:gd name="connsiteY838" fmla="*/ 2378596 h 6858000"/>
              <a:gd name="connsiteX839" fmla="*/ 5817651 w 7369701"/>
              <a:gd name="connsiteY839" fmla="*/ 3023919 h 6858000"/>
              <a:gd name="connsiteX840" fmla="*/ 5729634 w 7369701"/>
              <a:gd name="connsiteY840" fmla="*/ 3051849 h 6858000"/>
              <a:gd name="connsiteX841" fmla="*/ 5611018 w 7369701"/>
              <a:gd name="connsiteY841" fmla="*/ 2316769 h 6858000"/>
              <a:gd name="connsiteX842" fmla="*/ 5687608 w 7369701"/>
              <a:gd name="connsiteY842" fmla="*/ 2039972 h 6858000"/>
              <a:gd name="connsiteX843" fmla="*/ 5657554 w 7369701"/>
              <a:gd name="connsiteY843" fmla="*/ 1576445 h 6858000"/>
              <a:gd name="connsiteX844" fmla="*/ 5150475 w 7369701"/>
              <a:gd name="connsiteY844" fmla="*/ 1274012 h 6858000"/>
              <a:gd name="connsiteX845" fmla="*/ 5349142 w 7369701"/>
              <a:gd name="connsiteY845" fmla="*/ 2204405 h 6858000"/>
              <a:gd name="connsiteX846" fmla="*/ 5262214 w 7369701"/>
              <a:gd name="connsiteY846" fmla="*/ 2233836 h 6858000"/>
              <a:gd name="connsiteX847" fmla="*/ 4981539 w 7369701"/>
              <a:gd name="connsiteY847" fmla="*/ 1542201 h 6858000"/>
              <a:gd name="connsiteX848" fmla="*/ 4958461 w 7369701"/>
              <a:gd name="connsiteY848" fmla="*/ 1136957 h 6858000"/>
              <a:gd name="connsiteX849" fmla="*/ 4655015 w 7369701"/>
              <a:gd name="connsiteY849" fmla="*/ 891426 h 6858000"/>
              <a:gd name="connsiteX850" fmla="*/ 4348002 w 7369701"/>
              <a:gd name="connsiteY850" fmla="*/ 2205895 h 6858000"/>
              <a:gd name="connsiteX851" fmla="*/ 4262250 w 7369701"/>
              <a:gd name="connsiteY851" fmla="*/ 2219972 h 6858000"/>
              <a:gd name="connsiteX852" fmla="*/ 4550611 w 7369701"/>
              <a:gd name="connsiteY852" fmla="*/ 817540 h 6858000"/>
              <a:gd name="connsiteX853" fmla="*/ 4564418 w 7369701"/>
              <a:gd name="connsiteY853" fmla="*/ 808293 h 6858000"/>
              <a:gd name="connsiteX854" fmla="*/ 4266388 w 7369701"/>
              <a:gd name="connsiteY854" fmla="*/ 500083 h 6858000"/>
              <a:gd name="connsiteX855" fmla="*/ 4032842 w 7369701"/>
              <a:gd name="connsiteY855" fmla="*/ 211809 h 6858000"/>
              <a:gd name="connsiteX856" fmla="*/ 3882765 w 7369701"/>
              <a:gd name="connsiteY856" fmla="*/ 0 h 6858000"/>
              <a:gd name="connsiteX857" fmla="*/ 3721337 w 7369701"/>
              <a:gd name="connsiteY857" fmla="*/ 0 h 6858000"/>
              <a:gd name="connsiteX858" fmla="*/ 3797544 w 7369701"/>
              <a:gd name="connsiteY858" fmla="*/ 0 h 6858000"/>
              <a:gd name="connsiteX859" fmla="*/ 3775734 w 7369701"/>
              <a:gd name="connsiteY859" fmla="*/ 95131 h 6858000"/>
              <a:gd name="connsiteX860" fmla="*/ 3724807 w 7369701"/>
              <a:gd name="connsiteY860" fmla="*/ 272257 h 6858000"/>
              <a:gd name="connsiteX861" fmla="*/ 3726844 w 7369701"/>
              <a:gd name="connsiteY861" fmla="*/ 282988 h 6858000"/>
              <a:gd name="connsiteX862" fmla="*/ 3742664 w 7369701"/>
              <a:gd name="connsiteY862" fmla="*/ 279918 h 6858000"/>
              <a:gd name="connsiteX863" fmla="*/ 4103910 w 7369701"/>
              <a:gd name="connsiteY863" fmla="*/ 1161917 h 6858000"/>
              <a:gd name="connsiteX864" fmla="*/ 4020269 w 7369701"/>
              <a:gd name="connsiteY864" fmla="*/ 1200406 h 6858000"/>
              <a:gd name="connsiteX865" fmla="*/ 3674882 w 7369701"/>
              <a:gd name="connsiteY865" fmla="*/ 488524 h 6858000"/>
              <a:gd name="connsiteX866" fmla="*/ 3132682 w 7369701"/>
              <a:gd name="connsiteY866" fmla="*/ 1072284 h 6858000"/>
              <a:gd name="connsiteX867" fmla="*/ 2716346 w 7369701"/>
              <a:gd name="connsiteY867" fmla="*/ 1276376 h 6858000"/>
              <a:gd name="connsiteX868" fmla="*/ 2716772 w 7369701"/>
              <a:gd name="connsiteY868" fmla="*/ 1255462 h 6858000"/>
              <a:gd name="connsiteX869" fmla="*/ 3471096 w 7369701"/>
              <a:gd name="connsiteY869" fmla="*/ 437072 h 6858000"/>
              <a:gd name="connsiteX870" fmla="*/ 3639057 w 7369701"/>
              <a:gd name="connsiteY870" fmla="*/ 286334 h 6858000"/>
              <a:gd name="connsiteX871" fmla="*/ 3640309 w 7369701"/>
              <a:gd name="connsiteY871" fmla="*/ 284664 h 6858000"/>
              <a:gd name="connsiteX872" fmla="*/ 3646022 w 7369701"/>
              <a:gd name="connsiteY872" fmla="*/ 276711 h 6858000"/>
              <a:gd name="connsiteX873" fmla="*/ 3707943 w 7369701"/>
              <a:gd name="connsiteY873" fmla="*/ 65958 h 6858000"/>
              <a:gd name="connsiteX874" fmla="*/ 3721337 w 7369701"/>
              <a:gd name="connsiteY874" fmla="*/ 0 h 6858000"/>
              <a:gd name="connsiteX875" fmla="*/ 2867960 w 7369701"/>
              <a:gd name="connsiteY875" fmla="*/ 0 h 6858000"/>
              <a:gd name="connsiteX876" fmla="*/ 2926351 w 7369701"/>
              <a:gd name="connsiteY876" fmla="*/ 0 h 6858000"/>
              <a:gd name="connsiteX877" fmla="*/ 2902823 w 7369701"/>
              <a:gd name="connsiteY877" fmla="*/ 262929 h 6858000"/>
              <a:gd name="connsiteX878" fmla="*/ 2940663 w 7369701"/>
              <a:gd name="connsiteY878" fmla="*/ 140884 h 6858000"/>
              <a:gd name="connsiteX879" fmla="*/ 2947039 w 7369701"/>
              <a:gd name="connsiteY879" fmla="*/ 122524 h 6858000"/>
              <a:gd name="connsiteX880" fmla="*/ 2984316 w 7369701"/>
              <a:gd name="connsiteY880" fmla="*/ 0 h 6858000"/>
              <a:gd name="connsiteX881" fmla="*/ 3016114 w 7369701"/>
              <a:gd name="connsiteY881" fmla="*/ 0 h 6858000"/>
              <a:gd name="connsiteX882" fmla="*/ 2979949 w 7369701"/>
              <a:gd name="connsiteY882" fmla="*/ 119274 h 6858000"/>
              <a:gd name="connsiteX883" fmla="*/ 3023879 w 7369701"/>
              <a:gd name="connsiteY883" fmla="*/ 0 h 6858000"/>
              <a:gd name="connsiteX884" fmla="*/ 3105400 w 7369701"/>
              <a:gd name="connsiteY884" fmla="*/ 0 h 6858000"/>
              <a:gd name="connsiteX885" fmla="*/ 3094669 w 7369701"/>
              <a:gd name="connsiteY885" fmla="*/ 30308 h 6858000"/>
              <a:gd name="connsiteX886" fmla="*/ 2901945 w 7369701"/>
              <a:gd name="connsiteY886" fmla="*/ 466538 h 6858000"/>
              <a:gd name="connsiteX887" fmla="*/ 2815209 w 7369701"/>
              <a:gd name="connsiteY887" fmla="*/ 497361 h 6858000"/>
              <a:gd name="connsiteX888" fmla="*/ 2844845 w 7369701"/>
              <a:gd name="connsiteY888" fmla="*/ 127638 h 6858000"/>
              <a:gd name="connsiteX889" fmla="*/ 2867960 w 7369701"/>
              <a:gd name="connsiteY889" fmla="*/ 0 h 6858000"/>
              <a:gd name="connsiteX890" fmla="*/ 1057230 w 7369701"/>
              <a:gd name="connsiteY890" fmla="*/ 0 h 6858000"/>
              <a:gd name="connsiteX891" fmla="*/ 1111003 w 7369701"/>
              <a:gd name="connsiteY891" fmla="*/ 0 h 6858000"/>
              <a:gd name="connsiteX892" fmla="*/ 1125553 w 7369701"/>
              <a:gd name="connsiteY892" fmla="*/ 52588 h 6858000"/>
              <a:gd name="connsiteX893" fmla="*/ 1304276 w 7369701"/>
              <a:gd name="connsiteY893" fmla="*/ 476275 h 6858000"/>
              <a:gd name="connsiteX894" fmla="*/ 1492066 w 7369701"/>
              <a:gd name="connsiteY894" fmla="*/ 886333 h 6858000"/>
              <a:gd name="connsiteX895" fmla="*/ 1423698 w 7369701"/>
              <a:gd name="connsiteY895" fmla="*/ 710817 h 6858000"/>
              <a:gd name="connsiteX896" fmla="*/ 1357609 w 7369701"/>
              <a:gd name="connsiteY896" fmla="*/ 532892 h 6858000"/>
              <a:gd name="connsiteX897" fmla="*/ 1309550 w 7369701"/>
              <a:gd name="connsiteY897" fmla="*/ 374031 h 6858000"/>
              <a:gd name="connsiteX898" fmla="*/ 1193673 w 7369701"/>
              <a:gd name="connsiteY898" fmla="*/ 49533 h 6858000"/>
              <a:gd name="connsiteX899" fmla="*/ 1164391 w 7369701"/>
              <a:gd name="connsiteY899" fmla="*/ 0 h 6858000"/>
              <a:gd name="connsiteX900" fmla="*/ 1200666 w 7369701"/>
              <a:gd name="connsiteY900" fmla="*/ 0 h 6858000"/>
              <a:gd name="connsiteX901" fmla="*/ 1223408 w 7369701"/>
              <a:gd name="connsiteY901" fmla="*/ 38996 h 6858000"/>
              <a:gd name="connsiteX902" fmla="*/ 1339635 w 7369701"/>
              <a:gd name="connsiteY902" fmla="*/ 365517 h 6858000"/>
              <a:gd name="connsiteX903" fmla="*/ 1387469 w 7369701"/>
              <a:gd name="connsiteY903" fmla="*/ 523079 h 6858000"/>
              <a:gd name="connsiteX904" fmla="*/ 1452685 w 7369701"/>
              <a:gd name="connsiteY904" fmla="*/ 699806 h 6858000"/>
              <a:gd name="connsiteX905" fmla="*/ 1492092 w 7369701"/>
              <a:gd name="connsiteY905" fmla="*/ 800424 h 6858000"/>
              <a:gd name="connsiteX906" fmla="*/ 1455302 w 7369701"/>
              <a:gd name="connsiteY906" fmla="*/ 632913 h 6858000"/>
              <a:gd name="connsiteX907" fmla="*/ 1222336 w 7369701"/>
              <a:gd name="connsiteY907" fmla="*/ 9480 h 6858000"/>
              <a:gd name="connsiteX908" fmla="*/ 1214634 w 7369701"/>
              <a:gd name="connsiteY908" fmla="*/ 0 h 6858000"/>
              <a:gd name="connsiteX909" fmla="*/ 1289827 w 7369701"/>
              <a:gd name="connsiteY909" fmla="*/ 0 h 6858000"/>
              <a:gd name="connsiteX910" fmla="*/ 1321076 w 7369701"/>
              <a:gd name="connsiteY910" fmla="*/ 59722 h 6858000"/>
              <a:gd name="connsiteX911" fmla="*/ 1512579 w 7369701"/>
              <a:gd name="connsiteY911" fmla="*/ 626441 h 6858000"/>
              <a:gd name="connsiteX912" fmla="*/ 1506076 w 7369701"/>
              <a:gd name="connsiteY912" fmla="*/ 1089289 h 6858000"/>
              <a:gd name="connsiteX913" fmla="*/ 1486346 w 7369701"/>
              <a:gd name="connsiteY913" fmla="*/ 1079919 h 6858000"/>
              <a:gd name="connsiteX914" fmla="*/ 1070511 w 7369701"/>
              <a:gd name="connsiteY914" fmla="*/ 48609 h 6858000"/>
              <a:gd name="connsiteX915" fmla="*/ 1057230 w 7369701"/>
              <a:gd name="connsiteY915" fmla="*/ 0 h 6858000"/>
              <a:gd name="connsiteX916" fmla="*/ 43151 w 7369701"/>
              <a:gd name="connsiteY916" fmla="*/ 0 h 6858000"/>
              <a:gd name="connsiteX917" fmla="*/ 95283 w 7369701"/>
              <a:gd name="connsiteY917" fmla="*/ 0 h 6858000"/>
              <a:gd name="connsiteX918" fmla="*/ 300708 w 7369701"/>
              <a:gd name="connsiteY918" fmla="*/ 154571 h 6858000"/>
              <a:gd name="connsiteX919" fmla="*/ 530414 w 7369701"/>
              <a:gd name="connsiteY919" fmla="*/ 354673 h 6858000"/>
              <a:gd name="connsiteX920" fmla="*/ 333785 w 7369701"/>
              <a:gd name="connsiteY920" fmla="*/ 161564 h 6858000"/>
              <a:gd name="connsiteX921" fmla="*/ 147005 w 7369701"/>
              <a:gd name="connsiteY921" fmla="*/ 0 h 6858000"/>
              <a:gd name="connsiteX922" fmla="*/ 272509 w 7369701"/>
              <a:gd name="connsiteY922" fmla="*/ 0 h 6858000"/>
              <a:gd name="connsiteX923" fmla="*/ 326276 w 7369701"/>
              <a:gd name="connsiteY923" fmla="*/ 45847 h 6858000"/>
              <a:gd name="connsiteX924" fmla="*/ 823759 w 7369701"/>
              <a:gd name="connsiteY924" fmla="*/ 574145 h 6858000"/>
              <a:gd name="connsiteX925" fmla="*/ 811254 w 7369701"/>
              <a:gd name="connsiteY925" fmla="*/ 665546 h 6858000"/>
              <a:gd name="connsiteX926" fmla="*/ 154042 w 7369701"/>
              <a:gd name="connsiteY926" fmla="*/ 261522 h 6858000"/>
              <a:gd name="connsiteX927" fmla="*/ 13550 w 7369701"/>
              <a:gd name="connsiteY927" fmla="*/ 158423 h 6858000"/>
              <a:gd name="connsiteX928" fmla="*/ 0 w 7369701"/>
              <a:gd name="connsiteY928" fmla="*/ 146618 h 6858000"/>
              <a:gd name="connsiteX929" fmla="*/ 0 w 7369701"/>
              <a:gd name="connsiteY929" fmla="*/ 59161 h 6858000"/>
              <a:gd name="connsiteX930" fmla="*/ 45427 w 7369701"/>
              <a:gd name="connsiteY930" fmla="*/ 101078 h 6858000"/>
              <a:gd name="connsiteX931" fmla="*/ 630103 w 7369701"/>
              <a:gd name="connsiteY931" fmla="*/ 485885 h 6858000"/>
              <a:gd name="connsiteX932" fmla="*/ 532040 w 7369701"/>
              <a:gd name="connsiteY932" fmla="*/ 399359 h 6858000"/>
              <a:gd name="connsiteX933" fmla="*/ 517618 w 7369701"/>
              <a:gd name="connsiteY933" fmla="*/ 385726 h 6858000"/>
              <a:gd name="connsiteX934" fmla="*/ 285074 w 7369701"/>
              <a:gd name="connsiteY934" fmla="*/ 182755 h 6858000"/>
              <a:gd name="connsiteX935" fmla="*/ 43151 w 7369701"/>
              <a:gd name="connsiteY935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</a:cxnLst>
            <a:rect l="l" t="t" r="r" b="b"/>
            <a:pathLst>
              <a:path w="7369701" h="6858000">
                <a:moveTo>
                  <a:pt x="369702" y="6712169"/>
                </a:moveTo>
                <a:lnTo>
                  <a:pt x="366575" y="6715556"/>
                </a:lnTo>
                <a:cubicBezTo>
                  <a:pt x="367954" y="6715031"/>
                  <a:pt x="369326" y="6714512"/>
                  <a:pt x="371637" y="6713954"/>
                </a:cubicBezTo>
                <a:lnTo>
                  <a:pt x="369702" y="6712169"/>
                </a:lnTo>
                <a:close/>
                <a:moveTo>
                  <a:pt x="1019354" y="6315006"/>
                </a:moveTo>
                <a:cubicBezTo>
                  <a:pt x="847231" y="6483030"/>
                  <a:pt x="636234" y="6599053"/>
                  <a:pt x="441046" y="6691153"/>
                </a:cubicBezTo>
                <a:cubicBezTo>
                  <a:pt x="668934" y="6613112"/>
                  <a:pt x="947819" y="6494377"/>
                  <a:pt x="1019354" y="6315006"/>
                </a:cubicBezTo>
                <a:close/>
                <a:moveTo>
                  <a:pt x="991680" y="6298413"/>
                </a:moveTo>
                <a:cubicBezTo>
                  <a:pt x="775775" y="6396465"/>
                  <a:pt x="575302" y="6507871"/>
                  <a:pt x="409060" y="6671470"/>
                </a:cubicBezTo>
                <a:cubicBezTo>
                  <a:pt x="603834" y="6580783"/>
                  <a:pt x="817655" y="6465584"/>
                  <a:pt x="991680" y="6298413"/>
                </a:cubicBezTo>
                <a:close/>
                <a:moveTo>
                  <a:pt x="103333" y="5699602"/>
                </a:moveTo>
                <a:cubicBezTo>
                  <a:pt x="133282" y="5726353"/>
                  <a:pt x="175725" y="5762843"/>
                  <a:pt x="233938" y="5809416"/>
                </a:cubicBezTo>
                <a:cubicBezTo>
                  <a:pt x="390802" y="5935412"/>
                  <a:pt x="652575" y="6145703"/>
                  <a:pt x="883580" y="6180710"/>
                </a:cubicBezTo>
                <a:cubicBezTo>
                  <a:pt x="736829" y="6133021"/>
                  <a:pt x="610173" y="6040280"/>
                  <a:pt x="487337" y="5950182"/>
                </a:cubicBezTo>
                <a:cubicBezTo>
                  <a:pt x="443670" y="5917932"/>
                  <a:pt x="398584" y="5885270"/>
                  <a:pt x="354051" y="5854912"/>
                </a:cubicBezTo>
                <a:cubicBezTo>
                  <a:pt x="302352" y="5819720"/>
                  <a:pt x="247963" y="5787429"/>
                  <a:pt x="195436" y="5755068"/>
                </a:cubicBezTo>
                <a:lnTo>
                  <a:pt x="103333" y="5699602"/>
                </a:lnTo>
                <a:close/>
                <a:moveTo>
                  <a:pt x="5539432" y="5642928"/>
                </a:moveTo>
                <a:cubicBezTo>
                  <a:pt x="5544304" y="5659969"/>
                  <a:pt x="5549664" y="5677449"/>
                  <a:pt x="5555462" y="5694454"/>
                </a:cubicBezTo>
                <a:cubicBezTo>
                  <a:pt x="5631122" y="5909386"/>
                  <a:pt x="5731219" y="6118228"/>
                  <a:pt x="5828270" y="6320663"/>
                </a:cubicBezTo>
                <a:cubicBezTo>
                  <a:pt x="5868407" y="6404290"/>
                  <a:pt x="5908582" y="6488842"/>
                  <a:pt x="5947416" y="6574846"/>
                </a:cubicBezTo>
                <a:cubicBezTo>
                  <a:pt x="5894674" y="6327329"/>
                  <a:pt x="5793018" y="5718484"/>
                  <a:pt x="5539432" y="5642928"/>
                </a:cubicBezTo>
                <a:close/>
                <a:moveTo>
                  <a:pt x="51253" y="5631825"/>
                </a:moveTo>
                <a:lnTo>
                  <a:pt x="211622" y="5728803"/>
                </a:lnTo>
                <a:cubicBezTo>
                  <a:pt x="264592" y="5760684"/>
                  <a:pt x="319013" y="5793908"/>
                  <a:pt x="371652" y="5829062"/>
                </a:cubicBezTo>
                <a:cubicBezTo>
                  <a:pt x="417589" y="5859824"/>
                  <a:pt x="462230" y="5892964"/>
                  <a:pt x="505903" y="5925221"/>
                </a:cubicBezTo>
                <a:cubicBezTo>
                  <a:pt x="628246" y="6014875"/>
                  <a:pt x="754907" y="6107611"/>
                  <a:pt x="899240" y="6153068"/>
                </a:cubicBezTo>
                <a:cubicBezTo>
                  <a:pt x="928476" y="6162153"/>
                  <a:pt x="958088" y="6168887"/>
                  <a:pt x="988114" y="6174204"/>
                </a:cubicBezTo>
                <a:cubicBezTo>
                  <a:pt x="943280" y="6136411"/>
                  <a:pt x="896194" y="6100100"/>
                  <a:pt x="845971" y="6067177"/>
                </a:cubicBezTo>
                <a:cubicBezTo>
                  <a:pt x="720131" y="5983257"/>
                  <a:pt x="580034" y="5915740"/>
                  <a:pt x="448057" y="5841376"/>
                </a:cubicBezTo>
                <a:cubicBezTo>
                  <a:pt x="341781" y="5780886"/>
                  <a:pt x="90319" y="5630263"/>
                  <a:pt x="51253" y="5631825"/>
                </a:cubicBezTo>
                <a:close/>
                <a:moveTo>
                  <a:pt x="2606687" y="5630718"/>
                </a:moveTo>
                <a:cubicBezTo>
                  <a:pt x="2484040" y="5952782"/>
                  <a:pt x="2550772" y="6305470"/>
                  <a:pt x="2645658" y="6640259"/>
                </a:cubicBezTo>
                <a:cubicBezTo>
                  <a:pt x="2605413" y="6320984"/>
                  <a:pt x="2566733" y="5970903"/>
                  <a:pt x="2606687" y="5630718"/>
                </a:cubicBezTo>
                <a:close/>
                <a:moveTo>
                  <a:pt x="3642057" y="5573487"/>
                </a:moveTo>
                <a:cubicBezTo>
                  <a:pt x="3639338" y="5575453"/>
                  <a:pt x="3635693" y="5577466"/>
                  <a:pt x="3632981" y="5579437"/>
                </a:cubicBezTo>
                <a:cubicBezTo>
                  <a:pt x="3509182" y="5674738"/>
                  <a:pt x="3441993" y="5811556"/>
                  <a:pt x="3382436" y="5952726"/>
                </a:cubicBezTo>
                <a:cubicBezTo>
                  <a:pt x="3286719" y="6179641"/>
                  <a:pt x="3231101" y="6419386"/>
                  <a:pt x="3191929" y="6662669"/>
                </a:cubicBezTo>
                <a:cubicBezTo>
                  <a:pt x="3237125" y="6465250"/>
                  <a:pt x="3296425" y="6271000"/>
                  <a:pt x="3369898" y="6081771"/>
                </a:cubicBezTo>
                <a:cubicBezTo>
                  <a:pt x="3454377" y="5865084"/>
                  <a:pt x="3540614" y="5703753"/>
                  <a:pt x="3642057" y="5573487"/>
                </a:cubicBezTo>
                <a:close/>
                <a:moveTo>
                  <a:pt x="2650666" y="5530686"/>
                </a:moveTo>
                <a:cubicBezTo>
                  <a:pt x="2650695" y="5531619"/>
                  <a:pt x="2650695" y="5531619"/>
                  <a:pt x="2650249" y="5532101"/>
                </a:cubicBezTo>
                <a:cubicBezTo>
                  <a:pt x="2594633" y="5864991"/>
                  <a:pt x="2624834" y="6212617"/>
                  <a:pt x="2663808" y="6535215"/>
                </a:cubicBezTo>
                <a:cubicBezTo>
                  <a:pt x="2664345" y="6401062"/>
                  <a:pt x="2664881" y="6266909"/>
                  <a:pt x="2665418" y="6132756"/>
                </a:cubicBezTo>
                <a:cubicBezTo>
                  <a:pt x="2666315" y="5945493"/>
                  <a:pt x="2661038" y="5743579"/>
                  <a:pt x="2650666" y="5530686"/>
                </a:cubicBezTo>
                <a:close/>
                <a:moveTo>
                  <a:pt x="2680277" y="5479204"/>
                </a:moveTo>
                <a:cubicBezTo>
                  <a:pt x="2679826" y="5479692"/>
                  <a:pt x="2679381" y="5480173"/>
                  <a:pt x="2678972" y="5481582"/>
                </a:cubicBezTo>
                <a:cubicBezTo>
                  <a:pt x="2691463" y="5712555"/>
                  <a:pt x="2697451" y="5932139"/>
                  <a:pt x="2696666" y="6133836"/>
                </a:cubicBezTo>
                <a:lnTo>
                  <a:pt x="2695769" y="6390955"/>
                </a:lnTo>
                <a:cubicBezTo>
                  <a:pt x="2712509" y="6297144"/>
                  <a:pt x="2727840" y="6202916"/>
                  <a:pt x="2739893" y="6108357"/>
                </a:cubicBezTo>
                <a:cubicBezTo>
                  <a:pt x="2767348" y="5886500"/>
                  <a:pt x="2737035" y="5687445"/>
                  <a:pt x="2680277" y="5479204"/>
                </a:cubicBezTo>
                <a:close/>
                <a:moveTo>
                  <a:pt x="1132195" y="5467980"/>
                </a:moveTo>
                <a:cubicBezTo>
                  <a:pt x="1313054" y="5495211"/>
                  <a:pt x="1494925" y="5512628"/>
                  <a:pt x="1679056" y="5516907"/>
                </a:cubicBezTo>
                <a:cubicBezTo>
                  <a:pt x="1838007" y="5520331"/>
                  <a:pt x="1983050" y="5490313"/>
                  <a:pt x="2128648" y="5474249"/>
                </a:cubicBezTo>
                <a:cubicBezTo>
                  <a:pt x="2028248" y="5467548"/>
                  <a:pt x="1925543" y="5473055"/>
                  <a:pt x="1825619" y="5478447"/>
                </a:cubicBezTo>
                <a:lnTo>
                  <a:pt x="1737798" y="5483353"/>
                </a:lnTo>
                <a:cubicBezTo>
                  <a:pt x="1536509" y="5492800"/>
                  <a:pt x="1332771" y="5487439"/>
                  <a:pt x="1132195" y="5467980"/>
                </a:cubicBezTo>
                <a:close/>
                <a:moveTo>
                  <a:pt x="1456157" y="5371404"/>
                </a:moveTo>
                <a:cubicBezTo>
                  <a:pt x="1385125" y="5373535"/>
                  <a:pt x="1314200" y="5378444"/>
                  <a:pt x="1244432" y="5385601"/>
                </a:cubicBezTo>
                <a:cubicBezTo>
                  <a:pt x="1151404" y="5395142"/>
                  <a:pt x="1060429" y="5408677"/>
                  <a:pt x="973990" y="5424940"/>
                </a:cubicBezTo>
                <a:cubicBezTo>
                  <a:pt x="1017323" y="5425535"/>
                  <a:pt x="1061253" y="5429367"/>
                  <a:pt x="1103809" y="5433720"/>
                </a:cubicBezTo>
                <a:lnTo>
                  <a:pt x="1123454" y="5435727"/>
                </a:lnTo>
                <a:cubicBezTo>
                  <a:pt x="1326373" y="5455563"/>
                  <a:pt x="1533386" y="5461253"/>
                  <a:pt x="1737017" y="5452183"/>
                </a:cubicBezTo>
                <a:lnTo>
                  <a:pt x="1824397" y="5447757"/>
                </a:lnTo>
                <a:cubicBezTo>
                  <a:pt x="1905266" y="5443590"/>
                  <a:pt x="1987993" y="5439352"/>
                  <a:pt x="2070059" y="5441660"/>
                </a:cubicBezTo>
                <a:cubicBezTo>
                  <a:pt x="1883310" y="5383634"/>
                  <a:pt x="1669251" y="5365013"/>
                  <a:pt x="1456157" y="5371404"/>
                </a:cubicBezTo>
                <a:close/>
                <a:moveTo>
                  <a:pt x="4988186" y="5216467"/>
                </a:moveTo>
                <a:cubicBezTo>
                  <a:pt x="4914642" y="5275764"/>
                  <a:pt x="4843105" y="5338703"/>
                  <a:pt x="4777334" y="5406072"/>
                </a:cubicBezTo>
                <a:cubicBezTo>
                  <a:pt x="4757662" y="5426414"/>
                  <a:pt x="4737537" y="5447249"/>
                  <a:pt x="4718341" y="5468043"/>
                </a:cubicBezTo>
                <a:cubicBezTo>
                  <a:pt x="4681696" y="5506771"/>
                  <a:pt x="4644162" y="5546455"/>
                  <a:pt x="4604655" y="5583434"/>
                </a:cubicBezTo>
                <a:cubicBezTo>
                  <a:pt x="4591636" y="5595592"/>
                  <a:pt x="4578581" y="5606832"/>
                  <a:pt x="4565074" y="5618550"/>
                </a:cubicBezTo>
                <a:cubicBezTo>
                  <a:pt x="4712605" y="5511121"/>
                  <a:pt x="4908425" y="5376611"/>
                  <a:pt x="4988186" y="5216467"/>
                </a:cubicBezTo>
                <a:close/>
                <a:moveTo>
                  <a:pt x="4978032" y="5183809"/>
                </a:moveTo>
                <a:cubicBezTo>
                  <a:pt x="4748175" y="5235846"/>
                  <a:pt x="4611576" y="5430393"/>
                  <a:pt x="4463413" y="5615162"/>
                </a:cubicBezTo>
                <a:cubicBezTo>
                  <a:pt x="4428815" y="5658459"/>
                  <a:pt x="4393697" y="5700384"/>
                  <a:pt x="4358134" y="5742791"/>
                </a:cubicBezTo>
                <a:lnTo>
                  <a:pt x="4376219" y="5729027"/>
                </a:lnTo>
                <a:cubicBezTo>
                  <a:pt x="4445817" y="5675939"/>
                  <a:pt x="4517680" y="5621374"/>
                  <a:pt x="4582340" y="5561037"/>
                </a:cubicBezTo>
                <a:cubicBezTo>
                  <a:pt x="4621394" y="5524545"/>
                  <a:pt x="4658482" y="5485345"/>
                  <a:pt x="4694684" y="5447098"/>
                </a:cubicBezTo>
                <a:cubicBezTo>
                  <a:pt x="4714806" y="5426264"/>
                  <a:pt x="4733997" y="5405475"/>
                  <a:pt x="4754123" y="5384643"/>
                </a:cubicBezTo>
                <a:cubicBezTo>
                  <a:pt x="4823909" y="5312925"/>
                  <a:pt x="4899949" y="5246074"/>
                  <a:pt x="4978032" y="5183809"/>
                </a:cubicBezTo>
                <a:close/>
                <a:moveTo>
                  <a:pt x="1903353" y="5044827"/>
                </a:moveTo>
                <a:cubicBezTo>
                  <a:pt x="1900901" y="5049058"/>
                  <a:pt x="1913196" y="5065331"/>
                  <a:pt x="1936931" y="5093954"/>
                </a:cubicBezTo>
                <a:cubicBezTo>
                  <a:pt x="2021149" y="5196773"/>
                  <a:pt x="2108079" y="5297623"/>
                  <a:pt x="2195868" y="5396574"/>
                </a:cubicBezTo>
                <a:cubicBezTo>
                  <a:pt x="2196092" y="5309013"/>
                  <a:pt x="2155695" y="5230515"/>
                  <a:pt x="2088852" y="5166123"/>
                </a:cubicBezTo>
                <a:cubicBezTo>
                  <a:pt x="2054441" y="5132572"/>
                  <a:pt x="2001584" y="5091839"/>
                  <a:pt x="1958241" y="5067955"/>
                </a:cubicBezTo>
                <a:cubicBezTo>
                  <a:pt x="1922998" y="5048408"/>
                  <a:pt x="1905803" y="5040595"/>
                  <a:pt x="1903353" y="5044827"/>
                </a:cubicBezTo>
                <a:close/>
                <a:moveTo>
                  <a:pt x="1979378" y="4769504"/>
                </a:moveTo>
                <a:cubicBezTo>
                  <a:pt x="2251008" y="4946802"/>
                  <a:pt x="2557265" y="5046794"/>
                  <a:pt x="2882120" y="5064547"/>
                </a:cubicBezTo>
                <a:cubicBezTo>
                  <a:pt x="2852884" y="5055476"/>
                  <a:pt x="2822307" y="5047842"/>
                  <a:pt x="2793103" y="5039699"/>
                </a:cubicBezTo>
                <a:lnTo>
                  <a:pt x="2770041" y="5033634"/>
                </a:lnTo>
                <a:cubicBezTo>
                  <a:pt x="2500352" y="4962917"/>
                  <a:pt x="2236095" y="4864963"/>
                  <a:pt x="1979378" y="4769504"/>
                </a:cubicBezTo>
                <a:close/>
                <a:moveTo>
                  <a:pt x="1927410" y="4716164"/>
                </a:moveTo>
                <a:cubicBezTo>
                  <a:pt x="1938311" y="4720848"/>
                  <a:pt x="1949172" y="4724604"/>
                  <a:pt x="1959587" y="4728849"/>
                </a:cubicBezTo>
                <a:cubicBezTo>
                  <a:pt x="2224818" y="4827692"/>
                  <a:pt x="2499050" y="4930367"/>
                  <a:pt x="2777707" y="5003991"/>
                </a:cubicBezTo>
                <a:lnTo>
                  <a:pt x="2800768" y="5010056"/>
                </a:lnTo>
                <a:lnTo>
                  <a:pt x="2879408" y="5031590"/>
                </a:lnTo>
                <a:cubicBezTo>
                  <a:pt x="2873718" y="5029024"/>
                  <a:pt x="2868475" y="5025973"/>
                  <a:pt x="2862295" y="5022958"/>
                </a:cubicBezTo>
                <a:cubicBezTo>
                  <a:pt x="2846112" y="5014292"/>
                  <a:pt x="2829972" y="5006555"/>
                  <a:pt x="2813343" y="4998369"/>
                </a:cubicBezTo>
                <a:cubicBezTo>
                  <a:pt x="2759214" y="4972589"/>
                  <a:pt x="2702010" y="4951123"/>
                  <a:pt x="2646245" y="4930999"/>
                </a:cubicBezTo>
                <a:cubicBezTo>
                  <a:pt x="2437298" y="4853662"/>
                  <a:pt x="2221285" y="4774272"/>
                  <a:pt x="1999243" y="4730524"/>
                </a:cubicBezTo>
                <a:lnTo>
                  <a:pt x="1979527" y="4726651"/>
                </a:lnTo>
                <a:lnTo>
                  <a:pt x="1927410" y="4716164"/>
                </a:lnTo>
                <a:close/>
                <a:moveTo>
                  <a:pt x="1997014" y="4698007"/>
                </a:moveTo>
                <a:lnTo>
                  <a:pt x="2005458" y="4699540"/>
                </a:lnTo>
                <a:cubicBezTo>
                  <a:pt x="2229844" y="4743659"/>
                  <a:pt x="2447268" y="4823456"/>
                  <a:pt x="2657186" y="4901687"/>
                </a:cubicBezTo>
                <a:cubicBezTo>
                  <a:pt x="2713431" y="4922259"/>
                  <a:pt x="2771565" y="4943688"/>
                  <a:pt x="2826662" y="4970362"/>
                </a:cubicBezTo>
                <a:cubicBezTo>
                  <a:pt x="2843286" y="4978544"/>
                  <a:pt x="2859914" y="4986729"/>
                  <a:pt x="2876100" y="4995397"/>
                </a:cubicBezTo>
                <a:cubicBezTo>
                  <a:pt x="2929811" y="5022592"/>
                  <a:pt x="2984941" y="5050189"/>
                  <a:pt x="3042600" y="5059532"/>
                </a:cubicBezTo>
                <a:cubicBezTo>
                  <a:pt x="2779645" y="4772909"/>
                  <a:pt x="2376891" y="4705645"/>
                  <a:pt x="1997014" y="4698007"/>
                </a:cubicBezTo>
                <a:close/>
                <a:moveTo>
                  <a:pt x="2305292" y="4219492"/>
                </a:moveTo>
                <a:cubicBezTo>
                  <a:pt x="2631112" y="4377847"/>
                  <a:pt x="3011879" y="4535878"/>
                  <a:pt x="3360922" y="4529373"/>
                </a:cubicBezTo>
                <a:cubicBezTo>
                  <a:pt x="3408391" y="4528405"/>
                  <a:pt x="3451278" y="4517839"/>
                  <a:pt x="3492420" y="4510145"/>
                </a:cubicBezTo>
                <a:cubicBezTo>
                  <a:pt x="3448862" y="4503966"/>
                  <a:pt x="3405674" y="4495449"/>
                  <a:pt x="3364086" y="4480340"/>
                </a:cubicBezTo>
                <a:cubicBezTo>
                  <a:pt x="3314946" y="4462747"/>
                  <a:pt x="3269673" y="4437082"/>
                  <a:pt x="3225818" y="4411822"/>
                </a:cubicBezTo>
                <a:cubicBezTo>
                  <a:pt x="3194830" y="4393966"/>
                  <a:pt x="3162431" y="4375699"/>
                  <a:pt x="3129696" y="4360704"/>
                </a:cubicBezTo>
                <a:cubicBezTo>
                  <a:pt x="3030558" y="4315774"/>
                  <a:pt x="2920899" y="4298731"/>
                  <a:pt x="2814545" y="4282955"/>
                </a:cubicBezTo>
                <a:cubicBezTo>
                  <a:pt x="2648192" y="4257474"/>
                  <a:pt x="2475773" y="4231762"/>
                  <a:pt x="2305292" y="4219492"/>
                </a:cubicBezTo>
                <a:close/>
                <a:moveTo>
                  <a:pt x="2626982" y="4206450"/>
                </a:moveTo>
                <a:cubicBezTo>
                  <a:pt x="2581807" y="4205467"/>
                  <a:pt x="2536327" y="4205706"/>
                  <a:pt x="2490617" y="4206951"/>
                </a:cubicBezTo>
                <a:cubicBezTo>
                  <a:pt x="2601507" y="4219748"/>
                  <a:pt x="2711611" y="4236309"/>
                  <a:pt x="2819869" y="4252936"/>
                </a:cubicBezTo>
                <a:cubicBezTo>
                  <a:pt x="2928115" y="4269564"/>
                  <a:pt x="3040565" y="4286495"/>
                  <a:pt x="3143018" y="4332698"/>
                </a:cubicBezTo>
                <a:cubicBezTo>
                  <a:pt x="3177162" y="4348099"/>
                  <a:pt x="3210046" y="4366808"/>
                  <a:pt x="3241520" y="4385112"/>
                </a:cubicBezTo>
                <a:cubicBezTo>
                  <a:pt x="3284409" y="4409477"/>
                  <a:pt x="3328265" y="4434739"/>
                  <a:pt x="3374575" y="4451517"/>
                </a:cubicBezTo>
                <a:cubicBezTo>
                  <a:pt x="3416609" y="4466134"/>
                  <a:pt x="3460730" y="4474620"/>
                  <a:pt x="3505221" y="4480757"/>
                </a:cubicBezTo>
                <a:cubicBezTo>
                  <a:pt x="3244537" y="4280088"/>
                  <a:pt x="2943211" y="4213332"/>
                  <a:pt x="2626982" y="4206450"/>
                </a:cubicBezTo>
                <a:close/>
                <a:moveTo>
                  <a:pt x="1310106" y="3943217"/>
                </a:moveTo>
                <a:cubicBezTo>
                  <a:pt x="1129544" y="4063332"/>
                  <a:pt x="976804" y="4212308"/>
                  <a:pt x="854994" y="4399136"/>
                </a:cubicBezTo>
                <a:cubicBezTo>
                  <a:pt x="813550" y="4462067"/>
                  <a:pt x="777442" y="4528637"/>
                  <a:pt x="742462" y="4594648"/>
                </a:cubicBezTo>
                <a:cubicBezTo>
                  <a:pt x="769633" y="4559245"/>
                  <a:pt x="795392" y="4522436"/>
                  <a:pt x="820602" y="4485915"/>
                </a:cubicBezTo>
                <a:cubicBezTo>
                  <a:pt x="839644" y="4458097"/>
                  <a:pt x="858127" y="4430568"/>
                  <a:pt x="878295" y="4403594"/>
                </a:cubicBezTo>
                <a:cubicBezTo>
                  <a:pt x="984168" y="4259170"/>
                  <a:pt x="1114491" y="4132679"/>
                  <a:pt x="1240607" y="4010401"/>
                </a:cubicBezTo>
                <a:lnTo>
                  <a:pt x="1310106" y="3943217"/>
                </a:lnTo>
                <a:close/>
                <a:moveTo>
                  <a:pt x="1423113" y="3874565"/>
                </a:moveTo>
                <a:lnTo>
                  <a:pt x="1260565" y="4031982"/>
                </a:lnTo>
                <a:cubicBezTo>
                  <a:pt x="1135292" y="4153135"/>
                  <a:pt x="1006090" y="4279065"/>
                  <a:pt x="901900" y="4421236"/>
                </a:cubicBezTo>
                <a:cubicBezTo>
                  <a:pt x="882292" y="4447928"/>
                  <a:pt x="863806" y="4475465"/>
                  <a:pt x="845044" y="4502436"/>
                </a:cubicBezTo>
                <a:cubicBezTo>
                  <a:pt x="797719" y="4571828"/>
                  <a:pt x="747866" y="4643196"/>
                  <a:pt x="685926" y="4703069"/>
                </a:cubicBezTo>
                <a:cubicBezTo>
                  <a:pt x="685087" y="4704192"/>
                  <a:pt x="684806" y="4705038"/>
                  <a:pt x="684248" y="4706721"/>
                </a:cubicBezTo>
                <a:cubicBezTo>
                  <a:pt x="955830" y="4450343"/>
                  <a:pt x="1215323" y="4185291"/>
                  <a:pt x="1423113" y="3874565"/>
                </a:cubicBezTo>
                <a:close/>
                <a:moveTo>
                  <a:pt x="3316479" y="3872136"/>
                </a:moveTo>
                <a:lnTo>
                  <a:pt x="3546806" y="4356139"/>
                </a:lnTo>
                <a:cubicBezTo>
                  <a:pt x="3510992" y="4217388"/>
                  <a:pt x="3440535" y="4086075"/>
                  <a:pt x="3364433" y="3953121"/>
                </a:cubicBezTo>
                <a:lnTo>
                  <a:pt x="3316479" y="3872136"/>
                </a:lnTo>
                <a:close/>
                <a:moveTo>
                  <a:pt x="3291335" y="3767420"/>
                </a:moveTo>
                <a:cubicBezTo>
                  <a:pt x="3324815" y="3824296"/>
                  <a:pt x="3358740" y="3880691"/>
                  <a:pt x="3390805" y="3937163"/>
                </a:cubicBezTo>
                <a:cubicBezTo>
                  <a:pt x="3469925" y="4075583"/>
                  <a:pt x="3543427" y="4213298"/>
                  <a:pt x="3579062" y="4359040"/>
                </a:cubicBezTo>
                <a:cubicBezTo>
                  <a:pt x="3585500" y="4228842"/>
                  <a:pt x="3547302" y="4112076"/>
                  <a:pt x="3467355" y="3988130"/>
                </a:cubicBezTo>
                <a:cubicBezTo>
                  <a:pt x="3420192" y="3915029"/>
                  <a:pt x="3371016" y="3849934"/>
                  <a:pt x="3310753" y="3787140"/>
                </a:cubicBezTo>
                <a:cubicBezTo>
                  <a:pt x="3303466" y="3779509"/>
                  <a:pt x="3297626" y="3773227"/>
                  <a:pt x="3291335" y="3767420"/>
                </a:cubicBezTo>
                <a:close/>
                <a:moveTo>
                  <a:pt x="1635889" y="3709494"/>
                </a:moveTo>
                <a:lnTo>
                  <a:pt x="1634800" y="3731111"/>
                </a:lnTo>
                <a:cubicBezTo>
                  <a:pt x="1634800" y="3731111"/>
                  <a:pt x="1635342" y="3716795"/>
                  <a:pt x="1635889" y="3709494"/>
                </a:cubicBezTo>
                <a:close/>
                <a:moveTo>
                  <a:pt x="1510397" y="3684705"/>
                </a:moveTo>
                <a:cubicBezTo>
                  <a:pt x="1390337" y="3729510"/>
                  <a:pt x="1267181" y="3766747"/>
                  <a:pt x="1146550" y="3802012"/>
                </a:cubicBezTo>
                <a:cubicBezTo>
                  <a:pt x="997862" y="3845736"/>
                  <a:pt x="843568" y="3890871"/>
                  <a:pt x="698834" y="3952272"/>
                </a:cubicBezTo>
                <a:cubicBezTo>
                  <a:pt x="460140" y="4053106"/>
                  <a:pt x="242842" y="4196577"/>
                  <a:pt x="34256" y="4347603"/>
                </a:cubicBezTo>
                <a:cubicBezTo>
                  <a:pt x="196048" y="4248849"/>
                  <a:pt x="358125" y="4150653"/>
                  <a:pt x="527241" y="4065078"/>
                </a:cubicBezTo>
                <a:cubicBezTo>
                  <a:pt x="838255" y="3908281"/>
                  <a:pt x="1212318" y="3863093"/>
                  <a:pt x="1510397" y="3684705"/>
                </a:cubicBezTo>
                <a:close/>
                <a:moveTo>
                  <a:pt x="1313114" y="3655216"/>
                </a:moveTo>
                <a:cubicBezTo>
                  <a:pt x="1247578" y="3654578"/>
                  <a:pt x="1180153" y="3656293"/>
                  <a:pt x="1109304" y="3669030"/>
                </a:cubicBezTo>
                <a:cubicBezTo>
                  <a:pt x="689821" y="3744031"/>
                  <a:pt x="334655" y="4032530"/>
                  <a:pt x="8129" y="4330519"/>
                </a:cubicBezTo>
                <a:cubicBezTo>
                  <a:pt x="220923" y="4176682"/>
                  <a:pt x="442983" y="4028720"/>
                  <a:pt x="687572" y="3925629"/>
                </a:cubicBezTo>
                <a:cubicBezTo>
                  <a:pt x="833705" y="3864223"/>
                  <a:pt x="989118" y="3818520"/>
                  <a:pt x="1138365" y="3774515"/>
                </a:cubicBezTo>
                <a:cubicBezTo>
                  <a:pt x="1260121" y="3738686"/>
                  <a:pt x="1384681" y="3701451"/>
                  <a:pt x="1505579" y="3655526"/>
                </a:cubicBezTo>
                <a:cubicBezTo>
                  <a:pt x="1442294" y="3658846"/>
                  <a:pt x="1378650" y="3655854"/>
                  <a:pt x="1313114" y="3655216"/>
                </a:cubicBezTo>
                <a:close/>
                <a:moveTo>
                  <a:pt x="3655073" y="3650884"/>
                </a:moveTo>
                <a:cubicBezTo>
                  <a:pt x="3768399" y="3765347"/>
                  <a:pt x="3873410" y="3884450"/>
                  <a:pt x="3989938" y="3991685"/>
                </a:cubicBezTo>
                <a:cubicBezTo>
                  <a:pt x="4106468" y="4098916"/>
                  <a:pt x="4234512" y="4194281"/>
                  <a:pt x="4393907" y="4261258"/>
                </a:cubicBezTo>
                <a:cubicBezTo>
                  <a:pt x="4484865" y="4299540"/>
                  <a:pt x="4571866" y="4332385"/>
                  <a:pt x="4648051" y="4374051"/>
                </a:cubicBezTo>
                <a:cubicBezTo>
                  <a:pt x="4566919" y="4301848"/>
                  <a:pt x="4474187" y="4242216"/>
                  <a:pt x="4383389" y="4184369"/>
                </a:cubicBezTo>
                <a:cubicBezTo>
                  <a:pt x="4310251" y="4137460"/>
                  <a:pt x="4234739" y="4089250"/>
                  <a:pt x="4165508" y="4035196"/>
                </a:cubicBezTo>
                <a:cubicBezTo>
                  <a:pt x="4131846" y="4008598"/>
                  <a:pt x="4099524" y="3980549"/>
                  <a:pt x="4068162" y="3953394"/>
                </a:cubicBezTo>
                <a:cubicBezTo>
                  <a:pt x="4039704" y="3928919"/>
                  <a:pt x="4010763" y="3903992"/>
                  <a:pt x="3981416" y="3880482"/>
                </a:cubicBezTo>
                <a:cubicBezTo>
                  <a:pt x="3923199" y="3833909"/>
                  <a:pt x="3860482" y="3791236"/>
                  <a:pt x="3800147" y="3749872"/>
                </a:cubicBezTo>
                <a:lnTo>
                  <a:pt x="3655073" y="3650884"/>
                </a:lnTo>
                <a:close/>
                <a:moveTo>
                  <a:pt x="3670252" y="3622798"/>
                </a:moveTo>
                <a:lnTo>
                  <a:pt x="3817258" y="3723577"/>
                </a:lnTo>
                <a:cubicBezTo>
                  <a:pt x="3878082" y="3765387"/>
                  <a:pt x="3941278" y="3808498"/>
                  <a:pt x="4000461" y="3855966"/>
                </a:cubicBezTo>
                <a:cubicBezTo>
                  <a:pt x="4030299" y="3879926"/>
                  <a:pt x="4059233" y="3904849"/>
                  <a:pt x="4088180" y="3929774"/>
                </a:cubicBezTo>
                <a:cubicBezTo>
                  <a:pt x="4119532" y="3956928"/>
                  <a:pt x="4151864" y="3984979"/>
                  <a:pt x="4184555" y="4010683"/>
                </a:cubicBezTo>
                <a:cubicBezTo>
                  <a:pt x="4252374" y="4064322"/>
                  <a:pt x="4327401" y="4112085"/>
                  <a:pt x="4399563" y="4158106"/>
                </a:cubicBezTo>
                <a:cubicBezTo>
                  <a:pt x="4497546" y="4220788"/>
                  <a:pt x="4597907" y="4284772"/>
                  <a:pt x="4684469" y="4364680"/>
                </a:cubicBezTo>
                <a:lnTo>
                  <a:pt x="4690271" y="4370034"/>
                </a:lnTo>
                <a:cubicBezTo>
                  <a:pt x="4617960" y="4134006"/>
                  <a:pt x="4326618" y="3976128"/>
                  <a:pt x="4136093" y="3858466"/>
                </a:cubicBezTo>
                <a:cubicBezTo>
                  <a:pt x="3985171" y="3764831"/>
                  <a:pt x="3831168" y="3687155"/>
                  <a:pt x="3670252" y="3622798"/>
                </a:cubicBezTo>
                <a:close/>
                <a:moveTo>
                  <a:pt x="4440129" y="3448571"/>
                </a:moveTo>
                <a:cubicBezTo>
                  <a:pt x="4500684" y="3600308"/>
                  <a:pt x="4765312" y="3823987"/>
                  <a:pt x="4856525" y="3915351"/>
                </a:cubicBezTo>
                <a:cubicBezTo>
                  <a:pt x="4921046" y="3979838"/>
                  <a:pt x="4987678" y="4047617"/>
                  <a:pt x="5059055" y="4108918"/>
                </a:cubicBezTo>
                <a:cubicBezTo>
                  <a:pt x="5130436" y="4170218"/>
                  <a:pt x="5206561" y="4225043"/>
                  <a:pt x="5290070" y="4263619"/>
                </a:cubicBezTo>
                <a:cubicBezTo>
                  <a:pt x="5126032" y="4132785"/>
                  <a:pt x="4978794" y="3979858"/>
                  <a:pt x="4834991" y="3830985"/>
                </a:cubicBezTo>
                <a:cubicBezTo>
                  <a:pt x="4709629" y="3700933"/>
                  <a:pt x="4579958" y="3567796"/>
                  <a:pt x="4440129" y="3448571"/>
                </a:cubicBezTo>
                <a:close/>
                <a:moveTo>
                  <a:pt x="4441737" y="3399734"/>
                </a:moveTo>
                <a:cubicBezTo>
                  <a:pt x="4437014" y="3398227"/>
                  <a:pt x="4433408" y="3398482"/>
                  <a:pt x="4431236" y="3400954"/>
                </a:cubicBezTo>
                <a:cubicBezTo>
                  <a:pt x="4474088" y="3436036"/>
                  <a:pt x="4516531" y="3472527"/>
                  <a:pt x="4557150" y="3510023"/>
                </a:cubicBezTo>
                <a:cubicBezTo>
                  <a:pt x="4661606" y="3606446"/>
                  <a:pt x="4760255" y="3709152"/>
                  <a:pt x="4856936" y="3809146"/>
                </a:cubicBezTo>
                <a:cubicBezTo>
                  <a:pt x="4939779" y="3895025"/>
                  <a:pt x="5024071" y="3982240"/>
                  <a:pt x="5111996" y="4065759"/>
                </a:cubicBezTo>
                <a:cubicBezTo>
                  <a:pt x="5199925" y="4149276"/>
                  <a:pt x="5291490" y="4229096"/>
                  <a:pt x="5388878" y="4300185"/>
                </a:cubicBezTo>
                <a:cubicBezTo>
                  <a:pt x="5401114" y="4303421"/>
                  <a:pt x="5413353" y="4306662"/>
                  <a:pt x="5425556" y="4308967"/>
                </a:cubicBezTo>
                <a:cubicBezTo>
                  <a:pt x="5290970" y="4122931"/>
                  <a:pt x="5119226" y="3974244"/>
                  <a:pt x="4943646" y="3822916"/>
                </a:cubicBezTo>
                <a:cubicBezTo>
                  <a:pt x="4828850" y="3724110"/>
                  <a:pt x="4714058" y="3625311"/>
                  <a:pt x="4594837" y="3532274"/>
                </a:cubicBezTo>
                <a:cubicBezTo>
                  <a:pt x="4562450" y="3507077"/>
                  <a:pt x="4474786" y="3410282"/>
                  <a:pt x="4441737" y="3399734"/>
                </a:cubicBezTo>
                <a:close/>
                <a:moveTo>
                  <a:pt x="5425834" y="3162785"/>
                </a:moveTo>
                <a:cubicBezTo>
                  <a:pt x="5393133" y="3300089"/>
                  <a:pt x="5401723" y="3491623"/>
                  <a:pt x="5401644" y="3617847"/>
                </a:cubicBezTo>
                <a:cubicBezTo>
                  <a:pt x="5401790" y="3807859"/>
                  <a:pt x="5425483" y="3992734"/>
                  <a:pt x="5467256" y="4175494"/>
                </a:cubicBezTo>
                <a:cubicBezTo>
                  <a:pt x="5469824" y="3971868"/>
                  <a:pt x="5459296" y="3766904"/>
                  <a:pt x="5448069" y="3567554"/>
                </a:cubicBezTo>
                <a:lnTo>
                  <a:pt x="5425834" y="3162785"/>
                </a:lnTo>
                <a:close/>
                <a:moveTo>
                  <a:pt x="1318687" y="3113840"/>
                </a:moveTo>
                <a:cubicBezTo>
                  <a:pt x="1233126" y="3142037"/>
                  <a:pt x="1148133" y="3174161"/>
                  <a:pt x="1066793" y="3212171"/>
                </a:cubicBezTo>
                <a:lnTo>
                  <a:pt x="993319" y="3247648"/>
                </a:lnTo>
                <a:cubicBezTo>
                  <a:pt x="947600" y="3269890"/>
                  <a:pt x="900765" y="3292688"/>
                  <a:pt x="853081" y="3312410"/>
                </a:cubicBezTo>
                <a:cubicBezTo>
                  <a:pt x="837376" y="3318884"/>
                  <a:pt x="821948" y="3324526"/>
                  <a:pt x="805957" y="3330443"/>
                </a:cubicBezTo>
                <a:cubicBezTo>
                  <a:pt x="973723" y="3284161"/>
                  <a:pt x="1193682" y="3229943"/>
                  <a:pt x="1318687" y="3113840"/>
                </a:cubicBezTo>
                <a:close/>
                <a:moveTo>
                  <a:pt x="5453702" y="3090882"/>
                </a:moveTo>
                <a:lnTo>
                  <a:pt x="5480135" y="3565802"/>
                </a:lnTo>
                <a:cubicBezTo>
                  <a:pt x="5490809" y="3762845"/>
                  <a:pt x="5501220" y="3965024"/>
                  <a:pt x="5499023" y="4166310"/>
                </a:cubicBezTo>
                <a:cubicBezTo>
                  <a:pt x="5546233" y="3984186"/>
                  <a:pt x="5562118" y="3799116"/>
                  <a:pt x="5547022" y="3607838"/>
                </a:cubicBezTo>
                <a:cubicBezTo>
                  <a:pt x="5541143" y="3530760"/>
                  <a:pt x="5529684" y="3453908"/>
                  <a:pt x="5515964" y="3378541"/>
                </a:cubicBezTo>
                <a:cubicBezTo>
                  <a:pt x="5505773" y="3321668"/>
                  <a:pt x="5475310" y="3095607"/>
                  <a:pt x="5453702" y="3090882"/>
                </a:cubicBezTo>
                <a:close/>
                <a:moveTo>
                  <a:pt x="1238695" y="3076820"/>
                </a:moveTo>
                <a:cubicBezTo>
                  <a:pt x="1051055" y="3082190"/>
                  <a:pt x="886407" y="3192548"/>
                  <a:pt x="716371" y="3293249"/>
                </a:cubicBezTo>
                <a:cubicBezTo>
                  <a:pt x="670943" y="3320259"/>
                  <a:pt x="625512" y="3345868"/>
                  <a:pt x="579522" y="3371759"/>
                </a:cubicBezTo>
                <a:lnTo>
                  <a:pt x="600288" y="3365555"/>
                </a:lnTo>
                <a:cubicBezTo>
                  <a:pt x="680240" y="3341573"/>
                  <a:pt x="762713" y="3317034"/>
                  <a:pt x="840692" y="3284921"/>
                </a:cubicBezTo>
                <a:cubicBezTo>
                  <a:pt x="887813" y="3265484"/>
                  <a:pt x="934087" y="3242968"/>
                  <a:pt x="979248" y="3221003"/>
                </a:cubicBezTo>
                <a:lnTo>
                  <a:pt x="1053282" y="3185247"/>
                </a:lnTo>
                <a:cubicBezTo>
                  <a:pt x="1139666" y="3144704"/>
                  <a:pt x="1229994" y="3110602"/>
                  <a:pt x="1320603" y="3081281"/>
                </a:cubicBezTo>
                <a:cubicBezTo>
                  <a:pt x="1292776" y="3077429"/>
                  <a:pt x="1265502" y="3076054"/>
                  <a:pt x="1238695" y="3076820"/>
                </a:cubicBezTo>
                <a:close/>
                <a:moveTo>
                  <a:pt x="5425627" y="2954192"/>
                </a:moveTo>
                <a:cubicBezTo>
                  <a:pt x="5441934" y="2956815"/>
                  <a:pt x="5467954" y="2996115"/>
                  <a:pt x="5470770" y="3005435"/>
                </a:cubicBezTo>
                <a:cubicBezTo>
                  <a:pt x="5608772" y="3451680"/>
                  <a:pt x="5674122" y="3909676"/>
                  <a:pt x="5519779" y="4359223"/>
                </a:cubicBezTo>
                <a:cubicBezTo>
                  <a:pt x="5520262" y="4359669"/>
                  <a:pt x="5520293" y="4360602"/>
                  <a:pt x="5520293" y="4360602"/>
                </a:cubicBezTo>
                <a:cubicBezTo>
                  <a:pt x="5627244" y="4437825"/>
                  <a:pt x="5699666" y="4548575"/>
                  <a:pt x="5767221" y="4665564"/>
                </a:cubicBezTo>
                <a:cubicBezTo>
                  <a:pt x="6275281" y="4699277"/>
                  <a:pt x="6739386" y="4778523"/>
                  <a:pt x="6937169" y="4815941"/>
                </a:cubicBezTo>
                <a:cubicBezTo>
                  <a:pt x="7134952" y="4853359"/>
                  <a:pt x="7020263" y="4903218"/>
                  <a:pt x="6953922" y="4890068"/>
                </a:cubicBezTo>
                <a:cubicBezTo>
                  <a:pt x="6799988" y="4859556"/>
                  <a:pt x="6485790" y="4815676"/>
                  <a:pt x="6071359" y="4770770"/>
                </a:cubicBezTo>
                <a:lnTo>
                  <a:pt x="6038839" y="4764474"/>
                </a:lnTo>
                <a:cubicBezTo>
                  <a:pt x="6038795" y="4764265"/>
                  <a:pt x="6038750" y="4764056"/>
                  <a:pt x="6038706" y="4763847"/>
                </a:cubicBezTo>
                <a:lnTo>
                  <a:pt x="6037784" y="4764270"/>
                </a:lnTo>
                <a:lnTo>
                  <a:pt x="6038839" y="4764474"/>
                </a:lnTo>
                <a:lnTo>
                  <a:pt x="6040338" y="4771418"/>
                </a:lnTo>
                <a:cubicBezTo>
                  <a:pt x="6039088" y="4781803"/>
                  <a:pt x="6034314" y="4794510"/>
                  <a:pt x="6024488" y="4809903"/>
                </a:cubicBezTo>
                <a:cubicBezTo>
                  <a:pt x="5910095" y="5058984"/>
                  <a:pt x="5773348" y="5296385"/>
                  <a:pt x="5599771" y="5509652"/>
                </a:cubicBezTo>
                <a:cubicBezTo>
                  <a:pt x="5583815" y="5529842"/>
                  <a:pt x="5566811" y="5547293"/>
                  <a:pt x="5548843" y="5563845"/>
                </a:cubicBezTo>
                <a:cubicBezTo>
                  <a:pt x="5773782" y="5645205"/>
                  <a:pt x="5890323" y="6067151"/>
                  <a:pt x="5940952" y="6250028"/>
                </a:cubicBezTo>
                <a:cubicBezTo>
                  <a:pt x="5979301" y="6387982"/>
                  <a:pt x="6009900" y="6527294"/>
                  <a:pt x="6043441" y="6665847"/>
                </a:cubicBezTo>
                <a:lnTo>
                  <a:pt x="6093432" y="6858000"/>
                </a:lnTo>
                <a:lnTo>
                  <a:pt x="6034344" y="6858000"/>
                </a:lnTo>
                <a:lnTo>
                  <a:pt x="6026679" y="6836959"/>
                </a:lnTo>
                <a:cubicBezTo>
                  <a:pt x="5958957" y="6665497"/>
                  <a:pt x="5878558" y="6498078"/>
                  <a:pt x="5800441" y="6335286"/>
                </a:cubicBezTo>
                <a:cubicBezTo>
                  <a:pt x="5703359" y="6131918"/>
                  <a:pt x="5602295" y="5922187"/>
                  <a:pt x="5526562" y="5705388"/>
                </a:cubicBezTo>
                <a:cubicBezTo>
                  <a:pt x="5523956" y="5698505"/>
                  <a:pt x="5521803" y="5691139"/>
                  <a:pt x="5519640" y="5683774"/>
                </a:cubicBezTo>
                <a:cubicBezTo>
                  <a:pt x="5523207" y="5970988"/>
                  <a:pt x="5738292" y="6306566"/>
                  <a:pt x="5844559" y="6553349"/>
                </a:cubicBezTo>
                <a:lnTo>
                  <a:pt x="5975994" y="6858000"/>
                </a:lnTo>
                <a:lnTo>
                  <a:pt x="5898547" y="6858000"/>
                </a:lnTo>
                <a:lnTo>
                  <a:pt x="5682041" y="6355860"/>
                </a:lnTo>
                <a:cubicBezTo>
                  <a:pt x="5609136" y="6186449"/>
                  <a:pt x="5505535" y="6006625"/>
                  <a:pt x="5461758" y="5820220"/>
                </a:cubicBezTo>
                <a:cubicBezTo>
                  <a:pt x="5415457" y="6083349"/>
                  <a:pt x="5335494" y="6334433"/>
                  <a:pt x="5237282" y="6579086"/>
                </a:cubicBezTo>
                <a:lnTo>
                  <a:pt x="5115009" y="6858000"/>
                </a:lnTo>
                <a:lnTo>
                  <a:pt x="5028074" y="6858000"/>
                </a:lnTo>
                <a:lnTo>
                  <a:pt x="5079508" y="6749074"/>
                </a:lnTo>
                <a:cubicBezTo>
                  <a:pt x="5200211" y="6482556"/>
                  <a:pt x="5305048" y="6210716"/>
                  <a:pt x="5371846" y="5924413"/>
                </a:cubicBezTo>
                <a:lnTo>
                  <a:pt x="5270512" y="6138975"/>
                </a:lnTo>
                <a:cubicBezTo>
                  <a:pt x="5192357" y="6304175"/>
                  <a:pt x="5112108" y="6475512"/>
                  <a:pt x="5062409" y="6653544"/>
                </a:cubicBezTo>
                <a:cubicBezTo>
                  <a:pt x="5053035" y="6686987"/>
                  <a:pt x="5045072" y="6720843"/>
                  <a:pt x="5036628" y="6754247"/>
                </a:cubicBezTo>
                <a:lnTo>
                  <a:pt x="5009112" y="6858000"/>
                </a:lnTo>
                <a:lnTo>
                  <a:pt x="4976679" y="6858000"/>
                </a:lnTo>
                <a:lnTo>
                  <a:pt x="5006537" y="6747068"/>
                </a:lnTo>
                <a:cubicBezTo>
                  <a:pt x="5014940" y="6712729"/>
                  <a:pt x="5022903" y="6678883"/>
                  <a:pt x="5032723" y="6644957"/>
                </a:cubicBezTo>
                <a:cubicBezTo>
                  <a:pt x="5083245" y="6464091"/>
                  <a:pt x="5164383" y="6291790"/>
                  <a:pt x="5242949" y="6125175"/>
                </a:cubicBezTo>
                <a:lnTo>
                  <a:pt x="5286321" y="6033555"/>
                </a:lnTo>
                <a:cubicBezTo>
                  <a:pt x="5153522" y="6218172"/>
                  <a:pt x="5058694" y="6420826"/>
                  <a:pt x="5008210" y="6649194"/>
                </a:cubicBezTo>
                <a:cubicBezTo>
                  <a:pt x="4999505" y="6687732"/>
                  <a:pt x="4992445" y="6726670"/>
                  <a:pt x="4986321" y="6765687"/>
                </a:cubicBezTo>
                <a:lnTo>
                  <a:pt x="4973474" y="6858000"/>
                </a:lnTo>
                <a:lnTo>
                  <a:pt x="4907178" y="6858000"/>
                </a:lnTo>
                <a:lnTo>
                  <a:pt x="4910810" y="6829660"/>
                </a:lnTo>
                <a:cubicBezTo>
                  <a:pt x="4927183" y="6695980"/>
                  <a:pt x="4945608" y="6562743"/>
                  <a:pt x="4987461" y="6432994"/>
                </a:cubicBezTo>
                <a:cubicBezTo>
                  <a:pt x="5033887" y="6289556"/>
                  <a:pt x="5098947" y="6157948"/>
                  <a:pt x="5179262" y="6035044"/>
                </a:cubicBezTo>
                <a:cubicBezTo>
                  <a:pt x="5016033" y="6169178"/>
                  <a:pt x="4838252" y="6288995"/>
                  <a:pt x="4689678" y="6440241"/>
                </a:cubicBezTo>
                <a:cubicBezTo>
                  <a:pt x="4615724" y="6515503"/>
                  <a:pt x="4545518" y="6594166"/>
                  <a:pt x="4477543" y="6674836"/>
                </a:cubicBezTo>
                <a:lnTo>
                  <a:pt x="4329957" y="6858000"/>
                </a:lnTo>
                <a:lnTo>
                  <a:pt x="4218595" y="6858000"/>
                </a:lnTo>
                <a:lnTo>
                  <a:pt x="4368888" y="6668412"/>
                </a:lnTo>
                <a:cubicBezTo>
                  <a:pt x="4431654" y="6591444"/>
                  <a:pt x="4495926" y="6515754"/>
                  <a:pt x="4563091" y="6442508"/>
                </a:cubicBezTo>
                <a:cubicBezTo>
                  <a:pt x="4810353" y="6173676"/>
                  <a:pt x="5160740" y="5991069"/>
                  <a:pt x="5387324" y="5705830"/>
                </a:cubicBezTo>
                <a:cubicBezTo>
                  <a:pt x="5286064" y="5794177"/>
                  <a:pt x="5178968" y="5876241"/>
                  <a:pt x="5073620" y="5955437"/>
                </a:cubicBezTo>
                <a:cubicBezTo>
                  <a:pt x="4943865" y="6053305"/>
                  <a:pt x="4809130" y="6154627"/>
                  <a:pt x="4689789" y="6268382"/>
                </a:cubicBezTo>
                <a:cubicBezTo>
                  <a:pt x="4591303" y="6361972"/>
                  <a:pt x="4502007" y="6464046"/>
                  <a:pt x="4418722" y="6570886"/>
                </a:cubicBezTo>
                <a:lnTo>
                  <a:pt x="4214944" y="6858000"/>
                </a:lnTo>
                <a:lnTo>
                  <a:pt x="4177898" y="6858000"/>
                </a:lnTo>
                <a:lnTo>
                  <a:pt x="4391597" y="6556370"/>
                </a:lnTo>
                <a:cubicBezTo>
                  <a:pt x="4476641" y="6446900"/>
                  <a:pt x="4567929" y="6342186"/>
                  <a:pt x="4668889" y="6246399"/>
                </a:cubicBezTo>
                <a:cubicBezTo>
                  <a:pt x="4789603" y="6132122"/>
                  <a:pt x="4925227" y="6029827"/>
                  <a:pt x="5055427" y="5931476"/>
                </a:cubicBezTo>
                <a:cubicBezTo>
                  <a:pt x="5161670" y="5851314"/>
                  <a:pt x="5270142" y="5768732"/>
                  <a:pt x="5371814" y="5678975"/>
                </a:cubicBezTo>
                <a:cubicBezTo>
                  <a:pt x="5250056" y="5732278"/>
                  <a:pt x="5117554" y="5761328"/>
                  <a:pt x="4987918" y="5838701"/>
                </a:cubicBezTo>
                <a:cubicBezTo>
                  <a:pt x="4699961" y="6010191"/>
                  <a:pt x="4491898" y="6286162"/>
                  <a:pt x="4317146" y="6587716"/>
                </a:cubicBezTo>
                <a:lnTo>
                  <a:pt x="4171627" y="6858000"/>
                </a:lnTo>
                <a:lnTo>
                  <a:pt x="4081585" y="6858000"/>
                </a:lnTo>
                <a:lnTo>
                  <a:pt x="4238603" y="6559341"/>
                </a:lnTo>
                <a:cubicBezTo>
                  <a:pt x="4385995" y="6299856"/>
                  <a:pt x="4555804" y="6056475"/>
                  <a:pt x="4778333" y="5873626"/>
                </a:cubicBezTo>
                <a:cubicBezTo>
                  <a:pt x="4974935" y="5712072"/>
                  <a:pt x="5214460" y="5703893"/>
                  <a:pt x="5414185" y="5573882"/>
                </a:cubicBezTo>
                <a:cubicBezTo>
                  <a:pt x="5665168" y="5409695"/>
                  <a:pt x="5834734" y="5037780"/>
                  <a:pt x="5959648" y="4760797"/>
                </a:cubicBezTo>
                <a:cubicBezTo>
                  <a:pt x="5758178" y="4742307"/>
                  <a:pt x="5556149" y="4733150"/>
                  <a:pt x="5355019" y="4734672"/>
                </a:cubicBezTo>
                <a:cubicBezTo>
                  <a:pt x="5292258" y="4900655"/>
                  <a:pt x="5203125" y="5047664"/>
                  <a:pt x="5083565" y="5179121"/>
                </a:cubicBezTo>
                <a:cubicBezTo>
                  <a:pt x="5049677" y="5379813"/>
                  <a:pt x="4862890" y="5495797"/>
                  <a:pt x="4713577" y="5616803"/>
                </a:cubicBezTo>
                <a:cubicBezTo>
                  <a:pt x="4481263" y="5805403"/>
                  <a:pt x="4239092" y="5980417"/>
                  <a:pt x="3989559" y="6145945"/>
                </a:cubicBezTo>
                <a:cubicBezTo>
                  <a:pt x="3958721" y="6166743"/>
                  <a:pt x="3915645" y="6091150"/>
                  <a:pt x="3939824" y="6066900"/>
                </a:cubicBezTo>
                <a:cubicBezTo>
                  <a:pt x="4170724" y="5831323"/>
                  <a:pt x="4361787" y="5566131"/>
                  <a:pt x="4584537" y="5324826"/>
                </a:cubicBezTo>
                <a:cubicBezTo>
                  <a:pt x="4710868" y="5187971"/>
                  <a:pt x="4848359" y="5097244"/>
                  <a:pt x="5037105" y="5088765"/>
                </a:cubicBezTo>
                <a:cubicBezTo>
                  <a:pt x="5038033" y="5088728"/>
                  <a:pt x="5039001" y="5089622"/>
                  <a:pt x="5039930" y="5089585"/>
                </a:cubicBezTo>
                <a:cubicBezTo>
                  <a:pt x="5133008" y="4982937"/>
                  <a:pt x="5207480" y="4865387"/>
                  <a:pt x="5263764" y="4735525"/>
                </a:cubicBezTo>
                <a:cubicBezTo>
                  <a:pt x="4867298" y="4743930"/>
                  <a:pt x="4472427" y="4792315"/>
                  <a:pt x="4086300" y="4884599"/>
                </a:cubicBezTo>
                <a:cubicBezTo>
                  <a:pt x="4087456" y="4890142"/>
                  <a:pt x="4087673" y="4895720"/>
                  <a:pt x="4085485" y="4899070"/>
                </a:cubicBezTo>
                <a:cubicBezTo>
                  <a:pt x="4003302" y="5010406"/>
                  <a:pt x="3928312" y="5126573"/>
                  <a:pt x="3871915" y="5253645"/>
                </a:cubicBezTo>
                <a:cubicBezTo>
                  <a:pt x="3845467" y="5314321"/>
                  <a:pt x="3832705" y="5402857"/>
                  <a:pt x="3799374" y="5466127"/>
                </a:cubicBezTo>
                <a:cubicBezTo>
                  <a:pt x="3785138" y="5845399"/>
                  <a:pt x="3675506" y="6277604"/>
                  <a:pt x="3498850" y="6661888"/>
                </a:cubicBezTo>
                <a:lnTo>
                  <a:pt x="3399216" y="6858000"/>
                </a:lnTo>
                <a:lnTo>
                  <a:pt x="3303688" y="6858000"/>
                </a:lnTo>
                <a:lnTo>
                  <a:pt x="3391774" y="6697181"/>
                </a:lnTo>
                <a:cubicBezTo>
                  <a:pt x="3573729" y="6337659"/>
                  <a:pt x="3697480" y="5922895"/>
                  <a:pt x="3735540" y="5546923"/>
                </a:cubicBezTo>
                <a:cubicBezTo>
                  <a:pt x="3733489" y="5553993"/>
                  <a:pt x="3731483" y="5561993"/>
                  <a:pt x="3729438" y="5569058"/>
                </a:cubicBezTo>
                <a:cubicBezTo>
                  <a:pt x="3722922" y="5592607"/>
                  <a:pt x="3715485" y="5616189"/>
                  <a:pt x="3707782" y="5644908"/>
                </a:cubicBezTo>
                <a:cubicBezTo>
                  <a:pt x="3671550" y="5775366"/>
                  <a:pt x="3633159" y="5910098"/>
                  <a:pt x="3583827" y="6039215"/>
                </a:cubicBezTo>
                <a:cubicBezTo>
                  <a:pt x="3571998" y="6069498"/>
                  <a:pt x="3559686" y="6099330"/>
                  <a:pt x="3547861" y="6129609"/>
                </a:cubicBezTo>
                <a:cubicBezTo>
                  <a:pt x="3528366" y="6177894"/>
                  <a:pt x="3507534" y="6227631"/>
                  <a:pt x="3490905" y="6277660"/>
                </a:cubicBezTo>
                <a:cubicBezTo>
                  <a:pt x="3477958" y="6314973"/>
                  <a:pt x="3466463" y="6353624"/>
                  <a:pt x="3455859" y="6391301"/>
                </a:cubicBezTo>
                <a:cubicBezTo>
                  <a:pt x="3447266" y="6420993"/>
                  <a:pt x="3438672" y="6450673"/>
                  <a:pt x="3429112" y="6479469"/>
                </a:cubicBezTo>
                <a:cubicBezTo>
                  <a:pt x="3394330" y="6587977"/>
                  <a:pt x="3348719" y="6693654"/>
                  <a:pt x="3304862" y="6796476"/>
                </a:cubicBezTo>
                <a:lnTo>
                  <a:pt x="3276071" y="6858000"/>
                </a:lnTo>
                <a:lnTo>
                  <a:pt x="3240805" y="6858000"/>
                </a:lnTo>
                <a:lnTo>
                  <a:pt x="3275917" y="6783192"/>
                </a:lnTo>
                <a:cubicBezTo>
                  <a:pt x="3319817" y="6681303"/>
                  <a:pt x="3364982" y="6576108"/>
                  <a:pt x="3399358" y="6469011"/>
                </a:cubicBezTo>
                <a:cubicBezTo>
                  <a:pt x="3408430" y="6439778"/>
                  <a:pt x="3417061" y="6411021"/>
                  <a:pt x="3425650" y="6381333"/>
                </a:cubicBezTo>
                <a:cubicBezTo>
                  <a:pt x="3436256" y="6343653"/>
                  <a:pt x="3448199" y="6304520"/>
                  <a:pt x="3460661" y="6266763"/>
                </a:cubicBezTo>
                <a:cubicBezTo>
                  <a:pt x="3477731" y="6216246"/>
                  <a:pt x="3498530" y="6165579"/>
                  <a:pt x="3518021" y="6117298"/>
                </a:cubicBezTo>
                <a:cubicBezTo>
                  <a:pt x="3530339" y="6087462"/>
                  <a:pt x="3542206" y="6058115"/>
                  <a:pt x="3554035" y="6027832"/>
                </a:cubicBezTo>
                <a:cubicBezTo>
                  <a:pt x="3602956" y="5900128"/>
                  <a:pt x="3640454" y="5766362"/>
                  <a:pt x="3677174" y="5636351"/>
                </a:cubicBezTo>
                <a:cubicBezTo>
                  <a:pt x="3685353" y="5608086"/>
                  <a:pt x="3692308" y="5584047"/>
                  <a:pt x="3698819" y="5560503"/>
                </a:cubicBezTo>
                <a:cubicBezTo>
                  <a:pt x="3699603" y="5556742"/>
                  <a:pt x="3701314" y="5552952"/>
                  <a:pt x="3702094" y="5549194"/>
                </a:cubicBezTo>
                <a:cubicBezTo>
                  <a:pt x="3586407" y="5684227"/>
                  <a:pt x="3491727" y="5855671"/>
                  <a:pt x="3398355" y="6094603"/>
                </a:cubicBezTo>
                <a:cubicBezTo>
                  <a:pt x="3309322" y="6322763"/>
                  <a:pt x="3241029" y="6558474"/>
                  <a:pt x="3193941" y="6798775"/>
                </a:cubicBezTo>
                <a:lnTo>
                  <a:pt x="3184140" y="6858000"/>
                </a:lnTo>
                <a:lnTo>
                  <a:pt x="3099978" y="6858000"/>
                </a:lnTo>
                <a:lnTo>
                  <a:pt x="3101556" y="6843337"/>
                </a:lnTo>
                <a:cubicBezTo>
                  <a:pt x="3144932" y="6479621"/>
                  <a:pt x="3209988" y="6112612"/>
                  <a:pt x="3370162" y="5785550"/>
                </a:cubicBezTo>
                <a:cubicBezTo>
                  <a:pt x="3467073" y="5588398"/>
                  <a:pt x="3627623" y="5538666"/>
                  <a:pt x="3746477" y="5377889"/>
                </a:cubicBezTo>
                <a:cubicBezTo>
                  <a:pt x="3800786" y="5303532"/>
                  <a:pt x="3818424" y="5173820"/>
                  <a:pt x="3863399" y="5087257"/>
                </a:cubicBezTo>
                <a:cubicBezTo>
                  <a:pt x="3894981" y="5026843"/>
                  <a:pt x="3930436" y="4970007"/>
                  <a:pt x="3968712" y="4913989"/>
                </a:cubicBezTo>
                <a:cubicBezTo>
                  <a:pt x="3564505" y="5020029"/>
                  <a:pt x="3170154" y="5174588"/>
                  <a:pt x="2792390" y="5382974"/>
                </a:cubicBezTo>
                <a:lnTo>
                  <a:pt x="2714982" y="5427051"/>
                </a:lnTo>
                <a:cubicBezTo>
                  <a:pt x="2773600" y="5623577"/>
                  <a:pt x="2823261" y="5817201"/>
                  <a:pt x="2813361" y="6023912"/>
                </a:cubicBezTo>
                <a:cubicBezTo>
                  <a:pt x="2800935" y="6283826"/>
                  <a:pt x="2738768" y="6546188"/>
                  <a:pt x="2688430" y="6801564"/>
                </a:cubicBezTo>
                <a:cubicBezTo>
                  <a:pt x="2680286" y="6842403"/>
                  <a:pt x="2633415" y="6776749"/>
                  <a:pt x="2629626" y="6763394"/>
                </a:cubicBezTo>
                <a:cubicBezTo>
                  <a:pt x="2507208" y="6357509"/>
                  <a:pt x="2389664" y="5910450"/>
                  <a:pt x="2565328" y="5516399"/>
                </a:cubicBezTo>
                <a:cubicBezTo>
                  <a:pt x="2340344" y="5655334"/>
                  <a:pt x="2126262" y="5810607"/>
                  <a:pt x="1922999" y="5980343"/>
                </a:cubicBezTo>
                <a:cubicBezTo>
                  <a:pt x="1913735" y="6121357"/>
                  <a:pt x="1951823" y="6270268"/>
                  <a:pt x="1950261" y="6405858"/>
                </a:cubicBezTo>
                <a:cubicBezTo>
                  <a:pt x="2095468" y="6403315"/>
                  <a:pt x="2243415" y="6568324"/>
                  <a:pt x="2365554" y="6759107"/>
                </a:cubicBezTo>
                <a:lnTo>
                  <a:pt x="2424142" y="6858000"/>
                </a:lnTo>
                <a:lnTo>
                  <a:pt x="2395994" y="6858000"/>
                </a:lnTo>
                <a:lnTo>
                  <a:pt x="2392863" y="6852964"/>
                </a:lnTo>
                <a:cubicBezTo>
                  <a:pt x="2286592" y="6697030"/>
                  <a:pt x="2128210" y="6530604"/>
                  <a:pt x="2017589" y="6493982"/>
                </a:cubicBezTo>
                <a:cubicBezTo>
                  <a:pt x="2065428" y="6525607"/>
                  <a:pt x="2108651" y="6558340"/>
                  <a:pt x="2147336" y="6594052"/>
                </a:cubicBezTo>
                <a:cubicBezTo>
                  <a:pt x="2168131" y="6613249"/>
                  <a:pt x="2188032" y="6633414"/>
                  <a:pt x="2207047" y="6654540"/>
                </a:cubicBezTo>
                <a:cubicBezTo>
                  <a:pt x="2240670" y="6691852"/>
                  <a:pt x="2268864" y="6733110"/>
                  <a:pt x="2299106" y="6778931"/>
                </a:cubicBezTo>
                <a:lnTo>
                  <a:pt x="2314430" y="6801144"/>
                </a:lnTo>
                <a:lnTo>
                  <a:pt x="2352406" y="6858000"/>
                </a:lnTo>
                <a:lnTo>
                  <a:pt x="2314492" y="6858000"/>
                </a:lnTo>
                <a:lnTo>
                  <a:pt x="2288095" y="6818030"/>
                </a:lnTo>
                <a:lnTo>
                  <a:pt x="2272768" y="6795822"/>
                </a:lnTo>
                <a:cubicBezTo>
                  <a:pt x="2242565" y="6750921"/>
                  <a:pt x="2214890" y="6711042"/>
                  <a:pt x="2182715" y="6675071"/>
                </a:cubicBezTo>
                <a:cubicBezTo>
                  <a:pt x="2139301" y="6626043"/>
                  <a:pt x="2090046" y="6582375"/>
                  <a:pt x="2032061" y="6541380"/>
                </a:cubicBezTo>
                <a:cubicBezTo>
                  <a:pt x="2113005" y="6632219"/>
                  <a:pt x="2185837" y="6729905"/>
                  <a:pt x="2257220" y="6826257"/>
                </a:cubicBezTo>
                <a:lnTo>
                  <a:pt x="2281324" y="6858000"/>
                </a:lnTo>
                <a:lnTo>
                  <a:pt x="2242860" y="6858000"/>
                </a:lnTo>
                <a:lnTo>
                  <a:pt x="2232818" y="6844926"/>
                </a:lnTo>
                <a:cubicBezTo>
                  <a:pt x="2156524" y="6742256"/>
                  <a:pt x="2077809" y="6637351"/>
                  <a:pt x="1990172" y="6542121"/>
                </a:cubicBezTo>
                <a:cubicBezTo>
                  <a:pt x="2025229" y="6615236"/>
                  <a:pt x="2072239" y="6690202"/>
                  <a:pt x="2124090" y="6761017"/>
                </a:cubicBezTo>
                <a:lnTo>
                  <a:pt x="2200380" y="6858000"/>
                </a:lnTo>
                <a:lnTo>
                  <a:pt x="2147507" y="6858000"/>
                </a:lnTo>
                <a:lnTo>
                  <a:pt x="2070668" y="6761520"/>
                </a:lnTo>
                <a:cubicBezTo>
                  <a:pt x="2050397" y="6732060"/>
                  <a:pt x="1955949" y="6524860"/>
                  <a:pt x="1975142" y="6585570"/>
                </a:cubicBezTo>
                <a:cubicBezTo>
                  <a:pt x="1998651" y="6661010"/>
                  <a:pt x="2025657" y="6736543"/>
                  <a:pt x="2050035" y="6813345"/>
                </a:cubicBezTo>
                <a:lnTo>
                  <a:pt x="2063025" y="6858000"/>
                </a:lnTo>
                <a:lnTo>
                  <a:pt x="2021675" y="6858000"/>
                </a:lnTo>
                <a:lnTo>
                  <a:pt x="2019308" y="6847118"/>
                </a:lnTo>
                <a:cubicBezTo>
                  <a:pt x="1994223" y="6748278"/>
                  <a:pt x="1963999" y="6650518"/>
                  <a:pt x="1938835" y="6551160"/>
                </a:cubicBezTo>
                <a:cubicBezTo>
                  <a:pt x="1929908" y="6619047"/>
                  <a:pt x="1941143" y="6690322"/>
                  <a:pt x="1953230" y="6759699"/>
                </a:cubicBezTo>
                <a:lnTo>
                  <a:pt x="1956763" y="6778191"/>
                </a:lnTo>
                <a:lnTo>
                  <a:pt x="1967925" y="6858000"/>
                </a:lnTo>
                <a:lnTo>
                  <a:pt x="1936622" y="6858000"/>
                </a:lnTo>
                <a:lnTo>
                  <a:pt x="1926261" y="6784064"/>
                </a:lnTo>
                <a:lnTo>
                  <a:pt x="1922724" y="6765577"/>
                </a:lnTo>
                <a:cubicBezTo>
                  <a:pt x="1915473" y="6723948"/>
                  <a:pt x="1907737" y="6681875"/>
                  <a:pt x="1904650" y="6639616"/>
                </a:cubicBezTo>
                <a:lnTo>
                  <a:pt x="1885273" y="6858000"/>
                </a:lnTo>
                <a:lnTo>
                  <a:pt x="1854363" y="6858000"/>
                </a:lnTo>
                <a:lnTo>
                  <a:pt x="1880391" y="6603796"/>
                </a:lnTo>
                <a:cubicBezTo>
                  <a:pt x="1857032" y="6636864"/>
                  <a:pt x="1833268" y="6671346"/>
                  <a:pt x="1818273" y="6715729"/>
                </a:cubicBezTo>
                <a:cubicBezTo>
                  <a:pt x="1804852" y="6755735"/>
                  <a:pt x="1797634" y="6798725"/>
                  <a:pt x="1794691" y="6843239"/>
                </a:cubicBezTo>
                <a:cubicBezTo>
                  <a:pt x="1794765" y="6848159"/>
                  <a:pt x="1794840" y="6853080"/>
                  <a:pt x="1794914" y="6858000"/>
                </a:cubicBezTo>
                <a:lnTo>
                  <a:pt x="1746128" y="6858000"/>
                </a:lnTo>
                <a:lnTo>
                  <a:pt x="1753934" y="6724796"/>
                </a:lnTo>
                <a:cubicBezTo>
                  <a:pt x="1761216" y="6674140"/>
                  <a:pt x="1773366" y="6623443"/>
                  <a:pt x="1792053" y="6572396"/>
                </a:cubicBezTo>
                <a:cubicBezTo>
                  <a:pt x="1831929" y="6463223"/>
                  <a:pt x="1865036" y="6394363"/>
                  <a:pt x="1862248" y="6266397"/>
                </a:cubicBezTo>
                <a:cubicBezTo>
                  <a:pt x="1860953" y="6187277"/>
                  <a:pt x="1859762" y="6110946"/>
                  <a:pt x="1862250" y="6033531"/>
                </a:cubicBezTo>
                <a:cubicBezTo>
                  <a:pt x="1629459" y="6233327"/>
                  <a:pt x="1412286" y="6451119"/>
                  <a:pt x="1211999" y="6683610"/>
                </a:cubicBezTo>
                <a:cubicBezTo>
                  <a:pt x="1212594" y="6686848"/>
                  <a:pt x="1213637" y="6689601"/>
                  <a:pt x="1213266" y="6691947"/>
                </a:cubicBezTo>
                <a:cubicBezTo>
                  <a:pt x="1207239" y="6745048"/>
                  <a:pt x="1203941" y="6797982"/>
                  <a:pt x="1203370" y="6850676"/>
                </a:cubicBezTo>
                <a:cubicBezTo>
                  <a:pt x="1203470" y="6853117"/>
                  <a:pt x="1203571" y="6855559"/>
                  <a:pt x="1203671" y="6858000"/>
                </a:cubicBezTo>
                <a:lnTo>
                  <a:pt x="1143180" y="6858000"/>
                </a:lnTo>
                <a:cubicBezTo>
                  <a:pt x="1142845" y="6827348"/>
                  <a:pt x="1142511" y="6796697"/>
                  <a:pt x="1142176" y="6766045"/>
                </a:cubicBezTo>
                <a:lnTo>
                  <a:pt x="1067484" y="6858000"/>
                </a:lnTo>
                <a:lnTo>
                  <a:pt x="953928" y="6858000"/>
                </a:lnTo>
                <a:lnTo>
                  <a:pt x="959715" y="6850185"/>
                </a:lnTo>
                <a:cubicBezTo>
                  <a:pt x="1122351" y="6642955"/>
                  <a:pt x="1297493" y="6445464"/>
                  <a:pt x="1483788" y="6259174"/>
                </a:cubicBezTo>
                <a:cubicBezTo>
                  <a:pt x="1354519" y="6252700"/>
                  <a:pt x="1219786" y="6272526"/>
                  <a:pt x="1100671" y="6252137"/>
                </a:cubicBezTo>
                <a:cubicBezTo>
                  <a:pt x="1097473" y="6253667"/>
                  <a:pt x="1093344" y="6255226"/>
                  <a:pt x="1090144" y="6256748"/>
                </a:cubicBezTo>
                <a:cubicBezTo>
                  <a:pt x="1093160" y="6262221"/>
                  <a:pt x="1095726" y="6268172"/>
                  <a:pt x="1095872" y="6271892"/>
                </a:cubicBezTo>
                <a:cubicBezTo>
                  <a:pt x="1117034" y="6614754"/>
                  <a:pt x="501310" y="6765589"/>
                  <a:pt x="262785" y="6845450"/>
                </a:cubicBezTo>
                <a:cubicBezTo>
                  <a:pt x="240730" y="6852851"/>
                  <a:pt x="197167" y="6788461"/>
                  <a:pt x="209968" y="6770713"/>
                </a:cubicBezTo>
                <a:cubicBezTo>
                  <a:pt x="383281" y="6527661"/>
                  <a:pt x="615742" y="6377713"/>
                  <a:pt x="873460" y="6253768"/>
                </a:cubicBezTo>
                <a:cubicBezTo>
                  <a:pt x="626943" y="6191900"/>
                  <a:pt x="365733" y="5960633"/>
                  <a:pt x="192686" y="5849257"/>
                </a:cubicBezTo>
                <a:cubicBezTo>
                  <a:pt x="116185" y="5799690"/>
                  <a:pt x="52073" y="5754165"/>
                  <a:pt x="4696" y="5697668"/>
                </a:cubicBezTo>
                <a:lnTo>
                  <a:pt x="0" y="5689984"/>
                </a:lnTo>
                <a:lnTo>
                  <a:pt x="0" y="5513472"/>
                </a:lnTo>
                <a:lnTo>
                  <a:pt x="174101" y="5620277"/>
                </a:lnTo>
                <a:cubicBezTo>
                  <a:pt x="413334" y="5759164"/>
                  <a:pt x="660435" y="5885160"/>
                  <a:pt x="891800" y="6036935"/>
                </a:cubicBezTo>
                <a:cubicBezTo>
                  <a:pt x="944884" y="6071606"/>
                  <a:pt x="1012106" y="6145300"/>
                  <a:pt x="1072219" y="6169443"/>
                </a:cubicBezTo>
                <a:cubicBezTo>
                  <a:pt x="1072700" y="6169886"/>
                  <a:pt x="1073629" y="6169850"/>
                  <a:pt x="1074117" y="6170301"/>
                </a:cubicBezTo>
                <a:cubicBezTo>
                  <a:pt x="1077423" y="6171567"/>
                  <a:pt x="1080285" y="6173315"/>
                  <a:pt x="1083114" y="6174131"/>
                </a:cubicBezTo>
                <a:cubicBezTo>
                  <a:pt x="1205686" y="6211148"/>
                  <a:pt x="1403553" y="6162717"/>
                  <a:pt x="1543010" y="6191140"/>
                </a:cubicBezTo>
                <a:cubicBezTo>
                  <a:pt x="1545352" y="6191516"/>
                  <a:pt x="1548218" y="6193258"/>
                  <a:pt x="1551080" y="6195006"/>
                </a:cubicBezTo>
                <a:cubicBezTo>
                  <a:pt x="1796784" y="5956970"/>
                  <a:pt x="2061981" y="5740521"/>
                  <a:pt x="2345443" y="5549882"/>
                </a:cubicBezTo>
                <a:cubicBezTo>
                  <a:pt x="2141371" y="5547786"/>
                  <a:pt x="1930334" y="5604666"/>
                  <a:pt x="1721499" y="5599969"/>
                </a:cubicBezTo>
                <a:cubicBezTo>
                  <a:pt x="1398951" y="5593309"/>
                  <a:pt x="1081337" y="5547329"/>
                  <a:pt x="767716" y="5472768"/>
                </a:cubicBezTo>
                <a:cubicBezTo>
                  <a:pt x="753133" y="5469162"/>
                  <a:pt x="700946" y="5398599"/>
                  <a:pt x="722147" y="5393091"/>
                </a:cubicBezTo>
                <a:cubicBezTo>
                  <a:pt x="968781" y="5329673"/>
                  <a:pt x="1232259" y="5326588"/>
                  <a:pt x="1485552" y="5313202"/>
                </a:cubicBezTo>
                <a:cubicBezTo>
                  <a:pt x="1722589" y="5300930"/>
                  <a:pt x="1934026" y="5312502"/>
                  <a:pt x="2143004" y="5402420"/>
                </a:cubicBezTo>
                <a:cubicBezTo>
                  <a:pt x="2072259" y="5321879"/>
                  <a:pt x="2001915" y="5239927"/>
                  <a:pt x="1933391" y="5156971"/>
                </a:cubicBezTo>
                <a:cubicBezTo>
                  <a:pt x="1884964" y="5098829"/>
                  <a:pt x="1830279" y="5047453"/>
                  <a:pt x="1827118" y="4968410"/>
                </a:cubicBezTo>
                <a:cubicBezTo>
                  <a:pt x="1826899" y="4962830"/>
                  <a:pt x="1831287" y="4956131"/>
                  <a:pt x="1837349" y="4956357"/>
                </a:cubicBezTo>
                <a:cubicBezTo>
                  <a:pt x="1954786" y="4958180"/>
                  <a:pt x="2095955" y="5099243"/>
                  <a:pt x="2162835" y="5187853"/>
                </a:cubicBezTo>
                <a:cubicBezTo>
                  <a:pt x="2223806" y="5268314"/>
                  <a:pt x="2261117" y="5362764"/>
                  <a:pt x="2257167" y="5462123"/>
                </a:cubicBezTo>
                <a:cubicBezTo>
                  <a:pt x="2258619" y="5463463"/>
                  <a:pt x="2260110" y="5465731"/>
                  <a:pt x="2261598" y="5467998"/>
                </a:cubicBezTo>
                <a:cubicBezTo>
                  <a:pt x="2319293" y="5466627"/>
                  <a:pt x="2377620" y="5469418"/>
                  <a:pt x="2437177" y="5479608"/>
                </a:cubicBezTo>
                <a:cubicBezTo>
                  <a:pt x="2440002" y="5480429"/>
                  <a:pt x="2442387" y="5481726"/>
                  <a:pt x="2445247" y="5483476"/>
                </a:cubicBezTo>
                <a:cubicBezTo>
                  <a:pt x="2542410" y="5420910"/>
                  <a:pt x="2642483" y="5361023"/>
                  <a:pt x="2743626" y="5304819"/>
                </a:cubicBezTo>
                <a:cubicBezTo>
                  <a:pt x="2843877" y="5249576"/>
                  <a:pt x="2945694" y="5198471"/>
                  <a:pt x="3048102" y="5150595"/>
                </a:cubicBezTo>
                <a:cubicBezTo>
                  <a:pt x="2585795" y="5154639"/>
                  <a:pt x="2153807" y="4996795"/>
                  <a:pt x="1799414" y="4694732"/>
                </a:cubicBezTo>
                <a:cubicBezTo>
                  <a:pt x="1791709" y="4688523"/>
                  <a:pt x="1742423" y="4620635"/>
                  <a:pt x="1771735" y="4619929"/>
                </a:cubicBezTo>
                <a:cubicBezTo>
                  <a:pt x="2256142" y="4609405"/>
                  <a:pt x="2784409" y="4670721"/>
                  <a:pt x="3104273" y="5076159"/>
                </a:cubicBezTo>
                <a:cubicBezTo>
                  <a:pt x="3108183" y="5080663"/>
                  <a:pt x="3110711" y="5085686"/>
                  <a:pt x="3113245" y="5090705"/>
                </a:cubicBezTo>
                <a:cubicBezTo>
                  <a:pt x="3118189" y="5097958"/>
                  <a:pt x="3122727" y="5106622"/>
                  <a:pt x="3126294" y="5114400"/>
                </a:cubicBezTo>
                <a:cubicBezTo>
                  <a:pt x="3390302" y="4996262"/>
                  <a:pt x="3661785" y="4902036"/>
                  <a:pt x="3937433" y="4830473"/>
                </a:cubicBezTo>
                <a:cubicBezTo>
                  <a:pt x="3836176" y="4732523"/>
                  <a:pt x="3721785" y="4620668"/>
                  <a:pt x="3590475" y="4597974"/>
                </a:cubicBezTo>
                <a:cubicBezTo>
                  <a:pt x="3435249" y="4571111"/>
                  <a:pt x="3264279" y="4616605"/>
                  <a:pt x="3100264" y="4579845"/>
                </a:cubicBezTo>
                <a:cubicBezTo>
                  <a:pt x="2787310" y="4510393"/>
                  <a:pt x="2468738" y="4370372"/>
                  <a:pt x="2183576" y="4227150"/>
                </a:cubicBezTo>
                <a:cubicBezTo>
                  <a:pt x="2170260" y="4220226"/>
                  <a:pt x="2115765" y="4150220"/>
                  <a:pt x="2151029" y="4146947"/>
                </a:cubicBezTo>
                <a:cubicBezTo>
                  <a:pt x="2677991" y="4094203"/>
                  <a:pt x="3159089" y="4117356"/>
                  <a:pt x="3563434" y="4469115"/>
                </a:cubicBezTo>
                <a:lnTo>
                  <a:pt x="3177952" y="3657386"/>
                </a:lnTo>
                <a:cubicBezTo>
                  <a:pt x="3171337" y="3643210"/>
                  <a:pt x="3161442" y="3605414"/>
                  <a:pt x="3189263" y="3625726"/>
                </a:cubicBezTo>
                <a:cubicBezTo>
                  <a:pt x="3348177" y="3744655"/>
                  <a:pt x="3463235" y="3908187"/>
                  <a:pt x="3560912" y="4079863"/>
                </a:cubicBezTo>
                <a:cubicBezTo>
                  <a:pt x="3646545" y="4229668"/>
                  <a:pt x="3658964" y="4353983"/>
                  <a:pt x="3626636" y="4512230"/>
                </a:cubicBezTo>
                <a:cubicBezTo>
                  <a:pt x="3635603" y="4515129"/>
                  <a:pt x="3644081" y="4517586"/>
                  <a:pt x="3653088" y="4521417"/>
                </a:cubicBezTo>
                <a:cubicBezTo>
                  <a:pt x="3765052" y="4572828"/>
                  <a:pt x="3892199" y="4724230"/>
                  <a:pt x="3988128" y="4817267"/>
                </a:cubicBezTo>
                <a:cubicBezTo>
                  <a:pt x="4265269" y="4747971"/>
                  <a:pt x="4547054" y="4701774"/>
                  <a:pt x="4830582" y="4676000"/>
                </a:cubicBezTo>
                <a:lnTo>
                  <a:pt x="4830100" y="4675554"/>
                </a:lnTo>
                <a:cubicBezTo>
                  <a:pt x="4727027" y="4369030"/>
                  <a:pt x="4271973" y="4333199"/>
                  <a:pt x="4036318" y="4147013"/>
                </a:cubicBezTo>
                <a:cubicBezTo>
                  <a:pt x="3810777" y="3969273"/>
                  <a:pt x="3654591" y="3720297"/>
                  <a:pt x="3432098" y="3537312"/>
                </a:cubicBezTo>
                <a:cubicBezTo>
                  <a:pt x="3405134" y="3515099"/>
                  <a:pt x="3391592" y="3444385"/>
                  <a:pt x="3446761" y="3461278"/>
                </a:cubicBezTo>
                <a:cubicBezTo>
                  <a:pt x="3801752" y="3568638"/>
                  <a:pt x="4119982" y="3746863"/>
                  <a:pt x="4419733" y="3963555"/>
                </a:cubicBezTo>
                <a:cubicBezTo>
                  <a:pt x="4597168" y="4091520"/>
                  <a:pt x="4760991" y="4228417"/>
                  <a:pt x="4781371" y="4458604"/>
                </a:cubicBezTo>
                <a:cubicBezTo>
                  <a:pt x="4781562" y="4463257"/>
                  <a:pt x="4780772" y="4467014"/>
                  <a:pt x="4780440" y="4470290"/>
                </a:cubicBezTo>
                <a:cubicBezTo>
                  <a:pt x="4830364" y="4519056"/>
                  <a:pt x="4870983" y="4579844"/>
                  <a:pt x="4898954" y="4662092"/>
                </a:cubicBezTo>
                <a:cubicBezTo>
                  <a:pt x="4900480" y="4665288"/>
                  <a:pt x="4900107" y="4667630"/>
                  <a:pt x="4900699" y="4670867"/>
                </a:cubicBezTo>
                <a:cubicBezTo>
                  <a:pt x="5170915" y="4649815"/>
                  <a:pt x="5442360" y="4647817"/>
                  <a:pt x="5714511" y="4663483"/>
                </a:cubicBezTo>
                <a:cubicBezTo>
                  <a:pt x="5651495" y="4555157"/>
                  <a:pt x="5582088" y="4449879"/>
                  <a:pt x="5464793" y="4393556"/>
                </a:cubicBezTo>
                <a:cubicBezTo>
                  <a:pt x="5463384" y="4393148"/>
                  <a:pt x="5462860" y="4391770"/>
                  <a:pt x="5461897" y="4390879"/>
                </a:cubicBezTo>
                <a:cubicBezTo>
                  <a:pt x="4970387" y="4293633"/>
                  <a:pt x="4556299" y="3674930"/>
                  <a:pt x="4294126" y="3303048"/>
                </a:cubicBezTo>
                <a:cubicBezTo>
                  <a:pt x="4284225" y="3288537"/>
                  <a:pt x="4271318" y="3233630"/>
                  <a:pt x="4305321" y="3256953"/>
                </a:cubicBezTo>
                <a:cubicBezTo>
                  <a:pt x="4530520" y="3414680"/>
                  <a:pt x="4740956" y="3587440"/>
                  <a:pt x="4949299" y="3766336"/>
                </a:cubicBezTo>
                <a:cubicBezTo>
                  <a:pt x="5065543" y="3866477"/>
                  <a:pt x="5184542" y="3965579"/>
                  <a:pt x="5291452" y="4076801"/>
                </a:cubicBezTo>
                <a:cubicBezTo>
                  <a:pt x="5309900" y="4095629"/>
                  <a:pt x="5393714" y="4211504"/>
                  <a:pt x="5434998" y="4254100"/>
                </a:cubicBezTo>
                <a:cubicBezTo>
                  <a:pt x="5369347" y="4172892"/>
                  <a:pt x="5356822" y="3836202"/>
                  <a:pt x="5351015" y="3760989"/>
                </a:cubicBezTo>
                <a:cubicBezTo>
                  <a:pt x="5330486" y="3492147"/>
                  <a:pt x="5355823" y="3228927"/>
                  <a:pt x="5413780" y="2966265"/>
                </a:cubicBezTo>
                <a:cubicBezTo>
                  <a:pt x="5415835" y="2956520"/>
                  <a:pt x="5420191" y="2953318"/>
                  <a:pt x="5425627" y="2954192"/>
                </a:cubicBezTo>
                <a:close/>
                <a:moveTo>
                  <a:pt x="6604735" y="2041381"/>
                </a:moveTo>
                <a:cubicBezTo>
                  <a:pt x="6726311" y="2327927"/>
                  <a:pt x="6916754" y="2606522"/>
                  <a:pt x="7204487" y="2742112"/>
                </a:cubicBezTo>
                <a:cubicBezTo>
                  <a:pt x="7179895" y="2719491"/>
                  <a:pt x="7154936" y="2696378"/>
                  <a:pt x="7131592" y="2672096"/>
                </a:cubicBezTo>
                <a:cubicBezTo>
                  <a:pt x="7084181" y="2622518"/>
                  <a:pt x="7039271" y="2569608"/>
                  <a:pt x="6996344" y="2518310"/>
                </a:cubicBezTo>
                <a:cubicBezTo>
                  <a:pt x="6908871" y="2414600"/>
                  <a:pt x="6818501" y="2306884"/>
                  <a:pt x="6735495" y="2196890"/>
                </a:cubicBezTo>
                <a:lnTo>
                  <a:pt x="6721901" y="2179274"/>
                </a:lnTo>
                <a:cubicBezTo>
                  <a:pt x="6685654" y="2131523"/>
                  <a:pt x="6648317" y="2082278"/>
                  <a:pt x="6604735" y="2041381"/>
                </a:cubicBezTo>
                <a:close/>
                <a:moveTo>
                  <a:pt x="6591670" y="1988277"/>
                </a:moveTo>
                <a:cubicBezTo>
                  <a:pt x="6653650" y="2036451"/>
                  <a:pt x="6701310" y="2098809"/>
                  <a:pt x="6747349" y="2160069"/>
                </a:cubicBezTo>
                <a:lnTo>
                  <a:pt x="6760943" y="2177686"/>
                </a:lnTo>
                <a:cubicBezTo>
                  <a:pt x="6844486" y="2287290"/>
                  <a:pt x="6934499" y="2394502"/>
                  <a:pt x="7021065" y="2498102"/>
                </a:cubicBezTo>
                <a:cubicBezTo>
                  <a:pt x="7063629" y="2548900"/>
                  <a:pt x="7108178" y="2601313"/>
                  <a:pt x="7155223" y="2650386"/>
                </a:cubicBezTo>
                <a:cubicBezTo>
                  <a:pt x="7170968" y="2666443"/>
                  <a:pt x="7186885" y="2681619"/>
                  <a:pt x="7203167" y="2697288"/>
                </a:cubicBezTo>
                <a:cubicBezTo>
                  <a:pt x="7124362" y="2565928"/>
                  <a:pt x="7030837" y="2441422"/>
                  <a:pt x="6937703" y="2321981"/>
                </a:cubicBezTo>
                <a:cubicBezTo>
                  <a:pt x="6842752" y="2200032"/>
                  <a:pt x="6742965" y="2048781"/>
                  <a:pt x="6591670" y="1988277"/>
                </a:cubicBezTo>
                <a:close/>
                <a:moveTo>
                  <a:pt x="5798671" y="1981601"/>
                </a:moveTo>
                <a:cubicBezTo>
                  <a:pt x="5784234" y="2008086"/>
                  <a:pt x="5768551" y="2036236"/>
                  <a:pt x="5754709" y="2071454"/>
                </a:cubicBezTo>
                <a:cubicBezTo>
                  <a:pt x="5651219" y="2330361"/>
                  <a:pt x="5694208" y="2592217"/>
                  <a:pt x="5763044" y="2842206"/>
                </a:cubicBezTo>
                <a:cubicBezTo>
                  <a:pt x="5763687" y="2828007"/>
                  <a:pt x="5764331" y="2813808"/>
                  <a:pt x="5764974" y="2799609"/>
                </a:cubicBezTo>
                <a:cubicBezTo>
                  <a:pt x="5766710" y="2755616"/>
                  <a:pt x="5768626" y="2710738"/>
                  <a:pt x="5767665" y="2666409"/>
                </a:cubicBezTo>
                <a:cubicBezTo>
                  <a:pt x="5766964" y="2637156"/>
                  <a:pt x="5764828" y="2608182"/>
                  <a:pt x="5763055" y="2579705"/>
                </a:cubicBezTo>
                <a:cubicBezTo>
                  <a:pt x="5760913" y="2550734"/>
                  <a:pt x="5758780" y="2521760"/>
                  <a:pt x="5758079" y="2492508"/>
                </a:cubicBezTo>
                <a:cubicBezTo>
                  <a:pt x="5755745" y="2394242"/>
                  <a:pt x="5767619" y="2294070"/>
                  <a:pt x="5779325" y="2197069"/>
                </a:cubicBezTo>
                <a:cubicBezTo>
                  <a:pt x="5787753" y="2126095"/>
                  <a:pt x="5796001" y="2053736"/>
                  <a:pt x="5798671" y="1981601"/>
                </a:cubicBezTo>
                <a:close/>
                <a:moveTo>
                  <a:pt x="5829202" y="1971679"/>
                </a:moveTo>
                <a:cubicBezTo>
                  <a:pt x="5826736" y="2047481"/>
                  <a:pt x="5818154" y="2123904"/>
                  <a:pt x="5809558" y="2198043"/>
                </a:cubicBezTo>
                <a:cubicBezTo>
                  <a:pt x="5798026" y="2294159"/>
                  <a:pt x="5785973" y="2392938"/>
                  <a:pt x="5788653" y="2489430"/>
                </a:cubicBezTo>
                <a:cubicBezTo>
                  <a:pt x="5789524" y="2517790"/>
                  <a:pt x="5791665" y="2546759"/>
                  <a:pt x="5793439" y="2575235"/>
                </a:cubicBezTo>
                <a:cubicBezTo>
                  <a:pt x="5794815" y="2596366"/>
                  <a:pt x="5795822" y="2617001"/>
                  <a:pt x="5796837" y="2637633"/>
                </a:cubicBezTo>
                <a:cubicBezTo>
                  <a:pt x="5803017" y="2582794"/>
                  <a:pt x="5810098" y="2528066"/>
                  <a:pt x="5818614" y="2473055"/>
                </a:cubicBezTo>
                <a:cubicBezTo>
                  <a:pt x="5845917" y="2299125"/>
                  <a:pt x="5877599" y="2135758"/>
                  <a:pt x="5829202" y="1971679"/>
                </a:cubicBezTo>
                <a:close/>
                <a:moveTo>
                  <a:pt x="5911389" y="1898371"/>
                </a:moveTo>
                <a:cubicBezTo>
                  <a:pt x="6006914" y="2026768"/>
                  <a:pt x="6112955" y="2136857"/>
                  <a:pt x="6237627" y="2231921"/>
                </a:cubicBezTo>
                <a:cubicBezTo>
                  <a:pt x="6161282" y="2090381"/>
                  <a:pt x="6060308" y="1952200"/>
                  <a:pt x="5911389" y="1898371"/>
                </a:cubicBezTo>
                <a:close/>
                <a:moveTo>
                  <a:pt x="6944437" y="1575402"/>
                </a:moveTo>
                <a:cubicBezTo>
                  <a:pt x="6732842" y="1643305"/>
                  <a:pt x="6518352" y="1707201"/>
                  <a:pt x="6304730" y="1766654"/>
                </a:cubicBezTo>
                <a:cubicBezTo>
                  <a:pt x="6527947" y="1784949"/>
                  <a:pt x="6737901" y="1680839"/>
                  <a:pt x="6944437" y="1575402"/>
                </a:cubicBezTo>
                <a:close/>
                <a:moveTo>
                  <a:pt x="7019523" y="1519450"/>
                </a:moveTo>
                <a:cubicBezTo>
                  <a:pt x="6766096" y="1537552"/>
                  <a:pt x="6524653" y="1609537"/>
                  <a:pt x="6298091" y="1737122"/>
                </a:cubicBezTo>
                <a:cubicBezTo>
                  <a:pt x="6539381" y="1670594"/>
                  <a:pt x="6780997" y="1597715"/>
                  <a:pt x="7019523" y="1519450"/>
                </a:cubicBezTo>
                <a:close/>
                <a:moveTo>
                  <a:pt x="2399523" y="1428234"/>
                </a:moveTo>
                <a:cubicBezTo>
                  <a:pt x="2324192" y="1539775"/>
                  <a:pt x="2267478" y="1713586"/>
                  <a:pt x="2224982" y="1826201"/>
                </a:cubicBezTo>
                <a:cubicBezTo>
                  <a:pt x="2161246" y="1995817"/>
                  <a:pt x="2120250" y="2168765"/>
                  <a:pt x="2096099" y="2345900"/>
                </a:cubicBezTo>
                <a:cubicBezTo>
                  <a:pt x="2166834" y="2165047"/>
                  <a:pt x="2226331" y="1978598"/>
                  <a:pt x="2283317" y="1796925"/>
                </a:cubicBezTo>
                <a:lnTo>
                  <a:pt x="2399523" y="1428234"/>
                </a:lnTo>
                <a:close/>
                <a:moveTo>
                  <a:pt x="2448558" y="1373435"/>
                </a:moveTo>
                <a:lnTo>
                  <a:pt x="2312521" y="1806140"/>
                </a:lnTo>
                <a:cubicBezTo>
                  <a:pt x="2255817" y="1985569"/>
                  <a:pt x="2197150" y="2169492"/>
                  <a:pt x="2127533" y="2348380"/>
                </a:cubicBezTo>
                <a:cubicBezTo>
                  <a:pt x="2230881" y="2201722"/>
                  <a:pt x="2307261" y="2041905"/>
                  <a:pt x="2358080" y="1866134"/>
                </a:cubicBezTo>
                <a:cubicBezTo>
                  <a:pt x="2378743" y="1795373"/>
                  <a:pt x="2394349" y="1722940"/>
                  <a:pt x="2407436" y="1651070"/>
                </a:cubicBezTo>
                <a:cubicBezTo>
                  <a:pt x="2417458" y="1596892"/>
                  <a:pt x="2466254" y="1384915"/>
                  <a:pt x="2448558" y="1373435"/>
                </a:cubicBezTo>
                <a:close/>
                <a:moveTo>
                  <a:pt x="278707" y="1352270"/>
                </a:moveTo>
                <a:lnTo>
                  <a:pt x="321570" y="1861610"/>
                </a:lnTo>
                <a:cubicBezTo>
                  <a:pt x="336248" y="1725752"/>
                  <a:pt x="317508" y="1584885"/>
                  <a:pt x="294281" y="1440658"/>
                </a:cubicBezTo>
                <a:lnTo>
                  <a:pt x="278707" y="1352270"/>
                </a:lnTo>
                <a:close/>
                <a:moveTo>
                  <a:pt x="1423821" y="1351958"/>
                </a:moveTo>
                <a:cubicBezTo>
                  <a:pt x="1426859" y="1507722"/>
                  <a:pt x="1587831" y="1796280"/>
                  <a:pt x="1638521" y="1908470"/>
                </a:cubicBezTo>
                <a:cubicBezTo>
                  <a:pt x="1674424" y="1987707"/>
                  <a:pt x="1711105" y="2070587"/>
                  <a:pt x="1754199" y="2149284"/>
                </a:cubicBezTo>
                <a:cubicBezTo>
                  <a:pt x="1797295" y="2227981"/>
                  <a:pt x="1846801" y="2302493"/>
                  <a:pt x="1908359" y="2364988"/>
                </a:cubicBezTo>
                <a:cubicBezTo>
                  <a:pt x="1805946" y="2193096"/>
                  <a:pt x="1725953" y="2007134"/>
                  <a:pt x="1647661" y="1825945"/>
                </a:cubicBezTo>
                <a:cubicBezTo>
                  <a:pt x="1579500" y="1667751"/>
                  <a:pt x="1508533" y="1505355"/>
                  <a:pt x="1423821" y="1351958"/>
                </a:cubicBezTo>
                <a:close/>
                <a:moveTo>
                  <a:pt x="1431890" y="1306475"/>
                </a:moveTo>
                <a:cubicBezTo>
                  <a:pt x="1458339" y="1352187"/>
                  <a:pt x="1483952" y="1399016"/>
                  <a:pt x="1507597" y="1446132"/>
                </a:cubicBezTo>
                <a:cubicBezTo>
                  <a:pt x="1568403" y="1567288"/>
                  <a:pt x="1621917" y="1692101"/>
                  <a:pt x="1674586" y="1813832"/>
                </a:cubicBezTo>
                <a:cubicBezTo>
                  <a:pt x="1719648" y="1918315"/>
                  <a:pt x="1765554" y="2024477"/>
                  <a:pt x="1815950" y="2128564"/>
                </a:cubicBezTo>
                <a:cubicBezTo>
                  <a:pt x="1866346" y="2232648"/>
                  <a:pt x="1921228" y="2334658"/>
                  <a:pt x="1984242" y="2430829"/>
                </a:cubicBezTo>
                <a:cubicBezTo>
                  <a:pt x="1994073" y="2437830"/>
                  <a:pt x="2003908" y="2444836"/>
                  <a:pt x="2014023" y="2450995"/>
                </a:cubicBezTo>
                <a:cubicBezTo>
                  <a:pt x="1956448" y="2239741"/>
                  <a:pt x="1853160" y="2049325"/>
                  <a:pt x="1747337" y="1855264"/>
                </a:cubicBezTo>
                <a:cubicBezTo>
                  <a:pt x="1678102" y="1728504"/>
                  <a:pt x="1608870" y="1601753"/>
                  <a:pt x="1533749" y="1478656"/>
                </a:cubicBezTo>
                <a:cubicBezTo>
                  <a:pt x="1510398" y="1440515"/>
                  <a:pt x="1454048" y="1294657"/>
                  <a:pt x="1431890" y="1306475"/>
                </a:cubicBezTo>
                <a:close/>
                <a:moveTo>
                  <a:pt x="5052692" y="1292994"/>
                </a:moveTo>
                <a:cubicBezTo>
                  <a:pt x="5103155" y="1406739"/>
                  <a:pt x="5153078" y="1520878"/>
                  <a:pt x="5200661" y="1635186"/>
                </a:cubicBezTo>
                <a:cubicBezTo>
                  <a:pt x="5238218" y="1725483"/>
                  <a:pt x="5273610" y="1815047"/>
                  <a:pt x="5297138" y="1906351"/>
                </a:cubicBezTo>
                <a:cubicBezTo>
                  <a:pt x="5281533" y="1683399"/>
                  <a:pt x="5177210" y="1491946"/>
                  <a:pt x="5052692" y="1292994"/>
                </a:cubicBezTo>
                <a:close/>
                <a:moveTo>
                  <a:pt x="5009948" y="1273619"/>
                </a:moveTo>
                <a:cubicBezTo>
                  <a:pt x="5013363" y="1406203"/>
                  <a:pt x="5078144" y="1538571"/>
                  <a:pt x="5121777" y="1654213"/>
                </a:cubicBezTo>
                <a:cubicBezTo>
                  <a:pt x="5175625" y="1795269"/>
                  <a:pt x="5233597" y="1934093"/>
                  <a:pt x="5293545" y="2072247"/>
                </a:cubicBezTo>
                <a:cubicBezTo>
                  <a:pt x="5293533" y="2069971"/>
                  <a:pt x="5294060" y="2067298"/>
                  <a:pt x="5294042" y="2065019"/>
                </a:cubicBezTo>
                <a:cubicBezTo>
                  <a:pt x="5282123" y="1924099"/>
                  <a:pt x="5230273" y="1786942"/>
                  <a:pt x="5171936" y="1647613"/>
                </a:cubicBezTo>
                <a:cubicBezTo>
                  <a:pt x="5119977" y="1522743"/>
                  <a:pt x="5065315" y="1397539"/>
                  <a:pt x="5009948" y="1273619"/>
                </a:cubicBezTo>
                <a:close/>
                <a:moveTo>
                  <a:pt x="655236" y="1268632"/>
                </a:moveTo>
                <a:cubicBezTo>
                  <a:pt x="717895" y="1408869"/>
                  <a:pt x="771574" y="1550454"/>
                  <a:pt x="839521" y="1685315"/>
                </a:cubicBezTo>
                <a:cubicBezTo>
                  <a:pt x="907470" y="1820177"/>
                  <a:pt x="989683" y="1948318"/>
                  <a:pt x="1109416" y="2061663"/>
                </a:cubicBezTo>
                <a:cubicBezTo>
                  <a:pt x="1177718" y="2126399"/>
                  <a:pt x="1244319" y="2184954"/>
                  <a:pt x="1298300" y="2247742"/>
                </a:cubicBezTo>
                <a:cubicBezTo>
                  <a:pt x="1250168" y="2156040"/>
                  <a:pt x="1187457" y="2071655"/>
                  <a:pt x="1125871" y="1989513"/>
                </a:cubicBezTo>
                <a:cubicBezTo>
                  <a:pt x="1076370" y="1923070"/>
                  <a:pt x="1025189" y="1854667"/>
                  <a:pt x="981574" y="1783157"/>
                </a:cubicBezTo>
                <a:cubicBezTo>
                  <a:pt x="960475" y="1748106"/>
                  <a:pt x="941058" y="1712211"/>
                  <a:pt x="922198" y="1677437"/>
                </a:cubicBezTo>
                <a:cubicBezTo>
                  <a:pt x="905028" y="1646031"/>
                  <a:pt x="887579" y="1614059"/>
                  <a:pt x="869293" y="1583214"/>
                </a:cubicBezTo>
                <a:cubicBezTo>
                  <a:pt x="832994" y="1522086"/>
                  <a:pt x="791368" y="1462924"/>
                  <a:pt x="751431" y="1405731"/>
                </a:cubicBezTo>
                <a:lnTo>
                  <a:pt x="655236" y="1268632"/>
                </a:lnTo>
                <a:close/>
                <a:moveTo>
                  <a:pt x="6516292" y="1263064"/>
                </a:moveTo>
                <a:cubicBezTo>
                  <a:pt x="6288018" y="1373581"/>
                  <a:pt x="6031500" y="1451909"/>
                  <a:pt x="5736320" y="1501803"/>
                </a:cubicBezTo>
                <a:cubicBezTo>
                  <a:pt x="6001708" y="1565837"/>
                  <a:pt x="6267694" y="1408906"/>
                  <a:pt x="6516292" y="1263064"/>
                </a:cubicBezTo>
                <a:close/>
                <a:moveTo>
                  <a:pt x="291466" y="1250369"/>
                </a:moveTo>
                <a:cubicBezTo>
                  <a:pt x="302228" y="1312380"/>
                  <a:pt x="313548" y="1374109"/>
                  <a:pt x="323180" y="1435283"/>
                </a:cubicBezTo>
                <a:cubicBezTo>
                  <a:pt x="347262" y="1585402"/>
                  <a:pt x="366566" y="1733005"/>
                  <a:pt x="349381" y="1875041"/>
                </a:cubicBezTo>
                <a:cubicBezTo>
                  <a:pt x="398887" y="1761016"/>
                  <a:pt x="404047" y="1643975"/>
                  <a:pt x="374363" y="1506494"/>
                </a:cubicBezTo>
                <a:cubicBezTo>
                  <a:pt x="356845" y="1425406"/>
                  <a:pt x="334841" y="1350786"/>
                  <a:pt x="302168" y="1274495"/>
                </a:cubicBezTo>
                <a:cubicBezTo>
                  <a:pt x="298229" y="1265236"/>
                  <a:pt x="295129" y="1257666"/>
                  <a:pt x="291466" y="1250369"/>
                </a:cubicBezTo>
                <a:close/>
                <a:moveTo>
                  <a:pt x="678222" y="1248670"/>
                </a:moveTo>
                <a:lnTo>
                  <a:pt x="775536" y="1388015"/>
                </a:lnTo>
                <a:cubicBezTo>
                  <a:pt x="815764" y="1445771"/>
                  <a:pt x="857669" y="1505484"/>
                  <a:pt x="894529" y="1567739"/>
                </a:cubicBezTo>
                <a:cubicBezTo>
                  <a:pt x="913103" y="1599148"/>
                  <a:pt x="930546" y="1631115"/>
                  <a:pt x="948000" y="1663088"/>
                </a:cubicBezTo>
                <a:cubicBezTo>
                  <a:pt x="966853" y="1697859"/>
                  <a:pt x="986277" y="1733757"/>
                  <a:pt x="1006812" y="1767683"/>
                </a:cubicBezTo>
                <a:cubicBezTo>
                  <a:pt x="1049303" y="1838347"/>
                  <a:pt x="1100205" y="1906189"/>
                  <a:pt x="1149133" y="1971513"/>
                </a:cubicBezTo>
                <a:cubicBezTo>
                  <a:pt x="1215506" y="2060384"/>
                  <a:pt x="1283561" y="2151216"/>
                  <a:pt x="1333952" y="2251620"/>
                </a:cubicBezTo>
                <a:lnTo>
                  <a:pt x="1337329" y="2258350"/>
                </a:lnTo>
                <a:cubicBezTo>
                  <a:pt x="1352131" y="2023413"/>
                  <a:pt x="1145204" y="1784597"/>
                  <a:pt x="1014726" y="1615556"/>
                </a:cubicBezTo>
                <a:cubicBezTo>
                  <a:pt x="911517" y="1481269"/>
                  <a:pt x="800192" y="1360189"/>
                  <a:pt x="678222" y="1248670"/>
                </a:cubicBezTo>
                <a:close/>
                <a:moveTo>
                  <a:pt x="6691602" y="1140573"/>
                </a:moveTo>
                <a:cubicBezTo>
                  <a:pt x="6646175" y="1158238"/>
                  <a:pt x="6598950" y="1175684"/>
                  <a:pt x="6571100" y="1183662"/>
                </a:cubicBezTo>
                <a:cubicBezTo>
                  <a:pt x="6462406" y="1213607"/>
                  <a:pt x="6352215" y="1234713"/>
                  <a:pt x="6241687" y="1257600"/>
                </a:cubicBezTo>
                <a:cubicBezTo>
                  <a:pt x="6040746" y="1299467"/>
                  <a:pt x="5893317" y="1420819"/>
                  <a:pt x="5693009" y="1478256"/>
                </a:cubicBezTo>
                <a:cubicBezTo>
                  <a:pt x="6021285" y="1426507"/>
                  <a:pt x="6301876" y="1340642"/>
                  <a:pt x="6548420" y="1214599"/>
                </a:cubicBezTo>
                <a:lnTo>
                  <a:pt x="6605473" y="1184686"/>
                </a:lnTo>
                <a:cubicBezTo>
                  <a:pt x="6633823" y="1169483"/>
                  <a:pt x="6662531" y="1154778"/>
                  <a:pt x="6691602" y="1140573"/>
                </a:cubicBezTo>
                <a:close/>
                <a:moveTo>
                  <a:pt x="4002475" y="1037802"/>
                </a:moveTo>
                <a:lnTo>
                  <a:pt x="4000324" y="1039362"/>
                </a:lnTo>
                <a:lnTo>
                  <a:pt x="4002862" y="1042866"/>
                </a:lnTo>
                <a:cubicBezTo>
                  <a:pt x="4002672" y="1041472"/>
                  <a:pt x="4002487" y="1040086"/>
                  <a:pt x="4002475" y="1037802"/>
                </a:cubicBezTo>
                <a:close/>
                <a:moveTo>
                  <a:pt x="506322" y="1020997"/>
                </a:moveTo>
                <a:cubicBezTo>
                  <a:pt x="513282" y="1018930"/>
                  <a:pt x="522180" y="1021005"/>
                  <a:pt x="533068" y="1029409"/>
                </a:cubicBezTo>
                <a:cubicBezTo>
                  <a:pt x="813777" y="1244537"/>
                  <a:pt x="1037861" y="1510547"/>
                  <a:pt x="1232525" y="1804675"/>
                </a:cubicBezTo>
                <a:cubicBezTo>
                  <a:pt x="1347857" y="1978510"/>
                  <a:pt x="1448039" y="2155739"/>
                  <a:pt x="1388858" y="2368011"/>
                </a:cubicBezTo>
                <a:cubicBezTo>
                  <a:pt x="1387462" y="2372226"/>
                  <a:pt x="1385496" y="2375314"/>
                  <a:pt x="1384098" y="2378125"/>
                </a:cubicBezTo>
                <a:cubicBezTo>
                  <a:pt x="1412260" y="2438425"/>
                  <a:pt x="1428077" y="2506324"/>
                  <a:pt x="1425393" y="2589124"/>
                </a:cubicBezTo>
                <a:cubicBezTo>
                  <a:pt x="1425681" y="2592488"/>
                  <a:pt x="1424559" y="2594453"/>
                  <a:pt x="1424001" y="2597541"/>
                </a:cubicBezTo>
                <a:cubicBezTo>
                  <a:pt x="1672217" y="2669579"/>
                  <a:pt x="1915127" y="2759032"/>
                  <a:pt x="2152729" y="2864487"/>
                </a:cubicBezTo>
                <a:cubicBezTo>
                  <a:pt x="2132903" y="2746636"/>
                  <a:pt x="2106350" y="2629357"/>
                  <a:pt x="2020609" y="2539671"/>
                </a:cubicBezTo>
                <a:cubicBezTo>
                  <a:pt x="2019486" y="2538832"/>
                  <a:pt x="2019482" y="2537426"/>
                  <a:pt x="2018920" y="2536309"/>
                </a:cubicBezTo>
                <a:cubicBezTo>
                  <a:pt x="1612986" y="2284320"/>
                  <a:pt x="1451410" y="1593008"/>
                  <a:pt x="1342441" y="1173017"/>
                </a:cubicBezTo>
                <a:cubicBezTo>
                  <a:pt x="1338482" y="1156742"/>
                  <a:pt x="1345418" y="1103405"/>
                  <a:pt x="1367925" y="1135648"/>
                </a:cubicBezTo>
                <a:cubicBezTo>
                  <a:pt x="1515878" y="1352095"/>
                  <a:pt x="1645605" y="1576999"/>
                  <a:pt x="1771401" y="1806673"/>
                </a:cubicBezTo>
                <a:cubicBezTo>
                  <a:pt x="1841477" y="1935111"/>
                  <a:pt x="1914363" y="2063547"/>
                  <a:pt x="1972385" y="2198735"/>
                </a:cubicBezTo>
                <a:cubicBezTo>
                  <a:pt x="1982518" y="2221738"/>
                  <a:pt x="2018367" y="2353316"/>
                  <a:pt x="2040892" y="2405205"/>
                </a:cubicBezTo>
                <a:cubicBezTo>
                  <a:pt x="2009600" y="2310668"/>
                  <a:pt x="2111587" y="2005996"/>
                  <a:pt x="2131689" y="1936926"/>
                </a:cubicBezTo>
                <a:cubicBezTo>
                  <a:pt x="2203731" y="1690111"/>
                  <a:pt x="2314813" y="1463729"/>
                  <a:pt x="2454820" y="1248808"/>
                </a:cubicBezTo>
                <a:cubicBezTo>
                  <a:pt x="2475264" y="1216788"/>
                  <a:pt x="2493340" y="1290570"/>
                  <a:pt x="2492512" y="1302920"/>
                </a:cubicBezTo>
                <a:cubicBezTo>
                  <a:pt x="2465675" y="1747535"/>
                  <a:pt x="2370053" y="2178216"/>
                  <a:pt x="2081216" y="2527513"/>
                </a:cubicBezTo>
                <a:cubicBezTo>
                  <a:pt x="2081497" y="2528073"/>
                  <a:pt x="2081211" y="2528916"/>
                  <a:pt x="2081211" y="2528916"/>
                </a:cubicBezTo>
                <a:cubicBezTo>
                  <a:pt x="2150699" y="2633778"/>
                  <a:pt x="2178105" y="2756954"/>
                  <a:pt x="2199067" y="2884061"/>
                </a:cubicBezTo>
                <a:cubicBezTo>
                  <a:pt x="2641128" y="3084915"/>
                  <a:pt x="3028660" y="3311628"/>
                  <a:pt x="3192586" y="3411496"/>
                </a:cubicBezTo>
                <a:cubicBezTo>
                  <a:pt x="3356510" y="3511368"/>
                  <a:pt x="3237401" y="3517312"/>
                  <a:pt x="3182620" y="3483279"/>
                </a:cubicBezTo>
                <a:cubicBezTo>
                  <a:pt x="3055506" y="3404310"/>
                  <a:pt x="2789863" y="3259545"/>
                  <a:pt x="2435119" y="3080173"/>
                </a:cubicBezTo>
                <a:lnTo>
                  <a:pt x="2410152" y="3063751"/>
                </a:lnTo>
                <a:lnTo>
                  <a:pt x="2408099" y="3064403"/>
                </a:lnTo>
                <a:lnTo>
                  <a:pt x="2407218" y="3070324"/>
                </a:lnTo>
                <a:cubicBezTo>
                  <a:pt x="2402612" y="3079171"/>
                  <a:pt x="2394080" y="3088906"/>
                  <a:pt x="2380138" y="3099341"/>
                </a:cubicBezTo>
                <a:cubicBezTo>
                  <a:pt x="2194333" y="3283170"/>
                  <a:pt x="1992503" y="3449064"/>
                  <a:pt x="1765923" y="3581043"/>
                </a:cubicBezTo>
                <a:cubicBezTo>
                  <a:pt x="1744896" y="3593696"/>
                  <a:pt x="1723857" y="3603555"/>
                  <a:pt x="1702258" y="3612286"/>
                </a:cubicBezTo>
                <a:cubicBezTo>
                  <a:pt x="1664333" y="3650747"/>
                  <a:pt x="1731601" y="3589836"/>
                  <a:pt x="1538370" y="3811804"/>
                </a:cubicBezTo>
                <a:cubicBezTo>
                  <a:pt x="1278852" y="4250311"/>
                  <a:pt x="915356" y="4600566"/>
                  <a:pt x="542867" y="4944092"/>
                </a:cubicBezTo>
                <a:cubicBezTo>
                  <a:pt x="521291" y="4964055"/>
                  <a:pt x="503482" y="4879596"/>
                  <a:pt x="515800" y="4862180"/>
                </a:cubicBezTo>
                <a:cubicBezTo>
                  <a:pt x="664236" y="4650055"/>
                  <a:pt x="747224" y="4402666"/>
                  <a:pt x="909145" y="4199225"/>
                </a:cubicBezTo>
                <a:cubicBezTo>
                  <a:pt x="998789" y="4086824"/>
                  <a:pt x="1101084" y="3991246"/>
                  <a:pt x="1214067" y="3908561"/>
                </a:cubicBezTo>
                <a:cubicBezTo>
                  <a:pt x="1023317" y="3973399"/>
                  <a:pt x="824392" y="4020568"/>
                  <a:pt x="640967" y="4105601"/>
                </a:cubicBezTo>
                <a:cubicBezTo>
                  <a:pt x="458381" y="4190213"/>
                  <a:pt x="284593" y="4292005"/>
                  <a:pt x="112563" y="4396952"/>
                </a:cubicBezTo>
                <a:lnTo>
                  <a:pt x="0" y="4466006"/>
                </a:lnTo>
                <a:lnTo>
                  <a:pt x="0" y="4233763"/>
                </a:lnTo>
                <a:lnTo>
                  <a:pt x="36881" y="4200118"/>
                </a:lnTo>
                <a:cubicBezTo>
                  <a:pt x="302143" y="3962792"/>
                  <a:pt x="585478" y="3740226"/>
                  <a:pt x="910534" y="3629753"/>
                </a:cubicBezTo>
                <a:cubicBezTo>
                  <a:pt x="1140280" y="3551663"/>
                  <a:pt x="1356783" y="3624873"/>
                  <a:pt x="1578717" y="3575982"/>
                </a:cubicBezTo>
                <a:cubicBezTo>
                  <a:pt x="1857881" y="3513822"/>
                  <a:pt x="2134207" y="3238918"/>
                  <a:pt x="2338780" y="3033725"/>
                </a:cubicBezTo>
                <a:cubicBezTo>
                  <a:pt x="2165203" y="2949506"/>
                  <a:pt x="1987990" y="2873430"/>
                  <a:pt x="1807991" y="2807184"/>
                </a:cubicBezTo>
                <a:cubicBezTo>
                  <a:pt x="1696192" y="2934214"/>
                  <a:pt x="1567238" y="3035444"/>
                  <a:pt x="1416358" y="3112571"/>
                </a:cubicBezTo>
                <a:cubicBezTo>
                  <a:pt x="1318658" y="3280278"/>
                  <a:pt x="1112986" y="3321000"/>
                  <a:pt x="939066" y="3378798"/>
                </a:cubicBezTo>
                <a:cubicBezTo>
                  <a:pt x="668357" y="3469020"/>
                  <a:pt x="393418" y="3543804"/>
                  <a:pt x="115099" y="3607650"/>
                </a:cubicBezTo>
                <a:cubicBezTo>
                  <a:pt x="80589" y="3615844"/>
                  <a:pt x="67554" y="3533906"/>
                  <a:pt x="97284" y="3520393"/>
                </a:cubicBezTo>
                <a:cubicBezTo>
                  <a:pt x="382521" y="3387774"/>
                  <a:pt x="642160" y="3215335"/>
                  <a:pt x="922050" y="3074867"/>
                </a:cubicBezTo>
                <a:cubicBezTo>
                  <a:pt x="1080787" y="2995199"/>
                  <a:pt x="1233979" y="2960447"/>
                  <a:pt x="1405265" y="3016319"/>
                </a:cubicBezTo>
                <a:cubicBezTo>
                  <a:pt x="1406106" y="3016600"/>
                  <a:pt x="1406671" y="3017724"/>
                  <a:pt x="1407512" y="3018001"/>
                </a:cubicBezTo>
                <a:cubicBezTo>
                  <a:pt x="1526420" y="2954115"/>
                  <a:pt x="1632390" y="2874245"/>
                  <a:pt x="1726266" y="2777274"/>
                </a:cubicBezTo>
                <a:cubicBezTo>
                  <a:pt x="1369635" y="2651515"/>
                  <a:pt x="1000990" y="2561972"/>
                  <a:pt x="625390" y="2514541"/>
                </a:cubicBezTo>
                <a:cubicBezTo>
                  <a:pt x="624559" y="2519877"/>
                  <a:pt x="622878" y="2524928"/>
                  <a:pt x="619799" y="2527180"/>
                </a:cubicBezTo>
                <a:cubicBezTo>
                  <a:pt x="509037" y="2598914"/>
                  <a:pt x="403069" y="2677377"/>
                  <a:pt x="310030" y="2771818"/>
                </a:cubicBezTo>
                <a:cubicBezTo>
                  <a:pt x="266034" y="2817076"/>
                  <a:pt x="224887" y="2891795"/>
                  <a:pt x="173877" y="2937056"/>
                </a:cubicBezTo>
                <a:cubicBezTo>
                  <a:pt x="145840" y="3003792"/>
                  <a:pt x="113686" y="3071134"/>
                  <a:pt x="77889" y="3138440"/>
                </a:cubicBezTo>
                <a:lnTo>
                  <a:pt x="0" y="3271395"/>
                </a:lnTo>
                <a:lnTo>
                  <a:pt x="0" y="3153002"/>
                </a:lnTo>
                <a:lnTo>
                  <a:pt x="2386" y="3149203"/>
                </a:lnTo>
                <a:cubicBezTo>
                  <a:pt x="33821" y="3095439"/>
                  <a:pt x="63030" y="3041490"/>
                  <a:pt x="89753" y="2987702"/>
                </a:cubicBezTo>
                <a:cubicBezTo>
                  <a:pt x="85546" y="2993322"/>
                  <a:pt x="81066" y="2999788"/>
                  <a:pt x="76869" y="3005404"/>
                </a:cubicBezTo>
                <a:cubicBezTo>
                  <a:pt x="63139" y="3024231"/>
                  <a:pt x="48575" y="3042776"/>
                  <a:pt x="32049" y="3065814"/>
                </a:cubicBezTo>
                <a:lnTo>
                  <a:pt x="0" y="3108744"/>
                </a:lnTo>
                <a:lnTo>
                  <a:pt x="0" y="3058059"/>
                </a:lnTo>
                <a:lnTo>
                  <a:pt x="7610" y="3047889"/>
                </a:lnTo>
                <a:cubicBezTo>
                  <a:pt x="24410" y="3025415"/>
                  <a:pt x="38695" y="3006301"/>
                  <a:pt x="52419" y="2987479"/>
                </a:cubicBezTo>
                <a:cubicBezTo>
                  <a:pt x="54382" y="2984385"/>
                  <a:pt x="57184" y="2981579"/>
                  <a:pt x="59142" y="2978488"/>
                </a:cubicBezTo>
                <a:lnTo>
                  <a:pt x="0" y="3015334"/>
                </a:lnTo>
                <a:lnTo>
                  <a:pt x="0" y="2914286"/>
                </a:lnTo>
                <a:lnTo>
                  <a:pt x="36383" y="2901128"/>
                </a:lnTo>
                <a:cubicBezTo>
                  <a:pt x="76283" y="2885228"/>
                  <a:pt x="116303" y="2866415"/>
                  <a:pt x="156329" y="2840533"/>
                </a:cubicBezTo>
                <a:cubicBezTo>
                  <a:pt x="229785" y="2792431"/>
                  <a:pt x="289125" y="2682604"/>
                  <a:pt x="358355" y="2620471"/>
                </a:cubicBezTo>
                <a:cubicBezTo>
                  <a:pt x="406846" y="2577174"/>
                  <a:pt x="457591" y="2538372"/>
                  <a:pt x="510577" y="2501244"/>
                </a:cubicBezTo>
                <a:cubicBezTo>
                  <a:pt x="411488" y="2490937"/>
                  <a:pt x="311929" y="2483543"/>
                  <a:pt x="211967" y="2479171"/>
                </a:cubicBezTo>
                <a:lnTo>
                  <a:pt x="0" y="2476398"/>
                </a:lnTo>
                <a:lnTo>
                  <a:pt x="0" y="2389189"/>
                </a:lnTo>
                <a:lnTo>
                  <a:pt x="103062" y="2389518"/>
                </a:lnTo>
                <a:cubicBezTo>
                  <a:pt x="239716" y="2392822"/>
                  <a:pt x="375712" y="2401808"/>
                  <a:pt x="510734" y="2416201"/>
                </a:cubicBezTo>
                <a:cubicBezTo>
                  <a:pt x="453295" y="2294758"/>
                  <a:pt x="388809" y="2156489"/>
                  <a:pt x="279257" y="2092102"/>
                </a:cubicBezTo>
                <a:cubicBezTo>
                  <a:pt x="214509" y="2054029"/>
                  <a:pt x="140169" y="2030776"/>
                  <a:pt x="65265" y="2006049"/>
                </a:cubicBezTo>
                <a:lnTo>
                  <a:pt x="0" y="1982532"/>
                </a:lnTo>
                <a:lnTo>
                  <a:pt x="0" y="1912789"/>
                </a:lnTo>
                <a:lnTo>
                  <a:pt x="97460" y="1953725"/>
                </a:lnTo>
                <a:cubicBezTo>
                  <a:pt x="140146" y="1968817"/>
                  <a:pt x="181972" y="1973804"/>
                  <a:pt x="221272" y="1980766"/>
                </a:cubicBezTo>
                <a:cubicBezTo>
                  <a:pt x="184478" y="1960612"/>
                  <a:pt x="148800" y="1938494"/>
                  <a:pt x="116765" y="1911033"/>
                </a:cubicBezTo>
                <a:cubicBezTo>
                  <a:pt x="78825" y="1878815"/>
                  <a:pt x="47051" y="1840696"/>
                  <a:pt x="16405" y="1803412"/>
                </a:cubicBezTo>
                <a:lnTo>
                  <a:pt x="0" y="1784777"/>
                </a:lnTo>
                <a:lnTo>
                  <a:pt x="0" y="1740082"/>
                </a:lnTo>
                <a:lnTo>
                  <a:pt x="39394" y="1784856"/>
                </a:lnTo>
                <a:cubicBezTo>
                  <a:pt x="69479" y="1821014"/>
                  <a:pt x="100126" y="1858299"/>
                  <a:pt x="135813" y="1888838"/>
                </a:cubicBezTo>
                <a:cubicBezTo>
                  <a:pt x="168411" y="1916009"/>
                  <a:pt x="204933" y="1938411"/>
                  <a:pt x="242575" y="1958841"/>
                </a:cubicBezTo>
                <a:cubicBezTo>
                  <a:pt x="195379" y="1882642"/>
                  <a:pt x="141547" y="1815083"/>
                  <a:pt x="82197" y="1754826"/>
                </a:cubicBezTo>
                <a:lnTo>
                  <a:pt x="0" y="1679650"/>
                </a:lnTo>
                <a:lnTo>
                  <a:pt x="0" y="1602463"/>
                </a:lnTo>
                <a:lnTo>
                  <a:pt x="84689" y="1677442"/>
                </a:lnTo>
                <a:cubicBezTo>
                  <a:pt x="165950" y="1759826"/>
                  <a:pt x="237786" y="1855565"/>
                  <a:pt x="298437" y="1968019"/>
                </a:cubicBezTo>
                <a:lnTo>
                  <a:pt x="227269" y="1114064"/>
                </a:lnTo>
                <a:cubicBezTo>
                  <a:pt x="226129" y="1099191"/>
                  <a:pt x="230003" y="1062136"/>
                  <a:pt x="248003" y="1089613"/>
                </a:cubicBezTo>
                <a:cubicBezTo>
                  <a:pt x="349844" y="1249160"/>
                  <a:pt x="397556" y="1433768"/>
                  <a:pt x="427020" y="1619803"/>
                </a:cubicBezTo>
                <a:cubicBezTo>
                  <a:pt x="453086" y="1782272"/>
                  <a:pt x="422387" y="1897385"/>
                  <a:pt x="340345" y="2027739"/>
                </a:cubicBezTo>
                <a:cubicBezTo>
                  <a:pt x="347373" y="2033339"/>
                  <a:pt x="354114" y="2038383"/>
                  <a:pt x="360865" y="2044827"/>
                </a:cubicBezTo>
                <a:cubicBezTo>
                  <a:pt x="443500" y="2128340"/>
                  <a:pt x="506078" y="2306190"/>
                  <a:pt x="560414" y="2421457"/>
                </a:cubicBezTo>
                <a:cubicBezTo>
                  <a:pt x="831022" y="2452769"/>
                  <a:pt x="1098019" y="2506255"/>
                  <a:pt x="1359703" y="2578554"/>
                </a:cubicBezTo>
                <a:lnTo>
                  <a:pt x="1359422" y="2577994"/>
                </a:lnTo>
                <a:cubicBezTo>
                  <a:pt x="1370467" y="2269807"/>
                  <a:pt x="976420" y="2084880"/>
                  <a:pt x="828701" y="1839520"/>
                </a:cubicBezTo>
                <a:cubicBezTo>
                  <a:pt x="687172" y="1605098"/>
                  <a:pt x="631475" y="1330413"/>
                  <a:pt x="494427" y="1092333"/>
                </a:cubicBezTo>
                <a:cubicBezTo>
                  <a:pt x="481980" y="1070671"/>
                  <a:pt x="485440" y="1027197"/>
                  <a:pt x="506322" y="1020997"/>
                </a:cubicBezTo>
                <a:close/>
                <a:moveTo>
                  <a:pt x="4570198" y="978081"/>
                </a:moveTo>
                <a:cubicBezTo>
                  <a:pt x="4555714" y="1028259"/>
                  <a:pt x="4540870" y="1077934"/>
                  <a:pt x="4523691" y="1127776"/>
                </a:cubicBezTo>
                <a:lnTo>
                  <a:pt x="4509875" y="1167552"/>
                </a:lnTo>
                <a:cubicBezTo>
                  <a:pt x="4498703" y="1198545"/>
                  <a:pt x="4488074" y="1229138"/>
                  <a:pt x="4478168" y="1260735"/>
                </a:cubicBezTo>
                <a:cubicBezTo>
                  <a:pt x="4437866" y="1392962"/>
                  <a:pt x="4423333" y="1532451"/>
                  <a:pt x="4409309" y="1666996"/>
                </a:cubicBezTo>
                <a:cubicBezTo>
                  <a:pt x="4399387" y="1761934"/>
                  <a:pt x="4389478" y="1859162"/>
                  <a:pt x="4370031" y="1955666"/>
                </a:cubicBezTo>
                <a:cubicBezTo>
                  <a:pt x="4495511" y="1636562"/>
                  <a:pt x="4590903" y="1311031"/>
                  <a:pt x="4570198" y="978081"/>
                </a:cubicBezTo>
                <a:close/>
                <a:moveTo>
                  <a:pt x="4557898" y="900011"/>
                </a:moveTo>
                <a:cubicBezTo>
                  <a:pt x="4330292" y="1199280"/>
                  <a:pt x="4335713" y="1567725"/>
                  <a:pt x="4344840" y="1922038"/>
                </a:cubicBezTo>
                <a:cubicBezTo>
                  <a:pt x="4360210" y="1836882"/>
                  <a:pt x="4369815" y="1750562"/>
                  <a:pt x="4378710" y="1665516"/>
                </a:cubicBezTo>
                <a:cubicBezTo>
                  <a:pt x="4393083" y="1529197"/>
                  <a:pt x="4407432" y="1388309"/>
                  <a:pt x="4448798" y="1253024"/>
                </a:cubicBezTo>
                <a:cubicBezTo>
                  <a:pt x="4458700" y="1221425"/>
                  <a:pt x="4469507" y="1189944"/>
                  <a:pt x="4480315" y="1158454"/>
                </a:cubicBezTo>
                <a:lnTo>
                  <a:pt x="4494133" y="1118676"/>
                </a:lnTo>
                <a:cubicBezTo>
                  <a:pt x="4518925" y="1046526"/>
                  <a:pt x="4539765" y="973431"/>
                  <a:pt x="4557898" y="900011"/>
                </a:cubicBezTo>
                <a:close/>
                <a:moveTo>
                  <a:pt x="5870151" y="898890"/>
                </a:moveTo>
                <a:cubicBezTo>
                  <a:pt x="5866911" y="898948"/>
                  <a:pt x="5864574" y="899121"/>
                  <a:pt x="5861335" y="899177"/>
                </a:cubicBezTo>
                <a:lnTo>
                  <a:pt x="5843702" y="899748"/>
                </a:lnTo>
                <a:cubicBezTo>
                  <a:pt x="5780018" y="902412"/>
                  <a:pt x="5714210" y="911192"/>
                  <a:pt x="5651107" y="920306"/>
                </a:cubicBezTo>
                <a:cubicBezTo>
                  <a:pt x="5588537" y="929031"/>
                  <a:pt x="5523624" y="937920"/>
                  <a:pt x="5459407" y="940975"/>
                </a:cubicBezTo>
                <a:cubicBezTo>
                  <a:pt x="5431523" y="942110"/>
                  <a:pt x="5402918" y="942237"/>
                  <a:pt x="5374846" y="941988"/>
                </a:cubicBezTo>
                <a:cubicBezTo>
                  <a:pt x="5336157" y="941792"/>
                  <a:pt x="5295497" y="942268"/>
                  <a:pt x="5256105" y="945632"/>
                </a:cubicBezTo>
                <a:cubicBezTo>
                  <a:pt x="5206829" y="950064"/>
                  <a:pt x="5155964" y="960232"/>
                  <a:pt x="5107071" y="969720"/>
                </a:cubicBezTo>
                <a:cubicBezTo>
                  <a:pt x="5071129" y="976700"/>
                  <a:pt x="5035177" y="983681"/>
                  <a:pt x="4998681" y="988771"/>
                </a:cubicBezTo>
                <a:cubicBezTo>
                  <a:pt x="5256175" y="1057755"/>
                  <a:pt x="5597864" y="989418"/>
                  <a:pt x="5870151" y="898890"/>
                </a:cubicBezTo>
                <a:close/>
                <a:moveTo>
                  <a:pt x="5504425" y="848067"/>
                </a:moveTo>
                <a:cubicBezTo>
                  <a:pt x="5313518" y="848319"/>
                  <a:pt x="5144450" y="894555"/>
                  <a:pt x="4968849" y="962318"/>
                </a:cubicBezTo>
                <a:cubicBezTo>
                  <a:pt x="5013986" y="957830"/>
                  <a:pt x="5059460" y="949291"/>
                  <a:pt x="5104039" y="940634"/>
                </a:cubicBezTo>
                <a:cubicBezTo>
                  <a:pt x="5153465" y="930752"/>
                  <a:pt x="5205230" y="920703"/>
                  <a:pt x="5256311" y="916490"/>
                </a:cubicBezTo>
                <a:cubicBezTo>
                  <a:pt x="5297138" y="912849"/>
                  <a:pt x="5338158" y="912871"/>
                  <a:pt x="5377381" y="912671"/>
                </a:cubicBezTo>
                <a:lnTo>
                  <a:pt x="5460148" y="911442"/>
                </a:lnTo>
                <a:cubicBezTo>
                  <a:pt x="5522934" y="908669"/>
                  <a:pt x="5586937" y="899666"/>
                  <a:pt x="5648971" y="891331"/>
                </a:cubicBezTo>
                <a:cubicBezTo>
                  <a:pt x="5712974" y="882328"/>
                  <a:pt x="5779324" y="873155"/>
                  <a:pt x="5844807" y="870718"/>
                </a:cubicBezTo>
                <a:lnTo>
                  <a:pt x="5862975" y="869756"/>
                </a:lnTo>
                <a:cubicBezTo>
                  <a:pt x="5882405" y="869405"/>
                  <a:pt x="5902011" y="868171"/>
                  <a:pt x="5920887" y="865929"/>
                </a:cubicBezTo>
                <a:cubicBezTo>
                  <a:pt x="5782825" y="855356"/>
                  <a:pt x="5643867" y="846954"/>
                  <a:pt x="5504425" y="848067"/>
                </a:cubicBezTo>
                <a:close/>
                <a:moveTo>
                  <a:pt x="3607114" y="467441"/>
                </a:moveTo>
                <a:cubicBezTo>
                  <a:pt x="3528124" y="599478"/>
                  <a:pt x="3410482" y="705343"/>
                  <a:pt x="3296242" y="807991"/>
                </a:cubicBezTo>
                <a:cubicBezTo>
                  <a:pt x="3255418" y="844446"/>
                  <a:pt x="3213877" y="882186"/>
                  <a:pt x="3174674" y="919759"/>
                </a:cubicBezTo>
                <a:cubicBezTo>
                  <a:pt x="3129209" y="963390"/>
                  <a:pt x="3085915" y="1010032"/>
                  <a:pt x="3042978" y="1054894"/>
                </a:cubicBezTo>
                <a:lnTo>
                  <a:pt x="2968914" y="1133756"/>
                </a:lnTo>
                <a:cubicBezTo>
                  <a:pt x="3001355" y="1109480"/>
                  <a:pt x="3045966" y="1074853"/>
                  <a:pt x="3103823" y="1026814"/>
                </a:cubicBezTo>
                <a:cubicBezTo>
                  <a:pt x="3260201" y="897449"/>
                  <a:pt x="3521192" y="681569"/>
                  <a:pt x="3607114" y="467441"/>
                </a:cubicBezTo>
                <a:close/>
                <a:moveTo>
                  <a:pt x="3744487" y="383136"/>
                </a:moveTo>
                <a:cubicBezTo>
                  <a:pt x="3789590" y="603780"/>
                  <a:pt x="3850997" y="811848"/>
                  <a:pt x="3970213" y="995559"/>
                </a:cubicBezTo>
                <a:cubicBezTo>
                  <a:pt x="3927384" y="796159"/>
                  <a:pt x="3865366" y="574806"/>
                  <a:pt x="3744487" y="383136"/>
                </a:cubicBezTo>
                <a:close/>
                <a:moveTo>
                  <a:pt x="3624562" y="367041"/>
                </a:moveTo>
                <a:cubicBezTo>
                  <a:pt x="3578160" y="403736"/>
                  <a:pt x="3532667" y="442805"/>
                  <a:pt x="3489712" y="485386"/>
                </a:cubicBezTo>
                <a:cubicBezTo>
                  <a:pt x="3380716" y="591858"/>
                  <a:pt x="3284219" y="714458"/>
                  <a:pt x="3182994" y="828265"/>
                </a:cubicBezTo>
                <a:cubicBezTo>
                  <a:pt x="3100902" y="919812"/>
                  <a:pt x="2899469" y="1135252"/>
                  <a:pt x="2892114" y="1172635"/>
                </a:cubicBezTo>
                <a:lnTo>
                  <a:pt x="3021459" y="1035385"/>
                </a:lnTo>
                <a:cubicBezTo>
                  <a:pt x="3064036" y="990026"/>
                  <a:pt x="3108229" y="943501"/>
                  <a:pt x="3153873" y="898971"/>
                </a:cubicBezTo>
                <a:cubicBezTo>
                  <a:pt x="3193783" y="860125"/>
                  <a:pt x="3235680" y="822883"/>
                  <a:pt x="3276511" y="786423"/>
                </a:cubicBezTo>
                <a:cubicBezTo>
                  <a:pt x="3390214" y="684175"/>
                  <a:pt x="3507852" y="578306"/>
                  <a:pt x="3584154" y="448218"/>
                </a:cubicBezTo>
                <a:cubicBezTo>
                  <a:pt x="3599491" y="421848"/>
                  <a:pt x="3612660" y="394752"/>
                  <a:pt x="3624562" y="367041"/>
                </a:cubicBezTo>
                <a:close/>
                <a:moveTo>
                  <a:pt x="3766672" y="359429"/>
                </a:moveTo>
                <a:cubicBezTo>
                  <a:pt x="3888797" y="549425"/>
                  <a:pt x="3952247" y="768223"/>
                  <a:pt x="3996338" y="968237"/>
                </a:cubicBezTo>
                <a:cubicBezTo>
                  <a:pt x="3973140" y="739339"/>
                  <a:pt x="3922473" y="455576"/>
                  <a:pt x="3766672" y="359429"/>
                </a:cubicBezTo>
                <a:close/>
                <a:moveTo>
                  <a:pt x="5805386" y="239240"/>
                </a:moveTo>
                <a:cubicBezTo>
                  <a:pt x="5783116" y="246988"/>
                  <a:pt x="5760847" y="254734"/>
                  <a:pt x="5736947" y="261367"/>
                </a:cubicBezTo>
                <a:cubicBezTo>
                  <a:pt x="5638133" y="287976"/>
                  <a:pt x="5538513" y="299897"/>
                  <a:pt x="5427012" y="311272"/>
                </a:cubicBezTo>
                <a:cubicBezTo>
                  <a:pt x="5345554" y="319953"/>
                  <a:pt x="5243942" y="330268"/>
                  <a:pt x="5147818" y="322112"/>
                </a:cubicBezTo>
                <a:cubicBezTo>
                  <a:pt x="5118835" y="319462"/>
                  <a:pt x="5090027" y="315925"/>
                  <a:pt x="5060854" y="311882"/>
                </a:cubicBezTo>
                <a:cubicBezTo>
                  <a:pt x="5021780" y="306636"/>
                  <a:pt x="4983964" y="301993"/>
                  <a:pt x="4945989" y="300516"/>
                </a:cubicBezTo>
                <a:cubicBezTo>
                  <a:pt x="5093776" y="343728"/>
                  <a:pt x="5255799" y="359063"/>
                  <a:pt x="5410479" y="348434"/>
                </a:cubicBezTo>
                <a:cubicBezTo>
                  <a:pt x="5535307" y="339607"/>
                  <a:pt x="5683741" y="304513"/>
                  <a:pt x="5805386" y="239240"/>
                </a:cubicBezTo>
                <a:close/>
                <a:moveTo>
                  <a:pt x="5905192" y="163079"/>
                </a:moveTo>
                <a:cubicBezTo>
                  <a:pt x="5892074" y="166484"/>
                  <a:pt x="5879136" y="168997"/>
                  <a:pt x="5865655" y="171901"/>
                </a:cubicBezTo>
                <a:cubicBezTo>
                  <a:pt x="5671371" y="212758"/>
                  <a:pt x="5464843" y="252569"/>
                  <a:pt x="5259740" y="257013"/>
                </a:cubicBezTo>
                <a:lnTo>
                  <a:pt x="5208466" y="257550"/>
                </a:lnTo>
                <a:cubicBezTo>
                  <a:pt x="5132177" y="258666"/>
                  <a:pt x="5054091" y="259560"/>
                  <a:pt x="4980204" y="271903"/>
                </a:cubicBezTo>
                <a:cubicBezTo>
                  <a:pt x="5009725" y="274165"/>
                  <a:pt x="5038894" y="278201"/>
                  <a:pt x="5068068" y="282244"/>
                </a:cubicBezTo>
                <a:cubicBezTo>
                  <a:pt x="5096338" y="286164"/>
                  <a:pt x="5124608" y="290090"/>
                  <a:pt x="5153231" y="292240"/>
                </a:cubicBezTo>
                <a:cubicBezTo>
                  <a:pt x="5246661" y="300067"/>
                  <a:pt x="5346469" y="289533"/>
                  <a:pt x="5426491" y="281128"/>
                </a:cubicBezTo>
                <a:cubicBezTo>
                  <a:pt x="5536189" y="269536"/>
                  <a:pt x="5634727" y="258390"/>
                  <a:pt x="5731212" y="231951"/>
                </a:cubicBezTo>
                <a:cubicBezTo>
                  <a:pt x="5794995" y="214721"/>
                  <a:pt x="5853525" y="191373"/>
                  <a:pt x="5905192" y="163079"/>
                </a:cubicBezTo>
                <a:close/>
                <a:moveTo>
                  <a:pt x="5944437" y="113829"/>
                </a:moveTo>
                <a:cubicBezTo>
                  <a:pt x="5917256" y="119186"/>
                  <a:pt x="5863594" y="140199"/>
                  <a:pt x="5825032" y="146405"/>
                </a:cubicBezTo>
                <a:cubicBezTo>
                  <a:pt x="5539893" y="189777"/>
                  <a:pt x="5237140" y="170377"/>
                  <a:pt x="4955599" y="247008"/>
                </a:cubicBezTo>
                <a:cubicBezTo>
                  <a:pt x="5038637" y="230314"/>
                  <a:pt x="5125543" y="229138"/>
                  <a:pt x="5210104" y="228123"/>
                </a:cubicBezTo>
                <a:lnTo>
                  <a:pt x="5261015" y="227087"/>
                </a:lnTo>
                <a:cubicBezTo>
                  <a:pt x="5463242" y="223204"/>
                  <a:pt x="5667966" y="183171"/>
                  <a:pt x="5861181" y="143093"/>
                </a:cubicBezTo>
                <a:cubicBezTo>
                  <a:pt x="5895331" y="135893"/>
                  <a:pt x="5928215" y="128080"/>
                  <a:pt x="5961252" y="114820"/>
                </a:cubicBezTo>
                <a:cubicBezTo>
                  <a:pt x="5959615" y="111998"/>
                  <a:pt x="5953497" y="112044"/>
                  <a:pt x="5944437" y="113829"/>
                </a:cubicBezTo>
                <a:close/>
                <a:moveTo>
                  <a:pt x="3882765" y="0"/>
                </a:moveTo>
                <a:lnTo>
                  <a:pt x="3995099" y="0"/>
                </a:lnTo>
                <a:lnTo>
                  <a:pt x="4163818" y="234104"/>
                </a:lnTo>
                <a:cubicBezTo>
                  <a:pt x="4167056" y="234046"/>
                  <a:pt x="4169933" y="233486"/>
                  <a:pt x="4172099" y="234207"/>
                </a:cubicBezTo>
                <a:cubicBezTo>
                  <a:pt x="4370329" y="290447"/>
                  <a:pt x="4575890" y="304753"/>
                  <a:pt x="4784282" y="276561"/>
                </a:cubicBezTo>
                <a:cubicBezTo>
                  <a:pt x="4788943" y="273941"/>
                  <a:pt x="4794689" y="270546"/>
                  <a:pt x="4801687" y="267764"/>
                </a:cubicBezTo>
                <a:cubicBezTo>
                  <a:pt x="5207052" y="98325"/>
                  <a:pt x="5661672" y="149587"/>
                  <a:pt x="6082788" y="64119"/>
                </a:cubicBezTo>
                <a:cubicBezTo>
                  <a:pt x="6097705" y="60940"/>
                  <a:pt x="6122565" y="65809"/>
                  <a:pt x="6099442" y="82568"/>
                </a:cubicBezTo>
                <a:cubicBezTo>
                  <a:pt x="5702970" y="366122"/>
                  <a:pt x="5250177" y="483706"/>
                  <a:pt x="4804137" y="320931"/>
                </a:cubicBezTo>
                <a:cubicBezTo>
                  <a:pt x="4608728" y="353445"/>
                  <a:pt x="4415104" y="351091"/>
                  <a:pt x="4227047" y="313415"/>
                </a:cubicBezTo>
                <a:cubicBezTo>
                  <a:pt x="4265992" y="361495"/>
                  <a:pt x="4305481" y="409180"/>
                  <a:pt x="4346041" y="456086"/>
                </a:cubicBezTo>
                <a:cubicBezTo>
                  <a:pt x="4508645" y="644218"/>
                  <a:pt x="4684629" y="811207"/>
                  <a:pt x="4870967" y="963061"/>
                </a:cubicBezTo>
                <a:cubicBezTo>
                  <a:pt x="4877428" y="960662"/>
                  <a:pt x="4883360" y="958653"/>
                  <a:pt x="4889647" y="957147"/>
                </a:cubicBezTo>
                <a:cubicBezTo>
                  <a:pt x="5063790" y="885104"/>
                  <a:pt x="5235998" y="820573"/>
                  <a:pt x="5422504" y="805191"/>
                </a:cubicBezTo>
                <a:cubicBezTo>
                  <a:pt x="5643719" y="786779"/>
                  <a:pt x="5869113" y="808075"/>
                  <a:pt x="6087656" y="826703"/>
                </a:cubicBezTo>
                <a:cubicBezTo>
                  <a:pt x="6118977" y="829180"/>
                  <a:pt x="6064821" y="863092"/>
                  <a:pt x="6058717" y="865992"/>
                </a:cubicBezTo>
                <a:cubicBezTo>
                  <a:pt x="5757093" y="988464"/>
                  <a:pt x="5312094" y="1115658"/>
                  <a:pt x="4974153" y="1045456"/>
                </a:cubicBezTo>
                <a:cubicBezTo>
                  <a:pt x="5180499" y="1203411"/>
                  <a:pt x="5398986" y="1344171"/>
                  <a:pt x="5627835" y="1472077"/>
                </a:cubicBezTo>
                <a:cubicBezTo>
                  <a:pt x="5628372" y="1471688"/>
                  <a:pt x="5629279" y="1471800"/>
                  <a:pt x="5629817" y="1471412"/>
                </a:cubicBezTo>
                <a:cubicBezTo>
                  <a:pt x="5631249" y="1471132"/>
                  <a:pt x="5633225" y="1470462"/>
                  <a:pt x="5634124" y="1470572"/>
                </a:cubicBezTo>
                <a:cubicBezTo>
                  <a:pt x="5647257" y="1469448"/>
                  <a:pt x="5751167" y="1386498"/>
                  <a:pt x="5755832" y="1383886"/>
                </a:cubicBezTo>
                <a:cubicBezTo>
                  <a:pt x="5837996" y="1338827"/>
                  <a:pt x="5925989" y="1306339"/>
                  <a:pt x="6014186" y="1279799"/>
                </a:cubicBezTo>
                <a:cubicBezTo>
                  <a:pt x="6310230" y="1190367"/>
                  <a:pt x="6608567" y="1157268"/>
                  <a:pt x="6901619" y="1047874"/>
                </a:cubicBezTo>
                <a:cubicBezTo>
                  <a:pt x="6921553" y="1040293"/>
                  <a:pt x="6976591" y="1037028"/>
                  <a:pt x="6931566" y="1062034"/>
                </a:cubicBezTo>
                <a:cubicBezTo>
                  <a:pt x="6610108" y="1243134"/>
                  <a:pt x="6183662" y="1573592"/>
                  <a:pt x="5790982" y="1561380"/>
                </a:cubicBezTo>
                <a:cubicBezTo>
                  <a:pt x="5920545" y="1629240"/>
                  <a:pt x="6053507" y="1693876"/>
                  <a:pt x="6188971" y="1755168"/>
                </a:cubicBezTo>
                <a:cubicBezTo>
                  <a:pt x="6193458" y="1753446"/>
                  <a:pt x="6198307" y="1752214"/>
                  <a:pt x="6202446" y="1752268"/>
                </a:cubicBezTo>
                <a:cubicBezTo>
                  <a:pt x="6504288" y="1570118"/>
                  <a:pt x="6833930" y="1471594"/>
                  <a:pt x="7179560" y="1467551"/>
                </a:cubicBezTo>
                <a:cubicBezTo>
                  <a:pt x="7221126" y="1467186"/>
                  <a:pt x="7172003" y="1501258"/>
                  <a:pt x="7158730" y="1507835"/>
                </a:cubicBezTo>
                <a:cubicBezTo>
                  <a:pt x="6888412" y="1630502"/>
                  <a:pt x="6618589" y="1809287"/>
                  <a:pt x="6326959" y="1817686"/>
                </a:cubicBezTo>
                <a:lnTo>
                  <a:pt x="6537433" y="1907790"/>
                </a:lnTo>
                <a:cubicBezTo>
                  <a:pt x="6542473" y="1907949"/>
                  <a:pt x="6546435" y="1908891"/>
                  <a:pt x="6550221" y="1910729"/>
                </a:cubicBezTo>
                <a:cubicBezTo>
                  <a:pt x="6742694" y="1932993"/>
                  <a:pt x="6849771" y="2068278"/>
                  <a:pt x="6964438" y="2209505"/>
                </a:cubicBezTo>
                <a:cubicBezTo>
                  <a:pt x="7113162" y="2393201"/>
                  <a:pt x="7266286" y="2592015"/>
                  <a:pt x="7367862" y="2806833"/>
                </a:cubicBezTo>
                <a:cubicBezTo>
                  <a:pt x="7371456" y="2814338"/>
                  <a:pt x="7369522" y="2821080"/>
                  <a:pt x="7364329" y="2826907"/>
                </a:cubicBezTo>
                <a:cubicBezTo>
                  <a:pt x="7348741" y="2844389"/>
                  <a:pt x="7303788" y="2853651"/>
                  <a:pt x="7290545" y="2850663"/>
                </a:cubicBezTo>
                <a:cubicBezTo>
                  <a:pt x="6859896" y="2738539"/>
                  <a:pt x="6609607" y="2342306"/>
                  <a:pt x="6472036" y="1959003"/>
                </a:cubicBezTo>
                <a:cubicBezTo>
                  <a:pt x="6239391" y="1862081"/>
                  <a:pt x="6011946" y="1759868"/>
                  <a:pt x="5792897" y="1647747"/>
                </a:cubicBezTo>
                <a:cubicBezTo>
                  <a:pt x="5817125" y="1702679"/>
                  <a:pt x="5838127" y="1759942"/>
                  <a:pt x="5842751" y="1816112"/>
                </a:cubicBezTo>
                <a:cubicBezTo>
                  <a:pt x="5844184" y="1815832"/>
                  <a:pt x="5846161" y="1815162"/>
                  <a:pt x="5847424" y="1815776"/>
                </a:cubicBezTo>
                <a:cubicBezTo>
                  <a:pt x="6140442" y="1830791"/>
                  <a:pt x="6291873" y="2115536"/>
                  <a:pt x="6399821" y="2344799"/>
                </a:cubicBezTo>
                <a:cubicBezTo>
                  <a:pt x="6413837" y="2374329"/>
                  <a:pt x="6342916" y="2402075"/>
                  <a:pt x="6323232" y="2389634"/>
                </a:cubicBezTo>
                <a:cubicBezTo>
                  <a:pt x="6177906" y="2301146"/>
                  <a:pt x="6052833" y="2198747"/>
                  <a:pt x="5942958" y="2077708"/>
                </a:cubicBezTo>
                <a:cubicBezTo>
                  <a:pt x="5949243" y="2174636"/>
                  <a:pt x="5937179" y="2273417"/>
                  <a:pt x="5921559" y="2378596"/>
                </a:cubicBezTo>
                <a:cubicBezTo>
                  <a:pt x="5888539" y="2593290"/>
                  <a:pt x="5878937" y="2813146"/>
                  <a:pt x="5817651" y="3023919"/>
                </a:cubicBezTo>
                <a:cubicBezTo>
                  <a:pt x="5810408" y="3049005"/>
                  <a:pt x="5741174" y="3089270"/>
                  <a:pt x="5729634" y="3051849"/>
                </a:cubicBezTo>
                <a:cubicBezTo>
                  <a:pt x="5657096" y="2815984"/>
                  <a:pt x="5581632" y="2571559"/>
                  <a:pt x="5611018" y="2316769"/>
                </a:cubicBezTo>
                <a:cubicBezTo>
                  <a:pt x="5622715" y="2217484"/>
                  <a:pt x="5656813" y="2135538"/>
                  <a:pt x="5687608" y="2039972"/>
                </a:cubicBezTo>
                <a:cubicBezTo>
                  <a:pt x="5744741" y="1859679"/>
                  <a:pt x="5733310" y="1742061"/>
                  <a:pt x="5657554" y="1576445"/>
                </a:cubicBezTo>
                <a:cubicBezTo>
                  <a:pt x="5483232" y="1483028"/>
                  <a:pt x="5313009" y="1382833"/>
                  <a:pt x="5150475" y="1274012"/>
                </a:cubicBezTo>
                <a:cubicBezTo>
                  <a:pt x="5326569" y="1559959"/>
                  <a:pt x="5457991" y="1838600"/>
                  <a:pt x="5349142" y="2204405"/>
                </a:cubicBezTo>
                <a:cubicBezTo>
                  <a:pt x="5342604" y="2225928"/>
                  <a:pt x="5273881" y="2261245"/>
                  <a:pt x="5262214" y="2233836"/>
                </a:cubicBezTo>
                <a:cubicBezTo>
                  <a:pt x="5160759" y="2006724"/>
                  <a:pt x="5064863" y="1777114"/>
                  <a:pt x="4981539" y="1542201"/>
                </a:cubicBezTo>
                <a:cubicBezTo>
                  <a:pt x="4932755" y="1405876"/>
                  <a:pt x="4893729" y="1278486"/>
                  <a:pt x="4958461" y="1136957"/>
                </a:cubicBezTo>
                <a:cubicBezTo>
                  <a:pt x="4854219" y="1059900"/>
                  <a:pt x="4753195" y="978221"/>
                  <a:pt x="4655015" y="891426"/>
                </a:cubicBezTo>
                <a:cubicBezTo>
                  <a:pt x="4700834" y="1342763"/>
                  <a:pt x="4530476" y="1779853"/>
                  <a:pt x="4348002" y="2205895"/>
                </a:cubicBezTo>
                <a:cubicBezTo>
                  <a:pt x="4337873" y="2229260"/>
                  <a:pt x="4261560" y="2258626"/>
                  <a:pt x="4262250" y="2219972"/>
                </a:cubicBezTo>
                <a:cubicBezTo>
                  <a:pt x="4268663" y="1744520"/>
                  <a:pt x="4175629" y="1214471"/>
                  <a:pt x="4550611" y="817540"/>
                </a:cubicBezTo>
                <a:cubicBezTo>
                  <a:pt x="4554014" y="814312"/>
                  <a:pt x="4558850" y="810804"/>
                  <a:pt x="4564418" y="808293"/>
                </a:cubicBezTo>
                <a:cubicBezTo>
                  <a:pt x="4461330" y="711325"/>
                  <a:pt x="4361455" y="609738"/>
                  <a:pt x="4266388" y="500083"/>
                </a:cubicBezTo>
                <a:cubicBezTo>
                  <a:pt x="4185451" y="406519"/>
                  <a:pt x="4107556" y="310364"/>
                  <a:pt x="4032842" y="211809"/>
                </a:cubicBezTo>
                <a:lnTo>
                  <a:pt x="3882765" y="0"/>
                </a:lnTo>
                <a:close/>
                <a:moveTo>
                  <a:pt x="3721337" y="0"/>
                </a:moveTo>
                <a:lnTo>
                  <a:pt x="3797544" y="0"/>
                </a:lnTo>
                <a:lnTo>
                  <a:pt x="3775734" y="95131"/>
                </a:lnTo>
                <a:cubicBezTo>
                  <a:pt x="3762598" y="156923"/>
                  <a:pt x="3748081" y="217234"/>
                  <a:pt x="3724807" y="272257"/>
                </a:cubicBezTo>
                <a:cubicBezTo>
                  <a:pt x="3725550" y="275539"/>
                  <a:pt x="3726109" y="279707"/>
                  <a:pt x="3726844" y="282988"/>
                </a:cubicBezTo>
                <a:cubicBezTo>
                  <a:pt x="3732776" y="280979"/>
                  <a:pt x="3739065" y="279475"/>
                  <a:pt x="3742664" y="279918"/>
                </a:cubicBezTo>
                <a:cubicBezTo>
                  <a:pt x="4076263" y="313585"/>
                  <a:pt x="4081377" y="922622"/>
                  <a:pt x="4103910" y="1161917"/>
                </a:cubicBezTo>
                <a:cubicBezTo>
                  <a:pt x="4106010" y="1184045"/>
                  <a:pt x="4034389" y="1215360"/>
                  <a:pt x="4020269" y="1200406"/>
                </a:cubicBezTo>
                <a:cubicBezTo>
                  <a:pt x="3826459" y="997506"/>
                  <a:pt x="3735339" y="752983"/>
                  <a:pt x="3674882" y="488524"/>
                </a:cubicBezTo>
                <a:cubicBezTo>
                  <a:pt x="3559684" y="713184"/>
                  <a:pt x="3278706" y="925237"/>
                  <a:pt x="3132682" y="1072284"/>
                </a:cubicBezTo>
                <a:cubicBezTo>
                  <a:pt x="3002939" y="1202191"/>
                  <a:pt x="2899935" y="1287527"/>
                  <a:pt x="2716346" y="1276376"/>
                </a:cubicBezTo>
                <a:cubicBezTo>
                  <a:pt x="2700863" y="1275390"/>
                  <a:pt x="2710506" y="1261536"/>
                  <a:pt x="2716772" y="1255462"/>
                </a:cubicBezTo>
                <a:cubicBezTo>
                  <a:pt x="2980750" y="993927"/>
                  <a:pt x="3207119" y="698608"/>
                  <a:pt x="3471096" y="437072"/>
                </a:cubicBezTo>
                <a:cubicBezTo>
                  <a:pt x="3516376" y="392044"/>
                  <a:pt x="3602281" y="339698"/>
                  <a:pt x="3639057" y="286334"/>
                </a:cubicBezTo>
                <a:cubicBezTo>
                  <a:pt x="3639591" y="285947"/>
                  <a:pt x="3639767" y="285058"/>
                  <a:pt x="3640309" y="284664"/>
                </a:cubicBezTo>
                <a:cubicBezTo>
                  <a:pt x="3642272" y="281720"/>
                  <a:pt x="3644597" y="279273"/>
                  <a:pt x="3646022" y="276711"/>
                </a:cubicBezTo>
                <a:cubicBezTo>
                  <a:pt x="3677659" y="221350"/>
                  <a:pt x="3693078" y="144742"/>
                  <a:pt x="3707943" y="65958"/>
                </a:cubicBezTo>
                <a:lnTo>
                  <a:pt x="3721337" y="0"/>
                </a:lnTo>
                <a:close/>
                <a:moveTo>
                  <a:pt x="2867960" y="0"/>
                </a:moveTo>
                <a:lnTo>
                  <a:pt x="2926351" y="0"/>
                </a:lnTo>
                <a:lnTo>
                  <a:pt x="2902823" y="262929"/>
                </a:lnTo>
                <a:cubicBezTo>
                  <a:pt x="2913215" y="221824"/>
                  <a:pt x="2926844" y="180662"/>
                  <a:pt x="2940663" y="140884"/>
                </a:cubicBezTo>
                <a:lnTo>
                  <a:pt x="2947039" y="122524"/>
                </a:lnTo>
                <a:lnTo>
                  <a:pt x="2984316" y="0"/>
                </a:lnTo>
                <a:lnTo>
                  <a:pt x="3016114" y="0"/>
                </a:lnTo>
                <a:lnTo>
                  <a:pt x="2979949" y="119274"/>
                </a:lnTo>
                <a:lnTo>
                  <a:pt x="3023879" y="0"/>
                </a:lnTo>
                <a:lnTo>
                  <a:pt x="3105400" y="0"/>
                </a:lnTo>
                <a:lnTo>
                  <a:pt x="3094669" y="30308"/>
                </a:lnTo>
                <a:cubicBezTo>
                  <a:pt x="3037894" y="178003"/>
                  <a:pt x="2973232" y="323305"/>
                  <a:pt x="2901945" y="466538"/>
                </a:cubicBezTo>
                <a:cubicBezTo>
                  <a:pt x="2895180" y="479835"/>
                  <a:pt x="2815686" y="518381"/>
                  <a:pt x="2815209" y="497361"/>
                </a:cubicBezTo>
                <a:cubicBezTo>
                  <a:pt x="2812746" y="375148"/>
                  <a:pt x="2825702" y="251298"/>
                  <a:pt x="2844845" y="127638"/>
                </a:cubicBezTo>
                <a:lnTo>
                  <a:pt x="2867960" y="0"/>
                </a:lnTo>
                <a:close/>
                <a:moveTo>
                  <a:pt x="1057230" y="0"/>
                </a:moveTo>
                <a:lnTo>
                  <a:pt x="1111003" y="0"/>
                </a:lnTo>
                <a:lnTo>
                  <a:pt x="1125553" y="52588"/>
                </a:lnTo>
                <a:cubicBezTo>
                  <a:pt x="1174409" y="196547"/>
                  <a:pt x="1244674" y="336170"/>
                  <a:pt x="1304276" y="476275"/>
                </a:cubicBezTo>
                <a:cubicBezTo>
                  <a:pt x="1351896" y="589579"/>
                  <a:pt x="1459984" y="863646"/>
                  <a:pt x="1492066" y="886333"/>
                </a:cubicBezTo>
                <a:lnTo>
                  <a:pt x="1423698" y="710817"/>
                </a:lnTo>
                <a:cubicBezTo>
                  <a:pt x="1401022" y="652964"/>
                  <a:pt x="1378015" y="593152"/>
                  <a:pt x="1357609" y="532892"/>
                </a:cubicBezTo>
                <a:cubicBezTo>
                  <a:pt x="1339853" y="480241"/>
                  <a:pt x="1324587" y="426487"/>
                  <a:pt x="1309550" y="374031"/>
                </a:cubicBezTo>
                <a:cubicBezTo>
                  <a:pt x="1277632" y="264242"/>
                  <a:pt x="1244842" y="151584"/>
                  <a:pt x="1193673" y="49533"/>
                </a:cubicBezTo>
                <a:lnTo>
                  <a:pt x="1164391" y="0"/>
                </a:lnTo>
                <a:lnTo>
                  <a:pt x="1200666" y="0"/>
                </a:lnTo>
                <a:lnTo>
                  <a:pt x="1223408" y="38996"/>
                </a:lnTo>
                <a:cubicBezTo>
                  <a:pt x="1274817" y="142454"/>
                  <a:pt x="1307626" y="255236"/>
                  <a:pt x="1339635" y="365517"/>
                </a:cubicBezTo>
                <a:cubicBezTo>
                  <a:pt x="1354670" y="417965"/>
                  <a:pt x="1370587" y="471608"/>
                  <a:pt x="1387469" y="523079"/>
                </a:cubicBezTo>
                <a:cubicBezTo>
                  <a:pt x="1407105" y="582792"/>
                  <a:pt x="1430659" y="641842"/>
                  <a:pt x="1452685" y="699806"/>
                </a:cubicBezTo>
                <a:lnTo>
                  <a:pt x="1492092" y="800424"/>
                </a:lnTo>
                <a:cubicBezTo>
                  <a:pt x="1484618" y="760762"/>
                  <a:pt x="1473155" y="705686"/>
                  <a:pt x="1455302" y="632913"/>
                </a:cubicBezTo>
                <a:cubicBezTo>
                  <a:pt x="1413478" y="460985"/>
                  <a:pt x="1347194" y="188426"/>
                  <a:pt x="1222336" y="9480"/>
                </a:cubicBezTo>
                <a:lnTo>
                  <a:pt x="1214634" y="0"/>
                </a:lnTo>
                <a:lnTo>
                  <a:pt x="1289827" y="0"/>
                </a:lnTo>
                <a:lnTo>
                  <a:pt x="1321076" y="59722"/>
                </a:lnTo>
                <a:cubicBezTo>
                  <a:pt x="1409905" y="250193"/>
                  <a:pt x="1460341" y="480374"/>
                  <a:pt x="1512579" y="626441"/>
                </a:cubicBezTo>
                <a:cubicBezTo>
                  <a:pt x="1573756" y="799163"/>
                  <a:pt x="1605359" y="928641"/>
                  <a:pt x="1506076" y="1089289"/>
                </a:cubicBezTo>
                <a:cubicBezTo>
                  <a:pt x="1497659" y="1102817"/>
                  <a:pt x="1489109" y="1088176"/>
                  <a:pt x="1486346" y="1079919"/>
                </a:cubicBezTo>
                <a:cubicBezTo>
                  <a:pt x="1364522" y="729689"/>
                  <a:pt x="1192335" y="398839"/>
                  <a:pt x="1070511" y="48609"/>
                </a:cubicBezTo>
                <a:lnTo>
                  <a:pt x="1057230" y="0"/>
                </a:lnTo>
                <a:close/>
                <a:moveTo>
                  <a:pt x="43151" y="0"/>
                </a:moveTo>
                <a:lnTo>
                  <a:pt x="95283" y="0"/>
                </a:lnTo>
                <a:lnTo>
                  <a:pt x="300708" y="154571"/>
                </a:lnTo>
                <a:cubicBezTo>
                  <a:pt x="379729" y="218614"/>
                  <a:pt x="456466" y="285481"/>
                  <a:pt x="530414" y="354673"/>
                </a:cubicBezTo>
                <a:cubicBezTo>
                  <a:pt x="466701" y="288424"/>
                  <a:pt x="401285" y="223977"/>
                  <a:pt x="333785" y="161564"/>
                </a:cubicBezTo>
                <a:lnTo>
                  <a:pt x="147005" y="0"/>
                </a:lnTo>
                <a:lnTo>
                  <a:pt x="272509" y="0"/>
                </a:lnTo>
                <a:lnTo>
                  <a:pt x="326276" y="45847"/>
                </a:lnTo>
                <a:cubicBezTo>
                  <a:pt x="505803" y="208268"/>
                  <a:pt x="670600" y="385490"/>
                  <a:pt x="823759" y="574145"/>
                </a:cubicBezTo>
                <a:cubicBezTo>
                  <a:pt x="833168" y="585952"/>
                  <a:pt x="831522" y="674146"/>
                  <a:pt x="811254" y="665546"/>
                </a:cubicBezTo>
                <a:cubicBezTo>
                  <a:pt x="575890" y="564984"/>
                  <a:pt x="364063" y="406029"/>
                  <a:pt x="154042" y="261522"/>
                </a:cubicBezTo>
                <a:cubicBezTo>
                  <a:pt x="104946" y="227663"/>
                  <a:pt x="58037" y="193597"/>
                  <a:pt x="13550" y="158423"/>
                </a:cubicBezTo>
                <a:lnTo>
                  <a:pt x="0" y="146618"/>
                </a:lnTo>
                <a:lnTo>
                  <a:pt x="0" y="59161"/>
                </a:lnTo>
                <a:lnTo>
                  <a:pt x="45427" y="101078"/>
                </a:lnTo>
                <a:cubicBezTo>
                  <a:pt x="223783" y="254949"/>
                  <a:pt x="433006" y="385896"/>
                  <a:pt x="630103" y="485885"/>
                </a:cubicBezTo>
                <a:cubicBezTo>
                  <a:pt x="595938" y="458865"/>
                  <a:pt x="563284" y="428899"/>
                  <a:pt x="532040" y="399359"/>
                </a:cubicBezTo>
                <a:lnTo>
                  <a:pt x="517618" y="385726"/>
                </a:lnTo>
                <a:cubicBezTo>
                  <a:pt x="442853" y="315667"/>
                  <a:pt x="365106" y="247799"/>
                  <a:pt x="285074" y="182755"/>
                </a:cubicBezTo>
                <a:lnTo>
                  <a:pt x="43151" y="0"/>
                </a:ln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ED888B23-07FA-482A-96DF-47E31AF1A6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7200" y="990600"/>
            <a:ext cx="11277600" cy="48768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>
            <a:outerShdw blurRad="317500" algn="ctr" rotWithShape="0">
              <a:schemeClr val="tx1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A627B91-56C2-FF2B-7827-BE40FB324D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1" y="1676400"/>
            <a:ext cx="3581399" cy="1216153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34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5. Transaction Control Language</a:t>
            </a:r>
            <a:endParaRPr lang="en-US" sz="3400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43421169-60D8-F296-182B-3066420DE5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3001" y="2867153"/>
            <a:ext cx="3581399" cy="1752599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Ctr="0" compatLnSpc="1">
            <a:prstTxWarp prst="textNoShape">
              <a:avLst/>
            </a:prstTxWarp>
            <a:normAutofit/>
          </a:bodyPr>
          <a:lstStyle/>
          <a:p>
            <a:pPr marL="0" marR="0" lvl="0" indent="-2286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>
                    <a:alpha val="55000"/>
                  </a:schemeClr>
                </a:solidFill>
                <a:effectLst/>
              </a:rPr>
              <a:t>TCL commands manage transactions in relational databases, ensuring data integrity and consistency. These commands are used to commit changes or roll back operations in case of errors.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C1F6DECB-50B7-86E9-F4F0-FC3EFFE8218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49181530"/>
              </p:ext>
            </p:extLst>
          </p:nvPr>
        </p:nvGraphicFramePr>
        <p:xfrm>
          <a:off x="5410202" y="1927413"/>
          <a:ext cx="5638799" cy="30031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72230">
                  <a:extLst>
                    <a:ext uri="{9D8B030D-6E8A-4147-A177-3AD203B41FA5}">
                      <a16:colId xmlns:a16="http://schemas.microsoft.com/office/drawing/2014/main" val="2895851485"/>
                    </a:ext>
                  </a:extLst>
                </a:gridCol>
                <a:gridCol w="3066569">
                  <a:extLst>
                    <a:ext uri="{9D8B030D-6E8A-4147-A177-3AD203B41FA5}">
                      <a16:colId xmlns:a16="http://schemas.microsoft.com/office/drawing/2014/main" val="4020838601"/>
                    </a:ext>
                  </a:extLst>
                </a:gridCol>
              </a:tblGrid>
              <a:tr h="395007">
                <a:tc>
                  <a:txBody>
                    <a:bodyPr/>
                    <a:lstStyle/>
                    <a:p>
                      <a:pPr algn="just" rtl="0" fontAlgn="base">
                        <a:spcAft>
                          <a:spcPts val="750"/>
                        </a:spcAft>
                        <a:buNone/>
                      </a:pPr>
                      <a:r>
                        <a:rPr lang="en-GB" sz="1300" b="1">
                          <a:effectLst/>
                        </a:rPr>
                        <a:t>Command</a:t>
                      </a:r>
                    </a:p>
                  </a:txBody>
                  <a:tcPr marL="33433" marR="33433" marT="83583" marB="83583" anchor="ctr"/>
                </a:tc>
                <a:tc>
                  <a:txBody>
                    <a:bodyPr/>
                    <a:lstStyle/>
                    <a:p>
                      <a:pPr algn="just" rtl="0" fontAlgn="base">
                        <a:spcAft>
                          <a:spcPts val="750"/>
                        </a:spcAft>
                        <a:buNone/>
                      </a:pPr>
                      <a:r>
                        <a:rPr lang="en-GB" sz="1300" b="1">
                          <a:effectLst/>
                        </a:rPr>
                        <a:t>Description</a:t>
                      </a:r>
                    </a:p>
                  </a:txBody>
                  <a:tcPr marL="83583" marR="83583" marT="83583" marB="83583" anchor="ctr"/>
                </a:tc>
                <a:extLst>
                  <a:ext uri="{0D108BD9-81ED-4DB2-BD59-A6C34878D82A}">
                    <a16:rowId xmlns:a16="http://schemas.microsoft.com/office/drawing/2014/main" val="3787659164"/>
                  </a:ext>
                </a:extLst>
              </a:tr>
              <a:tr h="989793">
                <a:tc>
                  <a:txBody>
                    <a:bodyPr/>
                    <a:lstStyle/>
                    <a:p>
                      <a:pPr algn="just" rtl="0" fontAlgn="base">
                        <a:spcAft>
                          <a:spcPts val="750"/>
                        </a:spcAft>
                        <a:buNone/>
                      </a:pPr>
                      <a:r>
                        <a:rPr lang="en-GB" sz="1600" b="1">
                          <a:effectLst/>
                        </a:rPr>
                        <a:t>COMMIT</a:t>
                      </a:r>
                    </a:p>
                  </a:txBody>
                  <a:tcPr marL="33433" marR="33433" marT="54194" marB="54194" anchor="ctr"/>
                </a:tc>
                <a:tc>
                  <a:txBody>
                    <a:bodyPr/>
                    <a:lstStyle/>
                    <a:p>
                      <a:pPr algn="just" rtl="0" fontAlgn="base">
                        <a:spcAft>
                          <a:spcPts val="750"/>
                        </a:spcAft>
                        <a:buNone/>
                      </a:pPr>
                      <a:r>
                        <a:rPr lang="en-GB" sz="1200" b="0">
                          <a:effectLst/>
                        </a:rPr>
                        <a:t>Saves all changes made during the current transaction on a permanent basis. Some databases provide an auto-commit feature, which can be configured using settings.</a:t>
                      </a:r>
                    </a:p>
                  </a:txBody>
                  <a:tcPr marL="83583" marR="83583" marT="117014" marB="117014" anchor="ctr"/>
                </a:tc>
                <a:extLst>
                  <a:ext uri="{0D108BD9-81ED-4DB2-BD59-A6C34878D82A}">
                    <a16:rowId xmlns:a16="http://schemas.microsoft.com/office/drawing/2014/main" val="4263365377"/>
                  </a:ext>
                </a:extLst>
              </a:tr>
              <a:tr h="809188">
                <a:tc>
                  <a:txBody>
                    <a:bodyPr/>
                    <a:lstStyle/>
                    <a:p>
                      <a:pPr algn="just" rtl="0" fontAlgn="base">
                        <a:spcAft>
                          <a:spcPts val="750"/>
                        </a:spcAft>
                        <a:buNone/>
                      </a:pPr>
                      <a:r>
                        <a:rPr lang="en-GB" sz="1600" b="1">
                          <a:effectLst/>
                        </a:rPr>
                        <a:t>ROLLBACK</a:t>
                      </a:r>
                    </a:p>
                  </a:txBody>
                  <a:tcPr marL="33433" marR="33433" marT="54194" marB="54194" anchor="ctr"/>
                </a:tc>
                <a:tc>
                  <a:txBody>
                    <a:bodyPr/>
                    <a:lstStyle/>
                    <a:p>
                      <a:pPr algn="just" rtl="0" fontAlgn="base">
                        <a:spcAft>
                          <a:spcPts val="750"/>
                        </a:spcAft>
                        <a:buNone/>
                      </a:pPr>
                      <a:r>
                        <a:rPr lang="en-GB" sz="1200" b="0">
                          <a:effectLst/>
                        </a:rPr>
                        <a:t>Reverts changes made during the current transaction, ensuring no unwanted changes are saved.</a:t>
                      </a:r>
                    </a:p>
                  </a:txBody>
                  <a:tcPr marL="83583" marR="83583" marT="117014" marB="117014" anchor="ctr"/>
                </a:tc>
                <a:extLst>
                  <a:ext uri="{0D108BD9-81ED-4DB2-BD59-A6C34878D82A}">
                    <a16:rowId xmlns:a16="http://schemas.microsoft.com/office/drawing/2014/main" val="4124622292"/>
                  </a:ext>
                </a:extLst>
              </a:tr>
              <a:tr h="809188">
                <a:tc>
                  <a:txBody>
                    <a:bodyPr/>
                    <a:lstStyle/>
                    <a:p>
                      <a:pPr algn="just" rtl="0" fontAlgn="base">
                        <a:spcAft>
                          <a:spcPts val="750"/>
                        </a:spcAft>
                        <a:buNone/>
                      </a:pPr>
                      <a:r>
                        <a:rPr lang="en-GB" sz="1600" b="1">
                          <a:effectLst/>
                        </a:rPr>
                        <a:t>SAVEPOINT</a:t>
                      </a:r>
                    </a:p>
                  </a:txBody>
                  <a:tcPr marL="33433" marR="33433" marT="54194" marB="54194" anchor="ctr"/>
                </a:tc>
                <a:tc>
                  <a:txBody>
                    <a:bodyPr/>
                    <a:lstStyle/>
                    <a:p>
                      <a:pPr algn="just" rtl="0" fontAlgn="base">
                        <a:spcAft>
                          <a:spcPts val="750"/>
                        </a:spcAft>
                        <a:buNone/>
                      </a:pPr>
                      <a:r>
                        <a:rPr lang="en-GB" sz="1200" b="0">
                          <a:effectLst/>
                        </a:rPr>
                        <a:t>Sets a point within a transaction to which changes can be rolled back, allowing partial rollbacks</a:t>
                      </a:r>
                    </a:p>
                  </a:txBody>
                  <a:tcPr marL="83583" marR="83583" marT="117014" marB="117014" anchor="ctr"/>
                </a:tc>
                <a:extLst>
                  <a:ext uri="{0D108BD9-81ED-4DB2-BD59-A6C34878D82A}">
                    <a16:rowId xmlns:a16="http://schemas.microsoft.com/office/drawing/2014/main" val="293972436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169767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15F121-D2A4-BDE6-0592-512B1876F6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6920" y="233045"/>
            <a:ext cx="10515600" cy="1138555"/>
          </a:xfrm>
        </p:spPr>
        <p:txBody>
          <a:bodyPr>
            <a:normAutofit fontScale="90000"/>
          </a:bodyPr>
          <a:lstStyle/>
          <a:p>
            <a:r>
              <a:rPr lang="en-GB" b="1" dirty="0"/>
              <a:t>Benefits of SQL</a:t>
            </a:r>
            <a:br>
              <a:rPr lang="en-GB" b="1" dirty="0"/>
            </a:br>
            <a:endParaRPr lang="en-US"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5770BFD-CDCB-9953-7DD4-1CD71E86D75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09496825"/>
              </p:ext>
            </p:extLst>
          </p:nvPr>
        </p:nvGraphicFramePr>
        <p:xfrm>
          <a:off x="756920" y="149034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11386239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3B021B3-DE93-4AB7-8A18-CF5F1CED88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012088B-BEB7-9473-DC0A-6B1D9F52C8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256032"/>
            <a:ext cx="10506456" cy="1014984"/>
          </a:xfrm>
        </p:spPr>
        <p:txBody>
          <a:bodyPr anchor="b">
            <a:normAutofit/>
          </a:bodyPr>
          <a:lstStyle/>
          <a:p>
            <a:r>
              <a:rPr lang="en-GB" sz="3100" b="1"/>
              <a:t>Limitations of SQL</a:t>
            </a:r>
            <a:br>
              <a:rPr lang="en-GB" sz="3100" b="1"/>
            </a:br>
            <a:endParaRPr lang="en-US" sz="310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2D502E5-F6B4-4D58-B4AE-FC466FF15E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5953" y="1634502"/>
            <a:ext cx="10451592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DECDBF4-02B6-4BB4-B65B-B8107AD6A9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841248" y="1538176"/>
            <a:ext cx="1873457" cy="10981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2A5167A-A672-5B77-BE20-5F1800166BB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40507931"/>
              </p:ext>
            </p:extLst>
          </p:nvPr>
        </p:nvGraphicFramePr>
        <p:xfrm>
          <a:off x="838200" y="1926266"/>
          <a:ext cx="10515600" cy="43575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58964094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245" name="Rectangle 9244">
            <a:extLst>
              <a:ext uri="{FF2B5EF4-FFF2-40B4-BE49-F238E27FC236}">
                <a16:creationId xmlns:a16="http://schemas.microsoft.com/office/drawing/2014/main" id="{058A14AF-9FB5-4CC7-BA35-E8E85D3E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1E522F0-94F4-D9A2-4051-DAEA4DFB0D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anchor="b">
            <a:normAutofit/>
          </a:bodyPr>
          <a:lstStyle/>
          <a:p>
            <a:r>
              <a:rPr lang="en-GB" sz="4100" b="1"/>
              <a:t>SQL CREATE DATABASE and CREATE TABLE</a:t>
            </a:r>
            <a:endParaRPr lang="en-US" sz="4100"/>
          </a:p>
        </p:txBody>
      </p:sp>
      <p:sp>
        <p:nvSpPr>
          <p:cNvPr id="9247" name="Rectangle 9246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249" name="Rectangle 9248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D227E0-01A1-B3CE-1253-5B7848B51A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8257" y="2389218"/>
            <a:ext cx="5275019" cy="2919504"/>
          </a:xfrm>
        </p:spPr>
        <p:txBody>
          <a:bodyPr anchor="ctr">
            <a:normAutofit lnSpcReduction="10000"/>
          </a:bodyPr>
          <a:lstStyle/>
          <a:p>
            <a:pPr marL="0" indent="0" fontAlgn="base">
              <a:buNone/>
            </a:pPr>
            <a:r>
              <a:rPr lang="en-GB" sz="1100" dirty="0"/>
              <a:t>CREATE command in SQL is used to define new databases and tables. A database acts as a container that holds related objects such as tables, views and procedures, while a table stores data in rows and columns. We will learn how to create databases and tables in SQL with the help of examples.</a:t>
            </a:r>
          </a:p>
          <a:p>
            <a:pPr fontAlgn="base"/>
            <a:r>
              <a:rPr lang="en-GB" sz="1100" b="1" dirty="0"/>
              <a:t>Creating Database</a:t>
            </a:r>
          </a:p>
          <a:p>
            <a:pPr marL="0" indent="0" fontAlgn="base">
              <a:buNone/>
            </a:pPr>
            <a:r>
              <a:rPr lang="en-GB" sz="1100" dirty="0"/>
              <a:t>To create a new database in SQL, we use CREATE DATABASE command followed by the database name. Database names cannot contain spaces; if needed, an underscore (_) can be used instead.</a:t>
            </a:r>
          </a:p>
          <a:p>
            <a:pPr fontAlgn="base"/>
            <a:r>
              <a:rPr lang="en-GB" sz="1100" b="1" dirty="0"/>
              <a:t>Syntax:</a:t>
            </a:r>
            <a:endParaRPr lang="en-GB" sz="1100" dirty="0"/>
          </a:p>
          <a:p>
            <a:pPr marL="0" indent="0" fontAlgn="base">
              <a:buNone/>
            </a:pPr>
            <a:r>
              <a:rPr lang="en-GB" sz="1100" dirty="0"/>
              <a:t>CREATE DATABASE </a:t>
            </a:r>
            <a:r>
              <a:rPr lang="en-GB" sz="1100" dirty="0" err="1"/>
              <a:t>database_name</a:t>
            </a:r>
            <a:r>
              <a:rPr lang="en-GB" sz="1100" dirty="0"/>
              <a:t>;</a:t>
            </a:r>
          </a:p>
          <a:p>
            <a:pPr marL="0" indent="0" fontAlgn="base">
              <a:buNone/>
            </a:pPr>
            <a:r>
              <a:rPr lang="en-GB" sz="1100" b="1" dirty="0"/>
              <a:t>Query:</a:t>
            </a:r>
            <a:endParaRPr lang="en-GB" sz="1100" dirty="0"/>
          </a:p>
          <a:p>
            <a:pPr marL="0" indent="0" fontAlgn="base">
              <a:buNone/>
            </a:pPr>
            <a:r>
              <a:rPr lang="en-GB" sz="1100" dirty="0"/>
              <a:t>CREATE DATABASE </a:t>
            </a:r>
            <a:r>
              <a:rPr lang="en-GB" sz="1100" dirty="0" err="1"/>
              <a:t>GeeksForGeeks</a:t>
            </a:r>
            <a:r>
              <a:rPr lang="en-GB" sz="1100" dirty="0"/>
              <a:t>;</a:t>
            </a:r>
          </a:p>
          <a:p>
            <a:pPr marL="0" indent="0" fontAlgn="base">
              <a:buNone/>
            </a:pPr>
            <a:r>
              <a:rPr lang="en-GB" sz="1100" b="1" dirty="0"/>
              <a:t>Output</a:t>
            </a:r>
            <a:endParaRPr lang="en-GB" sz="1100" dirty="0"/>
          </a:p>
          <a:p>
            <a:endParaRPr lang="en-US" sz="1100" dirty="0"/>
          </a:p>
        </p:txBody>
      </p:sp>
      <p:pic>
        <p:nvPicPr>
          <p:cNvPr id="9218" name="Picture 2" descr="creating new database">
            <a:extLst>
              <a:ext uri="{FF2B5EF4-FFF2-40B4-BE49-F238E27FC236}">
                <a16:creationId xmlns:a16="http://schemas.microsoft.com/office/drawing/2014/main" id="{6ED5D249-095D-52B1-24D1-FFB5C54751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095999" y="4779389"/>
            <a:ext cx="5150277" cy="13948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251" name="Rectangle 9250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3E0AB41-C0B9-103B-EF3F-F994A7318182}"/>
              </a:ext>
            </a:extLst>
          </p:cNvPr>
          <p:cNvSpPr txBox="1"/>
          <p:nvPr/>
        </p:nvSpPr>
        <p:spPr>
          <a:xfrm>
            <a:off x="6095999" y="2719073"/>
            <a:ext cx="4064001" cy="10259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 fontAlgn="base">
              <a:spcAft>
                <a:spcPts val="750"/>
              </a:spcAft>
              <a:buNone/>
            </a:pPr>
            <a:r>
              <a:rPr lang="en-GB" b="1" i="0" dirty="0">
                <a:solidFill>
                  <a:srgbClr val="273239"/>
                </a:solidFill>
                <a:effectLst/>
                <a:latin typeface="Nunito" pitchFamily="2" charset="77"/>
              </a:rPr>
              <a:t>Query:</a:t>
            </a:r>
            <a:endParaRPr lang="en-GB" b="0" i="0" dirty="0">
              <a:solidFill>
                <a:srgbClr val="273239"/>
              </a:solidFill>
              <a:effectLst/>
              <a:latin typeface="Nunito" pitchFamily="2" charset="77"/>
            </a:endParaRPr>
          </a:p>
          <a:p>
            <a:pPr algn="l" fontAlgn="base">
              <a:spcAft>
                <a:spcPts val="750"/>
              </a:spcAft>
              <a:buNone/>
            </a:pPr>
            <a:r>
              <a:rPr lang="en-GB" sz="1800" b="0" i="0" dirty="0">
                <a:effectLst/>
                <a:latin typeface="Consolas" panose="020B0609020204030204" pitchFamily="49" charset="0"/>
              </a:rPr>
              <a:t>CREATE DATABASE IF NOT EXISTS </a:t>
            </a:r>
            <a:r>
              <a:rPr lang="en-GB" sz="1800" b="0" i="0" dirty="0" err="1">
                <a:effectLst/>
                <a:latin typeface="Consolas" panose="020B0609020204030204" pitchFamily="49" charset="0"/>
              </a:rPr>
              <a:t>GeeksForGeeks</a:t>
            </a:r>
            <a:r>
              <a:rPr lang="en-GB" sz="1800" b="0" i="0" dirty="0">
                <a:effectLst/>
                <a:latin typeface="Consolas" panose="020B0609020204030204" pitchFamily="49" charset="0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227850543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247" name="Rectangle 10246">
            <a:extLst>
              <a:ext uri="{FF2B5EF4-FFF2-40B4-BE49-F238E27FC236}">
                <a16:creationId xmlns:a16="http://schemas.microsoft.com/office/drawing/2014/main" id="{B0B8DCBA-FEED-46EF-A140-35B904015B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249" name="Group 10248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062849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0250" name="Rectangle 10249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251" name="Rectangle 10250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252" name="Rectangle 10251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0254" name="Rectangle 10253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656150"/>
            <a:ext cx="5590787" cy="14315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A00E340-BAA9-6998-45D0-8A93650999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73940"/>
            <a:ext cx="4928291" cy="1035781"/>
          </a:xfrm>
        </p:spPr>
        <p:txBody>
          <a:bodyPr anchor="ctr">
            <a:normAutofit/>
          </a:bodyPr>
          <a:lstStyle/>
          <a:p>
            <a:r>
              <a:rPr lang="en-GB" sz="2800" b="1"/>
              <a:t>1. Verifying Database Creation</a:t>
            </a:r>
            <a:br>
              <a:rPr lang="en-GB" sz="2800" b="1"/>
            </a:br>
            <a:endParaRPr lang="en-US" sz="28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4F8F92-074E-6FDA-6391-9FDC93C38E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7913" y="2087741"/>
            <a:ext cx="4991629" cy="3677123"/>
          </a:xfrm>
        </p:spPr>
        <p:txBody>
          <a:bodyPr anchor="ctr">
            <a:normAutofit/>
          </a:bodyPr>
          <a:lstStyle/>
          <a:p>
            <a:pPr marL="0" indent="0" fontAlgn="base">
              <a:buNone/>
            </a:pPr>
            <a:r>
              <a:rPr lang="en-GB" sz="1800" dirty="0"/>
              <a:t>To confirm that a new database has been created, use:</a:t>
            </a:r>
          </a:p>
          <a:p>
            <a:pPr marL="0" indent="0" fontAlgn="base">
              <a:buNone/>
            </a:pPr>
            <a:r>
              <a:rPr lang="en-GB" sz="1800" b="1" dirty="0"/>
              <a:t>Query:</a:t>
            </a:r>
            <a:endParaRPr lang="en-GB" sz="1800" dirty="0"/>
          </a:p>
          <a:p>
            <a:pPr marL="0" indent="0" fontAlgn="base">
              <a:buNone/>
            </a:pPr>
            <a:r>
              <a:rPr lang="en-GB" sz="1800" dirty="0"/>
              <a:t>SHOW DATABASES;</a:t>
            </a:r>
          </a:p>
          <a:p>
            <a:pPr marL="0" indent="0" fontAlgn="base">
              <a:buNone/>
            </a:pPr>
            <a:r>
              <a:rPr lang="en-GB" sz="1800" b="1" dirty="0"/>
              <a:t>Output</a:t>
            </a:r>
            <a:endParaRPr lang="en-GB" sz="1800" dirty="0"/>
          </a:p>
          <a:p>
            <a:endParaRPr lang="en-US" sz="1800" dirty="0"/>
          </a:p>
        </p:txBody>
      </p:sp>
      <p:pic>
        <p:nvPicPr>
          <p:cNvPr id="10242" name="Picture 2" descr="list of databases created">
            <a:extLst>
              <a:ext uri="{FF2B5EF4-FFF2-40B4-BE49-F238E27FC236}">
                <a16:creationId xmlns:a16="http://schemas.microsoft.com/office/drawing/2014/main" id="{DD7AB040-C0FD-B566-DAAB-BCA8BB4708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648" b="-1"/>
          <a:stretch>
            <a:fillRect/>
          </a:stretch>
        </p:blipFill>
        <p:spPr bwMode="auto">
          <a:xfrm>
            <a:off x="6986503" y="533673"/>
            <a:ext cx="4565417" cy="55934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0256" name="Straight Connector 10255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92240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1663170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AD318CC-E2A8-4E27-9548-A047A78999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85EB9F8-0DD5-4CEB-ACE9-7ACA8AD39A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5065" y="1463040"/>
            <a:ext cx="3796306" cy="2690949"/>
          </a:xfrm>
        </p:spPr>
        <p:txBody>
          <a:bodyPr anchor="t">
            <a:normAutofit/>
          </a:bodyPr>
          <a:lstStyle/>
          <a:p>
            <a:pPr fontAlgn="base"/>
            <a:r>
              <a:rPr lang="en-GB" b="1" dirty="0"/>
              <a:t>2. Switching to a Database (USE Command)</a:t>
            </a:r>
            <a:endParaRPr lang="en-US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B14B560F-9DD7-4302-A60B-EBD3EF59B0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09667" y="4415246"/>
            <a:ext cx="11982332" cy="2087795"/>
            <a:chOff x="143163" y="5763486"/>
            <a:chExt cx="11982332" cy="739555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3A9A4357-BD1D-4622-A4FE-766E6AB8DE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357444" y="5763486"/>
              <a:ext cx="11768051" cy="73955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C21D6966-343E-49AC-A026-D2497E0C3C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43163" y="5763486"/>
              <a:ext cx="1" cy="739555"/>
            </a:xfrm>
            <a:prstGeom prst="line">
              <a:avLst/>
            </a:prstGeom>
            <a:ln w="1778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2C1BBA94-3F40-40AA-8BB9-E69E25E537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33706" y="587829"/>
            <a:ext cx="6505300" cy="568234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4062C3-F62F-C981-2654-2C59754FAE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56218" y="1463039"/>
            <a:ext cx="5542387" cy="4300447"/>
          </a:xfrm>
        </p:spPr>
        <p:txBody>
          <a:bodyPr anchor="t">
            <a:normAutofit/>
          </a:bodyPr>
          <a:lstStyle/>
          <a:p>
            <a:pPr marL="0" indent="0" fontAlgn="base">
              <a:buNone/>
            </a:pPr>
            <a:r>
              <a:rPr lang="en-GB" sz="2200"/>
              <a:t>Once your database is created, we can switch to that database to begin adding tables, inserting data and performing queries. To switch to your new database, use the USE command.</a:t>
            </a:r>
          </a:p>
          <a:p>
            <a:pPr marL="0" indent="0" fontAlgn="base">
              <a:buNone/>
            </a:pPr>
            <a:r>
              <a:rPr lang="en-GB" sz="2200" b="1"/>
              <a:t>Syntax:</a:t>
            </a:r>
            <a:endParaRPr lang="en-GB" sz="2200"/>
          </a:p>
          <a:p>
            <a:pPr marL="0" indent="0" fontAlgn="base">
              <a:buNone/>
            </a:pPr>
            <a:r>
              <a:rPr lang="en-GB" sz="2200"/>
              <a:t>USE database_name</a:t>
            </a:r>
          </a:p>
          <a:p>
            <a:pPr marL="0" indent="0" fontAlgn="base">
              <a:buNone/>
            </a:pPr>
            <a:r>
              <a:rPr lang="en-GB" sz="2200" b="1"/>
              <a:t>Query:</a:t>
            </a:r>
            <a:endParaRPr lang="en-GB" sz="2200"/>
          </a:p>
          <a:p>
            <a:pPr marL="0" indent="0" fontAlgn="base">
              <a:buNone/>
            </a:pPr>
            <a:r>
              <a:rPr lang="en-GB" sz="2200"/>
              <a:t>USE GeeksForGeeks;</a:t>
            </a:r>
          </a:p>
          <a:p>
            <a:endParaRPr lang="en-US" sz="2200"/>
          </a:p>
        </p:txBody>
      </p:sp>
    </p:spTree>
    <p:extLst>
      <p:ext uri="{BB962C8B-B14F-4D97-AF65-F5344CB8AC3E}">
        <p14:creationId xmlns:p14="http://schemas.microsoft.com/office/powerpoint/2010/main" val="247409470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BF61EA3-B236-439E-9C0B-340980D56B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EB6F588-1420-C7F1-5DB6-7D3B550BA8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8638" y="386930"/>
            <a:ext cx="9236700" cy="1188950"/>
          </a:xfrm>
        </p:spPr>
        <p:txBody>
          <a:bodyPr anchor="b">
            <a:normAutofit/>
          </a:bodyPr>
          <a:lstStyle/>
          <a:p>
            <a:r>
              <a:rPr lang="en-GB" sz="5400" b="1"/>
              <a:t>3. Deleting a Database</a:t>
            </a:r>
            <a:endParaRPr lang="en-US" sz="540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28FAF094-D087-493F-8DF9-A486C2D6BB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" y="1998368"/>
            <a:ext cx="11695083" cy="782176"/>
            <a:chOff x="-2" y="1998368"/>
            <a:chExt cx="11695083" cy="782176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8D7C88D8-5509-4514-925A-9CE148E5CB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275593D-F75E-4426-AE3E-2CDEFD228D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-2" y="1998845"/>
              <a:ext cx="11454595" cy="7816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14784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6B61B1-E696-7394-E6D7-E746194C50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0" y="2599509"/>
            <a:ext cx="10143668" cy="3435531"/>
          </a:xfrm>
        </p:spPr>
        <p:txBody>
          <a:bodyPr anchor="ctr">
            <a:normAutofit/>
          </a:bodyPr>
          <a:lstStyle/>
          <a:p>
            <a:r>
              <a:rPr lang="en-GB" sz="2400"/>
              <a:t>DROP DATABASE GeeksForGeeks;</a:t>
            </a:r>
          </a:p>
          <a:p>
            <a:pPr marL="0" indent="0">
              <a:buNone/>
            </a:pPr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166281254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BF61EA3-B236-439E-9C0B-340980D56B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FEF042D-B844-BD31-C308-24704D0785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8638" y="386930"/>
            <a:ext cx="9236700" cy="1188950"/>
          </a:xfrm>
        </p:spPr>
        <p:txBody>
          <a:bodyPr anchor="b">
            <a:normAutofit/>
          </a:bodyPr>
          <a:lstStyle/>
          <a:p>
            <a:r>
              <a:rPr lang="en-GB" sz="5400" b="1"/>
              <a:t>Creating Tables</a:t>
            </a:r>
            <a:endParaRPr lang="en-US" sz="540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28FAF094-D087-493F-8DF9-A486C2D6BB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" y="1998368"/>
            <a:ext cx="11695083" cy="782176"/>
            <a:chOff x="-2" y="1998368"/>
            <a:chExt cx="11695083" cy="782176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8D7C88D8-5509-4514-925A-9CE148E5CB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275593D-F75E-4426-AE3E-2CDEFD228D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-2" y="1998845"/>
              <a:ext cx="11454595" cy="7816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14784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7437C9-ED94-1EF9-D564-BDCF0040D2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0" y="2599509"/>
            <a:ext cx="10143668" cy="3435531"/>
          </a:xfrm>
        </p:spPr>
        <p:txBody>
          <a:bodyPr anchor="ctr">
            <a:normAutofit/>
          </a:bodyPr>
          <a:lstStyle/>
          <a:p>
            <a:pPr marL="0" indent="0" fontAlgn="base">
              <a:buNone/>
            </a:pPr>
            <a:r>
              <a:rPr lang="en-GB" sz="1700"/>
              <a:t>A table is the core structure of a database where data is stored in rows and columns. While creating a table, you must define:</a:t>
            </a:r>
          </a:p>
          <a:p>
            <a:pPr fontAlgn="base"/>
            <a:r>
              <a:rPr lang="en-GB" sz="1700"/>
              <a:t>Column names</a:t>
            </a:r>
          </a:p>
          <a:p>
            <a:pPr fontAlgn="base"/>
            <a:r>
              <a:rPr lang="en-GB" sz="1700"/>
              <a:t>Data types (e.g., INT, VARCHAR, DATE)</a:t>
            </a:r>
          </a:p>
          <a:p>
            <a:pPr fontAlgn="base"/>
            <a:r>
              <a:rPr lang="en-GB" sz="1700"/>
              <a:t>Constraints (e.g., PRIMARY KEY, NOT NULL, UNIQUE, DEFAULT, FOREIGN KEY)</a:t>
            </a:r>
          </a:p>
          <a:p>
            <a:pPr marL="0" indent="0" fontAlgn="base">
              <a:buNone/>
            </a:pPr>
            <a:r>
              <a:rPr lang="en-GB" sz="1700" b="1"/>
              <a:t>Syntax:</a:t>
            </a:r>
            <a:endParaRPr lang="en-GB" sz="1700"/>
          </a:p>
          <a:p>
            <a:pPr marL="0" indent="0" fontAlgn="base">
              <a:buNone/>
            </a:pPr>
            <a:r>
              <a:rPr lang="en-GB" sz="1700"/>
              <a:t>CREATE TABLE table_name (</a:t>
            </a:r>
            <a:br>
              <a:rPr lang="en-GB" sz="1700"/>
            </a:br>
            <a:r>
              <a:rPr lang="en-GB" sz="1700"/>
              <a:t>    column1 datatype constraint,</a:t>
            </a:r>
            <a:br>
              <a:rPr lang="en-GB" sz="1700"/>
            </a:br>
            <a:r>
              <a:rPr lang="en-GB" sz="1700"/>
              <a:t>    column2 datatype constraint,</a:t>
            </a:r>
            <a:br>
              <a:rPr lang="en-GB" sz="1700"/>
            </a:br>
            <a:r>
              <a:rPr lang="en-GB" sz="1700"/>
              <a:t>    ...</a:t>
            </a:r>
            <a:br>
              <a:rPr lang="en-GB" sz="1700"/>
            </a:br>
            <a:r>
              <a:rPr lang="en-GB" sz="1700"/>
              <a:t>);</a:t>
            </a:r>
          </a:p>
          <a:p>
            <a:endParaRPr lang="en-US" sz="1700"/>
          </a:p>
        </p:txBody>
      </p:sp>
    </p:spTree>
    <p:extLst>
      <p:ext uri="{BB962C8B-B14F-4D97-AF65-F5344CB8AC3E}">
        <p14:creationId xmlns:p14="http://schemas.microsoft.com/office/powerpoint/2010/main" val="29408535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BF61EA3-B236-439E-9C0B-340980D56B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77EE69F-0E10-12FF-244C-B468480F65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8638" y="386930"/>
            <a:ext cx="9236700" cy="1188950"/>
          </a:xfrm>
        </p:spPr>
        <p:txBody>
          <a:bodyPr anchor="b">
            <a:normAutofit/>
          </a:bodyPr>
          <a:lstStyle/>
          <a:p>
            <a:pPr fontAlgn="base"/>
            <a:r>
              <a:rPr lang="en-GB" sz="4600" b="1"/>
              <a:t>Example: Creating a Student Table</a:t>
            </a:r>
            <a:endParaRPr lang="en-US" sz="460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28FAF094-D087-493F-8DF9-A486C2D6BB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" y="1998368"/>
            <a:ext cx="11695083" cy="782176"/>
            <a:chOff x="-2" y="1998368"/>
            <a:chExt cx="11695083" cy="782176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8D7C88D8-5509-4514-925A-9CE148E5CB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275593D-F75E-4426-AE3E-2CDEFD228D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-2" y="1998845"/>
              <a:ext cx="11454595" cy="7816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14784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04B42E-9DA3-A311-FBB8-26BDB1CDD1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5461" y="2316332"/>
            <a:ext cx="10143668" cy="2858542"/>
          </a:xfrm>
        </p:spPr>
        <p:txBody>
          <a:bodyPr anchor="ctr">
            <a:normAutofit/>
          </a:bodyPr>
          <a:lstStyle/>
          <a:p>
            <a:r>
              <a:rPr lang="en-GB" sz="2400" dirty="0"/>
              <a:t>CREATE TABLE Student (</a:t>
            </a:r>
            <a:br>
              <a:rPr lang="en-GB" sz="2400" dirty="0"/>
            </a:br>
            <a:r>
              <a:rPr lang="en-GB" sz="2400" dirty="0"/>
              <a:t>    </a:t>
            </a:r>
            <a:r>
              <a:rPr lang="en-GB" sz="2400" dirty="0" err="1"/>
              <a:t>StudentID</a:t>
            </a:r>
            <a:r>
              <a:rPr lang="en-GB" sz="2400" dirty="0"/>
              <a:t> INT PRIMARY KEY,</a:t>
            </a:r>
            <a:br>
              <a:rPr lang="en-GB" sz="2400" dirty="0"/>
            </a:br>
            <a:r>
              <a:rPr lang="en-GB" sz="2400" dirty="0"/>
              <a:t>    Name VARCHAR(50) NOT NULL,</a:t>
            </a:r>
            <a:br>
              <a:rPr lang="en-GB" sz="2400" dirty="0"/>
            </a:br>
            <a:r>
              <a:rPr lang="en-GB" sz="2400" dirty="0"/>
              <a:t>    Subject VARCHAR(50),</a:t>
            </a:r>
            <a:br>
              <a:rPr lang="en-GB" sz="2400" dirty="0"/>
            </a:br>
            <a:r>
              <a:rPr lang="en-GB" sz="2400" dirty="0"/>
              <a:t>    Year INT,</a:t>
            </a:r>
            <a:br>
              <a:rPr lang="en-GB" sz="2400" dirty="0"/>
            </a:br>
            <a:r>
              <a:rPr lang="en-GB" sz="2400" dirty="0"/>
              <a:t>    Marks INT</a:t>
            </a:r>
            <a:br>
              <a:rPr lang="en-GB" sz="2400" dirty="0"/>
            </a:br>
            <a:r>
              <a:rPr lang="en-GB" sz="2400" dirty="0"/>
              <a:t>);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23165560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BF61EA3-B236-439E-9C0B-340980D56B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451A811-332A-2A61-6A27-90133B0FFA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8638" y="386930"/>
            <a:ext cx="9236700" cy="1188950"/>
          </a:xfrm>
        </p:spPr>
        <p:txBody>
          <a:bodyPr anchor="b">
            <a:normAutofit/>
          </a:bodyPr>
          <a:lstStyle/>
          <a:p>
            <a:r>
              <a:rPr lang="en-GB" sz="5400" b="1"/>
              <a:t>1. Verifying Table Creation</a:t>
            </a:r>
            <a:endParaRPr lang="en-US" sz="540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28FAF094-D087-493F-8DF9-A486C2D6BB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" y="1998368"/>
            <a:ext cx="11695083" cy="782176"/>
            <a:chOff x="-2" y="1998368"/>
            <a:chExt cx="11695083" cy="782176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8D7C88D8-5509-4514-925A-9CE148E5CB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275593D-F75E-4426-AE3E-2CDEFD228D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-2" y="1998845"/>
              <a:ext cx="11454595" cy="7816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14784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739787-97B9-2DC5-BD26-E5BFBC1BAD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7407" y="2449890"/>
            <a:ext cx="10143668" cy="1957583"/>
          </a:xfrm>
        </p:spPr>
        <p:txBody>
          <a:bodyPr anchor="ctr">
            <a:normAutofit/>
          </a:bodyPr>
          <a:lstStyle/>
          <a:p>
            <a:pPr marL="0" indent="0" fontAlgn="base">
              <a:buNone/>
            </a:pPr>
            <a:r>
              <a:rPr lang="en-GB" sz="2400" dirty="0"/>
              <a:t>After running the CREATE TABLE query, the system shows a success message like Table created successfully. To confirm that the table exists, we can list all tables in the current database using:</a:t>
            </a:r>
          </a:p>
          <a:p>
            <a:pPr fontAlgn="base"/>
            <a:r>
              <a:rPr lang="en-GB" sz="2400" b="1" dirty="0"/>
              <a:t>SHOW TABLES;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27584072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BF61EA3-B236-439E-9C0B-340980D56B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914FCBA-452B-71C0-12C4-2D0758B416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8638" y="386930"/>
            <a:ext cx="9236700" cy="1188950"/>
          </a:xfrm>
        </p:spPr>
        <p:txBody>
          <a:bodyPr anchor="b">
            <a:normAutofit/>
          </a:bodyPr>
          <a:lstStyle/>
          <a:p>
            <a:r>
              <a:rPr lang="en-GB" sz="5400" b="1"/>
              <a:t>2. Deleting a Table</a:t>
            </a:r>
            <a:endParaRPr lang="en-US" sz="540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28FAF094-D087-493F-8DF9-A486C2D6BB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" y="1998368"/>
            <a:ext cx="11695083" cy="782176"/>
            <a:chOff x="-2" y="1998368"/>
            <a:chExt cx="11695083" cy="782176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8D7C88D8-5509-4514-925A-9CE148E5CB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275593D-F75E-4426-AE3E-2CDEFD228D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-2" y="1998845"/>
              <a:ext cx="11454595" cy="7816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14784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AF150E-CE1E-7141-4459-9399DCF558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8638" y="2499001"/>
            <a:ext cx="10143668" cy="1778000"/>
          </a:xfrm>
        </p:spPr>
        <p:txBody>
          <a:bodyPr anchor="ctr">
            <a:normAutofit/>
          </a:bodyPr>
          <a:lstStyle/>
          <a:p>
            <a:pPr marL="0" indent="0" fontAlgn="base">
              <a:buNone/>
            </a:pPr>
            <a:r>
              <a:rPr lang="en-GB" sz="2400" dirty="0"/>
              <a:t>If you no longer need a table, use:</a:t>
            </a:r>
          </a:p>
          <a:p>
            <a:pPr fontAlgn="base"/>
            <a:r>
              <a:rPr lang="en-GB" sz="2400" dirty="0"/>
              <a:t>DROP TABLE Student;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80158641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ECEE1E5-5A73-ED8C-201E-C335C4A8CE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GB" b="1">
                <a:solidFill>
                  <a:srgbClr val="FFFFFF"/>
                </a:solidFill>
              </a:rPr>
              <a:t>How to Install MySQL on Windows?</a:t>
            </a:r>
            <a:endParaRPr lang="en-US">
              <a:solidFill>
                <a:srgbClr val="FFFFFF"/>
              </a:solidFill>
            </a:endParaRP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91A2D0-FD39-4807-C0A4-7E09554DF9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pPr fontAlgn="base"/>
            <a:r>
              <a:rPr lang="en-GB" sz="2200"/>
              <a:t>MySQL is a database engine that provides fast, secure and scalable solutions for both small and large applications. MySQL is known for its reliability, scalability and ease of use, making it a popular choice for web developers and organizations worldwide. By installing MySQL on your Windows machine, you can:</a:t>
            </a:r>
          </a:p>
          <a:p>
            <a:pPr fontAlgn="base"/>
            <a:r>
              <a:rPr lang="en-GB" sz="2200"/>
              <a:t>Store and manage data for various types of applications (websites, software, business systems).</a:t>
            </a:r>
          </a:p>
          <a:p>
            <a:pPr fontAlgn="base"/>
            <a:r>
              <a:rPr lang="en-GB" sz="2200"/>
              <a:t>Use advanced SQL features for querying, filtering, and modifying data.</a:t>
            </a:r>
          </a:p>
          <a:p>
            <a:pPr fontAlgn="base"/>
            <a:r>
              <a:rPr lang="en-GB" sz="2200"/>
              <a:t>Integrate with popular programming languages such as PHP, Python, Java, and Node.js.</a:t>
            </a:r>
          </a:p>
          <a:p>
            <a:pPr fontAlgn="base"/>
            <a:r>
              <a:rPr lang="en-GB" sz="2200"/>
              <a:t>Scale your applications seamlessly, handling thousands of transactions and concurrent users.</a:t>
            </a:r>
          </a:p>
          <a:p>
            <a:pPr marL="0" indent="0">
              <a:buNone/>
            </a:pPr>
            <a:endParaRPr lang="en-US" sz="2200"/>
          </a:p>
        </p:txBody>
      </p:sp>
    </p:spTree>
    <p:extLst>
      <p:ext uri="{BB962C8B-B14F-4D97-AF65-F5344CB8AC3E}">
        <p14:creationId xmlns:p14="http://schemas.microsoft.com/office/powerpoint/2010/main" val="28384525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71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C13BA37-D992-AEAD-4CB0-B0757D4685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1967266"/>
            <a:ext cx="2628900" cy="2547257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 fontAlgn="base"/>
            <a:r>
              <a:rPr lang="en-US" sz="36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Step 1: Visit the Official MySQL Website</a:t>
            </a:r>
            <a:endParaRPr lang="en-US" sz="3600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11266" name="Picture 2" descr="Lightbox">
            <a:extLst>
              <a:ext uri="{FF2B5EF4-FFF2-40B4-BE49-F238E27FC236}">
                <a16:creationId xmlns:a16="http://schemas.microsoft.com/office/drawing/2014/main" id="{235E8510-9BA0-26F2-F99F-7010F968CBE7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777316" y="1529240"/>
            <a:ext cx="6780700" cy="37971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7044187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8" name="Rectangle 12297">
            <a:extLst>
              <a:ext uri="{FF2B5EF4-FFF2-40B4-BE49-F238E27FC236}">
                <a16:creationId xmlns:a16="http://schemas.microsoft.com/office/drawing/2014/main" id="{6753252F-4873-4F63-801D-CC719279A7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297" name="Rectangle 12296">
            <a:extLst>
              <a:ext uri="{FF2B5EF4-FFF2-40B4-BE49-F238E27FC236}">
                <a16:creationId xmlns:a16="http://schemas.microsoft.com/office/drawing/2014/main" id="{047C8CCB-F95D-4249-92DD-651249D353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013557" cy="6858000"/>
          </a:xfrm>
          <a:prstGeom prst="rect">
            <a:avLst/>
          </a:prstGeom>
          <a:solidFill>
            <a:srgbClr val="424E5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4D19349-E5C4-3C27-6BA4-87BEA063CE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2074363"/>
            <a:ext cx="2752354" cy="2709275"/>
          </a:xfrm>
          <a:prstGeom prst="ellipse">
            <a:avLst/>
          </a:prstGeom>
          <a:solidFill>
            <a:srgbClr val="262626"/>
          </a:solidFill>
          <a:ln w="174625" cmpd="thinThick">
            <a:solidFill>
              <a:srgbClr val="262626"/>
            </a:solidFill>
          </a:ln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6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Step 2: Go to the Downloads Section</a:t>
            </a:r>
            <a:endParaRPr lang="en-US" sz="2600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12290" name="Picture 2" descr="Lightbox">
            <a:extLst>
              <a:ext uri="{FF2B5EF4-FFF2-40B4-BE49-F238E27FC236}">
                <a16:creationId xmlns:a16="http://schemas.microsoft.com/office/drawing/2014/main" id="{BEA76460-2CEF-8DEF-7B94-A39A9DA7AC80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135545" y="961812"/>
            <a:ext cx="6994309" cy="49309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1270048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9" name="Rectangle 13318">
            <a:extLst>
              <a:ext uri="{FF2B5EF4-FFF2-40B4-BE49-F238E27FC236}">
                <a16:creationId xmlns:a16="http://schemas.microsoft.com/office/drawing/2014/main" id="{6753252F-4873-4F63-801D-CC719279A7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321" name="Rectangle 13320">
            <a:extLst>
              <a:ext uri="{FF2B5EF4-FFF2-40B4-BE49-F238E27FC236}">
                <a16:creationId xmlns:a16="http://schemas.microsoft.com/office/drawing/2014/main" id="{047C8CCB-F95D-4249-92DD-651249D353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013557" cy="6858000"/>
          </a:xfrm>
          <a:prstGeom prst="rect">
            <a:avLst/>
          </a:prstGeom>
          <a:solidFill>
            <a:srgbClr val="453D5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134A71-DEC2-F356-4A4F-0F66430B69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2074363"/>
            <a:ext cx="2752354" cy="2709275"/>
          </a:xfrm>
          <a:prstGeom prst="ellipse">
            <a:avLst/>
          </a:prstGeom>
          <a:solidFill>
            <a:srgbClr val="262626"/>
          </a:solidFill>
          <a:ln w="174625" cmpd="thinThick">
            <a:solidFill>
              <a:srgbClr val="262626"/>
            </a:solidFill>
          </a:ln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6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Step 3: Run the Installer</a:t>
            </a:r>
            <a:endParaRPr lang="en-US" sz="2600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13314" name="Picture 2" descr="Download-MySQL_3">
            <a:extLst>
              <a:ext uri="{FF2B5EF4-FFF2-40B4-BE49-F238E27FC236}">
                <a16:creationId xmlns:a16="http://schemas.microsoft.com/office/drawing/2014/main" id="{ED5212C5-6BAB-196A-F48F-79D4E80F2A65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038600" y="2187341"/>
            <a:ext cx="7188199" cy="24799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8855640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43" name="Rectangle 14342">
            <a:extLst>
              <a:ext uri="{FF2B5EF4-FFF2-40B4-BE49-F238E27FC236}">
                <a16:creationId xmlns:a16="http://schemas.microsoft.com/office/drawing/2014/main" id="{6753252F-4873-4F63-801D-CC719279A7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345" name="Rectangle 14344">
            <a:extLst>
              <a:ext uri="{FF2B5EF4-FFF2-40B4-BE49-F238E27FC236}">
                <a16:creationId xmlns:a16="http://schemas.microsoft.com/office/drawing/2014/main" id="{047C8CCB-F95D-4249-92DD-651249D353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013557" cy="6858000"/>
          </a:xfrm>
          <a:prstGeom prst="rect">
            <a:avLst/>
          </a:prstGeom>
          <a:solidFill>
            <a:srgbClr val="2B507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1EA54C3-6EED-01C1-936F-1C828D344C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2074363"/>
            <a:ext cx="2752354" cy="2709275"/>
          </a:xfrm>
          <a:prstGeom prst="ellipse">
            <a:avLst/>
          </a:prstGeom>
          <a:solidFill>
            <a:srgbClr val="262626"/>
          </a:solidFill>
          <a:ln w="174625" cmpd="thinThick">
            <a:solidFill>
              <a:srgbClr val="262626"/>
            </a:solidFill>
          </a:ln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6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Step 4: Choose Setup Type</a:t>
            </a:r>
            <a:endParaRPr lang="en-US" sz="2600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14338" name="Picture 2" descr="install-ubuntu">
            <a:extLst>
              <a:ext uri="{FF2B5EF4-FFF2-40B4-BE49-F238E27FC236}">
                <a16:creationId xmlns:a16="http://schemas.microsoft.com/office/drawing/2014/main" id="{C6C76585-672C-B4F4-44C0-22CCE17BEBC7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038600" y="1225920"/>
            <a:ext cx="7188199" cy="44027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5745830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7" name="Rectangle 15366">
            <a:extLst>
              <a:ext uri="{FF2B5EF4-FFF2-40B4-BE49-F238E27FC236}">
                <a16:creationId xmlns:a16="http://schemas.microsoft.com/office/drawing/2014/main" id="{6753252F-4873-4F63-801D-CC719279A7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369" name="Rectangle 15368">
            <a:extLst>
              <a:ext uri="{FF2B5EF4-FFF2-40B4-BE49-F238E27FC236}">
                <a16:creationId xmlns:a16="http://schemas.microsoft.com/office/drawing/2014/main" id="{047C8CCB-F95D-4249-92DD-651249D353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013557" cy="6858000"/>
          </a:xfrm>
          <a:prstGeom prst="rect">
            <a:avLst/>
          </a:prstGeom>
          <a:solidFill>
            <a:srgbClr val="5F3D4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638E10F-36D7-30ED-5057-4DB86A6EF6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2074363"/>
            <a:ext cx="2752354" cy="2709275"/>
          </a:xfrm>
          <a:prstGeom prst="ellipse">
            <a:avLst/>
          </a:prstGeom>
          <a:solidFill>
            <a:srgbClr val="262626"/>
          </a:solidFill>
          <a:ln w="174625" cmpd="thinThick">
            <a:solidFill>
              <a:srgbClr val="262626"/>
            </a:solidFill>
          </a:ln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2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Step 5: Check Requirements</a:t>
            </a:r>
            <a:endParaRPr lang="en-US" sz="2200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15362" name="Picture 2" descr="Download-MySQL_5">
            <a:extLst>
              <a:ext uri="{FF2B5EF4-FFF2-40B4-BE49-F238E27FC236}">
                <a16:creationId xmlns:a16="http://schemas.microsoft.com/office/drawing/2014/main" id="{07645BDC-8CC5-BC18-8944-9C96F657880E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367145" y="961812"/>
            <a:ext cx="6531108" cy="49309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8472140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08CEA6-E006-1842-2A26-4ADFA0224B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2074363"/>
            <a:ext cx="2752354" cy="2709275"/>
          </a:xfrm>
          <a:prstGeom prst="ellipse">
            <a:avLst/>
          </a:prstGeom>
          <a:solidFill>
            <a:schemeClr val="tx1">
              <a:lumMod val="85000"/>
              <a:lumOff val="15000"/>
            </a:schemeClr>
          </a:solidFill>
          <a:ln w="174625" cmpd="thinThick">
            <a:solidFill>
              <a:schemeClr val="tx1">
                <a:lumMod val="85000"/>
                <a:lumOff val="15000"/>
              </a:schemeClr>
            </a:solidFill>
          </a:ln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400" b="1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Step 6: MySQL Downloading</a:t>
            </a:r>
            <a:endParaRPr lang="en-US" sz="24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16386" name="Picture 2" descr="Download-MySQL_6">
            <a:extLst>
              <a:ext uri="{FF2B5EF4-FFF2-40B4-BE49-F238E27FC236}">
                <a16:creationId xmlns:a16="http://schemas.microsoft.com/office/drawing/2014/main" id="{0593C575-8AE0-EF26-DF84-8B7496F94B5F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367145" y="961812"/>
            <a:ext cx="6531108" cy="49309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6854115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B269F2-BFF3-D047-1DFE-9D2949D940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2074363"/>
            <a:ext cx="2752354" cy="2709275"/>
          </a:xfrm>
          <a:prstGeom prst="ellipse">
            <a:avLst/>
          </a:prstGeom>
          <a:solidFill>
            <a:schemeClr val="tx1">
              <a:lumMod val="85000"/>
              <a:lumOff val="15000"/>
            </a:schemeClr>
          </a:solidFill>
          <a:ln w="174625" cmpd="thinThick">
            <a:solidFill>
              <a:schemeClr val="tx1">
                <a:lumMod val="85000"/>
                <a:lumOff val="15000"/>
              </a:schemeClr>
            </a:solidFill>
          </a:ln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600" b="1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Step 7: MySqL Installation</a:t>
            </a:r>
            <a:br>
              <a:rPr lang="en-US" sz="2600" b="1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</a:br>
            <a:endParaRPr lang="en-US" sz="26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17410" name="Picture 2" descr="Download-MySQL_7">
            <a:extLst>
              <a:ext uri="{FF2B5EF4-FFF2-40B4-BE49-F238E27FC236}">
                <a16:creationId xmlns:a16="http://schemas.microsoft.com/office/drawing/2014/main" id="{C1D37AA1-C306-700E-CB27-E14A028747D8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367145" y="961812"/>
            <a:ext cx="6531108" cy="49309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2053356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77A147A-9ED8-46B4-8660-1B3C2AA880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9EF0A65-DB22-4F4D-4E24-9134C1566D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6560" y="1117600"/>
            <a:ext cx="4025548" cy="3816096"/>
          </a:xfrm>
        </p:spPr>
        <p:txBody>
          <a:bodyPr>
            <a:normAutofit/>
          </a:bodyPr>
          <a:lstStyle/>
          <a:p>
            <a:r>
              <a:rPr lang="en-GB" sz="4600" b="1" dirty="0"/>
              <a:t>Step 8: </a:t>
            </a:r>
            <a:br>
              <a:rPr lang="en-GB" sz="4600" b="1" dirty="0"/>
            </a:br>
            <a:r>
              <a:rPr lang="en-GB" sz="4600" b="1" dirty="0"/>
              <a:t>Navigate to Few Configuration Pages</a:t>
            </a:r>
            <a:endParaRPr lang="en-US" sz="4600" dirty="0"/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5D6C15A0-C087-4593-8414-2B4EC1CDC3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543983" y="3258715"/>
            <a:ext cx="4480560" cy="18288"/>
          </a:xfrm>
          <a:custGeom>
            <a:avLst/>
            <a:gdLst>
              <a:gd name="connsiteX0" fmla="*/ 0 w 4480560"/>
              <a:gd name="connsiteY0" fmla="*/ 0 h 18288"/>
              <a:gd name="connsiteX1" fmla="*/ 595274 w 4480560"/>
              <a:gd name="connsiteY1" fmla="*/ 0 h 18288"/>
              <a:gd name="connsiteX2" fmla="*/ 1100938 w 4480560"/>
              <a:gd name="connsiteY2" fmla="*/ 0 h 18288"/>
              <a:gd name="connsiteX3" fmla="*/ 1651406 w 4480560"/>
              <a:gd name="connsiteY3" fmla="*/ 0 h 18288"/>
              <a:gd name="connsiteX4" fmla="*/ 2336292 w 4480560"/>
              <a:gd name="connsiteY4" fmla="*/ 0 h 18288"/>
              <a:gd name="connsiteX5" fmla="*/ 2931566 w 4480560"/>
              <a:gd name="connsiteY5" fmla="*/ 0 h 18288"/>
              <a:gd name="connsiteX6" fmla="*/ 3482035 w 4480560"/>
              <a:gd name="connsiteY6" fmla="*/ 0 h 18288"/>
              <a:gd name="connsiteX7" fmla="*/ 4480560 w 4480560"/>
              <a:gd name="connsiteY7" fmla="*/ 0 h 18288"/>
              <a:gd name="connsiteX8" fmla="*/ 4480560 w 4480560"/>
              <a:gd name="connsiteY8" fmla="*/ 18288 h 18288"/>
              <a:gd name="connsiteX9" fmla="*/ 3840480 w 4480560"/>
              <a:gd name="connsiteY9" fmla="*/ 18288 h 18288"/>
              <a:gd name="connsiteX10" fmla="*/ 3290011 w 4480560"/>
              <a:gd name="connsiteY10" fmla="*/ 18288 h 18288"/>
              <a:gd name="connsiteX11" fmla="*/ 2560320 w 4480560"/>
              <a:gd name="connsiteY11" fmla="*/ 18288 h 18288"/>
              <a:gd name="connsiteX12" fmla="*/ 1965046 w 4480560"/>
              <a:gd name="connsiteY12" fmla="*/ 18288 h 18288"/>
              <a:gd name="connsiteX13" fmla="*/ 1459382 w 4480560"/>
              <a:gd name="connsiteY13" fmla="*/ 18288 h 18288"/>
              <a:gd name="connsiteX14" fmla="*/ 774497 w 4480560"/>
              <a:gd name="connsiteY14" fmla="*/ 18288 h 18288"/>
              <a:gd name="connsiteX15" fmla="*/ 0 w 4480560"/>
              <a:gd name="connsiteY15" fmla="*/ 18288 h 18288"/>
              <a:gd name="connsiteX16" fmla="*/ 0 w 4480560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480560" h="18288" fill="none" extrusionOk="0">
                <a:moveTo>
                  <a:pt x="0" y="0"/>
                </a:moveTo>
                <a:cubicBezTo>
                  <a:pt x="267821" y="8731"/>
                  <a:pt x="334105" y="2629"/>
                  <a:pt x="595274" y="0"/>
                </a:cubicBezTo>
                <a:cubicBezTo>
                  <a:pt x="856443" y="-2629"/>
                  <a:pt x="863808" y="-13353"/>
                  <a:pt x="1100938" y="0"/>
                </a:cubicBezTo>
                <a:cubicBezTo>
                  <a:pt x="1338068" y="13353"/>
                  <a:pt x="1431663" y="-25862"/>
                  <a:pt x="1651406" y="0"/>
                </a:cubicBezTo>
                <a:cubicBezTo>
                  <a:pt x="1871149" y="25862"/>
                  <a:pt x="2173163" y="23827"/>
                  <a:pt x="2336292" y="0"/>
                </a:cubicBezTo>
                <a:cubicBezTo>
                  <a:pt x="2499421" y="-23827"/>
                  <a:pt x="2720589" y="28148"/>
                  <a:pt x="2931566" y="0"/>
                </a:cubicBezTo>
                <a:cubicBezTo>
                  <a:pt x="3142543" y="-28148"/>
                  <a:pt x="3323630" y="27022"/>
                  <a:pt x="3482035" y="0"/>
                </a:cubicBezTo>
                <a:cubicBezTo>
                  <a:pt x="3640440" y="-27022"/>
                  <a:pt x="4012110" y="-20118"/>
                  <a:pt x="4480560" y="0"/>
                </a:cubicBezTo>
                <a:cubicBezTo>
                  <a:pt x="4480958" y="7429"/>
                  <a:pt x="4480540" y="10822"/>
                  <a:pt x="4480560" y="18288"/>
                </a:cubicBezTo>
                <a:cubicBezTo>
                  <a:pt x="4314132" y="14924"/>
                  <a:pt x="4028383" y="36632"/>
                  <a:pt x="3840480" y="18288"/>
                </a:cubicBezTo>
                <a:cubicBezTo>
                  <a:pt x="3652577" y="-56"/>
                  <a:pt x="3547615" y="2848"/>
                  <a:pt x="3290011" y="18288"/>
                </a:cubicBezTo>
                <a:cubicBezTo>
                  <a:pt x="3032407" y="33728"/>
                  <a:pt x="2830268" y="8719"/>
                  <a:pt x="2560320" y="18288"/>
                </a:cubicBezTo>
                <a:cubicBezTo>
                  <a:pt x="2290372" y="27857"/>
                  <a:pt x="2147422" y="6728"/>
                  <a:pt x="1965046" y="18288"/>
                </a:cubicBezTo>
                <a:cubicBezTo>
                  <a:pt x="1782670" y="29848"/>
                  <a:pt x="1689791" y="40680"/>
                  <a:pt x="1459382" y="18288"/>
                </a:cubicBezTo>
                <a:cubicBezTo>
                  <a:pt x="1228973" y="-4104"/>
                  <a:pt x="915486" y="36501"/>
                  <a:pt x="774497" y="18288"/>
                </a:cubicBezTo>
                <a:cubicBezTo>
                  <a:pt x="633508" y="75"/>
                  <a:pt x="361442" y="-11107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480560" h="18288" stroke="0" extrusionOk="0">
                <a:moveTo>
                  <a:pt x="0" y="0"/>
                </a:moveTo>
                <a:cubicBezTo>
                  <a:pt x="285465" y="225"/>
                  <a:pt x="322691" y="16223"/>
                  <a:pt x="595274" y="0"/>
                </a:cubicBezTo>
                <a:cubicBezTo>
                  <a:pt x="867857" y="-16223"/>
                  <a:pt x="989129" y="-11242"/>
                  <a:pt x="1100938" y="0"/>
                </a:cubicBezTo>
                <a:cubicBezTo>
                  <a:pt x="1212747" y="11242"/>
                  <a:pt x="1574350" y="-36410"/>
                  <a:pt x="1830629" y="0"/>
                </a:cubicBezTo>
                <a:cubicBezTo>
                  <a:pt x="2086908" y="36410"/>
                  <a:pt x="2180922" y="4645"/>
                  <a:pt x="2425903" y="0"/>
                </a:cubicBezTo>
                <a:cubicBezTo>
                  <a:pt x="2670884" y="-4645"/>
                  <a:pt x="2782024" y="22929"/>
                  <a:pt x="3021178" y="0"/>
                </a:cubicBezTo>
                <a:cubicBezTo>
                  <a:pt x="3260332" y="-22929"/>
                  <a:pt x="3456982" y="-1586"/>
                  <a:pt x="3750869" y="0"/>
                </a:cubicBezTo>
                <a:cubicBezTo>
                  <a:pt x="4044756" y="1586"/>
                  <a:pt x="4302726" y="17043"/>
                  <a:pt x="4480560" y="0"/>
                </a:cubicBezTo>
                <a:cubicBezTo>
                  <a:pt x="4479674" y="5429"/>
                  <a:pt x="4481381" y="14046"/>
                  <a:pt x="4480560" y="18288"/>
                </a:cubicBezTo>
                <a:cubicBezTo>
                  <a:pt x="4279652" y="-6850"/>
                  <a:pt x="4200762" y="41566"/>
                  <a:pt x="3930091" y="18288"/>
                </a:cubicBezTo>
                <a:cubicBezTo>
                  <a:pt x="3659420" y="-4990"/>
                  <a:pt x="3456052" y="22294"/>
                  <a:pt x="3290011" y="18288"/>
                </a:cubicBezTo>
                <a:cubicBezTo>
                  <a:pt x="3123970" y="14282"/>
                  <a:pt x="2882392" y="32818"/>
                  <a:pt x="2649931" y="18288"/>
                </a:cubicBezTo>
                <a:cubicBezTo>
                  <a:pt x="2417470" y="3758"/>
                  <a:pt x="2238426" y="7337"/>
                  <a:pt x="2054657" y="18288"/>
                </a:cubicBezTo>
                <a:cubicBezTo>
                  <a:pt x="1870888" y="29239"/>
                  <a:pt x="1566368" y="45040"/>
                  <a:pt x="1324966" y="18288"/>
                </a:cubicBezTo>
                <a:cubicBezTo>
                  <a:pt x="1083564" y="-8464"/>
                  <a:pt x="787410" y="10946"/>
                  <a:pt x="595274" y="18288"/>
                </a:cubicBezTo>
                <a:cubicBezTo>
                  <a:pt x="403138" y="25630"/>
                  <a:pt x="169622" y="10499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CED2BC-A27C-FC0E-B8C0-560CFEC44D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26418" y="552091"/>
            <a:ext cx="6224335" cy="5431536"/>
          </a:xfrm>
        </p:spPr>
        <p:txBody>
          <a:bodyPr anchor="ctr">
            <a:normAutofit/>
          </a:bodyPr>
          <a:lstStyle/>
          <a:p>
            <a:r>
              <a:rPr lang="en-GB" sz="2200"/>
              <a:t>Proceed to "</a:t>
            </a:r>
            <a:r>
              <a:rPr lang="en-GB" sz="2200" b="1"/>
              <a:t>Product Configuration</a:t>
            </a:r>
            <a:r>
              <a:rPr lang="en-GB" sz="2200"/>
              <a:t>" &gt; "</a:t>
            </a:r>
            <a:r>
              <a:rPr lang="en-GB" sz="2200" b="1"/>
              <a:t>Type and Networking</a:t>
            </a:r>
            <a:r>
              <a:rPr lang="en-GB" sz="2200"/>
              <a:t>" &gt; "</a:t>
            </a:r>
            <a:r>
              <a:rPr lang="en-GB" sz="2200" b="1"/>
              <a:t>Authentication Method</a:t>
            </a:r>
            <a:r>
              <a:rPr lang="en-GB" sz="2200"/>
              <a:t>" Pages by clicking the "Next" button.</a:t>
            </a:r>
            <a:endParaRPr lang="en-US" sz="2200"/>
          </a:p>
        </p:txBody>
      </p:sp>
    </p:spTree>
    <p:extLst>
      <p:ext uri="{BB962C8B-B14F-4D97-AF65-F5344CB8AC3E}">
        <p14:creationId xmlns:p14="http://schemas.microsoft.com/office/powerpoint/2010/main" val="155875870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9" name="Rectangle 18438">
            <a:extLst>
              <a:ext uri="{FF2B5EF4-FFF2-40B4-BE49-F238E27FC236}">
                <a16:creationId xmlns:a16="http://schemas.microsoft.com/office/drawing/2014/main" id="{6753252F-4873-4F63-801D-CC719279A7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441" name="Rectangle 18440">
            <a:extLst>
              <a:ext uri="{FF2B5EF4-FFF2-40B4-BE49-F238E27FC236}">
                <a16:creationId xmlns:a16="http://schemas.microsoft.com/office/drawing/2014/main" id="{047C8CCB-F95D-4249-92DD-651249D353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013557" cy="6858000"/>
          </a:xfrm>
          <a:prstGeom prst="rect">
            <a:avLst/>
          </a:prstGeom>
          <a:solidFill>
            <a:srgbClr val="2F41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677B778-791E-F16F-B755-23DF36B9FC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2074363"/>
            <a:ext cx="2752354" cy="2709275"/>
          </a:xfrm>
          <a:prstGeom prst="ellipse">
            <a:avLst/>
          </a:prstGeom>
          <a:solidFill>
            <a:srgbClr val="262626"/>
          </a:solidFill>
          <a:ln w="174625" cmpd="thinThick">
            <a:solidFill>
              <a:srgbClr val="262626"/>
            </a:solidFill>
          </a:ln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6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Step 9: Create MySQL Accounts</a:t>
            </a:r>
            <a:br>
              <a:rPr lang="en-US" sz="26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endParaRPr lang="en-US" sz="2600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18434" name="Picture 2" descr="Download-MySql_9">
            <a:extLst>
              <a:ext uri="{FF2B5EF4-FFF2-40B4-BE49-F238E27FC236}">
                <a16:creationId xmlns:a16="http://schemas.microsoft.com/office/drawing/2014/main" id="{84443B8C-592F-7867-59B2-673A8E761B4B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356295" y="961812"/>
            <a:ext cx="6552808" cy="49309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2316314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00C77C-6E35-590A-E990-44762B9B9F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2074363"/>
            <a:ext cx="2752354" cy="2709275"/>
          </a:xfrm>
          <a:prstGeom prst="ellipse">
            <a:avLst/>
          </a:prstGeom>
          <a:solidFill>
            <a:schemeClr val="tx1">
              <a:lumMod val="85000"/>
              <a:lumOff val="15000"/>
            </a:schemeClr>
          </a:solidFill>
          <a:ln w="174625" cmpd="thinThick">
            <a:solidFill>
              <a:schemeClr val="tx1">
                <a:lumMod val="85000"/>
                <a:lumOff val="15000"/>
              </a:schemeClr>
            </a:solidFill>
          </a:ln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600" b="1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Step 10: Connect To Server</a:t>
            </a:r>
            <a:endParaRPr lang="en-US" sz="26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19458" name="Picture 2" descr="MySql-step10">
            <a:extLst>
              <a:ext uri="{FF2B5EF4-FFF2-40B4-BE49-F238E27FC236}">
                <a16:creationId xmlns:a16="http://schemas.microsoft.com/office/drawing/2014/main" id="{7BE7ABE1-557C-6DE7-2AC4-45803A0F7D28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367145" y="961812"/>
            <a:ext cx="6531108" cy="49309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8693625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4165EE-15E5-77D1-D91E-5CD54509D4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2074363"/>
            <a:ext cx="2752354" cy="2709275"/>
          </a:xfrm>
          <a:prstGeom prst="ellipse">
            <a:avLst/>
          </a:prstGeom>
          <a:solidFill>
            <a:schemeClr val="tx1">
              <a:lumMod val="85000"/>
              <a:lumOff val="15000"/>
            </a:schemeClr>
          </a:solidFill>
          <a:ln w="174625" cmpd="thinThick">
            <a:solidFill>
              <a:schemeClr val="tx1">
                <a:lumMod val="85000"/>
                <a:lumOff val="15000"/>
              </a:schemeClr>
            </a:solidFill>
          </a:ln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600" b="1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Step 11: Complete Installation</a:t>
            </a:r>
            <a:endParaRPr lang="en-US" sz="26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20482" name="Picture 2" descr="Download-MySQL_11">
            <a:extLst>
              <a:ext uri="{FF2B5EF4-FFF2-40B4-BE49-F238E27FC236}">
                <a16:creationId xmlns:a16="http://schemas.microsoft.com/office/drawing/2014/main" id="{5F940779-25B5-235F-412A-6D4F42CACBE3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367145" y="961812"/>
            <a:ext cx="6531108" cy="49309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3074501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11" name="Flowchart: Document 21510">
            <a:extLst>
              <a:ext uri="{FF2B5EF4-FFF2-40B4-BE49-F238E27FC236}">
                <a16:creationId xmlns:a16="http://schemas.microsoft.com/office/drawing/2014/main" id="{D12DDE76-C203-4047-9998-63900085B5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8175" y="0"/>
            <a:ext cx="3248025" cy="3400426"/>
          </a:xfrm>
          <a:prstGeom prst="flowChartDocumen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7997902-62FD-A3D1-06A6-956BF5AF69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1162"/>
            <a:ext cx="2840182" cy="237114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fontAlgn="base"/>
            <a:r>
              <a:rPr lang="en-US" sz="32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MySQL Workbench Is Ready To Use</a:t>
            </a:r>
            <a:endParaRPr lang="en-US" sz="3200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21506" name="Picture 2" descr="Download-MySQL_12">
            <a:extLst>
              <a:ext uri="{FF2B5EF4-FFF2-40B4-BE49-F238E27FC236}">
                <a16:creationId xmlns:a16="http://schemas.microsoft.com/office/drawing/2014/main" id="{CBB0C745-E24A-D4B4-98C1-D34548730D12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207933" y="1610972"/>
            <a:ext cx="7347537" cy="36370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2154992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D1A1BEB-9215-65BF-3512-E172FE5A74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GB" sz="4200" b="1"/>
              <a:t>Troubleshooting Common MySQL Installation Issues</a:t>
            </a:r>
            <a:endParaRPr lang="en-US" sz="4200"/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B7306D-E37D-20E7-EB3E-80A8D3B76C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/>
          <a:p>
            <a:r>
              <a:rPr lang="en-GB" sz="2200"/>
              <a:t>If you encounter any issues during the MySQL installation process, here are a few common solutions:</a:t>
            </a:r>
          </a:p>
          <a:p>
            <a:pPr fontAlgn="base"/>
            <a:r>
              <a:rPr lang="en-GB" sz="2200" b="1"/>
              <a:t>Error-Port 3306 is Already in Use</a:t>
            </a:r>
            <a:r>
              <a:rPr lang="en-GB" sz="2200"/>
              <a:t>: MySQL uses port </a:t>
            </a:r>
            <a:r>
              <a:rPr lang="en-GB" sz="2200" b="1"/>
              <a:t>3306</a:t>
            </a:r>
            <a:r>
              <a:rPr lang="en-GB" sz="2200"/>
              <a:t> by default. If another application is using this port, change the port number during the configuration step.</a:t>
            </a:r>
          </a:p>
          <a:p>
            <a:pPr fontAlgn="base"/>
            <a:r>
              <a:rPr lang="en-GB" sz="2200" b="1"/>
              <a:t>MySQL Service Fails to Start</a:t>
            </a:r>
            <a:r>
              <a:rPr lang="en-GB" sz="2200"/>
              <a:t>: Ensure that your Windows firewall is not blocking the MySQL service. Check the Windows Services and verify that the MySQL Serve</a:t>
            </a:r>
            <a:r>
              <a:rPr lang="en-GB" sz="2200" b="1"/>
              <a:t>r</a:t>
            </a:r>
            <a:r>
              <a:rPr lang="en-GB" sz="2200"/>
              <a:t> is running.</a:t>
            </a:r>
          </a:p>
          <a:p>
            <a:pPr fontAlgn="base"/>
            <a:r>
              <a:rPr lang="en-GB" sz="2200" b="1"/>
              <a:t>Invalid Root Password</a:t>
            </a:r>
            <a:r>
              <a:rPr lang="en-GB" sz="2200"/>
              <a:t>: If you have forgotten your root password, you can reset it by following the appropriate steps from the MySQL documentation.</a:t>
            </a:r>
          </a:p>
          <a:p>
            <a:endParaRPr lang="en-US" sz="2200"/>
          </a:p>
        </p:txBody>
      </p:sp>
    </p:spTree>
    <p:extLst>
      <p:ext uri="{BB962C8B-B14F-4D97-AF65-F5344CB8AC3E}">
        <p14:creationId xmlns:p14="http://schemas.microsoft.com/office/powerpoint/2010/main" val="182656604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541" name="Rectangle 22540">
            <a:extLst>
              <a:ext uri="{FF2B5EF4-FFF2-40B4-BE49-F238E27FC236}">
                <a16:creationId xmlns:a16="http://schemas.microsoft.com/office/drawing/2014/main" id="{93245F62-CCC4-49E4-B95B-EA6C1E7905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7F416CB-9071-479C-6A75-A8844CF99E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2" y="3577456"/>
            <a:ext cx="10909640" cy="1687814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36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How to Start &amp; Stop MySQL Server on Windows. 1.  With Services.msc</a:t>
            </a:r>
            <a:br>
              <a:rPr lang="en-US" sz="36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endParaRPr lang="en-US" sz="3600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9DFA805-2E09-8207-8697-EEFC1A5ACEF6}"/>
              </a:ext>
            </a:extLst>
          </p:cNvPr>
          <p:cNvSpPr txBox="1"/>
          <p:nvPr/>
        </p:nvSpPr>
        <p:spPr>
          <a:xfrm>
            <a:off x="638879" y="4712611"/>
            <a:ext cx="10909643" cy="55265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algn="ctr">
              <a:lnSpc>
                <a:spcPct val="90000"/>
              </a:lnSpc>
              <a:spcBef>
                <a:spcPts val="1000"/>
              </a:spcBef>
            </a:pPr>
            <a:r>
              <a:rPr lang="en-US" sz="24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Step 1:</a:t>
            </a:r>
            <a:r>
              <a:rPr lang="en-US" sz="24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Open the Services tab by typing services.msc in the Windows Run dialog.</a:t>
            </a:r>
            <a:endParaRPr lang="en-US" sz="24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22530" name="Picture 2" descr="Window-services">
            <a:extLst>
              <a:ext uri="{FF2B5EF4-FFF2-40B4-BE49-F238E27FC236}">
                <a16:creationId xmlns:a16="http://schemas.microsoft.com/office/drawing/2014/main" id="{65C7DC1E-3347-0ED2-200A-B25164074FA0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180080" y="417726"/>
            <a:ext cx="6611520" cy="27420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542" name="sketch line">
            <a:extLst>
              <a:ext uri="{FF2B5EF4-FFF2-40B4-BE49-F238E27FC236}">
                <a16:creationId xmlns:a16="http://schemas.microsoft.com/office/drawing/2014/main" id="{E6C0DD6B-6AA3-448F-9B99-8386295BC1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07702" y="5509052"/>
            <a:ext cx="4572000" cy="18288"/>
          </a:xfrm>
          <a:custGeom>
            <a:avLst/>
            <a:gdLst>
              <a:gd name="connsiteX0" fmla="*/ 0 w 4572000"/>
              <a:gd name="connsiteY0" fmla="*/ 0 h 18288"/>
              <a:gd name="connsiteX1" fmla="*/ 515983 w 4572000"/>
              <a:gd name="connsiteY1" fmla="*/ 0 h 18288"/>
              <a:gd name="connsiteX2" fmla="*/ 1031966 w 4572000"/>
              <a:gd name="connsiteY2" fmla="*/ 0 h 18288"/>
              <a:gd name="connsiteX3" fmla="*/ 1639389 w 4572000"/>
              <a:gd name="connsiteY3" fmla="*/ 0 h 18288"/>
              <a:gd name="connsiteX4" fmla="*/ 2383971 w 4572000"/>
              <a:gd name="connsiteY4" fmla="*/ 0 h 18288"/>
              <a:gd name="connsiteX5" fmla="*/ 2945674 w 4572000"/>
              <a:gd name="connsiteY5" fmla="*/ 0 h 18288"/>
              <a:gd name="connsiteX6" fmla="*/ 3507377 w 4572000"/>
              <a:gd name="connsiteY6" fmla="*/ 0 h 18288"/>
              <a:gd name="connsiteX7" fmla="*/ 4572000 w 4572000"/>
              <a:gd name="connsiteY7" fmla="*/ 0 h 18288"/>
              <a:gd name="connsiteX8" fmla="*/ 4572000 w 4572000"/>
              <a:gd name="connsiteY8" fmla="*/ 18288 h 18288"/>
              <a:gd name="connsiteX9" fmla="*/ 3873137 w 4572000"/>
              <a:gd name="connsiteY9" fmla="*/ 18288 h 18288"/>
              <a:gd name="connsiteX10" fmla="*/ 3311434 w 4572000"/>
              <a:gd name="connsiteY10" fmla="*/ 18288 h 18288"/>
              <a:gd name="connsiteX11" fmla="*/ 2749731 w 4572000"/>
              <a:gd name="connsiteY11" fmla="*/ 18288 h 18288"/>
              <a:gd name="connsiteX12" fmla="*/ 2050869 w 4572000"/>
              <a:gd name="connsiteY12" fmla="*/ 18288 h 18288"/>
              <a:gd name="connsiteX13" fmla="*/ 1306286 w 4572000"/>
              <a:gd name="connsiteY13" fmla="*/ 18288 h 18288"/>
              <a:gd name="connsiteX14" fmla="*/ 790303 w 4572000"/>
              <a:gd name="connsiteY14" fmla="*/ 18288 h 18288"/>
              <a:gd name="connsiteX15" fmla="*/ 0 w 4572000"/>
              <a:gd name="connsiteY15" fmla="*/ 18288 h 18288"/>
              <a:gd name="connsiteX16" fmla="*/ 0 w 4572000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572000" h="18288" fill="none" extrusionOk="0">
                <a:moveTo>
                  <a:pt x="0" y="0"/>
                </a:moveTo>
                <a:cubicBezTo>
                  <a:pt x="105156" y="-20963"/>
                  <a:pt x="340432" y="822"/>
                  <a:pt x="515983" y="0"/>
                </a:cubicBezTo>
                <a:cubicBezTo>
                  <a:pt x="691534" y="-822"/>
                  <a:pt x="850679" y="16479"/>
                  <a:pt x="1031966" y="0"/>
                </a:cubicBezTo>
                <a:cubicBezTo>
                  <a:pt x="1213253" y="-16479"/>
                  <a:pt x="1443646" y="-18730"/>
                  <a:pt x="1639389" y="0"/>
                </a:cubicBezTo>
                <a:cubicBezTo>
                  <a:pt x="1835132" y="18730"/>
                  <a:pt x="2159975" y="18531"/>
                  <a:pt x="2383971" y="0"/>
                </a:cubicBezTo>
                <a:cubicBezTo>
                  <a:pt x="2607967" y="-18531"/>
                  <a:pt x="2719096" y="-12030"/>
                  <a:pt x="2945674" y="0"/>
                </a:cubicBezTo>
                <a:cubicBezTo>
                  <a:pt x="3172252" y="12030"/>
                  <a:pt x="3269167" y="27666"/>
                  <a:pt x="3507377" y="0"/>
                </a:cubicBezTo>
                <a:cubicBezTo>
                  <a:pt x="3745587" y="-27666"/>
                  <a:pt x="4116741" y="18705"/>
                  <a:pt x="4572000" y="0"/>
                </a:cubicBezTo>
                <a:cubicBezTo>
                  <a:pt x="4572895" y="8974"/>
                  <a:pt x="4571454" y="9359"/>
                  <a:pt x="4572000" y="18288"/>
                </a:cubicBezTo>
                <a:cubicBezTo>
                  <a:pt x="4374698" y="3942"/>
                  <a:pt x="4098874" y="-11042"/>
                  <a:pt x="3873137" y="18288"/>
                </a:cubicBezTo>
                <a:cubicBezTo>
                  <a:pt x="3647400" y="47618"/>
                  <a:pt x="3517055" y="5421"/>
                  <a:pt x="3311434" y="18288"/>
                </a:cubicBezTo>
                <a:cubicBezTo>
                  <a:pt x="3105813" y="31155"/>
                  <a:pt x="3025168" y="17856"/>
                  <a:pt x="2749731" y="18288"/>
                </a:cubicBezTo>
                <a:cubicBezTo>
                  <a:pt x="2474294" y="18720"/>
                  <a:pt x="2291766" y="-14168"/>
                  <a:pt x="2050869" y="18288"/>
                </a:cubicBezTo>
                <a:cubicBezTo>
                  <a:pt x="1809972" y="50744"/>
                  <a:pt x="1540276" y="46798"/>
                  <a:pt x="1306286" y="18288"/>
                </a:cubicBezTo>
                <a:cubicBezTo>
                  <a:pt x="1072296" y="-10222"/>
                  <a:pt x="972445" y="19645"/>
                  <a:pt x="790303" y="18288"/>
                </a:cubicBezTo>
                <a:cubicBezTo>
                  <a:pt x="608161" y="16931"/>
                  <a:pt x="200981" y="8241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572000" h="18288" stroke="0" extrusionOk="0">
                <a:moveTo>
                  <a:pt x="0" y="0"/>
                </a:moveTo>
                <a:cubicBezTo>
                  <a:pt x="143285" y="-9565"/>
                  <a:pt x="327959" y="-11498"/>
                  <a:pt x="561703" y="0"/>
                </a:cubicBezTo>
                <a:cubicBezTo>
                  <a:pt x="795447" y="11498"/>
                  <a:pt x="838260" y="18255"/>
                  <a:pt x="1077686" y="0"/>
                </a:cubicBezTo>
                <a:cubicBezTo>
                  <a:pt x="1317112" y="-18255"/>
                  <a:pt x="1437472" y="23514"/>
                  <a:pt x="1639389" y="0"/>
                </a:cubicBezTo>
                <a:cubicBezTo>
                  <a:pt x="1841306" y="-23514"/>
                  <a:pt x="2037142" y="-12551"/>
                  <a:pt x="2292531" y="0"/>
                </a:cubicBezTo>
                <a:cubicBezTo>
                  <a:pt x="2547920" y="12551"/>
                  <a:pt x="2810436" y="-20352"/>
                  <a:pt x="2991394" y="0"/>
                </a:cubicBezTo>
                <a:cubicBezTo>
                  <a:pt x="3172352" y="20352"/>
                  <a:pt x="3530025" y="-13347"/>
                  <a:pt x="3735977" y="0"/>
                </a:cubicBezTo>
                <a:cubicBezTo>
                  <a:pt x="3941929" y="13347"/>
                  <a:pt x="4161497" y="34086"/>
                  <a:pt x="4572000" y="0"/>
                </a:cubicBezTo>
                <a:cubicBezTo>
                  <a:pt x="4571545" y="6162"/>
                  <a:pt x="4571903" y="11775"/>
                  <a:pt x="4572000" y="18288"/>
                </a:cubicBezTo>
                <a:cubicBezTo>
                  <a:pt x="4228040" y="36490"/>
                  <a:pt x="4199736" y="42557"/>
                  <a:pt x="3873137" y="18288"/>
                </a:cubicBezTo>
                <a:cubicBezTo>
                  <a:pt x="3546538" y="-5981"/>
                  <a:pt x="3472124" y="16809"/>
                  <a:pt x="3128554" y="18288"/>
                </a:cubicBezTo>
                <a:cubicBezTo>
                  <a:pt x="2784984" y="19767"/>
                  <a:pt x="2735896" y="-17781"/>
                  <a:pt x="2383971" y="18288"/>
                </a:cubicBezTo>
                <a:cubicBezTo>
                  <a:pt x="2032046" y="54357"/>
                  <a:pt x="2019324" y="2920"/>
                  <a:pt x="1867989" y="18288"/>
                </a:cubicBezTo>
                <a:cubicBezTo>
                  <a:pt x="1716654" y="33656"/>
                  <a:pt x="1418675" y="32575"/>
                  <a:pt x="1169126" y="18288"/>
                </a:cubicBezTo>
                <a:cubicBezTo>
                  <a:pt x="919577" y="4001"/>
                  <a:pt x="798537" y="16165"/>
                  <a:pt x="561703" y="18288"/>
                </a:cubicBezTo>
                <a:cubicBezTo>
                  <a:pt x="324869" y="20411"/>
                  <a:pt x="221395" y="-912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720726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9" name="Rectangle 23558">
            <a:extLst>
              <a:ext uri="{FF2B5EF4-FFF2-40B4-BE49-F238E27FC236}">
                <a16:creationId xmlns:a16="http://schemas.microsoft.com/office/drawing/2014/main" id="{6753252F-4873-4F63-801D-CC719279A7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561" name="Rectangle 23560">
            <a:extLst>
              <a:ext uri="{FF2B5EF4-FFF2-40B4-BE49-F238E27FC236}">
                <a16:creationId xmlns:a16="http://schemas.microsoft.com/office/drawing/2014/main" id="{047C8CCB-F95D-4249-92DD-651249D353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013557" cy="6858000"/>
          </a:xfrm>
          <a:prstGeom prst="rect">
            <a:avLst/>
          </a:prstGeom>
          <a:solidFill>
            <a:srgbClr val="47698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B8C06C6-F8A7-3FD8-F38E-33C533E439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2074363"/>
            <a:ext cx="2752354" cy="2709275"/>
          </a:xfrm>
          <a:prstGeom prst="ellipse">
            <a:avLst/>
          </a:prstGeom>
          <a:solidFill>
            <a:srgbClr val="262626"/>
          </a:solidFill>
          <a:ln w="174625" cmpd="thinThick">
            <a:solidFill>
              <a:srgbClr val="262626"/>
            </a:solidFill>
          </a:ln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18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Step 2:</a:t>
            </a:r>
            <a:r>
              <a:rPr lang="en-US" sz="18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 Search for the </a:t>
            </a:r>
            <a:r>
              <a:rPr lang="en-US" sz="1800" b="1" u="sng" kern="1200">
                <a:solidFill>
                  <a:srgbClr val="FFFFFF"/>
                </a:solidFill>
                <a:latin typeface="+mj-lt"/>
                <a:ea typeface="+mj-ea"/>
                <a:cs typeface="+mj-cs"/>
                <a:hlinkClick r:id="rId2"/>
              </a:rPr>
              <a:t>MySQL </a:t>
            </a:r>
            <a:r>
              <a:rPr lang="en-US" sz="18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service in the list.</a:t>
            </a:r>
          </a:p>
        </p:txBody>
      </p:sp>
      <p:pic>
        <p:nvPicPr>
          <p:cNvPr id="23554" name="Picture 2" descr="search-mysql-list">
            <a:extLst>
              <a:ext uri="{FF2B5EF4-FFF2-40B4-BE49-F238E27FC236}">
                <a16:creationId xmlns:a16="http://schemas.microsoft.com/office/drawing/2014/main" id="{2969E80E-B7D9-A7FD-FD0C-5D106E37DDF9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038600" y="1136068"/>
            <a:ext cx="7188199" cy="458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9088386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592" name="Rectangle 24591">
            <a:extLst>
              <a:ext uri="{FF2B5EF4-FFF2-40B4-BE49-F238E27FC236}">
                <a16:creationId xmlns:a16="http://schemas.microsoft.com/office/drawing/2014/main" id="{C4879EFC-8E62-4E00-973C-C45EE9EC67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9996DFD-2854-8864-CEDA-898683F99D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457200"/>
            <a:ext cx="10909640" cy="136861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4600" b="1"/>
              <a:t>Step 3:</a:t>
            </a:r>
            <a:r>
              <a:rPr lang="en-US" sz="4600"/>
              <a:t> Click on the "</a:t>
            </a:r>
            <a:r>
              <a:rPr lang="en-US" sz="4600" b="1"/>
              <a:t>Start</a:t>
            </a:r>
            <a:r>
              <a:rPr lang="en-US" sz="4600"/>
              <a:t>" or "</a:t>
            </a:r>
            <a:r>
              <a:rPr lang="en-US" sz="4600" b="1"/>
              <a:t>Restart</a:t>
            </a:r>
            <a:r>
              <a:rPr lang="en-US" sz="4600"/>
              <a:t>" button to start the MySQL Server</a:t>
            </a:r>
          </a:p>
        </p:txBody>
      </p:sp>
      <p:sp>
        <p:nvSpPr>
          <p:cNvPr id="24594" name="sketch line">
            <a:extLst>
              <a:ext uri="{FF2B5EF4-FFF2-40B4-BE49-F238E27FC236}">
                <a16:creationId xmlns:a16="http://schemas.microsoft.com/office/drawing/2014/main" id="{D6A9C53F-5F90-40A5-8C85-5412D39C8C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50080" y="1850683"/>
            <a:ext cx="3291840" cy="18288"/>
          </a:xfrm>
          <a:custGeom>
            <a:avLst/>
            <a:gdLst>
              <a:gd name="connsiteX0" fmla="*/ 0 w 3291840"/>
              <a:gd name="connsiteY0" fmla="*/ 0 h 18288"/>
              <a:gd name="connsiteX1" fmla="*/ 658368 w 3291840"/>
              <a:gd name="connsiteY1" fmla="*/ 0 h 18288"/>
              <a:gd name="connsiteX2" fmla="*/ 1283818 w 3291840"/>
              <a:gd name="connsiteY2" fmla="*/ 0 h 18288"/>
              <a:gd name="connsiteX3" fmla="*/ 1909267 w 3291840"/>
              <a:gd name="connsiteY3" fmla="*/ 0 h 18288"/>
              <a:gd name="connsiteX4" fmla="*/ 2633472 w 3291840"/>
              <a:gd name="connsiteY4" fmla="*/ 0 h 18288"/>
              <a:gd name="connsiteX5" fmla="*/ 3291840 w 3291840"/>
              <a:gd name="connsiteY5" fmla="*/ 0 h 18288"/>
              <a:gd name="connsiteX6" fmla="*/ 3291840 w 3291840"/>
              <a:gd name="connsiteY6" fmla="*/ 18288 h 18288"/>
              <a:gd name="connsiteX7" fmla="*/ 2633472 w 3291840"/>
              <a:gd name="connsiteY7" fmla="*/ 18288 h 18288"/>
              <a:gd name="connsiteX8" fmla="*/ 2073859 w 3291840"/>
              <a:gd name="connsiteY8" fmla="*/ 18288 h 18288"/>
              <a:gd name="connsiteX9" fmla="*/ 1448410 w 3291840"/>
              <a:gd name="connsiteY9" fmla="*/ 18288 h 18288"/>
              <a:gd name="connsiteX10" fmla="*/ 822960 w 3291840"/>
              <a:gd name="connsiteY10" fmla="*/ 18288 h 18288"/>
              <a:gd name="connsiteX11" fmla="*/ 0 w 3291840"/>
              <a:gd name="connsiteY11" fmla="*/ 18288 h 18288"/>
              <a:gd name="connsiteX12" fmla="*/ 0 w 3291840"/>
              <a:gd name="connsiteY12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291840" h="18288" fill="none" extrusionOk="0">
                <a:moveTo>
                  <a:pt x="0" y="0"/>
                </a:moveTo>
                <a:cubicBezTo>
                  <a:pt x="173077" y="-20031"/>
                  <a:pt x="443104" y="6424"/>
                  <a:pt x="658368" y="0"/>
                </a:cubicBezTo>
                <a:cubicBezTo>
                  <a:pt x="873632" y="-6424"/>
                  <a:pt x="1034028" y="11764"/>
                  <a:pt x="1283818" y="0"/>
                </a:cubicBezTo>
                <a:cubicBezTo>
                  <a:pt x="1533608" y="-11764"/>
                  <a:pt x="1691227" y="-30112"/>
                  <a:pt x="1909267" y="0"/>
                </a:cubicBezTo>
                <a:cubicBezTo>
                  <a:pt x="2127307" y="30112"/>
                  <a:pt x="2272465" y="-18735"/>
                  <a:pt x="2633472" y="0"/>
                </a:cubicBezTo>
                <a:cubicBezTo>
                  <a:pt x="2994479" y="18735"/>
                  <a:pt x="3023324" y="-32030"/>
                  <a:pt x="3291840" y="0"/>
                </a:cubicBezTo>
                <a:cubicBezTo>
                  <a:pt x="3291406" y="7551"/>
                  <a:pt x="3291373" y="9822"/>
                  <a:pt x="3291840" y="18288"/>
                </a:cubicBezTo>
                <a:cubicBezTo>
                  <a:pt x="3048445" y="38989"/>
                  <a:pt x="2846548" y="-14400"/>
                  <a:pt x="2633472" y="18288"/>
                </a:cubicBezTo>
                <a:cubicBezTo>
                  <a:pt x="2420396" y="50976"/>
                  <a:pt x="2304099" y="6336"/>
                  <a:pt x="2073859" y="18288"/>
                </a:cubicBezTo>
                <a:cubicBezTo>
                  <a:pt x="1843619" y="30240"/>
                  <a:pt x="1706926" y="10778"/>
                  <a:pt x="1448410" y="18288"/>
                </a:cubicBezTo>
                <a:cubicBezTo>
                  <a:pt x="1189894" y="25798"/>
                  <a:pt x="1002278" y="8992"/>
                  <a:pt x="822960" y="18288"/>
                </a:cubicBezTo>
                <a:cubicBezTo>
                  <a:pt x="643642" y="27585"/>
                  <a:pt x="307039" y="38051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291840" h="18288" stroke="0" extrusionOk="0">
                <a:moveTo>
                  <a:pt x="0" y="0"/>
                </a:moveTo>
                <a:cubicBezTo>
                  <a:pt x="195850" y="28018"/>
                  <a:pt x="434891" y="17390"/>
                  <a:pt x="592531" y="0"/>
                </a:cubicBezTo>
                <a:cubicBezTo>
                  <a:pt x="750171" y="-17390"/>
                  <a:pt x="1018709" y="32200"/>
                  <a:pt x="1316736" y="0"/>
                </a:cubicBezTo>
                <a:cubicBezTo>
                  <a:pt x="1614763" y="-32200"/>
                  <a:pt x="1696480" y="-11367"/>
                  <a:pt x="1876349" y="0"/>
                </a:cubicBezTo>
                <a:cubicBezTo>
                  <a:pt x="2056218" y="11367"/>
                  <a:pt x="2193364" y="13433"/>
                  <a:pt x="2435962" y="0"/>
                </a:cubicBezTo>
                <a:cubicBezTo>
                  <a:pt x="2678560" y="-13433"/>
                  <a:pt x="3010901" y="-42367"/>
                  <a:pt x="3291840" y="0"/>
                </a:cubicBezTo>
                <a:cubicBezTo>
                  <a:pt x="3291758" y="4406"/>
                  <a:pt x="3291751" y="9982"/>
                  <a:pt x="3291840" y="18288"/>
                </a:cubicBezTo>
                <a:cubicBezTo>
                  <a:pt x="3108993" y="14228"/>
                  <a:pt x="2952658" y="46900"/>
                  <a:pt x="2666390" y="18288"/>
                </a:cubicBezTo>
                <a:cubicBezTo>
                  <a:pt x="2380122" y="-10324"/>
                  <a:pt x="2263855" y="41055"/>
                  <a:pt x="2040941" y="18288"/>
                </a:cubicBezTo>
                <a:cubicBezTo>
                  <a:pt x="1818027" y="-4479"/>
                  <a:pt x="1675097" y="6509"/>
                  <a:pt x="1415491" y="18288"/>
                </a:cubicBezTo>
                <a:cubicBezTo>
                  <a:pt x="1155885" y="30068"/>
                  <a:pt x="852976" y="36210"/>
                  <a:pt x="691286" y="18288"/>
                </a:cubicBezTo>
                <a:cubicBezTo>
                  <a:pt x="529596" y="366"/>
                  <a:pt x="187183" y="13912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4580" name="Picture 4" descr="Screenshot_2025-07-30_183355_optimized_100">
            <a:extLst>
              <a:ext uri="{FF2B5EF4-FFF2-40B4-BE49-F238E27FC236}">
                <a16:creationId xmlns:a16="http://schemas.microsoft.com/office/drawing/2014/main" id="{8318F049-BC96-B778-3CC3-7CCBCBD6B8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430014" y="2016577"/>
            <a:ext cx="3109988" cy="36057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578" name="Picture 2" descr="start-Mysql">
            <a:extLst>
              <a:ext uri="{FF2B5EF4-FFF2-40B4-BE49-F238E27FC236}">
                <a16:creationId xmlns:a16="http://schemas.microsoft.com/office/drawing/2014/main" id="{820D71DC-53C8-5184-7784-2A84D3A23C85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254496" y="2029135"/>
            <a:ext cx="5614416" cy="35932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1888937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D914F20-465E-A00F-05C2-B1FA6FA0F2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GB" sz="4000" b="1">
                <a:solidFill>
                  <a:srgbClr val="FFFFFF"/>
                </a:solidFill>
              </a:rPr>
              <a:t>2. Using Command Prompt:</a:t>
            </a:r>
            <a:endParaRPr lang="en-US" sz="4000">
              <a:solidFill>
                <a:srgbClr val="FFFFFF"/>
              </a:solidFill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4F92AB2-DFB7-D263-0256-6D1FF054396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52026732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9833207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645" name="Rectangle 26644">
            <a:extLst>
              <a:ext uri="{FF2B5EF4-FFF2-40B4-BE49-F238E27FC236}">
                <a16:creationId xmlns:a16="http://schemas.microsoft.com/office/drawing/2014/main" id="{32AEEBC8-9D30-42EF-95F2-386C2653FB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CC2B48B-8CE2-D237-BED2-02E4313C31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502920"/>
            <a:ext cx="3419856" cy="1463040"/>
          </a:xfrm>
        </p:spPr>
        <p:txBody>
          <a:bodyPr anchor="ctr">
            <a:normAutofit/>
          </a:bodyPr>
          <a:lstStyle/>
          <a:p>
            <a:r>
              <a:rPr lang="en-GB" sz="3700" b="1"/>
              <a:t>3. Using MySQL Workbench:</a:t>
            </a:r>
            <a:endParaRPr lang="en-US" sz="3700"/>
          </a:p>
        </p:txBody>
      </p:sp>
      <p:sp>
        <p:nvSpPr>
          <p:cNvPr id="26647" name="sketch line">
            <a:extLst>
              <a:ext uri="{FF2B5EF4-FFF2-40B4-BE49-F238E27FC236}">
                <a16:creationId xmlns:a16="http://schemas.microsoft.com/office/drawing/2014/main" id="{2E92FA66-67D7-4CB4-94D3-E643A9AD47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566159" y="1225296"/>
            <a:ext cx="1554480" cy="18288"/>
          </a:xfrm>
          <a:custGeom>
            <a:avLst/>
            <a:gdLst>
              <a:gd name="connsiteX0" fmla="*/ 0 w 1554480"/>
              <a:gd name="connsiteY0" fmla="*/ 0 h 18288"/>
              <a:gd name="connsiteX1" fmla="*/ 549250 w 1554480"/>
              <a:gd name="connsiteY1" fmla="*/ 0 h 18288"/>
              <a:gd name="connsiteX2" fmla="*/ 1082954 w 1554480"/>
              <a:gd name="connsiteY2" fmla="*/ 0 h 18288"/>
              <a:gd name="connsiteX3" fmla="*/ 1554480 w 1554480"/>
              <a:gd name="connsiteY3" fmla="*/ 0 h 18288"/>
              <a:gd name="connsiteX4" fmla="*/ 1554480 w 1554480"/>
              <a:gd name="connsiteY4" fmla="*/ 18288 h 18288"/>
              <a:gd name="connsiteX5" fmla="*/ 1067410 w 1554480"/>
              <a:gd name="connsiteY5" fmla="*/ 18288 h 18288"/>
              <a:gd name="connsiteX6" fmla="*/ 549250 w 1554480"/>
              <a:gd name="connsiteY6" fmla="*/ 18288 h 18288"/>
              <a:gd name="connsiteX7" fmla="*/ 0 w 1554480"/>
              <a:gd name="connsiteY7" fmla="*/ 18288 h 18288"/>
              <a:gd name="connsiteX8" fmla="*/ 0 w 1554480"/>
              <a:gd name="connsiteY8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554480" h="18288" fill="none" extrusionOk="0">
                <a:moveTo>
                  <a:pt x="0" y="0"/>
                </a:moveTo>
                <a:cubicBezTo>
                  <a:pt x="114141" y="-19864"/>
                  <a:pt x="345055" y="-1657"/>
                  <a:pt x="549250" y="0"/>
                </a:cubicBezTo>
                <a:cubicBezTo>
                  <a:pt x="753445" y="1657"/>
                  <a:pt x="862292" y="-5674"/>
                  <a:pt x="1082954" y="0"/>
                </a:cubicBezTo>
                <a:cubicBezTo>
                  <a:pt x="1303616" y="5674"/>
                  <a:pt x="1363530" y="4537"/>
                  <a:pt x="1554480" y="0"/>
                </a:cubicBezTo>
                <a:cubicBezTo>
                  <a:pt x="1554963" y="7176"/>
                  <a:pt x="1553909" y="13682"/>
                  <a:pt x="1554480" y="18288"/>
                </a:cubicBezTo>
                <a:cubicBezTo>
                  <a:pt x="1338847" y="6127"/>
                  <a:pt x="1215066" y="37851"/>
                  <a:pt x="1067410" y="18288"/>
                </a:cubicBezTo>
                <a:cubicBezTo>
                  <a:pt x="919754" y="-1275"/>
                  <a:pt x="800465" y="3080"/>
                  <a:pt x="549250" y="18288"/>
                </a:cubicBezTo>
                <a:cubicBezTo>
                  <a:pt x="298035" y="33496"/>
                  <a:pt x="158868" y="22769"/>
                  <a:pt x="0" y="18288"/>
                </a:cubicBezTo>
                <a:cubicBezTo>
                  <a:pt x="-655" y="13237"/>
                  <a:pt x="709" y="4645"/>
                  <a:pt x="0" y="0"/>
                </a:cubicBezTo>
                <a:close/>
              </a:path>
              <a:path w="1554480" h="18288" stroke="0" extrusionOk="0">
                <a:moveTo>
                  <a:pt x="0" y="0"/>
                </a:moveTo>
                <a:cubicBezTo>
                  <a:pt x="249941" y="-58"/>
                  <a:pt x="367334" y="23448"/>
                  <a:pt x="502615" y="0"/>
                </a:cubicBezTo>
                <a:cubicBezTo>
                  <a:pt x="637897" y="-23448"/>
                  <a:pt x="813653" y="-20418"/>
                  <a:pt x="974141" y="0"/>
                </a:cubicBezTo>
                <a:cubicBezTo>
                  <a:pt x="1134629" y="20418"/>
                  <a:pt x="1268772" y="6288"/>
                  <a:pt x="1554480" y="0"/>
                </a:cubicBezTo>
                <a:cubicBezTo>
                  <a:pt x="1554917" y="7222"/>
                  <a:pt x="1555359" y="13299"/>
                  <a:pt x="1554480" y="18288"/>
                </a:cubicBezTo>
                <a:cubicBezTo>
                  <a:pt x="1336087" y="12172"/>
                  <a:pt x="1310024" y="19759"/>
                  <a:pt x="1067410" y="18288"/>
                </a:cubicBezTo>
                <a:cubicBezTo>
                  <a:pt x="824796" y="16818"/>
                  <a:pt x="787902" y="34647"/>
                  <a:pt x="518160" y="18288"/>
                </a:cubicBezTo>
                <a:cubicBezTo>
                  <a:pt x="248418" y="1930"/>
                  <a:pt x="133160" y="9205"/>
                  <a:pt x="0" y="18288"/>
                </a:cubicBezTo>
                <a:cubicBezTo>
                  <a:pt x="-643" y="9451"/>
                  <a:pt x="-340" y="7114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8155A2-9016-9FDE-F493-7EE35E9E1B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54295" y="502920"/>
            <a:ext cx="6894576" cy="1463040"/>
          </a:xfrm>
        </p:spPr>
        <p:txBody>
          <a:bodyPr anchor="ctr">
            <a:normAutofit/>
          </a:bodyPr>
          <a:lstStyle/>
          <a:p>
            <a:r>
              <a:rPr lang="en-GB" sz="2200" b="1"/>
              <a:t>Step 1:</a:t>
            </a:r>
            <a:r>
              <a:rPr lang="en-GB" sz="2200"/>
              <a:t> Open MySQL Workbench, which is included in the MySQL complete package. Go to the top menu bar and click on </a:t>
            </a:r>
            <a:r>
              <a:rPr lang="en-GB" sz="2200" b="1"/>
              <a:t>Server</a:t>
            </a:r>
            <a:r>
              <a:rPr lang="en-GB" sz="2200"/>
              <a:t>.</a:t>
            </a:r>
          </a:p>
          <a:p>
            <a:endParaRPr lang="en-US" sz="2200"/>
          </a:p>
        </p:txBody>
      </p:sp>
      <p:pic>
        <p:nvPicPr>
          <p:cNvPr id="26626" name="Picture 2" descr="Mysql-Workbench">
            <a:extLst>
              <a:ext uri="{FF2B5EF4-FFF2-40B4-BE49-F238E27FC236}">
                <a16:creationId xmlns:a16="http://schemas.microsoft.com/office/drawing/2014/main" id="{42D53C28-5AB2-F1E1-3C66-FEACE47A1B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965579" y="2290936"/>
            <a:ext cx="8248649" cy="3959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3813699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5" name="Rectangle 27654">
            <a:extLst>
              <a:ext uri="{FF2B5EF4-FFF2-40B4-BE49-F238E27FC236}">
                <a16:creationId xmlns:a16="http://schemas.microsoft.com/office/drawing/2014/main" id="{6753252F-4873-4F63-801D-CC719279A7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657" name="Rectangle 27656">
            <a:extLst>
              <a:ext uri="{FF2B5EF4-FFF2-40B4-BE49-F238E27FC236}">
                <a16:creationId xmlns:a16="http://schemas.microsoft.com/office/drawing/2014/main" id="{047C8CCB-F95D-4249-92DD-651249D353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013557" cy="6858000"/>
          </a:xfrm>
          <a:prstGeom prst="rect">
            <a:avLst/>
          </a:prstGeom>
          <a:solidFill>
            <a:srgbClr val="4C607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5389B46-91F7-478F-03F8-BEC3BE6A73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2074363"/>
            <a:ext cx="2752354" cy="2709275"/>
          </a:xfrm>
          <a:prstGeom prst="ellipse">
            <a:avLst/>
          </a:prstGeom>
          <a:solidFill>
            <a:srgbClr val="262626"/>
          </a:solidFill>
          <a:ln w="174625" cmpd="thinThick">
            <a:solidFill>
              <a:srgbClr val="262626"/>
            </a:solidFill>
          </a:ln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16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Step 2:</a:t>
            </a:r>
            <a:r>
              <a:rPr lang="en-US" sz="16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 Now Navigate to the "</a:t>
            </a:r>
            <a:r>
              <a:rPr lang="en-US" sz="16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Startup/Shutdown</a:t>
            </a:r>
            <a:r>
              <a:rPr lang="en-US" sz="16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" tab in the list</a:t>
            </a:r>
          </a:p>
        </p:txBody>
      </p:sp>
      <p:pic>
        <p:nvPicPr>
          <p:cNvPr id="27650" name="Picture 2" descr="start-and-stop-button">
            <a:extLst>
              <a:ext uri="{FF2B5EF4-FFF2-40B4-BE49-F238E27FC236}">
                <a16:creationId xmlns:a16="http://schemas.microsoft.com/office/drawing/2014/main" id="{BB0A7902-18D9-23DD-A398-6552B7CD8A13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038600" y="1612285"/>
            <a:ext cx="7188199" cy="36300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4121318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92B055-B740-94AE-0372-3B2BE7B948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2074363"/>
            <a:ext cx="2752354" cy="2709275"/>
          </a:xfrm>
          <a:prstGeom prst="ellipse">
            <a:avLst/>
          </a:prstGeom>
          <a:solidFill>
            <a:schemeClr val="tx1">
              <a:lumMod val="85000"/>
              <a:lumOff val="15000"/>
            </a:schemeClr>
          </a:solidFill>
          <a:ln w="174625" cmpd="thinThick">
            <a:solidFill>
              <a:schemeClr val="tx1">
                <a:lumMod val="85000"/>
                <a:lumOff val="15000"/>
              </a:schemeClr>
            </a:solidFill>
          </a:ln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000" b="1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Step 3: </a:t>
            </a:r>
            <a:r>
              <a:rPr lang="en-US" sz="20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In the window that appears, click </a:t>
            </a:r>
            <a:r>
              <a:rPr lang="en-US" sz="2000" b="1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Start Server</a:t>
            </a:r>
            <a:r>
              <a:rPr lang="en-US" sz="20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 if it's not already running.</a:t>
            </a:r>
          </a:p>
        </p:txBody>
      </p:sp>
      <p:pic>
        <p:nvPicPr>
          <p:cNvPr id="28674" name="Picture 2" descr="start-Mysql-server">
            <a:extLst>
              <a:ext uri="{FF2B5EF4-FFF2-40B4-BE49-F238E27FC236}">
                <a16:creationId xmlns:a16="http://schemas.microsoft.com/office/drawing/2014/main" id="{4034D6D6-95B0-0D09-F356-51F67339C5F7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038600" y="1549389"/>
            <a:ext cx="7188199" cy="37558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37884536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710" name="Slide Background Fill">
            <a:extLst>
              <a:ext uri="{FF2B5EF4-FFF2-40B4-BE49-F238E27FC236}">
                <a16:creationId xmlns:a16="http://schemas.microsoft.com/office/drawing/2014/main" id="{C3420C89-0B09-4632-A4AF-3971D08BF7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4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9712" name="Color Cover">
            <a:extLst>
              <a:ext uri="{FF2B5EF4-FFF2-40B4-BE49-F238E27FC236}">
                <a16:creationId xmlns:a16="http://schemas.microsoft.com/office/drawing/2014/main" id="{4E5CBA61-BF74-40B4-A3A8-366BBA626C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49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29714" name="Group 29713">
            <a:extLst>
              <a:ext uri="{FF2B5EF4-FFF2-40B4-BE49-F238E27FC236}">
                <a16:creationId xmlns:a16="http://schemas.microsoft.com/office/drawing/2014/main" id="{AC27E70C-5470-4262-B9CE-AE52C51CF4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2929"/>
            <a:ext cx="12188952" cy="3490956"/>
            <a:chOff x="651279" y="598259"/>
            <a:chExt cx="10889442" cy="5680742"/>
          </a:xfrm>
        </p:grpSpPr>
        <p:sp>
          <p:nvSpPr>
            <p:cNvPr id="29715" name="Color">
              <a:extLst>
                <a:ext uri="{FF2B5EF4-FFF2-40B4-BE49-F238E27FC236}">
                  <a16:creationId xmlns:a16="http://schemas.microsoft.com/office/drawing/2014/main" id="{B5C7D35F-738C-47DF-AD6E-859806E460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9716" name="Color">
              <a:extLst>
                <a:ext uri="{FF2B5EF4-FFF2-40B4-BE49-F238E27FC236}">
                  <a16:creationId xmlns:a16="http://schemas.microsoft.com/office/drawing/2014/main" id="{740F8C8B-E52F-46CF-89C7-51C6A037CF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29698" name="Picture 2" descr="Stop-mysql">
            <a:extLst>
              <a:ext uri="{FF2B5EF4-FFF2-40B4-BE49-F238E27FC236}">
                <a16:creationId xmlns:a16="http://schemas.microsoft.com/office/drawing/2014/main" id="{7F7312A2-91E3-2533-D86F-FEFA2632CC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124133" y="1065276"/>
            <a:ext cx="4089241" cy="47274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9718" name="Group 29717">
            <a:extLst>
              <a:ext uri="{FF2B5EF4-FFF2-40B4-BE49-F238E27FC236}">
                <a16:creationId xmlns:a16="http://schemas.microsoft.com/office/drawing/2014/main" id="{E27AF472-EAE3-4572-AB69-B92BD10DBC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524" y="0"/>
            <a:ext cx="12188952" cy="6858000"/>
            <a:chOff x="0" y="0"/>
            <a:chExt cx="12188952" cy="6858000"/>
          </a:xfrm>
        </p:grpSpPr>
        <p:sp>
          <p:nvSpPr>
            <p:cNvPr id="29719" name="Freeform: Shape 29718">
              <a:extLst>
                <a:ext uri="{FF2B5EF4-FFF2-40B4-BE49-F238E27FC236}">
                  <a16:creationId xmlns:a16="http://schemas.microsoft.com/office/drawing/2014/main" id="{BF4DB9D2-6215-420C-874C-82EADF8C6C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6122" y="6015669"/>
              <a:ext cx="2605762" cy="842331"/>
            </a:xfrm>
            <a:custGeom>
              <a:avLst/>
              <a:gdLst>
                <a:gd name="connsiteX0" fmla="*/ 1151220 w 3180577"/>
                <a:gd name="connsiteY0" fmla="*/ 1105 h 1033951"/>
                <a:gd name="connsiteX1" fmla="*/ 1735251 w 3180577"/>
                <a:gd name="connsiteY1" fmla="*/ 77956 h 1033951"/>
                <a:gd name="connsiteX2" fmla="*/ 2001894 w 3180577"/>
                <a:gd name="connsiteY2" fmla="*/ 123235 h 1033951"/>
                <a:gd name="connsiteX3" fmla="*/ 2321364 w 3180577"/>
                <a:gd name="connsiteY3" fmla="*/ 128266 h 1033951"/>
                <a:gd name="connsiteX4" fmla="*/ 2671019 w 3180577"/>
                <a:gd name="connsiteY4" fmla="*/ 55316 h 1033951"/>
                <a:gd name="connsiteX5" fmla="*/ 2982942 w 3180577"/>
                <a:gd name="connsiteY5" fmla="*/ 326991 h 1033951"/>
                <a:gd name="connsiteX6" fmla="*/ 3176430 w 3180577"/>
                <a:gd name="connsiteY6" fmla="*/ 1024557 h 1033951"/>
                <a:gd name="connsiteX7" fmla="*/ 3174833 w 3180577"/>
                <a:gd name="connsiteY7" fmla="*/ 1033951 h 1033951"/>
                <a:gd name="connsiteX8" fmla="*/ 23630 w 3180577"/>
                <a:gd name="connsiteY8" fmla="*/ 1033951 h 1033951"/>
                <a:gd name="connsiteX9" fmla="*/ 11184 w 3180577"/>
                <a:gd name="connsiteY9" fmla="*/ 984167 h 1033951"/>
                <a:gd name="connsiteX10" fmla="*/ 236008 w 3180577"/>
                <a:gd name="connsiteY10" fmla="*/ 289258 h 1033951"/>
                <a:gd name="connsiteX11" fmla="*/ 1151220 w 3180577"/>
                <a:gd name="connsiteY11" fmla="*/ 1105 h 1033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80577" h="1033951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9720" name="Freeform: Shape 29719">
              <a:extLst>
                <a:ext uri="{FF2B5EF4-FFF2-40B4-BE49-F238E27FC236}">
                  <a16:creationId xmlns:a16="http://schemas.microsoft.com/office/drawing/2014/main" id="{1F003139-C97C-44FA-B139-32E4DFDCE9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5184" y="5798001"/>
              <a:ext cx="2485581" cy="1059999"/>
            </a:xfrm>
            <a:custGeom>
              <a:avLst/>
              <a:gdLst>
                <a:gd name="connsiteX0" fmla="*/ 1553968 w 2449768"/>
                <a:gd name="connsiteY0" fmla="*/ 1045598 h 1050628"/>
                <a:gd name="connsiteX1" fmla="*/ 1561623 w 2449768"/>
                <a:gd name="connsiteY1" fmla="*/ 1050628 h 1050628"/>
                <a:gd name="connsiteX2" fmla="*/ 1540857 w 2449768"/>
                <a:gd name="connsiteY2" fmla="*/ 1050628 h 1050628"/>
                <a:gd name="connsiteX3" fmla="*/ 1542955 w 2449768"/>
                <a:gd name="connsiteY3" fmla="*/ 1048256 h 1050628"/>
                <a:gd name="connsiteX4" fmla="*/ 1553968 w 2449768"/>
                <a:gd name="connsiteY4" fmla="*/ 1045598 h 1050628"/>
                <a:gd name="connsiteX5" fmla="*/ 490647 w 2449768"/>
                <a:gd name="connsiteY5" fmla="*/ 1036483 h 1050628"/>
                <a:gd name="connsiteX6" fmla="*/ 503939 w 2449768"/>
                <a:gd name="connsiteY6" fmla="*/ 1045217 h 1050628"/>
                <a:gd name="connsiteX7" fmla="*/ 505485 w 2449768"/>
                <a:gd name="connsiteY7" fmla="*/ 1050628 h 1050628"/>
                <a:gd name="connsiteX8" fmla="*/ 470645 w 2449768"/>
                <a:gd name="connsiteY8" fmla="*/ 1050628 h 1050628"/>
                <a:gd name="connsiteX9" fmla="*/ 469761 w 2449768"/>
                <a:gd name="connsiteY9" fmla="*/ 1046736 h 1050628"/>
                <a:gd name="connsiteX10" fmla="*/ 479634 w 2449768"/>
                <a:gd name="connsiteY10" fmla="*/ 1039141 h 1050628"/>
                <a:gd name="connsiteX11" fmla="*/ 490647 w 2449768"/>
                <a:gd name="connsiteY11" fmla="*/ 1036483 h 1050628"/>
                <a:gd name="connsiteX12" fmla="*/ 326591 w 2449768"/>
                <a:gd name="connsiteY12" fmla="*/ 1030407 h 1050628"/>
                <a:gd name="connsiteX13" fmla="*/ 339883 w 2449768"/>
                <a:gd name="connsiteY13" fmla="*/ 1039141 h 1050628"/>
                <a:gd name="connsiteX14" fmla="*/ 341999 w 2449768"/>
                <a:gd name="connsiteY14" fmla="*/ 1050628 h 1050628"/>
                <a:gd name="connsiteX15" fmla="*/ 308260 w 2449768"/>
                <a:gd name="connsiteY15" fmla="*/ 1050628 h 1050628"/>
                <a:gd name="connsiteX16" fmla="*/ 306844 w 2449768"/>
                <a:gd name="connsiteY16" fmla="*/ 1042939 h 1050628"/>
                <a:gd name="connsiteX17" fmla="*/ 315578 w 2449768"/>
                <a:gd name="connsiteY17" fmla="*/ 1033065 h 1050628"/>
                <a:gd name="connsiteX18" fmla="*/ 326591 w 2449768"/>
                <a:gd name="connsiteY18" fmla="*/ 1030407 h 1050628"/>
                <a:gd name="connsiteX19" fmla="*/ 20886 w 2449768"/>
                <a:gd name="connsiteY19" fmla="*/ 1026229 h 1050628"/>
                <a:gd name="connsiteX20" fmla="*/ 33039 w 2449768"/>
                <a:gd name="connsiteY20" fmla="*/ 1036103 h 1050628"/>
                <a:gd name="connsiteX21" fmla="*/ 36837 w 2449768"/>
                <a:gd name="connsiteY21" fmla="*/ 1049395 h 1050628"/>
                <a:gd name="connsiteX22" fmla="*/ 35731 w 2449768"/>
                <a:gd name="connsiteY22" fmla="*/ 1050628 h 1050628"/>
                <a:gd name="connsiteX23" fmla="*/ 1976 w 2449768"/>
                <a:gd name="connsiteY23" fmla="*/ 1050628 h 1050628"/>
                <a:gd name="connsiteX24" fmla="*/ 0 w 2449768"/>
                <a:gd name="connsiteY24" fmla="*/ 1039901 h 1050628"/>
                <a:gd name="connsiteX25" fmla="*/ 8734 w 2449768"/>
                <a:gd name="connsiteY25" fmla="*/ 1030027 h 1050628"/>
                <a:gd name="connsiteX26" fmla="*/ 20886 w 2449768"/>
                <a:gd name="connsiteY26" fmla="*/ 1026229 h 1050628"/>
                <a:gd name="connsiteX27" fmla="*/ 2100819 w 2449768"/>
                <a:gd name="connsiteY27" fmla="*/ 1024331 h 1050628"/>
                <a:gd name="connsiteX28" fmla="*/ 2114111 w 2449768"/>
                <a:gd name="connsiteY28" fmla="*/ 1033065 h 1050628"/>
                <a:gd name="connsiteX29" fmla="*/ 2117909 w 2449768"/>
                <a:gd name="connsiteY29" fmla="*/ 1046357 h 1050628"/>
                <a:gd name="connsiteX30" fmla="*/ 2114079 w 2449768"/>
                <a:gd name="connsiteY30" fmla="*/ 1050628 h 1050628"/>
                <a:gd name="connsiteX31" fmla="*/ 2083616 w 2449768"/>
                <a:gd name="connsiteY31" fmla="*/ 1050628 h 1050628"/>
                <a:gd name="connsiteX32" fmla="*/ 2081072 w 2449768"/>
                <a:gd name="connsiteY32" fmla="*/ 1035724 h 1050628"/>
                <a:gd name="connsiteX33" fmla="*/ 2089806 w 2449768"/>
                <a:gd name="connsiteY33" fmla="*/ 1026989 h 1050628"/>
                <a:gd name="connsiteX34" fmla="*/ 2100819 w 2449768"/>
                <a:gd name="connsiteY34" fmla="*/ 1024331 h 1050628"/>
                <a:gd name="connsiteX35" fmla="*/ 1192439 w 2449768"/>
                <a:gd name="connsiteY35" fmla="*/ 1024331 h 1050628"/>
                <a:gd name="connsiteX36" fmla="*/ 1205731 w 2449768"/>
                <a:gd name="connsiteY36" fmla="*/ 1033065 h 1050628"/>
                <a:gd name="connsiteX37" fmla="*/ 1209529 w 2449768"/>
                <a:gd name="connsiteY37" fmla="*/ 1046357 h 1050628"/>
                <a:gd name="connsiteX38" fmla="*/ 1205699 w 2449768"/>
                <a:gd name="connsiteY38" fmla="*/ 1050628 h 1050628"/>
                <a:gd name="connsiteX39" fmla="*/ 1175227 w 2449768"/>
                <a:gd name="connsiteY39" fmla="*/ 1050628 h 1050628"/>
                <a:gd name="connsiteX40" fmla="*/ 1172692 w 2449768"/>
                <a:gd name="connsiteY40" fmla="*/ 1036863 h 1050628"/>
                <a:gd name="connsiteX41" fmla="*/ 1181426 w 2449768"/>
                <a:gd name="connsiteY41" fmla="*/ 1026989 h 1050628"/>
                <a:gd name="connsiteX42" fmla="*/ 1192439 w 2449768"/>
                <a:gd name="connsiteY42" fmla="*/ 1024331 h 1050628"/>
                <a:gd name="connsiteX43" fmla="*/ 788376 w 2449768"/>
                <a:gd name="connsiteY43" fmla="*/ 1024331 h 1050628"/>
                <a:gd name="connsiteX44" fmla="*/ 801668 w 2449768"/>
                <a:gd name="connsiteY44" fmla="*/ 1033065 h 1050628"/>
                <a:gd name="connsiteX45" fmla="*/ 805466 w 2449768"/>
                <a:gd name="connsiteY45" fmla="*/ 1046357 h 1050628"/>
                <a:gd name="connsiteX46" fmla="*/ 801636 w 2449768"/>
                <a:gd name="connsiteY46" fmla="*/ 1050628 h 1050628"/>
                <a:gd name="connsiteX47" fmla="*/ 771181 w 2449768"/>
                <a:gd name="connsiteY47" fmla="*/ 1050628 h 1050628"/>
                <a:gd name="connsiteX48" fmla="*/ 768629 w 2449768"/>
                <a:gd name="connsiteY48" fmla="*/ 1034584 h 1050628"/>
                <a:gd name="connsiteX49" fmla="*/ 777363 w 2449768"/>
                <a:gd name="connsiteY49" fmla="*/ 1026989 h 1050628"/>
                <a:gd name="connsiteX50" fmla="*/ 788376 w 2449768"/>
                <a:gd name="connsiteY50" fmla="*/ 1024331 h 1050628"/>
                <a:gd name="connsiteX51" fmla="*/ 138231 w 2449768"/>
                <a:gd name="connsiteY51" fmla="*/ 1024331 h 1050628"/>
                <a:gd name="connsiteX52" fmla="*/ 151523 w 2449768"/>
                <a:gd name="connsiteY52" fmla="*/ 1033065 h 1050628"/>
                <a:gd name="connsiteX53" fmla="*/ 154181 w 2449768"/>
                <a:gd name="connsiteY53" fmla="*/ 1047496 h 1050628"/>
                <a:gd name="connsiteX54" fmla="*/ 151411 w 2449768"/>
                <a:gd name="connsiteY54" fmla="*/ 1050628 h 1050628"/>
                <a:gd name="connsiteX55" fmla="*/ 121019 w 2449768"/>
                <a:gd name="connsiteY55" fmla="*/ 1050628 h 1050628"/>
                <a:gd name="connsiteX56" fmla="*/ 118484 w 2449768"/>
                <a:gd name="connsiteY56" fmla="*/ 1036863 h 1050628"/>
                <a:gd name="connsiteX57" fmla="*/ 127218 w 2449768"/>
                <a:gd name="connsiteY57" fmla="*/ 1026989 h 1050628"/>
                <a:gd name="connsiteX58" fmla="*/ 138231 w 2449768"/>
                <a:gd name="connsiteY58" fmla="*/ 1024331 h 1050628"/>
                <a:gd name="connsiteX59" fmla="*/ 894709 w 2449768"/>
                <a:gd name="connsiteY59" fmla="*/ 1021293 h 1050628"/>
                <a:gd name="connsiteX60" fmla="*/ 908001 w 2449768"/>
                <a:gd name="connsiteY60" fmla="*/ 1030027 h 1050628"/>
                <a:gd name="connsiteX61" fmla="*/ 911799 w 2449768"/>
                <a:gd name="connsiteY61" fmla="*/ 1043319 h 1050628"/>
                <a:gd name="connsiteX62" fmla="*/ 905246 w 2449768"/>
                <a:gd name="connsiteY62" fmla="*/ 1050628 h 1050628"/>
                <a:gd name="connsiteX63" fmla="*/ 880920 w 2449768"/>
                <a:gd name="connsiteY63" fmla="*/ 1050628 h 1050628"/>
                <a:gd name="connsiteX64" fmla="*/ 877620 w 2449768"/>
                <a:gd name="connsiteY64" fmla="*/ 1048256 h 1050628"/>
                <a:gd name="connsiteX65" fmla="*/ 883696 w 2449768"/>
                <a:gd name="connsiteY65" fmla="*/ 1023951 h 1050628"/>
                <a:gd name="connsiteX66" fmla="*/ 894709 w 2449768"/>
                <a:gd name="connsiteY66" fmla="*/ 1021293 h 1050628"/>
                <a:gd name="connsiteX67" fmla="*/ 694197 w 2449768"/>
                <a:gd name="connsiteY67" fmla="*/ 1021293 h 1050628"/>
                <a:gd name="connsiteX68" fmla="*/ 707488 w 2449768"/>
                <a:gd name="connsiteY68" fmla="*/ 1030027 h 1050628"/>
                <a:gd name="connsiteX69" fmla="*/ 711286 w 2449768"/>
                <a:gd name="connsiteY69" fmla="*/ 1043319 h 1050628"/>
                <a:gd name="connsiteX70" fmla="*/ 704733 w 2449768"/>
                <a:gd name="connsiteY70" fmla="*/ 1050628 h 1050628"/>
                <a:gd name="connsiteX71" fmla="*/ 680408 w 2449768"/>
                <a:gd name="connsiteY71" fmla="*/ 1050628 h 1050628"/>
                <a:gd name="connsiteX72" fmla="*/ 677108 w 2449768"/>
                <a:gd name="connsiteY72" fmla="*/ 1048256 h 1050628"/>
                <a:gd name="connsiteX73" fmla="*/ 683184 w 2449768"/>
                <a:gd name="connsiteY73" fmla="*/ 1023951 h 1050628"/>
                <a:gd name="connsiteX74" fmla="*/ 694197 w 2449768"/>
                <a:gd name="connsiteY74" fmla="*/ 1021293 h 1050628"/>
                <a:gd name="connsiteX75" fmla="*/ 596979 w 2449768"/>
                <a:gd name="connsiteY75" fmla="*/ 1021293 h 1050628"/>
                <a:gd name="connsiteX76" fmla="*/ 610271 w 2449768"/>
                <a:gd name="connsiteY76" fmla="*/ 1030027 h 1050628"/>
                <a:gd name="connsiteX77" fmla="*/ 614069 w 2449768"/>
                <a:gd name="connsiteY77" fmla="*/ 1043319 h 1050628"/>
                <a:gd name="connsiteX78" fmla="*/ 607516 w 2449768"/>
                <a:gd name="connsiteY78" fmla="*/ 1050628 h 1050628"/>
                <a:gd name="connsiteX79" fmla="*/ 583190 w 2449768"/>
                <a:gd name="connsiteY79" fmla="*/ 1050628 h 1050628"/>
                <a:gd name="connsiteX80" fmla="*/ 579890 w 2449768"/>
                <a:gd name="connsiteY80" fmla="*/ 1048256 h 1050628"/>
                <a:gd name="connsiteX81" fmla="*/ 585966 w 2449768"/>
                <a:gd name="connsiteY81" fmla="*/ 1023951 h 1050628"/>
                <a:gd name="connsiteX82" fmla="*/ 596979 w 2449768"/>
                <a:gd name="connsiteY82" fmla="*/ 1021293 h 1050628"/>
                <a:gd name="connsiteX83" fmla="*/ 1086106 w 2449768"/>
                <a:gd name="connsiteY83" fmla="*/ 1015217 h 1050628"/>
                <a:gd name="connsiteX84" fmla="*/ 1099398 w 2449768"/>
                <a:gd name="connsiteY84" fmla="*/ 1023951 h 1050628"/>
                <a:gd name="connsiteX85" fmla="*/ 1093322 w 2449768"/>
                <a:gd name="connsiteY85" fmla="*/ 1048256 h 1050628"/>
                <a:gd name="connsiteX86" fmla="*/ 1082478 w 2449768"/>
                <a:gd name="connsiteY86" fmla="*/ 1050628 h 1050628"/>
                <a:gd name="connsiteX87" fmla="*/ 1080771 w 2449768"/>
                <a:gd name="connsiteY87" fmla="*/ 1050628 h 1050628"/>
                <a:gd name="connsiteX88" fmla="*/ 1069017 w 2449768"/>
                <a:gd name="connsiteY88" fmla="*/ 1042180 h 1050628"/>
                <a:gd name="connsiteX89" fmla="*/ 1075093 w 2449768"/>
                <a:gd name="connsiteY89" fmla="*/ 1017875 h 1050628"/>
                <a:gd name="connsiteX90" fmla="*/ 1086106 w 2449768"/>
                <a:gd name="connsiteY90" fmla="*/ 1015217 h 1050628"/>
                <a:gd name="connsiteX91" fmla="*/ 1313961 w 2449768"/>
                <a:gd name="connsiteY91" fmla="*/ 1009141 h 1050628"/>
                <a:gd name="connsiteX92" fmla="*/ 1327253 w 2449768"/>
                <a:gd name="connsiteY92" fmla="*/ 1017875 h 1050628"/>
                <a:gd name="connsiteX93" fmla="*/ 1321177 w 2449768"/>
                <a:gd name="connsiteY93" fmla="*/ 1042180 h 1050628"/>
                <a:gd name="connsiteX94" fmla="*/ 1296872 w 2449768"/>
                <a:gd name="connsiteY94" fmla="*/ 1036104 h 1050628"/>
                <a:gd name="connsiteX95" fmla="*/ 1302948 w 2449768"/>
                <a:gd name="connsiteY95" fmla="*/ 1011799 h 1050628"/>
                <a:gd name="connsiteX96" fmla="*/ 1313961 w 2449768"/>
                <a:gd name="connsiteY96" fmla="*/ 1009141 h 1050628"/>
                <a:gd name="connsiteX97" fmla="*/ 2337788 w 2449768"/>
                <a:gd name="connsiteY97" fmla="*/ 996989 h 1050628"/>
                <a:gd name="connsiteX98" fmla="*/ 2351080 w 2449768"/>
                <a:gd name="connsiteY98" fmla="*/ 1005723 h 1050628"/>
                <a:gd name="connsiteX99" fmla="*/ 2345004 w 2449768"/>
                <a:gd name="connsiteY99" fmla="*/ 1030028 h 1050628"/>
                <a:gd name="connsiteX100" fmla="*/ 2320699 w 2449768"/>
                <a:gd name="connsiteY100" fmla="*/ 1023952 h 1050628"/>
                <a:gd name="connsiteX101" fmla="*/ 2326775 w 2449768"/>
                <a:gd name="connsiteY101" fmla="*/ 999647 h 1050628"/>
                <a:gd name="connsiteX102" fmla="*/ 2337788 w 2449768"/>
                <a:gd name="connsiteY102" fmla="*/ 996989 h 1050628"/>
                <a:gd name="connsiteX103" fmla="*/ 1429407 w 2449768"/>
                <a:gd name="connsiteY103" fmla="*/ 990912 h 1050628"/>
                <a:gd name="connsiteX104" fmla="*/ 1442699 w 2449768"/>
                <a:gd name="connsiteY104" fmla="*/ 999646 h 1050628"/>
                <a:gd name="connsiteX105" fmla="*/ 1436623 w 2449768"/>
                <a:gd name="connsiteY105" fmla="*/ 1023951 h 1050628"/>
                <a:gd name="connsiteX106" fmla="*/ 1412318 w 2449768"/>
                <a:gd name="connsiteY106" fmla="*/ 1017875 h 1050628"/>
                <a:gd name="connsiteX107" fmla="*/ 1418394 w 2449768"/>
                <a:gd name="connsiteY107" fmla="*/ 993570 h 1050628"/>
                <a:gd name="connsiteX108" fmla="*/ 1429407 w 2449768"/>
                <a:gd name="connsiteY108" fmla="*/ 990912 h 1050628"/>
                <a:gd name="connsiteX109" fmla="*/ 1672452 w 2449768"/>
                <a:gd name="connsiteY109" fmla="*/ 987874 h 1050628"/>
                <a:gd name="connsiteX110" fmla="*/ 1685744 w 2449768"/>
                <a:gd name="connsiteY110" fmla="*/ 996608 h 1050628"/>
                <a:gd name="connsiteX111" fmla="*/ 1679668 w 2449768"/>
                <a:gd name="connsiteY111" fmla="*/ 1020913 h 1050628"/>
                <a:gd name="connsiteX112" fmla="*/ 1655363 w 2449768"/>
                <a:gd name="connsiteY112" fmla="*/ 1014837 h 1050628"/>
                <a:gd name="connsiteX113" fmla="*/ 1661439 w 2449768"/>
                <a:gd name="connsiteY113" fmla="*/ 990532 h 1050628"/>
                <a:gd name="connsiteX114" fmla="*/ 1672452 w 2449768"/>
                <a:gd name="connsiteY114" fmla="*/ 987874 h 1050628"/>
                <a:gd name="connsiteX115" fmla="*/ 1803089 w 2449768"/>
                <a:gd name="connsiteY115" fmla="*/ 975722 h 1050628"/>
                <a:gd name="connsiteX116" fmla="*/ 1816381 w 2449768"/>
                <a:gd name="connsiteY116" fmla="*/ 984456 h 1050628"/>
                <a:gd name="connsiteX117" fmla="*/ 1810305 w 2449768"/>
                <a:gd name="connsiteY117" fmla="*/ 1008761 h 1050628"/>
                <a:gd name="connsiteX118" fmla="*/ 1786000 w 2449768"/>
                <a:gd name="connsiteY118" fmla="*/ 1002685 h 1050628"/>
                <a:gd name="connsiteX119" fmla="*/ 1792076 w 2449768"/>
                <a:gd name="connsiteY119" fmla="*/ 978380 h 1050628"/>
                <a:gd name="connsiteX120" fmla="*/ 1803089 w 2449768"/>
                <a:gd name="connsiteY120" fmla="*/ 975722 h 1050628"/>
                <a:gd name="connsiteX121" fmla="*/ 2030944 w 2449768"/>
                <a:gd name="connsiteY121" fmla="*/ 969646 h 1050628"/>
                <a:gd name="connsiteX122" fmla="*/ 2044236 w 2449768"/>
                <a:gd name="connsiteY122" fmla="*/ 978380 h 1050628"/>
                <a:gd name="connsiteX123" fmla="*/ 2038160 w 2449768"/>
                <a:gd name="connsiteY123" fmla="*/ 1002685 h 1050628"/>
                <a:gd name="connsiteX124" fmla="*/ 2013855 w 2449768"/>
                <a:gd name="connsiteY124" fmla="*/ 996609 h 1050628"/>
                <a:gd name="connsiteX125" fmla="*/ 2019931 w 2449768"/>
                <a:gd name="connsiteY125" fmla="*/ 972304 h 1050628"/>
                <a:gd name="connsiteX126" fmla="*/ 2030944 w 2449768"/>
                <a:gd name="connsiteY126" fmla="*/ 969646 h 1050628"/>
                <a:gd name="connsiteX127" fmla="*/ 405581 w 2449768"/>
                <a:gd name="connsiteY127" fmla="*/ 966608 h 1050628"/>
                <a:gd name="connsiteX128" fmla="*/ 418873 w 2449768"/>
                <a:gd name="connsiteY128" fmla="*/ 975342 h 1050628"/>
                <a:gd name="connsiteX129" fmla="*/ 412797 w 2449768"/>
                <a:gd name="connsiteY129" fmla="*/ 999647 h 1050628"/>
                <a:gd name="connsiteX130" fmla="*/ 388492 w 2449768"/>
                <a:gd name="connsiteY130" fmla="*/ 993571 h 1050628"/>
                <a:gd name="connsiteX131" fmla="*/ 394568 w 2449768"/>
                <a:gd name="connsiteY131" fmla="*/ 969266 h 1050628"/>
                <a:gd name="connsiteX132" fmla="*/ 405581 w 2449768"/>
                <a:gd name="connsiteY132" fmla="*/ 966608 h 1050628"/>
                <a:gd name="connsiteX133" fmla="*/ 2225380 w 2449768"/>
                <a:gd name="connsiteY133" fmla="*/ 957494 h 1050628"/>
                <a:gd name="connsiteX134" fmla="*/ 2238671 w 2449768"/>
                <a:gd name="connsiteY134" fmla="*/ 966228 h 1050628"/>
                <a:gd name="connsiteX135" fmla="*/ 2232595 w 2449768"/>
                <a:gd name="connsiteY135" fmla="*/ 990533 h 1050628"/>
                <a:gd name="connsiteX136" fmla="*/ 2208290 w 2449768"/>
                <a:gd name="connsiteY136" fmla="*/ 984457 h 1050628"/>
                <a:gd name="connsiteX137" fmla="*/ 2214366 w 2449768"/>
                <a:gd name="connsiteY137" fmla="*/ 960152 h 1050628"/>
                <a:gd name="connsiteX138" fmla="*/ 2225380 w 2449768"/>
                <a:gd name="connsiteY138" fmla="*/ 957494 h 1050628"/>
                <a:gd name="connsiteX139" fmla="*/ 1927649 w 2449768"/>
                <a:gd name="connsiteY139" fmla="*/ 954456 h 1050628"/>
                <a:gd name="connsiteX140" fmla="*/ 1940941 w 2449768"/>
                <a:gd name="connsiteY140" fmla="*/ 963190 h 1050628"/>
                <a:gd name="connsiteX141" fmla="*/ 1934865 w 2449768"/>
                <a:gd name="connsiteY141" fmla="*/ 987495 h 1050628"/>
                <a:gd name="connsiteX142" fmla="*/ 1910560 w 2449768"/>
                <a:gd name="connsiteY142" fmla="*/ 981419 h 1050628"/>
                <a:gd name="connsiteX143" fmla="*/ 1916636 w 2449768"/>
                <a:gd name="connsiteY143" fmla="*/ 957114 h 1050628"/>
                <a:gd name="connsiteX144" fmla="*/ 1927649 w 2449768"/>
                <a:gd name="connsiteY144" fmla="*/ 954456 h 1050628"/>
                <a:gd name="connsiteX145" fmla="*/ 244564 w 2449768"/>
                <a:gd name="connsiteY145" fmla="*/ 954456 h 1050628"/>
                <a:gd name="connsiteX146" fmla="*/ 257856 w 2449768"/>
                <a:gd name="connsiteY146" fmla="*/ 963190 h 1050628"/>
                <a:gd name="connsiteX147" fmla="*/ 251780 w 2449768"/>
                <a:gd name="connsiteY147" fmla="*/ 987495 h 1050628"/>
                <a:gd name="connsiteX148" fmla="*/ 227475 w 2449768"/>
                <a:gd name="connsiteY148" fmla="*/ 981419 h 1050628"/>
                <a:gd name="connsiteX149" fmla="*/ 233551 w 2449768"/>
                <a:gd name="connsiteY149" fmla="*/ 957114 h 1050628"/>
                <a:gd name="connsiteX150" fmla="*/ 244564 w 2449768"/>
                <a:gd name="connsiteY150" fmla="*/ 954456 h 1050628"/>
                <a:gd name="connsiteX151" fmla="*/ 2431968 w 2449768"/>
                <a:gd name="connsiteY151" fmla="*/ 951418 h 1050628"/>
                <a:gd name="connsiteX152" fmla="*/ 2445260 w 2449768"/>
                <a:gd name="connsiteY152" fmla="*/ 960152 h 1050628"/>
                <a:gd name="connsiteX153" fmla="*/ 2439184 w 2449768"/>
                <a:gd name="connsiteY153" fmla="*/ 984457 h 1050628"/>
                <a:gd name="connsiteX154" fmla="*/ 2414879 w 2449768"/>
                <a:gd name="connsiteY154" fmla="*/ 978381 h 1050628"/>
                <a:gd name="connsiteX155" fmla="*/ 2420955 w 2449768"/>
                <a:gd name="connsiteY155" fmla="*/ 954076 h 1050628"/>
                <a:gd name="connsiteX156" fmla="*/ 2431968 w 2449768"/>
                <a:gd name="connsiteY156" fmla="*/ 951418 h 1050628"/>
                <a:gd name="connsiteX157" fmla="*/ 1553968 w 2449768"/>
                <a:gd name="connsiteY157" fmla="*/ 948380 h 1050628"/>
                <a:gd name="connsiteX158" fmla="*/ 1567259 w 2449768"/>
                <a:gd name="connsiteY158" fmla="*/ 957114 h 1050628"/>
                <a:gd name="connsiteX159" fmla="*/ 1561183 w 2449768"/>
                <a:gd name="connsiteY159" fmla="*/ 981419 h 1050628"/>
                <a:gd name="connsiteX160" fmla="*/ 1536879 w 2449768"/>
                <a:gd name="connsiteY160" fmla="*/ 975343 h 1050628"/>
                <a:gd name="connsiteX161" fmla="*/ 1542955 w 2449768"/>
                <a:gd name="connsiteY161" fmla="*/ 951038 h 1050628"/>
                <a:gd name="connsiteX162" fmla="*/ 1553968 w 2449768"/>
                <a:gd name="connsiteY162" fmla="*/ 948380 h 1050628"/>
                <a:gd name="connsiteX163" fmla="*/ 1222819 w 2449768"/>
                <a:gd name="connsiteY163" fmla="*/ 933189 h 1050628"/>
                <a:gd name="connsiteX164" fmla="*/ 1236111 w 2449768"/>
                <a:gd name="connsiteY164" fmla="*/ 941923 h 1050628"/>
                <a:gd name="connsiteX165" fmla="*/ 1230035 w 2449768"/>
                <a:gd name="connsiteY165" fmla="*/ 966228 h 1050628"/>
                <a:gd name="connsiteX166" fmla="*/ 1205730 w 2449768"/>
                <a:gd name="connsiteY166" fmla="*/ 960152 h 1050628"/>
                <a:gd name="connsiteX167" fmla="*/ 1211806 w 2449768"/>
                <a:gd name="connsiteY167" fmla="*/ 935847 h 1050628"/>
                <a:gd name="connsiteX168" fmla="*/ 1222819 w 2449768"/>
                <a:gd name="connsiteY168" fmla="*/ 933189 h 1050628"/>
                <a:gd name="connsiteX169" fmla="*/ 1031421 w 2449768"/>
                <a:gd name="connsiteY169" fmla="*/ 930151 h 1050628"/>
                <a:gd name="connsiteX170" fmla="*/ 1044713 w 2449768"/>
                <a:gd name="connsiteY170" fmla="*/ 938885 h 1050628"/>
                <a:gd name="connsiteX171" fmla="*/ 1038637 w 2449768"/>
                <a:gd name="connsiteY171" fmla="*/ 963190 h 1050628"/>
                <a:gd name="connsiteX172" fmla="*/ 1014332 w 2449768"/>
                <a:gd name="connsiteY172" fmla="*/ 957114 h 1050628"/>
                <a:gd name="connsiteX173" fmla="*/ 1020408 w 2449768"/>
                <a:gd name="connsiteY173" fmla="*/ 932809 h 1050628"/>
                <a:gd name="connsiteX174" fmla="*/ 1031421 w 2449768"/>
                <a:gd name="connsiteY174" fmla="*/ 930151 h 1050628"/>
                <a:gd name="connsiteX175" fmla="*/ 931165 w 2449768"/>
                <a:gd name="connsiteY175" fmla="*/ 930151 h 1050628"/>
                <a:gd name="connsiteX176" fmla="*/ 944457 w 2449768"/>
                <a:gd name="connsiteY176" fmla="*/ 938885 h 1050628"/>
                <a:gd name="connsiteX177" fmla="*/ 938381 w 2449768"/>
                <a:gd name="connsiteY177" fmla="*/ 963190 h 1050628"/>
                <a:gd name="connsiteX178" fmla="*/ 914076 w 2449768"/>
                <a:gd name="connsiteY178" fmla="*/ 957114 h 1050628"/>
                <a:gd name="connsiteX179" fmla="*/ 920152 w 2449768"/>
                <a:gd name="connsiteY179" fmla="*/ 932809 h 1050628"/>
                <a:gd name="connsiteX180" fmla="*/ 931165 w 2449768"/>
                <a:gd name="connsiteY180" fmla="*/ 930151 h 1050628"/>
                <a:gd name="connsiteX181" fmla="*/ 123041 w 2449768"/>
                <a:gd name="connsiteY181" fmla="*/ 930151 h 1050628"/>
                <a:gd name="connsiteX182" fmla="*/ 136333 w 2449768"/>
                <a:gd name="connsiteY182" fmla="*/ 938885 h 1050628"/>
                <a:gd name="connsiteX183" fmla="*/ 130257 w 2449768"/>
                <a:gd name="connsiteY183" fmla="*/ 963190 h 1050628"/>
                <a:gd name="connsiteX184" fmla="*/ 105952 w 2449768"/>
                <a:gd name="connsiteY184" fmla="*/ 957114 h 1050628"/>
                <a:gd name="connsiteX185" fmla="*/ 112028 w 2449768"/>
                <a:gd name="connsiteY185" fmla="*/ 932809 h 1050628"/>
                <a:gd name="connsiteX186" fmla="*/ 123041 w 2449768"/>
                <a:gd name="connsiteY186" fmla="*/ 930151 h 1050628"/>
                <a:gd name="connsiteX187" fmla="*/ 524065 w 2449768"/>
                <a:gd name="connsiteY187" fmla="*/ 917999 h 1050628"/>
                <a:gd name="connsiteX188" fmla="*/ 537357 w 2449768"/>
                <a:gd name="connsiteY188" fmla="*/ 926733 h 1050628"/>
                <a:gd name="connsiteX189" fmla="*/ 531281 w 2449768"/>
                <a:gd name="connsiteY189" fmla="*/ 951038 h 1050628"/>
                <a:gd name="connsiteX190" fmla="*/ 506976 w 2449768"/>
                <a:gd name="connsiteY190" fmla="*/ 944962 h 1050628"/>
                <a:gd name="connsiteX191" fmla="*/ 513052 w 2449768"/>
                <a:gd name="connsiteY191" fmla="*/ 920657 h 1050628"/>
                <a:gd name="connsiteX192" fmla="*/ 524065 w 2449768"/>
                <a:gd name="connsiteY192" fmla="*/ 917999 h 1050628"/>
                <a:gd name="connsiteX193" fmla="*/ 824833 w 2449768"/>
                <a:gd name="connsiteY193" fmla="*/ 911923 h 1050628"/>
                <a:gd name="connsiteX194" fmla="*/ 838125 w 2449768"/>
                <a:gd name="connsiteY194" fmla="*/ 920657 h 1050628"/>
                <a:gd name="connsiteX195" fmla="*/ 832049 w 2449768"/>
                <a:gd name="connsiteY195" fmla="*/ 944962 h 1050628"/>
                <a:gd name="connsiteX196" fmla="*/ 807744 w 2449768"/>
                <a:gd name="connsiteY196" fmla="*/ 938886 h 1050628"/>
                <a:gd name="connsiteX197" fmla="*/ 813820 w 2449768"/>
                <a:gd name="connsiteY197" fmla="*/ 914581 h 1050628"/>
                <a:gd name="connsiteX198" fmla="*/ 824833 w 2449768"/>
                <a:gd name="connsiteY198" fmla="*/ 911923 h 1050628"/>
                <a:gd name="connsiteX199" fmla="*/ 2137276 w 2449768"/>
                <a:gd name="connsiteY199" fmla="*/ 905847 h 1050628"/>
                <a:gd name="connsiteX200" fmla="*/ 2150567 w 2449768"/>
                <a:gd name="connsiteY200" fmla="*/ 914581 h 1050628"/>
                <a:gd name="connsiteX201" fmla="*/ 2144491 w 2449768"/>
                <a:gd name="connsiteY201" fmla="*/ 938886 h 1050628"/>
                <a:gd name="connsiteX202" fmla="*/ 2120187 w 2449768"/>
                <a:gd name="connsiteY202" fmla="*/ 932810 h 1050628"/>
                <a:gd name="connsiteX203" fmla="*/ 2126263 w 2449768"/>
                <a:gd name="connsiteY203" fmla="*/ 908505 h 1050628"/>
                <a:gd name="connsiteX204" fmla="*/ 2137276 w 2449768"/>
                <a:gd name="connsiteY204" fmla="*/ 905847 h 1050628"/>
                <a:gd name="connsiteX205" fmla="*/ 630397 w 2449768"/>
                <a:gd name="connsiteY205" fmla="*/ 905847 h 1050628"/>
                <a:gd name="connsiteX206" fmla="*/ 643689 w 2449768"/>
                <a:gd name="connsiteY206" fmla="*/ 914581 h 1050628"/>
                <a:gd name="connsiteX207" fmla="*/ 637613 w 2449768"/>
                <a:gd name="connsiteY207" fmla="*/ 938886 h 1050628"/>
                <a:gd name="connsiteX208" fmla="*/ 613308 w 2449768"/>
                <a:gd name="connsiteY208" fmla="*/ 932810 h 1050628"/>
                <a:gd name="connsiteX209" fmla="*/ 619384 w 2449768"/>
                <a:gd name="connsiteY209" fmla="*/ 908505 h 1050628"/>
                <a:gd name="connsiteX210" fmla="*/ 630397 w 2449768"/>
                <a:gd name="connsiteY210" fmla="*/ 905847 h 1050628"/>
                <a:gd name="connsiteX211" fmla="*/ 1332189 w 2449768"/>
                <a:gd name="connsiteY211" fmla="*/ 896733 h 1050628"/>
                <a:gd name="connsiteX212" fmla="*/ 1345481 w 2449768"/>
                <a:gd name="connsiteY212" fmla="*/ 905467 h 1050628"/>
                <a:gd name="connsiteX213" fmla="*/ 1339405 w 2449768"/>
                <a:gd name="connsiteY213" fmla="*/ 929772 h 1050628"/>
                <a:gd name="connsiteX214" fmla="*/ 1315100 w 2449768"/>
                <a:gd name="connsiteY214" fmla="*/ 923696 h 1050628"/>
                <a:gd name="connsiteX215" fmla="*/ 1321176 w 2449768"/>
                <a:gd name="connsiteY215" fmla="*/ 899391 h 1050628"/>
                <a:gd name="connsiteX216" fmla="*/ 1332189 w 2449768"/>
                <a:gd name="connsiteY216" fmla="*/ 896733 h 1050628"/>
                <a:gd name="connsiteX217" fmla="*/ 724577 w 2449768"/>
                <a:gd name="connsiteY217" fmla="*/ 890656 h 1050628"/>
                <a:gd name="connsiteX218" fmla="*/ 737869 w 2449768"/>
                <a:gd name="connsiteY218" fmla="*/ 899390 h 1050628"/>
                <a:gd name="connsiteX219" fmla="*/ 731793 w 2449768"/>
                <a:gd name="connsiteY219" fmla="*/ 923695 h 1050628"/>
                <a:gd name="connsiteX220" fmla="*/ 707488 w 2449768"/>
                <a:gd name="connsiteY220" fmla="*/ 917619 h 1050628"/>
                <a:gd name="connsiteX221" fmla="*/ 713564 w 2449768"/>
                <a:gd name="connsiteY221" fmla="*/ 893314 h 1050628"/>
                <a:gd name="connsiteX222" fmla="*/ 724577 w 2449768"/>
                <a:gd name="connsiteY222" fmla="*/ 890656 h 1050628"/>
                <a:gd name="connsiteX223" fmla="*/ 1435484 w 2449768"/>
                <a:gd name="connsiteY223" fmla="*/ 884580 h 1050628"/>
                <a:gd name="connsiteX224" fmla="*/ 1448776 w 2449768"/>
                <a:gd name="connsiteY224" fmla="*/ 893314 h 1050628"/>
                <a:gd name="connsiteX225" fmla="*/ 1442700 w 2449768"/>
                <a:gd name="connsiteY225" fmla="*/ 917619 h 1050628"/>
                <a:gd name="connsiteX226" fmla="*/ 1418395 w 2449768"/>
                <a:gd name="connsiteY226" fmla="*/ 911543 h 1050628"/>
                <a:gd name="connsiteX227" fmla="*/ 1424471 w 2449768"/>
                <a:gd name="connsiteY227" fmla="*/ 887238 h 1050628"/>
                <a:gd name="connsiteX228" fmla="*/ 1435484 w 2449768"/>
                <a:gd name="connsiteY228" fmla="*/ 884580 h 1050628"/>
                <a:gd name="connsiteX229" fmla="*/ 1131677 w 2449768"/>
                <a:gd name="connsiteY229" fmla="*/ 884580 h 1050628"/>
                <a:gd name="connsiteX230" fmla="*/ 1144969 w 2449768"/>
                <a:gd name="connsiteY230" fmla="*/ 893314 h 1050628"/>
                <a:gd name="connsiteX231" fmla="*/ 1138893 w 2449768"/>
                <a:gd name="connsiteY231" fmla="*/ 917619 h 1050628"/>
                <a:gd name="connsiteX232" fmla="*/ 1114588 w 2449768"/>
                <a:gd name="connsiteY232" fmla="*/ 911543 h 1050628"/>
                <a:gd name="connsiteX233" fmla="*/ 1120664 w 2449768"/>
                <a:gd name="connsiteY233" fmla="*/ 887238 h 1050628"/>
                <a:gd name="connsiteX234" fmla="*/ 1131677 w 2449768"/>
                <a:gd name="connsiteY234" fmla="*/ 884580 h 1050628"/>
                <a:gd name="connsiteX235" fmla="*/ 1757518 w 2449768"/>
                <a:gd name="connsiteY235" fmla="*/ 881542 h 1050628"/>
                <a:gd name="connsiteX236" fmla="*/ 1770810 w 2449768"/>
                <a:gd name="connsiteY236" fmla="*/ 890276 h 1050628"/>
                <a:gd name="connsiteX237" fmla="*/ 1764734 w 2449768"/>
                <a:gd name="connsiteY237" fmla="*/ 914581 h 1050628"/>
                <a:gd name="connsiteX238" fmla="*/ 1740429 w 2449768"/>
                <a:gd name="connsiteY238" fmla="*/ 908505 h 1050628"/>
                <a:gd name="connsiteX239" fmla="*/ 1746505 w 2449768"/>
                <a:gd name="connsiteY239" fmla="*/ 884200 h 1050628"/>
                <a:gd name="connsiteX240" fmla="*/ 1757518 w 2449768"/>
                <a:gd name="connsiteY240" fmla="*/ 881542 h 1050628"/>
                <a:gd name="connsiteX241" fmla="*/ 1654224 w 2449768"/>
                <a:gd name="connsiteY241" fmla="*/ 881542 h 1050628"/>
                <a:gd name="connsiteX242" fmla="*/ 1667516 w 2449768"/>
                <a:gd name="connsiteY242" fmla="*/ 890276 h 1050628"/>
                <a:gd name="connsiteX243" fmla="*/ 1661440 w 2449768"/>
                <a:gd name="connsiteY243" fmla="*/ 914581 h 1050628"/>
                <a:gd name="connsiteX244" fmla="*/ 1637135 w 2449768"/>
                <a:gd name="connsiteY244" fmla="*/ 908505 h 1050628"/>
                <a:gd name="connsiteX245" fmla="*/ 1643211 w 2449768"/>
                <a:gd name="connsiteY245" fmla="*/ 884200 h 1050628"/>
                <a:gd name="connsiteX246" fmla="*/ 1654224 w 2449768"/>
                <a:gd name="connsiteY246" fmla="*/ 881542 h 1050628"/>
                <a:gd name="connsiteX247" fmla="*/ 2346903 w 2449768"/>
                <a:gd name="connsiteY247" fmla="*/ 878504 h 1050628"/>
                <a:gd name="connsiteX248" fmla="*/ 2360194 w 2449768"/>
                <a:gd name="connsiteY248" fmla="*/ 887238 h 1050628"/>
                <a:gd name="connsiteX249" fmla="*/ 2354118 w 2449768"/>
                <a:gd name="connsiteY249" fmla="*/ 911543 h 1050628"/>
                <a:gd name="connsiteX250" fmla="*/ 2329813 w 2449768"/>
                <a:gd name="connsiteY250" fmla="*/ 905467 h 1050628"/>
                <a:gd name="connsiteX251" fmla="*/ 2335889 w 2449768"/>
                <a:gd name="connsiteY251" fmla="*/ 881162 h 1050628"/>
                <a:gd name="connsiteX252" fmla="*/ 2346903 w 2449768"/>
                <a:gd name="connsiteY252" fmla="*/ 878504 h 1050628"/>
                <a:gd name="connsiteX253" fmla="*/ 320515 w 2449768"/>
                <a:gd name="connsiteY253" fmla="*/ 872428 h 1050628"/>
                <a:gd name="connsiteX254" fmla="*/ 333807 w 2449768"/>
                <a:gd name="connsiteY254" fmla="*/ 881162 h 1050628"/>
                <a:gd name="connsiteX255" fmla="*/ 327731 w 2449768"/>
                <a:gd name="connsiteY255" fmla="*/ 905467 h 1050628"/>
                <a:gd name="connsiteX256" fmla="*/ 303426 w 2449768"/>
                <a:gd name="connsiteY256" fmla="*/ 899391 h 1050628"/>
                <a:gd name="connsiteX257" fmla="*/ 309502 w 2449768"/>
                <a:gd name="connsiteY257" fmla="*/ 875086 h 1050628"/>
                <a:gd name="connsiteX258" fmla="*/ 320515 w 2449768"/>
                <a:gd name="connsiteY258" fmla="*/ 872428 h 1050628"/>
                <a:gd name="connsiteX259" fmla="*/ 1876003 w 2449768"/>
                <a:gd name="connsiteY259" fmla="*/ 866352 h 1050628"/>
                <a:gd name="connsiteX260" fmla="*/ 1889294 w 2449768"/>
                <a:gd name="connsiteY260" fmla="*/ 875086 h 1050628"/>
                <a:gd name="connsiteX261" fmla="*/ 1883218 w 2449768"/>
                <a:gd name="connsiteY261" fmla="*/ 899391 h 1050628"/>
                <a:gd name="connsiteX262" fmla="*/ 1858913 w 2449768"/>
                <a:gd name="connsiteY262" fmla="*/ 893315 h 1050628"/>
                <a:gd name="connsiteX263" fmla="*/ 1864989 w 2449768"/>
                <a:gd name="connsiteY263" fmla="*/ 869010 h 1050628"/>
                <a:gd name="connsiteX264" fmla="*/ 1876003 w 2449768"/>
                <a:gd name="connsiteY264" fmla="*/ 866352 h 1050628"/>
                <a:gd name="connsiteX265" fmla="*/ 2000563 w 2449768"/>
                <a:gd name="connsiteY265" fmla="*/ 857238 h 1050628"/>
                <a:gd name="connsiteX266" fmla="*/ 2013855 w 2449768"/>
                <a:gd name="connsiteY266" fmla="*/ 865972 h 1050628"/>
                <a:gd name="connsiteX267" fmla="*/ 2007779 w 2449768"/>
                <a:gd name="connsiteY267" fmla="*/ 890277 h 1050628"/>
                <a:gd name="connsiteX268" fmla="*/ 1983474 w 2449768"/>
                <a:gd name="connsiteY268" fmla="*/ 884201 h 1050628"/>
                <a:gd name="connsiteX269" fmla="*/ 1989550 w 2449768"/>
                <a:gd name="connsiteY269" fmla="*/ 859896 h 1050628"/>
                <a:gd name="connsiteX270" fmla="*/ 2000563 w 2449768"/>
                <a:gd name="connsiteY270" fmla="*/ 857238 h 1050628"/>
                <a:gd name="connsiteX271" fmla="*/ 420771 w 2449768"/>
                <a:gd name="connsiteY271" fmla="*/ 857238 h 1050628"/>
                <a:gd name="connsiteX272" fmla="*/ 434062 w 2449768"/>
                <a:gd name="connsiteY272" fmla="*/ 865972 h 1050628"/>
                <a:gd name="connsiteX273" fmla="*/ 427986 w 2449768"/>
                <a:gd name="connsiteY273" fmla="*/ 890277 h 1050628"/>
                <a:gd name="connsiteX274" fmla="*/ 403682 w 2449768"/>
                <a:gd name="connsiteY274" fmla="*/ 884201 h 1050628"/>
                <a:gd name="connsiteX275" fmla="*/ 409758 w 2449768"/>
                <a:gd name="connsiteY275" fmla="*/ 859896 h 1050628"/>
                <a:gd name="connsiteX276" fmla="*/ 420771 w 2449768"/>
                <a:gd name="connsiteY276" fmla="*/ 857238 h 1050628"/>
                <a:gd name="connsiteX277" fmla="*/ 2237532 w 2449768"/>
                <a:gd name="connsiteY277" fmla="*/ 848124 h 1050628"/>
                <a:gd name="connsiteX278" fmla="*/ 2250824 w 2449768"/>
                <a:gd name="connsiteY278" fmla="*/ 856858 h 1050628"/>
                <a:gd name="connsiteX279" fmla="*/ 2244748 w 2449768"/>
                <a:gd name="connsiteY279" fmla="*/ 881163 h 1050628"/>
                <a:gd name="connsiteX280" fmla="*/ 2220443 w 2449768"/>
                <a:gd name="connsiteY280" fmla="*/ 875087 h 1050628"/>
                <a:gd name="connsiteX281" fmla="*/ 2226519 w 2449768"/>
                <a:gd name="connsiteY281" fmla="*/ 850782 h 1050628"/>
                <a:gd name="connsiteX282" fmla="*/ 2237532 w 2449768"/>
                <a:gd name="connsiteY282" fmla="*/ 848124 h 1050628"/>
                <a:gd name="connsiteX283" fmla="*/ 211145 w 2449768"/>
                <a:gd name="connsiteY283" fmla="*/ 848124 h 1050628"/>
                <a:gd name="connsiteX284" fmla="*/ 224436 w 2449768"/>
                <a:gd name="connsiteY284" fmla="*/ 856858 h 1050628"/>
                <a:gd name="connsiteX285" fmla="*/ 218360 w 2449768"/>
                <a:gd name="connsiteY285" fmla="*/ 881163 h 1050628"/>
                <a:gd name="connsiteX286" fmla="*/ 194056 w 2449768"/>
                <a:gd name="connsiteY286" fmla="*/ 875087 h 1050628"/>
                <a:gd name="connsiteX287" fmla="*/ 200132 w 2449768"/>
                <a:gd name="connsiteY287" fmla="*/ 850782 h 1050628"/>
                <a:gd name="connsiteX288" fmla="*/ 211145 w 2449768"/>
                <a:gd name="connsiteY288" fmla="*/ 848124 h 1050628"/>
                <a:gd name="connsiteX289" fmla="*/ 1511435 w 2449768"/>
                <a:gd name="connsiteY289" fmla="*/ 839009 h 1050628"/>
                <a:gd name="connsiteX290" fmla="*/ 1524727 w 2449768"/>
                <a:gd name="connsiteY290" fmla="*/ 847743 h 1050628"/>
                <a:gd name="connsiteX291" fmla="*/ 1518651 w 2449768"/>
                <a:gd name="connsiteY291" fmla="*/ 872048 h 1050628"/>
                <a:gd name="connsiteX292" fmla="*/ 1494346 w 2449768"/>
                <a:gd name="connsiteY292" fmla="*/ 865972 h 1050628"/>
                <a:gd name="connsiteX293" fmla="*/ 1500422 w 2449768"/>
                <a:gd name="connsiteY293" fmla="*/ 841667 h 1050628"/>
                <a:gd name="connsiteX294" fmla="*/ 1511435 w 2449768"/>
                <a:gd name="connsiteY294" fmla="*/ 839009 h 1050628"/>
                <a:gd name="connsiteX295" fmla="*/ 1253200 w 2449768"/>
                <a:gd name="connsiteY295" fmla="*/ 826857 h 1050628"/>
                <a:gd name="connsiteX296" fmla="*/ 1266492 w 2449768"/>
                <a:gd name="connsiteY296" fmla="*/ 835591 h 1050628"/>
                <a:gd name="connsiteX297" fmla="*/ 1260416 w 2449768"/>
                <a:gd name="connsiteY297" fmla="*/ 859896 h 1050628"/>
                <a:gd name="connsiteX298" fmla="*/ 1236111 w 2449768"/>
                <a:gd name="connsiteY298" fmla="*/ 853820 h 1050628"/>
                <a:gd name="connsiteX299" fmla="*/ 1242187 w 2449768"/>
                <a:gd name="connsiteY299" fmla="*/ 829515 h 1050628"/>
                <a:gd name="connsiteX300" fmla="*/ 1253200 w 2449768"/>
                <a:gd name="connsiteY300" fmla="*/ 826857 h 1050628"/>
                <a:gd name="connsiteX301" fmla="*/ 2428930 w 2449768"/>
                <a:gd name="connsiteY301" fmla="*/ 814705 h 1050628"/>
                <a:gd name="connsiteX302" fmla="*/ 2442221 w 2449768"/>
                <a:gd name="connsiteY302" fmla="*/ 823439 h 1050628"/>
                <a:gd name="connsiteX303" fmla="*/ 2436145 w 2449768"/>
                <a:gd name="connsiteY303" fmla="*/ 847744 h 1050628"/>
                <a:gd name="connsiteX304" fmla="*/ 2411841 w 2449768"/>
                <a:gd name="connsiteY304" fmla="*/ 841668 h 1050628"/>
                <a:gd name="connsiteX305" fmla="*/ 2417917 w 2449768"/>
                <a:gd name="connsiteY305" fmla="*/ 817363 h 1050628"/>
                <a:gd name="connsiteX306" fmla="*/ 2428930 w 2449768"/>
                <a:gd name="connsiteY306" fmla="*/ 814705 h 1050628"/>
                <a:gd name="connsiteX307" fmla="*/ 991927 w 2449768"/>
                <a:gd name="connsiteY307" fmla="*/ 814705 h 1050628"/>
                <a:gd name="connsiteX308" fmla="*/ 1005218 w 2449768"/>
                <a:gd name="connsiteY308" fmla="*/ 823439 h 1050628"/>
                <a:gd name="connsiteX309" fmla="*/ 999142 w 2449768"/>
                <a:gd name="connsiteY309" fmla="*/ 847744 h 1050628"/>
                <a:gd name="connsiteX310" fmla="*/ 974838 w 2449768"/>
                <a:gd name="connsiteY310" fmla="*/ 841668 h 1050628"/>
                <a:gd name="connsiteX311" fmla="*/ 980914 w 2449768"/>
                <a:gd name="connsiteY311" fmla="*/ 817363 h 1050628"/>
                <a:gd name="connsiteX312" fmla="*/ 991927 w 2449768"/>
                <a:gd name="connsiteY312" fmla="*/ 814705 h 1050628"/>
                <a:gd name="connsiteX313" fmla="*/ 894709 w 2449768"/>
                <a:gd name="connsiteY313" fmla="*/ 814705 h 1050628"/>
                <a:gd name="connsiteX314" fmla="*/ 908001 w 2449768"/>
                <a:gd name="connsiteY314" fmla="*/ 823439 h 1050628"/>
                <a:gd name="connsiteX315" fmla="*/ 901925 w 2449768"/>
                <a:gd name="connsiteY315" fmla="*/ 847744 h 1050628"/>
                <a:gd name="connsiteX316" fmla="*/ 877620 w 2449768"/>
                <a:gd name="connsiteY316" fmla="*/ 841668 h 1050628"/>
                <a:gd name="connsiteX317" fmla="*/ 883696 w 2449768"/>
                <a:gd name="connsiteY317" fmla="*/ 817363 h 1050628"/>
                <a:gd name="connsiteX318" fmla="*/ 894709 w 2449768"/>
                <a:gd name="connsiteY318" fmla="*/ 814705 h 1050628"/>
                <a:gd name="connsiteX319" fmla="*/ 2088668 w 2449768"/>
                <a:gd name="connsiteY319" fmla="*/ 805591 h 1050628"/>
                <a:gd name="connsiteX320" fmla="*/ 2101959 w 2449768"/>
                <a:gd name="connsiteY320" fmla="*/ 814325 h 1050628"/>
                <a:gd name="connsiteX321" fmla="*/ 2095883 w 2449768"/>
                <a:gd name="connsiteY321" fmla="*/ 838630 h 1050628"/>
                <a:gd name="connsiteX322" fmla="*/ 2071578 w 2449768"/>
                <a:gd name="connsiteY322" fmla="*/ 832554 h 1050628"/>
                <a:gd name="connsiteX323" fmla="*/ 2077654 w 2449768"/>
                <a:gd name="connsiteY323" fmla="*/ 808249 h 1050628"/>
                <a:gd name="connsiteX324" fmla="*/ 2088668 w 2449768"/>
                <a:gd name="connsiteY324" fmla="*/ 805591 h 1050628"/>
                <a:gd name="connsiteX325" fmla="*/ 575712 w 2449768"/>
                <a:gd name="connsiteY325" fmla="*/ 802553 h 1050628"/>
                <a:gd name="connsiteX326" fmla="*/ 589004 w 2449768"/>
                <a:gd name="connsiteY326" fmla="*/ 811287 h 1050628"/>
                <a:gd name="connsiteX327" fmla="*/ 582928 w 2449768"/>
                <a:gd name="connsiteY327" fmla="*/ 835592 h 1050628"/>
                <a:gd name="connsiteX328" fmla="*/ 558623 w 2449768"/>
                <a:gd name="connsiteY328" fmla="*/ 829516 h 1050628"/>
                <a:gd name="connsiteX329" fmla="*/ 564699 w 2449768"/>
                <a:gd name="connsiteY329" fmla="*/ 805211 h 1050628"/>
                <a:gd name="connsiteX330" fmla="*/ 575712 w 2449768"/>
                <a:gd name="connsiteY330" fmla="*/ 802553 h 1050628"/>
                <a:gd name="connsiteX331" fmla="*/ 1602577 w 2449768"/>
                <a:gd name="connsiteY331" fmla="*/ 796477 h 1050628"/>
                <a:gd name="connsiteX332" fmla="*/ 1615869 w 2449768"/>
                <a:gd name="connsiteY332" fmla="*/ 805211 h 1050628"/>
                <a:gd name="connsiteX333" fmla="*/ 1609793 w 2449768"/>
                <a:gd name="connsiteY333" fmla="*/ 829516 h 1050628"/>
                <a:gd name="connsiteX334" fmla="*/ 1585488 w 2449768"/>
                <a:gd name="connsiteY334" fmla="*/ 823440 h 1050628"/>
                <a:gd name="connsiteX335" fmla="*/ 1591564 w 2449768"/>
                <a:gd name="connsiteY335" fmla="*/ 799135 h 1050628"/>
                <a:gd name="connsiteX336" fmla="*/ 1602577 w 2449768"/>
                <a:gd name="connsiteY336" fmla="*/ 796477 h 1050628"/>
                <a:gd name="connsiteX337" fmla="*/ 1104335 w 2449768"/>
                <a:gd name="connsiteY337" fmla="*/ 793438 h 1050628"/>
                <a:gd name="connsiteX338" fmla="*/ 1117627 w 2449768"/>
                <a:gd name="connsiteY338" fmla="*/ 802172 h 1050628"/>
                <a:gd name="connsiteX339" fmla="*/ 1111551 w 2449768"/>
                <a:gd name="connsiteY339" fmla="*/ 826477 h 1050628"/>
                <a:gd name="connsiteX340" fmla="*/ 1087246 w 2449768"/>
                <a:gd name="connsiteY340" fmla="*/ 820401 h 1050628"/>
                <a:gd name="connsiteX341" fmla="*/ 1093322 w 2449768"/>
                <a:gd name="connsiteY341" fmla="*/ 796096 h 1050628"/>
                <a:gd name="connsiteX342" fmla="*/ 1104335 w 2449768"/>
                <a:gd name="connsiteY342" fmla="*/ 793438 h 1050628"/>
                <a:gd name="connsiteX343" fmla="*/ 791415 w 2449768"/>
                <a:gd name="connsiteY343" fmla="*/ 793438 h 1050628"/>
                <a:gd name="connsiteX344" fmla="*/ 804707 w 2449768"/>
                <a:gd name="connsiteY344" fmla="*/ 802172 h 1050628"/>
                <a:gd name="connsiteX345" fmla="*/ 798631 w 2449768"/>
                <a:gd name="connsiteY345" fmla="*/ 826477 h 1050628"/>
                <a:gd name="connsiteX346" fmla="*/ 774326 w 2449768"/>
                <a:gd name="connsiteY346" fmla="*/ 820401 h 1050628"/>
                <a:gd name="connsiteX347" fmla="*/ 780402 w 2449768"/>
                <a:gd name="connsiteY347" fmla="*/ 796096 h 1050628"/>
                <a:gd name="connsiteX348" fmla="*/ 791415 w 2449768"/>
                <a:gd name="connsiteY348" fmla="*/ 793438 h 1050628"/>
                <a:gd name="connsiteX349" fmla="*/ 1371684 w 2449768"/>
                <a:gd name="connsiteY349" fmla="*/ 784324 h 1050628"/>
                <a:gd name="connsiteX350" fmla="*/ 1384976 w 2449768"/>
                <a:gd name="connsiteY350" fmla="*/ 793058 h 1050628"/>
                <a:gd name="connsiteX351" fmla="*/ 1378900 w 2449768"/>
                <a:gd name="connsiteY351" fmla="*/ 817363 h 1050628"/>
                <a:gd name="connsiteX352" fmla="*/ 1354595 w 2449768"/>
                <a:gd name="connsiteY352" fmla="*/ 811287 h 1050628"/>
                <a:gd name="connsiteX353" fmla="*/ 1360671 w 2449768"/>
                <a:gd name="connsiteY353" fmla="*/ 786982 h 1050628"/>
                <a:gd name="connsiteX354" fmla="*/ 1371684 w 2449768"/>
                <a:gd name="connsiteY354" fmla="*/ 784324 h 1050628"/>
                <a:gd name="connsiteX355" fmla="*/ 472418 w 2449768"/>
                <a:gd name="connsiteY355" fmla="*/ 781286 h 1050628"/>
                <a:gd name="connsiteX356" fmla="*/ 485710 w 2449768"/>
                <a:gd name="connsiteY356" fmla="*/ 790020 h 1050628"/>
                <a:gd name="connsiteX357" fmla="*/ 479634 w 2449768"/>
                <a:gd name="connsiteY357" fmla="*/ 814325 h 1050628"/>
                <a:gd name="connsiteX358" fmla="*/ 455329 w 2449768"/>
                <a:gd name="connsiteY358" fmla="*/ 808249 h 1050628"/>
                <a:gd name="connsiteX359" fmla="*/ 461405 w 2449768"/>
                <a:gd name="connsiteY359" fmla="*/ 783944 h 1050628"/>
                <a:gd name="connsiteX360" fmla="*/ 472418 w 2449768"/>
                <a:gd name="connsiteY360" fmla="*/ 781286 h 1050628"/>
                <a:gd name="connsiteX361" fmla="*/ 1803089 w 2449768"/>
                <a:gd name="connsiteY361" fmla="*/ 778248 h 1050628"/>
                <a:gd name="connsiteX362" fmla="*/ 1816381 w 2449768"/>
                <a:gd name="connsiteY362" fmla="*/ 786982 h 1050628"/>
                <a:gd name="connsiteX363" fmla="*/ 1810305 w 2449768"/>
                <a:gd name="connsiteY363" fmla="*/ 811287 h 1050628"/>
                <a:gd name="connsiteX364" fmla="*/ 1786000 w 2449768"/>
                <a:gd name="connsiteY364" fmla="*/ 805211 h 1050628"/>
                <a:gd name="connsiteX365" fmla="*/ 1792076 w 2449768"/>
                <a:gd name="connsiteY365" fmla="*/ 780906 h 1050628"/>
                <a:gd name="connsiteX366" fmla="*/ 1803089 w 2449768"/>
                <a:gd name="connsiteY366" fmla="*/ 778248 h 1050628"/>
                <a:gd name="connsiteX367" fmla="*/ 675968 w 2449768"/>
                <a:gd name="connsiteY367" fmla="*/ 772172 h 1050628"/>
                <a:gd name="connsiteX368" fmla="*/ 689260 w 2449768"/>
                <a:gd name="connsiteY368" fmla="*/ 780906 h 1050628"/>
                <a:gd name="connsiteX369" fmla="*/ 683184 w 2449768"/>
                <a:gd name="connsiteY369" fmla="*/ 805211 h 1050628"/>
                <a:gd name="connsiteX370" fmla="*/ 658879 w 2449768"/>
                <a:gd name="connsiteY370" fmla="*/ 799135 h 1050628"/>
                <a:gd name="connsiteX371" fmla="*/ 664955 w 2449768"/>
                <a:gd name="connsiteY371" fmla="*/ 774830 h 1050628"/>
                <a:gd name="connsiteX372" fmla="*/ 675968 w 2449768"/>
                <a:gd name="connsiteY372" fmla="*/ 772172 h 1050628"/>
                <a:gd name="connsiteX373" fmla="*/ 302287 w 2449768"/>
                <a:gd name="connsiteY373" fmla="*/ 769134 h 1050628"/>
                <a:gd name="connsiteX374" fmla="*/ 315579 w 2449768"/>
                <a:gd name="connsiteY374" fmla="*/ 777868 h 1050628"/>
                <a:gd name="connsiteX375" fmla="*/ 309503 w 2449768"/>
                <a:gd name="connsiteY375" fmla="*/ 802173 h 1050628"/>
                <a:gd name="connsiteX376" fmla="*/ 285198 w 2449768"/>
                <a:gd name="connsiteY376" fmla="*/ 796097 h 1050628"/>
                <a:gd name="connsiteX377" fmla="*/ 291274 w 2449768"/>
                <a:gd name="connsiteY377" fmla="*/ 771792 h 1050628"/>
                <a:gd name="connsiteX378" fmla="*/ 302287 w 2449768"/>
                <a:gd name="connsiteY378" fmla="*/ 769134 h 1050628"/>
                <a:gd name="connsiteX379" fmla="*/ 2313484 w 2449768"/>
                <a:gd name="connsiteY379" fmla="*/ 766096 h 1050628"/>
                <a:gd name="connsiteX380" fmla="*/ 2326775 w 2449768"/>
                <a:gd name="connsiteY380" fmla="*/ 774830 h 1050628"/>
                <a:gd name="connsiteX381" fmla="*/ 2320699 w 2449768"/>
                <a:gd name="connsiteY381" fmla="*/ 799135 h 1050628"/>
                <a:gd name="connsiteX382" fmla="*/ 2296395 w 2449768"/>
                <a:gd name="connsiteY382" fmla="*/ 793059 h 1050628"/>
                <a:gd name="connsiteX383" fmla="*/ 2302471 w 2449768"/>
                <a:gd name="connsiteY383" fmla="*/ 768754 h 1050628"/>
                <a:gd name="connsiteX384" fmla="*/ 2313484 w 2449768"/>
                <a:gd name="connsiteY384" fmla="*/ 766096 h 1050628"/>
                <a:gd name="connsiteX385" fmla="*/ 1921574 w 2449768"/>
                <a:gd name="connsiteY385" fmla="*/ 766096 h 1050628"/>
                <a:gd name="connsiteX386" fmla="*/ 1934865 w 2449768"/>
                <a:gd name="connsiteY386" fmla="*/ 774830 h 1050628"/>
                <a:gd name="connsiteX387" fmla="*/ 1928789 w 2449768"/>
                <a:gd name="connsiteY387" fmla="*/ 799135 h 1050628"/>
                <a:gd name="connsiteX388" fmla="*/ 1904485 w 2449768"/>
                <a:gd name="connsiteY388" fmla="*/ 793059 h 1050628"/>
                <a:gd name="connsiteX389" fmla="*/ 1910561 w 2449768"/>
                <a:gd name="connsiteY389" fmla="*/ 768754 h 1050628"/>
                <a:gd name="connsiteX390" fmla="*/ 1921574 w 2449768"/>
                <a:gd name="connsiteY390" fmla="*/ 766096 h 1050628"/>
                <a:gd name="connsiteX391" fmla="*/ 2176771 w 2449768"/>
                <a:gd name="connsiteY391" fmla="*/ 756982 h 1050628"/>
                <a:gd name="connsiteX392" fmla="*/ 2190062 w 2449768"/>
                <a:gd name="connsiteY392" fmla="*/ 765716 h 1050628"/>
                <a:gd name="connsiteX393" fmla="*/ 2183986 w 2449768"/>
                <a:gd name="connsiteY393" fmla="*/ 790021 h 1050628"/>
                <a:gd name="connsiteX394" fmla="*/ 2159682 w 2449768"/>
                <a:gd name="connsiteY394" fmla="*/ 783945 h 1050628"/>
                <a:gd name="connsiteX395" fmla="*/ 2165758 w 2449768"/>
                <a:gd name="connsiteY395" fmla="*/ 759640 h 1050628"/>
                <a:gd name="connsiteX396" fmla="*/ 2176771 w 2449768"/>
                <a:gd name="connsiteY396" fmla="*/ 756982 h 1050628"/>
                <a:gd name="connsiteX397" fmla="*/ 1702833 w 2449768"/>
                <a:gd name="connsiteY397" fmla="*/ 750906 h 1050628"/>
                <a:gd name="connsiteX398" fmla="*/ 1716125 w 2449768"/>
                <a:gd name="connsiteY398" fmla="*/ 759640 h 1050628"/>
                <a:gd name="connsiteX399" fmla="*/ 1710049 w 2449768"/>
                <a:gd name="connsiteY399" fmla="*/ 783945 h 1050628"/>
                <a:gd name="connsiteX400" fmla="*/ 1685744 w 2449768"/>
                <a:gd name="connsiteY400" fmla="*/ 777869 h 1050628"/>
                <a:gd name="connsiteX401" fmla="*/ 1691820 w 2449768"/>
                <a:gd name="connsiteY401" fmla="*/ 753564 h 1050628"/>
                <a:gd name="connsiteX402" fmla="*/ 1702833 w 2449768"/>
                <a:gd name="connsiteY402" fmla="*/ 750906 h 1050628"/>
                <a:gd name="connsiteX403" fmla="*/ 1210667 w 2449768"/>
                <a:gd name="connsiteY403" fmla="*/ 741791 h 1050628"/>
                <a:gd name="connsiteX404" fmla="*/ 1223959 w 2449768"/>
                <a:gd name="connsiteY404" fmla="*/ 750525 h 1050628"/>
                <a:gd name="connsiteX405" fmla="*/ 1217883 w 2449768"/>
                <a:gd name="connsiteY405" fmla="*/ 774830 h 1050628"/>
                <a:gd name="connsiteX406" fmla="*/ 1193578 w 2449768"/>
                <a:gd name="connsiteY406" fmla="*/ 768754 h 1050628"/>
                <a:gd name="connsiteX407" fmla="*/ 1199654 w 2449768"/>
                <a:gd name="connsiteY407" fmla="*/ 744449 h 1050628"/>
                <a:gd name="connsiteX408" fmla="*/ 1210667 w 2449768"/>
                <a:gd name="connsiteY408" fmla="*/ 741791 h 1050628"/>
                <a:gd name="connsiteX409" fmla="*/ 1450674 w 2449768"/>
                <a:gd name="connsiteY409" fmla="*/ 723563 h 1050628"/>
                <a:gd name="connsiteX410" fmla="*/ 1463966 w 2449768"/>
                <a:gd name="connsiteY410" fmla="*/ 732297 h 1050628"/>
                <a:gd name="connsiteX411" fmla="*/ 1457890 w 2449768"/>
                <a:gd name="connsiteY411" fmla="*/ 756602 h 1050628"/>
                <a:gd name="connsiteX412" fmla="*/ 1433585 w 2449768"/>
                <a:gd name="connsiteY412" fmla="*/ 750526 h 1050628"/>
                <a:gd name="connsiteX413" fmla="*/ 1439661 w 2449768"/>
                <a:gd name="connsiteY413" fmla="*/ 726221 h 1050628"/>
                <a:gd name="connsiteX414" fmla="*/ 1450674 w 2449768"/>
                <a:gd name="connsiteY414" fmla="*/ 723563 h 1050628"/>
                <a:gd name="connsiteX415" fmla="*/ 2021829 w 2449768"/>
                <a:gd name="connsiteY415" fmla="*/ 720525 h 1050628"/>
                <a:gd name="connsiteX416" fmla="*/ 2035121 w 2449768"/>
                <a:gd name="connsiteY416" fmla="*/ 729259 h 1050628"/>
                <a:gd name="connsiteX417" fmla="*/ 2029045 w 2449768"/>
                <a:gd name="connsiteY417" fmla="*/ 753564 h 1050628"/>
                <a:gd name="connsiteX418" fmla="*/ 2004740 w 2449768"/>
                <a:gd name="connsiteY418" fmla="*/ 747488 h 1050628"/>
                <a:gd name="connsiteX419" fmla="*/ 2010816 w 2449768"/>
                <a:gd name="connsiteY419" fmla="*/ 723183 h 1050628"/>
                <a:gd name="connsiteX420" fmla="*/ 2021829 w 2449768"/>
                <a:gd name="connsiteY420" fmla="*/ 720525 h 1050628"/>
                <a:gd name="connsiteX421" fmla="*/ 387352 w 2449768"/>
                <a:gd name="connsiteY421" fmla="*/ 720525 h 1050628"/>
                <a:gd name="connsiteX422" fmla="*/ 400644 w 2449768"/>
                <a:gd name="connsiteY422" fmla="*/ 729259 h 1050628"/>
                <a:gd name="connsiteX423" fmla="*/ 394568 w 2449768"/>
                <a:gd name="connsiteY423" fmla="*/ 753564 h 1050628"/>
                <a:gd name="connsiteX424" fmla="*/ 370263 w 2449768"/>
                <a:gd name="connsiteY424" fmla="*/ 747488 h 1050628"/>
                <a:gd name="connsiteX425" fmla="*/ 376339 w 2449768"/>
                <a:gd name="connsiteY425" fmla="*/ 723183 h 1050628"/>
                <a:gd name="connsiteX426" fmla="*/ 387352 w 2449768"/>
                <a:gd name="connsiteY426" fmla="*/ 720525 h 1050628"/>
                <a:gd name="connsiteX427" fmla="*/ 1049650 w 2449768"/>
                <a:gd name="connsiteY427" fmla="*/ 702297 h 1050628"/>
                <a:gd name="connsiteX428" fmla="*/ 1062942 w 2449768"/>
                <a:gd name="connsiteY428" fmla="*/ 711031 h 1050628"/>
                <a:gd name="connsiteX429" fmla="*/ 1056866 w 2449768"/>
                <a:gd name="connsiteY429" fmla="*/ 735336 h 1050628"/>
                <a:gd name="connsiteX430" fmla="*/ 1032561 w 2449768"/>
                <a:gd name="connsiteY430" fmla="*/ 729260 h 1050628"/>
                <a:gd name="connsiteX431" fmla="*/ 1038637 w 2449768"/>
                <a:gd name="connsiteY431" fmla="*/ 704955 h 1050628"/>
                <a:gd name="connsiteX432" fmla="*/ 1049650 w 2449768"/>
                <a:gd name="connsiteY432" fmla="*/ 702297 h 1050628"/>
                <a:gd name="connsiteX433" fmla="*/ 931165 w 2449768"/>
                <a:gd name="connsiteY433" fmla="*/ 702297 h 1050628"/>
                <a:gd name="connsiteX434" fmla="*/ 944457 w 2449768"/>
                <a:gd name="connsiteY434" fmla="*/ 711031 h 1050628"/>
                <a:gd name="connsiteX435" fmla="*/ 938381 w 2449768"/>
                <a:gd name="connsiteY435" fmla="*/ 735336 h 1050628"/>
                <a:gd name="connsiteX436" fmla="*/ 914076 w 2449768"/>
                <a:gd name="connsiteY436" fmla="*/ 729260 h 1050628"/>
                <a:gd name="connsiteX437" fmla="*/ 920152 w 2449768"/>
                <a:gd name="connsiteY437" fmla="*/ 704955 h 1050628"/>
                <a:gd name="connsiteX438" fmla="*/ 931165 w 2449768"/>
                <a:gd name="connsiteY438" fmla="*/ 702297 h 1050628"/>
                <a:gd name="connsiteX439" fmla="*/ 1547892 w 2449768"/>
                <a:gd name="connsiteY439" fmla="*/ 699259 h 1050628"/>
                <a:gd name="connsiteX440" fmla="*/ 1561184 w 2449768"/>
                <a:gd name="connsiteY440" fmla="*/ 707993 h 1050628"/>
                <a:gd name="connsiteX441" fmla="*/ 1555108 w 2449768"/>
                <a:gd name="connsiteY441" fmla="*/ 732298 h 1050628"/>
                <a:gd name="connsiteX442" fmla="*/ 1530803 w 2449768"/>
                <a:gd name="connsiteY442" fmla="*/ 726222 h 1050628"/>
                <a:gd name="connsiteX443" fmla="*/ 1536879 w 2449768"/>
                <a:gd name="connsiteY443" fmla="*/ 701917 h 1050628"/>
                <a:gd name="connsiteX444" fmla="*/ 1547892 w 2449768"/>
                <a:gd name="connsiteY444" fmla="*/ 699259 h 1050628"/>
                <a:gd name="connsiteX445" fmla="*/ 1313961 w 2449768"/>
                <a:gd name="connsiteY445" fmla="*/ 699259 h 1050628"/>
                <a:gd name="connsiteX446" fmla="*/ 1327253 w 2449768"/>
                <a:gd name="connsiteY446" fmla="*/ 707993 h 1050628"/>
                <a:gd name="connsiteX447" fmla="*/ 1321177 w 2449768"/>
                <a:gd name="connsiteY447" fmla="*/ 732298 h 1050628"/>
                <a:gd name="connsiteX448" fmla="*/ 1296872 w 2449768"/>
                <a:gd name="connsiteY448" fmla="*/ 726222 h 1050628"/>
                <a:gd name="connsiteX449" fmla="*/ 1302948 w 2449768"/>
                <a:gd name="connsiteY449" fmla="*/ 701917 h 1050628"/>
                <a:gd name="connsiteX450" fmla="*/ 1313961 w 2449768"/>
                <a:gd name="connsiteY450" fmla="*/ 699259 h 1050628"/>
                <a:gd name="connsiteX451" fmla="*/ 2413739 w 2449768"/>
                <a:gd name="connsiteY451" fmla="*/ 696220 h 1050628"/>
                <a:gd name="connsiteX452" fmla="*/ 2427031 w 2449768"/>
                <a:gd name="connsiteY452" fmla="*/ 704954 h 1050628"/>
                <a:gd name="connsiteX453" fmla="*/ 2420955 w 2449768"/>
                <a:gd name="connsiteY453" fmla="*/ 729259 h 1050628"/>
                <a:gd name="connsiteX454" fmla="*/ 2396650 w 2449768"/>
                <a:gd name="connsiteY454" fmla="*/ 723183 h 1050628"/>
                <a:gd name="connsiteX455" fmla="*/ 2402726 w 2449768"/>
                <a:gd name="connsiteY455" fmla="*/ 698878 h 1050628"/>
                <a:gd name="connsiteX456" fmla="*/ 2413739 w 2449768"/>
                <a:gd name="connsiteY456" fmla="*/ 696220 h 1050628"/>
                <a:gd name="connsiteX457" fmla="*/ 551408 w 2449768"/>
                <a:gd name="connsiteY457" fmla="*/ 690144 h 1050628"/>
                <a:gd name="connsiteX458" fmla="*/ 564699 w 2449768"/>
                <a:gd name="connsiteY458" fmla="*/ 698878 h 1050628"/>
                <a:gd name="connsiteX459" fmla="*/ 558623 w 2449768"/>
                <a:gd name="connsiteY459" fmla="*/ 723183 h 1050628"/>
                <a:gd name="connsiteX460" fmla="*/ 534319 w 2449768"/>
                <a:gd name="connsiteY460" fmla="*/ 717107 h 1050628"/>
                <a:gd name="connsiteX461" fmla="*/ 540395 w 2449768"/>
                <a:gd name="connsiteY461" fmla="*/ 692802 h 1050628"/>
                <a:gd name="connsiteX462" fmla="*/ 551408 w 2449768"/>
                <a:gd name="connsiteY462" fmla="*/ 690144 h 1050628"/>
                <a:gd name="connsiteX463" fmla="*/ 830909 w 2449768"/>
                <a:gd name="connsiteY463" fmla="*/ 684068 h 1050628"/>
                <a:gd name="connsiteX464" fmla="*/ 844201 w 2449768"/>
                <a:gd name="connsiteY464" fmla="*/ 692802 h 1050628"/>
                <a:gd name="connsiteX465" fmla="*/ 838125 w 2449768"/>
                <a:gd name="connsiteY465" fmla="*/ 717107 h 1050628"/>
                <a:gd name="connsiteX466" fmla="*/ 813820 w 2449768"/>
                <a:gd name="connsiteY466" fmla="*/ 711031 h 1050628"/>
                <a:gd name="connsiteX467" fmla="*/ 819896 w 2449768"/>
                <a:gd name="connsiteY467" fmla="*/ 686726 h 1050628"/>
                <a:gd name="connsiteX468" fmla="*/ 830909 w 2449768"/>
                <a:gd name="connsiteY468" fmla="*/ 684068 h 1050628"/>
                <a:gd name="connsiteX469" fmla="*/ 730653 w 2449768"/>
                <a:gd name="connsiteY469" fmla="*/ 677992 h 1050628"/>
                <a:gd name="connsiteX470" fmla="*/ 743945 w 2449768"/>
                <a:gd name="connsiteY470" fmla="*/ 686726 h 1050628"/>
                <a:gd name="connsiteX471" fmla="*/ 737869 w 2449768"/>
                <a:gd name="connsiteY471" fmla="*/ 711031 h 1050628"/>
                <a:gd name="connsiteX472" fmla="*/ 713564 w 2449768"/>
                <a:gd name="connsiteY472" fmla="*/ 704955 h 1050628"/>
                <a:gd name="connsiteX473" fmla="*/ 719640 w 2449768"/>
                <a:gd name="connsiteY473" fmla="*/ 680650 h 1050628"/>
                <a:gd name="connsiteX474" fmla="*/ 730653 w 2449768"/>
                <a:gd name="connsiteY474" fmla="*/ 677992 h 1050628"/>
                <a:gd name="connsiteX475" fmla="*/ 2228418 w 2449768"/>
                <a:gd name="connsiteY475" fmla="*/ 671916 h 1050628"/>
                <a:gd name="connsiteX476" fmla="*/ 2241710 w 2449768"/>
                <a:gd name="connsiteY476" fmla="*/ 680650 h 1050628"/>
                <a:gd name="connsiteX477" fmla="*/ 2235634 w 2449768"/>
                <a:gd name="connsiteY477" fmla="*/ 704955 h 1050628"/>
                <a:gd name="connsiteX478" fmla="*/ 2211329 w 2449768"/>
                <a:gd name="connsiteY478" fmla="*/ 698879 h 1050628"/>
                <a:gd name="connsiteX479" fmla="*/ 2217405 w 2449768"/>
                <a:gd name="connsiteY479" fmla="*/ 674574 h 1050628"/>
                <a:gd name="connsiteX480" fmla="*/ 2228418 w 2449768"/>
                <a:gd name="connsiteY480" fmla="*/ 671916 h 1050628"/>
                <a:gd name="connsiteX481" fmla="*/ 1839546 w 2449768"/>
                <a:gd name="connsiteY481" fmla="*/ 671916 h 1050628"/>
                <a:gd name="connsiteX482" fmla="*/ 1852838 w 2449768"/>
                <a:gd name="connsiteY482" fmla="*/ 680650 h 1050628"/>
                <a:gd name="connsiteX483" fmla="*/ 1846762 w 2449768"/>
                <a:gd name="connsiteY483" fmla="*/ 704955 h 1050628"/>
                <a:gd name="connsiteX484" fmla="*/ 1822457 w 2449768"/>
                <a:gd name="connsiteY484" fmla="*/ 698879 h 1050628"/>
                <a:gd name="connsiteX485" fmla="*/ 1828533 w 2449768"/>
                <a:gd name="connsiteY485" fmla="*/ 674574 h 1050628"/>
                <a:gd name="connsiteX486" fmla="*/ 1839546 w 2449768"/>
                <a:gd name="connsiteY486" fmla="*/ 671916 h 1050628"/>
                <a:gd name="connsiteX487" fmla="*/ 2109933 w 2449768"/>
                <a:gd name="connsiteY487" fmla="*/ 656726 h 1050628"/>
                <a:gd name="connsiteX488" fmla="*/ 2123225 w 2449768"/>
                <a:gd name="connsiteY488" fmla="*/ 665460 h 1050628"/>
                <a:gd name="connsiteX489" fmla="*/ 2117149 w 2449768"/>
                <a:gd name="connsiteY489" fmla="*/ 689765 h 1050628"/>
                <a:gd name="connsiteX490" fmla="*/ 2092844 w 2449768"/>
                <a:gd name="connsiteY490" fmla="*/ 683689 h 1050628"/>
                <a:gd name="connsiteX491" fmla="*/ 2098920 w 2449768"/>
                <a:gd name="connsiteY491" fmla="*/ 659384 h 1050628"/>
                <a:gd name="connsiteX492" fmla="*/ 2109933 w 2449768"/>
                <a:gd name="connsiteY492" fmla="*/ 656726 h 1050628"/>
                <a:gd name="connsiteX493" fmla="*/ 1632957 w 2449768"/>
                <a:gd name="connsiteY493" fmla="*/ 656726 h 1050628"/>
                <a:gd name="connsiteX494" fmla="*/ 1646249 w 2449768"/>
                <a:gd name="connsiteY494" fmla="*/ 665460 h 1050628"/>
                <a:gd name="connsiteX495" fmla="*/ 1640173 w 2449768"/>
                <a:gd name="connsiteY495" fmla="*/ 689765 h 1050628"/>
                <a:gd name="connsiteX496" fmla="*/ 1615868 w 2449768"/>
                <a:gd name="connsiteY496" fmla="*/ 683689 h 1050628"/>
                <a:gd name="connsiteX497" fmla="*/ 1621944 w 2449768"/>
                <a:gd name="connsiteY497" fmla="*/ 659384 h 1050628"/>
                <a:gd name="connsiteX498" fmla="*/ 1632957 w 2449768"/>
                <a:gd name="connsiteY498" fmla="*/ 656726 h 1050628"/>
                <a:gd name="connsiteX499" fmla="*/ 1165096 w 2449768"/>
                <a:gd name="connsiteY499" fmla="*/ 656726 h 1050628"/>
                <a:gd name="connsiteX500" fmla="*/ 1178387 w 2449768"/>
                <a:gd name="connsiteY500" fmla="*/ 665460 h 1050628"/>
                <a:gd name="connsiteX501" fmla="*/ 1172311 w 2449768"/>
                <a:gd name="connsiteY501" fmla="*/ 689765 h 1050628"/>
                <a:gd name="connsiteX502" fmla="*/ 1148007 w 2449768"/>
                <a:gd name="connsiteY502" fmla="*/ 683689 h 1050628"/>
                <a:gd name="connsiteX503" fmla="*/ 1154083 w 2449768"/>
                <a:gd name="connsiteY503" fmla="*/ 659384 h 1050628"/>
                <a:gd name="connsiteX504" fmla="*/ 1165096 w 2449768"/>
                <a:gd name="connsiteY504" fmla="*/ 656726 h 1050628"/>
                <a:gd name="connsiteX505" fmla="*/ 1948916 w 2449768"/>
                <a:gd name="connsiteY505" fmla="*/ 653688 h 1050628"/>
                <a:gd name="connsiteX506" fmla="*/ 1962208 w 2449768"/>
                <a:gd name="connsiteY506" fmla="*/ 662422 h 1050628"/>
                <a:gd name="connsiteX507" fmla="*/ 1956132 w 2449768"/>
                <a:gd name="connsiteY507" fmla="*/ 686727 h 1050628"/>
                <a:gd name="connsiteX508" fmla="*/ 1931827 w 2449768"/>
                <a:gd name="connsiteY508" fmla="*/ 680651 h 1050628"/>
                <a:gd name="connsiteX509" fmla="*/ 1937903 w 2449768"/>
                <a:gd name="connsiteY509" fmla="*/ 656346 h 1050628"/>
                <a:gd name="connsiteX510" fmla="*/ 1948916 w 2449768"/>
                <a:gd name="connsiteY510" fmla="*/ 653688 h 1050628"/>
                <a:gd name="connsiteX511" fmla="*/ 2328673 w 2449768"/>
                <a:gd name="connsiteY511" fmla="*/ 647611 h 1050628"/>
                <a:gd name="connsiteX512" fmla="*/ 2341965 w 2449768"/>
                <a:gd name="connsiteY512" fmla="*/ 656345 h 1050628"/>
                <a:gd name="connsiteX513" fmla="*/ 2335889 w 2449768"/>
                <a:gd name="connsiteY513" fmla="*/ 680650 h 1050628"/>
                <a:gd name="connsiteX514" fmla="*/ 2311584 w 2449768"/>
                <a:gd name="connsiteY514" fmla="*/ 674574 h 1050628"/>
                <a:gd name="connsiteX515" fmla="*/ 2317660 w 2449768"/>
                <a:gd name="connsiteY515" fmla="*/ 650269 h 1050628"/>
                <a:gd name="connsiteX516" fmla="*/ 2328673 w 2449768"/>
                <a:gd name="connsiteY516" fmla="*/ 647611 h 1050628"/>
                <a:gd name="connsiteX517" fmla="*/ 639512 w 2449768"/>
                <a:gd name="connsiteY517" fmla="*/ 641535 h 1050628"/>
                <a:gd name="connsiteX518" fmla="*/ 652804 w 2449768"/>
                <a:gd name="connsiteY518" fmla="*/ 650269 h 1050628"/>
                <a:gd name="connsiteX519" fmla="*/ 646728 w 2449768"/>
                <a:gd name="connsiteY519" fmla="*/ 674574 h 1050628"/>
                <a:gd name="connsiteX520" fmla="*/ 622423 w 2449768"/>
                <a:gd name="connsiteY520" fmla="*/ 668498 h 1050628"/>
                <a:gd name="connsiteX521" fmla="*/ 628499 w 2449768"/>
                <a:gd name="connsiteY521" fmla="*/ 644193 h 1050628"/>
                <a:gd name="connsiteX522" fmla="*/ 639512 w 2449768"/>
                <a:gd name="connsiteY522" fmla="*/ 641535 h 1050628"/>
                <a:gd name="connsiteX523" fmla="*/ 451152 w 2449768"/>
                <a:gd name="connsiteY523" fmla="*/ 641535 h 1050628"/>
                <a:gd name="connsiteX524" fmla="*/ 464444 w 2449768"/>
                <a:gd name="connsiteY524" fmla="*/ 650269 h 1050628"/>
                <a:gd name="connsiteX525" fmla="*/ 458368 w 2449768"/>
                <a:gd name="connsiteY525" fmla="*/ 674574 h 1050628"/>
                <a:gd name="connsiteX526" fmla="*/ 434063 w 2449768"/>
                <a:gd name="connsiteY526" fmla="*/ 668498 h 1050628"/>
                <a:gd name="connsiteX527" fmla="*/ 440139 w 2449768"/>
                <a:gd name="connsiteY527" fmla="*/ 644193 h 1050628"/>
                <a:gd name="connsiteX528" fmla="*/ 451152 w 2449768"/>
                <a:gd name="connsiteY528" fmla="*/ 641535 h 1050628"/>
                <a:gd name="connsiteX529" fmla="*/ 1739291 w 2449768"/>
                <a:gd name="connsiteY529" fmla="*/ 638497 h 1050628"/>
                <a:gd name="connsiteX530" fmla="*/ 1752582 w 2449768"/>
                <a:gd name="connsiteY530" fmla="*/ 647231 h 1050628"/>
                <a:gd name="connsiteX531" fmla="*/ 1746506 w 2449768"/>
                <a:gd name="connsiteY531" fmla="*/ 671536 h 1050628"/>
                <a:gd name="connsiteX532" fmla="*/ 1722201 w 2449768"/>
                <a:gd name="connsiteY532" fmla="*/ 665460 h 1050628"/>
                <a:gd name="connsiteX533" fmla="*/ 1728277 w 2449768"/>
                <a:gd name="connsiteY533" fmla="*/ 641155 h 1050628"/>
                <a:gd name="connsiteX534" fmla="*/ 1739291 w 2449768"/>
                <a:gd name="connsiteY534" fmla="*/ 638497 h 1050628"/>
                <a:gd name="connsiteX535" fmla="*/ 1429407 w 2449768"/>
                <a:gd name="connsiteY535" fmla="*/ 623307 h 1050628"/>
                <a:gd name="connsiteX536" fmla="*/ 1442699 w 2449768"/>
                <a:gd name="connsiteY536" fmla="*/ 632041 h 1050628"/>
                <a:gd name="connsiteX537" fmla="*/ 1436623 w 2449768"/>
                <a:gd name="connsiteY537" fmla="*/ 656346 h 1050628"/>
                <a:gd name="connsiteX538" fmla="*/ 1412318 w 2449768"/>
                <a:gd name="connsiteY538" fmla="*/ 650270 h 1050628"/>
                <a:gd name="connsiteX539" fmla="*/ 1418394 w 2449768"/>
                <a:gd name="connsiteY539" fmla="*/ 625965 h 1050628"/>
                <a:gd name="connsiteX540" fmla="*/ 1429407 w 2449768"/>
                <a:gd name="connsiteY540" fmla="*/ 623307 h 1050628"/>
                <a:gd name="connsiteX541" fmla="*/ 991927 w 2449768"/>
                <a:gd name="connsiteY541" fmla="*/ 614193 h 1050628"/>
                <a:gd name="connsiteX542" fmla="*/ 1005219 w 2449768"/>
                <a:gd name="connsiteY542" fmla="*/ 622927 h 1050628"/>
                <a:gd name="connsiteX543" fmla="*/ 999143 w 2449768"/>
                <a:gd name="connsiteY543" fmla="*/ 647232 h 1050628"/>
                <a:gd name="connsiteX544" fmla="*/ 974838 w 2449768"/>
                <a:gd name="connsiteY544" fmla="*/ 641156 h 1050628"/>
                <a:gd name="connsiteX545" fmla="*/ 980914 w 2449768"/>
                <a:gd name="connsiteY545" fmla="*/ 616851 h 1050628"/>
                <a:gd name="connsiteX546" fmla="*/ 991927 w 2449768"/>
                <a:gd name="connsiteY546" fmla="*/ 614193 h 1050628"/>
                <a:gd name="connsiteX547" fmla="*/ 1244086 w 2449768"/>
                <a:gd name="connsiteY547" fmla="*/ 589888 h 1050628"/>
                <a:gd name="connsiteX548" fmla="*/ 1257378 w 2449768"/>
                <a:gd name="connsiteY548" fmla="*/ 598622 h 1050628"/>
                <a:gd name="connsiteX549" fmla="*/ 1251302 w 2449768"/>
                <a:gd name="connsiteY549" fmla="*/ 622927 h 1050628"/>
                <a:gd name="connsiteX550" fmla="*/ 1226997 w 2449768"/>
                <a:gd name="connsiteY550" fmla="*/ 616851 h 1050628"/>
                <a:gd name="connsiteX551" fmla="*/ 1233073 w 2449768"/>
                <a:gd name="connsiteY551" fmla="*/ 592546 h 1050628"/>
                <a:gd name="connsiteX552" fmla="*/ 1244086 w 2449768"/>
                <a:gd name="connsiteY552" fmla="*/ 589888 h 1050628"/>
                <a:gd name="connsiteX553" fmla="*/ 1332189 w 2449768"/>
                <a:gd name="connsiteY553" fmla="*/ 586850 h 1050628"/>
                <a:gd name="connsiteX554" fmla="*/ 1345481 w 2449768"/>
                <a:gd name="connsiteY554" fmla="*/ 595584 h 1050628"/>
                <a:gd name="connsiteX555" fmla="*/ 1339405 w 2449768"/>
                <a:gd name="connsiteY555" fmla="*/ 619889 h 1050628"/>
                <a:gd name="connsiteX556" fmla="*/ 1315100 w 2449768"/>
                <a:gd name="connsiteY556" fmla="*/ 613813 h 1050628"/>
                <a:gd name="connsiteX557" fmla="*/ 1321176 w 2449768"/>
                <a:gd name="connsiteY557" fmla="*/ 589508 h 1050628"/>
                <a:gd name="connsiteX558" fmla="*/ 1332189 w 2449768"/>
                <a:gd name="connsiteY558" fmla="*/ 586850 h 1050628"/>
                <a:gd name="connsiteX559" fmla="*/ 867366 w 2449768"/>
                <a:gd name="connsiteY559" fmla="*/ 583812 h 1050628"/>
                <a:gd name="connsiteX560" fmla="*/ 880658 w 2449768"/>
                <a:gd name="connsiteY560" fmla="*/ 592546 h 1050628"/>
                <a:gd name="connsiteX561" fmla="*/ 874582 w 2449768"/>
                <a:gd name="connsiteY561" fmla="*/ 616851 h 1050628"/>
                <a:gd name="connsiteX562" fmla="*/ 850277 w 2449768"/>
                <a:gd name="connsiteY562" fmla="*/ 610775 h 1050628"/>
                <a:gd name="connsiteX563" fmla="*/ 856353 w 2449768"/>
                <a:gd name="connsiteY563" fmla="*/ 586470 h 1050628"/>
                <a:gd name="connsiteX564" fmla="*/ 867366 w 2449768"/>
                <a:gd name="connsiteY564" fmla="*/ 583812 h 1050628"/>
                <a:gd name="connsiteX565" fmla="*/ 2222342 w 2449768"/>
                <a:gd name="connsiteY565" fmla="*/ 576217 h 1050628"/>
                <a:gd name="connsiteX566" fmla="*/ 2235633 w 2449768"/>
                <a:gd name="connsiteY566" fmla="*/ 586470 h 1050628"/>
                <a:gd name="connsiteX567" fmla="*/ 2229557 w 2449768"/>
                <a:gd name="connsiteY567" fmla="*/ 610775 h 1050628"/>
                <a:gd name="connsiteX568" fmla="*/ 2205253 w 2449768"/>
                <a:gd name="connsiteY568" fmla="*/ 604698 h 1050628"/>
                <a:gd name="connsiteX569" fmla="*/ 2211329 w 2449768"/>
                <a:gd name="connsiteY569" fmla="*/ 577356 h 1050628"/>
                <a:gd name="connsiteX570" fmla="*/ 2222342 w 2449768"/>
                <a:gd name="connsiteY570" fmla="*/ 576217 h 1050628"/>
                <a:gd name="connsiteX571" fmla="*/ 1092183 w 2449768"/>
                <a:gd name="connsiteY571" fmla="*/ 571660 h 1050628"/>
                <a:gd name="connsiteX572" fmla="*/ 1105475 w 2449768"/>
                <a:gd name="connsiteY572" fmla="*/ 580394 h 1050628"/>
                <a:gd name="connsiteX573" fmla="*/ 1099399 w 2449768"/>
                <a:gd name="connsiteY573" fmla="*/ 604699 h 1050628"/>
                <a:gd name="connsiteX574" fmla="*/ 1075094 w 2449768"/>
                <a:gd name="connsiteY574" fmla="*/ 598623 h 1050628"/>
                <a:gd name="connsiteX575" fmla="*/ 1081170 w 2449768"/>
                <a:gd name="connsiteY575" fmla="*/ 574318 h 1050628"/>
                <a:gd name="connsiteX576" fmla="*/ 1092183 w 2449768"/>
                <a:gd name="connsiteY576" fmla="*/ 571660 h 1050628"/>
                <a:gd name="connsiteX577" fmla="*/ 2000563 w 2449768"/>
                <a:gd name="connsiteY577" fmla="*/ 568622 h 1050628"/>
                <a:gd name="connsiteX578" fmla="*/ 2013855 w 2449768"/>
                <a:gd name="connsiteY578" fmla="*/ 577356 h 1050628"/>
                <a:gd name="connsiteX579" fmla="*/ 2007779 w 2449768"/>
                <a:gd name="connsiteY579" fmla="*/ 601661 h 1050628"/>
                <a:gd name="connsiteX580" fmla="*/ 1983474 w 2449768"/>
                <a:gd name="connsiteY580" fmla="*/ 595585 h 1050628"/>
                <a:gd name="connsiteX581" fmla="*/ 1989550 w 2449768"/>
                <a:gd name="connsiteY581" fmla="*/ 571280 h 1050628"/>
                <a:gd name="connsiteX582" fmla="*/ 2000563 w 2449768"/>
                <a:gd name="connsiteY582" fmla="*/ 568622 h 1050628"/>
                <a:gd name="connsiteX583" fmla="*/ 745844 w 2449768"/>
                <a:gd name="connsiteY583" fmla="*/ 568622 h 1050628"/>
                <a:gd name="connsiteX584" fmla="*/ 759136 w 2449768"/>
                <a:gd name="connsiteY584" fmla="*/ 577356 h 1050628"/>
                <a:gd name="connsiteX585" fmla="*/ 753060 w 2449768"/>
                <a:gd name="connsiteY585" fmla="*/ 601661 h 1050628"/>
                <a:gd name="connsiteX586" fmla="*/ 728755 w 2449768"/>
                <a:gd name="connsiteY586" fmla="*/ 595585 h 1050628"/>
                <a:gd name="connsiteX587" fmla="*/ 734831 w 2449768"/>
                <a:gd name="connsiteY587" fmla="*/ 571280 h 1050628"/>
                <a:gd name="connsiteX588" fmla="*/ 745844 w 2449768"/>
                <a:gd name="connsiteY588" fmla="*/ 568622 h 1050628"/>
                <a:gd name="connsiteX589" fmla="*/ 533179 w 2449768"/>
                <a:gd name="connsiteY589" fmla="*/ 568622 h 1050628"/>
                <a:gd name="connsiteX590" fmla="*/ 546471 w 2449768"/>
                <a:gd name="connsiteY590" fmla="*/ 577356 h 1050628"/>
                <a:gd name="connsiteX591" fmla="*/ 540395 w 2449768"/>
                <a:gd name="connsiteY591" fmla="*/ 601661 h 1050628"/>
                <a:gd name="connsiteX592" fmla="*/ 516090 w 2449768"/>
                <a:gd name="connsiteY592" fmla="*/ 595585 h 1050628"/>
                <a:gd name="connsiteX593" fmla="*/ 522166 w 2449768"/>
                <a:gd name="connsiteY593" fmla="*/ 571280 h 1050628"/>
                <a:gd name="connsiteX594" fmla="*/ 533179 w 2449768"/>
                <a:gd name="connsiteY594" fmla="*/ 568622 h 1050628"/>
                <a:gd name="connsiteX595" fmla="*/ 1866889 w 2449768"/>
                <a:gd name="connsiteY595" fmla="*/ 565584 h 1050628"/>
                <a:gd name="connsiteX596" fmla="*/ 1880180 w 2449768"/>
                <a:gd name="connsiteY596" fmla="*/ 574318 h 1050628"/>
                <a:gd name="connsiteX597" fmla="*/ 1874104 w 2449768"/>
                <a:gd name="connsiteY597" fmla="*/ 598623 h 1050628"/>
                <a:gd name="connsiteX598" fmla="*/ 1849800 w 2449768"/>
                <a:gd name="connsiteY598" fmla="*/ 592547 h 1050628"/>
                <a:gd name="connsiteX599" fmla="*/ 1855876 w 2449768"/>
                <a:gd name="connsiteY599" fmla="*/ 568242 h 1050628"/>
                <a:gd name="connsiteX600" fmla="*/ 1866889 w 2449768"/>
                <a:gd name="connsiteY600" fmla="*/ 565584 h 1050628"/>
                <a:gd name="connsiteX601" fmla="*/ 1508397 w 2449768"/>
                <a:gd name="connsiteY601" fmla="*/ 565584 h 1050628"/>
                <a:gd name="connsiteX602" fmla="*/ 1521689 w 2449768"/>
                <a:gd name="connsiteY602" fmla="*/ 574318 h 1050628"/>
                <a:gd name="connsiteX603" fmla="*/ 1515613 w 2449768"/>
                <a:gd name="connsiteY603" fmla="*/ 598623 h 1050628"/>
                <a:gd name="connsiteX604" fmla="*/ 1491308 w 2449768"/>
                <a:gd name="connsiteY604" fmla="*/ 592547 h 1050628"/>
                <a:gd name="connsiteX605" fmla="*/ 1497384 w 2449768"/>
                <a:gd name="connsiteY605" fmla="*/ 568242 h 1050628"/>
                <a:gd name="connsiteX606" fmla="*/ 1508397 w 2449768"/>
                <a:gd name="connsiteY606" fmla="*/ 565584 h 1050628"/>
                <a:gd name="connsiteX607" fmla="*/ 2365130 w 2449768"/>
                <a:gd name="connsiteY607" fmla="*/ 556470 h 1050628"/>
                <a:gd name="connsiteX608" fmla="*/ 2378422 w 2449768"/>
                <a:gd name="connsiteY608" fmla="*/ 565204 h 1050628"/>
                <a:gd name="connsiteX609" fmla="*/ 2372346 w 2449768"/>
                <a:gd name="connsiteY609" fmla="*/ 589509 h 1050628"/>
                <a:gd name="connsiteX610" fmla="*/ 2348041 w 2449768"/>
                <a:gd name="connsiteY610" fmla="*/ 583433 h 1050628"/>
                <a:gd name="connsiteX611" fmla="*/ 2354117 w 2449768"/>
                <a:gd name="connsiteY611" fmla="*/ 559128 h 1050628"/>
                <a:gd name="connsiteX612" fmla="*/ 2365130 w 2449768"/>
                <a:gd name="connsiteY612" fmla="*/ 556470 h 1050628"/>
                <a:gd name="connsiteX613" fmla="*/ 1620805 w 2449768"/>
                <a:gd name="connsiteY613" fmla="*/ 550394 h 1050628"/>
                <a:gd name="connsiteX614" fmla="*/ 1634097 w 2449768"/>
                <a:gd name="connsiteY614" fmla="*/ 559128 h 1050628"/>
                <a:gd name="connsiteX615" fmla="*/ 1628021 w 2449768"/>
                <a:gd name="connsiteY615" fmla="*/ 583433 h 1050628"/>
                <a:gd name="connsiteX616" fmla="*/ 1603716 w 2449768"/>
                <a:gd name="connsiteY616" fmla="*/ 577357 h 1050628"/>
                <a:gd name="connsiteX617" fmla="*/ 1609792 w 2449768"/>
                <a:gd name="connsiteY617" fmla="*/ 553052 h 1050628"/>
                <a:gd name="connsiteX618" fmla="*/ 1620805 w 2449768"/>
                <a:gd name="connsiteY618" fmla="*/ 550394 h 1050628"/>
                <a:gd name="connsiteX619" fmla="*/ 2097781 w 2449768"/>
                <a:gd name="connsiteY619" fmla="*/ 544317 h 1050628"/>
                <a:gd name="connsiteX620" fmla="*/ 2111073 w 2449768"/>
                <a:gd name="connsiteY620" fmla="*/ 553051 h 1050628"/>
                <a:gd name="connsiteX621" fmla="*/ 2104997 w 2449768"/>
                <a:gd name="connsiteY621" fmla="*/ 577356 h 1050628"/>
                <a:gd name="connsiteX622" fmla="*/ 2080692 w 2449768"/>
                <a:gd name="connsiteY622" fmla="*/ 571280 h 1050628"/>
                <a:gd name="connsiteX623" fmla="*/ 2086768 w 2449768"/>
                <a:gd name="connsiteY623" fmla="*/ 546975 h 1050628"/>
                <a:gd name="connsiteX624" fmla="*/ 2097781 w 2449768"/>
                <a:gd name="connsiteY624" fmla="*/ 544317 h 1050628"/>
                <a:gd name="connsiteX625" fmla="*/ 1745366 w 2449768"/>
                <a:gd name="connsiteY625" fmla="*/ 538241 h 1050628"/>
                <a:gd name="connsiteX626" fmla="*/ 1758658 w 2449768"/>
                <a:gd name="connsiteY626" fmla="*/ 546975 h 1050628"/>
                <a:gd name="connsiteX627" fmla="*/ 1752582 w 2449768"/>
                <a:gd name="connsiteY627" fmla="*/ 571280 h 1050628"/>
                <a:gd name="connsiteX628" fmla="*/ 1728277 w 2449768"/>
                <a:gd name="connsiteY628" fmla="*/ 565204 h 1050628"/>
                <a:gd name="connsiteX629" fmla="*/ 1734353 w 2449768"/>
                <a:gd name="connsiteY629" fmla="*/ 540899 h 1050628"/>
                <a:gd name="connsiteX630" fmla="*/ 1745366 w 2449768"/>
                <a:gd name="connsiteY630" fmla="*/ 538241 h 1050628"/>
                <a:gd name="connsiteX631" fmla="*/ 624322 w 2449768"/>
                <a:gd name="connsiteY631" fmla="*/ 529127 h 1050628"/>
                <a:gd name="connsiteX632" fmla="*/ 637613 w 2449768"/>
                <a:gd name="connsiteY632" fmla="*/ 537861 h 1050628"/>
                <a:gd name="connsiteX633" fmla="*/ 631537 w 2449768"/>
                <a:gd name="connsiteY633" fmla="*/ 562166 h 1050628"/>
                <a:gd name="connsiteX634" fmla="*/ 607233 w 2449768"/>
                <a:gd name="connsiteY634" fmla="*/ 556090 h 1050628"/>
                <a:gd name="connsiteX635" fmla="*/ 613309 w 2449768"/>
                <a:gd name="connsiteY635" fmla="*/ 531785 h 1050628"/>
                <a:gd name="connsiteX636" fmla="*/ 624322 w 2449768"/>
                <a:gd name="connsiteY636" fmla="*/ 529127 h 1050628"/>
                <a:gd name="connsiteX637" fmla="*/ 958508 w 2449768"/>
                <a:gd name="connsiteY637" fmla="*/ 523051 h 1050628"/>
                <a:gd name="connsiteX638" fmla="*/ 971800 w 2449768"/>
                <a:gd name="connsiteY638" fmla="*/ 531785 h 1050628"/>
                <a:gd name="connsiteX639" fmla="*/ 965724 w 2449768"/>
                <a:gd name="connsiteY639" fmla="*/ 556090 h 1050628"/>
                <a:gd name="connsiteX640" fmla="*/ 941419 w 2449768"/>
                <a:gd name="connsiteY640" fmla="*/ 550014 h 1050628"/>
                <a:gd name="connsiteX641" fmla="*/ 947495 w 2449768"/>
                <a:gd name="connsiteY641" fmla="*/ 525709 h 1050628"/>
                <a:gd name="connsiteX642" fmla="*/ 958508 w 2449768"/>
                <a:gd name="connsiteY642" fmla="*/ 523051 h 1050628"/>
                <a:gd name="connsiteX643" fmla="*/ 1177248 w 2449768"/>
                <a:gd name="connsiteY643" fmla="*/ 507861 h 1050628"/>
                <a:gd name="connsiteX644" fmla="*/ 1190540 w 2449768"/>
                <a:gd name="connsiteY644" fmla="*/ 516595 h 1050628"/>
                <a:gd name="connsiteX645" fmla="*/ 1184464 w 2449768"/>
                <a:gd name="connsiteY645" fmla="*/ 540900 h 1050628"/>
                <a:gd name="connsiteX646" fmla="*/ 1160159 w 2449768"/>
                <a:gd name="connsiteY646" fmla="*/ 534824 h 1050628"/>
                <a:gd name="connsiteX647" fmla="*/ 1166235 w 2449768"/>
                <a:gd name="connsiteY647" fmla="*/ 510519 h 1050628"/>
                <a:gd name="connsiteX648" fmla="*/ 1177248 w 2449768"/>
                <a:gd name="connsiteY648" fmla="*/ 507861 h 1050628"/>
                <a:gd name="connsiteX649" fmla="*/ 1399027 w 2449768"/>
                <a:gd name="connsiteY649" fmla="*/ 504823 h 1050628"/>
                <a:gd name="connsiteX650" fmla="*/ 1412319 w 2449768"/>
                <a:gd name="connsiteY650" fmla="*/ 513557 h 1050628"/>
                <a:gd name="connsiteX651" fmla="*/ 1406243 w 2449768"/>
                <a:gd name="connsiteY651" fmla="*/ 537862 h 1050628"/>
                <a:gd name="connsiteX652" fmla="*/ 1381938 w 2449768"/>
                <a:gd name="connsiteY652" fmla="*/ 531786 h 1050628"/>
                <a:gd name="connsiteX653" fmla="*/ 1388014 w 2449768"/>
                <a:gd name="connsiteY653" fmla="*/ 507481 h 1050628"/>
                <a:gd name="connsiteX654" fmla="*/ 1399027 w 2449768"/>
                <a:gd name="connsiteY654" fmla="*/ 504823 h 1050628"/>
                <a:gd name="connsiteX655" fmla="*/ 2194999 w 2449768"/>
                <a:gd name="connsiteY655" fmla="*/ 492670 h 1050628"/>
                <a:gd name="connsiteX656" fmla="*/ 2208291 w 2449768"/>
                <a:gd name="connsiteY656" fmla="*/ 501404 h 1050628"/>
                <a:gd name="connsiteX657" fmla="*/ 2202214 w 2449768"/>
                <a:gd name="connsiteY657" fmla="*/ 525709 h 1050628"/>
                <a:gd name="connsiteX658" fmla="*/ 2177910 w 2449768"/>
                <a:gd name="connsiteY658" fmla="*/ 519633 h 1050628"/>
                <a:gd name="connsiteX659" fmla="*/ 2183986 w 2449768"/>
                <a:gd name="connsiteY659" fmla="*/ 495328 h 1050628"/>
                <a:gd name="connsiteX660" fmla="*/ 2194999 w 2449768"/>
                <a:gd name="connsiteY660" fmla="*/ 492670 h 1050628"/>
                <a:gd name="connsiteX661" fmla="*/ 1912459 w 2449768"/>
                <a:gd name="connsiteY661" fmla="*/ 480518 h 1050628"/>
                <a:gd name="connsiteX662" fmla="*/ 1925751 w 2449768"/>
                <a:gd name="connsiteY662" fmla="*/ 489252 h 1050628"/>
                <a:gd name="connsiteX663" fmla="*/ 1919675 w 2449768"/>
                <a:gd name="connsiteY663" fmla="*/ 513557 h 1050628"/>
                <a:gd name="connsiteX664" fmla="*/ 1895370 w 2449768"/>
                <a:gd name="connsiteY664" fmla="*/ 507481 h 1050628"/>
                <a:gd name="connsiteX665" fmla="*/ 1901446 w 2449768"/>
                <a:gd name="connsiteY665" fmla="*/ 483176 h 1050628"/>
                <a:gd name="connsiteX666" fmla="*/ 1912459 w 2449768"/>
                <a:gd name="connsiteY666" fmla="*/ 480518 h 1050628"/>
                <a:gd name="connsiteX667" fmla="*/ 803567 w 2449768"/>
                <a:gd name="connsiteY667" fmla="*/ 480518 h 1050628"/>
                <a:gd name="connsiteX668" fmla="*/ 816859 w 2449768"/>
                <a:gd name="connsiteY668" fmla="*/ 489252 h 1050628"/>
                <a:gd name="connsiteX669" fmla="*/ 810783 w 2449768"/>
                <a:gd name="connsiteY669" fmla="*/ 513557 h 1050628"/>
                <a:gd name="connsiteX670" fmla="*/ 786478 w 2449768"/>
                <a:gd name="connsiteY670" fmla="*/ 507481 h 1050628"/>
                <a:gd name="connsiteX671" fmla="*/ 792554 w 2449768"/>
                <a:gd name="connsiteY671" fmla="*/ 483176 h 1050628"/>
                <a:gd name="connsiteX672" fmla="*/ 803567 w 2449768"/>
                <a:gd name="connsiteY672" fmla="*/ 480518 h 1050628"/>
                <a:gd name="connsiteX673" fmla="*/ 1550930 w 2449768"/>
                <a:gd name="connsiteY673" fmla="*/ 471404 h 1050628"/>
                <a:gd name="connsiteX674" fmla="*/ 1564222 w 2449768"/>
                <a:gd name="connsiteY674" fmla="*/ 480138 h 1050628"/>
                <a:gd name="connsiteX675" fmla="*/ 1558146 w 2449768"/>
                <a:gd name="connsiteY675" fmla="*/ 504443 h 1050628"/>
                <a:gd name="connsiteX676" fmla="*/ 1533841 w 2449768"/>
                <a:gd name="connsiteY676" fmla="*/ 498367 h 1050628"/>
                <a:gd name="connsiteX677" fmla="*/ 1539917 w 2449768"/>
                <a:gd name="connsiteY677" fmla="*/ 474062 h 1050628"/>
                <a:gd name="connsiteX678" fmla="*/ 1550930 w 2449768"/>
                <a:gd name="connsiteY678" fmla="*/ 471404 h 1050628"/>
                <a:gd name="connsiteX679" fmla="*/ 2307407 w 2449768"/>
                <a:gd name="connsiteY679" fmla="*/ 465328 h 1050628"/>
                <a:gd name="connsiteX680" fmla="*/ 2320698 w 2449768"/>
                <a:gd name="connsiteY680" fmla="*/ 474062 h 1050628"/>
                <a:gd name="connsiteX681" fmla="*/ 2314622 w 2449768"/>
                <a:gd name="connsiteY681" fmla="*/ 498367 h 1050628"/>
                <a:gd name="connsiteX682" fmla="*/ 2290318 w 2449768"/>
                <a:gd name="connsiteY682" fmla="*/ 492291 h 1050628"/>
                <a:gd name="connsiteX683" fmla="*/ 2296394 w 2449768"/>
                <a:gd name="connsiteY683" fmla="*/ 467986 h 1050628"/>
                <a:gd name="connsiteX684" fmla="*/ 2307407 w 2449768"/>
                <a:gd name="connsiteY684" fmla="*/ 465328 h 1050628"/>
                <a:gd name="connsiteX685" fmla="*/ 1076992 w 2449768"/>
                <a:gd name="connsiteY685" fmla="*/ 462290 h 1050628"/>
                <a:gd name="connsiteX686" fmla="*/ 1090284 w 2449768"/>
                <a:gd name="connsiteY686" fmla="*/ 471024 h 1050628"/>
                <a:gd name="connsiteX687" fmla="*/ 1084208 w 2449768"/>
                <a:gd name="connsiteY687" fmla="*/ 495329 h 1050628"/>
                <a:gd name="connsiteX688" fmla="*/ 1059903 w 2449768"/>
                <a:gd name="connsiteY688" fmla="*/ 489253 h 1050628"/>
                <a:gd name="connsiteX689" fmla="*/ 1065979 w 2449768"/>
                <a:gd name="connsiteY689" fmla="*/ 464948 h 1050628"/>
                <a:gd name="connsiteX690" fmla="*/ 1076992 w 2449768"/>
                <a:gd name="connsiteY690" fmla="*/ 462290 h 1050628"/>
                <a:gd name="connsiteX691" fmla="*/ 2030944 w 2449768"/>
                <a:gd name="connsiteY691" fmla="*/ 456214 h 1050628"/>
                <a:gd name="connsiteX692" fmla="*/ 2044236 w 2449768"/>
                <a:gd name="connsiteY692" fmla="*/ 464948 h 1050628"/>
                <a:gd name="connsiteX693" fmla="*/ 2038160 w 2449768"/>
                <a:gd name="connsiteY693" fmla="*/ 489253 h 1050628"/>
                <a:gd name="connsiteX694" fmla="*/ 2013855 w 2449768"/>
                <a:gd name="connsiteY694" fmla="*/ 483177 h 1050628"/>
                <a:gd name="connsiteX695" fmla="*/ 2019931 w 2449768"/>
                <a:gd name="connsiteY695" fmla="*/ 458872 h 1050628"/>
                <a:gd name="connsiteX696" fmla="*/ 2030944 w 2449768"/>
                <a:gd name="connsiteY696" fmla="*/ 456214 h 1050628"/>
                <a:gd name="connsiteX697" fmla="*/ 1280542 w 2449768"/>
                <a:gd name="connsiteY697" fmla="*/ 453176 h 1050628"/>
                <a:gd name="connsiteX698" fmla="*/ 1293834 w 2449768"/>
                <a:gd name="connsiteY698" fmla="*/ 461910 h 1050628"/>
                <a:gd name="connsiteX699" fmla="*/ 1287758 w 2449768"/>
                <a:gd name="connsiteY699" fmla="*/ 486215 h 1050628"/>
                <a:gd name="connsiteX700" fmla="*/ 1263453 w 2449768"/>
                <a:gd name="connsiteY700" fmla="*/ 480139 h 1050628"/>
                <a:gd name="connsiteX701" fmla="*/ 1269529 w 2449768"/>
                <a:gd name="connsiteY701" fmla="*/ 455834 h 1050628"/>
                <a:gd name="connsiteX702" fmla="*/ 1280542 w 2449768"/>
                <a:gd name="connsiteY702" fmla="*/ 453176 h 1050628"/>
                <a:gd name="connsiteX703" fmla="*/ 679006 w 2449768"/>
                <a:gd name="connsiteY703" fmla="*/ 450138 h 1050628"/>
                <a:gd name="connsiteX704" fmla="*/ 692298 w 2449768"/>
                <a:gd name="connsiteY704" fmla="*/ 458872 h 1050628"/>
                <a:gd name="connsiteX705" fmla="*/ 686222 w 2449768"/>
                <a:gd name="connsiteY705" fmla="*/ 483177 h 1050628"/>
                <a:gd name="connsiteX706" fmla="*/ 661917 w 2449768"/>
                <a:gd name="connsiteY706" fmla="*/ 477101 h 1050628"/>
                <a:gd name="connsiteX707" fmla="*/ 667993 w 2449768"/>
                <a:gd name="connsiteY707" fmla="*/ 452796 h 1050628"/>
                <a:gd name="connsiteX708" fmla="*/ 679006 w 2449768"/>
                <a:gd name="connsiteY708" fmla="*/ 450138 h 1050628"/>
                <a:gd name="connsiteX709" fmla="*/ 1815242 w 2449768"/>
                <a:gd name="connsiteY709" fmla="*/ 447099 h 1050628"/>
                <a:gd name="connsiteX710" fmla="*/ 1828533 w 2449768"/>
                <a:gd name="connsiteY710" fmla="*/ 455833 h 1050628"/>
                <a:gd name="connsiteX711" fmla="*/ 1822457 w 2449768"/>
                <a:gd name="connsiteY711" fmla="*/ 480138 h 1050628"/>
                <a:gd name="connsiteX712" fmla="*/ 1798152 w 2449768"/>
                <a:gd name="connsiteY712" fmla="*/ 474062 h 1050628"/>
                <a:gd name="connsiteX713" fmla="*/ 1804228 w 2449768"/>
                <a:gd name="connsiteY713" fmla="*/ 449757 h 1050628"/>
                <a:gd name="connsiteX714" fmla="*/ 1815242 w 2449768"/>
                <a:gd name="connsiteY714" fmla="*/ 447099 h 1050628"/>
                <a:gd name="connsiteX715" fmla="*/ 1699795 w 2449768"/>
                <a:gd name="connsiteY715" fmla="*/ 444061 h 1050628"/>
                <a:gd name="connsiteX716" fmla="*/ 1713087 w 2449768"/>
                <a:gd name="connsiteY716" fmla="*/ 452795 h 1050628"/>
                <a:gd name="connsiteX717" fmla="*/ 1707011 w 2449768"/>
                <a:gd name="connsiteY717" fmla="*/ 477100 h 1050628"/>
                <a:gd name="connsiteX718" fmla="*/ 1682706 w 2449768"/>
                <a:gd name="connsiteY718" fmla="*/ 471024 h 1050628"/>
                <a:gd name="connsiteX719" fmla="*/ 1688782 w 2449768"/>
                <a:gd name="connsiteY719" fmla="*/ 446719 h 1050628"/>
                <a:gd name="connsiteX720" fmla="*/ 1699795 w 2449768"/>
                <a:gd name="connsiteY720" fmla="*/ 444061 h 1050628"/>
                <a:gd name="connsiteX721" fmla="*/ 888633 w 2449768"/>
                <a:gd name="connsiteY721" fmla="*/ 434947 h 1050628"/>
                <a:gd name="connsiteX722" fmla="*/ 901925 w 2449768"/>
                <a:gd name="connsiteY722" fmla="*/ 443681 h 1050628"/>
                <a:gd name="connsiteX723" fmla="*/ 895849 w 2449768"/>
                <a:gd name="connsiteY723" fmla="*/ 467986 h 1050628"/>
                <a:gd name="connsiteX724" fmla="*/ 871544 w 2449768"/>
                <a:gd name="connsiteY724" fmla="*/ 461910 h 1050628"/>
                <a:gd name="connsiteX725" fmla="*/ 877620 w 2449768"/>
                <a:gd name="connsiteY725" fmla="*/ 437605 h 1050628"/>
                <a:gd name="connsiteX726" fmla="*/ 888633 w 2449768"/>
                <a:gd name="connsiteY726" fmla="*/ 434947 h 1050628"/>
                <a:gd name="connsiteX727" fmla="*/ 2158542 w 2449768"/>
                <a:gd name="connsiteY727" fmla="*/ 407605 h 1050628"/>
                <a:gd name="connsiteX728" fmla="*/ 2171833 w 2449768"/>
                <a:gd name="connsiteY728" fmla="*/ 416339 h 1050628"/>
                <a:gd name="connsiteX729" fmla="*/ 2165757 w 2449768"/>
                <a:gd name="connsiteY729" fmla="*/ 440644 h 1050628"/>
                <a:gd name="connsiteX730" fmla="*/ 2141453 w 2449768"/>
                <a:gd name="connsiteY730" fmla="*/ 434568 h 1050628"/>
                <a:gd name="connsiteX731" fmla="*/ 2147529 w 2449768"/>
                <a:gd name="connsiteY731" fmla="*/ 410263 h 1050628"/>
                <a:gd name="connsiteX732" fmla="*/ 2158542 w 2449768"/>
                <a:gd name="connsiteY732" fmla="*/ 407605 h 1050628"/>
                <a:gd name="connsiteX733" fmla="*/ 1484092 w 2449768"/>
                <a:gd name="connsiteY733" fmla="*/ 407605 h 1050628"/>
                <a:gd name="connsiteX734" fmla="*/ 1497384 w 2449768"/>
                <a:gd name="connsiteY734" fmla="*/ 416339 h 1050628"/>
                <a:gd name="connsiteX735" fmla="*/ 1491308 w 2449768"/>
                <a:gd name="connsiteY735" fmla="*/ 440644 h 1050628"/>
                <a:gd name="connsiteX736" fmla="*/ 1467003 w 2449768"/>
                <a:gd name="connsiteY736" fmla="*/ 434568 h 1050628"/>
                <a:gd name="connsiteX737" fmla="*/ 1473079 w 2449768"/>
                <a:gd name="connsiteY737" fmla="*/ 410263 h 1050628"/>
                <a:gd name="connsiteX738" fmla="*/ 1484092 w 2449768"/>
                <a:gd name="connsiteY738" fmla="*/ 407605 h 1050628"/>
                <a:gd name="connsiteX739" fmla="*/ 1365608 w 2449768"/>
                <a:gd name="connsiteY739" fmla="*/ 404567 h 1050628"/>
                <a:gd name="connsiteX740" fmla="*/ 1378900 w 2449768"/>
                <a:gd name="connsiteY740" fmla="*/ 413301 h 1050628"/>
                <a:gd name="connsiteX741" fmla="*/ 1372824 w 2449768"/>
                <a:gd name="connsiteY741" fmla="*/ 437606 h 1050628"/>
                <a:gd name="connsiteX742" fmla="*/ 1348519 w 2449768"/>
                <a:gd name="connsiteY742" fmla="*/ 431530 h 1050628"/>
                <a:gd name="connsiteX743" fmla="*/ 1354595 w 2449768"/>
                <a:gd name="connsiteY743" fmla="*/ 407225 h 1050628"/>
                <a:gd name="connsiteX744" fmla="*/ 1365608 w 2449768"/>
                <a:gd name="connsiteY744" fmla="*/ 404567 h 1050628"/>
                <a:gd name="connsiteX745" fmla="*/ 988889 w 2449768"/>
                <a:gd name="connsiteY745" fmla="*/ 404567 h 1050628"/>
                <a:gd name="connsiteX746" fmla="*/ 1002180 w 2449768"/>
                <a:gd name="connsiteY746" fmla="*/ 413301 h 1050628"/>
                <a:gd name="connsiteX747" fmla="*/ 996104 w 2449768"/>
                <a:gd name="connsiteY747" fmla="*/ 437606 h 1050628"/>
                <a:gd name="connsiteX748" fmla="*/ 971800 w 2449768"/>
                <a:gd name="connsiteY748" fmla="*/ 431530 h 1050628"/>
                <a:gd name="connsiteX749" fmla="*/ 977876 w 2449768"/>
                <a:gd name="connsiteY749" fmla="*/ 407225 h 1050628"/>
                <a:gd name="connsiteX750" fmla="*/ 988889 w 2449768"/>
                <a:gd name="connsiteY750" fmla="*/ 404567 h 1050628"/>
                <a:gd name="connsiteX751" fmla="*/ 1182565 w 2449768"/>
                <a:gd name="connsiteY751" fmla="*/ 394312 h 1050628"/>
                <a:gd name="connsiteX752" fmla="*/ 1193578 w 2449768"/>
                <a:gd name="connsiteY752" fmla="*/ 404186 h 1050628"/>
                <a:gd name="connsiteX753" fmla="*/ 1187502 w 2449768"/>
                <a:gd name="connsiteY753" fmla="*/ 428491 h 1050628"/>
                <a:gd name="connsiteX754" fmla="*/ 1163197 w 2449768"/>
                <a:gd name="connsiteY754" fmla="*/ 422415 h 1050628"/>
                <a:gd name="connsiteX755" fmla="*/ 1169273 w 2449768"/>
                <a:gd name="connsiteY755" fmla="*/ 398110 h 1050628"/>
                <a:gd name="connsiteX756" fmla="*/ 1182565 w 2449768"/>
                <a:gd name="connsiteY756" fmla="*/ 394312 h 1050628"/>
                <a:gd name="connsiteX757" fmla="*/ 1620805 w 2449768"/>
                <a:gd name="connsiteY757" fmla="*/ 389376 h 1050628"/>
                <a:gd name="connsiteX758" fmla="*/ 1634097 w 2449768"/>
                <a:gd name="connsiteY758" fmla="*/ 398110 h 1050628"/>
                <a:gd name="connsiteX759" fmla="*/ 1628021 w 2449768"/>
                <a:gd name="connsiteY759" fmla="*/ 422415 h 1050628"/>
                <a:gd name="connsiteX760" fmla="*/ 1603716 w 2449768"/>
                <a:gd name="connsiteY760" fmla="*/ 416339 h 1050628"/>
                <a:gd name="connsiteX761" fmla="*/ 1609792 w 2449768"/>
                <a:gd name="connsiteY761" fmla="*/ 392034 h 1050628"/>
                <a:gd name="connsiteX762" fmla="*/ 1620805 w 2449768"/>
                <a:gd name="connsiteY762" fmla="*/ 389376 h 1050628"/>
                <a:gd name="connsiteX763" fmla="*/ 1961068 w 2449768"/>
                <a:gd name="connsiteY763" fmla="*/ 380262 h 1050628"/>
                <a:gd name="connsiteX764" fmla="*/ 1974360 w 2449768"/>
                <a:gd name="connsiteY764" fmla="*/ 388996 h 1050628"/>
                <a:gd name="connsiteX765" fmla="*/ 1968284 w 2449768"/>
                <a:gd name="connsiteY765" fmla="*/ 413301 h 1050628"/>
                <a:gd name="connsiteX766" fmla="*/ 1943979 w 2449768"/>
                <a:gd name="connsiteY766" fmla="*/ 407225 h 1050628"/>
                <a:gd name="connsiteX767" fmla="*/ 1950055 w 2449768"/>
                <a:gd name="connsiteY767" fmla="*/ 382920 h 1050628"/>
                <a:gd name="connsiteX768" fmla="*/ 1961068 w 2449768"/>
                <a:gd name="connsiteY768" fmla="*/ 380262 h 1050628"/>
                <a:gd name="connsiteX769" fmla="*/ 770148 w 2449768"/>
                <a:gd name="connsiteY769" fmla="*/ 380262 h 1050628"/>
                <a:gd name="connsiteX770" fmla="*/ 783440 w 2449768"/>
                <a:gd name="connsiteY770" fmla="*/ 388996 h 1050628"/>
                <a:gd name="connsiteX771" fmla="*/ 777364 w 2449768"/>
                <a:gd name="connsiteY771" fmla="*/ 413301 h 1050628"/>
                <a:gd name="connsiteX772" fmla="*/ 753059 w 2449768"/>
                <a:gd name="connsiteY772" fmla="*/ 407225 h 1050628"/>
                <a:gd name="connsiteX773" fmla="*/ 759135 w 2449768"/>
                <a:gd name="connsiteY773" fmla="*/ 382920 h 1050628"/>
                <a:gd name="connsiteX774" fmla="*/ 770148 w 2449768"/>
                <a:gd name="connsiteY774" fmla="*/ 380262 h 1050628"/>
                <a:gd name="connsiteX775" fmla="*/ 2240571 w 2449768"/>
                <a:gd name="connsiteY775" fmla="*/ 352920 h 1050628"/>
                <a:gd name="connsiteX776" fmla="*/ 2253862 w 2449768"/>
                <a:gd name="connsiteY776" fmla="*/ 361654 h 1050628"/>
                <a:gd name="connsiteX777" fmla="*/ 2247786 w 2449768"/>
                <a:gd name="connsiteY777" fmla="*/ 385959 h 1050628"/>
                <a:gd name="connsiteX778" fmla="*/ 2223481 w 2449768"/>
                <a:gd name="connsiteY778" fmla="*/ 379883 h 1050628"/>
                <a:gd name="connsiteX779" fmla="*/ 2229557 w 2449768"/>
                <a:gd name="connsiteY779" fmla="*/ 355578 h 1050628"/>
                <a:gd name="connsiteX780" fmla="*/ 2240571 w 2449768"/>
                <a:gd name="connsiteY780" fmla="*/ 352920 h 1050628"/>
                <a:gd name="connsiteX781" fmla="*/ 2082590 w 2449768"/>
                <a:gd name="connsiteY781" fmla="*/ 352920 h 1050628"/>
                <a:gd name="connsiteX782" fmla="*/ 2095882 w 2449768"/>
                <a:gd name="connsiteY782" fmla="*/ 361654 h 1050628"/>
                <a:gd name="connsiteX783" fmla="*/ 2089806 w 2449768"/>
                <a:gd name="connsiteY783" fmla="*/ 385959 h 1050628"/>
                <a:gd name="connsiteX784" fmla="*/ 2065501 w 2449768"/>
                <a:gd name="connsiteY784" fmla="*/ 379883 h 1050628"/>
                <a:gd name="connsiteX785" fmla="*/ 2071577 w 2449768"/>
                <a:gd name="connsiteY785" fmla="*/ 355578 h 1050628"/>
                <a:gd name="connsiteX786" fmla="*/ 2082590 w 2449768"/>
                <a:gd name="connsiteY786" fmla="*/ 352920 h 1050628"/>
                <a:gd name="connsiteX787" fmla="*/ 1080030 w 2449768"/>
                <a:gd name="connsiteY787" fmla="*/ 337729 h 1050628"/>
                <a:gd name="connsiteX788" fmla="*/ 1093322 w 2449768"/>
                <a:gd name="connsiteY788" fmla="*/ 346463 h 1050628"/>
                <a:gd name="connsiteX789" fmla="*/ 1087246 w 2449768"/>
                <a:gd name="connsiteY789" fmla="*/ 370768 h 1050628"/>
                <a:gd name="connsiteX790" fmla="*/ 1062941 w 2449768"/>
                <a:gd name="connsiteY790" fmla="*/ 364692 h 1050628"/>
                <a:gd name="connsiteX791" fmla="*/ 1069017 w 2449768"/>
                <a:gd name="connsiteY791" fmla="*/ 340387 h 1050628"/>
                <a:gd name="connsiteX792" fmla="*/ 1080030 w 2449768"/>
                <a:gd name="connsiteY792" fmla="*/ 337729 h 1050628"/>
                <a:gd name="connsiteX793" fmla="*/ 1787899 w 2449768"/>
                <a:gd name="connsiteY793" fmla="*/ 331653 h 1050628"/>
                <a:gd name="connsiteX794" fmla="*/ 1801191 w 2449768"/>
                <a:gd name="connsiteY794" fmla="*/ 340387 h 1050628"/>
                <a:gd name="connsiteX795" fmla="*/ 1795115 w 2449768"/>
                <a:gd name="connsiteY795" fmla="*/ 364692 h 1050628"/>
                <a:gd name="connsiteX796" fmla="*/ 1770810 w 2449768"/>
                <a:gd name="connsiteY796" fmla="*/ 358616 h 1050628"/>
                <a:gd name="connsiteX797" fmla="*/ 1776886 w 2449768"/>
                <a:gd name="connsiteY797" fmla="*/ 334311 h 1050628"/>
                <a:gd name="connsiteX798" fmla="*/ 1787899 w 2449768"/>
                <a:gd name="connsiteY798" fmla="*/ 331653 h 1050628"/>
                <a:gd name="connsiteX799" fmla="*/ 1879040 w 2449768"/>
                <a:gd name="connsiteY799" fmla="*/ 328615 h 1050628"/>
                <a:gd name="connsiteX800" fmla="*/ 1892332 w 2449768"/>
                <a:gd name="connsiteY800" fmla="*/ 337349 h 1050628"/>
                <a:gd name="connsiteX801" fmla="*/ 1886256 w 2449768"/>
                <a:gd name="connsiteY801" fmla="*/ 361654 h 1050628"/>
                <a:gd name="connsiteX802" fmla="*/ 1861951 w 2449768"/>
                <a:gd name="connsiteY802" fmla="*/ 355578 h 1050628"/>
                <a:gd name="connsiteX803" fmla="*/ 1868027 w 2449768"/>
                <a:gd name="connsiteY803" fmla="*/ 331273 h 1050628"/>
                <a:gd name="connsiteX804" fmla="*/ 1879040 w 2449768"/>
                <a:gd name="connsiteY804" fmla="*/ 328615 h 1050628"/>
                <a:gd name="connsiteX805" fmla="*/ 1265352 w 2449768"/>
                <a:gd name="connsiteY805" fmla="*/ 325577 h 1050628"/>
                <a:gd name="connsiteX806" fmla="*/ 1278644 w 2449768"/>
                <a:gd name="connsiteY806" fmla="*/ 334311 h 1050628"/>
                <a:gd name="connsiteX807" fmla="*/ 1272568 w 2449768"/>
                <a:gd name="connsiteY807" fmla="*/ 358616 h 1050628"/>
                <a:gd name="connsiteX808" fmla="*/ 1248263 w 2449768"/>
                <a:gd name="connsiteY808" fmla="*/ 352540 h 1050628"/>
                <a:gd name="connsiteX809" fmla="*/ 1254339 w 2449768"/>
                <a:gd name="connsiteY809" fmla="*/ 328235 h 1050628"/>
                <a:gd name="connsiteX810" fmla="*/ 1265352 w 2449768"/>
                <a:gd name="connsiteY810" fmla="*/ 325577 h 1050628"/>
                <a:gd name="connsiteX811" fmla="*/ 864328 w 2449768"/>
                <a:gd name="connsiteY811" fmla="*/ 319501 h 1050628"/>
                <a:gd name="connsiteX812" fmla="*/ 877620 w 2449768"/>
                <a:gd name="connsiteY812" fmla="*/ 328235 h 1050628"/>
                <a:gd name="connsiteX813" fmla="*/ 871544 w 2449768"/>
                <a:gd name="connsiteY813" fmla="*/ 352540 h 1050628"/>
                <a:gd name="connsiteX814" fmla="*/ 847239 w 2449768"/>
                <a:gd name="connsiteY814" fmla="*/ 346464 h 1050628"/>
                <a:gd name="connsiteX815" fmla="*/ 853315 w 2449768"/>
                <a:gd name="connsiteY815" fmla="*/ 322159 h 1050628"/>
                <a:gd name="connsiteX816" fmla="*/ 864328 w 2449768"/>
                <a:gd name="connsiteY816" fmla="*/ 319501 h 1050628"/>
                <a:gd name="connsiteX817" fmla="*/ 1459788 w 2449768"/>
                <a:gd name="connsiteY817" fmla="*/ 316463 h 1050628"/>
                <a:gd name="connsiteX818" fmla="*/ 1473080 w 2449768"/>
                <a:gd name="connsiteY818" fmla="*/ 325197 h 1050628"/>
                <a:gd name="connsiteX819" fmla="*/ 1467004 w 2449768"/>
                <a:gd name="connsiteY819" fmla="*/ 349502 h 1050628"/>
                <a:gd name="connsiteX820" fmla="*/ 1442699 w 2449768"/>
                <a:gd name="connsiteY820" fmla="*/ 343426 h 1050628"/>
                <a:gd name="connsiteX821" fmla="*/ 1448775 w 2449768"/>
                <a:gd name="connsiteY821" fmla="*/ 319121 h 1050628"/>
                <a:gd name="connsiteX822" fmla="*/ 1459788 w 2449768"/>
                <a:gd name="connsiteY822" fmla="*/ 316463 h 1050628"/>
                <a:gd name="connsiteX823" fmla="*/ 1702833 w 2449768"/>
                <a:gd name="connsiteY823" fmla="*/ 310387 h 1050628"/>
                <a:gd name="connsiteX824" fmla="*/ 1716125 w 2449768"/>
                <a:gd name="connsiteY824" fmla="*/ 319121 h 1050628"/>
                <a:gd name="connsiteX825" fmla="*/ 1710049 w 2449768"/>
                <a:gd name="connsiteY825" fmla="*/ 343426 h 1050628"/>
                <a:gd name="connsiteX826" fmla="*/ 1685744 w 2449768"/>
                <a:gd name="connsiteY826" fmla="*/ 337350 h 1050628"/>
                <a:gd name="connsiteX827" fmla="*/ 1691820 w 2449768"/>
                <a:gd name="connsiteY827" fmla="*/ 313045 h 1050628"/>
                <a:gd name="connsiteX828" fmla="*/ 1702833 w 2449768"/>
                <a:gd name="connsiteY828" fmla="*/ 310387 h 1050628"/>
                <a:gd name="connsiteX829" fmla="*/ 1577893 w 2449768"/>
                <a:gd name="connsiteY829" fmla="*/ 297095 h 1050628"/>
                <a:gd name="connsiteX830" fmla="*/ 1591565 w 2449768"/>
                <a:gd name="connsiteY830" fmla="*/ 306969 h 1050628"/>
                <a:gd name="connsiteX831" fmla="*/ 1585489 w 2449768"/>
                <a:gd name="connsiteY831" fmla="*/ 331274 h 1050628"/>
                <a:gd name="connsiteX832" fmla="*/ 1561184 w 2449768"/>
                <a:gd name="connsiteY832" fmla="*/ 325198 h 1050628"/>
                <a:gd name="connsiteX833" fmla="*/ 1564222 w 2449768"/>
                <a:gd name="connsiteY833" fmla="*/ 300893 h 1050628"/>
                <a:gd name="connsiteX834" fmla="*/ 1577893 w 2449768"/>
                <a:gd name="connsiteY834" fmla="*/ 297095 h 1050628"/>
                <a:gd name="connsiteX835" fmla="*/ 955470 w 2449768"/>
                <a:gd name="connsiteY835" fmla="*/ 295196 h 1050628"/>
                <a:gd name="connsiteX836" fmla="*/ 968762 w 2449768"/>
                <a:gd name="connsiteY836" fmla="*/ 303930 h 1050628"/>
                <a:gd name="connsiteX837" fmla="*/ 962686 w 2449768"/>
                <a:gd name="connsiteY837" fmla="*/ 328235 h 1050628"/>
                <a:gd name="connsiteX838" fmla="*/ 938381 w 2449768"/>
                <a:gd name="connsiteY838" fmla="*/ 322159 h 1050628"/>
                <a:gd name="connsiteX839" fmla="*/ 944457 w 2449768"/>
                <a:gd name="connsiteY839" fmla="*/ 297854 h 1050628"/>
                <a:gd name="connsiteX840" fmla="*/ 955470 w 2449768"/>
                <a:gd name="connsiteY840" fmla="*/ 295196 h 1050628"/>
                <a:gd name="connsiteX841" fmla="*/ 1365608 w 2449768"/>
                <a:gd name="connsiteY841" fmla="*/ 283044 h 1050628"/>
                <a:gd name="connsiteX842" fmla="*/ 1378900 w 2449768"/>
                <a:gd name="connsiteY842" fmla="*/ 291778 h 1050628"/>
                <a:gd name="connsiteX843" fmla="*/ 1372824 w 2449768"/>
                <a:gd name="connsiteY843" fmla="*/ 316083 h 1050628"/>
                <a:gd name="connsiteX844" fmla="*/ 1348519 w 2449768"/>
                <a:gd name="connsiteY844" fmla="*/ 310007 h 1050628"/>
                <a:gd name="connsiteX845" fmla="*/ 1354595 w 2449768"/>
                <a:gd name="connsiteY845" fmla="*/ 285702 h 1050628"/>
                <a:gd name="connsiteX846" fmla="*/ 1365608 w 2449768"/>
                <a:gd name="connsiteY846" fmla="*/ 283044 h 1050628"/>
                <a:gd name="connsiteX847" fmla="*/ 1979296 w 2449768"/>
                <a:gd name="connsiteY847" fmla="*/ 267854 h 1050628"/>
                <a:gd name="connsiteX848" fmla="*/ 1992588 w 2449768"/>
                <a:gd name="connsiteY848" fmla="*/ 276588 h 1050628"/>
                <a:gd name="connsiteX849" fmla="*/ 1986512 w 2449768"/>
                <a:gd name="connsiteY849" fmla="*/ 300893 h 1050628"/>
                <a:gd name="connsiteX850" fmla="*/ 1962207 w 2449768"/>
                <a:gd name="connsiteY850" fmla="*/ 294817 h 1050628"/>
                <a:gd name="connsiteX851" fmla="*/ 1968283 w 2449768"/>
                <a:gd name="connsiteY851" fmla="*/ 270512 h 1050628"/>
                <a:gd name="connsiteX852" fmla="*/ 1979296 w 2449768"/>
                <a:gd name="connsiteY852" fmla="*/ 267854 h 1050628"/>
                <a:gd name="connsiteX853" fmla="*/ 1173830 w 2449768"/>
                <a:gd name="connsiteY853" fmla="*/ 266714 h 1050628"/>
                <a:gd name="connsiteX854" fmla="*/ 1187502 w 2449768"/>
                <a:gd name="connsiteY854" fmla="*/ 276588 h 1050628"/>
                <a:gd name="connsiteX855" fmla="*/ 1181425 w 2449768"/>
                <a:gd name="connsiteY855" fmla="*/ 300893 h 1050628"/>
                <a:gd name="connsiteX856" fmla="*/ 1157121 w 2449768"/>
                <a:gd name="connsiteY856" fmla="*/ 294817 h 1050628"/>
                <a:gd name="connsiteX857" fmla="*/ 1160159 w 2449768"/>
                <a:gd name="connsiteY857" fmla="*/ 270512 h 1050628"/>
                <a:gd name="connsiteX858" fmla="*/ 1173830 w 2449768"/>
                <a:gd name="connsiteY858" fmla="*/ 266714 h 1050628"/>
                <a:gd name="connsiteX859" fmla="*/ 2167656 w 2449768"/>
                <a:gd name="connsiteY859" fmla="*/ 246587 h 1050628"/>
                <a:gd name="connsiteX860" fmla="*/ 2180948 w 2449768"/>
                <a:gd name="connsiteY860" fmla="*/ 255321 h 1050628"/>
                <a:gd name="connsiteX861" fmla="*/ 2174872 w 2449768"/>
                <a:gd name="connsiteY861" fmla="*/ 279626 h 1050628"/>
                <a:gd name="connsiteX862" fmla="*/ 2150567 w 2449768"/>
                <a:gd name="connsiteY862" fmla="*/ 273550 h 1050628"/>
                <a:gd name="connsiteX863" fmla="*/ 2156643 w 2449768"/>
                <a:gd name="connsiteY863" fmla="*/ 249245 h 1050628"/>
                <a:gd name="connsiteX864" fmla="*/ 2167656 w 2449768"/>
                <a:gd name="connsiteY864" fmla="*/ 246587 h 1050628"/>
                <a:gd name="connsiteX865" fmla="*/ 2073477 w 2449768"/>
                <a:gd name="connsiteY865" fmla="*/ 240511 h 1050628"/>
                <a:gd name="connsiteX866" fmla="*/ 2086768 w 2449768"/>
                <a:gd name="connsiteY866" fmla="*/ 249245 h 1050628"/>
                <a:gd name="connsiteX867" fmla="*/ 2080692 w 2449768"/>
                <a:gd name="connsiteY867" fmla="*/ 273550 h 1050628"/>
                <a:gd name="connsiteX868" fmla="*/ 2056387 w 2449768"/>
                <a:gd name="connsiteY868" fmla="*/ 267474 h 1050628"/>
                <a:gd name="connsiteX869" fmla="*/ 2062463 w 2449768"/>
                <a:gd name="connsiteY869" fmla="*/ 243169 h 1050628"/>
                <a:gd name="connsiteX870" fmla="*/ 2073477 w 2449768"/>
                <a:gd name="connsiteY870" fmla="*/ 240511 h 1050628"/>
                <a:gd name="connsiteX871" fmla="*/ 1505359 w 2449768"/>
                <a:gd name="connsiteY871" fmla="*/ 222283 h 1050628"/>
                <a:gd name="connsiteX872" fmla="*/ 1518651 w 2449768"/>
                <a:gd name="connsiteY872" fmla="*/ 231017 h 1050628"/>
                <a:gd name="connsiteX873" fmla="*/ 1512575 w 2449768"/>
                <a:gd name="connsiteY873" fmla="*/ 255322 h 1050628"/>
                <a:gd name="connsiteX874" fmla="*/ 1488270 w 2449768"/>
                <a:gd name="connsiteY874" fmla="*/ 249246 h 1050628"/>
                <a:gd name="connsiteX875" fmla="*/ 1494346 w 2449768"/>
                <a:gd name="connsiteY875" fmla="*/ 224941 h 1050628"/>
                <a:gd name="connsiteX876" fmla="*/ 1505359 w 2449768"/>
                <a:gd name="connsiteY876" fmla="*/ 222283 h 1050628"/>
                <a:gd name="connsiteX877" fmla="*/ 1007117 w 2449768"/>
                <a:gd name="connsiteY877" fmla="*/ 222283 h 1050628"/>
                <a:gd name="connsiteX878" fmla="*/ 1020409 w 2449768"/>
                <a:gd name="connsiteY878" fmla="*/ 231017 h 1050628"/>
                <a:gd name="connsiteX879" fmla="*/ 1014333 w 2449768"/>
                <a:gd name="connsiteY879" fmla="*/ 255322 h 1050628"/>
                <a:gd name="connsiteX880" fmla="*/ 990028 w 2449768"/>
                <a:gd name="connsiteY880" fmla="*/ 249246 h 1050628"/>
                <a:gd name="connsiteX881" fmla="*/ 996104 w 2449768"/>
                <a:gd name="connsiteY881" fmla="*/ 224941 h 1050628"/>
                <a:gd name="connsiteX882" fmla="*/ 1007117 w 2449768"/>
                <a:gd name="connsiteY882" fmla="*/ 222283 h 1050628"/>
                <a:gd name="connsiteX883" fmla="*/ 1298771 w 2449768"/>
                <a:gd name="connsiteY883" fmla="*/ 210131 h 1050628"/>
                <a:gd name="connsiteX884" fmla="*/ 1312063 w 2449768"/>
                <a:gd name="connsiteY884" fmla="*/ 218865 h 1050628"/>
                <a:gd name="connsiteX885" fmla="*/ 1305987 w 2449768"/>
                <a:gd name="connsiteY885" fmla="*/ 243170 h 1050628"/>
                <a:gd name="connsiteX886" fmla="*/ 1281682 w 2449768"/>
                <a:gd name="connsiteY886" fmla="*/ 237094 h 1050628"/>
                <a:gd name="connsiteX887" fmla="*/ 1287758 w 2449768"/>
                <a:gd name="connsiteY887" fmla="*/ 212789 h 1050628"/>
                <a:gd name="connsiteX888" fmla="*/ 1298771 w 2449768"/>
                <a:gd name="connsiteY888" fmla="*/ 210131 h 1050628"/>
                <a:gd name="connsiteX889" fmla="*/ 1881700 w 2449768"/>
                <a:gd name="connsiteY889" fmla="*/ 207472 h 1050628"/>
                <a:gd name="connsiteX890" fmla="*/ 1895371 w 2449768"/>
                <a:gd name="connsiteY890" fmla="*/ 218865 h 1050628"/>
                <a:gd name="connsiteX891" fmla="*/ 1889295 w 2449768"/>
                <a:gd name="connsiteY891" fmla="*/ 243170 h 1050628"/>
                <a:gd name="connsiteX892" fmla="*/ 1864990 w 2449768"/>
                <a:gd name="connsiteY892" fmla="*/ 237094 h 1050628"/>
                <a:gd name="connsiteX893" fmla="*/ 1868028 w 2449768"/>
                <a:gd name="connsiteY893" fmla="*/ 209751 h 1050628"/>
                <a:gd name="connsiteX894" fmla="*/ 1881700 w 2449768"/>
                <a:gd name="connsiteY894" fmla="*/ 207472 h 1050628"/>
                <a:gd name="connsiteX895" fmla="*/ 1657262 w 2449768"/>
                <a:gd name="connsiteY895" fmla="*/ 207093 h 1050628"/>
                <a:gd name="connsiteX896" fmla="*/ 1670554 w 2449768"/>
                <a:gd name="connsiteY896" fmla="*/ 215827 h 1050628"/>
                <a:gd name="connsiteX897" fmla="*/ 1664478 w 2449768"/>
                <a:gd name="connsiteY897" fmla="*/ 240132 h 1050628"/>
                <a:gd name="connsiteX898" fmla="*/ 1637135 w 2449768"/>
                <a:gd name="connsiteY898" fmla="*/ 234056 h 1050628"/>
                <a:gd name="connsiteX899" fmla="*/ 1646249 w 2449768"/>
                <a:gd name="connsiteY899" fmla="*/ 209751 h 1050628"/>
                <a:gd name="connsiteX900" fmla="*/ 1657262 w 2449768"/>
                <a:gd name="connsiteY900" fmla="*/ 207093 h 1050628"/>
                <a:gd name="connsiteX901" fmla="*/ 1769671 w 2449768"/>
                <a:gd name="connsiteY901" fmla="*/ 201017 h 1050628"/>
                <a:gd name="connsiteX902" fmla="*/ 1782962 w 2449768"/>
                <a:gd name="connsiteY902" fmla="*/ 209751 h 1050628"/>
                <a:gd name="connsiteX903" fmla="*/ 1776886 w 2449768"/>
                <a:gd name="connsiteY903" fmla="*/ 234056 h 1050628"/>
                <a:gd name="connsiteX904" fmla="*/ 1752581 w 2449768"/>
                <a:gd name="connsiteY904" fmla="*/ 227980 h 1050628"/>
                <a:gd name="connsiteX905" fmla="*/ 1758657 w 2449768"/>
                <a:gd name="connsiteY905" fmla="*/ 203675 h 1050628"/>
                <a:gd name="connsiteX906" fmla="*/ 1769671 w 2449768"/>
                <a:gd name="connsiteY906" fmla="*/ 201017 h 1050628"/>
                <a:gd name="connsiteX907" fmla="*/ 1089145 w 2449768"/>
                <a:gd name="connsiteY907" fmla="*/ 197978 h 1050628"/>
                <a:gd name="connsiteX908" fmla="*/ 1102437 w 2449768"/>
                <a:gd name="connsiteY908" fmla="*/ 206712 h 1050628"/>
                <a:gd name="connsiteX909" fmla="*/ 1096361 w 2449768"/>
                <a:gd name="connsiteY909" fmla="*/ 231017 h 1050628"/>
                <a:gd name="connsiteX910" fmla="*/ 1072056 w 2449768"/>
                <a:gd name="connsiteY910" fmla="*/ 224941 h 1050628"/>
                <a:gd name="connsiteX911" fmla="*/ 1078132 w 2449768"/>
                <a:gd name="connsiteY911" fmla="*/ 200636 h 1050628"/>
                <a:gd name="connsiteX912" fmla="*/ 1089145 w 2449768"/>
                <a:gd name="connsiteY912" fmla="*/ 197978 h 1050628"/>
                <a:gd name="connsiteX913" fmla="*/ 1395989 w 2449768"/>
                <a:gd name="connsiteY913" fmla="*/ 161522 h 1050628"/>
                <a:gd name="connsiteX914" fmla="*/ 1409281 w 2449768"/>
                <a:gd name="connsiteY914" fmla="*/ 170256 h 1050628"/>
                <a:gd name="connsiteX915" fmla="*/ 1403205 w 2449768"/>
                <a:gd name="connsiteY915" fmla="*/ 194561 h 1050628"/>
                <a:gd name="connsiteX916" fmla="*/ 1378900 w 2449768"/>
                <a:gd name="connsiteY916" fmla="*/ 188485 h 1050628"/>
                <a:gd name="connsiteX917" fmla="*/ 1384976 w 2449768"/>
                <a:gd name="connsiteY917" fmla="*/ 164180 h 1050628"/>
                <a:gd name="connsiteX918" fmla="*/ 1395989 w 2449768"/>
                <a:gd name="connsiteY918" fmla="*/ 161522 h 1050628"/>
                <a:gd name="connsiteX919" fmla="*/ 1967145 w 2449768"/>
                <a:gd name="connsiteY919" fmla="*/ 140255 h 1050628"/>
                <a:gd name="connsiteX920" fmla="*/ 1980436 w 2449768"/>
                <a:gd name="connsiteY920" fmla="*/ 148989 h 1050628"/>
                <a:gd name="connsiteX921" fmla="*/ 1974360 w 2449768"/>
                <a:gd name="connsiteY921" fmla="*/ 173294 h 1050628"/>
                <a:gd name="connsiteX922" fmla="*/ 1950055 w 2449768"/>
                <a:gd name="connsiteY922" fmla="*/ 170256 h 1050628"/>
                <a:gd name="connsiteX923" fmla="*/ 1956131 w 2449768"/>
                <a:gd name="connsiteY923" fmla="*/ 142913 h 1050628"/>
                <a:gd name="connsiteX924" fmla="*/ 1967145 w 2449768"/>
                <a:gd name="connsiteY924" fmla="*/ 140255 h 1050628"/>
                <a:gd name="connsiteX925" fmla="*/ 1234971 w 2449768"/>
                <a:gd name="connsiteY925" fmla="*/ 131141 h 1050628"/>
                <a:gd name="connsiteX926" fmla="*/ 1248263 w 2449768"/>
                <a:gd name="connsiteY926" fmla="*/ 139875 h 1050628"/>
                <a:gd name="connsiteX927" fmla="*/ 1242187 w 2449768"/>
                <a:gd name="connsiteY927" fmla="*/ 164180 h 1050628"/>
                <a:gd name="connsiteX928" fmla="*/ 1217882 w 2449768"/>
                <a:gd name="connsiteY928" fmla="*/ 158104 h 1050628"/>
                <a:gd name="connsiteX929" fmla="*/ 1223958 w 2449768"/>
                <a:gd name="connsiteY929" fmla="*/ 133799 h 1050628"/>
                <a:gd name="connsiteX930" fmla="*/ 1234971 w 2449768"/>
                <a:gd name="connsiteY930" fmla="*/ 131141 h 1050628"/>
                <a:gd name="connsiteX931" fmla="*/ 1149906 w 2449768"/>
                <a:gd name="connsiteY931" fmla="*/ 131141 h 1050628"/>
                <a:gd name="connsiteX932" fmla="*/ 1163198 w 2449768"/>
                <a:gd name="connsiteY932" fmla="*/ 139875 h 1050628"/>
                <a:gd name="connsiteX933" fmla="*/ 1157122 w 2449768"/>
                <a:gd name="connsiteY933" fmla="*/ 164180 h 1050628"/>
                <a:gd name="connsiteX934" fmla="*/ 1132817 w 2449768"/>
                <a:gd name="connsiteY934" fmla="*/ 158104 h 1050628"/>
                <a:gd name="connsiteX935" fmla="*/ 1138893 w 2449768"/>
                <a:gd name="connsiteY935" fmla="*/ 133799 h 1050628"/>
                <a:gd name="connsiteX936" fmla="*/ 1149906 w 2449768"/>
                <a:gd name="connsiteY936" fmla="*/ 131141 h 1050628"/>
                <a:gd name="connsiteX937" fmla="*/ 2064362 w 2449768"/>
                <a:gd name="connsiteY937" fmla="*/ 128103 h 1050628"/>
                <a:gd name="connsiteX938" fmla="*/ 2077654 w 2449768"/>
                <a:gd name="connsiteY938" fmla="*/ 136837 h 1050628"/>
                <a:gd name="connsiteX939" fmla="*/ 2071578 w 2449768"/>
                <a:gd name="connsiteY939" fmla="*/ 161142 h 1050628"/>
                <a:gd name="connsiteX940" fmla="*/ 2047273 w 2449768"/>
                <a:gd name="connsiteY940" fmla="*/ 155066 h 1050628"/>
                <a:gd name="connsiteX941" fmla="*/ 2053349 w 2449768"/>
                <a:gd name="connsiteY941" fmla="*/ 130761 h 1050628"/>
                <a:gd name="connsiteX942" fmla="*/ 2064362 w 2449768"/>
                <a:gd name="connsiteY942" fmla="*/ 128103 h 1050628"/>
                <a:gd name="connsiteX943" fmla="*/ 1496245 w 2449768"/>
                <a:gd name="connsiteY943" fmla="*/ 120887 h 1050628"/>
                <a:gd name="connsiteX944" fmla="*/ 1509537 w 2449768"/>
                <a:gd name="connsiteY944" fmla="*/ 130761 h 1050628"/>
                <a:gd name="connsiteX945" fmla="*/ 1503461 w 2449768"/>
                <a:gd name="connsiteY945" fmla="*/ 155066 h 1050628"/>
                <a:gd name="connsiteX946" fmla="*/ 1479156 w 2449768"/>
                <a:gd name="connsiteY946" fmla="*/ 148990 h 1050628"/>
                <a:gd name="connsiteX947" fmla="*/ 1485232 w 2449768"/>
                <a:gd name="connsiteY947" fmla="*/ 124685 h 1050628"/>
                <a:gd name="connsiteX948" fmla="*/ 1496245 w 2449768"/>
                <a:gd name="connsiteY948" fmla="*/ 120887 h 1050628"/>
                <a:gd name="connsiteX949" fmla="*/ 1599539 w 2449768"/>
                <a:gd name="connsiteY949" fmla="*/ 112913 h 1050628"/>
                <a:gd name="connsiteX950" fmla="*/ 1612831 w 2449768"/>
                <a:gd name="connsiteY950" fmla="*/ 121647 h 1050628"/>
                <a:gd name="connsiteX951" fmla="*/ 1606754 w 2449768"/>
                <a:gd name="connsiteY951" fmla="*/ 145952 h 1050628"/>
                <a:gd name="connsiteX952" fmla="*/ 1582450 w 2449768"/>
                <a:gd name="connsiteY952" fmla="*/ 139876 h 1050628"/>
                <a:gd name="connsiteX953" fmla="*/ 1588526 w 2449768"/>
                <a:gd name="connsiteY953" fmla="*/ 115571 h 1050628"/>
                <a:gd name="connsiteX954" fmla="*/ 1599539 w 2449768"/>
                <a:gd name="connsiteY954" fmla="*/ 112913 h 1050628"/>
                <a:gd name="connsiteX955" fmla="*/ 1836508 w 2449768"/>
                <a:gd name="connsiteY955" fmla="*/ 109875 h 1050628"/>
                <a:gd name="connsiteX956" fmla="*/ 1849800 w 2449768"/>
                <a:gd name="connsiteY956" fmla="*/ 118609 h 1050628"/>
                <a:gd name="connsiteX957" fmla="*/ 1843724 w 2449768"/>
                <a:gd name="connsiteY957" fmla="*/ 142914 h 1050628"/>
                <a:gd name="connsiteX958" fmla="*/ 1819419 w 2449768"/>
                <a:gd name="connsiteY958" fmla="*/ 136838 h 1050628"/>
                <a:gd name="connsiteX959" fmla="*/ 1825495 w 2449768"/>
                <a:gd name="connsiteY959" fmla="*/ 112533 h 1050628"/>
                <a:gd name="connsiteX960" fmla="*/ 1836508 w 2449768"/>
                <a:gd name="connsiteY960" fmla="*/ 109875 h 1050628"/>
                <a:gd name="connsiteX961" fmla="*/ 1708529 w 2449768"/>
                <a:gd name="connsiteY961" fmla="*/ 106837 h 1050628"/>
                <a:gd name="connsiteX962" fmla="*/ 1722201 w 2449768"/>
                <a:gd name="connsiteY962" fmla="*/ 115571 h 1050628"/>
                <a:gd name="connsiteX963" fmla="*/ 1716124 w 2449768"/>
                <a:gd name="connsiteY963" fmla="*/ 139876 h 1050628"/>
                <a:gd name="connsiteX964" fmla="*/ 1691820 w 2449768"/>
                <a:gd name="connsiteY964" fmla="*/ 133800 h 1050628"/>
                <a:gd name="connsiteX965" fmla="*/ 1694858 w 2449768"/>
                <a:gd name="connsiteY965" fmla="*/ 109495 h 1050628"/>
                <a:gd name="connsiteX966" fmla="*/ 1708529 w 2449768"/>
                <a:gd name="connsiteY966" fmla="*/ 106837 h 1050628"/>
                <a:gd name="connsiteX967" fmla="*/ 1301429 w 2449768"/>
                <a:gd name="connsiteY967" fmla="*/ 60126 h 1050628"/>
                <a:gd name="connsiteX968" fmla="*/ 1315101 w 2449768"/>
                <a:gd name="connsiteY968" fmla="*/ 70000 h 1050628"/>
                <a:gd name="connsiteX969" fmla="*/ 1309024 w 2449768"/>
                <a:gd name="connsiteY969" fmla="*/ 94305 h 1050628"/>
                <a:gd name="connsiteX970" fmla="*/ 1284720 w 2449768"/>
                <a:gd name="connsiteY970" fmla="*/ 88229 h 1050628"/>
                <a:gd name="connsiteX971" fmla="*/ 1287758 w 2449768"/>
                <a:gd name="connsiteY971" fmla="*/ 63924 h 1050628"/>
                <a:gd name="connsiteX972" fmla="*/ 1301429 w 2449768"/>
                <a:gd name="connsiteY972" fmla="*/ 60126 h 1050628"/>
                <a:gd name="connsiteX973" fmla="*/ 1930687 w 2449768"/>
                <a:gd name="connsiteY973" fmla="*/ 49113 h 1050628"/>
                <a:gd name="connsiteX974" fmla="*/ 1943979 w 2449768"/>
                <a:gd name="connsiteY974" fmla="*/ 57847 h 1050628"/>
                <a:gd name="connsiteX975" fmla="*/ 1937903 w 2449768"/>
                <a:gd name="connsiteY975" fmla="*/ 82152 h 1050628"/>
                <a:gd name="connsiteX976" fmla="*/ 1913598 w 2449768"/>
                <a:gd name="connsiteY976" fmla="*/ 76076 h 1050628"/>
                <a:gd name="connsiteX977" fmla="*/ 1919674 w 2449768"/>
                <a:gd name="connsiteY977" fmla="*/ 51771 h 1050628"/>
                <a:gd name="connsiteX978" fmla="*/ 1930687 w 2449768"/>
                <a:gd name="connsiteY978" fmla="*/ 49113 h 1050628"/>
                <a:gd name="connsiteX979" fmla="*/ 1402065 w 2449768"/>
                <a:gd name="connsiteY979" fmla="*/ 43037 h 1050628"/>
                <a:gd name="connsiteX980" fmla="*/ 1415357 w 2449768"/>
                <a:gd name="connsiteY980" fmla="*/ 51771 h 1050628"/>
                <a:gd name="connsiteX981" fmla="*/ 1409281 w 2449768"/>
                <a:gd name="connsiteY981" fmla="*/ 76076 h 1050628"/>
                <a:gd name="connsiteX982" fmla="*/ 1384976 w 2449768"/>
                <a:gd name="connsiteY982" fmla="*/ 70000 h 1050628"/>
                <a:gd name="connsiteX983" fmla="*/ 1391052 w 2449768"/>
                <a:gd name="connsiteY983" fmla="*/ 45695 h 1050628"/>
                <a:gd name="connsiteX984" fmla="*/ 1402065 w 2449768"/>
                <a:gd name="connsiteY984" fmla="*/ 43037 h 1050628"/>
                <a:gd name="connsiteX985" fmla="*/ 1806127 w 2449768"/>
                <a:gd name="connsiteY985" fmla="*/ 15695 h 1050628"/>
                <a:gd name="connsiteX986" fmla="*/ 1819419 w 2449768"/>
                <a:gd name="connsiteY986" fmla="*/ 24429 h 1050628"/>
                <a:gd name="connsiteX987" fmla="*/ 1813343 w 2449768"/>
                <a:gd name="connsiteY987" fmla="*/ 48734 h 1050628"/>
                <a:gd name="connsiteX988" fmla="*/ 1789038 w 2449768"/>
                <a:gd name="connsiteY988" fmla="*/ 42658 h 1050628"/>
                <a:gd name="connsiteX989" fmla="*/ 1795114 w 2449768"/>
                <a:gd name="connsiteY989" fmla="*/ 18353 h 1050628"/>
                <a:gd name="connsiteX990" fmla="*/ 1806127 w 2449768"/>
                <a:gd name="connsiteY990" fmla="*/ 15695 h 1050628"/>
                <a:gd name="connsiteX991" fmla="*/ 1499283 w 2449768"/>
                <a:gd name="connsiteY991" fmla="*/ 9619 h 1050628"/>
                <a:gd name="connsiteX992" fmla="*/ 1512575 w 2449768"/>
                <a:gd name="connsiteY992" fmla="*/ 18353 h 1050628"/>
                <a:gd name="connsiteX993" fmla="*/ 1506499 w 2449768"/>
                <a:gd name="connsiteY993" fmla="*/ 45696 h 1050628"/>
                <a:gd name="connsiteX994" fmla="*/ 1482194 w 2449768"/>
                <a:gd name="connsiteY994" fmla="*/ 39620 h 1050628"/>
                <a:gd name="connsiteX995" fmla="*/ 1488270 w 2449768"/>
                <a:gd name="connsiteY995" fmla="*/ 12277 h 1050628"/>
                <a:gd name="connsiteX996" fmla="*/ 1499283 w 2449768"/>
                <a:gd name="connsiteY996" fmla="*/ 9619 h 1050628"/>
                <a:gd name="connsiteX997" fmla="*/ 1699795 w 2449768"/>
                <a:gd name="connsiteY997" fmla="*/ 3543 h 1050628"/>
                <a:gd name="connsiteX998" fmla="*/ 1713087 w 2449768"/>
                <a:gd name="connsiteY998" fmla="*/ 12277 h 1050628"/>
                <a:gd name="connsiteX999" fmla="*/ 1707011 w 2449768"/>
                <a:gd name="connsiteY999" fmla="*/ 36582 h 1050628"/>
                <a:gd name="connsiteX1000" fmla="*/ 1682706 w 2449768"/>
                <a:gd name="connsiteY1000" fmla="*/ 30506 h 1050628"/>
                <a:gd name="connsiteX1001" fmla="*/ 1688782 w 2449768"/>
                <a:gd name="connsiteY1001" fmla="*/ 6201 h 1050628"/>
                <a:gd name="connsiteX1002" fmla="*/ 1699795 w 2449768"/>
                <a:gd name="connsiteY1002" fmla="*/ 3543 h 1050628"/>
                <a:gd name="connsiteX1003" fmla="*/ 1599539 w 2449768"/>
                <a:gd name="connsiteY1003" fmla="*/ 504 h 1050628"/>
                <a:gd name="connsiteX1004" fmla="*/ 1612831 w 2449768"/>
                <a:gd name="connsiteY1004" fmla="*/ 9238 h 1050628"/>
                <a:gd name="connsiteX1005" fmla="*/ 1606754 w 2449768"/>
                <a:gd name="connsiteY1005" fmla="*/ 33543 h 1050628"/>
                <a:gd name="connsiteX1006" fmla="*/ 1582450 w 2449768"/>
                <a:gd name="connsiteY1006" fmla="*/ 27467 h 1050628"/>
                <a:gd name="connsiteX1007" fmla="*/ 1588526 w 2449768"/>
                <a:gd name="connsiteY1007" fmla="*/ 3162 h 1050628"/>
                <a:gd name="connsiteX1008" fmla="*/ 1599539 w 2449768"/>
                <a:gd name="connsiteY1008" fmla="*/ 504 h 105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</a:cxnLst>
              <a:rect l="l" t="t" r="r" b="b"/>
              <a:pathLst>
                <a:path w="2449768" h="1050628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9721" name="Freeform: Shape 29720">
              <a:extLst>
                <a:ext uri="{FF2B5EF4-FFF2-40B4-BE49-F238E27FC236}">
                  <a16:creationId xmlns:a16="http://schemas.microsoft.com/office/drawing/2014/main" id="{5CE4DD6E-8CEA-45EE-B630-DBC22144D8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74720" y="0"/>
              <a:ext cx="6177282" cy="1778750"/>
            </a:xfrm>
            <a:custGeom>
              <a:avLst/>
              <a:gdLst>
                <a:gd name="connsiteX0" fmla="*/ 4421987 w 6386648"/>
                <a:gd name="connsiteY0" fmla="*/ 1813377 h 1849426"/>
                <a:gd name="connsiteX1" fmla="*/ 4440012 w 6386648"/>
                <a:gd name="connsiteY1" fmla="*/ 1831401 h 1849426"/>
                <a:gd name="connsiteX2" fmla="*/ 4421987 w 6386648"/>
                <a:gd name="connsiteY2" fmla="*/ 1849426 h 1849426"/>
                <a:gd name="connsiteX3" fmla="*/ 4403963 w 6386648"/>
                <a:gd name="connsiteY3" fmla="*/ 1831401 h 1849426"/>
                <a:gd name="connsiteX4" fmla="*/ 4421987 w 6386648"/>
                <a:gd name="connsiteY4" fmla="*/ 1813377 h 1849426"/>
                <a:gd name="connsiteX5" fmla="*/ 4235735 w 6386648"/>
                <a:gd name="connsiteY5" fmla="*/ 1807369 h 1849426"/>
                <a:gd name="connsiteX6" fmla="*/ 4253760 w 6386648"/>
                <a:gd name="connsiteY6" fmla="*/ 1825393 h 1849426"/>
                <a:gd name="connsiteX7" fmla="*/ 4235735 w 6386648"/>
                <a:gd name="connsiteY7" fmla="*/ 1843418 h 1849426"/>
                <a:gd name="connsiteX8" fmla="*/ 4217711 w 6386648"/>
                <a:gd name="connsiteY8" fmla="*/ 1825393 h 1849426"/>
                <a:gd name="connsiteX9" fmla="*/ 4235735 w 6386648"/>
                <a:gd name="connsiteY9" fmla="*/ 1807369 h 1849426"/>
                <a:gd name="connsiteX10" fmla="*/ 4566182 w 6386648"/>
                <a:gd name="connsiteY10" fmla="*/ 1795353 h 1849426"/>
                <a:gd name="connsiteX11" fmla="*/ 4584207 w 6386648"/>
                <a:gd name="connsiteY11" fmla="*/ 1813377 h 1849426"/>
                <a:gd name="connsiteX12" fmla="*/ 4566182 w 6386648"/>
                <a:gd name="connsiteY12" fmla="*/ 1831402 h 1849426"/>
                <a:gd name="connsiteX13" fmla="*/ 4548158 w 6386648"/>
                <a:gd name="connsiteY13" fmla="*/ 1813377 h 1849426"/>
                <a:gd name="connsiteX14" fmla="*/ 4566182 w 6386648"/>
                <a:gd name="connsiteY14" fmla="*/ 1795353 h 1849426"/>
                <a:gd name="connsiteX15" fmla="*/ 4698361 w 6386648"/>
                <a:gd name="connsiteY15" fmla="*/ 1777329 h 1849426"/>
                <a:gd name="connsiteX16" fmla="*/ 4716386 w 6386648"/>
                <a:gd name="connsiteY16" fmla="*/ 1795353 h 1849426"/>
                <a:gd name="connsiteX17" fmla="*/ 4698361 w 6386648"/>
                <a:gd name="connsiteY17" fmla="*/ 1813378 h 1849426"/>
                <a:gd name="connsiteX18" fmla="*/ 4680336 w 6386648"/>
                <a:gd name="connsiteY18" fmla="*/ 1795353 h 1849426"/>
                <a:gd name="connsiteX19" fmla="*/ 4698361 w 6386648"/>
                <a:gd name="connsiteY19" fmla="*/ 1777329 h 1849426"/>
                <a:gd name="connsiteX20" fmla="*/ 4085531 w 6386648"/>
                <a:gd name="connsiteY20" fmla="*/ 1759304 h 1849426"/>
                <a:gd name="connsiteX21" fmla="*/ 4103556 w 6386648"/>
                <a:gd name="connsiteY21" fmla="*/ 1777329 h 1849426"/>
                <a:gd name="connsiteX22" fmla="*/ 4085531 w 6386648"/>
                <a:gd name="connsiteY22" fmla="*/ 1795353 h 1849426"/>
                <a:gd name="connsiteX23" fmla="*/ 4067507 w 6386648"/>
                <a:gd name="connsiteY23" fmla="*/ 1777329 h 1849426"/>
                <a:gd name="connsiteX24" fmla="*/ 4085531 w 6386648"/>
                <a:gd name="connsiteY24" fmla="*/ 1759304 h 1849426"/>
                <a:gd name="connsiteX25" fmla="*/ 4301824 w 6386648"/>
                <a:gd name="connsiteY25" fmla="*/ 1723255 h 1849426"/>
                <a:gd name="connsiteX26" fmla="*/ 4319849 w 6386648"/>
                <a:gd name="connsiteY26" fmla="*/ 1741279 h 1849426"/>
                <a:gd name="connsiteX27" fmla="*/ 4301824 w 6386648"/>
                <a:gd name="connsiteY27" fmla="*/ 1759304 h 1849426"/>
                <a:gd name="connsiteX28" fmla="*/ 4283800 w 6386648"/>
                <a:gd name="connsiteY28" fmla="*/ 1741279 h 1849426"/>
                <a:gd name="connsiteX29" fmla="*/ 4301824 w 6386648"/>
                <a:gd name="connsiteY29" fmla="*/ 1723255 h 1849426"/>
                <a:gd name="connsiteX30" fmla="*/ 4440011 w 6386648"/>
                <a:gd name="connsiteY30" fmla="*/ 1717247 h 1849426"/>
                <a:gd name="connsiteX31" fmla="*/ 4458036 w 6386648"/>
                <a:gd name="connsiteY31" fmla="*/ 1735271 h 1849426"/>
                <a:gd name="connsiteX32" fmla="*/ 4440011 w 6386648"/>
                <a:gd name="connsiteY32" fmla="*/ 1753296 h 1849426"/>
                <a:gd name="connsiteX33" fmla="*/ 4421987 w 6386648"/>
                <a:gd name="connsiteY33" fmla="*/ 1735271 h 1849426"/>
                <a:gd name="connsiteX34" fmla="*/ 4440011 w 6386648"/>
                <a:gd name="connsiteY34" fmla="*/ 1717247 h 1849426"/>
                <a:gd name="connsiteX35" fmla="*/ 3965369 w 6386648"/>
                <a:gd name="connsiteY35" fmla="*/ 1711239 h 1849426"/>
                <a:gd name="connsiteX36" fmla="*/ 3983394 w 6386648"/>
                <a:gd name="connsiteY36" fmla="*/ 1729263 h 1849426"/>
                <a:gd name="connsiteX37" fmla="*/ 3965369 w 6386648"/>
                <a:gd name="connsiteY37" fmla="*/ 1747288 h 1849426"/>
                <a:gd name="connsiteX38" fmla="*/ 3947345 w 6386648"/>
                <a:gd name="connsiteY38" fmla="*/ 1729263 h 1849426"/>
                <a:gd name="connsiteX39" fmla="*/ 3965369 w 6386648"/>
                <a:gd name="connsiteY39" fmla="*/ 1711239 h 1849426"/>
                <a:gd name="connsiteX40" fmla="*/ 4836548 w 6386648"/>
                <a:gd name="connsiteY40" fmla="*/ 1705231 h 1849426"/>
                <a:gd name="connsiteX41" fmla="*/ 4854573 w 6386648"/>
                <a:gd name="connsiteY41" fmla="*/ 1723255 h 1849426"/>
                <a:gd name="connsiteX42" fmla="*/ 4836548 w 6386648"/>
                <a:gd name="connsiteY42" fmla="*/ 1741280 h 1849426"/>
                <a:gd name="connsiteX43" fmla="*/ 4818524 w 6386648"/>
                <a:gd name="connsiteY43" fmla="*/ 1723255 h 1849426"/>
                <a:gd name="connsiteX44" fmla="*/ 4836548 w 6386648"/>
                <a:gd name="connsiteY44" fmla="*/ 1705231 h 1849426"/>
                <a:gd name="connsiteX45" fmla="*/ 4175653 w 6386648"/>
                <a:gd name="connsiteY45" fmla="*/ 1681198 h 1849426"/>
                <a:gd name="connsiteX46" fmla="*/ 4193678 w 6386648"/>
                <a:gd name="connsiteY46" fmla="*/ 1699222 h 1849426"/>
                <a:gd name="connsiteX47" fmla="*/ 4175653 w 6386648"/>
                <a:gd name="connsiteY47" fmla="*/ 1717247 h 1849426"/>
                <a:gd name="connsiteX48" fmla="*/ 4157629 w 6386648"/>
                <a:gd name="connsiteY48" fmla="*/ 1699222 h 1849426"/>
                <a:gd name="connsiteX49" fmla="*/ 4175653 w 6386648"/>
                <a:gd name="connsiteY49" fmla="*/ 1681198 h 1849426"/>
                <a:gd name="connsiteX50" fmla="*/ 4602231 w 6386648"/>
                <a:gd name="connsiteY50" fmla="*/ 1675190 h 1849426"/>
                <a:gd name="connsiteX51" fmla="*/ 4620256 w 6386648"/>
                <a:gd name="connsiteY51" fmla="*/ 1693214 h 1849426"/>
                <a:gd name="connsiteX52" fmla="*/ 4602231 w 6386648"/>
                <a:gd name="connsiteY52" fmla="*/ 1711239 h 1849426"/>
                <a:gd name="connsiteX53" fmla="*/ 4584207 w 6386648"/>
                <a:gd name="connsiteY53" fmla="*/ 1693214 h 1849426"/>
                <a:gd name="connsiteX54" fmla="*/ 4602231 w 6386648"/>
                <a:gd name="connsiteY54" fmla="*/ 1675190 h 1849426"/>
                <a:gd name="connsiteX55" fmla="*/ 4734410 w 6386648"/>
                <a:gd name="connsiteY55" fmla="*/ 1663174 h 1849426"/>
                <a:gd name="connsiteX56" fmla="*/ 4752435 w 6386648"/>
                <a:gd name="connsiteY56" fmla="*/ 1681198 h 1849426"/>
                <a:gd name="connsiteX57" fmla="*/ 4734410 w 6386648"/>
                <a:gd name="connsiteY57" fmla="*/ 1699223 h 1849426"/>
                <a:gd name="connsiteX58" fmla="*/ 4716386 w 6386648"/>
                <a:gd name="connsiteY58" fmla="*/ 1681198 h 1849426"/>
                <a:gd name="connsiteX59" fmla="*/ 4734410 w 6386648"/>
                <a:gd name="connsiteY59" fmla="*/ 1663174 h 1849426"/>
                <a:gd name="connsiteX60" fmla="*/ 3851214 w 6386648"/>
                <a:gd name="connsiteY60" fmla="*/ 1663174 h 1849426"/>
                <a:gd name="connsiteX61" fmla="*/ 3869239 w 6386648"/>
                <a:gd name="connsiteY61" fmla="*/ 1681198 h 1849426"/>
                <a:gd name="connsiteX62" fmla="*/ 3851214 w 6386648"/>
                <a:gd name="connsiteY62" fmla="*/ 1699223 h 1849426"/>
                <a:gd name="connsiteX63" fmla="*/ 3833190 w 6386648"/>
                <a:gd name="connsiteY63" fmla="*/ 1681198 h 1849426"/>
                <a:gd name="connsiteX64" fmla="*/ 3851214 w 6386648"/>
                <a:gd name="connsiteY64" fmla="*/ 1663174 h 1849426"/>
                <a:gd name="connsiteX65" fmla="*/ 4061499 w 6386648"/>
                <a:gd name="connsiteY65" fmla="*/ 1627125 h 1849426"/>
                <a:gd name="connsiteX66" fmla="*/ 4079524 w 6386648"/>
                <a:gd name="connsiteY66" fmla="*/ 1645149 h 1849426"/>
                <a:gd name="connsiteX67" fmla="*/ 4061499 w 6386648"/>
                <a:gd name="connsiteY67" fmla="*/ 1663174 h 1849426"/>
                <a:gd name="connsiteX68" fmla="*/ 4043475 w 6386648"/>
                <a:gd name="connsiteY68" fmla="*/ 1645149 h 1849426"/>
                <a:gd name="connsiteX69" fmla="*/ 4061499 w 6386648"/>
                <a:gd name="connsiteY69" fmla="*/ 1627125 h 1849426"/>
                <a:gd name="connsiteX70" fmla="*/ 4482068 w 6386648"/>
                <a:gd name="connsiteY70" fmla="*/ 1621117 h 1849426"/>
                <a:gd name="connsiteX71" fmla="*/ 4500093 w 6386648"/>
                <a:gd name="connsiteY71" fmla="*/ 1639141 h 1849426"/>
                <a:gd name="connsiteX72" fmla="*/ 4482068 w 6386648"/>
                <a:gd name="connsiteY72" fmla="*/ 1657166 h 1849426"/>
                <a:gd name="connsiteX73" fmla="*/ 4464044 w 6386648"/>
                <a:gd name="connsiteY73" fmla="*/ 1639141 h 1849426"/>
                <a:gd name="connsiteX74" fmla="*/ 4482068 w 6386648"/>
                <a:gd name="connsiteY74" fmla="*/ 1621117 h 1849426"/>
                <a:gd name="connsiteX75" fmla="*/ 4926670 w 6386648"/>
                <a:gd name="connsiteY75" fmla="*/ 1615109 h 1849426"/>
                <a:gd name="connsiteX76" fmla="*/ 4944695 w 6386648"/>
                <a:gd name="connsiteY76" fmla="*/ 1633133 h 1849426"/>
                <a:gd name="connsiteX77" fmla="*/ 4926670 w 6386648"/>
                <a:gd name="connsiteY77" fmla="*/ 1651158 h 1849426"/>
                <a:gd name="connsiteX78" fmla="*/ 4908646 w 6386648"/>
                <a:gd name="connsiteY78" fmla="*/ 1633133 h 1849426"/>
                <a:gd name="connsiteX79" fmla="*/ 4926670 w 6386648"/>
                <a:gd name="connsiteY79" fmla="*/ 1615109 h 1849426"/>
                <a:gd name="connsiteX80" fmla="*/ 3719035 w 6386648"/>
                <a:gd name="connsiteY80" fmla="*/ 1615109 h 1849426"/>
                <a:gd name="connsiteX81" fmla="*/ 3737060 w 6386648"/>
                <a:gd name="connsiteY81" fmla="*/ 1633133 h 1849426"/>
                <a:gd name="connsiteX82" fmla="*/ 3719035 w 6386648"/>
                <a:gd name="connsiteY82" fmla="*/ 1651158 h 1849426"/>
                <a:gd name="connsiteX83" fmla="*/ 3701011 w 6386648"/>
                <a:gd name="connsiteY83" fmla="*/ 1633133 h 1849426"/>
                <a:gd name="connsiteX84" fmla="*/ 3719035 w 6386648"/>
                <a:gd name="connsiteY84" fmla="*/ 1615109 h 1849426"/>
                <a:gd name="connsiteX85" fmla="*/ 4343881 w 6386648"/>
                <a:gd name="connsiteY85" fmla="*/ 1603093 h 1849426"/>
                <a:gd name="connsiteX86" fmla="*/ 4361906 w 6386648"/>
                <a:gd name="connsiteY86" fmla="*/ 1621117 h 1849426"/>
                <a:gd name="connsiteX87" fmla="*/ 4343881 w 6386648"/>
                <a:gd name="connsiteY87" fmla="*/ 1639142 h 1849426"/>
                <a:gd name="connsiteX88" fmla="*/ 4325857 w 6386648"/>
                <a:gd name="connsiteY88" fmla="*/ 1621117 h 1849426"/>
                <a:gd name="connsiteX89" fmla="*/ 4343881 w 6386648"/>
                <a:gd name="connsiteY89" fmla="*/ 1603093 h 1849426"/>
                <a:gd name="connsiteX90" fmla="*/ 4235735 w 6386648"/>
                <a:gd name="connsiteY90" fmla="*/ 1579060 h 1849426"/>
                <a:gd name="connsiteX91" fmla="*/ 4253760 w 6386648"/>
                <a:gd name="connsiteY91" fmla="*/ 1597085 h 1849426"/>
                <a:gd name="connsiteX92" fmla="*/ 4235735 w 6386648"/>
                <a:gd name="connsiteY92" fmla="*/ 1615109 h 1849426"/>
                <a:gd name="connsiteX93" fmla="*/ 4217711 w 6386648"/>
                <a:gd name="connsiteY93" fmla="*/ 1597085 h 1849426"/>
                <a:gd name="connsiteX94" fmla="*/ 4235735 w 6386648"/>
                <a:gd name="connsiteY94" fmla="*/ 1579060 h 1849426"/>
                <a:gd name="connsiteX95" fmla="*/ 3941336 w 6386648"/>
                <a:gd name="connsiteY95" fmla="*/ 1573052 h 1849426"/>
                <a:gd name="connsiteX96" fmla="*/ 3959361 w 6386648"/>
                <a:gd name="connsiteY96" fmla="*/ 1591076 h 1849426"/>
                <a:gd name="connsiteX97" fmla="*/ 3941336 w 6386648"/>
                <a:gd name="connsiteY97" fmla="*/ 1609101 h 1849426"/>
                <a:gd name="connsiteX98" fmla="*/ 3923312 w 6386648"/>
                <a:gd name="connsiteY98" fmla="*/ 1591076 h 1849426"/>
                <a:gd name="connsiteX99" fmla="*/ 3941336 w 6386648"/>
                <a:gd name="connsiteY99" fmla="*/ 1573052 h 1849426"/>
                <a:gd name="connsiteX100" fmla="*/ 1057431 w 6386648"/>
                <a:gd name="connsiteY100" fmla="*/ 1567044 h 1849426"/>
                <a:gd name="connsiteX101" fmla="*/ 1075456 w 6386648"/>
                <a:gd name="connsiteY101" fmla="*/ 1585068 h 1849426"/>
                <a:gd name="connsiteX102" fmla="*/ 1057431 w 6386648"/>
                <a:gd name="connsiteY102" fmla="*/ 1603093 h 1849426"/>
                <a:gd name="connsiteX103" fmla="*/ 1039407 w 6386648"/>
                <a:gd name="connsiteY103" fmla="*/ 1585068 h 1849426"/>
                <a:gd name="connsiteX104" fmla="*/ 1057431 w 6386648"/>
                <a:gd name="connsiteY104" fmla="*/ 1567044 h 1849426"/>
                <a:gd name="connsiteX105" fmla="*/ 1201626 w 6386648"/>
                <a:gd name="connsiteY105" fmla="*/ 1561036 h 1849426"/>
                <a:gd name="connsiteX106" fmla="*/ 1219651 w 6386648"/>
                <a:gd name="connsiteY106" fmla="*/ 1579060 h 1849426"/>
                <a:gd name="connsiteX107" fmla="*/ 1201626 w 6386648"/>
                <a:gd name="connsiteY107" fmla="*/ 1597085 h 1849426"/>
                <a:gd name="connsiteX108" fmla="*/ 1183602 w 6386648"/>
                <a:gd name="connsiteY108" fmla="*/ 1579060 h 1849426"/>
                <a:gd name="connsiteX109" fmla="*/ 1201626 w 6386648"/>
                <a:gd name="connsiteY109" fmla="*/ 1561036 h 1849426"/>
                <a:gd name="connsiteX110" fmla="*/ 4716385 w 6386648"/>
                <a:gd name="connsiteY110" fmla="*/ 1555028 h 1849426"/>
                <a:gd name="connsiteX111" fmla="*/ 4734410 w 6386648"/>
                <a:gd name="connsiteY111" fmla="*/ 1573052 h 1849426"/>
                <a:gd name="connsiteX112" fmla="*/ 4716385 w 6386648"/>
                <a:gd name="connsiteY112" fmla="*/ 1591077 h 1849426"/>
                <a:gd name="connsiteX113" fmla="*/ 4698361 w 6386648"/>
                <a:gd name="connsiteY113" fmla="*/ 1573052 h 1849426"/>
                <a:gd name="connsiteX114" fmla="*/ 4716385 w 6386648"/>
                <a:gd name="connsiteY114" fmla="*/ 1555028 h 1849426"/>
                <a:gd name="connsiteX115" fmla="*/ 4578198 w 6386648"/>
                <a:gd name="connsiteY115" fmla="*/ 1555028 h 1849426"/>
                <a:gd name="connsiteX116" fmla="*/ 4596223 w 6386648"/>
                <a:gd name="connsiteY116" fmla="*/ 1573052 h 1849426"/>
                <a:gd name="connsiteX117" fmla="*/ 4578198 w 6386648"/>
                <a:gd name="connsiteY117" fmla="*/ 1591077 h 1849426"/>
                <a:gd name="connsiteX118" fmla="*/ 4560173 w 6386648"/>
                <a:gd name="connsiteY118" fmla="*/ 1573052 h 1849426"/>
                <a:gd name="connsiteX119" fmla="*/ 4578198 w 6386648"/>
                <a:gd name="connsiteY119" fmla="*/ 1555028 h 1849426"/>
                <a:gd name="connsiteX120" fmla="*/ 1333805 w 6386648"/>
                <a:gd name="connsiteY120" fmla="*/ 1555028 h 1849426"/>
                <a:gd name="connsiteX121" fmla="*/ 1351830 w 6386648"/>
                <a:gd name="connsiteY121" fmla="*/ 1573052 h 1849426"/>
                <a:gd name="connsiteX122" fmla="*/ 1333805 w 6386648"/>
                <a:gd name="connsiteY122" fmla="*/ 1591077 h 1849426"/>
                <a:gd name="connsiteX123" fmla="*/ 1315781 w 6386648"/>
                <a:gd name="connsiteY123" fmla="*/ 1573052 h 1849426"/>
                <a:gd name="connsiteX124" fmla="*/ 1333805 w 6386648"/>
                <a:gd name="connsiteY124" fmla="*/ 1555028 h 1849426"/>
                <a:gd name="connsiteX125" fmla="*/ 4842556 w 6386648"/>
                <a:gd name="connsiteY125" fmla="*/ 1543011 h 1849426"/>
                <a:gd name="connsiteX126" fmla="*/ 4860581 w 6386648"/>
                <a:gd name="connsiteY126" fmla="*/ 1561035 h 1849426"/>
                <a:gd name="connsiteX127" fmla="*/ 4842556 w 6386648"/>
                <a:gd name="connsiteY127" fmla="*/ 1579060 h 1849426"/>
                <a:gd name="connsiteX128" fmla="*/ 4824532 w 6386648"/>
                <a:gd name="connsiteY128" fmla="*/ 1561035 h 1849426"/>
                <a:gd name="connsiteX129" fmla="*/ 4842556 w 6386648"/>
                <a:gd name="connsiteY129" fmla="*/ 1543011 h 1849426"/>
                <a:gd name="connsiteX130" fmla="*/ 3803149 w 6386648"/>
                <a:gd name="connsiteY130" fmla="*/ 1537003 h 1849426"/>
                <a:gd name="connsiteX131" fmla="*/ 3821174 w 6386648"/>
                <a:gd name="connsiteY131" fmla="*/ 1555027 h 1849426"/>
                <a:gd name="connsiteX132" fmla="*/ 3803149 w 6386648"/>
                <a:gd name="connsiteY132" fmla="*/ 1573052 h 1849426"/>
                <a:gd name="connsiteX133" fmla="*/ 3785125 w 6386648"/>
                <a:gd name="connsiteY133" fmla="*/ 1555027 h 1849426"/>
                <a:gd name="connsiteX134" fmla="*/ 3803149 w 6386648"/>
                <a:gd name="connsiteY134" fmla="*/ 1537003 h 1849426"/>
                <a:gd name="connsiteX135" fmla="*/ 4127588 w 6386648"/>
                <a:gd name="connsiteY135" fmla="*/ 1530995 h 1849426"/>
                <a:gd name="connsiteX136" fmla="*/ 4145613 w 6386648"/>
                <a:gd name="connsiteY136" fmla="*/ 1549019 h 1849426"/>
                <a:gd name="connsiteX137" fmla="*/ 4127588 w 6386648"/>
                <a:gd name="connsiteY137" fmla="*/ 1567044 h 1849426"/>
                <a:gd name="connsiteX138" fmla="*/ 4109563 w 6386648"/>
                <a:gd name="connsiteY138" fmla="*/ 1549019 h 1849426"/>
                <a:gd name="connsiteX139" fmla="*/ 4127588 w 6386648"/>
                <a:gd name="connsiteY139" fmla="*/ 1530995 h 1849426"/>
                <a:gd name="connsiteX140" fmla="*/ 3634921 w 6386648"/>
                <a:gd name="connsiteY140" fmla="*/ 1530995 h 1849426"/>
                <a:gd name="connsiteX141" fmla="*/ 3652946 w 6386648"/>
                <a:gd name="connsiteY141" fmla="*/ 1549019 h 1849426"/>
                <a:gd name="connsiteX142" fmla="*/ 3634921 w 6386648"/>
                <a:gd name="connsiteY142" fmla="*/ 1567044 h 1849426"/>
                <a:gd name="connsiteX143" fmla="*/ 3616897 w 6386648"/>
                <a:gd name="connsiteY143" fmla="*/ 1549019 h 1849426"/>
                <a:gd name="connsiteX144" fmla="*/ 3634921 w 6386648"/>
                <a:gd name="connsiteY144" fmla="*/ 1530995 h 1849426"/>
                <a:gd name="connsiteX145" fmla="*/ 3532783 w 6386648"/>
                <a:gd name="connsiteY145" fmla="*/ 1530995 h 1849426"/>
                <a:gd name="connsiteX146" fmla="*/ 3550808 w 6386648"/>
                <a:gd name="connsiteY146" fmla="*/ 1549019 h 1849426"/>
                <a:gd name="connsiteX147" fmla="*/ 3532783 w 6386648"/>
                <a:gd name="connsiteY147" fmla="*/ 1567044 h 1849426"/>
                <a:gd name="connsiteX148" fmla="*/ 3514759 w 6386648"/>
                <a:gd name="connsiteY148" fmla="*/ 1549019 h 1849426"/>
                <a:gd name="connsiteX149" fmla="*/ 3532783 w 6386648"/>
                <a:gd name="connsiteY149" fmla="*/ 1530995 h 1849426"/>
                <a:gd name="connsiteX150" fmla="*/ 1478000 w 6386648"/>
                <a:gd name="connsiteY150" fmla="*/ 1530995 h 1849426"/>
                <a:gd name="connsiteX151" fmla="*/ 1496025 w 6386648"/>
                <a:gd name="connsiteY151" fmla="*/ 1549019 h 1849426"/>
                <a:gd name="connsiteX152" fmla="*/ 1478000 w 6386648"/>
                <a:gd name="connsiteY152" fmla="*/ 1567044 h 1849426"/>
                <a:gd name="connsiteX153" fmla="*/ 1459976 w 6386648"/>
                <a:gd name="connsiteY153" fmla="*/ 1549019 h 1849426"/>
                <a:gd name="connsiteX154" fmla="*/ 1478000 w 6386648"/>
                <a:gd name="connsiteY154" fmla="*/ 1530995 h 1849426"/>
                <a:gd name="connsiteX155" fmla="*/ 4427995 w 6386648"/>
                <a:gd name="connsiteY155" fmla="*/ 1518979 h 1849426"/>
                <a:gd name="connsiteX156" fmla="*/ 4446020 w 6386648"/>
                <a:gd name="connsiteY156" fmla="*/ 1537004 h 1849426"/>
                <a:gd name="connsiteX157" fmla="*/ 4427995 w 6386648"/>
                <a:gd name="connsiteY157" fmla="*/ 1555028 h 1849426"/>
                <a:gd name="connsiteX158" fmla="*/ 4409970 w 6386648"/>
                <a:gd name="connsiteY158" fmla="*/ 1537004 h 1849426"/>
                <a:gd name="connsiteX159" fmla="*/ 4427995 w 6386648"/>
                <a:gd name="connsiteY159" fmla="*/ 1518979 h 1849426"/>
                <a:gd name="connsiteX160" fmla="*/ 4980743 w 6386648"/>
                <a:gd name="connsiteY160" fmla="*/ 1506962 h 1849426"/>
                <a:gd name="connsiteX161" fmla="*/ 4998768 w 6386648"/>
                <a:gd name="connsiteY161" fmla="*/ 1524986 h 1849426"/>
                <a:gd name="connsiteX162" fmla="*/ 4980743 w 6386648"/>
                <a:gd name="connsiteY162" fmla="*/ 1543011 h 1849426"/>
                <a:gd name="connsiteX163" fmla="*/ 4962719 w 6386648"/>
                <a:gd name="connsiteY163" fmla="*/ 1524986 h 1849426"/>
                <a:gd name="connsiteX164" fmla="*/ 4980743 w 6386648"/>
                <a:gd name="connsiteY164" fmla="*/ 1506962 h 1849426"/>
                <a:gd name="connsiteX165" fmla="*/ 961301 w 6386648"/>
                <a:gd name="connsiteY165" fmla="*/ 1506962 h 1849426"/>
                <a:gd name="connsiteX166" fmla="*/ 979326 w 6386648"/>
                <a:gd name="connsiteY166" fmla="*/ 1524986 h 1849426"/>
                <a:gd name="connsiteX167" fmla="*/ 961301 w 6386648"/>
                <a:gd name="connsiteY167" fmla="*/ 1543011 h 1849426"/>
                <a:gd name="connsiteX168" fmla="*/ 943277 w 6386648"/>
                <a:gd name="connsiteY168" fmla="*/ 1524986 h 1849426"/>
                <a:gd name="connsiteX169" fmla="*/ 961301 w 6386648"/>
                <a:gd name="connsiteY169" fmla="*/ 1506962 h 1849426"/>
                <a:gd name="connsiteX170" fmla="*/ 859163 w 6386648"/>
                <a:gd name="connsiteY170" fmla="*/ 1500954 h 1849426"/>
                <a:gd name="connsiteX171" fmla="*/ 877188 w 6386648"/>
                <a:gd name="connsiteY171" fmla="*/ 1518978 h 1849426"/>
                <a:gd name="connsiteX172" fmla="*/ 859163 w 6386648"/>
                <a:gd name="connsiteY172" fmla="*/ 1537003 h 1849426"/>
                <a:gd name="connsiteX173" fmla="*/ 841139 w 6386648"/>
                <a:gd name="connsiteY173" fmla="*/ 1518978 h 1849426"/>
                <a:gd name="connsiteX174" fmla="*/ 859163 w 6386648"/>
                <a:gd name="connsiteY174" fmla="*/ 1500954 h 1849426"/>
                <a:gd name="connsiteX175" fmla="*/ 4013434 w 6386648"/>
                <a:gd name="connsiteY175" fmla="*/ 1482930 h 1849426"/>
                <a:gd name="connsiteX176" fmla="*/ 4031459 w 6386648"/>
                <a:gd name="connsiteY176" fmla="*/ 1500954 h 1849426"/>
                <a:gd name="connsiteX177" fmla="*/ 4013434 w 6386648"/>
                <a:gd name="connsiteY177" fmla="*/ 1518979 h 1849426"/>
                <a:gd name="connsiteX178" fmla="*/ 3995410 w 6386648"/>
                <a:gd name="connsiteY178" fmla="*/ 1500954 h 1849426"/>
                <a:gd name="connsiteX179" fmla="*/ 4013434 w 6386648"/>
                <a:gd name="connsiteY179" fmla="*/ 1482930 h 1849426"/>
                <a:gd name="connsiteX180" fmla="*/ 3412620 w 6386648"/>
                <a:gd name="connsiteY180" fmla="*/ 1482930 h 1849426"/>
                <a:gd name="connsiteX181" fmla="*/ 3430645 w 6386648"/>
                <a:gd name="connsiteY181" fmla="*/ 1500954 h 1849426"/>
                <a:gd name="connsiteX182" fmla="*/ 3412620 w 6386648"/>
                <a:gd name="connsiteY182" fmla="*/ 1518979 h 1849426"/>
                <a:gd name="connsiteX183" fmla="*/ 3394596 w 6386648"/>
                <a:gd name="connsiteY183" fmla="*/ 1500954 h 1849426"/>
                <a:gd name="connsiteX184" fmla="*/ 3412620 w 6386648"/>
                <a:gd name="connsiteY184" fmla="*/ 1482930 h 1849426"/>
                <a:gd name="connsiteX185" fmla="*/ 1586148 w 6386648"/>
                <a:gd name="connsiteY185" fmla="*/ 1476922 h 1849426"/>
                <a:gd name="connsiteX186" fmla="*/ 1604172 w 6386648"/>
                <a:gd name="connsiteY186" fmla="*/ 1494946 h 1849426"/>
                <a:gd name="connsiteX187" fmla="*/ 1586148 w 6386648"/>
                <a:gd name="connsiteY187" fmla="*/ 1512971 h 1849426"/>
                <a:gd name="connsiteX188" fmla="*/ 1568123 w 6386648"/>
                <a:gd name="connsiteY188" fmla="*/ 1494946 h 1849426"/>
                <a:gd name="connsiteX189" fmla="*/ 1586148 w 6386648"/>
                <a:gd name="connsiteY189" fmla="*/ 1476922 h 1849426"/>
                <a:gd name="connsiteX190" fmla="*/ 4271783 w 6386648"/>
                <a:gd name="connsiteY190" fmla="*/ 1464906 h 1849426"/>
                <a:gd name="connsiteX191" fmla="*/ 4289808 w 6386648"/>
                <a:gd name="connsiteY191" fmla="*/ 1482930 h 1849426"/>
                <a:gd name="connsiteX192" fmla="*/ 4271783 w 6386648"/>
                <a:gd name="connsiteY192" fmla="*/ 1500955 h 1849426"/>
                <a:gd name="connsiteX193" fmla="*/ 4253759 w 6386648"/>
                <a:gd name="connsiteY193" fmla="*/ 1482930 h 1849426"/>
                <a:gd name="connsiteX194" fmla="*/ 4271783 w 6386648"/>
                <a:gd name="connsiteY194" fmla="*/ 1464906 h 1849426"/>
                <a:gd name="connsiteX195" fmla="*/ 1105497 w 6386648"/>
                <a:gd name="connsiteY195" fmla="*/ 1464906 h 1849426"/>
                <a:gd name="connsiteX196" fmla="*/ 1123521 w 6386648"/>
                <a:gd name="connsiteY196" fmla="*/ 1482930 h 1849426"/>
                <a:gd name="connsiteX197" fmla="*/ 1105497 w 6386648"/>
                <a:gd name="connsiteY197" fmla="*/ 1500955 h 1849426"/>
                <a:gd name="connsiteX198" fmla="*/ 1087472 w 6386648"/>
                <a:gd name="connsiteY198" fmla="*/ 1482930 h 1849426"/>
                <a:gd name="connsiteX199" fmla="*/ 1105497 w 6386648"/>
                <a:gd name="connsiteY199" fmla="*/ 1464906 h 1849426"/>
                <a:gd name="connsiteX200" fmla="*/ 4602231 w 6386648"/>
                <a:gd name="connsiteY200" fmla="*/ 1452889 h 1849426"/>
                <a:gd name="connsiteX201" fmla="*/ 4620256 w 6386648"/>
                <a:gd name="connsiteY201" fmla="*/ 1470913 h 1849426"/>
                <a:gd name="connsiteX202" fmla="*/ 4602231 w 6386648"/>
                <a:gd name="connsiteY202" fmla="*/ 1488938 h 1849426"/>
                <a:gd name="connsiteX203" fmla="*/ 4584207 w 6386648"/>
                <a:gd name="connsiteY203" fmla="*/ 1470913 h 1849426"/>
                <a:gd name="connsiteX204" fmla="*/ 4602231 w 6386648"/>
                <a:gd name="connsiteY204" fmla="*/ 1452889 h 1849426"/>
                <a:gd name="connsiteX205" fmla="*/ 3875247 w 6386648"/>
                <a:gd name="connsiteY205" fmla="*/ 1452889 h 1849426"/>
                <a:gd name="connsiteX206" fmla="*/ 3893272 w 6386648"/>
                <a:gd name="connsiteY206" fmla="*/ 1470913 h 1849426"/>
                <a:gd name="connsiteX207" fmla="*/ 3875247 w 6386648"/>
                <a:gd name="connsiteY207" fmla="*/ 1488938 h 1849426"/>
                <a:gd name="connsiteX208" fmla="*/ 3857223 w 6386648"/>
                <a:gd name="connsiteY208" fmla="*/ 1470913 h 1849426"/>
                <a:gd name="connsiteX209" fmla="*/ 3875247 w 6386648"/>
                <a:gd name="connsiteY209" fmla="*/ 1452889 h 1849426"/>
                <a:gd name="connsiteX210" fmla="*/ 1706311 w 6386648"/>
                <a:gd name="connsiteY210" fmla="*/ 1452889 h 1849426"/>
                <a:gd name="connsiteX211" fmla="*/ 1724335 w 6386648"/>
                <a:gd name="connsiteY211" fmla="*/ 1470913 h 1849426"/>
                <a:gd name="connsiteX212" fmla="*/ 1706311 w 6386648"/>
                <a:gd name="connsiteY212" fmla="*/ 1488938 h 1849426"/>
                <a:gd name="connsiteX213" fmla="*/ 1688286 w 6386648"/>
                <a:gd name="connsiteY213" fmla="*/ 1470913 h 1849426"/>
                <a:gd name="connsiteX214" fmla="*/ 1706311 w 6386648"/>
                <a:gd name="connsiteY214" fmla="*/ 1452889 h 1849426"/>
                <a:gd name="connsiteX215" fmla="*/ 1411911 w 6386648"/>
                <a:gd name="connsiteY215" fmla="*/ 1452889 h 1849426"/>
                <a:gd name="connsiteX216" fmla="*/ 1429936 w 6386648"/>
                <a:gd name="connsiteY216" fmla="*/ 1470913 h 1849426"/>
                <a:gd name="connsiteX217" fmla="*/ 1411911 w 6386648"/>
                <a:gd name="connsiteY217" fmla="*/ 1488938 h 1849426"/>
                <a:gd name="connsiteX218" fmla="*/ 1393887 w 6386648"/>
                <a:gd name="connsiteY218" fmla="*/ 1470913 h 1849426"/>
                <a:gd name="connsiteX219" fmla="*/ 1411911 w 6386648"/>
                <a:gd name="connsiteY219" fmla="*/ 1452889 h 1849426"/>
                <a:gd name="connsiteX220" fmla="*/ 1249691 w 6386648"/>
                <a:gd name="connsiteY220" fmla="*/ 1452889 h 1849426"/>
                <a:gd name="connsiteX221" fmla="*/ 1267716 w 6386648"/>
                <a:gd name="connsiteY221" fmla="*/ 1470913 h 1849426"/>
                <a:gd name="connsiteX222" fmla="*/ 1249691 w 6386648"/>
                <a:gd name="connsiteY222" fmla="*/ 1488938 h 1849426"/>
                <a:gd name="connsiteX223" fmla="*/ 1231667 w 6386648"/>
                <a:gd name="connsiteY223" fmla="*/ 1470913 h 1849426"/>
                <a:gd name="connsiteX224" fmla="*/ 1249691 w 6386648"/>
                <a:gd name="connsiteY224" fmla="*/ 1452889 h 1849426"/>
                <a:gd name="connsiteX225" fmla="*/ 4764451 w 6386648"/>
                <a:gd name="connsiteY225" fmla="*/ 1446881 h 1849426"/>
                <a:gd name="connsiteX226" fmla="*/ 4782476 w 6386648"/>
                <a:gd name="connsiteY226" fmla="*/ 1464905 h 1849426"/>
                <a:gd name="connsiteX227" fmla="*/ 4764451 w 6386648"/>
                <a:gd name="connsiteY227" fmla="*/ 1482930 h 1849426"/>
                <a:gd name="connsiteX228" fmla="*/ 4746427 w 6386648"/>
                <a:gd name="connsiteY228" fmla="*/ 1464905 h 1849426"/>
                <a:gd name="connsiteX229" fmla="*/ 4764451 w 6386648"/>
                <a:gd name="connsiteY229" fmla="*/ 1446881 h 1849426"/>
                <a:gd name="connsiteX230" fmla="*/ 763032 w 6386648"/>
                <a:gd name="connsiteY230" fmla="*/ 1446881 h 1849426"/>
                <a:gd name="connsiteX231" fmla="*/ 781057 w 6386648"/>
                <a:gd name="connsiteY231" fmla="*/ 1464905 h 1849426"/>
                <a:gd name="connsiteX232" fmla="*/ 763032 w 6386648"/>
                <a:gd name="connsiteY232" fmla="*/ 1482930 h 1849426"/>
                <a:gd name="connsiteX233" fmla="*/ 745008 w 6386648"/>
                <a:gd name="connsiteY233" fmla="*/ 1464905 h 1849426"/>
                <a:gd name="connsiteX234" fmla="*/ 763032 w 6386648"/>
                <a:gd name="connsiteY234" fmla="*/ 1446881 h 1849426"/>
                <a:gd name="connsiteX235" fmla="*/ 3731051 w 6386648"/>
                <a:gd name="connsiteY235" fmla="*/ 1434865 h 1849426"/>
                <a:gd name="connsiteX236" fmla="*/ 3749076 w 6386648"/>
                <a:gd name="connsiteY236" fmla="*/ 1452889 h 1849426"/>
                <a:gd name="connsiteX237" fmla="*/ 3731051 w 6386648"/>
                <a:gd name="connsiteY237" fmla="*/ 1470914 h 1849426"/>
                <a:gd name="connsiteX238" fmla="*/ 3713027 w 6386648"/>
                <a:gd name="connsiteY238" fmla="*/ 1452889 h 1849426"/>
                <a:gd name="connsiteX239" fmla="*/ 3731051 w 6386648"/>
                <a:gd name="connsiteY239" fmla="*/ 1434865 h 1849426"/>
                <a:gd name="connsiteX240" fmla="*/ 3304474 w 6386648"/>
                <a:gd name="connsiteY240" fmla="*/ 1422849 h 1849426"/>
                <a:gd name="connsiteX241" fmla="*/ 3322499 w 6386648"/>
                <a:gd name="connsiteY241" fmla="*/ 1440873 h 1849426"/>
                <a:gd name="connsiteX242" fmla="*/ 3304474 w 6386648"/>
                <a:gd name="connsiteY242" fmla="*/ 1458898 h 1849426"/>
                <a:gd name="connsiteX243" fmla="*/ 3286450 w 6386648"/>
                <a:gd name="connsiteY243" fmla="*/ 1440873 h 1849426"/>
                <a:gd name="connsiteX244" fmla="*/ 3304474 w 6386648"/>
                <a:gd name="connsiteY244" fmla="*/ 1422849 h 1849426"/>
                <a:gd name="connsiteX245" fmla="*/ 4890621 w 6386648"/>
                <a:gd name="connsiteY245" fmla="*/ 1416840 h 1849426"/>
                <a:gd name="connsiteX246" fmla="*/ 4908646 w 6386648"/>
                <a:gd name="connsiteY246" fmla="*/ 1434864 h 1849426"/>
                <a:gd name="connsiteX247" fmla="*/ 4890621 w 6386648"/>
                <a:gd name="connsiteY247" fmla="*/ 1452889 h 1849426"/>
                <a:gd name="connsiteX248" fmla="*/ 4872597 w 6386648"/>
                <a:gd name="connsiteY248" fmla="*/ 1434864 h 1849426"/>
                <a:gd name="connsiteX249" fmla="*/ 4890621 w 6386648"/>
                <a:gd name="connsiteY249" fmla="*/ 1416840 h 1849426"/>
                <a:gd name="connsiteX250" fmla="*/ 3544799 w 6386648"/>
                <a:gd name="connsiteY250" fmla="*/ 1410832 h 1849426"/>
                <a:gd name="connsiteX251" fmla="*/ 3562824 w 6386648"/>
                <a:gd name="connsiteY251" fmla="*/ 1428856 h 1849426"/>
                <a:gd name="connsiteX252" fmla="*/ 3544799 w 6386648"/>
                <a:gd name="connsiteY252" fmla="*/ 1446881 h 1849426"/>
                <a:gd name="connsiteX253" fmla="*/ 3526775 w 6386648"/>
                <a:gd name="connsiteY253" fmla="*/ 1428856 h 1849426"/>
                <a:gd name="connsiteX254" fmla="*/ 3544799 w 6386648"/>
                <a:gd name="connsiteY254" fmla="*/ 1410832 h 1849426"/>
                <a:gd name="connsiteX255" fmla="*/ 4488076 w 6386648"/>
                <a:gd name="connsiteY255" fmla="*/ 1404824 h 1849426"/>
                <a:gd name="connsiteX256" fmla="*/ 4506101 w 6386648"/>
                <a:gd name="connsiteY256" fmla="*/ 1422848 h 1849426"/>
                <a:gd name="connsiteX257" fmla="*/ 4488076 w 6386648"/>
                <a:gd name="connsiteY257" fmla="*/ 1440873 h 1849426"/>
                <a:gd name="connsiteX258" fmla="*/ 4470051 w 6386648"/>
                <a:gd name="connsiteY258" fmla="*/ 1422848 h 1849426"/>
                <a:gd name="connsiteX259" fmla="*/ 4488076 w 6386648"/>
                <a:gd name="connsiteY259" fmla="*/ 1404824 h 1849426"/>
                <a:gd name="connsiteX260" fmla="*/ 5028808 w 6386648"/>
                <a:gd name="connsiteY260" fmla="*/ 1398816 h 1849426"/>
                <a:gd name="connsiteX261" fmla="*/ 5046833 w 6386648"/>
                <a:gd name="connsiteY261" fmla="*/ 1416841 h 1849426"/>
                <a:gd name="connsiteX262" fmla="*/ 5028808 w 6386648"/>
                <a:gd name="connsiteY262" fmla="*/ 1434865 h 1849426"/>
                <a:gd name="connsiteX263" fmla="*/ 5010783 w 6386648"/>
                <a:gd name="connsiteY263" fmla="*/ 1416841 h 1849426"/>
                <a:gd name="connsiteX264" fmla="*/ 5028808 w 6386648"/>
                <a:gd name="connsiteY264" fmla="*/ 1398816 h 1849426"/>
                <a:gd name="connsiteX265" fmla="*/ 4367914 w 6386648"/>
                <a:gd name="connsiteY265" fmla="*/ 1398816 h 1849426"/>
                <a:gd name="connsiteX266" fmla="*/ 4385939 w 6386648"/>
                <a:gd name="connsiteY266" fmla="*/ 1416841 h 1849426"/>
                <a:gd name="connsiteX267" fmla="*/ 4367914 w 6386648"/>
                <a:gd name="connsiteY267" fmla="*/ 1434865 h 1849426"/>
                <a:gd name="connsiteX268" fmla="*/ 4349889 w 6386648"/>
                <a:gd name="connsiteY268" fmla="*/ 1416841 h 1849426"/>
                <a:gd name="connsiteX269" fmla="*/ 4367914 w 6386648"/>
                <a:gd name="connsiteY269" fmla="*/ 1398816 h 1849426"/>
                <a:gd name="connsiteX270" fmla="*/ 4163637 w 6386648"/>
                <a:gd name="connsiteY270" fmla="*/ 1398816 h 1849426"/>
                <a:gd name="connsiteX271" fmla="*/ 4181662 w 6386648"/>
                <a:gd name="connsiteY271" fmla="*/ 1416841 h 1849426"/>
                <a:gd name="connsiteX272" fmla="*/ 4163637 w 6386648"/>
                <a:gd name="connsiteY272" fmla="*/ 1434865 h 1849426"/>
                <a:gd name="connsiteX273" fmla="*/ 4145613 w 6386648"/>
                <a:gd name="connsiteY273" fmla="*/ 1416841 h 1849426"/>
                <a:gd name="connsiteX274" fmla="*/ 4163637 w 6386648"/>
                <a:gd name="connsiteY274" fmla="*/ 1398816 h 1849426"/>
                <a:gd name="connsiteX275" fmla="*/ 672910 w 6386648"/>
                <a:gd name="connsiteY275" fmla="*/ 1398816 h 1849426"/>
                <a:gd name="connsiteX276" fmla="*/ 690935 w 6386648"/>
                <a:gd name="connsiteY276" fmla="*/ 1416841 h 1849426"/>
                <a:gd name="connsiteX277" fmla="*/ 672910 w 6386648"/>
                <a:gd name="connsiteY277" fmla="*/ 1434865 h 1849426"/>
                <a:gd name="connsiteX278" fmla="*/ 654886 w 6386648"/>
                <a:gd name="connsiteY278" fmla="*/ 1416841 h 1849426"/>
                <a:gd name="connsiteX279" fmla="*/ 672910 w 6386648"/>
                <a:gd name="connsiteY279" fmla="*/ 1398816 h 1849426"/>
                <a:gd name="connsiteX280" fmla="*/ 3190319 w 6386648"/>
                <a:gd name="connsiteY280" fmla="*/ 1392808 h 1849426"/>
                <a:gd name="connsiteX281" fmla="*/ 3208344 w 6386648"/>
                <a:gd name="connsiteY281" fmla="*/ 1410832 h 1849426"/>
                <a:gd name="connsiteX282" fmla="*/ 3190319 w 6386648"/>
                <a:gd name="connsiteY282" fmla="*/ 1428857 h 1849426"/>
                <a:gd name="connsiteX283" fmla="*/ 3172295 w 6386648"/>
                <a:gd name="connsiteY283" fmla="*/ 1410832 h 1849426"/>
                <a:gd name="connsiteX284" fmla="*/ 3190319 w 6386648"/>
                <a:gd name="connsiteY284" fmla="*/ 1392808 h 1849426"/>
                <a:gd name="connsiteX285" fmla="*/ 1814456 w 6386648"/>
                <a:gd name="connsiteY285" fmla="*/ 1392808 h 1849426"/>
                <a:gd name="connsiteX286" fmla="*/ 1832481 w 6386648"/>
                <a:gd name="connsiteY286" fmla="*/ 1410832 h 1849426"/>
                <a:gd name="connsiteX287" fmla="*/ 1814456 w 6386648"/>
                <a:gd name="connsiteY287" fmla="*/ 1428857 h 1849426"/>
                <a:gd name="connsiteX288" fmla="*/ 1796432 w 6386648"/>
                <a:gd name="connsiteY288" fmla="*/ 1410832 h 1849426"/>
                <a:gd name="connsiteX289" fmla="*/ 1814456 w 6386648"/>
                <a:gd name="connsiteY289" fmla="*/ 1392808 h 1849426"/>
                <a:gd name="connsiteX290" fmla="*/ 967309 w 6386648"/>
                <a:gd name="connsiteY290" fmla="*/ 1386800 h 1849426"/>
                <a:gd name="connsiteX291" fmla="*/ 985334 w 6386648"/>
                <a:gd name="connsiteY291" fmla="*/ 1404824 h 1849426"/>
                <a:gd name="connsiteX292" fmla="*/ 967309 w 6386648"/>
                <a:gd name="connsiteY292" fmla="*/ 1422849 h 1849426"/>
                <a:gd name="connsiteX293" fmla="*/ 949285 w 6386648"/>
                <a:gd name="connsiteY293" fmla="*/ 1404824 h 1849426"/>
                <a:gd name="connsiteX294" fmla="*/ 967309 w 6386648"/>
                <a:gd name="connsiteY294" fmla="*/ 1386800 h 1849426"/>
                <a:gd name="connsiteX295" fmla="*/ 4049482 w 6386648"/>
                <a:gd name="connsiteY295" fmla="*/ 1374784 h 1849426"/>
                <a:gd name="connsiteX296" fmla="*/ 4067507 w 6386648"/>
                <a:gd name="connsiteY296" fmla="*/ 1392808 h 1849426"/>
                <a:gd name="connsiteX297" fmla="*/ 4049482 w 6386648"/>
                <a:gd name="connsiteY297" fmla="*/ 1410833 h 1849426"/>
                <a:gd name="connsiteX298" fmla="*/ 4031458 w 6386648"/>
                <a:gd name="connsiteY298" fmla="*/ 1392808 h 1849426"/>
                <a:gd name="connsiteX299" fmla="*/ 4049482 w 6386648"/>
                <a:gd name="connsiteY299" fmla="*/ 1374784 h 1849426"/>
                <a:gd name="connsiteX300" fmla="*/ 4674329 w 6386648"/>
                <a:gd name="connsiteY300" fmla="*/ 1368775 h 1849426"/>
                <a:gd name="connsiteX301" fmla="*/ 4692354 w 6386648"/>
                <a:gd name="connsiteY301" fmla="*/ 1386800 h 1849426"/>
                <a:gd name="connsiteX302" fmla="*/ 4674329 w 6386648"/>
                <a:gd name="connsiteY302" fmla="*/ 1404824 h 1849426"/>
                <a:gd name="connsiteX303" fmla="*/ 4656305 w 6386648"/>
                <a:gd name="connsiteY303" fmla="*/ 1386800 h 1849426"/>
                <a:gd name="connsiteX304" fmla="*/ 4674329 w 6386648"/>
                <a:gd name="connsiteY304" fmla="*/ 1368775 h 1849426"/>
                <a:gd name="connsiteX305" fmla="*/ 1526067 w 6386648"/>
                <a:gd name="connsiteY305" fmla="*/ 1368775 h 1849426"/>
                <a:gd name="connsiteX306" fmla="*/ 1544091 w 6386648"/>
                <a:gd name="connsiteY306" fmla="*/ 1386800 h 1849426"/>
                <a:gd name="connsiteX307" fmla="*/ 1526067 w 6386648"/>
                <a:gd name="connsiteY307" fmla="*/ 1404824 h 1849426"/>
                <a:gd name="connsiteX308" fmla="*/ 1508042 w 6386648"/>
                <a:gd name="connsiteY308" fmla="*/ 1386800 h 1849426"/>
                <a:gd name="connsiteX309" fmla="*/ 1526067 w 6386648"/>
                <a:gd name="connsiteY309" fmla="*/ 1368775 h 1849426"/>
                <a:gd name="connsiteX310" fmla="*/ 1369854 w 6386648"/>
                <a:gd name="connsiteY310" fmla="*/ 1368775 h 1849426"/>
                <a:gd name="connsiteX311" fmla="*/ 1387879 w 6386648"/>
                <a:gd name="connsiteY311" fmla="*/ 1386800 h 1849426"/>
                <a:gd name="connsiteX312" fmla="*/ 1369854 w 6386648"/>
                <a:gd name="connsiteY312" fmla="*/ 1404824 h 1849426"/>
                <a:gd name="connsiteX313" fmla="*/ 1351830 w 6386648"/>
                <a:gd name="connsiteY313" fmla="*/ 1386800 h 1849426"/>
                <a:gd name="connsiteX314" fmla="*/ 1369854 w 6386648"/>
                <a:gd name="connsiteY314" fmla="*/ 1368775 h 1849426"/>
                <a:gd name="connsiteX315" fmla="*/ 3418628 w 6386648"/>
                <a:gd name="connsiteY315" fmla="*/ 1362767 h 1849426"/>
                <a:gd name="connsiteX316" fmla="*/ 3436653 w 6386648"/>
                <a:gd name="connsiteY316" fmla="*/ 1380791 h 1849426"/>
                <a:gd name="connsiteX317" fmla="*/ 3418628 w 6386648"/>
                <a:gd name="connsiteY317" fmla="*/ 1398816 h 1849426"/>
                <a:gd name="connsiteX318" fmla="*/ 3400604 w 6386648"/>
                <a:gd name="connsiteY318" fmla="*/ 1380791 h 1849426"/>
                <a:gd name="connsiteX319" fmla="*/ 3418628 w 6386648"/>
                <a:gd name="connsiteY319" fmla="*/ 1362767 h 1849426"/>
                <a:gd name="connsiteX320" fmla="*/ 1147553 w 6386648"/>
                <a:gd name="connsiteY320" fmla="*/ 1362767 h 1849426"/>
                <a:gd name="connsiteX321" fmla="*/ 1165578 w 6386648"/>
                <a:gd name="connsiteY321" fmla="*/ 1380791 h 1849426"/>
                <a:gd name="connsiteX322" fmla="*/ 1147553 w 6386648"/>
                <a:gd name="connsiteY322" fmla="*/ 1398816 h 1849426"/>
                <a:gd name="connsiteX323" fmla="*/ 1129529 w 6386648"/>
                <a:gd name="connsiteY323" fmla="*/ 1380791 h 1849426"/>
                <a:gd name="connsiteX324" fmla="*/ 1147553 w 6386648"/>
                <a:gd name="connsiteY324" fmla="*/ 1362767 h 1849426"/>
                <a:gd name="connsiteX325" fmla="*/ 3646937 w 6386648"/>
                <a:gd name="connsiteY325" fmla="*/ 1356759 h 1849426"/>
                <a:gd name="connsiteX326" fmla="*/ 3664962 w 6386648"/>
                <a:gd name="connsiteY326" fmla="*/ 1374783 h 1849426"/>
                <a:gd name="connsiteX327" fmla="*/ 3646937 w 6386648"/>
                <a:gd name="connsiteY327" fmla="*/ 1392808 h 1849426"/>
                <a:gd name="connsiteX328" fmla="*/ 3628912 w 6386648"/>
                <a:gd name="connsiteY328" fmla="*/ 1374783 h 1849426"/>
                <a:gd name="connsiteX329" fmla="*/ 3646937 w 6386648"/>
                <a:gd name="connsiteY329" fmla="*/ 1356759 h 1849426"/>
                <a:gd name="connsiteX330" fmla="*/ 1946636 w 6386648"/>
                <a:gd name="connsiteY330" fmla="*/ 1356759 h 1849426"/>
                <a:gd name="connsiteX331" fmla="*/ 1964660 w 6386648"/>
                <a:gd name="connsiteY331" fmla="*/ 1374783 h 1849426"/>
                <a:gd name="connsiteX332" fmla="*/ 1946636 w 6386648"/>
                <a:gd name="connsiteY332" fmla="*/ 1392808 h 1849426"/>
                <a:gd name="connsiteX333" fmla="*/ 1928611 w 6386648"/>
                <a:gd name="connsiteY333" fmla="*/ 1374783 h 1849426"/>
                <a:gd name="connsiteX334" fmla="*/ 1946636 w 6386648"/>
                <a:gd name="connsiteY334" fmla="*/ 1356759 h 1849426"/>
                <a:gd name="connsiteX335" fmla="*/ 1658245 w 6386648"/>
                <a:gd name="connsiteY335" fmla="*/ 1350751 h 1849426"/>
                <a:gd name="connsiteX336" fmla="*/ 1676270 w 6386648"/>
                <a:gd name="connsiteY336" fmla="*/ 1368775 h 1849426"/>
                <a:gd name="connsiteX337" fmla="*/ 1658245 w 6386648"/>
                <a:gd name="connsiteY337" fmla="*/ 1386800 h 1849426"/>
                <a:gd name="connsiteX338" fmla="*/ 1640221 w 6386648"/>
                <a:gd name="connsiteY338" fmla="*/ 1368775 h 1849426"/>
                <a:gd name="connsiteX339" fmla="*/ 1658245 w 6386648"/>
                <a:gd name="connsiteY339" fmla="*/ 1350751 h 1849426"/>
                <a:gd name="connsiteX340" fmla="*/ 3929320 w 6386648"/>
                <a:gd name="connsiteY340" fmla="*/ 1344743 h 1849426"/>
                <a:gd name="connsiteX341" fmla="*/ 3947345 w 6386648"/>
                <a:gd name="connsiteY341" fmla="*/ 1362767 h 1849426"/>
                <a:gd name="connsiteX342" fmla="*/ 3929320 w 6386648"/>
                <a:gd name="connsiteY342" fmla="*/ 1380792 h 1849426"/>
                <a:gd name="connsiteX343" fmla="*/ 3911296 w 6386648"/>
                <a:gd name="connsiteY343" fmla="*/ 1362767 h 1849426"/>
                <a:gd name="connsiteX344" fmla="*/ 3929320 w 6386648"/>
                <a:gd name="connsiteY344" fmla="*/ 1344743 h 1849426"/>
                <a:gd name="connsiteX345" fmla="*/ 3088181 w 6386648"/>
                <a:gd name="connsiteY345" fmla="*/ 1344743 h 1849426"/>
                <a:gd name="connsiteX346" fmla="*/ 3106206 w 6386648"/>
                <a:gd name="connsiteY346" fmla="*/ 1362767 h 1849426"/>
                <a:gd name="connsiteX347" fmla="*/ 3088181 w 6386648"/>
                <a:gd name="connsiteY347" fmla="*/ 1380792 h 1849426"/>
                <a:gd name="connsiteX348" fmla="*/ 3070157 w 6386648"/>
                <a:gd name="connsiteY348" fmla="*/ 1362767 h 1849426"/>
                <a:gd name="connsiteX349" fmla="*/ 3088181 w 6386648"/>
                <a:gd name="connsiteY349" fmla="*/ 1344743 h 1849426"/>
                <a:gd name="connsiteX350" fmla="*/ 853154 w 6386648"/>
                <a:gd name="connsiteY350" fmla="*/ 1344743 h 1849426"/>
                <a:gd name="connsiteX351" fmla="*/ 871179 w 6386648"/>
                <a:gd name="connsiteY351" fmla="*/ 1362767 h 1849426"/>
                <a:gd name="connsiteX352" fmla="*/ 853154 w 6386648"/>
                <a:gd name="connsiteY352" fmla="*/ 1380792 h 1849426"/>
                <a:gd name="connsiteX353" fmla="*/ 835130 w 6386648"/>
                <a:gd name="connsiteY353" fmla="*/ 1362767 h 1849426"/>
                <a:gd name="connsiteX354" fmla="*/ 853154 w 6386648"/>
                <a:gd name="connsiteY354" fmla="*/ 1344743 h 1849426"/>
                <a:gd name="connsiteX355" fmla="*/ 4283800 w 6386648"/>
                <a:gd name="connsiteY355" fmla="*/ 1326718 h 1849426"/>
                <a:gd name="connsiteX356" fmla="*/ 4301825 w 6386648"/>
                <a:gd name="connsiteY356" fmla="*/ 1344742 h 1849426"/>
                <a:gd name="connsiteX357" fmla="*/ 4283800 w 6386648"/>
                <a:gd name="connsiteY357" fmla="*/ 1362767 h 1849426"/>
                <a:gd name="connsiteX358" fmla="*/ 4265776 w 6386648"/>
                <a:gd name="connsiteY358" fmla="*/ 1344742 h 1849426"/>
                <a:gd name="connsiteX359" fmla="*/ 4283800 w 6386648"/>
                <a:gd name="connsiteY359" fmla="*/ 1326718 h 1849426"/>
                <a:gd name="connsiteX360" fmla="*/ 3815165 w 6386648"/>
                <a:gd name="connsiteY360" fmla="*/ 1326718 h 1849426"/>
                <a:gd name="connsiteX361" fmla="*/ 3833190 w 6386648"/>
                <a:gd name="connsiteY361" fmla="*/ 1344742 h 1849426"/>
                <a:gd name="connsiteX362" fmla="*/ 3815165 w 6386648"/>
                <a:gd name="connsiteY362" fmla="*/ 1362767 h 1849426"/>
                <a:gd name="connsiteX363" fmla="*/ 3797141 w 6386648"/>
                <a:gd name="connsiteY363" fmla="*/ 1344742 h 1849426"/>
                <a:gd name="connsiteX364" fmla="*/ 3815165 w 6386648"/>
                <a:gd name="connsiteY364" fmla="*/ 1326718 h 1849426"/>
                <a:gd name="connsiteX365" fmla="*/ 2980034 w 6386648"/>
                <a:gd name="connsiteY365" fmla="*/ 1326718 h 1849426"/>
                <a:gd name="connsiteX366" fmla="*/ 2998059 w 6386648"/>
                <a:gd name="connsiteY366" fmla="*/ 1344742 h 1849426"/>
                <a:gd name="connsiteX367" fmla="*/ 2980034 w 6386648"/>
                <a:gd name="connsiteY367" fmla="*/ 1362767 h 1849426"/>
                <a:gd name="connsiteX368" fmla="*/ 2962010 w 6386648"/>
                <a:gd name="connsiteY368" fmla="*/ 1344742 h 1849426"/>
                <a:gd name="connsiteX369" fmla="*/ 2980034 w 6386648"/>
                <a:gd name="connsiteY369" fmla="*/ 1326718 h 1849426"/>
                <a:gd name="connsiteX370" fmla="*/ 594806 w 6386648"/>
                <a:gd name="connsiteY370" fmla="*/ 1326718 h 1849426"/>
                <a:gd name="connsiteX371" fmla="*/ 612830 w 6386648"/>
                <a:gd name="connsiteY371" fmla="*/ 1344742 h 1849426"/>
                <a:gd name="connsiteX372" fmla="*/ 594806 w 6386648"/>
                <a:gd name="connsiteY372" fmla="*/ 1362767 h 1849426"/>
                <a:gd name="connsiteX373" fmla="*/ 576781 w 6386648"/>
                <a:gd name="connsiteY373" fmla="*/ 1344742 h 1849426"/>
                <a:gd name="connsiteX374" fmla="*/ 594806 w 6386648"/>
                <a:gd name="connsiteY374" fmla="*/ 1326718 h 1849426"/>
                <a:gd name="connsiteX375" fmla="*/ 4836548 w 6386648"/>
                <a:gd name="connsiteY375" fmla="*/ 1314702 h 1849426"/>
                <a:gd name="connsiteX376" fmla="*/ 4854573 w 6386648"/>
                <a:gd name="connsiteY376" fmla="*/ 1332726 h 1849426"/>
                <a:gd name="connsiteX377" fmla="*/ 4836548 w 6386648"/>
                <a:gd name="connsiteY377" fmla="*/ 1350751 h 1849426"/>
                <a:gd name="connsiteX378" fmla="*/ 4818524 w 6386648"/>
                <a:gd name="connsiteY378" fmla="*/ 1332726 h 1849426"/>
                <a:gd name="connsiteX379" fmla="*/ 4836548 w 6386648"/>
                <a:gd name="connsiteY379" fmla="*/ 1314702 h 1849426"/>
                <a:gd name="connsiteX380" fmla="*/ 4980743 w 6386648"/>
                <a:gd name="connsiteY380" fmla="*/ 1308694 h 1849426"/>
                <a:gd name="connsiteX381" fmla="*/ 4998768 w 6386648"/>
                <a:gd name="connsiteY381" fmla="*/ 1326719 h 1849426"/>
                <a:gd name="connsiteX382" fmla="*/ 4980743 w 6386648"/>
                <a:gd name="connsiteY382" fmla="*/ 1344743 h 1849426"/>
                <a:gd name="connsiteX383" fmla="*/ 4962719 w 6386648"/>
                <a:gd name="connsiteY383" fmla="*/ 1326719 h 1849426"/>
                <a:gd name="connsiteX384" fmla="*/ 4980743 w 6386648"/>
                <a:gd name="connsiteY384" fmla="*/ 1308694 h 1849426"/>
                <a:gd name="connsiteX385" fmla="*/ 2871888 w 6386648"/>
                <a:gd name="connsiteY385" fmla="*/ 1302686 h 1849426"/>
                <a:gd name="connsiteX386" fmla="*/ 2889913 w 6386648"/>
                <a:gd name="connsiteY386" fmla="*/ 1320710 h 1849426"/>
                <a:gd name="connsiteX387" fmla="*/ 2871888 w 6386648"/>
                <a:gd name="connsiteY387" fmla="*/ 1338735 h 1849426"/>
                <a:gd name="connsiteX388" fmla="*/ 2853864 w 6386648"/>
                <a:gd name="connsiteY388" fmla="*/ 1320710 h 1849426"/>
                <a:gd name="connsiteX389" fmla="*/ 2871888 w 6386648"/>
                <a:gd name="connsiteY389" fmla="*/ 1302686 h 1849426"/>
                <a:gd name="connsiteX390" fmla="*/ 2102847 w 6386648"/>
                <a:gd name="connsiteY390" fmla="*/ 1302686 h 1849426"/>
                <a:gd name="connsiteX391" fmla="*/ 2120872 w 6386648"/>
                <a:gd name="connsiteY391" fmla="*/ 1320710 h 1849426"/>
                <a:gd name="connsiteX392" fmla="*/ 2102847 w 6386648"/>
                <a:gd name="connsiteY392" fmla="*/ 1338735 h 1849426"/>
                <a:gd name="connsiteX393" fmla="*/ 2084823 w 6386648"/>
                <a:gd name="connsiteY393" fmla="*/ 1320710 h 1849426"/>
                <a:gd name="connsiteX394" fmla="*/ 2102847 w 6386648"/>
                <a:gd name="connsiteY394" fmla="*/ 1302686 h 1849426"/>
                <a:gd name="connsiteX395" fmla="*/ 1273724 w 6386648"/>
                <a:gd name="connsiteY395" fmla="*/ 1302686 h 1849426"/>
                <a:gd name="connsiteX396" fmla="*/ 1291749 w 6386648"/>
                <a:gd name="connsiteY396" fmla="*/ 1320710 h 1849426"/>
                <a:gd name="connsiteX397" fmla="*/ 1273724 w 6386648"/>
                <a:gd name="connsiteY397" fmla="*/ 1338735 h 1849426"/>
                <a:gd name="connsiteX398" fmla="*/ 1255700 w 6386648"/>
                <a:gd name="connsiteY398" fmla="*/ 1320710 h 1849426"/>
                <a:gd name="connsiteX399" fmla="*/ 1273724 w 6386648"/>
                <a:gd name="connsiteY399" fmla="*/ 1302686 h 1849426"/>
                <a:gd name="connsiteX400" fmla="*/ 1033398 w 6386648"/>
                <a:gd name="connsiteY400" fmla="*/ 1302686 h 1849426"/>
                <a:gd name="connsiteX401" fmla="*/ 1051423 w 6386648"/>
                <a:gd name="connsiteY401" fmla="*/ 1320710 h 1849426"/>
                <a:gd name="connsiteX402" fmla="*/ 1033398 w 6386648"/>
                <a:gd name="connsiteY402" fmla="*/ 1338735 h 1849426"/>
                <a:gd name="connsiteX403" fmla="*/ 1015374 w 6386648"/>
                <a:gd name="connsiteY403" fmla="*/ 1320710 h 1849426"/>
                <a:gd name="connsiteX404" fmla="*/ 1033398 w 6386648"/>
                <a:gd name="connsiteY404" fmla="*/ 1302686 h 1849426"/>
                <a:gd name="connsiteX405" fmla="*/ 4548158 w 6386648"/>
                <a:gd name="connsiteY405" fmla="*/ 1296678 h 1849426"/>
                <a:gd name="connsiteX406" fmla="*/ 4566183 w 6386648"/>
                <a:gd name="connsiteY406" fmla="*/ 1314702 h 1849426"/>
                <a:gd name="connsiteX407" fmla="*/ 4548158 w 6386648"/>
                <a:gd name="connsiteY407" fmla="*/ 1332727 h 1849426"/>
                <a:gd name="connsiteX408" fmla="*/ 4530133 w 6386648"/>
                <a:gd name="connsiteY408" fmla="*/ 1314702 h 1849426"/>
                <a:gd name="connsiteX409" fmla="*/ 4548158 w 6386648"/>
                <a:gd name="connsiteY409" fmla="*/ 1296678 h 1849426"/>
                <a:gd name="connsiteX410" fmla="*/ 3520767 w 6386648"/>
                <a:gd name="connsiteY410" fmla="*/ 1290670 h 1849426"/>
                <a:gd name="connsiteX411" fmla="*/ 3538792 w 6386648"/>
                <a:gd name="connsiteY411" fmla="*/ 1308694 h 1849426"/>
                <a:gd name="connsiteX412" fmla="*/ 3520767 w 6386648"/>
                <a:gd name="connsiteY412" fmla="*/ 1326719 h 1849426"/>
                <a:gd name="connsiteX413" fmla="*/ 3502743 w 6386648"/>
                <a:gd name="connsiteY413" fmla="*/ 1308694 h 1849426"/>
                <a:gd name="connsiteX414" fmla="*/ 3520767 w 6386648"/>
                <a:gd name="connsiteY414" fmla="*/ 1290670 h 1849426"/>
                <a:gd name="connsiteX415" fmla="*/ 3244392 w 6386648"/>
                <a:gd name="connsiteY415" fmla="*/ 1290670 h 1849426"/>
                <a:gd name="connsiteX416" fmla="*/ 3262417 w 6386648"/>
                <a:gd name="connsiteY416" fmla="*/ 1308694 h 1849426"/>
                <a:gd name="connsiteX417" fmla="*/ 3244392 w 6386648"/>
                <a:gd name="connsiteY417" fmla="*/ 1326719 h 1849426"/>
                <a:gd name="connsiteX418" fmla="*/ 3226368 w 6386648"/>
                <a:gd name="connsiteY418" fmla="*/ 1308694 h 1849426"/>
                <a:gd name="connsiteX419" fmla="*/ 3244392 w 6386648"/>
                <a:gd name="connsiteY419" fmla="*/ 1290670 h 1849426"/>
                <a:gd name="connsiteX420" fmla="*/ 757024 w 6386648"/>
                <a:gd name="connsiteY420" fmla="*/ 1290670 h 1849426"/>
                <a:gd name="connsiteX421" fmla="*/ 775049 w 6386648"/>
                <a:gd name="connsiteY421" fmla="*/ 1308694 h 1849426"/>
                <a:gd name="connsiteX422" fmla="*/ 757024 w 6386648"/>
                <a:gd name="connsiteY422" fmla="*/ 1326719 h 1849426"/>
                <a:gd name="connsiteX423" fmla="*/ 739000 w 6386648"/>
                <a:gd name="connsiteY423" fmla="*/ 1308694 h 1849426"/>
                <a:gd name="connsiteX424" fmla="*/ 757024 w 6386648"/>
                <a:gd name="connsiteY424" fmla="*/ 1290670 h 1849426"/>
                <a:gd name="connsiteX425" fmla="*/ 4427995 w 6386648"/>
                <a:gd name="connsiteY425" fmla="*/ 1284661 h 1849426"/>
                <a:gd name="connsiteX426" fmla="*/ 4446020 w 6386648"/>
                <a:gd name="connsiteY426" fmla="*/ 1302685 h 1849426"/>
                <a:gd name="connsiteX427" fmla="*/ 4427995 w 6386648"/>
                <a:gd name="connsiteY427" fmla="*/ 1320710 h 1849426"/>
                <a:gd name="connsiteX428" fmla="*/ 4409970 w 6386648"/>
                <a:gd name="connsiteY428" fmla="*/ 1302685 h 1849426"/>
                <a:gd name="connsiteX429" fmla="*/ 4427995 w 6386648"/>
                <a:gd name="connsiteY429" fmla="*/ 1284661 h 1849426"/>
                <a:gd name="connsiteX430" fmla="*/ 2763741 w 6386648"/>
                <a:gd name="connsiteY430" fmla="*/ 1278653 h 1849426"/>
                <a:gd name="connsiteX431" fmla="*/ 2781766 w 6386648"/>
                <a:gd name="connsiteY431" fmla="*/ 1296678 h 1849426"/>
                <a:gd name="connsiteX432" fmla="*/ 2763741 w 6386648"/>
                <a:gd name="connsiteY432" fmla="*/ 1314702 h 1849426"/>
                <a:gd name="connsiteX433" fmla="*/ 2745717 w 6386648"/>
                <a:gd name="connsiteY433" fmla="*/ 1296678 h 1849426"/>
                <a:gd name="connsiteX434" fmla="*/ 2763741 w 6386648"/>
                <a:gd name="connsiteY434" fmla="*/ 1278653 h 1849426"/>
                <a:gd name="connsiteX435" fmla="*/ 2217002 w 6386648"/>
                <a:gd name="connsiteY435" fmla="*/ 1272645 h 1849426"/>
                <a:gd name="connsiteX436" fmla="*/ 2235026 w 6386648"/>
                <a:gd name="connsiteY436" fmla="*/ 1290669 h 1849426"/>
                <a:gd name="connsiteX437" fmla="*/ 2217002 w 6386648"/>
                <a:gd name="connsiteY437" fmla="*/ 1308694 h 1849426"/>
                <a:gd name="connsiteX438" fmla="*/ 2198977 w 6386648"/>
                <a:gd name="connsiteY438" fmla="*/ 1290669 h 1849426"/>
                <a:gd name="connsiteX439" fmla="*/ 2217002 w 6386648"/>
                <a:gd name="connsiteY439" fmla="*/ 1272645 h 1849426"/>
                <a:gd name="connsiteX440" fmla="*/ 1874537 w 6386648"/>
                <a:gd name="connsiteY440" fmla="*/ 1272645 h 1849426"/>
                <a:gd name="connsiteX441" fmla="*/ 1892562 w 6386648"/>
                <a:gd name="connsiteY441" fmla="*/ 1290669 h 1849426"/>
                <a:gd name="connsiteX442" fmla="*/ 1874537 w 6386648"/>
                <a:gd name="connsiteY442" fmla="*/ 1308694 h 1849426"/>
                <a:gd name="connsiteX443" fmla="*/ 1856513 w 6386648"/>
                <a:gd name="connsiteY443" fmla="*/ 1290669 h 1849426"/>
                <a:gd name="connsiteX444" fmla="*/ 1874537 w 6386648"/>
                <a:gd name="connsiteY444" fmla="*/ 1272645 h 1849426"/>
                <a:gd name="connsiteX445" fmla="*/ 3376571 w 6386648"/>
                <a:gd name="connsiteY445" fmla="*/ 1266637 h 1849426"/>
                <a:gd name="connsiteX446" fmla="*/ 3394596 w 6386648"/>
                <a:gd name="connsiteY446" fmla="*/ 1284661 h 1849426"/>
                <a:gd name="connsiteX447" fmla="*/ 3376571 w 6386648"/>
                <a:gd name="connsiteY447" fmla="*/ 1302686 h 1849426"/>
                <a:gd name="connsiteX448" fmla="*/ 3358546 w 6386648"/>
                <a:gd name="connsiteY448" fmla="*/ 1284661 h 1849426"/>
                <a:gd name="connsiteX449" fmla="*/ 3376571 w 6386648"/>
                <a:gd name="connsiteY449" fmla="*/ 1266637 h 1849426"/>
                <a:gd name="connsiteX450" fmla="*/ 2643579 w 6386648"/>
                <a:gd name="connsiteY450" fmla="*/ 1266637 h 1849426"/>
                <a:gd name="connsiteX451" fmla="*/ 2661604 w 6386648"/>
                <a:gd name="connsiteY451" fmla="*/ 1284661 h 1849426"/>
                <a:gd name="connsiteX452" fmla="*/ 2643579 w 6386648"/>
                <a:gd name="connsiteY452" fmla="*/ 1302686 h 1849426"/>
                <a:gd name="connsiteX453" fmla="*/ 2625555 w 6386648"/>
                <a:gd name="connsiteY453" fmla="*/ 1284661 h 1849426"/>
                <a:gd name="connsiteX454" fmla="*/ 2643579 w 6386648"/>
                <a:gd name="connsiteY454" fmla="*/ 1266637 h 1849426"/>
                <a:gd name="connsiteX455" fmla="*/ 1754375 w 6386648"/>
                <a:gd name="connsiteY455" fmla="*/ 1266637 h 1849426"/>
                <a:gd name="connsiteX456" fmla="*/ 1772400 w 6386648"/>
                <a:gd name="connsiteY456" fmla="*/ 1284661 h 1849426"/>
                <a:gd name="connsiteX457" fmla="*/ 1754375 w 6386648"/>
                <a:gd name="connsiteY457" fmla="*/ 1302686 h 1849426"/>
                <a:gd name="connsiteX458" fmla="*/ 1736351 w 6386648"/>
                <a:gd name="connsiteY458" fmla="*/ 1284661 h 1849426"/>
                <a:gd name="connsiteX459" fmla="*/ 1754375 w 6386648"/>
                <a:gd name="connsiteY459" fmla="*/ 1266637 h 1849426"/>
                <a:gd name="connsiteX460" fmla="*/ 4740418 w 6386648"/>
                <a:gd name="connsiteY460" fmla="*/ 1260629 h 1849426"/>
                <a:gd name="connsiteX461" fmla="*/ 4758443 w 6386648"/>
                <a:gd name="connsiteY461" fmla="*/ 1278653 h 1849426"/>
                <a:gd name="connsiteX462" fmla="*/ 4740418 w 6386648"/>
                <a:gd name="connsiteY462" fmla="*/ 1296678 h 1849426"/>
                <a:gd name="connsiteX463" fmla="*/ 4722394 w 6386648"/>
                <a:gd name="connsiteY463" fmla="*/ 1278653 h 1849426"/>
                <a:gd name="connsiteX464" fmla="*/ 4740418 w 6386648"/>
                <a:gd name="connsiteY464" fmla="*/ 1260629 h 1849426"/>
                <a:gd name="connsiteX465" fmla="*/ 4103556 w 6386648"/>
                <a:gd name="connsiteY465" fmla="*/ 1260629 h 1849426"/>
                <a:gd name="connsiteX466" fmla="*/ 4121581 w 6386648"/>
                <a:gd name="connsiteY466" fmla="*/ 1278653 h 1849426"/>
                <a:gd name="connsiteX467" fmla="*/ 4103556 w 6386648"/>
                <a:gd name="connsiteY467" fmla="*/ 1296678 h 1849426"/>
                <a:gd name="connsiteX468" fmla="*/ 4085532 w 6386648"/>
                <a:gd name="connsiteY468" fmla="*/ 1278653 h 1849426"/>
                <a:gd name="connsiteX469" fmla="*/ 4103556 w 6386648"/>
                <a:gd name="connsiteY469" fmla="*/ 1260629 h 1849426"/>
                <a:gd name="connsiteX470" fmla="*/ 3725043 w 6386648"/>
                <a:gd name="connsiteY470" fmla="*/ 1260629 h 1849426"/>
                <a:gd name="connsiteX471" fmla="*/ 3743068 w 6386648"/>
                <a:gd name="connsiteY471" fmla="*/ 1278653 h 1849426"/>
                <a:gd name="connsiteX472" fmla="*/ 3725043 w 6386648"/>
                <a:gd name="connsiteY472" fmla="*/ 1296678 h 1849426"/>
                <a:gd name="connsiteX473" fmla="*/ 3707019 w 6386648"/>
                <a:gd name="connsiteY473" fmla="*/ 1278653 h 1849426"/>
                <a:gd name="connsiteX474" fmla="*/ 3725043 w 6386648"/>
                <a:gd name="connsiteY474" fmla="*/ 1260629 h 1849426"/>
                <a:gd name="connsiteX475" fmla="*/ 1405904 w 6386648"/>
                <a:gd name="connsiteY475" fmla="*/ 1260629 h 1849426"/>
                <a:gd name="connsiteX476" fmla="*/ 1423928 w 6386648"/>
                <a:gd name="connsiteY476" fmla="*/ 1278653 h 1849426"/>
                <a:gd name="connsiteX477" fmla="*/ 1405904 w 6386648"/>
                <a:gd name="connsiteY477" fmla="*/ 1296678 h 1849426"/>
                <a:gd name="connsiteX478" fmla="*/ 1387879 w 6386648"/>
                <a:gd name="connsiteY478" fmla="*/ 1278653 h 1849426"/>
                <a:gd name="connsiteX479" fmla="*/ 1405904 w 6386648"/>
                <a:gd name="connsiteY479" fmla="*/ 1260629 h 1849426"/>
                <a:gd name="connsiteX480" fmla="*/ 492666 w 6386648"/>
                <a:gd name="connsiteY480" fmla="*/ 1260629 h 1849426"/>
                <a:gd name="connsiteX481" fmla="*/ 510691 w 6386648"/>
                <a:gd name="connsiteY481" fmla="*/ 1278653 h 1849426"/>
                <a:gd name="connsiteX482" fmla="*/ 492666 w 6386648"/>
                <a:gd name="connsiteY482" fmla="*/ 1296678 h 1849426"/>
                <a:gd name="connsiteX483" fmla="*/ 474642 w 6386648"/>
                <a:gd name="connsiteY483" fmla="*/ 1278653 h 1849426"/>
                <a:gd name="connsiteX484" fmla="*/ 492666 w 6386648"/>
                <a:gd name="connsiteY484" fmla="*/ 1260629 h 1849426"/>
                <a:gd name="connsiteX485" fmla="*/ 4229726 w 6386648"/>
                <a:gd name="connsiteY485" fmla="*/ 1248613 h 1849426"/>
                <a:gd name="connsiteX486" fmla="*/ 4247751 w 6386648"/>
                <a:gd name="connsiteY486" fmla="*/ 1266638 h 1849426"/>
                <a:gd name="connsiteX487" fmla="*/ 4229726 w 6386648"/>
                <a:gd name="connsiteY487" fmla="*/ 1284662 h 1849426"/>
                <a:gd name="connsiteX488" fmla="*/ 4211702 w 6386648"/>
                <a:gd name="connsiteY488" fmla="*/ 1266638 h 1849426"/>
                <a:gd name="connsiteX489" fmla="*/ 4229726 w 6386648"/>
                <a:gd name="connsiteY489" fmla="*/ 1248613 h 1849426"/>
                <a:gd name="connsiteX490" fmla="*/ 2439302 w 6386648"/>
                <a:gd name="connsiteY490" fmla="*/ 1248613 h 1849426"/>
                <a:gd name="connsiteX491" fmla="*/ 2457327 w 6386648"/>
                <a:gd name="connsiteY491" fmla="*/ 1266638 h 1849426"/>
                <a:gd name="connsiteX492" fmla="*/ 2439302 w 6386648"/>
                <a:gd name="connsiteY492" fmla="*/ 1284662 h 1849426"/>
                <a:gd name="connsiteX493" fmla="*/ 2421278 w 6386648"/>
                <a:gd name="connsiteY493" fmla="*/ 1266638 h 1849426"/>
                <a:gd name="connsiteX494" fmla="*/ 2439302 w 6386648"/>
                <a:gd name="connsiteY494" fmla="*/ 1248613 h 1849426"/>
                <a:gd name="connsiteX495" fmla="*/ 2337165 w 6386648"/>
                <a:gd name="connsiteY495" fmla="*/ 1248613 h 1849426"/>
                <a:gd name="connsiteX496" fmla="*/ 2355189 w 6386648"/>
                <a:gd name="connsiteY496" fmla="*/ 1266638 h 1849426"/>
                <a:gd name="connsiteX497" fmla="*/ 2337165 w 6386648"/>
                <a:gd name="connsiteY497" fmla="*/ 1284662 h 1849426"/>
                <a:gd name="connsiteX498" fmla="*/ 2319140 w 6386648"/>
                <a:gd name="connsiteY498" fmla="*/ 1266638 h 1849426"/>
                <a:gd name="connsiteX499" fmla="*/ 2337165 w 6386648"/>
                <a:gd name="connsiteY499" fmla="*/ 1248613 h 1849426"/>
                <a:gd name="connsiteX500" fmla="*/ 2012725 w 6386648"/>
                <a:gd name="connsiteY500" fmla="*/ 1248613 h 1849426"/>
                <a:gd name="connsiteX501" fmla="*/ 2030750 w 6386648"/>
                <a:gd name="connsiteY501" fmla="*/ 1266638 h 1849426"/>
                <a:gd name="connsiteX502" fmla="*/ 2012725 w 6386648"/>
                <a:gd name="connsiteY502" fmla="*/ 1284662 h 1849426"/>
                <a:gd name="connsiteX503" fmla="*/ 1994701 w 6386648"/>
                <a:gd name="connsiteY503" fmla="*/ 1266638 h 1849426"/>
                <a:gd name="connsiteX504" fmla="*/ 2012725 w 6386648"/>
                <a:gd name="connsiteY504" fmla="*/ 1248613 h 1849426"/>
                <a:gd name="connsiteX505" fmla="*/ 1165578 w 6386648"/>
                <a:gd name="connsiteY505" fmla="*/ 1248613 h 1849426"/>
                <a:gd name="connsiteX506" fmla="*/ 1183602 w 6386648"/>
                <a:gd name="connsiteY506" fmla="*/ 1266638 h 1849426"/>
                <a:gd name="connsiteX507" fmla="*/ 1165578 w 6386648"/>
                <a:gd name="connsiteY507" fmla="*/ 1284662 h 1849426"/>
                <a:gd name="connsiteX508" fmla="*/ 1147553 w 6386648"/>
                <a:gd name="connsiteY508" fmla="*/ 1266638 h 1849426"/>
                <a:gd name="connsiteX509" fmla="*/ 1165578 w 6386648"/>
                <a:gd name="connsiteY509" fmla="*/ 1248613 h 1849426"/>
                <a:gd name="connsiteX510" fmla="*/ 3989401 w 6386648"/>
                <a:gd name="connsiteY510" fmla="*/ 1242605 h 1849426"/>
                <a:gd name="connsiteX511" fmla="*/ 4007426 w 6386648"/>
                <a:gd name="connsiteY511" fmla="*/ 1260629 h 1849426"/>
                <a:gd name="connsiteX512" fmla="*/ 3989401 w 6386648"/>
                <a:gd name="connsiteY512" fmla="*/ 1278654 h 1849426"/>
                <a:gd name="connsiteX513" fmla="*/ 3971377 w 6386648"/>
                <a:gd name="connsiteY513" fmla="*/ 1260629 h 1849426"/>
                <a:gd name="connsiteX514" fmla="*/ 3989401 w 6386648"/>
                <a:gd name="connsiteY514" fmla="*/ 1242605 h 1849426"/>
                <a:gd name="connsiteX515" fmla="*/ 1514049 w 6386648"/>
                <a:gd name="connsiteY515" fmla="*/ 1242605 h 1849426"/>
                <a:gd name="connsiteX516" fmla="*/ 1532074 w 6386648"/>
                <a:gd name="connsiteY516" fmla="*/ 1260629 h 1849426"/>
                <a:gd name="connsiteX517" fmla="*/ 1514049 w 6386648"/>
                <a:gd name="connsiteY517" fmla="*/ 1278654 h 1849426"/>
                <a:gd name="connsiteX518" fmla="*/ 1496025 w 6386648"/>
                <a:gd name="connsiteY518" fmla="*/ 1260629 h 1849426"/>
                <a:gd name="connsiteX519" fmla="*/ 1514049 w 6386648"/>
                <a:gd name="connsiteY519" fmla="*/ 1242605 h 1849426"/>
                <a:gd name="connsiteX520" fmla="*/ 3088181 w 6386648"/>
                <a:gd name="connsiteY520" fmla="*/ 1230588 h 1849426"/>
                <a:gd name="connsiteX521" fmla="*/ 3106206 w 6386648"/>
                <a:gd name="connsiteY521" fmla="*/ 1248612 h 1849426"/>
                <a:gd name="connsiteX522" fmla="*/ 3088181 w 6386648"/>
                <a:gd name="connsiteY522" fmla="*/ 1266637 h 1849426"/>
                <a:gd name="connsiteX523" fmla="*/ 3070157 w 6386648"/>
                <a:gd name="connsiteY523" fmla="*/ 1248612 h 1849426"/>
                <a:gd name="connsiteX524" fmla="*/ 3088181 w 6386648"/>
                <a:gd name="connsiteY524" fmla="*/ 1230588 h 1849426"/>
                <a:gd name="connsiteX525" fmla="*/ 895212 w 6386648"/>
                <a:gd name="connsiteY525" fmla="*/ 1230588 h 1849426"/>
                <a:gd name="connsiteX526" fmla="*/ 913236 w 6386648"/>
                <a:gd name="connsiteY526" fmla="*/ 1248612 h 1849426"/>
                <a:gd name="connsiteX527" fmla="*/ 895212 w 6386648"/>
                <a:gd name="connsiteY527" fmla="*/ 1266637 h 1849426"/>
                <a:gd name="connsiteX528" fmla="*/ 877187 w 6386648"/>
                <a:gd name="connsiteY528" fmla="*/ 1248612 h 1849426"/>
                <a:gd name="connsiteX529" fmla="*/ 895212 w 6386648"/>
                <a:gd name="connsiteY529" fmla="*/ 1230588 h 1849426"/>
                <a:gd name="connsiteX530" fmla="*/ 4626263 w 6386648"/>
                <a:gd name="connsiteY530" fmla="*/ 1224580 h 1849426"/>
                <a:gd name="connsiteX531" fmla="*/ 4644288 w 6386648"/>
                <a:gd name="connsiteY531" fmla="*/ 1242604 h 1849426"/>
                <a:gd name="connsiteX532" fmla="*/ 4626263 w 6386648"/>
                <a:gd name="connsiteY532" fmla="*/ 1260629 h 1849426"/>
                <a:gd name="connsiteX533" fmla="*/ 4608239 w 6386648"/>
                <a:gd name="connsiteY533" fmla="*/ 1242604 h 1849426"/>
                <a:gd name="connsiteX534" fmla="*/ 4626263 w 6386648"/>
                <a:gd name="connsiteY534" fmla="*/ 1224580 h 1849426"/>
                <a:gd name="connsiteX535" fmla="*/ 2547449 w 6386648"/>
                <a:gd name="connsiteY535" fmla="*/ 1224580 h 1849426"/>
                <a:gd name="connsiteX536" fmla="*/ 2565474 w 6386648"/>
                <a:gd name="connsiteY536" fmla="*/ 1242604 h 1849426"/>
                <a:gd name="connsiteX537" fmla="*/ 2547449 w 6386648"/>
                <a:gd name="connsiteY537" fmla="*/ 1260629 h 1849426"/>
                <a:gd name="connsiteX538" fmla="*/ 2529425 w 6386648"/>
                <a:gd name="connsiteY538" fmla="*/ 1242604 h 1849426"/>
                <a:gd name="connsiteX539" fmla="*/ 2547449 w 6386648"/>
                <a:gd name="connsiteY539" fmla="*/ 1224580 h 1849426"/>
                <a:gd name="connsiteX540" fmla="*/ 1628204 w 6386648"/>
                <a:gd name="connsiteY540" fmla="*/ 1224580 h 1849426"/>
                <a:gd name="connsiteX541" fmla="*/ 1646229 w 6386648"/>
                <a:gd name="connsiteY541" fmla="*/ 1242604 h 1849426"/>
                <a:gd name="connsiteX542" fmla="*/ 1628204 w 6386648"/>
                <a:gd name="connsiteY542" fmla="*/ 1260629 h 1849426"/>
                <a:gd name="connsiteX543" fmla="*/ 1610180 w 6386648"/>
                <a:gd name="connsiteY543" fmla="*/ 1242604 h 1849426"/>
                <a:gd name="connsiteX544" fmla="*/ 1628204 w 6386648"/>
                <a:gd name="connsiteY544" fmla="*/ 1224580 h 1849426"/>
                <a:gd name="connsiteX545" fmla="*/ 5052841 w 6386648"/>
                <a:gd name="connsiteY545" fmla="*/ 1212564 h 1849426"/>
                <a:gd name="connsiteX546" fmla="*/ 5070866 w 6386648"/>
                <a:gd name="connsiteY546" fmla="*/ 1230588 h 1849426"/>
                <a:gd name="connsiteX547" fmla="*/ 5052841 w 6386648"/>
                <a:gd name="connsiteY547" fmla="*/ 1248613 h 1849426"/>
                <a:gd name="connsiteX548" fmla="*/ 5034817 w 6386648"/>
                <a:gd name="connsiteY548" fmla="*/ 1230588 h 1849426"/>
                <a:gd name="connsiteX549" fmla="*/ 5052841 w 6386648"/>
                <a:gd name="connsiteY549" fmla="*/ 1212564 h 1849426"/>
                <a:gd name="connsiteX550" fmla="*/ 3845206 w 6386648"/>
                <a:gd name="connsiteY550" fmla="*/ 1206556 h 1849426"/>
                <a:gd name="connsiteX551" fmla="*/ 3863231 w 6386648"/>
                <a:gd name="connsiteY551" fmla="*/ 1224580 h 1849426"/>
                <a:gd name="connsiteX552" fmla="*/ 3845206 w 6386648"/>
                <a:gd name="connsiteY552" fmla="*/ 1242605 h 1849426"/>
                <a:gd name="connsiteX553" fmla="*/ 3827182 w 6386648"/>
                <a:gd name="connsiteY553" fmla="*/ 1224580 h 1849426"/>
                <a:gd name="connsiteX554" fmla="*/ 3845206 w 6386648"/>
                <a:gd name="connsiteY554" fmla="*/ 1206556 h 1849426"/>
                <a:gd name="connsiteX555" fmla="*/ 3604880 w 6386648"/>
                <a:gd name="connsiteY555" fmla="*/ 1206556 h 1849426"/>
                <a:gd name="connsiteX556" fmla="*/ 3622905 w 6386648"/>
                <a:gd name="connsiteY556" fmla="*/ 1224580 h 1849426"/>
                <a:gd name="connsiteX557" fmla="*/ 3604880 w 6386648"/>
                <a:gd name="connsiteY557" fmla="*/ 1242605 h 1849426"/>
                <a:gd name="connsiteX558" fmla="*/ 3586856 w 6386648"/>
                <a:gd name="connsiteY558" fmla="*/ 1224580 h 1849426"/>
                <a:gd name="connsiteX559" fmla="*/ 3604880 w 6386648"/>
                <a:gd name="connsiteY559" fmla="*/ 1206556 h 1849426"/>
                <a:gd name="connsiteX560" fmla="*/ 600813 w 6386648"/>
                <a:gd name="connsiteY560" fmla="*/ 1200548 h 1849426"/>
                <a:gd name="connsiteX561" fmla="*/ 618838 w 6386648"/>
                <a:gd name="connsiteY561" fmla="*/ 1218572 h 1849426"/>
                <a:gd name="connsiteX562" fmla="*/ 600813 w 6386648"/>
                <a:gd name="connsiteY562" fmla="*/ 1236597 h 1849426"/>
                <a:gd name="connsiteX563" fmla="*/ 582789 w 6386648"/>
                <a:gd name="connsiteY563" fmla="*/ 1218572 h 1849426"/>
                <a:gd name="connsiteX564" fmla="*/ 600813 w 6386648"/>
                <a:gd name="connsiteY564" fmla="*/ 1200548 h 1849426"/>
                <a:gd name="connsiteX565" fmla="*/ 2949994 w 6386648"/>
                <a:gd name="connsiteY565" fmla="*/ 1194539 h 1849426"/>
                <a:gd name="connsiteX566" fmla="*/ 2968019 w 6386648"/>
                <a:gd name="connsiteY566" fmla="*/ 1212563 h 1849426"/>
                <a:gd name="connsiteX567" fmla="*/ 2949994 w 6386648"/>
                <a:gd name="connsiteY567" fmla="*/ 1230588 h 1849426"/>
                <a:gd name="connsiteX568" fmla="*/ 2931970 w 6386648"/>
                <a:gd name="connsiteY568" fmla="*/ 1212563 h 1849426"/>
                <a:gd name="connsiteX569" fmla="*/ 2949994 w 6386648"/>
                <a:gd name="connsiteY569" fmla="*/ 1194539 h 1849426"/>
                <a:gd name="connsiteX570" fmla="*/ 1009366 w 6386648"/>
                <a:gd name="connsiteY570" fmla="*/ 1194539 h 1849426"/>
                <a:gd name="connsiteX571" fmla="*/ 1027391 w 6386648"/>
                <a:gd name="connsiteY571" fmla="*/ 1212563 h 1849426"/>
                <a:gd name="connsiteX572" fmla="*/ 1009366 w 6386648"/>
                <a:gd name="connsiteY572" fmla="*/ 1230588 h 1849426"/>
                <a:gd name="connsiteX573" fmla="*/ 991342 w 6386648"/>
                <a:gd name="connsiteY573" fmla="*/ 1212563 h 1849426"/>
                <a:gd name="connsiteX574" fmla="*/ 1009366 w 6386648"/>
                <a:gd name="connsiteY574" fmla="*/ 1194539 h 1849426"/>
                <a:gd name="connsiteX575" fmla="*/ 4932678 w 6386648"/>
                <a:gd name="connsiteY575" fmla="*/ 1188531 h 1849426"/>
                <a:gd name="connsiteX576" fmla="*/ 4950703 w 6386648"/>
                <a:gd name="connsiteY576" fmla="*/ 1206556 h 1849426"/>
                <a:gd name="connsiteX577" fmla="*/ 4932678 w 6386648"/>
                <a:gd name="connsiteY577" fmla="*/ 1224580 h 1849426"/>
                <a:gd name="connsiteX578" fmla="*/ 4914654 w 6386648"/>
                <a:gd name="connsiteY578" fmla="*/ 1206556 h 1849426"/>
                <a:gd name="connsiteX579" fmla="*/ 4932678 w 6386648"/>
                <a:gd name="connsiteY579" fmla="*/ 1188531 h 1849426"/>
                <a:gd name="connsiteX580" fmla="*/ 4361905 w 6386648"/>
                <a:gd name="connsiteY580" fmla="*/ 1188531 h 1849426"/>
                <a:gd name="connsiteX581" fmla="*/ 4379930 w 6386648"/>
                <a:gd name="connsiteY581" fmla="*/ 1206556 h 1849426"/>
                <a:gd name="connsiteX582" fmla="*/ 4361905 w 6386648"/>
                <a:gd name="connsiteY582" fmla="*/ 1224580 h 1849426"/>
                <a:gd name="connsiteX583" fmla="*/ 4343881 w 6386648"/>
                <a:gd name="connsiteY583" fmla="*/ 1206556 h 1849426"/>
                <a:gd name="connsiteX584" fmla="*/ 4361905 w 6386648"/>
                <a:gd name="connsiteY584" fmla="*/ 1188531 h 1849426"/>
                <a:gd name="connsiteX585" fmla="*/ 3220360 w 6386648"/>
                <a:gd name="connsiteY585" fmla="*/ 1188531 h 1849426"/>
                <a:gd name="connsiteX586" fmla="*/ 3238385 w 6386648"/>
                <a:gd name="connsiteY586" fmla="*/ 1206556 h 1849426"/>
                <a:gd name="connsiteX587" fmla="*/ 3220360 w 6386648"/>
                <a:gd name="connsiteY587" fmla="*/ 1224580 h 1849426"/>
                <a:gd name="connsiteX588" fmla="*/ 3202336 w 6386648"/>
                <a:gd name="connsiteY588" fmla="*/ 1206556 h 1849426"/>
                <a:gd name="connsiteX589" fmla="*/ 3220360 w 6386648"/>
                <a:gd name="connsiteY589" fmla="*/ 1188531 h 1849426"/>
                <a:gd name="connsiteX590" fmla="*/ 708959 w 6386648"/>
                <a:gd name="connsiteY590" fmla="*/ 1188531 h 1849426"/>
                <a:gd name="connsiteX591" fmla="*/ 726984 w 6386648"/>
                <a:gd name="connsiteY591" fmla="*/ 1206556 h 1849426"/>
                <a:gd name="connsiteX592" fmla="*/ 708959 w 6386648"/>
                <a:gd name="connsiteY592" fmla="*/ 1224580 h 1849426"/>
                <a:gd name="connsiteX593" fmla="*/ 690935 w 6386648"/>
                <a:gd name="connsiteY593" fmla="*/ 1206556 h 1849426"/>
                <a:gd name="connsiteX594" fmla="*/ 708959 w 6386648"/>
                <a:gd name="connsiteY594" fmla="*/ 1188531 h 1849426"/>
                <a:gd name="connsiteX595" fmla="*/ 4824532 w 6386648"/>
                <a:gd name="connsiteY595" fmla="*/ 1182523 h 1849426"/>
                <a:gd name="connsiteX596" fmla="*/ 4842557 w 6386648"/>
                <a:gd name="connsiteY596" fmla="*/ 1200547 h 1849426"/>
                <a:gd name="connsiteX597" fmla="*/ 4824532 w 6386648"/>
                <a:gd name="connsiteY597" fmla="*/ 1218572 h 1849426"/>
                <a:gd name="connsiteX598" fmla="*/ 4806508 w 6386648"/>
                <a:gd name="connsiteY598" fmla="*/ 1200547 h 1849426"/>
                <a:gd name="connsiteX599" fmla="*/ 4824532 w 6386648"/>
                <a:gd name="connsiteY599" fmla="*/ 1182523 h 1849426"/>
                <a:gd name="connsiteX600" fmla="*/ 1279732 w 6386648"/>
                <a:gd name="connsiteY600" fmla="*/ 1170507 h 1849426"/>
                <a:gd name="connsiteX601" fmla="*/ 1297757 w 6386648"/>
                <a:gd name="connsiteY601" fmla="*/ 1188531 h 1849426"/>
                <a:gd name="connsiteX602" fmla="*/ 1279732 w 6386648"/>
                <a:gd name="connsiteY602" fmla="*/ 1206556 h 1849426"/>
                <a:gd name="connsiteX603" fmla="*/ 1261708 w 6386648"/>
                <a:gd name="connsiteY603" fmla="*/ 1188531 h 1849426"/>
                <a:gd name="connsiteX604" fmla="*/ 1279732 w 6386648"/>
                <a:gd name="connsiteY604" fmla="*/ 1170507 h 1849426"/>
                <a:gd name="connsiteX605" fmla="*/ 3478710 w 6386648"/>
                <a:gd name="connsiteY605" fmla="*/ 1164499 h 1849426"/>
                <a:gd name="connsiteX606" fmla="*/ 3496735 w 6386648"/>
                <a:gd name="connsiteY606" fmla="*/ 1182523 h 1849426"/>
                <a:gd name="connsiteX607" fmla="*/ 3478710 w 6386648"/>
                <a:gd name="connsiteY607" fmla="*/ 1200548 h 1849426"/>
                <a:gd name="connsiteX608" fmla="*/ 3460686 w 6386648"/>
                <a:gd name="connsiteY608" fmla="*/ 1182523 h 1849426"/>
                <a:gd name="connsiteX609" fmla="*/ 3478710 w 6386648"/>
                <a:gd name="connsiteY609" fmla="*/ 1164499 h 1849426"/>
                <a:gd name="connsiteX610" fmla="*/ 2703660 w 6386648"/>
                <a:gd name="connsiteY610" fmla="*/ 1164499 h 1849426"/>
                <a:gd name="connsiteX611" fmla="*/ 2721685 w 6386648"/>
                <a:gd name="connsiteY611" fmla="*/ 1182523 h 1849426"/>
                <a:gd name="connsiteX612" fmla="*/ 2703660 w 6386648"/>
                <a:gd name="connsiteY612" fmla="*/ 1200548 h 1849426"/>
                <a:gd name="connsiteX613" fmla="*/ 2685636 w 6386648"/>
                <a:gd name="connsiteY613" fmla="*/ 1182523 h 1849426"/>
                <a:gd name="connsiteX614" fmla="*/ 2703660 w 6386648"/>
                <a:gd name="connsiteY614" fmla="*/ 1164499 h 1849426"/>
                <a:gd name="connsiteX615" fmla="*/ 4500093 w 6386648"/>
                <a:gd name="connsiteY615" fmla="*/ 1158491 h 1849426"/>
                <a:gd name="connsiteX616" fmla="*/ 4518118 w 6386648"/>
                <a:gd name="connsiteY616" fmla="*/ 1176516 h 1849426"/>
                <a:gd name="connsiteX617" fmla="*/ 4500093 w 6386648"/>
                <a:gd name="connsiteY617" fmla="*/ 1194540 h 1849426"/>
                <a:gd name="connsiteX618" fmla="*/ 4482069 w 6386648"/>
                <a:gd name="connsiteY618" fmla="*/ 1176516 h 1849426"/>
                <a:gd name="connsiteX619" fmla="*/ 4500093 w 6386648"/>
                <a:gd name="connsiteY619" fmla="*/ 1158491 h 1849426"/>
                <a:gd name="connsiteX620" fmla="*/ 4199686 w 6386648"/>
                <a:gd name="connsiteY620" fmla="*/ 1158491 h 1849426"/>
                <a:gd name="connsiteX621" fmla="*/ 4217711 w 6386648"/>
                <a:gd name="connsiteY621" fmla="*/ 1176516 h 1849426"/>
                <a:gd name="connsiteX622" fmla="*/ 4199686 w 6386648"/>
                <a:gd name="connsiteY622" fmla="*/ 1194540 h 1849426"/>
                <a:gd name="connsiteX623" fmla="*/ 4181662 w 6386648"/>
                <a:gd name="connsiteY623" fmla="*/ 1176516 h 1849426"/>
                <a:gd name="connsiteX624" fmla="*/ 4199686 w 6386648"/>
                <a:gd name="connsiteY624" fmla="*/ 1158491 h 1849426"/>
                <a:gd name="connsiteX625" fmla="*/ 2132887 w 6386648"/>
                <a:gd name="connsiteY625" fmla="*/ 1158491 h 1849426"/>
                <a:gd name="connsiteX626" fmla="*/ 2150912 w 6386648"/>
                <a:gd name="connsiteY626" fmla="*/ 1176516 h 1849426"/>
                <a:gd name="connsiteX627" fmla="*/ 2132887 w 6386648"/>
                <a:gd name="connsiteY627" fmla="*/ 1194540 h 1849426"/>
                <a:gd name="connsiteX628" fmla="*/ 2114863 w 6386648"/>
                <a:gd name="connsiteY628" fmla="*/ 1176516 h 1849426"/>
                <a:gd name="connsiteX629" fmla="*/ 2132887 w 6386648"/>
                <a:gd name="connsiteY629" fmla="*/ 1158491 h 1849426"/>
                <a:gd name="connsiteX630" fmla="*/ 1850505 w 6386648"/>
                <a:gd name="connsiteY630" fmla="*/ 1158491 h 1849426"/>
                <a:gd name="connsiteX631" fmla="*/ 1868530 w 6386648"/>
                <a:gd name="connsiteY631" fmla="*/ 1176516 h 1849426"/>
                <a:gd name="connsiteX632" fmla="*/ 1850505 w 6386648"/>
                <a:gd name="connsiteY632" fmla="*/ 1194540 h 1849426"/>
                <a:gd name="connsiteX633" fmla="*/ 1832481 w 6386648"/>
                <a:gd name="connsiteY633" fmla="*/ 1176516 h 1849426"/>
                <a:gd name="connsiteX634" fmla="*/ 1850505 w 6386648"/>
                <a:gd name="connsiteY634" fmla="*/ 1158491 h 1849426"/>
                <a:gd name="connsiteX635" fmla="*/ 3340522 w 6386648"/>
                <a:gd name="connsiteY635" fmla="*/ 1152483 h 1849426"/>
                <a:gd name="connsiteX636" fmla="*/ 3358547 w 6386648"/>
                <a:gd name="connsiteY636" fmla="*/ 1170507 h 1849426"/>
                <a:gd name="connsiteX637" fmla="*/ 3340522 w 6386648"/>
                <a:gd name="connsiteY637" fmla="*/ 1188532 h 1849426"/>
                <a:gd name="connsiteX638" fmla="*/ 3322498 w 6386648"/>
                <a:gd name="connsiteY638" fmla="*/ 1170507 h 1849426"/>
                <a:gd name="connsiteX639" fmla="*/ 3340522 w 6386648"/>
                <a:gd name="connsiteY639" fmla="*/ 1152483 h 1849426"/>
                <a:gd name="connsiteX640" fmla="*/ 2829831 w 6386648"/>
                <a:gd name="connsiteY640" fmla="*/ 1152483 h 1849426"/>
                <a:gd name="connsiteX641" fmla="*/ 2847856 w 6386648"/>
                <a:gd name="connsiteY641" fmla="*/ 1170507 h 1849426"/>
                <a:gd name="connsiteX642" fmla="*/ 2829831 w 6386648"/>
                <a:gd name="connsiteY642" fmla="*/ 1188532 h 1849426"/>
                <a:gd name="connsiteX643" fmla="*/ 2811807 w 6386648"/>
                <a:gd name="connsiteY643" fmla="*/ 1170507 h 1849426"/>
                <a:gd name="connsiteX644" fmla="*/ 2829831 w 6386648"/>
                <a:gd name="connsiteY644" fmla="*/ 1152483 h 1849426"/>
                <a:gd name="connsiteX645" fmla="*/ 2253050 w 6386648"/>
                <a:gd name="connsiteY645" fmla="*/ 1152483 h 1849426"/>
                <a:gd name="connsiteX646" fmla="*/ 2271075 w 6386648"/>
                <a:gd name="connsiteY646" fmla="*/ 1170507 h 1849426"/>
                <a:gd name="connsiteX647" fmla="*/ 2253050 w 6386648"/>
                <a:gd name="connsiteY647" fmla="*/ 1188532 h 1849426"/>
                <a:gd name="connsiteX648" fmla="*/ 2235026 w 6386648"/>
                <a:gd name="connsiteY648" fmla="*/ 1170507 h 1849426"/>
                <a:gd name="connsiteX649" fmla="*/ 2253050 w 6386648"/>
                <a:gd name="connsiteY649" fmla="*/ 1152483 h 1849426"/>
                <a:gd name="connsiteX650" fmla="*/ 1994700 w 6386648"/>
                <a:gd name="connsiteY650" fmla="*/ 1146474 h 1849426"/>
                <a:gd name="connsiteX651" fmla="*/ 2012725 w 6386648"/>
                <a:gd name="connsiteY651" fmla="*/ 1164498 h 1849426"/>
                <a:gd name="connsiteX652" fmla="*/ 1994700 w 6386648"/>
                <a:gd name="connsiteY652" fmla="*/ 1182523 h 1849426"/>
                <a:gd name="connsiteX653" fmla="*/ 1976676 w 6386648"/>
                <a:gd name="connsiteY653" fmla="*/ 1164498 h 1849426"/>
                <a:gd name="connsiteX654" fmla="*/ 1994700 w 6386648"/>
                <a:gd name="connsiteY654" fmla="*/ 1146474 h 1849426"/>
                <a:gd name="connsiteX655" fmla="*/ 1718326 w 6386648"/>
                <a:gd name="connsiteY655" fmla="*/ 1146474 h 1849426"/>
                <a:gd name="connsiteX656" fmla="*/ 1736351 w 6386648"/>
                <a:gd name="connsiteY656" fmla="*/ 1164498 h 1849426"/>
                <a:gd name="connsiteX657" fmla="*/ 1718326 w 6386648"/>
                <a:gd name="connsiteY657" fmla="*/ 1182523 h 1849426"/>
                <a:gd name="connsiteX658" fmla="*/ 1700302 w 6386648"/>
                <a:gd name="connsiteY658" fmla="*/ 1164498 h 1849426"/>
                <a:gd name="connsiteX659" fmla="*/ 1718326 w 6386648"/>
                <a:gd name="connsiteY659" fmla="*/ 1146474 h 1849426"/>
                <a:gd name="connsiteX660" fmla="*/ 1129529 w 6386648"/>
                <a:gd name="connsiteY660" fmla="*/ 1146474 h 1849426"/>
                <a:gd name="connsiteX661" fmla="*/ 1147554 w 6386648"/>
                <a:gd name="connsiteY661" fmla="*/ 1164498 h 1849426"/>
                <a:gd name="connsiteX662" fmla="*/ 1129529 w 6386648"/>
                <a:gd name="connsiteY662" fmla="*/ 1182523 h 1849426"/>
                <a:gd name="connsiteX663" fmla="*/ 1111505 w 6386648"/>
                <a:gd name="connsiteY663" fmla="*/ 1164498 h 1849426"/>
                <a:gd name="connsiteX664" fmla="*/ 1129529 w 6386648"/>
                <a:gd name="connsiteY664" fmla="*/ 1146474 h 1849426"/>
                <a:gd name="connsiteX665" fmla="*/ 498674 w 6386648"/>
                <a:gd name="connsiteY665" fmla="*/ 1140466 h 1849426"/>
                <a:gd name="connsiteX666" fmla="*/ 516699 w 6386648"/>
                <a:gd name="connsiteY666" fmla="*/ 1158490 h 1849426"/>
                <a:gd name="connsiteX667" fmla="*/ 498674 w 6386648"/>
                <a:gd name="connsiteY667" fmla="*/ 1176515 h 1849426"/>
                <a:gd name="connsiteX668" fmla="*/ 480650 w 6386648"/>
                <a:gd name="connsiteY668" fmla="*/ 1158490 h 1849426"/>
                <a:gd name="connsiteX669" fmla="*/ 498674 w 6386648"/>
                <a:gd name="connsiteY669" fmla="*/ 1140466 h 1849426"/>
                <a:gd name="connsiteX670" fmla="*/ 3707019 w 6386648"/>
                <a:gd name="connsiteY670" fmla="*/ 1134458 h 1849426"/>
                <a:gd name="connsiteX671" fmla="*/ 3725044 w 6386648"/>
                <a:gd name="connsiteY671" fmla="*/ 1152482 h 1849426"/>
                <a:gd name="connsiteX672" fmla="*/ 3707019 w 6386648"/>
                <a:gd name="connsiteY672" fmla="*/ 1170507 h 1849426"/>
                <a:gd name="connsiteX673" fmla="*/ 3688994 w 6386648"/>
                <a:gd name="connsiteY673" fmla="*/ 1152482 h 1849426"/>
                <a:gd name="connsiteX674" fmla="*/ 3707019 w 6386648"/>
                <a:gd name="connsiteY674" fmla="*/ 1134458 h 1849426"/>
                <a:gd name="connsiteX675" fmla="*/ 799081 w 6386648"/>
                <a:gd name="connsiteY675" fmla="*/ 1134458 h 1849426"/>
                <a:gd name="connsiteX676" fmla="*/ 817106 w 6386648"/>
                <a:gd name="connsiteY676" fmla="*/ 1152482 h 1849426"/>
                <a:gd name="connsiteX677" fmla="*/ 799081 w 6386648"/>
                <a:gd name="connsiteY677" fmla="*/ 1170507 h 1849426"/>
                <a:gd name="connsiteX678" fmla="*/ 781057 w 6386648"/>
                <a:gd name="connsiteY678" fmla="*/ 1152482 h 1849426"/>
                <a:gd name="connsiteX679" fmla="*/ 799081 w 6386648"/>
                <a:gd name="connsiteY679" fmla="*/ 1134458 h 1849426"/>
                <a:gd name="connsiteX680" fmla="*/ 384520 w 6386648"/>
                <a:gd name="connsiteY680" fmla="*/ 1134458 h 1849426"/>
                <a:gd name="connsiteX681" fmla="*/ 402545 w 6386648"/>
                <a:gd name="connsiteY681" fmla="*/ 1152482 h 1849426"/>
                <a:gd name="connsiteX682" fmla="*/ 384520 w 6386648"/>
                <a:gd name="connsiteY682" fmla="*/ 1170507 h 1849426"/>
                <a:gd name="connsiteX683" fmla="*/ 366496 w 6386648"/>
                <a:gd name="connsiteY683" fmla="*/ 1152482 h 1849426"/>
                <a:gd name="connsiteX684" fmla="*/ 384520 w 6386648"/>
                <a:gd name="connsiteY684" fmla="*/ 1134458 h 1849426"/>
                <a:gd name="connsiteX685" fmla="*/ 3935328 w 6386648"/>
                <a:gd name="connsiteY685" fmla="*/ 1128450 h 1849426"/>
                <a:gd name="connsiteX686" fmla="*/ 3953353 w 6386648"/>
                <a:gd name="connsiteY686" fmla="*/ 1146475 h 1849426"/>
                <a:gd name="connsiteX687" fmla="*/ 3935328 w 6386648"/>
                <a:gd name="connsiteY687" fmla="*/ 1164499 h 1849426"/>
                <a:gd name="connsiteX688" fmla="*/ 3917304 w 6386648"/>
                <a:gd name="connsiteY688" fmla="*/ 1146475 h 1849426"/>
                <a:gd name="connsiteX689" fmla="*/ 3935328 w 6386648"/>
                <a:gd name="connsiteY689" fmla="*/ 1128450 h 1849426"/>
                <a:gd name="connsiteX690" fmla="*/ 1514049 w 6386648"/>
                <a:gd name="connsiteY690" fmla="*/ 1128450 h 1849426"/>
                <a:gd name="connsiteX691" fmla="*/ 1532074 w 6386648"/>
                <a:gd name="connsiteY691" fmla="*/ 1146475 h 1849426"/>
                <a:gd name="connsiteX692" fmla="*/ 1514049 w 6386648"/>
                <a:gd name="connsiteY692" fmla="*/ 1164499 h 1849426"/>
                <a:gd name="connsiteX693" fmla="*/ 1496025 w 6386648"/>
                <a:gd name="connsiteY693" fmla="*/ 1146475 h 1849426"/>
                <a:gd name="connsiteX694" fmla="*/ 1514049 w 6386648"/>
                <a:gd name="connsiteY694" fmla="*/ 1128450 h 1849426"/>
                <a:gd name="connsiteX695" fmla="*/ 4650296 w 6386648"/>
                <a:gd name="connsiteY695" fmla="*/ 1122442 h 1849426"/>
                <a:gd name="connsiteX696" fmla="*/ 4668321 w 6386648"/>
                <a:gd name="connsiteY696" fmla="*/ 1140466 h 1849426"/>
                <a:gd name="connsiteX697" fmla="*/ 4650296 w 6386648"/>
                <a:gd name="connsiteY697" fmla="*/ 1158491 h 1849426"/>
                <a:gd name="connsiteX698" fmla="*/ 4632272 w 6386648"/>
                <a:gd name="connsiteY698" fmla="*/ 1140466 h 1849426"/>
                <a:gd name="connsiteX699" fmla="*/ 4650296 w 6386648"/>
                <a:gd name="connsiteY699" fmla="*/ 1122442 h 1849426"/>
                <a:gd name="connsiteX700" fmla="*/ 4073515 w 6386648"/>
                <a:gd name="connsiteY700" fmla="*/ 1122442 h 1849426"/>
                <a:gd name="connsiteX701" fmla="*/ 4091540 w 6386648"/>
                <a:gd name="connsiteY701" fmla="*/ 1140466 h 1849426"/>
                <a:gd name="connsiteX702" fmla="*/ 4073515 w 6386648"/>
                <a:gd name="connsiteY702" fmla="*/ 1158491 h 1849426"/>
                <a:gd name="connsiteX703" fmla="*/ 4055491 w 6386648"/>
                <a:gd name="connsiteY703" fmla="*/ 1140466 h 1849426"/>
                <a:gd name="connsiteX704" fmla="*/ 4073515 w 6386648"/>
                <a:gd name="connsiteY704" fmla="*/ 1122442 h 1849426"/>
                <a:gd name="connsiteX705" fmla="*/ 2475351 w 6386648"/>
                <a:gd name="connsiteY705" fmla="*/ 1122442 h 1849426"/>
                <a:gd name="connsiteX706" fmla="*/ 2493376 w 6386648"/>
                <a:gd name="connsiteY706" fmla="*/ 1140466 h 1849426"/>
                <a:gd name="connsiteX707" fmla="*/ 2475351 w 6386648"/>
                <a:gd name="connsiteY707" fmla="*/ 1158491 h 1849426"/>
                <a:gd name="connsiteX708" fmla="*/ 2457326 w 6386648"/>
                <a:gd name="connsiteY708" fmla="*/ 1140466 h 1849426"/>
                <a:gd name="connsiteX709" fmla="*/ 2475351 w 6386648"/>
                <a:gd name="connsiteY709" fmla="*/ 1122442 h 1849426"/>
                <a:gd name="connsiteX710" fmla="*/ 1393887 w 6386648"/>
                <a:gd name="connsiteY710" fmla="*/ 1122442 h 1849426"/>
                <a:gd name="connsiteX711" fmla="*/ 1411912 w 6386648"/>
                <a:gd name="connsiteY711" fmla="*/ 1140466 h 1849426"/>
                <a:gd name="connsiteX712" fmla="*/ 1393887 w 6386648"/>
                <a:gd name="connsiteY712" fmla="*/ 1158491 h 1849426"/>
                <a:gd name="connsiteX713" fmla="*/ 1375863 w 6386648"/>
                <a:gd name="connsiteY713" fmla="*/ 1140466 h 1849426"/>
                <a:gd name="connsiteX714" fmla="*/ 1393887 w 6386648"/>
                <a:gd name="connsiteY714" fmla="*/ 1122442 h 1849426"/>
                <a:gd name="connsiteX715" fmla="*/ 3058140 w 6386648"/>
                <a:gd name="connsiteY715" fmla="*/ 1116434 h 1849426"/>
                <a:gd name="connsiteX716" fmla="*/ 3076165 w 6386648"/>
                <a:gd name="connsiteY716" fmla="*/ 1134458 h 1849426"/>
                <a:gd name="connsiteX717" fmla="*/ 3058140 w 6386648"/>
                <a:gd name="connsiteY717" fmla="*/ 1152483 h 1849426"/>
                <a:gd name="connsiteX718" fmla="*/ 3040116 w 6386648"/>
                <a:gd name="connsiteY718" fmla="*/ 1134458 h 1849426"/>
                <a:gd name="connsiteX719" fmla="*/ 3058140 w 6386648"/>
                <a:gd name="connsiteY719" fmla="*/ 1116434 h 1849426"/>
                <a:gd name="connsiteX720" fmla="*/ 4800499 w 6386648"/>
                <a:gd name="connsiteY720" fmla="*/ 1092401 h 1849426"/>
                <a:gd name="connsiteX721" fmla="*/ 4818524 w 6386648"/>
                <a:gd name="connsiteY721" fmla="*/ 1110425 h 1849426"/>
                <a:gd name="connsiteX722" fmla="*/ 4800499 w 6386648"/>
                <a:gd name="connsiteY722" fmla="*/ 1128450 h 1849426"/>
                <a:gd name="connsiteX723" fmla="*/ 4782475 w 6386648"/>
                <a:gd name="connsiteY723" fmla="*/ 1110425 h 1849426"/>
                <a:gd name="connsiteX724" fmla="*/ 4800499 w 6386648"/>
                <a:gd name="connsiteY724" fmla="*/ 1092401 h 1849426"/>
                <a:gd name="connsiteX725" fmla="*/ 2349180 w 6386648"/>
                <a:gd name="connsiteY725" fmla="*/ 1092401 h 1849426"/>
                <a:gd name="connsiteX726" fmla="*/ 2367205 w 6386648"/>
                <a:gd name="connsiteY726" fmla="*/ 1110425 h 1849426"/>
                <a:gd name="connsiteX727" fmla="*/ 2349180 w 6386648"/>
                <a:gd name="connsiteY727" fmla="*/ 1128450 h 1849426"/>
                <a:gd name="connsiteX728" fmla="*/ 2331156 w 6386648"/>
                <a:gd name="connsiteY728" fmla="*/ 1110425 h 1849426"/>
                <a:gd name="connsiteX729" fmla="*/ 2349180 w 6386648"/>
                <a:gd name="connsiteY729" fmla="*/ 1092401 h 1849426"/>
                <a:gd name="connsiteX730" fmla="*/ 931260 w 6386648"/>
                <a:gd name="connsiteY730" fmla="*/ 1092401 h 1849426"/>
                <a:gd name="connsiteX731" fmla="*/ 949285 w 6386648"/>
                <a:gd name="connsiteY731" fmla="*/ 1110425 h 1849426"/>
                <a:gd name="connsiteX732" fmla="*/ 931260 w 6386648"/>
                <a:gd name="connsiteY732" fmla="*/ 1128450 h 1849426"/>
                <a:gd name="connsiteX733" fmla="*/ 913236 w 6386648"/>
                <a:gd name="connsiteY733" fmla="*/ 1110425 h 1849426"/>
                <a:gd name="connsiteX734" fmla="*/ 931260 w 6386648"/>
                <a:gd name="connsiteY734" fmla="*/ 1092401 h 1849426"/>
                <a:gd name="connsiteX735" fmla="*/ 4986752 w 6386648"/>
                <a:gd name="connsiteY735" fmla="*/ 1086393 h 1849426"/>
                <a:gd name="connsiteX736" fmla="*/ 5004777 w 6386648"/>
                <a:gd name="connsiteY736" fmla="*/ 1104417 h 1849426"/>
                <a:gd name="connsiteX737" fmla="*/ 4986752 w 6386648"/>
                <a:gd name="connsiteY737" fmla="*/ 1122442 h 1849426"/>
                <a:gd name="connsiteX738" fmla="*/ 4968728 w 6386648"/>
                <a:gd name="connsiteY738" fmla="*/ 1104417 h 1849426"/>
                <a:gd name="connsiteX739" fmla="*/ 4986752 w 6386648"/>
                <a:gd name="connsiteY739" fmla="*/ 1086393 h 1849426"/>
                <a:gd name="connsiteX740" fmla="*/ 3815165 w 6386648"/>
                <a:gd name="connsiteY740" fmla="*/ 1086393 h 1849426"/>
                <a:gd name="connsiteX741" fmla="*/ 3833190 w 6386648"/>
                <a:gd name="connsiteY741" fmla="*/ 1104417 h 1849426"/>
                <a:gd name="connsiteX742" fmla="*/ 3815165 w 6386648"/>
                <a:gd name="connsiteY742" fmla="*/ 1122442 h 1849426"/>
                <a:gd name="connsiteX743" fmla="*/ 3797141 w 6386648"/>
                <a:gd name="connsiteY743" fmla="*/ 1104417 h 1849426"/>
                <a:gd name="connsiteX744" fmla="*/ 3815165 w 6386648"/>
                <a:gd name="connsiteY744" fmla="*/ 1086393 h 1849426"/>
                <a:gd name="connsiteX745" fmla="*/ 3586856 w 6386648"/>
                <a:gd name="connsiteY745" fmla="*/ 1086393 h 1849426"/>
                <a:gd name="connsiteX746" fmla="*/ 3604881 w 6386648"/>
                <a:gd name="connsiteY746" fmla="*/ 1104417 h 1849426"/>
                <a:gd name="connsiteX747" fmla="*/ 3586856 w 6386648"/>
                <a:gd name="connsiteY747" fmla="*/ 1122442 h 1849426"/>
                <a:gd name="connsiteX748" fmla="*/ 3568831 w 6386648"/>
                <a:gd name="connsiteY748" fmla="*/ 1104417 h 1849426"/>
                <a:gd name="connsiteX749" fmla="*/ 3586856 w 6386648"/>
                <a:gd name="connsiteY749" fmla="*/ 1086393 h 1849426"/>
                <a:gd name="connsiteX750" fmla="*/ 3166287 w 6386648"/>
                <a:gd name="connsiteY750" fmla="*/ 1086393 h 1849426"/>
                <a:gd name="connsiteX751" fmla="*/ 3184312 w 6386648"/>
                <a:gd name="connsiteY751" fmla="*/ 1104417 h 1849426"/>
                <a:gd name="connsiteX752" fmla="*/ 3166287 w 6386648"/>
                <a:gd name="connsiteY752" fmla="*/ 1122442 h 1849426"/>
                <a:gd name="connsiteX753" fmla="*/ 3148262 w 6386648"/>
                <a:gd name="connsiteY753" fmla="*/ 1104417 h 1849426"/>
                <a:gd name="connsiteX754" fmla="*/ 3166287 w 6386648"/>
                <a:gd name="connsiteY754" fmla="*/ 1086393 h 1849426"/>
                <a:gd name="connsiteX755" fmla="*/ 2595514 w 6386648"/>
                <a:gd name="connsiteY755" fmla="*/ 1086393 h 1849426"/>
                <a:gd name="connsiteX756" fmla="*/ 2613539 w 6386648"/>
                <a:gd name="connsiteY756" fmla="*/ 1104417 h 1849426"/>
                <a:gd name="connsiteX757" fmla="*/ 2595514 w 6386648"/>
                <a:gd name="connsiteY757" fmla="*/ 1122442 h 1849426"/>
                <a:gd name="connsiteX758" fmla="*/ 2577489 w 6386648"/>
                <a:gd name="connsiteY758" fmla="*/ 1104417 h 1849426"/>
                <a:gd name="connsiteX759" fmla="*/ 2595514 w 6386648"/>
                <a:gd name="connsiteY759" fmla="*/ 1086393 h 1849426"/>
                <a:gd name="connsiteX760" fmla="*/ 1628204 w 6386648"/>
                <a:gd name="connsiteY760" fmla="*/ 1074377 h 1849426"/>
                <a:gd name="connsiteX761" fmla="*/ 1646229 w 6386648"/>
                <a:gd name="connsiteY761" fmla="*/ 1092401 h 1849426"/>
                <a:gd name="connsiteX762" fmla="*/ 1628204 w 6386648"/>
                <a:gd name="connsiteY762" fmla="*/ 1110426 h 1849426"/>
                <a:gd name="connsiteX763" fmla="*/ 1610180 w 6386648"/>
                <a:gd name="connsiteY763" fmla="*/ 1092401 h 1849426"/>
                <a:gd name="connsiteX764" fmla="*/ 1628204 w 6386648"/>
                <a:gd name="connsiteY764" fmla="*/ 1074377 h 1849426"/>
                <a:gd name="connsiteX765" fmla="*/ 642870 w 6386648"/>
                <a:gd name="connsiteY765" fmla="*/ 1074377 h 1849426"/>
                <a:gd name="connsiteX766" fmla="*/ 660895 w 6386648"/>
                <a:gd name="connsiteY766" fmla="*/ 1092401 h 1849426"/>
                <a:gd name="connsiteX767" fmla="*/ 642870 w 6386648"/>
                <a:gd name="connsiteY767" fmla="*/ 1110426 h 1849426"/>
                <a:gd name="connsiteX768" fmla="*/ 624846 w 6386648"/>
                <a:gd name="connsiteY768" fmla="*/ 1092401 h 1849426"/>
                <a:gd name="connsiteX769" fmla="*/ 642870 w 6386648"/>
                <a:gd name="connsiteY769" fmla="*/ 1074377 h 1849426"/>
                <a:gd name="connsiteX770" fmla="*/ 2925961 w 6386648"/>
                <a:gd name="connsiteY770" fmla="*/ 1068369 h 1849426"/>
                <a:gd name="connsiteX771" fmla="*/ 2943986 w 6386648"/>
                <a:gd name="connsiteY771" fmla="*/ 1086394 h 1849426"/>
                <a:gd name="connsiteX772" fmla="*/ 2925961 w 6386648"/>
                <a:gd name="connsiteY772" fmla="*/ 1104418 h 1849426"/>
                <a:gd name="connsiteX773" fmla="*/ 2907936 w 6386648"/>
                <a:gd name="connsiteY773" fmla="*/ 1086394 h 1849426"/>
                <a:gd name="connsiteX774" fmla="*/ 2925961 w 6386648"/>
                <a:gd name="connsiteY774" fmla="*/ 1068369 h 1849426"/>
                <a:gd name="connsiteX775" fmla="*/ 3424636 w 6386648"/>
                <a:gd name="connsiteY775" fmla="*/ 1062360 h 1849426"/>
                <a:gd name="connsiteX776" fmla="*/ 3442661 w 6386648"/>
                <a:gd name="connsiteY776" fmla="*/ 1080384 h 1849426"/>
                <a:gd name="connsiteX777" fmla="*/ 3424636 w 6386648"/>
                <a:gd name="connsiteY777" fmla="*/ 1098409 h 1849426"/>
                <a:gd name="connsiteX778" fmla="*/ 3406612 w 6386648"/>
                <a:gd name="connsiteY778" fmla="*/ 1080384 h 1849426"/>
                <a:gd name="connsiteX779" fmla="*/ 3424636 w 6386648"/>
                <a:gd name="connsiteY779" fmla="*/ 1062360 h 1849426"/>
                <a:gd name="connsiteX780" fmla="*/ 1249691 w 6386648"/>
                <a:gd name="connsiteY780" fmla="*/ 1062360 h 1849426"/>
                <a:gd name="connsiteX781" fmla="*/ 1267716 w 6386648"/>
                <a:gd name="connsiteY781" fmla="*/ 1080384 h 1849426"/>
                <a:gd name="connsiteX782" fmla="*/ 1249691 w 6386648"/>
                <a:gd name="connsiteY782" fmla="*/ 1098409 h 1849426"/>
                <a:gd name="connsiteX783" fmla="*/ 1231667 w 6386648"/>
                <a:gd name="connsiteY783" fmla="*/ 1080384 h 1849426"/>
                <a:gd name="connsiteX784" fmla="*/ 1249691 w 6386648"/>
                <a:gd name="connsiteY784" fmla="*/ 1062360 h 1849426"/>
                <a:gd name="connsiteX785" fmla="*/ 1075456 w 6386648"/>
                <a:gd name="connsiteY785" fmla="*/ 1062360 h 1849426"/>
                <a:gd name="connsiteX786" fmla="*/ 1093480 w 6386648"/>
                <a:gd name="connsiteY786" fmla="*/ 1080384 h 1849426"/>
                <a:gd name="connsiteX787" fmla="*/ 1075456 w 6386648"/>
                <a:gd name="connsiteY787" fmla="*/ 1098409 h 1849426"/>
                <a:gd name="connsiteX788" fmla="*/ 1057431 w 6386648"/>
                <a:gd name="connsiteY788" fmla="*/ 1080384 h 1849426"/>
                <a:gd name="connsiteX789" fmla="*/ 1075456 w 6386648"/>
                <a:gd name="connsiteY789" fmla="*/ 1062360 h 1849426"/>
                <a:gd name="connsiteX790" fmla="*/ 1928611 w 6386648"/>
                <a:gd name="connsiteY790" fmla="*/ 1056352 h 1849426"/>
                <a:gd name="connsiteX791" fmla="*/ 1946636 w 6386648"/>
                <a:gd name="connsiteY791" fmla="*/ 1074376 h 1849426"/>
                <a:gd name="connsiteX792" fmla="*/ 1928611 w 6386648"/>
                <a:gd name="connsiteY792" fmla="*/ 1092401 h 1849426"/>
                <a:gd name="connsiteX793" fmla="*/ 1910587 w 6386648"/>
                <a:gd name="connsiteY793" fmla="*/ 1074376 h 1849426"/>
                <a:gd name="connsiteX794" fmla="*/ 1928611 w 6386648"/>
                <a:gd name="connsiteY794" fmla="*/ 1056352 h 1849426"/>
                <a:gd name="connsiteX795" fmla="*/ 2709668 w 6386648"/>
                <a:gd name="connsiteY795" fmla="*/ 1044336 h 1849426"/>
                <a:gd name="connsiteX796" fmla="*/ 2727693 w 6386648"/>
                <a:gd name="connsiteY796" fmla="*/ 1062360 h 1849426"/>
                <a:gd name="connsiteX797" fmla="*/ 2709668 w 6386648"/>
                <a:gd name="connsiteY797" fmla="*/ 1080385 h 1849426"/>
                <a:gd name="connsiteX798" fmla="*/ 2691644 w 6386648"/>
                <a:gd name="connsiteY798" fmla="*/ 1062360 h 1849426"/>
                <a:gd name="connsiteX799" fmla="*/ 2709668 w 6386648"/>
                <a:gd name="connsiteY799" fmla="*/ 1044336 h 1849426"/>
                <a:gd name="connsiteX800" fmla="*/ 1784415 w 6386648"/>
                <a:gd name="connsiteY800" fmla="*/ 1044336 h 1849426"/>
                <a:gd name="connsiteX801" fmla="*/ 1802440 w 6386648"/>
                <a:gd name="connsiteY801" fmla="*/ 1062360 h 1849426"/>
                <a:gd name="connsiteX802" fmla="*/ 1784415 w 6386648"/>
                <a:gd name="connsiteY802" fmla="*/ 1080385 h 1849426"/>
                <a:gd name="connsiteX803" fmla="*/ 1766391 w 6386648"/>
                <a:gd name="connsiteY803" fmla="*/ 1062360 h 1849426"/>
                <a:gd name="connsiteX804" fmla="*/ 1784415 w 6386648"/>
                <a:gd name="connsiteY804" fmla="*/ 1044336 h 1849426"/>
                <a:gd name="connsiteX805" fmla="*/ 3292457 w 6386648"/>
                <a:gd name="connsiteY805" fmla="*/ 1038328 h 1849426"/>
                <a:gd name="connsiteX806" fmla="*/ 3310482 w 6386648"/>
                <a:gd name="connsiteY806" fmla="*/ 1056353 h 1849426"/>
                <a:gd name="connsiteX807" fmla="*/ 3292457 w 6386648"/>
                <a:gd name="connsiteY807" fmla="*/ 1074377 h 1849426"/>
                <a:gd name="connsiteX808" fmla="*/ 3274433 w 6386648"/>
                <a:gd name="connsiteY808" fmla="*/ 1056353 h 1849426"/>
                <a:gd name="connsiteX809" fmla="*/ 3292457 w 6386648"/>
                <a:gd name="connsiteY809" fmla="*/ 1038328 h 1849426"/>
                <a:gd name="connsiteX810" fmla="*/ 2198977 w 6386648"/>
                <a:gd name="connsiteY810" fmla="*/ 1038328 h 1849426"/>
                <a:gd name="connsiteX811" fmla="*/ 2217002 w 6386648"/>
                <a:gd name="connsiteY811" fmla="*/ 1056353 h 1849426"/>
                <a:gd name="connsiteX812" fmla="*/ 2198977 w 6386648"/>
                <a:gd name="connsiteY812" fmla="*/ 1074377 h 1849426"/>
                <a:gd name="connsiteX813" fmla="*/ 2180953 w 6386648"/>
                <a:gd name="connsiteY813" fmla="*/ 1056353 h 1849426"/>
                <a:gd name="connsiteX814" fmla="*/ 2198977 w 6386648"/>
                <a:gd name="connsiteY814" fmla="*/ 1038328 h 1849426"/>
                <a:gd name="connsiteX815" fmla="*/ 2078814 w 6386648"/>
                <a:gd name="connsiteY815" fmla="*/ 1032320 h 1849426"/>
                <a:gd name="connsiteX816" fmla="*/ 2096839 w 6386648"/>
                <a:gd name="connsiteY816" fmla="*/ 1050344 h 1849426"/>
                <a:gd name="connsiteX817" fmla="*/ 2078814 w 6386648"/>
                <a:gd name="connsiteY817" fmla="*/ 1068369 h 1849426"/>
                <a:gd name="connsiteX818" fmla="*/ 2060790 w 6386648"/>
                <a:gd name="connsiteY818" fmla="*/ 1050344 h 1849426"/>
                <a:gd name="connsiteX819" fmla="*/ 2078814 w 6386648"/>
                <a:gd name="connsiteY819" fmla="*/ 1032320 h 1849426"/>
                <a:gd name="connsiteX820" fmla="*/ 3983393 w 6386648"/>
                <a:gd name="connsiteY820" fmla="*/ 1026312 h 1849426"/>
                <a:gd name="connsiteX821" fmla="*/ 4001418 w 6386648"/>
                <a:gd name="connsiteY821" fmla="*/ 1044336 h 1849426"/>
                <a:gd name="connsiteX822" fmla="*/ 3983393 w 6386648"/>
                <a:gd name="connsiteY822" fmla="*/ 1062361 h 1849426"/>
                <a:gd name="connsiteX823" fmla="*/ 3965369 w 6386648"/>
                <a:gd name="connsiteY823" fmla="*/ 1044336 h 1849426"/>
                <a:gd name="connsiteX824" fmla="*/ 3983393 w 6386648"/>
                <a:gd name="connsiteY824" fmla="*/ 1026312 h 1849426"/>
                <a:gd name="connsiteX825" fmla="*/ 817106 w 6386648"/>
                <a:gd name="connsiteY825" fmla="*/ 1020304 h 1849426"/>
                <a:gd name="connsiteX826" fmla="*/ 829123 w 6386648"/>
                <a:gd name="connsiteY826" fmla="*/ 1032320 h 1849426"/>
                <a:gd name="connsiteX827" fmla="*/ 817106 w 6386648"/>
                <a:gd name="connsiteY827" fmla="*/ 1044336 h 1849426"/>
                <a:gd name="connsiteX828" fmla="*/ 805090 w 6386648"/>
                <a:gd name="connsiteY828" fmla="*/ 1032320 h 1849426"/>
                <a:gd name="connsiteX829" fmla="*/ 817106 w 6386648"/>
                <a:gd name="connsiteY829" fmla="*/ 1020304 h 1849426"/>
                <a:gd name="connsiteX830" fmla="*/ 2817815 w 6386648"/>
                <a:gd name="connsiteY830" fmla="*/ 1014295 h 1849426"/>
                <a:gd name="connsiteX831" fmla="*/ 2835840 w 6386648"/>
                <a:gd name="connsiteY831" fmla="*/ 1032319 h 1849426"/>
                <a:gd name="connsiteX832" fmla="*/ 2817815 w 6386648"/>
                <a:gd name="connsiteY832" fmla="*/ 1050344 h 1849426"/>
                <a:gd name="connsiteX833" fmla="*/ 2799791 w 6386648"/>
                <a:gd name="connsiteY833" fmla="*/ 1032319 h 1849426"/>
                <a:gd name="connsiteX834" fmla="*/ 2817815 w 6386648"/>
                <a:gd name="connsiteY834" fmla="*/ 1014295 h 1849426"/>
                <a:gd name="connsiteX835" fmla="*/ 2445310 w 6386648"/>
                <a:gd name="connsiteY835" fmla="*/ 1014295 h 1849426"/>
                <a:gd name="connsiteX836" fmla="*/ 2463335 w 6386648"/>
                <a:gd name="connsiteY836" fmla="*/ 1032319 h 1849426"/>
                <a:gd name="connsiteX837" fmla="*/ 2445310 w 6386648"/>
                <a:gd name="connsiteY837" fmla="*/ 1050344 h 1849426"/>
                <a:gd name="connsiteX838" fmla="*/ 2427285 w 6386648"/>
                <a:gd name="connsiteY838" fmla="*/ 1032319 h 1849426"/>
                <a:gd name="connsiteX839" fmla="*/ 2445310 w 6386648"/>
                <a:gd name="connsiteY839" fmla="*/ 1014295 h 1849426"/>
                <a:gd name="connsiteX840" fmla="*/ 420569 w 6386648"/>
                <a:gd name="connsiteY840" fmla="*/ 1014295 h 1849426"/>
                <a:gd name="connsiteX841" fmla="*/ 438594 w 6386648"/>
                <a:gd name="connsiteY841" fmla="*/ 1032319 h 1849426"/>
                <a:gd name="connsiteX842" fmla="*/ 420569 w 6386648"/>
                <a:gd name="connsiteY842" fmla="*/ 1050344 h 1849426"/>
                <a:gd name="connsiteX843" fmla="*/ 402545 w 6386648"/>
                <a:gd name="connsiteY843" fmla="*/ 1032319 h 1849426"/>
                <a:gd name="connsiteX844" fmla="*/ 420569 w 6386648"/>
                <a:gd name="connsiteY844" fmla="*/ 1014295 h 1849426"/>
                <a:gd name="connsiteX845" fmla="*/ 1520057 w 6386648"/>
                <a:gd name="connsiteY845" fmla="*/ 1008287 h 1849426"/>
                <a:gd name="connsiteX846" fmla="*/ 1538082 w 6386648"/>
                <a:gd name="connsiteY846" fmla="*/ 1026312 h 1849426"/>
                <a:gd name="connsiteX847" fmla="*/ 1520057 w 6386648"/>
                <a:gd name="connsiteY847" fmla="*/ 1044336 h 1849426"/>
                <a:gd name="connsiteX848" fmla="*/ 1502033 w 6386648"/>
                <a:gd name="connsiteY848" fmla="*/ 1026312 h 1849426"/>
                <a:gd name="connsiteX849" fmla="*/ 1520057 w 6386648"/>
                <a:gd name="connsiteY849" fmla="*/ 1008287 h 1849426"/>
                <a:gd name="connsiteX850" fmla="*/ 1387878 w 6386648"/>
                <a:gd name="connsiteY850" fmla="*/ 1008287 h 1849426"/>
                <a:gd name="connsiteX851" fmla="*/ 1405903 w 6386648"/>
                <a:gd name="connsiteY851" fmla="*/ 1026312 h 1849426"/>
                <a:gd name="connsiteX852" fmla="*/ 1387878 w 6386648"/>
                <a:gd name="connsiteY852" fmla="*/ 1044336 h 1849426"/>
                <a:gd name="connsiteX853" fmla="*/ 1369854 w 6386648"/>
                <a:gd name="connsiteY853" fmla="*/ 1026312 h 1849426"/>
                <a:gd name="connsiteX854" fmla="*/ 1387878 w 6386648"/>
                <a:gd name="connsiteY854" fmla="*/ 1008287 h 1849426"/>
                <a:gd name="connsiteX855" fmla="*/ 534724 w 6386648"/>
                <a:gd name="connsiteY855" fmla="*/ 1008287 h 1849426"/>
                <a:gd name="connsiteX856" fmla="*/ 552748 w 6386648"/>
                <a:gd name="connsiteY856" fmla="*/ 1026312 h 1849426"/>
                <a:gd name="connsiteX857" fmla="*/ 534724 w 6386648"/>
                <a:gd name="connsiteY857" fmla="*/ 1044336 h 1849426"/>
                <a:gd name="connsiteX858" fmla="*/ 516699 w 6386648"/>
                <a:gd name="connsiteY858" fmla="*/ 1026312 h 1849426"/>
                <a:gd name="connsiteX859" fmla="*/ 534724 w 6386648"/>
                <a:gd name="connsiteY859" fmla="*/ 1008287 h 1849426"/>
                <a:gd name="connsiteX860" fmla="*/ 3016083 w 6386648"/>
                <a:gd name="connsiteY860" fmla="*/ 1002279 h 1849426"/>
                <a:gd name="connsiteX861" fmla="*/ 3034108 w 6386648"/>
                <a:gd name="connsiteY861" fmla="*/ 1020303 h 1849426"/>
                <a:gd name="connsiteX862" fmla="*/ 3016083 w 6386648"/>
                <a:gd name="connsiteY862" fmla="*/ 1038328 h 1849426"/>
                <a:gd name="connsiteX863" fmla="*/ 2998058 w 6386648"/>
                <a:gd name="connsiteY863" fmla="*/ 1020303 h 1849426"/>
                <a:gd name="connsiteX864" fmla="*/ 3016083 w 6386648"/>
                <a:gd name="connsiteY864" fmla="*/ 1002279 h 1849426"/>
                <a:gd name="connsiteX865" fmla="*/ 294398 w 6386648"/>
                <a:gd name="connsiteY865" fmla="*/ 996271 h 1849426"/>
                <a:gd name="connsiteX866" fmla="*/ 312423 w 6386648"/>
                <a:gd name="connsiteY866" fmla="*/ 1014295 h 1849426"/>
                <a:gd name="connsiteX867" fmla="*/ 294398 w 6386648"/>
                <a:gd name="connsiteY867" fmla="*/ 1032320 h 1849426"/>
                <a:gd name="connsiteX868" fmla="*/ 276374 w 6386648"/>
                <a:gd name="connsiteY868" fmla="*/ 1014295 h 1849426"/>
                <a:gd name="connsiteX869" fmla="*/ 294398 w 6386648"/>
                <a:gd name="connsiteY869" fmla="*/ 996271 h 1849426"/>
                <a:gd name="connsiteX870" fmla="*/ 3676978 w 6386648"/>
                <a:gd name="connsiteY870" fmla="*/ 990263 h 1849426"/>
                <a:gd name="connsiteX871" fmla="*/ 3695003 w 6386648"/>
                <a:gd name="connsiteY871" fmla="*/ 1008287 h 1849426"/>
                <a:gd name="connsiteX872" fmla="*/ 3676978 w 6386648"/>
                <a:gd name="connsiteY872" fmla="*/ 1026312 h 1849426"/>
                <a:gd name="connsiteX873" fmla="*/ 3658953 w 6386648"/>
                <a:gd name="connsiteY873" fmla="*/ 1008287 h 1849426"/>
                <a:gd name="connsiteX874" fmla="*/ 3676978 w 6386648"/>
                <a:gd name="connsiteY874" fmla="*/ 990263 h 1849426"/>
                <a:gd name="connsiteX875" fmla="*/ 3544799 w 6386648"/>
                <a:gd name="connsiteY875" fmla="*/ 984255 h 1849426"/>
                <a:gd name="connsiteX876" fmla="*/ 3562824 w 6386648"/>
                <a:gd name="connsiteY876" fmla="*/ 1002279 h 1849426"/>
                <a:gd name="connsiteX877" fmla="*/ 3544799 w 6386648"/>
                <a:gd name="connsiteY877" fmla="*/ 1020304 h 1849426"/>
                <a:gd name="connsiteX878" fmla="*/ 3526775 w 6386648"/>
                <a:gd name="connsiteY878" fmla="*/ 1002279 h 1849426"/>
                <a:gd name="connsiteX879" fmla="*/ 3544799 w 6386648"/>
                <a:gd name="connsiteY879" fmla="*/ 984255 h 1849426"/>
                <a:gd name="connsiteX880" fmla="*/ 708959 w 6386648"/>
                <a:gd name="connsiteY880" fmla="*/ 984255 h 1849426"/>
                <a:gd name="connsiteX881" fmla="*/ 726984 w 6386648"/>
                <a:gd name="connsiteY881" fmla="*/ 1002279 h 1849426"/>
                <a:gd name="connsiteX882" fmla="*/ 708959 w 6386648"/>
                <a:gd name="connsiteY882" fmla="*/ 1020304 h 1849426"/>
                <a:gd name="connsiteX883" fmla="*/ 690935 w 6386648"/>
                <a:gd name="connsiteY883" fmla="*/ 1002279 h 1849426"/>
                <a:gd name="connsiteX884" fmla="*/ 708959 w 6386648"/>
                <a:gd name="connsiteY884" fmla="*/ 984255 h 1849426"/>
                <a:gd name="connsiteX885" fmla="*/ 3803149 w 6386648"/>
                <a:gd name="connsiteY885" fmla="*/ 978247 h 1849426"/>
                <a:gd name="connsiteX886" fmla="*/ 3821174 w 6386648"/>
                <a:gd name="connsiteY886" fmla="*/ 996272 h 1849426"/>
                <a:gd name="connsiteX887" fmla="*/ 3803149 w 6386648"/>
                <a:gd name="connsiteY887" fmla="*/ 1014296 h 1849426"/>
                <a:gd name="connsiteX888" fmla="*/ 3785125 w 6386648"/>
                <a:gd name="connsiteY888" fmla="*/ 996272 h 1849426"/>
                <a:gd name="connsiteX889" fmla="*/ 3803149 w 6386648"/>
                <a:gd name="connsiteY889" fmla="*/ 978247 h 1849426"/>
                <a:gd name="connsiteX890" fmla="*/ 1003358 w 6386648"/>
                <a:gd name="connsiteY890" fmla="*/ 978247 h 1849426"/>
                <a:gd name="connsiteX891" fmla="*/ 1021383 w 6386648"/>
                <a:gd name="connsiteY891" fmla="*/ 996272 h 1849426"/>
                <a:gd name="connsiteX892" fmla="*/ 1003358 w 6386648"/>
                <a:gd name="connsiteY892" fmla="*/ 1014296 h 1849426"/>
                <a:gd name="connsiteX893" fmla="*/ 985334 w 6386648"/>
                <a:gd name="connsiteY893" fmla="*/ 996272 h 1849426"/>
                <a:gd name="connsiteX894" fmla="*/ 1003358 w 6386648"/>
                <a:gd name="connsiteY894" fmla="*/ 978247 h 1849426"/>
                <a:gd name="connsiteX895" fmla="*/ 3196327 w 6386648"/>
                <a:gd name="connsiteY895" fmla="*/ 972238 h 1849426"/>
                <a:gd name="connsiteX896" fmla="*/ 3214352 w 6386648"/>
                <a:gd name="connsiteY896" fmla="*/ 990262 h 1849426"/>
                <a:gd name="connsiteX897" fmla="*/ 3196327 w 6386648"/>
                <a:gd name="connsiteY897" fmla="*/ 1008287 h 1849426"/>
                <a:gd name="connsiteX898" fmla="*/ 3178302 w 6386648"/>
                <a:gd name="connsiteY898" fmla="*/ 990262 h 1849426"/>
                <a:gd name="connsiteX899" fmla="*/ 3196327 w 6386648"/>
                <a:gd name="connsiteY899" fmla="*/ 972238 h 1849426"/>
                <a:gd name="connsiteX900" fmla="*/ 1183602 w 6386648"/>
                <a:gd name="connsiteY900" fmla="*/ 972238 h 1849426"/>
                <a:gd name="connsiteX901" fmla="*/ 1201627 w 6386648"/>
                <a:gd name="connsiteY901" fmla="*/ 990262 h 1849426"/>
                <a:gd name="connsiteX902" fmla="*/ 1183602 w 6386648"/>
                <a:gd name="connsiteY902" fmla="*/ 1008287 h 1849426"/>
                <a:gd name="connsiteX903" fmla="*/ 1165578 w 6386648"/>
                <a:gd name="connsiteY903" fmla="*/ 990262 h 1849426"/>
                <a:gd name="connsiteX904" fmla="*/ 1183602 w 6386648"/>
                <a:gd name="connsiteY904" fmla="*/ 972238 h 1849426"/>
                <a:gd name="connsiteX905" fmla="*/ 2271074 w 6386648"/>
                <a:gd name="connsiteY905" fmla="*/ 960222 h 1849426"/>
                <a:gd name="connsiteX906" fmla="*/ 2289099 w 6386648"/>
                <a:gd name="connsiteY906" fmla="*/ 978246 h 1849426"/>
                <a:gd name="connsiteX907" fmla="*/ 2271074 w 6386648"/>
                <a:gd name="connsiteY907" fmla="*/ 996271 h 1849426"/>
                <a:gd name="connsiteX908" fmla="*/ 2253050 w 6386648"/>
                <a:gd name="connsiteY908" fmla="*/ 978246 h 1849426"/>
                <a:gd name="connsiteX909" fmla="*/ 2271074 w 6386648"/>
                <a:gd name="connsiteY909" fmla="*/ 960222 h 1849426"/>
                <a:gd name="connsiteX910" fmla="*/ 1658245 w 6386648"/>
                <a:gd name="connsiteY910" fmla="*/ 960222 h 1849426"/>
                <a:gd name="connsiteX911" fmla="*/ 1676270 w 6386648"/>
                <a:gd name="connsiteY911" fmla="*/ 978246 h 1849426"/>
                <a:gd name="connsiteX912" fmla="*/ 1658245 w 6386648"/>
                <a:gd name="connsiteY912" fmla="*/ 996271 h 1849426"/>
                <a:gd name="connsiteX913" fmla="*/ 1640221 w 6386648"/>
                <a:gd name="connsiteY913" fmla="*/ 978246 h 1849426"/>
                <a:gd name="connsiteX914" fmla="*/ 1658245 w 6386648"/>
                <a:gd name="connsiteY914" fmla="*/ 960222 h 1849426"/>
                <a:gd name="connsiteX915" fmla="*/ 1958651 w 6386648"/>
                <a:gd name="connsiteY915" fmla="*/ 954214 h 1849426"/>
                <a:gd name="connsiteX916" fmla="*/ 1976676 w 6386648"/>
                <a:gd name="connsiteY916" fmla="*/ 972238 h 1849426"/>
                <a:gd name="connsiteX917" fmla="*/ 1958651 w 6386648"/>
                <a:gd name="connsiteY917" fmla="*/ 990263 h 1849426"/>
                <a:gd name="connsiteX918" fmla="*/ 1940627 w 6386648"/>
                <a:gd name="connsiteY918" fmla="*/ 972238 h 1849426"/>
                <a:gd name="connsiteX919" fmla="*/ 1958651 w 6386648"/>
                <a:gd name="connsiteY919" fmla="*/ 954214 h 1849426"/>
                <a:gd name="connsiteX920" fmla="*/ 2631562 w 6386648"/>
                <a:gd name="connsiteY920" fmla="*/ 948206 h 1849426"/>
                <a:gd name="connsiteX921" fmla="*/ 2649587 w 6386648"/>
                <a:gd name="connsiteY921" fmla="*/ 966231 h 1849426"/>
                <a:gd name="connsiteX922" fmla="*/ 2631562 w 6386648"/>
                <a:gd name="connsiteY922" fmla="*/ 984255 h 1849426"/>
                <a:gd name="connsiteX923" fmla="*/ 2613538 w 6386648"/>
                <a:gd name="connsiteY923" fmla="*/ 966231 h 1849426"/>
                <a:gd name="connsiteX924" fmla="*/ 2631562 w 6386648"/>
                <a:gd name="connsiteY924" fmla="*/ 948206 h 1849426"/>
                <a:gd name="connsiteX925" fmla="*/ 1838489 w 6386648"/>
                <a:gd name="connsiteY925" fmla="*/ 948206 h 1849426"/>
                <a:gd name="connsiteX926" fmla="*/ 1856514 w 6386648"/>
                <a:gd name="connsiteY926" fmla="*/ 966231 h 1849426"/>
                <a:gd name="connsiteX927" fmla="*/ 1838489 w 6386648"/>
                <a:gd name="connsiteY927" fmla="*/ 984255 h 1849426"/>
                <a:gd name="connsiteX928" fmla="*/ 1820465 w 6386648"/>
                <a:gd name="connsiteY928" fmla="*/ 966231 h 1849426"/>
                <a:gd name="connsiteX929" fmla="*/ 1838489 w 6386648"/>
                <a:gd name="connsiteY929" fmla="*/ 948206 h 1849426"/>
                <a:gd name="connsiteX930" fmla="*/ 3430644 w 6386648"/>
                <a:gd name="connsiteY930" fmla="*/ 942198 h 1849426"/>
                <a:gd name="connsiteX931" fmla="*/ 3448669 w 6386648"/>
                <a:gd name="connsiteY931" fmla="*/ 960222 h 1849426"/>
                <a:gd name="connsiteX932" fmla="*/ 3430644 w 6386648"/>
                <a:gd name="connsiteY932" fmla="*/ 978247 h 1849426"/>
                <a:gd name="connsiteX933" fmla="*/ 3412620 w 6386648"/>
                <a:gd name="connsiteY933" fmla="*/ 960222 h 1849426"/>
                <a:gd name="connsiteX934" fmla="*/ 3430644 w 6386648"/>
                <a:gd name="connsiteY934" fmla="*/ 942198 h 1849426"/>
                <a:gd name="connsiteX935" fmla="*/ 2529424 w 6386648"/>
                <a:gd name="connsiteY935" fmla="*/ 942198 h 1849426"/>
                <a:gd name="connsiteX936" fmla="*/ 2547449 w 6386648"/>
                <a:gd name="connsiteY936" fmla="*/ 960222 h 1849426"/>
                <a:gd name="connsiteX937" fmla="*/ 2529424 w 6386648"/>
                <a:gd name="connsiteY937" fmla="*/ 978247 h 1849426"/>
                <a:gd name="connsiteX938" fmla="*/ 2511400 w 6386648"/>
                <a:gd name="connsiteY938" fmla="*/ 960222 h 1849426"/>
                <a:gd name="connsiteX939" fmla="*/ 2529424 w 6386648"/>
                <a:gd name="connsiteY939" fmla="*/ 942198 h 1849426"/>
                <a:gd name="connsiteX940" fmla="*/ 889203 w 6386648"/>
                <a:gd name="connsiteY940" fmla="*/ 942198 h 1849426"/>
                <a:gd name="connsiteX941" fmla="*/ 907228 w 6386648"/>
                <a:gd name="connsiteY941" fmla="*/ 960222 h 1849426"/>
                <a:gd name="connsiteX942" fmla="*/ 889203 w 6386648"/>
                <a:gd name="connsiteY942" fmla="*/ 978247 h 1849426"/>
                <a:gd name="connsiteX943" fmla="*/ 871179 w 6386648"/>
                <a:gd name="connsiteY943" fmla="*/ 960222 h 1849426"/>
                <a:gd name="connsiteX944" fmla="*/ 889203 w 6386648"/>
                <a:gd name="connsiteY944" fmla="*/ 942198 h 1849426"/>
                <a:gd name="connsiteX945" fmla="*/ 3935328 w 6386648"/>
                <a:gd name="connsiteY945" fmla="*/ 936190 h 1849426"/>
                <a:gd name="connsiteX946" fmla="*/ 3953353 w 6386648"/>
                <a:gd name="connsiteY946" fmla="*/ 954214 h 1849426"/>
                <a:gd name="connsiteX947" fmla="*/ 3935328 w 6386648"/>
                <a:gd name="connsiteY947" fmla="*/ 972239 h 1849426"/>
                <a:gd name="connsiteX948" fmla="*/ 3917304 w 6386648"/>
                <a:gd name="connsiteY948" fmla="*/ 954214 h 1849426"/>
                <a:gd name="connsiteX949" fmla="*/ 3935328 w 6386648"/>
                <a:gd name="connsiteY949" fmla="*/ 936190 h 1849426"/>
                <a:gd name="connsiteX950" fmla="*/ 1303765 w 6386648"/>
                <a:gd name="connsiteY950" fmla="*/ 936190 h 1849426"/>
                <a:gd name="connsiteX951" fmla="*/ 1321790 w 6386648"/>
                <a:gd name="connsiteY951" fmla="*/ 954214 h 1849426"/>
                <a:gd name="connsiteX952" fmla="*/ 1303765 w 6386648"/>
                <a:gd name="connsiteY952" fmla="*/ 972239 h 1849426"/>
                <a:gd name="connsiteX953" fmla="*/ 1285741 w 6386648"/>
                <a:gd name="connsiteY953" fmla="*/ 954214 h 1849426"/>
                <a:gd name="connsiteX954" fmla="*/ 1303765 w 6386648"/>
                <a:gd name="connsiteY954" fmla="*/ 936190 h 1849426"/>
                <a:gd name="connsiteX955" fmla="*/ 600813 w 6386648"/>
                <a:gd name="connsiteY955" fmla="*/ 924173 h 1849426"/>
                <a:gd name="connsiteX956" fmla="*/ 618838 w 6386648"/>
                <a:gd name="connsiteY956" fmla="*/ 942197 h 1849426"/>
                <a:gd name="connsiteX957" fmla="*/ 600813 w 6386648"/>
                <a:gd name="connsiteY957" fmla="*/ 960222 h 1849426"/>
                <a:gd name="connsiteX958" fmla="*/ 582789 w 6386648"/>
                <a:gd name="connsiteY958" fmla="*/ 942197 h 1849426"/>
                <a:gd name="connsiteX959" fmla="*/ 600813 w 6386648"/>
                <a:gd name="connsiteY959" fmla="*/ 924173 h 1849426"/>
                <a:gd name="connsiteX960" fmla="*/ 3088181 w 6386648"/>
                <a:gd name="connsiteY960" fmla="*/ 918165 h 1849426"/>
                <a:gd name="connsiteX961" fmla="*/ 3106206 w 6386648"/>
                <a:gd name="connsiteY961" fmla="*/ 936190 h 1849426"/>
                <a:gd name="connsiteX962" fmla="*/ 3088181 w 6386648"/>
                <a:gd name="connsiteY962" fmla="*/ 954214 h 1849426"/>
                <a:gd name="connsiteX963" fmla="*/ 3070157 w 6386648"/>
                <a:gd name="connsiteY963" fmla="*/ 936190 h 1849426"/>
                <a:gd name="connsiteX964" fmla="*/ 3088181 w 6386648"/>
                <a:gd name="connsiteY964" fmla="*/ 918165 h 1849426"/>
                <a:gd name="connsiteX965" fmla="*/ 2883904 w 6386648"/>
                <a:gd name="connsiteY965" fmla="*/ 918165 h 1849426"/>
                <a:gd name="connsiteX966" fmla="*/ 2901929 w 6386648"/>
                <a:gd name="connsiteY966" fmla="*/ 936190 h 1849426"/>
                <a:gd name="connsiteX967" fmla="*/ 2883904 w 6386648"/>
                <a:gd name="connsiteY967" fmla="*/ 954214 h 1849426"/>
                <a:gd name="connsiteX968" fmla="*/ 2865880 w 6386648"/>
                <a:gd name="connsiteY968" fmla="*/ 936190 h 1849426"/>
                <a:gd name="connsiteX969" fmla="*/ 2883904 w 6386648"/>
                <a:gd name="connsiteY969" fmla="*/ 918165 h 1849426"/>
                <a:gd name="connsiteX970" fmla="*/ 2379221 w 6386648"/>
                <a:gd name="connsiteY970" fmla="*/ 918165 h 1849426"/>
                <a:gd name="connsiteX971" fmla="*/ 2397246 w 6386648"/>
                <a:gd name="connsiteY971" fmla="*/ 936190 h 1849426"/>
                <a:gd name="connsiteX972" fmla="*/ 2379221 w 6386648"/>
                <a:gd name="connsiteY972" fmla="*/ 954214 h 1849426"/>
                <a:gd name="connsiteX973" fmla="*/ 2361197 w 6386648"/>
                <a:gd name="connsiteY973" fmla="*/ 936190 h 1849426"/>
                <a:gd name="connsiteX974" fmla="*/ 2379221 w 6386648"/>
                <a:gd name="connsiteY974" fmla="*/ 918165 h 1849426"/>
                <a:gd name="connsiteX975" fmla="*/ 2120871 w 6386648"/>
                <a:gd name="connsiteY975" fmla="*/ 918165 h 1849426"/>
                <a:gd name="connsiteX976" fmla="*/ 2138896 w 6386648"/>
                <a:gd name="connsiteY976" fmla="*/ 936190 h 1849426"/>
                <a:gd name="connsiteX977" fmla="*/ 2120871 w 6386648"/>
                <a:gd name="connsiteY977" fmla="*/ 954214 h 1849426"/>
                <a:gd name="connsiteX978" fmla="*/ 2102847 w 6386648"/>
                <a:gd name="connsiteY978" fmla="*/ 936190 h 1849426"/>
                <a:gd name="connsiteX979" fmla="*/ 2120871 w 6386648"/>
                <a:gd name="connsiteY979" fmla="*/ 918165 h 1849426"/>
                <a:gd name="connsiteX980" fmla="*/ 3328506 w 6386648"/>
                <a:gd name="connsiteY980" fmla="*/ 906149 h 1849426"/>
                <a:gd name="connsiteX981" fmla="*/ 3346531 w 6386648"/>
                <a:gd name="connsiteY981" fmla="*/ 924173 h 1849426"/>
                <a:gd name="connsiteX982" fmla="*/ 3328506 w 6386648"/>
                <a:gd name="connsiteY982" fmla="*/ 942198 h 1849426"/>
                <a:gd name="connsiteX983" fmla="*/ 3310482 w 6386648"/>
                <a:gd name="connsiteY983" fmla="*/ 924173 h 1849426"/>
                <a:gd name="connsiteX984" fmla="*/ 3328506 w 6386648"/>
                <a:gd name="connsiteY984" fmla="*/ 906149 h 1849426"/>
                <a:gd name="connsiteX985" fmla="*/ 1508041 w 6386648"/>
                <a:gd name="connsiteY985" fmla="*/ 900141 h 1849426"/>
                <a:gd name="connsiteX986" fmla="*/ 1526066 w 6386648"/>
                <a:gd name="connsiteY986" fmla="*/ 918165 h 1849426"/>
                <a:gd name="connsiteX987" fmla="*/ 1508041 w 6386648"/>
                <a:gd name="connsiteY987" fmla="*/ 936190 h 1849426"/>
                <a:gd name="connsiteX988" fmla="*/ 1490017 w 6386648"/>
                <a:gd name="connsiteY988" fmla="*/ 918165 h 1849426"/>
                <a:gd name="connsiteX989" fmla="*/ 1508041 w 6386648"/>
                <a:gd name="connsiteY989" fmla="*/ 900141 h 1849426"/>
                <a:gd name="connsiteX990" fmla="*/ 2739709 w 6386648"/>
                <a:gd name="connsiteY990" fmla="*/ 894133 h 1849426"/>
                <a:gd name="connsiteX991" fmla="*/ 2757734 w 6386648"/>
                <a:gd name="connsiteY991" fmla="*/ 912157 h 1849426"/>
                <a:gd name="connsiteX992" fmla="*/ 2739709 w 6386648"/>
                <a:gd name="connsiteY992" fmla="*/ 930182 h 1849426"/>
                <a:gd name="connsiteX993" fmla="*/ 2721685 w 6386648"/>
                <a:gd name="connsiteY993" fmla="*/ 912157 h 1849426"/>
                <a:gd name="connsiteX994" fmla="*/ 2739709 w 6386648"/>
                <a:gd name="connsiteY994" fmla="*/ 894133 h 1849426"/>
                <a:gd name="connsiteX995" fmla="*/ 360487 w 6386648"/>
                <a:gd name="connsiteY995" fmla="*/ 894133 h 1849426"/>
                <a:gd name="connsiteX996" fmla="*/ 378512 w 6386648"/>
                <a:gd name="connsiteY996" fmla="*/ 912157 h 1849426"/>
                <a:gd name="connsiteX997" fmla="*/ 360487 w 6386648"/>
                <a:gd name="connsiteY997" fmla="*/ 930182 h 1849426"/>
                <a:gd name="connsiteX998" fmla="*/ 342463 w 6386648"/>
                <a:gd name="connsiteY998" fmla="*/ 912157 h 1849426"/>
                <a:gd name="connsiteX999" fmla="*/ 360487 w 6386648"/>
                <a:gd name="connsiteY999" fmla="*/ 894133 h 1849426"/>
                <a:gd name="connsiteX1000" fmla="*/ 1093480 w 6386648"/>
                <a:gd name="connsiteY1000" fmla="*/ 888125 h 1849426"/>
                <a:gd name="connsiteX1001" fmla="*/ 1111505 w 6386648"/>
                <a:gd name="connsiteY1001" fmla="*/ 906150 h 1849426"/>
                <a:gd name="connsiteX1002" fmla="*/ 1093480 w 6386648"/>
                <a:gd name="connsiteY1002" fmla="*/ 924174 h 1849426"/>
                <a:gd name="connsiteX1003" fmla="*/ 1075456 w 6386648"/>
                <a:gd name="connsiteY1003" fmla="*/ 906150 h 1849426"/>
                <a:gd name="connsiteX1004" fmla="*/ 1093480 w 6386648"/>
                <a:gd name="connsiteY1004" fmla="*/ 888125 h 1849426"/>
                <a:gd name="connsiteX1005" fmla="*/ 3707019 w 6386648"/>
                <a:gd name="connsiteY1005" fmla="*/ 882116 h 1849426"/>
                <a:gd name="connsiteX1006" fmla="*/ 3725044 w 6386648"/>
                <a:gd name="connsiteY1006" fmla="*/ 900140 h 1849426"/>
                <a:gd name="connsiteX1007" fmla="*/ 3707019 w 6386648"/>
                <a:gd name="connsiteY1007" fmla="*/ 918165 h 1849426"/>
                <a:gd name="connsiteX1008" fmla="*/ 3688994 w 6386648"/>
                <a:gd name="connsiteY1008" fmla="*/ 900140 h 1849426"/>
                <a:gd name="connsiteX1009" fmla="*/ 3707019 w 6386648"/>
                <a:gd name="connsiteY1009" fmla="*/ 882116 h 1849426"/>
                <a:gd name="connsiteX1010" fmla="*/ 1742358 w 6386648"/>
                <a:gd name="connsiteY1010" fmla="*/ 882116 h 1849426"/>
                <a:gd name="connsiteX1011" fmla="*/ 1760383 w 6386648"/>
                <a:gd name="connsiteY1011" fmla="*/ 900140 h 1849426"/>
                <a:gd name="connsiteX1012" fmla="*/ 1742358 w 6386648"/>
                <a:gd name="connsiteY1012" fmla="*/ 918165 h 1849426"/>
                <a:gd name="connsiteX1013" fmla="*/ 1724334 w 6386648"/>
                <a:gd name="connsiteY1013" fmla="*/ 900140 h 1849426"/>
                <a:gd name="connsiteX1014" fmla="*/ 1742358 w 6386648"/>
                <a:gd name="connsiteY1014" fmla="*/ 882116 h 1849426"/>
                <a:gd name="connsiteX1015" fmla="*/ 757024 w 6386648"/>
                <a:gd name="connsiteY1015" fmla="*/ 876108 h 1849426"/>
                <a:gd name="connsiteX1016" fmla="*/ 775049 w 6386648"/>
                <a:gd name="connsiteY1016" fmla="*/ 894132 h 1849426"/>
                <a:gd name="connsiteX1017" fmla="*/ 757024 w 6386648"/>
                <a:gd name="connsiteY1017" fmla="*/ 912157 h 1849426"/>
                <a:gd name="connsiteX1018" fmla="*/ 739000 w 6386648"/>
                <a:gd name="connsiteY1018" fmla="*/ 894132 h 1849426"/>
                <a:gd name="connsiteX1019" fmla="*/ 757024 w 6386648"/>
                <a:gd name="connsiteY1019" fmla="*/ 876108 h 1849426"/>
                <a:gd name="connsiteX1020" fmla="*/ 6104265 w 6386648"/>
                <a:gd name="connsiteY1020" fmla="*/ 870100 h 1849426"/>
                <a:gd name="connsiteX1021" fmla="*/ 6122290 w 6386648"/>
                <a:gd name="connsiteY1021" fmla="*/ 888124 h 1849426"/>
                <a:gd name="connsiteX1022" fmla="*/ 6104265 w 6386648"/>
                <a:gd name="connsiteY1022" fmla="*/ 906149 h 1849426"/>
                <a:gd name="connsiteX1023" fmla="*/ 6086241 w 6386648"/>
                <a:gd name="connsiteY1023" fmla="*/ 888124 h 1849426"/>
                <a:gd name="connsiteX1024" fmla="*/ 6104265 w 6386648"/>
                <a:gd name="connsiteY1024" fmla="*/ 870100 h 1849426"/>
                <a:gd name="connsiteX1025" fmla="*/ 474642 w 6386648"/>
                <a:gd name="connsiteY1025" fmla="*/ 870100 h 1849426"/>
                <a:gd name="connsiteX1026" fmla="*/ 492667 w 6386648"/>
                <a:gd name="connsiteY1026" fmla="*/ 888124 h 1849426"/>
                <a:gd name="connsiteX1027" fmla="*/ 474642 w 6386648"/>
                <a:gd name="connsiteY1027" fmla="*/ 906149 h 1849426"/>
                <a:gd name="connsiteX1028" fmla="*/ 456618 w 6386648"/>
                <a:gd name="connsiteY1028" fmla="*/ 888124 h 1849426"/>
                <a:gd name="connsiteX1029" fmla="*/ 474642 w 6386648"/>
                <a:gd name="connsiteY1029" fmla="*/ 870100 h 1849426"/>
                <a:gd name="connsiteX1030" fmla="*/ 3568832 w 6386648"/>
                <a:gd name="connsiteY1030" fmla="*/ 864092 h 1849426"/>
                <a:gd name="connsiteX1031" fmla="*/ 3586857 w 6386648"/>
                <a:gd name="connsiteY1031" fmla="*/ 882116 h 1849426"/>
                <a:gd name="connsiteX1032" fmla="*/ 3568832 w 6386648"/>
                <a:gd name="connsiteY1032" fmla="*/ 900141 h 1849426"/>
                <a:gd name="connsiteX1033" fmla="*/ 3550808 w 6386648"/>
                <a:gd name="connsiteY1033" fmla="*/ 882116 h 1849426"/>
                <a:gd name="connsiteX1034" fmla="*/ 3568832 w 6386648"/>
                <a:gd name="connsiteY1034" fmla="*/ 864092 h 1849426"/>
                <a:gd name="connsiteX1035" fmla="*/ 2980034 w 6386648"/>
                <a:gd name="connsiteY1035" fmla="*/ 864092 h 1849426"/>
                <a:gd name="connsiteX1036" fmla="*/ 2998059 w 6386648"/>
                <a:gd name="connsiteY1036" fmla="*/ 882116 h 1849426"/>
                <a:gd name="connsiteX1037" fmla="*/ 2980034 w 6386648"/>
                <a:gd name="connsiteY1037" fmla="*/ 900141 h 1849426"/>
                <a:gd name="connsiteX1038" fmla="*/ 2962010 w 6386648"/>
                <a:gd name="connsiteY1038" fmla="*/ 882116 h 1849426"/>
                <a:gd name="connsiteX1039" fmla="*/ 2980034 w 6386648"/>
                <a:gd name="connsiteY1039" fmla="*/ 864092 h 1849426"/>
                <a:gd name="connsiteX1040" fmla="*/ 2012725 w 6386648"/>
                <a:gd name="connsiteY1040" fmla="*/ 864092 h 1849426"/>
                <a:gd name="connsiteX1041" fmla="*/ 2030750 w 6386648"/>
                <a:gd name="connsiteY1041" fmla="*/ 882116 h 1849426"/>
                <a:gd name="connsiteX1042" fmla="*/ 2012725 w 6386648"/>
                <a:gd name="connsiteY1042" fmla="*/ 900141 h 1849426"/>
                <a:gd name="connsiteX1043" fmla="*/ 1994701 w 6386648"/>
                <a:gd name="connsiteY1043" fmla="*/ 882116 h 1849426"/>
                <a:gd name="connsiteX1044" fmla="*/ 2012725 w 6386648"/>
                <a:gd name="connsiteY1044" fmla="*/ 864092 h 1849426"/>
                <a:gd name="connsiteX1045" fmla="*/ 3857222 w 6386648"/>
                <a:gd name="connsiteY1045" fmla="*/ 858084 h 1849426"/>
                <a:gd name="connsiteX1046" fmla="*/ 3875247 w 6386648"/>
                <a:gd name="connsiteY1046" fmla="*/ 876109 h 1849426"/>
                <a:gd name="connsiteX1047" fmla="*/ 3857222 w 6386648"/>
                <a:gd name="connsiteY1047" fmla="*/ 894133 h 1849426"/>
                <a:gd name="connsiteX1048" fmla="*/ 3839197 w 6386648"/>
                <a:gd name="connsiteY1048" fmla="*/ 876109 h 1849426"/>
                <a:gd name="connsiteX1049" fmla="*/ 3857222 w 6386648"/>
                <a:gd name="connsiteY1049" fmla="*/ 858084 h 1849426"/>
                <a:gd name="connsiteX1050" fmla="*/ 1387878 w 6386648"/>
                <a:gd name="connsiteY1050" fmla="*/ 858084 h 1849426"/>
                <a:gd name="connsiteX1051" fmla="*/ 1405903 w 6386648"/>
                <a:gd name="connsiteY1051" fmla="*/ 876109 h 1849426"/>
                <a:gd name="connsiteX1052" fmla="*/ 1387878 w 6386648"/>
                <a:gd name="connsiteY1052" fmla="*/ 894133 h 1849426"/>
                <a:gd name="connsiteX1053" fmla="*/ 1369854 w 6386648"/>
                <a:gd name="connsiteY1053" fmla="*/ 876109 h 1849426"/>
                <a:gd name="connsiteX1054" fmla="*/ 1387878 w 6386648"/>
                <a:gd name="connsiteY1054" fmla="*/ 858084 h 1849426"/>
                <a:gd name="connsiteX1055" fmla="*/ 973317 w 6386648"/>
                <a:gd name="connsiteY1055" fmla="*/ 852076 h 1849426"/>
                <a:gd name="connsiteX1056" fmla="*/ 991342 w 6386648"/>
                <a:gd name="connsiteY1056" fmla="*/ 870100 h 1849426"/>
                <a:gd name="connsiteX1057" fmla="*/ 973317 w 6386648"/>
                <a:gd name="connsiteY1057" fmla="*/ 888125 h 1849426"/>
                <a:gd name="connsiteX1058" fmla="*/ 955293 w 6386648"/>
                <a:gd name="connsiteY1058" fmla="*/ 870100 h 1849426"/>
                <a:gd name="connsiteX1059" fmla="*/ 973317 w 6386648"/>
                <a:gd name="connsiteY1059" fmla="*/ 852076 h 1849426"/>
                <a:gd name="connsiteX1060" fmla="*/ 228308 w 6386648"/>
                <a:gd name="connsiteY1060" fmla="*/ 852076 h 1849426"/>
                <a:gd name="connsiteX1061" fmla="*/ 246333 w 6386648"/>
                <a:gd name="connsiteY1061" fmla="*/ 870100 h 1849426"/>
                <a:gd name="connsiteX1062" fmla="*/ 228308 w 6386648"/>
                <a:gd name="connsiteY1062" fmla="*/ 888125 h 1849426"/>
                <a:gd name="connsiteX1063" fmla="*/ 210284 w 6386648"/>
                <a:gd name="connsiteY1063" fmla="*/ 870100 h 1849426"/>
                <a:gd name="connsiteX1064" fmla="*/ 228308 w 6386648"/>
                <a:gd name="connsiteY1064" fmla="*/ 852076 h 1849426"/>
                <a:gd name="connsiteX1065" fmla="*/ 3196327 w 6386648"/>
                <a:gd name="connsiteY1065" fmla="*/ 846068 h 1849426"/>
                <a:gd name="connsiteX1066" fmla="*/ 3214352 w 6386648"/>
                <a:gd name="connsiteY1066" fmla="*/ 864092 h 1849426"/>
                <a:gd name="connsiteX1067" fmla="*/ 3196327 w 6386648"/>
                <a:gd name="connsiteY1067" fmla="*/ 882117 h 1849426"/>
                <a:gd name="connsiteX1068" fmla="*/ 3178302 w 6386648"/>
                <a:gd name="connsiteY1068" fmla="*/ 864092 h 1849426"/>
                <a:gd name="connsiteX1069" fmla="*/ 3196327 w 6386648"/>
                <a:gd name="connsiteY1069" fmla="*/ 846068 h 1849426"/>
                <a:gd name="connsiteX1070" fmla="*/ 6218419 w 6386648"/>
                <a:gd name="connsiteY1070" fmla="*/ 840059 h 1849426"/>
                <a:gd name="connsiteX1071" fmla="*/ 6236444 w 6386648"/>
                <a:gd name="connsiteY1071" fmla="*/ 858083 h 1849426"/>
                <a:gd name="connsiteX1072" fmla="*/ 6218419 w 6386648"/>
                <a:gd name="connsiteY1072" fmla="*/ 876108 h 1849426"/>
                <a:gd name="connsiteX1073" fmla="*/ 6200395 w 6386648"/>
                <a:gd name="connsiteY1073" fmla="*/ 858083 h 1849426"/>
                <a:gd name="connsiteX1074" fmla="*/ 6218419 w 6386648"/>
                <a:gd name="connsiteY1074" fmla="*/ 840059 h 1849426"/>
                <a:gd name="connsiteX1075" fmla="*/ 5978094 w 6386648"/>
                <a:gd name="connsiteY1075" fmla="*/ 834051 h 1849426"/>
                <a:gd name="connsiteX1076" fmla="*/ 5996119 w 6386648"/>
                <a:gd name="connsiteY1076" fmla="*/ 852075 h 1849426"/>
                <a:gd name="connsiteX1077" fmla="*/ 5978094 w 6386648"/>
                <a:gd name="connsiteY1077" fmla="*/ 870100 h 1849426"/>
                <a:gd name="connsiteX1078" fmla="*/ 5960070 w 6386648"/>
                <a:gd name="connsiteY1078" fmla="*/ 852075 h 1849426"/>
                <a:gd name="connsiteX1079" fmla="*/ 5978094 w 6386648"/>
                <a:gd name="connsiteY1079" fmla="*/ 834051 h 1849426"/>
                <a:gd name="connsiteX1080" fmla="*/ 2198977 w 6386648"/>
                <a:gd name="connsiteY1080" fmla="*/ 834051 h 1849426"/>
                <a:gd name="connsiteX1081" fmla="*/ 2217002 w 6386648"/>
                <a:gd name="connsiteY1081" fmla="*/ 852075 h 1849426"/>
                <a:gd name="connsiteX1082" fmla="*/ 2198977 w 6386648"/>
                <a:gd name="connsiteY1082" fmla="*/ 870100 h 1849426"/>
                <a:gd name="connsiteX1083" fmla="*/ 2180953 w 6386648"/>
                <a:gd name="connsiteY1083" fmla="*/ 852075 h 1849426"/>
                <a:gd name="connsiteX1084" fmla="*/ 2198977 w 6386648"/>
                <a:gd name="connsiteY1084" fmla="*/ 834051 h 1849426"/>
                <a:gd name="connsiteX1085" fmla="*/ 1622196 w 6386648"/>
                <a:gd name="connsiteY1085" fmla="*/ 834051 h 1849426"/>
                <a:gd name="connsiteX1086" fmla="*/ 1640221 w 6386648"/>
                <a:gd name="connsiteY1086" fmla="*/ 852075 h 1849426"/>
                <a:gd name="connsiteX1087" fmla="*/ 1622196 w 6386648"/>
                <a:gd name="connsiteY1087" fmla="*/ 870100 h 1849426"/>
                <a:gd name="connsiteX1088" fmla="*/ 1604172 w 6386648"/>
                <a:gd name="connsiteY1088" fmla="*/ 852075 h 1849426"/>
                <a:gd name="connsiteX1089" fmla="*/ 1622196 w 6386648"/>
                <a:gd name="connsiteY1089" fmla="*/ 834051 h 1849426"/>
                <a:gd name="connsiteX1090" fmla="*/ 1201626 w 6386648"/>
                <a:gd name="connsiteY1090" fmla="*/ 834051 h 1849426"/>
                <a:gd name="connsiteX1091" fmla="*/ 1219651 w 6386648"/>
                <a:gd name="connsiteY1091" fmla="*/ 852075 h 1849426"/>
                <a:gd name="connsiteX1092" fmla="*/ 1201626 w 6386648"/>
                <a:gd name="connsiteY1092" fmla="*/ 870100 h 1849426"/>
                <a:gd name="connsiteX1093" fmla="*/ 1183602 w 6386648"/>
                <a:gd name="connsiteY1093" fmla="*/ 852075 h 1849426"/>
                <a:gd name="connsiteX1094" fmla="*/ 1201626 w 6386648"/>
                <a:gd name="connsiteY1094" fmla="*/ 834051 h 1849426"/>
                <a:gd name="connsiteX1095" fmla="*/ 2469343 w 6386648"/>
                <a:gd name="connsiteY1095" fmla="*/ 828043 h 1849426"/>
                <a:gd name="connsiteX1096" fmla="*/ 2487368 w 6386648"/>
                <a:gd name="connsiteY1096" fmla="*/ 846068 h 1849426"/>
                <a:gd name="connsiteX1097" fmla="*/ 2469343 w 6386648"/>
                <a:gd name="connsiteY1097" fmla="*/ 864092 h 1849426"/>
                <a:gd name="connsiteX1098" fmla="*/ 2451319 w 6386648"/>
                <a:gd name="connsiteY1098" fmla="*/ 846068 h 1849426"/>
                <a:gd name="connsiteX1099" fmla="*/ 2469343 w 6386648"/>
                <a:gd name="connsiteY1099" fmla="*/ 828043 h 1849426"/>
                <a:gd name="connsiteX1100" fmla="*/ 3448669 w 6386648"/>
                <a:gd name="connsiteY1100" fmla="*/ 822035 h 1849426"/>
                <a:gd name="connsiteX1101" fmla="*/ 3466694 w 6386648"/>
                <a:gd name="connsiteY1101" fmla="*/ 840059 h 1849426"/>
                <a:gd name="connsiteX1102" fmla="*/ 3448669 w 6386648"/>
                <a:gd name="connsiteY1102" fmla="*/ 858084 h 1849426"/>
                <a:gd name="connsiteX1103" fmla="*/ 3430645 w 6386648"/>
                <a:gd name="connsiteY1103" fmla="*/ 840059 h 1849426"/>
                <a:gd name="connsiteX1104" fmla="*/ 3448669 w 6386648"/>
                <a:gd name="connsiteY1104" fmla="*/ 822035 h 1849426"/>
                <a:gd name="connsiteX1105" fmla="*/ 1874537 w 6386648"/>
                <a:gd name="connsiteY1105" fmla="*/ 822035 h 1849426"/>
                <a:gd name="connsiteX1106" fmla="*/ 1892562 w 6386648"/>
                <a:gd name="connsiteY1106" fmla="*/ 840059 h 1849426"/>
                <a:gd name="connsiteX1107" fmla="*/ 1874537 w 6386648"/>
                <a:gd name="connsiteY1107" fmla="*/ 858084 h 1849426"/>
                <a:gd name="connsiteX1108" fmla="*/ 1856513 w 6386648"/>
                <a:gd name="connsiteY1108" fmla="*/ 840059 h 1849426"/>
                <a:gd name="connsiteX1109" fmla="*/ 1874537 w 6386648"/>
                <a:gd name="connsiteY1109" fmla="*/ 822035 h 1849426"/>
                <a:gd name="connsiteX1110" fmla="*/ 2823823 w 6386648"/>
                <a:gd name="connsiteY1110" fmla="*/ 816027 h 1849426"/>
                <a:gd name="connsiteX1111" fmla="*/ 2841848 w 6386648"/>
                <a:gd name="connsiteY1111" fmla="*/ 834051 h 1849426"/>
                <a:gd name="connsiteX1112" fmla="*/ 2823823 w 6386648"/>
                <a:gd name="connsiteY1112" fmla="*/ 852076 h 1849426"/>
                <a:gd name="connsiteX1113" fmla="*/ 2805799 w 6386648"/>
                <a:gd name="connsiteY1113" fmla="*/ 834051 h 1849426"/>
                <a:gd name="connsiteX1114" fmla="*/ 2823823 w 6386648"/>
                <a:gd name="connsiteY1114" fmla="*/ 816027 h 1849426"/>
                <a:gd name="connsiteX1115" fmla="*/ 2595514 w 6386648"/>
                <a:gd name="connsiteY1115" fmla="*/ 816027 h 1849426"/>
                <a:gd name="connsiteX1116" fmla="*/ 2613539 w 6386648"/>
                <a:gd name="connsiteY1116" fmla="*/ 834051 h 1849426"/>
                <a:gd name="connsiteX1117" fmla="*/ 2595514 w 6386648"/>
                <a:gd name="connsiteY1117" fmla="*/ 852076 h 1849426"/>
                <a:gd name="connsiteX1118" fmla="*/ 2577489 w 6386648"/>
                <a:gd name="connsiteY1118" fmla="*/ 834051 h 1849426"/>
                <a:gd name="connsiteX1119" fmla="*/ 2595514 w 6386648"/>
                <a:gd name="connsiteY1119" fmla="*/ 816027 h 1849426"/>
                <a:gd name="connsiteX1120" fmla="*/ 2307124 w 6386648"/>
                <a:gd name="connsiteY1120" fmla="*/ 816027 h 1849426"/>
                <a:gd name="connsiteX1121" fmla="*/ 2325148 w 6386648"/>
                <a:gd name="connsiteY1121" fmla="*/ 834051 h 1849426"/>
                <a:gd name="connsiteX1122" fmla="*/ 2307124 w 6386648"/>
                <a:gd name="connsiteY1122" fmla="*/ 852076 h 1849426"/>
                <a:gd name="connsiteX1123" fmla="*/ 2289099 w 6386648"/>
                <a:gd name="connsiteY1123" fmla="*/ 834051 h 1849426"/>
                <a:gd name="connsiteX1124" fmla="*/ 2307124 w 6386648"/>
                <a:gd name="connsiteY1124" fmla="*/ 816027 h 1849426"/>
                <a:gd name="connsiteX1125" fmla="*/ 606821 w 6386648"/>
                <a:gd name="connsiteY1125" fmla="*/ 816027 h 1849426"/>
                <a:gd name="connsiteX1126" fmla="*/ 624846 w 6386648"/>
                <a:gd name="connsiteY1126" fmla="*/ 834051 h 1849426"/>
                <a:gd name="connsiteX1127" fmla="*/ 606821 w 6386648"/>
                <a:gd name="connsiteY1127" fmla="*/ 852076 h 1849426"/>
                <a:gd name="connsiteX1128" fmla="*/ 588797 w 6386648"/>
                <a:gd name="connsiteY1128" fmla="*/ 834051 h 1849426"/>
                <a:gd name="connsiteX1129" fmla="*/ 606821 w 6386648"/>
                <a:gd name="connsiteY1129" fmla="*/ 816027 h 1849426"/>
                <a:gd name="connsiteX1130" fmla="*/ 3292457 w 6386648"/>
                <a:gd name="connsiteY1130" fmla="*/ 791994 h 1849426"/>
                <a:gd name="connsiteX1131" fmla="*/ 3310482 w 6386648"/>
                <a:gd name="connsiteY1131" fmla="*/ 810018 h 1849426"/>
                <a:gd name="connsiteX1132" fmla="*/ 3292457 w 6386648"/>
                <a:gd name="connsiteY1132" fmla="*/ 828043 h 1849426"/>
                <a:gd name="connsiteX1133" fmla="*/ 3274433 w 6386648"/>
                <a:gd name="connsiteY1133" fmla="*/ 810018 h 1849426"/>
                <a:gd name="connsiteX1134" fmla="*/ 3292457 w 6386648"/>
                <a:gd name="connsiteY1134" fmla="*/ 791994 h 1849426"/>
                <a:gd name="connsiteX1135" fmla="*/ 859163 w 6386648"/>
                <a:gd name="connsiteY1135" fmla="*/ 791994 h 1849426"/>
                <a:gd name="connsiteX1136" fmla="*/ 877188 w 6386648"/>
                <a:gd name="connsiteY1136" fmla="*/ 810018 h 1849426"/>
                <a:gd name="connsiteX1137" fmla="*/ 859163 w 6386648"/>
                <a:gd name="connsiteY1137" fmla="*/ 828043 h 1849426"/>
                <a:gd name="connsiteX1138" fmla="*/ 841139 w 6386648"/>
                <a:gd name="connsiteY1138" fmla="*/ 810018 h 1849426"/>
                <a:gd name="connsiteX1139" fmla="*/ 859163 w 6386648"/>
                <a:gd name="connsiteY1139" fmla="*/ 791994 h 1849426"/>
                <a:gd name="connsiteX1140" fmla="*/ 1297756 w 6386648"/>
                <a:gd name="connsiteY1140" fmla="*/ 785986 h 1849426"/>
                <a:gd name="connsiteX1141" fmla="*/ 1315781 w 6386648"/>
                <a:gd name="connsiteY1141" fmla="*/ 804010 h 1849426"/>
                <a:gd name="connsiteX1142" fmla="*/ 1297756 w 6386648"/>
                <a:gd name="connsiteY1142" fmla="*/ 822035 h 1849426"/>
                <a:gd name="connsiteX1143" fmla="*/ 1279732 w 6386648"/>
                <a:gd name="connsiteY1143" fmla="*/ 804010 h 1849426"/>
                <a:gd name="connsiteX1144" fmla="*/ 1297756 w 6386648"/>
                <a:gd name="connsiteY1144" fmla="*/ 785986 h 1849426"/>
                <a:gd name="connsiteX1145" fmla="*/ 324438 w 6386648"/>
                <a:gd name="connsiteY1145" fmla="*/ 785986 h 1849426"/>
                <a:gd name="connsiteX1146" fmla="*/ 342463 w 6386648"/>
                <a:gd name="connsiteY1146" fmla="*/ 804010 h 1849426"/>
                <a:gd name="connsiteX1147" fmla="*/ 324438 w 6386648"/>
                <a:gd name="connsiteY1147" fmla="*/ 822035 h 1849426"/>
                <a:gd name="connsiteX1148" fmla="*/ 306414 w 6386648"/>
                <a:gd name="connsiteY1148" fmla="*/ 804010 h 1849426"/>
                <a:gd name="connsiteX1149" fmla="*/ 324438 w 6386648"/>
                <a:gd name="connsiteY1149" fmla="*/ 785986 h 1849426"/>
                <a:gd name="connsiteX1150" fmla="*/ 3755084 w 6386648"/>
                <a:gd name="connsiteY1150" fmla="*/ 779978 h 1849426"/>
                <a:gd name="connsiteX1151" fmla="*/ 3773109 w 6386648"/>
                <a:gd name="connsiteY1151" fmla="*/ 798002 h 1849426"/>
                <a:gd name="connsiteX1152" fmla="*/ 3755084 w 6386648"/>
                <a:gd name="connsiteY1152" fmla="*/ 816027 h 1849426"/>
                <a:gd name="connsiteX1153" fmla="*/ 3737060 w 6386648"/>
                <a:gd name="connsiteY1153" fmla="*/ 798002 h 1849426"/>
                <a:gd name="connsiteX1154" fmla="*/ 3755084 w 6386648"/>
                <a:gd name="connsiteY1154" fmla="*/ 779978 h 1849426"/>
                <a:gd name="connsiteX1155" fmla="*/ 1496026 w 6386648"/>
                <a:gd name="connsiteY1155" fmla="*/ 779978 h 1849426"/>
                <a:gd name="connsiteX1156" fmla="*/ 1514050 w 6386648"/>
                <a:gd name="connsiteY1156" fmla="*/ 798002 h 1849426"/>
                <a:gd name="connsiteX1157" fmla="*/ 1496026 w 6386648"/>
                <a:gd name="connsiteY1157" fmla="*/ 816027 h 1849426"/>
                <a:gd name="connsiteX1158" fmla="*/ 1478001 w 6386648"/>
                <a:gd name="connsiteY1158" fmla="*/ 798002 h 1849426"/>
                <a:gd name="connsiteX1159" fmla="*/ 1496026 w 6386648"/>
                <a:gd name="connsiteY1159" fmla="*/ 779978 h 1849426"/>
                <a:gd name="connsiteX1160" fmla="*/ 3622905 w 6386648"/>
                <a:gd name="connsiteY1160" fmla="*/ 767962 h 1849426"/>
                <a:gd name="connsiteX1161" fmla="*/ 3640930 w 6386648"/>
                <a:gd name="connsiteY1161" fmla="*/ 785987 h 1849426"/>
                <a:gd name="connsiteX1162" fmla="*/ 3622905 w 6386648"/>
                <a:gd name="connsiteY1162" fmla="*/ 804011 h 1849426"/>
                <a:gd name="connsiteX1163" fmla="*/ 3604881 w 6386648"/>
                <a:gd name="connsiteY1163" fmla="*/ 785987 h 1849426"/>
                <a:gd name="connsiteX1164" fmla="*/ 3622905 w 6386648"/>
                <a:gd name="connsiteY1164" fmla="*/ 767962 h 1849426"/>
                <a:gd name="connsiteX1165" fmla="*/ 3112213 w 6386648"/>
                <a:gd name="connsiteY1165" fmla="*/ 767962 h 1849426"/>
                <a:gd name="connsiteX1166" fmla="*/ 3130238 w 6386648"/>
                <a:gd name="connsiteY1166" fmla="*/ 785987 h 1849426"/>
                <a:gd name="connsiteX1167" fmla="*/ 3112213 w 6386648"/>
                <a:gd name="connsiteY1167" fmla="*/ 804011 h 1849426"/>
                <a:gd name="connsiteX1168" fmla="*/ 3094189 w 6386648"/>
                <a:gd name="connsiteY1168" fmla="*/ 785987 h 1849426"/>
                <a:gd name="connsiteX1169" fmla="*/ 3112213 w 6386648"/>
                <a:gd name="connsiteY1169" fmla="*/ 767962 h 1849426"/>
                <a:gd name="connsiteX1170" fmla="*/ 714968 w 6386648"/>
                <a:gd name="connsiteY1170" fmla="*/ 767962 h 1849426"/>
                <a:gd name="connsiteX1171" fmla="*/ 732992 w 6386648"/>
                <a:gd name="connsiteY1171" fmla="*/ 785987 h 1849426"/>
                <a:gd name="connsiteX1172" fmla="*/ 714968 w 6386648"/>
                <a:gd name="connsiteY1172" fmla="*/ 804011 h 1849426"/>
                <a:gd name="connsiteX1173" fmla="*/ 696943 w 6386648"/>
                <a:gd name="connsiteY1173" fmla="*/ 785987 h 1849426"/>
                <a:gd name="connsiteX1174" fmla="*/ 714968 w 6386648"/>
                <a:gd name="connsiteY1174" fmla="*/ 767962 h 1849426"/>
                <a:gd name="connsiteX1175" fmla="*/ 2986042 w 6386648"/>
                <a:gd name="connsiteY1175" fmla="*/ 761954 h 1849426"/>
                <a:gd name="connsiteX1176" fmla="*/ 3004067 w 6386648"/>
                <a:gd name="connsiteY1176" fmla="*/ 779978 h 1849426"/>
                <a:gd name="connsiteX1177" fmla="*/ 2986042 w 6386648"/>
                <a:gd name="connsiteY1177" fmla="*/ 798003 h 1849426"/>
                <a:gd name="connsiteX1178" fmla="*/ 2968017 w 6386648"/>
                <a:gd name="connsiteY1178" fmla="*/ 779978 h 1849426"/>
                <a:gd name="connsiteX1179" fmla="*/ 2986042 w 6386648"/>
                <a:gd name="connsiteY1179" fmla="*/ 761954 h 1849426"/>
                <a:gd name="connsiteX1180" fmla="*/ 1736351 w 6386648"/>
                <a:gd name="connsiteY1180" fmla="*/ 761954 h 1849426"/>
                <a:gd name="connsiteX1181" fmla="*/ 1754375 w 6386648"/>
                <a:gd name="connsiteY1181" fmla="*/ 779978 h 1849426"/>
                <a:gd name="connsiteX1182" fmla="*/ 1736351 w 6386648"/>
                <a:gd name="connsiteY1182" fmla="*/ 798003 h 1849426"/>
                <a:gd name="connsiteX1183" fmla="*/ 1718326 w 6386648"/>
                <a:gd name="connsiteY1183" fmla="*/ 779978 h 1849426"/>
                <a:gd name="connsiteX1184" fmla="*/ 1736351 w 6386648"/>
                <a:gd name="connsiteY1184" fmla="*/ 761954 h 1849426"/>
                <a:gd name="connsiteX1185" fmla="*/ 5863939 w 6386648"/>
                <a:gd name="connsiteY1185" fmla="*/ 755946 h 1849426"/>
                <a:gd name="connsiteX1186" fmla="*/ 5881964 w 6386648"/>
                <a:gd name="connsiteY1186" fmla="*/ 773970 h 1849426"/>
                <a:gd name="connsiteX1187" fmla="*/ 5863939 w 6386648"/>
                <a:gd name="connsiteY1187" fmla="*/ 791995 h 1849426"/>
                <a:gd name="connsiteX1188" fmla="*/ 5845915 w 6386648"/>
                <a:gd name="connsiteY1188" fmla="*/ 773970 h 1849426"/>
                <a:gd name="connsiteX1189" fmla="*/ 5863939 w 6386648"/>
                <a:gd name="connsiteY1189" fmla="*/ 755946 h 1849426"/>
                <a:gd name="connsiteX1190" fmla="*/ 2685636 w 6386648"/>
                <a:gd name="connsiteY1190" fmla="*/ 755946 h 1849426"/>
                <a:gd name="connsiteX1191" fmla="*/ 2703661 w 6386648"/>
                <a:gd name="connsiteY1191" fmla="*/ 773970 h 1849426"/>
                <a:gd name="connsiteX1192" fmla="*/ 2685636 w 6386648"/>
                <a:gd name="connsiteY1192" fmla="*/ 791995 h 1849426"/>
                <a:gd name="connsiteX1193" fmla="*/ 2667611 w 6386648"/>
                <a:gd name="connsiteY1193" fmla="*/ 773970 h 1849426"/>
                <a:gd name="connsiteX1194" fmla="*/ 2685636 w 6386648"/>
                <a:gd name="connsiteY1194" fmla="*/ 755946 h 1849426"/>
                <a:gd name="connsiteX1195" fmla="*/ 1069447 w 6386648"/>
                <a:gd name="connsiteY1195" fmla="*/ 755946 h 1849426"/>
                <a:gd name="connsiteX1196" fmla="*/ 1087472 w 6386648"/>
                <a:gd name="connsiteY1196" fmla="*/ 773970 h 1849426"/>
                <a:gd name="connsiteX1197" fmla="*/ 1069447 w 6386648"/>
                <a:gd name="connsiteY1197" fmla="*/ 791995 h 1849426"/>
                <a:gd name="connsiteX1198" fmla="*/ 1051423 w 6386648"/>
                <a:gd name="connsiteY1198" fmla="*/ 773970 h 1849426"/>
                <a:gd name="connsiteX1199" fmla="*/ 1069447 w 6386648"/>
                <a:gd name="connsiteY1199" fmla="*/ 755946 h 1849426"/>
                <a:gd name="connsiteX1200" fmla="*/ 3935328 w 6386648"/>
                <a:gd name="connsiteY1200" fmla="*/ 749937 h 1849426"/>
                <a:gd name="connsiteX1201" fmla="*/ 3953353 w 6386648"/>
                <a:gd name="connsiteY1201" fmla="*/ 767961 h 1849426"/>
                <a:gd name="connsiteX1202" fmla="*/ 3935328 w 6386648"/>
                <a:gd name="connsiteY1202" fmla="*/ 785986 h 1849426"/>
                <a:gd name="connsiteX1203" fmla="*/ 3917304 w 6386648"/>
                <a:gd name="connsiteY1203" fmla="*/ 767961 h 1849426"/>
                <a:gd name="connsiteX1204" fmla="*/ 3935328 w 6386648"/>
                <a:gd name="connsiteY1204" fmla="*/ 749937 h 1849426"/>
                <a:gd name="connsiteX1205" fmla="*/ 2114863 w 6386648"/>
                <a:gd name="connsiteY1205" fmla="*/ 749937 h 1849426"/>
                <a:gd name="connsiteX1206" fmla="*/ 2132888 w 6386648"/>
                <a:gd name="connsiteY1206" fmla="*/ 767961 h 1849426"/>
                <a:gd name="connsiteX1207" fmla="*/ 2114863 w 6386648"/>
                <a:gd name="connsiteY1207" fmla="*/ 785986 h 1849426"/>
                <a:gd name="connsiteX1208" fmla="*/ 2096839 w 6386648"/>
                <a:gd name="connsiteY1208" fmla="*/ 767961 h 1849426"/>
                <a:gd name="connsiteX1209" fmla="*/ 2114863 w 6386648"/>
                <a:gd name="connsiteY1209" fmla="*/ 749937 h 1849426"/>
                <a:gd name="connsiteX1210" fmla="*/ 2006717 w 6386648"/>
                <a:gd name="connsiteY1210" fmla="*/ 749937 h 1849426"/>
                <a:gd name="connsiteX1211" fmla="*/ 2024741 w 6386648"/>
                <a:gd name="connsiteY1211" fmla="*/ 767961 h 1849426"/>
                <a:gd name="connsiteX1212" fmla="*/ 2006717 w 6386648"/>
                <a:gd name="connsiteY1212" fmla="*/ 785986 h 1849426"/>
                <a:gd name="connsiteX1213" fmla="*/ 1988692 w 6386648"/>
                <a:gd name="connsiteY1213" fmla="*/ 767961 h 1849426"/>
                <a:gd name="connsiteX1214" fmla="*/ 2006717 w 6386648"/>
                <a:gd name="connsiteY1214" fmla="*/ 749937 h 1849426"/>
                <a:gd name="connsiteX1215" fmla="*/ 6116281 w 6386648"/>
                <a:gd name="connsiteY1215" fmla="*/ 737921 h 1849426"/>
                <a:gd name="connsiteX1216" fmla="*/ 6134306 w 6386648"/>
                <a:gd name="connsiteY1216" fmla="*/ 755946 h 1849426"/>
                <a:gd name="connsiteX1217" fmla="*/ 6116281 w 6386648"/>
                <a:gd name="connsiteY1217" fmla="*/ 773970 h 1849426"/>
                <a:gd name="connsiteX1218" fmla="*/ 6098257 w 6386648"/>
                <a:gd name="connsiteY1218" fmla="*/ 755946 h 1849426"/>
                <a:gd name="connsiteX1219" fmla="*/ 6116281 w 6386648"/>
                <a:gd name="connsiteY1219" fmla="*/ 737921 h 1849426"/>
                <a:gd name="connsiteX1220" fmla="*/ 2397246 w 6386648"/>
                <a:gd name="connsiteY1220" fmla="*/ 737921 h 1849426"/>
                <a:gd name="connsiteX1221" fmla="*/ 2415270 w 6386648"/>
                <a:gd name="connsiteY1221" fmla="*/ 755946 h 1849426"/>
                <a:gd name="connsiteX1222" fmla="*/ 2397246 w 6386648"/>
                <a:gd name="connsiteY1222" fmla="*/ 773970 h 1849426"/>
                <a:gd name="connsiteX1223" fmla="*/ 2379221 w 6386648"/>
                <a:gd name="connsiteY1223" fmla="*/ 755946 h 1849426"/>
                <a:gd name="connsiteX1224" fmla="*/ 2397246 w 6386648"/>
                <a:gd name="connsiteY1224" fmla="*/ 737921 h 1849426"/>
                <a:gd name="connsiteX1225" fmla="*/ 522707 w 6386648"/>
                <a:gd name="connsiteY1225" fmla="*/ 731913 h 1849426"/>
                <a:gd name="connsiteX1226" fmla="*/ 540732 w 6386648"/>
                <a:gd name="connsiteY1226" fmla="*/ 749937 h 1849426"/>
                <a:gd name="connsiteX1227" fmla="*/ 522707 w 6386648"/>
                <a:gd name="connsiteY1227" fmla="*/ 767962 h 1849426"/>
                <a:gd name="connsiteX1228" fmla="*/ 504683 w 6386648"/>
                <a:gd name="connsiteY1228" fmla="*/ 749937 h 1849426"/>
                <a:gd name="connsiteX1229" fmla="*/ 522707 w 6386648"/>
                <a:gd name="connsiteY1229" fmla="*/ 731913 h 1849426"/>
                <a:gd name="connsiteX1230" fmla="*/ 414561 w 6386648"/>
                <a:gd name="connsiteY1230" fmla="*/ 731913 h 1849426"/>
                <a:gd name="connsiteX1231" fmla="*/ 432586 w 6386648"/>
                <a:gd name="connsiteY1231" fmla="*/ 749937 h 1849426"/>
                <a:gd name="connsiteX1232" fmla="*/ 414561 w 6386648"/>
                <a:gd name="connsiteY1232" fmla="*/ 767962 h 1849426"/>
                <a:gd name="connsiteX1233" fmla="*/ 396537 w 6386648"/>
                <a:gd name="connsiteY1233" fmla="*/ 749937 h 1849426"/>
                <a:gd name="connsiteX1234" fmla="*/ 414561 w 6386648"/>
                <a:gd name="connsiteY1234" fmla="*/ 731913 h 1849426"/>
                <a:gd name="connsiteX1235" fmla="*/ 6236444 w 6386648"/>
                <a:gd name="connsiteY1235" fmla="*/ 725905 h 1849426"/>
                <a:gd name="connsiteX1236" fmla="*/ 6254469 w 6386648"/>
                <a:gd name="connsiteY1236" fmla="*/ 743929 h 1849426"/>
                <a:gd name="connsiteX1237" fmla="*/ 6236444 w 6386648"/>
                <a:gd name="connsiteY1237" fmla="*/ 761954 h 1849426"/>
                <a:gd name="connsiteX1238" fmla="*/ 6218420 w 6386648"/>
                <a:gd name="connsiteY1238" fmla="*/ 743929 h 1849426"/>
                <a:gd name="connsiteX1239" fmla="*/ 6236444 w 6386648"/>
                <a:gd name="connsiteY1239" fmla="*/ 725905 h 1849426"/>
                <a:gd name="connsiteX1240" fmla="*/ 961301 w 6386648"/>
                <a:gd name="connsiteY1240" fmla="*/ 725905 h 1849426"/>
                <a:gd name="connsiteX1241" fmla="*/ 979326 w 6386648"/>
                <a:gd name="connsiteY1241" fmla="*/ 743929 h 1849426"/>
                <a:gd name="connsiteX1242" fmla="*/ 961301 w 6386648"/>
                <a:gd name="connsiteY1242" fmla="*/ 761954 h 1849426"/>
                <a:gd name="connsiteX1243" fmla="*/ 943277 w 6386648"/>
                <a:gd name="connsiteY1243" fmla="*/ 743929 h 1849426"/>
                <a:gd name="connsiteX1244" fmla="*/ 961301 w 6386648"/>
                <a:gd name="connsiteY1244" fmla="*/ 725905 h 1849426"/>
                <a:gd name="connsiteX1245" fmla="*/ 3400604 w 6386648"/>
                <a:gd name="connsiteY1245" fmla="*/ 719897 h 1849426"/>
                <a:gd name="connsiteX1246" fmla="*/ 3418629 w 6386648"/>
                <a:gd name="connsiteY1246" fmla="*/ 737921 h 1849426"/>
                <a:gd name="connsiteX1247" fmla="*/ 3400604 w 6386648"/>
                <a:gd name="connsiteY1247" fmla="*/ 755946 h 1849426"/>
                <a:gd name="connsiteX1248" fmla="*/ 3382580 w 6386648"/>
                <a:gd name="connsiteY1248" fmla="*/ 737921 h 1849426"/>
                <a:gd name="connsiteX1249" fmla="*/ 3400604 w 6386648"/>
                <a:gd name="connsiteY1249" fmla="*/ 719897 h 1849426"/>
                <a:gd name="connsiteX1250" fmla="*/ 6002126 w 6386648"/>
                <a:gd name="connsiteY1250" fmla="*/ 713889 h 1849426"/>
                <a:gd name="connsiteX1251" fmla="*/ 6020151 w 6386648"/>
                <a:gd name="connsiteY1251" fmla="*/ 731913 h 1849426"/>
                <a:gd name="connsiteX1252" fmla="*/ 6002126 w 6386648"/>
                <a:gd name="connsiteY1252" fmla="*/ 749938 h 1849426"/>
                <a:gd name="connsiteX1253" fmla="*/ 5984102 w 6386648"/>
                <a:gd name="connsiteY1253" fmla="*/ 731913 h 1849426"/>
                <a:gd name="connsiteX1254" fmla="*/ 6002126 w 6386648"/>
                <a:gd name="connsiteY1254" fmla="*/ 713889 h 1849426"/>
                <a:gd name="connsiteX1255" fmla="*/ 1610179 w 6386648"/>
                <a:gd name="connsiteY1255" fmla="*/ 713889 h 1849426"/>
                <a:gd name="connsiteX1256" fmla="*/ 1628204 w 6386648"/>
                <a:gd name="connsiteY1256" fmla="*/ 731913 h 1849426"/>
                <a:gd name="connsiteX1257" fmla="*/ 1610179 w 6386648"/>
                <a:gd name="connsiteY1257" fmla="*/ 749938 h 1849426"/>
                <a:gd name="connsiteX1258" fmla="*/ 1592155 w 6386648"/>
                <a:gd name="connsiteY1258" fmla="*/ 731913 h 1849426"/>
                <a:gd name="connsiteX1259" fmla="*/ 1610179 w 6386648"/>
                <a:gd name="connsiteY1259" fmla="*/ 713889 h 1849426"/>
                <a:gd name="connsiteX1260" fmla="*/ 3520767 w 6386648"/>
                <a:gd name="connsiteY1260" fmla="*/ 707881 h 1849426"/>
                <a:gd name="connsiteX1261" fmla="*/ 3538792 w 6386648"/>
                <a:gd name="connsiteY1261" fmla="*/ 725906 h 1849426"/>
                <a:gd name="connsiteX1262" fmla="*/ 3520767 w 6386648"/>
                <a:gd name="connsiteY1262" fmla="*/ 743930 h 1849426"/>
                <a:gd name="connsiteX1263" fmla="*/ 3502743 w 6386648"/>
                <a:gd name="connsiteY1263" fmla="*/ 725906 h 1849426"/>
                <a:gd name="connsiteX1264" fmla="*/ 3520767 w 6386648"/>
                <a:gd name="connsiteY1264" fmla="*/ 707881 h 1849426"/>
                <a:gd name="connsiteX1265" fmla="*/ 2895920 w 6386648"/>
                <a:gd name="connsiteY1265" fmla="*/ 701872 h 1849426"/>
                <a:gd name="connsiteX1266" fmla="*/ 2913945 w 6386648"/>
                <a:gd name="connsiteY1266" fmla="*/ 719896 h 1849426"/>
                <a:gd name="connsiteX1267" fmla="*/ 2895920 w 6386648"/>
                <a:gd name="connsiteY1267" fmla="*/ 737921 h 1849426"/>
                <a:gd name="connsiteX1268" fmla="*/ 2877895 w 6386648"/>
                <a:gd name="connsiteY1268" fmla="*/ 719896 h 1849426"/>
                <a:gd name="connsiteX1269" fmla="*/ 2895920 w 6386648"/>
                <a:gd name="connsiteY1269" fmla="*/ 701872 h 1849426"/>
                <a:gd name="connsiteX1270" fmla="*/ 2547449 w 6386648"/>
                <a:gd name="connsiteY1270" fmla="*/ 701872 h 1849426"/>
                <a:gd name="connsiteX1271" fmla="*/ 2565474 w 6386648"/>
                <a:gd name="connsiteY1271" fmla="*/ 719896 h 1849426"/>
                <a:gd name="connsiteX1272" fmla="*/ 2547449 w 6386648"/>
                <a:gd name="connsiteY1272" fmla="*/ 737921 h 1849426"/>
                <a:gd name="connsiteX1273" fmla="*/ 2529425 w 6386648"/>
                <a:gd name="connsiteY1273" fmla="*/ 719896 h 1849426"/>
                <a:gd name="connsiteX1274" fmla="*/ 2547449 w 6386648"/>
                <a:gd name="connsiteY1274" fmla="*/ 701872 h 1849426"/>
                <a:gd name="connsiteX1275" fmla="*/ 2241034 w 6386648"/>
                <a:gd name="connsiteY1275" fmla="*/ 701872 h 1849426"/>
                <a:gd name="connsiteX1276" fmla="*/ 2259059 w 6386648"/>
                <a:gd name="connsiteY1276" fmla="*/ 719896 h 1849426"/>
                <a:gd name="connsiteX1277" fmla="*/ 2241034 w 6386648"/>
                <a:gd name="connsiteY1277" fmla="*/ 737921 h 1849426"/>
                <a:gd name="connsiteX1278" fmla="*/ 2223010 w 6386648"/>
                <a:gd name="connsiteY1278" fmla="*/ 719896 h 1849426"/>
                <a:gd name="connsiteX1279" fmla="*/ 2241034 w 6386648"/>
                <a:gd name="connsiteY1279" fmla="*/ 701872 h 1849426"/>
                <a:gd name="connsiteX1280" fmla="*/ 1411911 w 6386648"/>
                <a:gd name="connsiteY1280" fmla="*/ 701872 h 1849426"/>
                <a:gd name="connsiteX1281" fmla="*/ 1429936 w 6386648"/>
                <a:gd name="connsiteY1281" fmla="*/ 719896 h 1849426"/>
                <a:gd name="connsiteX1282" fmla="*/ 1411911 w 6386648"/>
                <a:gd name="connsiteY1282" fmla="*/ 737921 h 1849426"/>
                <a:gd name="connsiteX1283" fmla="*/ 1393887 w 6386648"/>
                <a:gd name="connsiteY1283" fmla="*/ 719896 h 1849426"/>
                <a:gd name="connsiteX1284" fmla="*/ 1411911 w 6386648"/>
                <a:gd name="connsiteY1284" fmla="*/ 701872 h 1849426"/>
                <a:gd name="connsiteX1285" fmla="*/ 1165578 w 6386648"/>
                <a:gd name="connsiteY1285" fmla="*/ 701872 h 1849426"/>
                <a:gd name="connsiteX1286" fmla="*/ 1183602 w 6386648"/>
                <a:gd name="connsiteY1286" fmla="*/ 719896 h 1849426"/>
                <a:gd name="connsiteX1287" fmla="*/ 1165578 w 6386648"/>
                <a:gd name="connsiteY1287" fmla="*/ 737921 h 1849426"/>
                <a:gd name="connsiteX1288" fmla="*/ 1147553 w 6386648"/>
                <a:gd name="connsiteY1288" fmla="*/ 719896 h 1849426"/>
                <a:gd name="connsiteX1289" fmla="*/ 1165578 w 6386648"/>
                <a:gd name="connsiteY1289" fmla="*/ 701872 h 1849426"/>
                <a:gd name="connsiteX1290" fmla="*/ 168227 w 6386648"/>
                <a:gd name="connsiteY1290" fmla="*/ 701872 h 1849426"/>
                <a:gd name="connsiteX1291" fmla="*/ 186252 w 6386648"/>
                <a:gd name="connsiteY1291" fmla="*/ 719896 h 1849426"/>
                <a:gd name="connsiteX1292" fmla="*/ 168227 w 6386648"/>
                <a:gd name="connsiteY1292" fmla="*/ 737921 h 1849426"/>
                <a:gd name="connsiteX1293" fmla="*/ 150203 w 6386648"/>
                <a:gd name="connsiteY1293" fmla="*/ 719896 h 1849426"/>
                <a:gd name="connsiteX1294" fmla="*/ 168227 w 6386648"/>
                <a:gd name="connsiteY1294" fmla="*/ 701872 h 1849426"/>
                <a:gd name="connsiteX1295" fmla="*/ 1910586 w 6386648"/>
                <a:gd name="connsiteY1295" fmla="*/ 695864 h 1849426"/>
                <a:gd name="connsiteX1296" fmla="*/ 1928611 w 6386648"/>
                <a:gd name="connsiteY1296" fmla="*/ 713888 h 1849426"/>
                <a:gd name="connsiteX1297" fmla="*/ 1910586 w 6386648"/>
                <a:gd name="connsiteY1297" fmla="*/ 731913 h 1849426"/>
                <a:gd name="connsiteX1298" fmla="*/ 1892562 w 6386648"/>
                <a:gd name="connsiteY1298" fmla="*/ 713888 h 1849426"/>
                <a:gd name="connsiteX1299" fmla="*/ 1910586 w 6386648"/>
                <a:gd name="connsiteY1299" fmla="*/ 695864 h 1849426"/>
                <a:gd name="connsiteX1300" fmla="*/ 3833190 w 6386648"/>
                <a:gd name="connsiteY1300" fmla="*/ 689856 h 1849426"/>
                <a:gd name="connsiteX1301" fmla="*/ 3851215 w 6386648"/>
                <a:gd name="connsiteY1301" fmla="*/ 707880 h 1849426"/>
                <a:gd name="connsiteX1302" fmla="*/ 3833190 w 6386648"/>
                <a:gd name="connsiteY1302" fmla="*/ 725905 h 1849426"/>
                <a:gd name="connsiteX1303" fmla="*/ 3815166 w 6386648"/>
                <a:gd name="connsiteY1303" fmla="*/ 707880 h 1849426"/>
                <a:gd name="connsiteX1304" fmla="*/ 3833190 w 6386648"/>
                <a:gd name="connsiteY1304" fmla="*/ 689856 h 1849426"/>
                <a:gd name="connsiteX1305" fmla="*/ 2787774 w 6386648"/>
                <a:gd name="connsiteY1305" fmla="*/ 689856 h 1849426"/>
                <a:gd name="connsiteX1306" fmla="*/ 2805799 w 6386648"/>
                <a:gd name="connsiteY1306" fmla="*/ 707880 h 1849426"/>
                <a:gd name="connsiteX1307" fmla="*/ 2787774 w 6386648"/>
                <a:gd name="connsiteY1307" fmla="*/ 725905 h 1849426"/>
                <a:gd name="connsiteX1308" fmla="*/ 2769750 w 6386648"/>
                <a:gd name="connsiteY1308" fmla="*/ 707880 h 1849426"/>
                <a:gd name="connsiteX1309" fmla="*/ 2787774 w 6386648"/>
                <a:gd name="connsiteY1309" fmla="*/ 689856 h 1849426"/>
                <a:gd name="connsiteX1310" fmla="*/ 5737768 w 6386648"/>
                <a:gd name="connsiteY1310" fmla="*/ 677840 h 1849426"/>
                <a:gd name="connsiteX1311" fmla="*/ 5755793 w 6386648"/>
                <a:gd name="connsiteY1311" fmla="*/ 695865 h 1849426"/>
                <a:gd name="connsiteX1312" fmla="*/ 5737768 w 6386648"/>
                <a:gd name="connsiteY1312" fmla="*/ 713889 h 1849426"/>
                <a:gd name="connsiteX1313" fmla="*/ 5719744 w 6386648"/>
                <a:gd name="connsiteY1313" fmla="*/ 695865 h 1849426"/>
                <a:gd name="connsiteX1314" fmla="*/ 5737768 w 6386648"/>
                <a:gd name="connsiteY1314" fmla="*/ 677840 h 1849426"/>
                <a:gd name="connsiteX1315" fmla="*/ 781057 w 6386648"/>
                <a:gd name="connsiteY1315" fmla="*/ 677840 h 1849426"/>
                <a:gd name="connsiteX1316" fmla="*/ 799082 w 6386648"/>
                <a:gd name="connsiteY1316" fmla="*/ 695865 h 1849426"/>
                <a:gd name="connsiteX1317" fmla="*/ 781057 w 6386648"/>
                <a:gd name="connsiteY1317" fmla="*/ 713889 h 1849426"/>
                <a:gd name="connsiteX1318" fmla="*/ 763033 w 6386648"/>
                <a:gd name="connsiteY1318" fmla="*/ 695865 h 1849426"/>
                <a:gd name="connsiteX1319" fmla="*/ 781057 w 6386648"/>
                <a:gd name="connsiteY1319" fmla="*/ 677840 h 1849426"/>
                <a:gd name="connsiteX1320" fmla="*/ 276373 w 6386648"/>
                <a:gd name="connsiteY1320" fmla="*/ 677840 h 1849426"/>
                <a:gd name="connsiteX1321" fmla="*/ 294398 w 6386648"/>
                <a:gd name="connsiteY1321" fmla="*/ 695865 h 1849426"/>
                <a:gd name="connsiteX1322" fmla="*/ 276373 w 6386648"/>
                <a:gd name="connsiteY1322" fmla="*/ 713889 h 1849426"/>
                <a:gd name="connsiteX1323" fmla="*/ 258349 w 6386648"/>
                <a:gd name="connsiteY1323" fmla="*/ 695865 h 1849426"/>
                <a:gd name="connsiteX1324" fmla="*/ 276373 w 6386648"/>
                <a:gd name="connsiteY1324" fmla="*/ 677840 h 1849426"/>
                <a:gd name="connsiteX1325" fmla="*/ 1784415 w 6386648"/>
                <a:gd name="connsiteY1325" fmla="*/ 671832 h 1849426"/>
                <a:gd name="connsiteX1326" fmla="*/ 1802440 w 6386648"/>
                <a:gd name="connsiteY1326" fmla="*/ 689856 h 1849426"/>
                <a:gd name="connsiteX1327" fmla="*/ 1784415 w 6386648"/>
                <a:gd name="connsiteY1327" fmla="*/ 707881 h 1849426"/>
                <a:gd name="connsiteX1328" fmla="*/ 1766391 w 6386648"/>
                <a:gd name="connsiteY1328" fmla="*/ 689856 h 1849426"/>
                <a:gd name="connsiteX1329" fmla="*/ 1784415 w 6386648"/>
                <a:gd name="connsiteY1329" fmla="*/ 671832 h 1849426"/>
                <a:gd name="connsiteX1330" fmla="*/ 3713027 w 6386648"/>
                <a:gd name="connsiteY1330" fmla="*/ 665824 h 1849426"/>
                <a:gd name="connsiteX1331" fmla="*/ 3731052 w 6386648"/>
                <a:gd name="connsiteY1331" fmla="*/ 683848 h 1849426"/>
                <a:gd name="connsiteX1332" fmla="*/ 3713027 w 6386648"/>
                <a:gd name="connsiteY1332" fmla="*/ 701873 h 1849426"/>
                <a:gd name="connsiteX1333" fmla="*/ 3695003 w 6386648"/>
                <a:gd name="connsiteY1333" fmla="*/ 683848 h 1849426"/>
                <a:gd name="connsiteX1334" fmla="*/ 3713027 w 6386648"/>
                <a:gd name="connsiteY1334" fmla="*/ 665824 h 1849426"/>
                <a:gd name="connsiteX1335" fmla="*/ 3274433 w 6386648"/>
                <a:gd name="connsiteY1335" fmla="*/ 665824 h 1849426"/>
                <a:gd name="connsiteX1336" fmla="*/ 3292458 w 6386648"/>
                <a:gd name="connsiteY1336" fmla="*/ 683848 h 1849426"/>
                <a:gd name="connsiteX1337" fmla="*/ 3274433 w 6386648"/>
                <a:gd name="connsiteY1337" fmla="*/ 701873 h 1849426"/>
                <a:gd name="connsiteX1338" fmla="*/ 3256409 w 6386648"/>
                <a:gd name="connsiteY1338" fmla="*/ 683848 h 1849426"/>
                <a:gd name="connsiteX1339" fmla="*/ 3274433 w 6386648"/>
                <a:gd name="connsiteY1339" fmla="*/ 665824 h 1849426"/>
                <a:gd name="connsiteX1340" fmla="*/ 1291748 w 6386648"/>
                <a:gd name="connsiteY1340" fmla="*/ 665824 h 1849426"/>
                <a:gd name="connsiteX1341" fmla="*/ 1309773 w 6386648"/>
                <a:gd name="connsiteY1341" fmla="*/ 683848 h 1849426"/>
                <a:gd name="connsiteX1342" fmla="*/ 1291748 w 6386648"/>
                <a:gd name="connsiteY1342" fmla="*/ 701873 h 1849426"/>
                <a:gd name="connsiteX1343" fmla="*/ 1273724 w 6386648"/>
                <a:gd name="connsiteY1343" fmla="*/ 683848 h 1849426"/>
                <a:gd name="connsiteX1344" fmla="*/ 1291748 w 6386648"/>
                <a:gd name="connsiteY1344" fmla="*/ 665824 h 1849426"/>
                <a:gd name="connsiteX1345" fmla="*/ 636862 w 6386648"/>
                <a:gd name="connsiteY1345" fmla="*/ 665824 h 1849426"/>
                <a:gd name="connsiteX1346" fmla="*/ 654887 w 6386648"/>
                <a:gd name="connsiteY1346" fmla="*/ 683848 h 1849426"/>
                <a:gd name="connsiteX1347" fmla="*/ 636862 w 6386648"/>
                <a:gd name="connsiteY1347" fmla="*/ 701873 h 1849426"/>
                <a:gd name="connsiteX1348" fmla="*/ 618838 w 6386648"/>
                <a:gd name="connsiteY1348" fmla="*/ 683848 h 1849426"/>
                <a:gd name="connsiteX1349" fmla="*/ 636862 w 6386648"/>
                <a:gd name="connsiteY1349" fmla="*/ 665824 h 1849426"/>
                <a:gd name="connsiteX1350" fmla="*/ 3172295 w 6386648"/>
                <a:gd name="connsiteY1350" fmla="*/ 659815 h 1849426"/>
                <a:gd name="connsiteX1351" fmla="*/ 3190320 w 6386648"/>
                <a:gd name="connsiteY1351" fmla="*/ 677839 h 1849426"/>
                <a:gd name="connsiteX1352" fmla="*/ 3172295 w 6386648"/>
                <a:gd name="connsiteY1352" fmla="*/ 695864 h 1849426"/>
                <a:gd name="connsiteX1353" fmla="*/ 3154271 w 6386648"/>
                <a:gd name="connsiteY1353" fmla="*/ 677839 h 1849426"/>
                <a:gd name="connsiteX1354" fmla="*/ 3172295 w 6386648"/>
                <a:gd name="connsiteY1354" fmla="*/ 659815 h 1849426"/>
                <a:gd name="connsiteX1355" fmla="*/ 6314550 w 6386648"/>
                <a:gd name="connsiteY1355" fmla="*/ 647799 h 1849426"/>
                <a:gd name="connsiteX1356" fmla="*/ 6332574 w 6386648"/>
                <a:gd name="connsiteY1356" fmla="*/ 665824 h 1849426"/>
                <a:gd name="connsiteX1357" fmla="*/ 6314550 w 6386648"/>
                <a:gd name="connsiteY1357" fmla="*/ 683848 h 1849426"/>
                <a:gd name="connsiteX1358" fmla="*/ 6296525 w 6386648"/>
                <a:gd name="connsiteY1358" fmla="*/ 665824 h 1849426"/>
                <a:gd name="connsiteX1359" fmla="*/ 6314550 w 6386648"/>
                <a:gd name="connsiteY1359" fmla="*/ 647799 h 1849426"/>
                <a:gd name="connsiteX1360" fmla="*/ 3040116 w 6386648"/>
                <a:gd name="connsiteY1360" fmla="*/ 647799 h 1849426"/>
                <a:gd name="connsiteX1361" fmla="*/ 3058141 w 6386648"/>
                <a:gd name="connsiteY1361" fmla="*/ 665824 h 1849426"/>
                <a:gd name="connsiteX1362" fmla="*/ 3040116 w 6386648"/>
                <a:gd name="connsiteY1362" fmla="*/ 683848 h 1849426"/>
                <a:gd name="connsiteX1363" fmla="*/ 3022092 w 6386648"/>
                <a:gd name="connsiteY1363" fmla="*/ 665824 h 1849426"/>
                <a:gd name="connsiteX1364" fmla="*/ 3040116 w 6386648"/>
                <a:gd name="connsiteY1364" fmla="*/ 647799 h 1849426"/>
                <a:gd name="connsiteX1365" fmla="*/ 4025450 w 6386648"/>
                <a:gd name="connsiteY1365" fmla="*/ 641791 h 1849426"/>
                <a:gd name="connsiteX1366" fmla="*/ 4043475 w 6386648"/>
                <a:gd name="connsiteY1366" fmla="*/ 659815 h 1849426"/>
                <a:gd name="connsiteX1367" fmla="*/ 4025450 w 6386648"/>
                <a:gd name="connsiteY1367" fmla="*/ 677840 h 1849426"/>
                <a:gd name="connsiteX1368" fmla="*/ 4007426 w 6386648"/>
                <a:gd name="connsiteY1368" fmla="*/ 659815 h 1849426"/>
                <a:gd name="connsiteX1369" fmla="*/ 4025450 w 6386648"/>
                <a:gd name="connsiteY1369" fmla="*/ 641791 h 1849426"/>
                <a:gd name="connsiteX1370" fmla="*/ 5948053 w 6386648"/>
                <a:gd name="connsiteY1370" fmla="*/ 629775 h 1849426"/>
                <a:gd name="connsiteX1371" fmla="*/ 5966078 w 6386648"/>
                <a:gd name="connsiteY1371" fmla="*/ 647799 h 1849426"/>
                <a:gd name="connsiteX1372" fmla="*/ 5948053 w 6386648"/>
                <a:gd name="connsiteY1372" fmla="*/ 665824 h 1849426"/>
                <a:gd name="connsiteX1373" fmla="*/ 5930029 w 6386648"/>
                <a:gd name="connsiteY1373" fmla="*/ 647799 h 1849426"/>
                <a:gd name="connsiteX1374" fmla="*/ 5948053 w 6386648"/>
                <a:gd name="connsiteY1374" fmla="*/ 629775 h 1849426"/>
                <a:gd name="connsiteX1375" fmla="*/ 2673619 w 6386648"/>
                <a:gd name="connsiteY1375" fmla="*/ 629775 h 1849426"/>
                <a:gd name="connsiteX1376" fmla="*/ 2691644 w 6386648"/>
                <a:gd name="connsiteY1376" fmla="*/ 647799 h 1849426"/>
                <a:gd name="connsiteX1377" fmla="*/ 2673619 w 6386648"/>
                <a:gd name="connsiteY1377" fmla="*/ 665824 h 1849426"/>
                <a:gd name="connsiteX1378" fmla="*/ 2655595 w 6386648"/>
                <a:gd name="connsiteY1378" fmla="*/ 647799 h 1849426"/>
                <a:gd name="connsiteX1379" fmla="*/ 2673619 w 6386648"/>
                <a:gd name="connsiteY1379" fmla="*/ 629775 h 1849426"/>
                <a:gd name="connsiteX1380" fmla="*/ 2331156 w 6386648"/>
                <a:gd name="connsiteY1380" fmla="*/ 629775 h 1849426"/>
                <a:gd name="connsiteX1381" fmla="*/ 2349181 w 6386648"/>
                <a:gd name="connsiteY1381" fmla="*/ 647799 h 1849426"/>
                <a:gd name="connsiteX1382" fmla="*/ 2331156 w 6386648"/>
                <a:gd name="connsiteY1382" fmla="*/ 665824 h 1849426"/>
                <a:gd name="connsiteX1383" fmla="*/ 2313132 w 6386648"/>
                <a:gd name="connsiteY1383" fmla="*/ 647799 h 1849426"/>
                <a:gd name="connsiteX1384" fmla="*/ 2331156 w 6386648"/>
                <a:gd name="connsiteY1384" fmla="*/ 629775 h 1849426"/>
                <a:gd name="connsiteX1385" fmla="*/ 1514049 w 6386648"/>
                <a:gd name="connsiteY1385" fmla="*/ 629775 h 1849426"/>
                <a:gd name="connsiteX1386" fmla="*/ 1532074 w 6386648"/>
                <a:gd name="connsiteY1386" fmla="*/ 647799 h 1849426"/>
                <a:gd name="connsiteX1387" fmla="*/ 1514049 w 6386648"/>
                <a:gd name="connsiteY1387" fmla="*/ 665824 h 1849426"/>
                <a:gd name="connsiteX1388" fmla="*/ 1496025 w 6386648"/>
                <a:gd name="connsiteY1388" fmla="*/ 647799 h 1849426"/>
                <a:gd name="connsiteX1389" fmla="*/ 1514049 w 6386648"/>
                <a:gd name="connsiteY1389" fmla="*/ 629775 h 1849426"/>
                <a:gd name="connsiteX1390" fmla="*/ 901219 w 6386648"/>
                <a:gd name="connsiteY1390" fmla="*/ 629775 h 1849426"/>
                <a:gd name="connsiteX1391" fmla="*/ 919244 w 6386648"/>
                <a:gd name="connsiteY1391" fmla="*/ 647799 h 1849426"/>
                <a:gd name="connsiteX1392" fmla="*/ 901219 w 6386648"/>
                <a:gd name="connsiteY1392" fmla="*/ 665824 h 1849426"/>
                <a:gd name="connsiteX1393" fmla="*/ 883195 w 6386648"/>
                <a:gd name="connsiteY1393" fmla="*/ 647799 h 1849426"/>
                <a:gd name="connsiteX1394" fmla="*/ 901219 w 6386648"/>
                <a:gd name="connsiteY1394" fmla="*/ 629775 h 1849426"/>
                <a:gd name="connsiteX1395" fmla="*/ 5827891 w 6386648"/>
                <a:gd name="connsiteY1395" fmla="*/ 617758 h 1849426"/>
                <a:gd name="connsiteX1396" fmla="*/ 5845916 w 6386648"/>
                <a:gd name="connsiteY1396" fmla="*/ 635783 h 1849426"/>
                <a:gd name="connsiteX1397" fmla="*/ 5827891 w 6386648"/>
                <a:gd name="connsiteY1397" fmla="*/ 653807 h 1849426"/>
                <a:gd name="connsiteX1398" fmla="*/ 5809867 w 6386648"/>
                <a:gd name="connsiteY1398" fmla="*/ 635783 h 1849426"/>
                <a:gd name="connsiteX1399" fmla="*/ 5827891 w 6386648"/>
                <a:gd name="connsiteY1399" fmla="*/ 617758 h 1849426"/>
                <a:gd name="connsiteX1400" fmla="*/ 2469343 w 6386648"/>
                <a:gd name="connsiteY1400" fmla="*/ 617758 h 1849426"/>
                <a:gd name="connsiteX1401" fmla="*/ 2487368 w 6386648"/>
                <a:gd name="connsiteY1401" fmla="*/ 635783 h 1849426"/>
                <a:gd name="connsiteX1402" fmla="*/ 2469343 w 6386648"/>
                <a:gd name="connsiteY1402" fmla="*/ 653807 h 1849426"/>
                <a:gd name="connsiteX1403" fmla="*/ 2451319 w 6386648"/>
                <a:gd name="connsiteY1403" fmla="*/ 635783 h 1849426"/>
                <a:gd name="connsiteX1404" fmla="*/ 2469343 w 6386648"/>
                <a:gd name="connsiteY1404" fmla="*/ 617758 h 1849426"/>
                <a:gd name="connsiteX1405" fmla="*/ 6110273 w 6386648"/>
                <a:gd name="connsiteY1405" fmla="*/ 611750 h 1849426"/>
                <a:gd name="connsiteX1406" fmla="*/ 6128298 w 6386648"/>
                <a:gd name="connsiteY1406" fmla="*/ 629774 h 1849426"/>
                <a:gd name="connsiteX1407" fmla="*/ 6110273 w 6386648"/>
                <a:gd name="connsiteY1407" fmla="*/ 647799 h 1849426"/>
                <a:gd name="connsiteX1408" fmla="*/ 6092248 w 6386648"/>
                <a:gd name="connsiteY1408" fmla="*/ 629774 h 1849426"/>
                <a:gd name="connsiteX1409" fmla="*/ 6110273 w 6386648"/>
                <a:gd name="connsiteY1409" fmla="*/ 611750 h 1849426"/>
                <a:gd name="connsiteX1410" fmla="*/ 3598872 w 6386648"/>
                <a:gd name="connsiteY1410" fmla="*/ 611750 h 1849426"/>
                <a:gd name="connsiteX1411" fmla="*/ 3616897 w 6386648"/>
                <a:gd name="connsiteY1411" fmla="*/ 629774 h 1849426"/>
                <a:gd name="connsiteX1412" fmla="*/ 3598872 w 6386648"/>
                <a:gd name="connsiteY1412" fmla="*/ 647799 h 1849426"/>
                <a:gd name="connsiteX1413" fmla="*/ 3580848 w 6386648"/>
                <a:gd name="connsiteY1413" fmla="*/ 629774 h 1849426"/>
                <a:gd name="connsiteX1414" fmla="*/ 3598872 w 6386648"/>
                <a:gd name="connsiteY1414" fmla="*/ 611750 h 1849426"/>
                <a:gd name="connsiteX1415" fmla="*/ 2150912 w 6386648"/>
                <a:gd name="connsiteY1415" fmla="*/ 611750 h 1849426"/>
                <a:gd name="connsiteX1416" fmla="*/ 2168937 w 6386648"/>
                <a:gd name="connsiteY1416" fmla="*/ 629774 h 1849426"/>
                <a:gd name="connsiteX1417" fmla="*/ 2150912 w 6386648"/>
                <a:gd name="connsiteY1417" fmla="*/ 647799 h 1849426"/>
                <a:gd name="connsiteX1418" fmla="*/ 2132888 w 6386648"/>
                <a:gd name="connsiteY1418" fmla="*/ 629774 h 1849426"/>
                <a:gd name="connsiteX1419" fmla="*/ 2150912 w 6386648"/>
                <a:gd name="connsiteY1419" fmla="*/ 611750 h 1849426"/>
                <a:gd name="connsiteX1420" fmla="*/ 2036758 w 6386648"/>
                <a:gd name="connsiteY1420" fmla="*/ 605742 h 1849426"/>
                <a:gd name="connsiteX1421" fmla="*/ 2054782 w 6386648"/>
                <a:gd name="connsiteY1421" fmla="*/ 623766 h 1849426"/>
                <a:gd name="connsiteX1422" fmla="*/ 2036758 w 6386648"/>
                <a:gd name="connsiteY1422" fmla="*/ 641791 h 1849426"/>
                <a:gd name="connsiteX1423" fmla="*/ 2018733 w 6386648"/>
                <a:gd name="connsiteY1423" fmla="*/ 623766 h 1849426"/>
                <a:gd name="connsiteX1424" fmla="*/ 2036758 w 6386648"/>
                <a:gd name="connsiteY1424" fmla="*/ 605742 h 1849426"/>
                <a:gd name="connsiteX1425" fmla="*/ 1652236 w 6386648"/>
                <a:gd name="connsiteY1425" fmla="*/ 605742 h 1849426"/>
                <a:gd name="connsiteX1426" fmla="*/ 1670261 w 6386648"/>
                <a:gd name="connsiteY1426" fmla="*/ 623766 h 1849426"/>
                <a:gd name="connsiteX1427" fmla="*/ 1652236 w 6386648"/>
                <a:gd name="connsiteY1427" fmla="*/ 641791 h 1849426"/>
                <a:gd name="connsiteX1428" fmla="*/ 1634212 w 6386648"/>
                <a:gd name="connsiteY1428" fmla="*/ 623766 h 1849426"/>
                <a:gd name="connsiteX1429" fmla="*/ 1652236 w 6386648"/>
                <a:gd name="connsiteY1429" fmla="*/ 605742 h 1849426"/>
                <a:gd name="connsiteX1430" fmla="*/ 1027390 w 6386648"/>
                <a:gd name="connsiteY1430" fmla="*/ 605742 h 1849426"/>
                <a:gd name="connsiteX1431" fmla="*/ 1045415 w 6386648"/>
                <a:gd name="connsiteY1431" fmla="*/ 623766 h 1849426"/>
                <a:gd name="connsiteX1432" fmla="*/ 1027390 w 6386648"/>
                <a:gd name="connsiteY1432" fmla="*/ 641791 h 1849426"/>
                <a:gd name="connsiteX1433" fmla="*/ 1009366 w 6386648"/>
                <a:gd name="connsiteY1433" fmla="*/ 623766 h 1849426"/>
                <a:gd name="connsiteX1434" fmla="*/ 1027390 w 6386648"/>
                <a:gd name="connsiteY1434" fmla="*/ 605742 h 1849426"/>
                <a:gd name="connsiteX1435" fmla="*/ 504684 w 6386648"/>
                <a:gd name="connsiteY1435" fmla="*/ 605742 h 1849426"/>
                <a:gd name="connsiteX1436" fmla="*/ 522708 w 6386648"/>
                <a:gd name="connsiteY1436" fmla="*/ 623766 h 1849426"/>
                <a:gd name="connsiteX1437" fmla="*/ 504684 w 6386648"/>
                <a:gd name="connsiteY1437" fmla="*/ 641791 h 1849426"/>
                <a:gd name="connsiteX1438" fmla="*/ 486659 w 6386648"/>
                <a:gd name="connsiteY1438" fmla="*/ 623766 h 1849426"/>
                <a:gd name="connsiteX1439" fmla="*/ 504684 w 6386648"/>
                <a:gd name="connsiteY1439" fmla="*/ 605742 h 1849426"/>
                <a:gd name="connsiteX1440" fmla="*/ 378512 w 6386648"/>
                <a:gd name="connsiteY1440" fmla="*/ 605742 h 1849426"/>
                <a:gd name="connsiteX1441" fmla="*/ 396537 w 6386648"/>
                <a:gd name="connsiteY1441" fmla="*/ 623766 h 1849426"/>
                <a:gd name="connsiteX1442" fmla="*/ 378512 w 6386648"/>
                <a:gd name="connsiteY1442" fmla="*/ 641791 h 1849426"/>
                <a:gd name="connsiteX1443" fmla="*/ 360488 w 6386648"/>
                <a:gd name="connsiteY1443" fmla="*/ 623766 h 1849426"/>
                <a:gd name="connsiteX1444" fmla="*/ 378512 w 6386648"/>
                <a:gd name="connsiteY1444" fmla="*/ 605742 h 1849426"/>
                <a:gd name="connsiteX1445" fmla="*/ 3358547 w 6386648"/>
                <a:gd name="connsiteY1445" fmla="*/ 599734 h 1849426"/>
                <a:gd name="connsiteX1446" fmla="*/ 3376572 w 6386648"/>
                <a:gd name="connsiteY1446" fmla="*/ 617758 h 1849426"/>
                <a:gd name="connsiteX1447" fmla="*/ 3358547 w 6386648"/>
                <a:gd name="connsiteY1447" fmla="*/ 635783 h 1849426"/>
                <a:gd name="connsiteX1448" fmla="*/ 3340523 w 6386648"/>
                <a:gd name="connsiteY1448" fmla="*/ 617758 h 1849426"/>
                <a:gd name="connsiteX1449" fmla="*/ 3358547 w 6386648"/>
                <a:gd name="connsiteY1449" fmla="*/ 599734 h 1849426"/>
                <a:gd name="connsiteX1450" fmla="*/ 3887263 w 6386648"/>
                <a:gd name="connsiteY1450" fmla="*/ 593726 h 1849426"/>
                <a:gd name="connsiteX1451" fmla="*/ 3905288 w 6386648"/>
                <a:gd name="connsiteY1451" fmla="*/ 611750 h 1849426"/>
                <a:gd name="connsiteX1452" fmla="*/ 3887263 w 6386648"/>
                <a:gd name="connsiteY1452" fmla="*/ 629775 h 1849426"/>
                <a:gd name="connsiteX1453" fmla="*/ 3869238 w 6386648"/>
                <a:gd name="connsiteY1453" fmla="*/ 611750 h 1849426"/>
                <a:gd name="connsiteX1454" fmla="*/ 3887263 w 6386648"/>
                <a:gd name="connsiteY1454" fmla="*/ 593726 h 1849426"/>
                <a:gd name="connsiteX1455" fmla="*/ 5623614 w 6386648"/>
                <a:gd name="connsiteY1455" fmla="*/ 587718 h 1849426"/>
                <a:gd name="connsiteX1456" fmla="*/ 5641639 w 6386648"/>
                <a:gd name="connsiteY1456" fmla="*/ 605743 h 1849426"/>
                <a:gd name="connsiteX1457" fmla="*/ 5623614 w 6386648"/>
                <a:gd name="connsiteY1457" fmla="*/ 623767 h 1849426"/>
                <a:gd name="connsiteX1458" fmla="*/ 5605590 w 6386648"/>
                <a:gd name="connsiteY1458" fmla="*/ 605743 h 1849426"/>
                <a:gd name="connsiteX1459" fmla="*/ 5623614 w 6386648"/>
                <a:gd name="connsiteY1459" fmla="*/ 587718 h 1849426"/>
                <a:gd name="connsiteX1460" fmla="*/ 4157629 w 6386648"/>
                <a:gd name="connsiteY1460" fmla="*/ 587718 h 1849426"/>
                <a:gd name="connsiteX1461" fmla="*/ 4175654 w 6386648"/>
                <a:gd name="connsiteY1461" fmla="*/ 605743 h 1849426"/>
                <a:gd name="connsiteX1462" fmla="*/ 4157629 w 6386648"/>
                <a:gd name="connsiteY1462" fmla="*/ 623767 h 1849426"/>
                <a:gd name="connsiteX1463" fmla="*/ 4139604 w 6386648"/>
                <a:gd name="connsiteY1463" fmla="*/ 605743 h 1849426"/>
                <a:gd name="connsiteX1464" fmla="*/ 4157629 w 6386648"/>
                <a:gd name="connsiteY1464" fmla="*/ 587718 h 1849426"/>
                <a:gd name="connsiteX1465" fmla="*/ 1886555 w 6386648"/>
                <a:gd name="connsiteY1465" fmla="*/ 587718 h 1849426"/>
                <a:gd name="connsiteX1466" fmla="*/ 1904579 w 6386648"/>
                <a:gd name="connsiteY1466" fmla="*/ 605743 h 1849426"/>
                <a:gd name="connsiteX1467" fmla="*/ 1886555 w 6386648"/>
                <a:gd name="connsiteY1467" fmla="*/ 623767 h 1849426"/>
                <a:gd name="connsiteX1468" fmla="*/ 1868530 w 6386648"/>
                <a:gd name="connsiteY1468" fmla="*/ 605743 h 1849426"/>
                <a:gd name="connsiteX1469" fmla="*/ 1886555 w 6386648"/>
                <a:gd name="connsiteY1469" fmla="*/ 587718 h 1849426"/>
                <a:gd name="connsiteX1470" fmla="*/ 1147553 w 6386648"/>
                <a:gd name="connsiteY1470" fmla="*/ 587718 h 1849426"/>
                <a:gd name="connsiteX1471" fmla="*/ 1165578 w 6386648"/>
                <a:gd name="connsiteY1471" fmla="*/ 605743 h 1849426"/>
                <a:gd name="connsiteX1472" fmla="*/ 1147553 w 6386648"/>
                <a:gd name="connsiteY1472" fmla="*/ 623767 h 1849426"/>
                <a:gd name="connsiteX1473" fmla="*/ 1129529 w 6386648"/>
                <a:gd name="connsiteY1473" fmla="*/ 605743 h 1849426"/>
                <a:gd name="connsiteX1474" fmla="*/ 1147553 w 6386648"/>
                <a:gd name="connsiteY1474" fmla="*/ 587718 h 1849426"/>
                <a:gd name="connsiteX1475" fmla="*/ 6212411 w 6386648"/>
                <a:gd name="connsiteY1475" fmla="*/ 581710 h 1849426"/>
                <a:gd name="connsiteX1476" fmla="*/ 6230436 w 6386648"/>
                <a:gd name="connsiteY1476" fmla="*/ 599734 h 1849426"/>
                <a:gd name="connsiteX1477" fmla="*/ 6212411 w 6386648"/>
                <a:gd name="connsiteY1477" fmla="*/ 617759 h 1849426"/>
                <a:gd name="connsiteX1478" fmla="*/ 6194387 w 6386648"/>
                <a:gd name="connsiteY1478" fmla="*/ 599734 h 1849426"/>
                <a:gd name="connsiteX1479" fmla="*/ 6212411 w 6386648"/>
                <a:gd name="connsiteY1479" fmla="*/ 581710 h 1849426"/>
                <a:gd name="connsiteX1480" fmla="*/ 3478710 w 6386648"/>
                <a:gd name="connsiteY1480" fmla="*/ 581710 h 1849426"/>
                <a:gd name="connsiteX1481" fmla="*/ 3496735 w 6386648"/>
                <a:gd name="connsiteY1481" fmla="*/ 599734 h 1849426"/>
                <a:gd name="connsiteX1482" fmla="*/ 3478710 w 6386648"/>
                <a:gd name="connsiteY1482" fmla="*/ 617759 h 1849426"/>
                <a:gd name="connsiteX1483" fmla="*/ 3460686 w 6386648"/>
                <a:gd name="connsiteY1483" fmla="*/ 599734 h 1849426"/>
                <a:gd name="connsiteX1484" fmla="*/ 3478710 w 6386648"/>
                <a:gd name="connsiteY1484" fmla="*/ 581710 h 1849426"/>
                <a:gd name="connsiteX1485" fmla="*/ 2883904 w 6386648"/>
                <a:gd name="connsiteY1485" fmla="*/ 581710 h 1849426"/>
                <a:gd name="connsiteX1486" fmla="*/ 2901929 w 6386648"/>
                <a:gd name="connsiteY1486" fmla="*/ 599734 h 1849426"/>
                <a:gd name="connsiteX1487" fmla="*/ 2883904 w 6386648"/>
                <a:gd name="connsiteY1487" fmla="*/ 617759 h 1849426"/>
                <a:gd name="connsiteX1488" fmla="*/ 2865880 w 6386648"/>
                <a:gd name="connsiteY1488" fmla="*/ 599734 h 1849426"/>
                <a:gd name="connsiteX1489" fmla="*/ 2883904 w 6386648"/>
                <a:gd name="connsiteY1489" fmla="*/ 581710 h 1849426"/>
                <a:gd name="connsiteX1490" fmla="*/ 4488076 w 6386648"/>
                <a:gd name="connsiteY1490" fmla="*/ 575702 h 1849426"/>
                <a:gd name="connsiteX1491" fmla="*/ 4506101 w 6386648"/>
                <a:gd name="connsiteY1491" fmla="*/ 593726 h 1849426"/>
                <a:gd name="connsiteX1492" fmla="*/ 4488076 w 6386648"/>
                <a:gd name="connsiteY1492" fmla="*/ 611751 h 1849426"/>
                <a:gd name="connsiteX1493" fmla="*/ 4470051 w 6386648"/>
                <a:gd name="connsiteY1493" fmla="*/ 593726 h 1849426"/>
                <a:gd name="connsiteX1494" fmla="*/ 4488076 w 6386648"/>
                <a:gd name="connsiteY1494" fmla="*/ 575702 h 1849426"/>
                <a:gd name="connsiteX1495" fmla="*/ 4313840 w 6386648"/>
                <a:gd name="connsiteY1495" fmla="*/ 575702 h 1849426"/>
                <a:gd name="connsiteX1496" fmla="*/ 4331865 w 6386648"/>
                <a:gd name="connsiteY1496" fmla="*/ 593726 h 1849426"/>
                <a:gd name="connsiteX1497" fmla="*/ 4313840 w 6386648"/>
                <a:gd name="connsiteY1497" fmla="*/ 611751 h 1849426"/>
                <a:gd name="connsiteX1498" fmla="*/ 4295816 w 6386648"/>
                <a:gd name="connsiteY1498" fmla="*/ 593726 h 1849426"/>
                <a:gd name="connsiteX1499" fmla="*/ 4313840 w 6386648"/>
                <a:gd name="connsiteY1499" fmla="*/ 575702 h 1849426"/>
                <a:gd name="connsiteX1500" fmla="*/ 1381870 w 6386648"/>
                <a:gd name="connsiteY1500" fmla="*/ 569693 h 1849426"/>
                <a:gd name="connsiteX1501" fmla="*/ 1399895 w 6386648"/>
                <a:gd name="connsiteY1501" fmla="*/ 587717 h 1849426"/>
                <a:gd name="connsiteX1502" fmla="*/ 1381870 w 6386648"/>
                <a:gd name="connsiteY1502" fmla="*/ 605742 h 1849426"/>
                <a:gd name="connsiteX1503" fmla="*/ 1363846 w 6386648"/>
                <a:gd name="connsiteY1503" fmla="*/ 587717 h 1849426"/>
                <a:gd name="connsiteX1504" fmla="*/ 1381870 w 6386648"/>
                <a:gd name="connsiteY1504" fmla="*/ 569693 h 1849426"/>
                <a:gd name="connsiteX1505" fmla="*/ 126170 w 6386648"/>
                <a:gd name="connsiteY1505" fmla="*/ 563685 h 1849426"/>
                <a:gd name="connsiteX1506" fmla="*/ 144195 w 6386648"/>
                <a:gd name="connsiteY1506" fmla="*/ 581709 h 1849426"/>
                <a:gd name="connsiteX1507" fmla="*/ 126170 w 6386648"/>
                <a:gd name="connsiteY1507" fmla="*/ 599734 h 1849426"/>
                <a:gd name="connsiteX1508" fmla="*/ 108146 w 6386648"/>
                <a:gd name="connsiteY1508" fmla="*/ 581709 h 1849426"/>
                <a:gd name="connsiteX1509" fmla="*/ 126170 w 6386648"/>
                <a:gd name="connsiteY1509" fmla="*/ 563685 h 1849426"/>
                <a:gd name="connsiteX1510" fmla="*/ 2583497 w 6386648"/>
                <a:gd name="connsiteY1510" fmla="*/ 557677 h 1849426"/>
                <a:gd name="connsiteX1511" fmla="*/ 2601522 w 6386648"/>
                <a:gd name="connsiteY1511" fmla="*/ 575702 h 1849426"/>
                <a:gd name="connsiteX1512" fmla="*/ 2583497 w 6386648"/>
                <a:gd name="connsiteY1512" fmla="*/ 593726 h 1849426"/>
                <a:gd name="connsiteX1513" fmla="*/ 2565473 w 6386648"/>
                <a:gd name="connsiteY1513" fmla="*/ 575702 h 1849426"/>
                <a:gd name="connsiteX1514" fmla="*/ 2583497 w 6386648"/>
                <a:gd name="connsiteY1514" fmla="*/ 557677 h 1849426"/>
                <a:gd name="connsiteX1515" fmla="*/ 246333 w 6386648"/>
                <a:gd name="connsiteY1515" fmla="*/ 557677 h 1849426"/>
                <a:gd name="connsiteX1516" fmla="*/ 264358 w 6386648"/>
                <a:gd name="connsiteY1516" fmla="*/ 575702 h 1849426"/>
                <a:gd name="connsiteX1517" fmla="*/ 246333 w 6386648"/>
                <a:gd name="connsiteY1517" fmla="*/ 593726 h 1849426"/>
                <a:gd name="connsiteX1518" fmla="*/ 228309 w 6386648"/>
                <a:gd name="connsiteY1518" fmla="*/ 575702 h 1849426"/>
                <a:gd name="connsiteX1519" fmla="*/ 246333 w 6386648"/>
                <a:gd name="connsiteY1519" fmla="*/ 557677 h 1849426"/>
                <a:gd name="connsiteX1520" fmla="*/ 1736351 w 6386648"/>
                <a:gd name="connsiteY1520" fmla="*/ 551669 h 1849426"/>
                <a:gd name="connsiteX1521" fmla="*/ 1754375 w 6386648"/>
                <a:gd name="connsiteY1521" fmla="*/ 569693 h 1849426"/>
                <a:gd name="connsiteX1522" fmla="*/ 1736351 w 6386648"/>
                <a:gd name="connsiteY1522" fmla="*/ 587718 h 1849426"/>
                <a:gd name="connsiteX1523" fmla="*/ 1718326 w 6386648"/>
                <a:gd name="connsiteY1523" fmla="*/ 569693 h 1849426"/>
                <a:gd name="connsiteX1524" fmla="*/ 1736351 w 6386648"/>
                <a:gd name="connsiteY1524" fmla="*/ 551669 h 1849426"/>
                <a:gd name="connsiteX1525" fmla="*/ 3731051 w 6386648"/>
                <a:gd name="connsiteY1525" fmla="*/ 545661 h 1849426"/>
                <a:gd name="connsiteX1526" fmla="*/ 3749076 w 6386648"/>
                <a:gd name="connsiteY1526" fmla="*/ 563685 h 1849426"/>
                <a:gd name="connsiteX1527" fmla="*/ 3731051 w 6386648"/>
                <a:gd name="connsiteY1527" fmla="*/ 581710 h 1849426"/>
                <a:gd name="connsiteX1528" fmla="*/ 3713027 w 6386648"/>
                <a:gd name="connsiteY1528" fmla="*/ 563685 h 1849426"/>
                <a:gd name="connsiteX1529" fmla="*/ 3731051 w 6386648"/>
                <a:gd name="connsiteY1529" fmla="*/ 545661 h 1849426"/>
                <a:gd name="connsiteX1530" fmla="*/ 2763741 w 6386648"/>
                <a:gd name="connsiteY1530" fmla="*/ 545661 h 1849426"/>
                <a:gd name="connsiteX1531" fmla="*/ 2781766 w 6386648"/>
                <a:gd name="connsiteY1531" fmla="*/ 563685 h 1849426"/>
                <a:gd name="connsiteX1532" fmla="*/ 2763741 w 6386648"/>
                <a:gd name="connsiteY1532" fmla="*/ 581710 h 1849426"/>
                <a:gd name="connsiteX1533" fmla="*/ 2745717 w 6386648"/>
                <a:gd name="connsiteY1533" fmla="*/ 563685 h 1849426"/>
                <a:gd name="connsiteX1534" fmla="*/ 2763741 w 6386648"/>
                <a:gd name="connsiteY1534" fmla="*/ 545661 h 1849426"/>
                <a:gd name="connsiteX1535" fmla="*/ 726984 w 6386648"/>
                <a:gd name="connsiteY1535" fmla="*/ 545661 h 1849426"/>
                <a:gd name="connsiteX1536" fmla="*/ 745009 w 6386648"/>
                <a:gd name="connsiteY1536" fmla="*/ 563685 h 1849426"/>
                <a:gd name="connsiteX1537" fmla="*/ 726984 w 6386648"/>
                <a:gd name="connsiteY1537" fmla="*/ 581710 h 1849426"/>
                <a:gd name="connsiteX1538" fmla="*/ 708960 w 6386648"/>
                <a:gd name="connsiteY1538" fmla="*/ 563685 h 1849426"/>
                <a:gd name="connsiteX1539" fmla="*/ 726984 w 6386648"/>
                <a:gd name="connsiteY1539" fmla="*/ 545661 h 1849426"/>
                <a:gd name="connsiteX1540" fmla="*/ 3136246 w 6386648"/>
                <a:gd name="connsiteY1540" fmla="*/ 539653 h 1849426"/>
                <a:gd name="connsiteX1541" fmla="*/ 3154271 w 6386648"/>
                <a:gd name="connsiteY1541" fmla="*/ 557677 h 1849426"/>
                <a:gd name="connsiteX1542" fmla="*/ 3136246 w 6386648"/>
                <a:gd name="connsiteY1542" fmla="*/ 575702 h 1849426"/>
                <a:gd name="connsiteX1543" fmla="*/ 3118221 w 6386648"/>
                <a:gd name="connsiteY1543" fmla="*/ 557677 h 1849426"/>
                <a:gd name="connsiteX1544" fmla="*/ 3136246 w 6386648"/>
                <a:gd name="connsiteY1544" fmla="*/ 539653 h 1849426"/>
                <a:gd name="connsiteX1545" fmla="*/ 3004067 w 6386648"/>
                <a:gd name="connsiteY1545" fmla="*/ 539653 h 1849426"/>
                <a:gd name="connsiteX1546" fmla="*/ 3022092 w 6386648"/>
                <a:gd name="connsiteY1546" fmla="*/ 557677 h 1849426"/>
                <a:gd name="connsiteX1547" fmla="*/ 3004067 w 6386648"/>
                <a:gd name="connsiteY1547" fmla="*/ 575702 h 1849426"/>
                <a:gd name="connsiteX1548" fmla="*/ 2986043 w 6386648"/>
                <a:gd name="connsiteY1548" fmla="*/ 557677 h 1849426"/>
                <a:gd name="connsiteX1549" fmla="*/ 3004067 w 6386648"/>
                <a:gd name="connsiteY1549" fmla="*/ 539653 h 1849426"/>
                <a:gd name="connsiteX1550" fmla="*/ 835130 w 6386648"/>
                <a:gd name="connsiteY1550" fmla="*/ 539653 h 1849426"/>
                <a:gd name="connsiteX1551" fmla="*/ 847146 w 6386648"/>
                <a:gd name="connsiteY1551" fmla="*/ 551669 h 1849426"/>
                <a:gd name="connsiteX1552" fmla="*/ 835130 w 6386648"/>
                <a:gd name="connsiteY1552" fmla="*/ 563685 h 1849426"/>
                <a:gd name="connsiteX1553" fmla="*/ 823114 w 6386648"/>
                <a:gd name="connsiteY1553" fmla="*/ 551669 h 1849426"/>
                <a:gd name="connsiteX1554" fmla="*/ 835130 w 6386648"/>
                <a:gd name="connsiteY1554" fmla="*/ 539653 h 1849426"/>
                <a:gd name="connsiteX1555" fmla="*/ 612829 w 6386648"/>
                <a:gd name="connsiteY1555" fmla="*/ 539653 h 1849426"/>
                <a:gd name="connsiteX1556" fmla="*/ 630854 w 6386648"/>
                <a:gd name="connsiteY1556" fmla="*/ 557677 h 1849426"/>
                <a:gd name="connsiteX1557" fmla="*/ 612829 w 6386648"/>
                <a:gd name="connsiteY1557" fmla="*/ 575702 h 1849426"/>
                <a:gd name="connsiteX1558" fmla="*/ 594805 w 6386648"/>
                <a:gd name="connsiteY1558" fmla="*/ 557677 h 1849426"/>
                <a:gd name="connsiteX1559" fmla="*/ 612829 w 6386648"/>
                <a:gd name="connsiteY1559" fmla="*/ 539653 h 1849426"/>
                <a:gd name="connsiteX1560" fmla="*/ 6014143 w 6386648"/>
                <a:gd name="connsiteY1560" fmla="*/ 533645 h 1849426"/>
                <a:gd name="connsiteX1561" fmla="*/ 6032168 w 6386648"/>
                <a:gd name="connsiteY1561" fmla="*/ 551669 h 1849426"/>
                <a:gd name="connsiteX1562" fmla="*/ 6014143 w 6386648"/>
                <a:gd name="connsiteY1562" fmla="*/ 569694 h 1849426"/>
                <a:gd name="connsiteX1563" fmla="*/ 5996119 w 6386648"/>
                <a:gd name="connsiteY1563" fmla="*/ 551669 h 1849426"/>
                <a:gd name="connsiteX1564" fmla="*/ 6014143 w 6386648"/>
                <a:gd name="connsiteY1564" fmla="*/ 533645 h 1849426"/>
                <a:gd name="connsiteX1565" fmla="*/ 5725752 w 6386648"/>
                <a:gd name="connsiteY1565" fmla="*/ 533645 h 1849426"/>
                <a:gd name="connsiteX1566" fmla="*/ 5743777 w 6386648"/>
                <a:gd name="connsiteY1566" fmla="*/ 551669 h 1849426"/>
                <a:gd name="connsiteX1567" fmla="*/ 5725752 w 6386648"/>
                <a:gd name="connsiteY1567" fmla="*/ 569694 h 1849426"/>
                <a:gd name="connsiteX1568" fmla="*/ 5707728 w 6386648"/>
                <a:gd name="connsiteY1568" fmla="*/ 551669 h 1849426"/>
                <a:gd name="connsiteX1569" fmla="*/ 5725752 w 6386648"/>
                <a:gd name="connsiteY1569" fmla="*/ 533645 h 1849426"/>
                <a:gd name="connsiteX1570" fmla="*/ 4013434 w 6386648"/>
                <a:gd name="connsiteY1570" fmla="*/ 533645 h 1849426"/>
                <a:gd name="connsiteX1571" fmla="*/ 4031459 w 6386648"/>
                <a:gd name="connsiteY1571" fmla="*/ 551669 h 1849426"/>
                <a:gd name="connsiteX1572" fmla="*/ 4013434 w 6386648"/>
                <a:gd name="connsiteY1572" fmla="*/ 569694 h 1849426"/>
                <a:gd name="connsiteX1573" fmla="*/ 3995410 w 6386648"/>
                <a:gd name="connsiteY1573" fmla="*/ 551669 h 1849426"/>
                <a:gd name="connsiteX1574" fmla="*/ 4013434 w 6386648"/>
                <a:gd name="connsiteY1574" fmla="*/ 533645 h 1849426"/>
                <a:gd name="connsiteX1575" fmla="*/ 2223009 w 6386648"/>
                <a:gd name="connsiteY1575" fmla="*/ 533645 h 1849426"/>
                <a:gd name="connsiteX1576" fmla="*/ 2241034 w 6386648"/>
                <a:gd name="connsiteY1576" fmla="*/ 551669 h 1849426"/>
                <a:gd name="connsiteX1577" fmla="*/ 2223009 w 6386648"/>
                <a:gd name="connsiteY1577" fmla="*/ 569694 h 1849426"/>
                <a:gd name="connsiteX1578" fmla="*/ 2204985 w 6386648"/>
                <a:gd name="connsiteY1578" fmla="*/ 551669 h 1849426"/>
                <a:gd name="connsiteX1579" fmla="*/ 2223009 w 6386648"/>
                <a:gd name="connsiteY1579" fmla="*/ 533645 h 1849426"/>
                <a:gd name="connsiteX1580" fmla="*/ 1249691 w 6386648"/>
                <a:gd name="connsiteY1580" fmla="*/ 533645 h 1849426"/>
                <a:gd name="connsiteX1581" fmla="*/ 1267716 w 6386648"/>
                <a:gd name="connsiteY1581" fmla="*/ 551669 h 1849426"/>
                <a:gd name="connsiteX1582" fmla="*/ 1249691 w 6386648"/>
                <a:gd name="connsiteY1582" fmla="*/ 569694 h 1849426"/>
                <a:gd name="connsiteX1583" fmla="*/ 1231667 w 6386648"/>
                <a:gd name="connsiteY1583" fmla="*/ 551669 h 1849426"/>
                <a:gd name="connsiteX1584" fmla="*/ 1249691 w 6386648"/>
                <a:gd name="connsiteY1584" fmla="*/ 533645 h 1849426"/>
                <a:gd name="connsiteX1585" fmla="*/ 2409261 w 6386648"/>
                <a:gd name="connsiteY1585" fmla="*/ 527636 h 1849426"/>
                <a:gd name="connsiteX1586" fmla="*/ 2427286 w 6386648"/>
                <a:gd name="connsiteY1586" fmla="*/ 545661 h 1849426"/>
                <a:gd name="connsiteX1587" fmla="*/ 2409261 w 6386648"/>
                <a:gd name="connsiteY1587" fmla="*/ 563685 h 1849426"/>
                <a:gd name="connsiteX1588" fmla="*/ 2391237 w 6386648"/>
                <a:gd name="connsiteY1588" fmla="*/ 545661 h 1849426"/>
                <a:gd name="connsiteX1589" fmla="*/ 2409261 w 6386648"/>
                <a:gd name="connsiteY1589" fmla="*/ 527636 h 1849426"/>
                <a:gd name="connsiteX1590" fmla="*/ 5527484 w 6386648"/>
                <a:gd name="connsiteY1590" fmla="*/ 521628 h 1849426"/>
                <a:gd name="connsiteX1591" fmla="*/ 5545509 w 6386648"/>
                <a:gd name="connsiteY1591" fmla="*/ 539652 h 1849426"/>
                <a:gd name="connsiteX1592" fmla="*/ 5527484 w 6386648"/>
                <a:gd name="connsiteY1592" fmla="*/ 557677 h 1849426"/>
                <a:gd name="connsiteX1593" fmla="*/ 5509460 w 6386648"/>
                <a:gd name="connsiteY1593" fmla="*/ 539652 h 1849426"/>
                <a:gd name="connsiteX1594" fmla="*/ 5527484 w 6386648"/>
                <a:gd name="connsiteY1594" fmla="*/ 521628 h 1849426"/>
                <a:gd name="connsiteX1595" fmla="*/ 4830540 w 6386648"/>
                <a:gd name="connsiteY1595" fmla="*/ 521628 h 1849426"/>
                <a:gd name="connsiteX1596" fmla="*/ 4848565 w 6386648"/>
                <a:gd name="connsiteY1596" fmla="*/ 539652 h 1849426"/>
                <a:gd name="connsiteX1597" fmla="*/ 4830540 w 6386648"/>
                <a:gd name="connsiteY1597" fmla="*/ 557677 h 1849426"/>
                <a:gd name="connsiteX1598" fmla="*/ 4812516 w 6386648"/>
                <a:gd name="connsiteY1598" fmla="*/ 539652 h 1849426"/>
                <a:gd name="connsiteX1599" fmla="*/ 4830540 w 6386648"/>
                <a:gd name="connsiteY1599" fmla="*/ 521628 h 1849426"/>
                <a:gd name="connsiteX1600" fmla="*/ 1514049 w 6386648"/>
                <a:gd name="connsiteY1600" fmla="*/ 521628 h 1849426"/>
                <a:gd name="connsiteX1601" fmla="*/ 1532074 w 6386648"/>
                <a:gd name="connsiteY1601" fmla="*/ 539652 h 1849426"/>
                <a:gd name="connsiteX1602" fmla="*/ 1514049 w 6386648"/>
                <a:gd name="connsiteY1602" fmla="*/ 557677 h 1849426"/>
                <a:gd name="connsiteX1603" fmla="*/ 1496025 w 6386648"/>
                <a:gd name="connsiteY1603" fmla="*/ 539652 h 1849426"/>
                <a:gd name="connsiteX1604" fmla="*/ 1514049 w 6386648"/>
                <a:gd name="connsiteY1604" fmla="*/ 521628 h 1849426"/>
                <a:gd name="connsiteX1605" fmla="*/ 6332574 w 6386648"/>
                <a:gd name="connsiteY1605" fmla="*/ 515620 h 1849426"/>
                <a:gd name="connsiteX1606" fmla="*/ 6350598 w 6386648"/>
                <a:gd name="connsiteY1606" fmla="*/ 533644 h 1849426"/>
                <a:gd name="connsiteX1607" fmla="*/ 6332574 w 6386648"/>
                <a:gd name="connsiteY1607" fmla="*/ 551669 h 1849426"/>
                <a:gd name="connsiteX1608" fmla="*/ 6314549 w 6386648"/>
                <a:gd name="connsiteY1608" fmla="*/ 533644 h 1849426"/>
                <a:gd name="connsiteX1609" fmla="*/ 6332574 w 6386648"/>
                <a:gd name="connsiteY1609" fmla="*/ 515620 h 1849426"/>
                <a:gd name="connsiteX1610" fmla="*/ 5893980 w 6386648"/>
                <a:gd name="connsiteY1610" fmla="*/ 509612 h 1849426"/>
                <a:gd name="connsiteX1611" fmla="*/ 5912005 w 6386648"/>
                <a:gd name="connsiteY1611" fmla="*/ 527636 h 1849426"/>
                <a:gd name="connsiteX1612" fmla="*/ 5893980 w 6386648"/>
                <a:gd name="connsiteY1612" fmla="*/ 545661 h 1849426"/>
                <a:gd name="connsiteX1613" fmla="*/ 5875956 w 6386648"/>
                <a:gd name="connsiteY1613" fmla="*/ 527636 h 1849426"/>
                <a:gd name="connsiteX1614" fmla="*/ 5893980 w 6386648"/>
                <a:gd name="connsiteY1614" fmla="*/ 509612 h 1849426"/>
                <a:gd name="connsiteX1615" fmla="*/ 3244392 w 6386648"/>
                <a:gd name="connsiteY1615" fmla="*/ 509612 h 1849426"/>
                <a:gd name="connsiteX1616" fmla="*/ 3262417 w 6386648"/>
                <a:gd name="connsiteY1616" fmla="*/ 527636 h 1849426"/>
                <a:gd name="connsiteX1617" fmla="*/ 3244392 w 6386648"/>
                <a:gd name="connsiteY1617" fmla="*/ 545661 h 1849426"/>
                <a:gd name="connsiteX1618" fmla="*/ 3226368 w 6386648"/>
                <a:gd name="connsiteY1618" fmla="*/ 527636 h 1849426"/>
                <a:gd name="connsiteX1619" fmla="*/ 3244392 w 6386648"/>
                <a:gd name="connsiteY1619" fmla="*/ 509612 h 1849426"/>
                <a:gd name="connsiteX1620" fmla="*/ 1982684 w 6386648"/>
                <a:gd name="connsiteY1620" fmla="*/ 509612 h 1849426"/>
                <a:gd name="connsiteX1621" fmla="*/ 2000709 w 6386648"/>
                <a:gd name="connsiteY1621" fmla="*/ 527636 h 1849426"/>
                <a:gd name="connsiteX1622" fmla="*/ 1982684 w 6386648"/>
                <a:gd name="connsiteY1622" fmla="*/ 545661 h 1849426"/>
                <a:gd name="connsiteX1623" fmla="*/ 1964660 w 6386648"/>
                <a:gd name="connsiteY1623" fmla="*/ 527636 h 1849426"/>
                <a:gd name="connsiteX1624" fmla="*/ 1982684 w 6386648"/>
                <a:gd name="connsiteY1624" fmla="*/ 509612 h 1849426"/>
                <a:gd name="connsiteX1625" fmla="*/ 5040825 w 6386648"/>
                <a:gd name="connsiteY1625" fmla="*/ 503604 h 1849426"/>
                <a:gd name="connsiteX1626" fmla="*/ 5058850 w 6386648"/>
                <a:gd name="connsiteY1626" fmla="*/ 521628 h 1849426"/>
                <a:gd name="connsiteX1627" fmla="*/ 5040825 w 6386648"/>
                <a:gd name="connsiteY1627" fmla="*/ 539653 h 1849426"/>
                <a:gd name="connsiteX1628" fmla="*/ 5022801 w 6386648"/>
                <a:gd name="connsiteY1628" fmla="*/ 521628 h 1849426"/>
                <a:gd name="connsiteX1629" fmla="*/ 5040825 w 6386648"/>
                <a:gd name="connsiteY1629" fmla="*/ 503604 h 1849426"/>
                <a:gd name="connsiteX1630" fmla="*/ 4926670 w 6386648"/>
                <a:gd name="connsiteY1630" fmla="*/ 503604 h 1849426"/>
                <a:gd name="connsiteX1631" fmla="*/ 4944695 w 6386648"/>
                <a:gd name="connsiteY1631" fmla="*/ 521628 h 1849426"/>
                <a:gd name="connsiteX1632" fmla="*/ 4926670 w 6386648"/>
                <a:gd name="connsiteY1632" fmla="*/ 539653 h 1849426"/>
                <a:gd name="connsiteX1633" fmla="*/ 4908646 w 6386648"/>
                <a:gd name="connsiteY1633" fmla="*/ 521628 h 1849426"/>
                <a:gd name="connsiteX1634" fmla="*/ 4926670 w 6386648"/>
                <a:gd name="connsiteY1634" fmla="*/ 503604 h 1849426"/>
                <a:gd name="connsiteX1635" fmla="*/ 5419337 w 6386648"/>
                <a:gd name="connsiteY1635" fmla="*/ 497596 h 1849426"/>
                <a:gd name="connsiteX1636" fmla="*/ 5437362 w 6386648"/>
                <a:gd name="connsiteY1636" fmla="*/ 515621 h 1849426"/>
                <a:gd name="connsiteX1637" fmla="*/ 5419337 w 6386648"/>
                <a:gd name="connsiteY1637" fmla="*/ 533645 h 1849426"/>
                <a:gd name="connsiteX1638" fmla="*/ 5401312 w 6386648"/>
                <a:gd name="connsiteY1638" fmla="*/ 515621 h 1849426"/>
                <a:gd name="connsiteX1639" fmla="*/ 5419337 w 6386648"/>
                <a:gd name="connsiteY1639" fmla="*/ 497596 h 1849426"/>
                <a:gd name="connsiteX1640" fmla="*/ 3610889 w 6386648"/>
                <a:gd name="connsiteY1640" fmla="*/ 497596 h 1849426"/>
                <a:gd name="connsiteX1641" fmla="*/ 3628914 w 6386648"/>
                <a:gd name="connsiteY1641" fmla="*/ 515621 h 1849426"/>
                <a:gd name="connsiteX1642" fmla="*/ 3610889 w 6386648"/>
                <a:gd name="connsiteY1642" fmla="*/ 533645 h 1849426"/>
                <a:gd name="connsiteX1643" fmla="*/ 3592865 w 6386648"/>
                <a:gd name="connsiteY1643" fmla="*/ 515621 h 1849426"/>
                <a:gd name="connsiteX1644" fmla="*/ 3610889 w 6386648"/>
                <a:gd name="connsiteY1644" fmla="*/ 497596 h 1849426"/>
                <a:gd name="connsiteX1645" fmla="*/ 967309 w 6386648"/>
                <a:gd name="connsiteY1645" fmla="*/ 497596 h 1849426"/>
                <a:gd name="connsiteX1646" fmla="*/ 985334 w 6386648"/>
                <a:gd name="connsiteY1646" fmla="*/ 515621 h 1849426"/>
                <a:gd name="connsiteX1647" fmla="*/ 967309 w 6386648"/>
                <a:gd name="connsiteY1647" fmla="*/ 533645 h 1849426"/>
                <a:gd name="connsiteX1648" fmla="*/ 949285 w 6386648"/>
                <a:gd name="connsiteY1648" fmla="*/ 515621 h 1849426"/>
                <a:gd name="connsiteX1649" fmla="*/ 967309 w 6386648"/>
                <a:gd name="connsiteY1649" fmla="*/ 497596 h 1849426"/>
                <a:gd name="connsiteX1650" fmla="*/ 450609 w 6386648"/>
                <a:gd name="connsiteY1650" fmla="*/ 497596 h 1849426"/>
                <a:gd name="connsiteX1651" fmla="*/ 468634 w 6386648"/>
                <a:gd name="connsiteY1651" fmla="*/ 515621 h 1849426"/>
                <a:gd name="connsiteX1652" fmla="*/ 450609 w 6386648"/>
                <a:gd name="connsiteY1652" fmla="*/ 533645 h 1849426"/>
                <a:gd name="connsiteX1653" fmla="*/ 432585 w 6386648"/>
                <a:gd name="connsiteY1653" fmla="*/ 515621 h 1849426"/>
                <a:gd name="connsiteX1654" fmla="*/ 450609 w 6386648"/>
                <a:gd name="connsiteY1654" fmla="*/ 497596 h 1849426"/>
                <a:gd name="connsiteX1655" fmla="*/ 4632272 w 6386648"/>
                <a:gd name="connsiteY1655" fmla="*/ 485580 h 1849426"/>
                <a:gd name="connsiteX1656" fmla="*/ 4650297 w 6386648"/>
                <a:gd name="connsiteY1656" fmla="*/ 503604 h 1849426"/>
                <a:gd name="connsiteX1657" fmla="*/ 4632272 w 6386648"/>
                <a:gd name="connsiteY1657" fmla="*/ 521629 h 1849426"/>
                <a:gd name="connsiteX1658" fmla="*/ 4614248 w 6386648"/>
                <a:gd name="connsiteY1658" fmla="*/ 503604 h 1849426"/>
                <a:gd name="connsiteX1659" fmla="*/ 4632272 w 6386648"/>
                <a:gd name="connsiteY1659" fmla="*/ 485580 h 1849426"/>
                <a:gd name="connsiteX1660" fmla="*/ 4379930 w 6386648"/>
                <a:gd name="connsiteY1660" fmla="*/ 485580 h 1849426"/>
                <a:gd name="connsiteX1661" fmla="*/ 4397955 w 6386648"/>
                <a:gd name="connsiteY1661" fmla="*/ 503604 h 1849426"/>
                <a:gd name="connsiteX1662" fmla="*/ 4379930 w 6386648"/>
                <a:gd name="connsiteY1662" fmla="*/ 521629 h 1849426"/>
                <a:gd name="connsiteX1663" fmla="*/ 4361906 w 6386648"/>
                <a:gd name="connsiteY1663" fmla="*/ 503604 h 1849426"/>
                <a:gd name="connsiteX1664" fmla="*/ 4379930 w 6386648"/>
                <a:gd name="connsiteY1664" fmla="*/ 485580 h 1849426"/>
                <a:gd name="connsiteX1665" fmla="*/ 5160987 w 6386648"/>
                <a:gd name="connsiteY1665" fmla="*/ 479571 h 1849426"/>
                <a:gd name="connsiteX1666" fmla="*/ 5179012 w 6386648"/>
                <a:gd name="connsiteY1666" fmla="*/ 497595 h 1849426"/>
                <a:gd name="connsiteX1667" fmla="*/ 5160987 w 6386648"/>
                <a:gd name="connsiteY1667" fmla="*/ 515620 h 1849426"/>
                <a:gd name="connsiteX1668" fmla="*/ 5142963 w 6386648"/>
                <a:gd name="connsiteY1668" fmla="*/ 497595 h 1849426"/>
                <a:gd name="connsiteX1669" fmla="*/ 5160987 w 6386648"/>
                <a:gd name="connsiteY1669" fmla="*/ 479571 h 1849426"/>
                <a:gd name="connsiteX1670" fmla="*/ 4241743 w 6386648"/>
                <a:gd name="connsiteY1670" fmla="*/ 479571 h 1849426"/>
                <a:gd name="connsiteX1671" fmla="*/ 4259768 w 6386648"/>
                <a:gd name="connsiteY1671" fmla="*/ 497595 h 1849426"/>
                <a:gd name="connsiteX1672" fmla="*/ 4241743 w 6386648"/>
                <a:gd name="connsiteY1672" fmla="*/ 515620 h 1849426"/>
                <a:gd name="connsiteX1673" fmla="*/ 4223719 w 6386648"/>
                <a:gd name="connsiteY1673" fmla="*/ 497595 h 1849426"/>
                <a:gd name="connsiteX1674" fmla="*/ 4241743 w 6386648"/>
                <a:gd name="connsiteY1674" fmla="*/ 479571 h 1849426"/>
                <a:gd name="connsiteX1675" fmla="*/ 3821173 w 6386648"/>
                <a:gd name="connsiteY1675" fmla="*/ 479571 h 1849426"/>
                <a:gd name="connsiteX1676" fmla="*/ 3839198 w 6386648"/>
                <a:gd name="connsiteY1676" fmla="*/ 497595 h 1849426"/>
                <a:gd name="connsiteX1677" fmla="*/ 3821173 w 6386648"/>
                <a:gd name="connsiteY1677" fmla="*/ 515620 h 1849426"/>
                <a:gd name="connsiteX1678" fmla="*/ 3803149 w 6386648"/>
                <a:gd name="connsiteY1678" fmla="*/ 497595 h 1849426"/>
                <a:gd name="connsiteX1679" fmla="*/ 3821173 w 6386648"/>
                <a:gd name="connsiteY1679" fmla="*/ 479571 h 1849426"/>
                <a:gd name="connsiteX1680" fmla="*/ 3364555 w 6386648"/>
                <a:gd name="connsiteY1680" fmla="*/ 479571 h 1849426"/>
                <a:gd name="connsiteX1681" fmla="*/ 3382580 w 6386648"/>
                <a:gd name="connsiteY1681" fmla="*/ 497595 h 1849426"/>
                <a:gd name="connsiteX1682" fmla="*/ 3364555 w 6386648"/>
                <a:gd name="connsiteY1682" fmla="*/ 515620 h 1849426"/>
                <a:gd name="connsiteX1683" fmla="*/ 3346531 w 6386648"/>
                <a:gd name="connsiteY1683" fmla="*/ 497595 h 1849426"/>
                <a:gd name="connsiteX1684" fmla="*/ 3364555 w 6386648"/>
                <a:gd name="connsiteY1684" fmla="*/ 479571 h 1849426"/>
                <a:gd name="connsiteX1685" fmla="*/ 1093480 w 6386648"/>
                <a:gd name="connsiteY1685" fmla="*/ 479571 h 1849426"/>
                <a:gd name="connsiteX1686" fmla="*/ 1111505 w 6386648"/>
                <a:gd name="connsiteY1686" fmla="*/ 497595 h 1849426"/>
                <a:gd name="connsiteX1687" fmla="*/ 1093480 w 6386648"/>
                <a:gd name="connsiteY1687" fmla="*/ 515620 h 1849426"/>
                <a:gd name="connsiteX1688" fmla="*/ 1075456 w 6386648"/>
                <a:gd name="connsiteY1688" fmla="*/ 497595 h 1849426"/>
                <a:gd name="connsiteX1689" fmla="*/ 1093480 w 6386648"/>
                <a:gd name="connsiteY1689" fmla="*/ 479571 h 1849426"/>
                <a:gd name="connsiteX1690" fmla="*/ 5299175 w 6386648"/>
                <a:gd name="connsiteY1690" fmla="*/ 473563 h 1849426"/>
                <a:gd name="connsiteX1691" fmla="*/ 5317200 w 6386648"/>
                <a:gd name="connsiteY1691" fmla="*/ 491587 h 1849426"/>
                <a:gd name="connsiteX1692" fmla="*/ 5299175 w 6386648"/>
                <a:gd name="connsiteY1692" fmla="*/ 509612 h 1849426"/>
                <a:gd name="connsiteX1693" fmla="*/ 5281150 w 6386648"/>
                <a:gd name="connsiteY1693" fmla="*/ 491587 h 1849426"/>
                <a:gd name="connsiteX1694" fmla="*/ 5299175 w 6386648"/>
                <a:gd name="connsiteY1694" fmla="*/ 473563 h 1849426"/>
                <a:gd name="connsiteX1695" fmla="*/ 4506101 w 6386648"/>
                <a:gd name="connsiteY1695" fmla="*/ 473563 h 1849426"/>
                <a:gd name="connsiteX1696" fmla="*/ 4524126 w 6386648"/>
                <a:gd name="connsiteY1696" fmla="*/ 491587 h 1849426"/>
                <a:gd name="connsiteX1697" fmla="*/ 4506101 w 6386648"/>
                <a:gd name="connsiteY1697" fmla="*/ 509612 h 1849426"/>
                <a:gd name="connsiteX1698" fmla="*/ 4488077 w 6386648"/>
                <a:gd name="connsiteY1698" fmla="*/ 491587 h 1849426"/>
                <a:gd name="connsiteX1699" fmla="*/ 4506101 w 6386648"/>
                <a:gd name="connsiteY1699" fmla="*/ 473563 h 1849426"/>
                <a:gd name="connsiteX1700" fmla="*/ 4115572 w 6386648"/>
                <a:gd name="connsiteY1700" fmla="*/ 473563 h 1849426"/>
                <a:gd name="connsiteX1701" fmla="*/ 4133597 w 6386648"/>
                <a:gd name="connsiteY1701" fmla="*/ 491587 h 1849426"/>
                <a:gd name="connsiteX1702" fmla="*/ 4115572 w 6386648"/>
                <a:gd name="connsiteY1702" fmla="*/ 509612 h 1849426"/>
                <a:gd name="connsiteX1703" fmla="*/ 4097548 w 6386648"/>
                <a:gd name="connsiteY1703" fmla="*/ 491587 h 1849426"/>
                <a:gd name="connsiteX1704" fmla="*/ 4115572 w 6386648"/>
                <a:gd name="connsiteY1704" fmla="*/ 473563 h 1849426"/>
                <a:gd name="connsiteX1705" fmla="*/ 2295107 w 6386648"/>
                <a:gd name="connsiteY1705" fmla="*/ 473563 h 1849426"/>
                <a:gd name="connsiteX1706" fmla="*/ 2313132 w 6386648"/>
                <a:gd name="connsiteY1706" fmla="*/ 491587 h 1849426"/>
                <a:gd name="connsiteX1707" fmla="*/ 2295107 w 6386648"/>
                <a:gd name="connsiteY1707" fmla="*/ 509612 h 1849426"/>
                <a:gd name="connsiteX1708" fmla="*/ 2277083 w 6386648"/>
                <a:gd name="connsiteY1708" fmla="*/ 491587 h 1849426"/>
                <a:gd name="connsiteX1709" fmla="*/ 2295107 w 6386648"/>
                <a:gd name="connsiteY1709" fmla="*/ 473563 h 1849426"/>
                <a:gd name="connsiteX1710" fmla="*/ 1838489 w 6386648"/>
                <a:gd name="connsiteY1710" fmla="*/ 473563 h 1849426"/>
                <a:gd name="connsiteX1711" fmla="*/ 1856514 w 6386648"/>
                <a:gd name="connsiteY1711" fmla="*/ 491587 h 1849426"/>
                <a:gd name="connsiteX1712" fmla="*/ 1838489 w 6386648"/>
                <a:gd name="connsiteY1712" fmla="*/ 509612 h 1849426"/>
                <a:gd name="connsiteX1713" fmla="*/ 1820465 w 6386648"/>
                <a:gd name="connsiteY1713" fmla="*/ 491587 h 1849426"/>
                <a:gd name="connsiteX1714" fmla="*/ 1838489 w 6386648"/>
                <a:gd name="connsiteY1714" fmla="*/ 473563 h 1849426"/>
                <a:gd name="connsiteX1715" fmla="*/ 2889912 w 6386648"/>
                <a:gd name="connsiteY1715" fmla="*/ 467555 h 1849426"/>
                <a:gd name="connsiteX1716" fmla="*/ 2907937 w 6386648"/>
                <a:gd name="connsiteY1716" fmla="*/ 485580 h 1849426"/>
                <a:gd name="connsiteX1717" fmla="*/ 2889912 w 6386648"/>
                <a:gd name="connsiteY1717" fmla="*/ 503604 h 1849426"/>
                <a:gd name="connsiteX1718" fmla="*/ 2871888 w 6386648"/>
                <a:gd name="connsiteY1718" fmla="*/ 485580 h 1849426"/>
                <a:gd name="connsiteX1719" fmla="*/ 2889912 w 6386648"/>
                <a:gd name="connsiteY1719" fmla="*/ 467555 h 1849426"/>
                <a:gd name="connsiteX1720" fmla="*/ 2108855 w 6386648"/>
                <a:gd name="connsiteY1720" fmla="*/ 467555 h 1849426"/>
                <a:gd name="connsiteX1721" fmla="*/ 2126880 w 6386648"/>
                <a:gd name="connsiteY1721" fmla="*/ 485580 h 1849426"/>
                <a:gd name="connsiteX1722" fmla="*/ 2108855 w 6386648"/>
                <a:gd name="connsiteY1722" fmla="*/ 503604 h 1849426"/>
                <a:gd name="connsiteX1723" fmla="*/ 2090831 w 6386648"/>
                <a:gd name="connsiteY1723" fmla="*/ 485580 h 1849426"/>
                <a:gd name="connsiteX1724" fmla="*/ 2108855 w 6386648"/>
                <a:gd name="connsiteY1724" fmla="*/ 467555 h 1849426"/>
                <a:gd name="connsiteX1725" fmla="*/ 1616189 w 6386648"/>
                <a:gd name="connsiteY1725" fmla="*/ 467555 h 1849426"/>
                <a:gd name="connsiteX1726" fmla="*/ 1634213 w 6386648"/>
                <a:gd name="connsiteY1726" fmla="*/ 485580 h 1849426"/>
                <a:gd name="connsiteX1727" fmla="*/ 1616189 w 6386648"/>
                <a:gd name="connsiteY1727" fmla="*/ 503604 h 1849426"/>
                <a:gd name="connsiteX1728" fmla="*/ 1598164 w 6386648"/>
                <a:gd name="connsiteY1728" fmla="*/ 485580 h 1849426"/>
                <a:gd name="connsiteX1729" fmla="*/ 1616189 w 6386648"/>
                <a:gd name="connsiteY1729" fmla="*/ 467555 h 1849426"/>
                <a:gd name="connsiteX1730" fmla="*/ 330447 w 6386648"/>
                <a:gd name="connsiteY1730" fmla="*/ 467555 h 1849426"/>
                <a:gd name="connsiteX1731" fmla="*/ 348472 w 6386648"/>
                <a:gd name="connsiteY1731" fmla="*/ 485580 h 1849426"/>
                <a:gd name="connsiteX1732" fmla="*/ 330447 w 6386648"/>
                <a:gd name="connsiteY1732" fmla="*/ 503604 h 1849426"/>
                <a:gd name="connsiteX1733" fmla="*/ 312423 w 6386648"/>
                <a:gd name="connsiteY1733" fmla="*/ 485580 h 1849426"/>
                <a:gd name="connsiteX1734" fmla="*/ 330447 w 6386648"/>
                <a:gd name="connsiteY1734" fmla="*/ 467555 h 1849426"/>
                <a:gd name="connsiteX1735" fmla="*/ 3935328 w 6386648"/>
                <a:gd name="connsiteY1735" fmla="*/ 461547 h 1849426"/>
                <a:gd name="connsiteX1736" fmla="*/ 3953353 w 6386648"/>
                <a:gd name="connsiteY1736" fmla="*/ 479571 h 1849426"/>
                <a:gd name="connsiteX1737" fmla="*/ 3935328 w 6386648"/>
                <a:gd name="connsiteY1737" fmla="*/ 497596 h 1849426"/>
                <a:gd name="connsiteX1738" fmla="*/ 3917304 w 6386648"/>
                <a:gd name="connsiteY1738" fmla="*/ 479571 h 1849426"/>
                <a:gd name="connsiteX1739" fmla="*/ 3935328 w 6386648"/>
                <a:gd name="connsiteY1739" fmla="*/ 461547 h 1849426"/>
                <a:gd name="connsiteX1740" fmla="*/ 6224427 w 6386648"/>
                <a:gd name="connsiteY1740" fmla="*/ 455539 h 1849426"/>
                <a:gd name="connsiteX1741" fmla="*/ 6242452 w 6386648"/>
                <a:gd name="connsiteY1741" fmla="*/ 473563 h 1849426"/>
                <a:gd name="connsiteX1742" fmla="*/ 6224427 w 6386648"/>
                <a:gd name="connsiteY1742" fmla="*/ 491588 h 1849426"/>
                <a:gd name="connsiteX1743" fmla="*/ 6206403 w 6386648"/>
                <a:gd name="connsiteY1743" fmla="*/ 473563 h 1849426"/>
                <a:gd name="connsiteX1744" fmla="*/ 6224427 w 6386648"/>
                <a:gd name="connsiteY1744" fmla="*/ 455539 h 1849426"/>
                <a:gd name="connsiteX1745" fmla="*/ 6110273 w 6386648"/>
                <a:gd name="connsiteY1745" fmla="*/ 455539 h 1849426"/>
                <a:gd name="connsiteX1746" fmla="*/ 6128298 w 6386648"/>
                <a:gd name="connsiteY1746" fmla="*/ 473563 h 1849426"/>
                <a:gd name="connsiteX1747" fmla="*/ 6110273 w 6386648"/>
                <a:gd name="connsiteY1747" fmla="*/ 491588 h 1849426"/>
                <a:gd name="connsiteX1748" fmla="*/ 6092248 w 6386648"/>
                <a:gd name="connsiteY1748" fmla="*/ 473563 h 1849426"/>
                <a:gd name="connsiteX1749" fmla="*/ 6110273 w 6386648"/>
                <a:gd name="connsiteY1749" fmla="*/ 455539 h 1849426"/>
                <a:gd name="connsiteX1750" fmla="*/ 3496734 w 6386648"/>
                <a:gd name="connsiteY1750" fmla="*/ 455539 h 1849426"/>
                <a:gd name="connsiteX1751" fmla="*/ 3514759 w 6386648"/>
                <a:gd name="connsiteY1751" fmla="*/ 473563 h 1849426"/>
                <a:gd name="connsiteX1752" fmla="*/ 3496734 w 6386648"/>
                <a:gd name="connsiteY1752" fmla="*/ 491588 h 1849426"/>
                <a:gd name="connsiteX1753" fmla="*/ 3478709 w 6386648"/>
                <a:gd name="connsiteY1753" fmla="*/ 473563 h 1849426"/>
                <a:gd name="connsiteX1754" fmla="*/ 3496734 w 6386648"/>
                <a:gd name="connsiteY1754" fmla="*/ 455539 h 1849426"/>
                <a:gd name="connsiteX1755" fmla="*/ 1333805 w 6386648"/>
                <a:gd name="connsiteY1755" fmla="*/ 455539 h 1849426"/>
                <a:gd name="connsiteX1756" fmla="*/ 1351830 w 6386648"/>
                <a:gd name="connsiteY1756" fmla="*/ 473563 h 1849426"/>
                <a:gd name="connsiteX1757" fmla="*/ 1333805 w 6386648"/>
                <a:gd name="connsiteY1757" fmla="*/ 491588 h 1849426"/>
                <a:gd name="connsiteX1758" fmla="*/ 1315781 w 6386648"/>
                <a:gd name="connsiteY1758" fmla="*/ 473563 h 1849426"/>
                <a:gd name="connsiteX1759" fmla="*/ 1333805 w 6386648"/>
                <a:gd name="connsiteY1759" fmla="*/ 455539 h 1849426"/>
                <a:gd name="connsiteX1760" fmla="*/ 2727693 w 6386648"/>
                <a:gd name="connsiteY1760" fmla="*/ 449531 h 1849426"/>
                <a:gd name="connsiteX1761" fmla="*/ 2745718 w 6386648"/>
                <a:gd name="connsiteY1761" fmla="*/ 467555 h 1849426"/>
                <a:gd name="connsiteX1762" fmla="*/ 2727693 w 6386648"/>
                <a:gd name="connsiteY1762" fmla="*/ 485580 h 1849426"/>
                <a:gd name="connsiteX1763" fmla="*/ 2709669 w 6386648"/>
                <a:gd name="connsiteY1763" fmla="*/ 467555 h 1849426"/>
                <a:gd name="connsiteX1764" fmla="*/ 2727693 w 6386648"/>
                <a:gd name="connsiteY1764" fmla="*/ 449531 h 1849426"/>
                <a:gd name="connsiteX1765" fmla="*/ 2607530 w 6386648"/>
                <a:gd name="connsiteY1765" fmla="*/ 449531 h 1849426"/>
                <a:gd name="connsiteX1766" fmla="*/ 2625555 w 6386648"/>
                <a:gd name="connsiteY1766" fmla="*/ 467555 h 1849426"/>
                <a:gd name="connsiteX1767" fmla="*/ 2607530 w 6386648"/>
                <a:gd name="connsiteY1767" fmla="*/ 485580 h 1849426"/>
                <a:gd name="connsiteX1768" fmla="*/ 2589506 w 6386648"/>
                <a:gd name="connsiteY1768" fmla="*/ 467555 h 1849426"/>
                <a:gd name="connsiteX1769" fmla="*/ 2607530 w 6386648"/>
                <a:gd name="connsiteY1769" fmla="*/ 449531 h 1849426"/>
                <a:gd name="connsiteX1770" fmla="*/ 5797850 w 6386648"/>
                <a:gd name="connsiteY1770" fmla="*/ 443523 h 1849426"/>
                <a:gd name="connsiteX1771" fmla="*/ 5815875 w 6386648"/>
                <a:gd name="connsiteY1771" fmla="*/ 461547 h 1849426"/>
                <a:gd name="connsiteX1772" fmla="*/ 5797850 w 6386648"/>
                <a:gd name="connsiteY1772" fmla="*/ 479572 h 1849426"/>
                <a:gd name="connsiteX1773" fmla="*/ 5779826 w 6386648"/>
                <a:gd name="connsiteY1773" fmla="*/ 461547 h 1849426"/>
                <a:gd name="connsiteX1774" fmla="*/ 5797850 w 6386648"/>
                <a:gd name="connsiteY1774" fmla="*/ 443523 h 1849426"/>
                <a:gd name="connsiteX1775" fmla="*/ 5653655 w 6386648"/>
                <a:gd name="connsiteY1775" fmla="*/ 443523 h 1849426"/>
                <a:gd name="connsiteX1776" fmla="*/ 5671680 w 6386648"/>
                <a:gd name="connsiteY1776" fmla="*/ 461547 h 1849426"/>
                <a:gd name="connsiteX1777" fmla="*/ 5653655 w 6386648"/>
                <a:gd name="connsiteY1777" fmla="*/ 479572 h 1849426"/>
                <a:gd name="connsiteX1778" fmla="*/ 5635631 w 6386648"/>
                <a:gd name="connsiteY1778" fmla="*/ 461547 h 1849426"/>
                <a:gd name="connsiteX1779" fmla="*/ 5653655 w 6386648"/>
                <a:gd name="connsiteY1779" fmla="*/ 443523 h 1849426"/>
                <a:gd name="connsiteX1780" fmla="*/ 96129 w 6386648"/>
                <a:gd name="connsiteY1780" fmla="*/ 437514 h 1849426"/>
                <a:gd name="connsiteX1781" fmla="*/ 114154 w 6386648"/>
                <a:gd name="connsiteY1781" fmla="*/ 455539 h 1849426"/>
                <a:gd name="connsiteX1782" fmla="*/ 96129 w 6386648"/>
                <a:gd name="connsiteY1782" fmla="*/ 473563 h 1849426"/>
                <a:gd name="connsiteX1783" fmla="*/ 78105 w 6386648"/>
                <a:gd name="connsiteY1783" fmla="*/ 455539 h 1849426"/>
                <a:gd name="connsiteX1784" fmla="*/ 96129 w 6386648"/>
                <a:gd name="connsiteY1784" fmla="*/ 437514 h 1849426"/>
                <a:gd name="connsiteX1785" fmla="*/ 3058140 w 6386648"/>
                <a:gd name="connsiteY1785" fmla="*/ 431506 h 1849426"/>
                <a:gd name="connsiteX1786" fmla="*/ 3076165 w 6386648"/>
                <a:gd name="connsiteY1786" fmla="*/ 449530 h 1849426"/>
                <a:gd name="connsiteX1787" fmla="*/ 3058140 w 6386648"/>
                <a:gd name="connsiteY1787" fmla="*/ 467555 h 1849426"/>
                <a:gd name="connsiteX1788" fmla="*/ 3040116 w 6386648"/>
                <a:gd name="connsiteY1788" fmla="*/ 449530 h 1849426"/>
                <a:gd name="connsiteX1789" fmla="*/ 3058140 w 6386648"/>
                <a:gd name="connsiteY1789" fmla="*/ 431506 h 1849426"/>
                <a:gd name="connsiteX1790" fmla="*/ 2493375 w 6386648"/>
                <a:gd name="connsiteY1790" fmla="*/ 431506 h 1849426"/>
                <a:gd name="connsiteX1791" fmla="*/ 2511400 w 6386648"/>
                <a:gd name="connsiteY1791" fmla="*/ 449530 h 1849426"/>
                <a:gd name="connsiteX1792" fmla="*/ 2493375 w 6386648"/>
                <a:gd name="connsiteY1792" fmla="*/ 467555 h 1849426"/>
                <a:gd name="connsiteX1793" fmla="*/ 2475351 w 6386648"/>
                <a:gd name="connsiteY1793" fmla="*/ 449530 h 1849426"/>
                <a:gd name="connsiteX1794" fmla="*/ 2493375 w 6386648"/>
                <a:gd name="connsiteY1794" fmla="*/ 431506 h 1849426"/>
                <a:gd name="connsiteX1795" fmla="*/ 216292 w 6386648"/>
                <a:gd name="connsiteY1795" fmla="*/ 431506 h 1849426"/>
                <a:gd name="connsiteX1796" fmla="*/ 234317 w 6386648"/>
                <a:gd name="connsiteY1796" fmla="*/ 449530 h 1849426"/>
                <a:gd name="connsiteX1797" fmla="*/ 216292 w 6386648"/>
                <a:gd name="connsiteY1797" fmla="*/ 467555 h 1849426"/>
                <a:gd name="connsiteX1798" fmla="*/ 198268 w 6386648"/>
                <a:gd name="connsiteY1798" fmla="*/ 449530 h 1849426"/>
                <a:gd name="connsiteX1799" fmla="*/ 216292 w 6386648"/>
                <a:gd name="connsiteY1799" fmla="*/ 431506 h 1849426"/>
                <a:gd name="connsiteX1800" fmla="*/ 4758442 w 6386648"/>
                <a:gd name="connsiteY1800" fmla="*/ 425498 h 1849426"/>
                <a:gd name="connsiteX1801" fmla="*/ 4776467 w 6386648"/>
                <a:gd name="connsiteY1801" fmla="*/ 443522 h 1849426"/>
                <a:gd name="connsiteX1802" fmla="*/ 4758442 w 6386648"/>
                <a:gd name="connsiteY1802" fmla="*/ 461547 h 1849426"/>
                <a:gd name="connsiteX1803" fmla="*/ 4740417 w 6386648"/>
                <a:gd name="connsiteY1803" fmla="*/ 443522 h 1849426"/>
                <a:gd name="connsiteX1804" fmla="*/ 4758442 w 6386648"/>
                <a:gd name="connsiteY1804" fmla="*/ 425498 h 1849426"/>
                <a:gd name="connsiteX1805" fmla="*/ 1453968 w 6386648"/>
                <a:gd name="connsiteY1805" fmla="*/ 425498 h 1849426"/>
                <a:gd name="connsiteX1806" fmla="*/ 1471993 w 6386648"/>
                <a:gd name="connsiteY1806" fmla="*/ 443522 h 1849426"/>
                <a:gd name="connsiteX1807" fmla="*/ 1453968 w 6386648"/>
                <a:gd name="connsiteY1807" fmla="*/ 461547 h 1849426"/>
                <a:gd name="connsiteX1808" fmla="*/ 1435944 w 6386648"/>
                <a:gd name="connsiteY1808" fmla="*/ 443522 h 1849426"/>
                <a:gd name="connsiteX1809" fmla="*/ 1453968 w 6386648"/>
                <a:gd name="connsiteY1809" fmla="*/ 425498 h 1849426"/>
                <a:gd name="connsiteX1810" fmla="*/ 552748 w 6386648"/>
                <a:gd name="connsiteY1810" fmla="*/ 425498 h 1849426"/>
                <a:gd name="connsiteX1811" fmla="*/ 570773 w 6386648"/>
                <a:gd name="connsiteY1811" fmla="*/ 443522 h 1849426"/>
                <a:gd name="connsiteX1812" fmla="*/ 552748 w 6386648"/>
                <a:gd name="connsiteY1812" fmla="*/ 461547 h 1849426"/>
                <a:gd name="connsiteX1813" fmla="*/ 534724 w 6386648"/>
                <a:gd name="connsiteY1813" fmla="*/ 443522 h 1849426"/>
                <a:gd name="connsiteX1814" fmla="*/ 552748 w 6386648"/>
                <a:gd name="connsiteY1814" fmla="*/ 425498 h 1849426"/>
                <a:gd name="connsiteX1815" fmla="*/ 1742358 w 6386648"/>
                <a:gd name="connsiteY1815" fmla="*/ 419490 h 1849426"/>
                <a:gd name="connsiteX1816" fmla="*/ 1760383 w 6386648"/>
                <a:gd name="connsiteY1816" fmla="*/ 437514 h 1849426"/>
                <a:gd name="connsiteX1817" fmla="*/ 1742358 w 6386648"/>
                <a:gd name="connsiteY1817" fmla="*/ 455539 h 1849426"/>
                <a:gd name="connsiteX1818" fmla="*/ 1724334 w 6386648"/>
                <a:gd name="connsiteY1818" fmla="*/ 437514 h 1849426"/>
                <a:gd name="connsiteX1819" fmla="*/ 1742358 w 6386648"/>
                <a:gd name="connsiteY1819" fmla="*/ 419490 h 1849426"/>
                <a:gd name="connsiteX1820" fmla="*/ 1183602 w 6386648"/>
                <a:gd name="connsiteY1820" fmla="*/ 413482 h 1849426"/>
                <a:gd name="connsiteX1821" fmla="*/ 1201627 w 6386648"/>
                <a:gd name="connsiteY1821" fmla="*/ 431506 h 1849426"/>
                <a:gd name="connsiteX1822" fmla="*/ 1183602 w 6386648"/>
                <a:gd name="connsiteY1822" fmla="*/ 449531 h 1849426"/>
                <a:gd name="connsiteX1823" fmla="*/ 1165578 w 6386648"/>
                <a:gd name="connsiteY1823" fmla="*/ 431506 h 1849426"/>
                <a:gd name="connsiteX1824" fmla="*/ 1183602 w 6386648"/>
                <a:gd name="connsiteY1824" fmla="*/ 413482 h 1849426"/>
                <a:gd name="connsiteX1825" fmla="*/ 895212 w 6386648"/>
                <a:gd name="connsiteY1825" fmla="*/ 413482 h 1849426"/>
                <a:gd name="connsiteX1826" fmla="*/ 913236 w 6386648"/>
                <a:gd name="connsiteY1826" fmla="*/ 431506 h 1849426"/>
                <a:gd name="connsiteX1827" fmla="*/ 895212 w 6386648"/>
                <a:gd name="connsiteY1827" fmla="*/ 449531 h 1849426"/>
                <a:gd name="connsiteX1828" fmla="*/ 877187 w 6386648"/>
                <a:gd name="connsiteY1828" fmla="*/ 431506 h 1849426"/>
                <a:gd name="connsiteX1829" fmla="*/ 895212 w 6386648"/>
                <a:gd name="connsiteY1829" fmla="*/ 413482 h 1849426"/>
                <a:gd name="connsiteX1830" fmla="*/ 672910 w 6386648"/>
                <a:gd name="connsiteY1830" fmla="*/ 413482 h 1849426"/>
                <a:gd name="connsiteX1831" fmla="*/ 690935 w 6386648"/>
                <a:gd name="connsiteY1831" fmla="*/ 431506 h 1849426"/>
                <a:gd name="connsiteX1832" fmla="*/ 672910 w 6386648"/>
                <a:gd name="connsiteY1832" fmla="*/ 449531 h 1849426"/>
                <a:gd name="connsiteX1833" fmla="*/ 654886 w 6386648"/>
                <a:gd name="connsiteY1833" fmla="*/ 431506 h 1849426"/>
                <a:gd name="connsiteX1834" fmla="*/ 672910 w 6386648"/>
                <a:gd name="connsiteY1834" fmla="*/ 413482 h 1849426"/>
                <a:gd name="connsiteX1835" fmla="*/ 3719035 w 6386648"/>
                <a:gd name="connsiteY1835" fmla="*/ 407474 h 1849426"/>
                <a:gd name="connsiteX1836" fmla="*/ 3737060 w 6386648"/>
                <a:gd name="connsiteY1836" fmla="*/ 425499 h 1849426"/>
                <a:gd name="connsiteX1837" fmla="*/ 3719035 w 6386648"/>
                <a:gd name="connsiteY1837" fmla="*/ 443523 h 1849426"/>
                <a:gd name="connsiteX1838" fmla="*/ 3701011 w 6386648"/>
                <a:gd name="connsiteY1838" fmla="*/ 425499 h 1849426"/>
                <a:gd name="connsiteX1839" fmla="*/ 3719035 w 6386648"/>
                <a:gd name="connsiteY1839" fmla="*/ 407474 h 1849426"/>
                <a:gd name="connsiteX1840" fmla="*/ 6002126 w 6386648"/>
                <a:gd name="connsiteY1840" fmla="*/ 401466 h 1849426"/>
                <a:gd name="connsiteX1841" fmla="*/ 6020151 w 6386648"/>
                <a:gd name="connsiteY1841" fmla="*/ 419490 h 1849426"/>
                <a:gd name="connsiteX1842" fmla="*/ 6002126 w 6386648"/>
                <a:gd name="connsiteY1842" fmla="*/ 437515 h 1849426"/>
                <a:gd name="connsiteX1843" fmla="*/ 5984102 w 6386648"/>
                <a:gd name="connsiteY1843" fmla="*/ 419490 h 1849426"/>
                <a:gd name="connsiteX1844" fmla="*/ 6002126 w 6386648"/>
                <a:gd name="connsiteY1844" fmla="*/ 401466 h 1849426"/>
                <a:gd name="connsiteX1845" fmla="*/ 1970668 w 6386648"/>
                <a:gd name="connsiteY1845" fmla="*/ 401466 h 1849426"/>
                <a:gd name="connsiteX1846" fmla="*/ 1988693 w 6386648"/>
                <a:gd name="connsiteY1846" fmla="*/ 419490 h 1849426"/>
                <a:gd name="connsiteX1847" fmla="*/ 1970668 w 6386648"/>
                <a:gd name="connsiteY1847" fmla="*/ 437515 h 1849426"/>
                <a:gd name="connsiteX1848" fmla="*/ 1952644 w 6386648"/>
                <a:gd name="connsiteY1848" fmla="*/ 419490 h 1849426"/>
                <a:gd name="connsiteX1849" fmla="*/ 1970668 w 6386648"/>
                <a:gd name="connsiteY1849" fmla="*/ 401466 h 1849426"/>
                <a:gd name="connsiteX1850" fmla="*/ 5533492 w 6386648"/>
                <a:gd name="connsiteY1850" fmla="*/ 395457 h 1849426"/>
                <a:gd name="connsiteX1851" fmla="*/ 5551517 w 6386648"/>
                <a:gd name="connsiteY1851" fmla="*/ 413481 h 1849426"/>
                <a:gd name="connsiteX1852" fmla="*/ 5533492 w 6386648"/>
                <a:gd name="connsiteY1852" fmla="*/ 431506 h 1849426"/>
                <a:gd name="connsiteX1853" fmla="*/ 5515468 w 6386648"/>
                <a:gd name="connsiteY1853" fmla="*/ 413481 h 1849426"/>
                <a:gd name="connsiteX1854" fmla="*/ 5533492 w 6386648"/>
                <a:gd name="connsiteY1854" fmla="*/ 395457 h 1849426"/>
                <a:gd name="connsiteX1855" fmla="*/ 3166287 w 6386648"/>
                <a:gd name="connsiteY1855" fmla="*/ 395457 h 1849426"/>
                <a:gd name="connsiteX1856" fmla="*/ 3184312 w 6386648"/>
                <a:gd name="connsiteY1856" fmla="*/ 413481 h 1849426"/>
                <a:gd name="connsiteX1857" fmla="*/ 3166287 w 6386648"/>
                <a:gd name="connsiteY1857" fmla="*/ 431506 h 1849426"/>
                <a:gd name="connsiteX1858" fmla="*/ 3148262 w 6386648"/>
                <a:gd name="connsiteY1858" fmla="*/ 413481 h 1849426"/>
                <a:gd name="connsiteX1859" fmla="*/ 3166287 w 6386648"/>
                <a:gd name="connsiteY1859" fmla="*/ 395457 h 1849426"/>
                <a:gd name="connsiteX1860" fmla="*/ 2373213 w 6386648"/>
                <a:gd name="connsiteY1860" fmla="*/ 395457 h 1849426"/>
                <a:gd name="connsiteX1861" fmla="*/ 2391238 w 6386648"/>
                <a:gd name="connsiteY1861" fmla="*/ 413481 h 1849426"/>
                <a:gd name="connsiteX1862" fmla="*/ 2373213 w 6386648"/>
                <a:gd name="connsiteY1862" fmla="*/ 431506 h 1849426"/>
                <a:gd name="connsiteX1863" fmla="*/ 2355189 w 6386648"/>
                <a:gd name="connsiteY1863" fmla="*/ 413481 h 1849426"/>
                <a:gd name="connsiteX1864" fmla="*/ 2373213 w 6386648"/>
                <a:gd name="connsiteY1864" fmla="*/ 395457 h 1849426"/>
                <a:gd name="connsiteX1865" fmla="*/ 787065 w 6386648"/>
                <a:gd name="connsiteY1865" fmla="*/ 395457 h 1849426"/>
                <a:gd name="connsiteX1866" fmla="*/ 805090 w 6386648"/>
                <a:gd name="connsiteY1866" fmla="*/ 413481 h 1849426"/>
                <a:gd name="connsiteX1867" fmla="*/ 787065 w 6386648"/>
                <a:gd name="connsiteY1867" fmla="*/ 431506 h 1849426"/>
                <a:gd name="connsiteX1868" fmla="*/ 769041 w 6386648"/>
                <a:gd name="connsiteY1868" fmla="*/ 413481 h 1849426"/>
                <a:gd name="connsiteX1869" fmla="*/ 787065 w 6386648"/>
                <a:gd name="connsiteY1869" fmla="*/ 395457 h 1849426"/>
                <a:gd name="connsiteX1870" fmla="*/ 6344591 w 6386648"/>
                <a:gd name="connsiteY1870" fmla="*/ 389449 h 1849426"/>
                <a:gd name="connsiteX1871" fmla="*/ 6362615 w 6386648"/>
                <a:gd name="connsiteY1871" fmla="*/ 407473 h 1849426"/>
                <a:gd name="connsiteX1872" fmla="*/ 6344591 w 6386648"/>
                <a:gd name="connsiteY1872" fmla="*/ 425498 h 1849426"/>
                <a:gd name="connsiteX1873" fmla="*/ 6326566 w 6386648"/>
                <a:gd name="connsiteY1873" fmla="*/ 407473 h 1849426"/>
                <a:gd name="connsiteX1874" fmla="*/ 6344591 w 6386648"/>
                <a:gd name="connsiteY1874" fmla="*/ 389449 h 1849426"/>
                <a:gd name="connsiteX1875" fmla="*/ 5407321 w 6386648"/>
                <a:gd name="connsiteY1875" fmla="*/ 383441 h 1849426"/>
                <a:gd name="connsiteX1876" fmla="*/ 5425346 w 6386648"/>
                <a:gd name="connsiteY1876" fmla="*/ 401465 h 1849426"/>
                <a:gd name="connsiteX1877" fmla="*/ 5407321 w 6386648"/>
                <a:gd name="connsiteY1877" fmla="*/ 419490 h 1849426"/>
                <a:gd name="connsiteX1878" fmla="*/ 5389297 w 6386648"/>
                <a:gd name="connsiteY1878" fmla="*/ 401465 h 1849426"/>
                <a:gd name="connsiteX1879" fmla="*/ 5407321 w 6386648"/>
                <a:gd name="connsiteY1879" fmla="*/ 383441 h 1849426"/>
                <a:gd name="connsiteX1880" fmla="*/ 5233085 w 6386648"/>
                <a:gd name="connsiteY1880" fmla="*/ 383441 h 1849426"/>
                <a:gd name="connsiteX1881" fmla="*/ 5251110 w 6386648"/>
                <a:gd name="connsiteY1881" fmla="*/ 401465 h 1849426"/>
                <a:gd name="connsiteX1882" fmla="*/ 5233085 w 6386648"/>
                <a:gd name="connsiteY1882" fmla="*/ 419490 h 1849426"/>
                <a:gd name="connsiteX1883" fmla="*/ 5215061 w 6386648"/>
                <a:gd name="connsiteY1883" fmla="*/ 401465 h 1849426"/>
                <a:gd name="connsiteX1884" fmla="*/ 5233085 w 6386648"/>
                <a:gd name="connsiteY1884" fmla="*/ 383441 h 1849426"/>
                <a:gd name="connsiteX1885" fmla="*/ 4956711 w 6386648"/>
                <a:gd name="connsiteY1885" fmla="*/ 383441 h 1849426"/>
                <a:gd name="connsiteX1886" fmla="*/ 4974736 w 6386648"/>
                <a:gd name="connsiteY1886" fmla="*/ 401465 h 1849426"/>
                <a:gd name="connsiteX1887" fmla="*/ 4956711 w 6386648"/>
                <a:gd name="connsiteY1887" fmla="*/ 419490 h 1849426"/>
                <a:gd name="connsiteX1888" fmla="*/ 4938687 w 6386648"/>
                <a:gd name="connsiteY1888" fmla="*/ 401465 h 1849426"/>
                <a:gd name="connsiteX1889" fmla="*/ 4956711 w 6386648"/>
                <a:gd name="connsiteY1889" fmla="*/ 383441 h 1849426"/>
                <a:gd name="connsiteX1890" fmla="*/ 3604880 w 6386648"/>
                <a:gd name="connsiteY1890" fmla="*/ 377433 h 1849426"/>
                <a:gd name="connsiteX1891" fmla="*/ 3622905 w 6386648"/>
                <a:gd name="connsiteY1891" fmla="*/ 395458 h 1849426"/>
                <a:gd name="connsiteX1892" fmla="*/ 3604880 w 6386648"/>
                <a:gd name="connsiteY1892" fmla="*/ 413482 h 1849426"/>
                <a:gd name="connsiteX1893" fmla="*/ 3586856 w 6386648"/>
                <a:gd name="connsiteY1893" fmla="*/ 395458 h 1849426"/>
                <a:gd name="connsiteX1894" fmla="*/ 3604880 w 6386648"/>
                <a:gd name="connsiteY1894" fmla="*/ 377433 h 1849426"/>
                <a:gd name="connsiteX1895" fmla="*/ 5082882 w 6386648"/>
                <a:gd name="connsiteY1895" fmla="*/ 371425 h 1849426"/>
                <a:gd name="connsiteX1896" fmla="*/ 5100907 w 6386648"/>
                <a:gd name="connsiteY1896" fmla="*/ 389449 h 1849426"/>
                <a:gd name="connsiteX1897" fmla="*/ 5082882 w 6386648"/>
                <a:gd name="connsiteY1897" fmla="*/ 407474 h 1849426"/>
                <a:gd name="connsiteX1898" fmla="*/ 5064858 w 6386648"/>
                <a:gd name="connsiteY1898" fmla="*/ 389449 h 1849426"/>
                <a:gd name="connsiteX1899" fmla="*/ 5082882 w 6386648"/>
                <a:gd name="connsiteY1899" fmla="*/ 371425 h 1849426"/>
                <a:gd name="connsiteX1900" fmla="*/ 4638280 w 6386648"/>
                <a:gd name="connsiteY1900" fmla="*/ 371425 h 1849426"/>
                <a:gd name="connsiteX1901" fmla="*/ 4656305 w 6386648"/>
                <a:gd name="connsiteY1901" fmla="*/ 389449 h 1849426"/>
                <a:gd name="connsiteX1902" fmla="*/ 4638280 w 6386648"/>
                <a:gd name="connsiteY1902" fmla="*/ 407474 h 1849426"/>
                <a:gd name="connsiteX1903" fmla="*/ 4620255 w 6386648"/>
                <a:gd name="connsiteY1903" fmla="*/ 389449 h 1849426"/>
                <a:gd name="connsiteX1904" fmla="*/ 4638280 w 6386648"/>
                <a:gd name="connsiteY1904" fmla="*/ 371425 h 1849426"/>
                <a:gd name="connsiteX1905" fmla="*/ 4289808 w 6386648"/>
                <a:gd name="connsiteY1905" fmla="*/ 371425 h 1849426"/>
                <a:gd name="connsiteX1906" fmla="*/ 4307833 w 6386648"/>
                <a:gd name="connsiteY1906" fmla="*/ 389449 h 1849426"/>
                <a:gd name="connsiteX1907" fmla="*/ 4289808 w 6386648"/>
                <a:gd name="connsiteY1907" fmla="*/ 407474 h 1849426"/>
                <a:gd name="connsiteX1908" fmla="*/ 4271784 w 6386648"/>
                <a:gd name="connsiteY1908" fmla="*/ 389449 h 1849426"/>
                <a:gd name="connsiteX1909" fmla="*/ 4289808 w 6386648"/>
                <a:gd name="connsiteY1909" fmla="*/ 371425 h 1849426"/>
                <a:gd name="connsiteX1910" fmla="*/ 3412620 w 6386648"/>
                <a:gd name="connsiteY1910" fmla="*/ 371425 h 1849426"/>
                <a:gd name="connsiteX1911" fmla="*/ 3430645 w 6386648"/>
                <a:gd name="connsiteY1911" fmla="*/ 389449 h 1849426"/>
                <a:gd name="connsiteX1912" fmla="*/ 3412620 w 6386648"/>
                <a:gd name="connsiteY1912" fmla="*/ 407474 h 1849426"/>
                <a:gd name="connsiteX1913" fmla="*/ 3394596 w 6386648"/>
                <a:gd name="connsiteY1913" fmla="*/ 389449 h 1849426"/>
                <a:gd name="connsiteX1914" fmla="*/ 3412620 w 6386648"/>
                <a:gd name="connsiteY1914" fmla="*/ 371425 h 1849426"/>
                <a:gd name="connsiteX1915" fmla="*/ 3286449 w 6386648"/>
                <a:gd name="connsiteY1915" fmla="*/ 371425 h 1849426"/>
                <a:gd name="connsiteX1916" fmla="*/ 3304474 w 6386648"/>
                <a:gd name="connsiteY1916" fmla="*/ 389449 h 1849426"/>
                <a:gd name="connsiteX1917" fmla="*/ 3286449 w 6386648"/>
                <a:gd name="connsiteY1917" fmla="*/ 407474 h 1849426"/>
                <a:gd name="connsiteX1918" fmla="*/ 3268424 w 6386648"/>
                <a:gd name="connsiteY1918" fmla="*/ 389449 h 1849426"/>
                <a:gd name="connsiteX1919" fmla="*/ 3286449 w 6386648"/>
                <a:gd name="connsiteY1919" fmla="*/ 371425 h 1849426"/>
                <a:gd name="connsiteX1920" fmla="*/ 2204985 w 6386648"/>
                <a:gd name="connsiteY1920" fmla="*/ 371425 h 1849426"/>
                <a:gd name="connsiteX1921" fmla="*/ 2223010 w 6386648"/>
                <a:gd name="connsiteY1921" fmla="*/ 389449 h 1849426"/>
                <a:gd name="connsiteX1922" fmla="*/ 2204985 w 6386648"/>
                <a:gd name="connsiteY1922" fmla="*/ 407474 h 1849426"/>
                <a:gd name="connsiteX1923" fmla="*/ 2186961 w 6386648"/>
                <a:gd name="connsiteY1923" fmla="*/ 389449 h 1849426"/>
                <a:gd name="connsiteX1924" fmla="*/ 2204985 w 6386648"/>
                <a:gd name="connsiteY1924" fmla="*/ 371425 h 1849426"/>
                <a:gd name="connsiteX1925" fmla="*/ 1033398 w 6386648"/>
                <a:gd name="connsiteY1925" fmla="*/ 371425 h 1849426"/>
                <a:gd name="connsiteX1926" fmla="*/ 1051423 w 6386648"/>
                <a:gd name="connsiteY1926" fmla="*/ 389449 h 1849426"/>
                <a:gd name="connsiteX1927" fmla="*/ 1033398 w 6386648"/>
                <a:gd name="connsiteY1927" fmla="*/ 407474 h 1849426"/>
                <a:gd name="connsiteX1928" fmla="*/ 1015374 w 6386648"/>
                <a:gd name="connsiteY1928" fmla="*/ 389449 h 1849426"/>
                <a:gd name="connsiteX1929" fmla="*/ 1033398 w 6386648"/>
                <a:gd name="connsiteY1929" fmla="*/ 371425 h 1849426"/>
                <a:gd name="connsiteX1930" fmla="*/ 432585 w 6386648"/>
                <a:gd name="connsiteY1930" fmla="*/ 371425 h 1849426"/>
                <a:gd name="connsiteX1931" fmla="*/ 450610 w 6386648"/>
                <a:gd name="connsiteY1931" fmla="*/ 389449 h 1849426"/>
                <a:gd name="connsiteX1932" fmla="*/ 432585 w 6386648"/>
                <a:gd name="connsiteY1932" fmla="*/ 407474 h 1849426"/>
                <a:gd name="connsiteX1933" fmla="*/ 414561 w 6386648"/>
                <a:gd name="connsiteY1933" fmla="*/ 389449 h 1849426"/>
                <a:gd name="connsiteX1934" fmla="*/ 432585 w 6386648"/>
                <a:gd name="connsiteY1934" fmla="*/ 371425 h 1849426"/>
                <a:gd name="connsiteX1935" fmla="*/ 4037466 w 6386648"/>
                <a:gd name="connsiteY1935" fmla="*/ 365417 h 1849426"/>
                <a:gd name="connsiteX1936" fmla="*/ 4055491 w 6386648"/>
                <a:gd name="connsiteY1936" fmla="*/ 383441 h 1849426"/>
                <a:gd name="connsiteX1937" fmla="*/ 4037466 w 6386648"/>
                <a:gd name="connsiteY1937" fmla="*/ 401466 h 1849426"/>
                <a:gd name="connsiteX1938" fmla="*/ 4019441 w 6386648"/>
                <a:gd name="connsiteY1938" fmla="*/ 383441 h 1849426"/>
                <a:gd name="connsiteX1939" fmla="*/ 4037466 w 6386648"/>
                <a:gd name="connsiteY1939" fmla="*/ 365417 h 1849426"/>
                <a:gd name="connsiteX1940" fmla="*/ 2943986 w 6386648"/>
                <a:gd name="connsiteY1940" fmla="*/ 365417 h 1849426"/>
                <a:gd name="connsiteX1941" fmla="*/ 2962011 w 6386648"/>
                <a:gd name="connsiteY1941" fmla="*/ 383441 h 1849426"/>
                <a:gd name="connsiteX1942" fmla="*/ 2943986 w 6386648"/>
                <a:gd name="connsiteY1942" fmla="*/ 401466 h 1849426"/>
                <a:gd name="connsiteX1943" fmla="*/ 2925962 w 6386648"/>
                <a:gd name="connsiteY1943" fmla="*/ 383441 h 1849426"/>
                <a:gd name="connsiteX1944" fmla="*/ 2943986 w 6386648"/>
                <a:gd name="connsiteY1944" fmla="*/ 365417 h 1849426"/>
                <a:gd name="connsiteX1945" fmla="*/ 2811807 w 6386648"/>
                <a:gd name="connsiteY1945" fmla="*/ 365417 h 1849426"/>
                <a:gd name="connsiteX1946" fmla="*/ 2829832 w 6386648"/>
                <a:gd name="connsiteY1946" fmla="*/ 383441 h 1849426"/>
                <a:gd name="connsiteX1947" fmla="*/ 2811807 w 6386648"/>
                <a:gd name="connsiteY1947" fmla="*/ 401466 h 1849426"/>
                <a:gd name="connsiteX1948" fmla="*/ 2793783 w 6386648"/>
                <a:gd name="connsiteY1948" fmla="*/ 383441 h 1849426"/>
                <a:gd name="connsiteX1949" fmla="*/ 2811807 w 6386648"/>
                <a:gd name="connsiteY1949" fmla="*/ 365417 h 1849426"/>
                <a:gd name="connsiteX1950" fmla="*/ 5899988 w 6386648"/>
                <a:gd name="connsiteY1950" fmla="*/ 353401 h 1849426"/>
                <a:gd name="connsiteX1951" fmla="*/ 5918013 w 6386648"/>
                <a:gd name="connsiteY1951" fmla="*/ 371425 h 1849426"/>
                <a:gd name="connsiteX1952" fmla="*/ 5899988 w 6386648"/>
                <a:gd name="connsiteY1952" fmla="*/ 389450 h 1849426"/>
                <a:gd name="connsiteX1953" fmla="*/ 5881963 w 6386648"/>
                <a:gd name="connsiteY1953" fmla="*/ 371425 h 1849426"/>
                <a:gd name="connsiteX1954" fmla="*/ 5899988 w 6386648"/>
                <a:gd name="connsiteY1954" fmla="*/ 353401 h 1849426"/>
                <a:gd name="connsiteX1955" fmla="*/ 4842556 w 6386648"/>
                <a:gd name="connsiteY1955" fmla="*/ 353401 h 1849426"/>
                <a:gd name="connsiteX1956" fmla="*/ 4860581 w 6386648"/>
                <a:gd name="connsiteY1956" fmla="*/ 371425 h 1849426"/>
                <a:gd name="connsiteX1957" fmla="*/ 4842556 w 6386648"/>
                <a:gd name="connsiteY1957" fmla="*/ 389450 h 1849426"/>
                <a:gd name="connsiteX1958" fmla="*/ 4824532 w 6386648"/>
                <a:gd name="connsiteY1958" fmla="*/ 371425 h 1849426"/>
                <a:gd name="connsiteX1959" fmla="*/ 4842556 w 6386648"/>
                <a:gd name="connsiteY1959" fmla="*/ 353401 h 1849426"/>
                <a:gd name="connsiteX1960" fmla="*/ 4518117 w 6386648"/>
                <a:gd name="connsiteY1960" fmla="*/ 353401 h 1849426"/>
                <a:gd name="connsiteX1961" fmla="*/ 4536142 w 6386648"/>
                <a:gd name="connsiteY1961" fmla="*/ 371425 h 1849426"/>
                <a:gd name="connsiteX1962" fmla="*/ 4518117 w 6386648"/>
                <a:gd name="connsiteY1962" fmla="*/ 389450 h 1849426"/>
                <a:gd name="connsiteX1963" fmla="*/ 4500092 w 6386648"/>
                <a:gd name="connsiteY1963" fmla="*/ 371425 h 1849426"/>
                <a:gd name="connsiteX1964" fmla="*/ 4518117 w 6386648"/>
                <a:gd name="connsiteY1964" fmla="*/ 353401 h 1849426"/>
                <a:gd name="connsiteX1965" fmla="*/ 4403962 w 6386648"/>
                <a:gd name="connsiteY1965" fmla="*/ 353401 h 1849426"/>
                <a:gd name="connsiteX1966" fmla="*/ 4421987 w 6386648"/>
                <a:gd name="connsiteY1966" fmla="*/ 371425 h 1849426"/>
                <a:gd name="connsiteX1967" fmla="*/ 4403962 w 6386648"/>
                <a:gd name="connsiteY1967" fmla="*/ 389450 h 1849426"/>
                <a:gd name="connsiteX1968" fmla="*/ 4385938 w 6386648"/>
                <a:gd name="connsiteY1968" fmla="*/ 371425 h 1849426"/>
                <a:gd name="connsiteX1969" fmla="*/ 4403962 w 6386648"/>
                <a:gd name="connsiteY1969" fmla="*/ 353401 h 1849426"/>
                <a:gd name="connsiteX1970" fmla="*/ 4151621 w 6386648"/>
                <a:gd name="connsiteY1970" fmla="*/ 353401 h 1849426"/>
                <a:gd name="connsiteX1971" fmla="*/ 4169646 w 6386648"/>
                <a:gd name="connsiteY1971" fmla="*/ 371425 h 1849426"/>
                <a:gd name="connsiteX1972" fmla="*/ 4151621 w 6386648"/>
                <a:gd name="connsiteY1972" fmla="*/ 389450 h 1849426"/>
                <a:gd name="connsiteX1973" fmla="*/ 4133597 w 6386648"/>
                <a:gd name="connsiteY1973" fmla="*/ 371425 h 1849426"/>
                <a:gd name="connsiteX1974" fmla="*/ 4151621 w 6386648"/>
                <a:gd name="connsiteY1974" fmla="*/ 353401 h 1849426"/>
                <a:gd name="connsiteX1975" fmla="*/ 3911295 w 6386648"/>
                <a:gd name="connsiteY1975" fmla="*/ 347392 h 1849426"/>
                <a:gd name="connsiteX1976" fmla="*/ 3929320 w 6386648"/>
                <a:gd name="connsiteY1976" fmla="*/ 365417 h 1849426"/>
                <a:gd name="connsiteX1977" fmla="*/ 3911295 w 6386648"/>
                <a:gd name="connsiteY1977" fmla="*/ 383441 h 1849426"/>
                <a:gd name="connsiteX1978" fmla="*/ 3893271 w 6386648"/>
                <a:gd name="connsiteY1978" fmla="*/ 365417 h 1849426"/>
                <a:gd name="connsiteX1979" fmla="*/ 3911295 w 6386648"/>
                <a:gd name="connsiteY1979" fmla="*/ 347392 h 1849426"/>
                <a:gd name="connsiteX1980" fmla="*/ 2078814 w 6386648"/>
                <a:gd name="connsiteY1980" fmla="*/ 347392 h 1849426"/>
                <a:gd name="connsiteX1981" fmla="*/ 2096839 w 6386648"/>
                <a:gd name="connsiteY1981" fmla="*/ 365417 h 1849426"/>
                <a:gd name="connsiteX1982" fmla="*/ 2078814 w 6386648"/>
                <a:gd name="connsiteY1982" fmla="*/ 383441 h 1849426"/>
                <a:gd name="connsiteX1983" fmla="*/ 2060790 w 6386648"/>
                <a:gd name="connsiteY1983" fmla="*/ 365417 h 1849426"/>
                <a:gd name="connsiteX1984" fmla="*/ 2078814 w 6386648"/>
                <a:gd name="connsiteY1984" fmla="*/ 347392 h 1849426"/>
                <a:gd name="connsiteX1985" fmla="*/ 1345823 w 6386648"/>
                <a:gd name="connsiteY1985" fmla="*/ 347392 h 1849426"/>
                <a:gd name="connsiteX1986" fmla="*/ 1363847 w 6386648"/>
                <a:gd name="connsiteY1986" fmla="*/ 365417 h 1849426"/>
                <a:gd name="connsiteX1987" fmla="*/ 1345823 w 6386648"/>
                <a:gd name="connsiteY1987" fmla="*/ 383441 h 1849426"/>
                <a:gd name="connsiteX1988" fmla="*/ 1327798 w 6386648"/>
                <a:gd name="connsiteY1988" fmla="*/ 365417 h 1849426"/>
                <a:gd name="connsiteX1989" fmla="*/ 1345823 w 6386648"/>
                <a:gd name="connsiteY1989" fmla="*/ 347392 h 1849426"/>
                <a:gd name="connsiteX1990" fmla="*/ 1556107 w 6386648"/>
                <a:gd name="connsiteY1990" fmla="*/ 341384 h 1849426"/>
                <a:gd name="connsiteX1991" fmla="*/ 1574131 w 6386648"/>
                <a:gd name="connsiteY1991" fmla="*/ 359408 h 1849426"/>
                <a:gd name="connsiteX1992" fmla="*/ 1556107 w 6386648"/>
                <a:gd name="connsiteY1992" fmla="*/ 377433 h 1849426"/>
                <a:gd name="connsiteX1993" fmla="*/ 1538082 w 6386648"/>
                <a:gd name="connsiteY1993" fmla="*/ 359408 h 1849426"/>
                <a:gd name="connsiteX1994" fmla="*/ 1556107 w 6386648"/>
                <a:gd name="connsiteY1994" fmla="*/ 341384 h 1849426"/>
                <a:gd name="connsiteX1995" fmla="*/ 306414 w 6386648"/>
                <a:gd name="connsiteY1995" fmla="*/ 341384 h 1849426"/>
                <a:gd name="connsiteX1996" fmla="*/ 324439 w 6386648"/>
                <a:gd name="connsiteY1996" fmla="*/ 359408 h 1849426"/>
                <a:gd name="connsiteX1997" fmla="*/ 306414 w 6386648"/>
                <a:gd name="connsiteY1997" fmla="*/ 377433 h 1849426"/>
                <a:gd name="connsiteX1998" fmla="*/ 288390 w 6386648"/>
                <a:gd name="connsiteY1998" fmla="*/ 359408 h 1849426"/>
                <a:gd name="connsiteX1999" fmla="*/ 306414 w 6386648"/>
                <a:gd name="connsiteY1999" fmla="*/ 341384 h 1849426"/>
                <a:gd name="connsiteX2000" fmla="*/ 6206403 w 6386648"/>
                <a:gd name="connsiteY2000" fmla="*/ 335376 h 1849426"/>
                <a:gd name="connsiteX2001" fmla="*/ 6224428 w 6386648"/>
                <a:gd name="connsiteY2001" fmla="*/ 353400 h 1849426"/>
                <a:gd name="connsiteX2002" fmla="*/ 6206403 w 6386648"/>
                <a:gd name="connsiteY2002" fmla="*/ 371425 h 1849426"/>
                <a:gd name="connsiteX2003" fmla="*/ 6188379 w 6386648"/>
                <a:gd name="connsiteY2003" fmla="*/ 353400 h 1849426"/>
                <a:gd name="connsiteX2004" fmla="*/ 6206403 w 6386648"/>
                <a:gd name="connsiteY2004" fmla="*/ 335376 h 1849426"/>
                <a:gd name="connsiteX2005" fmla="*/ 1670261 w 6386648"/>
                <a:gd name="connsiteY2005" fmla="*/ 335376 h 1849426"/>
                <a:gd name="connsiteX2006" fmla="*/ 1688286 w 6386648"/>
                <a:gd name="connsiteY2006" fmla="*/ 353400 h 1849426"/>
                <a:gd name="connsiteX2007" fmla="*/ 1670261 w 6386648"/>
                <a:gd name="connsiteY2007" fmla="*/ 371425 h 1849426"/>
                <a:gd name="connsiteX2008" fmla="*/ 1652237 w 6386648"/>
                <a:gd name="connsiteY2008" fmla="*/ 353400 h 1849426"/>
                <a:gd name="connsiteX2009" fmla="*/ 1670261 w 6386648"/>
                <a:gd name="connsiteY2009" fmla="*/ 335376 h 1849426"/>
                <a:gd name="connsiteX2010" fmla="*/ 5767809 w 6386648"/>
                <a:gd name="connsiteY2010" fmla="*/ 329368 h 1849426"/>
                <a:gd name="connsiteX2011" fmla="*/ 5785834 w 6386648"/>
                <a:gd name="connsiteY2011" fmla="*/ 347392 h 1849426"/>
                <a:gd name="connsiteX2012" fmla="*/ 5767809 w 6386648"/>
                <a:gd name="connsiteY2012" fmla="*/ 365417 h 1849426"/>
                <a:gd name="connsiteX2013" fmla="*/ 5749785 w 6386648"/>
                <a:gd name="connsiteY2013" fmla="*/ 347392 h 1849426"/>
                <a:gd name="connsiteX2014" fmla="*/ 5767809 w 6386648"/>
                <a:gd name="connsiteY2014" fmla="*/ 329368 h 1849426"/>
                <a:gd name="connsiteX2015" fmla="*/ 3797141 w 6386648"/>
                <a:gd name="connsiteY2015" fmla="*/ 329368 h 1849426"/>
                <a:gd name="connsiteX2016" fmla="*/ 3815166 w 6386648"/>
                <a:gd name="connsiteY2016" fmla="*/ 347392 h 1849426"/>
                <a:gd name="connsiteX2017" fmla="*/ 3797141 w 6386648"/>
                <a:gd name="connsiteY2017" fmla="*/ 365417 h 1849426"/>
                <a:gd name="connsiteX2018" fmla="*/ 3779116 w 6386648"/>
                <a:gd name="connsiteY2018" fmla="*/ 347392 h 1849426"/>
                <a:gd name="connsiteX2019" fmla="*/ 3797141 w 6386648"/>
                <a:gd name="connsiteY2019" fmla="*/ 329368 h 1849426"/>
                <a:gd name="connsiteX2020" fmla="*/ 2673619 w 6386648"/>
                <a:gd name="connsiteY2020" fmla="*/ 329368 h 1849426"/>
                <a:gd name="connsiteX2021" fmla="*/ 2691644 w 6386648"/>
                <a:gd name="connsiteY2021" fmla="*/ 347392 h 1849426"/>
                <a:gd name="connsiteX2022" fmla="*/ 2673619 w 6386648"/>
                <a:gd name="connsiteY2022" fmla="*/ 365417 h 1849426"/>
                <a:gd name="connsiteX2023" fmla="*/ 2655595 w 6386648"/>
                <a:gd name="connsiteY2023" fmla="*/ 347392 h 1849426"/>
                <a:gd name="connsiteX2024" fmla="*/ 2673619 w 6386648"/>
                <a:gd name="connsiteY2024" fmla="*/ 329368 h 1849426"/>
                <a:gd name="connsiteX2025" fmla="*/ 1898570 w 6386648"/>
                <a:gd name="connsiteY2025" fmla="*/ 329368 h 1849426"/>
                <a:gd name="connsiteX2026" fmla="*/ 1916595 w 6386648"/>
                <a:gd name="connsiteY2026" fmla="*/ 347392 h 1849426"/>
                <a:gd name="connsiteX2027" fmla="*/ 1898570 w 6386648"/>
                <a:gd name="connsiteY2027" fmla="*/ 365417 h 1849426"/>
                <a:gd name="connsiteX2028" fmla="*/ 1880546 w 6386648"/>
                <a:gd name="connsiteY2028" fmla="*/ 347392 h 1849426"/>
                <a:gd name="connsiteX2029" fmla="*/ 1898570 w 6386648"/>
                <a:gd name="connsiteY2029" fmla="*/ 329368 h 1849426"/>
                <a:gd name="connsiteX2030" fmla="*/ 66089 w 6386648"/>
                <a:gd name="connsiteY2030" fmla="*/ 323360 h 1849426"/>
                <a:gd name="connsiteX2031" fmla="*/ 84114 w 6386648"/>
                <a:gd name="connsiteY2031" fmla="*/ 341384 h 1849426"/>
                <a:gd name="connsiteX2032" fmla="*/ 66089 w 6386648"/>
                <a:gd name="connsiteY2032" fmla="*/ 359409 h 1849426"/>
                <a:gd name="connsiteX2033" fmla="*/ 48065 w 6386648"/>
                <a:gd name="connsiteY2033" fmla="*/ 341384 h 1849426"/>
                <a:gd name="connsiteX2034" fmla="*/ 66089 w 6386648"/>
                <a:gd name="connsiteY2034" fmla="*/ 323360 h 1849426"/>
                <a:gd name="connsiteX2035" fmla="*/ 5647646 w 6386648"/>
                <a:gd name="connsiteY2035" fmla="*/ 317352 h 1849426"/>
                <a:gd name="connsiteX2036" fmla="*/ 5665671 w 6386648"/>
                <a:gd name="connsiteY2036" fmla="*/ 335377 h 1849426"/>
                <a:gd name="connsiteX2037" fmla="*/ 5647646 w 6386648"/>
                <a:gd name="connsiteY2037" fmla="*/ 353401 h 1849426"/>
                <a:gd name="connsiteX2038" fmla="*/ 5629622 w 6386648"/>
                <a:gd name="connsiteY2038" fmla="*/ 335377 h 1849426"/>
                <a:gd name="connsiteX2039" fmla="*/ 5647646 w 6386648"/>
                <a:gd name="connsiteY2039" fmla="*/ 317352 h 1849426"/>
                <a:gd name="connsiteX2040" fmla="*/ 3064148 w 6386648"/>
                <a:gd name="connsiteY2040" fmla="*/ 311344 h 1849426"/>
                <a:gd name="connsiteX2041" fmla="*/ 3082173 w 6386648"/>
                <a:gd name="connsiteY2041" fmla="*/ 329368 h 1849426"/>
                <a:gd name="connsiteX2042" fmla="*/ 3064148 w 6386648"/>
                <a:gd name="connsiteY2042" fmla="*/ 347393 h 1849426"/>
                <a:gd name="connsiteX2043" fmla="*/ 3046124 w 6386648"/>
                <a:gd name="connsiteY2043" fmla="*/ 329368 h 1849426"/>
                <a:gd name="connsiteX2044" fmla="*/ 3064148 w 6386648"/>
                <a:gd name="connsiteY2044" fmla="*/ 311344 h 1849426"/>
                <a:gd name="connsiteX2045" fmla="*/ 2553457 w 6386648"/>
                <a:gd name="connsiteY2045" fmla="*/ 311344 h 1849426"/>
                <a:gd name="connsiteX2046" fmla="*/ 2571482 w 6386648"/>
                <a:gd name="connsiteY2046" fmla="*/ 329368 h 1849426"/>
                <a:gd name="connsiteX2047" fmla="*/ 2553457 w 6386648"/>
                <a:gd name="connsiteY2047" fmla="*/ 347393 h 1849426"/>
                <a:gd name="connsiteX2048" fmla="*/ 2535433 w 6386648"/>
                <a:gd name="connsiteY2048" fmla="*/ 329368 h 1849426"/>
                <a:gd name="connsiteX2049" fmla="*/ 2553457 w 6386648"/>
                <a:gd name="connsiteY2049" fmla="*/ 311344 h 1849426"/>
                <a:gd name="connsiteX2050" fmla="*/ 6098257 w 6386648"/>
                <a:gd name="connsiteY2050" fmla="*/ 305335 h 1849426"/>
                <a:gd name="connsiteX2051" fmla="*/ 6116282 w 6386648"/>
                <a:gd name="connsiteY2051" fmla="*/ 323359 h 1849426"/>
                <a:gd name="connsiteX2052" fmla="*/ 6098257 w 6386648"/>
                <a:gd name="connsiteY2052" fmla="*/ 341384 h 1849426"/>
                <a:gd name="connsiteX2053" fmla="*/ 6080233 w 6386648"/>
                <a:gd name="connsiteY2053" fmla="*/ 323359 h 1849426"/>
                <a:gd name="connsiteX2054" fmla="*/ 6098257 w 6386648"/>
                <a:gd name="connsiteY2054" fmla="*/ 305335 h 1849426"/>
                <a:gd name="connsiteX2055" fmla="*/ 1231667 w 6386648"/>
                <a:gd name="connsiteY2055" fmla="*/ 305335 h 1849426"/>
                <a:gd name="connsiteX2056" fmla="*/ 1249692 w 6386648"/>
                <a:gd name="connsiteY2056" fmla="*/ 323359 h 1849426"/>
                <a:gd name="connsiteX2057" fmla="*/ 1231667 w 6386648"/>
                <a:gd name="connsiteY2057" fmla="*/ 341384 h 1849426"/>
                <a:gd name="connsiteX2058" fmla="*/ 1213643 w 6386648"/>
                <a:gd name="connsiteY2058" fmla="*/ 323359 h 1849426"/>
                <a:gd name="connsiteX2059" fmla="*/ 1231667 w 6386648"/>
                <a:gd name="connsiteY2059" fmla="*/ 305335 h 1849426"/>
                <a:gd name="connsiteX2060" fmla="*/ 174235 w 6386648"/>
                <a:gd name="connsiteY2060" fmla="*/ 305335 h 1849426"/>
                <a:gd name="connsiteX2061" fmla="*/ 192260 w 6386648"/>
                <a:gd name="connsiteY2061" fmla="*/ 323359 h 1849426"/>
                <a:gd name="connsiteX2062" fmla="*/ 174235 w 6386648"/>
                <a:gd name="connsiteY2062" fmla="*/ 341384 h 1849426"/>
                <a:gd name="connsiteX2063" fmla="*/ 156211 w 6386648"/>
                <a:gd name="connsiteY2063" fmla="*/ 323359 h 1849426"/>
                <a:gd name="connsiteX2064" fmla="*/ 174235 w 6386648"/>
                <a:gd name="connsiteY2064" fmla="*/ 305335 h 1849426"/>
                <a:gd name="connsiteX2065" fmla="*/ 3520767 w 6386648"/>
                <a:gd name="connsiteY2065" fmla="*/ 299327 h 1849426"/>
                <a:gd name="connsiteX2066" fmla="*/ 3538792 w 6386648"/>
                <a:gd name="connsiteY2066" fmla="*/ 317351 h 1849426"/>
                <a:gd name="connsiteX2067" fmla="*/ 3520767 w 6386648"/>
                <a:gd name="connsiteY2067" fmla="*/ 335376 h 1849426"/>
                <a:gd name="connsiteX2068" fmla="*/ 3502743 w 6386648"/>
                <a:gd name="connsiteY2068" fmla="*/ 317351 h 1849426"/>
                <a:gd name="connsiteX2069" fmla="*/ 3520767 w 6386648"/>
                <a:gd name="connsiteY2069" fmla="*/ 299327 h 1849426"/>
                <a:gd name="connsiteX2070" fmla="*/ 5347240 w 6386648"/>
                <a:gd name="connsiteY2070" fmla="*/ 293319 h 1849426"/>
                <a:gd name="connsiteX2071" fmla="*/ 5365265 w 6386648"/>
                <a:gd name="connsiteY2071" fmla="*/ 311343 h 1849426"/>
                <a:gd name="connsiteX2072" fmla="*/ 5347240 w 6386648"/>
                <a:gd name="connsiteY2072" fmla="*/ 329368 h 1849426"/>
                <a:gd name="connsiteX2073" fmla="*/ 5329216 w 6386648"/>
                <a:gd name="connsiteY2073" fmla="*/ 311343 h 1849426"/>
                <a:gd name="connsiteX2074" fmla="*/ 5347240 w 6386648"/>
                <a:gd name="connsiteY2074" fmla="*/ 293319 h 1849426"/>
                <a:gd name="connsiteX2075" fmla="*/ 2439302 w 6386648"/>
                <a:gd name="connsiteY2075" fmla="*/ 293319 h 1849426"/>
                <a:gd name="connsiteX2076" fmla="*/ 2457327 w 6386648"/>
                <a:gd name="connsiteY2076" fmla="*/ 311343 h 1849426"/>
                <a:gd name="connsiteX2077" fmla="*/ 2439302 w 6386648"/>
                <a:gd name="connsiteY2077" fmla="*/ 329368 h 1849426"/>
                <a:gd name="connsiteX2078" fmla="*/ 2421278 w 6386648"/>
                <a:gd name="connsiteY2078" fmla="*/ 311343 h 1849426"/>
                <a:gd name="connsiteX2079" fmla="*/ 2439302 w 6386648"/>
                <a:gd name="connsiteY2079" fmla="*/ 293319 h 1849426"/>
                <a:gd name="connsiteX2080" fmla="*/ 2301115 w 6386648"/>
                <a:gd name="connsiteY2080" fmla="*/ 293319 h 1849426"/>
                <a:gd name="connsiteX2081" fmla="*/ 2319140 w 6386648"/>
                <a:gd name="connsiteY2081" fmla="*/ 311343 h 1849426"/>
                <a:gd name="connsiteX2082" fmla="*/ 2301115 w 6386648"/>
                <a:gd name="connsiteY2082" fmla="*/ 329368 h 1849426"/>
                <a:gd name="connsiteX2083" fmla="*/ 2283091 w 6386648"/>
                <a:gd name="connsiteY2083" fmla="*/ 311343 h 1849426"/>
                <a:gd name="connsiteX2084" fmla="*/ 2301115 w 6386648"/>
                <a:gd name="connsiteY2084" fmla="*/ 293319 h 1849426"/>
                <a:gd name="connsiteX2085" fmla="*/ 1447960 w 6386648"/>
                <a:gd name="connsiteY2085" fmla="*/ 293319 h 1849426"/>
                <a:gd name="connsiteX2086" fmla="*/ 1465985 w 6386648"/>
                <a:gd name="connsiteY2086" fmla="*/ 311343 h 1849426"/>
                <a:gd name="connsiteX2087" fmla="*/ 1447960 w 6386648"/>
                <a:gd name="connsiteY2087" fmla="*/ 329368 h 1849426"/>
                <a:gd name="connsiteX2088" fmla="*/ 1429936 w 6386648"/>
                <a:gd name="connsiteY2088" fmla="*/ 311343 h 1849426"/>
                <a:gd name="connsiteX2089" fmla="*/ 1447960 w 6386648"/>
                <a:gd name="connsiteY2089" fmla="*/ 293319 h 1849426"/>
                <a:gd name="connsiteX2090" fmla="*/ 901219 w 6386648"/>
                <a:gd name="connsiteY2090" fmla="*/ 293319 h 1849426"/>
                <a:gd name="connsiteX2091" fmla="*/ 919244 w 6386648"/>
                <a:gd name="connsiteY2091" fmla="*/ 311343 h 1849426"/>
                <a:gd name="connsiteX2092" fmla="*/ 901219 w 6386648"/>
                <a:gd name="connsiteY2092" fmla="*/ 329368 h 1849426"/>
                <a:gd name="connsiteX2093" fmla="*/ 883195 w 6386648"/>
                <a:gd name="connsiteY2093" fmla="*/ 311343 h 1849426"/>
                <a:gd name="connsiteX2094" fmla="*/ 901219 w 6386648"/>
                <a:gd name="connsiteY2094" fmla="*/ 293319 h 1849426"/>
                <a:gd name="connsiteX2095" fmla="*/ 552748 w 6386648"/>
                <a:gd name="connsiteY2095" fmla="*/ 293319 h 1849426"/>
                <a:gd name="connsiteX2096" fmla="*/ 570773 w 6386648"/>
                <a:gd name="connsiteY2096" fmla="*/ 311343 h 1849426"/>
                <a:gd name="connsiteX2097" fmla="*/ 552748 w 6386648"/>
                <a:gd name="connsiteY2097" fmla="*/ 329368 h 1849426"/>
                <a:gd name="connsiteX2098" fmla="*/ 534724 w 6386648"/>
                <a:gd name="connsiteY2098" fmla="*/ 311343 h 1849426"/>
                <a:gd name="connsiteX2099" fmla="*/ 552748 w 6386648"/>
                <a:gd name="connsiteY2099" fmla="*/ 293319 h 1849426"/>
                <a:gd name="connsiteX2100" fmla="*/ 6326566 w 6386648"/>
                <a:gd name="connsiteY2100" fmla="*/ 287311 h 1849426"/>
                <a:gd name="connsiteX2101" fmla="*/ 6344591 w 6386648"/>
                <a:gd name="connsiteY2101" fmla="*/ 305336 h 1849426"/>
                <a:gd name="connsiteX2102" fmla="*/ 6326566 w 6386648"/>
                <a:gd name="connsiteY2102" fmla="*/ 323360 h 1849426"/>
                <a:gd name="connsiteX2103" fmla="*/ 6308542 w 6386648"/>
                <a:gd name="connsiteY2103" fmla="*/ 305336 h 1849426"/>
                <a:gd name="connsiteX2104" fmla="*/ 6326566 w 6386648"/>
                <a:gd name="connsiteY2104" fmla="*/ 287311 h 1849426"/>
                <a:gd name="connsiteX2105" fmla="*/ 5503451 w 6386648"/>
                <a:gd name="connsiteY2105" fmla="*/ 287311 h 1849426"/>
                <a:gd name="connsiteX2106" fmla="*/ 5521476 w 6386648"/>
                <a:gd name="connsiteY2106" fmla="*/ 305336 h 1849426"/>
                <a:gd name="connsiteX2107" fmla="*/ 5503451 w 6386648"/>
                <a:gd name="connsiteY2107" fmla="*/ 323360 h 1849426"/>
                <a:gd name="connsiteX2108" fmla="*/ 5485427 w 6386648"/>
                <a:gd name="connsiteY2108" fmla="*/ 305336 h 1849426"/>
                <a:gd name="connsiteX2109" fmla="*/ 5503451 w 6386648"/>
                <a:gd name="connsiteY2109" fmla="*/ 287311 h 1849426"/>
                <a:gd name="connsiteX2110" fmla="*/ 1808448 w 6386648"/>
                <a:gd name="connsiteY2110" fmla="*/ 287311 h 1849426"/>
                <a:gd name="connsiteX2111" fmla="*/ 1826473 w 6386648"/>
                <a:gd name="connsiteY2111" fmla="*/ 305336 h 1849426"/>
                <a:gd name="connsiteX2112" fmla="*/ 1808448 w 6386648"/>
                <a:gd name="connsiteY2112" fmla="*/ 323360 h 1849426"/>
                <a:gd name="connsiteX2113" fmla="*/ 1790424 w 6386648"/>
                <a:gd name="connsiteY2113" fmla="*/ 305336 h 1849426"/>
                <a:gd name="connsiteX2114" fmla="*/ 1808448 w 6386648"/>
                <a:gd name="connsiteY2114" fmla="*/ 287311 h 1849426"/>
                <a:gd name="connsiteX2115" fmla="*/ 672910 w 6386648"/>
                <a:gd name="connsiteY2115" fmla="*/ 287311 h 1849426"/>
                <a:gd name="connsiteX2116" fmla="*/ 690935 w 6386648"/>
                <a:gd name="connsiteY2116" fmla="*/ 305336 h 1849426"/>
                <a:gd name="connsiteX2117" fmla="*/ 672910 w 6386648"/>
                <a:gd name="connsiteY2117" fmla="*/ 323360 h 1849426"/>
                <a:gd name="connsiteX2118" fmla="*/ 654886 w 6386648"/>
                <a:gd name="connsiteY2118" fmla="*/ 305336 h 1849426"/>
                <a:gd name="connsiteX2119" fmla="*/ 672910 w 6386648"/>
                <a:gd name="connsiteY2119" fmla="*/ 287311 h 1849426"/>
                <a:gd name="connsiteX2120" fmla="*/ 4710377 w 6386648"/>
                <a:gd name="connsiteY2120" fmla="*/ 275295 h 1849426"/>
                <a:gd name="connsiteX2121" fmla="*/ 4728402 w 6386648"/>
                <a:gd name="connsiteY2121" fmla="*/ 293319 h 1849426"/>
                <a:gd name="connsiteX2122" fmla="*/ 4710377 w 6386648"/>
                <a:gd name="connsiteY2122" fmla="*/ 311344 h 1849426"/>
                <a:gd name="connsiteX2123" fmla="*/ 4692353 w 6386648"/>
                <a:gd name="connsiteY2123" fmla="*/ 293319 h 1849426"/>
                <a:gd name="connsiteX2124" fmla="*/ 4710377 w 6386648"/>
                <a:gd name="connsiteY2124" fmla="*/ 275295 h 1849426"/>
                <a:gd name="connsiteX2125" fmla="*/ 4962719 w 6386648"/>
                <a:gd name="connsiteY2125" fmla="*/ 269287 h 1849426"/>
                <a:gd name="connsiteX2126" fmla="*/ 4980744 w 6386648"/>
                <a:gd name="connsiteY2126" fmla="*/ 287311 h 1849426"/>
                <a:gd name="connsiteX2127" fmla="*/ 4962719 w 6386648"/>
                <a:gd name="connsiteY2127" fmla="*/ 305336 h 1849426"/>
                <a:gd name="connsiteX2128" fmla="*/ 4944695 w 6386648"/>
                <a:gd name="connsiteY2128" fmla="*/ 287311 h 1849426"/>
                <a:gd name="connsiteX2129" fmla="*/ 4962719 w 6386648"/>
                <a:gd name="connsiteY2129" fmla="*/ 269287 h 1849426"/>
                <a:gd name="connsiteX2130" fmla="*/ 3652945 w 6386648"/>
                <a:gd name="connsiteY2130" fmla="*/ 269287 h 1849426"/>
                <a:gd name="connsiteX2131" fmla="*/ 3670970 w 6386648"/>
                <a:gd name="connsiteY2131" fmla="*/ 287311 h 1849426"/>
                <a:gd name="connsiteX2132" fmla="*/ 3652945 w 6386648"/>
                <a:gd name="connsiteY2132" fmla="*/ 305336 h 1849426"/>
                <a:gd name="connsiteX2133" fmla="*/ 3634921 w 6386648"/>
                <a:gd name="connsiteY2133" fmla="*/ 287311 h 1849426"/>
                <a:gd name="connsiteX2134" fmla="*/ 3652945 w 6386648"/>
                <a:gd name="connsiteY2134" fmla="*/ 269287 h 1849426"/>
                <a:gd name="connsiteX2135" fmla="*/ 1123520 w 6386648"/>
                <a:gd name="connsiteY2135" fmla="*/ 269287 h 1849426"/>
                <a:gd name="connsiteX2136" fmla="*/ 1141545 w 6386648"/>
                <a:gd name="connsiteY2136" fmla="*/ 287311 h 1849426"/>
                <a:gd name="connsiteX2137" fmla="*/ 1123520 w 6386648"/>
                <a:gd name="connsiteY2137" fmla="*/ 305336 h 1849426"/>
                <a:gd name="connsiteX2138" fmla="*/ 1105496 w 6386648"/>
                <a:gd name="connsiteY2138" fmla="*/ 287311 h 1849426"/>
                <a:gd name="connsiteX2139" fmla="*/ 1123520 w 6386648"/>
                <a:gd name="connsiteY2139" fmla="*/ 269287 h 1849426"/>
                <a:gd name="connsiteX2140" fmla="*/ 5112922 w 6386648"/>
                <a:gd name="connsiteY2140" fmla="*/ 263279 h 1849426"/>
                <a:gd name="connsiteX2141" fmla="*/ 5130947 w 6386648"/>
                <a:gd name="connsiteY2141" fmla="*/ 281303 h 1849426"/>
                <a:gd name="connsiteX2142" fmla="*/ 5112922 w 6386648"/>
                <a:gd name="connsiteY2142" fmla="*/ 299328 h 1849426"/>
                <a:gd name="connsiteX2143" fmla="*/ 5094898 w 6386648"/>
                <a:gd name="connsiteY2143" fmla="*/ 281303 h 1849426"/>
                <a:gd name="connsiteX2144" fmla="*/ 5112922 w 6386648"/>
                <a:gd name="connsiteY2144" fmla="*/ 263279 h 1849426"/>
                <a:gd name="connsiteX2145" fmla="*/ 4217710 w 6386648"/>
                <a:gd name="connsiteY2145" fmla="*/ 263279 h 1849426"/>
                <a:gd name="connsiteX2146" fmla="*/ 4235735 w 6386648"/>
                <a:gd name="connsiteY2146" fmla="*/ 281303 h 1849426"/>
                <a:gd name="connsiteX2147" fmla="*/ 4217710 w 6386648"/>
                <a:gd name="connsiteY2147" fmla="*/ 299328 h 1849426"/>
                <a:gd name="connsiteX2148" fmla="*/ 4199685 w 6386648"/>
                <a:gd name="connsiteY2148" fmla="*/ 281303 h 1849426"/>
                <a:gd name="connsiteX2149" fmla="*/ 4217710 w 6386648"/>
                <a:gd name="connsiteY2149" fmla="*/ 263279 h 1849426"/>
                <a:gd name="connsiteX2150" fmla="*/ 3190319 w 6386648"/>
                <a:gd name="connsiteY2150" fmla="*/ 263279 h 1849426"/>
                <a:gd name="connsiteX2151" fmla="*/ 3208344 w 6386648"/>
                <a:gd name="connsiteY2151" fmla="*/ 281303 h 1849426"/>
                <a:gd name="connsiteX2152" fmla="*/ 3190319 w 6386648"/>
                <a:gd name="connsiteY2152" fmla="*/ 299328 h 1849426"/>
                <a:gd name="connsiteX2153" fmla="*/ 3172295 w 6386648"/>
                <a:gd name="connsiteY2153" fmla="*/ 281303 h 1849426"/>
                <a:gd name="connsiteX2154" fmla="*/ 3190319 w 6386648"/>
                <a:gd name="connsiteY2154" fmla="*/ 263279 h 1849426"/>
                <a:gd name="connsiteX2155" fmla="*/ 5996118 w 6386648"/>
                <a:gd name="connsiteY2155" fmla="*/ 257270 h 1849426"/>
                <a:gd name="connsiteX2156" fmla="*/ 6014143 w 6386648"/>
                <a:gd name="connsiteY2156" fmla="*/ 275295 h 1849426"/>
                <a:gd name="connsiteX2157" fmla="*/ 5996118 w 6386648"/>
                <a:gd name="connsiteY2157" fmla="*/ 293319 h 1849426"/>
                <a:gd name="connsiteX2158" fmla="*/ 5978094 w 6386648"/>
                <a:gd name="connsiteY2158" fmla="*/ 275295 h 1849426"/>
                <a:gd name="connsiteX2159" fmla="*/ 5996118 w 6386648"/>
                <a:gd name="connsiteY2159" fmla="*/ 257270 h 1849426"/>
                <a:gd name="connsiteX2160" fmla="*/ 5233085 w 6386648"/>
                <a:gd name="connsiteY2160" fmla="*/ 257270 h 1849426"/>
                <a:gd name="connsiteX2161" fmla="*/ 5251110 w 6386648"/>
                <a:gd name="connsiteY2161" fmla="*/ 275295 h 1849426"/>
                <a:gd name="connsiteX2162" fmla="*/ 5233085 w 6386648"/>
                <a:gd name="connsiteY2162" fmla="*/ 293319 h 1849426"/>
                <a:gd name="connsiteX2163" fmla="*/ 5215061 w 6386648"/>
                <a:gd name="connsiteY2163" fmla="*/ 275295 h 1849426"/>
                <a:gd name="connsiteX2164" fmla="*/ 5233085 w 6386648"/>
                <a:gd name="connsiteY2164" fmla="*/ 257270 h 1849426"/>
                <a:gd name="connsiteX2165" fmla="*/ 4584206 w 6386648"/>
                <a:gd name="connsiteY2165" fmla="*/ 257270 h 1849426"/>
                <a:gd name="connsiteX2166" fmla="*/ 4602231 w 6386648"/>
                <a:gd name="connsiteY2166" fmla="*/ 275295 h 1849426"/>
                <a:gd name="connsiteX2167" fmla="*/ 4584206 w 6386648"/>
                <a:gd name="connsiteY2167" fmla="*/ 293319 h 1849426"/>
                <a:gd name="connsiteX2168" fmla="*/ 4566182 w 6386648"/>
                <a:gd name="connsiteY2168" fmla="*/ 275295 h 1849426"/>
                <a:gd name="connsiteX2169" fmla="*/ 4584206 w 6386648"/>
                <a:gd name="connsiteY2169" fmla="*/ 257270 h 1849426"/>
                <a:gd name="connsiteX2170" fmla="*/ 2156921 w 6386648"/>
                <a:gd name="connsiteY2170" fmla="*/ 257270 h 1849426"/>
                <a:gd name="connsiteX2171" fmla="*/ 2174945 w 6386648"/>
                <a:gd name="connsiteY2171" fmla="*/ 275295 h 1849426"/>
                <a:gd name="connsiteX2172" fmla="*/ 2156921 w 6386648"/>
                <a:gd name="connsiteY2172" fmla="*/ 293319 h 1849426"/>
                <a:gd name="connsiteX2173" fmla="*/ 2138896 w 6386648"/>
                <a:gd name="connsiteY2173" fmla="*/ 275295 h 1849426"/>
                <a:gd name="connsiteX2174" fmla="*/ 2156921 w 6386648"/>
                <a:gd name="connsiteY2174" fmla="*/ 257270 h 1849426"/>
                <a:gd name="connsiteX2175" fmla="*/ 781057 w 6386648"/>
                <a:gd name="connsiteY2175" fmla="*/ 257270 h 1849426"/>
                <a:gd name="connsiteX2176" fmla="*/ 799082 w 6386648"/>
                <a:gd name="connsiteY2176" fmla="*/ 275295 h 1849426"/>
                <a:gd name="connsiteX2177" fmla="*/ 781057 w 6386648"/>
                <a:gd name="connsiteY2177" fmla="*/ 293319 h 1849426"/>
                <a:gd name="connsiteX2178" fmla="*/ 763033 w 6386648"/>
                <a:gd name="connsiteY2178" fmla="*/ 275295 h 1849426"/>
                <a:gd name="connsiteX2179" fmla="*/ 781057 w 6386648"/>
                <a:gd name="connsiteY2179" fmla="*/ 257270 h 1849426"/>
                <a:gd name="connsiteX2180" fmla="*/ 420569 w 6386648"/>
                <a:gd name="connsiteY2180" fmla="*/ 257270 h 1849426"/>
                <a:gd name="connsiteX2181" fmla="*/ 438594 w 6386648"/>
                <a:gd name="connsiteY2181" fmla="*/ 275295 h 1849426"/>
                <a:gd name="connsiteX2182" fmla="*/ 420569 w 6386648"/>
                <a:gd name="connsiteY2182" fmla="*/ 293319 h 1849426"/>
                <a:gd name="connsiteX2183" fmla="*/ 402545 w 6386648"/>
                <a:gd name="connsiteY2183" fmla="*/ 275295 h 1849426"/>
                <a:gd name="connsiteX2184" fmla="*/ 420569 w 6386648"/>
                <a:gd name="connsiteY2184" fmla="*/ 257270 h 1849426"/>
                <a:gd name="connsiteX2185" fmla="*/ 5845915 w 6386648"/>
                <a:gd name="connsiteY2185" fmla="*/ 245254 h 1849426"/>
                <a:gd name="connsiteX2186" fmla="*/ 5863940 w 6386648"/>
                <a:gd name="connsiteY2186" fmla="*/ 263278 h 1849426"/>
                <a:gd name="connsiteX2187" fmla="*/ 5845915 w 6386648"/>
                <a:gd name="connsiteY2187" fmla="*/ 281303 h 1849426"/>
                <a:gd name="connsiteX2188" fmla="*/ 5827891 w 6386648"/>
                <a:gd name="connsiteY2188" fmla="*/ 263278 h 1849426"/>
                <a:gd name="connsiteX2189" fmla="*/ 5845915 w 6386648"/>
                <a:gd name="connsiteY2189" fmla="*/ 245254 h 1849426"/>
                <a:gd name="connsiteX2190" fmla="*/ 4013434 w 6386648"/>
                <a:gd name="connsiteY2190" fmla="*/ 245254 h 1849426"/>
                <a:gd name="connsiteX2191" fmla="*/ 4031459 w 6386648"/>
                <a:gd name="connsiteY2191" fmla="*/ 263278 h 1849426"/>
                <a:gd name="connsiteX2192" fmla="*/ 4013434 w 6386648"/>
                <a:gd name="connsiteY2192" fmla="*/ 281303 h 1849426"/>
                <a:gd name="connsiteX2193" fmla="*/ 3995410 w 6386648"/>
                <a:gd name="connsiteY2193" fmla="*/ 263278 h 1849426"/>
                <a:gd name="connsiteX2194" fmla="*/ 4013434 w 6386648"/>
                <a:gd name="connsiteY2194" fmla="*/ 245254 h 1849426"/>
                <a:gd name="connsiteX2195" fmla="*/ 2841847 w 6386648"/>
                <a:gd name="connsiteY2195" fmla="*/ 245254 h 1849426"/>
                <a:gd name="connsiteX2196" fmla="*/ 2859872 w 6386648"/>
                <a:gd name="connsiteY2196" fmla="*/ 263278 h 1849426"/>
                <a:gd name="connsiteX2197" fmla="*/ 2841847 w 6386648"/>
                <a:gd name="connsiteY2197" fmla="*/ 281303 h 1849426"/>
                <a:gd name="connsiteX2198" fmla="*/ 2823823 w 6386648"/>
                <a:gd name="connsiteY2198" fmla="*/ 263278 h 1849426"/>
                <a:gd name="connsiteX2199" fmla="*/ 2841847 w 6386648"/>
                <a:gd name="connsiteY2199" fmla="*/ 245254 h 1849426"/>
                <a:gd name="connsiteX2200" fmla="*/ 2006717 w 6386648"/>
                <a:gd name="connsiteY2200" fmla="*/ 245254 h 1849426"/>
                <a:gd name="connsiteX2201" fmla="*/ 2024741 w 6386648"/>
                <a:gd name="connsiteY2201" fmla="*/ 263278 h 1849426"/>
                <a:gd name="connsiteX2202" fmla="*/ 2006717 w 6386648"/>
                <a:gd name="connsiteY2202" fmla="*/ 281303 h 1849426"/>
                <a:gd name="connsiteX2203" fmla="*/ 1988692 w 6386648"/>
                <a:gd name="connsiteY2203" fmla="*/ 263278 h 1849426"/>
                <a:gd name="connsiteX2204" fmla="*/ 2006717 w 6386648"/>
                <a:gd name="connsiteY2204" fmla="*/ 245254 h 1849426"/>
                <a:gd name="connsiteX2205" fmla="*/ 1009366 w 6386648"/>
                <a:gd name="connsiteY2205" fmla="*/ 245254 h 1849426"/>
                <a:gd name="connsiteX2206" fmla="*/ 1027391 w 6386648"/>
                <a:gd name="connsiteY2206" fmla="*/ 263278 h 1849426"/>
                <a:gd name="connsiteX2207" fmla="*/ 1009366 w 6386648"/>
                <a:gd name="connsiteY2207" fmla="*/ 281303 h 1849426"/>
                <a:gd name="connsiteX2208" fmla="*/ 991342 w 6386648"/>
                <a:gd name="connsiteY2208" fmla="*/ 263278 h 1849426"/>
                <a:gd name="connsiteX2209" fmla="*/ 1009366 w 6386648"/>
                <a:gd name="connsiteY2209" fmla="*/ 245254 h 1849426"/>
                <a:gd name="connsiteX2210" fmla="*/ 4337873 w 6386648"/>
                <a:gd name="connsiteY2210" fmla="*/ 239246 h 1849426"/>
                <a:gd name="connsiteX2211" fmla="*/ 4355898 w 6386648"/>
                <a:gd name="connsiteY2211" fmla="*/ 257270 h 1849426"/>
                <a:gd name="connsiteX2212" fmla="*/ 4337873 w 6386648"/>
                <a:gd name="connsiteY2212" fmla="*/ 275295 h 1849426"/>
                <a:gd name="connsiteX2213" fmla="*/ 4319848 w 6386648"/>
                <a:gd name="connsiteY2213" fmla="*/ 257270 h 1849426"/>
                <a:gd name="connsiteX2214" fmla="*/ 4337873 w 6386648"/>
                <a:gd name="connsiteY2214" fmla="*/ 239246 h 1849426"/>
                <a:gd name="connsiteX2215" fmla="*/ 3310482 w 6386648"/>
                <a:gd name="connsiteY2215" fmla="*/ 239246 h 1849426"/>
                <a:gd name="connsiteX2216" fmla="*/ 3328507 w 6386648"/>
                <a:gd name="connsiteY2216" fmla="*/ 257270 h 1849426"/>
                <a:gd name="connsiteX2217" fmla="*/ 3310482 w 6386648"/>
                <a:gd name="connsiteY2217" fmla="*/ 275295 h 1849426"/>
                <a:gd name="connsiteX2218" fmla="*/ 3292458 w 6386648"/>
                <a:gd name="connsiteY2218" fmla="*/ 257270 h 1849426"/>
                <a:gd name="connsiteX2219" fmla="*/ 3310482 w 6386648"/>
                <a:gd name="connsiteY2219" fmla="*/ 239246 h 1849426"/>
                <a:gd name="connsiteX2220" fmla="*/ 3418628 w 6386648"/>
                <a:gd name="connsiteY2220" fmla="*/ 233238 h 1849426"/>
                <a:gd name="connsiteX2221" fmla="*/ 3436653 w 6386648"/>
                <a:gd name="connsiteY2221" fmla="*/ 251262 h 1849426"/>
                <a:gd name="connsiteX2222" fmla="*/ 3418628 w 6386648"/>
                <a:gd name="connsiteY2222" fmla="*/ 269287 h 1849426"/>
                <a:gd name="connsiteX2223" fmla="*/ 3400604 w 6386648"/>
                <a:gd name="connsiteY2223" fmla="*/ 251262 h 1849426"/>
                <a:gd name="connsiteX2224" fmla="*/ 3418628 w 6386648"/>
                <a:gd name="connsiteY2224" fmla="*/ 233238 h 1849426"/>
                <a:gd name="connsiteX2225" fmla="*/ 4836548 w 6386648"/>
                <a:gd name="connsiteY2225" fmla="*/ 227230 h 1849426"/>
                <a:gd name="connsiteX2226" fmla="*/ 4854573 w 6386648"/>
                <a:gd name="connsiteY2226" fmla="*/ 245255 h 1849426"/>
                <a:gd name="connsiteX2227" fmla="*/ 4836548 w 6386648"/>
                <a:gd name="connsiteY2227" fmla="*/ 263279 h 1849426"/>
                <a:gd name="connsiteX2228" fmla="*/ 4818524 w 6386648"/>
                <a:gd name="connsiteY2228" fmla="*/ 245255 h 1849426"/>
                <a:gd name="connsiteX2229" fmla="*/ 4836548 w 6386648"/>
                <a:gd name="connsiteY2229" fmla="*/ 227230 h 1849426"/>
                <a:gd name="connsiteX2230" fmla="*/ 2949994 w 6386648"/>
                <a:gd name="connsiteY2230" fmla="*/ 227230 h 1849426"/>
                <a:gd name="connsiteX2231" fmla="*/ 2968019 w 6386648"/>
                <a:gd name="connsiteY2231" fmla="*/ 245255 h 1849426"/>
                <a:gd name="connsiteX2232" fmla="*/ 2949994 w 6386648"/>
                <a:gd name="connsiteY2232" fmla="*/ 263279 h 1849426"/>
                <a:gd name="connsiteX2233" fmla="*/ 2931970 w 6386648"/>
                <a:gd name="connsiteY2233" fmla="*/ 245255 h 1849426"/>
                <a:gd name="connsiteX2234" fmla="*/ 2949994 w 6386648"/>
                <a:gd name="connsiteY2234" fmla="*/ 227230 h 1849426"/>
                <a:gd name="connsiteX2235" fmla="*/ 2727693 w 6386648"/>
                <a:gd name="connsiteY2235" fmla="*/ 227230 h 1849426"/>
                <a:gd name="connsiteX2236" fmla="*/ 2745718 w 6386648"/>
                <a:gd name="connsiteY2236" fmla="*/ 245255 h 1849426"/>
                <a:gd name="connsiteX2237" fmla="*/ 2727693 w 6386648"/>
                <a:gd name="connsiteY2237" fmla="*/ 263279 h 1849426"/>
                <a:gd name="connsiteX2238" fmla="*/ 2709669 w 6386648"/>
                <a:gd name="connsiteY2238" fmla="*/ 245255 h 1849426"/>
                <a:gd name="connsiteX2239" fmla="*/ 2727693 w 6386648"/>
                <a:gd name="connsiteY2239" fmla="*/ 227230 h 1849426"/>
                <a:gd name="connsiteX2240" fmla="*/ 270365 w 6386648"/>
                <a:gd name="connsiteY2240" fmla="*/ 227230 h 1849426"/>
                <a:gd name="connsiteX2241" fmla="*/ 288390 w 6386648"/>
                <a:gd name="connsiteY2241" fmla="*/ 245255 h 1849426"/>
                <a:gd name="connsiteX2242" fmla="*/ 270365 w 6386648"/>
                <a:gd name="connsiteY2242" fmla="*/ 263279 h 1849426"/>
                <a:gd name="connsiteX2243" fmla="*/ 252341 w 6386648"/>
                <a:gd name="connsiteY2243" fmla="*/ 245255 h 1849426"/>
                <a:gd name="connsiteX2244" fmla="*/ 270365 w 6386648"/>
                <a:gd name="connsiteY2244" fmla="*/ 227230 h 1849426"/>
                <a:gd name="connsiteX2245" fmla="*/ 3893271 w 6386648"/>
                <a:gd name="connsiteY2245" fmla="*/ 221222 h 1849426"/>
                <a:gd name="connsiteX2246" fmla="*/ 3911296 w 6386648"/>
                <a:gd name="connsiteY2246" fmla="*/ 239246 h 1849426"/>
                <a:gd name="connsiteX2247" fmla="*/ 3893271 w 6386648"/>
                <a:gd name="connsiteY2247" fmla="*/ 257271 h 1849426"/>
                <a:gd name="connsiteX2248" fmla="*/ 3875247 w 6386648"/>
                <a:gd name="connsiteY2248" fmla="*/ 239246 h 1849426"/>
                <a:gd name="connsiteX2249" fmla="*/ 3893271 w 6386648"/>
                <a:gd name="connsiteY2249" fmla="*/ 221222 h 1849426"/>
                <a:gd name="connsiteX2250" fmla="*/ 1682277 w 6386648"/>
                <a:gd name="connsiteY2250" fmla="*/ 221222 h 1849426"/>
                <a:gd name="connsiteX2251" fmla="*/ 1700302 w 6386648"/>
                <a:gd name="connsiteY2251" fmla="*/ 239246 h 1849426"/>
                <a:gd name="connsiteX2252" fmla="*/ 1682277 w 6386648"/>
                <a:gd name="connsiteY2252" fmla="*/ 257271 h 1849426"/>
                <a:gd name="connsiteX2253" fmla="*/ 1664253 w 6386648"/>
                <a:gd name="connsiteY2253" fmla="*/ 239246 h 1849426"/>
                <a:gd name="connsiteX2254" fmla="*/ 1682277 w 6386648"/>
                <a:gd name="connsiteY2254" fmla="*/ 221222 h 1849426"/>
                <a:gd name="connsiteX2255" fmla="*/ 4458036 w 6386648"/>
                <a:gd name="connsiteY2255" fmla="*/ 215213 h 1849426"/>
                <a:gd name="connsiteX2256" fmla="*/ 4476061 w 6386648"/>
                <a:gd name="connsiteY2256" fmla="*/ 233237 h 1849426"/>
                <a:gd name="connsiteX2257" fmla="*/ 4458036 w 6386648"/>
                <a:gd name="connsiteY2257" fmla="*/ 251262 h 1849426"/>
                <a:gd name="connsiteX2258" fmla="*/ 4440011 w 6386648"/>
                <a:gd name="connsiteY2258" fmla="*/ 233237 h 1849426"/>
                <a:gd name="connsiteX2259" fmla="*/ 4458036 w 6386648"/>
                <a:gd name="connsiteY2259" fmla="*/ 215213 h 1849426"/>
                <a:gd name="connsiteX2260" fmla="*/ 3767100 w 6386648"/>
                <a:gd name="connsiteY2260" fmla="*/ 215213 h 1849426"/>
                <a:gd name="connsiteX2261" fmla="*/ 3785125 w 6386648"/>
                <a:gd name="connsiteY2261" fmla="*/ 233237 h 1849426"/>
                <a:gd name="connsiteX2262" fmla="*/ 3767100 w 6386648"/>
                <a:gd name="connsiteY2262" fmla="*/ 251262 h 1849426"/>
                <a:gd name="connsiteX2263" fmla="*/ 3749075 w 6386648"/>
                <a:gd name="connsiteY2263" fmla="*/ 233237 h 1849426"/>
                <a:gd name="connsiteX2264" fmla="*/ 3767100 w 6386648"/>
                <a:gd name="connsiteY2264" fmla="*/ 215213 h 1849426"/>
                <a:gd name="connsiteX2265" fmla="*/ 6224427 w 6386648"/>
                <a:gd name="connsiteY2265" fmla="*/ 209205 h 1849426"/>
                <a:gd name="connsiteX2266" fmla="*/ 6242452 w 6386648"/>
                <a:gd name="connsiteY2266" fmla="*/ 227229 h 1849426"/>
                <a:gd name="connsiteX2267" fmla="*/ 6224427 w 6386648"/>
                <a:gd name="connsiteY2267" fmla="*/ 245254 h 1849426"/>
                <a:gd name="connsiteX2268" fmla="*/ 6206403 w 6386648"/>
                <a:gd name="connsiteY2268" fmla="*/ 227229 h 1849426"/>
                <a:gd name="connsiteX2269" fmla="*/ 6224427 w 6386648"/>
                <a:gd name="connsiteY2269" fmla="*/ 209205 h 1849426"/>
                <a:gd name="connsiteX2270" fmla="*/ 1315782 w 6386648"/>
                <a:gd name="connsiteY2270" fmla="*/ 209205 h 1849426"/>
                <a:gd name="connsiteX2271" fmla="*/ 1333806 w 6386648"/>
                <a:gd name="connsiteY2271" fmla="*/ 227229 h 1849426"/>
                <a:gd name="connsiteX2272" fmla="*/ 1315782 w 6386648"/>
                <a:gd name="connsiteY2272" fmla="*/ 245254 h 1849426"/>
                <a:gd name="connsiteX2273" fmla="*/ 1297757 w 6386648"/>
                <a:gd name="connsiteY2273" fmla="*/ 227229 h 1849426"/>
                <a:gd name="connsiteX2274" fmla="*/ 1315782 w 6386648"/>
                <a:gd name="connsiteY2274" fmla="*/ 209205 h 1849426"/>
                <a:gd name="connsiteX2275" fmla="*/ 5713736 w 6386648"/>
                <a:gd name="connsiteY2275" fmla="*/ 203197 h 1849426"/>
                <a:gd name="connsiteX2276" fmla="*/ 5731761 w 6386648"/>
                <a:gd name="connsiteY2276" fmla="*/ 221221 h 1849426"/>
                <a:gd name="connsiteX2277" fmla="*/ 5713736 w 6386648"/>
                <a:gd name="connsiteY2277" fmla="*/ 239246 h 1849426"/>
                <a:gd name="connsiteX2278" fmla="*/ 5695712 w 6386648"/>
                <a:gd name="connsiteY2278" fmla="*/ 221221 h 1849426"/>
                <a:gd name="connsiteX2279" fmla="*/ 5713736 w 6386648"/>
                <a:gd name="connsiteY2279" fmla="*/ 203197 h 1849426"/>
                <a:gd name="connsiteX2280" fmla="*/ 1550098 w 6386648"/>
                <a:gd name="connsiteY2280" fmla="*/ 203197 h 1849426"/>
                <a:gd name="connsiteX2281" fmla="*/ 1568123 w 6386648"/>
                <a:gd name="connsiteY2281" fmla="*/ 221221 h 1849426"/>
                <a:gd name="connsiteX2282" fmla="*/ 1550098 w 6386648"/>
                <a:gd name="connsiteY2282" fmla="*/ 239246 h 1849426"/>
                <a:gd name="connsiteX2283" fmla="*/ 1532074 w 6386648"/>
                <a:gd name="connsiteY2283" fmla="*/ 221221 h 1849426"/>
                <a:gd name="connsiteX2284" fmla="*/ 1550098 w 6386648"/>
                <a:gd name="connsiteY2284" fmla="*/ 203197 h 1849426"/>
                <a:gd name="connsiteX2285" fmla="*/ 5587565 w 6386648"/>
                <a:gd name="connsiteY2285" fmla="*/ 197189 h 1849426"/>
                <a:gd name="connsiteX2286" fmla="*/ 5605590 w 6386648"/>
                <a:gd name="connsiteY2286" fmla="*/ 215214 h 1849426"/>
                <a:gd name="connsiteX2287" fmla="*/ 5587565 w 6386648"/>
                <a:gd name="connsiteY2287" fmla="*/ 233238 h 1849426"/>
                <a:gd name="connsiteX2288" fmla="*/ 5569541 w 6386648"/>
                <a:gd name="connsiteY2288" fmla="*/ 215214 h 1849426"/>
                <a:gd name="connsiteX2289" fmla="*/ 5587565 w 6386648"/>
                <a:gd name="connsiteY2289" fmla="*/ 197189 h 1849426"/>
                <a:gd name="connsiteX2290" fmla="*/ 4121580 w 6386648"/>
                <a:gd name="connsiteY2290" fmla="*/ 197189 h 1849426"/>
                <a:gd name="connsiteX2291" fmla="*/ 4139605 w 6386648"/>
                <a:gd name="connsiteY2291" fmla="*/ 215214 h 1849426"/>
                <a:gd name="connsiteX2292" fmla="*/ 4121580 w 6386648"/>
                <a:gd name="connsiteY2292" fmla="*/ 233238 h 1849426"/>
                <a:gd name="connsiteX2293" fmla="*/ 4103556 w 6386648"/>
                <a:gd name="connsiteY2293" fmla="*/ 215214 h 1849426"/>
                <a:gd name="connsiteX2294" fmla="*/ 4121580 w 6386648"/>
                <a:gd name="connsiteY2294" fmla="*/ 197189 h 1849426"/>
                <a:gd name="connsiteX2295" fmla="*/ 3076164 w 6386648"/>
                <a:gd name="connsiteY2295" fmla="*/ 197189 h 1849426"/>
                <a:gd name="connsiteX2296" fmla="*/ 3094189 w 6386648"/>
                <a:gd name="connsiteY2296" fmla="*/ 215214 h 1849426"/>
                <a:gd name="connsiteX2297" fmla="*/ 3076164 w 6386648"/>
                <a:gd name="connsiteY2297" fmla="*/ 233238 h 1849426"/>
                <a:gd name="connsiteX2298" fmla="*/ 3058139 w 6386648"/>
                <a:gd name="connsiteY2298" fmla="*/ 215214 h 1849426"/>
                <a:gd name="connsiteX2299" fmla="*/ 3076164 w 6386648"/>
                <a:gd name="connsiteY2299" fmla="*/ 197189 h 1849426"/>
                <a:gd name="connsiteX2300" fmla="*/ 5449378 w 6386648"/>
                <a:gd name="connsiteY2300" fmla="*/ 191181 h 1849426"/>
                <a:gd name="connsiteX2301" fmla="*/ 5467403 w 6386648"/>
                <a:gd name="connsiteY2301" fmla="*/ 209205 h 1849426"/>
                <a:gd name="connsiteX2302" fmla="*/ 5449378 w 6386648"/>
                <a:gd name="connsiteY2302" fmla="*/ 227230 h 1849426"/>
                <a:gd name="connsiteX2303" fmla="*/ 5431353 w 6386648"/>
                <a:gd name="connsiteY2303" fmla="*/ 209205 h 1849426"/>
                <a:gd name="connsiteX2304" fmla="*/ 5449378 w 6386648"/>
                <a:gd name="connsiteY2304" fmla="*/ 191181 h 1849426"/>
                <a:gd name="connsiteX2305" fmla="*/ 2607530 w 6386648"/>
                <a:gd name="connsiteY2305" fmla="*/ 191181 h 1849426"/>
                <a:gd name="connsiteX2306" fmla="*/ 2625555 w 6386648"/>
                <a:gd name="connsiteY2306" fmla="*/ 209205 h 1849426"/>
                <a:gd name="connsiteX2307" fmla="*/ 2607530 w 6386648"/>
                <a:gd name="connsiteY2307" fmla="*/ 227230 h 1849426"/>
                <a:gd name="connsiteX2308" fmla="*/ 2589506 w 6386648"/>
                <a:gd name="connsiteY2308" fmla="*/ 209205 h 1849426"/>
                <a:gd name="connsiteX2309" fmla="*/ 2607530 w 6386648"/>
                <a:gd name="connsiteY2309" fmla="*/ 191181 h 1849426"/>
                <a:gd name="connsiteX2310" fmla="*/ 30040 w 6386648"/>
                <a:gd name="connsiteY2310" fmla="*/ 191181 h 1849426"/>
                <a:gd name="connsiteX2311" fmla="*/ 48065 w 6386648"/>
                <a:gd name="connsiteY2311" fmla="*/ 209205 h 1849426"/>
                <a:gd name="connsiteX2312" fmla="*/ 30040 w 6386648"/>
                <a:gd name="connsiteY2312" fmla="*/ 227230 h 1849426"/>
                <a:gd name="connsiteX2313" fmla="*/ 12016 w 6386648"/>
                <a:gd name="connsiteY2313" fmla="*/ 209205 h 1849426"/>
                <a:gd name="connsiteX2314" fmla="*/ 30040 w 6386648"/>
                <a:gd name="connsiteY2314" fmla="*/ 191181 h 1849426"/>
                <a:gd name="connsiteX2315" fmla="*/ 6368623 w 6386648"/>
                <a:gd name="connsiteY2315" fmla="*/ 185173 h 1849426"/>
                <a:gd name="connsiteX2316" fmla="*/ 6386648 w 6386648"/>
                <a:gd name="connsiteY2316" fmla="*/ 203197 h 1849426"/>
                <a:gd name="connsiteX2317" fmla="*/ 6368623 w 6386648"/>
                <a:gd name="connsiteY2317" fmla="*/ 221222 h 1849426"/>
                <a:gd name="connsiteX2318" fmla="*/ 6350599 w 6386648"/>
                <a:gd name="connsiteY2318" fmla="*/ 203197 h 1849426"/>
                <a:gd name="connsiteX2319" fmla="*/ 6368623 w 6386648"/>
                <a:gd name="connsiteY2319" fmla="*/ 185173 h 1849426"/>
                <a:gd name="connsiteX2320" fmla="*/ 2379221 w 6386648"/>
                <a:gd name="connsiteY2320" fmla="*/ 179165 h 1849426"/>
                <a:gd name="connsiteX2321" fmla="*/ 2397246 w 6386648"/>
                <a:gd name="connsiteY2321" fmla="*/ 197189 h 1849426"/>
                <a:gd name="connsiteX2322" fmla="*/ 2379221 w 6386648"/>
                <a:gd name="connsiteY2322" fmla="*/ 215214 h 1849426"/>
                <a:gd name="connsiteX2323" fmla="*/ 2361197 w 6386648"/>
                <a:gd name="connsiteY2323" fmla="*/ 197189 h 1849426"/>
                <a:gd name="connsiteX2324" fmla="*/ 2379221 w 6386648"/>
                <a:gd name="connsiteY2324" fmla="*/ 179165 h 1849426"/>
                <a:gd name="connsiteX2325" fmla="*/ 2253050 w 6386648"/>
                <a:gd name="connsiteY2325" fmla="*/ 179165 h 1849426"/>
                <a:gd name="connsiteX2326" fmla="*/ 2271075 w 6386648"/>
                <a:gd name="connsiteY2326" fmla="*/ 197189 h 1849426"/>
                <a:gd name="connsiteX2327" fmla="*/ 2253050 w 6386648"/>
                <a:gd name="connsiteY2327" fmla="*/ 215214 h 1849426"/>
                <a:gd name="connsiteX2328" fmla="*/ 2235026 w 6386648"/>
                <a:gd name="connsiteY2328" fmla="*/ 197189 h 1849426"/>
                <a:gd name="connsiteX2329" fmla="*/ 2253050 w 6386648"/>
                <a:gd name="connsiteY2329" fmla="*/ 179165 h 1849426"/>
                <a:gd name="connsiteX2330" fmla="*/ 624846 w 6386648"/>
                <a:gd name="connsiteY2330" fmla="*/ 179165 h 1849426"/>
                <a:gd name="connsiteX2331" fmla="*/ 642870 w 6386648"/>
                <a:gd name="connsiteY2331" fmla="*/ 197189 h 1849426"/>
                <a:gd name="connsiteX2332" fmla="*/ 624846 w 6386648"/>
                <a:gd name="connsiteY2332" fmla="*/ 215214 h 1849426"/>
                <a:gd name="connsiteX2333" fmla="*/ 606821 w 6386648"/>
                <a:gd name="connsiteY2333" fmla="*/ 197189 h 1849426"/>
                <a:gd name="connsiteX2334" fmla="*/ 624846 w 6386648"/>
                <a:gd name="connsiteY2334" fmla="*/ 179165 h 1849426"/>
                <a:gd name="connsiteX2335" fmla="*/ 6116281 w 6386648"/>
                <a:gd name="connsiteY2335" fmla="*/ 167148 h 1849426"/>
                <a:gd name="connsiteX2336" fmla="*/ 6134306 w 6386648"/>
                <a:gd name="connsiteY2336" fmla="*/ 185173 h 1849426"/>
                <a:gd name="connsiteX2337" fmla="*/ 6116281 w 6386648"/>
                <a:gd name="connsiteY2337" fmla="*/ 203197 h 1849426"/>
                <a:gd name="connsiteX2338" fmla="*/ 6098257 w 6386648"/>
                <a:gd name="connsiteY2338" fmla="*/ 185173 h 1849426"/>
                <a:gd name="connsiteX2339" fmla="*/ 6116281 w 6386648"/>
                <a:gd name="connsiteY2339" fmla="*/ 167148 h 1849426"/>
                <a:gd name="connsiteX2340" fmla="*/ 5311191 w 6386648"/>
                <a:gd name="connsiteY2340" fmla="*/ 167148 h 1849426"/>
                <a:gd name="connsiteX2341" fmla="*/ 5329216 w 6386648"/>
                <a:gd name="connsiteY2341" fmla="*/ 185173 h 1849426"/>
                <a:gd name="connsiteX2342" fmla="*/ 5311191 w 6386648"/>
                <a:gd name="connsiteY2342" fmla="*/ 203197 h 1849426"/>
                <a:gd name="connsiteX2343" fmla="*/ 5293167 w 6386648"/>
                <a:gd name="connsiteY2343" fmla="*/ 185173 h 1849426"/>
                <a:gd name="connsiteX2344" fmla="*/ 5311191 w 6386648"/>
                <a:gd name="connsiteY2344" fmla="*/ 167148 h 1849426"/>
                <a:gd name="connsiteX2345" fmla="*/ 3508750 w 6386648"/>
                <a:gd name="connsiteY2345" fmla="*/ 167148 h 1849426"/>
                <a:gd name="connsiteX2346" fmla="*/ 3526775 w 6386648"/>
                <a:gd name="connsiteY2346" fmla="*/ 185173 h 1849426"/>
                <a:gd name="connsiteX2347" fmla="*/ 3508750 w 6386648"/>
                <a:gd name="connsiteY2347" fmla="*/ 203197 h 1849426"/>
                <a:gd name="connsiteX2348" fmla="*/ 3490726 w 6386648"/>
                <a:gd name="connsiteY2348" fmla="*/ 185173 h 1849426"/>
                <a:gd name="connsiteX2349" fmla="*/ 3508750 w 6386648"/>
                <a:gd name="connsiteY2349" fmla="*/ 167148 h 1849426"/>
                <a:gd name="connsiteX2350" fmla="*/ 1820464 w 6386648"/>
                <a:gd name="connsiteY2350" fmla="*/ 167148 h 1849426"/>
                <a:gd name="connsiteX2351" fmla="*/ 1838489 w 6386648"/>
                <a:gd name="connsiteY2351" fmla="*/ 185173 h 1849426"/>
                <a:gd name="connsiteX2352" fmla="*/ 1820464 w 6386648"/>
                <a:gd name="connsiteY2352" fmla="*/ 203197 h 1849426"/>
                <a:gd name="connsiteX2353" fmla="*/ 1802440 w 6386648"/>
                <a:gd name="connsiteY2353" fmla="*/ 185173 h 1849426"/>
                <a:gd name="connsiteX2354" fmla="*/ 1820464 w 6386648"/>
                <a:gd name="connsiteY2354" fmla="*/ 167148 h 1849426"/>
                <a:gd name="connsiteX2355" fmla="*/ 1423927 w 6386648"/>
                <a:gd name="connsiteY2355" fmla="*/ 167148 h 1849426"/>
                <a:gd name="connsiteX2356" fmla="*/ 1441952 w 6386648"/>
                <a:gd name="connsiteY2356" fmla="*/ 185173 h 1849426"/>
                <a:gd name="connsiteX2357" fmla="*/ 1423927 w 6386648"/>
                <a:gd name="connsiteY2357" fmla="*/ 203197 h 1849426"/>
                <a:gd name="connsiteX2358" fmla="*/ 1405903 w 6386648"/>
                <a:gd name="connsiteY2358" fmla="*/ 185173 h 1849426"/>
                <a:gd name="connsiteX2359" fmla="*/ 1423927 w 6386648"/>
                <a:gd name="connsiteY2359" fmla="*/ 167148 h 1849426"/>
                <a:gd name="connsiteX2360" fmla="*/ 5100906 w 6386648"/>
                <a:gd name="connsiteY2360" fmla="*/ 161140 h 1849426"/>
                <a:gd name="connsiteX2361" fmla="*/ 5118931 w 6386648"/>
                <a:gd name="connsiteY2361" fmla="*/ 179164 h 1849426"/>
                <a:gd name="connsiteX2362" fmla="*/ 5100906 w 6386648"/>
                <a:gd name="connsiteY2362" fmla="*/ 197189 h 1849426"/>
                <a:gd name="connsiteX2363" fmla="*/ 5082882 w 6386648"/>
                <a:gd name="connsiteY2363" fmla="*/ 179164 h 1849426"/>
                <a:gd name="connsiteX2364" fmla="*/ 5100906 w 6386648"/>
                <a:gd name="connsiteY2364" fmla="*/ 161140 h 1849426"/>
                <a:gd name="connsiteX2365" fmla="*/ 1189610 w 6386648"/>
                <a:gd name="connsiteY2365" fmla="*/ 161140 h 1849426"/>
                <a:gd name="connsiteX2366" fmla="*/ 1207635 w 6386648"/>
                <a:gd name="connsiteY2366" fmla="*/ 179164 h 1849426"/>
                <a:gd name="connsiteX2367" fmla="*/ 1189610 w 6386648"/>
                <a:gd name="connsiteY2367" fmla="*/ 197189 h 1849426"/>
                <a:gd name="connsiteX2368" fmla="*/ 1171586 w 6386648"/>
                <a:gd name="connsiteY2368" fmla="*/ 179164 h 1849426"/>
                <a:gd name="connsiteX2369" fmla="*/ 1189610 w 6386648"/>
                <a:gd name="connsiteY2369" fmla="*/ 161140 h 1849426"/>
                <a:gd name="connsiteX2370" fmla="*/ 492666 w 6386648"/>
                <a:gd name="connsiteY2370" fmla="*/ 161140 h 1849426"/>
                <a:gd name="connsiteX2371" fmla="*/ 510691 w 6386648"/>
                <a:gd name="connsiteY2371" fmla="*/ 179164 h 1849426"/>
                <a:gd name="connsiteX2372" fmla="*/ 492666 w 6386648"/>
                <a:gd name="connsiteY2372" fmla="*/ 197189 h 1849426"/>
                <a:gd name="connsiteX2373" fmla="*/ 474642 w 6386648"/>
                <a:gd name="connsiteY2373" fmla="*/ 179164 h 1849426"/>
                <a:gd name="connsiteX2374" fmla="*/ 492666 w 6386648"/>
                <a:gd name="connsiteY2374" fmla="*/ 161140 h 1849426"/>
                <a:gd name="connsiteX2375" fmla="*/ 132178 w 6386648"/>
                <a:gd name="connsiteY2375" fmla="*/ 161140 h 1849426"/>
                <a:gd name="connsiteX2376" fmla="*/ 150203 w 6386648"/>
                <a:gd name="connsiteY2376" fmla="*/ 179164 h 1849426"/>
                <a:gd name="connsiteX2377" fmla="*/ 132178 w 6386648"/>
                <a:gd name="connsiteY2377" fmla="*/ 197189 h 1849426"/>
                <a:gd name="connsiteX2378" fmla="*/ 114154 w 6386648"/>
                <a:gd name="connsiteY2378" fmla="*/ 179164 h 1849426"/>
                <a:gd name="connsiteX2379" fmla="*/ 132178 w 6386648"/>
                <a:gd name="connsiteY2379" fmla="*/ 161140 h 1849426"/>
                <a:gd name="connsiteX2380" fmla="*/ 4968727 w 6386648"/>
                <a:gd name="connsiteY2380" fmla="*/ 155132 h 1849426"/>
                <a:gd name="connsiteX2381" fmla="*/ 4986752 w 6386648"/>
                <a:gd name="connsiteY2381" fmla="*/ 173156 h 1849426"/>
                <a:gd name="connsiteX2382" fmla="*/ 4968727 w 6386648"/>
                <a:gd name="connsiteY2382" fmla="*/ 191181 h 1849426"/>
                <a:gd name="connsiteX2383" fmla="*/ 4950702 w 6386648"/>
                <a:gd name="connsiteY2383" fmla="*/ 173156 h 1849426"/>
                <a:gd name="connsiteX2384" fmla="*/ 4968727 w 6386648"/>
                <a:gd name="connsiteY2384" fmla="*/ 155132 h 1849426"/>
                <a:gd name="connsiteX2385" fmla="*/ 3634921 w 6386648"/>
                <a:gd name="connsiteY2385" fmla="*/ 155132 h 1849426"/>
                <a:gd name="connsiteX2386" fmla="*/ 3652946 w 6386648"/>
                <a:gd name="connsiteY2386" fmla="*/ 173156 h 1849426"/>
                <a:gd name="connsiteX2387" fmla="*/ 3634921 w 6386648"/>
                <a:gd name="connsiteY2387" fmla="*/ 191181 h 1849426"/>
                <a:gd name="connsiteX2388" fmla="*/ 3616897 w 6386648"/>
                <a:gd name="connsiteY2388" fmla="*/ 173156 h 1849426"/>
                <a:gd name="connsiteX2389" fmla="*/ 3634921 w 6386648"/>
                <a:gd name="connsiteY2389" fmla="*/ 155132 h 1849426"/>
                <a:gd name="connsiteX2390" fmla="*/ 2493375 w 6386648"/>
                <a:gd name="connsiteY2390" fmla="*/ 155132 h 1849426"/>
                <a:gd name="connsiteX2391" fmla="*/ 2511400 w 6386648"/>
                <a:gd name="connsiteY2391" fmla="*/ 173156 h 1849426"/>
                <a:gd name="connsiteX2392" fmla="*/ 2493375 w 6386648"/>
                <a:gd name="connsiteY2392" fmla="*/ 191181 h 1849426"/>
                <a:gd name="connsiteX2393" fmla="*/ 2475351 w 6386648"/>
                <a:gd name="connsiteY2393" fmla="*/ 173156 h 1849426"/>
                <a:gd name="connsiteX2394" fmla="*/ 2493375 w 6386648"/>
                <a:gd name="connsiteY2394" fmla="*/ 155132 h 1849426"/>
                <a:gd name="connsiteX2395" fmla="*/ 1922603 w 6386648"/>
                <a:gd name="connsiteY2395" fmla="*/ 155132 h 1849426"/>
                <a:gd name="connsiteX2396" fmla="*/ 1940628 w 6386648"/>
                <a:gd name="connsiteY2396" fmla="*/ 173156 h 1849426"/>
                <a:gd name="connsiteX2397" fmla="*/ 1922603 w 6386648"/>
                <a:gd name="connsiteY2397" fmla="*/ 191181 h 1849426"/>
                <a:gd name="connsiteX2398" fmla="*/ 1904579 w 6386648"/>
                <a:gd name="connsiteY2398" fmla="*/ 173156 h 1849426"/>
                <a:gd name="connsiteX2399" fmla="*/ 1922603 w 6386648"/>
                <a:gd name="connsiteY2399" fmla="*/ 155132 h 1849426"/>
                <a:gd name="connsiteX2400" fmla="*/ 919244 w 6386648"/>
                <a:gd name="connsiteY2400" fmla="*/ 155132 h 1849426"/>
                <a:gd name="connsiteX2401" fmla="*/ 937269 w 6386648"/>
                <a:gd name="connsiteY2401" fmla="*/ 173156 h 1849426"/>
                <a:gd name="connsiteX2402" fmla="*/ 919244 w 6386648"/>
                <a:gd name="connsiteY2402" fmla="*/ 191181 h 1849426"/>
                <a:gd name="connsiteX2403" fmla="*/ 901220 w 6386648"/>
                <a:gd name="connsiteY2403" fmla="*/ 173156 h 1849426"/>
                <a:gd name="connsiteX2404" fmla="*/ 919244 w 6386648"/>
                <a:gd name="connsiteY2404" fmla="*/ 155132 h 1849426"/>
                <a:gd name="connsiteX2405" fmla="*/ 5905996 w 6386648"/>
                <a:gd name="connsiteY2405" fmla="*/ 149124 h 1849426"/>
                <a:gd name="connsiteX2406" fmla="*/ 5924021 w 6386648"/>
                <a:gd name="connsiteY2406" fmla="*/ 167148 h 1849426"/>
                <a:gd name="connsiteX2407" fmla="*/ 5905996 w 6386648"/>
                <a:gd name="connsiteY2407" fmla="*/ 185173 h 1849426"/>
                <a:gd name="connsiteX2408" fmla="*/ 5887972 w 6386648"/>
                <a:gd name="connsiteY2408" fmla="*/ 167148 h 1849426"/>
                <a:gd name="connsiteX2409" fmla="*/ 5905996 w 6386648"/>
                <a:gd name="connsiteY2409" fmla="*/ 149124 h 1849426"/>
                <a:gd name="connsiteX2410" fmla="*/ 4644288 w 6386648"/>
                <a:gd name="connsiteY2410" fmla="*/ 149124 h 1849426"/>
                <a:gd name="connsiteX2411" fmla="*/ 4662313 w 6386648"/>
                <a:gd name="connsiteY2411" fmla="*/ 167148 h 1849426"/>
                <a:gd name="connsiteX2412" fmla="*/ 4644288 w 6386648"/>
                <a:gd name="connsiteY2412" fmla="*/ 185173 h 1849426"/>
                <a:gd name="connsiteX2413" fmla="*/ 4626264 w 6386648"/>
                <a:gd name="connsiteY2413" fmla="*/ 167148 h 1849426"/>
                <a:gd name="connsiteX2414" fmla="*/ 4644288 w 6386648"/>
                <a:gd name="connsiteY2414" fmla="*/ 149124 h 1849426"/>
                <a:gd name="connsiteX2415" fmla="*/ 2126880 w 6386648"/>
                <a:gd name="connsiteY2415" fmla="*/ 149124 h 1849426"/>
                <a:gd name="connsiteX2416" fmla="*/ 2144904 w 6386648"/>
                <a:gd name="connsiteY2416" fmla="*/ 167148 h 1849426"/>
                <a:gd name="connsiteX2417" fmla="*/ 2126880 w 6386648"/>
                <a:gd name="connsiteY2417" fmla="*/ 185173 h 1849426"/>
                <a:gd name="connsiteX2418" fmla="*/ 2108855 w 6386648"/>
                <a:gd name="connsiteY2418" fmla="*/ 167148 h 1849426"/>
                <a:gd name="connsiteX2419" fmla="*/ 2126880 w 6386648"/>
                <a:gd name="connsiteY2419" fmla="*/ 149124 h 1849426"/>
                <a:gd name="connsiteX2420" fmla="*/ 799081 w 6386648"/>
                <a:gd name="connsiteY2420" fmla="*/ 149124 h 1849426"/>
                <a:gd name="connsiteX2421" fmla="*/ 817106 w 6386648"/>
                <a:gd name="connsiteY2421" fmla="*/ 167148 h 1849426"/>
                <a:gd name="connsiteX2422" fmla="*/ 799081 w 6386648"/>
                <a:gd name="connsiteY2422" fmla="*/ 185173 h 1849426"/>
                <a:gd name="connsiteX2423" fmla="*/ 781057 w 6386648"/>
                <a:gd name="connsiteY2423" fmla="*/ 167148 h 1849426"/>
                <a:gd name="connsiteX2424" fmla="*/ 799081 w 6386648"/>
                <a:gd name="connsiteY2424" fmla="*/ 149124 h 1849426"/>
                <a:gd name="connsiteX2425" fmla="*/ 366495 w 6386648"/>
                <a:gd name="connsiteY2425" fmla="*/ 149124 h 1849426"/>
                <a:gd name="connsiteX2426" fmla="*/ 384520 w 6386648"/>
                <a:gd name="connsiteY2426" fmla="*/ 167148 h 1849426"/>
                <a:gd name="connsiteX2427" fmla="*/ 366495 w 6386648"/>
                <a:gd name="connsiteY2427" fmla="*/ 185173 h 1849426"/>
                <a:gd name="connsiteX2428" fmla="*/ 348471 w 6386648"/>
                <a:gd name="connsiteY2428" fmla="*/ 167148 h 1849426"/>
                <a:gd name="connsiteX2429" fmla="*/ 366495 w 6386648"/>
                <a:gd name="connsiteY2429" fmla="*/ 149124 h 1849426"/>
                <a:gd name="connsiteX2430" fmla="*/ 4758442 w 6386648"/>
                <a:gd name="connsiteY2430" fmla="*/ 143116 h 1849426"/>
                <a:gd name="connsiteX2431" fmla="*/ 4776467 w 6386648"/>
                <a:gd name="connsiteY2431" fmla="*/ 161140 h 1849426"/>
                <a:gd name="connsiteX2432" fmla="*/ 4758442 w 6386648"/>
                <a:gd name="connsiteY2432" fmla="*/ 179165 h 1849426"/>
                <a:gd name="connsiteX2433" fmla="*/ 4740417 w 6386648"/>
                <a:gd name="connsiteY2433" fmla="*/ 161140 h 1849426"/>
                <a:gd name="connsiteX2434" fmla="*/ 4758442 w 6386648"/>
                <a:gd name="connsiteY2434" fmla="*/ 143116 h 1849426"/>
                <a:gd name="connsiteX2435" fmla="*/ 3226368 w 6386648"/>
                <a:gd name="connsiteY2435" fmla="*/ 143116 h 1849426"/>
                <a:gd name="connsiteX2436" fmla="*/ 3244393 w 6386648"/>
                <a:gd name="connsiteY2436" fmla="*/ 161140 h 1849426"/>
                <a:gd name="connsiteX2437" fmla="*/ 3226368 w 6386648"/>
                <a:gd name="connsiteY2437" fmla="*/ 179165 h 1849426"/>
                <a:gd name="connsiteX2438" fmla="*/ 3208343 w 6386648"/>
                <a:gd name="connsiteY2438" fmla="*/ 161140 h 1849426"/>
                <a:gd name="connsiteX2439" fmla="*/ 3226368 w 6386648"/>
                <a:gd name="connsiteY2439" fmla="*/ 143116 h 1849426"/>
                <a:gd name="connsiteX2440" fmla="*/ 4235735 w 6386648"/>
                <a:gd name="connsiteY2440" fmla="*/ 131100 h 1849426"/>
                <a:gd name="connsiteX2441" fmla="*/ 4253760 w 6386648"/>
                <a:gd name="connsiteY2441" fmla="*/ 149124 h 1849426"/>
                <a:gd name="connsiteX2442" fmla="*/ 4235735 w 6386648"/>
                <a:gd name="connsiteY2442" fmla="*/ 167149 h 1849426"/>
                <a:gd name="connsiteX2443" fmla="*/ 4217711 w 6386648"/>
                <a:gd name="connsiteY2443" fmla="*/ 149124 h 1849426"/>
                <a:gd name="connsiteX2444" fmla="*/ 4235735 w 6386648"/>
                <a:gd name="connsiteY2444" fmla="*/ 131100 h 1849426"/>
                <a:gd name="connsiteX2445" fmla="*/ 1057431 w 6386648"/>
                <a:gd name="connsiteY2445" fmla="*/ 131100 h 1849426"/>
                <a:gd name="connsiteX2446" fmla="*/ 1075456 w 6386648"/>
                <a:gd name="connsiteY2446" fmla="*/ 149124 h 1849426"/>
                <a:gd name="connsiteX2447" fmla="*/ 1057431 w 6386648"/>
                <a:gd name="connsiteY2447" fmla="*/ 167149 h 1849426"/>
                <a:gd name="connsiteX2448" fmla="*/ 1039407 w 6386648"/>
                <a:gd name="connsiteY2448" fmla="*/ 149124 h 1849426"/>
                <a:gd name="connsiteX2449" fmla="*/ 1057431 w 6386648"/>
                <a:gd name="connsiteY2449" fmla="*/ 131100 h 1849426"/>
                <a:gd name="connsiteX2450" fmla="*/ 4536141 w 6386648"/>
                <a:gd name="connsiteY2450" fmla="*/ 119083 h 1849426"/>
                <a:gd name="connsiteX2451" fmla="*/ 4554166 w 6386648"/>
                <a:gd name="connsiteY2451" fmla="*/ 137107 h 1849426"/>
                <a:gd name="connsiteX2452" fmla="*/ 4536141 w 6386648"/>
                <a:gd name="connsiteY2452" fmla="*/ 155132 h 1849426"/>
                <a:gd name="connsiteX2453" fmla="*/ 4518117 w 6386648"/>
                <a:gd name="connsiteY2453" fmla="*/ 137107 h 1849426"/>
                <a:gd name="connsiteX2454" fmla="*/ 4536141 w 6386648"/>
                <a:gd name="connsiteY2454" fmla="*/ 119083 h 1849426"/>
                <a:gd name="connsiteX2455" fmla="*/ 4361905 w 6386648"/>
                <a:gd name="connsiteY2455" fmla="*/ 119083 h 1849426"/>
                <a:gd name="connsiteX2456" fmla="*/ 4379930 w 6386648"/>
                <a:gd name="connsiteY2456" fmla="*/ 137107 h 1849426"/>
                <a:gd name="connsiteX2457" fmla="*/ 4361905 w 6386648"/>
                <a:gd name="connsiteY2457" fmla="*/ 155132 h 1849426"/>
                <a:gd name="connsiteX2458" fmla="*/ 4343881 w 6386648"/>
                <a:gd name="connsiteY2458" fmla="*/ 137107 h 1849426"/>
                <a:gd name="connsiteX2459" fmla="*/ 4361905 w 6386648"/>
                <a:gd name="connsiteY2459" fmla="*/ 119083 h 1849426"/>
                <a:gd name="connsiteX2460" fmla="*/ 6020151 w 6386648"/>
                <a:gd name="connsiteY2460" fmla="*/ 113075 h 1849426"/>
                <a:gd name="connsiteX2461" fmla="*/ 6038176 w 6386648"/>
                <a:gd name="connsiteY2461" fmla="*/ 131099 h 1849426"/>
                <a:gd name="connsiteX2462" fmla="*/ 6020151 w 6386648"/>
                <a:gd name="connsiteY2462" fmla="*/ 149124 h 1849426"/>
                <a:gd name="connsiteX2463" fmla="*/ 6002126 w 6386648"/>
                <a:gd name="connsiteY2463" fmla="*/ 131099 h 1849426"/>
                <a:gd name="connsiteX2464" fmla="*/ 6020151 w 6386648"/>
                <a:gd name="connsiteY2464" fmla="*/ 113075 h 1849426"/>
                <a:gd name="connsiteX2465" fmla="*/ 5209053 w 6386648"/>
                <a:gd name="connsiteY2465" fmla="*/ 113075 h 1849426"/>
                <a:gd name="connsiteX2466" fmla="*/ 5227078 w 6386648"/>
                <a:gd name="connsiteY2466" fmla="*/ 131099 h 1849426"/>
                <a:gd name="connsiteX2467" fmla="*/ 5209053 w 6386648"/>
                <a:gd name="connsiteY2467" fmla="*/ 149124 h 1849426"/>
                <a:gd name="connsiteX2468" fmla="*/ 5191028 w 6386648"/>
                <a:gd name="connsiteY2468" fmla="*/ 131099 h 1849426"/>
                <a:gd name="connsiteX2469" fmla="*/ 5209053 w 6386648"/>
                <a:gd name="connsiteY2469" fmla="*/ 113075 h 1849426"/>
                <a:gd name="connsiteX2470" fmla="*/ 2865880 w 6386648"/>
                <a:gd name="connsiteY2470" fmla="*/ 113075 h 1849426"/>
                <a:gd name="connsiteX2471" fmla="*/ 2883905 w 6386648"/>
                <a:gd name="connsiteY2471" fmla="*/ 131099 h 1849426"/>
                <a:gd name="connsiteX2472" fmla="*/ 2865880 w 6386648"/>
                <a:gd name="connsiteY2472" fmla="*/ 149124 h 1849426"/>
                <a:gd name="connsiteX2473" fmla="*/ 2847855 w 6386648"/>
                <a:gd name="connsiteY2473" fmla="*/ 131099 h 1849426"/>
                <a:gd name="connsiteX2474" fmla="*/ 2865880 w 6386648"/>
                <a:gd name="connsiteY2474" fmla="*/ 113075 h 1849426"/>
                <a:gd name="connsiteX2475" fmla="*/ 2751725 w 6386648"/>
                <a:gd name="connsiteY2475" fmla="*/ 113075 h 1849426"/>
                <a:gd name="connsiteX2476" fmla="*/ 2769750 w 6386648"/>
                <a:gd name="connsiteY2476" fmla="*/ 131099 h 1849426"/>
                <a:gd name="connsiteX2477" fmla="*/ 2751725 w 6386648"/>
                <a:gd name="connsiteY2477" fmla="*/ 149124 h 1849426"/>
                <a:gd name="connsiteX2478" fmla="*/ 2733701 w 6386648"/>
                <a:gd name="connsiteY2478" fmla="*/ 131099 h 1849426"/>
                <a:gd name="connsiteX2479" fmla="*/ 2751725 w 6386648"/>
                <a:gd name="connsiteY2479" fmla="*/ 113075 h 1849426"/>
                <a:gd name="connsiteX2480" fmla="*/ 5797850 w 6386648"/>
                <a:gd name="connsiteY2480" fmla="*/ 107067 h 1849426"/>
                <a:gd name="connsiteX2481" fmla="*/ 5815875 w 6386648"/>
                <a:gd name="connsiteY2481" fmla="*/ 125092 h 1849426"/>
                <a:gd name="connsiteX2482" fmla="*/ 5797850 w 6386648"/>
                <a:gd name="connsiteY2482" fmla="*/ 143116 h 1849426"/>
                <a:gd name="connsiteX2483" fmla="*/ 5779826 w 6386648"/>
                <a:gd name="connsiteY2483" fmla="*/ 125092 h 1849426"/>
                <a:gd name="connsiteX2484" fmla="*/ 5797850 w 6386648"/>
                <a:gd name="connsiteY2484" fmla="*/ 107067 h 1849426"/>
                <a:gd name="connsiteX2485" fmla="*/ 4055491 w 6386648"/>
                <a:gd name="connsiteY2485" fmla="*/ 107067 h 1849426"/>
                <a:gd name="connsiteX2486" fmla="*/ 4073516 w 6386648"/>
                <a:gd name="connsiteY2486" fmla="*/ 125092 h 1849426"/>
                <a:gd name="connsiteX2487" fmla="*/ 4055491 w 6386648"/>
                <a:gd name="connsiteY2487" fmla="*/ 143116 h 1849426"/>
                <a:gd name="connsiteX2488" fmla="*/ 4037467 w 6386648"/>
                <a:gd name="connsiteY2488" fmla="*/ 125092 h 1849426"/>
                <a:gd name="connsiteX2489" fmla="*/ 4055491 w 6386648"/>
                <a:gd name="connsiteY2489" fmla="*/ 107067 h 1849426"/>
                <a:gd name="connsiteX2490" fmla="*/ 3917303 w 6386648"/>
                <a:gd name="connsiteY2490" fmla="*/ 107067 h 1849426"/>
                <a:gd name="connsiteX2491" fmla="*/ 3935328 w 6386648"/>
                <a:gd name="connsiteY2491" fmla="*/ 125092 h 1849426"/>
                <a:gd name="connsiteX2492" fmla="*/ 3917303 w 6386648"/>
                <a:gd name="connsiteY2492" fmla="*/ 143116 h 1849426"/>
                <a:gd name="connsiteX2493" fmla="*/ 3899278 w 6386648"/>
                <a:gd name="connsiteY2493" fmla="*/ 125092 h 1849426"/>
                <a:gd name="connsiteX2494" fmla="*/ 3917303 w 6386648"/>
                <a:gd name="connsiteY2494" fmla="*/ 107067 h 1849426"/>
                <a:gd name="connsiteX2495" fmla="*/ 3346531 w 6386648"/>
                <a:gd name="connsiteY2495" fmla="*/ 107067 h 1849426"/>
                <a:gd name="connsiteX2496" fmla="*/ 3364556 w 6386648"/>
                <a:gd name="connsiteY2496" fmla="*/ 125092 h 1849426"/>
                <a:gd name="connsiteX2497" fmla="*/ 3346531 w 6386648"/>
                <a:gd name="connsiteY2497" fmla="*/ 143116 h 1849426"/>
                <a:gd name="connsiteX2498" fmla="*/ 3328506 w 6386648"/>
                <a:gd name="connsiteY2498" fmla="*/ 125092 h 1849426"/>
                <a:gd name="connsiteX2499" fmla="*/ 3346531 w 6386648"/>
                <a:gd name="connsiteY2499" fmla="*/ 107067 h 1849426"/>
                <a:gd name="connsiteX2500" fmla="*/ 2024741 w 6386648"/>
                <a:gd name="connsiteY2500" fmla="*/ 107067 h 1849426"/>
                <a:gd name="connsiteX2501" fmla="*/ 2042766 w 6386648"/>
                <a:gd name="connsiteY2501" fmla="*/ 125092 h 1849426"/>
                <a:gd name="connsiteX2502" fmla="*/ 2024741 w 6386648"/>
                <a:gd name="connsiteY2502" fmla="*/ 143116 h 1849426"/>
                <a:gd name="connsiteX2503" fmla="*/ 2006717 w 6386648"/>
                <a:gd name="connsiteY2503" fmla="*/ 125092 h 1849426"/>
                <a:gd name="connsiteX2504" fmla="*/ 2024741 w 6386648"/>
                <a:gd name="connsiteY2504" fmla="*/ 107067 h 1849426"/>
                <a:gd name="connsiteX2505" fmla="*/ 240325 w 6386648"/>
                <a:gd name="connsiteY2505" fmla="*/ 107067 h 1849426"/>
                <a:gd name="connsiteX2506" fmla="*/ 258350 w 6386648"/>
                <a:gd name="connsiteY2506" fmla="*/ 125092 h 1849426"/>
                <a:gd name="connsiteX2507" fmla="*/ 240325 w 6386648"/>
                <a:gd name="connsiteY2507" fmla="*/ 143116 h 1849426"/>
                <a:gd name="connsiteX2508" fmla="*/ 222301 w 6386648"/>
                <a:gd name="connsiteY2508" fmla="*/ 125092 h 1849426"/>
                <a:gd name="connsiteX2509" fmla="*/ 240325 w 6386648"/>
                <a:gd name="connsiteY2509" fmla="*/ 107067 h 1849426"/>
                <a:gd name="connsiteX2510" fmla="*/ 3761092 w 6386648"/>
                <a:gd name="connsiteY2510" fmla="*/ 101059 h 1849426"/>
                <a:gd name="connsiteX2511" fmla="*/ 3779117 w 6386648"/>
                <a:gd name="connsiteY2511" fmla="*/ 119083 h 1849426"/>
                <a:gd name="connsiteX2512" fmla="*/ 3761092 w 6386648"/>
                <a:gd name="connsiteY2512" fmla="*/ 137108 h 1849426"/>
                <a:gd name="connsiteX2513" fmla="*/ 3743068 w 6386648"/>
                <a:gd name="connsiteY2513" fmla="*/ 119083 h 1849426"/>
                <a:gd name="connsiteX2514" fmla="*/ 3761092 w 6386648"/>
                <a:gd name="connsiteY2514" fmla="*/ 101059 h 1849426"/>
                <a:gd name="connsiteX2515" fmla="*/ 1706311 w 6386648"/>
                <a:gd name="connsiteY2515" fmla="*/ 101059 h 1849426"/>
                <a:gd name="connsiteX2516" fmla="*/ 1724335 w 6386648"/>
                <a:gd name="connsiteY2516" fmla="*/ 119083 h 1849426"/>
                <a:gd name="connsiteX2517" fmla="*/ 1706311 w 6386648"/>
                <a:gd name="connsiteY2517" fmla="*/ 137108 h 1849426"/>
                <a:gd name="connsiteX2518" fmla="*/ 1688286 w 6386648"/>
                <a:gd name="connsiteY2518" fmla="*/ 119083 h 1849426"/>
                <a:gd name="connsiteX2519" fmla="*/ 1706311 w 6386648"/>
                <a:gd name="connsiteY2519" fmla="*/ 101059 h 1849426"/>
                <a:gd name="connsiteX2520" fmla="*/ 1574131 w 6386648"/>
                <a:gd name="connsiteY2520" fmla="*/ 101059 h 1849426"/>
                <a:gd name="connsiteX2521" fmla="*/ 1592156 w 6386648"/>
                <a:gd name="connsiteY2521" fmla="*/ 119083 h 1849426"/>
                <a:gd name="connsiteX2522" fmla="*/ 1574131 w 6386648"/>
                <a:gd name="connsiteY2522" fmla="*/ 137108 h 1849426"/>
                <a:gd name="connsiteX2523" fmla="*/ 1556107 w 6386648"/>
                <a:gd name="connsiteY2523" fmla="*/ 119083 h 1849426"/>
                <a:gd name="connsiteX2524" fmla="*/ 1574131 w 6386648"/>
                <a:gd name="connsiteY2524" fmla="*/ 101059 h 1849426"/>
                <a:gd name="connsiteX2525" fmla="*/ 5611598 w 6386648"/>
                <a:gd name="connsiteY2525" fmla="*/ 89043 h 1849426"/>
                <a:gd name="connsiteX2526" fmla="*/ 5629623 w 6386648"/>
                <a:gd name="connsiteY2526" fmla="*/ 107067 h 1849426"/>
                <a:gd name="connsiteX2527" fmla="*/ 5611598 w 6386648"/>
                <a:gd name="connsiteY2527" fmla="*/ 125092 h 1849426"/>
                <a:gd name="connsiteX2528" fmla="*/ 5593574 w 6386648"/>
                <a:gd name="connsiteY2528" fmla="*/ 107067 h 1849426"/>
                <a:gd name="connsiteX2529" fmla="*/ 5611598 w 6386648"/>
                <a:gd name="connsiteY2529" fmla="*/ 89043 h 1849426"/>
                <a:gd name="connsiteX2530" fmla="*/ 5419337 w 6386648"/>
                <a:gd name="connsiteY2530" fmla="*/ 89043 h 1849426"/>
                <a:gd name="connsiteX2531" fmla="*/ 5437362 w 6386648"/>
                <a:gd name="connsiteY2531" fmla="*/ 107067 h 1849426"/>
                <a:gd name="connsiteX2532" fmla="*/ 5419337 w 6386648"/>
                <a:gd name="connsiteY2532" fmla="*/ 125092 h 1849426"/>
                <a:gd name="connsiteX2533" fmla="*/ 5401312 w 6386648"/>
                <a:gd name="connsiteY2533" fmla="*/ 107067 h 1849426"/>
                <a:gd name="connsiteX2534" fmla="*/ 5419337 w 6386648"/>
                <a:gd name="connsiteY2534" fmla="*/ 89043 h 1849426"/>
                <a:gd name="connsiteX2535" fmla="*/ 2992051 w 6386648"/>
                <a:gd name="connsiteY2535" fmla="*/ 89043 h 1849426"/>
                <a:gd name="connsiteX2536" fmla="*/ 3010076 w 6386648"/>
                <a:gd name="connsiteY2536" fmla="*/ 107067 h 1849426"/>
                <a:gd name="connsiteX2537" fmla="*/ 2992051 w 6386648"/>
                <a:gd name="connsiteY2537" fmla="*/ 125092 h 1849426"/>
                <a:gd name="connsiteX2538" fmla="*/ 2974027 w 6386648"/>
                <a:gd name="connsiteY2538" fmla="*/ 107067 h 1849426"/>
                <a:gd name="connsiteX2539" fmla="*/ 2992051 w 6386648"/>
                <a:gd name="connsiteY2539" fmla="*/ 89043 h 1849426"/>
                <a:gd name="connsiteX2540" fmla="*/ 6368623 w 6386648"/>
                <a:gd name="connsiteY2540" fmla="*/ 83034 h 1849426"/>
                <a:gd name="connsiteX2541" fmla="*/ 6386648 w 6386648"/>
                <a:gd name="connsiteY2541" fmla="*/ 101058 h 1849426"/>
                <a:gd name="connsiteX2542" fmla="*/ 6368623 w 6386648"/>
                <a:gd name="connsiteY2542" fmla="*/ 119083 h 1849426"/>
                <a:gd name="connsiteX2543" fmla="*/ 6350599 w 6386648"/>
                <a:gd name="connsiteY2543" fmla="*/ 101058 h 1849426"/>
                <a:gd name="connsiteX2544" fmla="*/ 6368623 w 6386648"/>
                <a:gd name="connsiteY2544" fmla="*/ 83034 h 1849426"/>
                <a:gd name="connsiteX2545" fmla="*/ 6242452 w 6386648"/>
                <a:gd name="connsiteY2545" fmla="*/ 83034 h 1849426"/>
                <a:gd name="connsiteX2546" fmla="*/ 6260477 w 6386648"/>
                <a:gd name="connsiteY2546" fmla="*/ 101058 h 1849426"/>
                <a:gd name="connsiteX2547" fmla="*/ 6242452 w 6386648"/>
                <a:gd name="connsiteY2547" fmla="*/ 119083 h 1849426"/>
                <a:gd name="connsiteX2548" fmla="*/ 6224428 w 6386648"/>
                <a:gd name="connsiteY2548" fmla="*/ 101058 h 1849426"/>
                <a:gd name="connsiteX2549" fmla="*/ 6242452 w 6386648"/>
                <a:gd name="connsiteY2549" fmla="*/ 83034 h 1849426"/>
                <a:gd name="connsiteX2550" fmla="*/ 4884613 w 6386648"/>
                <a:gd name="connsiteY2550" fmla="*/ 83034 h 1849426"/>
                <a:gd name="connsiteX2551" fmla="*/ 4902638 w 6386648"/>
                <a:gd name="connsiteY2551" fmla="*/ 101058 h 1849426"/>
                <a:gd name="connsiteX2552" fmla="*/ 4884613 w 6386648"/>
                <a:gd name="connsiteY2552" fmla="*/ 119083 h 1849426"/>
                <a:gd name="connsiteX2553" fmla="*/ 4866589 w 6386648"/>
                <a:gd name="connsiteY2553" fmla="*/ 101058 h 1849426"/>
                <a:gd name="connsiteX2554" fmla="*/ 4884613 w 6386648"/>
                <a:gd name="connsiteY2554" fmla="*/ 83034 h 1849426"/>
                <a:gd name="connsiteX2555" fmla="*/ 3118221 w 6386648"/>
                <a:gd name="connsiteY2555" fmla="*/ 83034 h 1849426"/>
                <a:gd name="connsiteX2556" fmla="*/ 3136246 w 6386648"/>
                <a:gd name="connsiteY2556" fmla="*/ 101058 h 1849426"/>
                <a:gd name="connsiteX2557" fmla="*/ 3118221 w 6386648"/>
                <a:gd name="connsiteY2557" fmla="*/ 119083 h 1849426"/>
                <a:gd name="connsiteX2558" fmla="*/ 3100197 w 6386648"/>
                <a:gd name="connsiteY2558" fmla="*/ 101058 h 1849426"/>
                <a:gd name="connsiteX2559" fmla="*/ 3118221 w 6386648"/>
                <a:gd name="connsiteY2559" fmla="*/ 83034 h 1849426"/>
                <a:gd name="connsiteX2560" fmla="*/ 2619546 w 6386648"/>
                <a:gd name="connsiteY2560" fmla="*/ 83034 h 1849426"/>
                <a:gd name="connsiteX2561" fmla="*/ 2637571 w 6386648"/>
                <a:gd name="connsiteY2561" fmla="*/ 101058 h 1849426"/>
                <a:gd name="connsiteX2562" fmla="*/ 2619546 w 6386648"/>
                <a:gd name="connsiteY2562" fmla="*/ 119083 h 1849426"/>
                <a:gd name="connsiteX2563" fmla="*/ 2601522 w 6386648"/>
                <a:gd name="connsiteY2563" fmla="*/ 101058 h 1849426"/>
                <a:gd name="connsiteX2564" fmla="*/ 2619546 w 6386648"/>
                <a:gd name="connsiteY2564" fmla="*/ 83034 h 1849426"/>
                <a:gd name="connsiteX2565" fmla="*/ 1291748 w 6386648"/>
                <a:gd name="connsiteY2565" fmla="*/ 83034 h 1849426"/>
                <a:gd name="connsiteX2566" fmla="*/ 1309773 w 6386648"/>
                <a:gd name="connsiteY2566" fmla="*/ 101058 h 1849426"/>
                <a:gd name="connsiteX2567" fmla="*/ 1291748 w 6386648"/>
                <a:gd name="connsiteY2567" fmla="*/ 119083 h 1849426"/>
                <a:gd name="connsiteX2568" fmla="*/ 1273724 w 6386648"/>
                <a:gd name="connsiteY2568" fmla="*/ 101058 h 1849426"/>
                <a:gd name="connsiteX2569" fmla="*/ 1291748 w 6386648"/>
                <a:gd name="connsiteY2569" fmla="*/ 83034 h 1849426"/>
                <a:gd name="connsiteX2570" fmla="*/ 702951 w 6386648"/>
                <a:gd name="connsiteY2570" fmla="*/ 83034 h 1849426"/>
                <a:gd name="connsiteX2571" fmla="*/ 720976 w 6386648"/>
                <a:gd name="connsiteY2571" fmla="*/ 101058 h 1849426"/>
                <a:gd name="connsiteX2572" fmla="*/ 702951 w 6386648"/>
                <a:gd name="connsiteY2572" fmla="*/ 119083 h 1849426"/>
                <a:gd name="connsiteX2573" fmla="*/ 684927 w 6386648"/>
                <a:gd name="connsiteY2573" fmla="*/ 101058 h 1849426"/>
                <a:gd name="connsiteX2574" fmla="*/ 702951 w 6386648"/>
                <a:gd name="connsiteY2574" fmla="*/ 83034 h 1849426"/>
                <a:gd name="connsiteX2575" fmla="*/ 2319139 w 6386648"/>
                <a:gd name="connsiteY2575" fmla="*/ 65010 h 1849426"/>
                <a:gd name="connsiteX2576" fmla="*/ 2337164 w 6386648"/>
                <a:gd name="connsiteY2576" fmla="*/ 83034 h 1849426"/>
                <a:gd name="connsiteX2577" fmla="*/ 2319139 w 6386648"/>
                <a:gd name="connsiteY2577" fmla="*/ 101059 h 1849426"/>
                <a:gd name="connsiteX2578" fmla="*/ 2301115 w 6386648"/>
                <a:gd name="connsiteY2578" fmla="*/ 83034 h 1849426"/>
                <a:gd name="connsiteX2579" fmla="*/ 2319139 w 6386648"/>
                <a:gd name="connsiteY2579" fmla="*/ 65010 h 1849426"/>
                <a:gd name="connsiteX2580" fmla="*/ 564765 w 6386648"/>
                <a:gd name="connsiteY2580" fmla="*/ 65010 h 1849426"/>
                <a:gd name="connsiteX2581" fmla="*/ 582789 w 6386648"/>
                <a:gd name="connsiteY2581" fmla="*/ 83034 h 1849426"/>
                <a:gd name="connsiteX2582" fmla="*/ 564765 w 6386648"/>
                <a:gd name="connsiteY2582" fmla="*/ 101059 h 1849426"/>
                <a:gd name="connsiteX2583" fmla="*/ 546740 w 6386648"/>
                <a:gd name="connsiteY2583" fmla="*/ 83034 h 1849426"/>
                <a:gd name="connsiteX2584" fmla="*/ 564765 w 6386648"/>
                <a:gd name="connsiteY2584" fmla="*/ 65010 h 1849426"/>
                <a:gd name="connsiteX2585" fmla="*/ 18024 w 6386648"/>
                <a:gd name="connsiteY2585" fmla="*/ 65010 h 1849426"/>
                <a:gd name="connsiteX2586" fmla="*/ 36049 w 6386648"/>
                <a:gd name="connsiteY2586" fmla="*/ 83034 h 1849426"/>
                <a:gd name="connsiteX2587" fmla="*/ 18024 w 6386648"/>
                <a:gd name="connsiteY2587" fmla="*/ 101059 h 1849426"/>
                <a:gd name="connsiteX2588" fmla="*/ 0 w 6386648"/>
                <a:gd name="connsiteY2588" fmla="*/ 83034 h 1849426"/>
                <a:gd name="connsiteX2589" fmla="*/ 18024 w 6386648"/>
                <a:gd name="connsiteY2589" fmla="*/ 65010 h 1849426"/>
                <a:gd name="connsiteX2590" fmla="*/ 5052841 w 6386648"/>
                <a:gd name="connsiteY2590" fmla="*/ 59002 h 1849426"/>
                <a:gd name="connsiteX2591" fmla="*/ 5070866 w 6386648"/>
                <a:gd name="connsiteY2591" fmla="*/ 77026 h 1849426"/>
                <a:gd name="connsiteX2592" fmla="*/ 5052841 w 6386648"/>
                <a:gd name="connsiteY2592" fmla="*/ 95051 h 1849426"/>
                <a:gd name="connsiteX2593" fmla="*/ 5034817 w 6386648"/>
                <a:gd name="connsiteY2593" fmla="*/ 77026 h 1849426"/>
                <a:gd name="connsiteX2594" fmla="*/ 5052841 w 6386648"/>
                <a:gd name="connsiteY2594" fmla="*/ 59002 h 1849426"/>
                <a:gd name="connsiteX2595" fmla="*/ 3490726 w 6386648"/>
                <a:gd name="connsiteY2595" fmla="*/ 59002 h 1849426"/>
                <a:gd name="connsiteX2596" fmla="*/ 3508751 w 6386648"/>
                <a:gd name="connsiteY2596" fmla="*/ 77026 h 1849426"/>
                <a:gd name="connsiteX2597" fmla="*/ 3490726 w 6386648"/>
                <a:gd name="connsiteY2597" fmla="*/ 95051 h 1849426"/>
                <a:gd name="connsiteX2598" fmla="*/ 3472702 w 6386648"/>
                <a:gd name="connsiteY2598" fmla="*/ 77026 h 1849426"/>
                <a:gd name="connsiteX2599" fmla="*/ 3490726 w 6386648"/>
                <a:gd name="connsiteY2599" fmla="*/ 59002 h 1849426"/>
                <a:gd name="connsiteX2600" fmla="*/ 1447960 w 6386648"/>
                <a:gd name="connsiteY2600" fmla="*/ 59002 h 1849426"/>
                <a:gd name="connsiteX2601" fmla="*/ 1465985 w 6386648"/>
                <a:gd name="connsiteY2601" fmla="*/ 77026 h 1849426"/>
                <a:gd name="connsiteX2602" fmla="*/ 1447960 w 6386648"/>
                <a:gd name="connsiteY2602" fmla="*/ 95051 h 1849426"/>
                <a:gd name="connsiteX2603" fmla="*/ 1429936 w 6386648"/>
                <a:gd name="connsiteY2603" fmla="*/ 77026 h 1849426"/>
                <a:gd name="connsiteX2604" fmla="*/ 1447960 w 6386648"/>
                <a:gd name="connsiteY2604" fmla="*/ 59002 h 1849426"/>
                <a:gd name="connsiteX2605" fmla="*/ 2192969 w 6386648"/>
                <a:gd name="connsiteY2605" fmla="*/ 46987 h 1849426"/>
                <a:gd name="connsiteX2606" fmla="*/ 2210994 w 6386648"/>
                <a:gd name="connsiteY2606" fmla="*/ 65012 h 1849426"/>
                <a:gd name="connsiteX2607" fmla="*/ 2192969 w 6386648"/>
                <a:gd name="connsiteY2607" fmla="*/ 83036 h 1849426"/>
                <a:gd name="connsiteX2608" fmla="*/ 2174945 w 6386648"/>
                <a:gd name="connsiteY2608" fmla="*/ 65012 h 1849426"/>
                <a:gd name="connsiteX2609" fmla="*/ 2192969 w 6386648"/>
                <a:gd name="connsiteY2609" fmla="*/ 46987 h 1849426"/>
                <a:gd name="connsiteX2610" fmla="*/ 4434003 w 6386648"/>
                <a:gd name="connsiteY2610" fmla="*/ 40979 h 1849426"/>
                <a:gd name="connsiteX2611" fmla="*/ 4452028 w 6386648"/>
                <a:gd name="connsiteY2611" fmla="*/ 59003 h 1849426"/>
                <a:gd name="connsiteX2612" fmla="*/ 4434003 w 6386648"/>
                <a:gd name="connsiteY2612" fmla="*/ 77028 h 1849426"/>
                <a:gd name="connsiteX2613" fmla="*/ 4415979 w 6386648"/>
                <a:gd name="connsiteY2613" fmla="*/ 59003 h 1849426"/>
                <a:gd name="connsiteX2614" fmla="*/ 4434003 w 6386648"/>
                <a:gd name="connsiteY2614" fmla="*/ 40979 h 1849426"/>
                <a:gd name="connsiteX2615" fmla="*/ 3616897 w 6386648"/>
                <a:gd name="connsiteY2615" fmla="*/ 40979 h 1849426"/>
                <a:gd name="connsiteX2616" fmla="*/ 3634922 w 6386648"/>
                <a:gd name="connsiteY2616" fmla="*/ 59003 h 1849426"/>
                <a:gd name="connsiteX2617" fmla="*/ 3616897 w 6386648"/>
                <a:gd name="connsiteY2617" fmla="*/ 77028 h 1849426"/>
                <a:gd name="connsiteX2618" fmla="*/ 3598872 w 6386648"/>
                <a:gd name="connsiteY2618" fmla="*/ 59003 h 1849426"/>
                <a:gd name="connsiteX2619" fmla="*/ 3616897 w 6386648"/>
                <a:gd name="connsiteY2619" fmla="*/ 40979 h 1849426"/>
                <a:gd name="connsiteX2620" fmla="*/ 1826473 w 6386648"/>
                <a:gd name="connsiteY2620" fmla="*/ 40979 h 1849426"/>
                <a:gd name="connsiteX2621" fmla="*/ 1844497 w 6386648"/>
                <a:gd name="connsiteY2621" fmla="*/ 59003 h 1849426"/>
                <a:gd name="connsiteX2622" fmla="*/ 1826473 w 6386648"/>
                <a:gd name="connsiteY2622" fmla="*/ 77028 h 1849426"/>
                <a:gd name="connsiteX2623" fmla="*/ 1808448 w 6386648"/>
                <a:gd name="connsiteY2623" fmla="*/ 59003 h 1849426"/>
                <a:gd name="connsiteX2624" fmla="*/ 1826473 w 6386648"/>
                <a:gd name="connsiteY2624" fmla="*/ 40979 h 1849426"/>
                <a:gd name="connsiteX2625" fmla="*/ 5942045 w 6386648"/>
                <a:gd name="connsiteY2625" fmla="*/ 34970 h 1849426"/>
                <a:gd name="connsiteX2626" fmla="*/ 5960070 w 6386648"/>
                <a:gd name="connsiteY2626" fmla="*/ 52994 h 1849426"/>
                <a:gd name="connsiteX2627" fmla="*/ 5942045 w 6386648"/>
                <a:gd name="connsiteY2627" fmla="*/ 71019 h 1849426"/>
                <a:gd name="connsiteX2628" fmla="*/ 5924021 w 6386648"/>
                <a:gd name="connsiteY2628" fmla="*/ 52994 h 1849426"/>
                <a:gd name="connsiteX2629" fmla="*/ 5942045 w 6386648"/>
                <a:gd name="connsiteY2629" fmla="*/ 34970 h 1849426"/>
                <a:gd name="connsiteX2630" fmla="*/ 5719744 w 6386648"/>
                <a:gd name="connsiteY2630" fmla="*/ 34970 h 1849426"/>
                <a:gd name="connsiteX2631" fmla="*/ 5737769 w 6386648"/>
                <a:gd name="connsiteY2631" fmla="*/ 52994 h 1849426"/>
                <a:gd name="connsiteX2632" fmla="*/ 5719744 w 6386648"/>
                <a:gd name="connsiteY2632" fmla="*/ 71019 h 1849426"/>
                <a:gd name="connsiteX2633" fmla="*/ 5701719 w 6386648"/>
                <a:gd name="connsiteY2633" fmla="*/ 52994 h 1849426"/>
                <a:gd name="connsiteX2634" fmla="*/ 5719744 w 6386648"/>
                <a:gd name="connsiteY2634" fmla="*/ 34970 h 1849426"/>
                <a:gd name="connsiteX2635" fmla="*/ 1171586 w 6386648"/>
                <a:gd name="connsiteY2635" fmla="*/ 34970 h 1849426"/>
                <a:gd name="connsiteX2636" fmla="*/ 1189611 w 6386648"/>
                <a:gd name="connsiteY2636" fmla="*/ 52994 h 1849426"/>
                <a:gd name="connsiteX2637" fmla="*/ 1171586 w 6386648"/>
                <a:gd name="connsiteY2637" fmla="*/ 71019 h 1849426"/>
                <a:gd name="connsiteX2638" fmla="*/ 1153562 w 6386648"/>
                <a:gd name="connsiteY2638" fmla="*/ 52994 h 1849426"/>
                <a:gd name="connsiteX2639" fmla="*/ 1171586 w 6386648"/>
                <a:gd name="connsiteY2639" fmla="*/ 34970 h 1849426"/>
                <a:gd name="connsiteX2640" fmla="*/ 937268 w 6386648"/>
                <a:gd name="connsiteY2640" fmla="*/ 34970 h 1849426"/>
                <a:gd name="connsiteX2641" fmla="*/ 955293 w 6386648"/>
                <a:gd name="connsiteY2641" fmla="*/ 52994 h 1849426"/>
                <a:gd name="connsiteX2642" fmla="*/ 937268 w 6386648"/>
                <a:gd name="connsiteY2642" fmla="*/ 71019 h 1849426"/>
                <a:gd name="connsiteX2643" fmla="*/ 919244 w 6386648"/>
                <a:gd name="connsiteY2643" fmla="*/ 52994 h 1849426"/>
                <a:gd name="connsiteX2644" fmla="*/ 937268 w 6386648"/>
                <a:gd name="connsiteY2644" fmla="*/ 34970 h 1849426"/>
                <a:gd name="connsiteX2645" fmla="*/ 426577 w 6386648"/>
                <a:gd name="connsiteY2645" fmla="*/ 34970 h 1849426"/>
                <a:gd name="connsiteX2646" fmla="*/ 444602 w 6386648"/>
                <a:gd name="connsiteY2646" fmla="*/ 52994 h 1849426"/>
                <a:gd name="connsiteX2647" fmla="*/ 426577 w 6386648"/>
                <a:gd name="connsiteY2647" fmla="*/ 71019 h 1849426"/>
                <a:gd name="connsiteX2648" fmla="*/ 408553 w 6386648"/>
                <a:gd name="connsiteY2648" fmla="*/ 52994 h 1849426"/>
                <a:gd name="connsiteX2649" fmla="*/ 426577 w 6386648"/>
                <a:gd name="connsiteY2649" fmla="*/ 34970 h 1849426"/>
                <a:gd name="connsiteX2650" fmla="*/ 6146322 w 6386648"/>
                <a:gd name="connsiteY2650" fmla="*/ 28962 h 1849426"/>
                <a:gd name="connsiteX2651" fmla="*/ 6164347 w 6386648"/>
                <a:gd name="connsiteY2651" fmla="*/ 46986 h 1849426"/>
                <a:gd name="connsiteX2652" fmla="*/ 6146322 w 6386648"/>
                <a:gd name="connsiteY2652" fmla="*/ 65011 h 1849426"/>
                <a:gd name="connsiteX2653" fmla="*/ 6128298 w 6386648"/>
                <a:gd name="connsiteY2653" fmla="*/ 46986 h 1849426"/>
                <a:gd name="connsiteX2654" fmla="*/ 6146322 w 6386648"/>
                <a:gd name="connsiteY2654" fmla="*/ 28962 h 1849426"/>
                <a:gd name="connsiteX2655" fmla="*/ 4776467 w 6386648"/>
                <a:gd name="connsiteY2655" fmla="*/ 28962 h 1849426"/>
                <a:gd name="connsiteX2656" fmla="*/ 4794492 w 6386648"/>
                <a:gd name="connsiteY2656" fmla="*/ 46986 h 1849426"/>
                <a:gd name="connsiteX2657" fmla="*/ 4776467 w 6386648"/>
                <a:gd name="connsiteY2657" fmla="*/ 65011 h 1849426"/>
                <a:gd name="connsiteX2658" fmla="*/ 4758443 w 6386648"/>
                <a:gd name="connsiteY2658" fmla="*/ 46986 h 1849426"/>
                <a:gd name="connsiteX2659" fmla="*/ 4776467 w 6386648"/>
                <a:gd name="connsiteY2659" fmla="*/ 28962 h 1849426"/>
                <a:gd name="connsiteX2660" fmla="*/ 2451318 w 6386648"/>
                <a:gd name="connsiteY2660" fmla="*/ 28962 h 1849426"/>
                <a:gd name="connsiteX2661" fmla="*/ 2469343 w 6386648"/>
                <a:gd name="connsiteY2661" fmla="*/ 46986 h 1849426"/>
                <a:gd name="connsiteX2662" fmla="*/ 2451318 w 6386648"/>
                <a:gd name="connsiteY2662" fmla="*/ 65011 h 1849426"/>
                <a:gd name="connsiteX2663" fmla="*/ 2433294 w 6386648"/>
                <a:gd name="connsiteY2663" fmla="*/ 46986 h 1849426"/>
                <a:gd name="connsiteX2664" fmla="*/ 2451318 w 6386648"/>
                <a:gd name="connsiteY2664" fmla="*/ 28962 h 1849426"/>
                <a:gd name="connsiteX2665" fmla="*/ 150203 w 6386648"/>
                <a:gd name="connsiteY2665" fmla="*/ 28962 h 1849426"/>
                <a:gd name="connsiteX2666" fmla="*/ 168228 w 6386648"/>
                <a:gd name="connsiteY2666" fmla="*/ 46986 h 1849426"/>
                <a:gd name="connsiteX2667" fmla="*/ 150203 w 6386648"/>
                <a:gd name="connsiteY2667" fmla="*/ 65011 h 1849426"/>
                <a:gd name="connsiteX2668" fmla="*/ 132179 w 6386648"/>
                <a:gd name="connsiteY2668" fmla="*/ 46986 h 1849426"/>
                <a:gd name="connsiteX2669" fmla="*/ 150203 w 6386648"/>
                <a:gd name="connsiteY2669" fmla="*/ 28962 h 1849426"/>
                <a:gd name="connsiteX2670" fmla="*/ 4277792 w 6386648"/>
                <a:gd name="connsiteY2670" fmla="*/ 22954 h 1849426"/>
                <a:gd name="connsiteX2671" fmla="*/ 4295817 w 6386648"/>
                <a:gd name="connsiteY2671" fmla="*/ 40978 h 1849426"/>
                <a:gd name="connsiteX2672" fmla="*/ 4277792 w 6386648"/>
                <a:gd name="connsiteY2672" fmla="*/ 59003 h 1849426"/>
                <a:gd name="connsiteX2673" fmla="*/ 4259767 w 6386648"/>
                <a:gd name="connsiteY2673" fmla="*/ 40978 h 1849426"/>
                <a:gd name="connsiteX2674" fmla="*/ 4277792 w 6386648"/>
                <a:gd name="connsiteY2674" fmla="*/ 22954 h 1849426"/>
                <a:gd name="connsiteX2675" fmla="*/ 4145613 w 6386648"/>
                <a:gd name="connsiteY2675" fmla="*/ 22954 h 1849426"/>
                <a:gd name="connsiteX2676" fmla="*/ 4163638 w 6386648"/>
                <a:gd name="connsiteY2676" fmla="*/ 40978 h 1849426"/>
                <a:gd name="connsiteX2677" fmla="*/ 4145613 w 6386648"/>
                <a:gd name="connsiteY2677" fmla="*/ 59003 h 1849426"/>
                <a:gd name="connsiteX2678" fmla="*/ 4127589 w 6386648"/>
                <a:gd name="connsiteY2678" fmla="*/ 40978 h 1849426"/>
                <a:gd name="connsiteX2679" fmla="*/ 4145613 w 6386648"/>
                <a:gd name="connsiteY2679" fmla="*/ 22954 h 1849426"/>
                <a:gd name="connsiteX2680" fmla="*/ 817106 w 6386648"/>
                <a:gd name="connsiteY2680" fmla="*/ 22954 h 1849426"/>
                <a:gd name="connsiteX2681" fmla="*/ 829123 w 6386648"/>
                <a:gd name="connsiteY2681" fmla="*/ 34970 h 1849426"/>
                <a:gd name="connsiteX2682" fmla="*/ 817106 w 6386648"/>
                <a:gd name="connsiteY2682" fmla="*/ 46987 h 1849426"/>
                <a:gd name="connsiteX2683" fmla="*/ 805090 w 6386648"/>
                <a:gd name="connsiteY2683" fmla="*/ 34970 h 1849426"/>
                <a:gd name="connsiteX2684" fmla="*/ 817106 w 6386648"/>
                <a:gd name="connsiteY2684" fmla="*/ 22954 h 1849426"/>
                <a:gd name="connsiteX2685" fmla="*/ 5491435 w 6386648"/>
                <a:gd name="connsiteY2685" fmla="*/ 16946 h 1849426"/>
                <a:gd name="connsiteX2686" fmla="*/ 5509460 w 6386648"/>
                <a:gd name="connsiteY2686" fmla="*/ 34971 h 1849426"/>
                <a:gd name="connsiteX2687" fmla="*/ 5491435 w 6386648"/>
                <a:gd name="connsiteY2687" fmla="*/ 52995 h 1849426"/>
                <a:gd name="connsiteX2688" fmla="*/ 5473411 w 6386648"/>
                <a:gd name="connsiteY2688" fmla="*/ 34971 h 1849426"/>
                <a:gd name="connsiteX2689" fmla="*/ 5491435 w 6386648"/>
                <a:gd name="connsiteY2689" fmla="*/ 16946 h 1849426"/>
                <a:gd name="connsiteX2690" fmla="*/ 5323207 w 6386648"/>
                <a:gd name="connsiteY2690" fmla="*/ 16946 h 1849426"/>
                <a:gd name="connsiteX2691" fmla="*/ 5341232 w 6386648"/>
                <a:gd name="connsiteY2691" fmla="*/ 34971 h 1849426"/>
                <a:gd name="connsiteX2692" fmla="*/ 5323207 w 6386648"/>
                <a:gd name="connsiteY2692" fmla="*/ 52995 h 1849426"/>
                <a:gd name="connsiteX2693" fmla="*/ 5305183 w 6386648"/>
                <a:gd name="connsiteY2693" fmla="*/ 34971 h 1849426"/>
                <a:gd name="connsiteX2694" fmla="*/ 5323207 w 6386648"/>
                <a:gd name="connsiteY2694" fmla="*/ 16946 h 1849426"/>
                <a:gd name="connsiteX2695" fmla="*/ 4632272 w 6386648"/>
                <a:gd name="connsiteY2695" fmla="*/ 16946 h 1849426"/>
                <a:gd name="connsiteX2696" fmla="*/ 4650297 w 6386648"/>
                <a:gd name="connsiteY2696" fmla="*/ 34971 h 1849426"/>
                <a:gd name="connsiteX2697" fmla="*/ 4632272 w 6386648"/>
                <a:gd name="connsiteY2697" fmla="*/ 52995 h 1849426"/>
                <a:gd name="connsiteX2698" fmla="*/ 4614248 w 6386648"/>
                <a:gd name="connsiteY2698" fmla="*/ 34971 h 1849426"/>
                <a:gd name="connsiteX2699" fmla="*/ 4632272 w 6386648"/>
                <a:gd name="connsiteY2699" fmla="*/ 16946 h 1849426"/>
                <a:gd name="connsiteX2700" fmla="*/ 3226368 w 6386648"/>
                <a:gd name="connsiteY2700" fmla="*/ 16946 h 1849426"/>
                <a:gd name="connsiteX2701" fmla="*/ 3244393 w 6386648"/>
                <a:gd name="connsiteY2701" fmla="*/ 34971 h 1849426"/>
                <a:gd name="connsiteX2702" fmla="*/ 3226368 w 6386648"/>
                <a:gd name="connsiteY2702" fmla="*/ 52995 h 1849426"/>
                <a:gd name="connsiteX2703" fmla="*/ 3208343 w 6386648"/>
                <a:gd name="connsiteY2703" fmla="*/ 34971 h 1849426"/>
                <a:gd name="connsiteX2704" fmla="*/ 3226368 w 6386648"/>
                <a:gd name="connsiteY2704" fmla="*/ 16946 h 1849426"/>
                <a:gd name="connsiteX2705" fmla="*/ 3983393 w 6386648"/>
                <a:gd name="connsiteY2705" fmla="*/ 10938 h 1849426"/>
                <a:gd name="connsiteX2706" fmla="*/ 4001418 w 6386648"/>
                <a:gd name="connsiteY2706" fmla="*/ 28962 h 1849426"/>
                <a:gd name="connsiteX2707" fmla="*/ 3983393 w 6386648"/>
                <a:gd name="connsiteY2707" fmla="*/ 46987 h 1849426"/>
                <a:gd name="connsiteX2708" fmla="*/ 3965369 w 6386648"/>
                <a:gd name="connsiteY2708" fmla="*/ 28962 h 1849426"/>
                <a:gd name="connsiteX2709" fmla="*/ 3983393 w 6386648"/>
                <a:gd name="connsiteY2709" fmla="*/ 10938 h 1849426"/>
                <a:gd name="connsiteX2710" fmla="*/ 1039407 w 6386648"/>
                <a:gd name="connsiteY2710" fmla="*/ 10938 h 1849426"/>
                <a:gd name="connsiteX2711" fmla="*/ 1057432 w 6386648"/>
                <a:gd name="connsiteY2711" fmla="*/ 28962 h 1849426"/>
                <a:gd name="connsiteX2712" fmla="*/ 1039407 w 6386648"/>
                <a:gd name="connsiteY2712" fmla="*/ 46987 h 1849426"/>
                <a:gd name="connsiteX2713" fmla="*/ 1021383 w 6386648"/>
                <a:gd name="connsiteY2713" fmla="*/ 28962 h 1849426"/>
                <a:gd name="connsiteX2714" fmla="*/ 1039407 w 6386648"/>
                <a:gd name="connsiteY2714" fmla="*/ 10938 h 1849426"/>
                <a:gd name="connsiteX2715" fmla="*/ 312422 w 6386648"/>
                <a:gd name="connsiteY2715" fmla="*/ 10938 h 1849426"/>
                <a:gd name="connsiteX2716" fmla="*/ 330447 w 6386648"/>
                <a:gd name="connsiteY2716" fmla="*/ 28962 h 1849426"/>
                <a:gd name="connsiteX2717" fmla="*/ 312422 w 6386648"/>
                <a:gd name="connsiteY2717" fmla="*/ 46987 h 1849426"/>
                <a:gd name="connsiteX2718" fmla="*/ 294398 w 6386648"/>
                <a:gd name="connsiteY2718" fmla="*/ 28962 h 1849426"/>
                <a:gd name="connsiteX2719" fmla="*/ 312422 w 6386648"/>
                <a:gd name="connsiteY2719" fmla="*/ 10938 h 1849426"/>
                <a:gd name="connsiteX2720" fmla="*/ 3839198 w 6386648"/>
                <a:gd name="connsiteY2720" fmla="*/ 4930 h 1849426"/>
                <a:gd name="connsiteX2721" fmla="*/ 3857223 w 6386648"/>
                <a:gd name="connsiteY2721" fmla="*/ 22954 h 1849426"/>
                <a:gd name="connsiteX2722" fmla="*/ 3839198 w 6386648"/>
                <a:gd name="connsiteY2722" fmla="*/ 40979 h 1849426"/>
                <a:gd name="connsiteX2723" fmla="*/ 3821174 w 6386648"/>
                <a:gd name="connsiteY2723" fmla="*/ 22954 h 1849426"/>
                <a:gd name="connsiteX2724" fmla="*/ 3839198 w 6386648"/>
                <a:gd name="connsiteY2724" fmla="*/ 4930 h 1849426"/>
                <a:gd name="connsiteX2725" fmla="*/ 3388588 w 6386648"/>
                <a:gd name="connsiteY2725" fmla="*/ 4930 h 1849426"/>
                <a:gd name="connsiteX2726" fmla="*/ 3406613 w 6386648"/>
                <a:gd name="connsiteY2726" fmla="*/ 22954 h 1849426"/>
                <a:gd name="connsiteX2727" fmla="*/ 3388588 w 6386648"/>
                <a:gd name="connsiteY2727" fmla="*/ 40979 h 1849426"/>
                <a:gd name="connsiteX2728" fmla="*/ 3370564 w 6386648"/>
                <a:gd name="connsiteY2728" fmla="*/ 22954 h 1849426"/>
                <a:gd name="connsiteX2729" fmla="*/ 3388588 w 6386648"/>
                <a:gd name="connsiteY2729" fmla="*/ 4930 h 1849426"/>
                <a:gd name="connsiteX2730" fmla="*/ 5171526 w 6386648"/>
                <a:gd name="connsiteY2730" fmla="*/ 0 h 1849426"/>
                <a:gd name="connsiteX2731" fmla="*/ 5198514 w 6386648"/>
                <a:gd name="connsiteY2731" fmla="*/ 0 h 1849426"/>
                <a:gd name="connsiteX2732" fmla="*/ 5203045 w 6386648"/>
                <a:gd name="connsiteY2732" fmla="*/ 10937 h 1849426"/>
                <a:gd name="connsiteX2733" fmla="*/ 5185020 w 6386648"/>
                <a:gd name="connsiteY2733" fmla="*/ 28962 h 1849426"/>
                <a:gd name="connsiteX2734" fmla="*/ 5166996 w 6386648"/>
                <a:gd name="connsiteY2734" fmla="*/ 10937 h 1849426"/>
                <a:gd name="connsiteX2735" fmla="*/ 4908761 w 6386648"/>
                <a:gd name="connsiteY2735" fmla="*/ 0 h 1849426"/>
                <a:gd name="connsiteX2736" fmla="*/ 4932564 w 6386648"/>
                <a:gd name="connsiteY2736" fmla="*/ 0 h 1849426"/>
                <a:gd name="connsiteX2737" fmla="*/ 4920662 w 6386648"/>
                <a:gd name="connsiteY2737" fmla="*/ 4930 h 1849426"/>
                <a:gd name="connsiteX2738" fmla="*/ 3701458 w 6386648"/>
                <a:gd name="connsiteY2738" fmla="*/ 0 h 1849426"/>
                <a:gd name="connsiteX2739" fmla="*/ 3736613 w 6386648"/>
                <a:gd name="connsiteY2739" fmla="*/ 0 h 1849426"/>
                <a:gd name="connsiteX2740" fmla="*/ 3731781 w 6386648"/>
                <a:gd name="connsiteY2740" fmla="*/ 11667 h 1849426"/>
                <a:gd name="connsiteX2741" fmla="*/ 3719035 w 6386648"/>
                <a:gd name="connsiteY2741" fmla="*/ 16946 h 1849426"/>
                <a:gd name="connsiteX2742" fmla="*/ 3706290 w 6386648"/>
                <a:gd name="connsiteY2742" fmla="*/ 11667 h 1849426"/>
                <a:gd name="connsiteX2743" fmla="*/ 3058255 w 6386648"/>
                <a:gd name="connsiteY2743" fmla="*/ 0 h 1849426"/>
                <a:gd name="connsiteX2744" fmla="*/ 3082058 w 6386648"/>
                <a:gd name="connsiteY2744" fmla="*/ 0 h 1849426"/>
                <a:gd name="connsiteX2745" fmla="*/ 3070156 w 6386648"/>
                <a:gd name="connsiteY2745" fmla="*/ 4930 h 1849426"/>
                <a:gd name="connsiteX2746" fmla="*/ 2908383 w 6386648"/>
                <a:gd name="connsiteY2746" fmla="*/ 0 h 1849426"/>
                <a:gd name="connsiteX2747" fmla="*/ 2943539 w 6386648"/>
                <a:gd name="connsiteY2747" fmla="*/ 0 h 1849426"/>
                <a:gd name="connsiteX2748" fmla="*/ 2938707 w 6386648"/>
                <a:gd name="connsiteY2748" fmla="*/ 11667 h 1849426"/>
                <a:gd name="connsiteX2749" fmla="*/ 2925961 w 6386648"/>
                <a:gd name="connsiteY2749" fmla="*/ 16946 h 1849426"/>
                <a:gd name="connsiteX2750" fmla="*/ 2913216 w 6386648"/>
                <a:gd name="connsiteY2750" fmla="*/ 11667 h 1849426"/>
                <a:gd name="connsiteX2751" fmla="*/ 2794230 w 6386648"/>
                <a:gd name="connsiteY2751" fmla="*/ 0 h 1849426"/>
                <a:gd name="connsiteX2752" fmla="*/ 2829385 w 6386648"/>
                <a:gd name="connsiteY2752" fmla="*/ 0 h 1849426"/>
                <a:gd name="connsiteX2753" fmla="*/ 2824553 w 6386648"/>
                <a:gd name="connsiteY2753" fmla="*/ 11667 h 1849426"/>
                <a:gd name="connsiteX2754" fmla="*/ 2811807 w 6386648"/>
                <a:gd name="connsiteY2754" fmla="*/ 16946 h 1849426"/>
                <a:gd name="connsiteX2755" fmla="*/ 2799062 w 6386648"/>
                <a:gd name="connsiteY2755" fmla="*/ 11667 h 1849426"/>
                <a:gd name="connsiteX2756" fmla="*/ 2675662 w 6386648"/>
                <a:gd name="connsiteY2756" fmla="*/ 0 h 1849426"/>
                <a:gd name="connsiteX2757" fmla="*/ 2707627 w 6386648"/>
                <a:gd name="connsiteY2757" fmla="*/ 0 h 1849426"/>
                <a:gd name="connsiteX2758" fmla="*/ 2709669 w 6386648"/>
                <a:gd name="connsiteY2758" fmla="*/ 4930 h 1849426"/>
                <a:gd name="connsiteX2759" fmla="*/ 2691644 w 6386648"/>
                <a:gd name="connsiteY2759" fmla="*/ 22954 h 1849426"/>
                <a:gd name="connsiteX2760" fmla="*/ 2673620 w 6386648"/>
                <a:gd name="connsiteY2760" fmla="*/ 4930 h 1849426"/>
                <a:gd name="connsiteX2761" fmla="*/ 2543483 w 6386648"/>
                <a:gd name="connsiteY2761" fmla="*/ 0 h 1849426"/>
                <a:gd name="connsiteX2762" fmla="*/ 2575448 w 6386648"/>
                <a:gd name="connsiteY2762" fmla="*/ 0 h 1849426"/>
                <a:gd name="connsiteX2763" fmla="*/ 2577490 w 6386648"/>
                <a:gd name="connsiteY2763" fmla="*/ 4930 h 1849426"/>
                <a:gd name="connsiteX2764" fmla="*/ 2559465 w 6386648"/>
                <a:gd name="connsiteY2764" fmla="*/ 22954 h 1849426"/>
                <a:gd name="connsiteX2765" fmla="*/ 2541441 w 6386648"/>
                <a:gd name="connsiteY2765" fmla="*/ 4930 h 1849426"/>
                <a:gd name="connsiteX2766" fmla="*/ 2047297 w 6386648"/>
                <a:gd name="connsiteY2766" fmla="*/ 0 h 1849426"/>
                <a:gd name="connsiteX2767" fmla="*/ 2074285 w 6386648"/>
                <a:gd name="connsiteY2767" fmla="*/ 0 h 1849426"/>
                <a:gd name="connsiteX2768" fmla="*/ 2078815 w 6386648"/>
                <a:gd name="connsiteY2768" fmla="*/ 10937 h 1849426"/>
                <a:gd name="connsiteX2769" fmla="*/ 2060790 w 6386648"/>
                <a:gd name="connsiteY2769" fmla="*/ 28962 h 1849426"/>
                <a:gd name="connsiteX2770" fmla="*/ 2042766 w 6386648"/>
                <a:gd name="connsiteY2770" fmla="*/ 10937 h 1849426"/>
                <a:gd name="connsiteX2771" fmla="*/ 1932017 w 6386648"/>
                <a:gd name="connsiteY2771" fmla="*/ 0 h 1849426"/>
                <a:gd name="connsiteX2772" fmla="*/ 1937222 w 6386648"/>
                <a:gd name="connsiteY2772" fmla="*/ 0 h 1849426"/>
                <a:gd name="connsiteX2773" fmla="*/ 1947365 w 6386648"/>
                <a:gd name="connsiteY2773" fmla="*/ 4201 h 1849426"/>
                <a:gd name="connsiteX2774" fmla="*/ 1952644 w 6386648"/>
                <a:gd name="connsiteY2774" fmla="*/ 16946 h 1849426"/>
                <a:gd name="connsiteX2775" fmla="*/ 1934619 w 6386648"/>
                <a:gd name="connsiteY2775" fmla="*/ 34971 h 1849426"/>
                <a:gd name="connsiteX2776" fmla="*/ 1916595 w 6386648"/>
                <a:gd name="connsiteY2776" fmla="*/ 16946 h 1849426"/>
                <a:gd name="connsiteX2777" fmla="*/ 1921875 w 6386648"/>
                <a:gd name="connsiteY2777" fmla="*/ 4201 h 1849426"/>
                <a:gd name="connsiteX2778" fmla="*/ 1694741 w 6386648"/>
                <a:gd name="connsiteY2778" fmla="*/ 0 h 1849426"/>
                <a:gd name="connsiteX2779" fmla="*/ 1729896 w 6386648"/>
                <a:gd name="connsiteY2779" fmla="*/ 0 h 1849426"/>
                <a:gd name="connsiteX2780" fmla="*/ 1725064 w 6386648"/>
                <a:gd name="connsiteY2780" fmla="*/ 11667 h 1849426"/>
                <a:gd name="connsiteX2781" fmla="*/ 1712318 w 6386648"/>
                <a:gd name="connsiteY2781" fmla="*/ 16946 h 1849426"/>
                <a:gd name="connsiteX2782" fmla="*/ 1699574 w 6386648"/>
                <a:gd name="connsiteY2782" fmla="*/ 11667 h 1849426"/>
                <a:gd name="connsiteX2783" fmla="*/ 1586594 w 6386648"/>
                <a:gd name="connsiteY2783" fmla="*/ 0 h 1849426"/>
                <a:gd name="connsiteX2784" fmla="*/ 1621749 w 6386648"/>
                <a:gd name="connsiteY2784" fmla="*/ 0 h 1849426"/>
                <a:gd name="connsiteX2785" fmla="*/ 1616917 w 6386648"/>
                <a:gd name="connsiteY2785" fmla="*/ 11667 h 1849426"/>
                <a:gd name="connsiteX2786" fmla="*/ 1604171 w 6386648"/>
                <a:gd name="connsiteY2786" fmla="*/ 16946 h 1849426"/>
                <a:gd name="connsiteX2787" fmla="*/ 1591427 w 6386648"/>
                <a:gd name="connsiteY2787" fmla="*/ 11667 h 1849426"/>
                <a:gd name="connsiteX2788" fmla="*/ 1328245 w 6386648"/>
                <a:gd name="connsiteY2788" fmla="*/ 0 h 1849426"/>
                <a:gd name="connsiteX2789" fmla="*/ 1363400 w 6386648"/>
                <a:gd name="connsiteY2789" fmla="*/ 0 h 1849426"/>
                <a:gd name="connsiteX2790" fmla="*/ 1358568 w 6386648"/>
                <a:gd name="connsiteY2790" fmla="*/ 11667 h 1849426"/>
                <a:gd name="connsiteX2791" fmla="*/ 1345823 w 6386648"/>
                <a:gd name="connsiteY2791" fmla="*/ 16946 h 1849426"/>
                <a:gd name="connsiteX2792" fmla="*/ 1333078 w 6386648"/>
                <a:gd name="connsiteY2792" fmla="*/ 11667 h 1849426"/>
                <a:gd name="connsiteX2793" fmla="*/ 636977 w 6386648"/>
                <a:gd name="connsiteY2793" fmla="*/ 0 h 1849426"/>
                <a:gd name="connsiteX2794" fmla="*/ 660780 w 6386648"/>
                <a:gd name="connsiteY2794" fmla="*/ 0 h 1849426"/>
                <a:gd name="connsiteX2795" fmla="*/ 648878 w 6386648"/>
                <a:gd name="connsiteY2795" fmla="*/ 4930 h 1849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  <a:cxn ang="0">
                  <a:pos x="connsiteX2477" y="connsiteY2477"/>
                </a:cxn>
                <a:cxn ang="0">
                  <a:pos x="connsiteX2478" y="connsiteY2478"/>
                </a:cxn>
                <a:cxn ang="0">
                  <a:pos x="connsiteX2479" y="connsiteY2479"/>
                </a:cxn>
                <a:cxn ang="0">
                  <a:pos x="connsiteX2480" y="connsiteY2480"/>
                </a:cxn>
                <a:cxn ang="0">
                  <a:pos x="connsiteX2481" y="connsiteY2481"/>
                </a:cxn>
                <a:cxn ang="0">
                  <a:pos x="connsiteX2482" y="connsiteY2482"/>
                </a:cxn>
                <a:cxn ang="0">
                  <a:pos x="connsiteX2483" y="connsiteY2483"/>
                </a:cxn>
                <a:cxn ang="0">
                  <a:pos x="connsiteX2484" y="connsiteY2484"/>
                </a:cxn>
                <a:cxn ang="0">
                  <a:pos x="connsiteX2485" y="connsiteY2485"/>
                </a:cxn>
                <a:cxn ang="0">
                  <a:pos x="connsiteX2486" y="connsiteY2486"/>
                </a:cxn>
                <a:cxn ang="0">
                  <a:pos x="connsiteX2487" y="connsiteY2487"/>
                </a:cxn>
                <a:cxn ang="0">
                  <a:pos x="connsiteX2488" y="connsiteY2488"/>
                </a:cxn>
                <a:cxn ang="0">
                  <a:pos x="connsiteX2489" y="connsiteY2489"/>
                </a:cxn>
                <a:cxn ang="0">
                  <a:pos x="connsiteX2490" y="connsiteY2490"/>
                </a:cxn>
                <a:cxn ang="0">
                  <a:pos x="connsiteX2491" y="connsiteY2491"/>
                </a:cxn>
                <a:cxn ang="0">
                  <a:pos x="connsiteX2492" y="connsiteY2492"/>
                </a:cxn>
                <a:cxn ang="0">
                  <a:pos x="connsiteX2493" y="connsiteY2493"/>
                </a:cxn>
                <a:cxn ang="0">
                  <a:pos x="connsiteX2494" y="connsiteY2494"/>
                </a:cxn>
                <a:cxn ang="0">
                  <a:pos x="connsiteX2495" y="connsiteY2495"/>
                </a:cxn>
                <a:cxn ang="0">
                  <a:pos x="connsiteX2496" y="connsiteY2496"/>
                </a:cxn>
                <a:cxn ang="0">
                  <a:pos x="connsiteX2497" y="connsiteY2497"/>
                </a:cxn>
                <a:cxn ang="0">
                  <a:pos x="connsiteX2498" y="connsiteY2498"/>
                </a:cxn>
                <a:cxn ang="0">
                  <a:pos x="connsiteX2499" y="connsiteY2499"/>
                </a:cxn>
                <a:cxn ang="0">
                  <a:pos x="connsiteX2500" y="connsiteY2500"/>
                </a:cxn>
                <a:cxn ang="0">
                  <a:pos x="connsiteX2501" y="connsiteY2501"/>
                </a:cxn>
                <a:cxn ang="0">
                  <a:pos x="connsiteX2502" y="connsiteY2502"/>
                </a:cxn>
                <a:cxn ang="0">
                  <a:pos x="connsiteX2503" y="connsiteY2503"/>
                </a:cxn>
                <a:cxn ang="0">
                  <a:pos x="connsiteX2504" y="connsiteY2504"/>
                </a:cxn>
                <a:cxn ang="0">
                  <a:pos x="connsiteX2505" y="connsiteY2505"/>
                </a:cxn>
                <a:cxn ang="0">
                  <a:pos x="connsiteX2506" y="connsiteY2506"/>
                </a:cxn>
                <a:cxn ang="0">
                  <a:pos x="connsiteX2507" y="connsiteY2507"/>
                </a:cxn>
                <a:cxn ang="0">
                  <a:pos x="connsiteX2508" y="connsiteY2508"/>
                </a:cxn>
                <a:cxn ang="0">
                  <a:pos x="connsiteX2509" y="connsiteY2509"/>
                </a:cxn>
                <a:cxn ang="0">
                  <a:pos x="connsiteX2510" y="connsiteY2510"/>
                </a:cxn>
                <a:cxn ang="0">
                  <a:pos x="connsiteX2511" y="connsiteY2511"/>
                </a:cxn>
                <a:cxn ang="0">
                  <a:pos x="connsiteX2512" y="connsiteY2512"/>
                </a:cxn>
                <a:cxn ang="0">
                  <a:pos x="connsiteX2513" y="connsiteY2513"/>
                </a:cxn>
                <a:cxn ang="0">
                  <a:pos x="connsiteX2514" y="connsiteY2514"/>
                </a:cxn>
                <a:cxn ang="0">
                  <a:pos x="connsiteX2515" y="connsiteY2515"/>
                </a:cxn>
                <a:cxn ang="0">
                  <a:pos x="connsiteX2516" y="connsiteY2516"/>
                </a:cxn>
                <a:cxn ang="0">
                  <a:pos x="connsiteX2517" y="connsiteY2517"/>
                </a:cxn>
                <a:cxn ang="0">
                  <a:pos x="connsiteX2518" y="connsiteY2518"/>
                </a:cxn>
                <a:cxn ang="0">
                  <a:pos x="connsiteX2519" y="connsiteY2519"/>
                </a:cxn>
                <a:cxn ang="0">
                  <a:pos x="connsiteX2520" y="connsiteY2520"/>
                </a:cxn>
                <a:cxn ang="0">
                  <a:pos x="connsiteX2521" y="connsiteY2521"/>
                </a:cxn>
                <a:cxn ang="0">
                  <a:pos x="connsiteX2522" y="connsiteY2522"/>
                </a:cxn>
                <a:cxn ang="0">
                  <a:pos x="connsiteX2523" y="connsiteY2523"/>
                </a:cxn>
                <a:cxn ang="0">
                  <a:pos x="connsiteX2524" y="connsiteY2524"/>
                </a:cxn>
                <a:cxn ang="0">
                  <a:pos x="connsiteX2525" y="connsiteY2525"/>
                </a:cxn>
                <a:cxn ang="0">
                  <a:pos x="connsiteX2526" y="connsiteY2526"/>
                </a:cxn>
                <a:cxn ang="0">
                  <a:pos x="connsiteX2527" y="connsiteY2527"/>
                </a:cxn>
                <a:cxn ang="0">
                  <a:pos x="connsiteX2528" y="connsiteY2528"/>
                </a:cxn>
                <a:cxn ang="0">
                  <a:pos x="connsiteX2529" y="connsiteY2529"/>
                </a:cxn>
                <a:cxn ang="0">
                  <a:pos x="connsiteX2530" y="connsiteY2530"/>
                </a:cxn>
                <a:cxn ang="0">
                  <a:pos x="connsiteX2531" y="connsiteY2531"/>
                </a:cxn>
                <a:cxn ang="0">
                  <a:pos x="connsiteX2532" y="connsiteY2532"/>
                </a:cxn>
                <a:cxn ang="0">
                  <a:pos x="connsiteX2533" y="connsiteY2533"/>
                </a:cxn>
                <a:cxn ang="0">
                  <a:pos x="connsiteX2534" y="connsiteY2534"/>
                </a:cxn>
                <a:cxn ang="0">
                  <a:pos x="connsiteX2535" y="connsiteY2535"/>
                </a:cxn>
                <a:cxn ang="0">
                  <a:pos x="connsiteX2536" y="connsiteY2536"/>
                </a:cxn>
                <a:cxn ang="0">
                  <a:pos x="connsiteX2537" y="connsiteY2537"/>
                </a:cxn>
                <a:cxn ang="0">
                  <a:pos x="connsiteX2538" y="connsiteY2538"/>
                </a:cxn>
                <a:cxn ang="0">
                  <a:pos x="connsiteX2539" y="connsiteY2539"/>
                </a:cxn>
                <a:cxn ang="0">
                  <a:pos x="connsiteX2540" y="connsiteY2540"/>
                </a:cxn>
                <a:cxn ang="0">
                  <a:pos x="connsiteX2541" y="connsiteY2541"/>
                </a:cxn>
                <a:cxn ang="0">
                  <a:pos x="connsiteX2542" y="connsiteY2542"/>
                </a:cxn>
                <a:cxn ang="0">
                  <a:pos x="connsiteX2543" y="connsiteY2543"/>
                </a:cxn>
                <a:cxn ang="0">
                  <a:pos x="connsiteX2544" y="connsiteY2544"/>
                </a:cxn>
                <a:cxn ang="0">
                  <a:pos x="connsiteX2545" y="connsiteY2545"/>
                </a:cxn>
                <a:cxn ang="0">
                  <a:pos x="connsiteX2546" y="connsiteY2546"/>
                </a:cxn>
                <a:cxn ang="0">
                  <a:pos x="connsiteX2547" y="connsiteY2547"/>
                </a:cxn>
                <a:cxn ang="0">
                  <a:pos x="connsiteX2548" y="connsiteY2548"/>
                </a:cxn>
                <a:cxn ang="0">
                  <a:pos x="connsiteX2549" y="connsiteY2549"/>
                </a:cxn>
                <a:cxn ang="0">
                  <a:pos x="connsiteX2550" y="connsiteY2550"/>
                </a:cxn>
                <a:cxn ang="0">
                  <a:pos x="connsiteX2551" y="connsiteY2551"/>
                </a:cxn>
                <a:cxn ang="0">
                  <a:pos x="connsiteX2552" y="connsiteY2552"/>
                </a:cxn>
                <a:cxn ang="0">
                  <a:pos x="connsiteX2553" y="connsiteY2553"/>
                </a:cxn>
                <a:cxn ang="0">
                  <a:pos x="connsiteX2554" y="connsiteY2554"/>
                </a:cxn>
                <a:cxn ang="0">
                  <a:pos x="connsiteX2555" y="connsiteY2555"/>
                </a:cxn>
                <a:cxn ang="0">
                  <a:pos x="connsiteX2556" y="connsiteY2556"/>
                </a:cxn>
                <a:cxn ang="0">
                  <a:pos x="connsiteX2557" y="connsiteY2557"/>
                </a:cxn>
                <a:cxn ang="0">
                  <a:pos x="connsiteX2558" y="connsiteY2558"/>
                </a:cxn>
                <a:cxn ang="0">
                  <a:pos x="connsiteX2559" y="connsiteY2559"/>
                </a:cxn>
                <a:cxn ang="0">
                  <a:pos x="connsiteX2560" y="connsiteY2560"/>
                </a:cxn>
                <a:cxn ang="0">
                  <a:pos x="connsiteX2561" y="connsiteY2561"/>
                </a:cxn>
                <a:cxn ang="0">
                  <a:pos x="connsiteX2562" y="connsiteY2562"/>
                </a:cxn>
                <a:cxn ang="0">
                  <a:pos x="connsiteX2563" y="connsiteY2563"/>
                </a:cxn>
                <a:cxn ang="0">
                  <a:pos x="connsiteX2564" y="connsiteY2564"/>
                </a:cxn>
                <a:cxn ang="0">
                  <a:pos x="connsiteX2565" y="connsiteY2565"/>
                </a:cxn>
                <a:cxn ang="0">
                  <a:pos x="connsiteX2566" y="connsiteY2566"/>
                </a:cxn>
                <a:cxn ang="0">
                  <a:pos x="connsiteX2567" y="connsiteY2567"/>
                </a:cxn>
                <a:cxn ang="0">
                  <a:pos x="connsiteX2568" y="connsiteY2568"/>
                </a:cxn>
                <a:cxn ang="0">
                  <a:pos x="connsiteX2569" y="connsiteY2569"/>
                </a:cxn>
                <a:cxn ang="0">
                  <a:pos x="connsiteX2570" y="connsiteY2570"/>
                </a:cxn>
                <a:cxn ang="0">
                  <a:pos x="connsiteX2571" y="connsiteY2571"/>
                </a:cxn>
                <a:cxn ang="0">
                  <a:pos x="connsiteX2572" y="connsiteY2572"/>
                </a:cxn>
                <a:cxn ang="0">
                  <a:pos x="connsiteX2573" y="connsiteY2573"/>
                </a:cxn>
                <a:cxn ang="0">
                  <a:pos x="connsiteX2574" y="connsiteY2574"/>
                </a:cxn>
                <a:cxn ang="0">
                  <a:pos x="connsiteX2575" y="connsiteY2575"/>
                </a:cxn>
                <a:cxn ang="0">
                  <a:pos x="connsiteX2576" y="connsiteY2576"/>
                </a:cxn>
                <a:cxn ang="0">
                  <a:pos x="connsiteX2577" y="connsiteY2577"/>
                </a:cxn>
                <a:cxn ang="0">
                  <a:pos x="connsiteX2578" y="connsiteY2578"/>
                </a:cxn>
                <a:cxn ang="0">
                  <a:pos x="connsiteX2579" y="connsiteY2579"/>
                </a:cxn>
                <a:cxn ang="0">
                  <a:pos x="connsiteX2580" y="connsiteY2580"/>
                </a:cxn>
                <a:cxn ang="0">
                  <a:pos x="connsiteX2581" y="connsiteY2581"/>
                </a:cxn>
                <a:cxn ang="0">
                  <a:pos x="connsiteX2582" y="connsiteY2582"/>
                </a:cxn>
                <a:cxn ang="0">
                  <a:pos x="connsiteX2583" y="connsiteY2583"/>
                </a:cxn>
                <a:cxn ang="0">
                  <a:pos x="connsiteX2584" y="connsiteY2584"/>
                </a:cxn>
                <a:cxn ang="0">
                  <a:pos x="connsiteX2585" y="connsiteY2585"/>
                </a:cxn>
                <a:cxn ang="0">
                  <a:pos x="connsiteX2586" y="connsiteY2586"/>
                </a:cxn>
                <a:cxn ang="0">
                  <a:pos x="connsiteX2587" y="connsiteY2587"/>
                </a:cxn>
                <a:cxn ang="0">
                  <a:pos x="connsiteX2588" y="connsiteY2588"/>
                </a:cxn>
                <a:cxn ang="0">
                  <a:pos x="connsiteX2589" y="connsiteY2589"/>
                </a:cxn>
                <a:cxn ang="0">
                  <a:pos x="connsiteX2590" y="connsiteY2590"/>
                </a:cxn>
                <a:cxn ang="0">
                  <a:pos x="connsiteX2591" y="connsiteY2591"/>
                </a:cxn>
                <a:cxn ang="0">
                  <a:pos x="connsiteX2592" y="connsiteY2592"/>
                </a:cxn>
                <a:cxn ang="0">
                  <a:pos x="connsiteX2593" y="connsiteY2593"/>
                </a:cxn>
                <a:cxn ang="0">
                  <a:pos x="connsiteX2594" y="connsiteY2594"/>
                </a:cxn>
                <a:cxn ang="0">
                  <a:pos x="connsiteX2595" y="connsiteY2595"/>
                </a:cxn>
                <a:cxn ang="0">
                  <a:pos x="connsiteX2596" y="connsiteY2596"/>
                </a:cxn>
                <a:cxn ang="0">
                  <a:pos x="connsiteX2597" y="connsiteY2597"/>
                </a:cxn>
                <a:cxn ang="0">
                  <a:pos x="connsiteX2598" y="connsiteY2598"/>
                </a:cxn>
                <a:cxn ang="0">
                  <a:pos x="connsiteX2599" y="connsiteY2599"/>
                </a:cxn>
                <a:cxn ang="0">
                  <a:pos x="connsiteX2600" y="connsiteY2600"/>
                </a:cxn>
                <a:cxn ang="0">
                  <a:pos x="connsiteX2601" y="connsiteY2601"/>
                </a:cxn>
                <a:cxn ang="0">
                  <a:pos x="connsiteX2602" y="connsiteY2602"/>
                </a:cxn>
                <a:cxn ang="0">
                  <a:pos x="connsiteX2603" y="connsiteY2603"/>
                </a:cxn>
                <a:cxn ang="0">
                  <a:pos x="connsiteX2604" y="connsiteY2604"/>
                </a:cxn>
                <a:cxn ang="0">
                  <a:pos x="connsiteX2605" y="connsiteY2605"/>
                </a:cxn>
                <a:cxn ang="0">
                  <a:pos x="connsiteX2606" y="connsiteY2606"/>
                </a:cxn>
                <a:cxn ang="0">
                  <a:pos x="connsiteX2607" y="connsiteY2607"/>
                </a:cxn>
                <a:cxn ang="0">
                  <a:pos x="connsiteX2608" y="connsiteY2608"/>
                </a:cxn>
                <a:cxn ang="0">
                  <a:pos x="connsiteX2609" y="connsiteY2609"/>
                </a:cxn>
                <a:cxn ang="0">
                  <a:pos x="connsiteX2610" y="connsiteY2610"/>
                </a:cxn>
                <a:cxn ang="0">
                  <a:pos x="connsiteX2611" y="connsiteY2611"/>
                </a:cxn>
                <a:cxn ang="0">
                  <a:pos x="connsiteX2612" y="connsiteY2612"/>
                </a:cxn>
                <a:cxn ang="0">
                  <a:pos x="connsiteX2613" y="connsiteY2613"/>
                </a:cxn>
                <a:cxn ang="0">
                  <a:pos x="connsiteX2614" y="connsiteY2614"/>
                </a:cxn>
                <a:cxn ang="0">
                  <a:pos x="connsiteX2615" y="connsiteY2615"/>
                </a:cxn>
                <a:cxn ang="0">
                  <a:pos x="connsiteX2616" y="connsiteY2616"/>
                </a:cxn>
                <a:cxn ang="0">
                  <a:pos x="connsiteX2617" y="connsiteY2617"/>
                </a:cxn>
                <a:cxn ang="0">
                  <a:pos x="connsiteX2618" y="connsiteY2618"/>
                </a:cxn>
                <a:cxn ang="0">
                  <a:pos x="connsiteX2619" y="connsiteY2619"/>
                </a:cxn>
                <a:cxn ang="0">
                  <a:pos x="connsiteX2620" y="connsiteY2620"/>
                </a:cxn>
                <a:cxn ang="0">
                  <a:pos x="connsiteX2621" y="connsiteY2621"/>
                </a:cxn>
                <a:cxn ang="0">
                  <a:pos x="connsiteX2622" y="connsiteY2622"/>
                </a:cxn>
                <a:cxn ang="0">
                  <a:pos x="connsiteX2623" y="connsiteY2623"/>
                </a:cxn>
                <a:cxn ang="0">
                  <a:pos x="connsiteX2624" y="connsiteY2624"/>
                </a:cxn>
                <a:cxn ang="0">
                  <a:pos x="connsiteX2625" y="connsiteY2625"/>
                </a:cxn>
                <a:cxn ang="0">
                  <a:pos x="connsiteX2626" y="connsiteY2626"/>
                </a:cxn>
                <a:cxn ang="0">
                  <a:pos x="connsiteX2627" y="connsiteY2627"/>
                </a:cxn>
                <a:cxn ang="0">
                  <a:pos x="connsiteX2628" y="connsiteY2628"/>
                </a:cxn>
                <a:cxn ang="0">
                  <a:pos x="connsiteX2629" y="connsiteY2629"/>
                </a:cxn>
                <a:cxn ang="0">
                  <a:pos x="connsiteX2630" y="connsiteY2630"/>
                </a:cxn>
                <a:cxn ang="0">
                  <a:pos x="connsiteX2631" y="connsiteY2631"/>
                </a:cxn>
                <a:cxn ang="0">
                  <a:pos x="connsiteX2632" y="connsiteY2632"/>
                </a:cxn>
                <a:cxn ang="0">
                  <a:pos x="connsiteX2633" y="connsiteY2633"/>
                </a:cxn>
                <a:cxn ang="0">
                  <a:pos x="connsiteX2634" y="connsiteY2634"/>
                </a:cxn>
                <a:cxn ang="0">
                  <a:pos x="connsiteX2635" y="connsiteY2635"/>
                </a:cxn>
                <a:cxn ang="0">
                  <a:pos x="connsiteX2636" y="connsiteY2636"/>
                </a:cxn>
                <a:cxn ang="0">
                  <a:pos x="connsiteX2637" y="connsiteY2637"/>
                </a:cxn>
                <a:cxn ang="0">
                  <a:pos x="connsiteX2638" y="connsiteY2638"/>
                </a:cxn>
                <a:cxn ang="0">
                  <a:pos x="connsiteX2639" y="connsiteY2639"/>
                </a:cxn>
                <a:cxn ang="0">
                  <a:pos x="connsiteX2640" y="connsiteY2640"/>
                </a:cxn>
                <a:cxn ang="0">
                  <a:pos x="connsiteX2641" y="connsiteY2641"/>
                </a:cxn>
                <a:cxn ang="0">
                  <a:pos x="connsiteX2642" y="connsiteY2642"/>
                </a:cxn>
                <a:cxn ang="0">
                  <a:pos x="connsiteX2643" y="connsiteY2643"/>
                </a:cxn>
                <a:cxn ang="0">
                  <a:pos x="connsiteX2644" y="connsiteY2644"/>
                </a:cxn>
                <a:cxn ang="0">
                  <a:pos x="connsiteX2645" y="connsiteY2645"/>
                </a:cxn>
                <a:cxn ang="0">
                  <a:pos x="connsiteX2646" y="connsiteY2646"/>
                </a:cxn>
                <a:cxn ang="0">
                  <a:pos x="connsiteX2647" y="connsiteY2647"/>
                </a:cxn>
                <a:cxn ang="0">
                  <a:pos x="connsiteX2648" y="connsiteY2648"/>
                </a:cxn>
                <a:cxn ang="0">
                  <a:pos x="connsiteX2649" y="connsiteY2649"/>
                </a:cxn>
                <a:cxn ang="0">
                  <a:pos x="connsiteX2650" y="connsiteY2650"/>
                </a:cxn>
                <a:cxn ang="0">
                  <a:pos x="connsiteX2651" y="connsiteY2651"/>
                </a:cxn>
                <a:cxn ang="0">
                  <a:pos x="connsiteX2652" y="connsiteY2652"/>
                </a:cxn>
                <a:cxn ang="0">
                  <a:pos x="connsiteX2653" y="connsiteY2653"/>
                </a:cxn>
                <a:cxn ang="0">
                  <a:pos x="connsiteX2654" y="connsiteY2654"/>
                </a:cxn>
                <a:cxn ang="0">
                  <a:pos x="connsiteX2655" y="connsiteY2655"/>
                </a:cxn>
                <a:cxn ang="0">
                  <a:pos x="connsiteX2656" y="connsiteY2656"/>
                </a:cxn>
                <a:cxn ang="0">
                  <a:pos x="connsiteX2657" y="connsiteY2657"/>
                </a:cxn>
                <a:cxn ang="0">
                  <a:pos x="connsiteX2658" y="connsiteY2658"/>
                </a:cxn>
                <a:cxn ang="0">
                  <a:pos x="connsiteX2659" y="connsiteY2659"/>
                </a:cxn>
                <a:cxn ang="0">
                  <a:pos x="connsiteX2660" y="connsiteY2660"/>
                </a:cxn>
                <a:cxn ang="0">
                  <a:pos x="connsiteX2661" y="connsiteY2661"/>
                </a:cxn>
                <a:cxn ang="0">
                  <a:pos x="connsiteX2662" y="connsiteY2662"/>
                </a:cxn>
                <a:cxn ang="0">
                  <a:pos x="connsiteX2663" y="connsiteY2663"/>
                </a:cxn>
                <a:cxn ang="0">
                  <a:pos x="connsiteX2664" y="connsiteY2664"/>
                </a:cxn>
                <a:cxn ang="0">
                  <a:pos x="connsiteX2665" y="connsiteY2665"/>
                </a:cxn>
                <a:cxn ang="0">
                  <a:pos x="connsiteX2666" y="connsiteY2666"/>
                </a:cxn>
                <a:cxn ang="0">
                  <a:pos x="connsiteX2667" y="connsiteY2667"/>
                </a:cxn>
                <a:cxn ang="0">
                  <a:pos x="connsiteX2668" y="connsiteY2668"/>
                </a:cxn>
                <a:cxn ang="0">
                  <a:pos x="connsiteX2669" y="connsiteY2669"/>
                </a:cxn>
                <a:cxn ang="0">
                  <a:pos x="connsiteX2670" y="connsiteY2670"/>
                </a:cxn>
                <a:cxn ang="0">
                  <a:pos x="connsiteX2671" y="connsiteY2671"/>
                </a:cxn>
                <a:cxn ang="0">
                  <a:pos x="connsiteX2672" y="connsiteY2672"/>
                </a:cxn>
                <a:cxn ang="0">
                  <a:pos x="connsiteX2673" y="connsiteY2673"/>
                </a:cxn>
                <a:cxn ang="0">
                  <a:pos x="connsiteX2674" y="connsiteY2674"/>
                </a:cxn>
                <a:cxn ang="0">
                  <a:pos x="connsiteX2675" y="connsiteY2675"/>
                </a:cxn>
                <a:cxn ang="0">
                  <a:pos x="connsiteX2676" y="connsiteY2676"/>
                </a:cxn>
                <a:cxn ang="0">
                  <a:pos x="connsiteX2677" y="connsiteY2677"/>
                </a:cxn>
                <a:cxn ang="0">
                  <a:pos x="connsiteX2678" y="connsiteY2678"/>
                </a:cxn>
                <a:cxn ang="0">
                  <a:pos x="connsiteX2679" y="connsiteY2679"/>
                </a:cxn>
                <a:cxn ang="0">
                  <a:pos x="connsiteX2680" y="connsiteY2680"/>
                </a:cxn>
                <a:cxn ang="0">
                  <a:pos x="connsiteX2681" y="connsiteY2681"/>
                </a:cxn>
                <a:cxn ang="0">
                  <a:pos x="connsiteX2682" y="connsiteY2682"/>
                </a:cxn>
                <a:cxn ang="0">
                  <a:pos x="connsiteX2683" y="connsiteY2683"/>
                </a:cxn>
                <a:cxn ang="0">
                  <a:pos x="connsiteX2684" y="connsiteY2684"/>
                </a:cxn>
                <a:cxn ang="0">
                  <a:pos x="connsiteX2685" y="connsiteY2685"/>
                </a:cxn>
                <a:cxn ang="0">
                  <a:pos x="connsiteX2686" y="connsiteY2686"/>
                </a:cxn>
                <a:cxn ang="0">
                  <a:pos x="connsiteX2687" y="connsiteY2687"/>
                </a:cxn>
                <a:cxn ang="0">
                  <a:pos x="connsiteX2688" y="connsiteY2688"/>
                </a:cxn>
                <a:cxn ang="0">
                  <a:pos x="connsiteX2689" y="connsiteY2689"/>
                </a:cxn>
                <a:cxn ang="0">
                  <a:pos x="connsiteX2690" y="connsiteY2690"/>
                </a:cxn>
                <a:cxn ang="0">
                  <a:pos x="connsiteX2691" y="connsiteY2691"/>
                </a:cxn>
                <a:cxn ang="0">
                  <a:pos x="connsiteX2692" y="connsiteY2692"/>
                </a:cxn>
                <a:cxn ang="0">
                  <a:pos x="connsiteX2693" y="connsiteY2693"/>
                </a:cxn>
                <a:cxn ang="0">
                  <a:pos x="connsiteX2694" y="connsiteY2694"/>
                </a:cxn>
                <a:cxn ang="0">
                  <a:pos x="connsiteX2695" y="connsiteY2695"/>
                </a:cxn>
                <a:cxn ang="0">
                  <a:pos x="connsiteX2696" y="connsiteY2696"/>
                </a:cxn>
                <a:cxn ang="0">
                  <a:pos x="connsiteX2697" y="connsiteY2697"/>
                </a:cxn>
                <a:cxn ang="0">
                  <a:pos x="connsiteX2698" y="connsiteY2698"/>
                </a:cxn>
                <a:cxn ang="0">
                  <a:pos x="connsiteX2699" y="connsiteY2699"/>
                </a:cxn>
                <a:cxn ang="0">
                  <a:pos x="connsiteX2700" y="connsiteY2700"/>
                </a:cxn>
                <a:cxn ang="0">
                  <a:pos x="connsiteX2701" y="connsiteY2701"/>
                </a:cxn>
                <a:cxn ang="0">
                  <a:pos x="connsiteX2702" y="connsiteY2702"/>
                </a:cxn>
                <a:cxn ang="0">
                  <a:pos x="connsiteX2703" y="connsiteY2703"/>
                </a:cxn>
                <a:cxn ang="0">
                  <a:pos x="connsiteX2704" y="connsiteY2704"/>
                </a:cxn>
                <a:cxn ang="0">
                  <a:pos x="connsiteX2705" y="connsiteY2705"/>
                </a:cxn>
                <a:cxn ang="0">
                  <a:pos x="connsiteX2706" y="connsiteY2706"/>
                </a:cxn>
                <a:cxn ang="0">
                  <a:pos x="connsiteX2707" y="connsiteY2707"/>
                </a:cxn>
                <a:cxn ang="0">
                  <a:pos x="connsiteX2708" y="connsiteY2708"/>
                </a:cxn>
                <a:cxn ang="0">
                  <a:pos x="connsiteX2709" y="connsiteY2709"/>
                </a:cxn>
                <a:cxn ang="0">
                  <a:pos x="connsiteX2710" y="connsiteY2710"/>
                </a:cxn>
                <a:cxn ang="0">
                  <a:pos x="connsiteX2711" y="connsiteY2711"/>
                </a:cxn>
                <a:cxn ang="0">
                  <a:pos x="connsiteX2712" y="connsiteY2712"/>
                </a:cxn>
                <a:cxn ang="0">
                  <a:pos x="connsiteX2713" y="connsiteY2713"/>
                </a:cxn>
                <a:cxn ang="0">
                  <a:pos x="connsiteX2714" y="connsiteY2714"/>
                </a:cxn>
                <a:cxn ang="0">
                  <a:pos x="connsiteX2715" y="connsiteY2715"/>
                </a:cxn>
                <a:cxn ang="0">
                  <a:pos x="connsiteX2716" y="connsiteY2716"/>
                </a:cxn>
                <a:cxn ang="0">
                  <a:pos x="connsiteX2717" y="connsiteY2717"/>
                </a:cxn>
                <a:cxn ang="0">
                  <a:pos x="connsiteX2718" y="connsiteY2718"/>
                </a:cxn>
                <a:cxn ang="0">
                  <a:pos x="connsiteX2719" y="connsiteY2719"/>
                </a:cxn>
                <a:cxn ang="0">
                  <a:pos x="connsiteX2720" y="connsiteY2720"/>
                </a:cxn>
                <a:cxn ang="0">
                  <a:pos x="connsiteX2721" y="connsiteY2721"/>
                </a:cxn>
                <a:cxn ang="0">
                  <a:pos x="connsiteX2722" y="connsiteY2722"/>
                </a:cxn>
                <a:cxn ang="0">
                  <a:pos x="connsiteX2723" y="connsiteY2723"/>
                </a:cxn>
                <a:cxn ang="0">
                  <a:pos x="connsiteX2724" y="connsiteY2724"/>
                </a:cxn>
                <a:cxn ang="0">
                  <a:pos x="connsiteX2725" y="connsiteY2725"/>
                </a:cxn>
                <a:cxn ang="0">
                  <a:pos x="connsiteX2726" y="connsiteY2726"/>
                </a:cxn>
                <a:cxn ang="0">
                  <a:pos x="connsiteX2727" y="connsiteY2727"/>
                </a:cxn>
                <a:cxn ang="0">
                  <a:pos x="connsiteX2728" y="connsiteY2728"/>
                </a:cxn>
                <a:cxn ang="0">
                  <a:pos x="connsiteX2729" y="connsiteY2729"/>
                </a:cxn>
                <a:cxn ang="0">
                  <a:pos x="connsiteX2730" y="connsiteY2730"/>
                </a:cxn>
                <a:cxn ang="0">
                  <a:pos x="connsiteX2731" y="connsiteY2731"/>
                </a:cxn>
                <a:cxn ang="0">
                  <a:pos x="connsiteX2732" y="connsiteY2732"/>
                </a:cxn>
                <a:cxn ang="0">
                  <a:pos x="connsiteX2733" y="connsiteY2733"/>
                </a:cxn>
                <a:cxn ang="0">
                  <a:pos x="connsiteX2734" y="connsiteY2734"/>
                </a:cxn>
                <a:cxn ang="0">
                  <a:pos x="connsiteX2735" y="connsiteY2735"/>
                </a:cxn>
                <a:cxn ang="0">
                  <a:pos x="connsiteX2736" y="connsiteY2736"/>
                </a:cxn>
                <a:cxn ang="0">
                  <a:pos x="connsiteX2737" y="connsiteY2737"/>
                </a:cxn>
                <a:cxn ang="0">
                  <a:pos x="connsiteX2738" y="connsiteY2738"/>
                </a:cxn>
                <a:cxn ang="0">
                  <a:pos x="connsiteX2739" y="connsiteY2739"/>
                </a:cxn>
                <a:cxn ang="0">
                  <a:pos x="connsiteX2740" y="connsiteY2740"/>
                </a:cxn>
                <a:cxn ang="0">
                  <a:pos x="connsiteX2741" y="connsiteY2741"/>
                </a:cxn>
                <a:cxn ang="0">
                  <a:pos x="connsiteX2742" y="connsiteY2742"/>
                </a:cxn>
                <a:cxn ang="0">
                  <a:pos x="connsiteX2743" y="connsiteY2743"/>
                </a:cxn>
                <a:cxn ang="0">
                  <a:pos x="connsiteX2744" y="connsiteY2744"/>
                </a:cxn>
                <a:cxn ang="0">
                  <a:pos x="connsiteX2745" y="connsiteY2745"/>
                </a:cxn>
                <a:cxn ang="0">
                  <a:pos x="connsiteX2746" y="connsiteY2746"/>
                </a:cxn>
                <a:cxn ang="0">
                  <a:pos x="connsiteX2747" y="connsiteY2747"/>
                </a:cxn>
                <a:cxn ang="0">
                  <a:pos x="connsiteX2748" y="connsiteY2748"/>
                </a:cxn>
                <a:cxn ang="0">
                  <a:pos x="connsiteX2749" y="connsiteY2749"/>
                </a:cxn>
                <a:cxn ang="0">
                  <a:pos x="connsiteX2750" y="connsiteY2750"/>
                </a:cxn>
                <a:cxn ang="0">
                  <a:pos x="connsiteX2751" y="connsiteY2751"/>
                </a:cxn>
                <a:cxn ang="0">
                  <a:pos x="connsiteX2752" y="connsiteY2752"/>
                </a:cxn>
                <a:cxn ang="0">
                  <a:pos x="connsiteX2753" y="connsiteY2753"/>
                </a:cxn>
                <a:cxn ang="0">
                  <a:pos x="connsiteX2754" y="connsiteY2754"/>
                </a:cxn>
                <a:cxn ang="0">
                  <a:pos x="connsiteX2755" y="connsiteY2755"/>
                </a:cxn>
                <a:cxn ang="0">
                  <a:pos x="connsiteX2756" y="connsiteY2756"/>
                </a:cxn>
                <a:cxn ang="0">
                  <a:pos x="connsiteX2757" y="connsiteY2757"/>
                </a:cxn>
                <a:cxn ang="0">
                  <a:pos x="connsiteX2758" y="connsiteY2758"/>
                </a:cxn>
                <a:cxn ang="0">
                  <a:pos x="connsiteX2759" y="connsiteY2759"/>
                </a:cxn>
                <a:cxn ang="0">
                  <a:pos x="connsiteX2760" y="connsiteY2760"/>
                </a:cxn>
                <a:cxn ang="0">
                  <a:pos x="connsiteX2761" y="connsiteY2761"/>
                </a:cxn>
                <a:cxn ang="0">
                  <a:pos x="connsiteX2762" y="connsiteY2762"/>
                </a:cxn>
                <a:cxn ang="0">
                  <a:pos x="connsiteX2763" y="connsiteY2763"/>
                </a:cxn>
                <a:cxn ang="0">
                  <a:pos x="connsiteX2764" y="connsiteY2764"/>
                </a:cxn>
                <a:cxn ang="0">
                  <a:pos x="connsiteX2765" y="connsiteY2765"/>
                </a:cxn>
                <a:cxn ang="0">
                  <a:pos x="connsiteX2766" y="connsiteY2766"/>
                </a:cxn>
                <a:cxn ang="0">
                  <a:pos x="connsiteX2767" y="connsiteY2767"/>
                </a:cxn>
                <a:cxn ang="0">
                  <a:pos x="connsiteX2768" y="connsiteY2768"/>
                </a:cxn>
                <a:cxn ang="0">
                  <a:pos x="connsiteX2769" y="connsiteY2769"/>
                </a:cxn>
                <a:cxn ang="0">
                  <a:pos x="connsiteX2770" y="connsiteY2770"/>
                </a:cxn>
                <a:cxn ang="0">
                  <a:pos x="connsiteX2771" y="connsiteY2771"/>
                </a:cxn>
                <a:cxn ang="0">
                  <a:pos x="connsiteX2772" y="connsiteY2772"/>
                </a:cxn>
                <a:cxn ang="0">
                  <a:pos x="connsiteX2773" y="connsiteY2773"/>
                </a:cxn>
                <a:cxn ang="0">
                  <a:pos x="connsiteX2774" y="connsiteY2774"/>
                </a:cxn>
                <a:cxn ang="0">
                  <a:pos x="connsiteX2775" y="connsiteY2775"/>
                </a:cxn>
                <a:cxn ang="0">
                  <a:pos x="connsiteX2776" y="connsiteY2776"/>
                </a:cxn>
                <a:cxn ang="0">
                  <a:pos x="connsiteX2777" y="connsiteY2777"/>
                </a:cxn>
                <a:cxn ang="0">
                  <a:pos x="connsiteX2778" y="connsiteY2778"/>
                </a:cxn>
                <a:cxn ang="0">
                  <a:pos x="connsiteX2779" y="connsiteY2779"/>
                </a:cxn>
                <a:cxn ang="0">
                  <a:pos x="connsiteX2780" y="connsiteY2780"/>
                </a:cxn>
                <a:cxn ang="0">
                  <a:pos x="connsiteX2781" y="connsiteY2781"/>
                </a:cxn>
                <a:cxn ang="0">
                  <a:pos x="connsiteX2782" y="connsiteY2782"/>
                </a:cxn>
                <a:cxn ang="0">
                  <a:pos x="connsiteX2783" y="connsiteY2783"/>
                </a:cxn>
                <a:cxn ang="0">
                  <a:pos x="connsiteX2784" y="connsiteY2784"/>
                </a:cxn>
                <a:cxn ang="0">
                  <a:pos x="connsiteX2785" y="connsiteY2785"/>
                </a:cxn>
                <a:cxn ang="0">
                  <a:pos x="connsiteX2786" y="connsiteY2786"/>
                </a:cxn>
                <a:cxn ang="0">
                  <a:pos x="connsiteX2787" y="connsiteY2787"/>
                </a:cxn>
                <a:cxn ang="0">
                  <a:pos x="connsiteX2788" y="connsiteY2788"/>
                </a:cxn>
                <a:cxn ang="0">
                  <a:pos x="connsiteX2789" y="connsiteY2789"/>
                </a:cxn>
                <a:cxn ang="0">
                  <a:pos x="connsiteX2790" y="connsiteY2790"/>
                </a:cxn>
                <a:cxn ang="0">
                  <a:pos x="connsiteX2791" y="connsiteY2791"/>
                </a:cxn>
                <a:cxn ang="0">
                  <a:pos x="connsiteX2792" y="connsiteY2792"/>
                </a:cxn>
                <a:cxn ang="0">
                  <a:pos x="connsiteX2793" y="connsiteY2793"/>
                </a:cxn>
                <a:cxn ang="0">
                  <a:pos x="connsiteX2794" y="connsiteY2794"/>
                </a:cxn>
                <a:cxn ang="0">
                  <a:pos x="connsiteX2795" y="connsiteY2795"/>
                </a:cxn>
              </a:cxnLst>
              <a:rect l="l" t="t" r="r" b="b"/>
              <a:pathLst>
                <a:path w="6386648" h="1849426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9722" name="Freeform: Shape 29721">
              <a:extLst>
                <a:ext uri="{FF2B5EF4-FFF2-40B4-BE49-F238E27FC236}">
                  <a16:creationId xmlns:a16="http://schemas.microsoft.com/office/drawing/2014/main" id="{A4372F7F-AA3C-470B-AA61-7C35B7722C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390523"/>
              <a:ext cx="611491" cy="1421482"/>
            </a:xfrm>
            <a:custGeom>
              <a:avLst/>
              <a:gdLst>
                <a:gd name="connsiteX0" fmla="*/ 0 w 611491"/>
                <a:gd name="connsiteY0" fmla="*/ 0 h 1429512"/>
                <a:gd name="connsiteX1" fmla="*/ 62526 w 611491"/>
                <a:gd name="connsiteY1" fmla="*/ 22473 h 1429512"/>
                <a:gd name="connsiteX2" fmla="*/ 241043 w 611491"/>
                <a:gd name="connsiteY2" fmla="*/ 176817 h 1429512"/>
                <a:gd name="connsiteX3" fmla="*/ 497720 w 611491"/>
                <a:gd name="connsiteY3" fmla="*/ 299929 h 1429512"/>
                <a:gd name="connsiteX4" fmla="*/ 610380 w 611491"/>
                <a:gd name="connsiteY4" fmla="*/ 577513 h 1429512"/>
                <a:gd name="connsiteX5" fmla="*/ 458232 w 611491"/>
                <a:gd name="connsiteY5" fmla="*/ 845805 h 1429512"/>
                <a:gd name="connsiteX6" fmla="*/ 455909 w 611491"/>
                <a:gd name="connsiteY6" fmla="*/ 848128 h 1429512"/>
                <a:gd name="connsiteX7" fmla="*/ 407128 w 611491"/>
                <a:gd name="connsiteY7" fmla="*/ 956142 h 1429512"/>
                <a:gd name="connsiteX8" fmla="*/ 396675 w 611491"/>
                <a:gd name="connsiteY8" fmla="*/ 993308 h 1429512"/>
                <a:gd name="connsiteX9" fmla="*/ 230590 w 611491"/>
                <a:gd name="connsiteY9" fmla="*/ 1283668 h 1429512"/>
                <a:gd name="connsiteX10" fmla="*/ 7730 w 611491"/>
                <a:gd name="connsiteY10" fmla="*/ 1427579 h 1429512"/>
                <a:gd name="connsiteX11" fmla="*/ 0 w 611491"/>
                <a:gd name="connsiteY11" fmla="*/ 1429512 h 1429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1491" h="1429512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9723" name="Freeform: Shape 29722">
              <a:extLst>
                <a:ext uri="{FF2B5EF4-FFF2-40B4-BE49-F238E27FC236}">
                  <a16:creationId xmlns:a16="http://schemas.microsoft.com/office/drawing/2014/main" id="{34B605BF-D199-43DD-9328-E99F2ADFC6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792772" y="0"/>
              <a:ext cx="2423863" cy="1343767"/>
            </a:xfrm>
            <a:custGeom>
              <a:avLst/>
              <a:gdLst>
                <a:gd name="connsiteX0" fmla="*/ 37089 w 3015964"/>
                <a:gd name="connsiteY0" fmla="*/ 0 h 1681468"/>
                <a:gd name="connsiteX1" fmla="*/ 3014022 w 3015964"/>
                <a:gd name="connsiteY1" fmla="*/ 0 h 1681468"/>
                <a:gd name="connsiteX2" fmla="*/ 3015964 w 3015964"/>
                <a:gd name="connsiteY2" fmla="*/ 52718 h 1681468"/>
                <a:gd name="connsiteX3" fmla="*/ 2982682 w 3015964"/>
                <a:gd name="connsiteY3" fmla="*/ 249186 h 1681468"/>
                <a:gd name="connsiteX4" fmla="*/ 1789950 w 3015964"/>
                <a:gd name="connsiteY4" fmla="*/ 1181800 h 1681468"/>
                <a:gd name="connsiteX5" fmla="*/ 1536391 w 3015964"/>
                <a:gd name="connsiteY5" fmla="*/ 1275909 h 1681468"/>
                <a:gd name="connsiteX6" fmla="*/ 1257206 w 3015964"/>
                <a:gd name="connsiteY6" fmla="*/ 1431287 h 1681468"/>
                <a:gd name="connsiteX7" fmla="*/ 990871 w 3015964"/>
                <a:gd name="connsiteY7" fmla="*/ 1669291 h 1681468"/>
                <a:gd name="connsiteX8" fmla="*/ 584900 w 3015964"/>
                <a:gd name="connsiteY8" fmla="*/ 1589975 h 1681468"/>
                <a:gd name="connsiteX9" fmla="*/ 32440 w 3015964"/>
                <a:gd name="connsiteY9" fmla="*/ 985257 h 1681468"/>
                <a:gd name="connsiteX10" fmla="*/ 98094 w 3015964"/>
                <a:gd name="connsiteY10" fmla="*/ 314136 h 1681468"/>
                <a:gd name="connsiteX11" fmla="*/ 37491 w 3015964"/>
                <a:gd name="connsiteY11" fmla="*/ 8555 h 1681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15964" h="1681468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9724" name="Freeform: Shape 29723">
              <a:extLst>
                <a:ext uri="{FF2B5EF4-FFF2-40B4-BE49-F238E27FC236}">
                  <a16:creationId xmlns:a16="http://schemas.microsoft.com/office/drawing/2014/main" id="{E5D42A77-7336-4A35-8922-8098A16AA27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6850" y="0"/>
              <a:ext cx="1242102" cy="2620884"/>
            </a:xfrm>
            <a:custGeom>
              <a:avLst/>
              <a:gdLst>
                <a:gd name="connsiteX0" fmla="*/ 48089 w 1242102"/>
                <a:gd name="connsiteY0" fmla="*/ 0 h 2635689"/>
                <a:gd name="connsiteX1" fmla="*/ 1242102 w 1242102"/>
                <a:gd name="connsiteY1" fmla="*/ 0 h 2635689"/>
                <a:gd name="connsiteX2" fmla="*/ 1242102 w 1242102"/>
                <a:gd name="connsiteY2" fmla="*/ 2546285 h 2635689"/>
                <a:gd name="connsiteX3" fmla="*/ 1169982 w 1242102"/>
                <a:gd name="connsiteY3" fmla="*/ 2578052 h 2635689"/>
                <a:gd name="connsiteX4" fmla="*/ 289259 w 1242102"/>
                <a:gd name="connsiteY4" fmla="*/ 2399682 h 2635689"/>
                <a:gd name="connsiteX5" fmla="*/ 77957 w 1242102"/>
                <a:gd name="connsiteY5" fmla="*/ 900439 h 2635689"/>
                <a:gd name="connsiteX6" fmla="*/ 123236 w 1242102"/>
                <a:gd name="connsiteY6" fmla="*/ 633796 h 2635689"/>
                <a:gd name="connsiteX7" fmla="*/ 128267 w 1242102"/>
                <a:gd name="connsiteY7" fmla="*/ 314326 h 2635689"/>
                <a:gd name="connsiteX8" fmla="*/ 44729 w 1242102"/>
                <a:gd name="connsiteY8" fmla="*/ 16426 h 2635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2102" h="2635689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9725" name="Freeform: Shape 29724">
              <a:extLst>
                <a:ext uri="{FF2B5EF4-FFF2-40B4-BE49-F238E27FC236}">
                  <a16:creationId xmlns:a16="http://schemas.microsoft.com/office/drawing/2014/main" id="{7401EE7D-B85D-4C10-AB8C-71884EFB11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577788" cy="980141"/>
            </a:xfrm>
            <a:custGeom>
              <a:avLst/>
              <a:gdLst>
                <a:gd name="connsiteX0" fmla="*/ 117137 w 1471018"/>
                <a:gd name="connsiteY0" fmla="*/ 759920 h 795676"/>
                <a:gd name="connsiteX1" fmla="*/ 130429 w 1471018"/>
                <a:gd name="connsiteY1" fmla="*/ 768654 h 795676"/>
                <a:gd name="connsiteX2" fmla="*/ 124353 w 1471018"/>
                <a:gd name="connsiteY2" fmla="*/ 792959 h 795676"/>
                <a:gd name="connsiteX3" fmla="*/ 100048 w 1471018"/>
                <a:gd name="connsiteY3" fmla="*/ 786883 h 795676"/>
                <a:gd name="connsiteX4" fmla="*/ 106124 w 1471018"/>
                <a:gd name="connsiteY4" fmla="*/ 762578 h 795676"/>
                <a:gd name="connsiteX5" fmla="*/ 117137 w 1471018"/>
                <a:gd name="connsiteY5" fmla="*/ 759920 h 795676"/>
                <a:gd name="connsiteX6" fmla="*/ 220419 w 1471018"/>
                <a:gd name="connsiteY6" fmla="*/ 753844 h 795676"/>
                <a:gd name="connsiteX7" fmla="*/ 233710 w 1471018"/>
                <a:gd name="connsiteY7" fmla="*/ 762578 h 795676"/>
                <a:gd name="connsiteX8" fmla="*/ 227634 w 1471018"/>
                <a:gd name="connsiteY8" fmla="*/ 786883 h 795676"/>
                <a:gd name="connsiteX9" fmla="*/ 203329 w 1471018"/>
                <a:gd name="connsiteY9" fmla="*/ 780807 h 795676"/>
                <a:gd name="connsiteX10" fmla="*/ 209405 w 1471018"/>
                <a:gd name="connsiteY10" fmla="*/ 756502 h 795676"/>
                <a:gd name="connsiteX11" fmla="*/ 220419 w 1471018"/>
                <a:gd name="connsiteY11" fmla="*/ 753844 h 795676"/>
                <a:gd name="connsiteX12" fmla="*/ 25999 w 1471018"/>
                <a:gd name="connsiteY12" fmla="*/ 741691 h 795676"/>
                <a:gd name="connsiteX13" fmla="*/ 39290 w 1471018"/>
                <a:gd name="connsiteY13" fmla="*/ 750425 h 795676"/>
                <a:gd name="connsiteX14" fmla="*/ 33214 w 1471018"/>
                <a:gd name="connsiteY14" fmla="*/ 774730 h 795676"/>
                <a:gd name="connsiteX15" fmla="*/ 8909 w 1471018"/>
                <a:gd name="connsiteY15" fmla="*/ 768654 h 795676"/>
                <a:gd name="connsiteX16" fmla="*/ 14985 w 1471018"/>
                <a:gd name="connsiteY16" fmla="*/ 744349 h 795676"/>
                <a:gd name="connsiteX17" fmla="*/ 25999 w 1471018"/>
                <a:gd name="connsiteY17" fmla="*/ 741691 h 795676"/>
                <a:gd name="connsiteX18" fmla="*/ 329796 w 1471018"/>
                <a:gd name="connsiteY18" fmla="*/ 735615 h 795676"/>
                <a:gd name="connsiteX19" fmla="*/ 343088 w 1471018"/>
                <a:gd name="connsiteY19" fmla="*/ 744349 h 795676"/>
                <a:gd name="connsiteX20" fmla="*/ 337012 w 1471018"/>
                <a:gd name="connsiteY20" fmla="*/ 768654 h 795676"/>
                <a:gd name="connsiteX21" fmla="*/ 312707 w 1471018"/>
                <a:gd name="connsiteY21" fmla="*/ 762578 h 795676"/>
                <a:gd name="connsiteX22" fmla="*/ 318783 w 1471018"/>
                <a:gd name="connsiteY22" fmla="*/ 738273 h 795676"/>
                <a:gd name="connsiteX23" fmla="*/ 329796 w 1471018"/>
                <a:gd name="connsiteY23" fmla="*/ 735615 h 795676"/>
                <a:gd name="connsiteX24" fmla="*/ 442198 w 1471018"/>
                <a:gd name="connsiteY24" fmla="*/ 702197 h 795676"/>
                <a:gd name="connsiteX25" fmla="*/ 455488 w 1471018"/>
                <a:gd name="connsiteY25" fmla="*/ 710931 h 795676"/>
                <a:gd name="connsiteX26" fmla="*/ 449413 w 1471018"/>
                <a:gd name="connsiteY26" fmla="*/ 735236 h 795676"/>
                <a:gd name="connsiteX27" fmla="*/ 425110 w 1471018"/>
                <a:gd name="connsiteY27" fmla="*/ 729160 h 795676"/>
                <a:gd name="connsiteX28" fmla="*/ 431186 w 1471018"/>
                <a:gd name="connsiteY28" fmla="*/ 704855 h 795676"/>
                <a:gd name="connsiteX29" fmla="*/ 442198 w 1471018"/>
                <a:gd name="connsiteY29" fmla="*/ 702197 h 795676"/>
                <a:gd name="connsiteX30" fmla="*/ 542453 w 1471018"/>
                <a:gd name="connsiteY30" fmla="*/ 668778 h 795676"/>
                <a:gd name="connsiteX31" fmla="*/ 555745 w 1471018"/>
                <a:gd name="connsiteY31" fmla="*/ 677512 h 795676"/>
                <a:gd name="connsiteX32" fmla="*/ 549669 w 1471018"/>
                <a:gd name="connsiteY32" fmla="*/ 701817 h 795676"/>
                <a:gd name="connsiteX33" fmla="*/ 525364 w 1471018"/>
                <a:gd name="connsiteY33" fmla="*/ 695741 h 795676"/>
                <a:gd name="connsiteX34" fmla="*/ 531440 w 1471018"/>
                <a:gd name="connsiteY34" fmla="*/ 671436 h 795676"/>
                <a:gd name="connsiteX35" fmla="*/ 542453 w 1471018"/>
                <a:gd name="connsiteY35" fmla="*/ 668778 h 795676"/>
                <a:gd name="connsiteX36" fmla="*/ 132328 w 1471018"/>
                <a:gd name="connsiteY36" fmla="*/ 650549 h 795676"/>
                <a:gd name="connsiteX37" fmla="*/ 145620 w 1471018"/>
                <a:gd name="connsiteY37" fmla="*/ 659283 h 795676"/>
                <a:gd name="connsiteX38" fmla="*/ 139544 w 1471018"/>
                <a:gd name="connsiteY38" fmla="*/ 683588 h 795676"/>
                <a:gd name="connsiteX39" fmla="*/ 115239 w 1471018"/>
                <a:gd name="connsiteY39" fmla="*/ 677512 h 795676"/>
                <a:gd name="connsiteX40" fmla="*/ 121315 w 1471018"/>
                <a:gd name="connsiteY40" fmla="*/ 653207 h 795676"/>
                <a:gd name="connsiteX41" fmla="*/ 132328 w 1471018"/>
                <a:gd name="connsiteY41" fmla="*/ 650549 h 795676"/>
                <a:gd name="connsiteX42" fmla="*/ 642709 w 1471018"/>
                <a:gd name="connsiteY42" fmla="*/ 641435 h 795676"/>
                <a:gd name="connsiteX43" fmla="*/ 656001 w 1471018"/>
                <a:gd name="connsiteY43" fmla="*/ 650169 h 795676"/>
                <a:gd name="connsiteX44" fmla="*/ 649925 w 1471018"/>
                <a:gd name="connsiteY44" fmla="*/ 674474 h 795676"/>
                <a:gd name="connsiteX45" fmla="*/ 625620 w 1471018"/>
                <a:gd name="connsiteY45" fmla="*/ 668398 h 795676"/>
                <a:gd name="connsiteX46" fmla="*/ 631696 w 1471018"/>
                <a:gd name="connsiteY46" fmla="*/ 644093 h 795676"/>
                <a:gd name="connsiteX47" fmla="*/ 642709 w 1471018"/>
                <a:gd name="connsiteY47" fmla="*/ 641435 h 795676"/>
                <a:gd name="connsiteX48" fmla="*/ 235618 w 1471018"/>
                <a:gd name="connsiteY48" fmla="*/ 641435 h 795676"/>
                <a:gd name="connsiteX49" fmla="*/ 248910 w 1471018"/>
                <a:gd name="connsiteY49" fmla="*/ 650169 h 795676"/>
                <a:gd name="connsiteX50" fmla="*/ 242833 w 1471018"/>
                <a:gd name="connsiteY50" fmla="*/ 674474 h 795676"/>
                <a:gd name="connsiteX51" fmla="*/ 218529 w 1471018"/>
                <a:gd name="connsiteY51" fmla="*/ 668398 h 795676"/>
                <a:gd name="connsiteX52" fmla="*/ 224605 w 1471018"/>
                <a:gd name="connsiteY52" fmla="*/ 644093 h 795676"/>
                <a:gd name="connsiteX53" fmla="*/ 235618 w 1471018"/>
                <a:gd name="connsiteY53" fmla="*/ 641435 h 795676"/>
                <a:gd name="connsiteX54" fmla="*/ 338904 w 1471018"/>
                <a:gd name="connsiteY54" fmla="*/ 629283 h 795676"/>
                <a:gd name="connsiteX55" fmla="*/ 352196 w 1471018"/>
                <a:gd name="connsiteY55" fmla="*/ 638017 h 795676"/>
                <a:gd name="connsiteX56" fmla="*/ 346120 w 1471018"/>
                <a:gd name="connsiteY56" fmla="*/ 662322 h 795676"/>
                <a:gd name="connsiteX57" fmla="*/ 321815 w 1471018"/>
                <a:gd name="connsiteY57" fmla="*/ 656246 h 795676"/>
                <a:gd name="connsiteX58" fmla="*/ 327891 w 1471018"/>
                <a:gd name="connsiteY58" fmla="*/ 631941 h 795676"/>
                <a:gd name="connsiteX59" fmla="*/ 338904 w 1471018"/>
                <a:gd name="connsiteY59" fmla="*/ 629283 h 795676"/>
                <a:gd name="connsiteX60" fmla="*/ 32070 w 1471018"/>
                <a:gd name="connsiteY60" fmla="*/ 601940 h 795676"/>
                <a:gd name="connsiteX61" fmla="*/ 45361 w 1471018"/>
                <a:gd name="connsiteY61" fmla="*/ 610674 h 795676"/>
                <a:gd name="connsiteX62" fmla="*/ 39285 w 1471018"/>
                <a:gd name="connsiteY62" fmla="*/ 634979 h 795676"/>
                <a:gd name="connsiteX63" fmla="*/ 14981 w 1471018"/>
                <a:gd name="connsiteY63" fmla="*/ 628903 h 795676"/>
                <a:gd name="connsiteX64" fmla="*/ 21056 w 1471018"/>
                <a:gd name="connsiteY64" fmla="*/ 604598 h 795676"/>
                <a:gd name="connsiteX65" fmla="*/ 32070 w 1471018"/>
                <a:gd name="connsiteY65" fmla="*/ 601940 h 795676"/>
                <a:gd name="connsiteX66" fmla="*/ 752079 w 1471018"/>
                <a:gd name="connsiteY66" fmla="*/ 586750 h 795676"/>
                <a:gd name="connsiteX67" fmla="*/ 765371 w 1471018"/>
                <a:gd name="connsiteY67" fmla="*/ 595484 h 795676"/>
                <a:gd name="connsiteX68" fmla="*/ 759295 w 1471018"/>
                <a:gd name="connsiteY68" fmla="*/ 619789 h 795676"/>
                <a:gd name="connsiteX69" fmla="*/ 734990 w 1471018"/>
                <a:gd name="connsiteY69" fmla="*/ 613713 h 795676"/>
                <a:gd name="connsiteX70" fmla="*/ 741066 w 1471018"/>
                <a:gd name="connsiteY70" fmla="*/ 589408 h 795676"/>
                <a:gd name="connsiteX71" fmla="*/ 752079 w 1471018"/>
                <a:gd name="connsiteY71" fmla="*/ 586750 h 795676"/>
                <a:gd name="connsiteX72" fmla="*/ 436123 w 1471018"/>
                <a:gd name="connsiteY72" fmla="*/ 583712 h 795676"/>
                <a:gd name="connsiteX73" fmla="*/ 449413 w 1471018"/>
                <a:gd name="connsiteY73" fmla="*/ 592446 h 795676"/>
                <a:gd name="connsiteX74" fmla="*/ 443339 w 1471018"/>
                <a:gd name="connsiteY74" fmla="*/ 616751 h 795676"/>
                <a:gd name="connsiteX75" fmla="*/ 419039 w 1471018"/>
                <a:gd name="connsiteY75" fmla="*/ 610675 h 795676"/>
                <a:gd name="connsiteX76" fmla="*/ 425114 w 1471018"/>
                <a:gd name="connsiteY76" fmla="*/ 586370 h 795676"/>
                <a:gd name="connsiteX77" fmla="*/ 436123 w 1471018"/>
                <a:gd name="connsiteY77" fmla="*/ 583712 h 795676"/>
                <a:gd name="connsiteX78" fmla="*/ 548529 w 1471018"/>
                <a:gd name="connsiteY78" fmla="*/ 556370 h 795676"/>
                <a:gd name="connsiteX79" fmla="*/ 561821 w 1471018"/>
                <a:gd name="connsiteY79" fmla="*/ 565104 h 795676"/>
                <a:gd name="connsiteX80" fmla="*/ 555745 w 1471018"/>
                <a:gd name="connsiteY80" fmla="*/ 589409 h 795676"/>
                <a:gd name="connsiteX81" fmla="*/ 531440 w 1471018"/>
                <a:gd name="connsiteY81" fmla="*/ 583333 h 795676"/>
                <a:gd name="connsiteX82" fmla="*/ 537516 w 1471018"/>
                <a:gd name="connsiteY82" fmla="*/ 559028 h 795676"/>
                <a:gd name="connsiteX83" fmla="*/ 548529 w 1471018"/>
                <a:gd name="connsiteY83" fmla="*/ 556370 h 795676"/>
                <a:gd name="connsiteX84" fmla="*/ 852335 w 1471018"/>
                <a:gd name="connsiteY84" fmla="*/ 550293 h 795676"/>
                <a:gd name="connsiteX85" fmla="*/ 865627 w 1471018"/>
                <a:gd name="connsiteY85" fmla="*/ 559027 h 795676"/>
                <a:gd name="connsiteX86" fmla="*/ 859551 w 1471018"/>
                <a:gd name="connsiteY86" fmla="*/ 583332 h 795676"/>
                <a:gd name="connsiteX87" fmla="*/ 835246 w 1471018"/>
                <a:gd name="connsiteY87" fmla="*/ 577256 h 795676"/>
                <a:gd name="connsiteX88" fmla="*/ 841322 w 1471018"/>
                <a:gd name="connsiteY88" fmla="*/ 552951 h 795676"/>
                <a:gd name="connsiteX89" fmla="*/ 852335 w 1471018"/>
                <a:gd name="connsiteY89" fmla="*/ 550293 h 795676"/>
                <a:gd name="connsiteX90" fmla="*/ 667013 w 1471018"/>
                <a:gd name="connsiteY90" fmla="*/ 532065 h 795676"/>
                <a:gd name="connsiteX91" fmla="*/ 680305 w 1471018"/>
                <a:gd name="connsiteY91" fmla="*/ 540799 h 795676"/>
                <a:gd name="connsiteX92" fmla="*/ 674229 w 1471018"/>
                <a:gd name="connsiteY92" fmla="*/ 565104 h 795676"/>
                <a:gd name="connsiteX93" fmla="*/ 649924 w 1471018"/>
                <a:gd name="connsiteY93" fmla="*/ 559028 h 795676"/>
                <a:gd name="connsiteX94" fmla="*/ 656000 w 1471018"/>
                <a:gd name="connsiteY94" fmla="*/ 534723 h 795676"/>
                <a:gd name="connsiteX95" fmla="*/ 667013 w 1471018"/>
                <a:gd name="connsiteY95" fmla="*/ 532065 h 795676"/>
                <a:gd name="connsiteX96" fmla="*/ 126251 w 1471018"/>
                <a:gd name="connsiteY96" fmla="*/ 532065 h 795676"/>
                <a:gd name="connsiteX97" fmla="*/ 139543 w 1471018"/>
                <a:gd name="connsiteY97" fmla="*/ 540799 h 795676"/>
                <a:gd name="connsiteX98" fmla="*/ 133467 w 1471018"/>
                <a:gd name="connsiteY98" fmla="*/ 565104 h 795676"/>
                <a:gd name="connsiteX99" fmla="*/ 109162 w 1471018"/>
                <a:gd name="connsiteY99" fmla="*/ 559028 h 795676"/>
                <a:gd name="connsiteX100" fmla="*/ 115238 w 1471018"/>
                <a:gd name="connsiteY100" fmla="*/ 534723 h 795676"/>
                <a:gd name="connsiteX101" fmla="*/ 126251 w 1471018"/>
                <a:gd name="connsiteY101" fmla="*/ 532065 h 795676"/>
                <a:gd name="connsiteX102" fmla="*/ 226503 w 1471018"/>
                <a:gd name="connsiteY102" fmla="*/ 529027 h 795676"/>
                <a:gd name="connsiteX103" fmla="*/ 239794 w 1471018"/>
                <a:gd name="connsiteY103" fmla="*/ 537761 h 795676"/>
                <a:gd name="connsiteX104" fmla="*/ 233718 w 1471018"/>
                <a:gd name="connsiteY104" fmla="*/ 562066 h 795676"/>
                <a:gd name="connsiteX105" fmla="*/ 209414 w 1471018"/>
                <a:gd name="connsiteY105" fmla="*/ 555990 h 795676"/>
                <a:gd name="connsiteX106" fmla="*/ 215490 w 1471018"/>
                <a:gd name="connsiteY106" fmla="*/ 531685 h 795676"/>
                <a:gd name="connsiteX107" fmla="*/ 226503 w 1471018"/>
                <a:gd name="connsiteY107" fmla="*/ 529027 h 795676"/>
                <a:gd name="connsiteX108" fmla="*/ 332836 w 1471018"/>
                <a:gd name="connsiteY108" fmla="*/ 519913 h 795676"/>
                <a:gd name="connsiteX109" fmla="*/ 346128 w 1471018"/>
                <a:gd name="connsiteY109" fmla="*/ 528647 h 795676"/>
                <a:gd name="connsiteX110" fmla="*/ 340052 w 1471018"/>
                <a:gd name="connsiteY110" fmla="*/ 552952 h 795676"/>
                <a:gd name="connsiteX111" fmla="*/ 315748 w 1471018"/>
                <a:gd name="connsiteY111" fmla="*/ 546876 h 795676"/>
                <a:gd name="connsiteX112" fmla="*/ 321823 w 1471018"/>
                <a:gd name="connsiteY112" fmla="*/ 522571 h 795676"/>
                <a:gd name="connsiteX113" fmla="*/ 332836 w 1471018"/>
                <a:gd name="connsiteY113" fmla="*/ 519913 h 795676"/>
                <a:gd name="connsiteX114" fmla="*/ 7768 w 1471018"/>
                <a:gd name="connsiteY114" fmla="*/ 507761 h 795676"/>
                <a:gd name="connsiteX115" fmla="*/ 21060 w 1471018"/>
                <a:gd name="connsiteY115" fmla="*/ 516495 h 795676"/>
                <a:gd name="connsiteX116" fmla="*/ 14984 w 1471018"/>
                <a:gd name="connsiteY116" fmla="*/ 540800 h 795676"/>
                <a:gd name="connsiteX117" fmla="*/ 2831 w 1471018"/>
                <a:gd name="connsiteY117" fmla="*/ 543458 h 795676"/>
                <a:gd name="connsiteX118" fmla="*/ 0 w 1471018"/>
                <a:gd name="connsiteY118" fmla="*/ 541423 h 795676"/>
                <a:gd name="connsiteX119" fmla="*/ 0 w 1471018"/>
                <a:gd name="connsiteY119" fmla="*/ 509636 h 795676"/>
                <a:gd name="connsiteX120" fmla="*/ 946515 w 1471018"/>
                <a:gd name="connsiteY120" fmla="*/ 486494 h 795676"/>
                <a:gd name="connsiteX121" fmla="*/ 959807 w 1471018"/>
                <a:gd name="connsiteY121" fmla="*/ 495228 h 795676"/>
                <a:gd name="connsiteX122" fmla="*/ 953731 w 1471018"/>
                <a:gd name="connsiteY122" fmla="*/ 519533 h 795676"/>
                <a:gd name="connsiteX123" fmla="*/ 929426 w 1471018"/>
                <a:gd name="connsiteY123" fmla="*/ 513457 h 795676"/>
                <a:gd name="connsiteX124" fmla="*/ 935502 w 1471018"/>
                <a:gd name="connsiteY124" fmla="*/ 489152 h 795676"/>
                <a:gd name="connsiteX125" fmla="*/ 946515 w 1471018"/>
                <a:gd name="connsiteY125" fmla="*/ 486494 h 795676"/>
                <a:gd name="connsiteX126" fmla="*/ 457386 w 1471018"/>
                <a:gd name="connsiteY126" fmla="*/ 483456 h 795676"/>
                <a:gd name="connsiteX127" fmla="*/ 470679 w 1471018"/>
                <a:gd name="connsiteY127" fmla="*/ 492190 h 795676"/>
                <a:gd name="connsiteX128" fmla="*/ 464601 w 1471018"/>
                <a:gd name="connsiteY128" fmla="*/ 516495 h 795676"/>
                <a:gd name="connsiteX129" fmla="*/ 440300 w 1471018"/>
                <a:gd name="connsiteY129" fmla="*/ 510419 h 795676"/>
                <a:gd name="connsiteX130" fmla="*/ 446374 w 1471018"/>
                <a:gd name="connsiteY130" fmla="*/ 486114 h 795676"/>
                <a:gd name="connsiteX131" fmla="*/ 457386 w 1471018"/>
                <a:gd name="connsiteY131" fmla="*/ 483456 h 795676"/>
                <a:gd name="connsiteX132" fmla="*/ 821954 w 1471018"/>
                <a:gd name="connsiteY132" fmla="*/ 456114 h 795676"/>
                <a:gd name="connsiteX133" fmla="*/ 835246 w 1471018"/>
                <a:gd name="connsiteY133" fmla="*/ 464848 h 795676"/>
                <a:gd name="connsiteX134" fmla="*/ 829170 w 1471018"/>
                <a:gd name="connsiteY134" fmla="*/ 489153 h 795676"/>
                <a:gd name="connsiteX135" fmla="*/ 804865 w 1471018"/>
                <a:gd name="connsiteY135" fmla="*/ 483077 h 795676"/>
                <a:gd name="connsiteX136" fmla="*/ 810941 w 1471018"/>
                <a:gd name="connsiteY136" fmla="*/ 458772 h 795676"/>
                <a:gd name="connsiteX137" fmla="*/ 821954 w 1471018"/>
                <a:gd name="connsiteY137" fmla="*/ 456114 h 795676"/>
                <a:gd name="connsiteX138" fmla="*/ 584986 w 1471018"/>
                <a:gd name="connsiteY138" fmla="*/ 456114 h 795676"/>
                <a:gd name="connsiteX139" fmla="*/ 598278 w 1471018"/>
                <a:gd name="connsiteY139" fmla="*/ 464848 h 795676"/>
                <a:gd name="connsiteX140" fmla="*/ 592202 w 1471018"/>
                <a:gd name="connsiteY140" fmla="*/ 489153 h 795676"/>
                <a:gd name="connsiteX141" fmla="*/ 567897 w 1471018"/>
                <a:gd name="connsiteY141" fmla="*/ 483077 h 795676"/>
                <a:gd name="connsiteX142" fmla="*/ 573973 w 1471018"/>
                <a:gd name="connsiteY142" fmla="*/ 458772 h 795676"/>
                <a:gd name="connsiteX143" fmla="*/ 584986 w 1471018"/>
                <a:gd name="connsiteY143" fmla="*/ 456114 h 795676"/>
                <a:gd name="connsiteX144" fmla="*/ 718660 w 1471018"/>
                <a:gd name="connsiteY144" fmla="*/ 443961 h 795676"/>
                <a:gd name="connsiteX145" fmla="*/ 731952 w 1471018"/>
                <a:gd name="connsiteY145" fmla="*/ 452695 h 795676"/>
                <a:gd name="connsiteX146" fmla="*/ 725876 w 1471018"/>
                <a:gd name="connsiteY146" fmla="*/ 477000 h 795676"/>
                <a:gd name="connsiteX147" fmla="*/ 701571 w 1471018"/>
                <a:gd name="connsiteY147" fmla="*/ 470924 h 795676"/>
                <a:gd name="connsiteX148" fmla="*/ 707647 w 1471018"/>
                <a:gd name="connsiteY148" fmla="*/ 446619 h 795676"/>
                <a:gd name="connsiteX149" fmla="*/ 718660 w 1471018"/>
                <a:gd name="connsiteY149" fmla="*/ 443961 h 795676"/>
                <a:gd name="connsiteX150" fmla="*/ 1016390 w 1471018"/>
                <a:gd name="connsiteY150" fmla="*/ 425733 h 795676"/>
                <a:gd name="connsiteX151" fmla="*/ 1029681 w 1471018"/>
                <a:gd name="connsiteY151" fmla="*/ 434467 h 795676"/>
                <a:gd name="connsiteX152" fmla="*/ 1023605 w 1471018"/>
                <a:gd name="connsiteY152" fmla="*/ 458772 h 795676"/>
                <a:gd name="connsiteX153" fmla="*/ 999301 w 1471018"/>
                <a:gd name="connsiteY153" fmla="*/ 452696 h 795676"/>
                <a:gd name="connsiteX154" fmla="*/ 1005377 w 1471018"/>
                <a:gd name="connsiteY154" fmla="*/ 428391 h 795676"/>
                <a:gd name="connsiteX155" fmla="*/ 1016390 w 1471018"/>
                <a:gd name="connsiteY155" fmla="*/ 425733 h 795676"/>
                <a:gd name="connsiteX156" fmla="*/ 250806 w 1471018"/>
                <a:gd name="connsiteY156" fmla="*/ 416619 h 795676"/>
                <a:gd name="connsiteX157" fmla="*/ 264098 w 1471018"/>
                <a:gd name="connsiteY157" fmla="*/ 425353 h 795676"/>
                <a:gd name="connsiteX158" fmla="*/ 258022 w 1471018"/>
                <a:gd name="connsiteY158" fmla="*/ 449658 h 795676"/>
                <a:gd name="connsiteX159" fmla="*/ 233717 w 1471018"/>
                <a:gd name="connsiteY159" fmla="*/ 443582 h 795676"/>
                <a:gd name="connsiteX160" fmla="*/ 239793 w 1471018"/>
                <a:gd name="connsiteY160" fmla="*/ 419277 h 795676"/>
                <a:gd name="connsiteX161" fmla="*/ 250806 w 1471018"/>
                <a:gd name="connsiteY161" fmla="*/ 416619 h 795676"/>
                <a:gd name="connsiteX162" fmla="*/ 144467 w 1471018"/>
                <a:gd name="connsiteY162" fmla="*/ 416619 h 795676"/>
                <a:gd name="connsiteX163" fmla="*/ 157759 w 1471018"/>
                <a:gd name="connsiteY163" fmla="*/ 425353 h 795676"/>
                <a:gd name="connsiteX164" fmla="*/ 151683 w 1471018"/>
                <a:gd name="connsiteY164" fmla="*/ 449658 h 795676"/>
                <a:gd name="connsiteX165" fmla="*/ 127378 w 1471018"/>
                <a:gd name="connsiteY165" fmla="*/ 443582 h 795676"/>
                <a:gd name="connsiteX166" fmla="*/ 133454 w 1471018"/>
                <a:gd name="connsiteY166" fmla="*/ 419277 h 795676"/>
                <a:gd name="connsiteX167" fmla="*/ 144467 w 1471018"/>
                <a:gd name="connsiteY167" fmla="*/ 416619 h 795676"/>
                <a:gd name="connsiteX168" fmla="*/ 29033 w 1471018"/>
                <a:gd name="connsiteY168" fmla="*/ 416619 h 795676"/>
                <a:gd name="connsiteX169" fmla="*/ 42324 w 1471018"/>
                <a:gd name="connsiteY169" fmla="*/ 425353 h 795676"/>
                <a:gd name="connsiteX170" fmla="*/ 36248 w 1471018"/>
                <a:gd name="connsiteY170" fmla="*/ 449658 h 795676"/>
                <a:gd name="connsiteX171" fmla="*/ 11944 w 1471018"/>
                <a:gd name="connsiteY171" fmla="*/ 443582 h 795676"/>
                <a:gd name="connsiteX172" fmla="*/ 18020 w 1471018"/>
                <a:gd name="connsiteY172" fmla="*/ 419277 h 795676"/>
                <a:gd name="connsiteX173" fmla="*/ 29033 w 1471018"/>
                <a:gd name="connsiteY173" fmla="*/ 416619 h 795676"/>
                <a:gd name="connsiteX174" fmla="*/ 360172 w 1471018"/>
                <a:gd name="connsiteY174" fmla="*/ 410543 h 795676"/>
                <a:gd name="connsiteX175" fmla="*/ 373464 w 1471018"/>
                <a:gd name="connsiteY175" fmla="*/ 419277 h 795676"/>
                <a:gd name="connsiteX176" fmla="*/ 367388 w 1471018"/>
                <a:gd name="connsiteY176" fmla="*/ 443582 h 795676"/>
                <a:gd name="connsiteX177" fmla="*/ 343083 w 1471018"/>
                <a:gd name="connsiteY177" fmla="*/ 437506 h 795676"/>
                <a:gd name="connsiteX178" fmla="*/ 349159 w 1471018"/>
                <a:gd name="connsiteY178" fmla="*/ 413201 h 795676"/>
                <a:gd name="connsiteX179" fmla="*/ 360172 w 1471018"/>
                <a:gd name="connsiteY179" fmla="*/ 410543 h 795676"/>
                <a:gd name="connsiteX180" fmla="*/ 1110570 w 1471018"/>
                <a:gd name="connsiteY180" fmla="*/ 389276 h 795676"/>
                <a:gd name="connsiteX181" fmla="*/ 1123862 w 1471018"/>
                <a:gd name="connsiteY181" fmla="*/ 398010 h 795676"/>
                <a:gd name="connsiteX182" fmla="*/ 1117786 w 1471018"/>
                <a:gd name="connsiteY182" fmla="*/ 422315 h 795676"/>
                <a:gd name="connsiteX183" fmla="*/ 1093481 w 1471018"/>
                <a:gd name="connsiteY183" fmla="*/ 416239 h 795676"/>
                <a:gd name="connsiteX184" fmla="*/ 1099557 w 1471018"/>
                <a:gd name="connsiteY184" fmla="*/ 391934 h 795676"/>
                <a:gd name="connsiteX185" fmla="*/ 1110570 w 1471018"/>
                <a:gd name="connsiteY185" fmla="*/ 389276 h 795676"/>
                <a:gd name="connsiteX186" fmla="*/ 490806 w 1471018"/>
                <a:gd name="connsiteY186" fmla="*/ 383200 h 795676"/>
                <a:gd name="connsiteX187" fmla="*/ 504098 w 1471018"/>
                <a:gd name="connsiteY187" fmla="*/ 391934 h 795676"/>
                <a:gd name="connsiteX188" fmla="*/ 498022 w 1471018"/>
                <a:gd name="connsiteY188" fmla="*/ 416239 h 795676"/>
                <a:gd name="connsiteX189" fmla="*/ 473717 w 1471018"/>
                <a:gd name="connsiteY189" fmla="*/ 410163 h 795676"/>
                <a:gd name="connsiteX190" fmla="*/ 479793 w 1471018"/>
                <a:gd name="connsiteY190" fmla="*/ 385858 h 795676"/>
                <a:gd name="connsiteX191" fmla="*/ 490806 w 1471018"/>
                <a:gd name="connsiteY191" fmla="*/ 383200 h 795676"/>
                <a:gd name="connsiteX192" fmla="*/ 900944 w 1471018"/>
                <a:gd name="connsiteY192" fmla="*/ 380162 h 795676"/>
                <a:gd name="connsiteX193" fmla="*/ 914236 w 1471018"/>
                <a:gd name="connsiteY193" fmla="*/ 388896 h 795676"/>
                <a:gd name="connsiteX194" fmla="*/ 908160 w 1471018"/>
                <a:gd name="connsiteY194" fmla="*/ 413201 h 795676"/>
                <a:gd name="connsiteX195" fmla="*/ 883855 w 1471018"/>
                <a:gd name="connsiteY195" fmla="*/ 407125 h 795676"/>
                <a:gd name="connsiteX196" fmla="*/ 889931 w 1471018"/>
                <a:gd name="connsiteY196" fmla="*/ 382820 h 795676"/>
                <a:gd name="connsiteX197" fmla="*/ 900944 w 1471018"/>
                <a:gd name="connsiteY197" fmla="*/ 380162 h 795676"/>
                <a:gd name="connsiteX198" fmla="*/ 618404 w 1471018"/>
                <a:gd name="connsiteY198" fmla="*/ 361934 h 795676"/>
                <a:gd name="connsiteX199" fmla="*/ 631696 w 1471018"/>
                <a:gd name="connsiteY199" fmla="*/ 370668 h 795676"/>
                <a:gd name="connsiteX200" fmla="*/ 625620 w 1471018"/>
                <a:gd name="connsiteY200" fmla="*/ 394973 h 795676"/>
                <a:gd name="connsiteX201" fmla="*/ 601315 w 1471018"/>
                <a:gd name="connsiteY201" fmla="*/ 388897 h 795676"/>
                <a:gd name="connsiteX202" fmla="*/ 607391 w 1471018"/>
                <a:gd name="connsiteY202" fmla="*/ 364592 h 795676"/>
                <a:gd name="connsiteX203" fmla="*/ 618404 w 1471018"/>
                <a:gd name="connsiteY203" fmla="*/ 361934 h 795676"/>
                <a:gd name="connsiteX204" fmla="*/ 749041 w 1471018"/>
                <a:gd name="connsiteY204" fmla="*/ 355858 h 795676"/>
                <a:gd name="connsiteX205" fmla="*/ 762333 w 1471018"/>
                <a:gd name="connsiteY205" fmla="*/ 364592 h 795676"/>
                <a:gd name="connsiteX206" fmla="*/ 756257 w 1471018"/>
                <a:gd name="connsiteY206" fmla="*/ 388897 h 795676"/>
                <a:gd name="connsiteX207" fmla="*/ 731952 w 1471018"/>
                <a:gd name="connsiteY207" fmla="*/ 382821 h 795676"/>
                <a:gd name="connsiteX208" fmla="*/ 738028 w 1471018"/>
                <a:gd name="connsiteY208" fmla="*/ 358516 h 795676"/>
                <a:gd name="connsiteX209" fmla="*/ 749041 w 1471018"/>
                <a:gd name="connsiteY209" fmla="*/ 355858 h 795676"/>
                <a:gd name="connsiteX210" fmla="*/ 10801 w 1471018"/>
                <a:gd name="connsiteY210" fmla="*/ 334591 h 795676"/>
                <a:gd name="connsiteX211" fmla="*/ 24093 w 1471018"/>
                <a:gd name="connsiteY211" fmla="*/ 343325 h 795676"/>
                <a:gd name="connsiteX212" fmla="*/ 18017 w 1471018"/>
                <a:gd name="connsiteY212" fmla="*/ 367630 h 795676"/>
                <a:gd name="connsiteX213" fmla="*/ 5865 w 1471018"/>
                <a:gd name="connsiteY213" fmla="*/ 370288 h 795676"/>
                <a:gd name="connsiteX214" fmla="*/ 0 w 1471018"/>
                <a:gd name="connsiteY214" fmla="*/ 366073 h 795676"/>
                <a:gd name="connsiteX215" fmla="*/ 0 w 1471018"/>
                <a:gd name="connsiteY215" fmla="*/ 337198 h 795676"/>
                <a:gd name="connsiteX216" fmla="*/ 1213864 w 1471018"/>
                <a:gd name="connsiteY216" fmla="*/ 313325 h 795676"/>
                <a:gd name="connsiteX217" fmla="*/ 1227156 w 1471018"/>
                <a:gd name="connsiteY217" fmla="*/ 322059 h 795676"/>
                <a:gd name="connsiteX218" fmla="*/ 1221080 w 1471018"/>
                <a:gd name="connsiteY218" fmla="*/ 346364 h 795676"/>
                <a:gd name="connsiteX219" fmla="*/ 1196775 w 1471018"/>
                <a:gd name="connsiteY219" fmla="*/ 340288 h 795676"/>
                <a:gd name="connsiteX220" fmla="*/ 1202851 w 1471018"/>
                <a:gd name="connsiteY220" fmla="*/ 315983 h 795676"/>
                <a:gd name="connsiteX221" fmla="*/ 1213864 w 1471018"/>
                <a:gd name="connsiteY221" fmla="*/ 313325 h 795676"/>
                <a:gd name="connsiteX222" fmla="*/ 211313 w 1471018"/>
                <a:gd name="connsiteY222" fmla="*/ 313325 h 795676"/>
                <a:gd name="connsiteX223" fmla="*/ 224605 w 1471018"/>
                <a:gd name="connsiteY223" fmla="*/ 322059 h 795676"/>
                <a:gd name="connsiteX224" fmla="*/ 218529 w 1471018"/>
                <a:gd name="connsiteY224" fmla="*/ 346364 h 795676"/>
                <a:gd name="connsiteX225" fmla="*/ 194224 w 1471018"/>
                <a:gd name="connsiteY225" fmla="*/ 340288 h 795676"/>
                <a:gd name="connsiteX226" fmla="*/ 200300 w 1471018"/>
                <a:gd name="connsiteY226" fmla="*/ 315983 h 795676"/>
                <a:gd name="connsiteX227" fmla="*/ 211313 w 1471018"/>
                <a:gd name="connsiteY227" fmla="*/ 313325 h 795676"/>
                <a:gd name="connsiteX228" fmla="*/ 314600 w 1471018"/>
                <a:gd name="connsiteY228" fmla="*/ 301172 h 795676"/>
                <a:gd name="connsiteX229" fmla="*/ 327892 w 1471018"/>
                <a:gd name="connsiteY229" fmla="*/ 309906 h 795676"/>
                <a:gd name="connsiteX230" fmla="*/ 321816 w 1471018"/>
                <a:gd name="connsiteY230" fmla="*/ 334211 h 795676"/>
                <a:gd name="connsiteX231" fmla="*/ 297511 w 1471018"/>
                <a:gd name="connsiteY231" fmla="*/ 328135 h 795676"/>
                <a:gd name="connsiteX232" fmla="*/ 303587 w 1471018"/>
                <a:gd name="connsiteY232" fmla="*/ 303830 h 795676"/>
                <a:gd name="connsiteX233" fmla="*/ 314600 w 1471018"/>
                <a:gd name="connsiteY233" fmla="*/ 301172 h 795676"/>
                <a:gd name="connsiteX234" fmla="*/ 982972 w 1471018"/>
                <a:gd name="connsiteY234" fmla="*/ 298134 h 795676"/>
                <a:gd name="connsiteX235" fmla="*/ 996264 w 1471018"/>
                <a:gd name="connsiteY235" fmla="*/ 306868 h 795676"/>
                <a:gd name="connsiteX236" fmla="*/ 990188 w 1471018"/>
                <a:gd name="connsiteY236" fmla="*/ 331173 h 795676"/>
                <a:gd name="connsiteX237" fmla="*/ 965883 w 1471018"/>
                <a:gd name="connsiteY237" fmla="*/ 325097 h 795676"/>
                <a:gd name="connsiteX238" fmla="*/ 971959 w 1471018"/>
                <a:gd name="connsiteY238" fmla="*/ 300792 h 795676"/>
                <a:gd name="connsiteX239" fmla="*/ 982972 w 1471018"/>
                <a:gd name="connsiteY239" fmla="*/ 298134 h 795676"/>
                <a:gd name="connsiteX240" fmla="*/ 417898 w 1471018"/>
                <a:gd name="connsiteY240" fmla="*/ 298134 h 795676"/>
                <a:gd name="connsiteX241" fmla="*/ 431187 w 1471018"/>
                <a:gd name="connsiteY241" fmla="*/ 306868 h 795676"/>
                <a:gd name="connsiteX242" fmla="*/ 425112 w 1471018"/>
                <a:gd name="connsiteY242" fmla="*/ 331173 h 795676"/>
                <a:gd name="connsiteX243" fmla="*/ 400806 w 1471018"/>
                <a:gd name="connsiteY243" fmla="*/ 325097 h 795676"/>
                <a:gd name="connsiteX244" fmla="*/ 406884 w 1471018"/>
                <a:gd name="connsiteY244" fmla="*/ 300792 h 795676"/>
                <a:gd name="connsiteX245" fmla="*/ 417898 w 1471018"/>
                <a:gd name="connsiteY245" fmla="*/ 298134 h 795676"/>
                <a:gd name="connsiteX246" fmla="*/ 858411 w 1471018"/>
                <a:gd name="connsiteY246" fmla="*/ 295096 h 795676"/>
                <a:gd name="connsiteX247" fmla="*/ 871703 w 1471018"/>
                <a:gd name="connsiteY247" fmla="*/ 303830 h 795676"/>
                <a:gd name="connsiteX248" fmla="*/ 865627 w 1471018"/>
                <a:gd name="connsiteY248" fmla="*/ 328135 h 795676"/>
                <a:gd name="connsiteX249" fmla="*/ 841322 w 1471018"/>
                <a:gd name="connsiteY249" fmla="*/ 322059 h 795676"/>
                <a:gd name="connsiteX250" fmla="*/ 847398 w 1471018"/>
                <a:gd name="connsiteY250" fmla="*/ 297754 h 795676"/>
                <a:gd name="connsiteX251" fmla="*/ 858411 w 1471018"/>
                <a:gd name="connsiteY251" fmla="*/ 295096 h 795676"/>
                <a:gd name="connsiteX252" fmla="*/ 1095380 w 1471018"/>
                <a:gd name="connsiteY252" fmla="*/ 292058 h 795676"/>
                <a:gd name="connsiteX253" fmla="*/ 1108672 w 1471018"/>
                <a:gd name="connsiteY253" fmla="*/ 300792 h 795676"/>
                <a:gd name="connsiteX254" fmla="*/ 1102596 w 1471018"/>
                <a:gd name="connsiteY254" fmla="*/ 325097 h 795676"/>
                <a:gd name="connsiteX255" fmla="*/ 1078291 w 1471018"/>
                <a:gd name="connsiteY255" fmla="*/ 319021 h 795676"/>
                <a:gd name="connsiteX256" fmla="*/ 1084367 w 1471018"/>
                <a:gd name="connsiteY256" fmla="*/ 294716 h 795676"/>
                <a:gd name="connsiteX257" fmla="*/ 1095380 w 1471018"/>
                <a:gd name="connsiteY257" fmla="*/ 292058 h 795676"/>
                <a:gd name="connsiteX258" fmla="*/ 108024 w 1471018"/>
                <a:gd name="connsiteY258" fmla="*/ 289020 h 795676"/>
                <a:gd name="connsiteX259" fmla="*/ 121316 w 1471018"/>
                <a:gd name="connsiteY259" fmla="*/ 297754 h 795676"/>
                <a:gd name="connsiteX260" fmla="*/ 115240 w 1471018"/>
                <a:gd name="connsiteY260" fmla="*/ 322059 h 795676"/>
                <a:gd name="connsiteX261" fmla="*/ 90935 w 1471018"/>
                <a:gd name="connsiteY261" fmla="*/ 315983 h 795676"/>
                <a:gd name="connsiteX262" fmla="*/ 97011 w 1471018"/>
                <a:gd name="connsiteY262" fmla="*/ 291678 h 795676"/>
                <a:gd name="connsiteX263" fmla="*/ 108024 w 1471018"/>
                <a:gd name="connsiteY263" fmla="*/ 289020 h 795676"/>
                <a:gd name="connsiteX264" fmla="*/ 533338 w 1471018"/>
                <a:gd name="connsiteY264" fmla="*/ 270792 h 795676"/>
                <a:gd name="connsiteX265" fmla="*/ 546630 w 1471018"/>
                <a:gd name="connsiteY265" fmla="*/ 279526 h 795676"/>
                <a:gd name="connsiteX266" fmla="*/ 540554 w 1471018"/>
                <a:gd name="connsiteY266" fmla="*/ 303831 h 795676"/>
                <a:gd name="connsiteX267" fmla="*/ 516251 w 1471018"/>
                <a:gd name="connsiteY267" fmla="*/ 297755 h 795676"/>
                <a:gd name="connsiteX268" fmla="*/ 522328 w 1471018"/>
                <a:gd name="connsiteY268" fmla="*/ 273450 h 795676"/>
                <a:gd name="connsiteX269" fmla="*/ 533338 w 1471018"/>
                <a:gd name="connsiteY269" fmla="*/ 270792 h 795676"/>
                <a:gd name="connsiteX270" fmla="*/ 633594 w 1471018"/>
                <a:gd name="connsiteY270" fmla="*/ 261678 h 795676"/>
                <a:gd name="connsiteX271" fmla="*/ 646886 w 1471018"/>
                <a:gd name="connsiteY271" fmla="*/ 270412 h 795676"/>
                <a:gd name="connsiteX272" fmla="*/ 640810 w 1471018"/>
                <a:gd name="connsiteY272" fmla="*/ 294717 h 795676"/>
                <a:gd name="connsiteX273" fmla="*/ 616505 w 1471018"/>
                <a:gd name="connsiteY273" fmla="*/ 288641 h 795676"/>
                <a:gd name="connsiteX274" fmla="*/ 622581 w 1471018"/>
                <a:gd name="connsiteY274" fmla="*/ 264336 h 795676"/>
                <a:gd name="connsiteX275" fmla="*/ 633594 w 1471018"/>
                <a:gd name="connsiteY275" fmla="*/ 261678 h 795676"/>
                <a:gd name="connsiteX276" fmla="*/ 746003 w 1471018"/>
                <a:gd name="connsiteY276" fmla="*/ 258640 h 795676"/>
                <a:gd name="connsiteX277" fmla="*/ 759295 w 1471018"/>
                <a:gd name="connsiteY277" fmla="*/ 267374 h 795676"/>
                <a:gd name="connsiteX278" fmla="*/ 753219 w 1471018"/>
                <a:gd name="connsiteY278" fmla="*/ 291679 h 795676"/>
                <a:gd name="connsiteX279" fmla="*/ 728914 w 1471018"/>
                <a:gd name="connsiteY279" fmla="*/ 285603 h 795676"/>
                <a:gd name="connsiteX280" fmla="*/ 734990 w 1471018"/>
                <a:gd name="connsiteY280" fmla="*/ 261298 h 795676"/>
                <a:gd name="connsiteX281" fmla="*/ 746003 w 1471018"/>
                <a:gd name="connsiteY281" fmla="*/ 258640 h 795676"/>
                <a:gd name="connsiteX282" fmla="*/ 1301968 w 1471018"/>
                <a:gd name="connsiteY282" fmla="*/ 225221 h 795676"/>
                <a:gd name="connsiteX283" fmla="*/ 1315260 w 1471018"/>
                <a:gd name="connsiteY283" fmla="*/ 233955 h 795676"/>
                <a:gd name="connsiteX284" fmla="*/ 1309184 w 1471018"/>
                <a:gd name="connsiteY284" fmla="*/ 258260 h 795676"/>
                <a:gd name="connsiteX285" fmla="*/ 1284879 w 1471018"/>
                <a:gd name="connsiteY285" fmla="*/ 252184 h 795676"/>
                <a:gd name="connsiteX286" fmla="*/ 1290955 w 1471018"/>
                <a:gd name="connsiteY286" fmla="*/ 227879 h 795676"/>
                <a:gd name="connsiteX287" fmla="*/ 1301968 w 1471018"/>
                <a:gd name="connsiteY287" fmla="*/ 225221 h 795676"/>
                <a:gd name="connsiteX288" fmla="*/ 7756 w 1471018"/>
                <a:gd name="connsiteY288" fmla="*/ 225221 h 795676"/>
                <a:gd name="connsiteX289" fmla="*/ 21048 w 1471018"/>
                <a:gd name="connsiteY289" fmla="*/ 233955 h 795676"/>
                <a:gd name="connsiteX290" fmla="*/ 14972 w 1471018"/>
                <a:gd name="connsiteY290" fmla="*/ 258260 h 795676"/>
                <a:gd name="connsiteX291" fmla="*/ 2819 w 1471018"/>
                <a:gd name="connsiteY291" fmla="*/ 260918 h 795676"/>
                <a:gd name="connsiteX292" fmla="*/ 0 w 1471018"/>
                <a:gd name="connsiteY292" fmla="*/ 258892 h 795676"/>
                <a:gd name="connsiteX293" fmla="*/ 0 w 1471018"/>
                <a:gd name="connsiteY293" fmla="*/ 227093 h 795676"/>
                <a:gd name="connsiteX294" fmla="*/ 180938 w 1471018"/>
                <a:gd name="connsiteY294" fmla="*/ 210031 h 795676"/>
                <a:gd name="connsiteX295" fmla="*/ 194229 w 1471018"/>
                <a:gd name="connsiteY295" fmla="*/ 218765 h 795676"/>
                <a:gd name="connsiteX296" fmla="*/ 188153 w 1471018"/>
                <a:gd name="connsiteY296" fmla="*/ 243070 h 795676"/>
                <a:gd name="connsiteX297" fmla="*/ 163849 w 1471018"/>
                <a:gd name="connsiteY297" fmla="*/ 236994 h 795676"/>
                <a:gd name="connsiteX298" fmla="*/ 169925 w 1471018"/>
                <a:gd name="connsiteY298" fmla="*/ 212689 h 795676"/>
                <a:gd name="connsiteX299" fmla="*/ 180938 w 1471018"/>
                <a:gd name="connsiteY299" fmla="*/ 210031 h 795676"/>
                <a:gd name="connsiteX300" fmla="*/ 1183484 w 1471018"/>
                <a:gd name="connsiteY300" fmla="*/ 203954 h 795676"/>
                <a:gd name="connsiteX301" fmla="*/ 1196776 w 1471018"/>
                <a:gd name="connsiteY301" fmla="*/ 212688 h 795676"/>
                <a:gd name="connsiteX302" fmla="*/ 1190700 w 1471018"/>
                <a:gd name="connsiteY302" fmla="*/ 236993 h 795676"/>
                <a:gd name="connsiteX303" fmla="*/ 1166395 w 1471018"/>
                <a:gd name="connsiteY303" fmla="*/ 230917 h 795676"/>
                <a:gd name="connsiteX304" fmla="*/ 1172471 w 1471018"/>
                <a:gd name="connsiteY304" fmla="*/ 206612 h 795676"/>
                <a:gd name="connsiteX305" fmla="*/ 1183484 w 1471018"/>
                <a:gd name="connsiteY305" fmla="*/ 203954 h 795676"/>
                <a:gd name="connsiteX306" fmla="*/ 946515 w 1471018"/>
                <a:gd name="connsiteY306" fmla="*/ 197878 h 795676"/>
                <a:gd name="connsiteX307" fmla="*/ 959807 w 1471018"/>
                <a:gd name="connsiteY307" fmla="*/ 206612 h 795676"/>
                <a:gd name="connsiteX308" fmla="*/ 953731 w 1471018"/>
                <a:gd name="connsiteY308" fmla="*/ 230917 h 795676"/>
                <a:gd name="connsiteX309" fmla="*/ 929426 w 1471018"/>
                <a:gd name="connsiteY309" fmla="*/ 224841 h 795676"/>
                <a:gd name="connsiteX310" fmla="*/ 935502 w 1471018"/>
                <a:gd name="connsiteY310" fmla="*/ 200536 h 795676"/>
                <a:gd name="connsiteX311" fmla="*/ 946515 w 1471018"/>
                <a:gd name="connsiteY311" fmla="*/ 197878 h 795676"/>
                <a:gd name="connsiteX312" fmla="*/ 466501 w 1471018"/>
                <a:gd name="connsiteY312" fmla="*/ 197878 h 795676"/>
                <a:gd name="connsiteX313" fmla="*/ 479793 w 1471018"/>
                <a:gd name="connsiteY313" fmla="*/ 206612 h 795676"/>
                <a:gd name="connsiteX314" fmla="*/ 473717 w 1471018"/>
                <a:gd name="connsiteY314" fmla="*/ 230917 h 795676"/>
                <a:gd name="connsiteX315" fmla="*/ 449412 w 1471018"/>
                <a:gd name="connsiteY315" fmla="*/ 224841 h 795676"/>
                <a:gd name="connsiteX316" fmla="*/ 455486 w 1471018"/>
                <a:gd name="connsiteY316" fmla="*/ 200536 h 795676"/>
                <a:gd name="connsiteX317" fmla="*/ 466501 w 1471018"/>
                <a:gd name="connsiteY317" fmla="*/ 197878 h 795676"/>
                <a:gd name="connsiteX318" fmla="*/ 323717 w 1471018"/>
                <a:gd name="connsiteY318" fmla="*/ 197878 h 795676"/>
                <a:gd name="connsiteX319" fmla="*/ 337009 w 1471018"/>
                <a:gd name="connsiteY319" fmla="*/ 206612 h 795676"/>
                <a:gd name="connsiteX320" fmla="*/ 330933 w 1471018"/>
                <a:gd name="connsiteY320" fmla="*/ 230917 h 795676"/>
                <a:gd name="connsiteX321" fmla="*/ 306628 w 1471018"/>
                <a:gd name="connsiteY321" fmla="*/ 224841 h 795676"/>
                <a:gd name="connsiteX322" fmla="*/ 312704 w 1471018"/>
                <a:gd name="connsiteY322" fmla="*/ 200536 h 795676"/>
                <a:gd name="connsiteX323" fmla="*/ 323717 w 1471018"/>
                <a:gd name="connsiteY323" fmla="*/ 197878 h 795676"/>
                <a:gd name="connsiteX324" fmla="*/ 1074113 w 1471018"/>
                <a:gd name="connsiteY324" fmla="*/ 188764 h 795676"/>
                <a:gd name="connsiteX325" fmla="*/ 1087405 w 1471018"/>
                <a:gd name="connsiteY325" fmla="*/ 197498 h 795676"/>
                <a:gd name="connsiteX326" fmla="*/ 1081329 w 1471018"/>
                <a:gd name="connsiteY326" fmla="*/ 221803 h 795676"/>
                <a:gd name="connsiteX327" fmla="*/ 1057024 w 1471018"/>
                <a:gd name="connsiteY327" fmla="*/ 215727 h 795676"/>
                <a:gd name="connsiteX328" fmla="*/ 1063100 w 1471018"/>
                <a:gd name="connsiteY328" fmla="*/ 191422 h 795676"/>
                <a:gd name="connsiteX329" fmla="*/ 1074113 w 1471018"/>
                <a:gd name="connsiteY329" fmla="*/ 188764 h 795676"/>
                <a:gd name="connsiteX330" fmla="*/ 846259 w 1471018"/>
                <a:gd name="connsiteY330" fmla="*/ 188764 h 795676"/>
                <a:gd name="connsiteX331" fmla="*/ 859551 w 1471018"/>
                <a:gd name="connsiteY331" fmla="*/ 197498 h 795676"/>
                <a:gd name="connsiteX332" fmla="*/ 853475 w 1471018"/>
                <a:gd name="connsiteY332" fmla="*/ 221803 h 795676"/>
                <a:gd name="connsiteX333" fmla="*/ 829170 w 1471018"/>
                <a:gd name="connsiteY333" fmla="*/ 215727 h 795676"/>
                <a:gd name="connsiteX334" fmla="*/ 835246 w 1471018"/>
                <a:gd name="connsiteY334" fmla="*/ 191422 h 795676"/>
                <a:gd name="connsiteX335" fmla="*/ 846259 w 1471018"/>
                <a:gd name="connsiteY335" fmla="*/ 188764 h 795676"/>
                <a:gd name="connsiteX336" fmla="*/ 694356 w 1471018"/>
                <a:gd name="connsiteY336" fmla="*/ 164460 h 795676"/>
                <a:gd name="connsiteX337" fmla="*/ 707648 w 1471018"/>
                <a:gd name="connsiteY337" fmla="*/ 173194 h 795676"/>
                <a:gd name="connsiteX338" fmla="*/ 701572 w 1471018"/>
                <a:gd name="connsiteY338" fmla="*/ 197499 h 795676"/>
                <a:gd name="connsiteX339" fmla="*/ 677267 w 1471018"/>
                <a:gd name="connsiteY339" fmla="*/ 191423 h 795676"/>
                <a:gd name="connsiteX340" fmla="*/ 683343 w 1471018"/>
                <a:gd name="connsiteY340" fmla="*/ 167118 h 795676"/>
                <a:gd name="connsiteX341" fmla="*/ 694356 w 1471018"/>
                <a:gd name="connsiteY341" fmla="*/ 164460 h 795676"/>
                <a:gd name="connsiteX342" fmla="*/ 77635 w 1471018"/>
                <a:gd name="connsiteY342" fmla="*/ 152307 h 795676"/>
                <a:gd name="connsiteX343" fmla="*/ 90926 w 1471018"/>
                <a:gd name="connsiteY343" fmla="*/ 161041 h 795676"/>
                <a:gd name="connsiteX344" fmla="*/ 84851 w 1471018"/>
                <a:gd name="connsiteY344" fmla="*/ 185346 h 795676"/>
                <a:gd name="connsiteX345" fmla="*/ 60546 w 1471018"/>
                <a:gd name="connsiteY345" fmla="*/ 179270 h 795676"/>
                <a:gd name="connsiteX346" fmla="*/ 66622 w 1471018"/>
                <a:gd name="connsiteY346" fmla="*/ 154965 h 795676"/>
                <a:gd name="connsiteX347" fmla="*/ 77635 w 1471018"/>
                <a:gd name="connsiteY347" fmla="*/ 152307 h 795676"/>
                <a:gd name="connsiteX348" fmla="*/ 1377919 w 1471018"/>
                <a:gd name="connsiteY348" fmla="*/ 146231 h 795676"/>
                <a:gd name="connsiteX349" fmla="*/ 1391211 w 1471018"/>
                <a:gd name="connsiteY349" fmla="*/ 154965 h 795676"/>
                <a:gd name="connsiteX350" fmla="*/ 1385135 w 1471018"/>
                <a:gd name="connsiteY350" fmla="*/ 179270 h 795676"/>
                <a:gd name="connsiteX351" fmla="*/ 1360830 w 1471018"/>
                <a:gd name="connsiteY351" fmla="*/ 173194 h 795676"/>
                <a:gd name="connsiteX352" fmla="*/ 1366906 w 1471018"/>
                <a:gd name="connsiteY352" fmla="*/ 148889 h 795676"/>
                <a:gd name="connsiteX353" fmla="*/ 1377919 w 1471018"/>
                <a:gd name="connsiteY353" fmla="*/ 146231 h 795676"/>
                <a:gd name="connsiteX354" fmla="*/ 588024 w 1471018"/>
                <a:gd name="connsiteY354" fmla="*/ 143193 h 795676"/>
                <a:gd name="connsiteX355" fmla="*/ 601316 w 1471018"/>
                <a:gd name="connsiteY355" fmla="*/ 151927 h 795676"/>
                <a:gd name="connsiteX356" fmla="*/ 595240 w 1471018"/>
                <a:gd name="connsiteY356" fmla="*/ 176232 h 795676"/>
                <a:gd name="connsiteX357" fmla="*/ 570935 w 1471018"/>
                <a:gd name="connsiteY357" fmla="*/ 170156 h 795676"/>
                <a:gd name="connsiteX358" fmla="*/ 577011 w 1471018"/>
                <a:gd name="connsiteY358" fmla="*/ 145851 h 795676"/>
                <a:gd name="connsiteX359" fmla="*/ 588024 w 1471018"/>
                <a:gd name="connsiteY359" fmla="*/ 143193 h 795676"/>
                <a:gd name="connsiteX360" fmla="*/ 241687 w 1471018"/>
                <a:gd name="connsiteY360" fmla="*/ 128003 h 795676"/>
                <a:gd name="connsiteX361" fmla="*/ 254979 w 1471018"/>
                <a:gd name="connsiteY361" fmla="*/ 136737 h 795676"/>
                <a:gd name="connsiteX362" fmla="*/ 248903 w 1471018"/>
                <a:gd name="connsiteY362" fmla="*/ 161042 h 795676"/>
                <a:gd name="connsiteX363" fmla="*/ 224598 w 1471018"/>
                <a:gd name="connsiteY363" fmla="*/ 154966 h 795676"/>
                <a:gd name="connsiteX364" fmla="*/ 230674 w 1471018"/>
                <a:gd name="connsiteY364" fmla="*/ 130661 h 795676"/>
                <a:gd name="connsiteX365" fmla="*/ 241687 w 1471018"/>
                <a:gd name="connsiteY365" fmla="*/ 128003 h 795676"/>
                <a:gd name="connsiteX366" fmla="*/ 1259435 w 1471018"/>
                <a:gd name="connsiteY366" fmla="*/ 124965 h 795676"/>
                <a:gd name="connsiteX367" fmla="*/ 1272727 w 1471018"/>
                <a:gd name="connsiteY367" fmla="*/ 133699 h 795676"/>
                <a:gd name="connsiteX368" fmla="*/ 1266651 w 1471018"/>
                <a:gd name="connsiteY368" fmla="*/ 158004 h 795676"/>
                <a:gd name="connsiteX369" fmla="*/ 1242346 w 1471018"/>
                <a:gd name="connsiteY369" fmla="*/ 151928 h 795676"/>
                <a:gd name="connsiteX370" fmla="*/ 1248422 w 1471018"/>
                <a:gd name="connsiteY370" fmla="*/ 127623 h 795676"/>
                <a:gd name="connsiteX371" fmla="*/ 1259435 w 1471018"/>
                <a:gd name="connsiteY371" fmla="*/ 124965 h 795676"/>
                <a:gd name="connsiteX372" fmla="*/ 399672 w 1471018"/>
                <a:gd name="connsiteY372" fmla="*/ 118889 h 795676"/>
                <a:gd name="connsiteX373" fmla="*/ 412966 w 1471018"/>
                <a:gd name="connsiteY373" fmla="*/ 127623 h 795676"/>
                <a:gd name="connsiteX374" fmla="*/ 406890 w 1471018"/>
                <a:gd name="connsiteY374" fmla="*/ 151928 h 795676"/>
                <a:gd name="connsiteX375" fmla="*/ 382584 w 1471018"/>
                <a:gd name="connsiteY375" fmla="*/ 145852 h 795676"/>
                <a:gd name="connsiteX376" fmla="*/ 388658 w 1471018"/>
                <a:gd name="connsiteY376" fmla="*/ 121547 h 795676"/>
                <a:gd name="connsiteX377" fmla="*/ 399672 w 1471018"/>
                <a:gd name="connsiteY377" fmla="*/ 118889 h 795676"/>
                <a:gd name="connsiteX378" fmla="*/ 1004238 w 1471018"/>
                <a:gd name="connsiteY378" fmla="*/ 112813 h 795676"/>
                <a:gd name="connsiteX379" fmla="*/ 1017530 w 1471018"/>
                <a:gd name="connsiteY379" fmla="*/ 121547 h 795676"/>
                <a:gd name="connsiteX380" fmla="*/ 1011454 w 1471018"/>
                <a:gd name="connsiteY380" fmla="*/ 145852 h 795676"/>
                <a:gd name="connsiteX381" fmla="*/ 987149 w 1471018"/>
                <a:gd name="connsiteY381" fmla="*/ 139776 h 795676"/>
                <a:gd name="connsiteX382" fmla="*/ 993225 w 1471018"/>
                <a:gd name="connsiteY382" fmla="*/ 115471 h 795676"/>
                <a:gd name="connsiteX383" fmla="*/ 1004238 w 1471018"/>
                <a:gd name="connsiteY383" fmla="*/ 112813 h 795676"/>
                <a:gd name="connsiteX384" fmla="*/ 800688 w 1471018"/>
                <a:gd name="connsiteY384" fmla="*/ 97622 h 795676"/>
                <a:gd name="connsiteX385" fmla="*/ 813980 w 1471018"/>
                <a:gd name="connsiteY385" fmla="*/ 106356 h 795676"/>
                <a:gd name="connsiteX386" fmla="*/ 807904 w 1471018"/>
                <a:gd name="connsiteY386" fmla="*/ 130661 h 795676"/>
                <a:gd name="connsiteX387" fmla="*/ 783599 w 1471018"/>
                <a:gd name="connsiteY387" fmla="*/ 124585 h 795676"/>
                <a:gd name="connsiteX388" fmla="*/ 789675 w 1471018"/>
                <a:gd name="connsiteY388" fmla="*/ 100280 h 795676"/>
                <a:gd name="connsiteX389" fmla="*/ 800688 w 1471018"/>
                <a:gd name="connsiteY389" fmla="*/ 97622 h 795676"/>
                <a:gd name="connsiteX390" fmla="*/ 1128799 w 1471018"/>
                <a:gd name="connsiteY390" fmla="*/ 85470 h 795676"/>
                <a:gd name="connsiteX391" fmla="*/ 1142090 w 1471018"/>
                <a:gd name="connsiteY391" fmla="*/ 94204 h 795676"/>
                <a:gd name="connsiteX392" fmla="*/ 1136014 w 1471018"/>
                <a:gd name="connsiteY392" fmla="*/ 118509 h 795676"/>
                <a:gd name="connsiteX393" fmla="*/ 1111709 w 1471018"/>
                <a:gd name="connsiteY393" fmla="*/ 112433 h 795676"/>
                <a:gd name="connsiteX394" fmla="*/ 1117785 w 1471018"/>
                <a:gd name="connsiteY394" fmla="*/ 88128 h 795676"/>
                <a:gd name="connsiteX395" fmla="*/ 1128799 w 1471018"/>
                <a:gd name="connsiteY395" fmla="*/ 85470 h 795676"/>
                <a:gd name="connsiteX396" fmla="*/ 515112 w 1471018"/>
                <a:gd name="connsiteY396" fmla="*/ 85470 h 795676"/>
                <a:gd name="connsiteX397" fmla="*/ 528402 w 1471018"/>
                <a:gd name="connsiteY397" fmla="*/ 94204 h 795676"/>
                <a:gd name="connsiteX398" fmla="*/ 522328 w 1471018"/>
                <a:gd name="connsiteY398" fmla="*/ 118509 h 795676"/>
                <a:gd name="connsiteX399" fmla="*/ 498023 w 1471018"/>
                <a:gd name="connsiteY399" fmla="*/ 112433 h 795676"/>
                <a:gd name="connsiteX400" fmla="*/ 504099 w 1471018"/>
                <a:gd name="connsiteY400" fmla="*/ 88128 h 795676"/>
                <a:gd name="connsiteX401" fmla="*/ 515112 w 1471018"/>
                <a:gd name="connsiteY401" fmla="*/ 85470 h 795676"/>
                <a:gd name="connsiteX402" fmla="*/ 682203 w 1471018"/>
                <a:gd name="connsiteY402" fmla="*/ 73318 h 795676"/>
                <a:gd name="connsiteX403" fmla="*/ 695495 w 1471018"/>
                <a:gd name="connsiteY403" fmla="*/ 82052 h 795676"/>
                <a:gd name="connsiteX404" fmla="*/ 689419 w 1471018"/>
                <a:gd name="connsiteY404" fmla="*/ 106357 h 795676"/>
                <a:gd name="connsiteX405" fmla="*/ 665114 w 1471018"/>
                <a:gd name="connsiteY405" fmla="*/ 100281 h 795676"/>
                <a:gd name="connsiteX406" fmla="*/ 671190 w 1471018"/>
                <a:gd name="connsiteY406" fmla="*/ 75976 h 795676"/>
                <a:gd name="connsiteX407" fmla="*/ 682203 w 1471018"/>
                <a:gd name="connsiteY407" fmla="*/ 73318 h 795676"/>
                <a:gd name="connsiteX408" fmla="*/ 159669 w 1471018"/>
                <a:gd name="connsiteY408" fmla="*/ 67242 h 795676"/>
                <a:gd name="connsiteX409" fmla="*/ 172960 w 1471018"/>
                <a:gd name="connsiteY409" fmla="*/ 75976 h 795676"/>
                <a:gd name="connsiteX410" fmla="*/ 166884 w 1471018"/>
                <a:gd name="connsiteY410" fmla="*/ 100281 h 795676"/>
                <a:gd name="connsiteX411" fmla="*/ 142579 w 1471018"/>
                <a:gd name="connsiteY411" fmla="*/ 94205 h 795676"/>
                <a:gd name="connsiteX412" fmla="*/ 148655 w 1471018"/>
                <a:gd name="connsiteY412" fmla="*/ 69900 h 795676"/>
                <a:gd name="connsiteX413" fmla="*/ 159669 w 1471018"/>
                <a:gd name="connsiteY413" fmla="*/ 67242 h 795676"/>
                <a:gd name="connsiteX414" fmla="*/ 1453871 w 1471018"/>
                <a:gd name="connsiteY414" fmla="*/ 58127 h 795676"/>
                <a:gd name="connsiteX415" fmla="*/ 1467163 w 1471018"/>
                <a:gd name="connsiteY415" fmla="*/ 66861 h 795676"/>
                <a:gd name="connsiteX416" fmla="*/ 1461087 w 1471018"/>
                <a:gd name="connsiteY416" fmla="*/ 91166 h 795676"/>
                <a:gd name="connsiteX417" fmla="*/ 1436782 w 1471018"/>
                <a:gd name="connsiteY417" fmla="*/ 85090 h 795676"/>
                <a:gd name="connsiteX418" fmla="*/ 1442858 w 1471018"/>
                <a:gd name="connsiteY418" fmla="*/ 60785 h 795676"/>
                <a:gd name="connsiteX419" fmla="*/ 1453871 w 1471018"/>
                <a:gd name="connsiteY419" fmla="*/ 58127 h 795676"/>
                <a:gd name="connsiteX420" fmla="*/ 47254 w 1471018"/>
                <a:gd name="connsiteY420" fmla="*/ 58127 h 795676"/>
                <a:gd name="connsiteX421" fmla="*/ 60546 w 1471018"/>
                <a:gd name="connsiteY421" fmla="*/ 66861 h 795676"/>
                <a:gd name="connsiteX422" fmla="*/ 54470 w 1471018"/>
                <a:gd name="connsiteY422" fmla="*/ 91166 h 795676"/>
                <a:gd name="connsiteX423" fmla="*/ 30165 w 1471018"/>
                <a:gd name="connsiteY423" fmla="*/ 85090 h 795676"/>
                <a:gd name="connsiteX424" fmla="*/ 36241 w 1471018"/>
                <a:gd name="connsiteY424" fmla="*/ 60785 h 795676"/>
                <a:gd name="connsiteX425" fmla="*/ 47254 w 1471018"/>
                <a:gd name="connsiteY425" fmla="*/ 58127 h 795676"/>
                <a:gd name="connsiteX426" fmla="*/ 314611 w 1471018"/>
                <a:gd name="connsiteY426" fmla="*/ 55089 h 795676"/>
                <a:gd name="connsiteX427" fmla="*/ 327903 w 1471018"/>
                <a:gd name="connsiteY427" fmla="*/ 63823 h 795676"/>
                <a:gd name="connsiteX428" fmla="*/ 321827 w 1471018"/>
                <a:gd name="connsiteY428" fmla="*/ 88128 h 795676"/>
                <a:gd name="connsiteX429" fmla="*/ 297522 w 1471018"/>
                <a:gd name="connsiteY429" fmla="*/ 82052 h 795676"/>
                <a:gd name="connsiteX430" fmla="*/ 303598 w 1471018"/>
                <a:gd name="connsiteY430" fmla="*/ 57747 h 795676"/>
                <a:gd name="connsiteX431" fmla="*/ 314611 w 1471018"/>
                <a:gd name="connsiteY431" fmla="*/ 55089 h 795676"/>
                <a:gd name="connsiteX432" fmla="*/ 885754 w 1471018"/>
                <a:gd name="connsiteY432" fmla="*/ 52051 h 795676"/>
                <a:gd name="connsiteX433" fmla="*/ 899046 w 1471018"/>
                <a:gd name="connsiteY433" fmla="*/ 60785 h 795676"/>
                <a:gd name="connsiteX434" fmla="*/ 892970 w 1471018"/>
                <a:gd name="connsiteY434" fmla="*/ 85090 h 795676"/>
                <a:gd name="connsiteX435" fmla="*/ 868665 w 1471018"/>
                <a:gd name="connsiteY435" fmla="*/ 79014 h 795676"/>
                <a:gd name="connsiteX436" fmla="*/ 874741 w 1471018"/>
                <a:gd name="connsiteY436" fmla="*/ 54709 h 795676"/>
                <a:gd name="connsiteX437" fmla="*/ 885754 w 1471018"/>
                <a:gd name="connsiteY437" fmla="*/ 52051 h 795676"/>
                <a:gd name="connsiteX438" fmla="*/ 1341464 w 1471018"/>
                <a:gd name="connsiteY438" fmla="*/ 39899 h 795676"/>
                <a:gd name="connsiteX439" fmla="*/ 1354755 w 1471018"/>
                <a:gd name="connsiteY439" fmla="*/ 48633 h 795676"/>
                <a:gd name="connsiteX440" fmla="*/ 1348679 w 1471018"/>
                <a:gd name="connsiteY440" fmla="*/ 72938 h 795676"/>
                <a:gd name="connsiteX441" fmla="*/ 1324374 w 1471018"/>
                <a:gd name="connsiteY441" fmla="*/ 66862 h 795676"/>
                <a:gd name="connsiteX442" fmla="*/ 1330450 w 1471018"/>
                <a:gd name="connsiteY442" fmla="*/ 42557 h 795676"/>
                <a:gd name="connsiteX443" fmla="*/ 1341464 w 1471018"/>
                <a:gd name="connsiteY443" fmla="*/ 39899 h 795676"/>
                <a:gd name="connsiteX444" fmla="*/ 1204751 w 1471018"/>
                <a:gd name="connsiteY444" fmla="*/ 27747 h 795676"/>
                <a:gd name="connsiteX445" fmla="*/ 1218042 w 1471018"/>
                <a:gd name="connsiteY445" fmla="*/ 36481 h 795676"/>
                <a:gd name="connsiteX446" fmla="*/ 1211966 w 1471018"/>
                <a:gd name="connsiteY446" fmla="*/ 60786 h 795676"/>
                <a:gd name="connsiteX447" fmla="*/ 1187661 w 1471018"/>
                <a:gd name="connsiteY447" fmla="*/ 54710 h 795676"/>
                <a:gd name="connsiteX448" fmla="*/ 1193737 w 1471018"/>
                <a:gd name="connsiteY448" fmla="*/ 30405 h 795676"/>
                <a:gd name="connsiteX449" fmla="*/ 1204751 w 1471018"/>
                <a:gd name="connsiteY449" fmla="*/ 27747 h 795676"/>
                <a:gd name="connsiteX450" fmla="*/ 979933 w 1471018"/>
                <a:gd name="connsiteY450" fmla="*/ 21671 h 795676"/>
                <a:gd name="connsiteX451" fmla="*/ 993225 w 1471018"/>
                <a:gd name="connsiteY451" fmla="*/ 30405 h 795676"/>
                <a:gd name="connsiteX452" fmla="*/ 987149 w 1471018"/>
                <a:gd name="connsiteY452" fmla="*/ 54710 h 795676"/>
                <a:gd name="connsiteX453" fmla="*/ 962844 w 1471018"/>
                <a:gd name="connsiteY453" fmla="*/ 48634 h 795676"/>
                <a:gd name="connsiteX454" fmla="*/ 968920 w 1471018"/>
                <a:gd name="connsiteY454" fmla="*/ 24329 h 795676"/>
                <a:gd name="connsiteX455" fmla="*/ 979933 w 1471018"/>
                <a:gd name="connsiteY455" fmla="*/ 21671 h 795676"/>
                <a:gd name="connsiteX456" fmla="*/ 451312 w 1471018"/>
                <a:gd name="connsiteY456" fmla="*/ 8759 h 795676"/>
                <a:gd name="connsiteX457" fmla="*/ 464603 w 1471018"/>
                <a:gd name="connsiteY457" fmla="*/ 21291 h 795676"/>
                <a:gd name="connsiteX458" fmla="*/ 458526 w 1471018"/>
                <a:gd name="connsiteY458" fmla="*/ 45596 h 795676"/>
                <a:gd name="connsiteX459" fmla="*/ 434225 w 1471018"/>
                <a:gd name="connsiteY459" fmla="*/ 39520 h 795676"/>
                <a:gd name="connsiteX460" fmla="*/ 440301 w 1471018"/>
                <a:gd name="connsiteY460" fmla="*/ 12177 h 795676"/>
                <a:gd name="connsiteX461" fmla="*/ 451312 w 1471018"/>
                <a:gd name="connsiteY461" fmla="*/ 8759 h 795676"/>
                <a:gd name="connsiteX462" fmla="*/ 1049824 w 1471018"/>
                <a:gd name="connsiteY462" fmla="*/ 0 h 795676"/>
                <a:gd name="connsiteX463" fmla="*/ 1083563 w 1471018"/>
                <a:gd name="connsiteY463" fmla="*/ 0 h 795676"/>
                <a:gd name="connsiteX464" fmla="*/ 1083987 w 1471018"/>
                <a:gd name="connsiteY464" fmla="*/ 2304 h 795676"/>
                <a:gd name="connsiteX465" fmla="*/ 1075253 w 1471018"/>
                <a:gd name="connsiteY465" fmla="*/ 12178 h 795676"/>
                <a:gd name="connsiteX466" fmla="*/ 1050948 w 1471018"/>
                <a:gd name="connsiteY466" fmla="*/ 6102 h 795676"/>
                <a:gd name="connsiteX467" fmla="*/ 773962 w 1471018"/>
                <a:gd name="connsiteY467" fmla="*/ 0 h 795676"/>
                <a:gd name="connsiteX468" fmla="*/ 806875 w 1471018"/>
                <a:gd name="connsiteY468" fmla="*/ 0 h 795676"/>
                <a:gd name="connsiteX469" fmla="*/ 798790 w 1471018"/>
                <a:gd name="connsiteY469" fmla="*/ 9140 h 795676"/>
                <a:gd name="connsiteX470" fmla="*/ 774485 w 1471018"/>
                <a:gd name="connsiteY470" fmla="*/ 3064 h 795676"/>
                <a:gd name="connsiteX471" fmla="*/ 659033 w 1471018"/>
                <a:gd name="connsiteY471" fmla="*/ 0 h 795676"/>
                <a:gd name="connsiteX472" fmla="*/ 688741 w 1471018"/>
                <a:gd name="connsiteY472" fmla="*/ 0 h 795676"/>
                <a:gd name="connsiteX473" fmla="*/ 683343 w 1471018"/>
                <a:gd name="connsiteY473" fmla="*/ 6102 h 795676"/>
                <a:gd name="connsiteX474" fmla="*/ 659038 w 1471018"/>
                <a:gd name="connsiteY474" fmla="*/ 26 h 795676"/>
                <a:gd name="connsiteX475" fmla="*/ 558807 w 1471018"/>
                <a:gd name="connsiteY475" fmla="*/ 0 h 795676"/>
                <a:gd name="connsiteX476" fmla="*/ 589125 w 1471018"/>
                <a:gd name="connsiteY476" fmla="*/ 0 h 795676"/>
                <a:gd name="connsiteX477" fmla="*/ 589163 w 1471018"/>
                <a:gd name="connsiteY477" fmla="*/ 25 h 795676"/>
                <a:gd name="connsiteX478" fmla="*/ 583087 w 1471018"/>
                <a:gd name="connsiteY478" fmla="*/ 24330 h 795676"/>
                <a:gd name="connsiteX479" fmla="*/ 558782 w 1471018"/>
                <a:gd name="connsiteY479" fmla="*/ 18254 h 795676"/>
                <a:gd name="connsiteX480" fmla="*/ 556124 w 1471018"/>
                <a:gd name="connsiteY480" fmla="*/ 2683 h 795676"/>
                <a:gd name="connsiteX481" fmla="*/ 189731 w 1471018"/>
                <a:gd name="connsiteY481" fmla="*/ 0 h 795676"/>
                <a:gd name="connsiteX482" fmla="*/ 223240 w 1471018"/>
                <a:gd name="connsiteY482" fmla="*/ 0 h 795676"/>
                <a:gd name="connsiteX483" fmla="*/ 224224 w 1471018"/>
                <a:gd name="connsiteY483" fmla="*/ 5342 h 795676"/>
                <a:gd name="connsiteX484" fmla="*/ 215490 w 1471018"/>
                <a:gd name="connsiteY484" fmla="*/ 15216 h 795676"/>
                <a:gd name="connsiteX485" fmla="*/ 191185 w 1471018"/>
                <a:gd name="connsiteY485" fmla="*/ 9140 h 795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</a:cxnLst>
              <a:rect l="l" t="t" r="r" b="b"/>
              <a:pathLst>
                <a:path w="1471018" h="795676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584012A8-DB4C-928F-3885-E667424596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6384" y="841249"/>
            <a:ext cx="5692953" cy="2587131"/>
          </a:xfrm>
        </p:spPr>
        <p:txBody>
          <a:bodyPr anchor="b">
            <a:normAutofit/>
          </a:bodyPr>
          <a:lstStyle/>
          <a:p>
            <a:r>
              <a:rPr lang="en-GB" sz="4800" b="1">
                <a:solidFill>
                  <a:schemeClr val="bg1"/>
                </a:solidFill>
              </a:rPr>
              <a:t>Stopping the Server</a:t>
            </a:r>
            <a:br>
              <a:rPr lang="en-GB" sz="4800" b="1">
                <a:solidFill>
                  <a:schemeClr val="bg1"/>
                </a:solidFill>
              </a:rPr>
            </a:br>
            <a:endParaRPr lang="en-US" sz="4800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A17CBC-15B7-F5B9-6212-906121BF69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6383" y="3566810"/>
            <a:ext cx="5692953" cy="2651110"/>
          </a:xfrm>
        </p:spPr>
        <p:txBody>
          <a:bodyPr anchor="ctr">
            <a:normAutofit/>
          </a:bodyPr>
          <a:lstStyle/>
          <a:p>
            <a:pPr fontAlgn="base"/>
            <a:r>
              <a:rPr lang="en-GB" sz="1800" b="1" dirty="0">
                <a:solidFill>
                  <a:schemeClr val="tx2"/>
                </a:solidFill>
              </a:rPr>
              <a:t>1. Using </a:t>
            </a:r>
            <a:r>
              <a:rPr lang="en-GB" sz="1800" b="1" dirty="0" err="1">
                <a:solidFill>
                  <a:schemeClr val="tx2"/>
                </a:solidFill>
              </a:rPr>
              <a:t>services.msc</a:t>
            </a:r>
            <a:r>
              <a:rPr lang="en-GB" sz="1800" b="1" dirty="0">
                <a:solidFill>
                  <a:schemeClr val="tx2"/>
                </a:solidFill>
              </a:rPr>
              <a:t>:</a:t>
            </a:r>
          </a:p>
          <a:p>
            <a:pPr fontAlgn="base"/>
            <a:r>
              <a:rPr lang="en-GB" sz="1800" dirty="0">
                <a:solidFill>
                  <a:schemeClr val="tx2"/>
                </a:solidFill>
              </a:rPr>
              <a:t>You can stop the MySQL service the same way you started it, by accessing the Services tab and clicking "</a:t>
            </a:r>
            <a:r>
              <a:rPr lang="en-GB" sz="1800" b="1" dirty="0">
                <a:solidFill>
                  <a:schemeClr val="tx2"/>
                </a:solidFill>
              </a:rPr>
              <a:t>Stop</a:t>
            </a:r>
            <a:r>
              <a:rPr lang="en-GB" sz="1800" dirty="0">
                <a:solidFill>
                  <a:schemeClr val="tx2"/>
                </a:solidFill>
              </a:rPr>
              <a:t>."</a:t>
            </a:r>
            <a:br>
              <a:rPr lang="en-GB" sz="1800" dirty="0">
                <a:solidFill>
                  <a:schemeClr val="tx2"/>
                </a:solidFill>
              </a:rPr>
            </a:br>
            <a:endParaRPr lang="en-US" sz="18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8089605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2D3124-73C8-3D64-EE9A-AB79325766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2. Using </a:t>
            </a:r>
            <a:r>
              <a:rPr lang="en-GB" b="1" dirty="0" err="1"/>
              <a:t>mysqladmin</a:t>
            </a:r>
            <a:r>
              <a:rPr lang="en-GB" b="1" dirty="0"/>
              <a:t>:</a:t>
            </a:r>
            <a:br>
              <a:rPr lang="en-GB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1F0282-53E7-4816-CDCB-A19357E2DF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fontAlgn="base"/>
            <a:r>
              <a:rPr lang="en-GB" dirty="0"/>
              <a:t>Execute the following command in the Command Prompt:</a:t>
            </a:r>
          </a:p>
          <a:p>
            <a:pPr fontAlgn="base"/>
            <a:r>
              <a:rPr lang="en-GB" dirty="0" err="1"/>
              <a:t>mysqladmin</a:t>
            </a:r>
            <a:r>
              <a:rPr lang="en-GB" dirty="0"/>
              <a:t> -u &lt;username&gt; shutdown</a:t>
            </a:r>
          </a:p>
          <a:p>
            <a:pPr marL="0" indent="0">
              <a:buNone/>
            </a:pPr>
            <a:br>
              <a:rPr lang="en-GB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6789008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7DD9D4D-A16B-EB7D-CF30-5A56794566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GB" b="1">
                <a:solidFill>
                  <a:srgbClr val="FFFFFF"/>
                </a:solidFill>
              </a:rPr>
              <a:t>3. Using MySQL Workbench:</a:t>
            </a:r>
            <a:endParaRPr lang="en-US">
              <a:solidFill>
                <a:srgbClr val="FFFFFF"/>
              </a:solidFill>
            </a:endParaRP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208DA9-9C21-DD70-72CB-85DCF41764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r>
              <a:rPr lang="en-GB" dirty="0"/>
              <a:t>Go to the "Startup/Shutdown" tab under the Administration section in MySQL Workbench and click "Stop" to shut down the server.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8499736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AD318CC-E2A8-4E27-9548-A047A78999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F2F9D1B-DA1A-8F79-C9CE-9A9DDBDBB9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5065" y="1463040"/>
            <a:ext cx="3796306" cy="2690949"/>
          </a:xfrm>
        </p:spPr>
        <p:txBody>
          <a:bodyPr anchor="t">
            <a:normAutofit/>
          </a:bodyPr>
          <a:lstStyle/>
          <a:p>
            <a:pPr fontAlgn="base"/>
            <a:r>
              <a:rPr lang="en-GB" sz="4800" b="1"/>
              <a:t>How to Install MongoDB on Windows?</a:t>
            </a:r>
            <a:endParaRPr lang="en-US" sz="480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B14B560F-9DD7-4302-A60B-EBD3EF59B0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09667" y="4415246"/>
            <a:ext cx="11982332" cy="2087795"/>
            <a:chOff x="143163" y="5763486"/>
            <a:chExt cx="11982332" cy="739555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3A9A4357-BD1D-4622-A4FE-766E6AB8DE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357444" y="5763486"/>
              <a:ext cx="11768051" cy="73955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C21D6966-343E-49AC-A026-D2497E0C3C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43163" y="5763486"/>
              <a:ext cx="1" cy="739555"/>
            </a:xfrm>
            <a:prstGeom prst="line">
              <a:avLst/>
            </a:prstGeom>
            <a:ln w="1778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2C1BBA94-3F40-40AA-8BB9-E69E25E537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33706" y="587829"/>
            <a:ext cx="6505300" cy="568234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C59A33-D4A6-5AA2-16CA-BDB8619FEE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56218" y="1463039"/>
            <a:ext cx="5542387" cy="4300447"/>
          </a:xfrm>
        </p:spPr>
        <p:txBody>
          <a:bodyPr anchor="t">
            <a:normAutofit/>
          </a:bodyPr>
          <a:lstStyle/>
          <a:p>
            <a:pPr fontAlgn="base"/>
            <a:r>
              <a:rPr lang="en-GB" sz="2200" dirty="0"/>
              <a:t>Installing MongoDB on Windows involves downloading the official MongoDB installer, running it to set up the server, and configuring it to run as a Windows service. Once installed, you can use the MongoDB shell or Compass GUI to interact with your databases. This process ensures MongoDB is ready for development or production use on a Windows system.</a:t>
            </a:r>
          </a:p>
          <a:p>
            <a:pPr marL="0" indent="0">
              <a:buNone/>
            </a:pPr>
            <a:br>
              <a:rPr lang="en-GB" sz="2200" dirty="0"/>
            </a:b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4212868892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734" name="Slide Background Fill">
            <a:extLst>
              <a:ext uri="{FF2B5EF4-FFF2-40B4-BE49-F238E27FC236}">
                <a16:creationId xmlns:a16="http://schemas.microsoft.com/office/drawing/2014/main" id="{913AE63C-D5B4-45D1-ACFC-648CFFCF98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1" y="0"/>
            <a:ext cx="1218894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30736" name="Group 30735">
            <a:extLst>
              <a:ext uri="{FF2B5EF4-FFF2-40B4-BE49-F238E27FC236}">
                <a16:creationId xmlns:a16="http://schemas.microsoft.com/office/drawing/2014/main" id="{6DCEF60B-EF3F-4A5E-BDC6-A2D840B90F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88952" cy="6858000"/>
            <a:chOff x="651279" y="598259"/>
            <a:chExt cx="10889442" cy="5680742"/>
          </a:xfrm>
        </p:grpSpPr>
        <p:sp>
          <p:nvSpPr>
            <p:cNvPr id="30731" name="Color">
              <a:extLst>
                <a:ext uri="{FF2B5EF4-FFF2-40B4-BE49-F238E27FC236}">
                  <a16:creationId xmlns:a16="http://schemas.microsoft.com/office/drawing/2014/main" id="{99CE9C4B-76CC-43D8-BCEF-0CE38088679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0732" name="Color">
              <a:extLst>
                <a:ext uri="{FF2B5EF4-FFF2-40B4-BE49-F238E27FC236}">
                  <a16:creationId xmlns:a16="http://schemas.microsoft.com/office/drawing/2014/main" id="{C2324D64-DFBA-4803-8BE2-87DDFA57AC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30740" name="Color">
            <a:extLst>
              <a:ext uri="{FF2B5EF4-FFF2-40B4-BE49-F238E27FC236}">
                <a16:creationId xmlns:a16="http://schemas.microsoft.com/office/drawing/2014/main" id="{BF9E7B5D-88C3-4C36-A22E-93AA384BA7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52804" y="598259"/>
            <a:ext cx="10889442" cy="5680742"/>
          </a:xfrm>
          <a:prstGeom prst="rect">
            <a:avLst/>
          </a:prstGeom>
          <a:solidFill>
            <a:srgbClr val="8CC9F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0722" name="Picture 2" descr="install-mongodb-on-windows-using-msi">
            <a:extLst>
              <a:ext uri="{FF2B5EF4-FFF2-40B4-BE49-F238E27FC236}">
                <a16:creationId xmlns:a16="http://schemas.microsoft.com/office/drawing/2014/main" id="{5DF458CB-AB2C-CC85-2E0C-539358195C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747307" y="1972349"/>
            <a:ext cx="6711072" cy="29025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30742" name="Group 30741">
            <a:extLst>
              <a:ext uri="{FF2B5EF4-FFF2-40B4-BE49-F238E27FC236}">
                <a16:creationId xmlns:a16="http://schemas.microsoft.com/office/drawing/2014/main" id="{E27AF472-EAE3-4572-AB69-B92BD10DBC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524" y="0"/>
            <a:ext cx="12188952" cy="6858000"/>
            <a:chOff x="0" y="0"/>
            <a:chExt cx="12188952" cy="6858000"/>
          </a:xfrm>
        </p:grpSpPr>
        <p:sp>
          <p:nvSpPr>
            <p:cNvPr id="30743" name="Freeform: Shape 30742">
              <a:extLst>
                <a:ext uri="{FF2B5EF4-FFF2-40B4-BE49-F238E27FC236}">
                  <a16:creationId xmlns:a16="http://schemas.microsoft.com/office/drawing/2014/main" id="{BF4DB9D2-6215-420C-874C-82EADF8C6C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6122" y="6015669"/>
              <a:ext cx="2605762" cy="842331"/>
            </a:xfrm>
            <a:custGeom>
              <a:avLst/>
              <a:gdLst>
                <a:gd name="connsiteX0" fmla="*/ 1151220 w 3180577"/>
                <a:gd name="connsiteY0" fmla="*/ 1105 h 1033951"/>
                <a:gd name="connsiteX1" fmla="*/ 1735251 w 3180577"/>
                <a:gd name="connsiteY1" fmla="*/ 77956 h 1033951"/>
                <a:gd name="connsiteX2" fmla="*/ 2001894 w 3180577"/>
                <a:gd name="connsiteY2" fmla="*/ 123235 h 1033951"/>
                <a:gd name="connsiteX3" fmla="*/ 2321364 w 3180577"/>
                <a:gd name="connsiteY3" fmla="*/ 128266 h 1033951"/>
                <a:gd name="connsiteX4" fmla="*/ 2671019 w 3180577"/>
                <a:gd name="connsiteY4" fmla="*/ 55316 h 1033951"/>
                <a:gd name="connsiteX5" fmla="*/ 2982942 w 3180577"/>
                <a:gd name="connsiteY5" fmla="*/ 326991 h 1033951"/>
                <a:gd name="connsiteX6" fmla="*/ 3176430 w 3180577"/>
                <a:gd name="connsiteY6" fmla="*/ 1024557 h 1033951"/>
                <a:gd name="connsiteX7" fmla="*/ 3174833 w 3180577"/>
                <a:gd name="connsiteY7" fmla="*/ 1033951 h 1033951"/>
                <a:gd name="connsiteX8" fmla="*/ 23630 w 3180577"/>
                <a:gd name="connsiteY8" fmla="*/ 1033951 h 1033951"/>
                <a:gd name="connsiteX9" fmla="*/ 11184 w 3180577"/>
                <a:gd name="connsiteY9" fmla="*/ 984167 h 1033951"/>
                <a:gd name="connsiteX10" fmla="*/ 236008 w 3180577"/>
                <a:gd name="connsiteY10" fmla="*/ 289258 h 1033951"/>
                <a:gd name="connsiteX11" fmla="*/ 1151220 w 3180577"/>
                <a:gd name="connsiteY11" fmla="*/ 1105 h 1033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80577" h="1033951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30744" name="Freeform: Shape 30743">
              <a:extLst>
                <a:ext uri="{FF2B5EF4-FFF2-40B4-BE49-F238E27FC236}">
                  <a16:creationId xmlns:a16="http://schemas.microsoft.com/office/drawing/2014/main" id="{1F003139-C97C-44FA-B139-32E4DFDCE9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5184" y="5798001"/>
              <a:ext cx="2485581" cy="1059999"/>
            </a:xfrm>
            <a:custGeom>
              <a:avLst/>
              <a:gdLst>
                <a:gd name="connsiteX0" fmla="*/ 1553968 w 2449768"/>
                <a:gd name="connsiteY0" fmla="*/ 1045598 h 1050628"/>
                <a:gd name="connsiteX1" fmla="*/ 1561623 w 2449768"/>
                <a:gd name="connsiteY1" fmla="*/ 1050628 h 1050628"/>
                <a:gd name="connsiteX2" fmla="*/ 1540857 w 2449768"/>
                <a:gd name="connsiteY2" fmla="*/ 1050628 h 1050628"/>
                <a:gd name="connsiteX3" fmla="*/ 1542955 w 2449768"/>
                <a:gd name="connsiteY3" fmla="*/ 1048256 h 1050628"/>
                <a:gd name="connsiteX4" fmla="*/ 1553968 w 2449768"/>
                <a:gd name="connsiteY4" fmla="*/ 1045598 h 1050628"/>
                <a:gd name="connsiteX5" fmla="*/ 490647 w 2449768"/>
                <a:gd name="connsiteY5" fmla="*/ 1036483 h 1050628"/>
                <a:gd name="connsiteX6" fmla="*/ 503939 w 2449768"/>
                <a:gd name="connsiteY6" fmla="*/ 1045217 h 1050628"/>
                <a:gd name="connsiteX7" fmla="*/ 505485 w 2449768"/>
                <a:gd name="connsiteY7" fmla="*/ 1050628 h 1050628"/>
                <a:gd name="connsiteX8" fmla="*/ 470645 w 2449768"/>
                <a:gd name="connsiteY8" fmla="*/ 1050628 h 1050628"/>
                <a:gd name="connsiteX9" fmla="*/ 469761 w 2449768"/>
                <a:gd name="connsiteY9" fmla="*/ 1046736 h 1050628"/>
                <a:gd name="connsiteX10" fmla="*/ 479634 w 2449768"/>
                <a:gd name="connsiteY10" fmla="*/ 1039141 h 1050628"/>
                <a:gd name="connsiteX11" fmla="*/ 490647 w 2449768"/>
                <a:gd name="connsiteY11" fmla="*/ 1036483 h 1050628"/>
                <a:gd name="connsiteX12" fmla="*/ 326591 w 2449768"/>
                <a:gd name="connsiteY12" fmla="*/ 1030407 h 1050628"/>
                <a:gd name="connsiteX13" fmla="*/ 339883 w 2449768"/>
                <a:gd name="connsiteY13" fmla="*/ 1039141 h 1050628"/>
                <a:gd name="connsiteX14" fmla="*/ 341999 w 2449768"/>
                <a:gd name="connsiteY14" fmla="*/ 1050628 h 1050628"/>
                <a:gd name="connsiteX15" fmla="*/ 308260 w 2449768"/>
                <a:gd name="connsiteY15" fmla="*/ 1050628 h 1050628"/>
                <a:gd name="connsiteX16" fmla="*/ 306844 w 2449768"/>
                <a:gd name="connsiteY16" fmla="*/ 1042939 h 1050628"/>
                <a:gd name="connsiteX17" fmla="*/ 315578 w 2449768"/>
                <a:gd name="connsiteY17" fmla="*/ 1033065 h 1050628"/>
                <a:gd name="connsiteX18" fmla="*/ 326591 w 2449768"/>
                <a:gd name="connsiteY18" fmla="*/ 1030407 h 1050628"/>
                <a:gd name="connsiteX19" fmla="*/ 20886 w 2449768"/>
                <a:gd name="connsiteY19" fmla="*/ 1026229 h 1050628"/>
                <a:gd name="connsiteX20" fmla="*/ 33039 w 2449768"/>
                <a:gd name="connsiteY20" fmla="*/ 1036103 h 1050628"/>
                <a:gd name="connsiteX21" fmla="*/ 36837 w 2449768"/>
                <a:gd name="connsiteY21" fmla="*/ 1049395 h 1050628"/>
                <a:gd name="connsiteX22" fmla="*/ 35731 w 2449768"/>
                <a:gd name="connsiteY22" fmla="*/ 1050628 h 1050628"/>
                <a:gd name="connsiteX23" fmla="*/ 1976 w 2449768"/>
                <a:gd name="connsiteY23" fmla="*/ 1050628 h 1050628"/>
                <a:gd name="connsiteX24" fmla="*/ 0 w 2449768"/>
                <a:gd name="connsiteY24" fmla="*/ 1039901 h 1050628"/>
                <a:gd name="connsiteX25" fmla="*/ 8734 w 2449768"/>
                <a:gd name="connsiteY25" fmla="*/ 1030027 h 1050628"/>
                <a:gd name="connsiteX26" fmla="*/ 20886 w 2449768"/>
                <a:gd name="connsiteY26" fmla="*/ 1026229 h 1050628"/>
                <a:gd name="connsiteX27" fmla="*/ 2100819 w 2449768"/>
                <a:gd name="connsiteY27" fmla="*/ 1024331 h 1050628"/>
                <a:gd name="connsiteX28" fmla="*/ 2114111 w 2449768"/>
                <a:gd name="connsiteY28" fmla="*/ 1033065 h 1050628"/>
                <a:gd name="connsiteX29" fmla="*/ 2117909 w 2449768"/>
                <a:gd name="connsiteY29" fmla="*/ 1046357 h 1050628"/>
                <a:gd name="connsiteX30" fmla="*/ 2114079 w 2449768"/>
                <a:gd name="connsiteY30" fmla="*/ 1050628 h 1050628"/>
                <a:gd name="connsiteX31" fmla="*/ 2083616 w 2449768"/>
                <a:gd name="connsiteY31" fmla="*/ 1050628 h 1050628"/>
                <a:gd name="connsiteX32" fmla="*/ 2081072 w 2449768"/>
                <a:gd name="connsiteY32" fmla="*/ 1035724 h 1050628"/>
                <a:gd name="connsiteX33" fmla="*/ 2089806 w 2449768"/>
                <a:gd name="connsiteY33" fmla="*/ 1026989 h 1050628"/>
                <a:gd name="connsiteX34" fmla="*/ 2100819 w 2449768"/>
                <a:gd name="connsiteY34" fmla="*/ 1024331 h 1050628"/>
                <a:gd name="connsiteX35" fmla="*/ 1192439 w 2449768"/>
                <a:gd name="connsiteY35" fmla="*/ 1024331 h 1050628"/>
                <a:gd name="connsiteX36" fmla="*/ 1205731 w 2449768"/>
                <a:gd name="connsiteY36" fmla="*/ 1033065 h 1050628"/>
                <a:gd name="connsiteX37" fmla="*/ 1209529 w 2449768"/>
                <a:gd name="connsiteY37" fmla="*/ 1046357 h 1050628"/>
                <a:gd name="connsiteX38" fmla="*/ 1205699 w 2449768"/>
                <a:gd name="connsiteY38" fmla="*/ 1050628 h 1050628"/>
                <a:gd name="connsiteX39" fmla="*/ 1175227 w 2449768"/>
                <a:gd name="connsiteY39" fmla="*/ 1050628 h 1050628"/>
                <a:gd name="connsiteX40" fmla="*/ 1172692 w 2449768"/>
                <a:gd name="connsiteY40" fmla="*/ 1036863 h 1050628"/>
                <a:gd name="connsiteX41" fmla="*/ 1181426 w 2449768"/>
                <a:gd name="connsiteY41" fmla="*/ 1026989 h 1050628"/>
                <a:gd name="connsiteX42" fmla="*/ 1192439 w 2449768"/>
                <a:gd name="connsiteY42" fmla="*/ 1024331 h 1050628"/>
                <a:gd name="connsiteX43" fmla="*/ 788376 w 2449768"/>
                <a:gd name="connsiteY43" fmla="*/ 1024331 h 1050628"/>
                <a:gd name="connsiteX44" fmla="*/ 801668 w 2449768"/>
                <a:gd name="connsiteY44" fmla="*/ 1033065 h 1050628"/>
                <a:gd name="connsiteX45" fmla="*/ 805466 w 2449768"/>
                <a:gd name="connsiteY45" fmla="*/ 1046357 h 1050628"/>
                <a:gd name="connsiteX46" fmla="*/ 801636 w 2449768"/>
                <a:gd name="connsiteY46" fmla="*/ 1050628 h 1050628"/>
                <a:gd name="connsiteX47" fmla="*/ 771181 w 2449768"/>
                <a:gd name="connsiteY47" fmla="*/ 1050628 h 1050628"/>
                <a:gd name="connsiteX48" fmla="*/ 768629 w 2449768"/>
                <a:gd name="connsiteY48" fmla="*/ 1034584 h 1050628"/>
                <a:gd name="connsiteX49" fmla="*/ 777363 w 2449768"/>
                <a:gd name="connsiteY49" fmla="*/ 1026989 h 1050628"/>
                <a:gd name="connsiteX50" fmla="*/ 788376 w 2449768"/>
                <a:gd name="connsiteY50" fmla="*/ 1024331 h 1050628"/>
                <a:gd name="connsiteX51" fmla="*/ 138231 w 2449768"/>
                <a:gd name="connsiteY51" fmla="*/ 1024331 h 1050628"/>
                <a:gd name="connsiteX52" fmla="*/ 151523 w 2449768"/>
                <a:gd name="connsiteY52" fmla="*/ 1033065 h 1050628"/>
                <a:gd name="connsiteX53" fmla="*/ 154181 w 2449768"/>
                <a:gd name="connsiteY53" fmla="*/ 1047496 h 1050628"/>
                <a:gd name="connsiteX54" fmla="*/ 151411 w 2449768"/>
                <a:gd name="connsiteY54" fmla="*/ 1050628 h 1050628"/>
                <a:gd name="connsiteX55" fmla="*/ 121019 w 2449768"/>
                <a:gd name="connsiteY55" fmla="*/ 1050628 h 1050628"/>
                <a:gd name="connsiteX56" fmla="*/ 118484 w 2449768"/>
                <a:gd name="connsiteY56" fmla="*/ 1036863 h 1050628"/>
                <a:gd name="connsiteX57" fmla="*/ 127218 w 2449768"/>
                <a:gd name="connsiteY57" fmla="*/ 1026989 h 1050628"/>
                <a:gd name="connsiteX58" fmla="*/ 138231 w 2449768"/>
                <a:gd name="connsiteY58" fmla="*/ 1024331 h 1050628"/>
                <a:gd name="connsiteX59" fmla="*/ 894709 w 2449768"/>
                <a:gd name="connsiteY59" fmla="*/ 1021293 h 1050628"/>
                <a:gd name="connsiteX60" fmla="*/ 908001 w 2449768"/>
                <a:gd name="connsiteY60" fmla="*/ 1030027 h 1050628"/>
                <a:gd name="connsiteX61" fmla="*/ 911799 w 2449768"/>
                <a:gd name="connsiteY61" fmla="*/ 1043319 h 1050628"/>
                <a:gd name="connsiteX62" fmla="*/ 905246 w 2449768"/>
                <a:gd name="connsiteY62" fmla="*/ 1050628 h 1050628"/>
                <a:gd name="connsiteX63" fmla="*/ 880920 w 2449768"/>
                <a:gd name="connsiteY63" fmla="*/ 1050628 h 1050628"/>
                <a:gd name="connsiteX64" fmla="*/ 877620 w 2449768"/>
                <a:gd name="connsiteY64" fmla="*/ 1048256 h 1050628"/>
                <a:gd name="connsiteX65" fmla="*/ 883696 w 2449768"/>
                <a:gd name="connsiteY65" fmla="*/ 1023951 h 1050628"/>
                <a:gd name="connsiteX66" fmla="*/ 894709 w 2449768"/>
                <a:gd name="connsiteY66" fmla="*/ 1021293 h 1050628"/>
                <a:gd name="connsiteX67" fmla="*/ 694197 w 2449768"/>
                <a:gd name="connsiteY67" fmla="*/ 1021293 h 1050628"/>
                <a:gd name="connsiteX68" fmla="*/ 707488 w 2449768"/>
                <a:gd name="connsiteY68" fmla="*/ 1030027 h 1050628"/>
                <a:gd name="connsiteX69" fmla="*/ 711286 w 2449768"/>
                <a:gd name="connsiteY69" fmla="*/ 1043319 h 1050628"/>
                <a:gd name="connsiteX70" fmla="*/ 704733 w 2449768"/>
                <a:gd name="connsiteY70" fmla="*/ 1050628 h 1050628"/>
                <a:gd name="connsiteX71" fmla="*/ 680408 w 2449768"/>
                <a:gd name="connsiteY71" fmla="*/ 1050628 h 1050628"/>
                <a:gd name="connsiteX72" fmla="*/ 677108 w 2449768"/>
                <a:gd name="connsiteY72" fmla="*/ 1048256 h 1050628"/>
                <a:gd name="connsiteX73" fmla="*/ 683184 w 2449768"/>
                <a:gd name="connsiteY73" fmla="*/ 1023951 h 1050628"/>
                <a:gd name="connsiteX74" fmla="*/ 694197 w 2449768"/>
                <a:gd name="connsiteY74" fmla="*/ 1021293 h 1050628"/>
                <a:gd name="connsiteX75" fmla="*/ 596979 w 2449768"/>
                <a:gd name="connsiteY75" fmla="*/ 1021293 h 1050628"/>
                <a:gd name="connsiteX76" fmla="*/ 610271 w 2449768"/>
                <a:gd name="connsiteY76" fmla="*/ 1030027 h 1050628"/>
                <a:gd name="connsiteX77" fmla="*/ 614069 w 2449768"/>
                <a:gd name="connsiteY77" fmla="*/ 1043319 h 1050628"/>
                <a:gd name="connsiteX78" fmla="*/ 607516 w 2449768"/>
                <a:gd name="connsiteY78" fmla="*/ 1050628 h 1050628"/>
                <a:gd name="connsiteX79" fmla="*/ 583190 w 2449768"/>
                <a:gd name="connsiteY79" fmla="*/ 1050628 h 1050628"/>
                <a:gd name="connsiteX80" fmla="*/ 579890 w 2449768"/>
                <a:gd name="connsiteY80" fmla="*/ 1048256 h 1050628"/>
                <a:gd name="connsiteX81" fmla="*/ 585966 w 2449768"/>
                <a:gd name="connsiteY81" fmla="*/ 1023951 h 1050628"/>
                <a:gd name="connsiteX82" fmla="*/ 596979 w 2449768"/>
                <a:gd name="connsiteY82" fmla="*/ 1021293 h 1050628"/>
                <a:gd name="connsiteX83" fmla="*/ 1086106 w 2449768"/>
                <a:gd name="connsiteY83" fmla="*/ 1015217 h 1050628"/>
                <a:gd name="connsiteX84" fmla="*/ 1099398 w 2449768"/>
                <a:gd name="connsiteY84" fmla="*/ 1023951 h 1050628"/>
                <a:gd name="connsiteX85" fmla="*/ 1093322 w 2449768"/>
                <a:gd name="connsiteY85" fmla="*/ 1048256 h 1050628"/>
                <a:gd name="connsiteX86" fmla="*/ 1082478 w 2449768"/>
                <a:gd name="connsiteY86" fmla="*/ 1050628 h 1050628"/>
                <a:gd name="connsiteX87" fmla="*/ 1080771 w 2449768"/>
                <a:gd name="connsiteY87" fmla="*/ 1050628 h 1050628"/>
                <a:gd name="connsiteX88" fmla="*/ 1069017 w 2449768"/>
                <a:gd name="connsiteY88" fmla="*/ 1042180 h 1050628"/>
                <a:gd name="connsiteX89" fmla="*/ 1075093 w 2449768"/>
                <a:gd name="connsiteY89" fmla="*/ 1017875 h 1050628"/>
                <a:gd name="connsiteX90" fmla="*/ 1086106 w 2449768"/>
                <a:gd name="connsiteY90" fmla="*/ 1015217 h 1050628"/>
                <a:gd name="connsiteX91" fmla="*/ 1313961 w 2449768"/>
                <a:gd name="connsiteY91" fmla="*/ 1009141 h 1050628"/>
                <a:gd name="connsiteX92" fmla="*/ 1327253 w 2449768"/>
                <a:gd name="connsiteY92" fmla="*/ 1017875 h 1050628"/>
                <a:gd name="connsiteX93" fmla="*/ 1321177 w 2449768"/>
                <a:gd name="connsiteY93" fmla="*/ 1042180 h 1050628"/>
                <a:gd name="connsiteX94" fmla="*/ 1296872 w 2449768"/>
                <a:gd name="connsiteY94" fmla="*/ 1036104 h 1050628"/>
                <a:gd name="connsiteX95" fmla="*/ 1302948 w 2449768"/>
                <a:gd name="connsiteY95" fmla="*/ 1011799 h 1050628"/>
                <a:gd name="connsiteX96" fmla="*/ 1313961 w 2449768"/>
                <a:gd name="connsiteY96" fmla="*/ 1009141 h 1050628"/>
                <a:gd name="connsiteX97" fmla="*/ 2337788 w 2449768"/>
                <a:gd name="connsiteY97" fmla="*/ 996989 h 1050628"/>
                <a:gd name="connsiteX98" fmla="*/ 2351080 w 2449768"/>
                <a:gd name="connsiteY98" fmla="*/ 1005723 h 1050628"/>
                <a:gd name="connsiteX99" fmla="*/ 2345004 w 2449768"/>
                <a:gd name="connsiteY99" fmla="*/ 1030028 h 1050628"/>
                <a:gd name="connsiteX100" fmla="*/ 2320699 w 2449768"/>
                <a:gd name="connsiteY100" fmla="*/ 1023952 h 1050628"/>
                <a:gd name="connsiteX101" fmla="*/ 2326775 w 2449768"/>
                <a:gd name="connsiteY101" fmla="*/ 999647 h 1050628"/>
                <a:gd name="connsiteX102" fmla="*/ 2337788 w 2449768"/>
                <a:gd name="connsiteY102" fmla="*/ 996989 h 1050628"/>
                <a:gd name="connsiteX103" fmla="*/ 1429407 w 2449768"/>
                <a:gd name="connsiteY103" fmla="*/ 990912 h 1050628"/>
                <a:gd name="connsiteX104" fmla="*/ 1442699 w 2449768"/>
                <a:gd name="connsiteY104" fmla="*/ 999646 h 1050628"/>
                <a:gd name="connsiteX105" fmla="*/ 1436623 w 2449768"/>
                <a:gd name="connsiteY105" fmla="*/ 1023951 h 1050628"/>
                <a:gd name="connsiteX106" fmla="*/ 1412318 w 2449768"/>
                <a:gd name="connsiteY106" fmla="*/ 1017875 h 1050628"/>
                <a:gd name="connsiteX107" fmla="*/ 1418394 w 2449768"/>
                <a:gd name="connsiteY107" fmla="*/ 993570 h 1050628"/>
                <a:gd name="connsiteX108" fmla="*/ 1429407 w 2449768"/>
                <a:gd name="connsiteY108" fmla="*/ 990912 h 1050628"/>
                <a:gd name="connsiteX109" fmla="*/ 1672452 w 2449768"/>
                <a:gd name="connsiteY109" fmla="*/ 987874 h 1050628"/>
                <a:gd name="connsiteX110" fmla="*/ 1685744 w 2449768"/>
                <a:gd name="connsiteY110" fmla="*/ 996608 h 1050628"/>
                <a:gd name="connsiteX111" fmla="*/ 1679668 w 2449768"/>
                <a:gd name="connsiteY111" fmla="*/ 1020913 h 1050628"/>
                <a:gd name="connsiteX112" fmla="*/ 1655363 w 2449768"/>
                <a:gd name="connsiteY112" fmla="*/ 1014837 h 1050628"/>
                <a:gd name="connsiteX113" fmla="*/ 1661439 w 2449768"/>
                <a:gd name="connsiteY113" fmla="*/ 990532 h 1050628"/>
                <a:gd name="connsiteX114" fmla="*/ 1672452 w 2449768"/>
                <a:gd name="connsiteY114" fmla="*/ 987874 h 1050628"/>
                <a:gd name="connsiteX115" fmla="*/ 1803089 w 2449768"/>
                <a:gd name="connsiteY115" fmla="*/ 975722 h 1050628"/>
                <a:gd name="connsiteX116" fmla="*/ 1816381 w 2449768"/>
                <a:gd name="connsiteY116" fmla="*/ 984456 h 1050628"/>
                <a:gd name="connsiteX117" fmla="*/ 1810305 w 2449768"/>
                <a:gd name="connsiteY117" fmla="*/ 1008761 h 1050628"/>
                <a:gd name="connsiteX118" fmla="*/ 1786000 w 2449768"/>
                <a:gd name="connsiteY118" fmla="*/ 1002685 h 1050628"/>
                <a:gd name="connsiteX119" fmla="*/ 1792076 w 2449768"/>
                <a:gd name="connsiteY119" fmla="*/ 978380 h 1050628"/>
                <a:gd name="connsiteX120" fmla="*/ 1803089 w 2449768"/>
                <a:gd name="connsiteY120" fmla="*/ 975722 h 1050628"/>
                <a:gd name="connsiteX121" fmla="*/ 2030944 w 2449768"/>
                <a:gd name="connsiteY121" fmla="*/ 969646 h 1050628"/>
                <a:gd name="connsiteX122" fmla="*/ 2044236 w 2449768"/>
                <a:gd name="connsiteY122" fmla="*/ 978380 h 1050628"/>
                <a:gd name="connsiteX123" fmla="*/ 2038160 w 2449768"/>
                <a:gd name="connsiteY123" fmla="*/ 1002685 h 1050628"/>
                <a:gd name="connsiteX124" fmla="*/ 2013855 w 2449768"/>
                <a:gd name="connsiteY124" fmla="*/ 996609 h 1050628"/>
                <a:gd name="connsiteX125" fmla="*/ 2019931 w 2449768"/>
                <a:gd name="connsiteY125" fmla="*/ 972304 h 1050628"/>
                <a:gd name="connsiteX126" fmla="*/ 2030944 w 2449768"/>
                <a:gd name="connsiteY126" fmla="*/ 969646 h 1050628"/>
                <a:gd name="connsiteX127" fmla="*/ 405581 w 2449768"/>
                <a:gd name="connsiteY127" fmla="*/ 966608 h 1050628"/>
                <a:gd name="connsiteX128" fmla="*/ 418873 w 2449768"/>
                <a:gd name="connsiteY128" fmla="*/ 975342 h 1050628"/>
                <a:gd name="connsiteX129" fmla="*/ 412797 w 2449768"/>
                <a:gd name="connsiteY129" fmla="*/ 999647 h 1050628"/>
                <a:gd name="connsiteX130" fmla="*/ 388492 w 2449768"/>
                <a:gd name="connsiteY130" fmla="*/ 993571 h 1050628"/>
                <a:gd name="connsiteX131" fmla="*/ 394568 w 2449768"/>
                <a:gd name="connsiteY131" fmla="*/ 969266 h 1050628"/>
                <a:gd name="connsiteX132" fmla="*/ 405581 w 2449768"/>
                <a:gd name="connsiteY132" fmla="*/ 966608 h 1050628"/>
                <a:gd name="connsiteX133" fmla="*/ 2225380 w 2449768"/>
                <a:gd name="connsiteY133" fmla="*/ 957494 h 1050628"/>
                <a:gd name="connsiteX134" fmla="*/ 2238671 w 2449768"/>
                <a:gd name="connsiteY134" fmla="*/ 966228 h 1050628"/>
                <a:gd name="connsiteX135" fmla="*/ 2232595 w 2449768"/>
                <a:gd name="connsiteY135" fmla="*/ 990533 h 1050628"/>
                <a:gd name="connsiteX136" fmla="*/ 2208290 w 2449768"/>
                <a:gd name="connsiteY136" fmla="*/ 984457 h 1050628"/>
                <a:gd name="connsiteX137" fmla="*/ 2214366 w 2449768"/>
                <a:gd name="connsiteY137" fmla="*/ 960152 h 1050628"/>
                <a:gd name="connsiteX138" fmla="*/ 2225380 w 2449768"/>
                <a:gd name="connsiteY138" fmla="*/ 957494 h 1050628"/>
                <a:gd name="connsiteX139" fmla="*/ 1927649 w 2449768"/>
                <a:gd name="connsiteY139" fmla="*/ 954456 h 1050628"/>
                <a:gd name="connsiteX140" fmla="*/ 1940941 w 2449768"/>
                <a:gd name="connsiteY140" fmla="*/ 963190 h 1050628"/>
                <a:gd name="connsiteX141" fmla="*/ 1934865 w 2449768"/>
                <a:gd name="connsiteY141" fmla="*/ 987495 h 1050628"/>
                <a:gd name="connsiteX142" fmla="*/ 1910560 w 2449768"/>
                <a:gd name="connsiteY142" fmla="*/ 981419 h 1050628"/>
                <a:gd name="connsiteX143" fmla="*/ 1916636 w 2449768"/>
                <a:gd name="connsiteY143" fmla="*/ 957114 h 1050628"/>
                <a:gd name="connsiteX144" fmla="*/ 1927649 w 2449768"/>
                <a:gd name="connsiteY144" fmla="*/ 954456 h 1050628"/>
                <a:gd name="connsiteX145" fmla="*/ 244564 w 2449768"/>
                <a:gd name="connsiteY145" fmla="*/ 954456 h 1050628"/>
                <a:gd name="connsiteX146" fmla="*/ 257856 w 2449768"/>
                <a:gd name="connsiteY146" fmla="*/ 963190 h 1050628"/>
                <a:gd name="connsiteX147" fmla="*/ 251780 w 2449768"/>
                <a:gd name="connsiteY147" fmla="*/ 987495 h 1050628"/>
                <a:gd name="connsiteX148" fmla="*/ 227475 w 2449768"/>
                <a:gd name="connsiteY148" fmla="*/ 981419 h 1050628"/>
                <a:gd name="connsiteX149" fmla="*/ 233551 w 2449768"/>
                <a:gd name="connsiteY149" fmla="*/ 957114 h 1050628"/>
                <a:gd name="connsiteX150" fmla="*/ 244564 w 2449768"/>
                <a:gd name="connsiteY150" fmla="*/ 954456 h 1050628"/>
                <a:gd name="connsiteX151" fmla="*/ 2431968 w 2449768"/>
                <a:gd name="connsiteY151" fmla="*/ 951418 h 1050628"/>
                <a:gd name="connsiteX152" fmla="*/ 2445260 w 2449768"/>
                <a:gd name="connsiteY152" fmla="*/ 960152 h 1050628"/>
                <a:gd name="connsiteX153" fmla="*/ 2439184 w 2449768"/>
                <a:gd name="connsiteY153" fmla="*/ 984457 h 1050628"/>
                <a:gd name="connsiteX154" fmla="*/ 2414879 w 2449768"/>
                <a:gd name="connsiteY154" fmla="*/ 978381 h 1050628"/>
                <a:gd name="connsiteX155" fmla="*/ 2420955 w 2449768"/>
                <a:gd name="connsiteY155" fmla="*/ 954076 h 1050628"/>
                <a:gd name="connsiteX156" fmla="*/ 2431968 w 2449768"/>
                <a:gd name="connsiteY156" fmla="*/ 951418 h 1050628"/>
                <a:gd name="connsiteX157" fmla="*/ 1553968 w 2449768"/>
                <a:gd name="connsiteY157" fmla="*/ 948380 h 1050628"/>
                <a:gd name="connsiteX158" fmla="*/ 1567259 w 2449768"/>
                <a:gd name="connsiteY158" fmla="*/ 957114 h 1050628"/>
                <a:gd name="connsiteX159" fmla="*/ 1561183 w 2449768"/>
                <a:gd name="connsiteY159" fmla="*/ 981419 h 1050628"/>
                <a:gd name="connsiteX160" fmla="*/ 1536879 w 2449768"/>
                <a:gd name="connsiteY160" fmla="*/ 975343 h 1050628"/>
                <a:gd name="connsiteX161" fmla="*/ 1542955 w 2449768"/>
                <a:gd name="connsiteY161" fmla="*/ 951038 h 1050628"/>
                <a:gd name="connsiteX162" fmla="*/ 1553968 w 2449768"/>
                <a:gd name="connsiteY162" fmla="*/ 948380 h 1050628"/>
                <a:gd name="connsiteX163" fmla="*/ 1222819 w 2449768"/>
                <a:gd name="connsiteY163" fmla="*/ 933189 h 1050628"/>
                <a:gd name="connsiteX164" fmla="*/ 1236111 w 2449768"/>
                <a:gd name="connsiteY164" fmla="*/ 941923 h 1050628"/>
                <a:gd name="connsiteX165" fmla="*/ 1230035 w 2449768"/>
                <a:gd name="connsiteY165" fmla="*/ 966228 h 1050628"/>
                <a:gd name="connsiteX166" fmla="*/ 1205730 w 2449768"/>
                <a:gd name="connsiteY166" fmla="*/ 960152 h 1050628"/>
                <a:gd name="connsiteX167" fmla="*/ 1211806 w 2449768"/>
                <a:gd name="connsiteY167" fmla="*/ 935847 h 1050628"/>
                <a:gd name="connsiteX168" fmla="*/ 1222819 w 2449768"/>
                <a:gd name="connsiteY168" fmla="*/ 933189 h 1050628"/>
                <a:gd name="connsiteX169" fmla="*/ 1031421 w 2449768"/>
                <a:gd name="connsiteY169" fmla="*/ 930151 h 1050628"/>
                <a:gd name="connsiteX170" fmla="*/ 1044713 w 2449768"/>
                <a:gd name="connsiteY170" fmla="*/ 938885 h 1050628"/>
                <a:gd name="connsiteX171" fmla="*/ 1038637 w 2449768"/>
                <a:gd name="connsiteY171" fmla="*/ 963190 h 1050628"/>
                <a:gd name="connsiteX172" fmla="*/ 1014332 w 2449768"/>
                <a:gd name="connsiteY172" fmla="*/ 957114 h 1050628"/>
                <a:gd name="connsiteX173" fmla="*/ 1020408 w 2449768"/>
                <a:gd name="connsiteY173" fmla="*/ 932809 h 1050628"/>
                <a:gd name="connsiteX174" fmla="*/ 1031421 w 2449768"/>
                <a:gd name="connsiteY174" fmla="*/ 930151 h 1050628"/>
                <a:gd name="connsiteX175" fmla="*/ 931165 w 2449768"/>
                <a:gd name="connsiteY175" fmla="*/ 930151 h 1050628"/>
                <a:gd name="connsiteX176" fmla="*/ 944457 w 2449768"/>
                <a:gd name="connsiteY176" fmla="*/ 938885 h 1050628"/>
                <a:gd name="connsiteX177" fmla="*/ 938381 w 2449768"/>
                <a:gd name="connsiteY177" fmla="*/ 963190 h 1050628"/>
                <a:gd name="connsiteX178" fmla="*/ 914076 w 2449768"/>
                <a:gd name="connsiteY178" fmla="*/ 957114 h 1050628"/>
                <a:gd name="connsiteX179" fmla="*/ 920152 w 2449768"/>
                <a:gd name="connsiteY179" fmla="*/ 932809 h 1050628"/>
                <a:gd name="connsiteX180" fmla="*/ 931165 w 2449768"/>
                <a:gd name="connsiteY180" fmla="*/ 930151 h 1050628"/>
                <a:gd name="connsiteX181" fmla="*/ 123041 w 2449768"/>
                <a:gd name="connsiteY181" fmla="*/ 930151 h 1050628"/>
                <a:gd name="connsiteX182" fmla="*/ 136333 w 2449768"/>
                <a:gd name="connsiteY182" fmla="*/ 938885 h 1050628"/>
                <a:gd name="connsiteX183" fmla="*/ 130257 w 2449768"/>
                <a:gd name="connsiteY183" fmla="*/ 963190 h 1050628"/>
                <a:gd name="connsiteX184" fmla="*/ 105952 w 2449768"/>
                <a:gd name="connsiteY184" fmla="*/ 957114 h 1050628"/>
                <a:gd name="connsiteX185" fmla="*/ 112028 w 2449768"/>
                <a:gd name="connsiteY185" fmla="*/ 932809 h 1050628"/>
                <a:gd name="connsiteX186" fmla="*/ 123041 w 2449768"/>
                <a:gd name="connsiteY186" fmla="*/ 930151 h 1050628"/>
                <a:gd name="connsiteX187" fmla="*/ 524065 w 2449768"/>
                <a:gd name="connsiteY187" fmla="*/ 917999 h 1050628"/>
                <a:gd name="connsiteX188" fmla="*/ 537357 w 2449768"/>
                <a:gd name="connsiteY188" fmla="*/ 926733 h 1050628"/>
                <a:gd name="connsiteX189" fmla="*/ 531281 w 2449768"/>
                <a:gd name="connsiteY189" fmla="*/ 951038 h 1050628"/>
                <a:gd name="connsiteX190" fmla="*/ 506976 w 2449768"/>
                <a:gd name="connsiteY190" fmla="*/ 944962 h 1050628"/>
                <a:gd name="connsiteX191" fmla="*/ 513052 w 2449768"/>
                <a:gd name="connsiteY191" fmla="*/ 920657 h 1050628"/>
                <a:gd name="connsiteX192" fmla="*/ 524065 w 2449768"/>
                <a:gd name="connsiteY192" fmla="*/ 917999 h 1050628"/>
                <a:gd name="connsiteX193" fmla="*/ 824833 w 2449768"/>
                <a:gd name="connsiteY193" fmla="*/ 911923 h 1050628"/>
                <a:gd name="connsiteX194" fmla="*/ 838125 w 2449768"/>
                <a:gd name="connsiteY194" fmla="*/ 920657 h 1050628"/>
                <a:gd name="connsiteX195" fmla="*/ 832049 w 2449768"/>
                <a:gd name="connsiteY195" fmla="*/ 944962 h 1050628"/>
                <a:gd name="connsiteX196" fmla="*/ 807744 w 2449768"/>
                <a:gd name="connsiteY196" fmla="*/ 938886 h 1050628"/>
                <a:gd name="connsiteX197" fmla="*/ 813820 w 2449768"/>
                <a:gd name="connsiteY197" fmla="*/ 914581 h 1050628"/>
                <a:gd name="connsiteX198" fmla="*/ 824833 w 2449768"/>
                <a:gd name="connsiteY198" fmla="*/ 911923 h 1050628"/>
                <a:gd name="connsiteX199" fmla="*/ 2137276 w 2449768"/>
                <a:gd name="connsiteY199" fmla="*/ 905847 h 1050628"/>
                <a:gd name="connsiteX200" fmla="*/ 2150567 w 2449768"/>
                <a:gd name="connsiteY200" fmla="*/ 914581 h 1050628"/>
                <a:gd name="connsiteX201" fmla="*/ 2144491 w 2449768"/>
                <a:gd name="connsiteY201" fmla="*/ 938886 h 1050628"/>
                <a:gd name="connsiteX202" fmla="*/ 2120187 w 2449768"/>
                <a:gd name="connsiteY202" fmla="*/ 932810 h 1050628"/>
                <a:gd name="connsiteX203" fmla="*/ 2126263 w 2449768"/>
                <a:gd name="connsiteY203" fmla="*/ 908505 h 1050628"/>
                <a:gd name="connsiteX204" fmla="*/ 2137276 w 2449768"/>
                <a:gd name="connsiteY204" fmla="*/ 905847 h 1050628"/>
                <a:gd name="connsiteX205" fmla="*/ 630397 w 2449768"/>
                <a:gd name="connsiteY205" fmla="*/ 905847 h 1050628"/>
                <a:gd name="connsiteX206" fmla="*/ 643689 w 2449768"/>
                <a:gd name="connsiteY206" fmla="*/ 914581 h 1050628"/>
                <a:gd name="connsiteX207" fmla="*/ 637613 w 2449768"/>
                <a:gd name="connsiteY207" fmla="*/ 938886 h 1050628"/>
                <a:gd name="connsiteX208" fmla="*/ 613308 w 2449768"/>
                <a:gd name="connsiteY208" fmla="*/ 932810 h 1050628"/>
                <a:gd name="connsiteX209" fmla="*/ 619384 w 2449768"/>
                <a:gd name="connsiteY209" fmla="*/ 908505 h 1050628"/>
                <a:gd name="connsiteX210" fmla="*/ 630397 w 2449768"/>
                <a:gd name="connsiteY210" fmla="*/ 905847 h 1050628"/>
                <a:gd name="connsiteX211" fmla="*/ 1332189 w 2449768"/>
                <a:gd name="connsiteY211" fmla="*/ 896733 h 1050628"/>
                <a:gd name="connsiteX212" fmla="*/ 1345481 w 2449768"/>
                <a:gd name="connsiteY212" fmla="*/ 905467 h 1050628"/>
                <a:gd name="connsiteX213" fmla="*/ 1339405 w 2449768"/>
                <a:gd name="connsiteY213" fmla="*/ 929772 h 1050628"/>
                <a:gd name="connsiteX214" fmla="*/ 1315100 w 2449768"/>
                <a:gd name="connsiteY214" fmla="*/ 923696 h 1050628"/>
                <a:gd name="connsiteX215" fmla="*/ 1321176 w 2449768"/>
                <a:gd name="connsiteY215" fmla="*/ 899391 h 1050628"/>
                <a:gd name="connsiteX216" fmla="*/ 1332189 w 2449768"/>
                <a:gd name="connsiteY216" fmla="*/ 896733 h 1050628"/>
                <a:gd name="connsiteX217" fmla="*/ 724577 w 2449768"/>
                <a:gd name="connsiteY217" fmla="*/ 890656 h 1050628"/>
                <a:gd name="connsiteX218" fmla="*/ 737869 w 2449768"/>
                <a:gd name="connsiteY218" fmla="*/ 899390 h 1050628"/>
                <a:gd name="connsiteX219" fmla="*/ 731793 w 2449768"/>
                <a:gd name="connsiteY219" fmla="*/ 923695 h 1050628"/>
                <a:gd name="connsiteX220" fmla="*/ 707488 w 2449768"/>
                <a:gd name="connsiteY220" fmla="*/ 917619 h 1050628"/>
                <a:gd name="connsiteX221" fmla="*/ 713564 w 2449768"/>
                <a:gd name="connsiteY221" fmla="*/ 893314 h 1050628"/>
                <a:gd name="connsiteX222" fmla="*/ 724577 w 2449768"/>
                <a:gd name="connsiteY222" fmla="*/ 890656 h 1050628"/>
                <a:gd name="connsiteX223" fmla="*/ 1435484 w 2449768"/>
                <a:gd name="connsiteY223" fmla="*/ 884580 h 1050628"/>
                <a:gd name="connsiteX224" fmla="*/ 1448776 w 2449768"/>
                <a:gd name="connsiteY224" fmla="*/ 893314 h 1050628"/>
                <a:gd name="connsiteX225" fmla="*/ 1442700 w 2449768"/>
                <a:gd name="connsiteY225" fmla="*/ 917619 h 1050628"/>
                <a:gd name="connsiteX226" fmla="*/ 1418395 w 2449768"/>
                <a:gd name="connsiteY226" fmla="*/ 911543 h 1050628"/>
                <a:gd name="connsiteX227" fmla="*/ 1424471 w 2449768"/>
                <a:gd name="connsiteY227" fmla="*/ 887238 h 1050628"/>
                <a:gd name="connsiteX228" fmla="*/ 1435484 w 2449768"/>
                <a:gd name="connsiteY228" fmla="*/ 884580 h 1050628"/>
                <a:gd name="connsiteX229" fmla="*/ 1131677 w 2449768"/>
                <a:gd name="connsiteY229" fmla="*/ 884580 h 1050628"/>
                <a:gd name="connsiteX230" fmla="*/ 1144969 w 2449768"/>
                <a:gd name="connsiteY230" fmla="*/ 893314 h 1050628"/>
                <a:gd name="connsiteX231" fmla="*/ 1138893 w 2449768"/>
                <a:gd name="connsiteY231" fmla="*/ 917619 h 1050628"/>
                <a:gd name="connsiteX232" fmla="*/ 1114588 w 2449768"/>
                <a:gd name="connsiteY232" fmla="*/ 911543 h 1050628"/>
                <a:gd name="connsiteX233" fmla="*/ 1120664 w 2449768"/>
                <a:gd name="connsiteY233" fmla="*/ 887238 h 1050628"/>
                <a:gd name="connsiteX234" fmla="*/ 1131677 w 2449768"/>
                <a:gd name="connsiteY234" fmla="*/ 884580 h 1050628"/>
                <a:gd name="connsiteX235" fmla="*/ 1757518 w 2449768"/>
                <a:gd name="connsiteY235" fmla="*/ 881542 h 1050628"/>
                <a:gd name="connsiteX236" fmla="*/ 1770810 w 2449768"/>
                <a:gd name="connsiteY236" fmla="*/ 890276 h 1050628"/>
                <a:gd name="connsiteX237" fmla="*/ 1764734 w 2449768"/>
                <a:gd name="connsiteY237" fmla="*/ 914581 h 1050628"/>
                <a:gd name="connsiteX238" fmla="*/ 1740429 w 2449768"/>
                <a:gd name="connsiteY238" fmla="*/ 908505 h 1050628"/>
                <a:gd name="connsiteX239" fmla="*/ 1746505 w 2449768"/>
                <a:gd name="connsiteY239" fmla="*/ 884200 h 1050628"/>
                <a:gd name="connsiteX240" fmla="*/ 1757518 w 2449768"/>
                <a:gd name="connsiteY240" fmla="*/ 881542 h 1050628"/>
                <a:gd name="connsiteX241" fmla="*/ 1654224 w 2449768"/>
                <a:gd name="connsiteY241" fmla="*/ 881542 h 1050628"/>
                <a:gd name="connsiteX242" fmla="*/ 1667516 w 2449768"/>
                <a:gd name="connsiteY242" fmla="*/ 890276 h 1050628"/>
                <a:gd name="connsiteX243" fmla="*/ 1661440 w 2449768"/>
                <a:gd name="connsiteY243" fmla="*/ 914581 h 1050628"/>
                <a:gd name="connsiteX244" fmla="*/ 1637135 w 2449768"/>
                <a:gd name="connsiteY244" fmla="*/ 908505 h 1050628"/>
                <a:gd name="connsiteX245" fmla="*/ 1643211 w 2449768"/>
                <a:gd name="connsiteY245" fmla="*/ 884200 h 1050628"/>
                <a:gd name="connsiteX246" fmla="*/ 1654224 w 2449768"/>
                <a:gd name="connsiteY246" fmla="*/ 881542 h 1050628"/>
                <a:gd name="connsiteX247" fmla="*/ 2346903 w 2449768"/>
                <a:gd name="connsiteY247" fmla="*/ 878504 h 1050628"/>
                <a:gd name="connsiteX248" fmla="*/ 2360194 w 2449768"/>
                <a:gd name="connsiteY248" fmla="*/ 887238 h 1050628"/>
                <a:gd name="connsiteX249" fmla="*/ 2354118 w 2449768"/>
                <a:gd name="connsiteY249" fmla="*/ 911543 h 1050628"/>
                <a:gd name="connsiteX250" fmla="*/ 2329813 w 2449768"/>
                <a:gd name="connsiteY250" fmla="*/ 905467 h 1050628"/>
                <a:gd name="connsiteX251" fmla="*/ 2335889 w 2449768"/>
                <a:gd name="connsiteY251" fmla="*/ 881162 h 1050628"/>
                <a:gd name="connsiteX252" fmla="*/ 2346903 w 2449768"/>
                <a:gd name="connsiteY252" fmla="*/ 878504 h 1050628"/>
                <a:gd name="connsiteX253" fmla="*/ 320515 w 2449768"/>
                <a:gd name="connsiteY253" fmla="*/ 872428 h 1050628"/>
                <a:gd name="connsiteX254" fmla="*/ 333807 w 2449768"/>
                <a:gd name="connsiteY254" fmla="*/ 881162 h 1050628"/>
                <a:gd name="connsiteX255" fmla="*/ 327731 w 2449768"/>
                <a:gd name="connsiteY255" fmla="*/ 905467 h 1050628"/>
                <a:gd name="connsiteX256" fmla="*/ 303426 w 2449768"/>
                <a:gd name="connsiteY256" fmla="*/ 899391 h 1050628"/>
                <a:gd name="connsiteX257" fmla="*/ 309502 w 2449768"/>
                <a:gd name="connsiteY257" fmla="*/ 875086 h 1050628"/>
                <a:gd name="connsiteX258" fmla="*/ 320515 w 2449768"/>
                <a:gd name="connsiteY258" fmla="*/ 872428 h 1050628"/>
                <a:gd name="connsiteX259" fmla="*/ 1876003 w 2449768"/>
                <a:gd name="connsiteY259" fmla="*/ 866352 h 1050628"/>
                <a:gd name="connsiteX260" fmla="*/ 1889294 w 2449768"/>
                <a:gd name="connsiteY260" fmla="*/ 875086 h 1050628"/>
                <a:gd name="connsiteX261" fmla="*/ 1883218 w 2449768"/>
                <a:gd name="connsiteY261" fmla="*/ 899391 h 1050628"/>
                <a:gd name="connsiteX262" fmla="*/ 1858913 w 2449768"/>
                <a:gd name="connsiteY262" fmla="*/ 893315 h 1050628"/>
                <a:gd name="connsiteX263" fmla="*/ 1864989 w 2449768"/>
                <a:gd name="connsiteY263" fmla="*/ 869010 h 1050628"/>
                <a:gd name="connsiteX264" fmla="*/ 1876003 w 2449768"/>
                <a:gd name="connsiteY264" fmla="*/ 866352 h 1050628"/>
                <a:gd name="connsiteX265" fmla="*/ 2000563 w 2449768"/>
                <a:gd name="connsiteY265" fmla="*/ 857238 h 1050628"/>
                <a:gd name="connsiteX266" fmla="*/ 2013855 w 2449768"/>
                <a:gd name="connsiteY266" fmla="*/ 865972 h 1050628"/>
                <a:gd name="connsiteX267" fmla="*/ 2007779 w 2449768"/>
                <a:gd name="connsiteY267" fmla="*/ 890277 h 1050628"/>
                <a:gd name="connsiteX268" fmla="*/ 1983474 w 2449768"/>
                <a:gd name="connsiteY268" fmla="*/ 884201 h 1050628"/>
                <a:gd name="connsiteX269" fmla="*/ 1989550 w 2449768"/>
                <a:gd name="connsiteY269" fmla="*/ 859896 h 1050628"/>
                <a:gd name="connsiteX270" fmla="*/ 2000563 w 2449768"/>
                <a:gd name="connsiteY270" fmla="*/ 857238 h 1050628"/>
                <a:gd name="connsiteX271" fmla="*/ 420771 w 2449768"/>
                <a:gd name="connsiteY271" fmla="*/ 857238 h 1050628"/>
                <a:gd name="connsiteX272" fmla="*/ 434062 w 2449768"/>
                <a:gd name="connsiteY272" fmla="*/ 865972 h 1050628"/>
                <a:gd name="connsiteX273" fmla="*/ 427986 w 2449768"/>
                <a:gd name="connsiteY273" fmla="*/ 890277 h 1050628"/>
                <a:gd name="connsiteX274" fmla="*/ 403682 w 2449768"/>
                <a:gd name="connsiteY274" fmla="*/ 884201 h 1050628"/>
                <a:gd name="connsiteX275" fmla="*/ 409758 w 2449768"/>
                <a:gd name="connsiteY275" fmla="*/ 859896 h 1050628"/>
                <a:gd name="connsiteX276" fmla="*/ 420771 w 2449768"/>
                <a:gd name="connsiteY276" fmla="*/ 857238 h 1050628"/>
                <a:gd name="connsiteX277" fmla="*/ 2237532 w 2449768"/>
                <a:gd name="connsiteY277" fmla="*/ 848124 h 1050628"/>
                <a:gd name="connsiteX278" fmla="*/ 2250824 w 2449768"/>
                <a:gd name="connsiteY278" fmla="*/ 856858 h 1050628"/>
                <a:gd name="connsiteX279" fmla="*/ 2244748 w 2449768"/>
                <a:gd name="connsiteY279" fmla="*/ 881163 h 1050628"/>
                <a:gd name="connsiteX280" fmla="*/ 2220443 w 2449768"/>
                <a:gd name="connsiteY280" fmla="*/ 875087 h 1050628"/>
                <a:gd name="connsiteX281" fmla="*/ 2226519 w 2449768"/>
                <a:gd name="connsiteY281" fmla="*/ 850782 h 1050628"/>
                <a:gd name="connsiteX282" fmla="*/ 2237532 w 2449768"/>
                <a:gd name="connsiteY282" fmla="*/ 848124 h 1050628"/>
                <a:gd name="connsiteX283" fmla="*/ 211145 w 2449768"/>
                <a:gd name="connsiteY283" fmla="*/ 848124 h 1050628"/>
                <a:gd name="connsiteX284" fmla="*/ 224436 w 2449768"/>
                <a:gd name="connsiteY284" fmla="*/ 856858 h 1050628"/>
                <a:gd name="connsiteX285" fmla="*/ 218360 w 2449768"/>
                <a:gd name="connsiteY285" fmla="*/ 881163 h 1050628"/>
                <a:gd name="connsiteX286" fmla="*/ 194056 w 2449768"/>
                <a:gd name="connsiteY286" fmla="*/ 875087 h 1050628"/>
                <a:gd name="connsiteX287" fmla="*/ 200132 w 2449768"/>
                <a:gd name="connsiteY287" fmla="*/ 850782 h 1050628"/>
                <a:gd name="connsiteX288" fmla="*/ 211145 w 2449768"/>
                <a:gd name="connsiteY288" fmla="*/ 848124 h 1050628"/>
                <a:gd name="connsiteX289" fmla="*/ 1511435 w 2449768"/>
                <a:gd name="connsiteY289" fmla="*/ 839009 h 1050628"/>
                <a:gd name="connsiteX290" fmla="*/ 1524727 w 2449768"/>
                <a:gd name="connsiteY290" fmla="*/ 847743 h 1050628"/>
                <a:gd name="connsiteX291" fmla="*/ 1518651 w 2449768"/>
                <a:gd name="connsiteY291" fmla="*/ 872048 h 1050628"/>
                <a:gd name="connsiteX292" fmla="*/ 1494346 w 2449768"/>
                <a:gd name="connsiteY292" fmla="*/ 865972 h 1050628"/>
                <a:gd name="connsiteX293" fmla="*/ 1500422 w 2449768"/>
                <a:gd name="connsiteY293" fmla="*/ 841667 h 1050628"/>
                <a:gd name="connsiteX294" fmla="*/ 1511435 w 2449768"/>
                <a:gd name="connsiteY294" fmla="*/ 839009 h 1050628"/>
                <a:gd name="connsiteX295" fmla="*/ 1253200 w 2449768"/>
                <a:gd name="connsiteY295" fmla="*/ 826857 h 1050628"/>
                <a:gd name="connsiteX296" fmla="*/ 1266492 w 2449768"/>
                <a:gd name="connsiteY296" fmla="*/ 835591 h 1050628"/>
                <a:gd name="connsiteX297" fmla="*/ 1260416 w 2449768"/>
                <a:gd name="connsiteY297" fmla="*/ 859896 h 1050628"/>
                <a:gd name="connsiteX298" fmla="*/ 1236111 w 2449768"/>
                <a:gd name="connsiteY298" fmla="*/ 853820 h 1050628"/>
                <a:gd name="connsiteX299" fmla="*/ 1242187 w 2449768"/>
                <a:gd name="connsiteY299" fmla="*/ 829515 h 1050628"/>
                <a:gd name="connsiteX300" fmla="*/ 1253200 w 2449768"/>
                <a:gd name="connsiteY300" fmla="*/ 826857 h 1050628"/>
                <a:gd name="connsiteX301" fmla="*/ 2428930 w 2449768"/>
                <a:gd name="connsiteY301" fmla="*/ 814705 h 1050628"/>
                <a:gd name="connsiteX302" fmla="*/ 2442221 w 2449768"/>
                <a:gd name="connsiteY302" fmla="*/ 823439 h 1050628"/>
                <a:gd name="connsiteX303" fmla="*/ 2436145 w 2449768"/>
                <a:gd name="connsiteY303" fmla="*/ 847744 h 1050628"/>
                <a:gd name="connsiteX304" fmla="*/ 2411841 w 2449768"/>
                <a:gd name="connsiteY304" fmla="*/ 841668 h 1050628"/>
                <a:gd name="connsiteX305" fmla="*/ 2417917 w 2449768"/>
                <a:gd name="connsiteY305" fmla="*/ 817363 h 1050628"/>
                <a:gd name="connsiteX306" fmla="*/ 2428930 w 2449768"/>
                <a:gd name="connsiteY306" fmla="*/ 814705 h 1050628"/>
                <a:gd name="connsiteX307" fmla="*/ 991927 w 2449768"/>
                <a:gd name="connsiteY307" fmla="*/ 814705 h 1050628"/>
                <a:gd name="connsiteX308" fmla="*/ 1005218 w 2449768"/>
                <a:gd name="connsiteY308" fmla="*/ 823439 h 1050628"/>
                <a:gd name="connsiteX309" fmla="*/ 999142 w 2449768"/>
                <a:gd name="connsiteY309" fmla="*/ 847744 h 1050628"/>
                <a:gd name="connsiteX310" fmla="*/ 974838 w 2449768"/>
                <a:gd name="connsiteY310" fmla="*/ 841668 h 1050628"/>
                <a:gd name="connsiteX311" fmla="*/ 980914 w 2449768"/>
                <a:gd name="connsiteY311" fmla="*/ 817363 h 1050628"/>
                <a:gd name="connsiteX312" fmla="*/ 991927 w 2449768"/>
                <a:gd name="connsiteY312" fmla="*/ 814705 h 1050628"/>
                <a:gd name="connsiteX313" fmla="*/ 894709 w 2449768"/>
                <a:gd name="connsiteY313" fmla="*/ 814705 h 1050628"/>
                <a:gd name="connsiteX314" fmla="*/ 908001 w 2449768"/>
                <a:gd name="connsiteY314" fmla="*/ 823439 h 1050628"/>
                <a:gd name="connsiteX315" fmla="*/ 901925 w 2449768"/>
                <a:gd name="connsiteY315" fmla="*/ 847744 h 1050628"/>
                <a:gd name="connsiteX316" fmla="*/ 877620 w 2449768"/>
                <a:gd name="connsiteY316" fmla="*/ 841668 h 1050628"/>
                <a:gd name="connsiteX317" fmla="*/ 883696 w 2449768"/>
                <a:gd name="connsiteY317" fmla="*/ 817363 h 1050628"/>
                <a:gd name="connsiteX318" fmla="*/ 894709 w 2449768"/>
                <a:gd name="connsiteY318" fmla="*/ 814705 h 1050628"/>
                <a:gd name="connsiteX319" fmla="*/ 2088668 w 2449768"/>
                <a:gd name="connsiteY319" fmla="*/ 805591 h 1050628"/>
                <a:gd name="connsiteX320" fmla="*/ 2101959 w 2449768"/>
                <a:gd name="connsiteY320" fmla="*/ 814325 h 1050628"/>
                <a:gd name="connsiteX321" fmla="*/ 2095883 w 2449768"/>
                <a:gd name="connsiteY321" fmla="*/ 838630 h 1050628"/>
                <a:gd name="connsiteX322" fmla="*/ 2071578 w 2449768"/>
                <a:gd name="connsiteY322" fmla="*/ 832554 h 1050628"/>
                <a:gd name="connsiteX323" fmla="*/ 2077654 w 2449768"/>
                <a:gd name="connsiteY323" fmla="*/ 808249 h 1050628"/>
                <a:gd name="connsiteX324" fmla="*/ 2088668 w 2449768"/>
                <a:gd name="connsiteY324" fmla="*/ 805591 h 1050628"/>
                <a:gd name="connsiteX325" fmla="*/ 575712 w 2449768"/>
                <a:gd name="connsiteY325" fmla="*/ 802553 h 1050628"/>
                <a:gd name="connsiteX326" fmla="*/ 589004 w 2449768"/>
                <a:gd name="connsiteY326" fmla="*/ 811287 h 1050628"/>
                <a:gd name="connsiteX327" fmla="*/ 582928 w 2449768"/>
                <a:gd name="connsiteY327" fmla="*/ 835592 h 1050628"/>
                <a:gd name="connsiteX328" fmla="*/ 558623 w 2449768"/>
                <a:gd name="connsiteY328" fmla="*/ 829516 h 1050628"/>
                <a:gd name="connsiteX329" fmla="*/ 564699 w 2449768"/>
                <a:gd name="connsiteY329" fmla="*/ 805211 h 1050628"/>
                <a:gd name="connsiteX330" fmla="*/ 575712 w 2449768"/>
                <a:gd name="connsiteY330" fmla="*/ 802553 h 1050628"/>
                <a:gd name="connsiteX331" fmla="*/ 1602577 w 2449768"/>
                <a:gd name="connsiteY331" fmla="*/ 796477 h 1050628"/>
                <a:gd name="connsiteX332" fmla="*/ 1615869 w 2449768"/>
                <a:gd name="connsiteY332" fmla="*/ 805211 h 1050628"/>
                <a:gd name="connsiteX333" fmla="*/ 1609793 w 2449768"/>
                <a:gd name="connsiteY333" fmla="*/ 829516 h 1050628"/>
                <a:gd name="connsiteX334" fmla="*/ 1585488 w 2449768"/>
                <a:gd name="connsiteY334" fmla="*/ 823440 h 1050628"/>
                <a:gd name="connsiteX335" fmla="*/ 1591564 w 2449768"/>
                <a:gd name="connsiteY335" fmla="*/ 799135 h 1050628"/>
                <a:gd name="connsiteX336" fmla="*/ 1602577 w 2449768"/>
                <a:gd name="connsiteY336" fmla="*/ 796477 h 1050628"/>
                <a:gd name="connsiteX337" fmla="*/ 1104335 w 2449768"/>
                <a:gd name="connsiteY337" fmla="*/ 793438 h 1050628"/>
                <a:gd name="connsiteX338" fmla="*/ 1117627 w 2449768"/>
                <a:gd name="connsiteY338" fmla="*/ 802172 h 1050628"/>
                <a:gd name="connsiteX339" fmla="*/ 1111551 w 2449768"/>
                <a:gd name="connsiteY339" fmla="*/ 826477 h 1050628"/>
                <a:gd name="connsiteX340" fmla="*/ 1087246 w 2449768"/>
                <a:gd name="connsiteY340" fmla="*/ 820401 h 1050628"/>
                <a:gd name="connsiteX341" fmla="*/ 1093322 w 2449768"/>
                <a:gd name="connsiteY341" fmla="*/ 796096 h 1050628"/>
                <a:gd name="connsiteX342" fmla="*/ 1104335 w 2449768"/>
                <a:gd name="connsiteY342" fmla="*/ 793438 h 1050628"/>
                <a:gd name="connsiteX343" fmla="*/ 791415 w 2449768"/>
                <a:gd name="connsiteY343" fmla="*/ 793438 h 1050628"/>
                <a:gd name="connsiteX344" fmla="*/ 804707 w 2449768"/>
                <a:gd name="connsiteY344" fmla="*/ 802172 h 1050628"/>
                <a:gd name="connsiteX345" fmla="*/ 798631 w 2449768"/>
                <a:gd name="connsiteY345" fmla="*/ 826477 h 1050628"/>
                <a:gd name="connsiteX346" fmla="*/ 774326 w 2449768"/>
                <a:gd name="connsiteY346" fmla="*/ 820401 h 1050628"/>
                <a:gd name="connsiteX347" fmla="*/ 780402 w 2449768"/>
                <a:gd name="connsiteY347" fmla="*/ 796096 h 1050628"/>
                <a:gd name="connsiteX348" fmla="*/ 791415 w 2449768"/>
                <a:gd name="connsiteY348" fmla="*/ 793438 h 1050628"/>
                <a:gd name="connsiteX349" fmla="*/ 1371684 w 2449768"/>
                <a:gd name="connsiteY349" fmla="*/ 784324 h 1050628"/>
                <a:gd name="connsiteX350" fmla="*/ 1384976 w 2449768"/>
                <a:gd name="connsiteY350" fmla="*/ 793058 h 1050628"/>
                <a:gd name="connsiteX351" fmla="*/ 1378900 w 2449768"/>
                <a:gd name="connsiteY351" fmla="*/ 817363 h 1050628"/>
                <a:gd name="connsiteX352" fmla="*/ 1354595 w 2449768"/>
                <a:gd name="connsiteY352" fmla="*/ 811287 h 1050628"/>
                <a:gd name="connsiteX353" fmla="*/ 1360671 w 2449768"/>
                <a:gd name="connsiteY353" fmla="*/ 786982 h 1050628"/>
                <a:gd name="connsiteX354" fmla="*/ 1371684 w 2449768"/>
                <a:gd name="connsiteY354" fmla="*/ 784324 h 1050628"/>
                <a:gd name="connsiteX355" fmla="*/ 472418 w 2449768"/>
                <a:gd name="connsiteY355" fmla="*/ 781286 h 1050628"/>
                <a:gd name="connsiteX356" fmla="*/ 485710 w 2449768"/>
                <a:gd name="connsiteY356" fmla="*/ 790020 h 1050628"/>
                <a:gd name="connsiteX357" fmla="*/ 479634 w 2449768"/>
                <a:gd name="connsiteY357" fmla="*/ 814325 h 1050628"/>
                <a:gd name="connsiteX358" fmla="*/ 455329 w 2449768"/>
                <a:gd name="connsiteY358" fmla="*/ 808249 h 1050628"/>
                <a:gd name="connsiteX359" fmla="*/ 461405 w 2449768"/>
                <a:gd name="connsiteY359" fmla="*/ 783944 h 1050628"/>
                <a:gd name="connsiteX360" fmla="*/ 472418 w 2449768"/>
                <a:gd name="connsiteY360" fmla="*/ 781286 h 1050628"/>
                <a:gd name="connsiteX361" fmla="*/ 1803089 w 2449768"/>
                <a:gd name="connsiteY361" fmla="*/ 778248 h 1050628"/>
                <a:gd name="connsiteX362" fmla="*/ 1816381 w 2449768"/>
                <a:gd name="connsiteY362" fmla="*/ 786982 h 1050628"/>
                <a:gd name="connsiteX363" fmla="*/ 1810305 w 2449768"/>
                <a:gd name="connsiteY363" fmla="*/ 811287 h 1050628"/>
                <a:gd name="connsiteX364" fmla="*/ 1786000 w 2449768"/>
                <a:gd name="connsiteY364" fmla="*/ 805211 h 1050628"/>
                <a:gd name="connsiteX365" fmla="*/ 1792076 w 2449768"/>
                <a:gd name="connsiteY365" fmla="*/ 780906 h 1050628"/>
                <a:gd name="connsiteX366" fmla="*/ 1803089 w 2449768"/>
                <a:gd name="connsiteY366" fmla="*/ 778248 h 1050628"/>
                <a:gd name="connsiteX367" fmla="*/ 675968 w 2449768"/>
                <a:gd name="connsiteY367" fmla="*/ 772172 h 1050628"/>
                <a:gd name="connsiteX368" fmla="*/ 689260 w 2449768"/>
                <a:gd name="connsiteY368" fmla="*/ 780906 h 1050628"/>
                <a:gd name="connsiteX369" fmla="*/ 683184 w 2449768"/>
                <a:gd name="connsiteY369" fmla="*/ 805211 h 1050628"/>
                <a:gd name="connsiteX370" fmla="*/ 658879 w 2449768"/>
                <a:gd name="connsiteY370" fmla="*/ 799135 h 1050628"/>
                <a:gd name="connsiteX371" fmla="*/ 664955 w 2449768"/>
                <a:gd name="connsiteY371" fmla="*/ 774830 h 1050628"/>
                <a:gd name="connsiteX372" fmla="*/ 675968 w 2449768"/>
                <a:gd name="connsiteY372" fmla="*/ 772172 h 1050628"/>
                <a:gd name="connsiteX373" fmla="*/ 302287 w 2449768"/>
                <a:gd name="connsiteY373" fmla="*/ 769134 h 1050628"/>
                <a:gd name="connsiteX374" fmla="*/ 315579 w 2449768"/>
                <a:gd name="connsiteY374" fmla="*/ 777868 h 1050628"/>
                <a:gd name="connsiteX375" fmla="*/ 309503 w 2449768"/>
                <a:gd name="connsiteY375" fmla="*/ 802173 h 1050628"/>
                <a:gd name="connsiteX376" fmla="*/ 285198 w 2449768"/>
                <a:gd name="connsiteY376" fmla="*/ 796097 h 1050628"/>
                <a:gd name="connsiteX377" fmla="*/ 291274 w 2449768"/>
                <a:gd name="connsiteY377" fmla="*/ 771792 h 1050628"/>
                <a:gd name="connsiteX378" fmla="*/ 302287 w 2449768"/>
                <a:gd name="connsiteY378" fmla="*/ 769134 h 1050628"/>
                <a:gd name="connsiteX379" fmla="*/ 2313484 w 2449768"/>
                <a:gd name="connsiteY379" fmla="*/ 766096 h 1050628"/>
                <a:gd name="connsiteX380" fmla="*/ 2326775 w 2449768"/>
                <a:gd name="connsiteY380" fmla="*/ 774830 h 1050628"/>
                <a:gd name="connsiteX381" fmla="*/ 2320699 w 2449768"/>
                <a:gd name="connsiteY381" fmla="*/ 799135 h 1050628"/>
                <a:gd name="connsiteX382" fmla="*/ 2296395 w 2449768"/>
                <a:gd name="connsiteY382" fmla="*/ 793059 h 1050628"/>
                <a:gd name="connsiteX383" fmla="*/ 2302471 w 2449768"/>
                <a:gd name="connsiteY383" fmla="*/ 768754 h 1050628"/>
                <a:gd name="connsiteX384" fmla="*/ 2313484 w 2449768"/>
                <a:gd name="connsiteY384" fmla="*/ 766096 h 1050628"/>
                <a:gd name="connsiteX385" fmla="*/ 1921574 w 2449768"/>
                <a:gd name="connsiteY385" fmla="*/ 766096 h 1050628"/>
                <a:gd name="connsiteX386" fmla="*/ 1934865 w 2449768"/>
                <a:gd name="connsiteY386" fmla="*/ 774830 h 1050628"/>
                <a:gd name="connsiteX387" fmla="*/ 1928789 w 2449768"/>
                <a:gd name="connsiteY387" fmla="*/ 799135 h 1050628"/>
                <a:gd name="connsiteX388" fmla="*/ 1904485 w 2449768"/>
                <a:gd name="connsiteY388" fmla="*/ 793059 h 1050628"/>
                <a:gd name="connsiteX389" fmla="*/ 1910561 w 2449768"/>
                <a:gd name="connsiteY389" fmla="*/ 768754 h 1050628"/>
                <a:gd name="connsiteX390" fmla="*/ 1921574 w 2449768"/>
                <a:gd name="connsiteY390" fmla="*/ 766096 h 1050628"/>
                <a:gd name="connsiteX391" fmla="*/ 2176771 w 2449768"/>
                <a:gd name="connsiteY391" fmla="*/ 756982 h 1050628"/>
                <a:gd name="connsiteX392" fmla="*/ 2190062 w 2449768"/>
                <a:gd name="connsiteY392" fmla="*/ 765716 h 1050628"/>
                <a:gd name="connsiteX393" fmla="*/ 2183986 w 2449768"/>
                <a:gd name="connsiteY393" fmla="*/ 790021 h 1050628"/>
                <a:gd name="connsiteX394" fmla="*/ 2159682 w 2449768"/>
                <a:gd name="connsiteY394" fmla="*/ 783945 h 1050628"/>
                <a:gd name="connsiteX395" fmla="*/ 2165758 w 2449768"/>
                <a:gd name="connsiteY395" fmla="*/ 759640 h 1050628"/>
                <a:gd name="connsiteX396" fmla="*/ 2176771 w 2449768"/>
                <a:gd name="connsiteY396" fmla="*/ 756982 h 1050628"/>
                <a:gd name="connsiteX397" fmla="*/ 1702833 w 2449768"/>
                <a:gd name="connsiteY397" fmla="*/ 750906 h 1050628"/>
                <a:gd name="connsiteX398" fmla="*/ 1716125 w 2449768"/>
                <a:gd name="connsiteY398" fmla="*/ 759640 h 1050628"/>
                <a:gd name="connsiteX399" fmla="*/ 1710049 w 2449768"/>
                <a:gd name="connsiteY399" fmla="*/ 783945 h 1050628"/>
                <a:gd name="connsiteX400" fmla="*/ 1685744 w 2449768"/>
                <a:gd name="connsiteY400" fmla="*/ 777869 h 1050628"/>
                <a:gd name="connsiteX401" fmla="*/ 1691820 w 2449768"/>
                <a:gd name="connsiteY401" fmla="*/ 753564 h 1050628"/>
                <a:gd name="connsiteX402" fmla="*/ 1702833 w 2449768"/>
                <a:gd name="connsiteY402" fmla="*/ 750906 h 1050628"/>
                <a:gd name="connsiteX403" fmla="*/ 1210667 w 2449768"/>
                <a:gd name="connsiteY403" fmla="*/ 741791 h 1050628"/>
                <a:gd name="connsiteX404" fmla="*/ 1223959 w 2449768"/>
                <a:gd name="connsiteY404" fmla="*/ 750525 h 1050628"/>
                <a:gd name="connsiteX405" fmla="*/ 1217883 w 2449768"/>
                <a:gd name="connsiteY405" fmla="*/ 774830 h 1050628"/>
                <a:gd name="connsiteX406" fmla="*/ 1193578 w 2449768"/>
                <a:gd name="connsiteY406" fmla="*/ 768754 h 1050628"/>
                <a:gd name="connsiteX407" fmla="*/ 1199654 w 2449768"/>
                <a:gd name="connsiteY407" fmla="*/ 744449 h 1050628"/>
                <a:gd name="connsiteX408" fmla="*/ 1210667 w 2449768"/>
                <a:gd name="connsiteY408" fmla="*/ 741791 h 1050628"/>
                <a:gd name="connsiteX409" fmla="*/ 1450674 w 2449768"/>
                <a:gd name="connsiteY409" fmla="*/ 723563 h 1050628"/>
                <a:gd name="connsiteX410" fmla="*/ 1463966 w 2449768"/>
                <a:gd name="connsiteY410" fmla="*/ 732297 h 1050628"/>
                <a:gd name="connsiteX411" fmla="*/ 1457890 w 2449768"/>
                <a:gd name="connsiteY411" fmla="*/ 756602 h 1050628"/>
                <a:gd name="connsiteX412" fmla="*/ 1433585 w 2449768"/>
                <a:gd name="connsiteY412" fmla="*/ 750526 h 1050628"/>
                <a:gd name="connsiteX413" fmla="*/ 1439661 w 2449768"/>
                <a:gd name="connsiteY413" fmla="*/ 726221 h 1050628"/>
                <a:gd name="connsiteX414" fmla="*/ 1450674 w 2449768"/>
                <a:gd name="connsiteY414" fmla="*/ 723563 h 1050628"/>
                <a:gd name="connsiteX415" fmla="*/ 2021829 w 2449768"/>
                <a:gd name="connsiteY415" fmla="*/ 720525 h 1050628"/>
                <a:gd name="connsiteX416" fmla="*/ 2035121 w 2449768"/>
                <a:gd name="connsiteY416" fmla="*/ 729259 h 1050628"/>
                <a:gd name="connsiteX417" fmla="*/ 2029045 w 2449768"/>
                <a:gd name="connsiteY417" fmla="*/ 753564 h 1050628"/>
                <a:gd name="connsiteX418" fmla="*/ 2004740 w 2449768"/>
                <a:gd name="connsiteY418" fmla="*/ 747488 h 1050628"/>
                <a:gd name="connsiteX419" fmla="*/ 2010816 w 2449768"/>
                <a:gd name="connsiteY419" fmla="*/ 723183 h 1050628"/>
                <a:gd name="connsiteX420" fmla="*/ 2021829 w 2449768"/>
                <a:gd name="connsiteY420" fmla="*/ 720525 h 1050628"/>
                <a:gd name="connsiteX421" fmla="*/ 387352 w 2449768"/>
                <a:gd name="connsiteY421" fmla="*/ 720525 h 1050628"/>
                <a:gd name="connsiteX422" fmla="*/ 400644 w 2449768"/>
                <a:gd name="connsiteY422" fmla="*/ 729259 h 1050628"/>
                <a:gd name="connsiteX423" fmla="*/ 394568 w 2449768"/>
                <a:gd name="connsiteY423" fmla="*/ 753564 h 1050628"/>
                <a:gd name="connsiteX424" fmla="*/ 370263 w 2449768"/>
                <a:gd name="connsiteY424" fmla="*/ 747488 h 1050628"/>
                <a:gd name="connsiteX425" fmla="*/ 376339 w 2449768"/>
                <a:gd name="connsiteY425" fmla="*/ 723183 h 1050628"/>
                <a:gd name="connsiteX426" fmla="*/ 387352 w 2449768"/>
                <a:gd name="connsiteY426" fmla="*/ 720525 h 1050628"/>
                <a:gd name="connsiteX427" fmla="*/ 1049650 w 2449768"/>
                <a:gd name="connsiteY427" fmla="*/ 702297 h 1050628"/>
                <a:gd name="connsiteX428" fmla="*/ 1062942 w 2449768"/>
                <a:gd name="connsiteY428" fmla="*/ 711031 h 1050628"/>
                <a:gd name="connsiteX429" fmla="*/ 1056866 w 2449768"/>
                <a:gd name="connsiteY429" fmla="*/ 735336 h 1050628"/>
                <a:gd name="connsiteX430" fmla="*/ 1032561 w 2449768"/>
                <a:gd name="connsiteY430" fmla="*/ 729260 h 1050628"/>
                <a:gd name="connsiteX431" fmla="*/ 1038637 w 2449768"/>
                <a:gd name="connsiteY431" fmla="*/ 704955 h 1050628"/>
                <a:gd name="connsiteX432" fmla="*/ 1049650 w 2449768"/>
                <a:gd name="connsiteY432" fmla="*/ 702297 h 1050628"/>
                <a:gd name="connsiteX433" fmla="*/ 931165 w 2449768"/>
                <a:gd name="connsiteY433" fmla="*/ 702297 h 1050628"/>
                <a:gd name="connsiteX434" fmla="*/ 944457 w 2449768"/>
                <a:gd name="connsiteY434" fmla="*/ 711031 h 1050628"/>
                <a:gd name="connsiteX435" fmla="*/ 938381 w 2449768"/>
                <a:gd name="connsiteY435" fmla="*/ 735336 h 1050628"/>
                <a:gd name="connsiteX436" fmla="*/ 914076 w 2449768"/>
                <a:gd name="connsiteY436" fmla="*/ 729260 h 1050628"/>
                <a:gd name="connsiteX437" fmla="*/ 920152 w 2449768"/>
                <a:gd name="connsiteY437" fmla="*/ 704955 h 1050628"/>
                <a:gd name="connsiteX438" fmla="*/ 931165 w 2449768"/>
                <a:gd name="connsiteY438" fmla="*/ 702297 h 1050628"/>
                <a:gd name="connsiteX439" fmla="*/ 1547892 w 2449768"/>
                <a:gd name="connsiteY439" fmla="*/ 699259 h 1050628"/>
                <a:gd name="connsiteX440" fmla="*/ 1561184 w 2449768"/>
                <a:gd name="connsiteY440" fmla="*/ 707993 h 1050628"/>
                <a:gd name="connsiteX441" fmla="*/ 1555108 w 2449768"/>
                <a:gd name="connsiteY441" fmla="*/ 732298 h 1050628"/>
                <a:gd name="connsiteX442" fmla="*/ 1530803 w 2449768"/>
                <a:gd name="connsiteY442" fmla="*/ 726222 h 1050628"/>
                <a:gd name="connsiteX443" fmla="*/ 1536879 w 2449768"/>
                <a:gd name="connsiteY443" fmla="*/ 701917 h 1050628"/>
                <a:gd name="connsiteX444" fmla="*/ 1547892 w 2449768"/>
                <a:gd name="connsiteY444" fmla="*/ 699259 h 1050628"/>
                <a:gd name="connsiteX445" fmla="*/ 1313961 w 2449768"/>
                <a:gd name="connsiteY445" fmla="*/ 699259 h 1050628"/>
                <a:gd name="connsiteX446" fmla="*/ 1327253 w 2449768"/>
                <a:gd name="connsiteY446" fmla="*/ 707993 h 1050628"/>
                <a:gd name="connsiteX447" fmla="*/ 1321177 w 2449768"/>
                <a:gd name="connsiteY447" fmla="*/ 732298 h 1050628"/>
                <a:gd name="connsiteX448" fmla="*/ 1296872 w 2449768"/>
                <a:gd name="connsiteY448" fmla="*/ 726222 h 1050628"/>
                <a:gd name="connsiteX449" fmla="*/ 1302948 w 2449768"/>
                <a:gd name="connsiteY449" fmla="*/ 701917 h 1050628"/>
                <a:gd name="connsiteX450" fmla="*/ 1313961 w 2449768"/>
                <a:gd name="connsiteY450" fmla="*/ 699259 h 1050628"/>
                <a:gd name="connsiteX451" fmla="*/ 2413739 w 2449768"/>
                <a:gd name="connsiteY451" fmla="*/ 696220 h 1050628"/>
                <a:gd name="connsiteX452" fmla="*/ 2427031 w 2449768"/>
                <a:gd name="connsiteY452" fmla="*/ 704954 h 1050628"/>
                <a:gd name="connsiteX453" fmla="*/ 2420955 w 2449768"/>
                <a:gd name="connsiteY453" fmla="*/ 729259 h 1050628"/>
                <a:gd name="connsiteX454" fmla="*/ 2396650 w 2449768"/>
                <a:gd name="connsiteY454" fmla="*/ 723183 h 1050628"/>
                <a:gd name="connsiteX455" fmla="*/ 2402726 w 2449768"/>
                <a:gd name="connsiteY455" fmla="*/ 698878 h 1050628"/>
                <a:gd name="connsiteX456" fmla="*/ 2413739 w 2449768"/>
                <a:gd name="connsiteY456" fmla="*/ 696220 h 1050628"/>
                <a:gd name="connsiteX457" fmla="*/ 551408 w 2449768"/>
                <a:gd name="connsiteY457" fmla="*/ 690144 h 1050628"/>
                <a:gd name="connsiteX458" fmla="*/ 564699 w 2449768"/>
                <a:gd name="connsiteY458" fmla="*/ 698878 h 1050628"/>
                <a:gd name="connsiteX459" fmla="*/ 558623 w 2449768"/>
                <a:gd name="connsiteY459" fmla="*/ 723183 h 1050628"/>
                <a:gd name="connsiteX460" fmla="*/ 534319 w 2449768"/>
                <a:gd name="connsiteY460" fmla="*/ 717107 h 1050628"/>
                <a:gd name="connsiteX461" fmla="*/ 540395 w 2449768"/>
                <a:gd name="connsiteY461" fmla="*/ 692802 h 1050628"/>
                <a:gd name="connsiteX462" fmla="*/ 551408 w 2449768"/>
                <a:gd name="connsiteY462" fmla="*/ 690144 h 1050628"/>
                <a:gd name="connsiteX463" fmla="*/ 830909 w 2449768"/>
                <a:gd name="connsiteY463" fmla="*/ 684068 h 1050628"/>
                <a:gd name="connsiteX464" fmla="*/ 844201 w 2449768"/>
                <a:gd name="connsiteY464" fmla="*/ 692802 h 1050628"/>
                <a:gd name="connsiteX465" fmla="*/ 838125 w 2449768"/>
                <a:gd name="connsiteY465" fmla="*/ 717107 h 1050628"/>
                <a:gd name="connsiteX466" fmla="*/ 813820 w 2449768"/>
                <a:gd name="connsiteY466" fmla="*/ 711031 h 1050628"/>
                <a:gd name="connsiteX467" fmla="*/ 819896 w 2449768"/>
                <a:gd name="connsiteY467" fmla="*/ 686726 h 1050628"/>
                <a:gd name="connsiteX468" fmla="*/ 830909 w 2449768"/>
                <a:gd name="connsiteY468" fmla="*/ 684068 h 1050628"/>
                <a:gd name="connsiteX469" fmla="*/ 730653 w 2449768"/>
                <a:gd name="connsiteY469" fmla="*/ 677992 h 1050628"/>
                <a:gd name="connsiteX470" fmla="*/ 743945 w 2449768"/>
                <a:gd name="connsiteY470" fmla="*/ 686726 h 1050628"/>
                <a:gd name="connsiteX471" fmla="*/ 737869 w 2449768"/>
                <a:gd name="connsiteY471" fmla="*/ 711031 h 1050628"/>
                <a:gd name="connsiteX472" fmla="*/ 713564 w 2449768"/>
                <a:gd name="connsiteY472" fmla="*/ 704955 h 1050628"/>
                <a:gd name="connsiteX473" fmla="*/ 719640 w 2449768"/>
                <a:gd name="connsiteY473" fmla="*/ 680650 h 1050628"/>
                <a:gd name="connsiteX474" fmla="*/ 730653 w 2449768"/>
                <a:gd name="connsiteY474" fmla="*/ 677992 h 1050628"/>
                <a:gd name="connsiteX475" fmla="*/ 2228418 w 2449768"/>
                <a:gd name="connsiteY475" fmla="*/ 671916 h 1050628"/>
                <a:gd name="connsiteX476" fmla="*/ 2241710 w 2449768"/>
                <a:gd name="connsiteY476" fmla="*/ 680650 h 1050628"/>
                <a:gd name="connsiteX477" fmla="*/ 2235634 w 2449768"/>
                <a:gd name="connsiteY477" fmla="*/ 704955 h 1050628"/>
                <a:gd name="connsiteX478" fmla="*/ 2211329 w 2449768"/>
                <a:gd name="connsiteY478" fmla="*/ 698879 h 1050628"/>
                <a:gd name="connsiteX479" fmla="*/ 2217405 w 2449768"/>
                <a:gd name="connsiteY479" fmla="*/ 674574 h 1050628"/>
                <a:gd name="connsiteX480" fmla="*/ 2228418 w 2449768"/>
                <a:gd name="connsiteY480" fmla="*/ 671916 h 1050628"/>
                <a:gd name="connsiteX481" fmla="*/ 1839546 w 2449768"/>
                <a:gd name="connsiteY481" fmla="*/ 671916 h 1050628"/>
                <a:gd name="connsiteX482" fmla="*/ 1852838 w 2449768"/>
                <a:gd name="connsiteY482" fmla="*/ 680650 h 1050628"/>
                <a:gd name="connsiteX483" fmla="*/ 1846762 w 2449768"/>
                <a:gd name="connsiteY483" fmla="*/ 704955 h 1050628"/>
                <a:gd name="connsiteX484" fmla="*/ 1822457 w 2449768"/>
                <a:gd name="connsiteY484" fmla="*/ 698879 h 1050628"/>
                <a:gd name="connsiteX485" fmla="*/ 1828533 w 2449768"/>
                <a:gd name="connsiteY485" fmla="*/ 674574 h 1050628"/>
                <a:gd name="connsiteX486" fmla="*/ 1839546 w 2449768"/>
                <a:gd name="connsiteY486" fmla="*/ 671916 h 1050628"/>
                <a:gd name="connsiteX487" fmla="*/ 2109933 w 2449768"/>
                <a:gd name="connsiteY487" fmla="*/ 656726 h 1050628"/>
                <a:gd name="connsiteX488" fmla="*/ 2123225 w 2449768"/>
                <a:gd name="connsiteY488" fmla="*/ 665460 h 1050628"/>
                <a:gd name="connsiteX489" fmla="*/ 2117149 w 2449768"/>
                <a:gd name="connsiteY489" fmla="*/ 689765 h 1050628"/>
                <a:gd name="connsiteX490" fmla="*/ 2092844 w 2449768"/>
                <a:gd name="connsiteY490" fmla="*/ 683689 h 1050628"/>
                <a:gd name="connsiteX491" fmla="*/ 2098920 w 2449768"/>
                <a:gd name="connsiteY491" fmla="*/ 659384 h 1050628"/>
                <a:gd name="connsiteX492" fmla="*/ 2109933 w 2449768"/>
                <a:gd name="connsiteY492" fmla="*/ 656726 h 1050628"/>
                <a:gd name="connsiteX493" fmla="*/ 1632957 w 2449768"/>
                <a:gd name="connsiteY493" fmla="*/ 656726 h 1050628"/>
                <a:gd name="connsiteX494" fmla="*/ 1646249 w 2449768"/>
                <a:gd name="connsiteY494" fmla="*/ 665460 h 1050628"/>
                <a:gd name="connsiteX495" fmla="*/ 1640173 w 2449768"/>
                <a:gd name="connsiteY495" fmla="*/ 689765 h 1050628"/>
                <a:gd name="connsiteX496" fmla="*/ 1615868 w 2449768"/>
                <a:gd name="connsiteY496" fmla="*/ 683689 h 1050628"/>
                <a:gd name="connsiteX497" fmla="*/ 1621944 w 2449768"/>
                <a:gd name="connsiteY497" fmla="*/ 659384 h 1050628"/>
                <a:gd name="connsiteX498" fmla="*/ 1632957 w 2449768"/>
                <a:gd name="connsiteY498" fmla="*/ 656726 h 1050628"/>
                <a:gd name="connsiteX499" fmla="*/ 1165096 w 2449768"/>
                <a:gd name="connsiteY499" fmla="*/ 656726 h 1050628"/>
                <a:gd name="connsiteX500" fmla="*/ 1178387 w 2449768"/>
                <a:gd name="connsiteY500" fmla="*/ 665460 h 1050628"/>
                <a:gd name="connsiteX501" fmla="*/ 1172311 w 2449768"/>
                <a:gd name="connsiteY501" fmla="*/ 689765 h 1050628"/>
                <a:gd name="connsiteX502" fmla="*/ 1148007 w 2449768"/>
                <a:gd name="connsiteY502" fmla="*/ 683689 h 1050628"/>
                <a:gd name="connsiteX503" fmla="*/ 1154083 w 2449768"/>
                <a:gd name="connsiteY503" fmla="*/ 659384 h 1050628"/>
                <a:gd name="connsiteX504" fmla="*/ 1165096 w 2449768"/>
                <a:gd name="connsiteY504" fmla="*/ 656726 h 1050628"/>
                <a:gd name="connsiteX505" fmla="*/ 1948916 w 2449768"/>
                <a:gd name="connsiteY505" fmla="*/ 653688 h 1050628"/>
                <a:gd name="connsiteX506" fmla="*/ 1962208 w 2449768"/>
                <a:gd name="connsiteY506" fmla="*/ 662422 h 1050628"/>
                <a:gd name="connsiteX507" fmla="*/ 1956132 w 2449768"/>
                <a:gd name="connsiteY507" fmla="*/ 686727 h 1050628"/>
                <a:gd name="connsiteX508" fmla="*/ 1931827 w 2449768"/>
                <a:gd name="connsiteY508" fmla="*/ 680651 h 1050628"/>
                <a:gd name="connsiteX509" fmla="*/ 1937903 w 2449768"/>
                <a:gd name="connsiteY509" fmla="*/ 656346 h 1050628"/>
                <a:gd name="connsiteX510" fmla="*/ 1948916 w 2449768"/>
                <a:gd name="connsiteY510" fmla="*/ 653688 h 1050628"/>
                <a:gd name="connsiteX511" fmla="*/ 2328673 w 2449768"/>
                <a:gd name="connsiteY511" fmla="*/ 647611 h 1050628"/>
                <a:gd name="connsiteX512" fmla="*/ 2341965 w 2449768"/>
                <a:gd name="connsiteY512" fmla="*/ 656345 h 1050628"/>
                <a:gd name="connsiteX513" fmla="*/ 2335889 w 2449768"/>
                <a:gd name="connsiteY513" fmla="*/ 680650 h 1050628"/>
                <a:gd name="connsiteX514" fmla="*/ 2311584 w 2449768"/>
                <a:gd name="connsiteY514" fmla="*/ 674574 h 1050628"/>
                <a:gd name="connsiteX515" fmla="*/ 2317660 w 2449768"/>
                <a:gd name="connsiteY515" fmla="*/ 650269 h 1050628"/>
                <a:gd name="connsiteX516" fmla="*/ 2328673 w 2449768"/>
                <a:gd name="connsiteY516" fmla="*/ 647611 h 1050628"/>
                <a:gd name="connsiteX517" fmla="*/ 639512 w 2449768"/>
                <a:gd name="connsiteY517" fmla="*/ 641535 h 1050628"/>
                <a:gd name="connsiteX518" fmla="*/ 652804 w 2449768"/>
                <a:gd name="connsiteY518" fmla="*/ 650269 h 1050628"/>
                <a:gd name="connsiteX519" fmla="*/ 646728 w 2449768"/>
                <a:gd name="connsiteY519" fmla="*/ 674574 h 1050628"/>
                <a:gd name="connsiteX520" fmla="*/ 622423 w 2449768"/>
                <a:gd name="connsiteY520" fmla="*/ 668498 h 1050628"/>
                <a:gd name="connsiteX521" fmla="*/ 628499 w 2449768"/>
                <a:gd name="connsiteY521" fmla="*/ 644193 h 1050628"/>
                <a:gd name="connsiteX522" fmla="*/ 639512 w 2449768"/>
                <a:gd name="connsiteY522" fmla="*/ 641535 h 1050628"/>
                <a:gd name="connsiteX523" fmla="*/ 451152 w 2449768"/>
                <a:gd name="connsiteY523" fmla="*/ 641535 h 1050628"/>
                <a:gd name="connsiteX524" fmla="*/ 464444 w 2449768"/>
                <a:gd name="connsiteY524" fmla="*/ 650269 h 1050628"/>
                <a:gd name="connsiteX525" fmla="*/ 458368 w 2449768"/>
                <a:gd name="connsiteY525" fmla="*/ 674574 h 1050628"/>
                <a:gd name="connsiteX526" fmla="*/ 434063 w 2449768"/>
                <a:gd name="connsiteY526" fmla="*/ 668498 h 1050628"/>
                <a:gd name="connsiteX527" fmla="*/ 440139 w 2449768"/>
                <a:gd name="connsiteY527" fmla="*/ 644193 h 1050628"/>
                <a:gd name="connsiteX528" fmla="*/ 451152 w 2449768"/>
                <a:gd name="connsiteY528" fmla="*/ 641535 h 1050628"/>
                <a:gd name="connsiteX529" fmla="*/ 1739291 w 2449768"/>
                <a:gd name="connsiteY529" fmla="*/ 638497 h 1050628"/>
                <a:gd name="connsiteX530" fmla="*/ 1752582 w 2449768"/>
                <a:gd name="connsiteY530" fmla="*/ 647231 h 1050628"/>
                <a:gd name="connsiteX531" fmla="*/ 1746506 w 2449768"/>
                <a:gd name="connsiteY531" fmla="*/ 671536 h 1050628"/>
                <a:gd name="connsiteX532" fmla="*/ 1722201 w 2449768"/>
                <a:gd name="connsiteY532" fmla="*/ 665460 h 1050628"/>
                <a:gd name="connsiteX533" fmla="*/ 1728277 w 2449768"/>
                <a:gd name="connsiteY533" fmla="*/ 641155 h 1050628"/>
                <a:gd name="connsiteX534" fmla="*/ 1739291 w 2449768"/>
                <a:gd name="connsiteY534" fmla="*/ 638497 h 1050628"/>
                <a:gd name="connsiteX535" fmla="*/ 1429407 w 2449768"/>
                <a:gd name="connsiteY535" fmla="*/ 623307 h 1050628"/>
                <a:gd name="connsiteX536" fmla="*/ 1442699 w 2449768"/>
                <a:gd name="connsiteY536" fmla="*/ 632041 h 1050628"/>
                <a:gd name="connsiteX537" fmla="*/ 1436623 w 2449768"/>
                <a:gd name="connsiteY537" fmla="*/ 656346 h 1050628"/>
                <a:gd name="connsiteX538" fmla="*/ 1412318 w 2449768"/>
                <a:gd name="connsiteY538" fmla="*/ 650270 h 1050628"/>
                <a:gd name="connsiteX539" fmla="*/ 1418394 w 2449768"/>
                <a:gd name="connsiteY539" fmla="*/ 625965 h 1050628"/>
                <a:gd name="connsiteX540" fmla="*/ 1429407 w 2449768"/>
                <a:gd name="connsiteY540" fmla="*/ 623307 h 1050628"/>
                <a:gd name="connsiteX541" fmla="*/ 991927 w 2449768"/>
                <a:gd name="connsiteY541" fmla="*/ 614193 h 1050628"/>
                <a:gd name="connsiteX542" fmla="*/ 1005219 w 2449768"/>
                <a:gd name="connsiteY542" fmla="*/ 622927 h 1050628"/>
                <a:gd name="connsiteX543" fmla="*/ 999143 w 2449768"/>
                <a:gd name="connsiteY543" fmla="*/ 647232 h 1050628"/>
                <a:gd name="connsiteX544" fmla="*/ 974838 w 2449768"/>
                <a:gd name="connsiteY544" fmla="*/ 641156 h 1050628"/>
                <a:gd name="connsiteX545" fmla="*/ 980914 w 2449768"/>
                <a:gd name="connsiteY545" fmla="*/ 616851 h 1050628"/>
                <a:gd name="connsiteX546" fmla="*/ 991927 w 2449768"/>
                <a:gd name="connsiteY546" fmla="*/ 614193 h 1050628"/>
                <a:gd name="connsiteX547" fmla="*/ 1244086 w 2449768"/>
                <a:gd name="connsiteY547" fmla="*/ 589888 h 1050628"/>
                <a:gd name="connsiteX548" fmla="*/ 1257378 w 2449768"/>
                <a:gd name="connsiteY548" fmla="*/ 598622 h 1050628"/>
                <a:gd name="connsiteX549" fmla="*/ 1251302 w 2449768"/>
                <a:gd name="connsiteY549" fmla="*/ 622927 h 1050628"/>
                <a:gd name="connsiteX550" fmla="*/ 1226997 w 2449768"/>
                <a:gd name="connsiteY550" fmla="*/ 616851 h 1050628"/>
                <a:gd name="connsiteX551" fmla="*/ 1233073 w 2449768"/>
                <a:gd name="connsiteY551" fmla="*/ 592546 h 1050628"/>
                <a:gd name="connsiteX552" fmla="*/ 1244086 w 2449768"/>
                <a:gd name="connsiteY552" fmla="*/ 589888 h 1050628"/>
                <a:gd name="connsiteX553" fmla="*/ 1332189 w 2449768"/>
                <a:gd name="connsiteY553" fmla="*/ 586850 h 1050628"/>
                <a:gd name="connsiteX554" fmla="*/ 1345481 w 2449768"/>
                <a:gd name="connsiteY554" fmla="*/ 595584 h 1050628"/>
                <a:gd name="connsiteX555" fmla="*/ 1339405 w 2449768"/>
                <a:gd name="connsiteY555" fmla="*/ 619889 h 1050628"/>
                <a:gd name="connsiteX556" fmla="*/ 1315100 w 2449768"/>
                <a:gd name="connsiteY556" fmla="*/ 613813 h 1050628"/>
                <a:gd name="connsiteX557" fmla="*/ 1321176 w 2449768"/>
                <a:gd name="connsiteY557" fmla="*/ 589508 h 1050628"/>
                <a:gd name="connsiteX558" fmla="*/ 1332189 w 2449768"/>
                <a:gd name="connsiteY558" fmla="*/ 586850 h 1050628"/>
                <a:gd name="connsiteX559" fmla="*/ 867366 w 2449768"/>
                <a:gd name="connsiteY559" fmla="*/ 583812 h 1050628"/>
                <a:gd name="connsiteX560" fmla="*/ 880658 w 2449768"/>
                <a:gd name="connsiteY560" fmla="*/ 592546 h 1050628"/>
                <a:gd name="connsiteX561" fmla="*/ 874582 w 2449768"/>
                <a:gd name="connsiteY561" fmla="*/ 616851 h 1050628"/>
                <a:gd name="connsiteX562" fmla="*/ 850277 w 2449768"/>
                <a:gd name="connsiteY562" fmla="*/ 610775 h 1050628"/>
                <a:gd name="connsiteX563" fmla="*/ 856353 w 2449768"/>
                <a:gd name="connsiteY563" fmla="*/ 586470 h 1050628"/>
                <a:gd name="connsiteX564" fmla="*/ 867366 w 2449768"/>
                <a:gd name="connsiteY564" fmla="*/ 583812 h 1050628"/>
                <a:gd name="connsiteX565" fmla="*/ 2222342 w 2449768"/>
                <a:gd name="connsiteY565" fmla="*/ 576217 h 1050628"/>
                <a:gd name="connsiteX566" fmla="*/ 2235633 w 2449768"/>
                <a:gd name="connsiteY566" fmla="*/ 586470 h 1050628"/>
                <a:gd name="connsiteX567" fmla="*/ 2229557 w 2449768"/>
                <a:gd name="connsiteY567" fmla="*/ 610775 h 1050628"/>
                <a:gd name="connsiteX568" fmla="*/ 2205253 w 2449768"/>
                <a:gd name="connsiteY568" fmla="*/ 604698 h 1050628"/>
                <a:gd name="connsiteX569" fmla="*/ 2211329 w 2449768"/>
                <a:gd name="connsiteY569" fmla="*/ 577356 h 1050628"/>
                <a:gd name="connsiteX570" fmla="*/ 2222342 w 2449768"/>
                <a:gd name="connsiteY570" fmla="*/ 576217 h 1050628"/>
                <a:gd name="connsiteX571" fmla="*/ 1092183 w 2449768"/>
                <a:gd name="connsiteY571" fmla="*/ 571660 h 1050628"/>
                <a:gd name="connsiteX572" fmla="*/ 1105475 w 2449768"/>
                <a:gd name="connsiteY572" fmla="*/ 580394 h 1050628"/>
                <a:gd name="connsiteX573" fmla="*/ 1099399 w 2449768"/>
                <a:gd name="connsiteY573" fmla="*/ 604699 h 1050628"/>
                <a:gd name="connsiteX574" fmla="*/ 1075094 w 2449768"/>
                <a:gd name="connsiteY574" fmla="*/ 598623 h 1050628"/>
                <a:gd name="connsiteX575" fmla="*/ 1081170 w 2449768"/>
                <a:gd name="connsiteY575" fmla="*/ 574318 h 1050628"/>
                <a:gd name="connsiteX576" fmla="*/ 1092183 w 2449768"/>
                <a:gd name="connsiteY576" fmla="*/ 571660 h 1050628"/>
                <a:gd name="connsiteX577" fmla="*/ 2000563 w 2449768"/>
                <a:gd name="connsiteY577" fmla="*/ 568622 h 1050628"/>
                <a:gd name="connsiteX578" fmla="*/ 2013855 w 2449768"/>
                <a:gd name="connsiteY578" fmla="*/ 577356 h 1050628"/>
                <a:gd name="connsiteX579" fmla="*/ 2007779 w 2449768"/>
                <a:gd name="connsiteY579" fmla="*/ 601661 h 1050628"/>
                <a:gd name="connsiteX580" fmla="*/ 1983474 w 2449768"/>
                <a:gd name="connsiteY580" fmla="*/ 595585 h 1050628"/>
                <a:gd name="connsiteX581" fmla="*/ 1989550 w 2449768"/>
                <a:gd name="connsiteY581" fmla="*/ 571280 h 1050628"/>
                <a:gd name="connsiteX582" fmla="*/ 2000563 w 2449768"/>
                <a:gd name="connsiteY582" fmla="*/ 568622 h 1050628"/>
                <a:gd name="connsiteX583" fmla="*/ 745844 w 2449768"/>
                <a:gd name="connsiteY583" fmla="*/ 568622 h 1050628"/>
                <a:gd name="connsiteX584" fmla="*/ 759136 w 2449768"/>
                <a:gd name="connsiteY584" fmla="*/ 577356 h 1050628"/>
                <a:gd name="connsiteX585" fmla="*/ 753060 w 2449768"/>
                <a:gd name="connsiteY585" fmla="*/ 601661 h 1050628"/>
                <a:gd name="connsiteX586" fmla="*/ 728755 w 2449768"/>
                <a:gd name="connsiteY586" fmla="*/ 595585 h 1050628"/>
                <a:gd name="connsiteX587" fmla="*/ 734831 w 2449768"/>
                <a:gd name="connsiteY587" fmla="*/ 571280 h 1050628"/>
                <a:gd name="connsiteX588" fmla="*/ 745844 w 2449768"/>
                <a:gd name="connsiteY588" fmla="*/ 568622 h 1050628"/>
                <a:gd name="connsiteX589" fmla="*/ 533179 w 2449768"/>
                <a:gd name="connsiteY589" fmla="*/ 568622 h 1050628"/>
                <a:gd name="connsiteX590" fmla="*/ 546471 w 2449768"/>
                <a:gd name="connsiteY590" fmla="*/ 577356 h 1050628"/>
                <a:gd name="connsiteX591" fmla="*/ 540395 w 2449768"/>
                <a:gd name="connsiteY591" fmla="*/ 601661 h 1050628"/>
                <a:gd name="connsiteX592" fmla="*/ 516090 w 2449768"/>
                <a:gd name="connsiteY592" fmla="*/ 595585 h 1050628"/>
                <a:gd name="connsiteX593" fmla="*/ 522166 w 2449768"/>
                <a:gd name="connsiteY593" fmla="*/ 571280 h 1050628"/>
                <a:gd name="connsiteX594" fmla="*/ 533179 w 2449768"/>
                <a:gd name="connsiteY594" fmla="*/ 568622 h 1050628"/>
                <a:gd name="connsiteX595" fmla="*/ 1866889 w 2449768"/>
                <a:gd name="connsiteY595" fmla="*/ 565584 h 1050628"/>
                <a:gd name="connsiteX596" fmla="*/ 1880180 w 2449768"/>
                <a:gd name="connsiteY596" fmla="*/ 574318 h 1050628"/>
                <a:gd name="connsiteX597" fmla="*/ 1874104 w 2449768"/>
                <a:gd name="connsiteY597" fmla="*/ 598623 h 1050628"/>
                <a:gd name="connsiteX598" fmla="*/ 1849800 w 2449768"/>
                <a:gd name="connsiteY598" fmla="*/ 592547 h 1050628"/>
                <a:gd name="connsiteX599" fmla="*/ 1855876 w 2449768"/>
                <a:gd name="connsiteY599" fmla="*/ 568242 h 1050628"/>
                <a:gd name="connsiteX600" fmla="*/ 1866889 w 2449768"/>
                <a:gd name="connsiteY600" fmla="*/ 565584 h 1050628"/>
                <a:gd name="connsiteX601" fmla="*/ 1508397 w 2449768"/>
                <a:gd name="connsiteY601" fmla="*/ 565584 h 1050628"/>
                <a:gd name="connsiteX602" fmla="*/ 1521689 w 2449768"/>
                <a:gd name="connsiteY602" fmla="*/ 574318 h 1050628"/>
                <a:gd name="connsiteX603" fmla="*/ 1515613 w 2449768"/>
                <a:gd name="connsiteY603" fmla="*/ 598623 h 1050628"/>
                <a:gd name="connsiteX604" fmla="*/ 1491308 w 2449768"/>
                <a:gd name="connsiteY604" fmla="*/ 592547 h 1050628"/>
                <a:gd name="connsiteX605" fmla="*/ 1497384 w 2449768"/>
                <a:gd name="connsiteY605" fmla="*/ 568242 h 1050628"/>
                <a:gd name="connsiteX606" fmla="*/ 1508397 w 2449768"/>
                <a:gd name="connsiteY606" fmla="*/ 565584 h 1050628"/>
                <a:gd name="connsiteX607" fmla="*/ 2365130 w 2449768"/>
                <a:gd name="connsiteY607" fmla="*/ 556470 h 1050628"/>
                <a:gd name="connsiteX608" fmla="*/ 2378422 w 2449768"/>
                <a:gd name="connsiteY608" fmla="*/ 565204 h 1050628"/>
                <a:gd name="connsiteX609" fmla="*/ 2372346 w 2449768"/>
                <a:gd name="connsiteY609" fmla="*/ 589509 h 1050628"/>
                <a:gd name="connsiteX610" fmla="*/ 2348041 w 2449768"/>
                <a:gd name="connsiteY610" fmla="*/ 583433 h 1050628"/>
                <a:gd name="connsiteX611" fmla="*/ 2354117 w 2449768"/>
                <a:gd name="connsiteY611" fmla="*/ 559128 h 1050628"/>
                <a:gd name="connsiteX612" fmla="*/ 2365130 w 2449768"/>
                <a:gd name="connsiteY612" fmla="*/ 556470 h 1050628"/>
                <a:gd name="connsiteX613" fmla="*/ 1620805 w 2449768"/>
                <a:gd name="connsiteY613" fmla="*/ 550394 h 1050628"/>
                <a:gd name="connsiteX614" fmla="*/ 1634097 w 2449768"/>
                <a:gd name="connsiteY614" fmla="*/ 559128 h 1050628"/>
                <a:gd name="connsiteX615" fmla="*/ 1628021 w 2449768"/>
                <a:gd name="connsiteY615" fmla="*/ 583433 h 1050628"/>
                <a:gd name="connsiteX616" fmla="*/ 1603716 w 2449768"/>
                <a:gd name="connsiteY616" fmla="*/ 577357 h 1050628"/>
                <a:gd name="connsiteX617" fmla="*/ 1609792 w 2449768"/>
                <a:gd name="connsiteY617" fmla="*/ 553052 h 1050628"/>
                <a:gd name="connsiteX618" fmla="*/ 1620805 w 2449768"/>
                <a:gd name="connsiteY618" fmla="*/ 550394 h 1050628"/>
                <a:gd name="connsiteX619" fmla="*/ 2097781 w 2449768"/>
                <a:gd name="connsiteY619" fmla="*/ 544317 h 1050628"/>
                <a:gd name="connsiteX620" fmla="*/ 2111073 w 2449768"/>
                <a:gd name="connsiteY620" fmla="*/ 553051 h 1050628"/>
                <a:gd name="connsiteX621" fmla="*/ 2104997 w 2449768"/>
                <a:gd name="connsiteY621" fmla="*/ 577356 h 1050628"/>
                <a:gd name="connsiteX622" fmla="*/ 2080692 w 2449768"/>
                <a:gd name="connsiteY622" fmla="*/ 571280 h 1050628"/>
                <a:gd name="connsiteX623" fmla="*/ 2086768 w 2449768"/>
                <a:gd name="connsiteY623" fmla="*/ 546975 h 1050628"/>
                <a:gd name="connsiteX624" fmla="*/ 2097781 w 2449768"/>
                <a:gd name="connsiteY624" fmla="*/ 544317 h 1050628"/>
                <a:gd name="connsiteX625" fmla="*/ 1745366 w 2449768"/>
                <a:gd name="connsiteY625" fmla="*/ 538241 h 1050628"/>
                <a:gd name="connsiteX626" fmla="*/ 1758658 w 2449768"/>
                <a:gd name="connsiteY626" fmla="*/ 546975 h 1050628"/>
                <a:gd name="connsiteX627" fmla="*/ 1752582 w 2449768"/>
                <a:gd name="connsiteY627" fmla="*/ 571280 h 1050628"/>
                <a:gd name="connsiteX628" fmla="*/ 1728277 w 2449768"/>
                <a:gd name="connsiteY628" fmla="*/ 565204 h 1050628"/>
                <a:gd name="connsiteX629" fmla="*/ 1734353 w 2449768"/>
                <a:gd name="connsiteY629" fmla="*/ 540899 h 1050628"/>
                <a:gd name="connsiteX630" fmla="*/ 1745366 w 2449768"/>
                <a:gd name="connsiteY630" fmla="*/ 538241 h 1050628"/>
                <a:gd name="connsiteX631" fmla="*/ 624322 w 2449768"/>
                <a:gd name="connsiteY631" fmla="*/ 529127 h 1050628"/>
                <a:gd name="connsiteX632" fmla="*/ 637613 w 2449768"/>
                <a:gd name="connsiteY632" fmla="*/ 537861 h 1050628"/>
                <a:gd name="connsiteX633" fmla="*/ 631537 w 2449768"/>
                <a:gd name="connsiteY633" fmla="*/ 562166 h 1050628"/>
                <a:gd name="connsiteX634" fmla="*/ 607233 w 2449768"/>
                <a:gd name="connsiteY634" fmla="*/ 556090 h 1050628"/>
                <a:gd name="connsiteX635" fmla="*/ 613309 w 2449768"/>
                <a:gd name="connsiteY635" fmla="*/ 531785 h 1050628"/>
                <a:gd name="connsiteX636" fmla="*/ 624322 w 2449768"/>
                <a:gd name="connsiteY636" fmla="*/ 529127 h 1050628"/>
                <a:gd name="connsiteX637" fmla="*/ 958508 w 2449768"/>
                <a:gd name="connsiteY637" fmla="*/ 523051 h 1050628"/>
                <a:gd name="connsiteX638" fmla="*/ 971800 w 2449768"/>
                <a:gd name="connsiteY638" fmla="*/ 531785 h 1050628"/>
                <a:gd name="connsiteX639" fmla="*/ 965724 w 2449768"/>
                <a:gd name="connsiteY639" fmla="*/ 556090 h 1050628"/>
                <a:gd name="connsiteX640" fmla="*/ 941419 w 2449768"/>
                <a:gd name="connsiteY640" fmla="*/ 550014 h 1050628"/>
                <a:gd name="connsiteX641" fmla="*/ 947495 w 2449768"/>
                <a:gd name="connsiteY641" fmla="*/ 525709 h 1050628"/>
                <a:gd name="connsiteX642" fmla="*/ 958508 w 2449768"/>
                <a:gd name="connsiteY642" fmla="*/ 523051 h 1050628"/>
                <a:gd name="connsiteX643" fmla="*/ 1177248 w 2449768"/>
                <a:gd name="connsiteY643" fmla="*/ 507861 h 1050628"/>
                <a:gd name="connsiteX644" fmla="*/ 1190540 w 2449768"/>
                <a:gd name="connsiteY644" fmla="*/ 516595 h 1050628"/>
                <a:gd name="connsiteX645" fmla="*/ 1184464 w 2449768"/>
                <a:gd name="connsiteY645" fmla="*/ 540900 h 1050628"/>
                <a:gd name="connsiteX646" fmla="*/ 1160159 w 2449768"/>
                <a:gd name="connsiteY646" fmla="*/ 534824 h 1050628"/>
                <a:gd name="connsiteX647" fmla="*/ 1166235 w 2449768"/>
                <a:gd name="connsiteY647" fmla="*/ 510519 h 1050628"/>
                <a:gd name="connsiteX648" fmla="*/ 1177248 w 2449768"/>
                <a:gd name="connsiteY648" fmla="*/ 507861 h 1050628"/>
                <a:gd name="connsiteX649" fmla="*/ 1399027 w 2449768"/>
                <a:gd name="connsiteY649" fmla="*/ 504823 h 1050628"/>
                <a:gd name="connsiteX650" fmla="*/ 1412319 w 2449768"/>
                <a:gd name="connsiteY650" fmla="*/ 513557 h 1050628"/>
                <a:gd name="connsiteX651" fmla="*/ 1406243 w 2449768"/>
                <a:gd name="connsiteY651" fmla="*/ 537862 h 1050628"/>
                <a:gd name="connsiteX652" fmla="*/ 1381938 w 2449768"/>
                <a:gd name="connsiteY652" fmla="*/ 531786 h 1050628"/>
                <a:gd name="connsiteX653" fmla="*/ 1388014 w 2449768"/>
                <a:gd name="connsiteY653" fmla="*/ 507481 h 1050628"/>
                <a:gd name="connsiteX654" fmla="*/ 1399027 w 2449768"/>
                <a:gd name="connsiteY654" fmla="*/ 504823 h 1050628"/>
                <a:gd name="connsiteX655" fmla="*/ 2194999 w 2449768"/>
                <a:gd name="connsiteY655" fmla="*/ 492670 h 1050628"/>
                <a:gd name="connsiteX656" fmla="*/ 2208291 w 2449768"/>
                <a:gd name="connsiteY656" fmla="*/ 501404 h 1050628"/>
                <a:gd name="connsiteX657" fmla="*/ 2202214 w 2449768"/>
                <a:gd name="connsiteY657" fmla="*/ 525709 h 1050628"/>
                <a:gd name="connsiteX658" fmla="*/ 2177910 w 2449768"/>
                <a:gd name="connsiteY658" fmla="*/ 519633 h 1050628"/>
                <a:gd name="connsiteX659" fmla="*/ 2183986 w 2449768"/>
                <a:gd name="connsiteY659" fmla="*/ 495328 h 1050628"/>
                <a:gd name="connsiteX660" fmla="*/ 2194999 w 2449768"/>
                <a:gd name="connsiteY660" fmla="*/ 492670 h 1050628"/>
                <a:gd name="connsiteX661" fmla="*/ 1912459 w 2449768"/>
                <a:gd name="connsiteY661" fmla="*/ 480518 h 1050628"/>
                <a:gd name="connsiteX662" fmla="*/ 1925751 w 2449768"/>
                <a:gd name="connsiteY662" fmla="*/ 489252 h 1050628"/>
                <a:gd name="connsiteX663" fmla="*/ 1919675 w 2449768"/>
                <a:gd name="connsiteY663" fmla="*/ 513557 h 1050628"/>
                <a:gd name="connsiteX664" fmla="*/ 1895370 w 2449768"/>
                <a:gd name="connsiteY664" fmla="*/ 507481 h 1050628"/>
                <a:gd name="connsiteX665" fmla="*/ 1901446 w 2449768"/>
                <a:gd name="connsiteY665" fmla="*/ 483176 h 1050628"/>
                <a:gd name="connsiteX666" fmla="*/ 1912459 w 2449768"/>
                <a:gd name="connsiteY666" fmla="*/ 480518 h 1050628"/>
                <a:gd name="connsiteX667" fmla="*/ 803567 w 2449768"/>
                <a:gd name="connsiteY667" fmla="*/ 480518 h 1050628"/>
                <a:gd name="connsiteX668" fmla="*/ 816859 w 2449768"/>
                <a:gd name="connsiteY668" fmla="*/ 489252 h 1050628"/>
                <a:gd name="connsiteX669" fmla="*/ 810783 w 2449768"/>
                <a:gd name="connsiteY669" fmla="*/ 513557 h 1050628"/>
                <a:gd name="connsiteX670" fmla="*/ 786478 w 2449768"/>
                <a:gd name="connsiteY670" fmla="*/ 507481 h 1050628"/>
                <a:gd name="connsiteX671" fmla="*/ 792554 w 2449768"/>
                <a:gd name="connsiteY671" fmla="*/ 483176 h 1050628"/>
                <a:gd name="connsiteX672" fmla="*/ 803567 w 2449768"/>
                <a:gd name="connsiteY672" fmla="*/ 480518 h 1050628"/>
                <a:gd name="connsiteX673" fmla="*/ 1550930 w 2449768"/>
                <a:gd name="connsiteY673" fmla="*/ 471404 h 1050628"/>
                <a:gd name="connsiteX674" fmla="*/ 1564222 w 2449768"/>
                <a:gd name="connsiteY674" fmla="*/ 480138 h 1050628"/>
                <a:gd name="connsiteX675" fmla="*/ 1558146 w 2449768"/>
                <a:gd name="connsiteY675" fmla="*/ 504443 h 1050628"/>
                <a:gd name="connsiteX676" fmla="*/ 1533841 w 2449768"/>
                <a:gd name="connsiteY676" fmla="*/ 498367 h 1050628"/>
                <a:gd name="connsiteX677" fmla="*/ 1539917 w 2449768"/>
                <a:gd name="connsiteY677" fmla="*/ 474062 h 1050628"/>
                <a:gd name="connsiteX678" fmla="*/ 1550930 w 2449768"/>
                <a:gd name="connsiteY678" fmla="*/ 471404 h 1050628"/>
                <a:gd name="connsiteX679" fmla="*/ 2307407 w 2449768"/>
                <a:gd name="connsiteY679" fmla="*/ 465328 h 1050628"/>
                <a:gd name="connsiteX680" fmla="*/ 2320698 w 2449768"/>
                <a:gd name="connsiteY680" fmla="*/ 474062 h 1050628"/>
                <a:gd name="connsiteX681" fmla="*/ 2314622 w 2449768"/>
                <a:gd name="connsiteY681" fmla="*/ 498367 h 1050628"/>
                <a:gd name="connsiteX682" fmla="*/ 2290318 w 2449768"/>
                <a:gd name="connsiteY682" fmla="*/ 492291 h 1050628"/>
                <a:gd name="connsiteX683" fmla="*/ 2296394 w 2449768"/>
                <a:gd name="connsiteY683" fmla="*/ 467986 h 1050628"/>
                <a:gd name="connsiteX684" fmla="*/ 2307407 w 2449768"/>
                <a:gd name="connsiteY684" fmla="*/ 465328 h 1050628"/>
                <a:gd name="connsiteX685" fmla="*/ 1076992 w 2449768"/>
                <a:gd name="connsiteY685" fmla="*/ 462290 h 1050628"/>
                <a:gd name="connsiteX686" fmla="*/ 1090284 w 2449768"/>
                <a:gd name="connsiteY686" fmla="*/ 471024 h 1050628"/>
                <a:gd name="connsiteX687" fmla="*/ 1084208 w 2449768"/>
                <a:gd name="connsiteY687" fmla="*/ 495329 h 1050628"/>
                <a:gd name="connsiteX688" fmla="*/ 1059903 w 2449768"/>
                <a:gd name="connsiteY688" fmla="*/ 489253 h 1050628"/>
                <a:gd name="connsiteX689" fmla="*/ 1065979 w 2449768"/>
                <a:gd name="connsiteY689" fmla="*/ 464948 h 1050628"/>
                <a:gd name="connsiteX690" fmla="*/ 1076992 w 2449768"/>
                <a:gd name="connsiteY690" fmla="*/ 462290 h 1050628"/>
                <a:gd name="connsiteX691" fmla="*/ 2030944 w 2449768"/>
                <a:gd name="connsiteY691" fmla="*/ 456214 h 1050628"/>
                <a:gd name="connsiteX692" fmla="*/ 2044236 w 2449768"/>
                <a:gd name="connsiteY692" fmla="*/ 464948 h 1050628"/>
                <a:gd name="connsiteX693" fmla="*/ 2038160 w 2449768"/>
                <a:gd name="connsiteY693" fmla="*/ 489253 h 1050628"/>
                <a:gd name="connsiteX694" fmla="*/ 2013855 w 2449768"/>
                <a:gd name="connsiteY694" fmla="*/ 483177 h 1050628"/>
                <a:gd name="connsiteX695" fmla="*/ 2019931 w 2449768"/>
                <a:gd name="connsiteY695" fmla="*/ 458872 h 1050628"/>
                <a:gd name="connsiteX696" fmla="*/ 2030944 w 2449768"/>
                <a:gd name="connsiteY696" fmla="*/ 456214 h 1050628"/>
                <a:gd name="connsiteX697" fmla="*/ 1280542 w 2449768"/>
                <a:gd name="connsiteY697" fmla="*/ 453176 h 1050628"/>
                <a:gd name="connsiteX698" fmla="*/ 1293834 w 2449768"/>
                <a:gd name="connsiteY698" fmla="*/ 461910 h 1050628"/>
                <a:gd name="connsiteX699" fmla="*/ 1287758 w 2449768"/>
                <a:gd name="connsiteY699" fmla="*/ 486215 h 1050628"/>
                <a:gd name="connsiteX700" fmla="*/ 1263453 w 2449768"/>
                <a:gd name="connsiteY700" fmla="*/ 480139 h 1050628"/>
                <a:gd name="connsiteX701" fmla="*/ 1269529 w 2449768"/>
                <a:gd name="connsiteY701" fmla="*/ 455834 h 1050628"/>
                <a:gd name="connsiteX702" fmla="*/ 1280542 w 2449768"/>
                <a:gd name="connsiteY702" fmla="*/ 453176 h 1050628"/>
                <a:gd name="connsiteX703" fmla="*/ 679006 w 2449768"/>
                <a:gd name="connsiteY703" fmla="*/ 450138 h 1050628"/>
                <a:gd name="connsiteX704" fmla="*/ 692298 w 2449768"/>
                <a:gd name="connsiteY704" fmla="*/ 458872 h 1050628"/>
                <a:gd name="connsiteX705" fmla="*/ 686222 w 2449768"/>
                <a:gd name="connsiteY705" fmla="*/ 483177 h 1050628"/>
                <a:gd name="connsiteX706" fmla="*/ 661917 w 2449768"/>
                <a:gd name="connsiteY706" fmla="*/ 477101 h 1050628"/>
                <a:gd name="connsiteX707" fmla="*/ 667993 w 2449768"/>
                <a:gd name="connsiteY707" fmla="*/ 452796 h 1050628"/>
                <a:gd name="connsiteX708" fmla="*/ 679006 w 2449768"/>
                <a:gd name="connsiteY708" fmla="*/ 450138 h 1050628"/>
                <a:gd name="connsiteX709" fmla="*/ 1815242 w 2449768"/>
                <a:gd name="connsiteY709" fmla="*/ 447099 h 1050628"/>
                <a:gd name="connsiteX710" fmla="*/ 1828533 w 2449768"/>
                <a:gd name="connsiteY710" fmla="*/ 455833 h 1050628"/>
                <a:gd name="connsiteX711" fmla="*/ 1822457 w 2449768"/>
                <a:gd name="connsiteY711" fmla="*/ 480138 h 1050628"/>
                <a:gd name="connsiteX712" fmla="*/ 1798152 w 2449768"/>
                <a:gd name="connsiteY712" fmla="*/ 474062 h 1050628"/>
                <a:gd name="connsiteX713" fmla="*/ 1804228 w 2449768"/>
                <a:gd name="connsiteY713" fmla="*/ 449757 h 1050628"/>
                <a:gd name="connsiteX714" fmla="*/ 1815242 w 2449768"/>
                <a:gd name="connsiteY714" fmla="*/ 447099 h 1050628"/>
                <a:gd name="connsiteX715" fmla="*/ 1699795 w 2449768"/>
                <a:gd name="connsiteY715" fmla="*/ 444061 h 1050628"/>
                <a:gd name="connsiteX716" fmla="*/ 1713087 w 2449768"/>
                <a:gd name="connsiteY716" fmla="*/ 452795 h 1050628"/>
                <a:gd name="connsiteX717" fmla="*/ 1707011 w 2449768"/>
                <a:gd name="connsiteY717" fmla="*/ 477100 h 1050628"/>
                <a:gd name="connsiteX718" fmla="*/ 1682706 w 2449768"/>
                <a:gd name="connsiteY718" fmla="*/ 471024 h 1050628"/>
                <a:gd name="connsiteX719" fmla="*/ 1688782 w 2449768"/>
                <a:gd name="connsiteY719" fmla="*/ 446719 h 1050628"/>
                <a:gd name="connsiteX720" fmla="*/ 1699795 w 2449768"/>
                <a:gd name="connsiteY720" fmla="*/ 444061 h 1050628"/>
                <a:gd name="connsiteX721" fmla="*/ 888633 w 2449768"/>
                <a:gd name="connsiteY721" fmla="*/ 434947 h 1050628"/>
                <a:gd name="connsiteX722" fmla="*/ 901925 w 2449768"/>
                <a:gd name="connsiteY722" fmla="*/ 443681 h 1050628"/>
                <a:gd name="connsiteX723" fmla="*/ 895849 w 2449768"/>
                <a:gd name="connsiteY723" fmla="*/ 467986 h 1050628"/>
                <a:gd name="connsiteX724" fmla="*/ 871544 w 2449768"/>
                <a:gd name="connsiteY724" fmla="*/ 461910 h 1050628"/>
                <a:gd name="connsiteX725" fmla="*/ 877620 w 2449768"/>
                <a:gd name="connsiteY725" fmla="*/ 437605 h 1050628"/>
                <a:gd name="connsiteX726" fmla="*/ 888633 w 2449768"/>
                <a:gd name="connsiteY726" fmla="*/ 434947 h 1050628"/>
                <a:gd name="connsiteX727" fmla="*/ 2158542 w 2449768"/>
                <a:gd name="connsiteY727" fmla="*/ 407605 h 1050628"/>
                <a:gd name="connsiteX728" fmla="*/ 2171833 w 2449768"/>
                <a:gd name="connsiteY728" fmla="*/ 416339 h 1050628"/>
                <a:gd name="connsiteX729" fmla="*/ 2165757 w 2449768"/>
                <a:gd name="connsiteY729" fmla="*/ 440644 h 1050628"/>
                <a:gd name="connsiteX730" fmla="*/ 2141453 w 2449768"/>
                <a:gd name="connsiteY730" fmla="*/ 434568 h 1050628"/>
                <a:gd name="connsiteX731" fmla="*/ 2147529 w 2449768"/>
                <a:gd name="connsiteY731" fmla="*/ 410263 h 1050628"/>
                <a:gd name="connsiteX732" fmla="*/ 2158542 w 2449768"/>
                <a:gd name="connsiteY732" fmla="*/ 407605 h 1050628"/>
                <a:gd name="connsiteX733" fmla="*/ 1484092 w 2449768"/>
                <a:gd name="connsiteY733" fmla="*/ 407605 h 1050628"/>
                <a:gd name="connsiteX734" fmla="*/ 1497384 w 2449768"/>
                <a:gd name="connsiteY734" fmla="*/ 416339 h 1050628"/>
                <a:gd name="connsiteX735" fmla="*/ 1491308 w 2449768"/>
                <a:gd name="connsiteY735" fmla="*/ 440644 h 1050628"/>
                <a:gd name="connsiteX736" fmla="*/ 1467003 w 2449768"/>
                <a:gd name="connsiteY736" fmla="*/ 434568 h 1050628"/>
                <a:gd name="connsiteX737" fmla="*/ 1473079 w 2449768"/>
                <a:gd name="connsiteY737" fmla="*/ 410263 h 1050628"/>
                <a:gd name="connsiteX738" fmla="*/ 1484092 w 2449768"/>
                <a:gd name="connsiteY738" fmla="*/ 407605 h 1050628"/>
                <a:gd name="connsiteX739" fmla="*/ 1365608 w 2449768"/>
                <a:gd name="connsiteY739" fmla="*/ 404567 h 1050628"/>
                <a:gd name="connsiteX740" fmla="*/ 1378900 w 2449768"/>
                <a:gd name="connsiteY740" fmla="*/ 413301 h 1050628"/>
                <a:gd name="connsiteX741" fmla="*/ 1372824 w 2449768"/>
                <a:gd name="connsiteY741" fmla="*/ 437606 h 1050628"/>
                <a:gd name="connsiteX742" fmla="*/ 1348519 w 2449768"/>
                <a:gd name="connsiteY742" fmla="*/ 431530 h 1050628"/>
                <a:gd name="connsiteX743" fmla="*/ 1354595 w 2449768"/>
                <a:gd name="connsiteY743" fmla="*/ 407225 h 1050628"/>
                <a:gd name="connsiteX744" fmla="*/ 1365608 w 2449768"/>
                <a:gd name="connsiteY744" fmla="*/ 404567 h 1050628"/>
                <a:gd name="connsiteX745" fmla="*/ 988889 w 2449768"/>
                <a:gd name="connsiteY745" fmla="*/ 404567 h 1050628"/>
                <a:gd name="connsiteX746" fmla="*/ 1002180 w 2449768"/>
                <a:gd name="connsiteY746" fmla="*/ 413301 h 1050628"/>
                <a:gd name="connsiteX747" fmla="*/ 996104 w 2449768"/>
                <a:gd name="connsiteY747" fmla="*/ 437606 h 1050628"/>
                <a:gd name="connsiteX748" fmla="*/ 971800 w 2449768"/>
                <a:gd name="connsiteY748" fmla="*/ 431530 h 1050628"/>
                <a:gd name="connsiteX749" fmla="*/ 977876 w 2449768"/>
                <a:gd name="connsiteY749" fmla="*/ 407225 h 1050628"/>
                <a:gd name="connsiteX750" fmla="*/ 988889 w 2449768"/>
                <a:gd name="connsiteY750" fmla="*/ 404567 h 1050628"/>
                <a:gd name="connsiteX751" fmla="*/ 1182565 w 2449768"/>
                <a:gd name="connsiteY751" fmla="*/ 394312 h 1050628"/>
                <a:gd name="connsiteX752" fmla="*/ 1193578 w 2449768"/>
                <a:gd name="connsiteY752" fmla="*/ 404186 h 1050628"/>
                <a:gd name="connsiteX753" fmla="*/ 1187502 w 2449768"/>
                <a:gd name="connsiteY753" fmla="*/ 428491 h 1050628"/>
                <a:gd name="connsiteX754" fmla="*/ 1163197 w 2449768"/>
                <a:gd name="connsiteY754" fmla="*/ 422415 h 1050628"/>
                <a:gd name="connsiteX755" fmla="*/ 1169273 w 2449768"/>
                <a:gd name="connsiteY755" fmla="*/ 398110 h 1050628"/>
                <a:gd name="connsiteX756" fmla="*/ 1182565 w 2449768"/>
                <a:gd name="connsiteY756" fmla="*/ 394312 h 1050628"/>
                <a:gd name="connsiteX757" fmla="*/ 1620805 w 2449768"/>
                <a:gd name="connsiteY757" fmla="*/ 389376 h 1050628"/>
                <a:gd name="connsiteX758" fmla="*/ 1634097 w 2449768"/>
                <a:gd name="connsiteY758" fmla="*/ 398110 h 1050628"/>
                <a:gd name="connsiteX759" fmla="*/ 1628021 w 2449768"/>
                <a:gd name="connsiteY759" fmla="*/ 422415 h 1050628"/>
                <a:gd name="connsiteX760" fmla="*/ 1603716 w 2449768"/>
                <a:gd name="connsiteY760" fmla="*/ 416339 h 1050628"/>
                <a:gd name="connsiteX761" fmla="*/ 1609792 w 2449768"/>
                <a:gd name="connsiteY761" fmla="*/ 392034 h 1050628"/>
                <a:gd name="connsiteX762" fmla="*/ 1620805 w 2449768"/>
                <a:gd name="connsiteY762" fmla="*/ 389376 h 1050628"/>
                <a:gd name="connsiteX763" fmla="*/ 1961068 w 2449768"/>
                <a:gd name="connsiteY763" fmla="*/ 380262 h 1050628"/>
                <a:gd name="connsiteX764" fmla="*/ 1974360 w 2449768"/>
                <a:gd name="connsiteY764" fmla="*/ 388996 h 1050628"/>
                <a:gd name="connsiteX765" fmla="*/ 1968284 w 2449768"/>
                <a:gd name="connsiteY765" fmla="*/ 413301 h 1050628"/>
                <a:gd name="connsiteX766" fmla="*/ 1943979 w 2449768"/>
                <a:gd name="connsiteY766" fmla="*/ 407225 h 1050628"/>
                <a:gd name="connsiteX767" fmla="*/ 1950055 w 2449768"/>
                <a:gd name="connsiteY767" fmla="*/ 382920 h 1050628"/>
                <a:gd name="connsiteX768" fmla="*/ 1961068 w 2449768"/>
                <a:gd name="connsiteY768" fmla="*/ 380262 h 1050628"/>
                <a:gd name="connsiteX769" fmla="*/ 770148 w 2449768"/>
                <a:gd name="connsiteY769" fmla="*/ 380262 h 1050628"/>
                <a:gd name="connsiteX770" fmla="*/ 783440 w 2449768"/>
                <a:gd name="connsiteY770" fmla="*/ 388996 h 1050628"/>
                <a:gd name="connsiteX771" fmla="*/ 777364 w 2449768"/>
                <a:gd name="connsiteY771" fmla="*/ 413301 h 1050628"/>
                <a:gd name="connsiteX772" fmla="*/ 753059 w 2449768"/>
                <a:gd name="connsiteY772" fmla="*/ 407225 h 1050628"/>
                <a:gd name="connsiteX773" fmla="*/ 759135 w 2449768"/>
                <a:gd name="connsiteY773" fmla="*/ 382920 h 1050628"/>
                <a:gd name="connsiteX774" fmla="*/ 770148 w 2449768"/>
                <a:gd name="connsiteY774" fmla="*/ 380262 h 1050628"/>
                <a:gd name="connsiteX775" fmla="*/ 2240571 w 2449768"/>
                <a:gd name="connsiteY775" fmla="*/ 352920 h 1050628"/>
                <a:gd name="connsiteX776" fmla="*/ 2253862 w 2449768"/>
                <a:gd name="connsiteY776" fmla="*/ 361654 h 1050628"/>
                <a:gd name="connsiteX777" fmla="*/ 2247786 w 2449768"/>
                <a:gd name="connsiteY777" fmla="*/ 385959 h 1050628"/>
                <a:gd name="connsiteX778" fmla="*/ 2223481 w 2449768"/>
                <a:gd name="connsiteY778" fmla="*/ 379883 h 1050628"/>
                <a:gd name="connsiteX779" fmla="*/ 2229557 w 2449768"/>
                <a:gd name="connsiteY779" fmla="*/ 355578 h 1050628"/>
                <a:gd name="connsiteX780" fmla="*/ 2240571 w 2449768"/>
                <a:gd name="connsiteY780" fmla="*/ 352920 h 1050628"/>
                <a:gd name="connsiteX781" fmla="*/ 2082590 w 2449768"/>
                <a:gd name="connsiteY781" fmla="*/ 352920 h 1050628"/>
                <a:gd name="connsiteX782" fmla="*/ 2095882 w 2449768"/>
                <a:gd name="connsiteY782" fmla="*/ 361654 h 1050628"/>
                <a:gd name="connsiteX783" fmla="*/ 2089806 w 2449768"/>
                <a:gd name="connsiteY783" fmla="*/ 385959 h 1050628"/>
                <a:gd name="connsiteX784" fmla="*/ 2065501 w 2449768"/>
                <a:gd name="connsiteY784" fmla="*/ 379883 h 1050628"/>
                <a:gd name="connsiteX785" fmla="*/ 2071577 w 2449768"/>
                <a:gd name="connsiteY785" fmla="*/ 355578 h 1050628"/>
                <a:gd name="connsiteX786" fmla="*/ 2082590 w 2449768"/>
                <a:gd name="connsiteY786" fmla="*/ 352920 h 1050628"/>
                <a:gd name="connsiteX787" fmla="*/ 1080030 w 2449768"/>
                <a:gd name="connsiteY787" fmla="*/ 337729 h 1050628"/>
                <a:gd name="connsiteX788" fmla="*/ 1093322 w 2449768"/>
                <a:gd name="connsiteY788" fmla="*/ 346463 h 1050628"/>
                <a:gd name="connsiteX789" fmla="*/ 1087246 w 2449768"/>
                <a:gd name="connsiteY789" fmla="*/ 370768 h 1050628"/>
                <a:gd name="connsiteX790" fmla="*/ 1062941 w 2449768"/>
                <a:gd name="connsiteY790" fmla="*/ 364692 h 1050628"/>
                <a:gd name="connsiteX791" fmla="*/ 1069017 w 2449768"/>
                <a:gd name="connsiteY791" fmla="*/ 340387 h 1050628"/>
                <a:gd name="connsiteX792" fmla="*/ 1080030 w 2449768"/>
                <a:gd name="connsiteY792" fmla="*/ 337729 h 1050628"/>
                <a:gd name="connsiteX793" fmla="*/ 1787899 w 2449768"/>
                <a:gd name="connsiteY793" fmla="*/ 331653 h 1050628"/>
                <a:gd name="connsiteX794" fmla="*/ 1801191 w 2449768"/>
                <a:gd name="connsiteY794" fmla="*/ 340387 h 1050628"/>
                <a:gd name="connsiteX795" fmla="*/ 1795115 w 2449768"/>
                <a:gd name="connsiteY795" fmla="*/ 364692 h 1050628"/>
                <a:gd name="connsiteX796" fmla="*/ 1770810 w 2449768"/>
                <a:gd name="connsiteY796" fmla="*/ 358616 h 1050628"/>
                <a:gd name="connsiteX797" fmla="*/ 1776886 w 2449768"/>
                <a:gd name="connsiteY797" fmla="*/ 334311 h 1050628"/>
                <a:gd name="connsiteX798" fmla="*/ 1787899 w 2449768"/>
                <a:gd name="connsiteY798" fmla="*/ 331653 h 1050628"/>
                <a:gd name="connsiteX799" fmla="*/ 1879040 w 2449768"/>
                <a:gd name="connsiteY799" fmla="*/ 328615 h 1050628"/>
                <a:gd name="connsiteX800" fmla="*/ 1892332 w 2449768"/>
                <a:gd name="connsiteY800" fmla="*/ 337349 h 1050628"/>
                <a:gd name="connsiteX801" fmla="*/ 1886256 w 2449768"/>
                <a:gd name="connsiteY801" fmla="*/ 361654 h 1050628"/>
                <a:gd name="connsiteX802" fmla="*/ 1861951 w 2449768"/>
                <a:gd name="connsiteY802" fmla="*/ 355578 h 1050628"/>
                <a:gd name="connsiteX803" fmla="*/ 1868027 w 2449768"/>
                <a:gd name="connsiteY803" fmla="*/ 331273 h 1050628"/>
                <a:gd name="connsiteX804" fmla="*/ 1879040 w 2449768"/>
                <a:gd name="connsiteY804" fmla="*/ 328615 h 1050628"/>
                <a:gd name="connsiteX805" fmla="*/ 1265352 w 2449768"/>
                <a:gd name="connsiteY805" fmla="*/ 325577 h 1050628"/>
                <a:gd name="connsiteX806" fmla="*/ 1278644 w 2449768"/>
                <a:gd name="connsiteY806" fmla="*/ 334311 h 1050628"/>
                <a:gd name="connsiteX807" fmla="*/ 1272568 w 2449768"/>
                <a:gd name="connsiteY807" fmla="*/ 358616 h 1050628"/>
                <a:gd name="connsiteX808" fmla="*/ 1248263 w 2449768"/>
                <a:gd name="connsiteY808" fmla="*/ 352540 h 1050628"/>
                <a:gd name="connsiteX809" fmla="*/ 1254339 w 2449768"/>
                <a:gd name="connsiteY809" fmla="*/ 328235 h 1050628"/>
                <a:gd name="connsiteX810" fmla="*/ 1265352 w 2449768"/>
                <a:gd name="connsiteY810" fmla="*/ 325577 h 1050628"/>
                <a:gd name="connsiteX811" fmla="*/ 864328 w 2449768"/>
                <a:gd name="connsiteY811" fmla="*/ 319501 h 1050628"/>
                <a:gd name="connsiteX812" fmla="*/ 877620 w 2449768"/>
                <a:gd name="connsiteY812" fmla="*/ 328235 h 1050628"/>
                <a:gd name="connsiteX813" fmla="*/ 871544 w 2449768"/>
                <a:gd name="connsiteY813" fmla="*/ 352540 h 1050628"/>
                <a:gd name="connsiteX814" fmla="*/ 847239 w 2449768"/>
                <a:gd name="connsiteY814" fmla="*/ 346464 h 1050628"/>
                <a:gd name="connsiteX815" fmla="*/ 853315 w 2449768"/>
                <a:gd name="connsiteY815" fmla="*/ 322159 h 1050628"/>
                <a:gd name="connsiteX816" fmla="*/ 864328 w 2449768"/>
                <a:gd name="connsiteY816" fmla="*/ 319501 h 1050628"/>
                <a:gd name="connsiteX817" fmla="*/ 1459788 w 2449768"/>
                <a:gd name="connsiteY817" fmla="*/ 316463 h 1050628"/>
                <a:gd name="connsiteX818" fmla="*/ 1473080 w 2449768"/>
                <a:gd name="connsiteY818" fmla="*/ 325197 h 1050628"/>
                <a:gd name="connsiteX819" fmla="*/ 1467004 w 2449768"/>
                <a:gd name="connsiteY819" fmla="*/ 349502 h 1050628"/>
                <a:gd name="connsiteX820" fmla="*/ 1442699 w 2449768"/>
                <a:gd name="connsiteY820" fmla="*/ 343426 h 1050628"/>
                <a:gd name="connsiteX821" fmla="*/ 1448775 w 2449768"/>
                <a:gd name="connsiteY821" fmla="*/ 319121 h 1050628"/>
                <a:gd name="connsiteX822" fmla="*/ 1459788 w 2449768"/>
                <a:gd name="connsiteY822" fmla="*/ 316463 h 1050628"/>
                <a:gd name="connsiteX823" fmla="*/ 1702833 w 2449768"/>
                <a:gd name="connsiteY823" fmla="*/ 310387 h 1050628"/>
                <a:gd name="connsiteX824" fmla="*/ 1716125 w 2449768"/>
                <a:gd name="connsiteY824" fmla="*/ 319121 h 1050628"/>
                <a:gd name="connsiteX825" fmla="*/ 1710049 w 2449768"/>
                <a:gd name="connsiteY825" fmla="*/ 343426 h 1050628"/>
                <a:gd name="connsiteX826" fmla="*/ 1685744 w 2449768"/>
                <a:gd name="connsiteY826" fmla="*/ 337350 h 1050628"/>
                <a:gd name="connsiteX827" fmla="*/ 1691820 w 2449768"/>
                <a:gd name="connsiteY827" fmla="*/ 313045 h 1050628"/>
                <a:gd name="connsiteX828" fmla="*/ 1702833 w 2449768"/>
                <a:gd name="connsiteY828" fmla="*/ 310387 h 1050628"/>
                <a:gd name="connsiteX829" fmla="*/ 1577893 w 2449768"/>
                <a:gd name="connsiteY829" fmla="*/ 297095 h 1050628"/>
                <a:gd name="connsiteX830" fmla="*/ 1591565 w 2449768"/>
                <a:gd name="connsiteY830" fmla="*/ 306969 h 1050628"/>
                <a:gd name="connsiteX831" fmla="*/ 1585489 w 2449768"/>
                <a:gd name="connsiteY831" fmla="*/ 331274 h 1050628"/>
                <a:gd name="connsiteX832" fmla="*/ 1561184 w 2449768"/>
                <a:gd name="connsiteY832" fmla="*/ 325198 h 1050628"/>
                <a:gd name="connsiteX833" fmla="*/ 1564222 w 2449768"/>
                <a:gd name="connsiteY833" fmla="*/ 300893 h 1050628"/>
                <a:gd name="connsiteX834" fmla="*/ 1577893 w 2449768"/>
                <a:gd name="connsiteY834" fmla="*/ 297095 h 1050628"/>
                <a:gd name="connsiteX835" fmla="*/ 955470 w 2449768"/>
                <a:gd name="connsiteY835" fmla="*/ 295196 h 1050628"/>
                <a:gd name="connsiteX836" fmla="*/ 968762 w 2449768"/>
                <a:gd name="connsiteY836" fmla="*/ 303930 h 1050628"/>
                <a:gd name="connsiteX837" fmla="*/ 962686 w 2449768"/>
                <a:gd name="connsiteY837" fmla="*/ 328235 h 1050628"/>
                <a:gd name="connsiteX838" fmla="*/ 938381 w 2449768"/>
                <a:gd name="connsiteY838" fmla="*/ 322159 h 1050628"/>
                <a:gd name="connsiteX839" fmla="*/ 944457 w 2449768"/>
                <a:gd name="connsiteY839" fmla="*/ 297854 h 1050628"/>
                <a:gd name="connsiteX840" fmla="*/ 955470 w 2449768"/>
                <a:gd name="connsiteY840" fmla="*/ 295196 h 1050628"/>
                <a:gd name="connsiteX841" fmla="*/ 1365608 w 2449768"/>
                <a:gd name="connsiteY841" fmla="*/ 283044 h 1050628"/>
                <a:gd name="connsiteX842" fmla="*/ 1378900 w 2449768"/>
                <a:gd name="connsiteY842" fmla="*/ 291778 h 1050628"/>
                <a:gd name="connsiteX843" fmla="*/ 1372824 w 2449768"/>
                <a:gd name="connsiteY843" fmla="*/ 316083 h 1050628"/>
                <a:gd name="connsiteX844" fmla="*/ 1348519 w 2449768"/>
                <a:gd name="connsiteY844" fmla="*/ 310007 h 1050628"/>
                <a:gd name="connsiteX845" fmla="*/ 1354595 w 2449768"/>
                <a:gd name="connsiteY845" fmla="*/ 285702 h 1050628"/>
                <a:gd name="connsiteX846" fmla="*/ 1365608 w 2449768"/>
                <a:gd name="connsiteY846" fmla="*/ 283044 h 1050628"/>
                <a:gd name="connsiteX847" fmla="*/ 1979296 w 2449768"/>
                <a:gd name="connsiteY847" fmla="*/ 267854 h 1050628"/>
                <a:gd name="connsiteX848" fmla="*/ 1992588 w 2449768"/>
                <a:gd name="connsiteY848" fmla="*/ 276588 h 1050628"/>
                <a:gd name="connsiteX849" fmla="*/ 1986512 w 2449768"/>
                <a:gd name="connsiteY849" fmla="*/ 300893 h 1050628"/>
                <a:gd name="connsiteX850" fmla="*/ 1962207 w 2449768"/>
                <a:gd name="connsiteY850" fmla="*/ 294817 h 1050628"/>
                <a:gd name="connsiteX851" fmla="*/ 1968283 w 2449768"/>
                <a:gd name="connsiteY851" fmla="*/ 270512 h 1050628"/>
                <a:gd name="connsiteX852" fmla="*/ 1979296 w 2449768"/>
                <a:gd name="connsiteY852" fmla="*/ 267854 h 1050628"/>
                <a:gd name="connsiteX853" fmla="*/ 1173830 w 2449768"/>
                <a:gd name="connsiteY853" fmla="*/ 266714 h 1050628"/>
                <a:gd name="connsiteX854" fmla="*/ 1187502 w 2449768"/>
                <a:gd name="connsiteY854" fmla="*/ 276588 h 1050628"/>
                <a:gd name="connsiteX855" fmla="*/ 1181425 w 2449768"/>
                <a:gd name="connsiteY855" fmla="*/ 300893 h 1050628"/>
                <a:gd name="connsiteX856" fmla="*/ 1157121 w 2449768"/>
                <a:gd name="connsiteY856" fmla="*/ 294817 h 1050628"/>
                <a:gd name="connsiteX857" fmla="*/ 1160159 w 2449768"/>
                <a:gd name="connsiteY857" fmla="*/ 270512 h 1050628"/>
                <a:gd name="connsiteX858" fmla="*/ 1173830 w 2449768"/>
                <a:gd name="connsiteY858" fmla="*/ 266714 h 1050628"/>
                <a:gd name="connsiteX859" fmla="*/ 2167656 w 2449768"/>
                <a:gd name="connsiteY859" fmla="*/ 246587 h 1050628"/>
                <a:gd name="connsiteX860" fmla="*/ 2180948 w 2449768"/>
                <a:gd name="connsiteY860" fmla="*/ 255321 h 1050628"/>
                <a:gd name="connsiteX861" fmla="*/ 2174872 w 2449768"/>
                <a:gd name="connsiteY861" fmla="*/ 279626 h 1050628"/>
                <a:gd name="connsiteX862" fmla="*/ 2150567 w 2449768"/>
                <a:gd name="connsiteY862" fmla="*/ 273550 h 1050628"/>
                <a:gd name="connsiteX863" fmla="*/ 2156643 w 2449768"/>
                <a:gd name="connsiteY863" fmla="*/ 249245 h 1050628"/>
                <a:gd name="connsiteX864" fmla="*/ 2167656 w 2449768"/>
                <a:gd name="connsiteY864" fmla="*/ 246587 h 1050628"/>
                <a:gd name="connsiteX865" fmla="*/ 2073477 w 2449768"/>
                <a:gd name="connsiteY865" fmla="*/ 240511 h 1050628"/>
                <a:gd name="connsiteX866" fmla="*/ 2086768 w 2449768"/>
                <a:gd name="connsiteY866" fmla="*/ 249245 h 1050628"/>
                <a:gd name="connsiteX867" fmla="*/ 2080692 w 2449768"/>
                <a:gd name="connsiteY867" fmla="*/ 273550 h 1050628"/>
                <a:gd name="connsiteX868" fmla="*/ 2056387 w 2449768"/>
                <a:gd name="connsiteY868" fmla="*/ 267474 h 1050628"/>
                <a:gd name="connsiteX869" fmla="*/ 2062463 w 2449768"/>
                <a:gd name="connsiteY869" fmla="*/ 243169 h 1050628"/>
                <a:gd name="connsiteX870" fmla="*/ 2073477 w 2449768"/>
                <a:gd name="connsiteY870" fmla="*/ 240511 h 1050628"/>
                <a:gd name="connsiteX871" fmla="*/ 1505359 w 2449768"/>
                <a:gd name="connsiteY871" fmla="*/ 222283 h 1050628"/>
                <a:gd name="connsiteX872" fmla="*/ 1518651 w 2449768"/>
                <a:gd name="connsiteY872" fmla="*/ 231017 h 1050628"/>
                <a:gd name="connsiteX873" fmla="*/ 1512575 w 2449768"/>
                <a:gd name="connsiteY873" fmla="*/ 255322 h 1050628"/>
                <a:gd name="connsiteX874" fmla="*/ 1488270 w 2449768"/>
                <a:gd name="connsiteY874" fmla="*/ 249246 h 1050628"/>
                <a:gd name="connsiteX875" fmla="*/ 1494346 w 2449768"/>
                <a:gd name="connsiteY875" fmla="*/ 224941 h 1050628"/>
                <a:gd name="connsiteX876" fmla="*/ 1505359 w 2449768"/>
                <a:gd name="connsiteY876" fmla="*/ 222283 h 1050628"/>
                <a:gd name="connsiteX877" fmla="*/ 1007117 w 2449768"/>
                <a:gd name="connsiteY877" fmla="*/ 222283 h 1050628"/>
                <a:gd name="connsiteX878" fmla="*/ 1020409 w 2449768"/>
                <a:gd name="connsiteY878" fmla="*/ 231017 h 1050628"/>
                <a:gd name="connsiteX879" fmla="*/ 1014333 w 2449768"/>
                <a:gd name="connsiteY879" fmla="*/ 255322 h 1050628"/>
                <a:gd name="connsiteX880" fmla="*/ 990028 w 2449768"/>
                <a:gd name="connsiteY880" fmla="*/ 249246 h 1050628"/>
                <a:gd name="connsiteX881" fmla="*/ 996104 w 2449768"/>
                <a:gd name="connsiteY881" fmla="*/ 224941 h 1050628"/>
                <a:gd name="connsiteX882" fmla="*/ 1007117 w 2449768"/>
                <a:gd name="connsiteY882" fmla="*/ 222283 h 1050628"/>
                <a:gd name="connsiteX883" fmla="*/ 1298771 w 2449768"/>
                <a:gd name="connsiteY883" fmla="*/ 210131 h 1050628"/>
                <a:gd name="connsiteX884" fmla="*/ 1312063 w 2449768"/>
                <a:gd name="connsiteY884" fmla="*/ 218865 h 1050628"/>
                <a:gd name="connsiteX885" fmla="*/ 1305987 w 2449768"/>
                <a:gd name="connsiteY885" fmla="*/ 243170 h 1050628"/>
                <a:gd name="connsiteX886" fmla="*/ 1281682 w 2449768"/>
                <a:gd name="connsiteY886" fmla="*/ 237094 h 1050628"/>
                <a:gd name="connsiteX887" fmla="*/ 1287758 w 2449768"/>
                <a:gd name="connsiteY887" fmla="*/ 212789 h 1050628"/>
                <a:gd name="connsiteX888" fmla="*/ 1298771 w 2449768"/>
                <a:gd name="connsiteY888" fmla="*/ 210131 h 1050628"/>
                <a:gd name="connsiteX889" fmla="*/ 1881700 w 2449768"/>
                <a:gd name="connsiteY889" fmla="*/ 207472 h 1050628"/>
                <a:gd name="connsiteX890" fmla="*/ 1895371 w 2449768"/>
                <a:gd name="connsiteY890" fmla="*/ 218865 h 1050628"/>
                <a:gd name="connsiteX891" fmla="*/ 1889295 w 2449768"/>
                <a:gd name="connsiteY891" fmla="*/ 243170 h 1050628"/>
                <a:gd name="connsiteX892" fmla="*/ 1864990 w 2449768"/>
                <a:gd name="connsiteY892" fmla="*/ 237094 h 1050628"/>
                <a:gd name="connsiteX893" fmla="*/ 1868028 w 2449768"/>
                <a:gd name="connsiteY893" fmla="*/ 209751 h 1050628"/>
                <a:gd name="connsiteX894" fmla="*/ 1881700 w 2449768"/>
                <a:gd name="connsiteY894" fmla="*/ 207472 h 1050628"/>
                <a:gd name="connsiteX895" fmla="*/ 1657262 w 2449768"/>
                <a:gd name="connsiteY895" fmla="*/ 207093 h 1050628"/>
                <a:gd name="connsiteX896" fmla="*/ 1670554 w 2449768"/>
                <a:gd name="connsiteY896" fmla="*/ 215827 h 1050628"/>
                <a:gd name="connsiteX897" fmla="*/ 1664478 w 2449768"/>
                <a:gd name="connsiteY897" fmla="*/ 240132 h 1050628"/>
                <a:gd name="connsiteX898" fmla="*/ 1637135 w 2449768"/>
                <a:gd name="connsiteY898" fmla="*/ 234056 h 1050628"/>
                <a:gd name="connsiteX899" fmla="*/ 1646249 w 2449768"/>
                <a:gd name="connsiteY899" fmla="*/ 209751 h 1050628"/>
                <a:gd name="connsiteX900" fmla="*/ 1657262 w 2449768"/>
                <a:gd name="connsiteY900" fmla="*/ 207093 h 1050628"/>
                <a:gd name="connsiteX901" fmla="*/ 1769671 w 2449768"/>
                <a:gd name="connsiteY901" fmla="*/ 201017 h 1050628"/>
                <a:gd name="connsiteX902" fmla="*/ 1782962 w 2449768"/>
                <a:gd name="connsiteY902" fmla="*/ 209751 h 1050628"/>
                <a:gd name="connsiteX903" fmla="*/ 1776886 w 2449768"/>
                <a:gd name="connsiteY903" fmla="*/ 234056 h 1050628"/>
                <a:gd name="connsiteX904" fmla="*/ 1752581 w 2449768"/>
                <a:gd name="connsiteY904" fmla="*/ 227980 h 1050628"/>
                <a:gd name="connsiteX905" fmla="*/ 1758657 w 2449768"/>
                <a:gd name="connsiteY905" fmla="*/ 203675 h 1050628"/>
                <a:gd name="connsiteX906" fmla="*/ 1769671 w 2449768"/>
                <a:gd name="connsiteY906" fmla="*/ 201017 h 1050628"/>
                <a:gd name="connsiteX907" fmla="*/ 1089145 w 2449768"/>
                <a:gd name="connsiteY907" fmla="*/ 197978 h 1050628"/>
                <a:gd name="connsiteX908" fmla="*/ 1102437 w 2449768"/>
                <a:gd name="connsiteY908" fmla="*/ 206712 h 1050628"/>
                <a:gd name="connsiteX909" fmla="*/ 1096361 w 2449768"/>
                <a:gd name="connsiteY909" fmla="*/ 231017 h 1050628"/>
                <a:gd name="connsiteX910" fmla="*/ 1072056 w 2449768"/>
                <a:gd name="connsiteY910" fmla="*/ 224941 h 1050628"/>
                <a:gd name="connsiteX911" fmla="*/ 1078132 w 2449768"/>
                <a:gd name="connsiteY911" fmla="*/ 200636 h 1050628"/>
                <a:gd name="connsiteX912" fmla="*/ 1089145 w 2449768"/>
                <a:gd name="connsiteY912" fmla="*/ 197978 h 1050628"/>
                <a:gd name="connsiteX913" fmla="*/ 1395989 w 2449768"/>
                <a:gd name="connsiteY913" fmla="*/ 161522 h 1050628"/>
                <a:gd name="connsiteX914" fmla="*/ 1409281 w 2449768"/>
                <a:gd name="connsiteY914" fmla="*/ 170256 h 1050628"/>
                <a:gd name="connsiteX915" fmla="*/ 1403205 w 2449768"/>
                <a:gd name="connsiteY915" fmla="*/ 194561 h 1050628"/>
                <a:gd name="connsiteX916" fmla="*/ 1378900 w 2449768"/>
                <a:gd name="connsiteY916" fmla="*/ 188485 h 1050628"/>
                <a:gd name="connsiteX917" fmla="*/ 1384976 w 2449768"/>
                <a:gd name="connsiteY917" fmla="*/ 164180 h 1050628"/>
                <a:gd name="connsiteX918" fmla="*/ 1395989 w 2449768"/>
                <a:gd name="connsiteY918" fmla="*/ 161522 h 1050628"/>
                <a:gd name="connsiteX919" fmla="*/ 1967145 w 2449768"/>
                <a:gd name="connsiteY919" fmla="*/ 140255 h 1050628"/>
                <a:gd name="connsiteX920" fmla="*/ 1980436 w 2449768"/>
                <a:gd name="connsiteY920" fmla="*/ 148989 h 1050628"/>
                <a:gd name="connsiteX921" fmla="*/ 1974360 w 2449768"/>
                <a:gd name="connsiteY921" fmla="*/ 173294 h 1050628"/>
                <a:gd name="connsiteX922" fmla="*/ 1950055 w 2449768"/>
                <a:gd name="connsiteY922" fmla="*/ 170256 h 1050628"/>
                <a:gd name="connsiteX923" fmla="*/ 1956131 w 2449768"/>
                <a:gd name="connsiteY923" fmla="*/ 142913 h 1050628"/>
                <a:gd name="connsiteX924" fmla="*/ 1967145 w 2449768"/>
                <a:gd name="connsiteY924" fmla="*/ 140255 h 1050628"/>
                <a:gd name="connsiteX925" fmla="*/ 1234971 w 2449768"/>
                <a:gd name="connsiteY925" fmla="*/ 131141 h 1050628"/>
                <a:gd name="connsiteX926" fmla="*/ 1248263 w 2449768"/>
                <a:gd name="connsiteY926" fmla="*/ 139875 h 1050628"/>
                <a:gd name="connsiteX927" fmla="*/ 1242187 w 2449768"/>
                <a:gd name="connsiteY927" fmla="*/ 164180 h 1050628"/>
                <a:gd name="connsiteX928" fmla="*/ 1217882 w 2449768"/>
                <a:gd name="connsiteY928" fmla="*/ 158104 h 1050628"/>
                <a:gd name="connsiteX929" fmla="*/ 1223958 w 2449768"/>
                <a:gd name="connsiteY929" fmla="*/ 133799 h 1050628"/>
                <a:gd name="connsiteX930" fmla="*/ 1234971 w 2449768"/>
                <a:gd name="connsiteY930" fmla="*/ 131141 h 1050628"/>
                <a:gd name="connsiteX931" fmla="*/ 1149906 w 2449768"/>
                <a:gd name="connsiteY931" fmla="*/ 131141 h 1050628"/>
                <a:gd name="connsiteX932" fmla="*/ 1163198 w 2449768"/>
                <a:gd name="connsiteY932" fmla="*/ 139875 h 1050628"/>
                <a:gd name="connsiteX933" fmla="*/ 1157122 w 2449768"/>
                <a:gd name="connsiteY933" fmla="*/ 164180 h 1050628"/>
                <a:gd name="connsiteX934" fmla="*/ 1132817 w 2449768"/>
                <a:gd name="connsiteY934" fmla="*/ 158104 h 1050628"/>
                <a:gd name="connsiteX935" fmla="*/ 1138893 w 2449768"/>
                <a:gd name="connsiteY935" fmla="*/ 133799 h 1050628"/>
                <a:gd name="connsiteX936" fmla="*/ 1149906 w 2449768"/>
                <a:gd name="connsiteY936" fmla="*/ 131141 h 1050628"/>
                <a:gd name="connsiteX937" fmla="*/ 2064362 w 2449768"/>
                <a:gd name="connsiteY937" fmla="*/ 128103 h 1050628"/>
                <a:gd name="connsiteX938" fmla="*/ 2077654 w 2449768"/>
                <a:gd name="connsiteY938" fmla="*/ 136837 h 1050628"/>
                <a:gd name="connsiteX939" fmla="*/ 2071578 w 2449768"/>
                <a:gd name="connsiteY939" fmla="*/ 161142 h 1050628"/>
                <a:gd name="connsiteX940" fmla="*/ 2047273 w 2449768"/>
                <a:gd name="connsiteY940" fmla="*/ 155066 h 1050628"/>
                <a:gd name="connsiteX941" fmla="*/ 2053349 w 2449768"/>
                <a:gd name="connsiteY941" fmla="*/ 130761 h 1050628"/>
                <a:gd name="connsiteX942" fmla="*/ 2064362 w 2449768"/>
                <a:gd name="connsiteY942" fmla="*/ 128103 h 1050628"/>
                <a:gd name="connsiteX943" fmla="*/ 1496245 w 2449768"/>
                <a:gd name="connsiteY943" fmla="*/ 120887 h 1050628"/>
                <a:gd name="connsiteX944" fmla="*/ 1509537 w 2449768"/>
                <a:gd name="connsiteY944" fmla="*/ 130761 h 1050628"/>
                <a:gd name="connsiteX945" fmla="*/ 1503461 w 2449768"/>
                <a:gd name="connsiteY945" fmla="*/ 155066 h 1050628"/>
                <a:gd name="connsiteX946" fmla="*/ 1479156 w 2449768"/>
                <a:gd name="connsiteY946" fmla="*/ 148990 h 1050628"/>
                <a:gd name="connsiteX947" fmla="*/ 1485232 w 2449768"/>
                <a:gd name="connsiteY947" fmla="*/ 124685 h 1050628"/>
                <a:gd name="connsiteX948" fmla="*/ 1496245 w 2449768"/>
                <a:gd name="connsiteY948" fmla="*/ 120887 h 1050628"/>
                <a:gd name="connsiteX949" fmla="*/ 1599539 w 2449768"/>
                <a:gd name="connsiteY949" fmla="*/ 112913 h 1050628"/>
                <a:gd name="connsiteX950" fmla="*/ 1612831 w 2449768"/>
                <a:gd name="connsiteY950" fmla="*/ 121647 h 1050628"/>
                <a:gd name="connsiteX951" fmla="*/ 1606754 w 2449768"/>
                <a:gd name="connsiteY951" fmla="*/ 145952 h 1050628"/>
                <a:gd name="connsiteX952" fmla="*/ 1582450 w 2449768"/>
                <a:gd name="connsiteY952" fmla="*/ 139876 h 1050628"/>
                <a:gd name="connsiteX953" fmla="*/ 1588526 w 2449768"/>
                <a:gd name="connsiteY953" fmla="*/ 115571 h 1050628"/>
                <a:gd name="connsiteX954" fmla="*/ 1599539 w 2449768"/>
                <a:gd name="connsiteY954" fmla="*/ 112913 h 1050628"/>
                <a:gd name="connsiteX955" fmla="*/ 1836508 w 2449768"/>
                <a:gd name="connsiteY955" fmla="*/ 109875 h 1050628"/>
                <a:gd name="connsiteX956" fmla="*/ 1849800 w 2449768"/>
                <a:gd name="connsiteY956" fmla="*/ 118609 h 1050628"/>
                <a:gd name="connsiteX957" fmla="*/ 1843724 w 2449768"/>
                <a:gd name="connsiteY957" fmla="*/ 142914 h 1050628"/>
                <a:gd name="connsiteX958" fmla="*/ 1819419 w 2449768"/>
                <a:gd name="connsiteY958" fmla="*/ 136838 h 1050628"/>
                <a:gd name="connsiteX959" fmla="*/ 1825495 w 2449768"/>
                <a:gd name="connsiteY959" fmla="*/ 112533 h 1050628"/>
                <a:gd name="connsiteX960" fmla="*/ 1836508 w 2449768"/>
                <a:gd name="connsiteY960" fmla="*/ 109875 h 1050628"/>
                <a:gd name="connsiteX961" fmla="*/ 1708529 w 2449768"/>
                <a:gd name="connsiteY961" fmla="*/ 106837 h 1050628"/>
                <a:gd name="connsiteX962" fmla="*/ 1722201 w 2449768"/>
                <a:gd name="connsiteY962" fmla="*/ 115571 h 1050628"/>
                <a:gd name="connsiteX963" fmla="*/ 1716124 w 2449768"/>
                <a:gd name="connsiteY963" fmla="*/ 139876 h 1050628"/>
                <a:gd name="connsiteX964" fmla="*/ 1691820 w 2449768"/>
                <a:gd name="connsiteY964" fmla="*/ 133800 h 1050628"/>
                <a:gd name="connsiteX965" fmla="*/ 1694858 w 2449768"/>
                <a:gd name="connsiteY965" fmla="*/ 109495 h 1050628"/>
                <a:gd name="connsiteX966" fmla="*/ 1708529 w 2449768"/>
                <a:gd name="connsiteY966" fmla="*/ 106837 h 1050628"/>
                <a:gd name="connsiteX967" fmla="*/ 1301429 w 2449768"/>
                <a:gd name="connsiteY967" fmla="*/ 60126 h 1050628"/>
                <a:gd name="connsiteX968" fmla="*/ 1315101 w 2449768"/>
                <a:gd name="connsiteY968" fmla="*/ 70000 h 1050628"/>
                <a:gd name="connsiteX969" fmla="*/ 1309024 w 2449768"/>
                <a:gd name="connsiteY969" fmla="*/ 94305 h 1050628"/>
                <a:gd name="connsiteX970" fmla="*/ 1284720 w 2449768"/>
                <a:gd name="connsiteY970" fmla="*/ 88229 h 1050628"/>
                <a:gd name="connsiteX971" fmla="*/ 1287758 w 2449768"/>
                <a:gd name="connsiteY971" fmla="*/ 63924 h 1050628"/>
                <a:gd name="connsiteX972" fmla="*/ 1301429 w 2449768"/>
                <a:gd name="connsiteY972" fmla="*/ 60126 h 1050628"/>
                <a:gd name="connsiteX973" fmla="*/ 1930687 w 2449768"/>
                <a:gd name="connsiteY973" fmla="*/ 49113 h 1050628"/>
                <a:gd name="connsiteX974" fmla="*/ 1943979 w 2449768"/>
                <a:gd name="connsiteY974" fmla="*/ 57847 h 1050628"/>
                <a:gd name="connsiteX975" fmla="*/ 1937903 w 2449768"/>
                <a:gd name="connsiteY975" fmla="*/ 82152 h 1050628"/>
                <a:gd name="connsiteX976" fmla="*/ 1913598 w 2449768"/>
                <a:gd name="connsiteY976" fmla="*/ 76076 h 1050628"/>
                <a:gd name="connsiteX977" fmla="*/ 1919674 w 2449768"/>
                <a:gd name="connsiteY977" fmla="*/ 51771 h 1050628"/>
                <a:gd name="connsiteX978" fmla="*/ 1930687 w 2449768"/>
                <a:gd name="connsiteY978" fmla="*/ 49113 h 1050628"/>
                <a:gd name="connsiteX979" fmla="*/ 1402065 w 2449768"/>
                <a:gd name="connsiteY979" fmla="*/ 43037 h 1050628"/>
                <a:gd name="connsiteX980" fmla="*/ 1415357 w 2449768"/>
                <a:gd name="connsiteY980" fmla="*/ 51771 h 1050628"/>
                <a:gd name="connsiteX981" fmla="*/ 1409281 w 2449768"/>
                <a:gd name="connsiteY981" fmla="*/ 76076 h 1050628"/>
                <a:gd name="connsiteX982" fmla="*/ 1384976 w 2449768"/>
                <a:gd name="connsiteY982" fmla="*/ 70000 h 1050628"/>
                <a:gd name="connsiteX983" fmla="*/ 1391052 w 2449768"/>
                <a:gd name="connsiteY983" fmla="*/ 45695 h 1050628"/>
                <a:gd name="connsiteX984" fmla="*/ 1402065 w 2449768"/>
                <a:gd name="connsiteY984" fmla="*/ 43037 h 1050628"/>
                <a:gd name="connsiteX985" fmla="*/ 1806127 w 2449768"/>
                <a:gd name="connsiteY985" fmla="*/ 15695 h 1050628"/>
                <a:gd name="connsiteX986" fmla="*/ 1819419 w 2449768"/>
                <a:gd name="connsiteY986" fmla="*/ 24429 h 1050628"/>
                <a:gd name="connsiteX987" fmla="*/ 1813343 w 2449768"/>
                <a:gd name="connsiteY987" fmla="*/ 48734 h 1050628"/>
                <a:gd name="connsiteX988" fmla="*/ 1789038 w 2449768"/>
                <a:gd name="connsiteY988" fmla="*/ 42658 h 1050628"/>
                <a:gd name="connsiteX989" fmla="*/ 1795114 w 2449768"/>
                <a:gd name="connsiteY989" fmla="*/ 18353 h 1050628"/>
                <a:gd name="connsiteX990" fmla="*/ 1806127 w 2449768"/>
                <a:gd name="connsiteY990" fmla="*/ 15695 h 1050628"/>
                <a:gd name="connsiteX991" fmla="*/ 1499283 w 2449768"/>
                <a:gd name="connsiteY991" fmla="*/ 9619 h 1050628"/>
                <a:gd name="connsiteX992" fmla="*/ 1512575 w 2449768"/>
                <a:gd name="connsiteY992" fmla="*/ 18353 h 1050628"/>
                <a:gd name="connsiteX993" fmla="*/ 1506499 w 2449768"/>
                <a:gd name="connsiteY993" fmla="*/ 45696 h 1050628"/>
                <a:gd name="connsiteX994" fmla="*/ 1482194 w 2449768"/>
                <a:gd name="connsiteY994" fmla="*/ 39620 h 1050628"/>
                <a:gd name="connsiteX995" fmla="*/ 1488270 w 2449768"/>
                <a:gd name="connsiteY995" fmla="*/ 12277 h 1050628"/>
                <a:gd name="connsiteX996" fmla="*/ 1499283 w 2449768"/>
                <a:gd name="connsiteY996" fmla="*/ 9619 h 1050628"/>
                <a:gd name="connsiteX997" fmla="*/ 1699795 w 2449768"/>
                <a:gd name="connsiteY997" fmla="*/ 3543 h 1050628"/>
                <a:gd name="connsiteX998" fmla="*/ 1713087 w 2449768"/>
                <a:gd name="connsiteY998" fmla="*/ 12277 h 1050628"/>
                <a:gd name="connsiteX999" fmla="*/ 1707011 w 2449768"/>
                <a:gd name="connsiteY999" fmla="*/ 36582 h 1050628"/>
                <a:gd name="connsiteX1000" fmla="*/ 1682706 w 2449768"/>
                <a:gd name="connsiteY1000" fmla="*/ 30506 h 1050628"/>
                <a:gd name="connsiteX1001" fmla="*/ 1688782 w 2449768"/>
                <a:gd name="connsiteY1001" fmla="*/ 6201 h 1050628"/>
                <a:gd name="connsiteX1002" fmla="*/ 1699795 w 2449768"/>
                <a:gd name="connsiteY1002" fmla="*/ 3543 h 1050628"/>
                <a:gd name="connsiteX1003" fmla="*/ 1599539 w 2449768"/>
                <a:gd name="connsiteY1003" fmla="*/ 504 h 1050628"/>
                <a:gd name="connsiteX1004" fmla="*/ 1612831 w 2449768"/>
                <a:gd name="connsiteY1004" fmla="*/ 9238 h 1050628"/>
                <a:gd name="connsiteX1005" fmla="*/ 1606754 w 2449768"/>
                <a:gd name="connsiteY1005" fmla="*/ 33543 h 1050628"/>
                <a:gd name="connsiteX1006" fmla="*/ 1582450 w 2449768"/>
                <a:gd name="connsiteY1006" fmla="*/ 27467 h 1050628"/>
                <a:gd name="connsiteX1007" fmla="*/ 1588526 w 2449768"/>
                <a:gd name="connsiteY1007" fmla="*/ 3162 h 1050628"/>
                <a:gd name="connsiteX1008" fmla="*/ 1599539 w 2449768"/>
                <a:gd name="connsiteY1008" fmla="*/ 504 h 105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</a:cxnLst>
              <a:rect l="l" t="t" r="r" b="b"/>
              <a:pathLst>
                <a:path w="2449768" h="1050628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30745" name="Freeform: Shape 30744">
              <a:extLst>
                <a:ext uri="{FF2B5EF4-FFF2-40B4-BE49-F238E27FC236}">
                  <a16:creationId xmlns:a16="http://schemas.microsoft.com/office/drawing/2014/main" id="{5CE4DD6E-8CEA-45EE-B630-DBC22144D8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74720" y="0"/>
              <a:ext cx="6177282" cy="1778750"/>
            </a:xfrm>
            <a:custGeom>
              <a:avLst/>
              <a:gdLst>
                <a:gd name="connsiteX0" fmla="*/ 4421987 w 6386648"/>
                <a:gd name="connsiteY0" fmla="*/ 1813377 h 1849426"/>
                <a:gd name="connsiteX1" fmla="*/ 4440012 w 6386648"/>
                <a:gd name="connsiteY1" fmla="*/ 1831401 h 1849426"/>
                <a:gd name="connsiteX2" fmla="*/ 4421987 w 6386648"/>
                <a:gd name="connsiteY2" fmla="*/ 1849426 h 1849426"/>
                <a:gd name="connsiteX3" fmla="*/ 4403963 w 6386648"/>
                <a:gd name="connsiteY3" fmla="*/ 1831401 h 1849426"/>
                <a:gd name="connsiteX4" fmla="*/ 4421987 w 6386648"/>
                <a:gd name="connsiteY4" fmla="*/ 1813377 h 1849426"/>
                <a:gd name="connsiteX5" fmla="*/ 4235735 w 6386648"/>
                <a:gd name="connsiteY5" fmla="*/ 1807369 h 1849426"/>
                <a:gd name="connsiteX6" fmla="*/ 4253760 w 6386648"/>
                <a:gd name="connsiteY6" fmla="*/ 1825393 h 1849426"/>
                <a:gd name="connsiteX7" fmla="*/ 4235735 w 6386648"/>
                <a:gd name="connsiteY7" fmla="*/ 1843418 h 1849426"/>
                <a:gd name="connsiteX8" fmla="*/ 4217711 w 6386648"/>
                <a:gd name="connsiteY8" fmla="*/ 1825393 h 1849426"/>
                <a:gd name="connsiteX9" fmla="*/ 4235735 w 6386648"/>
                <a:gd name="connsiteY9" fmla="*/ 1807369 h 1849426"/>
                <a:gd name="connsiteX10" fmla="*/ 4566182 w 6386648"/>
                <a:gd name="connsiteY10" fmla="*/ 1795353 h 1849426"/>
                <a:gd name="connsiteX11" fmla="*/ 4584207 w 6386648"/>
                <a:gd name="connsiteY11" fmla="*/ 1813377 h 1849426"/>
                <a:gd name="connsiteX12" fmla="*/ 4566182 w 6386648"/>
                <a:gd name="connsiteY12" fmla="*/ 1831402 h 1849426"/>
                <a:gd name="connsiteX13" fmla="*/ 4548158 w 6386648"/>
                <a:gd name="connsiteY13" fmla="*/ 1813377 h 1849426"/>
                <a:gd name="connsiteX14" fmla="*/ 4566182 w 6386648"/>
                <a:gd name="connsiteY14" fmla="*/ 1795353 h 1849426"/>
                <a:gd name="connsiteX15" fmla="*/ 4698361 w 6386648"/>
                <a:gd name="connsiteY15" fmla="*/ 1777329 h 1849426"/>
                <a:gd name="connsiteX16" fmla="*/ 4716386 w 6386648"/>
                <a:gd name="connsiteY16" fmla="*/ 1795353 h 1849426"/>
                <a:gd name="connsiteX17" fmla="*/ 4698361 w 6386648"/>
                <a:gd name="connsiteY17" fmla="*/ 1813378 h 1849426"/>
                <a:gd name="connsiteX18" fmla="*/ 4680336 w 6386648"/>
                <a:gd name="connsiteY18" fmla="*/ 1795353 h 1849426"/>
                <a:gd name="connsiteX19" fmla="*/ 4698361 w 6386648"/>
                <a:gd name="connsiteY19" fmla="*/ 1777329 h 1849426"/>
                <a:gd name="connsiteX20" fmla="*/ 4085531 w 6386648"/>
                <a:gd name="connsiteY20" fmla="*/ 1759304 h 1849426"/>
                <a:gd name="connsiteX21" fmla="*/ 4103556 w 6386648"/>
                <a:gd name="connsiteY21" fmla="*/ 1777329 h 1849426"/>
                <a:gd name="connsiteX22" fmla="*/ 4085531 w 6386648"/>
                <a:gd name="connsiteY22" fmla="*/ 1795353 h 1849426"/>
                <a:gd name="connsiteX23" fmla="*/ 4067507 w 6386648"/>
                <a:gd name="connsiteY23" fmla="*/ 1777329 h 1849426"/>
                <a:gd name="connsiteX24" fmla="*/ 4085531 w 6386648"/>
                <a:gd name="connsiteY24" fmla="*/ 1759304 h 1849426"/>
                <a:gd name="connsiteX25" fmla="*/ 4301824 w 6386648"/>
                <a:gd name="connsiteY25" fmla="*/ 1723255 h 1849426"/>
                <a:gd name="connsiteX26" fmla="*/ 4319849 w 6386648"/>
                <a:gd name="connsiteY26" fmla="*/ 1741279 h 1849426"/>
                <a:gd name="connsiteX27" fmla="*/ 4301824 w 6386648"/>
                <a:gd name="connsiteY27" fmla="*/ 1759304 h 1849426"/>
                <a:gd name="connsiteX28" fmla="*/ 4283800 w 6386648"/>
                <a:gd name="connsiteY28" fmla="*/ 1741279 h 1849426"/>
                <a:gd name="connsiteX29" fmla="*/ 4301824 w 6386648"/>
                <a:gd name="connsiteY29" fmla="*/ 1723255 h 1849426"/>
                <a:gd name="connsiteX30" fmla="*/ 4440011 w 6386648"/>
                <a:gd name="connsiteY30" fmla="*/ 1717247 h 1849426"/>
                <a:gd name="connsiteX31" fmla="*/ 4458036 w 6386648"/>
                <a:gd name="connsiteY31" fmla="*/ 1735271 h 1849426"/>
                <a:gd name="connsiteX32" fmla="*/ 4440011 w 6386648"/>
                <a:gd name="connsiteY32" fmla="*/ 1753296 h 1849426"/>
                <a:gd name="connsiteX33" fmla="*/ 4421987 w 6386648"/>
                <a:gd name="connsiteY33" fmla="*/ 1735271 h 1849426"/>
                <a:gd name="connsiteX34" fmla="*/ 4440011 w 6386648"/>
                <a:gd name="connsiteY34" fmla="*/ 1717247 h 1849426"/>
                <a:gd name="connsiteX35" fmla="*/ 3965369 w 6386648"/>
                <a:gd name="connsiteY35" fmla="*/ 1711239 h 1849426"/>
                <a:gd name="connsiteX36" fmla="*/ 3983394 w 6386648"/>
                <a:gd name="connsiteY36" fmla="*/ 1729263 h 1849426"/>
                <a:gd name="connsiteX37" fmla="*/ 3965369 w 6386648"/>
                <a:gd name="connsiteY37" fmla="*/ 1747288 h 1849426"/>
                <a:gd name="connsiteX38" fmla="*/ 3947345 w 6386648"/>
                <a:gd name="connsiteY38" fmla="*/ 1729263 h 1849426"/>
                <a:gd name="connsiteX39" fmla="*/ 3965369 w 6386648"/>
                <a:gd name="connsiteY39" fmla="*/ 1711239 h 1849426"/>
                <a:gd name="connsiteX40" fmla="*/ 4836548 w 6386648"/>
                <a:gd name="connsiteY40" fmla="*/ 1705231 h 1849426"/>
                <a:gd name="connsiteX41" fmla="*/ 4854573 w 6386648"/>
                <a:gd name="connsiteY41" fmla="*/ 1723255 h 1849426"/>
                <a:gd name="connsiteX42" fmla="*/ 4836548 w 6386648"/>
                <a:gd name="connsiteY42" fmla="*/ 1741280 h 1849426"/>
                <a:gd name="connsiteX43" fmla="*/ 4818524 w 6386648"/>
                <a:gd name="connsiteY43" fmla="*/ 1723255 h 1849426"/>
                <a:gd name="connsiteX44" fmla="*/ 4836548 w 6386648"/>
                <a:gd name="connsiteY44" fmla="*/ 1705231 h 1849426"/>
                <a:gd name="connsiteX45" fmla="*/ 4175653 w 6386648"/>
                <a:gd name="connsiteY45" fmla="*/ 1681198 h 1849426"/>
                <a:gd name="connsiteX46" fmla="*/ 4193678 w 6386648"/>
                <a:gd name="connsiteY46" fmla="*/ 1699222 h 1849426"/>
                <a:gd name="connsiteX47" fmla="*/ 4175653 w 6386648"/>
                <a:gd name="connsiteY47" fmla="*/ 1717247 h 1849426"/>
                <a:gd name="connsiteX48" fmla="*/ 4157629 w 6386648"/>
                <a:gd name="connsiteY48" fmla="*/ 1699222 h 1849426"/>
                <a:gd name="connsiteX49" fmla="*/ 4175653 w 6386648"/>
                <a:gd name="connsiteY49" fmla="*/ 1681198 h 1849426"/>
                <a:gd name="connsiteX50" fmla="*/ 4602231 w 6386648"/>
                <a:gd name="connsiteY50" fmla="*/ 1675190 h 1849426"/>
                <a:gd name="connsiteX51" fmla="*/ 4620256 w 6386648"/>
                <a:gd name="connsiteY51" fmla="*/ 1693214 h 1849426"/>
                <a:gd name="connsiteX52" fmla="*/ 4602231 w 6386648"/>
                <a:gd name="connsiteY52" fmla="*/ 1711239 h 1849426"/>
                <a:gd name="connsiteX53" fmla="*/ 4584207 w 6386648"/>
                <a:gd name="connsiteY53" fmla="*/ 1693214 h 1849426"/>
                <a:gd name="connsiteX54" fmla="*/ 4602231 w 6386648"/>
                <a:gd name="connsiteY54" fmla="*/ 1675190 h 1849426"/>
                <a:gd name="connsiteX55" fmla="*/ 4734410 w 6386648"/>
                <a:gd name="connsiteY55" fmla="*/ 1663174 h 1849426"/>
                <a:gd name="connsiteX56" fmla="*/ 4752435 w 6386648"/>
                <a:gd name="connsiteY56" fmla="*/ 1681198 h 1849426"/>
                <a:gd name="connsiteX57" fmla="*/ 4734410 w 6386648"/>
                <a:gd name="connsiteY57" fmla="*/ 1699223 h 1849426"/>
                <a:gd name="connsiteX58" fmla="*/ 4716386 w 6386648"/>
                <a:gd name="connsiteY58" fmla="*/ 1681198 h 1849426"/>
                <a:gd name="connsiteX59" fmla="*/ 4734410 w 6386648"/>
                <a:gd name="connsiteY59" fmla="*/ 1663174 h 1849426"/>
                <a:gd name="connsiteX60" fmla="*/ 3851214 w 6386648"/>
                <a:gd name="connsiteY60" fmla="*/ 1663174 h 1849426"/>
                <a:gd name="connsiteX61" fmla="*/ 3869239 w 6386648"/>
                <a:gd name="connsiteY61" fmla="*/ 1681198 h 1849426"/>
                <a:gd name="connsiteX62" fmla="*/ 3851214 w 6386648"/>
                <a:gd name="connsiteY62" fmla="*/ 1699223 h 1849426"/>
                <a:gd name="connsiteX63" fmla="*/ 3833190 w 6386648"/>
                <a:gd name="connsiteY63" fmla="*/ 1681198 h 1849426"/>
                <a:gd name="connsiteX64" fmla="*/ 3851214 w 6386648"/>
                <a:gd name="connsiteY64" fmla="*/ 1663174 h 1849426"/>
                <a:gd name="connsiteX65" fmla="*/ 4061499 w 6386648"/>
                <a:gd name="connsiteY65" fmla="*/ 1627125 h 1849426"/>
                <a:gd name="connsiteX66" fmla="*/ 4079524 w 6386648"/>
                <a:gd name="connsiteY66" fmla="*/ 1645149 h 1849426"/>
                <a:gd name="connsiteX67" fmla="*/ 4061499 w 6386648"/>
                <a:gd name="connsiteY67" fmla="*/ 1663174 h 1849426"/>
                <a:gd name="connsiteX68" fmla="*/ 4043475 w 6386648"/>
                <a:gd name="connsiteY68" fmla="*/ 1645149 h 1849426"/>
                <a:gd name="connsiteX69" fmla="*/ 4061499 w 6386648"/>
                <a:gd name="connsiteY69" fmla="*/ 1627125 h 1849426"/>
                <a:gd name="connsiteX70" fmla="*/ 4482068 w 6386648"/>
                <a:gd name="connsiteY70" fmla="*/ 1621117 h 1849426"/>
                <a:gd name="connsiteX71" fmla="*/ 4500093 w 6386648"/>
                <a:gd name="connsiteY71" fmla="*/ 1639141 h 1849426"/>
                <a:gd name="connsiteX72" fmla="*/ 4482068 w 6386648"/>
                <a:gd name="connsiteY72" fmla="*/ 1657166 h 1849426"/>
                <a:gd name="connsiteX73" fmla="*/ 4464044 w 6386648"/>
                <a:gd name="connsiteY73" fmla="*/ 1639141 h 1849426"/>
                <a:gd name="connsiteX74" fmla="*/ 4482068 w 6386648"/>
                <a:gd name="connsiteY74" fmla="*/ 1621117 h 1849426"/>
                <a:gd name="connsiteX75" fmla="*/ 4926670 w 6386648"/>
                <a:gd name="connsiteY75" fmla="*/ 1615109 h 1849426"/>
                <a:gd name="connsiteX76" fmla="*/ 4944695 w 6386648"/>
                <a:gd name="connsiteY76" fmla="*/ 1633133 h 1849426"/>
                <a:gd name="connsiteX77" fmla="*/ 4926670 w 6386648"/>
                <a:gd name="connsiteY77" fmla="*/ 1651158 h 1849426"/>
                <a:gd name="connsiteX78" fmla="*/ 4908646 w 6386648"/>
                <a:gd name="connsiteY78" fmla="*/ 1633133 h 1849426"/>
                <a:gd name="connsiteX79" fmla="*/ 4926670 w 6386648"/>
                <a:gd name="connsiteY79" fmla="*/ 1615109 h 1849426"/>
                <a:gd name="connsiteX80" fmla="*/ 3719035 w 6386648"/>
                <a:gd name="connsiteY80" fmla="*/ 1615109 h 1849426"/>
                <a:gd name="connsiteX81" fmla="*/ 3737060 w 6386648"/>
                <a:gd name="connsiteY81" fmla="*/ 1633133 h 1849426"/>
                <a:gd name="connsiteX82" fmla="*/ 3719035 w 6386648"/>
                <a:gd name="connsiteY82" fmla="*/ 1651158 h 1849426"/>
                <a:gd name="connsiteX83" fmla="*/ 3701011 w 6386648"/>
                <a:gd name="connsiteY83" fmla="*/ 1633133 h 1849426"/>
                <a:gd name="connsiteX84" fmla="*/ 3719035 w 6386648"/>
                <a:gd name="connsiteY84" fmla="*/ 1615109 h 1849426"/>
                <a:gd name="connsiteX85" fmla="*/ 4343881 w 6386648"/>
                <a:gd name="connsiteY85" fmla="*/ 1603093 h 1849426"/>
                <a:gd name="connsiteX86" fmla="*/ 4361906 w 6386648"/>
                <a:gd name="connsiteY86" fmla="*/ 1621117 h 1849426"/>
                <a:gd name="connsiteX87" fmla="*/ 4343881 w 6386648"/>
                <a:gd name="connsiteY87" fmla="*/ 1639142 h 1849426"/>
                <a:gd name="connsiteX88" fmla="*/ 4325857 w 6386648"/>
                <a:gd name="connsiteY88" fmla="*/ 1621117 h 1849426"/>
                <a:gd name="connsiteX89" fmla="*/ 4343881 w 6386648"/>
                <a:gd name="connsiteY89" fmla="*/ 1603093 h 1849426"/>
                <a:gd name="connsiteX90" fmla="*/ 4235735 w 6386648"/>
                <a:gd name="connsiteY90" fmla="*/ 1579060 h 1849426"/>
                <a:gd name="connsiteX91" fmla="*/ 4253760 w 6386648"/>
                <a:gd name="connsiteY91" fmla="*/ 1597085 h 1849426"/>
                <a:gd name="connsiteX92" fmla="*/ 4235735 w 6386648"/>
                <a:gd name="connsiteY92" fmla="*/ 1615109 h 1849426"/>
                <a:gd name="connsiteX93" fmla="*/ 4217711 w 6386648"/>
                <a:gd name="connsiteY93" fmla="*/ 1597085 h 1849426"/>
                <a:gd name="connsiteX94" fmla="*/ 4235735 w 6386648"/>
                <a:gd name="connsiteY94" fmla="*/ 1579060 h 1849426"/>
                <a:gd name="connsiteX95" fmla="*/ 3941336 w 6386648"/>
                <a:gd name="connsiteY95" fmla="*/ 1573052 h 1849426"/>
                <a:gd name="connsiteX96" fmla="*/ 3959361 w 6386648"/>
                <a:gd name="connsiteY96" fmla="*/ 1591076 h 1849426"/>
                <a:gd name="connsiteX97" fmla="*/ 3941336 w 6386648"/>
                <a:gd name="connsiteY97" fmla="*/ 1609101 h 1849426"/>
                <a:gd name="connsiteX98" fmla="*/ 3923312 w 6386648"/>
                <a:gd name="connsiteY98" fmla="*/ 1591076 h 1849426"/>
                <a:gd name="connsiteX99" fmla="*/ 3941336 w 6386648"/>
                <a:gd name="connsiteY99" fmla="*/ 1573052 h 1849426"/>
                <a:gd name="connsiteX100" fmla="*/ 1057431 w 6386648"/>
                <a:gd name="connsiteY100" fmla="*/ 1567044 h 1849426"/>
                <a:gd name="connsiteX101" fmla="*/ 1075456 w 6386648"/>
                <a:gd name="connsiteY101" fmla="*/ 1585068 h 1849426"/>
                <a:gd name="connsiteX102" fmla="*/ 1057431 w 6386648"/>
                <a:gd name="connsiteY102" fmla="*/ 1603093 h 1849426"/>
                <a:gd name="connsiteX103" fmla="*/ 1039407 w 6386648"/>
                <a:gd name="connsiteY103" fmla="*/ 1585068 h 1849426"/>
                <a:gd name="connsiteX104" fmla="*/ 1057431 w 6386648"/>
                <a:gd name="connsiteY104" fmla="*/ 1567044 h 1849426"/>
                <a:gd name="connsiteX105" fmla="*/ 1201626 w 6386648"/>
                <a:gd name="connsiteY105" fmla="*/ 1561036 h 1849426"/>
                <a:gd name="connsiteX106" fmla="*/ 1219651 w 6386648"/>
                <a:gd name="connsiteY106" fmla="*/ 1579060 h 1849426"/>
                <a:gd name="connsiteX107" fmla="*/ 1201626 w 6386648"/>
                <a:gd name="connsiteY107" fmla="*/ 1597085 h 1849426"/>
                <a:gd name="connsiteX108" fmla="*/ 1183602 w 6386648"/>
                <a:gd name="connsiteY108" fmla="*/ 1579060 h 1849426"/>
                <a:gd name="connsiteX109" fmla="*/ 1201626 w 6386648"/>
                <a:gd name="connsiteY109" fmla="*/ 1561036 h 1849426"/>
                <a:gd name="connsiteX110" fmla="*/ 4716385 w 6386648"/>
                <a:gd name="connsiteY110" fmla="*/ 1555028 h 1849426"/>
                <a:gd name="connsiteX111" fmla="*/ 4734410 w 6386648"/>
                <a:gd name="connsiteY111" fmla="*/ 1573052 h 1849426"/>
                <a:gd name="connsiteX112" fmla="*/ 4716385 w 6386648"/>
                <a:gd name="connsiteY112" fmla="*/ 1591077 h 1849426"/>
                <a:gd name="connsiteX113" fmla="*/ 4698361 w 6386648"/>
                <a:gd name="connsiteY113" fmla="*/ 1573052 h 1849426"/>
                <a:gd name="connsiteX114" fmla="*/ 4716385 w 6386648"/>
                <a:gd name="connsiteY114" fmla="*/ 1555028 h 1849426"/>
                <a:gd name="connsiteX115" fmla="*/ 4578198 w 6386648"/>
                <a:gd name="connsiteY115" fmla="*/ 1555028 h 1849426"/>
                <a:gd name="connsiteX116" fmla="*/ 4596223 w 6386648"/>
                <a:gd name="connsiteY116" fmla="*/ 1573052 h 1849426"/>
                <a:gd name="connsiteX117" fmla="*/ 4578198 w 6386648"/>
                <a:gd name="connsiteY117" fmla="*/ 1591077 h 1849426"/>
                <a:gd name="connsiteX118" fmla="*/ 4560173 w 6386648"/>
                <a:gd name="connsiteY118" fmla="*/ 1573052 h 1849426"/>
                <a:gd name="connsiteX119" fmla="*/ 4578198 w 6386648"/>
                <a:gd name="connsiteY119" fmla="*/ 1555028 h 1849426"/>
                <a:gd name="connsiteX120" fmla="*/ 1333805 w 6386648"/>
                <a:gd name="connsiteY120" fmla="*/ 1555028 h 1849426"/>
                <a:gd name="connsiteX121" fmla="*/ 1351830 w 6386648"/>
                <a:gd name="connsiteY121" fmla="*/ 1573052 h 1849426"/>
                <a:gd name="connsiteX122" fmla="*/ 1333805 w 6386648"/>
                <a:gd name="connsiteY122" fmla="*/ 1591077 h 1849426"/>
                <a:gd name="connsiteX123" fmla="*/ 1315781 w 6386648"/>
                <a:gd name="connsiteY123" fmla="*/ 1573052 h 1849426"/>
                <a:gd name="connsiteX124" fmla="*/ 1333805 w 6386648"/>
                <a:gd name="connsiteY124" fmla="*/ 1555028 h 1849426"/>
                <a:gd name="connsiteX125" fmla="*/ 4842556 w 6386648"/>
                <a:gd name="connsiteY125" fmla="*/ 1543011 h 1849426"/>
                <a:gd name="connsiteX126" fmla="*/ 4860581 w 6386648"/>
                <a:gd name="connsiteY126" fmla="*/ 1561035 h 1849426"/>
                <a:gd name="connsiteX127" fmla="*/ 4842556 w 6386648"/>
                <a:gd name="connsiteY127" fmla="*/ 1579060 h 1849426"/>
                <a:gd name="connsiteX128" fmla="*/ 4824532 w 6386648"/>
                <a:gd name="connsiteY128" fmla="*/ 1561035 h 1849426"/>
                <a:gd name="connsiteX129" fmla="*/ 4842556 w 6386648"/>
                <a:gd name="connsiteY129" fmla="*/ 1543011 h 1849426"/>
                <a:gd name="connsiteX130" fmla="*/ 3803149 w 6386648"/>
                <a:gd name="connsiteY130" fmla="*/ 1537003 h 1849426"/>
                <a:gd name="connsiteX131" fmla="*/ 3821174 w 6386648"/>
                <a:gd name="connsiteY131" fmla="*/ 1555027 h 1849426"/>
                <a:gd name="connsiteX132" fmla="*/ 3803149 w 6386648"/>
                <a:gd name="connsiteY132" fmla="*/ 1573052 h 1849426"/>
                <a:gd name="connsiteX133" fmla="*/ 3785125 w 6386648"/>
                <a:gd name="connsiteY133" fmla="*/ 1555027 h 1849426"/>
                <a:gd name="connsiteX134" fmla="*/ 3803149 w 6386648"/>
                <a:gd name="connsiteY134" fmla="*/ 1537003 h 1849426"/>
                <a:gd name="connsiteX135" fmla="*/ 4127588 w 6386648"/>
                <a:gd name="connsiteY135" fmla="*/ 1530995 h 1849426"/>
                <a:gd name="connsiteX136" fmla="*/ 4145613 w 6386648"/>
                <a:gd name="connsiteY136" fmla="*/ 1549019 h 1849426"/>
                <a:gd name="connsiteX137" fmla="*/ 4127588 w 6386648"/>
                <a:gd name="connsiteY137" fmla="*/ 1567044 h 1849426"/>
                <a:gd name="connsiteX138" fmla="*/ 4109563 w 6386648"/>
                <a:gd name="connsiteY138" fmla="*/ 1549019 h 1849426"/>
                <a:gd name="connsiteX139" fmla="*/ 4127588 w 6386648"/>
                <a:gd name="connsiteY139" fmla="*/ 1530995 h 1849426"/>
                <a:gd name="connsiteX140" fmla="*/ 3634921 w 6386648"/>
                <a:gd name="connsiteY140" fmla="*/ 1530995 h 1849426"/>
                <a:gd name="connsiteX141" fmla="*/ 3652946 w 6386648"/>
                <a:gd name="connsiteY141" fmla="*/ 1549019 h 1849426"/>
                <a:gd name="connsiteX142" fmla="*/ 3634921 w 6386648"/>
                <a:gd name="connsiteY142" fmla="*/ 1567044 h 1849426"/>
                <a:gd name="connsiteX143" fmla="*/ 3616897 w 6386648"/>
                <a:gd name="connsiteY143" fmla="*/ 1549019 h 1849426"/>
                <a:gd name="connsiteX144" fmla="*/ 3634921 w 6386648"/>
                <a:gd name="connsiteY144" fmla="*/ 1530995 h 1849426"/>
                <a:gd name="connsiteX145" fmla="*/ 3532783 w 6386648"/>
                <a:gd name="connsiteY145" fmla="*/ 1530995 h 1849426"/>
                <a:gd name="connsiteX146" fmla="*/ 3550808 w 6386648"/>
                <a:gd name="connsiteY146" fmla="*/ 1549019 h 1849426"/>
                <a:gd name="connsiteX147" fmla="*/ 3532783 w 6386648"/>
                <a:gd name="connsiteY147" fmla="*/ 1567044 h 1849426"/>
                <a:gd name="connsiteX148" fmla="*/ 3514759 w 6386648"/>
                <a:gd name="connsiteY148" fmla="*/ 1549019 h 1849426"/>
                <a:gd name="connsiteX149" fmla="*/ 3532783 w 6386648"/>
                <a:gd name="connsiteY149" fmla="*/ 1530995 h 1849426"/>
                <a:gd name="connsiteX150" fmla="*/ 1478000 w 6386648"/>
                <a:gd name="connsiteY150" fmla="*/ 1530995 h 1849426"/>
                <a:gd name="connsiteX151" fmla="*/ 1496025 w 6386648"/>
                <a:gd name="connsiteY151" fmla="*/ 1549019 h 1849426"/>
                <a:gd name="connsiteX152" fmla="*/ 1478000 w 6386648"/>
                <a:gd name="connsiteY152" fmla="*/ 1567044 h 1849426"/>
                <a:gd name="connsiteX153" fmla="*/ 1459976 w 6386648"/>
                <a:gd name="connsiteY153" fmla="*/ 1549019 h 1849426"/>
                <a:gd name="connsiteX154" fmla="*/ 1478000 w 6386648"/>
                <a:gd name="connsiteY154" fmla="*/ 1530995 h 1849426"/>
                <a:gd name="connsiteX155" fmla="*/ 4427995 w 6386648"/>
                <a:gd name="connsiteY155" fmla="*/ 1518979 h 1849426"/>
                <a:gd name="connsiteX156" fmla="*/ 4446020 w 6386648"/>
                <a:gd name="connsiteY156" fmla="*/ 1537004 h 1849426"/>
                <a:gd name="connsiteX157" fmla="*/ 4427995 w 6386648"/>
                <a:gd name="connsiteY157" fmla="*/ 1555028 h 1849426"/>
                <a:gd name="connsiteX158" fmla="*/ 4409970 w 6386648"/>
                <a:gd name="connsiteY158" fmla="*/ 1537004 h 1849426"/>
                <a:gd name="connsiteX159" fmla="*/ 4427995 w 6386648"/>
                <a:gd name="connsiteY159" fmla="*/ 1518979 h 1849426"/>
                <a:gd name="connsiteX160" fmla="*/ 4980743 w 6386648"/>
                <a:gd name="connsiteY160" fmla="*/ 1506962 h 1849426"/>
                <a:gd name="connsiteX161" fmla="*/ 4998768 w 6386648"/>
                <a:gd name="connsiteY161" fmla="*/ 1524986 h 1849426"/>
                <a:gd name="connsiteX162" fmla="*/ 4980743 w 6386648"/>
                <a:gd name="connsiteY162" fmla="*/ 1543011 h 1849426"/>
                <a:gd name="connsiteX163" fmla="*/ 4962719 w 6386648"/>
                <a:gd name="connsiteY163" fmla="*/ 1524986 h 1849426"/>
                <a:gd name="connsiteX164" fmla="*/ 4980743 w 6386648"/>
                <a:gd name="connsiteY164" fmla="*/ 1506962 h 1849426"/>
                <a:gd name="connsiteX165" fmla="*/ 961301 w 6386648"/>
                <a:gd name="connsiteY165" fmla="*/ 1506962 h 1849426"/>
                <a:gd name="connsiteX166" fmla="*/ 979326 w 6386648"/>
                <a:gd name="connsiteY166" fmla="*/ 1524986 h 1849426"/>
                <a:gd name="connsiteX167" fmla="*/ 961301 w 6386648"/>
                <a:gd name="connsiteY167" fmla="*/ 1543011 h 1849426"/>
                <a:gd name="connsiteX168" fmla="*/ 943277 w 6386648"/>
                <a:gd name="connsiteY168" fmla="*/ 1524986 h 1849426"/>
                <a:gd name="connsiteX169" fmla="*/ 961301 w 6386648"/>
                <a:gd name="connsiteY169" fmla="*/ 1506962 h 1849426"/>
                <a:gd name="connsiteX170" fmla="*/ 859163 w 6386648"/>
                <a:gd name="connsiteY170" fmla="*/ 1500954 h 1849426"/>
                <a:gd name="connsiteX171" fmla="*/ 877188 w 6386648"/>
                <a:gd name="connsiteY171" fmla="*/ 1518978 h 1849426"/>
                <a:gd name="connsiteX172" fmla="*/ 859163 w 6386648"/>
                <a:gd name="connsiteY172" fmla="*/ 1537003 h 1849426"/>
                <a:gd name="connsiteX173" fmla="*/ 841139 w 6386648"/>
                <a:gd name="connsiteY173" fmla="*/ 1518978 h 1849426"/>
                <a:gd name="connsiteX174" fmla="*/ 859163 w 6386648"/>
                <a:gd name="connsiteY174" fmla="*/ 1500954 h 1849426"/>
                <a:gd name="connsiteX175" fmla="*/ 4013434 w 6386648"/>
                <a:gd name="connsiteY175" fmla="*/ 1482930 h 1849426"/>
                <a:gd name="connsiteX176" fmla="*/ 4031459 w 6386648"/>
                <a:gd name="connsiteY176" fmla="*/ 1500954 h 1849426"/>
                <a:gd name="connsiteX177" fmla="*/ 4013434 w 6386648"/>
                <a:gd name="connsiteY177" fmla="*/ 1518979 h 1849426"/>
                <a:gd name="connsiteX178" fmla="*/ 3995410 w 6386648"/>
                <a:gd name="connsiteY178" fmla="*/ 1500954 h 1849426"/>
                <a:gd name="connsiteX179" fmla="*/ 4013434 w 6386648"/>
                <a:gd name="connsiteY179" fmla="*/ 1482930 h 1849426"/>
                <a:gd name="connsiteX180" fmla="*/ 3412620 w 6386648"/>
                <a:gd name="connsiteY180" fmla="*/ 1482930 h 1849426"/>
                <a:gd name="connsiteX181" fmla="*/ 3430645 w 6386648"/>
                <a:gd name="connsiteY181" fmla="*/ 1500954 h 1849426"/>
                <a:gd name="connsiteX182" fmla="*/ 3412620 w 6386648"/>
                <a:gd name="connsiteY182" fmla="*/ 1518979 h 1849426"/>
                <a:gd name="connsiteX183" fmla="*/ 3394596 w 6386648"/>
                <a:gd name="connsiteY183" fmla="*/ 1500954 h 1849426"/>
                <a:gd name="connsiteX184" fmla="*/ 3412620 w 6386648"/>
                <a:gd name="connsiteY184" fmla="*/ 1482930 h 1849426"/>
                <a:gd name="connsiteX185" fmla="*/ 1586148 w 6386648"/>
                <a:gd name="connsiteY185" fmla="*/ 1476922 h 1849426"/>
                <a:gd name="connsiteX186" fmla="*/ 1604172 w 6386648"/>
                <a:gd name="connsiteY186" fmla="*/ 1494946 h 1849426"/>
                <a:gd name="connsiteX187" fmla="*/ 1586148 w 6386648"/>
                <a:gd name="connsiteY187" fmla="*/ 1512971 h 1849426"/>
                <a:gd name="connsiteX188" fmla="*/ 1568123 w 6386648"/>
                <a:gd name="connsiteY188" fmla="*/ 1494946 h 1849426"/>
                <a:gd name="connsiteX189" fmla="*/ 1586148 w 6386648"/>
                <a:gd name="connsiteY189" fmla="*/ 1476922 h 1849426"/>
                <a:gd name="connsiteX190" fmla="*/ 4271783 w 6386648"/>
                <a:gd name="connsiteY190" fmla="*/ 1464906 h 1849426"/>
                <a:gd name="connsiteX191" fmla="*/ 4289808 w 6386648"/>
                <a:gd name="connsiteY191" fmla="*/ 1482930 h 1849426"/>
                <a:gd name="connsiteX192" fmla="*/ 4271783 w 6386648"/>
                <a:gd name="connsiteY192" fmla="*/ 1500955 h 1849426"/>
                <a:gd name="connsiteX193" fmla="*/ 4253759 w 6386648"/>
                <a:gd name="connsiteY193" fmla="*/ 1482930 h 1849426"/>
                <a:gd name="connsiteX194" fmla="*/ 4271783 w 6386648"/>
                <a:gd name="connsiteY194" fmla="*/ 1464906 h 1849426"/>
                <a:gd name="connsiteX195" fmla="*/ 1105497 w 6386648"/>
                <a:gd name="connsiteY195" fmla="*/ 1464906 h 1849426"/>
                <a:gd name="connsiteX196" fmla="*/ 1123521 w 6386648"/>
                <a:gd name="connsiteY196" fmla="*/ 1482930 h 1849426"/>
                <a:gd name="connsiteX197" fmla="*/ 1105497 w 6386648"/>
                <a:gd name="connsiteY197" fmla="*/ 1500955 h 1849426"/>
                <a:gd name="connsiteX198" fmla="*/ 1087472 w 6386648"/>
                <a:gd name="connsiteY198" fmla="*/ 1482930 h 1849426"/>
                <a:gd name="connsiteX199" fmla="*/ 1105497 w 6386648"/>
                <a:gd name="connsiteY199" fmla="*/ 1464906 h 1849426"/>
                <a:gd name="connsiteX200" fmla="*/ 4602231 w 6386648"/>
                <a:gd name="connsiteY200" fmla="*/ 1452889 h 1849426"/>
                <a:gd name="connsiteX201" fmla="*/ 4620256 w 6386648"/>
                <a:gd name="connsiteY201" fmla="*/ 1470913 h 1849426"/>
                <a:gd name="connsiteX202" fmla="*/ 4602231 w 6386648"/>
                <a:gd name="connsiteY202" fmla="*/ 1488938 h 1849426"/>
                <a:gd name="connsiteX203" fmla="*/ 4584207 w 6386648"/>
                <a:gd name="connsiteY203" fmla="*/ 1470913 h 1849426"/>
                <a:gd name="connsiteX204" fmla="*/ 4602231 w 6386648"/>
                <a:gd name="connsiteY204" fmla="*/ 1452889 h 1849426"/>
                <a:gd name="connsiteX205" fmla="*/ 3875247 w 6386648"/>
                <a:gd name="connsiteY205" fmla="*/ 1452889 h 1849426"/>
                <a:gd name="connsiteX206" fmla="*/ 3893272 w 6386648"/>
                <a:gd name="connsiteY206" fmla="*/ 1470913 h 1849426"/>
                <a:gd name="connsiteX207" fmla="*/ 3875247 w 6386648"/>
                <a:gd name="connsiteY207" fmla="*/ 1488938 h 1849426"/>
                <a:gd name="connsiteX208" fmla="*/ 3857223 w 6386648"/>
                <a:gd name="connsiteY208" fmla="*/ 1470913 h 1849426"/>
                <a:gd name="connsiteX209" fmla="*/ 3875247 w 6386648"/>
                <a:gd name="connsiteY209" fmla="*/ 1452889 h 1849426"/>
                <a:gd name="connsiteX210" fmla="*/ 1706311 w 6386648"/>
                <a:gd name="connsiteY210" fmla="*/ 1452889 h 1849426"/>
                <a:gd name="connsiteX211" fmla="*/ 1724335 w 6386648"/>
                <a:gd name="connsiteY211" fmla="*/ 1470913 h 1849426"/>
                <a:gd name="connsiteX212" fmla="*/ 1706311 w 6386648"/>
                <a:gd name="connsiteY212" fmla="*/ 1488938 h 1849426"/>
                <a:gd name="connsiteX213" fmla="*/ 1688286 w 6386648"/>
                <a:gd name="connsiteY213" fmla="*/ 1470913 h 1849426"/>
                <a:gd name="connsiteX214" fmla="*/ 1706311 w 6386648"/>
                <a:gd name="connsiteY214" fmla="*/ 1452889 h 1849426"/>
                <a:gd name="connsiteX215" fmla="*/ 1411911 w 6386648"/>
                <a:gd name="connsiteY215" fmla="*/ 1452889 h 1849426"/>
                <a:gd name="connsiteX216" fmla="*/ 1429936 w 6386648"/>
                <a:gd name="connsiteY216" fmla="*/ 1470913 h 1849426"/>
                <a:gd name="connsiteX217" fmla="*/ 1411911 w 6386648"/>
                <a:gd name="connsiteY217" fmla="*/ 1488938 h 1849426"/>
                <a:gd name="connsiteX218" fmla="*/ 1393887 w 6386648"/>
                <a:gd name="connsiteY218" fmla="*/ 1470913 h 1849426"/>
                <a:gd name="connsiteX219" fmla="*/ 1411911 w 6386648"/>
                <a:gd name="connsiteY219" fmla="*/ 1452889 h 1849426"/>
                <a:gd name="connsiteX220" fmla="*/ 1249691 w 6386648"/>
                <a:gd name="connsiteY220" fmla="*/ 1452889 h 1849426"/>
                <a:gd name="connsiteX221" fmla="*/ 1267716 w 6386648"/>
                <a:gd name="connsiteY221" fmla="*/ 1470913 h 1849426"/>
                <a:gd name="connsiteX222" fmla="*/ 1249691 w 6386648"/>
                <a:gd name="connsiteY222" fmla="*/ 1488938 h 1849426"/>
                <a:gd name="connsiteX223" fmla="*/ 1231667 w 6386648"/>
                <a:gd name="connsiteY223" fmla="*/ 1470913 h 1849426"/>
                <a:gd name="connsiteX224" fmla="*/ 1249691 w 6386648"/>
                <a:gd name="connsiteY224" fmla="*/ 1452889 h 1849426"/>
                <a:gd name="connsiteX225" fmla="*/ 4764451 w 6386648"/>
                <a:gd name="connsiteY225" fmla="*/ 1446881 h 1849426"/>
                <a:gd name="connsiteX226" fmla="*/ 4782476 w 6386648"/>
                <a:gd name="connsiteY226" fmla="*/ 1464905 h 1849426"/>
                <a:gd name="connsiteX227" fmla="*/ 4764451 w 6386648"/>
                <a:gd name="connsiteY227" fmla="*/ 1482930 h 1849426"/>
                <a:gd name="connsiteX228" fmla="*/ 4746427 w 6386648"/>
                <a:gd name="connsiteY228" fmla="*/ 1464905 h 1849426"/>
                <a:gd name="connsiteX229" fmla="*/ 4764451 w 6386648"/>
                <a:gd name="connsiteY229" fmla="*/ 1446881 h 1849426"/>
                <a:gd name="connsiteX230" fmla="*/ 763032 w 6386648"/>
                <a:gd name="connsiteY230" fmla="*/ 1446881 h 1849426"/>
                <a:gd name="connsiteX231" fmla="*/ 781057 w 6386648"/>
                <a:gd name="connsiteY231" fmla="*/ 1464905 h 1849426"/>
                <a:gd name="connsiteX232" fmla="*/ 763032 w 6386648"/>
                <a:gd name="connsiteY232" fmla="*/ 1482930 h 1849426"/>
                <a:gd name="connsiteX233" fmla="*/ 745008 w 6386648"/>
                <a:gd name="connsiteY233" fmla="*/ 1464905 h 1849426"/>
                <a:gd name="connsiteX234" fmla="*/ 763032 w 6386648"/>
                <a:gd name="connsiteY234" fmla="*/ 1446881 h 1849426"/>
                <a:gd name="connsiteX235" fmla="*/ 3731051 w 6386648"/>
                <a:gd name="connsiteY235" fmla="*/ 1434865 h 1849426"/>
                <a:gd name="connsiteX236" fmla="*/ 3749076 w 6386648"/>
                <a:gd name="connsiteY236" fmla="*/ 1452889 h 1849426"/>
                <a:gd name="connsiteX237" fmla="*/ 3731051 w 6386648"/>
                <a:gd name="connsiteY237" fmla="*/ 1470914 h 1849426"/>
                <a:gd name="connsiteX238" fmla="*/ 3713027 w 6386648"/>
                <a:gd name="connsiteY238" fmla="*/ 1452889 h 1849426"/>
                <a:gd name="connsiteX239" fmla="*/ 3731051 w 6386648"/>
                <a:gd name="connsiteY239" fmla="*/ 1434865 h 1849426"/>
                <a:gd name="connsiteX240" fmla="*/ 3304474 w 6386648"/>
                <a:gd name="connsiteY240" fmla="*/ 1422849 h 1849426"/>
                <a:gd name="connsiteX241" fmla="*/ 3322499 w 6386648"/>
                <a:gd name="connsiteY241" fmla="*/ 1440873 h 1849426"/>
                <a:gd name="connsiteX242" fmla="*/ 3304474 w 6386648"/>
                <a:gd name="connsiteY242" fmla="*/ 1458898 h 1849426"/>
                <a:gd name="connsiteX243" fmla="*/ 3286450 w 6386648"/>
                <a:gd name="connsiteY243" fmla="*/ 1440873 h 1849426"/>
                <a:gd name="connsiteX244" fmla="*/ 3304474 w 6386648"/>
                <a:gd name="connsiteY244" fmla="*/ 1422849 h 1849426"/>
                <a:gd name="connsiteX245" fmla="*/ 4890621 w 6386648"/>
                <a:gd name="connsiteY245" fmla="*/ 1416840 h 1849426"/>
                <a:gd name="connsiteX246" fmla="*/ 4908646 w 6386648"/>
                <a:gd name="connsiteY246" fmla="*/ 1434864 h 1849426"/>
                <a:gd name="connsiteX247" fmla="*/ 4890621 w 6386648"/>
                <a:gd name="connsiteY247" fmla="*/ 1452889 h 1849426"/>
                <a:gd name="connsiteX248" fmla="*/ 4872597 w 6386648"/>
                <a:gd name="connsiteY248" fmla="*/ 1434864 h 1849426"/>
                <a:gd name="connsiteX249" fmla="*/ 4890621 w 6386648"/>
                <a:gd name="connsiteY249" fmla="*/ 1416840 h 1849426"/>
                <a:gd name="connsiteX250" fmla="*/ 3544799 w 6386648"/>
                <a:gd name="connsiteY250" fmla="*/ 1410832 h 1849426"/>
                <a:gd name="connsiteX251" fmla="*/ 3562824 w 6386648"/>
                <a:gd name="connsiteY251" fmla="*/ 1428856 h 1849426"/>
                <a:gd name="connsiteX252" fmla="*/ 3544799 w 6386648"/>
                <a:gd name="connsiteY252" fmla="*/ 1446881 h 1849426"/>
                <a:gd name="connsiteX253" fmla="*/ 3526775 w 6386648"/>
                <a:gd name="connsiteY253" fmla="*/ 1428856 h 1849426"/>
                <a:gd name="connsiteX254" fmla="*/ 3544799 w 6386648"/>
                <a:gd name="connsiteY254" fmla="*/ 1410832 h 1849426"/>
                <a:gd name="connsiteX255" fmla="*/ 4488076 w 6386648"/>
                <a:gd name="connsiteY255" fmla="*/ 1404824 h 1849426"/>
                <a:gd name="connsiteX256" fmla="*/ 4506101 w 6386648"/>
                <a:gd name="connsiteY256" fmla="*/ 1422848 h 1849426"/>
                <a:gd name="connsiteX257" fmla="*/ 4488076 w 6386648"/>
                <a:gd name="connsiteY257" fmla="*/ 1440873 h 1849426"/>
                <a:gd name="connsiteX258" fmla="*/ 4470051 w 6386648"/>
                <a:gd name="connsiteY258" fmla="*/ 1422848 h 1849426"/>
                <a:gd name="connsiteX259" fmla="*/ 4488076 w 6386648"/>
                <a:gd name="connsiteY259" fmla="*/ 1404824 h 1849426"/>
                <a:gd name="connsiteX260" fmla="*/ 5028808 w 6386648"/>
                <a:gd name="connsiteY260" fmla="*/ 1398816 h 1849426"/>
                <a:gd name="connsiteX261" fmla="*/ 5046833 w 6386648"/>
                <a:gd name="connsiteY261" fmla="*/ 1416841 h 1849426"/>
                <a:gd name="connsiteX262" fmla="*/ 5028808 w 6386648"/>
                <a:gd name="connsiteY262" fmla="*/ 1434865 h 1849426"/>
                <a:gd name="connsiteX263" fmla="*/ 5010783 w 6386648"/>
                <a:gd name="connsiteY263" fmla="*/ 1416841 h 1849426"/>
                <a:gd name="connsiteX264" fmla="*/ 5028808 w 6386648"/>
                <a:gd name="connsiteY264" fmla="*/ 1398816 h 1849426"/>
                <a:gd name="connsiteX265" fmla="*/ 4367914 w 6386648"/>
                <a:gd name="connsiteY265" fmla="*/ 1398816 h 1849426"/>
                <a:gd name="connsiteX266" fmla="*/ 4385939 w 6386648"/>
                <a:gd name="connsiteY266" fmla="*/ 1416841 h 1849426"/>
                <a:gd name="connsiteX267" fmla="*/ 4367914 w 6386648"/>
                <a:gd name="connsiteY267" fmla="*/ 1434865 h 1849426"/>
                <a:gd name="connsiteX268" fmla="*/ 4349889 w 6386648"/>
                <a:gd name="connsiteY268" fmla="*/ 1416841 h 1849426"/>
                <a:gd name="connsiteX269" fmla="*/ 4367914 w 6386648"/>
                <a:gd name="connsiteY269" fmla="*/ 1398816 h 1849426"/>
                <a:gd name="connsiteX270" fmla="*/ 4163637 w 6386648"/>
                <a:gd name="connsiteY270" fmla="*/ 1398816 h 1849426"/>
                <a:gd name="connsiteX271" fmla="*/ 4181662 w 6386648"/>
                <a:gd name="connsiteY271" fmla="*/ 1416841 h 1849426"/>
                <a:gd name="connsiteX272" fmla="*/ 4163637 w 6386648"/>
                <a:gd name="connsiteY272" fmla="*/ 1434865 h 1849426"/>
                <a:gd name="connsiteX273" fmla="*/ 4145613 w 6386648"/>
                <a:gd name="connsiteY273" fmla="*/ 1416841 h 1849426"/>
                <a:gd name="connsiteX274" fmla="*/ 4163637 w 6386648"/>
                <a:gd name="connsiteY274" fmla="*/ 1398816 h 1849426"/>
                <a:gd name="connsiteX275" fmla="*/ 672910 w 6386648"/>
                <a:gd name="connsiteY275" fmla="*/ 1398816 h 1849426"/>
                <a:gd name="connsiteX276" fmla="*/ 690935 w 6386648"/>
                <a:gd name="connsiteY276" fmla="*/ 1416841 h 1849426"/>
                <a:gd name="connsiteX277" fmla="*/ 672910 w 6386648"/>
                <a:gd name="connsiteY277" fmla="*/ 1434865 h 1849426"/>
                <a:gd name="connsiteX278" fmla="*/ 654886 w 6386648"/>
                <a:gd name="connsiteY278" fmla="*/ 1416841 h 1849426"/>
                <a:gd name="connsiteX279" fmla="*/ 672910 w 6386648"/>
                <a:gd name="connsiteY279" fmla="*/ 1398816 h 1849426"/>
                <a:gd name="connsiteX280" fmla="*/ 3190319 w 6386648"/>
                <a:gd name="connsiteY280" fmla="*/ 1392808 h 1849426"/>
                <a:gd name="connsiteX281" fmla="*/ 3208344 w 6386648"/>
                <a:gd name="connsiteY281" fmla="*/ 1410832 h 1849426"/>
                <a:gd name="connsiteX282" fmla="*/ 3190319 w 6386648"/>
                <a:gd name="connsiteY282" fmla="*/ 1428857 h 1849426"/>
                <a:gd name="connsiteX283" fmla="*/ 3172295 w 6386648"/>
                <a:gd name="connsiteY283" fmla="*/ 1410832 h 1849426"/>
                <a:gd name="connsiteX284" fmla="*/ 3190319 w 6386648"/>
                <a:gd name="connsiteY284" fmla="*/ 1392808 h 1849426"/>
                <a:gd name="connsiteX285" fmla="*/ 1814456 w 6386648"/>
                <a:gd name="connsiteY285" fmla="*/ 1392808 h 1849426"/>
                <a:gd name="connsiteX286" fmla="*/ 1832481 w 6386648"/>
                <a:gd name="connsiteY286" fmla="*/ 1410832 h 1849426"/>
                <a:gd name="connsiteX287" fmla="*/ 1814456 w 6386648"/>
                <a:gd name="connsiteY287" fmla="*/ 1428857 h 1849426"/>
                <a:gd name="connsiteX288" fmla="*/ 1796432 w 6386648"/>
                <a:gd name="connsiteY288" fmla="*/ 1410832 h 1849426"/>
                <a:gd name="connsiteX289" fmla="*/ 1814456 w 6386648"/>
                <a:gd name="connsiteY289" fmla="*/ 1392808 h 1849426"/>
                <a:gd name="connsiteX290" fmla="*/ 967309 w 6386648"/>
                <a:gd name="connsiteY290" fmla="*/ 1386800 h 1849426"/>
                <a:gd name="connsiteX291" fmla="*/ 985334 w 6386648"/>
                <a:gd name="connsiteY291" fmla="*/ 1404824 h 1849426"/>
                <a:gd name="connsiteX292" fmla="*/ 967309 w 6386648"/>
                <a:gd name="connsiteY292" fmla="*/ 1422849 h 1849426"/>
                <a:gd name="connsiteX293" fmla="*/ 949285 w 6386648"/>
                <a:gd name="connsiteY293" fmla="*/ 1404824 h 1849426"/>
                <a:gd name="connsiteX294" fmla="*/ 967309 w 6386648"/>
                <a:gd name="connsiteY294" fmla="*/ 1386800 h 1849426"/>
                <a:gd name="connsiteX295" fmla="*/ 4049482 w 6386648"/>
                <a:gd name="connsiteY295" fmla="*/ 1374784 h 1849426"/>
                <a:gd name="connsiteX296" fmla="*/ 4067507 w 6386648"/>
                <a:gd name="connsiteY296" fmla="*/ 1392808 h 1849426"/>
                <a:gd name="connsiteX297" fmla="*/ 4049482 w 6386648"/>
                <a:gd name="connsiteY297" fmla="*/ 1410833 h 1849426"/>
                <a:gd name="connsiteX298" fmla="*/ 4031458 w 6386648"/>
                <a:gd name="connsiteY298" fmla="*/ 1392808 h 1849426"/>
                <a:gd name="connsiteX299" fmla="*/ 4049482 w 6386648"/>
                <a:gd name="connsiteY299" fmla="*/ 1374784 h 1849426"/>
                <a:gd name="connsiteX300" fmla="*/ 4674329 w 6386648"/>
                <a:gd name="connsiteY300" fmla="*/ 1368775 h 1849426"/>
                <a:gd name="connsiteX301" fmla="*/ 4692354 w 6386648"/>
                <a:gd name="connsiteY301" fmla="*/ 1386800 h 1849426"/>
                <a:gd name="connsiteX302" fmla="*/ 4674329 w 6386648"/>
                <a:gd name="connsiteY302" fmla="*/ 1404824 h 1849426"/>
                <a:gd name="connsiteX303" fmla="*/ 4656305 w 6386648"/>
                <a:gd name="connsiteY303" fmla="*/ 1386800 h 1849426"/>
                <a:gd name="connsiteX304" fmla="*/ 4674329 w 6386648"/>
                <a:gd name="connsiteY304" fmla="*/ 1368775 h 1849426"/>
                <a:gd name="connsiteX305" fmla="*/ 1526067 w 6386648"/>
                <a:gd name="connsiteY305" fmla="*/ 1368775 h 1849426"/>
                <a:gd name="connsiteX306" fmla="*/ 1544091 w 6386648"/>
                <a:gd name="connsiteY306" fmla="*/ 1386800 h 1849426"/>
                <a:gd name="connsiteX307" fmla="*/ 1526067 w 6386648"/>
                <a:gd name="connsiteY307" fmla="*/ 1404824 h 1849426"/>
                <a:gd name="connsiteX308" fmla="*/ 1508042 w 6386648"/>
                <a:gd name="connsiteY308" fmla="*/ 1386800 h 1849426"/>
                <a:gd name="connsiteX309" fmla="*/ 1526067 w 6386648"/>
                <a:gd name="connsiteY309" fmla="*/ 1368775 h 1849426"/>
                <a:gd name="connsiteX310" fmla="*/ 1369854 w 6386648"/>
                <a:gd name="connsiteY310" fmla="*/ 1368775 h 1849426"/>
                <a:gd name="connsiteX311" fmla="*/ 1387879 w 6386648"/>
                <a:gd name="connsiteY311" fmla="*/ 1386800 h 1849426"/>
                <a:gd name="connsiteX312" fmla="*/ 1369854 w 6386648"/>
                <a:gd name="connsiteY312" fmla="*/ 1404824 h 1849426"/>
                <a:gd name="connsiteX313" fmla="*/ 1351830 w 6386648"/>
                <a:gd name="connsiteY313" fmla="*/ 1386800 h 1849426"/>
                <a:gd name="connsiteX314" fmla="*/ 1369854 w 6386648"/>
                <a:gd name="connsiteY314" fmla="*/ 1368775 h 1849426"/>
                <a:gd name="connsiteX315" fmla="*/ 3418628 w 6386648"/>
                <a:gd name="connsiteY315" fmla="*/ 1362767 h 1849426"/>
                <a:gd name="connsiteX316" fmla="*/ 3436653 w 6386648"/>
                <a:gd name="connsiteY316" fmla="*/ 1380791 h 1849426"/>
                <a:gd name="connsiteX317" fmla="*/ 3418628 w 6386648"/>
                <a:gd name="connsiteY317" fmla="*/ 1398816 h 1849426"/>
                <a:gd name="connsiteX318" fmla="*/ 3400604 w 6386648"/>
                <a:gd name="connsiteY318" fmla="*/ 1380791 h 1849426"/>
                <a:gd name="connsiteX319" fmla="*/ 3418628 w 6386648"/>
                <a:gd name="connsiteY319" fmla="*/ 1362767 h 1849426"/>
                <a:gd name="connsiteX320" fmla="*/ 1147553 w 6386648"/>
                <a:gd name="connsiteY320" fmla="*/ 1362767 h 1849426"/>
                <a:gd name="connsiteX321" fmla="*/ 1165578 w 6386648"/>
                <a:gd name="connsiteY321" fmla="*/ 1380791 h 1849426"/>
                <a:gd name="connsiteX322" fmla="*/ 1147553 w 6386648"/>
                <a:gd name="connsiteY322" fmla="*/ 1398816 h 1849426"/>
                <a:gd name="connsiteX323" fmla="*/ 1129529 w 6386648"/>
                <a:gd name="connsiteY323" fmla="*/ 1380791 h 1849426"/>
                <a:gd name="connsiteX324" fmla="*/ 1147553 w 6386648"/>
                <a:gd name="connsiteY324" fmla="*/ 1362767 h 1849426"/>
                <a:gd name="connsiteX325" fmla="*/ 3646937 w 6386648"/>
                <a:gd name="connsiteY325" fmla="*/ 1356759 h 1849426"/>
                <a:gd name="connsiteX326" fmla="*/ 3664962 w 6386648"/>
                <a:gd name="connsiteY326" fmla="*/ 1374783 h 1849426"/>
                <a:gd name="connsiteX327" fmla="*/ 3646937 w 6386648"/>
                <a:gd name="connsiteY327" fmla="*/ 1392808 h 1849426"/>
                <a:gd name="connsiteX328" fmla="*/ 3628912 w 6386648"/>
                <a:gd name="connsiteY328" fmla="*/ 1374783 h 1849426"/>
                <a:gd name="connsiteX329" fmla="*/ 3646937 w 6386648"/>
                <a:gd name="connsiteY329" fmla="*/ 1356759 h 1849426"/>
                <a:gd name="connsiteX330" fmla="*/ 1946636 w 6386648"/>
                <a:gd name="connsiteY330" fmla="*/ 1356759 h 1849426"/>
                <a:gd name="connsiteX331" fmla="*/ 1964660 w 6386648"/>
                <a:gd name="connsiteY331" fmla="*/ 1374783 h 1849426"/>
                <a:gd name="connsiteX332" fmla="*/ 1946636 w 6386648"/>
                <a:gd name="connsiteY332" fmla="*/ 1392808 h 1849426"/>
                <a:gd name="connsiteX333" fmla="*/ 1928611 w 6386648"/>
                <a:gd name="connsiteY333" fmla="*/ 1374783 h 1849426"/>
                <a:gd name="connsiteX334" fmla="*/ 1946636 w 6386648"/>
                <a:gd name="connsiteY334" fmla="*/ 1356759 h 1849426"/>
                <a:gd name="connsiteX335" fmla="*/ 1658245 w 6386648"/>
                <a:gd name="connsiteY335" fmla="*/ 1350751 h 1849426"/>
                <a:gd name="connsiteX336" fmla="*/ 1676270 w 6386648"/>
                <a:gd name="connsiteY336" fmla="*/ 1368775 h 1849426"/>
                <a:gd name="connsiteX337" fmla="*/ 1658245 w 6386648"/>
                <a:gd name="connsiteY337" fmla="*/ 1386800 h 1849426"/>
                <a:gd name="connsiteX338" fmla="*/ 1640221 w 6386648"/>
                <a:gd name="connsiteY338" fmla="*/ 1368775 h 1849426"/>
                <a:gd name="connsiteX339" fmla="*/ 1658245 w 6386648"/>
                <a:gd name="connsiteY339" fmla="*/ 1350751 h 1849426"/>
                <a:gd name="connsiteX340" fmla="*/ 3929320 w 6386648"/>
                <a:gd name="connsiteY340" fmla="*/ 1344743 h 1849426"/>
                <a:gd name="connsiteX341" fmla="*/ 3947345 w 6386648"/>
                <a:gd name="connsiteY341" fmla="*/ 1362767 h 1849426"/>
                <a:gd name="connsiteX342" fmla="*/ 3929320 w 6386648"/>
                <a:gd name="connsiteY342" fmla="*/ 1380792 h 1849426"/>
                <a:gd name="connsiteX343" fmla="*/ 3911296 w 6386648"/>
                <a:gd name="connsiteY343" fmla="*/ 1362767 h 1849426"/>
                <a:gd name="connsiteX344" fmla="*/ 3929320 w 6386648"/>
                <a:gd name="connsiteY344" fmla="*/ 1344743 h 1849426"/>
                <a:gd name="connsiteX345" fmla="*/ 3088181 w 6386648"/>
                <a:gd name="connsiteY345" fmla="*/ 1344743 h 1849426"/>
                <a:gd name="connsiteX346" fmla="*/ 3106206 w 6386648"/>
                <a:gd name="connsiteY346" fmla="*/ 1362767 h 1849426"/>
                <a:gd name="connsiteX347" fmla="*/ 3088181 w 6386648"/>
                <a:gd name="connsiteY347" fmla="*/ 1380792 h 1849426"/>
                <a:gd name="connsiteX348" fmla="*/ 3070157 w 6386648"/>
                <a:gd name="connsiteY348" fmla="*/ 1362767 h 1849426"/>
                <a:gd name="connsiteX349" fmla="*/ 3088181 w 6386648"/>
                <a:gd name="connsiteY349" fmla="*/ 1344743 h 1849426"/>
                <a:gd name="connsiteX350" fmla="*/ 853154 w 6386648"/>
                <a:gd name="connsiteY350" fmla="*/ 1344743 h 1849426"/>
                <a:gd name="connsiteX351" fmla="*/ 871179 w 6386648"/>
                <a:gd name="connsiteY351" fmla="*/ 1362767 h 1849426"/>
                <a:gd name="connsiteX352" fmla="*/ 853154 w 6386648"/>
                <a:gd name="connsiteY352" fmla="*/ 1380792 h 1849426"/>
                <a:gd name="connsiteX353" fmla="*/ 835130 w 6386648"/>
                <a:gd name="connsiteY353" fmla="*/ 1362767 h 1849426"/>
                <a:gd name="connsiteX354" fmla="*/ 853154 w 6386648"/>
                <a:gd name="connsiteY354" fmla="*/ 1344743 h 1849426"/>
                <a:gd name="connsiteX355" fmla="*/ 4283800 w 6386648"/>
                <a:gd name="connsiteY355" fmla="*/ 1326718 h 1849426"/>
                <a:gd name="connsiteX356" fmla="*/ 4301825 w 6386648"/>
                <a:gd name="connsiteY356" fmla="*/ 1344742 h 1849426"/>
                <a:gd name="connsiteX357" fmla="*/ 4283800 w 6386648"/>
                <a:gd name="connsiteY357" fmla="*/ 1362767 h 1849426"/>
                <a:gd name="connsiteX358" fmla="*/ 4265776 w 6386648"/>
                <a:gd name="connsiteY358" fmla="*/ 1344742 h 1849426"/>
                <a:gd name="connsiteX359" fmla="*/ 4283800 w 6386648"/>
                <a:gd name="connsiteY359" fmla="*/ 1326718 h 1849426"/>
                <a:gd name="connsiteX360" fmla="*/ 3815165 w 6386648"/>
                <a:gd name="connsiteY360" fmla="*/ 1326718 h 1849426"/>
                <a:gd name="connsiteX361" fmla="*/ 3833190 w 6386648"/>
                <a:gd name="connsiteY361" fmla="*/ 1344742 h 1849426"/>
                <a:gd name="connsiteX362" fmla="*/ 3815165 w 6386648"/>
                <a:gd name="connsiteY362" fmla="*/ 1362767 h 1849426"/>
                <a:gd name="connsiteX363" fmla="*/ 3797141 w 6386648"/>
                <a:gd name="connsiteY363" fmla="*/ 1344742 h 1849426"/>
                <a:gd name="connsiteX364" fmla="*/ 3815165 w 6386648"/>
                <a:gd name="connsiteY364" fmla="*/ 1326718 h 1849426"/>
                <a:gd name="connsiteX365" fmla="*/ 2980034 w 6386648"/>
                <a:gd name="connsiteY365" fmla="*/ 1326718 h 1849426"/>
                <a:gd name="connsiteX366" fmla="*/ 2998059 w 6386648"/>
                <a:gd name="connsiteY366" fmla="*/ 1344742 h 1849426"/>
                <a:gd name="connsiteX367" fmla="*/ 2980034 w 6386648"/>
                <a:gd name="connsiteY367" fmla="*/ 1362767 h 1849426"/>
                <a:gd name="connsiteX368" fmla="*/ 2962010 w 6386648"/>
                <a:gd name="connsiteY368" fmla="*/ 1344742 h 1849426"/>
                <a:gd name="connsiteX369" fmla="*/ 2980034 w 6386648"/>
                <a:gd name="connsiteY369" fmla="*/ 1326718 h 1849426"/>
                <a:gd name="connsiteX370" fmla="*/ 594806 w 6386648"/>
                <a:gd name="connsiteY370" fmla="*/ 1326718 h 1849426"/>
                <a:gd name="connsiteX371" fmla="*/ 612830 w 6386648"/>
                <a:gd name="connsiteY371" fmla="*/ 1344742 h 1849426"/>
                <a:gd name="connsiteX372" fmla="*/ 594806 w 6386648"/>
                <a:gd name="connsiteY372" fmla="*/ 1362767 h 1849426"/>
                <a:gd name="connsiteX373" fmla="*/ 576781 w 6386648"/>
                <a:gd name="connsiteY373" fmla="*/ 1344742 h 1849426"/>
                <a:gd name="connsiteX374" fmla="*/ 594806 w 6386648"/>
                <a:gd name="connsiteY374" fmla="*/ 1326718 h 1849426"/>
                <a:gd name="connsiteX375" fmla="*/ 4836548 w 6386648"/>
                <a:gd name="connsiteY375" fmla="*/ 1314702 h 1849426"/>
                <a:gd name="connsiteX376" fmla="*/ 4854573 w 6386648"/>
                <a:gd name="connsiteY376" fmla="*/ 1332726 h 1849426"/>
                <a:gd name="connsiteX377" fmla="*/ 4836548 w 6386648"/>
                <a:gd name="connsiteY377" fmla="*/ 1350751 h 1849426"/>
                <a:gd name="connsiteX378" fmla="*/ 4818524 w 6386648"/>
                <a:gd name="connsiteY378" fmla="*/ 1332726 h 1849426"/>
                <a:gd name="connsiteX379" fmla="*/ 4836548 w 6386648"/>
                <a:gd name="connsiteY379" fmla="*/ 1314702 h 1849426"/>
                <a:gd name="connsiteX380" fmla="*/ 4980743 w 6386648"/>
                <a:gd name="connsiteY380" fmla="*/ 1308694 h 1849426"/>
                <a:gd name="connsiteX381" fmla="*/ 4998768 w 6386648"/>
                <a:gd name="connsiteY381" fmla="*/ 1326719 h 1849426"/>
                <a:gd name="connsiteX382" fmla="*/ 4980743 w 6386648"/>
                <a:gd name="connsiteY382" fmla="*/ 1344743 h 1849426"/>
                <a:gd name="connsiteX383" fmla="*/ 4962719 w 6386648"/>
                <a:gd name="connsiteY383" fmla="*/ 1326719 h 1849426"/>
                <a:gd name="connsiteX384" fmla="*/ 4980743 w 6386648"/>
                <a:gd name="connsiteY384" fmla="*/ 1308694 h 1849426"/>
                <a:gd name="connsiteX385" fmla="*/ 2871888 w 6386648"/>
                <a:gd name="connsiteY385" fmla="*/ 1302686 h 1849426"/>
                <a:gd name="connsiteX386" fmla="*/ 2889913 w 6386648"/>
                <a:gd name="connsiteY386" fmla="*/ 1320710 h 1849426"/>
                <a:gd name="connsiteX387" fmla="*/ 2871888 w 6386648"/>
                <a:gd name="connsiteY387" fmla="*/ 1338735 h 1849426"/>
                <a:gd name="connsiteX388" fmla="*/ 2853864 w 6386648"/>
                <a:gd name="connsiteY388" fmla="*/ 1320710 h 1849426"/>
                <a:gd name="connsiteX389" fmla="*/ 2871888 w 6386648"/>
                <a:gd name="connsiteY389" fmla="*/ 1302686 h 1849426"/>
                <a:gd name="connsiteX390" fmla="*/ 2102847 w 6386648"/>
                <a:gd name="connsiteY390" fmla="*/ 1302686 h 1849426"/>
                <a:gd name="connsiteX391" fmla="*/ 2120872 w 6386648"/>
                <a:gd name="connsiteY391" fmla="*/ 1320710 h 1849426"/>
                <a:gd name="connsiteX392" fmla="*/ 2102847 w 6386648"/>
                <a:gd name="connsiteY392" fmla="*/ 1338735 h 1849426"/>
                <a:gd name="connsiteX393" fmla="*/ 2084823 w 6386648"/>
                <a:gd name="connsiteY393" fmla="*/ 1320710 h 1849426"/>
                <a:gd name="connsiteX394" fmla="*/ 2102847 w 6386648"/>
                <a:gd name="connsiteY394" fmla="*/ 1302686 h 1849426"/>
                <a:gd name="connsiteX395" fmla="*/ 1273724 w 6386648"/>
                <a:gd name="connsiteY395" fmla="*/ 1302686 h 1849426"/>
                <a:gd name="connsiteX396" fmla="*/ 1291749 w 6386648"/>
                <a:gd name="connsiteY396" fmla="*/ 1320710 h 1849426"/>
                <a:gd name="connsiteX397" fmla="*/ 1273724 w 6386648"/>
                <a:gd name="connsiteY397" fmla="*/ 1338735 h 1849426"/>
                <a:gd name="connsiteX398" fmla="*/ 1255700 w 6386648"/>
                <a:gd name="connsiteY398" fmla="*/ 1320710 h 1849426"/>
                <a:gd name="connsiteX399" fmla="*/ 1273724 w 6386648"/>
                <a:gd name="connsiteY399" fmla="*/ 1302686 h 1849426"/>
                <a:gd name="connsiteX400" fmla="*/ 1033398 w 6386648"/>
                <a:gd name="connsiteY400" fmla="*/ 1302686 h 1849426"/>
                <a:gd name="connsiteX401" fmla="*/ 1051423 w 6386648"/>
                <a:gd name="connsiteY401" fmla="*/ 1320710 h 1849426"/>
                <a:gd name="connsiteX402" fmla="*/ 1033398 w 6386648"/>
                <a:gd name="connsiteY402" fmla="*/ 1338735 h 1849426"/>
                <a:gd name="connsiteX403" fmla="*/ 1015374 w 6386648"/>
                <a:gd name="connsiteY403" fmla="*/ 1320710 h 1849426"/>
                <a:gd name="connsiteX404" fmla="*/ 1033398 w 6386648"/>
                <a:gd name="connsiteY404" fmla="*/ 1302686 h 1849426"/>
                <a:gd name="connsiteX405" fmla="*/ 4548158 w 6386648"/>
                <a:gd name="connsiteY405" fmla="*/ 1296678 h 1849426"/>
                <a:gd name="connsiteX406" fmla="*/ 4566183 w 6386648"/>
                <a:gd name="connsiteY406" fmla="*/ 1314702 h 1849426"/>
                <a:gd name="connsiteX407" fmla="*/ 4548158 w 6386648"/>
                <a:gd name="connsiteY407" fmla="*/ 1332727 h 1849426"/>
                <a:gd name="connsiteX408" fmla="*/ 4530133 w 6386648"/>
                <a:gd name="connsiteY408" fmla="*/ 1314702 h 1849426"/>
                <a:gd name="connsiteX409" fmla="*/ 4548158 w 6386648"/>
                <a:gd name="connsiteY409" fmla="*/ 1296678 h 1849426"/>
                <a:gd name="connsiteX410" fmla="*/ 3520767 w 6386648"/>
                <a:gd name="connsiteY410" fmla="*/ 1290670 h 1849426"/>
                <a:gd name="connsiteX411" fmla="*/ 3538792 w 6386648"/>
                <a:gd name="connsiteY411" fmla="*/ 1308694 h 1849426"/>
                <a:gd name="connsiteX412" fmla="*/ 3520767 w 6386648"/>
                <a:gd name="connsiteY412" fmla="*/ 1326719 h 1849426"/>
                <a:gd name="connsiteX413" fmla="*/ 3502743 w 6386648"/>
                <a:gd name="connsiteY413" fmla="*/ 1308694 h 1849426"/>
                <a:gd name="connsiteX414" fmla="*/ 3520767 w 6386648"/>
                <a:gd name="connsiteY414" fmla="*/ 1290670 h 1849426"/>
                <a:gd name="connsiteX415" fmla="*/ 3244392 w 6386648"/>
                <a:gd name="connsiteY415" fmla="*/ 1290670 h 1849426"/>
                <a:gd name="connsiteX416" fmla="*/ 3262417 w 6386648"/>
                <a:gd name="connsiteY416" fmla="*/ 1308694 h 1849426"/>
                <a:gd name="connsiteX417" fmla="*/ 3244392 w 6386648"/>
                <a:gd name="connsiteY417" fmla="*/ 1326719 h 1849426"/>
                <a:gd name="connsiteX418" fmla="*/ 3226368 w 6386648"/>
                <a:gd name="connsiteY418" fmla="*/ 1308694 h 1849426"/>
                <a:gd name="connsiteX419" fmla="*/ 3244392 w 6386648"/>
                <a:gd name="connsiteY419" fmla="*/ 1290670 h 1849426"/>
                <a:gd name="connsiteX420" fmla="*/ 757024 w 6386648"/>
                <a:gd name="connsiteY420" fmla="*/ 1290670 h 1849426"/>
                <a:gd name="connsiteX421" fmla="*/ 775049 w 6386648"/>
                <a:gd name="connsiteY421" fmla="*/ 1308694 h 1849426"/>
                <a:gd name="connsiteX422" fmla="*/ 757024 w 6386648"/>
                <a:gd name="connsiteY422" fmla="*/ 1326719 h 1849426"/>
                <a:gd name="connsiteX423" fmla="*/ 739000 w 6386648"/>
                <a:gd name="connsiteY423" fmla="*/ 1308694 h 1849426"/>
                <a:gd name="connsiteX424" fmla="*/ 757024 w 6386648"/>
                <a:gd name="connsiteY424" fmla="*/ 1290670 h 1849426"/>
                <a:gd name="connsiteX425" fmla="*/ 4427995 w 6386648"/>
                <a:gd name="connsiteY425" fmla="*/ 1284661 h 1849426"/>
                <a:gd name="connsiteX426" fmla="*/ 4446020 w 6386648"/>
                <a:gd name="connsiteY426" fmla="*/ 1302685 h 1849426"/>
                <a:gd name="connsiteX427" fmla="*/ 4427995 w 6386648"/>
                <a:gd name="connsiteY427" fmla="*/ 1320710 h 1849426"/>
                <a:gd name="connsiteX428" fmla="*/ 4409970 w 6386648"/>
                <a:gd name="connsiteY428" fmla="*/ 1302685 h 1849426"/>
                <a:gd name="connsiteX429" fmla="*/ 4427995 w 6386648"/>
                <a:gd name="connsiteY429" fmla="*/ 1284661 h 1849426"/>
                <a:gd name="connsiteX430" fmla="*/ 2763741 w 6386648"/>
                <a:gd name="connsiteY430" fmla="*/ 1278653 h 1849426"/>
                <a:gd name="connsiteX431" fmla="*/ 2781766 w 6386648"/>
                <a:gd name="connsiteY431" fmla="*/ 1296678 h 1849426"/>
                <a:gd name="connsiteX432" fmla="*/ 2763741 w 6386648"/>
                <a:gd name="connsiteY432" fmla="*/ 1314702 h 1849426"/>
                <a:gd name="connsiteX433" fmla="*/ 2745717 w 6386648"/>
                <a:gd name="connsiteY433" fmla="*/ 1296678 h 1849426"/>
                <a:gd name="connsiteX434" fmla="*/ 2763741 w 6386648"/>
                <a:gd name="connsiteY434" fmla="*/ 1278653 h 1849426"/>
                <a:gd name="connsiteX435" fmla="*/ 2217002 w 6386648"/>
                <a:gd name="connsiteY435" fmla="*/ 1272645 h 1849426"/>
                <a:gd name="connsiteX436" fmla="*/ 2235026 w 6386648"/>
                <a:gd name="connsiteY436" fmla="*/ 1290669 h 1849426"/>
                <a:gd name="connsiteX437" fmla="*/ 2217002 w 6386648"/>
                <a:gd name="connsiteY437" fmla="*/ 1308694 h 1849426"/>
                <a:gd name="connsiteX438" fmla="*/ 2198977 w 6386648"/>
                <a:gd name="connsiteY438" fmla="*/ 1290669 h 1849426"/>
                <a:gd name="connsiteX439" fmla="*/ 2217002 w 6386648"/>
                <a:gd name="connsiteY439" fmla="*/ 1272645 h 1849426"/>
                <a:gd name="connsiteX440" fmla="*/ 1874537 w 6386648"/>
                <a:gd name="connsiteY440" fmla="*/ 1272645 h 1849426"/>
                <a:gd name="connsiteX441" fmla="*/ 1892562 w 6386648"/>
                <a:gd name="connsiteY441" fmla="*/ 1290669 h 1849426"/>
                <a:gd name="connsiteX442" fmla="*/ 1874537 w 6386648"/>
                <a:gd name="connsiteY442" fmla="*/ 1308694 h 1849426"/>
                <a:gd name="connsiteX443" fmla="*/ 1856513 w 6386648"/>
                <a:gd name="connsiteY443" fmla="*/ 1290669 h 1849426"/>
                <a:gd name="connsiteX444" fmla="*/ 1874537 w 6386648"/>
                <a:gd name="connsiteY444" fmla="*/ 1272645 h 1849426"/>
                <a:gd name="connsiteX445" fmla="*/ 3376571 w 6386648"/>
                <a:gd name="connsiteY445" fmla="*/ 1266637 h 1849426"/>
                <a:gd name="connsiteX446" fmla="*/ 3394596 w 6386648"/>
                <a:gd name="connsiteY446" fmla="*/ 1284661 h 1849426"/>
                <a:gd name="connsiteX447" fmla="*/ 3376571 w 6386648"/>
                <a:gd name="connsiteY447" fmla="*/ 1302686 h 1849426"/>
                <a:gd name="connsiteX448" fmla="*/ 3358546 w 6386648"/>
                <a:gd name="connsiteY448" fmla="*/ 1284661 h 1849426"/>
                <a:gd name="connsiteX449" fmla="*/ 3376571 w 6386648"/>
                <a:gd name="connsiteY449" fmla="*/ 1266637 h 1849426"/>
                <a:gd name="connsiteX450" fmla="*/ 2643579 w 6386648"/>
                <a:gd name="connsiteY450" fmla="*/ 1266637 h 1849426"/>
                <a:gd name="connsiteX451" fmla="*/ 2661604 w 6386648"/>
                <a:gd name="connsiteY451" fmla="*/ 1284661 h 1849426"/>
                <a:gd name="connsiteX452" fmla="*/ 2643579 w 6386648"/>
                <a:gd name="connsiteY452" fmla="*/ 1302686 h 1849426"/>
                <a:gd name="connsiteX453" fmla="*/ 2625555 w 6386648"/>
                <a:gd name="connsiteY453" fmla="*/ 1284661 h 1849426"/>
                <a:gd name="connsiteX454" fmla="*/ 2643579 w 6386648"/>
                <a:gd name="connsiteY454" fmla="*/ 1266637 h 1849426"/>
                <a:gd name="connsiteX455" fmla="*/ 1754375 w 6386648"/>
                <a:gd name="connsiteY455" fmla="*/ 1266637 h 1849426"/>
                <a:gd name="connsiteX456" fmla="*/ 1772400 w 6386648"/>
                <a:gd name="connsiteY456" fmla="*/ 1284661 h 1849426"/>
                <a:gd name="connsiteX457" fmla="*/ 1754375 w 6386648"/>
                <a:gd name="connsiteY457" fmla="*/ 1302686 h 1849426"/>
                <a:gd name="connsiteX458" fmla="*/ 1736351 w 6386648"/>
                <a:gd name="connsiteY458" fmla="*/ 1284661 h 1849426"/>
                <a:gd name="connsiteX459" fmla="*/ 1754375 w 6386648"/>
                <a:gd name="connsiteY459" fmla="*/ 1266637 h 1849426"/>
                <a:gd name="connsiteX460" fmla="*/ 4740418 w 6386648"/>
                <a:gd name="connsiteY460" fmla="*/ 1260629 h 1849426"/>
                <a:gd name="connsiteX461" fmla="*/ 4758443 w 6386648"/>
                <a:gd name="connsiteY461" fmla="*/ 1278653 h 1849426"/>
                <a:gd name="connsiteX462" fmla="*/ 4740418 w 6386648"/>
                <a:gd name="connsiteY462" fmla="*/ 1296678 h 1849426"/>
                <a:gd name="connsiteX463" fmla="*/ 4722394 w 6386648"/>
                <a:gd name="connsiteY463" fmla="*/ 1278653 h 1849426"/>
                <a:gd name="connsiteX464" fmla="*/ 4740418 w 6386648"/>
                <a:gd name="connsiteY464" fmla="*/ 1260629 h 1849426"/>
                <a:gd name="connsiteX465" fmla="*/ 4103556 w 6386648"/>
                <a:gd name="connsiteY465" fmla="*/ 1260629 h 1849426"/>
                <a:gd name="connsiteX466" fmla="*/ 4121581 w 6386648"/>
                <a:gd name="connsiteY466" fmla="*/ 1278653 h 1849426"/>
                <a:gd name="connsiteX467" fmla="*/ 4103556 w 6386648"/>
                <a:gd name="connsiteY467" fmla="*/ 1296678 h 1849426"/>
                <a:gd name="connsiteX468" fmla="*/ 4085532 w 6386648"/>
                <a:gd name="connsiteY468" fmla="*/ 1278653 h 1849426"/>
                <a:gd name="connsiteX469" fmla="*/ 4103556 w 6386648"/>
                <a:gd name="connsiteY469" fmla="*/ 1260629 h 1849426"/>
                <a:gd name="connsiteX470" fmla="*/ 3725043 w 6386648"/>
                <a:gd name="connsiteY470" fmla="*/ 1260629 h 1849426"/>
                <a:gd name="connsiteX471" fmla="*/ 3743068 w 6386648"/>
                <a:gd name="connsiteY471" fmla="*/ 1278653 h 1849426"/>
                <a:gd name="connsiteX472" fmla="*/ 3725043 w 6386648"/>
                <a:gd name="connsiteY472" fmla="*/ 1296678 h 1849426"/>
                <a:gd name="connsiteX473" fmla="*/ 3707019 w 6386648"/>
                <a:gd name="connsiteY473" fmla="*/ 1278653 h 1849426"/>
                <a:gd name="connsiteX474" fmla="*/ 3725043 w 6386648"/>
                <a:gd name="connsiteY474" fmla="*/ 1260629 h 1849426"/>
                <a:gd name="connsiteX475" fmla="*/ 1405904 w 6386648"/>
                <a:gd name="connsiteY475" fmla="*/ 1260629 h 1849426"/>
                <a:gd name="connsiteX476" fmla="*/ 1423928 w 6386648"/>
                <a:gd name="connsiteY476" fmla="*/ 1278653 h 1849426"/>
                <a:gd name="connsiteX477" fmla="*/ 1405904 w 6386648"/>
                <a:gd name="connsiteY477" fmla="*/ 1296678 h 1849426"/>
                <a:gd name="connsiteX478" fmla="*/ 1387879 w 6386648"/>
                <a:gd name="connsiteY478" fmla="*/ 1278653 h 1849426"/>
                <a:gd name="connsiteX479" fmla="*/ 1405904 w 6386648"/>
                <a:gd name="connsiteY479" fmla="*/ 1260629 h 1849426"/>
                <a:gd name="connsiteX480" fmla="*/ 492666 w 6386648"/>
                <a:gd name="connsiteY480" fmla="*/ 1260629 h 1849426"/>
                <a:gd name="connsiteX481" fmla="*/ 510691 w 6386648"/>
                <a:gd name="connsiteY481" fmla="*/ 1278653 h 1849426"/>
                <a:gd name="connsiteX482" fmla="*/ 492666 w 6386648"/>
                <a:gd name="connsiteY482" fmla="*/ 1296678 h 1849426"/>
                <a:gd name="connsiteX483" fmla="*/ 474642 w 6386648"/>
                <a:gd name="connsiteY483" fmla="*/ 1278653 h 1849426"/>
                <a:gd name="connsiteX484" fmla="*/ 492666 w 6386648"/>
                <a:gd name="connsiteY484" fmla="*/ 1260629 h 1849426"/>
                <a:gd name="connsiteX485" fmla="*/ 4229726 w 6386648"/>
                <a:gd name="connsiteY485" fmla="*/ 1248613 h 1849426"/>
                <a:gd name="connsiteX486" fmla="*/ 4247751 w 6386648"/>
                <a:gd name="connsiteY486" fmla="*/ 1266638 h 1849426"/>
                <a:gd name="connsiteX487" fmla="*/ 4229726 w 6386648"/>
                <a:gd name="connsiteY487" fmla="*/ 1284662 h 1849426"/>
                <a:gd name="connsiteX488" fmla="*/ 4211702 w 6386648"/>
                <a:gd name="connsiteY488" fmla="*/ 1266638 h 1849426"/>
                <a:gd name="connsiteX489" fmla="*/ 4229726 w 6386648"/>
                <a:gd name="connsiteY489" fmla="*/ 1248613 h 1849426"/>
                <a:gd name="connsiteX490" fmla="*/ 2439302 w 6386648"/>
                <a:gd name="connsiteY490" fmla="*/ 1248613 h 1849426"/>
                <a:gd name="connsiteX491" fmla="*/ 2457327 w 6386648"/>
                <a:gd name="connsiteY491" fmla="*/ 1266638 h 1849426"/>
                <a:gd name="connsiteX492" fmla="*/ 2439302 w 6386648"/>
                <a:gd name="connsiteY492" fmla="*/ 1284662 h 1849426"/>
                <a:gd name="connsiteX493" fmla="*/ 2421278 w 6386648"/>
                <a:gd name="connsiteY493" fmla="*/ 1266638 h 1849426"/>
                <a:gd name="connsiteX494" fmla="*/ 2439302 w 6386648"/>
                <a:gd name="connsiteY494" fmla="*/ 1248613 h 1849426"/>
                <a:gd name="connsiteX495" fmla="*/ 2337165 w 6386648"/>
                <a:gd name="connsiteY495" fmla="*/ 1248613 h 1849426"/>
                <a:gd name="connsiteX496" fmla="*/ 2355189 w 6386648"/>
                <a:gd name="connsiteY496" fmla="*/ 1266638 h 1849426"/>
                <a:gd name="connsiteX497" fmla="*/ 2337165 w 6386648"/>
                <a:gd name="connsiteY497" fmla="*/ 1284662 h 1849426"/>
                <a:gd name="connsiteX498" fmla="*/ 2319140 w 6386648"/>
                <a:gd name="connsiteY498" fmla="*/ 1266638 h 1849426"/>
                <a:gd name="connsiteX499" fmla="*/ 2337165 w 6386648"/>
                <a:gd name="connsiteY499" fmla="*/ 1248613 h 1849426"/>
                <a:gd name="connsiteX500" fmla="*/ 2012725 w 6386648"/>
                <a:gd name="connsiteY500" fmla="*/ 1248613 h 1849426"/>
                <a:gd name="connsiteX501" fmla="*/ 2030750 w 6386648"/>
                <a:gd name="connsiteY501" fmla="*/ 1266638 h 1849426"/>
                <a:gd name="connsiteX502" fmla="*/ 2012725 w 6386648"/>
                <a:gd name="connsiteY502" fmla="*/ 1284662 h 1849426"/>
                <a:gd name="connsiteX503" fmla="*/ 1994701 w 6386648"/>
                <a:gd name="connsiteY503" fmla="*/ 1266638 h 1849426"/>
                <a:gd name="connsiteX504" fmla="*/ 2012725 w 6386648"/>
                <a:gd name="connsiteY504" fmla="*/ 1248613 h 1849426"/>
                <a:gd name="connsiteX505" fmla="*/ 1165578 w 6386648"/>
                <a:gd name="connsiteY505" fmla="*/ 1248613 h 1849426"/>
                <a:gd name="connsiteX506" fmla="*/ 1183602 w 6386648"/>
                <a:gd name="connsiteY506" fmla="*/ 1266638 h 1849426"/>
                <a:gd name="connsiteX507" fmla="*/ 1165578 w 6386648"/>
                <a:gd name="connsiteY507" fmla="*/ 1284662 h 1849426"/>
                <a:gd name="connsiteX508" fmla="*/ 1147553 w 6386648"/>
                <a:gd name="connsiteY508" fmla="*/ 1266638 h 1849426"/>
                <a:gd name="connsiteX509" fmla="*/ 1165578 w 6386648"/>
                <a:gd name="connsiteY509" fmla="*/ 1248613 h 1849426"/>
                <a:gd name="connsiteX510" fmla="*/ 3989401 w 6386648"/>
                <a:gd name="connsiteY510" fmla="*/ 1242605 h 1849426"/>
                <a:gd name="connsiteX511" fmla="*/ 4007426 w 6386648"/>
                <a:gd name="connsiteY511" fmla="*/ 1260629 h 1849426"/>
                <a:gd name="connsiteX512" fmla="*/ 3989401 w 6386648"/>
                <a:gd name="connsiteY512" fmla="*/ 1278654 h 1849426"/>
                <a:gd name="connsiteX513" fmla="*/ 3971377 w 6386648"/>
                <a:gd name="connsiteY513" fmla="*/ 1260629 h 1849426"/>
                <a:gd name="connsiteX514" fmla="*/ 3989401 w 6386648"/>
                <a:gd name="connsiteY514" fmla="*/ 1242605 h 1849426"/>
                <a:gd name="connsiteX515" fmla="*/ 1514049 w 6386648"/>
                <a:gd name="connsiteY515" fmla="*/ 1242605 h 1849426"/>
                <a:gd name="connsiteX516" fmla="*/ 1532074 w 6386648"/>
                <a:gd name="connsiteY516" fmla="*/ 1260629 h 1849426"/>
                <a:gd name="connsiteX517" fmla="*/ 1514049 w 6386648"/>
                <a:gd name="connsiteY517" fmla="*/ 1278654 h 1849426"/>
                <a:gd name="connsiteX518" fmla="*/ 1496025 w 6386648"/>
                <a:gd name="connsiteY518" fmla="*/ 1260629 h 1849426"/>
                <a:gd name="connsiteX519" fmla="*/ 1514049 w 6386648"/>
                <a:gd name="connsiteY519" fmla="*/ 1242605 h 1849426"/>
                <a:gd name="connsiteX520" fmla="*/ 3088181 w 6386648"/>
                <a:gd name="connsiteY520" fmla="*/ 1230588 h 1849426"/>
                <a:gd name="connsiteX521" fmla="*/ 3106206 w 6386648"/>
                <a:gd name="connsiteY521" fmla="*/ 1248612 h 1849426"/>
                <a:gd name="connsiteX522" fmla="*/ 3088181 w 6386648"/>
                <a:gd name="connsiteY522" fmla="*/ 1266637 h 1849426"/>
                <a:gd name="connsiteX523" fmla="*/ 3070157 w 6386648"/>
                <a:gd name="connsiteY523" fmla="*/ 1248612 h 1849426"/>
                <a:gd name="connsiteX524" fmla="*/ 3088181 w 6386648"/>
                <a:gd name="connsiteY524" fmla="*/ 1230588 h 1849426"/>
                <a:gd name="connsiteX525" fmla="*/ 895212 w 6386648"/>
                <a:gd name="connsiteY525" fmla="*/ 1230588 h 1849426"/>
                <a:gd name="connsiteX526" fmla="*/ 913236 w 6386648"/>
                <a:gd name="connsiteY526" fmla="*/ 1248612 h 1849426"/>
                <a:gd name="connsiteX527" fmla="*/ 895212 w 6386648"/>
                <a:gd name="connsiteY527" fmla="*/ 1266637 h 1849426"/>
                <a:gd name="connsiteX528" fmla="*/ 877187 w 6386648"/>
                <a:gd name="connsiteY528" fmla="*/ 1248612 h 1849426"/>
                <a:gd name="connsiteX529" fmla="*/ 895212 w 6386648"/>
                <a:gd name="connsiteY529" fmla="*/ 1230588 h 1849426"/>
                <a:gd name="connsiteX530" fmla="*/ 4626263 w 6386648"/>
                <a:gd name="connsiteY530" fmla="*/ 1224580 h 1849426"/>
                <a:gd name="connsiteX531" fmla="*/ 4644288 w 6386648"/>
                <a:gd name="connsiteY531" fmla="*/ 1242604 h 1849426"/>
                <a:gd name="connsiteX532" fmla="*/ 4626263 w 6386648"/>
                <a:gd name="connsiteY532" fmla="*/ 1260629 h 1849426"/>
                <a:gd name="connsiteX533" fmla="*/ 4608239 w 6386648"/>
                <a:gd name="connsiteY533" fmla="*/ 1242604 h 1849426"/>
                <a:gd name="connsiteX534" fmla="*/ 4626263 w 6386648"/>
                <a:gd name="connsiteY534" fmla="*/ 1224580 h 1849426"/>
                <a:gd name="connsiteX535" fmla="*/ 2547449 w 6386648"/>
                <a:gd name="connsiteY535" fmla="*/ 1224580 h 1849426"/>
                <a:gd name="connsiteX536" fmla="*/ 2565474 w 6386648"/>
                <a:gd name="connsiteY536" fmla="*/ 1242604 h 1849426"/>
                <a:gd name="connsiteX537" fmla="*/ 2547449 w 6386648"/>
                <a:gd name="connsiteY537" fmla="*/ 1260629 h 1849426"/>
                <a:gd name="connsiteX538" fmla="*/ 2529425 w 6386648"/>
                <a:gd name="connsiteY538" fmla="*/ 1242604 h 1849426"/>
                <a:gd name="connsiteX539" fmla="*/ 2547449 w 6386648"/>
                <a:gd name="connsiteY539" fmla="*/ 1224580 h 1849426"/>
                <a:gd name="connsiteX540" fmla="*/ 1628204 w 6386648"/>
                <a:gd name="connsiteY540" fmla="*/ 1224580 h 1849426"/>
                <a:gd name="connsiteX541" fmla="*/ 1646229 w 6386648"/>
                <a:gd name="connsiteY541" fmla="*/ 1242604 h 1849426"/>
                <a:gd name="connsiteX542" fmla="*/ 1628204 w 6386648"/>
                <a:gd name="connsiteY542" fmla="*/ 1260629 h 1849426"/>
                <a:gd name="connsiteX543" fmla="*/ 1610180 w 6386648"/>
                <a:gd name="connsiteY543" fmla="*/ 1242604 h 1849426"/>
                <a:gd name="connsiteX544" fmla="*/ 1628204 w 6386648"/>
                <a:gd name="connsiteY544" fmla="*/ 1224580 h 1849426"/>
                <a:gd name="connsiteX545" fmla="*/ 5052841 w 6386648"/>
                <a:gd name="connsiteY545" fmla="*/ 1212564 h 1849426"/>
                <a:gd name="connsiteX546" fmla="*/ 5070866 w 6386648"/>
                <a:gd name="connsiteY546" fmla="*/ 1230588 h 1849426"/>
                <a:gd name="connsiteX547" fmla="*/ 5052841 w 6386648"/>
                <a:gd name="connsiteY547" fmla="*/ 1248613 h 1849426"/>
                <a:gd name="connsiteX548" fmla="*/ 5034817 w 6386648"/>
                <a:gd name="connsiteY548" fmla="*/ 1230588 h 1849426"/>
                <a:gd name="connsiteX549" fmla="*/ 5052841 w 6386648"/>
                <a:gd name="connsiteY549" fmla="*/ 1212564 h 1849426"/>
                <a:gd name="connsiteX550" fmla="*/ 3845206 w 6386648"/>
                <a:gd name="connsiteY550" fmla="*/ 1206556 h 1849426"/>
                <a:gd name="connsiteX551" fmla="*/ 3863231 w 6386648"/>
                <a:gd name="connsiteY551" fmla="*/ 1224580 h 1849426"/>
                <a:gd name="connsiteX552" fmla="*/ 3845206 w 6386648"/>
                <a:gd name="connsiteY552" fmla="*/ 1242605 h 1849426"/>
                <a:gd name="connsiteX553" fmla="*/ 3827182 w 6386648"/>
                <a:gd name="connsiteY553" fmla="*/ 1224580 h 1849426"/>
                <a:gd name="connsiteX554" fmla="*/ 3845206 w 6386648"/>
                <a:gd name="connsiteY554" fmla="*/ 1206556 h 1849426"/>
                <a:gd name="connsiteX555" fmla="*/ 3604880 w 6386648"/>
                <a:gd name="connsiteY555" fmla="*/ 1206556 h 1849426"/>
                <a:gd name="connsiteX556" fmla="*/ 3622905 w 6386648"/>
                <a:gd name="connsiteY556" fmla="*/ 1224580 h 1849426"/>
                <a:gd name="connsiteX557" fmla="*/ 3604880 w 6386648"/>
                <a:gd name="connsiteY557" fmla="*/ 1242605 h 1849426"/>
                <a:gd name="connsiteX558" fmla="*/ 3586856 w 6386648"/>
                <a:gd name="connsiteY558" fmla="*/ 1224580 h 1849426"/>
                <a:gd name="connsiteX559" fmla="*/ 3604880 w 6386648"/>
                <a:gd name="connsiteY559" fmla="*/ 1206556 h 1849426"/>
                <a:gd name="connsiteX560" fmla="*/ 600813 w 6386648"/>
                <a:gd name="connsiteY560" fmla="*/ 1200548 h 1849426"/>
                <a:gd name="connsiteX561" fmla="*/ 618838 w 6386648"/>
                <a:gd name="connsiteY561" fmla="*/ 1218572 h 1849426"/>
                <a:gd name="connsiteX562" fmla="*/ 600813 w 6386648"/>
                <a:gd name="connsiteY562" fmla="*/ 1236597 h 1849426"/>
                <a:gd name="connsiteX563" fmla="*/ 582789 w 6386648"/>
                <a:gd name="connsiteY563" fmla="*/ 1218572 h 1849426"/>
                <a:gd name="connsiteX564" fmla="*/ 600813 w 6386648"/>
                <a:gd name="connsiteY564" fmla="*/ 1200548 h 1849426"/>
                <a:gd name="connsiteX565" fmla="*/ 2949994 w 6386648"/>
                <a:gd name="connsiteY565" fmla="*/ 1194539 h 1849426"/>
                <a:gd name="connsiteX566" fmla="*/ 2968019 w 6386648"/>
                <a:gd name="connsiteY566" fmla="*/ 1212563 h 1849426"/>
                <a:gd name="connsiteX567" fmla="*/ 2949994 w 6386648"/>
                <a:gd name="connsiteY567" fmla="*/ 1230588 h 1849426"/>
                <a:gd name="connsiteX568" fmla="*/ 2931970 w 6386648"/>
                <a:gd name="connsiteY568" fmla="*/ 1212563 h 1849426"/>
                <a:gd name="connsiteX569" fmla="*/ 2949994 w 6386648"/>
                <a:gd name="connsiteY569" fmla="*/ 1194539 h 1849426"/>
                <a:gd name="connsiteX570" fmla="*/ 1009366 w 6386648"/>
                <a:gd name="connsiteY570" fmla="*/ 1194539 h 1849426"/>
                <a:gd name="connsiteX571" fmla="*/ 1027391 w 6386648"/>
                <a:gd name="connsiteY571" fmla="*/ 1212563 h 1849426"/>
                <a:gd name="connsiteX572" fmla="*/ 1009366 w 6386648"/>
                <a:gd name="connsiteY572" fmla="*/ 1230588 h 1849426"/>
                <a:gd name="connsiteX573" fmla="*/ 991342 w 6386648"/>
                <a:gd name="connsiteY573" fmla="*/ 1212563 h 1849426"/>
                <a:gd name="connsiteX574" fmla="*/ 1009366 w 6386648"/>
                <a:gd name="connsiteY574" fmla="*/ 1194539 h 1849426"/>
                <a:gd name="connsiteX575" fmla="*/ 4932678 w 6386648"/>
                <a:gd name="connsiteY575" fmla="*/ 1188531 h 1849426"/>
                <a:gd name="connsiteX576" fmla="*/ 4950703 w 6386648"/>
                <a:gd name="connsiteY576" fmla="*/ 1206556 h 1849426"/>
                <a:gd name="connsiteX577" fmla="*/ 4932678 w 6386648"/>
                <a:gd name="connsiteY577" fmla="*/ 1224580 h 1849426"/>
                <a:gd name="connsiteX578" fmla="*/ 4914654 w 6386648"/>
                <a:gd name="connsiteY578" fmla="*/ 1206556 h 1849426"/>
                <a:gd name="connsiteX579" fmla="*/ 4932678 w 6386648"/>
                <a:gd name="connsiteY579" fmla="*/ 1188531 h 1849426"/>
                <a:gd name="connsiteX580" fmla="*/ 4361905 w 6386648"/>
                <a:gd name="connsiteY580" fmla="*/ 1188531 h 1849426"/>
                <a:gd name="connsiteX581" fmla="*/ 4379930 w 6386648"/>
                <a:gd name="connsiteY581" fmla="*/ 1206556 h 1849426"/>
                <a:gd name="connsiteX582" fmla="*/ 4361905 w 6386648"/>
                <a:gd name="connsiteY582" fmla="*/ 1224580 h 1849426"/>
                <a:gd name="connsiteX583" fmla="*/ 4343881 w 6386648"/>
                <a:gd name="connsiteY583" fmla="*/ 1206556 h 1849426"/>
                <a:gd name="connsiteX584" fmla="*/ 4361905 w 6386648"/>
                <a:gd name="connsiteY584" fmla="*/ 1188531 h 1849426"/>
                <a:gd name="connsiteX585" fmla="*/ 3220360 w 6386648"/>
                <a:gd name="connsiteY585" fmla="*/ 1188531 h 1849426"/>
                <a:gd name="connsiteX586" fmla="*/ 3238385 w 6386648"/>
                <a:gd name="connsiteY586" fmla="*/ 1206556 h 1849426"/>
                <a:gd name="connsiteX587" fmla="*/ 3220360 w 6386648"/>
                <a:gd name="connsiteY587" fmla="*/ 1224580 h 1849426"/>
                <a:gd name="connsiteX588" fmla="*/ 3202336 w 6386648"/>
                <a:gd name="connsiteY588" fmla="*/ 1206556 h 1849426"/>
                <a:gd name="connsiteX589" fmla="*/ 3220360 w 6386648"/>
                <a:gd name="connsiteY589" fmla="*/ 1188531 h 1849426"/>
                <a:gd name="connsiteX590" fmla="*/ 708959 w 6386648"/>
                <a:gd name="connsiteY590" fmla="*/ 1188531 h 1849426"/>
                <a:gd name="connsiteX591" fmla="*/ 726984 w 6386648"/>
                <a:gd name="connsiteY591" fmla="*/ 1206556 h 1849426"/>
                <a:gd name="connsiteX592" fmla="*/ 708959 w 6386648"/>
                <a:gd name="connsiteY592" fmla="*/ 1224580 h 1849426"/>
                <a:gd name="connsiteX593" fmla="*/ 690935 w 6386648"/>
                <a:gd name="connsiteY593" fmla="*/ 1206556 h 1849426"/>
                <a:gd name="connsiteX594" fmla="*/ 708959 w 6386648"/>
                <a:gd name="connsiteY594" fmla="*/ 1188531 h 1849426"/>
                <a:gd name="connsiteX595" fmla="*/ 4824532 w 6386648"/>
                <a:gd name="connsiteY595" fmla="*/ 1182523 h 1849426"/>
                <a:gd name="connsiteX596" fmla="*/ 4842557 w 6386648"/>
                <a:gd name="connsiteY596" fmla="*/ 1200547 h 1849426"/>
                <a:gd name="connsiteX597" fmla="*/ 4824532 w 6386648"/>
                <a:gd name="connsiteY597" fmla="*/ 1218572 h 1849426"/>
                <a:gd name="connsiteX598" fmla="*/ 4806508 w 6386648"/>
                <a:gd name="connsiteY598" fmla="*/ 1200547 h 1849426"/>
                <a:gd name="connsiteX599" fmla="*/ 4824532 w 6386648"/>
                <a:gd name="connsiteY599" fmla="*/ 1182523 h 1849426"/>
                <a:gd name="connsiteX600" fmla="*/ 1279732 w 6386648"/>
                <a:gd name="connsiteY600" fmla="*/ 1170507 h 1849426"/>
                <a:gd name="connsiteX601" fmla="*/ 1297757 w 6386648"/>
                <a:gd name="connsiteY601" fmla="*/ 1188531 h 1849426"/>
                <a:gd name="connsiteX602" fmla="*/ 1279732 w 6386648"/>
                <a:gd name="connsiteY602" fmla="*/ 1206556 h 1849426"/>
                <a:gd name="connsiteX603" fmla="*/ 1261708 w 6386648"/>
                <a:gd name="connsiteY603" fmla="*/ 1188531 h 1849426"/>
                <a:gd name="connsiteX604" fmla="*/ 1279732 w 6386648"/>
                <a:gd name="connsiteY604" fmla="*/ 1170507 h 1849426"/>
                <a:gd name="connsiteX605" fmla="*/ 3478710 w 6386648"/>
                <a:gd name="connsiteY605" fmla="*/ 1164499 h 1849426"/>
                <a:gd name="connsiteX606" fmla="*/ 3496735 w 6386648"/>
                <a:gd name="connsiteY606" fmla="*/ 1182523 h 1849426"/>
                <a:gd name="connsiteX607" fmla="*/ 3478710 w 6386648"/>
                <a:gd name="connsiteY607" fmla="*/ 1200548 h 1849426"/>
                <a:gd name="connsiteX608" fmla="*/ 3460686 w 6386648"/>
                <a:gd name="connsiteY608" fmla="*/ 1182523 h 1849426"/>
                <a:gd name="connsiteX609" fmla="*/ 3478710 w 6386648"/>
                <a:gd name="connsiteY609" fmla="*/ 1164499 h 1849426"/>
                <a:gd name="connsiteX610" fmla="*/ 2703660 w 6386648"/>
                <a:gd name="connsiteY610" fmla="*/ 1164499 h 1849426"/>
                <a:gd name="connsiteX611" fmla="*/ 2721685 w 6386648"/>
                <a:gd name="connsiteY611" fmla="*/ 1182523 h 1849426"/>
                <a:gd name="connsiteX612" fmla="*/ 2703660 w 6386648"/>
                <a:gd name="connsiteY612" fmla="*/ 1200548 h 1849426"/>
                <a:gd name="connsiteX613" fmla="*/ 2685636 w 6386648"/>
                <a:gd name="connsiteY613" fmla="*/ 1182523 h 1849426"/>
                <a:gd name="connsiteX614" fmla="*/ 2703660 w 6386648"/>
                <a:gd name="connsiteY614" fmla="*/ 1164499 h 1849426"/>
                <a:gd name="connsiteX615" fmla="*/ 4500093 w 6386648"/>
                <a:gd name="connsiteY615" fmla="*/ 1158491 h 1849426"/>
                <a:gd name="connsiteX616" fmla="*/ 4518118 w 6386648"/>
                <a:gd name="connsiteY616" fmla="*/ 1176516 h 1849426"/>
                <a:gd name="connsiteX617" fmla="*/ 4500093 w 6386648"/>
                <a:gd name="connsiteY617" fmla="*/ 1194540 h 1849426"/>
                <a:gd name="connsiteX618" fmla="*/ 4482069 w 6386648"/>
                <a:gd name="connsiteY618" fmla="*/ 1176516 h 1849426"/>
                <a:gd name="connsiteX619" fmla="*/ 4500093 w 6386648"/>
                <a:gd name="connsiteY619" fmla="*/ 1158491 h 1849426"/>
                <a:gd name="connsiteX620" fmla="*/ 4199686 w 6386648"/>
                <a:gd name="connsiteY620" fmla="*/ 1158491 h 1849426"/>
                <a:gd name="connsiteX621" fmla="*/ 4217711 w 6386648"/>
                <a:gd name="connsiteY621" fmla="*/ 1176516 h 1849426"/>
                <a:gd name="connsiteX622" fmla="*/ 4199686 w 6386648"/>
                <a:gd name="connsiteY622" fmla="*/ 1194540 h 1849426"/>
                <a:gd name="connsiteX623" fmla="*/ 4181662 w 6386648"/>
                <a:gd name="connsiteY623" fmla="*/ 1176516 h 1849426"/>
                <a:gd name="connsiteX624" fmla="*/ 4199686 w 6386648"/>
                <a:gd name="connsiteY624" fmla="*/ 1158491 h 1849426"/>
                <a:gd name="connsiteX625" fmla="*/ 2132887 w 6386648"/>
                <a:gd name="connsiteY625" fmla="*/ 1158491 h 1849426"/>
                <a:gd name="connsiteX626" fmla="*/ 2150912 w 6386648"/>
                <a:gd name="connsiteY626" fmla="*/ 1176516 h 1849426"/>
                <a:gd name="connsiteX627" fmla="*/ 2132887 w 6386648"/>
                <a:gd name="connsiteY627" fmla="*/ 1194540 h 1849426"/>
                <a:gd name="connsiteX628" fmla="*/ 2114863 w 6386648"/>
                <a:gd name="connsiteY628" fmla="*/ 1176516 h 1849426"/>
                <a:gd name="connsiteX629" fmla="*/ 2132887 w 6386648"/>
                <a:gd name="connsiteY629" fmla="*/ 1158491 h 1849426"/>
                <a:gd name="connsiteX630" fmla="*/ 1850505 w 6386648"/>
                <a:gd name="connsiteY630" fmla="*/ 1158491 h 1849426"/>
                <a:gd name="connsiteX631" fmla="*/ 1868530 w 6386648"/>
                <a:gd name="connsiteY631" fmla="*/ 1176516 h 1849426"/>
                <a:gd name="connsiteX632" fmla="*/ 1850505 w 6386648"/>
                <a:gd name="connsiteY632" fmla="*/ 1194540 h 1849426"/>
                <a:gd name="connsiteX633" fmla="*/ 1832481 w 6386648"/>
                <a:gd name="connsiteY633" fmla="*/ 1176516 h 1849426"/>
                <a:gd name="connsiteX634" fmla="*/ 1850505 w 6386648"/>
                <a:gd name="connsiteY634" fmla="*/ 1158491 h 1849426"/>
                <a:gd name="connsiteX635" fmla="*/ 3340522 w 6386648"/>
                <a:gd name="connsiteY635" fmla="*/ 1152483 h 1849426"/>
                <a:gd name="connsiteX636" fmla="*/ 3358547 w 6386648"/>
                <a:gd name="connsiteY636" fmla="*/ 1170507 h 1849426"/>
                <a:gd name="connsiteX637" fmla="*/ 3340522 w 6386648"/>
                <a:gd name="connsiteY637" fmla="*/ 1188532 h 1849426"/>
                <a:gd name="connsiteX638" fmla="*/ 3322498 w 6386648"/>
                <a:gd name="connsiteY638" fmla="*/ 1170507 h 1849426"/>
                <a:gd name="connsiteX639" fmla="*/ 3340522 w 6386648"/>
                <a:gd name="connsiteY639" fmla="*/ 1152483 h 1849426"/>
                <a:gd name="connsiteX640" fmla="*/ 2829831 w 6386648"/>
                <a:gd name="connsiteY640" fmla="*/ 1152483 h 1849426"/>
                <a:gd name="connsiteX641" fmla="*/ 2847856 w 6386648"/>
                <a:gd name="connsiteY641" fmla="*/ 1170507 h 1849426"/>
                <a:gd name="connsiteX642" fmla="*/ 2829831 w 6386648"/>
                <a:gd name="connsiteY642" fmla="*/ 1188532 h 1849426"/>
                <a:gd name="connsiteX643" fmla="*/ 2811807 w 6386648"/>
                <a:gd name="connsiteY643" fmla="*/ 1170507 h 1849426"/>
                <a:gd name="connsiteX644" fmla="*/ 2829831 w 6386648"/>
                <a:gd name="connsiteY644" fmla="*/ 1152483 h 1849426"/>
                <a:gd name="connsiteX645" fmla="*/ 2253050 w 6386648"/>
                <a:gd name="connsiteY645" fmla="*/ 1152483 h 1849426"/>
                <a:gd name="connsiteX646" fmla="*/ 2271075 w 6386648"/>
                <a:gd name="connsiteY646" fmla="*/ 1170507 h 1849426"/>
                <a:gd name="connsiteX647" fmla="*/ 2253050 w 6386648"/>
                <a:gd name="connsiteY647" fmla="*/ 1188532 h 1849426"/>
                <a:gd name="connsiteX648" fmla="*/ 2235026 w 6386648"/>
                <a:gd name="connsiteY648" fmla="*/ 1170507 h 1849426"/>
                <a:gd name="connsiteX649" fmla="*/ 2253050 w 6386648"/>
                <a:gd name="connsiteY649" fmla="*/ 1152483 h 1849426"/>
                <a:gd name="connsiteX650" fmla="*/ 1994700 w 6386648"/>
                <a:gd name="connsiteY650" fmla="*/ 1146474 h 1849426"/>
                <a:gd name="connsiteX651" fmla="*/ 2012725 w 6386648"/>
                <a:gd name="connsiteY651" fmla="*/ 1164498 h 1849426"/>
                <a:gd name="connsiteX652" fmla="*/ 1994700 w 6386648"/>
                <a:gd name="connsiteY652" fmla="*/ 1182523 h 1849426"/>
                <a:gd name="connsiteX653" fmla="*/ 1976676 w 6386648"/>
                <a:gd name="connsiteY653" fmla="*/ 1164498 h 1849426"/>
                <a:gd name="connsiteX654" fmla="*/ 1994700 w 6386648"/>
                <a:gd name="connsiteY654" fmla="*/ 1146474 h 1849426"/>
                <a:gd name="connsiteX655" fmla="*/ 1718326 w 6386648"/>
                <a:gd name="connsiteY655" fmla="*/ 1146474 h 1849426"/>
                <a:gd name="connsiteX656" fmla="*/ 1736351 w 6386648"/>
                <a:gd name="connsiteY656" fmla="*/ 1164498 h 1849426"/>
                <a:gd name="connsiteX657" fmla="*/ 1718326 w 6386648"/>
                <a:gd name="connsiteY657" fmla="*/ 1182523 h 1849426"/>
                <a:gd name="connsiteX658" fmla="*/ 1700302 w 6386648"/>
                <a:gd name="connsiteY658" fmla="*/ 1164498 h 1849426"/>
                <a:gd name="connsiteX659" fmla="*/ 1718326 w 6386648"/>
                <a:gd name="connsiteY659" fmla="*/ 1146474 h 1849426"/>
                <a:gd name="connsiteX660" fmla="*/ 1129529 w 6386648"/>
                <a:gd name="connsiteY660" fmla="*/ 1146474 h 1849426"/>
                <a:gd name="connsiteX661" fmla="*/ 1147554 w 6386648"/>
                <a:gd name="connsiteY661" fmla="*/ 1164498 h 1849426"/>
                <a:gd name="connsiteX662" fmla="*/ 1129529 w 6386648"/>
                <a:gd name="connsiteY662" fmla="*/ 1182523 h 1849426"/>
                <a:gd name="connsiteX663" fmla="*/ 1111505 w 6386648"/>
                <a:gd name="connsiteY663" fmla="*/ 1164498 h 1849426"/>
                <a:gd name="connsiteX664" fmla="*/ 1129529 w 6386648"/>
                <a:gd name="connsiteY664" fmla="*/ 1146474 h 1849426"/>
                <a:gd name="connsiteX665" fmla="*/ 498674 w 6386648"/>
                <a:gd name="connsiteY665" fmla="*/ 1140466 h 1849426"/>
                <a:gd name="connsiteX666" fmla="*/ 516699 w 6386648"/>
                <a:gd name="connsiteY666" fmla="*/ 1158490 h 1849426"/>
                <a:gd name="connsiteX667" fmla="*/ 498674 w 6386648"/>
                <a:gd name="connsiteY667" fmla="*/ 1176515 h 1849426"/>
                <a:gd name="connsiteX668" fmla="*/ 480650 w 6386648"/>
                <a:gd name="connsiteY668" fmla="*/ 1158490 h 1849426"/>
                <a:gd name="connsiteX669" fmla="*/ 498674 w 6386648"/>
                <a:gd name="connsiteY669" fmla="*/ 1140466 h 1849426"/>
                <a:gd name="connsiteX670" fmla="*/ 3707019 w 6386648"/>
                <a:gd name="connsiteY670" fmla="*/ 1134458 h 1849426"/>
                <a:gd name="connsiteX671" fmla="*/ 3725044 w 6386648"/>
                <a:gd name="connsiteY671" fmla="*/ 1152482 h 1849426"/>
                <a:gd name="connsiteX672" fmla="*/ 3707019 w 6386648"/>
                <a:gd name="connsiteY672" fmla="*/ 1170507 h 1849426"/>
                <a:gd name="connsiteX673" fmla="*/ 3688994 w 6386648"/>
                <a:gd name="connsiteY673" fmla="*/ 1152482 h 1849426"/>
                <a:gd name="connsiteX674" fmla="*/ 3707019 w 6386648"/>
                <a:gd name="connsiteY674" fmla="*/ 1134458 h 1849426"/>
                <a:gd name="connsiteX675" fmla="*/ 799081 w 6386648"/>
                <a:gd name="connsiteY675" fmla="*/ 1134458 h 1849426"/>
                <a:gd name="connsiteX676" fmla="*/ 817106 w 6386648"/>
                <a:gd name="connsiteY676" fmla="*/ 1152482 h 1849426"/>
                <a:gd name="connsiteX677" fmla="*/ 799081 w 6386648"/>
                <a:gd name="connsiteY677" fmla="*/ 1170507 h 1849426"/>
                <a:gd name="connsiteX678" fmla="*/ 781057 w 6386648"/>
                <a:gd name="connsiteY678" fmla="*/ 1152482 h 1849426"/>
                <a:gd name="connsiteX679" fmla="*/ 799081 w 6386648"/>
                <a:gd name="connsiteY679" fmla="*/ 1134458 h 1849426"/>
                <a:gd name="connsiteX680" fmla="*/ 384520 w 6386648"/>
                <a:gd name="connsiteY680" fmla="*/ 1134458 h 1849426"/>
                <a:gd name="connsiteX681" fmla="*/ 402545 w 6386648"/>
                <a:gd name="connsiteY681" fmla="*/ 1152482 h 1849426"/>
                <a:gd name="connsiteX682" fmla="*/ 384520 w 6386648"/>
                <a:gd name="connsiteY682" fmla="*/ 1170507 h 1849426"/>
                <a:gd name="connsiteX683" fmla="*/ 366496 w 6386648"/>
                <a:gd name="connsiteY683" fmla="*/ 1152482 h 1849426"/>
                <a:gd name="connsiteX684" fmla="*/ 384520 w 6386648"/>
                <a:gd name="connsiteY684" fmla="*/ 1134458 h 1849426"/>
                <a:gd name="connsiteX685" fmla="*/ 3935328 w 6386648"/>
                <a:gd name="connsiteY685" fmla="*/ 1128450 h 1849426"/>
                <a:gd name="connsiteX686" fmla="*/ 3953353 w 6386648"/>
                <a:gd name="connsiteY686" fmla="*/ 1146475 h 1849426"/>
                <a:gd name="connsiteX687" fmla="*/ 3935328 w 6386648"/>
                <a:gd name="connsiteY687" fmla="*/ 1164499 h 1849426"/>
                <a:gd name="connsiteX688" fmla="*/ 3917304 w 6386648"/>
                <a:gd name="connsiteY688" fmla="*/ 1146475 h 1849426"/>
                <a:gd name="connsiteX689" fmla="*/ 3935328 w 6386648"/>
                <a:gd name="connsiteY689" fmla="*/ 1128450 h 1849426"/>
                <a:gd name="connsiteX690" fmla="*/ 1514049 w 6386648"/>
                <a:gd name="connsiteY690" fmla="*/ 1128450 h 1849426"/>
                <a:gd name="connsiteX691" fmla="*/ 1532074 w 6386648"/>
                <a:gd name="connsiteY691" fmla="*/ 1146475 h 1849426"/>
                <a:gd name="connsiteX692" fmla="*/ 1514049 w 6386648"/>
                <a:gd name="connsiteY692" fmla="*/ 1164499 h 1849426"/>
                <a:gd name="connsiteX693" fmla="*/ 1496025 w 6386648"/>
                <a:gd name="connsiteY693" fmla="*/ 1146475 h 1849426"/>
                <a:gd name="connsiteX694" fmla="*/ 1514049 w 6386648"/>
                <a:gd name="connsiteY694" fmla="*/ 1128450 h 1849426"/>
                <a:gd name="connsiteX695" fmla="*/ 4650296 w 6386648"/>
                <a:gd name="connsiteY695" fmla="*/ 1122442 h 1849426"/>
                <a:gd name="connsiteX696" fmla="*/ 4668321 w 6386648"/>
                <a:gd name="connsiteY696" fmla="*/ 1140466 h 1849426"/>
                <a:gd name="connsiteX697" fmla="*/ 4650296 w 6386648"/>
                <a:gd name="connsiteY697" fmla="*/ 1158491 h 1849426"/>
                <a:gd name="connsiteX698" fmla="*/ 4632272 w 6386648"/>
                <a:gd name="connsiteY698" fmla="*/ 1140466 h 1849426"/>
                <a:gd name="connsiteX699" fmla="*/ 4650296 w 6386648"/>
                <a:gd name="connsiteY699" fmla="*/ 1122442 h 1849426"/>
                <a:gd name="connsiteX700" fmla="*/ 4073515 w 6386648"/>
                <a:gd name="connsiteY700" fmla="*/ 1122442 h 1849426"/>
                <a:gd name="connsiteX701" fmla="*/ 4091540 w 6386648"/>
                <a:gd name="connsiteY701" fmla="*/ 1140466 h 1849426"/>
                <a:gd name="connsiteX702" fmla="*/ 4073515 w 6386648"/>
                <a:gd name="connsiteY702" fmla="*/ 1158491 h 1849426"/>
                <a:gd name="connsiteX703" fmla="*/ 4055491 w 6386648"/>
                <a:gd name="connsiteY703" fmla="*/ 1140466 h 1849426"/>
                <a:gd name="connsiteX704" fmla="*/ 4073515 w 6386648"/>
                <a:gd name="connsiteY704" fmla="*/ 1122442 h 1849426"/>
                <a:gd name="connsiteX705" fmla="*/ 2475351 w 6386648"/>
                <a:gd name="connsiteY705" fmla="*/ 1122442 h 1849426"/>
                <a:gd name="connsiteX706" fmla="*/ 2493376 w 6386648"/>
                <a:gd name="connsiteY706" fmla="*/ 1140466 h 1849426"/>
                <a:gd name="connsiteX707" fmla="*/ 2475351 w 6386648"/>
                <a:gd name="connsiteY707" fmla="*/ 1158491 h 1849426"/>
                <a:gd name="connsiteX708" fmla="*/ 2457326 w 6386648"/>
                <a:gd name="connsiteY708" fmla="*/ 1140466 h 1849426"/>
                <a:gd name="connsiteX709" fmla="*/ 2475351 w 6386648"/>
                <a:gd name="connsiteY709" fmla="*/ 1122442 h 1849426"/>
                <a:gd name="connsiteX710" fmla="*/ 1393887 w 6386648"/>
                <a:gd name="connsiteY710" fmla="*/ 1122442 h 1849426"/>
                <a:gd name="connsiteX711" fmla="*/ 1411912 w 6386648"/>
                <a:gd name="connsiteY711" fmla="*/ 1140466 h 1849426"/>
                <a:gd name="connsiteX712" fmla="*/ 1393887 w 6386648"/>
                <a:gd name="connsiteY712" fmla="*/ 1158491 h 1849426"/>
                <a:gd name="connsiteX713" fmla="*/ 1375863 w 6386648"/>
                <a:gd name="connsiteY713" fmla="*/ 1140466 h 1849426"/>
                <a:gd name="connsiteX714" fmla="*/ 1393887 w 6386648"/>
                <a:gd name="connsiteY714" fmla="*/ 1122442 h 1849426"/>
                <a:gd name="connsiteX715" fmla="*/ 3058140 w 6386648"/>
                <a:gd name="connsiteY715" fmla="*/ 1116434 h 1849426"/>
                <a:gd name="connsiteX716" fmla="*/ 3076165 w 6386648"/>
                <a:gd name="connsiteY716" fmla="*/ 1134458 h 1849426"/>
                <a:gd name="connsiteX717" fmla="*/ 3058140 w 6386648"/>
                <a:gd name="connsiteY717" fmla="*/ 1152483 h 1849426"/>
                <a:gd name="connsiteX718" fmla="*/ 3040116 w 6386648"/>
                <a:gd name="connsiteY718" fmla="*/ 1134458 h 1849426"/>
                <a:gd name="connsiteX719" fmla="*/ 3058140 w 6386648"/>
                <a:gd name="connsiteY719" fmla="*/ 1116434 h 1849426"/>
                <a:gd name="connsiteX720" fmla="*/ 4800499 w 6386648"/>
                <a:gd name="connsiteY720" fmla="*/ 1092401 h 1849426"/>
                <a:gd name="connsiteX721" fmla="*/ 4818524 w 6386648"/>
                <a:gd name="connsiteY721" fmla="*/ 1110425 h 1849426"/>
                <a:gd name="connsiteX722" fmla="*/ 4800499 w 6386648"/>
                <a:gd name="connsiteY722" fmla="*/ 1128450 h 1849426"/>
                <a:gd name="connsiteX723" fmla="*/ 4782475 w 6386648"/>
                <a:gd name="connsiteY723" fmla="*/ 1110425 h 1849426"/>
                <a:gd name="connsiteX724" fmla="*/ 4800499 w 6386648"/>
                <a:gd name="connsiteY724" fmla="*/ 1092401 h 1849426"/>
                <a:gd name="connsiteX725" fmla="*/ 2349180 w 6386648"/>
                <a:gd name="connsiteY725" fmla="*/ 1092401 h 1849426"/>
                <a:gd name="connsiteX726" fmla="*/ 2367205 w 6386648"/>
                <a:gd name="connsiteY726" fmla="*/ 1110425 h 1849426"/>
                <a:gd name="connsiteX727" fmla="*/ 2349180 w 6386648"/>
                <a:gd name="connsiteY727" fmla="*/ 1128450 h 1849426"/>
                <a:gd name="connsiteX728" fmla="*/ 2331156 w 6386648"/>
                <a:gd name="connsiteY728" fmla="*/ 1110425 h 1849426"/>
                <a:gd name="connsiteX729" fmla="*/ 2349180 w 6386648"/>
                <a:gd name="connsiteY729" fmla="*/ 1092401 h 1849426"/>
                <a:gd name="connsiteX730" fmla="*/ 931260 w 6386648"/>
                <a:gd name="connsiteY730" fmla="*/ 1092401 h 1849426"/>
                <a:gd name="connsiteX731" fmla="*/ 949285 w 6386648"/>
                <a:gd name="connsiteY731" fmla="*/ 1110425 h 1849426"/>
                <a:gd name="connsiteX732" fmla="*/ 931260 w 6386648"/>
                <a:gd name="connsiteY732" fmla="*/ 1128450 h 1849426"/>
                <a:gd name="connsiteX733" fmla="*/ 913236 w 6386648"/>
                <a:gd name="connsiteY733" fmla="*/ 1110425 h 1849426"/>
                <a:gd name="connsiteX734" fmla="*/ 931260 w 6386648"/>
                <a:gd name="connsiteY734" fmla="*/ 1092401 h 1849426"/>
                <a:gd name="connsiteX735" fmla="*/ 4986752 w 6386648"/>
                <a:gd name="connsiteY735" fmla="*/ 1086393 h 1849426"/>
                <a:gd name="connsiteX736" fmla="*/ 5004777 w 6386648"/>
                <a:gd name="connsiteY736" fmla="*/ 1104417 h 1849426"/>
                <a:gd name="connsiteX737" fmla="*/ 4986752 w 6386648"/>
                <a:gd name="connsiteY737" fmla="*/ 1122442 h 1849426"/>
                <a:gd name="connsiteX738" fmla="*/ 4968728 w 6386648"/>
                <a:gd name="connsiteY738" fmla="*/ 1104417 h 1849426"/>
                <a:gd name="connsiteX739" fmla="*/ 4986752 w 6386648"/>
                <a:gd name="connsiteY739" fmla="*/ 1086393 h 1849426"/>
                <a:gd name="connsiteX740" fmla="*/ 3815165 w 6386648"/>
                <a:gd name="connsiteY740" fmla="*/ 1086393 h 1849426"/>
                <a:gd name="connsiteX741" fmla="*/ 3833190 w 6386648"/>
                <a:gd name="connsiteY741" fmla="*/ 1104417 h 1849426"/>
                <a:gd name="connsiteX742" fmla="*/ 3815165 w 6386648"/>
                <a:gd name="connsiteY742" fmla="*/ 1122442 h 1849426"/>
                <a:gd name="connsiteX743" fmla="*/ 3797141 w 6386648"/>
                <a:gd name="connsiteY743" fmla="*/ 1104417 h 1849426"/>
                <a:gd name="connsiteX744" fmla="*/ 3815165 w 6386648"/>
                <a:gd name="connsiteY744" fmla="*/ 1086393 h 1849426"/>
                <a:gd name="connsiteX745" fmla="*/ 3586856 w 6386648"/>
                <a:gd name="connsiteY745" fmla="*/ 1086393 h 1849426"/>
                <a:gd name="connsiteX746" fmla="*/ 3604881 w 6386648"/>
                <a:gd name="connsiteY746" fmla="*/ 1104417 h 1849426"/>
                <a:gd name="connsiteX747" fmla="*/ 3586856 w 6386648"/>
                <a:gd name="connsiteY747" fmla="*/ 1122442 h 1849426"/>
                <a:gd name="connsiteX748" fmla="*/ 3568831 w 6386648"/>
                <a:gd name="connsiteY748" fmla="*/ 1104417 h 1849426"/>
                <a:gd name="connsiteX749" fmla="*/ 3586856 w 6386648"/>
                <a:gd name="connsiteY749" fmla="*/ 1086393 h 1849426"/>
                <a:gd name="connsiteX750" fmla="*/ 3166287 w 6386648"/>
                <a:gd name="connsiteY750" fmla="*/ 1086393 h 1849426"/>
                <a:gd name="connsiteX751" fmla="*/ 3184312 w 6386648"/>
                <a:gd name="connsiteY751" fmla="*/ 1104417 h 1849426"/>
                <a:gd name="connsiteX752" fmla="*/ 3166287 w 6386648"/>
                <a:gd name="connsiteY752" fmla="*/ 1122442 h 1849426"/>
                <a:gd name="connsiteX753" fmla="*/ 3148262 w 6386648"/>
                <a:gd name="connsiteY753" fmla="*/ 1104417 h 1849426"/>
                <a:gd name="connsiteX754" fmla="*/ 3166287 w 6386648"/>
                <a:gd name="connsiteY754" fmla="*/ 1086393 h 1849426"/>
                <a:gd name="connsiteX755" fmla="*/ 2595514 w 6386648"/>
                <a:gd name="connsiteY755" fmla="*/ 1086393 h 1849426"/>
                <a:gd name="connsiteX756" fmla="*/ 2613539 w 6386648"/>
                <a:gd name="connsiteY756" fmla="*/ 1104417 h 1849426"/>
                <a:gd name="connsiteX757" fmla="*/ 2595514 w 6386648"/>
                <a:gd name="connsiteY757" fmla="*/ 1122442 h 1849426"/>
                <a:gd name="connsiteX758" fmla="*/ 2577489 w 6386648"/>
                <a:gd name="connsiteY758" fmla="*/ 1104417 h 1849426"/>
                <a:gd name="connsiteX759" fmla="*/ 2595514 w 6386648"/>
                <a:gd name="connsiteY759" fmla="*/ 1086393 h 1849426"/>
                <a:gd name="connsiteX760" fmla="*/ 1628204 w 6386648"/>
                <a:gd name="connsiteY760" fmla="*/ 1074377 h 1849426"/>
                <a:gd name="connsiteX761" fmla="*/ 1646229 w 6386648"/>
                <a:gd name="connsiteY761" fmla="*/ 1092401 h 1849426"/>
                <a:gd name="connsiteX762" fmla="*/ 1628204 w 6386648"/>
                <a:gd name="connsiteY762" fmla="*/ 1110426 h 1849426"/>
                <a:gd name="connsiteX763" fmla="*/ 1610180 w 6386648"/>
                <a:gd name="connsiteY763" fmla="*/ 1092401 h 1849426"/>
                <a:gd name="connsiteX764" fmla="*/ 1628204 w 6386648"/>
                <a:gd name="connsiteY764" fmla="*/ 1074377 h 1849426"/>
                <a:gd name="connsiteX765" fmla="*/ 642870 w 6386648"/>
                <a:gd name="connsiteY765" fmla="*/ 1074377 h 1849426"/>
                <a:gd name="connsiteX766" fmla="*/ 660895 w 6386648"/>
                <a:gd name="connsiteY766" fmla="*/ 1092401 h 1849426"/>
                <a:gd name="connsiteX767" fmla="*/ 642870 w 6386648"/>
                <a:gd name="connsiteY767" fmla="*/ 1110426 h 1849426"/>
                <a:gd name="connsiteX768" fmla="*/ 624846 w 6386648"/>
                <a:gd name="connsiteY768" fmla="*/ 1092401 h 1849426"/>
                <a:gd name="connsiteX769" fmla="*/ 642870 w 6386648"/>
                <a:gd name="connsiteY769" fmla="*/ 1074377 h 1849426"/>
                <a:gd name="connsiteX770" fmla="*/ 2925961 w 6386648"/>
                <a:gd name="connsiteY770" fmla="*/ 1068369 h 1849426"/>
                <a:gd name="connsiteX771" fmla="*/ 2943986 w 6386648"/>
                <a:gd name="connsiteY771" fmla="*/ 1086394 h 1849426"/>
                <a:gd name="connsiteX772" fmla="*/ 2925961 w 6386648"/>
                <a:gd name="connsiteY772" fmla="*/ 1104418 h 1849426"/>
                <a:gd name="connsiteX773" fmla="*/ 2907936 w 6386648"/>
                <a:gd name="connsiteY773" fmla="*/ 1086394 h 1849426"/>
                <a:gd name="connsiteX774" fmla="*/ 2925961 w 6386648"/>
                <a:gd name="connsiteY774" fmla="*/ 1068369 h 1849426"/>
                <a:gd name="connsiteX775" fmla="*/ 3424636 w 6386648"/>
                <a:gd name="connsiteY775" fmla="*/ 1062360 h 1849426"/>
                <a:gd name="connsiteX776" fmla="*/ 3442661 w 6386648"/>
                <a:gd name="connsiteY776" fmla="*/ 1080384 h 1849426"/>
                <a:gd name="connsiteX777" fmla="*/ 3424636 w 6386648"/>
                <a:gd name="connsiteY777" fmla="*/ 1098409 h 1849426"/>
                <a:gd name="connsiteX778" fmla="*/ 3406612 w 6386648"/>
                <a:gd name="connsiteY778" fmla="*/ 1080384 h 1849426"/>
                <a:gd name="connsiteX779" fmla="*/ 3424636 w 6386648"/>
                <a:gd name="connsiteY779" fmla="*/ 1062360 h 1849426"/>
                <a:gd name="connsiteX780" fmla="*/ 1249691 w 6386648"/>
                <a:gd name="connsiteY780" fmla="*/ 1062360 h 1849426"/>
                <a:gd name="connsiteX781" fmla="*/ 1267716 w 6386648"/>
                <a:gd name="connsiteY781" fmla="*/ 1080384 h 1849426"/>
                <a:gd name="connsiteX782" fmla="*/ 1249691 w 6386648"/>
                <a:gd name="connsiteY782" fmla="*/ 1098409 h 1849426"/>
                <a:gd name="connsiteX783" fmla="*/ 1231667 w 6386648"/>
                <a:gd name="connsiteY783" fmla="*/ 1080384 h 1849426"/>
                <a:gd name="connsiteX784" fmla="*/ 1249691 w 6386648"/>
                <a:gd name="connsiteY784" fmla="*/ 1062360 h 1849426"/>
                <a:gd name="connsiteX785" fmla="*/ 1075456 w 6386648"/>
                <a:gd name="connsiteY785" fmla="*/ 1062360 h 1849426"/>
                <a:gd name="connsiteX786" fmla="*/ 1093480 w 6386648"/>
                <a:gd name="connsiteY786" fmla="*/ 1080384 h 1849426"/>
                <a:gd name="connsiteX787" fmla="*/ 1075456 w 6386648"/>
                <a:gd name="connsiteY787" fmla="*/ 1098409 h 1849426"/>
                <a:gd name="connsiteX788" fmla="*/ 1057431 w 6386648"/>
                <a:gd name="connsiteY788" fmla="*/ 1080384 h 1849426"/>
                <a:gd name="connsiteX789" fmla="*/ 1075456 w 6386648"/>
                <a:gd name="connsiteY789" fmla="*/ 1062360 h 1849426"/>
                <a:gd name="connsiteX790" fmla="*/ 1928611 w 6386648"/>
                <a:gd name="connsiteY790" fmla="*/ 1056352 h 1849426"/>
                <a:gd name="connsiteX791" fmla="*/ 1946636 w 6386648"/>
                <a:gd name="connsiteY791" fmla="*/ 1074376 h 1849426"/>
                <a:gd name="connsiteX792" fmla="*/ 1928611 w 6386648"/>
                <a:gd name="connsiteY792" fmla="*/ 1092401 h 1849426"/>
                <a:gd name="connsiteX793" fmla="*/ 1910587 w 6386648"/>
                <a:gd name="connsiteY793" fmla="*/ 1074376 h 1849426"/>
                <a:gd name="connsiteX794" fmla="*/ 1928611 w 6386648"/>
                <a:gd name="connsiteY794" fmla="*/ 1056352 h 1849426"/>
                <a:gd name="connsiteX795" fmla="*/ 2709668 w 6386648"/>
                <a:gd name="connsiteY795" fmla="*/ 1044336 h 1849426"/>
                <a:gd name="connsiteX796" fmla="*/ 2727693 w 6386648"/>
                <a:gd name="connsiteY796" fmla="*/ 1062360 h 1849426"/>
                <a:gd name="connsiteX797" fmla="*/ 2709668 w 6386648"/>
                <a:gd name="connsiteY797" fmla="*/ 1080385 h 1849426"/>
                <a:gd name="connsiteX798" fmla="*/ 2691644 w 6386648"/>
                <a:gd name="connsiteY798" fmla="*/ 1062360 h 1849426"/>
                <a:gd name="connsiteX799" fmla="*/ 2709668 w 6386648"/>
                <a:gd name="connsiteY799" fmla="*/ 1044336 h 1849426"/>
                <a:gd name="connsiteX800" fmla="*/ 1784415 w 6386648"/>
                <a:gd name="connsiteY800" fmla="*/ 1044336 h 1849426"/>
                <a:gd name="connsiteX801" fmla="*/ 1802440 w 6386648"/>
                <a:gd name="connsiteY801" fmla="*/ 1062360 h 1849426"/>
                <a:gd name="connsiteX802" fmla="*/ 1784415 w 6386648"/>
                <a:gd name="connsiteY802" fmla="*/ 1080385 h 1849426"/>
                <a:gd name="connsiteX803" fmla="*/ 1766391 w 6386648"/>
                <a:gd name="connsiteY803" fmla="*/ 1062360 h 1849426"/>
                <a:gd name="connsiteX804" fmla="*/ 1784415 w 6386648"/>
                <a:gd name="connsiteY804" fmla="*/ 1044336 h 1849426"/>
                <a:gd name="connsiteX805" fmla="*/ 3292457 w 6386648"/>
                <a:gd name="connsiteY805" fmla="*/ 1038328 h 1849426"/>
                <a:gd name="connsiteX806" fmla="*/ 3310482 w 6386648"/>
                <a:gd name="connsiteY806" fmla="*/ 1056353 h 1849426"/>
                <a:gd name="connsiteX807" fmla="*/ 3292457 w 6386648"/>
                <a:gd name="connsiteY807" fmla="*/ 1074377 h 1849426"/>
                <a:gd name="connsiteX808" fmla="*/ 3274433 w 6386648"/>
                <a:gd name="connsiteY808" fmla="*/ 1056353 h 1849426"/>
                <a:gd name="connsiteX809" fmla="*/ 3292457 w 6386648"/>
                <a:gd name="connsiteY809" fmla="*/ 1038328 h 1849426"/>
                <a:gd name="connsiteX810" fmla="*/ 2198977 w 6386648"/>
                <a:gd name="connsiteY810" fmla="*/ 1038328 h 1849426"/>
                <a:gd name="connsiteX811" fmla="*/ 2217002 w 6386648"/>
                <a:gd name="connsiteY811" fmla="*/ 1056353 h 1849426"/>
                <a:gd name="connsiteX812" fmla="*/ 2198977 w 6386648"/>
                <a:gd name="connsiteY812" fmla="*/ 1074377 h 1849426"/>
                <a:gd name="connsiteX813" fmla="*/ 2180953 w 6386648"/>
                <a:gd name="connsiteY813" fmla="*/ 1056353 h 1849426"/>
                <a:gd name="connsiteX814" fmla="*/ 2198977 w 6386648"/>
                <a:gd name="connsiteY814" fmla="*/ 1038328 h 1849426"/>
                <a:gd name="connsiteX815" fmla="*/ 2078814 w 6386648"/>
                <a:gd name="connsiteY815" fmla="*/ 1032320 h 1849426"/>
                <a:gd name="connsiteX816" fmla="*/ 2096839 w 6386648"/>
                <a:gd name="connsiteY816" fmla="*/ 1050344 h 1849426"/>
                <a:gd name="connsiteX817" fmla="*/ 2078814 w 6386648"/>
                <a:gd name="connsiteY817" fmla="*/ 1068369 h 1849426"/>
                <a:gd name="connsiteX818" fmla="*/ 2060790 w 6386648"/>
                <a:gd name="connsiteY818" fmla="*/ 1050344 h 1849426"/>
                <a:gd name="connsiteX819" fmla="*/ 2078814 w 6386648"/>
                <a:gd name="connsiteY819" fmla="*/ 1032320 h 1849426"/>
                <a:gd name="connsiteX820" fmla="*/ 3983393 w 6386648"/>
                <a:gd name="connsiteY820" fmla="*/ 1026312 h 1849426"/>
                <a:gd name="connsiteX821" fmla="*/ 4001418 w 6386648"/>
                <a:gd name="connsiteY821" fmla="*/ 1044336 h 1849426"/>
                <a:gd name="connsiteX822" fmla="*/ 3983393 w 6386648"/>
                <a:gd name="connsiteY822" fmla="*/ 1062361 h 1849426"/>
                <a:gd name="connsiteX823" fmla="*/ 3965369 w 6386648"/>
                <a:gd name="connsiteY823" fmla="*/ 1044336 h 1849426"/>
                <a:gd name="connsiteX824" fmla="*/ 3983393 w 6386648"/>
                <a:gd name="connsiteY824" fmla="*/ 1026312 h 1849426"/>
                <a:gd name="connsiteX825" fmla="*/ 817106 w 6386648"/>
                <a:gd name="connsiteY825" fmla="*/ 1020304 h 1849426"/>
                <a:gd name="connsiteX826" fmla="*/ 829123 w 6386648"/>
                <a:gd name="connsiteY826" fmla="*/ 1032320 h 1849426"/>
                <a:gd name="connsiteX827" fmla="*/ 817106 w 6386648"/>
                <a:gd name="connsiteY827" fmla="*/ 1044336 h 1849426"/>
                <a:gd name="connsiteX828" fmla="*/ 805090 w 6386648"/>
                <a:gd name="connsiteY828" fmla="*/ 1032320 h 1849426"/>
                <a:gd name="connsiteX829" fmla="*/ 817106 w 6386648"/>
                <a:gd name="connsiteY829" fmla="*/ 1020304 h 1849426"/>
                <a:gd name="connsiteX830" fmla="*/ 2817815 w 6386648"/>
                <a:gd name="connsiteY830" fmla="*/ 1014295 h 1849426"/>
                <a:gd name="connsiteX831" fmla="*/ 2835840 w 6386648"/>
                <a:gd name="connsiteY831" fmla="*/ 1032319 h 1849426"/>
                <a:gd name="connsiteX832" fmla="*/ 2817815 w 6386648"/>
                <a:gd name="connsiteY832" fmla="*/ 1050344 h 1849426"/>
                <a:gd name="connsiteX833" fmla="*/ 2799791 w 6386648"/>
                <a:gd name="connsiteY833" fmla="*/ 1032319 h 1849426"/>
                <a:gd name="connsiteX834" fmla="*/ 2817815 w 6386648"/>
                <a:gd name="connsiteY834" fmla="*/ 1014295 h 1849426"/>
                <a:gd name="connsiteX835" fmla="*/ 2445310 w 6386648"/>
                <a:gd name="connsiteY835" fmla="*/ 1014295 h 1849426"/>
                <a:gd name="connsiteX836" fmla="*/ 2463335 w 6386648"/>
                <a:gd name="connsiteY836" fmla="*/ 1032319 h 1849426"/>
                <a:gd name="connsiteX837" fmla="*/ 2445310 w 6386648"/>
                <a:gd name="connsiteY837" fmla="*/ 1050344 h 1849426"/>
                <a:gd name="connsiteX838" fmla="*/ 2427285 w 6386648"/>
                <a:gd name="connsiteY838" fmla="*/ 1032319 h 1849426"/>
                <a:gd name="connsiteX839" fmla="*/ 2445310 w 6386648"/>
                <a:gd name="connsiteY839" fmla="*/ 1014295 h 1849426"/>
                <a:gd name="connsiteX840" fmla="*/ 420569 w 6386648"/>
                <a:gd name="connsiteY840" fmla="*/ 1014295 h 1849426"/>
                <a:gd name="connsiteX841" fmla="*/ 438594 w 6386648"/>
                <a:gd name="connsiteY841" fmla="*/ 1032319 h 1849426"/>
                <a:gd name="connsiteX842" fmla="*/ 420569 w 6386648"/>
                <a:gd name="connsiteY842" fmla="*/ 1050344 h 1849426"/>
                <a:gd name="connsiteX843" fmla="*/ 402545 w 6386648"/>
                <a:gd name="connsiteY843" fmla="*/ 1032319 h 1849426"/>
                <a:gd name="connsiteX844" fmla="*/ 420569 w 6386648"/>
                <a:gd name="connsiteY844" fmla="*/ 1014295 h 1849426"/>
                <a:gd name="connsiteX845" fmla="*/ 1520057 w 6386648"/>
                <a:gd name="connsiteY845" fmla="*/ 1008287 h 1849426"/>
                <a:gd name="connsiteX846" fmla="*/ 1538082 w 6386648"/>
                <a:gd name="connsiteY846" fmla="*/ 1026312 h 1849426"/>
                <a:gd name="connsiteX847" fmla="*/ 1520057 w 6386648"/>
                <a:gd name="connsiteY847" fmla="*/ 1044336 h 1849426"/>
                <a:gd name="connsiteX848" fmla="*/ 1502033 w 6386648"/>
                <a:gd name="connsiteY848" fmla="*/ 1026312 h 1849426"/>
                <a:gd name="connsiteX849" fmla="*/ 1520057 w 6386648"/>
                <a:gd name="connsiteY849" fmla="*/ 1008287 h 1849426"/>
                <a:gd name="connsiteX850" fmla="*/ 1387878 w 6386648"/>
                <a:gd name="connsiteY850" fmla="*/ 1008287 h 1849426"/>
                <a:gd name="connsiteX851" fmla="*/ 1405903 w 6386648"/>
                <a:gd name="connsiteY851" fmla="*/ 1026312 h 1849426"/>
                <a:gd name="connsiteX852" fmla="*/ 1387878 w 6386648"/>
                <a:gd name="connsiteY852" fmla="*/ 1044336 h 1849426"/>
                <a:gd name="connsiteX853" fmla="*/ 1369854 w 6386648"/>
                <a:gd name="connsiteY853" fmla="*/ 1026312 h 1849426"/>
                <a:gd name="connsiteX854" fmla="*/ 1387878 w 6386648"/>
                <a:gd name="connsiteY854" fmla="*/ 1008287 h 1849426"/>
                <a:gd name="connsiteX855" fmla="*/ 534724 w 6386648"/>
                <a:gd name="connsiteY855" fmla="*/ 1008287 h 1849426"/>
                <a:gd name="connsiteX856" fmla="*/ 552748 w 6386648"/>
                <a:gd name="connsiteY856" fmla="*/ 1026312 h 1849426"/>
                <a:gd name="connsiteX857" fmla="*/ 534724 w 6386648"/>
                <a:gd name="connsiteY857" fmla="*/ 1044336 h 1849426"/>
                <a:gd name="connsiteX858" fmla="*/ 516699 w 6386648"/>
                <a:gd name="connsiteY858" fmla="*/ 1026312 h 1849426"/>
                <a:gd name="connsiteX859" fmla="*/ 534724 w 6386648"/>
                <a:gd name="connsiteY859" fmla="*/ 1008287 h 1849426"/>
                <a:gd name="connsiteX860" fmla="*/ 3016083 w 6386648"/>
                <a:gd name="connsiteY860" fmla="*/ 1002279 h 1849426"/>
                <a:gd name="connsiteX861" fmla="*/ 3034108 w 6386648"/>
                <a:gd name="connsiteY861" fmla="*/ 1020303 h 1849426"/>
                <a:gd name="connsiteX862" fmla="*/ 3016083 w 6386648"/>
                <a:gd name="connsiteY862" fmla="*/ 1038328 h 1849426"/>
                <a:gd name="connsiteX863" fmla="*/ 2998058 w 6386648"/>
                <a:gd name="connsiteY863" fmla="*/ 1020303 h 1849426"/>
                <a:gd name="connsiteX864" fmla="*/ 3016083 w 6386648"/>
                <a:gd name="connsiteY864" fmla="*/ 1002279 h 1849426"/>
                <a:gd name="connsiteX865" fmla="*/ 294398 w 6386648"/>
                <a:gd name="connsiteY865" fmla="*/ 996271 h 1849426"/>
                <a:gd name="connsiteX866" fmla="*/ 312423 w 6386648"/>
                <a:gd name="connsiteY866" fmla="*/ 1014295 h 1849426"/>
                <a:gd name="connsiteX867" fmla="*/ 294398 w 6386648"/>
                <a:gd name="connsiteY867" fmla="*/ 1032320 h 1849426"/>
                <a:gd name="connsiteX868" fmla="*/ 276374 w 6386648"/>
                <a:gd name="connsiteY868" fmla="*/ 1014295 h 1849426"/>
                <a:gd name="connsiteX869" fmla="*/ 294398 w 6386648"/>
                <a:gd name="connsiteY869" fmla="*/ 996271 h 1849426"/>
                <a:gd name="connsiteX870" fmla="*/ 3676978 w 6386648"/>
                <a:gd name="connsiteY870" fmla="*/ 990263 h 1849426"/>
                <a:gd name="connsiteX871" fmla="*/ 3695003 w 6386648"/>
                <a:gd name="connsiteY871" fmla="*/ 1008287 h 1849426"/>
                <a:gd name="connsiteX872" fmla="*/ 3676978 w 6386648"/>
                <a:gd name="connsiteY872" fmla="*/ 1026312 h 1849426"/>
                <a:gd name="connsiteX873" fmla="*/ 3658953 w 6386648"/>
                <a:gd name="connsiteY873" fmla="*/ 1008287 h 1849426"/>
                <a:gd name="connsiteX874" fmla="*/ 3676978 w 6386648"/>
                <a:gd name="connsiteY874" fmla="*/ 990263 h 1849426"/>
                <a:gd name="connsiteX875" fmla="*/ 3544799 w 6386648"/>
                <a:gd name="connsiteY875" fmla="*/ 984255 h 1849426"/>
                <a:gd name="connsiteX876" fmla="*/ 3562824 w 6386648"/>
                <a:gd name="connsiteY876" fmla="*/ 1002279 h 1849426"/>
                <a:gd name="connsiteX877" fmla="*/ 3544799 w 6386648"/>
                <a:gd name="connsiteY877" fmla="*/ 1020304 h 1849426"/>
                <a:gd name="connsiteX878" fmla="*/ 3526775 w 6386648"/>
                <a:gd name="connsiteY878" fmla="*/ 1002279 h 1849426"/>
                <a:gd name="connsiteX879" fmla="*/ 3544799 w 6386648"/>
                <a:gd name="connsiteY879" fmla="*/ 984255 h 1849426"/>
                <a:gd name="connsiteX880" fmla="*/ 708959 w 6386648"/>
                <a:gd name="connsiteY880" fmla="*/ 984255 h 1849426"/>
                <a:gd name="connsiteX881" fmla="*/ 726984 w 6386648"/>
                <a:gd name="connsiteY881" fmla="*/ 1002279 h 1849426"/>
                <a:gd name="connsiteX882" fmla="*/ 708959 w 6386648"/>
                <a:gd name="connsiteY882" fmla="*/ 1020304 h 1849426"/>
                <a:gd name="connsiteX883" fmla="*/ 690935 w 6386648"/>
                <a:gd name="connsiteY883" fmla="*/ 1002279 h 1849426"/>
                <a:gd name="connsiteX884" fmla="*/ 708959 w 6386648"/>
                <a:gd name="connsiteY884" fmla="*/ 984255 h 1849426"/>
                <a:gd name="connsiteX885" fmla="*/ 3803149 w 6386648"/>
                <a:gd name="connsiteY885" fmla="*/ 978247 h 1849426"/>
                <a:gd name="connsiteX886" fmla="*/ 3821174 w 6386648"/>
                <a:gd name="connsiteY886" fmla="*/ 996272 h 1849426"/>
                <a:gd name="connsiteX887" fmla="*/ 3803149 w 6386648"/>
                <a:gd name="connsiteY887" fmla="*/ 1014296 h 1849426"/>
                <a:gd name="connsiteX888" fmla="*/ 3785125 w 6386648"/>
                <a:gd name="connsiteY888" fmla="*/ 996272 h 1849426"/>
                <a:gd name="connsiteX889" fmla="*/ 3803149 w 6386648"/>
                <a:gd name="connsiteY889" fmla="*/ 978247 h 1849426"/>
                <a:gd name="connsiteX890" fmla="*/ 1003358 w 6386648"/>
                <a:gd name="connsiteY890" fmla="*/ 978247 h 1849426"/>
                <a:gd name="connsiteX891" fmla="*/ 1021383 w 6386648"/>
                <a:gd name="connsiteY891" fmla="*/ 996272 h 1849426"/>
                <a:gd name="connsiteX892" fmla="*/ 1003358 w 6386648"/>
                <a:gd name="connsiteY892" fmla="*/ 1014296 h 1849426"/>
                <a:gd name="connsiteX893" fmla="*/ 985334 w 6386648"/>
                <a:gd name="connsiteY893" fmla="*/ 996272 h 1849426"/>
                <a:gd name="connsiteX894" fmla="*/ 1003358 w 6386648"/>
                <a:gd name="connsiteY894" fmla="*/ 978247 h 1849426"/>
                <a:gd name="connsiteX895" fmla="*/ 3196327 w 6386648"/>
                <a:gd name="connsiteY895" fmla="*/ 972238 h 1849426"/>
                <a:gd name="connsiteX896" fmla="*/ 3214352 w 6386648"/>
                <a:gd name="connsiteY896" fmla="*/ 990262 h 1849426"/>
                <a:gd name="connsiteX897" fmla="*/ 3196327 w 6386648"/>
                <a:gd name="connsiteY897" fmla="*/ 1008287 h 1849426"/>
                <a:gd name="connsiteX898" fmla="*/ 3178302 w 6386648"/>
                <a:gd name="connsiteY898" fmla="*/ 990262 h 1849426"/>
                <a:gd name="connsiteX899" fmla="*/ 3196327 w 6386648"/>
                <a:gd name="connsiteY899" fmla="*/ 972238 h 1849426"/>
                <a:gd name="connsiteX900" fmla="*/ 1183602 w 6386648"/>
                <a:gd name="connsiteY900" fmla="*/ 972238 h 1849426"/>
                <a:gd name="connsiteX901" fmla="*/ 1201627 w 6386648"/>
                <a:gd name="connsiteY901" fmla="*/ 990262 h 1849426"/>
                <a:gd name="connsiteX902" fmla="*/ 1183602 w 6386648"/>
                <a:gd name="connsiteY902" fmla="*/ 1008287 h 1849426"/>
                <a:gd name="connsiteX903" fmla="*/ 1165578 w 6386648"/>
                <a:gd name="connsiteY903" fmla="*/ 990262 h 1849426"/>
                <a:gd name="connsiteX904" fmla="*/ 1183602 w 6386648"/>
                <a:gd name="connsiteY904" fmla="*/ 972238 h 1849426"/>
                <a:gd name="connsiteX905" fmla="*/ 2271074 w 6386648"/>
                <a:gd name="connsiteY905" fmla="*/ 960222 h 1849426"/>
                <a:gd name="connsiteX906" fmla="*/ 2289099 w 6386648"/>
                <a:gd name="connsiteY906" fmla="*/ 978246 h 1849426"/>
                <a:gd name="connsiteX907" fmla="*/ 2271074 w 6386648"/>
                <a:gd name="connsiteY907" fmla="*/ 996271 h 1849426"/>
                <a:gd name="connsiteX908" fmla="*/ 2253050 w 6386648"/>
                <a:gd name="connsiteY908" fmla="*/ 978246 h 1849426"/>
                <a:gd name="connsiteX909" fmla="*/ 2271074 w 6386648"/>
                <a:gd name="connsiteY909" fmla="*/ 960222 h 1849426"/>
                <a:gd name="connsiteX910" fmla="*/ 1658245 w 6386648"/>
                <a:gd name="connsiteY910" fmla="*/ 960222 h 1849426"/>
                <a:gd name="connsiteX911" fmla="*/ 1676270 w 6386648"/>
                <a:gd name="connsiteY911" fmla="*/ 978246 h 1849426"/>
                <a:gd name="connsiteX912" fmla="*/ 1658245 w 6386648"/>
                <a:gd name="connsiteY912" fmla="*/ 996271 h 1849426"/>
                <a:gd name="connsiteX913" fmla="*/ 1640221 w 6386648"/>
                <a:gd name="connsiteY913" fmla="*/ 978246 h 1849426"/>
                <a:gd name="connsiteX914" fmla="*/ 1658245 w 6386648"/>
                <a:gd name="connsiteY914" fmla="*/ 960222 h 1849426"/>
                <a:gd name="connsiteX915" fmla="*/ 1958651 w 6386648"/>
                <a:gd name="connsiteY915" fmla="*/ 954214 h 1849426"/>
                <a:gd name="connsiteX916" fmla="*/ 1976676 w 6386648"/>
                <a:gd name="connsiteY916" fmla="*/ 972238 h 1849426"/>
                <a:gd name="connsiteX917" fmla="*/ 1958651 w 6386648"/>
                <a:gd name="connsiteY917" fmla="*/ 990263 h 1849426"/>
                <a:gd name="connsiteX918" fmla="*/ 1940627 w 6386648"/>
                <a:gd name="connsiteY918" fmla="*/ 972238 h 1849426"/>
                <a:gd name="connsiteX919" fmla="*/ 1958651 w 6386648"/>
                <a:gd name="connsiteY919" fmla="*/ 954214 h 1849426"/>
                <a:gd name="connsiteX920" fmla="*/ 2631562 w 6386648"/>
                <a:gd name="connsiteY920" fmla="*/ 948206 h 1849426"/>
                <a:gd name="connsiteX921" fmla="*/ 2649587 w 6386648"/>
                <a:gd name="connsiteY921" fmla="*/ 966231 h 1849426"/>
                <a:gd name="connsiteX922" fmla="*/ 2631562 w 6386648"/>
                <a:gd name="connsiteY922" fmla="*/ 984255 h 1849426"/>
                <a:gd name="connsiteX923" fmla="*/ 2613538 w 6386648"/>
                <a:gd name="connsiteY923" fmla="*/ 966231 h 1849426"/>
                <a:gd name="connsiteX924" fmla="*/ 2631562 w 6386648"/>
                <a:gd name="connsiteY924" fmla="*/ 948206 h 1849426"/>
                <a:gd name="connsiteX925" fmla="*/ 1838489 w 6386648"/>
                <a:gd name="connsiteY925" fmla="*/ 948206 h 1849426"/>
                <a:gd name="connsiteX926" fmla="*/ 1856514 w 6386648"/>
                <a:gd name="connsiteY926" fmla="*/ 966231 h 1849426"/>
                <a:gd name="connsiteX927" fmla="*/ 1838489 w 6386648"/>
                <a:gd name="connsiteY927" fmla="*/ 984255 h 1849426"/>
                <a:gd name="connsiteX928" fmla="*/ 1820465 w 6386648"/>
                <a:gd name="connsiteY928" fmla="*/ 966231 h 1849426"/>
                <a:gd name="connsiteX929" fmla="*/ 1838489 w 6386648"/>
                <a:gd name="connsiteY929" fmla="*/ 948206 h 1849426"/>
                <a:gd name="connsiteX930" fmla="*/ 3430644 w 6386648"/>
                <a:gd name="connsiteY930" fmla="*/ 942198 h 1849426"/>
                <a:gd name="connsiteX931" fmla="*/ 3448669 w 6386648"/>
                <a:gd name="connsiteY931" fmla="*/ 960222 h 1849426"/>
                <a:gd name="connsiteX932" fmla="*/ 3430644 w 6386648"/>
                <a:gd name="connsiteY932" fmla="*/ 978247 h 1849426"/>
                <a:gd name="connsiteX933" fmla="*/ 3412620 w 6386648"/>
                <a:gd name="connsiteY933" fmla="*/ 960222 h 1849426"/>
                <a:gd name="connsiteX934" fmla="*/ 3430644 w 6386648"/>
                <a:gd name="connsiteY934" fmla="*/ 942198 h 1849426"/>
                <a:gd name="connsiteX935" fmla="*/ 2529424 w 6386648"/>
                <a:gd name="connsiteY935" fmla="*/ 942198 h 1849426"/>
                <a:gd name="connsiteX936" fmla="*/ 2547449 w 6386648"/>
                <a:gd name="connsiteY936" fmla="*/ 960222 h 1849426"/>
                <a:gd name="connsiteX937" fmla="*/ 2529424 w 6386648"/>
                <a:gd name="connsiteY937" fmla="*/ 978247 h 1849426"/>
                <a:gd name="connsiteX938" fmla="*/ 2511400 w 6386648"/>
                <a:gd name="connsiteY938" fmla="*/ 960222 h 1849426"/>
                <a:gd name="connsiteX939" fmla="*/ 2529424 w 6386648"/>
                <a:gd name="connsiteY939" fmla="*/ 942198 h 1849426"/>
                <a:gd name="connsiteX940" fmla="*/ 889203 w 6386648"/>
                <a:gd name="connsiteY940" fmla="*/ 942198 h 1849426"/>
                <a:gd name="connsiteX941" fmla="*/ 907228 w 6386648"/>
                <a:gd name="connsiteY941" fmla="*/ 960222 h 1849426"/>
                <a:gd name="connsiteX942" fmla="*/ 889203 w 6386648"/>
                <a:gd name="connsiteY942" fmla="*/ 978247 h 1849426"/>
                <a:gd name="connsiteX943" fmla="*/ 871179 w 6386648"/>
                <a:gd name="connsiteY943" fmla="*/ 960222 h 1849426"/>
                <a:gd name="connsiteX944" fmla="*/ 889203 w 6386648"/>
                <a:gd name="connsiteY944" fmla="*/ 942198 h 1849426"/>
                <a:gd name="connsiteX945" fmla="*/ 3935328 w 6386648"/>
                <a:gd name="connsiteY945" fmla="*/ 936190 h 1849426"/>
                <a:gd name="connsiteX946" fmla="*/ 3953353 w 6386648"/>
                <a:gd name="connsiteY946" fmla="*/ 954214 h 1849426"/>
                <a:gd name="connsiteX947" fmla="*/ 3935328 w 6386648"/>
                <a:gd name="connsiteY947" fmla="*/ 972239 h 1849426"/>
                <a:gd name="connsiteX948" fmla="*/ 3917304 w 6386648"/>
                <a:gd name="connsiteY948" fmla="*/ 954214 h 1849426"/>
                <a:gd name="connsiteX949" fmla="*/ 3935328 w 6386648"/>
                <a:gd name="connsiteY949" fmla="*/ 936190 h 1849426"/>
                <a:gd name="connsiteX950" fmla="*/ 1303765 w 6386648"/>
                <a:gd name="connsiteY950" fmla="*/ 936190 h 1849426"/>
                <a:gd name="connsiteX951" fmla="*/ 1321790 w 6386648"/>
                <a:gd name="connsiteY951" fmla="*/ 954214 h 1849426"/>
                <a:gd name="connsiteX952" fmla="*/ 1303765 w 6386648"/>
                <a:gd name="connsiteY952" fmla="*/ 972239 h 1849426"/>
                <a:gd name="connsiteX953" fmla="*/ 1285741 w 6386648"/>
                <a:gd name="connsiteY953" fmla="*/ 954214 h 1849426"/>
                <a:gd name="connsiteX954" fmla="*/ 1303765 w 6386648"/>
                <a:gd name="connsiteY954" fmla="*/ 936190 h 1849426"/>
                <a:gd name="connsiteX955" fmla="*/ 600813 w 6386648"/>
                <a:gd name="connsiteY955" fmla="*/ 924173 h 1849426"/>
                <a:gd name="connsiteX956" fmla="*/ 618838 w 6386648"/>
                <a:gd name="connsiteY956" fmla="*/ 942197 h 1849426"/>
                <a:gd name="connsiteX957" fmla="*/ 600813 w 6386648"/>
                <a:gd name="connsiteY957" fmla="*/ 960222 h 1849426"/>
                <a:gd name="connsiteX958" fmla="*/ 582789 w 6386648"/>
                <a:gd name="connsiteY958" fmla="*/ 942197 h 1849426"/>
                <a:gd name="connsiteX959" fmla="*/ 600813 w 6386648"/>
                <a:gd name="connsiteY959" fmla="*/ 924173 h 1849426"/>
                <a:gd name="connsiteX960" fmla="*/ 3088181 w 6386648"/>
                <a:gd name="connsiteY960" fmla="*/ 918165 h 1849426"/>
                <a:gd name="connsiteX961" fmla="*/ 3106206 w 6386648"/>
                <a:gd name="connsiteY961" fmla="*/ 936190 h 1849426"/>
                <a:gd name="connsiteX962" fmla="*/ 3088181 w 6386648"/>
                <a:gd name="connsiteY962" fmla="*/ 954214 h 1849426"/>
                <a:gd name="connsiteX963" fmla="*/ 3070157 w 6386648"/>
                <a:gd name="connsiteY963" fmla="*/ 936190 h 1849426"/>
                <a:gd name="connsiteX964" fmla="*/ 3088181 w 6386648"/>
                <a:gd name="connsiteY964" fmla="*/ 918165 h 1849426"/>
                <a:gd name="connsiteX965" fmla="*/ 2883904 w 6386648"/>
                <a:gd name="connsiteY965" fmla="*/ 918165 h 1849426"/>
                <a:gd name="connsiteX966" fmla="*/ 2901929 w 6386648"/>
                <a:gd name="connsiteY966" fmla="*/ 936190 h 1849426"/>
                <a:gd name="connsiteX967" fmla="*/ 2883904 w 6386648"/>
                <a:gd name="connsiteY967" fmla="*/ 954214 h 1849426"/>
                <a:gd name="connsiteX968" fmla="*/ 2865880 w 6386648"/>
                <a:gd name="connsiteY968" fmla="*/ 936190 h 1849426"/>
                <a:gd name="connsiteX969" fmla="*/ 2883904 w 6386648"/>
                <a:gd name="connsiteY969" fmla="*/ 918165 h 1849426"/>
                <a:gd name="connsiteX970" fmla="*/ 2379221 w 6386648"/>
                <a:gd name="connsiteY970" fmla="*/ 918165 h 1849426"/>
                <a:gd name="connsiteX971" fmla="*/ 2397246 w 6386648"/>
                <a:gd name="connsiteY971" fmla="*/ 936190 h 1849426"/>
                <a:gd name="connsiteX972" fmla="*/ 2379221 w 6386648"/>
                <a:gd name="connsiteY972" fmla="*/ 954214 h 1849426"/>
                <a:gd name="connsiteX973" fmla="*/ 2361197 w 6386648"/>
                <a:gd name="connsiteY973" fmla="*/ 936190 h 1849426"/>
                <a:gd name="connsiteX974" fmla="*/ 2379221 w 6386648"/>
                <a:gd name="connsiteY974" fmla="*/ 918165 h 1849426"/>
                <a:gd name="connsiteX975" fmla="*/ 2120871 w 6386648"/>
                <a:gd name="connsiteY975" fmla="*/ 918165 h 1849426"/>
                <a:gd name="connsiteX976" fmla="*/ 2138896 w 6386648"/>
                <a:gd name="connsiteY976" fmla="*/ 936190 h 1849426"/>
                <a:gd name="connsiteX977" fmla="*/ 2120871 w 6386648"/>
                <a:gd name="connsiteY977" fmla="*/ 954214 h 1849426"/>
                <a:gd name="connsiteX978" fmla="*/ 2102847 w 6386648"/>
                <a:gd name="connsiteY978" fmla="*/ 936190 h 1849426"/>
                <a:gd name="connsiteX979" fmla="*/ 2120871 w 6386648"/>
                <a:gd name="connsiteY979" fmla="*/ 918165 h 1849426"/>
                <a:gd name="connsiteX980" fmla="*/ 3328506 w 6386648"/>
                <a:gd name="connsiteY980" fmla="*/ 906149 h 1849426"/>
                <a:gd name="connsiteX981" fmla="*/ 3346531 w 6386648"/>
                <a:gd name="connsiteY981" fmla="*/ 924173 h 1849426"/>
                <a:gd name="connsiteX982" fmla="*/ 3328506 w 6386648"/>
                <a:gd name="connsiteY982" fmla="*/ 942198 h 1849426"/>
                <a:gd name="connsiteX983" fmla="*/ 3310482 w 6386648"/>
                <a:gd name="connsiteY983" fmla="*/ 924173 h 1849426"/>
                <a:gd name="connsiteX984" fmla="*/ 3328506 w 6386648"/>
                <a:gd name="connsiteY984" fmla="*/ 906149 h 1849426"/>
                <a:gd name="connsiteX985" fmla="*/ 1508041 w 6386648"/>
                <a:gd name="connsiteY985" fmla="*/ 900141 h 1849426"/>
                <a:gd name="connsiteX986" fmla="*/ 1526066 w 6386648"/>
                <a:gd name="connsiteY986" fmla="*/ 918165 h 1849426"/>
                <a:gd name="connsiteX987" fmla="*/ 1508041 w 6386648"/>
                <a:gd name="connsiteY987" fmla="*/ 936190 h 1849426"/>
                <a:gd name="connsiteX988" fmla="*/ 1490017 w 6386648"/>
                <a:gd name="connsiteY988" fmla="*/ 918165 h 1849426"/>
                <a:gd name="connsiteX989" fmla="*/ 1508041 w 6386648"/>
                <a:gd name="connsiteY989" fmla="*/ 900141 h 1849426"/>
                <a:gd name="connsiteX990" fmla="*/ 2739709 w 6386648"/>
                <a:gd name="connsiteY990" fmla="*/ 894133 h 1849426"/>
                <a:gd name="connsiteX991" fmla="*/ 2757734 w 6386648"/>
                <a:gd name="connsiteY991" fmla="*/ 912157 h 1849426"/>
                <a:gd name="connsiteX992" fmla="*/ 2739709 w 6386648"/>
                <a:gd name="connsiteY992" fmla="*/ 930182 h 1849426"/>
                <a:gd name="connsiteX993" fmla="*/ 2721685 w 6386648"/>
                <a:gd name="connsiteY993" fmla="*/ 912157 h 1849426"/>
                <a:gd name="connsiteX994" fmla="*/ 2739709 w 6386648"/>
                <a:gd name="connsiteY994" fmla="*/ 894133 h 1849426"/>
                <a:gd name="connsiteX995" fmla="*/ 360487 w 6386648"/>
                <a:gd name="connsiteY995" fmla="*/ 894133 h 1849426"/>
                <a:gd name="connsiteX996" fmla="*/ 378512 w 6386648"/>
                <a:gd name="connsiteY996" fmla="*/ 912157 h 1849426"/>
                <a:gd name="connsiteX997" fmla="*/ 360487 w 6386648"/>
                <a:gd name="connsiteY997" fmla="*/ 930182 h 1849426"/>
                <a:gd name="connsiteX998" fmla="*/ 342463 w 6386648"/>
                <a:gd name="connsiteY998" fmla="*/ 912157 h 1849426"/>
                <a:gd name="connsiteX999" fmla="*/ 360487 w 6386648"/>
                <a:gd name="connsiteY999" fmla="*/ 894133 h 1849426"/>
                <a:gd name="connsiteX1000" fmla="*/ 1093480 w 6386648"/>
                <a:gd name="connsiteY1000" fmla="*/ 888125 h 1849426"/>
                <a:gd name="connsiteX1001" fmla="*/ 1111505 w 6386648"/>
                <a:gd name="connsiteY1001" fmla="*/ 906150 h 1849426"/>
                <a:gd name="connsiteX1002" fmla="*/ 1093480 w 6386648"/>
                <a:gd name="connsiteY1002" fmla="*/ 924174 h 1849426"/>
                <a:gd name="connsiteX1003" fmla="*/ 1075456 w 6386648"/>
                <a:gd name="connsiteY1003" fmla="*/ 906150 h 1849426"/>
                <a:gd name="connsiteX1004" fmla="*/ 1093480 w 6386648"/>
                <a:gd name="connsiteY1004" fmla="*/ 888125 h 1849426"/>
                <a:gd name="connsiteX1005" fmla="*/ 3707019 w 6386648"/>
                <a:gd name="connsiteY1005" fmla="*/ 882116 h 1849426"/>
                <a:gd name="connsiteX1006" fmla="*/ 3725044 w 6386648"/>
                <a:gd name="connsiteY1006" fmla="*/ 900140 h 1849426"/>
                <a:gd name="connsiteX1007" fmla="*/ 3707019 w 6386648"/>
                <a:gd name="connsiteY1007" fmla="*/ 918165 h 1849426"/>
                <a:gd name="connsiteX1008" fmla="*/ 3688994 w 6386648"/>
                <a:gd name="connsiteY1008" fmla="*/ 900140 h 1849426"/>
                <a:gd name="connsiteX1009" fmla="*/ 3707019 w 6386648"/>
                <a:gd name="connsiteY1009" fmla="*/ 882116 h 1849426"/>
                <a:gd name="connsiteX1010" fmla="*/ 1742358 w 6386648"/>
                <a:gd name="connsiteY1010" fmla="*/ 882116 h 1849426"/>
                <a:gd name="connsiteX1011" fmla="*/ 1760383 w 6386648"/>
                <a:gd name="connsiteY1011" fmla="*/ 900140 h 1849426"/>
                <a:gd name="connsiteX1012" fmla="*/ 1742358 w 6386648"/>
                <a:gd name="connsiteY1012" fmla="*/ 918165 h 1849426"/>
                <a:gd name="connsiteX1013" fmla="*/ 1724334 w 6386648"/>
                <a:gd name="connsiteY1013" fmla="*/ 900140 h 1849426"/>
                <a:gd name="connsiteX1014" fmla="*/ 1742358 w 6386648"/>
                <a:gd name="connsiteY1014" fmla="*/ 882116 h 1849426"/>
                <a:gd name="connsiteX1015" fmla="*/ 757024 w 6386648"/>
                <a:gd name="connsiteY1015" fmla="*/ 876108 h 1849426"/>
                <a:gd name="connsiteX1016" fmla="*/ 775049 w 6386648"/>
                <a:gd name="connsiteY1016" fmla="*/ 894132 h 1849426"/>
                <a:gd name="connsiteX1017" fmla="*/ 757024 w 6386648"/>
                <a:gd name="connsiteY1017" fmla="*/ 912157 h 1849426"/>
                <a:gd name="connsiteX1018" fmla="*/ 739000 w 6386648"/>
                <a:gd name="connsiteY1018" fmla="*/ 894132 h 1849426"/>
                <a:gd name="connsiteX1019" fmla="*/ 757024 w 6386648"/>
                <a:gd name="connsiteY1019" fmla="*/ 876108 h 1849426"/>
                <a:gd name="connsiteX1020" fmla="*/ 6104265 w 6386648"/>
                <a:gd name="connsiteY1020" fmla="*/ 870100 h 1849426"/>
                <a:gd name="connsiteX1021" fmla="*/ 6122290 w 6386648"/>
                <a:gd name="connsiteY1021" fmla="*/ 888124 h 1849426"/>
                <a:gd name="connsiteX1022" fmla="*/ 6104265 w 6386648"/>
                <a:gd name="connsiteY1022" fmla="*/ 906149 h 1849426"/>
                <a:gd name="connsiteX1023" fmla="*/ 6086241 w 6386648"/>
                <a:gd name="connsiteY1023" fmla="*/ 888124 h 1849426"/>
                <a:gd name="connsiteX1024" fmla="*/ 6104265 w 6386648"/>
                <a:gd name="connsiteY1024" fmla="*/ 870100 h 1849426"/>
                <a:gd name="connsiteX1025" fmla="*/ 474642 w 6386648"/>
                <a:gd name="connsiteY1025" fmla="*/ 870100 h 1849426"/>
                <a:gd name="connsiteX1026" fmla="*/ 492667 w 6386648"/>
                <a:gd name="connsiteY1026" fmla="*/ 888124 h 1849426"/>
                <a:gd name="connsiteX1027" fmla="*/ 474642 w 6386648"/>
                <a:gd name="connsiteY1027" fmla="*/ 906149 h 1849426"/>
                <a:gd name="connsiteX1028" fmla="*/ 456618 w 6386648"/>
                <a:gd name="connsiteY1028" fmla="*/ 888124 h 1849426"/>
                <a:gd name="connsiteX1029" fmla="*/ 474642 w 6386648"/>
                <a:gd name="connsiteY1029" fmla="*/ 870100 h 1849426"/>
                <a:gd name="connsiteX1030" fmla="*/ 3568832 w 6386648"/>
                <a:gd name="connsiteY1030" fmla="*/ 864092 h 1849426"/>
                <a:gd name="connsiteX1031" fmla="*/ 3586857 w 6386648"/>
                <a:gd name="connsiteY1031" fmla="*/ 882116 h 1849426"/>
                <a:gd name="connsiteX1032" fmla="*/ 3568832 w 6386648"/>
                <a:gd name="connsiteY1032" fmla="*/ 900141 h 1849426"/>
                <a:gd name="connsiteX1033" fmla="*/ 3550808 w 6386648"/>
                <a:gd name="connsiteY1033" fmla="*/ 882116 h 1849426"/>
                <a:gd name="connsiteX1034" fmla="*/ 3568832 w 6386648"/>
                <a:gd name="connsiteY1034" fmla="*/ 864092 h 1849426"/>
                <a:gd name="connsiteX1035" fmla="*/ 2980034 w 6386648"/>
                <a:gd name="connsiteY1035" fmla="*/ 864092 h 1849426"/>
                <a:gd name="connsiteX1036" fmla="*/ 2998059 w 6386648"/>
                <a:gd name="connsiteY1036" fmla="*/ 882116 h 1849426"/>
                <a:gd name="connsiteX1037" fmla="*/ 2980034 w 6386648"/>
                <a:gd name="connsiteY1037" fmla="*/ 900141 h 1849426"/>
                <a:gd name="connsiteX1038" fmla="*/ 2962010 w 6386648"/>
                <a:gd name="connsiteY1038" fmla="*/ 882116 h 1849426"/>
                <a:gd name="connsiteX1039" fmla="*/ 2980034 w 6386648"/>
                <a:gd name="connsiteY1039" fmla="*/ 864092 h 1849426"/>
                <a:gd name="connsiteX1040" fmla="*/ 2012725 w 6386648"/>
                <a:gd name="connsiteY1040" fmla="*/ 864092 h 1849426"/>
                <a:gd name="connsiteX1041" fmla="*/ 2030750 w 6386648"/>
                <a:gd name="connsiteY1041" fmla="*/ 882116 h 1849426"/>
                <a:gd name="connsiteX1042" fmla="*/ 2012725 w 6386648"/>
                <a:gd name="connsiteY1042" fmla="*/ 900141 h 1849426"/>
                <a:gd name="connsiteX1043" fmla="*/ 1994701 w 6386648"/>
                <a:gd name="connsiteY1043" fmla="*/ 882116 h 1849426"/>
                <a:gd name="connsiteX1044" fmla="*/ 2012725 w 6386648"/>
                <a:gd name="connsiteY1044" fmla="*/ 864092 h 1849426"/>
                <a:gd name="connsiteX1045" fmla="*/ 3857222 w 6386648"/>
                <a:gd name="connsiteY1045" fmla="*/ 858084 h 1849426"/>
                <a:gd name="connsiteX1046" fmla="*/ 3875247 w 6386648"/>
                <a:gd name="connsiteY1046" fmla="*/ 876109 h 1849426"/>
                <a:gd name="connsiteX1047" fmla="*/ 3857222 w 6386648"/>
                <a:gd name="connsiteY1047" fmla="*/ 894133 h 1849426"/>
                <a:gd name="connsiteX1048" fmla="*/ 3839197 w 6386648"/>
                <a:gd name="connsiteY1048" fmla="*/ 876109 h 1849426"/>
                <a:gd name="connsiteX1049" fmla="*/ 3857222 w 6386648"/>
                <a:gd name="connsiteY1049" fmla="*/ 858084 h 1849426"/>
                <a:gd name="connsiteX1050" fmla="*/ 1387878 w 6386648"/>
                <a:gd name="connsiteY1050" fmla="*/ 858084 h 1849426"/>
                <a:gd name="connsiteX1051" fmla="*/ 1405903 w 6386648"/>
                <a:gd name="connsiteY1051" fmla="*/ 876109 h 1849426"/>
                <a:gd name="connsiteX1052" fmla="*/ 1387878 w 6386648"/>
                <a:gd name="connsiteY1052" fmla="*/ 894133 h 1849426"/>
                <a:gd name="connsiteX1053" fmla="*/ 1369854 w 6386648"/>
                <a:gd name="connsiteY1053" fmla="*/ 876109 h 1849426"/>
                <a:gd name="connsiteX1054" fmla="*/ 1387878 w 6386648"/>
                <a:gd name="connsiteY1054" fmla="*/ 858084 h 1849426"/>
                <a:gd name="connsiteX1055" fmla="*/ 973317 w 6386648"/>
                <a:gd name="connsiteY1055" fmla="*/ 852076 h 1849426"/>
                <a:gd name="connsiteX1056" fmla="*/ 991342 w 6386648"/>
                <a:gd name="connsiteY1056" fmla="*/ 870100 h 1849426"/>
                <a:gd name="connsiteX1057" fmla="*/ 973317 w 6386648"/>
                <a:gd name="connsiteY1057" fmla="*/ 888125 h 1849426"/>
                <a:gd name="connsiteX1058" fmla="*/ 955293 w 6386648"/>
                <a:gd name="connsiteY1058" fmla="*/ 870100 h 1849426"/>
                <a:gd name="connsiteX1059" fmla="*/ 973317 w 6386648"/>
                <a:gd name="connsiteY1059" fmla="*/ 852076 h 1849426"/>
                <a:gd name="connsiteX1060" fmla="*/ 228308 w 6386648"/>
                <a:gd name="connsiteY1060" fmla="*/ 852076 h 1849426"/>
                <a:gd name="connsiteX1061" fmla="*/ 246333 w 6386648"/>
                <a:gd name="connsiteY1061" fmla="*/ 870100 h 1849426"/>
                <a:gd name="connsiteX1062" fmla="*/ 228308 w 6386648"/>
                <a:gd name="connsiteY1062" fmla="*/ 888125 h 1849426"/>
                <a:gd name="connsiteX1063" fmla="*/ 210284 w 6386648"/>
                <a:gd name="connsiteY1063" fmla="*/ 870100 h 1849426"/>
                <a:gd name="connsiteX1064" fmla="*/ 228308 w 6386648"/>
                <a:gd name="connsiteY1064" fmla="*/ 852076 h 1849426"/>
                <a:gd name="connsiteX1065" fmla="*/ 3196327 w 6386648"/>
                <a:gd name="connsiteY1065" fmla="*/ 846068 h 1849426"/>
                <a:gd name="connsiteX1066" fmla="*/ 3214352 w 6386648"/>
                <a:gd name="connsiteY1066" fmla="*/ 864092 h 1849426"/>
                <a:gd name="connsiteX1067" fmla="*/ 3196327 w 6386648"/>
                <a:gd name="connsiteY1067" fmla="*/ 882117 h 1849426"/>
                <a:gd name="connsiteX1068" fmla="*/ 3178302 w 6386648"/>
                <a:gd name="connsiteY1068" fmla="*/ 864092 h 1849426"/>
                <a:gd name="connsiteX1069" fmla="*/ 3196327 w 6386648"/>
                <a:gd name="connsiteY1069" fmla="*/ 846068 h 1849426"/>
                <a:gd name="connsiteX1070" fmla="*/ 6218419 w 6386648"/>
                <a:gd name="connsiteY1070" fmla="*/ 840059 h 1849426"/>
                <a:gd name="connsiteX1071" fmla="*/ 6236444 w 6386648"/>
                <a:gd name="connsiteY1071" fmla="*/ 858083 h 1849426"/>
                <a:gd name="connsiteX1072" fmla="*/ 6218419 w 6386648"/>
                <a:gd name="connsiteY1072" fmla="*/ 876108 h 1849426"/>
                <a:gd name="connsiteX1073" fmla="*/ 6200395 w 6386648"/>
                <a:gd name="connsiteY1073" fmla="*/ 858083 h 1849426"/>
                <a:gd name="connsiteX1074" fmla="*/ 6218419 w 6386648"/>
                <a:gd name="connsiteY1074" fmla="*/ 840059 h 1849426"/>
                <a:gd name="connsiteX1075" fmla="*/ 5978094 w 6386648"/>
                <a:gd name="connsiteY1075" fmla="*/ 834051 h 1849426"/>
                <a:gd name="connsiteX1076" fmla="*/ 5996119 w 6386648"/>
                <a:gd name="connsiteY1076" fmla="*/ 852075 h 1849426"/>
                <a:gd name="connsiteX1077" fmla="*/ 5978094 w 6386648"/>
                <a:gd name="connsiteY1077" fmla="*/ 870100 h 1849426"/>
                <a:gd name="connsiteX1078" fmla="*/ 5960070 w 6386648"/>
                <a:gd name="connsiteY1078" fmla="*/ 852075 h 1849426"/>
                <a:gd name="connsiteX1079" fmla="*/ 5978094 w 6386648"/>
                <a:gd name="connsiteY1079" fmla="*/ 834051 h 1849426"/>
                <a:gd name="connsiteX1080" fmla="*/ 2198977 w 6386648"/>
                <a:gd name="connsiteY1080" fmla="*/ 834051 h 1849426"/>
                <a:gd name="connsiteX1081" fmla="*/ 2217002 w 6386648"/>
                <a:gd name="connsiteY1081" fmla="*/ 852075 h 1849426"/>
                <a:gd name="connsiteX1082" fmla="*/ 2198977 w 6386648"/>
                <a:gd name="connsiteY1082" fmla="*/ 870100 h 1849426"/>
                <a:gd name="connsiteX1083" fmla="*/ 2180953 w 6386648"/>
                <a:gd name="connsiteY1083" fmla="*/ 852075 h 1849426"/>
                <a:gd name="connsiteX1084" fmla="*/ 2198977 w 6386648"/>
                <a:gd name="connsiteY1084" fmla="*/ 834051 h 1849426"/>
                <a:gd name="connsiteX1085" fmla="*/ 1622196 w 6386648"/>
                <a:gd name="connsiteY1085" fmla="*/ 834051 h 1849426"/>
                <a:gd name="connsiteX1086" fmla="*/ 1640221 w 6386648"/>
                <a:gd name="connsiteY1086" fmla="*/ 852075 h 1849426"/>
                <a:gd name="connsiteX1087" fmla="*/ 1622196 w 6386648"/>
                <a:gd name="connsiteY1087" fmla="*/ 870100 h 1849426"/>
                <a:gd name="connsiteX1088" fmla="*/ 1604172 w 6386648"/>
                <a:gd name="connsiteY1088" fmla="*/ 852075 h 1849426"/>
                <a:gd name="connsiteX1089" fmla="*/ 1622196 w 6386648"/>
                <a:gd name="connsiteY1089" fmla="*/ 834051 h 1849426"/>
                <a:gd name="connsiteX1090" fmla="*/ 1201626 w 6386648"/>
                <a:gd name="connsiteY1090" fmla="*/ 834051 h 1849426"/>
                <a:gd name="connsiteX1091" fmla="*/ 1219651 w 6386648"/>
                <a:gd name="connsiteY1091" fmla="*/ 852075 h 1849426"/>
                <a:gd name="connsiteX1092" fmla="*/ 1201626 w 6386648"/>
                <a:gd name="connsiteY1092" fmla="*/ 870100 h 1849426"/>
                <a:gd name="connsiteX1093" fmla="*/ 1183602 w 6386648"/>
                <a:gd name="connsiteY1093" fmla="*/ 852075 h 1849426"/>
                <a:gd name="connsiteX1094" fmla="*/ 1201626 w 6386648"/>
                <a:gd name="connsiteY1094" fmla="*/ 834051 h 1849426"/>
                <a:gd name="connsiteX1095" fmla="*/ 2469343 w 6386648"/>
                <a:gd name="connsiteY1095" fmla="*/ 828043 h 1849426"/>
                <a:gd name="connsiteX1096" fmla="*/ 2487368 w 6386648"/>
                <a:gd name="connsiteY1096" fmla="*/ 846068 h 1849426"/>
                <a:gd name="connsiteX1097" fmla="*/ 2469343 w 6386648"/>
                <a:gd name="connsiteY1097" fmla="*/ 864092 h 1849426"/>
                <a:gd name="connsiteX1098" fmla="*/ 2451319 w 6386648"/>
                <a:gd name="connsiteY1098" fmla="*/ 846068 h 1849426"/>
                <a:gd name="connsiteX1099" fmla="*/ 2469343 w 6386648"/>
                <a:gd name="connsiteY1099" fmla="*/ 828043 h 1849426"/>
                <a:gd name="connsiteX1100" fmla="*/ 3448669 w 6386648"/>
                <a:gd name="connsiteY1100" fmla="*/ 822035 h 1849426"/>
                <a:gd name="connsiteX1101" fmla="*/ 3466694 w 6386648"/>
                <a:gd name="connsiteY1101" fmla="*/ 840059 h 1849426"/>
                <a:gd name="connsiteX1102" fmla="*/ 3448669 w 6386648"/>
                <a:gd name="connsiteY1102" fmla="*/ 858084 h 1849426"/>
                <a:gd name="connsiteX1103" fmla="*/ 3430645 w 6386648"/>
                <a:gd name="connsiteY1103" fmla="*/ 840059 h 1849426"/>
                <a:gd name="connsiteX1104" fmla="*/ 3448669 w 6386648"/>
                <a:gd name="connsiteY1104" fmla="*/ 822035 h 1849426"/>
                <a:gd name="connsiteX1105" fmla="*/ 1874537 w 6386648"/>
                <a:gd name="connsiteY1105" fmla="*/ 822035 h 1849426"/>
                <a:gd name="connsiteX1106" fmla="*/ 1892562 w 6386648"/>
                <a:gd name="connsiteY1106" fmla="*/ 840059 h 1849426"/>
                <a:gd name="connsiteX1107" fmla="*/ 1874537 w 6386648"/>
                <a:gd name="connsiteY1107" fmla="*/ 858084 h 1849426"/>
                <a:gd name="connsiteX1108" fmla="*/ 1856513 w 6386648"/>
                <a:gd name="connsiteY1108" fmla="*/ 840059 h 1849426"/>
                <a:gd name="connsiteX1109" fmla="*/ 1874537 w 6386648"/>
                <a:gd name="connsiteY1109" fmla="*/ 822035 h 1849426"/>
                <a:gd name="connsiteX1110" fmla="*/ 2823823 w 6386648"/>
                <a:gd name="connsiteY1110" fmla="*/ 816027 h 1849426"/>
                <a:gd name="connsiteX1111" fmla="*/ 2841848 w 6386648"/>
                <a:gd name="connsiteY1111" fmla="*/ 834051 h 1849426"/>
                <a:gd name="connsiteX1112" fmla="*/ 2823823 w 6386648"/>
                <a:gd name="connsiteY1112" fmla="*/ 852076 h 1849426"/>
                <a:gd name="connsiteX1113" fmla="*/ 2805799 w 6386648"/>
                <a:gd name="connsiteY1113" fmla="*/ 834051 h 1849426"/>
                <a:gd name="connsiteX1114" fmla="*/ 2823823 w 6386648"/>
                <a:gd name="connsiteY1114" fmla="*/ 816027 h 1849426"/>
                <a:gd name="connsiteX1115" fmla="*/ 2595514 w 6386648"/>
                <a:gd name="connsiteY1115" fmla="*/ 816027 h 1849426"/>
                <a:gd name="connsiteX1116" fmla="*/ 2613539 w 6386648"/>
                <a:gd name="connsiteY1116" fmla="*/ 834051 h 1849426"/>
                <a:gd name="connsiteX1117" fmla="*/ 2595514 w 6386648"/>
                <a:gd name="connsiteY1117" fmla="*/ 852076 h 1849426"/>
                <a:gd name="connsiteX1118" fmla="*/ 2577489 w 6386648"/>
                <a:gd name="connsiteY1118" fmla="*/ 834051 h 1849426"/>
                <a:gd name="connsiteX1119" fmla="*/ 2595514 w 6386648"/>
                <a:gd name="connsiteY1119" fmla="*/ 816027 h 1849426"/>
                <a:gd name="connsiteX1120" fmla="*/ 2307124 w 6386648"/>
                <a:gd name="connsiteY1120" fmla="*/ 816027 h 1849426"/>
                <a:gd name="connsiteX1121" fmla="*/ 2325148 w 6386648"/>
                <a:gd name="connsiteY1121" fmla="*/ 834051 h 1849426"/>
                <a:gd name="connsiteX1122" fmla="*/ 2307124 w 6386648"/>
                <a:gd name="connsiteY1122" fmla="*/ 852076 h 1849426"/>
                <a:gd name="connsiteX1123" fmla="*/ 2289099 w 6386648"/>
                <a:gd name="connsiteY1123" fmla="*/ 834051 h 1849426"/>
                <a:gd name="connsiteX1124" fmla="*/ 2307124 w 6386648"/>
                <a:gd name="connsiteY1124" fmla="*/ 816027 h 1849426"/>
                <a:gd name="connsiteX1125" fmla="*/ 606821 w 6386648"/>
                <a:gd name="connsiteY1125" fmla="*/ 816027 h 1849426"/>
                <a:gd name="connsiteX1126" fmla="*/ 624846 w 6386648"/>
                <a:gd name="connsiteY1126" fmla="*/ 834051 h 1849426"/>
                <a:gd name="connsiteX1127" fmla="*/ 606821 w 6386648"/>
                <a:gd name="connsiteY1127" fmla="*/ 852076 h 1849426"/>
                <a:gd name="connsiteX1128" fmla="*/ 588797 w 6386648"/>
                <a:gd name="connsiteY1128" fmla="*/ 834051 h 1849426"/>
                <a:gd name="connsiteX1129" fmla="*/ 606821 w 6386648"/>
                <a:gd name="connsiteY1129" fmla="*/ 816027 h 1849426"/>
                <a:gd name="connsiteX1130" fmla="*/ 3292457 w 6386648"/>
                <a:gd name="connsiteY1130" fmla="*/ 791994 h 1849426"/>
                <a:gd name="connsiteX1131" fmla="*/ 3310482 w 6386648"/>
                <a:gd name="connsiteY1131" fmla="*/ 810018 h 1849426"/>
                <a:gd name="connsiteX1132" fmla="*/ 3292457 w 6386648"/>
                <a:gd name="connsiteY1132" fmla="*/ 828043 h 1849426"/>
                <a:gd name="connsiteX1133" fmla="*/ 3274433 w 6386648"/>
                <a:gd name="connsiteY1133" fmla="*/ 810018 h 1849426"/>
                <a:gd name="connsiteX1134" fmla="*/ 3292457 w 6386648"/>
                <a:gd name="connsiteY1134" fmla="*/ 791994 h 1849426"/>
                <a:gd name="connsiteX1135" fmla="*/ 859163 w 6386648"/>
                <a:gd name="connsiteY1135" fmla="*/ 791994 h 1849426"/>
                <a:gd name="connsiteX1136" fmla="*/ 877188 w 6386648"/>
                <a:gd name="connsiteY1136" fmla="*/ 810018 h 1849426"/>
                <a:gd name="connsiteX1137" fmla="*/ 859163 w 6386648"/>
                <a:gd name="connsiteY1137" fmla="*/ 828043 h 1849426"/>
                <a:gd name="connsiteX1138" fmla="*/ 841139 w 6386648"/>
                <a:gd name="connsiteY1138" fmla="*/ 810018 h 1849426"/>
                <a:gd name="connsiteX1139" fmla="*/ 859163 w 6386648"/>
                <a:gd name="connsiteY1139" fmla="*/ 791994 h 1849426"/>
                <a:gd name="connsiteX1140" fmla="*/ 1297756 w 6386648"/>
                <a:gd name="connsiteY1140" fmla="*/ 785986 h 1849426"/>
                <a:gd name="connsiteX1141" fmla="*/ 1315781 w 6386648"/>
                <a:gd name="connsiteY1141" fmla="*/ 804010 h 1849426"/>
                <a:gd name="connsiteX1142" fmla="*/ 1297756 w 6386648"/>
                <a:gd name="connsiteY1142" fmla="*/ 822035 h 1849426"/>
                <a:gd name="connsiteX1143" fmla="*/ 1279732 w 6386648"/>
                <a:gd name="connsiteY1143" fmla="*/ 804010 h 1849426"/>
                <a:gd name="connsiteX1144" fmla="*/ 1297756 w 6386648"/>
                <a:gd name="connsiteY1144" fmla="*/ 785986 h 1849426"/>
                <a:gd name="connsiteX1145" fmla="*/ 324438 w 6386648"/>
                <a:gd name="connsiteY1145" fmla="*/ 785986 h 1849426"/>
                <a:gd name="connsiteX1146" fmla="*/ 342463 w 6386648"/>
                <a:gd name="connsiteY1146" fmla="*/ 804010 h 1849426"/>
                <a:gd name="connsiteX1147" fmla="*/ 324438 w 6386648"/>
                <a:gd name="connsiteY1147" fmla="*/ 822035 h 1849426"/>
                <a:gd name="connsiteX1148" fmla="*/ 306414 w 6386648"/>
                <a:gd name="connsiteY1148" fmla="*/ 804010 h 1849426"/>
                <a:gd name="connsiteX1149" fmla="*/ 324438 w 6386648"/>
                <a:gd name="connsiteY1149" fmla="*/ 785986 h 1849426"/>
                <a:gd name="connsiteX1150" fmla="*/ 3755084 w 6386648"/>
                <a:gd name="connsiteY1150" fmla="*/ 779978 h 1849426"/>
                <a:gd name="connsiteX1151" fmla="*/ 3773109 w 6386648"/>
                <a:gd name="connsiteY1151" fmla="*/ 798002 h 1849426"/>
                <a:gd name="connsiteX1152" fmla="*/ 3755084 w 6386648"/>
                <a:gd name="connsiteY1152" fmla="*/ 816027 h 1849426"/>
                <a:gd name="connsiteX1153" fmla="*/ 3737060 w 6386648"/>
                <a:gd name="connsiteY1153" fmla="*/ 798002 h 1849426"/>
                <a:gd name="connsiteX1154" fmla="*/ 3755084 w 6386648"/>
                <a:gd name="connsiteY1154" fmla="*/ 779978 h 1849426"/>
                <a:gd name="connsiteX1155" fmla="*/ 1496026 w 6386648"/>
                <a:gd name="connsiteY1155" fmla="*/ 779978 h 1849426"/>
                <a:gd name="connsiteX1156" fmla="*/ 1514050 w 6386648"/>
                <a:gd name="connsiteY1156" fmla="*/ 798002 h 1849426"/>
                <a:gd name="connsiteX1157" fmla="*/ 1496026 w 6386648"/>
                <a:gd name="connsiteY1157" fmla="*/ 816027 h 1849426"/>
                <a:gd name="connsiteX1158" fmla="*/ 1478001 w 6386648"/>
                <a:gd name="connsiteY1158" fmla="*/ 798002 h 1849426"/>
                <a:gd name="connsiteX1159" fmla="*/ 1496026 w 6386648"/>
                <a:gd name="connsiteY1159" fmla="*/ 779978 h 1849426"/>
                <a:gd name="connsiteX1160" fmla="*/ 3622905 w 6386648"/>
                <a:gd name="connsiteY1160" fmla="*/ 767962 h 1849426"/>
                <a:gd name="connsiteX1161" fmla="*/ 3640930 w 6386648"/>
                <a:gd name="connsiteY1161" fmla="*/ 785987 h 1849426"/>
                <a:gd name="connsiteX1162" fmla="*/ 3622905 w 6386648"/>
                <a:gd name="connsiteY1162" fmla="*/ 804011 h 1849426"/>
                <a:gd name="connsiteX1163" fmla="*/ 3604881 w 6386648"/>
                <a:gd name="connsiteY1163" fmla="*/ 785987 h 1849426"/>
                <a:gd name="connsiteX1164" fmla="*/ 3622905 w 6386648"/>
                <a:gd name="connsiteY1164" fmla="*/ 767962 h 1849426"/>
                <a:gd name="connsiteX1165" fmla="*/ 3112213 w 6386648"/>
                <a:gd name="connsiteY1165" fmla="*/ 767962 h 1849426"/>
                <a:gd name="connsiteX1166" fmla="*/ 3130238 w 6386648"/>
                <a:gd name="connsiteY1166" fmla="*/ 785987 h 1849426"/>
                <a:gd name="connsiteX1167" fmla="*/ 3112213 w 6386648"/>
                <a:gd name="connsiteY1167" fmla="*/ 804011 h 1849426"/>
                <a:gd name="connsiteX1168" fmla="*/ 3094189 w 6386648"/>
                <a:gd name="connsiteY1168" fmla="*/ 785987 h 1849426"/>
                <a:gd name="connsiteX1169" fmla="*/ 3112213 w 6386648"/>
                <a:gd name="connsiteY1169" fmla="*/ 767962 h 1849426"/>
                <a:gd name="connsiteX1170" fmla="*/ 714968 w 6386648"/>
                <a:gd name="connsiteY1170" fmla="*/ 767962 h 1849426"/>
                <a:gd name="connsiteX1171" fmla="*/ 732992 w 6386648"/>
                <a:gd name="connsiteY1171" fmla="*/ 785987 h 1849426"/>
                <a:gd name="connsiteX1172" fmla="*/ 714968 w 6386648"/>
                <a:gd name="connsiteY1172" fmla="*/ 804011 h 1849426"/>
                <a:gd name="connsiteX1173" fmla="*/ 696943 w 6386648"/>
                <a:gd name="connsiteY1173" fmla="*/ 785987 h 1849426"/>
                <a:gd name="connsiteX1174" fmla="*/ 714968 w 6386648"/>
                <a:gd name="connsiteY1174" fmla="*/ 767962 h 1849426"/>
                <a:gd name="connsiteX1175" fmla="*/ 2986042 w 6386648"/>
                <a:gd name="connsiteY1175" fmla="*/ 761954 h 1849426"/>
                <a:gd name="connsiteX1176" fmla="*/ 3004067 w 6386648"/>
                <a:gd name="connsiteY1176" fmla="*/ 779978 h 1849426"/>
                <a:gd name="connsiteX1177" fmla="*/ 2986042 w 6386648"/>
                <a:gd name="connsiteY1177" fmla="*/ 798003 h 1849426"/>
                <a:gd name="connsiteX1178" fmla="*/ 2968017 w 6386648"/>
                <a:gd name="connsiteY1178" fmla="*/ 779978 h 1849426"/>
                <a:gd name="connsiteX1179" fmla="*/ 2986042 w 6386648"/>
                <a:gd name="connsiteY1179" fmla="*/ 761954 h 1849426"/>
                <a:gd name="connsiteX1180" fmla="*/ 1736351 w 6386648"/>
                <a:gd name="connsiteY1180" fmla="*/ 761954 h 1849426"/>
                <a:gd name="connsiteX1181" fmla="*/ 1754375 w 6386648"/>
                <a:gd name="connsiteY1181" fmla="*/ 779978 h 1849426"/>
                <a:gd name="connsiteX1182" fmla="*/ 1736351 w 6386648"/>
                <a:gd name="connsiteY1182" fmla="*/ 798003 h 1849426"/>
                <a:gd name="connsiteX1183" fmla="*/ 1718326 w 6386648"/>
                <a:gd name="connsiteY1183" fmla="*/ 779978 h 1849426"/>
                <a:gd name="connsiteX1184" fmla="*/ 1736351 w 6386648"/>
                <a:gd name="connsiteY1184" fmla="*/ 761954 h 1849426"/>
                <a:gd name="connsiteX1185" fmla="*/ 5863939 w 6386648"/>
                <a:gd name="connsiteY1185" fmla="*/ 755946 h 1849426"/>
                <a:gd name="connsiteX1186" fmla="*/ 5881964 w 6386648"/>
                <a:gd name="connsiteY1186" fmla="*/ 773970 h 1849426"/>
                <a:gd name="connsiteX1187" fmla="*/ 5863939 w 6386648"/>
                <a:gd name="connsiteY1187" fmla="*/ 791995 h 1849426"/>
                <a:gd name="connsiteX1188" fmla="*/ 5845915 w 6386648"/>
                <a:gd name="connsiteY1188" fmla="*/ 773970 h 1849426"/>
                <a:gd name="connsiteX1189" fmla="*/ 5863939 w 6386648"/>
                <a:gd name="connsiteY1189" fmla="*/ 755946 h 1849426"/>
                <a:gd name="connsiteX1190" fmla="*/ 2685636 w 6386648"/>
                <a:gd name="connsiteY1190" fmla="*/ 755946 h 1849426"/>
                <a:gd name="connsiteX1191" fmla="*/ 2703661 w 6386648"/>
                <a:gd name="connsiteY1191" fmla="*/ 773970 h 1849426"/>
                <a:gd name="connsiteX1192" fmla="*/ 2685636 w 6386648"/>
                <a:gd name="connsiteY1192" fmla="*/ 791995 h 1849426"/>
                <a:gd name="connsiteX1193" fmla="*/ 2667611 w 6386648"/>
                <a:gd name="connsiteY1193" fmla="*/ 773970 h 1849426"/>
                <a:gd name="connsiteX1194" fmla="*/ 2685636 w 6386648"/>
                <a:gd name="connsiteY1194" fmla="*/ 755946 h 1849426"/>
                <a:gd name="connsiteX1195" fmla="*/ 1069447 w 6386648"/>
                <a:gd name="connsiteY1195" fmla="*/ 755946 h 1849426"/>
                <a:gd name="connsiteX1196" fmla="*/ 1087472 w 6386648"/>
                <a:gd name="connsiteY1196" fmla="*/ 773970 h 1849426"/>
                <a:gd name="connsiteX1197" fmla="*/ 1069447 w 6386648"/>
                <a:gd name="connsiteY1197" fmla="*/ 791995 h 1849426"/>
                <a:gd name="connsiteX1198" fmla="*/ 1051423 w 6386648"/>
                <a:gd name="connsiteY1198" fmla="*/ 773970 h 1849426"/>
                <a:gd name="connsiteX1199" fmla="*/ 1069447 w 6386648"/>
                <a:gd name="connsiteY1199" fmla="*/ 755946 h 1849426"/>
                <a:gd name="connsiteX1200" fmla="*/ 3935328 w 6386648"/>
                <a:gd name="connsiteY1200" fmla="*/ 749937 h 1849426"/>
                <a:gd name="connsiteX1201" fmla="*/ 3953353 w 6386648"/>
                <a:gd name="connsiteY1201" fmla="*/ 767961 h 1849426"/>
                <a:gd name="connsiteX1202" fmla="*/ 3935328 w 6386648"/>
                <a:gd name="connsiteY1202" fmla="*/ 785986 h 1849426"/>
                <a:gd name="connsiteX1203" fmla="*/ 3917304 w 6386648"/>
                <a:gd name="connsiteY1203" fmla="*/ 767961 h 1849426"/>
                <a:gd name="connsiteX1204" fmla="*/ 3935328 w 6386648"/>
                <a:gd name="connsiteY1204" fmla="*/ 749937 h 1849426"/>
                <a:gd name="connsiteX1205" fmla="*/ 2114863 w 6386648"/>
                <a:gd name="connsiteY1205" fmla="*/ 749937 h 1849426"/>
                <a:gd name="connsiteX1206" fmla="*/ 2132888 w 6386648"/>
                <a:gd name="connsiteY1206" fmla="*/ 767961 h 1849426"/>
                <a:gd name="connsiteX1207" fmla="*/ 2114863 w 6386648"/>
                <a:gd name="connsiteY1207" fmla="*/ 785986 h 1849426"/>
                <a:gd name="connsiteX1208" fmla="*/ 2096839 w 6386648"/>
                <a:gd name="connsiteY1208" fmla="*/ 767961 h 1849426"/>
                <a:gd name="connsiteX1209" fmla="*/ 2114863 w 6386648"/>
                <a:gd name="connsiteY1209" fmla="*/ 749937 h 1849426"/>
                <a:gd name="connsiteX1210" fmla="*/ 2006717 w 6386648"/>
                <a:gd name="connsiteY1210" fmla="*/ 749937 h 1849426"/>
                <a:gd name="connsiteX1211" fmla="*/ 2024741 w 6386648"/>
                <a:gd name="connsiteY1211" fmla="*/ 767961 h 1849426"/>
                <a:gd name="connsiteX1212" fmla="*/ 2006717 w 6386648"/>
                <a:gd name="connsiteY1212" fmla="*/ 785986 h 1849426"/>
                <a:gd name="connsiteX1213" fmla="*/ 1988692 w 6386648"/>
                <a:gd name="connsiteY1213" fmla="*/ 767961 h 1849426"/>
                <a:gd name="connsiteX1214" fmla="*/ 2006717 w 6386648"/>
                <a:gd name="connsiteY1214" fmla="*/ 749937 h 1849426"/>
                <a:gd name="connsiteX1215" fmla="*/ 6116281 w 6386648"/>
                <a:gd name="connsiteY1215" fmla="*/ 737921 h 1849426"/>
                <a:gd name="connsiteX1216" fmla="*/ 6134306 w 6386648"/>
                <a:gd name="connsiteY1216" fmla="*/ 755946 h 1849426"/>
                <a:gd name="connsiteX1217" fmla="*/ 6116281 w 6386648"/>
                <a:gd name="connsiteY1217" fmla="*/ 773970 h 1849426"/>
                <a:gd name="connsiteX1218" fmla="*/ 6098257 w 6386648"/>
                <a:gd name="connsiteY1218" fmla="*/ 755946 h 1849426"/>
                <a:gd name="connsiteX1219" fmla="*/ 6116281 w 6386648"/>
                <a:gd name="connsiteY1219" fmla="*/ 737921 h 1849426"/>
                <a:gd name="connsiteX1220" fmla="*/ 2397246 w 6386648"/>
                <a:gd name="connsiteY1220" fmla="*/ 737921 h 1849426"/>
                <a:gd name="connsiteX1221" fmla="*/ 2415270 w 6386648"/>
                <a:gd name="connsiteY1221" fmla="*/ 755946 h 1849426"/>
                <a:gd name="connsiteX1222" fmla="*/ 2397246 w 6386648"/>
                <a:gd name="connsiteY1222" fmla="*/ 773970 h 1849426"/>
                <a:gd name="connsiteX1223" fmla="*/ 2379221 w 6386648"/>
                <a:gd name="connsiteY1223" fmla="*/ 755946 h 1849426"/>
                <a:gd name="connsiteX1224" fmla="*/ 2397246 w 6386648"/>
                <a:gd name="connsiteY1224" fmla="*/ 737921 h 1849426"/>
                <a:gd name="connsiteX1225" fmla="*/ 522707 w 6386648"/>
                <a:gd name="connsiteY1225" fmla="*/ 731913 h 1849426"/>
                <a:gd name="connsiteX1226" fmla="*/ 540732 w 6386648"/>
                <a:gd name="connsiteY1226" fmla="*/ 749937 h 1849426"/>
                <a:gd name="connsiteX1227" fmla="*/ 522707 w 6386648"/>
                <a:gd name="connsiteY1227" fmla="*/ 767962 h 1849426"/>
                <a:gd name="connsiteX1228" fmla="*/ 504683 w 6386648"/>
                <a:gd name="connsiteY1228" fmla="*/ 749937 h 1849426"/>
                <a:gd name="connsiteX1229" fmla="*/ 522707 w 6386648"/>
                <a:gd name="connsiteY1229" fmla="*/ 731913 h 1849426"/>
                <a:gd name="connsiteX1230" fmla="*/ 414561 w 6386648"/>
                <a:gd name="connsiteY1230" fmla="*/ 731913 h 1849426"/>
                <a:gd name="connsiteX1231" fmla="*/ 432586 w 6386648"/>
                <a:gd name="connsiteY1231" fmla="*/ 749937 h 1849426"/>
                <a:gd name="connsiteX1232" fmla="*/ 414561 w 6386648"/>
                <a:gd name="connsiteY1232" fmla="*/ 767962 h 1849426"/>
                <a:gd name="connsiteX1233" fmla="*/ 396537 w 6386648"/>
                <a:gd name="connsiteY1233" fmla="*/ 749937 h 1849426"/>
                <a:gd name="connsiteX1234" fmla="*/ 414561 w 6386648"/>
                <a:gd name="connsiteY1234" fmla="*/ 731913 h 1849426"/>
                <a:gd name="connsiteX1235" fmla="*/ 6236444 w 6386648"/>
                <a:gd name="connsiteY1235" fmla="*/ 725905 h 1849426"/>
                <a:gd name="connsiteX1236" fmla="*/ 6254469 w 6386648"/>
                <a:gd name="connsiteY1236" fmla="*/ 743929 h 1849426"/>
                <a:gd name="connsiteX1237" fmla="*/ 6236444 w 6386648"/>
                <a:gd name="connsiteY1237" fmla="*/ 761954 h 1849426"/>
                <a:gd name="connsiteX1238" fmla="*/ 6218420 w 6386648"/>
                <a:gd name="connsiteY1238" fmla="*/ 743929 h 1849426"/>
                <a:gd name="connsiteX1239" fmla="*/ 6236444 w 6386648"/>
                <a:gd name="connsiteY1239" fmla="*/ 725905 h 1849426"/>
                <a:gd name="connsiteX1240" fmla="*/ 961301 w 6386648"/>
                <a:gd name="connsiteY1240" fmla="*/ 725905 h 1849426"/>
                <a:gd name="connsiteX1241" fmla="*/ 979326 w 6386648"/>
                <a:gd name="connsiteY1241" fmla="*/ 743929 h 1849426"/>
                <a:gd name="connsiteX1242" fmla="*/ 961301 w 6386648"/>
                <a:gd name="connsiteY1242" fmla="*/ 761954 h 1849426"/>
                <a:gd name="connsiteX1243" fmla="*/ 943277 w 6386648"/>
                <a:gd name="connsiteY1243" fmla="*/ 743929 h 1849426"/>
                <a:gd name="connsiteX1244" fmla="*/ 961301 w 6386648"/>
                <a:gd name="connsiteY1244" fmla="*/ 725905 h 1849426"/>
                <a:gd name="connsiteX1245" fmla="*/ 3400604 w 6386648"/>
                <a:gd name="connsiteY1245" fmla="*/ 719897 h 1849426"/>
                <a:gd name="connsiteX1246" fmla="*/ 3418629 w 6386648"/>
                <a:gd name="connsiteY1246" fmla="*/ 737921 h 1849426"/>
                <a:gd name="connsiteX1247" fmla="*/ 3400604 w 6386648"/>
                <a:gd name="connsiteY1247" fmla="*/ 755946 h 1849426"/>
                <a:gd name="connsiteX1248" fmla="*/ 3382580 w 6386648"/>
                <a:gd name="connsiteY1248" fmla="*/ 737921 h 1849426"/>
                <a:gd name="connsiteX1249" fmla="*/ 3400604 w 6386648"/>
                <a:gd name="connsiteY1249" fmla="*/ 719897 h 1849426"/>
                <a:gd name="connsiteX1250" fmla="*/ 6002126 w 6386648"/>
                <a:gd name="connsiteY1250" fmla="*/ 713889 h 1849426"/>
                <a:gd name="connsiteX1251" fmla="*/ 6020151 w 6386648"/>
                <a:gd name="connsiteY1251" fmla="*/ 731913 h 1849426"/>
                <a:gd name="connsiteX1252" fmla="*/ 6002126 w 6386648"/>
                <a:gd name="connsiteY1252" fmla="*/ 749938 h 1849426"/>
                <a:gd name="connsiteX1253" fmla="*/ 5984102 w 6386648"/>
                <a:gd name="connsiteY1253" fmla="*/ 731913 h 1849426"/>
                <a:gd name="connsiteX1254" fmla="*/ 6002126 w 6386648"/>
                <a:gd name="connsiteY1254" fmla="*/ 713889 h 1849426"/>
                <a:gd name="connsiteX1255" fmla="*/ 1610179 w 6386648"/>
                <a:gd name="connsiteY1255" fmla="*/ 713889 h 1849426"/>
                <a:gd name="connsiteX1256" fmla="*/ 1628204 w 6386648"/>
                <a:gd name="connsiteY1256" fmla="*/ 731913 h 1849426"/>
                <a:gd name="connsiteX1257" fmla="*/ 1610179 w 6386648"/>
                <a:gd name="connsiteY1257" fmla="*/ 749938 h 1849426"/>
                <a:gd name="connsiteX1258" fmla="*/ 1592155 w 6386648"/>
                <a:gd name="connsiteY1258" fmla="*/ 731913 h 1849426"/>
                <a:gd name="connsiteX1259" fmla="*/ 1610179 w 6386648"/>
                <a:gd name="connsiteY1259" fmla="*/ 713889 h 1849426"/>
                <a:gd name="connsiteX1260" fmla="*/ 3520767 w 6386648"/>
                <a:gd name="connsiteY1260" fmla="*/ 707881 h 1849426"/>
                <a:gd name="connsiteX1261" fmla="*/ 3538792 w 6386648"/>
                <a:gd name="connsiteY1261" fmla="*/ 725906 h 1849426"/>
                <a:gd name="connsiteX1262" fmla="*/ 3520767 w 6386648"/>
                <a:gd name="connsiteY1262" fmla="*/ 743930 h 1849426"/>
                <a:gd name="connsiteX1263" fmla="*/ 3502743 w 6386648"/>
                <a:gd name="connsiteY1263" fmla="*/ 725906 h 1849426"/>
                <a:gd name="connsiteX1264" fmla="*/ 3520767 w 6386648"/>
                <a:gd name="connsiteY1264" fmla="*/ 707881 h 1849426"/>
                <a:gd name="connsiteX1265" fmla="*/ 2895920 w 6386648"/>
                <a:gd name="connsiteY1265" fmla="*/ 701872 h 1849426"/>
                <a:gd name="connsiteX1266" fmla="*/ 2913945 w 6386648"/>
                <a:gd name="connsiteY1266" fmla="*/ 719896 h 1849426"/>
                <a:gd name="connsiteX1267" fmla="*/ 2895920 w 6386648"/>
                <a:gd name="connsiteY1267" fmla="*/ 737921 h 1849426"/>
                <a:gd name="connsiteX1268" fmla="*/ 2877895 w 6386648"/>
                <a:gd name="connsiteY1268" fmla="*/ 719896 h 1849426"/>
                <a:gd name="connsiteX1269" fmla="*/ 2895920 w 6386648"/>
                <a:gd name="connsiteY1269" fmla="*/ 701872 h 1849426"/>
                <a:gd name="connsiteX1270" fmla="*/ 2547449 w 6386648"/>
                <a:gd name="connsiteY1270" fmla="*/ 701872 h 1849426"/>
                <a:gd name="connsiteX1271" fmla="*/ 2565474 w 6386648"/>
                <a:gd name="connsiteY1271" fmla="*/ 719896 h 1849426"/>
                <a:gd name="connsiteX1272" fmla="*/ 2547449 w 6386648"/>
                <a:gd name="connsiteY1272" fmla="*/ 737921 h 1849426"/>
                <a:gd name="connsiteX1273" fmla="*/ 2529425 w 6386648"/>
                <a:gd name="connsiteY1273" fmla="*/ 719896 h 1849426"/>
                <a:gd name="connsiteX1274" fmla="*/ 2547449 w 6386648"/>
                <a:gd name="connsiteY1274" fmla="*/ 701872 h 1849426"/>
                <a:gd name="connsiteX1275" fmla="*/ 2241034 w 6386648"/>
                <a:gd name="connsiteY1275" fmla="*/ 701872 h 1849426"/>
                <a:gd name="connsiteX1276" fmla="*/ 2259059 w 6386648"/>
                <a:gd name="connsiteY1276" fmla="*/ 719896 h 1849426"/>
                <a:gd name="connsiteX1277" fmla="*/ 2241034 w 6386648"/>
                <a:gd name="connsiteY1277" fmla="*/ 737921 h 1849426"/>
                <a:gd name="connsiteX1278" fmla="*/ 2223010 w 6386648"/>
                <a:gd name="connsiteY1278" fmla="*/ 719896 h 1849426"/>
                <a:gd name="connsiteX1279" fmla="*/ 2241034 w 6386648"/>
                <a:gd name="connsiteY1279" fmla="*/ 701872 h 1849426"/>
                <a:gd name="connsiteX1280" fmla="*/ 1411911 w 6386648"/>
                <a:gd name="connsiteY1280" fmla="*/ 701872 h 1849426"/>
                <a:gd name="connsiteX1281" fmla="*/ 1429936 w 6386648"/>
                <a:gd name="connsiteY1281" fmla="*/ 719896 h 1849426"/>
                <a:gd name="connsiteX1282" fmla="*/ 1411911 w 6386648"/>
                <a:gd name="connsiteY1282" fmla="*/ 737921 h 1849426"/>
                <a:gd name="connsiteX1283" fmla="*/ 1393887 w 6386648"/>
                <a:gd name="connsiteY1283" fmla="*/ 719896 h 1849426"/>
                <a:gd name="connsiteX1284" fmla="*/ 1411911 w 6386648"/>
                <a:gd name="connsiteY1284" fmla="*/ 701872 h 1849426"/>
                <a:gd name="connsiteX1285" fmla="*/ 1165578 w 6386648"/>
                <a:gd name="connsiteY1285" fmla="*/ 701872 h 1849426"/>
                <a:gd name="connsiteX1286" fmla="*/ 1183602 w 6386648"/>
                <a:gd name="connsiteY1286" fmla="*/ 719896 h 1849426"/>
                <a:gd name="connsiteX1287" fmla="*/ 1165578 w 6386648"/>
                <a:gd name="connsiteY1287" fmla="*/ 737921 h 1849426"/>
                <a:gd name="connsiteX1288" fmla="*/ 1147553 w 6386648"/>
                <a:gd name="connsiteY1288" fmla="*/ 719896 h 1849426"/>
                <a:gd name="connsiteX1289" fmla="*/ 1165578 w 6386648"/>
                <a:gd name="connsiteY1289" fmla="*/ 701872 h 1849426"/>
                <a:gd name="connsiteX1290" fmla="*/ 168227 w 6386648"/>
                <a:gd name="connsiteY1290" fmla="*/ 701872 h 1849426"/>
                <a:gd name="connsiteX1291" fmla="*/ 186252 w 6386648"/>
                <a:gd name="connsiteY1291" fmla="*/ 719896 h 1849426"/>
                <a:gd name="connsiteX1292" fmla="*/ 168227 w 6386648"/>
                <a:gd name="connsiteY1292" fmla="*/ 737921 h 1849426"/>
                <a:gd name="connsiteX1293" fmla="*/ 150203 w 6386648"/>
                <a:gd name="connsiteY1293" fmla="*/ 719896 h 1849426"/>
                <a:gd name="connsiteX1294" fmla="*/ 168227 w 6386648"/>
                <a:gd name="connsiteY1294" fmla="*/ 701872 h 1849426"/>
                <a:gd name="connsiteX1295" fmla="*/ 1910586 w 6386648"/>
                <a:gd name="connsiteY1295" fmla="*/ 695864 h 1849426"/>
                <a:gd name="connsiteX1296" fmla="*/ 1928611 w 6386648"/>
                <a:gd name="connsiteY1296" fmla="*/ 713888 h 1849426"/>
                <a:gd name="connsiteX1297" fmla="*/ 1910586 w 6386648"/>
                <a:gd name="connsiteY1297" fmla="*/ 731913 h 1849426"/>
                <a:gd name="connsiteX1298" fmla="*/ 1892562 w 6386648"/>
                <a:gd name="connsiteY1298" fmla="*/ 713888 h 1849426"/>
                <a:gd name="connsiteX1299" fmla="*/ 1910586 w 6386648"/>
                <a:gd name="connsiteY1299" fmla="*/ 695864 h 1849426"/>
                <a:gd name="connsiteX1300" fmla="*/ 3833190 w 6386648"/>
                <a:gd name="connsiteY1300" fmla="*/ 689856 h 1849426"/>
                <a:gd name="connsiteX1301" fmla="*/ 3851215 w 6386648"/>
                <a:gd name="connsiteY1301" fmla="*/ 707880 h 1849426"/>
                <a:gd name="connsiteX1302" fmla="*/ 3833190 w 6386648"/>
                <a:gd name="connsiteY1302" fmla="*/ 725905 h 1849426"/>
                <a:gd name="connsiteX1303" fmla="*/ 3815166 w 6386648"/>
                <a:gd name="connsiteY1303" fmla="*/ 707880 h 1849426"/>
                <a:gd name="connsiteX1304" fmla="*/ 3833190 w 6386648"/>
                <a:gd name="connsiteY1304" fmla="*/ 689856 h 1849426"/>
                <a:gd name="connsiteX1305" fmla="*/ 2787774 w 6386648"/>
                <a:gd name="connsiteY1305" fmla="*/ 689856 h 1849426"/>
                <a:gd name="connsiteX1306" fmla="*/ 2805799 w 6386648"/>
                <a:gd name="connsiteY1306" fmla="*/ 707880 h 1849426"/>
                <a:gd name="connsiteX1307" fmla="*/ 2787774 w 6386648"/>
                <a:gd name="connsiteY1307" fmla="*/ 725905 h 1849426"/>
                <a:gd name="connsiteX1308" fmla="*/ 2769750 w 6386648"/>
                <a:gd name="connsiteY1308" fmla="*/ 707880 h 1849426"/>
                <a:gd name="connsiteX1309" fmla="*/ 2787774 w 6386648"/>
                <a:gd name="connsiteY1309" fmla="*/ 689856 h 1849426"/>
                <a:gd name="connsiteX1310" fmla="*/ 5737768 w 6386648"/>
                <a:gd name="connsiteY1310" fmla="*/ 677840 h 1849426"/>
                <a:gd name="connsiteX1311" fmla="*/ 5755793 w 6386648"/>
                <a:gd name="connsiteY1311" fmla="*/ 695865 h 1849426"/>
                <a:gd name="connsiteX1312" fmla="*/ 5737768 w 6386648"/>
                <a:gd name="connsiteY1312" fmla="*/ 713889 h 1849426"/>
                <a:gd name="connsiteX1313" fmla="*/ 5719744 w 6386648"/>
                <a:gd name="connsiteY1313" fmla="*/ 695865 h 1849426"/>
                <a:gd name="connsiteX1314" fmla="*/ 5737768 w 6386648"/>
                <a:gd name="connsiteY1314" fmla="*/ 677840 h 1849426"/>
                <a:gd name="connsiteX1315" fmla="*/ 781057 w 6386648"/>
                <a:gd name="connsiteY1315" fmla="*/ 677840 h 1849426"/>
                <a:gd name="connsiteX1316" fmla="*/ 799082 w 6386648"/>
                <a:gd name="connsiteY1316" fmla="*/ 695865 h 1849426"/>
                <a:gd name="connsiteX1317" fmla="*/ 781057 w 6386648"/>
                <a:gd name="connsiteY1317" fmla="*/ 713889 h 1849426"/>
                <a:gd name="connsiteX1318" fmla="*/ 763033 w 6386648"/>
                <a:gd name="connsiteY1318" fmla="*/ 695865 h 1849426"/>
                <a:gd name="connsiteX1319" fmla="*/ 781057 w 6386648"/>
                <a:gd name="connsiteY1319" fmla="*/ 677840 h 1849426"/>
                <a:gd name="connsiteX1320" fmla="*/ 276373 w 6386648"/>
                <a:gd name="connsiteY1320" fmla="*/ 677840 h 1849426"/>
                <a:gd name="connsiteX1321" fmla="*/ 294398 w 6386648"/>
                <a:gd name="connsiteY1321" fmla="*/ 695865 h 1849426"/>
                <a:gd name="connsiteX1322" fmla="*/ 276373 w 6386648"/>
                <a:gd name="connsiteY1322" fmla="*/ 713889 h 1849426"/>
                <a:gd name="connsiteX1323" fmla="*/ 258349 w 6386648"/>
                <a:gd name="connsiteY1323" fmla="*/ 695865 h 1849426"/>
                <a:gd name="connsiteX1324" fmla="*/ 276373 w 6386648"/>
                <a:gd name="connsiteY1324" fmla="*/ 677840 h 1849426"/>
                <a:gd name="connsiteX1325" fmla="*/ 1784415 w 6386648"/>
                <a:gd name="connsiteY1325" fmla="*/ 671832 h 1849426"/>
                <a:gd name="connsiteX1326" fmla="*/ 1802440 w 6386648"/>
                <a:gd name="connsiteY1326" fmla="*/ 689856 h 1849426"/>
                <a:gd name="connsiteX1327" fmla="*/ 1784415 w 6386648"/>
                <a:gd name="connsiteY1327" fmla="*/ 707881 h 1849426"/>
                <a:gd name="connsiteX1328" fmla="*/ 1766391 w 6386648"/>
                <a:gd name="connsiteY1328" fmla="*/ 689856 h 1849426"/>
                <a:gd name="connsiteX1329" fmla="*/ 1784415 w 6386648"/>
                <a:gd name="connsiteY1329" fmla="*/ 671832 h 1849426"/>
                <a:gd name="connsiteX1330" fmla="*/ 3713027 w 6386648"/>
                <a:gd name="connsiteY1330" fmla="*/ 665824 h 1849426"/>
                <a:gd name="connsiteX1331" fmla="*/ 3731052 w 6386648"/>
                <a:gd name="connsiteY1331" fmla="*/ 683848 h 1849426"/>
                <a:gd name="connsiteX1332" fmla="*/ 3713027 w 6386648"/>
                <a:gd name="connsiteY1332" fmla="*/ 701873 h 1849426"/>
                <a:gd name="connsiteX1333" fmla="*/ 3695003 w 6386648"/>
                <a:gd name="connsiteY1333" fmla="*/ 683848 h 1849426"/>
                <a:gd name="connsiteX1334" fmla="*/ 3713027 w 6386648"/>
                <a:gd name="connsiteY1334" fmla="*/ 665824 h 1849426"/>
                <a:gd name="connsiteX1335" fmla="*/ 3274433 w 6386648"/>
                <a:gd name="connsiteY1335" fmla="*/ 665824 h 1849426"/>
                <a:gd name="connsiteX1336" fmla="*/ 3292458 w 6386648"/>
                <a:gd name="connsiteY1336" fmla="*/ 683848 h 1849426"/>
                <a:gd name="connsiteX1337" fmla="*/ 3274433 w 6386648"/>
                <a:gd name="connsiteY1337" fmla="*/ 701873 h 1849426"/>
                <a:gd name="connsiteX1338" fmla="*/ 3256409 w 6386648"/>
                <a:gd name="connsiteY1338" fmla="*/ 683848 h 1849426"/>
                <a:gd name="connsiteX1339" fmla="*/ 3274433 w 6386648"/>
                <a:gd name="connsiteY1339" fmla="*/ 665824 h 1849426"/>
                <a:gd name="connsiteX1340" fmla="*/ 1291748 w 6386648"/>
                <a:gd name="connsiteY1340" fmla="*/ 665824 h 1849426"/>
                <a:gd name="connsiteX1341" fmla="*/ 1309773 w 6386648"/>
                <a:gd name="connsiteY1341" fmla="*/ 683848 h 1849426"/>
                <a:gd name="connsiteX1342" fmla="*/ 1291748 w 6386648"/>
                <a:gd name="connsiteY1342" fmla="*/ 701873 h 1849426"/>
                <a:gd name="connsiteX1343" fmla="*/ 1273724 w 6386648"/>
                <a:gd name="connsiteY1343" fmla="*/ 683848 h 1849426"/>
                <a:gd name="connsiteX1344" fmla="*/ 1291748 w 6386648"/>
                <a:gd name="connsiteY1344" fmla="*/ 665824 h 1849426"/>
                <a:gd name="connsiteX1345" fmla="*/ 636862 w 6386648"/>
                <a:gd name="connsiteY1345" fmla="*/ 665824 h 1849426"/>
                <a:gd name="connsiteX1346" fmla="*/ 654887 w 6386648"/>
                <a:gd name="connsiteY1346" fmla="*/ 683848 h 1849426"/>
                <a:gd name="connsiteX1347" fmla="*/ 636862 w 6386648"/>
                <a:gd name="connsiteY1347" fmla="*/ 701873 h 1849426"/>
                <a:gd name="connsiteX1348" fmla="*/ 618838 w 6386648"/>
                <a:gd name="connsiteY1348" fmla="*/ 683848 h 1849426"/>
                <a:gd name="connsiteX1349" fmla="*/ 636862 w 6386648"/>
                <a:gd name="connsiteY1349" fmla="*/ 665824 h 1849426"/>
                <a:gd name="connsiteX1350" fmla="*/ 3172295 w 6386648"/>
                <a:gd name="connsiteY1350" fmla="*/ 659815 h 1849426"/>
                <a:gd name="connsiteX1351" fmla="*/ 3190320 w 6386648"/>
                <a:gd name="connsiteY1351" fmla="*/ 677839 h 1849426"/>
                <a:gd name="connsiteX1352" fmla="*/ 3172295 w 6386648"/>
                <a:gd name="connsiteY1352" fmla="*/ 695864 h 1849426"/>
                <a:gd name="connsiteX1353" fmla="*/ 3154271 w 6386648"/>
                <a:gd name="connsiteY1353" fmla="*/ 677839 h 1849426"/>
                <a:gd name="connsiteX1354" fmla="*/ 3172295 w 6386648"/>
                <a:gd name="connsiteY1354" fmla="*/ 659815 h 1849426"/>
                <a:gd name="connsiteX1355" fmla="*/ 6314550 w 6386648"/>
                <a:gd name="connsiteY1355" fmla="*/ 647799 h 1849426"/>
                <a:gd name="connsiteX1356" fmla="*/ 6332574 w 6386648"/>
                <a:gd name="connsiteY1356" fmla="*/ 665824 h 1849426"/>
                <a:gd name="connsiteX1357" fmla="*/ 6314550 w 6386648"/>
                <a:gd name="connsiteY1357" fmla="*/ 683848 h 1849426"/>
                <a:gd name="connsiteX1358" fmla="*/ 6296525 w 6386648"/>
                <a:gd name="connsiteY1358" fmla="*/ 665824 h 1849426"/>
                <a:gd name="connsiteX1359" fmla="*/ 6314550 w 6386648"/>
                <a:gd name="connsiteY1359" fmla="*/ 647799 h 1849426"/>
                <a:gd name="connsiteX1360" fmla="*/ 3040116 w 6386648"/>
                <a:gd name="connsiteY1360" fmla="*/ 647799 h 1849426"/>
                <a:gd name="connsiteX1361" fmla="*/ 3058141 w 6386648"/>
                <a:gd name="connsiteY1361" fmla="*/ 665824 h 1849426"/>
                <a:gd name="connsiteX1362" fmla="*/ 3040116 w 6386648"/>
                <a:gd name="connsiteY1362" fmla="*/ 683848 h 1849426"/>
                <a:gd name="connsiteX1363" fmla="*/ 3022092 w 6386648"/>
                <a:gd name="connsiteY1363" fmla="*/ 665824 h 1849426"/>
                <a:gd name="connsiteX1364" fmla="*/ 3040116 w 6386648"/>
                <a:gd name="connsiteY1364" fmla="*/ 647799 h 1849426"/>
                <a:gd name="connsiteX1365" fmla="*/ 4025450 w 6386648"/>
                <a:gd name="connsiteY1365" fmla="*/ 641791 h 1849426"/>
                <a:gd name="connsiteX1366" fmla="*/ 4043475 w 6386648"/>
                <a:gd name="connsiteY1366" fmla="*/ 659815 h 1849426"/>
                <a:gd name="connsiteX1367" fmla="*/ 4025450 w 6386648"/>
                <a:gd name="connsiteY1367" fmla="*/ 677840 h 1849426"/>
                <a:gd name="connsiteX1368" fmla="*/ 4007426 w 6386648"/>
                <a:gd name="connsiteY1368" fmla="*/ 659815 h 1849426"/>
                <a:gd name="connsiteX1369" fmla="*/ 4025450 w 6386648"/>
                <a:gd name="connsiteY1369" fmla="*/ 641791 h 1849426"/>
                <a:gd name="connsiteX1370" fmla="*/ 5948053 w 6386648"/>
                <a:gd name="connsiteY1370" fmla="*/ 629775 h 1849426"/>
                <a:gd name="connsiteX1371" fmla="*/ 5966078 w 6386648"/>
                <a:gd name="connsiteY1371" fmla="*/ 647799 h 1849426"/>
                <a:gd name="connsiteX1372" fmla="*/ 5948053 w 6386648"/>
                <a:gd name="connsiteY1372" fmla="*/ 665824 h 1849426"/>
                <a:gd name="connsiteX1373" fmla="*/ 5930029 w 6386648"/>
                <a:gd name="connsiteY1373" fmla="*/ 647799 h 1849426"/>
                <a:gd name="connsiteX1374" fmla="*/ 5948053 w 6386648"/>
                <a:gd name="connsiteY1374" fmla="*/ 629775 h 1849426"/>
                <a:gd name="connsiteX1375" fmla="*/ 2673619 w 6386648"/>
                <a:gd name="connsiteY1375" fmla="*/ 629775 h 1849426"/>
                <a:gd name="connsiteX1376" fmla="*/ 2691644 w 6386648"/>
                <a:gd name="connsiteY1376" fmla="*/ 647799 h 1849426"/>
                <a:gd name="connsiteX1377" fmla="*/ 2673619 w 6386648"/>
                <a:gd name="connsiteY1377" fmla="*/ 665824 h 1849426"/>
                <a:gd name="connsiteX1378" fmla="*/ 2655595 w 6386648"/>
                <a:gd name="connsiteY1378" fmla="*/ 647799 h 1849426"/>
                <a:gd name="connsiteX1379" fmla="*/ 2673619 w 6386648"/>
                <a:gd name="connsiteY1379" fmla="*/ 629775 h 1849426"/>
                <a:gd name="connsiteX1380" fmla="*/ 2331156 w 6386648"/>
                <a:gd name="connsiteY1380" fmla="*/ 629775 h 1849426"/>
                <a:gd name="connsiteX1381" fmla="*/ 2349181 w 6386648"/>
                <a:gd name="connsiteY1381" fmla="*/ 647799 h 1849426"/>
                <a:gd name="connsiteX1382" fmla="*/ 2331156 w 6386648"/>
                <a:gd name="connsiteY1382" fmla="*/ 665824 h 1849426"/>
                <a:gd name="connsiteX1383" fmla="*/ 2313132 w 6386648"/>
                <a:gd name="connsiteY1383" fmla="*/ 647799 h 1849426"/>
                <a:gd name="connsiteX1384" fmla="*/ 2331156 w 6386648"/>
                <a:gd name="connsiteY1384" fmla="*/ 629775 h 1849426"/>
                <a:gd name="connsiteX1385" fmla="*/ 1514049 w 6386648"/>
                <a:gd name="connsiteY1385" fmla="*/ 629775 h 1849426"/>
                <a:gd name="connsiteX1386" fmla="*/ 1532074 w 6386648"/>
                <a:gd name="connsiteY1386" fmla="*/ 647799 h 1849426"/>
                <a:gd name="connsiteX1387" fmla="*/ 1514049 w 6386648"/>
                <a:gd name="connsiteY1387" fmla="*/ 665824 h 1849426"/>
                <a:gd name="connsiteX1388" fmla="*/ 1496025 w 6386648"/>
                <a:gd name="connsiteY1388" fmla="*/ 647799 h 1849426"/>
                <a:gd name="connsiteX1389" fmla="*/ 1514049 w 6386648"/>
                <a:gd name="connsiteY1389" fmla="*/ 629775 h 1849426"/>
                <a:gd name="connsiteX1390" fmla="*/ 901219 w 6386648"/>
                <a:gd name="connsiteY1390" fmla="*/ 629775 h 1849426"/>
                <a:gd name="connsiteX1391" fmla="*/ 919244 w 6386648"/>
                <a:gd name="connsiteY1391" fmla="*/ 647799 h 1849426"/>
                <a:gd name="connsiteX1392" fmla="*/ 901219 w 6386648"/>
                <a:gd name="connsiteY1392" fmla="*/ 665824 h 1849426"/>
                <a:gd name="connsiteX1393" fmla="*/ 883195 w 6386648"/>
                <a:gd name="connsiteY1393" fmla="*/ 647799 h 1849426"/>
                <a:gd name="connsiteX1394" fmla="*/ 901219 w 6386648"/>
                <a:gd name="connsiteY1394" fmla="*/ 629775 h 1849426"/>
                <a:gd name="connsiteX1395" fmla="*/ 5827891 w 6386648"/>
                <a:gd name="connsiteY1395" fmla="*/ 617758 h 1849426"/>
                <a:gd name="connsiteX1396" fmla="*/ 5845916 w 6386648"/>
                <a:gd name="connsiteY1396" fmla="*/ 635783 h 1849426"/>
                <a:gd name="connsiteX1397" fmla="*/ 5827891 w 6386648"/>
                <a:gd name="connsiteY1397" fmla="*/ 653807 h 1849426"/>
                <a:gd name="connsiteX1398" fmla="*/ 5809867 w 6386648"/>
                <a:gd name="connsiteY1398" fmla="*/ 635783 h 1849426"/>
                <a:gd name="connsiteX1399" fmla="*/ 5827891 w 6386648"/>
                <a:gd name="connsiteY1399" fmla="*/ 617758 h 1849426"/>
                <a:gd name="connsiteX1400" fmla="*/ 2469343 w 6386648"/>
                <a:gd name="connsiteY1400" fmla="*/ 617758 h 1849426"/>
                <a:gd name="connsiteX1401" fmla="*/ 2487368 w 6386648"/>
                <a:gd name="connsiteY1401" fmla="*/ 635783 h 1849426"/>
                <a:gd name="connsiteX1402" fmla="*/ 2469343 w 6386648"/>
                <a:gd name="connsiteY1402" fmla="*/ 653807 h 1849426"/>
                <a:gd name="connsiteX1403" fmla="*/ 2451319 w 6386648"/>
                <a:gd name="connsiteY1403" fmla="*/ 635783 h 1849426"/>
                <a:gd name="connsiteX1404" fmla="*/ 2469343 w 6386648"/>
                <a:gd name="connsiteY1404" fmla="*/ 617758 h 1849426"/>
                <a:gd name="connsiteX1405" fmla="*/ 6110273 w 6386648"/>
                <a:gd name="connsiteY1405" fmla="*/ 611750 h 1849426"/>
                <a:gd name="connsiteX1406" fmla="*/ 6128298 w 6386648"/>
                <a:gd name="connsiteY1406" fmla="*/ 629774 h 1849426"/>
                <a:gd name="connsiteX1407" fmla="*/ 6110273 w 6386648"/>
                <a:gd name="connsiteY1407" fmla="*/ 647799 h 1849426"/>
                <a:gd name="connsiteX1408" fmla="*/ 6092248 w 6386648"/>
                <a:gd name="connsiteY1408" fmla="*/ 629774 h 1849426"/>
                <a:gd name="connsiteX1409" fmla="*/ 6110273 w 6386648"/>
                <a:gd name="connsiteY1409" fmla="*/ 611750 h 1849426"/>
                <a:gd name="connsiteX1410" fmla="*/ 3598872 w 6386648"/>
                <a:gd name="connsiteY1410" fmla="*/ 611750 h 1849426"/>
                <a:gd name="connsiteX1411" fmla="*/ 3616897 w 6386648"/>
                <a:gd name="connsiteY1411" fmla="*/ 629774 h 1849426"/>
                <a:gd name="connsiteX1412" fmla="*/ 3598872 w 6386648"/>
                <a:gd name="connsiteY1412" fmla="*/ 647799 h 1849426"/>
                <a:gd name="connsiteX1413" fmla="*/ 3580848 w 6386648"/>
                <a:gd name="connsiteY1413" fmla="*/ 629774 h 1849426"/>
                <a:gd name="connsiteX1414" fmla="*/ 3598872 w 6386648"/>
                <a:gd name="connsiteY1414" fmla="*/ 611750 h 1849426"/>
                <a:gd name="connsiteX1415" fmla="*/ 2150912 w 6386648"/>
                <a:gd name="connsiteY1415" fmla="*/ 611750 h 1849426"/>
                <a:gd name="connsiteX1416" fmla="*/ 2168937 w 6386648"/>
                <a:gd name="connsiteY1416" fmla="*/ 629774 h 1849426"/>
                <a:gd name="connsiteX1417" fmla="*/ 2150912 w 6386648"/>
                <a:gd name="connsiteY1417" fmla="*/ 647799 h 1849426"/>
                <a:gd name="connsiteX1418" fmla="*/ 2132888 w 6386648"/>
                <a:gd name="connsiteY1418" fmla="*/ 629774 h 1849426"/>
                <a:gd name="connsiteX1419" fmla="*/ 2150912 w 6386648"/>
                <a:gd name="connsiteY1419" fmla="*/ 611750 h 1849426"/>
                <a:gd name="connsiteX1420" fmla="*/ 2036758 w 6386648"/>
                <a:gd name="connsiteY1420" fmla="*/ 605742 h 1849426"/>
                <a:gd name="connsiteX1421" fmla="*/ 2054782 w 6386648"/>
                <a:gd name="connsiteY1421" fmla="*/ 623766 h 1849426"/>
                <a:gd name="connsiteX1422" fmla="*/ 2036758 w 6386648"/>
                <a:gd name="connsiteY1422" fmla="*/ 641791 h 1849426"/>
                <a:gd name="connsiteX1423" fmla="*/ 2018733 w 6386648"/>
                <a:gd name="connsiteY1423" fmla="*/ 623766 h 1849426"/>
                <a:gd name="connsiteX1424" fmla="*/ 2036758 w 6386648"/>
                <a:gd name="connsiteY1424" fmla="*/ 605742 h 1849426"/>
                <a:gd name="connsiteX1425" fmla="*/ 1652236 w 6386648"/>
                <a:gd name="connsiteY1425" fmla="*/ 605742 h 1849426"/>
                <a:gd name="connsiteX1426" fmla="*/ 1670261 w 6386648"/>
                <a:gd name="connsiteY1426" fmla="*/ 623766 h 1849426"/>
                <a:gd name="connsiteX1427" fmla="*/ 1652236 w 6386648"/>
                <a:gd name="connsiteY1427" fmla="*/ 641791 h 1849426"/>
                <a:gd name="connsiteX1428" fmla="*/ 1634212 w 6386648"/>
                <a:gd name="connsiteY1428" fmla="*/ 623766 h 1849426"/>
                <a:gd name="connsiteX1429" fmla="*/ 1652236 w 6386648"/>
                <a:gd name="connsiteY1429" fmla="*/ 605742 h 1849426"/>
                <a:gd name="connsiteX1430" fmla="*/ 1027390 w 6386648"/>
                <a:gd name="connsiteY1430" fmla="*/ 605742 h 1849426"/>
                <a:gd name="connsiteX1431" fmla="*/ 1045415 w 6386648"/>
                <a:gd name="connsiteY1431" fmla="*/ 623766 h 1849426"/>
                <a:gd name="connsiteX1432" fmla="*/ 1027390 w 6386648"/>
                <a:gd name="connsiteY1432" fmla="*/ 641791 h 1849426"/>
                <a:gd name="connsiteX1433" fmla="*/ 1009366 w 6386648"/>
                <a:gd name="connsiteY1433" fmla="*/ 623766 h 1849426"/>
                <a:gd name="connsiteX1434" fmla="*/ 1027390 w 6386648"/>
                <a:gd name="connsiteY1434" fmla="*/ 605742 h 1849426"/>
                <a:gd name="connsiteX1435" fmla="*/ 504684 w 6386648"/>
                <a:gd name="connsiteY1435" fmla="*/ 605742 h 1849426"/>
                <a:gd name="connsiteX1436" fmla="*/ 522708 w 6386648"/>
                <a:gd name="connsiteY1436" fmla="*/ 623766 h 1849426"/>
                <a:gd name="connsiteX1437" fmla="*/ 504684 w 6386648"/>
                <a:gd name="connsiteY1437" fmla="*/ 641791 h 1849426"/>
                <a:gd name="connsiteX1438" fmla="*/ 486659 w 6386648"/>
                <a:gd name="connsiteY1438" fmla="*/ 623766 h 1849426"/>
                <a:gd name="connsiteX1439" fmla="*/ 504684 w 6386648"/>
                <a:gd name="connsiteY1439" fmla="*/ 605742 h 1849426"/>
                <a:gd name="connsiteX1440" fmla="*/ 378512 w 6386648"/>
                <a:gd name="connsiteY1440" fmla="*/ 605742 h 1849426"/>
                <a:gd name="connsiteX1441" fmla="*/ 396537 w 6386648"/>
                <a:gd name="connsiteY1441" fmla="*/ 623766 h 1849426"/>
                <a:gd name="connsiteX1442" fmla="*/ 378512 w 6386648"/>
                <a:gd name="connsiteY1442" fmla="*/ 641791 h 1849426"/>
                <a:gd name="connsiteX1443" fmla="*/ 360488 w 6386648"/>
                <a:gd name="connsiteY1443" fmla="*/ 623766 h 1849426"/>
                <a:gd name="connsiteX1444" fmla="*/ 378512 w 6386648"/>
                <a:gd name="connsiteY1444" fmla="*/ 605742 h 1849426"/>
                <a:gd name="connsiteX1445" fmla="*/ 3358547 w 6386648"/>
                <a:gd name="connsiteY1445" fmla="*/ 599734 h 1849426"/>
                <a:gd name="connsiteX1446" fmla="*/ 3376572 w 6386648"/>
                <a:gd name="connsiteY1446" fmla="*/ 617758 h 1849426"/>
                <a:gd name="connsiteX1447" fmla="*/ 3358547 w 6386648"/>
                <a:gd name="connsiteY1447" fmla="*/ 635783 h 1849426"/>
                <a:gd name="connsiteX1448" fmla="*/ 3340523 w 6386648"/>
                <a:gd name="connsiteY1448" fmla="*/ 617758 h 1849426"/>
                <a:gd name="connsiteX1449" fmla="*/ 3358547 w 6386648"/>
                <a:gd name="connsiteY1449" fmla="*/ 599734 h 1849426"/>
                <a:gd name="connsiteX1450" fmla="*/ 3887263 w 6386648"/>
                <a:gd name="connsiteY1450" fmla="*/ 593726 h 1849426"/>
                <a:gd name="connsiteX1451" fmla="*/ 3905288 w 6386648"/>
                <a:gd name="connsiteY1451" fmla="*/ 611750 h 1849426"/>
                <a:gd name="connsiteX1452" fmla="*/ 3887263 w 6386648"/>
                <a:gd name="connsiteY1452" fmla="*/ 629775 h 1849426"/>
                <a:gd name="connsiteX1453" fmla="*/ 3869238 w 6386648"/>
                <a:gd name="connsiteY1453" fmla="*/ 611750 h 1849426"/>
                <a:gd name="connsiteX1454" fmla="*/ 3887263 w 6386648"/>
                <a:gd name="connsiteY1454" fmla="*/ 593726 h 1849426"/>
                <a:gd name="connsiteX1455" fmla="*/ 5623614 w 6386648"/>
                <a:gd name="connsiteY1455" fmla="*/ 587718 h 1849426"/>
                <a:gd name="connsiteX1456" fmla="*/ 5641639 w 6386648"/>
                <a:gd name="connsiteY1456" fmla="*/ 605743 h 1849426"/>
                <a:gd name="connsiteX1457" fmla="*/ 5623614 w 6386648"/>
                <a:gd name="connsiteY1457" fmla="*/ 623767 h 1849426"/>
                <a:gd name="connsiteX1458" fmla="*/ 5605590 w 6386648"/>
                <a:gd name="connsiteY1458" fmla="*/ 605743 h 1849426"/>
                <a:gd name="connsiteX1459" fmla="*/ 5623614 w 6386648"/>
                <a:gd name="connsiteY1459" fmla="*/ 587718 h 1849426"/>
                <a:gd name="connsiteX1460" fmla="*/ 4157629 w 6386648"/>
                <a:gd name="connsiteY1460" fmla="*/ 587718 h 1849426"/>
                <a:gd name="connsiteX1461" fmla="*/ 4175654 w 6386648"/>
                <a:gd name="connsiteY1461" fmla="*/ 605743 h 1849426"/>
                <a:gd name="connsiteX1462" fmla="*/ 4157629 w 6386648"/>
                <a:gd name="connsiteY1462" fmla="*/ 623767 h 1849426"/>
                <a:gd name="connsiteX1463" fmla="*/ 4139604 w 6386648"/>
                <a:gd name="connsiteY1463" fmla="*/ 605743 h 1849426"/>
                <a:gd name="connsiteX1464" fmla="*/ 4157629 w 6386648"/>
                <a:gd name="connsiteY1464" fmla="*/ 587718 h 1849426"/>
                <a:gd name="connsiteX1465" fmla="*/ 1886555 w 6386648"/>
                <a:gd name="connsiteY1465" fmla="*/ 587718 h 1849426"/>
                <a:gd name="connsiteX1466" fmla="*/ 1904579 w 6386648"/>
                <a:gd name="connsiteY1466" fmla="*/ 605743 h 1849426"/>
                <a:gd name="connsiteX1467" fmla="*/ 1886555 w 6386648"/>
                <a:gd name="connsiteY1467" fmla="*/ 623767 h 1849426"/>
                <a:gd name="connsiteX1468" fmla="*/ 1868530 w 6386648"/>
                <a:gd name="connsiteY1468" fmla="*/ 605743 h 1849426"/>
                <a:gd name="connsiteX1469" fmla="*/ 1886555 w 6386648"/>
                <a:gd name="connsiteY1469" fmla="*/ 587718 h 1849426"/>
                <a:gd name="connsiteX1470" fmla="*/ 1147553 w 6386648"/>
                <a:gd name="connsiteY1470" fmla="*/ 587718 h 1849426"/>
                <a:gd name="connsiteX1471" fmla="*/ 1165578 w 6386648"/>
                <a:gd name="connsiteY1471" fmla="*/ 605743 h 1849426"/>
                <a:gd name="connsiteX1472" fmla="*/ 1147553 w 6386648"/>
                <a:gd name="connsiteY1472" fmla="*/ 623767 h 1849426"/>
                <a:gd name="connsiteX1473" fmla="*/ 1129529 w 6386648"/>
                <a:gd name="connsiteY1473" fmla="*/ 605743 h 1849426"/>
                <a:gd name="connsiteX1474" fmla="*/ 1147553 w 6386648"/>
                <a:gd name="connsiteY1474" fmla="*/ 587718 h 1849426"/>
                <a:gd name="connsiteX1475" fmla="*/ 6212411 w 6386648"/>
                <a:gd name="connsiteY1475" fmla="*/ 581710 h 1849426"/>
                <a:gd name="connsiteX1476" fmla="*/ 6230436 w 6386648"/>
                <a:gd name="connsiteY1476" fmla="*/ 599734 h 1849426"/>
                <a:gd name="connsiteX1477" fmla="*/ 6212411 w 6386648"/>
                <a:gd name="connsiteY1477" fmla="*/ 617759 h 1849426"/>
                <a:gd name="connsiteX1478" fmla="*/ 6194387 w 6386648"/>
                <a:gd name="connsiteY1478" fmla="*/ 599734 h 1849426"/>
                <a:gd name="connsiteX1479" fmla="*/ 6212411 w 6386648"/>
                <a:gd name="connsiteY1479" fmla="*/ 581710 h 1849426"/>
                <a:gd name="connsiteX1480" fmla="*/ 3478710 w 6386648"/>
                <a:gd name="connsiteY1480" fmla="*/ 581710 h 1849426"/>
                <a:gd name="connsiteX1481" fmla="*/ 3496735 w 6386648"/>
                <a:gd name="connsiteY1481" fmla="*/ 599734 h 1849426"/>
                <a:gd name="connsiteX1482" fmla="*/ 3478710 w 6386648"/>
                <a:gd name="connsiteY1482" fmla="*/ 617759 h 1849426"/>
                <a:gd name="connsiteX1483" fmla="*/ 3460686 w 6386648"/>
                <a:gd name="connsiteY1483" fmla="*/ 599734 h 1849426"/>
                <a:gd name="connsiteX1484" fmla="*/ 3478710 w 6386648"/>
                <a:gd name="connsiteY1484" fmla="*/ 581710 h 1849426"/>
                <a:gd name="connsiteX1485" fmla="*/ 2883904 w 6386648"/>
                <a:gd name="connsiteY1485" fmla="*/ 581710 h 1849426"/>
                <a:gd name="connsiteX1486" fmla="*/ 2901929 w 6386648"/>
                <a:gd name="connsiteY1486" fmla="*/ 599734 h 1849426"/>
                <a:gd name="connsiteX1487" fmla="*/ 2883904 w 6386648"/>
                <a:gd name="connsiteY1487" fmla="*/ 617759 h 1849426"/>
                <a:gd name="connsiteX1488" fmla="*/ 2865880 w 6386648"/>
                <a:gd name="connsiteY1488" fmla="*/ 599734 h 1849426"/>
                <a:gd name="connsiteX1489" fmla="*/ 2883904 w 6386648"/>
                <a:gd name="connsiteY1489" fmla="*/ 581710 h 1849426"/>
                <a:gd name="connsiteX1490" fmla="*/ 4488076 w 6386648"/>
                <a:gd name="connsiteY1490" fmla="*/ 575702 h 1849426"/>
                <a:gd name="connsiteX1491" fmla="*/ 4506101 w 6386648"/>
                <a:gd name="connsiteY1491" fmla="*/ 593726 h 1849426"/>
                <a:gd name="connsiteX1492" fmla="*/ 4488076 w 6386648"/>
                <a:gd name="connsiteY1492" fmla="*/ 611751 h 1849426"/>
                <a:gd name="connsiteX1493" fmla="*/ 4470051 w 6386648"/>
                <a:gd name="connsiteY1493" fmla="*/ 593726 h 1849426"/>
                <a:gd name="connsiteX1494" fmla="*/ 4488076 w 6386648"/>
                <a:gd name="connsiteY1494" fmla="*/ 575702 h 1849426"/>
                <a:gd name="connsiteX1495" fmla="*/ 4313840 w 6386648"/>
                <a:gd name="connsiteY1495" fmla="*/ 575702 h 1849426"/>
                <a:gd name="connsiteX1496" fmla="*/ 4331865 w 6386648"/>
                <a:gd name="connsiteY1496" fmla="*/ 593726 h 1849426"/>
                <a:gd name="connsiteX1497" fmla="*/ 4313840 w 6386648"/>
                <a:gd name="connsiteY1497" fmla="*/ 611751 h 1849426"/>
                <a:gd name="connsiteX1498" fmla="*/ 4295816 w 6386648"/>
                <a:gd name="connsiteY1498" fmla="*/ 593726 h 1849426"/>
                <a:gd name="connsiteX1499" fmla="*/ 4313840 w 6386648"/>
                <a:gd name="connsiteY1499" fmla="*/ 575702 h 1849426"/>
                <a:gd name="connsiteX1500" fmla="*/ 1381870 w 6386648"/>
                <a:gd name="connsiteY1500" fmla="*/ 569693 h 1849426"/>
                <a:gd name="connsiteX1501" fmla="*/ 1399895 w 6386648"/>
                <a:gd name="connsiteY1501" fmla="*/ 587717 h 1849426"/>
                <a:gd name="connsiteX1502" fmla="*/ 1381870 w 6386648"/>
                <a:gd name="connsiteY1502" fmla="*/ 605742 h 1849426"/>
                <a:gd name="connsiteX1503" fmla="*/ 1363846 w 6386648"/>
                <a:gd name="connsiteY1503" fmla="*/ 587717 h 1849426"/>
                <a:gd name="connsiteX1504" fmla="*/ 1381870 w 6386648"/>
                <a:gd name="connsiteY1504" fmla="*/ 569693 h 1849426"/>
                <a:gd name="connsiteX1505" fmla="*/ 126170 w 6386648"/>
                <a:gd name="connsiteY1505" fmla="*/ 563685 h 1849426"/>
                <a:gd name="connsiteX1506" fmla="*/ 144195 w 6386648"/>
                <a:gd name="connsiteY1506" fmla="*/ 581709 h 1849426"/>
                <a:gd name="connsiteX1507" fmla="*/ 126170 w 6386648"/>
                <a:gd name="connsiteY1507" fmla="*/ 599734 h 1849426"/>
                <a:gd name="connsiteX1508" fmla="*/ 108146 w 6386648"/>
                <a:gd name="connsiteY1508" fmla="*/ 581709 h 1849426"/>
                <a:gd name="connsiteX1509" fmla="*/ 126170 w 6386648"/>
                <a:gd name="connsiteY1509" fmla="*/ 563685 h 1849426"/>
                <a:gd name="connsiteX1510" fmla="*/ 2583497 w 6386648"/>
                <a:gd name="connsiteY1510" fmla="*/ 557677 h 1849426"/>
                <a:gd name="connsiteX1511" fmla="*/ 2601522 w 6386648"/>
                <a:gd name="connsiteY1511" fmla="*/ 575702 h 1849426"/>
                <a:gd name="connsiteX1512" fmla="*/ 2583497 w 6386648"/>
                <a:gd name="connsiteY1512" fmla="*/ 593726 h 1849426"/>
                <a:gd name="connsiteX1513" fmla="*/ 2565473 w 6386648"/>
                <a:gd name="connsiteY1513" fmla="*/ 575702 h 1849426"/>
                <a:gd name="connsiteX1514" fmla="*/ 2583497 w 6386648"/>
                <a:gd name="connsiteY1514" fmla="*/ 557677 h 1849426"/>
                <a:gd name="connsiteX1515" fmla="*/ 246333 w 6386648"/>
                <a:gd name="connsiteY1515" fmla="*/ 557677 h 1849426"/>
                <a:gd name="connsiteX1516" fmla="*/ 264358 w 6386648"/>
                <a:gd name="connsiteY1516" fmla="*/ 575702 h 1849426"/>
                <a:gd name="connsiteX1517" fmla="*/ 246333 w 6386648"/>
                <a:gd name="connsiteY1517" fmla="*/ 593726 h 1849426"/>
                <a:gd name="connsiteX1518" fmla="*/ 228309 w 6386648"/>
                <a:gd name="connsiteY1518" fmla="*/ 575702 h 1849426"/>
                <a:gd name="connsiteX1519" fmla="*/ 246333 w 6386648"/>
                <a:gd name="connsiteY1519" fmla="*/ 557677 h 1849426"/>
                <a:gd name="connsiteX1520" fmla="*/ 1736351 w 6386648"/>
                <a:gd name="connsiteY1520" fmla="*/ 551669 h 1849426"/>
                <a:gd name="connsiteX1521" fmla="*/ 1754375 w 6386648"/>
                <a:gd name="connsiteY1521" fmla="*/ 569693 h 1849426"/>
                <a:gd name="connsiteX1522" fmla="*/ 1736351 w 6386648"/>
                <a:gd name="connsiteY1522" fmla="*/ 587718 h 1849426"/>
                <a:gd name="connsiteX1523" fmla="*/ 1718326 w 6386648"/>
                <a:gd name="connsiteY1523" fmla="*/ 569693 h 1849426"/>
                <a:gd name="connsiteX1524" fmla="*/ 1736351 w 6386648"/>
                <a:gd name="connsiteY1524" fmla="*/ 551669 h 1849426"/>
                <a:gd name="connsiteX1525" fmla="*/ 3731051 w 6386648"/>
                <a:gd name="connsiteY1525" fmla="*/ 545661 h 1849426"/>
                <a:gd name="connsiteX1526" fmla="*/ 3749076 w 6386648"/>
                <a:gd name="connsiteY1526" fmla="*/ 563685 h 1849426"/>
                <a:gd name="connsiteX1527" fmla="*/ 3731051 w 6386648"/>
                <a:gd name="connsiteY1527" fmla="*/ 581710 h 1849426"/>
                <a:gd name="connsiteX1528" fmla="*/ 3713027 w 6386648"/>
                <a:gd name="connsiteY1528" fmla="*/ 563685 h 1849426"/>
                <a:gd name="connsiteX1529" fmla="*/ 3731051 w 6386648"/>
                <a:gd name="connsiteY1529" fmla="*/ 545661 h 1849426"/>
                <a:gd name="connsiteX1530" fmla="*/ 2763741 w 6386648"/>
                <a:gd name="connsiteY1530" fmla="*/ 545661 h 1849426"/>
                <a:gd name="connsiteX1531" fmla="*/ 2781766 w 6386648"/>
                <a:gd name="connsiteY1531" fmla="*/ 563685 h 1849426"/>
                <a:gd name="connsiteX1532" fmla="*/ 2763741 w 6386648"/>
                <a:gd name="connsiteY1532" fmla="*/ 581710 h 1849426"/>
                <a:gd name="connsiteX1533" fmla="*/ 2745717 w 6386648"/>
                <a:gd name="connsiteY1533" fmla="*/ 563685 h 1849426"/>
                <a:gd name="connsiteX1534" fmla="*/ 2763741 w 6386648"/>
                <a:gd name="connsiteY1534" fmla="*/ 545661 h 1849426"/>
                <a:gd name="connsiteX1535" fmla="*/ 726984 w 6386648"/>
                <a:gd name="connsiteY1535" fmla="*/ 545661 h 1849426"/>
                <a:gd name="connsiteX1536" fmla="*/ 745009 w 6386648"/>
                <a:gd name="connsiteY1536" fmla="*/ 563685 h 1849426"/>
                <a:gd name="connsiteX1537" fmla="*/ 726984 w 6386648"/>
                <a:gd name="connsiteY1537" fmla="*/ 581710 h 1849426"/>
                <a:gd name="connsiteX1538" fmla="*/ 708960 w 6386648"/>
                <a:gd name="connsiteY1538" fmla="*/ 563685 h 1849426"/>
                <a:gd name="connsiteX1539" fmla="*/ 726984 w 6386648"/>
                <a:gd name="connsiteY1539" fmla="*/ 545661 h 1849426"/>
                <a:gd name="connsiteX1540" fmla="*/ 3136246 w 6386648"/>
                <a:gd name="connsiteY1540" fmla="*/ 539653 h 1849426"/>
                <a:gd name="connsiteX1541" fmla="*/ 3154271 w 6386648"/>
                <a:gd name="connsiteY1541" fmla="*/ 557677 h 1849426"/>
                <a:gd name="connsiteX1542" fmla="*/ 3136246 w 6386648"/>
                <a:gd name="connsiteY1542" fmla="*/ 575702 h 1849426"/>
                <a:gd name="connsiteX1543" fmla="*/ 3118221 w 6386648"/>
                <a:gd name="connsiteY1543" fmla="*/ 557677 h 1849426"/>
                <a:gd name="connsiteX1544" fmla="*/ 3136246 w 6386648"/>
                <a:gd name="connsiteY1544" fmla="*/ 539653 h 1849426"/>
                <a:gd name="connsiteX1545" fmla="*/ 3004067 w 6386648"/>
                <a:gd name="connsiteY1545" fmla="*/ 539653 h 1849426"/>
                <a:gd name="connsiteX1546" fmla="*/ 3022092 w 6386648"/>
                <a:gd name="connsiteY1546" fmla="*/ 557677 h 1849426"/>
                <a:gd name="connsiteX1547" fmla="*/ 3004067 w 6386648"/>
                <a:gd name="connsiteY1547" fmla="*/ 575702 h 1849426"/>
                <a:gd name="connsiteX1548" fmla="*/ 2986043 w 6386648"/>
                <a:gd name="connsiteY1548" fmla="*/ 557677 h 1849426"/>
                <a:gd name="connsiteX1549" fmla="*/ 3004067 w 6386648"/>
                <a:gd name="connsiteY1549" fmla="*/ 539653 h 1849426"/>
                <a:gd name="connsiteX1550" fmla="*/ 835130 w 6386648"/>
                <a:gd name="connsiteY1550" fmla="*/ 539653 h 1849426"/>
                <a:gd name="connsiteX1551" fmla="*/ 847146 w 6386648"/>
                <a:gd name="connsiteY1551" fmla="*/ 551669 h 1849426"/>
                <a:gd name="connsiteX1552" fmla="*/ 835130 w 6386648"/>
                <a:gd name="connsiteY1552" fmla="*/ 563685 h 1849426"/>
                <a:gd name="connsiteX1553" fmla="*/ 823114 w 6386648"/>
                <a:gd name="connsiteY1553" fmla="*/ 551669 h 1849426"/>
                <a:gd name="connsiteX1554" fmla="*/ 835130 w 6386648"/>
                <a:gd name="connsiteY1554" fmla="*/ 539653 h 1849426"/>
                <a:gd name="connsiteX1555" fmla="*/ 612829 w 6386648"/>
                <a:gd name="connsiteY1555" fmla="*/ 539653 h 1849426"/>
                <a:gd name="connsiteX1556" fmla="*/ 630854 w 6386648"/>
                <a:gd name="connsiteY1556" fmla="*/ 557677 h 1849426"/>
                <a:gd name="connsiteX1557" fmla="*/ 612829 w 6386648"/>
                <a:gd name="connsiteY1557" fmla="*/ 575702 h 1849426"/>
                <a:gd name="connsiteX1558" fmla="*/ 594805 w 6386648"/>
                <a:gd name="connsiteY1558" fmla="*/ 557677 h 1849426"/>
                <a:gd name="connsiteX1559" fmla="*/ 612829 w 6386648"/>
                <a:gd name="connsiteY1559" fmla="*/ 539653 h 1849426"/>
                <a:gd name="connsiteX1560" fmla="*/ 6014143 w 6386648"/>
                <a:gd name="connsiteY1560" fmla="*/ 533645 h 1849426"/>
                <a:gd name="connsiteX1561" fmla="*/ 6032168 w 6386648"/>
                <a:gd name="connsiteY1561" fmla="*/ 551669 h 1849426"/>
                <a:gd name="connsiteX1562" fmla="*/ 6014143 w 6386648"/>
                <a:gd name="connsiteY1562" fmla="*/ 569694 h 1849426"/>
                <a:gd name="connsiteX1563" fmla="*/ 5996119 w 6386648"/>
                <a:gd name="connsiteY1563" fmla="*/ 551669 h 1849426"/>
                <a:gd name="connsiteX1564" fmla="*/ 6014143 w 6386648"/>
                <a:gd name="connsiteY1564" fmla="*/ 533645 h 1849426"/>
                <a:gd name="connsiteX1565" fmla="*/ 5725752 w 6386648"/>
                <a:gd name="connsiteY1565" fmla="*/ 533645 h 1849426"/>
                <a:gd name="connsiteX1566" fmla="*/ 5743777 w 6386648"/>
                <a:gd name="connsiteY1566" fmla="*/ 551669 h 1849426"/>
                <a:gd name="connsiteX1567" fmla="*/ 5725752 w 6386648"/>
                <a:gd name="connsiteY1567" fmla="*/ 569694 h 1849426"/>
                <a:gd name="connsiteX1568" fmla="*/ 5707728 w 6386648"/>
                <a:gd name="connsiteY1568" fmla="*/ 551669 h 1849426"/>
                <a:gd name="connsiteX1569" fmla="*/ 5725752 w 6386648"/>
                <a:gd name="connsiteY1569" fmla="*/ 533645 h 1849426"/>
                <a:gd name="connsiteX1570" fmla="*/ 4013434 w 6386648"/>
                <a:gd name="connsiteY1570" fmla="*/ 533645 h 1849426"/>
                <a:gd name="connsiteX1571" fmla="*/ 4031459 w 6386648"/>
                <a:gd name="connsiteY1571" fmla="*/ 551669 h 1849426"/>
                <a:gd name="connsiteX1572" fmla="*/ 4013434 w 6386648"/>
                <a:gd name="connsiteY1572" fmla="*/ 569694 h 1849426"/>
                <a:gd name="connsiteX1573" fmla="*/ 3995410 w 6386648"/>
                <a:gd name="connsiteY1573" fmla="*/ 551669 h 1849426"/>
                <a:gd name="connsiteX1574" fmla="*/ 4013434 w 6386648"/>
                <a:gd name="connsiteY1574" fmla="*/ 533645 h 1849426"/>
                <a:gd name="connsiteX1575" fmla="*/ 2223009 w 6386648"/>
                <a:gd name="connsiteY1575" fmla="*/ 533645 h 1849426"/>
                <a:gd name="connsiteX1576" fmla="*/ 2241034 w 6386648"/>
                <a:gd name="connsiteY1576" fmla="*/ 551669 h 1849426"/>
                <a:gd name="connsiteX1577" fmla="*/ 2223009 w 6386648"/>
                <a:gd name="connsiteY1577" fmla="*/ 569694 h 1849426"/>
                <a:gd name="connsiteX1578" fmla="*/ 2204985 w 6386648"/>
                <a:gd name="connsiteY1578" fmla="*/ 551669 h 1849426"/>
                <a:gd name="connsiteX1579" fmla="*/ 2223009 w 6386648"/>
                <a:gd name="connsiteY1579" fmla="*/ 533645 h 1849426"/>
                <a:gd name="connsiteX1580" fmla="*/ 1249691 w 6386648"/>
                <a:gd name="connsiteY1580" fmla="*/ 533645 h 1849426"/>
                <a:gd name="connsiteX1581" fmla="*/ 1267716 w 6386648"/>
                <a:gd name="connsiteY1581" fmla="*/ 551669 h 1849426"/>
                <a:gd name="connsiteX1582" fmla="*/ 1249691 w 6386648"/>
                <a:gd name="connsiteY1582" fmla="*/ 569694 h 1849426"/>
                <a:gd name="connsiteX1583" fmla="*/ 1231667 w 6386648"/>
                <a:gd name="connsiteY1583" fmla="*/ 551669 h 1849426"/>
                <a:gd name="connsiteX1584" fmla="*/ 1249691 w 6386648"/>
                <a:gd name="connsiteY1584" fmla="*/ 533645 h 1849426"/>
                <a:gd name="connsiteX1585" fmla="*/ 2409261 w 6386648"/>
                <a:gd name="connsiteY1585" fmla="*/ 527636 h 1849426"/>
                <a:gd name="connsiteX1586" fmla="*/ 2427286 w 6386648"/>
                <a:gd name="connsiteY1586" fmla="*/ 545661 h 1849426"/>
                <a:gd name="connsiteX1587" fmla="*/ 2409261 w 6386648"/>
                <a:gd name="connsiteY1587" fmla="*/ 563685 h 1849426"/>
                <a:gd name="connsiteX1588" fmla="*/ 2391237 w 6386648"/>
                <a:gd name="connsiteY1588" fmla="*/ 545661 h 1849426"/>
                <a:gd name="connsiteX1589" fmla="*/ 2409261 w 6386648"/>
                <a:gd name="connsiteY1589" fmla="*/ 527636 h 1849426"/>
                <a:gd name="connsiteX1590" fmla="*/ 5527484 w 6386648"/>
                <a:gd name="connsiteY1590" fmla="*/ 521628 h 1849426"/>
                <a:gd name="connsiteX1591" fmla="*/ 5545509 w 6386648"/>
                <a:gd name="connsiteY1591" fmla="*/ 539652 h 1849426"/>
                <a:gd name="connsiteX1592" fmla="*/ 5527484 w 6386648"/>
                <a:gd name="connsiteY1592" fmla="*/ 557677 h 1849426"/>
                <a:gd name="connsiteX1593" fmla="*/ 5509460 w 6386648"/>
                <a:gd name="connsiteY1593" fmla="*/ 539652 h 1849426"/>
                <a:gd name="connsiteX1594" fmla="*/ 5527484 w 6386648"/>
                <a:gd name="connsiteY1594" fmla="*/ 521628 h 1849426"/>
                <a:gd name="connsiteX1595" fmla="*/ 4830540 w 6386648"/>
                <a:gd name="connsiteY1595" fmla="*/ 521628 h 1849426"/>
                <a:gd name="connsiteX1596" fmla="*/ 4848565 w 6386648"/>
                <a:gd name="connsiteY1596" fmla="*/ 539652 h 1849426"/>
                <a:gd name="connsiteX1597" fmla="*/ 4830540 w 6386648"/>
                <a:gd name="connsiteY1597" fmla="*/ 557677 h 1849426"/>
                <a:gd name="connsiteX1598" fmla="*/ 4812516 w 6386648"/>
                <a:gd name="connsiteY1598" fmla="*/ 539652 h 1849426"/>
                <a:gd name="connsiteX1599" fmla="*/ 4830540 w 6386648"/>
                <a:gd name="connsiteY1599" fmla="*/ 521628 h 1849426"/>
                <a:gd name="connsiteX1600" fmla="*/ 1514049 w 6386648"/>
                <a:gd name="connsiteY1600" fmla="*/ 521628 h 1849426"/>
                <a:gd name="connsiteX1601" fmla="*/ 1532074 w 6386648"/>
                <a:gd name="connsiteY1601" fmla="*/ 539652 h 1849426"/>
                <a:gd name="connsiteX1602" fmla="*/ 1514049 w 6386648"/>
                <a:gd name="connsiteY1602" fmla="*/ 557677 h 1849426"/>
                <a:gd name="connsiteX1603" fmla="*/ 1496025 w 6386648"/>
                <a:gd name="connsiteY1603" fmla="*/ 539652 h 1849426"/>
                <a:gd name="connsiteX1604" fmla="*/ 1514049 w 6386648"/>
                <a:gd name="connsiteY1604" fmla="*/ 521628 h 1849426"/>
                <a:gd name="connsiteX1605" fmla="*/ 6332574 w 6386648"/>
                <a:gd name="connsiteY1605" fmla="*/ 515620 h 1849426"/>
                <a:gd name="connsiteX1606" fmla="*/ 6350598 w 6386648"/>
                <a:gd name="connsiteY1606" fmla="*/ 533644 h 1849426"/>
                <a:gd name="connsiteX1607" fmla="*/ 6332574 w 6386648"/>
                <a:gd name="connsiteY1607" fmla="*/ 551669 h 1849426"/>
                <a:gd name="connsiteX1608" fmla="*/ 6314549 w 6386648"/>
                <a:gd name="connsiteY1608" fmla="*/ 533644 h 1849426"/>
                <a:gd name="connsiteX1609" fmla="*/ 6332574 w 6386648"/>
                <a:gd name="connsiteY1609" fmla="*/ 515620 h 1849426"/>
                <a:gd name="connsiteX1610" fmla="*/ 5893980 w 6386648"/>
                <a:gd name="connsiteY1610" fmla="*/ 509612 h 1849426"/>
                <a:gd name="connsiteX1611" fmla="*/ 5912005 w 6386648"/>
                <a:gd name="connsiteY1611" fmla="*/ 527636 h 1849426"/>
                <a:gd name="connsiteX1612" fmla="*/ 5893980 w 6386648"/>
                <a:gd name="connsiteY1612" fmla="*/ 545661 h 1849426"/>
                <a:gd name="connsiteX1613" fmla="*/ 5875956 w 6386648"/>
                <a:gd name="connsiteY1613" fmla="*/ 527636 h 1849426"/>
                <a:gd name="connsiteX1614" fmla="*/ 5893980 w 6386648"/>
                <a:gd name="connsiteY1614" fmla="*/ 509612 h 1849426"/>
                <a:gd name="connsiteX1615" fmla="*/ 3244392 w 6386648"/>
                <a:gd name="connsiteY1615" fmla="*/ 509612 h 1849426"/>
                <a:gd name="connsiteX1616" fmla="*/ 3262417 w 6386648"/>
                <a:gd name="connsiteY1616" fmla="*/ 527636 h 1849426"/>
                <a:gd name="connsiteX1617" fmla="*/ 3244392 w 6386648"/>
                <a:gd name="connsiteY1617" fmla="*/ 545661 h 1849426"/>
                <a:gd name="connsiteX1618" fmla="*/ 3226368 w 6386648"/>
                <a:gd name="connsiteY1618" fmla="*/ 527636 h 1849426"/>
                <a:gd name="connsiteX1619" fmla="*/ 3244392 w 6386648"/>
                <a:gd name="connsiteY1619" fmla="*/ 509612 h 1849426"/>
                <a:gd name="connsiteX1620" fmla="*/ 1982684 w 6386648"/>
                <a:gd name="connsiteY1620" fmla="*/ 509612 h 1849426"/>
                <a:gd name="connsiteX1621" fmla="*/ 2000709 w 6386648"/>
                <a:gd name="connsiteY1621" fmla="*/ 527636 h 1849426"/>
                <a:gd name="connsiteX1622" fmla="*/ 1982684 w 6386648"/>
                <a:gd name="connsiteY1622" fmla="*/ 545661 h 1849426"/>
                <a:gd name="connsiteX1623" fmla="*/ 1964660 w 6386648"/>
                <a:gd name="connsiteY1623" fmla="*/ 527636 h 1849426"/>
                <a:gd name="connsiteX1624" fmla="*/ 1982684 w 6386648"/>
                <a:gd name="connsiteY1624" fmla="*/ 509612 h 1849426"/>
                <a:gd name="connsiteX1625" fmla="*/ 5040825 w 6386648"/>
                <a:gd name="connsiteY1625" fmla="*/ 503604 h 1849426"/>
                <a:gd name="connsiteX1626" fmla="*/ 5058850 w 6386648"/>
                <a:gd name="connsiteY1626" fmla="*/ 521628 h 1849426"/>
                <a:gd name="connsiteX1627" fmla="*/ 5040825 w 6386648"/>
                <a:gd name="connsiteY1627" fmla="*/ 539653 h 1849426"/>
                <a:gd name="connsiteX1628" fmla="*/ 5022801 w 6386648"/>
                <a:gd name="connsiteY1628" fmla="*/ 521628 h 1849426"/>
                <a:gd name="connsiteX1629" fmla="*/ 5040825 w 6386648"/>
                <a:gd name="connsiteY1629" fmla="*/ 503604 h 1849426"/>
                <a:gd name="connsiteX1630" fmla="*/ 4926670 w 6386648"/>
                <a:gd name="connsiteY1630" fmla="*/ 503604 h 1849426"/>
                <a:gd name="connsiteX1631" fmla="*/ 4944695 w 6386648"/>
                <a:gd name="connsiteY1631" fmla="*/ 521628 h 1849426"/>
                <a:gd name="connsiteX1632" fmla="*/ 4926670 w 6386648"/>
                <a:gd name="connsiteY1632" fmla="*/ 539653 h 1849426"/>
                <a:gd name="connsiteX1633" fmla="*/ 4908646 w 6386648"/>
                <a:gd name="connsiteY1633" fmla="*/ 521628 h 1849426"/>
                <a:gd name="connsiteX1634" fmla="*/ 4926670 w 6386648"/>
                <a:gd name="connsiteY1634" fmla="*/ 503604 h 1849426"/>
                <a:gd name="connsiteX1635" fmla="*/ 5419337 w 6386648"/>
                <a:gd name="connsiteY1635" fmla="*/ 497596 h 1849426"/>
                <a:gd name="connsiteX1636" fmla="*/ 5437362 w 6386648"/>
                <a:gd name="connsiteY1636" fmla="*/ 515621 h 1849426"/>
                <a:gd name="connsiteX1637" fmla="*/ 5419337 w 6386648"/>
                <a:gd name="connsiteY1637" fmla="*/ 533645 h 1849426"/>
                <a:gd name="connsiteX1638" fmla="*/ 5401312 w 6386648"/>
                <a:gd name="connsiteY1638" fmla="*/ 515621 h 1849426"/>
                <a:gd name="connsiteX1639" fmla="*/ 5419337 w 6386648"/>
                <a:gd name="connsiteY1639" fmla="*/ 497596 h 1849426"/>
                <a:gd name="connsiteX1640" fmla="*/ 3610889 w 6386648"/>
                <a:gd name="connsiteY1640" fmla="*/ 497596 h 1849426"/>
                <a:gd name="connsiteX1641" fmla="*/ 3628914 w 6386648"/>
                <a:gd name="connsiteY1641" fmla="*/ 515621 h 1849426"/>
                <a:gd name="connsiteX1642" fmla="*/ 3610889 w 6386648"/>
                <a:gd name="connsiteY1642" fmla="*/ 533645 h 1849426"/>
                <a:gd name="connsiteX1643" fmla="*/ 3592865 w 6386648"/>
                <a:gd name="connsiteY1643" fmla="*/ 515621 h 1849426"/>
                <a:gd name="connsiteX1644" fmla="*/ 3610889 w 6386648"/>
                <a:gd name="connsiteY1644" fmla="*/ 497596 h 1849426"/>
                <a:gd name="connsiteX1645" fmla="*/ 967309 w 6386648"/>
                <a:gd name="connsiteY1645" fmla="*/ 497596 h 1849426"/>
                <a:gd name="connsiteX1646" fmla="*/ 985334 w 6386648"/>
                <a:gd name="connsiteY1646" fmla="*/ 515621 h 1849426"/>
                <a:gd name="connsiteX1647" fmla="*/ 967309 w 6386648"/>
                <a:gd name="connsiteY1647" fmla="*/ 533645 h 1849426"/>
                <a:gd name="connsiteX1648" fmla="*/ 949285 w 6386648"/>
                <a:gd name="connsiteY1648" fmla="*/ 515621 h 1849426"/>
                <a:gd name="connsiteX1649" fmla="*/ 967309 w 6386648"/>
                <a:gd name="connsiteY1649" fmla="*/ 497596 h 1849426"/>
                <a:gd name="connsiteX1650" fmla="*/ 450609 w 6386648"/>
                <a:gd name="connsiteY1650" fmla="*/ 497596 h 1849426"/>
                <a:gd name="connsiteX1651" fmla="*/ 468634 w 6386648"/>
                <a:gd name="connsiteY1651" fmla="*/ 515621 h 1849426"/>
                <a:gd name="connsiteX1652" fmla="*/ 450609 w 6386648"/>
                <a:gd name="connsiteY1652" fmla="*/ 533645 h 1849426"/>
                <a:gd name="connsiteX1653" fmla="*/ 432585 w 6386648"/>
                <a:gd name="connsiteY1653" fmla="*/ 515621 h 1849426"/>
                <a:gd name="connsiteX1654" fmla="*/ 450609 w 6386648"/>
                <a:gd name="connsiteY1654" fmla="*/ 497596 h 1849426"/>
                <a:gd name="connsiteX1655" fmla="*/ 4632272 w 6386648"/>
                <a:gd name="connsiteY1655" fmla="*/ 485580 h 1849426"/>
                <a:gd name="connsiteX1656" fmla="*/ 4650297 w 6386648"/>
                <a:gd name="connsiteY1656" fmla="*/ 503604 h 1849426"/>
                <a:gd name="connsiteX1657" fmla="*/ 4632272 w 6386648"/>
                <a:gd name="connsiteY1657" fmla="*/ 521629 h 1849426"/>
                <a:gd name="connsiteX1658" fmla="*/ 4614248 w 6386648"/>
                <a:gd name="connsiteY1658" fmla="*/ 503604 h 1849426"/>
                <a:gd name="connsiteX1659" fmla="*/ 4632272 w 6386648"/>
                <a:gd name="connsiteY1659" fmla="*/ 485580 h 1849426"/>
                <a:gd name="connsiteX1660" fmla="*/ 4379930 w 6386648"/>
                <a:gd name="connsiteY1660" fmla="*/ 485580 h 1849426"/>
                <a:gd name="connsiteX1661" fmla="*/ 4397955 w 6386648"/>
                <a:gd name="connsiteY1661" fmla="*/ 503604 h 1849426"/>
                <a:gd name="connsiteX1662" fmla="*/ 4379930 w 6386648"/>
                <a:gd name="connsiteY1662" fmla="*/ 521629 h 1849426"/>
                <a:gd name="connsiteX1663" fmla="*/ 4361906 w 6386648"/>
                <a:gd name="connsiteY1663" fmla="*/ 503604 h 1849426"/>
                <a:gd name="connsiteX1664" fmla="*/ 4379930 w 6386648"/>
                <a:gd name="connsiteY1664" fmla="*/ 485580 h 1849426"/>
                <a:gd name="connsiteX1665" fmla="*/ 5160987 w 6386648"/>
                <a:gd name="connsiteY1665" fmla="*/ 479571 h 1849426"/>
                <a:gd name="connsiteX1666" fmla="*/ 5179012 w 6386648"/>
                <a:gd name="connsiteY1666" fmla="*/ 497595 h 1849426"/>
                <a:gd name="connsiteX1667" fmla="*/ 5160987 w 6386648"/>
                <a:gd name="connsiteY1667" fmla="*/ 515620 h 1849426"/>
                <a:gd name="connsiteX1668" fmla="*/ 5142963 w 6386648"/>
                <a:gd name="connsiteY1668" fmla="*/ 497595 h 1849426"/>
                <a:gd name="connsiteX1669" fmla="*/ 5160987 w 6386648"/>
                <a:gd name="connsiteY1669" fmla="*/ 479571 h 1849426"/>
                <a:gd name="connsiteX1670" fmla="*/ 4241743 w 6386648"/>
                <a:gd name="connsiteY1670" fmla="*/ 479571 h 1849426"/>
                <a:gd name="connsiteX1671" fmla="*/ 4259768 w 6386648"/>
                <a:gd name="connsiteY1671" fmla="*/ 497595 h 1849426"/>
                <a:gd name="connsiteX1672" fmla="*/ 4241743 w 6386648"/>
                <a:gd name="connsiteY1672" fmla="*/ 515620 h 1849426"/>
                <a:gd name="connsiteX1673" fmla="*/ 4223719 w 6386648"/>
                <a:gd name="connsiteY1673" fmla="*/ 497595 h 1849426"/>
                <a:gd name="connsiteX1674" fmla="*/ 4241743 w 6386648"/>
                <a:gd name="connsiteY1674" fmla="*/ 479571 h 1849426"/>
                <a:gd name="connsiteX1675" fmla="*/ 3821173 w 6386648"/>
                <a:gd name="connsiteY1675" fmla="*/ 479571 h 1849426"/>
                <a:gd name="connsiteX1676" fmla="*/ 3839198 w 6386648"/>
                <a:gd name="connsiteY1676" fmla="*/ 497595 h 1849426"/>
                <a:gd name="connsiteX1677" fmla="*/ 3821173 w 6386648"/>
                <a:gd name="connsiteY1677" fmla="*/ 515620 h 1849426"/>
                <a:gd name="connsiteX1678" fmla="*/ 3803149 w 6386648"/>
                <a:gd name="connsiteY1678" fmla="*/ 497595 h 1849426"/>
                <a:gd name="connsiteX1679" fmla="*/ 3821173 w 6386648"/>
                <a:gd name="connsiteY1679" fmla="*/ 479571 h 1849426"/>
                <a:gd name="connsiteX1680" fmla="*/ 3364555 w 6386648"/>
                <a:gd name="connsiteY1680" fmla="*/ 479571 h 1849426"/>
                <a:gd name="connsiteX1681" fmla="*/ 3382580 w 6386648"/>
                <a:gd name="connsiteY1681" fmla="*/ 497595 h 1849426"/>
                <a:gd name="connsiteX1682" fmla="*/ 3364555 w 6386648"/>
                <a:gd name="connsiteY1682" fmla="*/ 515620 h 1849426"/>
                <a:gd name="connsiteX1683" fmla="*/ 3346531 w 6386648"/>
                <a:gd name="connsiteY1683" fmla="*/ 497595 h 1849426"/>
                <a:gd name="connsiteX1684" fmla="*/ 3364555 w 6386648"/>
                <a:gd name="connsiteY1684" fmla="*/ 479571 h 1849426"/>
                <a:gd name="connsiteX1685" fmla="*/ 1093480 w 6386648"/>
                <a:gd name="connsiteY1685" fmla="*/ 479571 h 1849426"/>
                <a:gd name="connsiteX1686" fmla="*/ 1111505 w 6386648"/>
                <a:gd name="connsiteY1686" fmla="*/ 497595 h 1849426"/>
                <a:gd name="connsiteX1687" fmla="*/ 1093480 w 6386648"/>
                <a:gd name="connsiteY1687" fmla="*/ 515620 h 1849426"/>
                <a:gd name="connsiteX1688" fmla="*/ 1075456 w 6386648"/>
                <a:gd name="connsiteY1688" fmla="*/ 497595 h 1849426"/>
                <a:gd name="connsiteX1689" fmla="*/ 1093480 w 6386648"/>
                <a:gd name="connsiteY1689" fmla="*/ 479571 h 1849426"/>
                <a:gd name="connsiteX1690" fmla="*/ 5299175 w 6386648"/>
                <a:gd name="connsiteY1690" fmla="*/ 473563 h 1849426"/>
                <a:gd name="connsiteX1691" fmla="*/ 5317200 w 6386648"/>
                <a:gd name="connsiteY1691" fmla="*/ 491587 h 1849426"/>
                <a:gd name="connsiteX1692" fmla="*/ 5299175 w 6386648"/>
                <a:gd name="connsiteY1692" fmla="*/ 509612 h 1849426"/>
                <a:gd name="connsiteX1693" fmla="*/ 5281150 w 6386648"/>
                <a:gd name="connsiteY1693" fmla="*/ 491587 h 1849426"/>
                <a:gd name="connsiteX1694" fmla="*/ 5299175 w 6386648"/>
                <a:gd name="connsiteY1694" fmla="*/ 473563 h 1849426"/>
                <a:gd name="connsiteX1695" fmla="*/ 4506101 w 6386648"/>
                <a:gd name="connsiteY1695" fmla="*/ 473563 h 1849426"/>
                <a:gd name="connsiteX1696" fmla="*/ 4524126 w 6386648"/>
                <a:gd name="connsiteY1696" fmla="*/ 491587 h 1849426"/>
                <a:gd name="connsiteX1697" fmla="*/ 4506101 w 6386648"/>
                <a:gd name="connsiteY1697" fmla="*/ 509612 h 1849426"/>
                <a:gd name="connsiteX1698" fmla="*/ 4488077 w 6386648"/>
                <a:gd name="connsiteY1698" fmla="*/ 491587 h 1849426"/>
                <a:gd name="connsiteX1699" fmla="*/ 4506101 w 6386648"/>
                <a:gd name="connsiteY1699" fmla="*/ 473563 h 1849426"/>
                <a:gd name="connsiteX1700" fmla="*/ 4115572 w 6386648"/>
                <a:gd name="connsiteY1700" fmla="*/ 473563 h 1849426"/>
                <a:gd name="connsiteX1701" fmla="*/ 4133597 w 6386648"/>
                <a:gd name="connsiteY1701" fmla="*/ 491587 h 1849426"/>
                <a:gd name="connsiteX1702" fmla="*/ 4115572 w 6386648"/>
                <a:gd name="connsiteY1702" fmla="*/ 509612 h 1849426"/>
                <a:gd name="connsiteX1703" fmla="*/ 4097548 w 6386648"/>
                <a:gd name="connsiteY1703" fmla="*/ 491587 h 1849426"/>
                <a:gd name="connsiteX1704" fmla="*/ 4115572 w 6386648"/>
                <a:gd name="connsiteY1704" fmla="*/ 473563 h 1849426"/>
                <a:gd name="connsiteX1705" fmla="*/ 2295107 w 6386648"/>
                <a:gd name="connsiteY1705" fmla="*/ 473563 h 1849426"/>
                <a:gd name="connsiteX1706" fmla="*/ 2313132 w 6386648"/>
                <a:gd name="connsiteY1706" fmla="*/ 491587 h 1849426"/>
                <a:gd name="connsiteX1707" fmla="*/ 2295107 w 6386648"/>
                <a:gd name="connsiteY1707" fmla="*/ 509612 h 1849426"/>
                <a:gd name="connsiteX1708" fmla="*/ 2277083 w 6386648"/>
                <a:gd name="connsiteY1708" fmla="*/ 491587 h 1849426"/>
                <a:gd name="connsiteX1709" fmla="*/ 2295107 w 6386648"/>
                <a:gd name="connsiteY1709" fmla="*/ 473563 h 1849426"/>
                <a:gd name="connsiteX1710" fmla="*/ 1838489 w 6386648"/>
                <a:gd name="connsiteY1710" fmla="*/ 473563 h 1849426"/>
                <a:gd name="connsiteX1711" fmla="*/ 1856514 w 6386648"/>
                <a:gd name="connsiteY1711" fmla="*/ 491587 h 1849426"/>
                <a:gd name="connsiteX1712" fmla="*/ 1838489 w 6386648"/>
                <a:gd name="connsiteY1712" fmla="*/ 509612 h 1849426"/>
                <a:gd name="connsiteX1713" fmla="*/ 1820465 w 6386648"/>
                <a:gd name="connsiteY1713" fmla="*/ 491587 h 1849426"/>
                <a:gd name="connsiteX1714" fmla="*/ 1838489 w 6386648"/>
                <a:gd name="connsiteY1714" fmla="*/ 473563 h 1849426"/>
                <a:gd name="connsiteX1715" fmla="*/ 2889912 w 6386648"/>
                <a:gd name="connsiteY1715" fmla="*/ 467555 h 1849426"/>
                <a:gd name="connsiteX1716" fmla="*/ 2907937 w 6386648"/>
                <a:gd name="connsiteY1716" fmla="*/ 485580 h 1849426"/>
                <a:gd name="connsiteX1717" fmla="*/ 2889912 w 6386648"/>
                <a:gd name="connsiteY1717" fmla="*/ 503604 h 1849426"/>
                <a:gd name="connsiteX1718" fmla="*/ 2871888 w 6386648"/>
                <a:gd name="connsiteY1718" fmla="*/ 485580 h 1849426"/>
                <a:gd name="connsiteX1719" fmla="*/ 2889912 w 6386648"/>
                <a:gd name="connsiteY1719" fmla="*/ 467555 h 1849426"/>
                <a:gd name="connsiteX1720" fmla="*/ 2108855 w 6386648"/>
                <a:gd name="connsiteY1720" fmla="*/ 467555 h 1849426"/>
                <a:gd name="connsiteX1721" fmla="*/ 2126880 w 6386648"/>
                <a:gd name="connsiteY1721" fmla="*/ 485580 h 1849426"/>
                <a:gd name="connsiteX1722" fmla="*/ 2108855 w 6386648"/>
                <a:gd name="connsiteY1722" fmla="*/ 503604 h 1849426"/>
                <a:gd name="connsiteX1723" fmla="*/ 2090831 w 6386648"/>
                <a:gd name="connsiteY1723" fmla="*/ 485580 h 1849426"/>
                <a:gd name="connsiteX1724" fmla="*/ 2108855 w 6386648"/>
                <a:gd name="connsiteY1724" fmla="*/ 467555 h 1849426"/>
                <a:gd name="connsiteX1725" fmla="*/ 1616189 w 6386648"/>
                <a:gd name="connsiteY1725" fmla="*/ 467555 h 1849426"/>
                <a:gd name="connsiteX1726" fmla="*/ 1634213 w 6386648"/>
                <a:gd name="connsiteY1726" fmla="*/ 485580 h 1849426"/>
                <a:gd name="connsiteX1727" fmla="*/ 1616189 w 6386648"/>
                <a:gd name="connsiteY1727" fmla="*/ 503604 h 1849426"/>
                <a:gd name="connsiteX1728" fmla="*/ 1598164 w 6386648"/>
                <a:gd name="connsiteY1728" fmla="*/ 485580 h 1849426"/>
                <a:gd name="connsiteX1729" fmla="*/ 1616189 w 6386648"/>
                <a:gd name="connsiteY1729" fmla="*/ 467555 h 1849426"/>
                <a:gd name="connsiteX1730" fmla="*/ 330447 w 6386648"/>
                <a:gd name="connsiteY1730" fmla="*/ 467555 h 1849426"/>
                <a:gd name="connsiteX1731" fmla="*/ 348472 w 6386648"/>
                <a:gd name="connsiteY1731" fmla="*/ 485580 h 1849426"/>
                <a:gd name="connsiteX1732" fmla="*/ 330447 w 6386648"/>
                <a:gd name="connsiteY1732" fmla="*/ 503604 h 1849426"/>
                <a:gd name="connsiteX1733" fmla="*/ 312423 w 6386648"/>
                <a:gd name="connsiteY1733" fmla="*/ 485580 h 1849426"/>
                <a:gd name="connsiteX1734" fmla="*/ 330447 w 6386648"/>
                <a:gd name="connsiteY1734" fmla="*/ 467555 h 1849426"/>
                <a:gd name="connsiteX1735" fmla="*/ 3935328 w 6386648"/>
                <a:gd name="connsiteY1735" fmla="*/ 461547 h 1849426"/>
                <a:gd name="connsiteX1736" fmla="*/ 3953353 w 6386648"/>
                <a:gd name="connsiteY1736" fmla="*/ 479571 h 1849426"/>
                <a:gd name="connsiteX1737" fmla="*/ 3935328 w 6386648"/>
                <a:gd name="connsiteY1737" fmla="*/ 497596 h 1849426"/>
                <a:gd name="connsiteX1738" fmla="*/ 3917304 w 6386648"/>
                <a:gd name="connsiteY1738" fmla="*/ 479571 h 1849426"/>
                <a:gd name="connsiteX1739" fmla="*/ 3935328 w 6386648"/>
                <a:gd name="connsiteY1739" fmla="*/ 461547 h 1849426"/>
                <a:gd name="connsiteX1740" fmla="*/ 6224427 w 6386648"/>
                <a:gd name="connsiteY1740" fmla="*/ 455539 h 1849426"/>
                <a:gd name="connsiteX1741" fmla="*/ 6242452 w 6386648"/>
                <a:gd name="connsiteY1741" fmla="*/ 473563 h 1849426"/>
                <a:gd name="connsiteX1742" fmla="*/ 6224427 w 6386648"/>
                <a:gd name="connsiteY1742" fmla="*/ 491588 h 1849426"/>
                <a:gd name="connsiteX1743" fmla="*/ 6206403 w 6386648"/>
                <a:gd name="connsiteY1743" fmla="*/ 473563 h 1849426"/>
                <a:gd name="connsiteX1744" fmla="*/ 6224427 w 6386648"/>
                <a:gd name="connsiteY1744" fmla="*/ 455539 h 1849426"/>
                <a:gd name="connsiteX1745" fmla="*/ 6110273 w 6386648"/>
                <a:gd name="connsiteY1745" fmla="*/ 455539 h 1849426"/>
                <a:gd name="connsiteX1746" fmla="*/ 6128298 w 6386648"/>
                <a:gd name="connsiteY1746" fmla="*/ 473563 h 1849426"/>
                <a:gd name="connsiteX1747" fmla="*/ 6110273 w 6386648"/>
                <a:gd name="connsiteY1747" fmla="*/ 491588 h 1849426"/>
                <a:gd name="connsiteX1748" fmla="*/ 6092248 w 6386648"/>
                <a:gd name="connsiteY1748" fmla="*/ 473563 h 1849426"/>
                <a:gd name="connsiteX1749" fmla="*/ 6110273 w 6386648"/>
                <a:gd name="connsiteY1749" fmla="*/ 455539 h 1849426"/>
                <a:gd name="connsiteX1750" fmla="*/ 3496734 w 6386648"/>
                <a:gd name="connsiteY1750" fmla="*/ 455539 h 1849426"/>
                <a:gd name="connsiteX1751" fmla="*/ 3514759 w 6386648"/>
                <a:gd name="connsiteY1751" fmla="*/ 473563 h 1849426"/>
                <a:gd name="connsiteX1752" fmla="*/ 3496734 w 6386648"/>
                <a:gd name="connsiteY1752" fmla="*/ 491588 h 1849426"/>
                <a:gd name="connsiteX1753" fmla="*/ 3478709 w 6386648"/>
                <a:gd name="connsiteY1753" fmla="*/ 473563 h 1849426"/>
                <a:gd name="connsiteX1754" fmla="*/ 3496734 w 6386648"/>
                <a:gd name="connsiteY1754" fmla="*/ 455539 h 1849426"/>
                <a:gd name="connsiteX1755" fmla="*/ 1333805 w 6386648"/>
                <a:gd name="connsiteY1755" fmla="*/ 455539 h 1849426"/>
                <a:gd name="connsiteX1756" fmla="*/ 1351830 w 6386648"/>
                <a:gd name="connsiteY1756" fmla="*/ 473563 h 1849426"/>
                <a:gd name="connsiteX1757" fmla="*/ 1333805 w 6386648"/>
                <a:gd name="connsiteY1757" fmla="*/ 491588 h 1849426"/>
                <a:gd name="connsiteX1758" fmla="*/ 1315781 w 6386648"/>
                <a:gd name="connsiteY1758" fmla="*/ 473563 h 1849426"/>
                <a:gd name="connsiteX1759" fmla="*/ 1333805 w 6386648"/>
                <a:gd name="connsiteY1759" fmla="*/ 455539 h 1849426"/>
                <a:gd name="connsiteX1760" fmla="*/ 2727693 w 6386648"/>
                <a:gd name="connsiteY1760" fmla="*/ 449531 h 1849426"/>
                <a:gd name="connsiteX1761" fmla="*/ 2745718 w 6386648"/>
                <a:gd name="connsiteY1761" fmla="*/ 467555 h 1849426"/>
                <a:gd name="connsiteX1762" fmla="*/ 2727693 w 6386648"/>
                <a:gd name="connsiteY1762" fmla="*/ 485580 h 1849426"/>
                <a:gd name="connsiteX1763" fmla="*/ 2709669 w 6386648"/>
                <a:gd name="connsiteY1763" fmla="*/ 467555 h 1849426"/>
                <a:gd name="connsiteX1764" fmla="*/ 2727693 w 6386648"/>
                <a:gd name="connsiteY1764" fmla="*/ 449531 h 1849426"/>
                <a:gd name="connsiteX1765" fmla="*/ 2607530 w 6386648"/>
                <a:gd name="connsiteY1765" fmla="*/ 449531 h 1849426"/>
                <a:gd name="connsiteX1766" fmla="*/ 2625555 w 6386648"/>
                <a:gd name="connsiteY1766" fmla="*/ 467555 h 1849426"/>
                <a:gd name="connsiteX1767" fmla="*/ 2607530 w 6386648"/>
                <a:gd name="connsiteY1767" fmla="*/ 485580 h 1849426"/>
                <a:gd name="connsiteX1768" fmla="*/ 2589506 w 6386648"/>
                <a:gd name="connsiteY1768" fmla="*/ 467555 h 1849426"/>
                <a:gd name="connsiteX1769" fmla="*/ 2607530 w 6386648"/>
                <a:gd name="connsiteY1769" fmla="*/ 449531 h 1849426"/>
                <a:gd name="connsiteX1770" fmla="*/ 5797850 w 6386648"/>
                <a:gd name="connsiteY1770" fmla="*/ 443523 h 1849426"/>
                <a:gd name="connsiteX1771" fmla="*/ 5815875 w 6386648"/>
                <a:gd name="connsiteY1771" fmla="*/ 461547 h 1849426"/>
                <a:gd name="connsiteX1772" fmla="*/ 5797850 w 6386648"/>
                <a:gd name="connsiteY1772" fmla="*/ 479572 h 1849426"/>
                <a:gd name="connsiteX1773" fmla="*/ 5779826 w 6386648"/>
                <a:gd name="connsiteY1773" fmla="*/ 461547 h 1849426"/>
                <a:gd name="connsiteX1774" fmla="*/ 5797850 w 6386648"/>
                <a:gd name="connsiteY1774" fmla="*/ 443523 h 1849426"/>
                <a:gd name="connsiteX1775" fmla="*/ 5653655 w 6386648"/>
                <a:gd name="connsiteY1775" fmla="*/ 443523 h 1849426"/>
                <a:gd name="connsiteX1776" fmla="*/ 5671680 w 6386648"/>
                <a:gd name="connsiteY1776" fmla="*/ 461547 h 1849426"/>
                <a:gd name="connsiteX1777" fmla="*/ 5653655 w 6386648"/>
                <a:gd name="connsiteY1777" fmla="*/ 479572 h 1849426"/>
                <a:gd name="connsiteX1778" fmla="*/ 5635631 w 6386648"/>
                <a:gd name="connsiteY1778" fmla="*/ 461547 h 1849426"/>
                <a:gd name="connsiteX1779" fmla="*/ 5653655 w 6386648"/>
                <a:gd name="connsiteY1779" fmla="*/ 443523 h 1849426"/>
                <a:gd name="connsiteX1780" fmla="*/ 96129 w 6386648"/>
                <a:gd name="connsiteY1780" fmla="*/ 437514 h 1849426"/>
                <a:gd name="connsiteX1781" fmla="*/ 114154 w 6386648"/>
                <a:gd name="connsiteY1781" fmla="*/ 455539 h 1849426"/>
                <a:gd name="connsiteX1782" fmla="*/ 96129 w 6386648"/>
                <a:gd name="connsiteY1782" fmla="*/ 473563 h 1849426"/>
                <a:gd name="connsiteX1783" fmla="*/ 78105 w 6386648"/>
                <a:gd name="connsiteY1783" fmla="*/ 455539 h 1849426"/>
                <a:gd name="connsiteX1784" fmla="*/ 96129 w 6386648"/>
                <a:gd name="connsiteY1784" fmla="*/ 437514 h 1849426"/>
                <a:gd name="connsiteX1785" fmla="*/ 3058140 w 6386648"/>
                <a:gd name="connsiteY1785" fmla="*/ 431506 h 1849426"/>
                <a:gd name="connsiteX1786" fmla="*/ 3076165 w 6386648"/>
                <a:gd name="connsiteY1786" fmla="*/ 449530 h 1849426"/>
                <a:gd name="connsiteX1787" fmla="*/ 3058140 w 6386648"/>
                <a:gd name="connsiteY1787" fmla="*/ 467555 h 1849426"/>
                <a:gd name="connsiteX1788" fmla="*/ 3040116 w 6386648"/>
                <a:gd name="connsiteY1788" fmla="*/ 449530 h 1849426"/>
                <a:gd name="connsiteX1789" fmla="*/ 3058140 w 6386648"/>
                <a:gd name="connsiteY1789" fmla="*/ 431506 h 1849426"/>
                <a:gd name="connsiteX1790" fmla="*/ 2493375 w 6386648"/>
                <a:gd name="connsiteY1790" fmla="*/ 431506 h 1849426"/>
                <a:gd name="connsiteX1791" fmla="*/ 2511400 w 6386648"/>
                <a:gd name="connsiteY1791" fmla="*/ 449530 h 1849426"/>
                <a:gd name="connsiteX1792" fmla="*/ 2493375 w 6386648"/>
                <a:gd name="connsiteY1792" fmla="*/ 467555 h 1849426"/>
                <a:gd name="connsiteX1793" fmla="*/ 2475351 w 6386648"/>
                <a:gd name="connsiteY1793" fmla="*/ 449530 h 1849426"/>
                <a:gd name="connsiteX1794" fmla="*/ 2493375 w 6386648"/>
                <a:gd name="connsiteY1794" fmla="*/ 431506 h 1849426"/>
                <a:gd name="connsiteX1795" fmla="*/ 216292 w 6386648"/>
                <a:gd name="connsiteY1795" fmla="*/ 431506 h 1849426"/>
                <a:gd name="connsiteX1796" fmla="*/ 234317 w 6386648"/>
                <a:gd name="connsiteY1796" fmla="*/ 449530 h 1849426"/>
                <a:gd name="connsiteX1797" fmla="*/ 216292 w 6386648"/>
                <a:gd name="connsiteY1797" fmla="*/ 467555 h 1849426"/>
                <a:gd name="connsiteX1798" fmla="*/ 198268 w 6386648"/>
                <a:gd name="connsiteY1798" fmla="*/ 449530 h 1849426"/>
                <a:gd name="connsiteX1799" fmla="*/ 216292 w 6386648"/>
                <a:gd name="connsiteY1799" fmla="*/ 431506 h 1849426"/>
                <a:gd name="connsiteX1800" fmla="*/ 4758442 w 6386648"/>
                <a:gd name="connsiteY1800" fmla="*/ 425498 h 1849426"/>
                <a:gd name="connsiteX1801" fmla="*/ 4776467 w 6386648"/>
                <a:gd name="connsiteY1801" fmla="*/ 443522 h 1849426"/>
                <a:gd name="connsiteX1802" fmla="*/ 4758442 w 6386648"/>
                <a:gd name="connsiteY1802" fmla="*/ 461547 h 1849426"/>
                <a:gd name="connsiteX1803" fmla="*/ 4740417 w 6386648"/>
                <a:gd name="connsiteY1803" fmla="*/ 443522 h 1849426"/>
                <a:gd name="connsiteX1804" fmla="*/ 4758442 w 6386648"/>
                <a:gd name="connsiteY1804" fmla="*/ 425498 h 1849426"/>
                <a:gd name="connsiteX1805" fmla="*/ 1453968 w 6386648"/>
                <a:gd name="connsiteY1805" fmla="*/ 425498 h 1849426"/>
                <a:gd name="connsiteX1806" fmla="*/ 1471993 w 6386648"/>
                <a:gd name="connsiteY1806" fmla="*/ 443522 h 1849426"/>
                <a:gd name="connsiteX1807" fmla="*/ 1453968 w 6386648"/>
                <a:gd name="connsiteY1807" fmla="*/ 461547 h 1849426"/>
                <a:gd name="connsiteX1808" fmla="*/ 1435944 w 6386648"/>
                <a:gd name="connsiteY1808" fmla="*/ 443522 h 1849426"/>
                <a:gd name="connsiteX1809" fmla="*/ 1453968 w 6386648"/>
                <a:gd name="connsiteY1809" fmla="*/ 425498 h 1849426"/>
                <a:gd name="connsiteX1810" fmla="*/ 552748 w 6386648"/>
                <a:gd name="connsiteY1810" fmla="*/ 425498 h 1849426"/>
                <a:gd name="connsiteX1811" fmla="*/ 570773 w 6386648"/>
                <a:gd name="connsiteY1811" fmla="*/ 443522 h 1849426"/>
                <a:gd name="connsiteX1812" fmla="*/ 552748 w 6386648"/>
                <a:gd name="connsiteY1812" fmla="*/ 461547 h 1849426"/>
                <a:gd name="connsiteX1813" fmla="*/ 534724 w 6386648"/>
                <a:gd name="connsiteY1813" fmla="*/ 443522 h 1849426"/>
                <a:gd name="connsiteX1814" fmla="*/ 552748 w 6386648"/>
                <a:gd name="connsiteY1814" fmla="*/ 425498 h 1849426"/>
                <a:gd name="connsiteX1815" fmla="*/ 1742358 w 6386648"/>
                <a:gd name="connsiteY1815" fmla="*/ 419490 h 1849426"/>
                <a:gd name="connsiteX1816" fmla="*/ 1760383 w 6386648"/>
                <a:gd name="connsiteY1816" fmla="*/ 437514 h 1849426"/>
                <a:gd name="connsiteX1817" fmla="*/ 1742358 w 6386648"/>
                <a:gd name="connsiteY1817" fmla="*/ 455539 h 1849426"/>
                <a:gd name="connsiteX1818" fmla="*/ 1724334 w 6386648"/>
                <a:gd name="connsiteY1818" fmla="*/ 437514 h 1849426"/>
                <a:gd name="connsiteX1819" fmla="*/ 1742358 w 6386648"/>
                <a:gd name="connsiteY1819" fmla="*/ 419490 h 1849426"/>
                <a:gd name="connsiteX1820" fmla="*/ 1183602 w 6386648"/>
                <a:gd name="connsiteY1820" fmla="*/ 413482 h 1849426"/>
                <a:gd name="connsiteX1821" fmla="*/ 1201627 w 6386648"/>
                <a:gd name="connsiteY1821" fmla="*/ 431506 h 1849426"/>
                <a:gd name="connsiteX1822" fmla="*/ 1183602 w 6386648"/>
                <a:gd name="connsiteY1822" fmla="*/ 449531 h 1849426"/>
                <a:gd name="connsiteX1823" fmla="*/ 1165578 w 6386648"/>
                <a:gd name="connsiteY1823" fmla="*/ 431506 h 1849426"/>
                <a:gd name="connsiteX1824" fmla="*/ 1183602 w 6386648"/>
                <a:gd name="connsiteY1824" fmla="*/ 413482 h 1849426"/>
                <a:gd name="connsiteX1825" fmla="*/ 895212 w 6386648"/>
                <a:gd name="connsiteY1825" fmla="*/ 413482 h 1849426"/>
                <a:gd name="connsiteX1826" fmla="*/ 913236 w 6386648"/>
                <a:gd name="connsiteY1826" fmla="*/ 431506 h 1849426"/>
                <a:gd name="connsiteX1827" fmla="*/ 895212 w 6386648"/>
                <a:gd name="connsiteY1827" fmla="*/ 449531 h 1849426"/>
                <a:gd name="connsiteX1828" fmla="*/ 877187 w 6386648"/>
                <a:gd name="connsiteY1828" fmla="*/ 431506 h 1849426"/>
                <a:gd name="connsiteX1829" fmla="*/ 895212 w 6386648"/>
                <a:gd name="connsiteY1829" fmla="*/ 413482 h 1849426"/>
                <a:gd name="connsiteX1830" fmla="*/ 672910 w 6386648"/>
                <a:gd name="connsiteY1830" fmla="*/ 413482 h 1849426"/>
                <a:gd name="connsiteX1831" fmla="*/ 690935 w 6386648"/>
                <a:gd name="connsiteY1831" fmla="*/ 431506 h 1849426"/>
                <a:gd name="connsiteX1832" fmla="*/ 672910 w 6386648"/>
                <a:gd name="connsiteY1832" fmla="*/ 449531 h 1849426"/>
                <a:gd name="connsiteX1833" fmla="*/ 654886 w 6386648"/>
                <a:gd name="connsiteY1833" fmla="*/ 431506 h 1849426"/>
                <a:gd name="connsiteX1834" fmla="*/ 672910 w 6386648"/>
                <a:gd name="connsiteY1834" fmla="*/ 413482 h 1849426"/>
                <a:gd name="connsiteX1835" fmla="*/ 3719035 w 6386648"/>
                <a:gd name="connsiteY1835" fmla="*/ 407474 h 1849426"/>
                <a:gd name="connsiteX1836" fmla="*/ 3737060 w 6386648"/>
                <a:gd name="connsiteY1836" fmla="*/ 425499 h 1849426"/>
                <a:gd name="connsiteX1837" fmla="*/ 3719035 w 6386648"/>
                <a:gd name="connsiteY1837" fmla="*/ 443523 h 1849426"/>
                <a:gd name="connsiteX1838" fmla="*/ 3701011 w 6386648"/>
                <a:gd name="connsiteY1838" fmla="*/ 425499 h 1849426"/>
                <a:gd name="connsiteX1839" fmla="*/ 3719035 w 6386648"/>
                <a:gd name="connsiteY1839" fmla="*/ 407474 h 1849426"/>
                <a:gd name="connsiteX1840" fmla="*/ 6002126 w 6386648"/>
                <a:gd name="connsiteY1840" fmla="*/ 401466 h 1849426"/>
                <a:gd name="connsiteX1841" fmla="*/ 6020151 w 6386648"/>
                <a:gd name="connsiteY1841" fmla="*/ 419490 h 1849426"/>
                <a:gd name="connsiteX1842" fmla="*/ 6002126 w 6386648"/>
                <a:gd name="connsiteY1842" fmla="*/ 437515 h 1849426"/>
                <a:gd name="connsiteX1843" fmla="*/ 5984102 w 6386648"/>
                <a:gd name="connsiteY1843" fmla="*/ 419490 h 1849426"/>
                <a:gd name="connsiteX1844" fmla="*/ 6002126 w 6386648"/>
                <a:gd name="connsiteY1844" fmla="*/ 401466 h 1849426"/>
                <a:gd name="connsiteX1845" fmla="*/ 1970668 w 6386648"/>
                <a:gd name="connsiteY1845" fmla="*/ 401466 h 1849426"/>
                <a:gd name="connsiteX1846" fmla="*/ 1988693 w 6386648"/>
                <a:gd name="connsiteY1846" fmla="*/ 419490 h 1849426"/>
                <a:gd name="connsiteX1847" fmla="*/ 1970668 w 6386648"/>
                <a:gd name="connsiteY1847" fmla="*/ 437515 h 1849426"/>
                <a:gd name="connsiteX1848" fmla="*/ 1952644 w 6386648"/>
                <a:gd name="connsiteY1848" fmla="*/ 419490 h 1849426"/>
                <a:gd name="connsiteX1849" fmla="*/ 1970668 w 6386648"/>
                <a:gd name="connsiteY1849" fmla="*/ 401466 h 1849426"/>
                <a:gd name="connsiteX1850" fmla="*/ 5533492 w 6386648"/>
                <a:gd name="connsiteY1850" fmla="*/ 395457 h 1849426"/>
                <a:gd name="connsiteX1851" fmla="*/ 5551517 w 6386648"/>
                <a:gd name="connsiteY1851" fmla="*/ 413481 h 1849426"/>
                <a:gd name="connsiteX1852" fmla="*/ 5533492 w 6386648"/>
                <a:gd name="connsiteY1852" fmla="*/ 431506 h 1849426"/>
                <a:gd name="connsiteX1853" fmla="*/ 5515468 w 6386648"/>
                <a:gd name="connsiteY1853" fmla="*/ 413481 h 1849426"/>
                <a:gd name="connsiteX1854" fmla="*/ 5533492 w 6386648"/>
                <a:gd name="connsiteY1854" fmla="*/ 395457 h 1849426"/>
                <a:gd name="connsiteX1855" fmla="*/ 3166287 w 6386648"/>
                <a:gd name="connsiteY1855" fmla="*/ 395457 h 1849426"/>
                <a:gd name="connsiteX1856" fmla="*/ 3184312 w 6386648"/>
                <a:gd name="connsiteY1856" fmla="*/ 413481 h 1849426"/>
                <a:gd name="connsiteX1857" fmla="*/ 3166287 w 6386648"/>
                <a:gd name="connsiteY1857" fmla="*/ 431506 h 1849426"/>
                <a:gd name="connsiteX1858" fmla="*/ 3148262 w 6386648"/>
                <a:gd name="connsiteY1858" fmla="*/ 413481 h 1849426"/>
                <a:gd name="connsiteX1859" fmla="*/ 3166287 w 6386648"/>
                <a:gd name="connsiteY1859" fmla="*/ 395457 h 1849426"/>
                <a:gd name="connsiteX1860" fmla="*/ 2373213 w 6386648"/>
                <a:gd name="connsiteY1860" fmla="*/ 395457 h 1849426"/>
                <a:gd name="connsiteX1861" fmla="*/ 2391238 w 6386648"/>
                <a:gd name="connsiteY1861" fmla="*/ 413481 h 1849426"/>
                <a:gd name="connsiteX1862" fmla="*/ 2373213 w 6386648"/>
                <a:gd name="connsiteY1862" fmla="*/ 431506 h 1849426"/>
                <a:gd name="connsiteX1863" fmla="*/ 2355189 w 6386648"/>
                <a:gd name="connsiteY1863" fmla="*/ 413481 h 1849426"/>
                <a:gd name="connsiteX1864" fmla="*/ 2373213 w 6386648"/>
                <a:gd name="connsiteY1864" fmla="*/ 395457 h 1849426"/>
                <a:gd name="connsiteX1865" fmla="*/ 787065 w 6386648"/>
                <a:gd name="connsiteY1865" fmla="*/ 395457 h 1849426"/>
                <a:gd name="connsiteX1866" fmla="*/ 805090 w 6386648"/>
                <a:gd name="connsiteY1866" fmla="*/ 413481 h 1849426"/>
                <a:gd name="connsiteX1867" fmla="*/ 787065 w 6386648"/>
                <a:gd name="connsiteY1867" fmla="*/ 431506 h 1849426"/>
                <a:gd name="connsiteX1868" fmla="*/ 769041 w 6386648"/>
                <a:gd name="connsiteY1868" fmla="*/ 413481 h 1849426"/>
                <a:gd name="connsiteX1869" fmla="*/ 787065 w 6386648"/>
                <a:gd name="connsiteY1869" fmla="*/ 395457 h 1849426"/>
                <a:gd name="connsiteX1870" fmla="*/ 6344591 w 6386648"/>
                <a:gd name="connsiteY1870" fmla="*/ 389449 h 1849426"/>
                <a:gd name="connsiteX1871" fmla="*/ 6362615 w 6386648"/>
                <a:gd name="connsiteY1871" fmla="*/ 407473 h 1849426"/>
                <a:gd name="connsiteX1872" fmla="*/ 6344591 w 6386648"/>
                <a:gd name="connsiteY1872" fmla="*/ 425498 h 1849426"/>
                <a:gd name="connsiteX1873" fmla="*/ 6326566 w 6386648"/>
                <a:gd name="connsiteY1873" fmla="*/ 407473 h 1849426"/>
                <a:gd name="connsiteX1874" fmla="*/ 6344591 w 6386648"/>
                <a:gd name="connsiteY1874" fmla="*/ 389449 h 1849426"/>
                <a:gd name="connsiteX1875" fmla="*/ 5407321 w 6386648"/>
                <a:gd name="connsiteY1875" fmla="*/ 383441 h 1849426"/>
                <a:gd name="connsiteX1876" fmla="*/ 5425346 w 6386648"/>
                <a:gd name="connsiteY1876" fmla="*/ 401465 h 1849426"/>
                <a:gd name="connsiteX1877" fmla="*/ 5407321 w 6386648"/>
                <a:gd name="connsiteY1877" fmla="*/ 419490 h 1849426"/>
                <a:gd name="connsiteX1878" fmla="*/ 5389297 w 6386648"/>
                <a:gd name="connsiteY1878" fmla="*/ 401465 h 1849426"/>
                <a:gd name="connsiteX1879" fmla="*/ 5407321 w 6386648"/>
                <a:gd name="connsiteY1879" fmla="*/ 383441 h 1849426"/>
                <a:gd name="connsiteX1880" fmla="*/ 5233085 w 6386648"/>
                <a:gd name="connsiteY1880" fmla="*/ 383441 h 1849426"/>
                <a:gd name="connsiteX1881" fmla="*/ 5251110 w 6386648"/>
                <a:gd name="connsiteY1881" fmla="*/ 401465 h 1849426"/>
                <a:gd name="connsiteX1882" fmla="*/ 5233085 w 6386648"/>
                <a:gd name="connsiteY1882" fmla="*/ 419490 h 1849426"/>
                <a:gd name="connsiteX1883" fmla="*/ 5215061 w 6386648"/>
                <a:gd name="connsiteY1883" fmla="*/ 401465 h 1849426"/>
                <a:gd name="connsiteX1884" fmla="*/ 5233085 w 6386648"/>
                <a:gd name="connsiteY1884" fmla="*/ 383441 h 1849426"/>
                <a:gd name="connsiteX1885" fmla="*/ 4956711 w 6386648"/>
                <a:gd name="connsiteY1885" fmla="*/ 383441 h 1849426"/>
                <a:gd name="connsiteX1886" fmla="*/ 4974736 w 6386648"/>
                <a:gd name="connsiteY1886" fmla="*/ 401465 h 1849426"/>
                <a:gd name="connsiteX1887" fmla="*/ 4956711 w 6386648"/>
                <a:gd name="connsiteY1887" fmla="*/ 419490 h 1849426"/>
                <a:gd name="connsiteX1888" fmla="*/ 4938687 w 6386648"/>
                <a:gd name="connsiteY1888" fmla="*/ 401465 h 1849426"/>
                <a:gd name="connsiteX1889" fmla="*/ 4956711 w 6386648"/>
                <a:gd name="connsiteY1889" fmla="*/ 383441 h 1849426"/>
                <a:gd name="connsiteX1890" fmla="*/ 3604880 w 6386648"/>
                <a:gd name="connsiteY1890" fmla="*/ 377433 h 1849426"/>
                <a:gd name="connsiteX1891" fmla="*/ 3622905 w 6386648"/>
                <a:gd name="connsiteY1891" fmla="*/ 395458 h 1849426"/>
                <a:gd name="connsiteX1892" fmla="*/ 3604880 w 6386648"/>
                <a:gd name="connsiteY1892" fmla="*/ 413482 h 1849426"/>
                <a:gd name="connsiteX1893" fmla="*/ 3586856 w 6386648"/>
                <a:gd name="connsiteY1893" fmla="*/ 395458 h 1849426"/>
                <a:gd name="connsiteX1894" fmla="*/ 3604880 w 6386648"/>
                <a:gd name="connsiteY1894" fmla="*/ 377433 h 1849426"/>
                <a:gd name="connsiteX1895" fmla="*/ 5082882 w 6386648"/>
                <a:gd name="connsiteY1895" fmla="*/ 371425 h 1849426"/>
                <a:gd name="connsiteX1896" fmla="*/ 5100907 w 6386648"/>
                <a:gd name="connsiteY1896" fmla="*/ 389449 h 1849426"/>
                <a:gd name="connsiteX1897" fmla="*/ 5082882 w 6386648"/>
                <a:gd name="connsiteY1897" fmla="*/ 407474 h 1849426"/>
                <a:gd name="connsiteX1898" fmla="*/ 5064858 w 6386648"/>
                <a:gd name="connsiteY1898" fmla="*/ 389449 h 1849426"/>
                <a:gd name="connsiteX1899" fmla="*/ 5082882 w 6386648"/>
                <a:gd name="connsiteY1899" fmla="*/ 371425 h 1849426"/>
                <a:gd name="connsiteX1900" fmla="*/ 4638280 w 6386648"/>
                <a:gd name="connsiteY1900" fmla="*/ 371425 h 1849426"/>
                <a:gd name="connsiteX1901" fmla="*/ 4656305 w 6386648"/>
                <a:gd name="connsiteY1901" fmla="*/ 389449 h 1849426"/>
                <a:gd name="connsiteX1902" fmla="*/ 4638280 w 6386648"/>
                <a:gd name="connsiteY1902" fmla="*/ 407474 h 1849426"/>
                <a:gd name="connsiteX1903" fmla="*/ 4620255 w 6386648"/>
                <a:gd name="connsiteY1903" fmla="*/ 389449 h 1849426"/>
                <a:gd name="connsiteX1904" fmla="*/ 4638280 w 6386648"/>
                <a:gd name="connsiteY1904" fmla="*/ 371425 h 1849426"/>
                <a:gd name="connsiteX1905" fmla="*/ 4289808 w 6386648"/>
                <a:gd name="connsiteY1905" fmla="*/ 371425 h 1849426"/>
                <a:gd name="connsiteX1906" fmla="*/ 4307833 w 6386648"/>
                <a:gd name="connsiteY1906" fmla="*/ 389449 h 1849426"/>
                <a:gd name="connsiteX1907" fmla="*/ 4289808 w 6386648"/>
                <a:gd name="connsiteY1907" fmla="*/ 407474 h 1849426"/>
                <a:gd name="connsiteX1908" fmla="*/ 4271784 w 6386648"/>
                <a:gd name="connsiteY1908" fmla="*/ 389449 h 1849426"/>
                <a:gd name="connsiteX1909" fmla="*/ 4289808 w 6386648"/>
                <a:gd name="connsiteY1909" fmla="*/ 371425 h 1849426"/>
                <a:gd name="connsiteX1910" fmla="*/ 3412620 w 6386648"/>
                <a:gd name="connsiteY1910" fmla="*/ 371425 h 1849426"/>
                <a:gd name="connsiteX1911" fmla="*/ 3430645 w 6386648"/>
                <a:gd name="connsiteY1911" fmla="*/ 389449 h 1849426"/>
                <a:gd name="connsiteX1912" fmla="*/ 3412620 w 6386648"/>
                <a:gd name="connsiteY1912" fmla="*/ 407474 h 1849426"/>
                <a:gd name="connsiteX1913" fmla="*/ 3394596 w 6386648"/>
                <a:gd name="connsiteY1913" fmla="*/ 389449 h 1849426"/>
                <a:gd name="connsiteX1914" fmla="*/ 3412620 w 6386648"/>
                <a:gd name="connsiteY1914" fmla="*/ 371425 h 1849426"/>
                <a:gd name="connsiteX1915" fmla="*/ 3286449 w 6386648"/>
                <a:gd name="connsiteY1915" fmla="*/ 371425 h 1849426"/>
                <a:gd name="connsiteX1916" fmla="*/ 3304474 w 6386648"/>
                <a:gd name="connsiteY1916" fmla="*/ 389449 h 1849426"/>
                <a:gd name="connsiteX1917" fmla="*/ 3286449 w 6386648"/>
                <a:gd name="connsiteY1917" fmla="*/ 407474 h 1849426"/>
                <a:gd name="connsiteX1918" fmla="*/ 3268424 w 6386648"/>
                <a:gd name="connsiteY1918" fmla="*/ 389449 h 1849426"/>
                <a:gd name="connsiteX1919" fmla="*/ 3286449 w 6386648"/>
                <a:gd name="connsiteY1919" fmla="*/ 371425 h 1849426"/>
                <a:gd name="connsiteX1920" fmla="*/ 2204985 w 6386648"/>
                <a:gd name="connsiteY1920" fmla="*/ 371425 h 1849426"/>
                <a:gd name="connsiteX1921" fmla="*/ 2223010 w 6386648"/>
                <a:gd name="connsiteY1921" fmla="*/ 389449 h 1849426"/>
                <a:gd name="connsiteX1922" fmla="*/ 2204985 w 6386648"/>
                <a:gd name="connsiteY1922" fmla="*/ 407474 h 1849426"/>
                <a:gd name="connsiteX1923" fmla="*/ 2186961 w 6386648"/>
                <a:gd name="connsiteY1923" fmla="*/ 389449 h 1849426"/>
                <a:gd name="connsiteX1924" fmla="*/ 2204985 w 6386648"/>
                <a:gd name="connsiteY1924" fmla="*/ 371425 h 1849426"/>
                <a:gd name="connsiteX1925" fmla="*/ 1033398 w 6386648"/>
                <a:gd name="connsiteY1925" fmla="*/ 371425 h 1849426"/>
                <a:gd name="connsiteX1926" fmla="*/ 1051423 w 6386648"/>
                <a:gd name="connsiteY1926" fmla="*/ 389449 h 1849426"/>
                <a:gd name="connsiteX1927" fmla="*/ 1033398 w 6386648"/>
                <a:gd name="connsiteY1927" fmla="*/ 407474 h 1849426"/>
                <a:gd name="connsiteX1928" fmla="*/ 1015374 w 6386648"/>
                <a:gd name="connsiteY1928" fmla="*/ 389449 h 1849426"/>
                <a:gd name="connsiteX1929" fmla="*/ 1033398 w 6386648"/>
                <a:gd name="connsiteY1929" fmla="*/ 371425 h 1849426"/>
                <a:gd name="connsiteX1930" fmla="*/ 432585 w 6386648"/>
                <a:gd name="connsiteY1930" fmla="*/ 371425 h 1849426"/>
                <a:gd name="connsiteX1931" fmla="*/ 450610 w 6386648"/>
                <a:gd name="connsiteY1931" fmla="*/ 389449 h 1849426"/>
                <a:gd name="connsiteX1932" fmla="*/ 432585 w 6386648"/>
                <a:gd name="connsiteY1932" fmla="*/ 407474 h 1849426"/>
                <a:gd name="connsiteX1933" fmla="*/ 414561 w 6386648"/>
                <a:gd name="connsiteY1933" fmla="*/ 389449 h 1849426"/>
                <a:gd name="connsiteX1934" fmla="*/ 432585 w 6386648"/>
                <a:gd name="connsiteY1934" fmla="*/ 371425 h 1849426"/>
                <a:gd name="connsiteX1935" fmla="*/ 4037466 w 6386648"/>
                <a:gd name="connsiteY1935" fmla="*/ 365417 h 1849426"/>
                <a:gd name="connsiteX1936" fmla="*/ 4055491 w 6386648"/>
                <a:gd name="connsiteY1936" fmla="*/ 383441 h 1849426"/>
                <a:gd name="connsiteX1937" fmla="*/ 4037466 w 6386648"/>
                <a:gd name="connsiteY1937" fmla="*/ 401466 h 1849426"/>
                <a:gd name="connsiteX1938" fmla="*/ 4019441 w 6386648"/>
                <a:gd name="connsiteY1938" fmla="*/ 383441 h 1849426"/>
                <a:gd name="connsiteX1939" fmla="*/ 4037466 w 6386648"/>
                <a:gd name="connsiteY1939" fmla="*/ 365417 h 1849426"/>
                <a:gd name="connsiteX1940" fmla="*/ 2943986 w 6386648"/>
                <a:gd name="connsiteY1940" fmla="*/ 365417 h 1849426"/>
                <a:gd name="connsiteX1941" fmla="*/ 2962011 w 6386648"/>
                <a:gd name="connsiteY1941" fmla="*/ 383441 h 1849426"/>
                <a:gd name="connsiteX1942" fmla="*/ 2943986 w 6386648"/>
                <a:gd name="connsiteY1942" fmla="*/ 401466 h 1849426"/>
                <a:gd name="connsiteX1943" fmla="*/ 2925962 w 6386648"/>
                <a:gd name="connsiteY1943" fmla="*/ 383441 h 1849426"/>
                <a:gd name="connsiteX1944" fmla="*/ 2943986 w 6386648"/>
                <a:gd name="connsiteY1944" fmla="*/ 365417 h 1849426"/>
                <a:gd name="connsiteX1945" fmla="*/ 2811807 w 6386648"/>
                <a:gd name="connsiteY1945" fmla="*/ 365417 h 1849426"/>
                <a:gd name="connsiteX1946" fmla="*/ 2829832 w 6386648"/>
                <a:gd name="connsiteY1946" fmla="*/ 383441 h 1849426"/>
                <a:gd name="connsiteX1947" fmla="*/ 2811807 w 6386648"/>
                <a:gd name="connsiteY1947" fmla="*/ 401466 h 1849426"/>
                <a:gd name="connsiteX1948" fmla="*/ 2793783 w 6386648"/>
                <a:gd name="connsiteY1948" fmla="*/ 383441 h 1849426"/>
                <a:gd name="connsiteX1949" fmla="*/ 2811807 w 6386648"/>
                <a:gd name="connsiteY1949" fmla="*/ 365417 h 1849426"/>
                <a:gd name="connsiteX1950" fmla="*/ 5899988 w 6386648"/>
                <a:gd name="connsiteY1950" fmla="*/ 353401 h 1849426"/>
                <a:gd name="connsiteX1951" fmla="*/ 5918013 w 6386648"/>
                <a:gd name="connsiteY1951" fmla="*/ 371425 h 1849426"/>
                <a:gd name="connsiteX1952" fmla="*/ 5899988 w 6386648"/>
                <a:gd name="connsiteY1952" fmla="*/ 389450 h 1849426"/>
                <a:gd name="connsiteX1953" fmla="*/ 5881963 w 6386648"/>
                <a:gd name="connsiteY1953" fmla="*/ 371425 h 1849426"/>
                <a:gd name="connsiteX1954" fmla="*/ 5899988 w 6386648"/>
                <a:gd name="connsiteY1954" fmla="*/ 353401 h 1849426"/>
                <a:gd name="connsiteX1955" fmla="*/ 4842556 w 6386648"/>
                <a:gd name="connsiteY1955" fmla="*/ 353401 h 1849426"/>
                <a:gd name="connsiteX1956" fmla="*/ 4860581 w 6386648"/>
                <a:gd name="connsiteY1956" fmla="*/ 371425 h 1849426"/>
                <a:gd name="connsiteX1957" fmla="*/ 4842556 w 6386648"/>
                <a:gd name="connsiteY1957" fmla="*/ 389450 h 1849426"/>
                <a:gd name="connsiteX1958" fmla="*/ 4824532 w 6386648"/>
                <a:gd name="connsiteY1958" fmla="*/ 371425 h 1849426"/>
                <a:gd name="connsiteX1959" fmla="*/ 4842556 w 6386648"/>
                <a:gd name="connsiteY1959" fmla="*/ 353401 h 1849426"/>
                <a:gd name="connsiteX1960" fmla="*/ 4518117 w 6386648"/>
                <a:gd name="connsiteY1960" fmla="*/ 353401 h 1849426"/>
                <a:gd name="connsiteX1961" fmla="*/ 4536142 w 6386648"/>
                <a:gd name="connsiteY1961" fmla="*/ 371425 h 1849426"/>
                <a:gd name="connsiteX1962" fmla="*/ 4518117 w 6386648"/>
                <a:gd name="connsiteY1962" fmla="*/ 389450 h 1849426"/>
                <a:gd name="connsiteX1963" fmla="*/ 4500092 w 6386648"/>
                <a:gd name="connsiteY1963" fmla="*/ 371425 h 1849426"/>
                <a:gd name="connsiteX1964" fmla="*/ 4518117 w 6386648"/>
                <a:gd name="connsiteY1964" fmla="*/ 353401 h 1849426"/>
                <a:gd name="connsiteX1965" fmla="*/ 4403962 w 6386648"/>
                <a:gd name="connsiteY1965" fmla="*/ 353401 h 1849426"/>
                <a:gd name="connsiteX1966" fmla="*/ 4421987 w 6386648"/>
                <a:gd name="connsiteY1966" fmla="*/ 371425 h 1849426"/>
                <a:gd name="connsiteX1967" fmla="*/ 4403962 w 6386648"/>
                <a:gd name="connsiteY1967" fmla="*/ 389450 h 1849426"/>
                <a:gd name="connsiteX1968" fmla="*/ 4385938 w 6386648"/>
                <a:gd name="connsiteY1968" fmla="*/ 371425 h 1849426"/>
                <a:gd name="connsiteX1969" fmla="*/ 4403962 w 6386648"/>
                <a:gd name="connsiteY1969" fmla="*/ 353401 h 1849426"/>
                <a:gd name="connsiteX1970" fmla="*/ 4151621 w 6386648"/>
                <a:gd name="connsiteY1970" fmla="*/ 353401 h 1849426"/>
                <a:gd name="connsiteX1971" fmla="*/ 4169646 w 6386648"/>
                <a:gd name="connsiteY1971" fmla="*/ 371425 h 1849426"/>
                <a:gd name="connsiteX1972" fmla="*/ 4151621 w 6386648"/>
                <a:gd name="connsiteY1972" fmla="*/ 389450 h 1849426"/>
                <a:gd name="connsiteX1973" fmla="*/ 4133597 w 6386648"/>
                <a:gd name="connsiteY1973" fmla="*/ 371425 h 1849426"/>
                <a:gd name="connsiteX1974" fmla="*/ 4151621 w 6386648"/>
                <a:gd name="connsiteY1974" fmla="*/ 353401 h 1849426"/>
                <a:gd name="connsiteX1975" fmla="*/ 3911295 w 6386648"/>
                <a:gd name="connsiteY1975" fmla="*/ 347392 h 1849426"/>
                <a:gd name="connsiteX1976" fmla="*/ 3929320 w 6386648"/>
                <a:gd name="connsiteY1976" fmla="*/ 365417 h 1849426"/>
                <a:gd name="connsiteX1977" fmla="*/ 3911295 w 6386648"/>
                <a:gd name="connsiteY1977" fmla="*/ 383441 h 1849426"/>
                <a:gd name="connsiteX1978" fmla="*/ 3893271 w 6386648"/>
                <a:gd name="connsiteY1978" fmla="*/ 365417 h 1849426"/>
                <a:gd name="connsiteX1979" fmla="*/ 3911295 w 6386648"/>
                <a:gd name="connsiteY1979" fmla="*/ 347392 h 1849426"/>
                <a:gd name="connsiteX1980" fmla="*/ 2078814 w 6386648"/>
                <a:gd name="connsiteY1980" fmla="*/ 347392 h 1849426"/>
                <a:gd name="connsiteX1981" fmla="*/ 2096839 w 6386648"/>
                <a:gd name="connsiteY1981" fmla="*/ 365417 h 1849426"/>
                <a:gd name="connsiteX1982" fmla="*/ 2078814 w 6386648"/>
                <a:gd name="connsiteY1982" fmla="*/ 383441 h 1849426"/>
                <a:gd name="connsiteX1983" fmla="*/ 2060790 w 6386648"/>
                <a:gd name="connsiteY1983" fmla="*/ 365417 h 1849426"/>
                <a:gd name="connsiteX1984" fmla="*/ 2078814 w 6386648"/>
                <a:gd name="connsiteY1984" fmla="*/ 347392 h 1849426"/>
                <a:gd name="connsiteX1985" fmla="*/ 1345823 w 6386648"/>
                <a:gd name="connsiteY1985" fmla="*/ 347392 h 1849426"/>
                <a:gd name="connsiteX1986" fmla="*/ 1363847 w 6386648"/>
                <a:gd name="connsiteY1986" fmla="*/ 365417 h 1849426"/>
                <a:gd name="connsiteX1987" fmla="*/ 1345823 w 6386648"/>
                <a:gd name="connsiteY1987" fmla="*/ 383441 h 1849426"/>
                <a:gd name="connsiteX1988" fmla="*/ 1327798 w 6386648"/>
                <a:gd name="connsiteY1988" fmla="*/ 365417 h 1849426"/>
                <a:gd name="connsiteX1989" fmla="*/ 1345823 w 6386648"/>
                <a:gd name="connsiteY1989" fmla="*/ 347392 h 1849426"/>
                <a:gd name="connsiteX1990" fmla="*/ 1556107 w 6386648"/>
                <a:gd name="connsiteY1990" fmla="*/ 341384 h 1849426"/>
                <a:gd name="connsiteX1991" fmla="*/ 1574131 w 6386648"/>
                <a:gd name="connsiteY1991" fmla="*/ 359408 h 1849426"/>
                <a:gd name="connsiteX1992" fmla="*/ 1556107 w 6386648"/>
                <a:gd name="connsiteY1992" fmla="*/ 377433 h 1849426"/>
                <a:gd name="connsiteX1993" fmla="*/ 1538082 w 6386648"/>
                <a:gd name="connsiteY1993" fmla="*/ 359408 h 1849426"/>
                <a:gd name="connsiteX1994" fmla="*/ 1556107 w 6386648"/>
                <a:gd name="connsiteY1994" fmla="*/ 341384 h 1849426"/>
                <a:gd name="connsiteX1995" fmla="*/ 306414 w 6386648"/>
                <a:gd name="connsiteY1995" fmla="*/ 341384 h 1849426"/>
                <a:gd name="connsiteX1996" fmla="*/ 324439 w 6386648"/>
                <a:gd name="connsiteY1996" fmla="*/ 359408 h 1849426"/>
                <a:gd name="connsiteX1997" fmla="*/ 306414 w 6386648"/>
                <a:gd name="connsiteY1997" fmla="*/ 377433 h 1849426"/>
                <a:gd name="connsiteX1998" fmla="*/ 288390 w 6386648"/>
                <a:gd name="connsiteY1998" fmla="*/ 359408 h 1849426"/>
                <a:gd name="connsiteX1999" fmla="*/ 306414 w 6386648"/>
                <a:gd name="connsiteY1999" fmla="*/ 341384 h 1849426"/>
                <a:gd name="connsiteX2000" fmla="*/ 6206403 w 6386648"/>
                <a:gd name="connsiteY2000" fmla="*/ 335376 h 1849426"/>
                <a:gd name="connsiteX2001" fmla="*/ 6224428 w 6386648"/>
                <a:gd name="connsiteY2001" fmla="*/ 353400 h 1849426"/>
                <a:gd name="connsiteX2002" fmla="*/ 6206403 w 6386648"/>
                <a:gd name="connsiteY2002" fmla="*/ 371425 h 1849426"/>
                <a:gd name="connsiteX2003" fmla="*/ 6188379 w 6386648"/>
                <a:gd name="connsiteY2003" fmla="*/ 353400 h 1849426"/>
                <a:gd name="connsiteX2004" fmla="*/ 6206403 w 6386648"/>
                <a:gd name="connsiteY2004" fmla="*/ 335376 h 1849426"/>
                <a:gd name="connsiteX2005" fmla="*/ 1670261 w 6386648"/>
                <a:gd name="connsiteY2005" fmla="*/ 335376 h 1849426"/>
                <a:gd name="connsiteX2006" fmla="*/ 1688286 w 6386648"/>
                <a:gd name="connsiteY2006" fmla="*/ 353400 h 1849426"/>
                <a:gd name="connsiteX2007" fmla="*/ 1670261 w 6386648"/>
                <a:gd name="connsiteY2007" fmla="*/ 371425 h 1849426"/>
                <a:gd name="connsiteX2008" fmla="*/ 1652237 w 6386648"/>
                <a:gd name="connsiteY2008" fmla="*/ 353400 h 1849426"/>
                <a:gd name="connsiteX2009" fmla="*/ 1670261 w 6386648"/>
                <a:gd name="connsiteY2009" fmla="*/ 335376 h 1849426"/>
                <a:gd name="connsiteX2010" fmla="*/ 5767809 w 6386648"/>
                <a:gd name="connsiteY2010" fmla="*/ 329368 h 1849426"/>
                <a:gd name="connsiteX2011" fmla="*/ 5785834 w 6386648"/>
                <a:gd name="connsiteY2011" fmla="*/ 347392 h 1849426"/>
                <a:gd name="connsiteX2012" fmla="*/ 5767809 w 6386648"/>
                <a:gd name="connsiteY2012" fmla="*/ 365417 h 1849426"/>
                <a:gd name="connsiteX2013" fmla="*/ 5749785 w 6386648"/>
                <a:gd name="connsiteY2013" fmla="*/ 347392 h 1849426"/>
                <a:gd name="connsiteX2014" fmla="*/ 5767809 w 6386648"/>
                <a:gd name="connsiteY2014" fmla="*/ 329368 h 1849426"/>
                <a:gd name="connsiteX2015" fmla="*/ 3797141 w 6386648"/>
                <a:gd name="connsiteY2015" fmla="*/ 329368 h 1849426"/>
                <a:gd name="connsiteX2016" fmla="*/ 3815166 w 6386648"/>
                <a:gd name="connsiteY2016" fmla="*/ 347392 h 1849426"/>
                <a:gd name="connsiteX2017" fmla="*/ 3797141 w 6386648"/>
                <a:gd name="connsiteY2017" fmla="*/ 365417 h 1849426"/>
                <a:gd name="connsiteX2018" fmla="*/ 3779116 w 6386648"/>
                <a:gd name="connsiteY2018" fmla="*/ 347392 h 1849426"/>
                <a:gd name="connsiteX2019" fmla="*/ 3797141 w 6386648"/>
                <a:gd name="connsiteY2019" fmla="*/ 329368 h 1849426"/>
                <a:gd name="connsiteX2020" fmla="*/ 2673619 w 6386648"/>
                <a:gd name="connsiteY2020" fmla="*/ 329368 h 1849426"/>
                <a:gd name="connsiteX2021" fmla="*/ 2691644 w 6386648"/>
                <a:gd name="connsiteY2021" fmla="*/ 347392 h 1849426"/>
                <a:gd name="connsiteX2022" fmla="*/ 2673619 w 6386648"/>
                <a:gd name="connsiteY2022" fmla="*/ 365417 h 1849426"/>
                <a:gd name="connsiteX2023" fmla="*/ 2655595 w 6386648"/>
                <a:gd name="connsiteY2023" fmla="*/ 347392 h 1849426"/>
                <a:gd name="connsiteX2024" fmla="*/ 2673619 w 6386648"/>
                <a:gd name="connsiteY2024" fmla="*/ 329368 h 1849426"/>
                <a:gd name="connsiteX2025" fmla="*/ 1898570 w 6386648"/>
                <a:gd name="connsiteY2025" fmla="*/ 329368 h 1849426"/>
                <a:gd name="connsiteX2026" fmla="*/ 1916595 w 6386648"/>
                <a:gd name="connsiteY2026" fmla="*/ 347392 h 1849426"/>
                <a:gd name="connsiteX2027" fmla="*/ 1898570 w 6386648"/>
                <a:gd name="connsiteY2027" fmla="*/ 365417 h 1849426"/>
                <a:gd name="connsiteX2028" fmla="*/ 1880546 w 6386648"/>
                <a:gd name="connsiteY2028" fmla="*/ 347392 h 1849426"/>
                <a:gd name="connsiteX2029" fmla="*/ 1898570 w 6386648"/>
                <a:gd name="connsiteY2029" fmla="*/ 329368 h 1849426"/>
                <a:gd name="connsiteX2030" fmla="*/ 66089 w 6386648"/>
                <a:gd name="connsiteY2030" fmla="*/ 323360 h 1849426"/>
                <a:gd name="connsiteX2031" fmla="*/ 84114 w 6386648"/>
                <a:gd name="connsiteY2031" fmla="*/ 341384 h 1849426"/>
                <a:gd name="connsiteX2032" fmla="*/ 66089 w 6386648"/>
                <a:gd name="connsiteY2032" fmla="*/ 359409 h 1849426"/>
                <a:gd name="connsiteX2033" fmla="*/ 48065 w 6386648"/>
                <a:gd name="connsiteY2033" fmla="*/ 341384 h 1849426"/>
                <a:gd name="connsiteX2034" fmla="*/ 66089 w 6386648"/>
                <a:gd name="connsiteY2034" fmla="*/ 323360 h 1849426"/>
                <a:gd name="connsiteX2035" fmla="*/ 5647646 w 6386648"/>
                <a:gd name="connsiteY2035" fmla="*/ 317352 h 1849426"/>
                <a:gd name="connsiteX2036" fmla="*/ 5665671 w 6386648"/>
                <a:gd name="connsiteY2036" fmla="*/ 335377 h 1849426"/>
                <a:gd name="connsiteX2037" fmla="*/ 5647646 w 6386648"/>
                <a:gd name="connsiteY2037" fmla="*/ 353401 h 1849426"/>
                <a:gd name="connsiteX2038" fmla="*/ 5629622 w 6386648"/>
                <a:gd name="connsiteY2038" fmla="*/ 335377 h 1849426"/>
                <a:gd name="connsiteX2039" fmla="*/ 5647646 w 6386648"/>
                <a:gd name="connsiteY2039" fmla="*/ 317352 h 1849426"/>
                <a:gd name="connsiteX2040" fmla="*/ 3064148 w 6386648"/>
                <a:gd name="connsiteY2040" fmla="*/ 311344 h 1849426"/>
                <a:gd name="connsiteX2041" fmla="*/ 3082173 w 6386648"/>
                <a:gd name="connsiteY2041" fmla="*/ 329368 h 1849426"/>
                <a:gd name="connsiteX2042" fmla="*/ 3064148 w 6386648"/>
                <a:gd name="connsiteY2042" fmla="*/ 347393 h 1849426"/>
                <a:gd name="connsiteX2043" fmla="*/ 3046124 w 6386648"/>
                <a:gd name="connsiteY2043" fmla="*/ 329368 h 1849426"/>
                <a:gd name="connsiteX2044" fmla="*/ 3064148 w 6386648"/>
                <a:gd name="connsiteY2044" fmla="*/ 311344 h 1849426"/>
                <a:gd name="connsiteX2045" fmla="*/ 2553457 w 6386648"/>
                <a:gd name="connsiteY2045" fmla="*/ 311344 h 1849426"/>
                <a:gd name="connsiteX2046" fmla="*/ 2571482 w 6386648"/>
                <a:gd name="connsiteY2046" fmla="*/ 329368 h 1849426"/>
                <a:gd name="connsiteX2047" fmla="*/ 2553457 w 6386648"/>
                <a:gd name="connsiteY2047" fmla="*/ 347393 h 1849426"/>
                <a:gd name="connsiteX2048" fmla="*/ 2535433 w 6386648"/>
                <a:gd name="connsiteY2048" fmla="*/ 329368 h 1849426"/>
                <a:gd name="connsiteX2049" fmla="*/ 2553457 w 6386648"/>
                <a:gd name="connsiteY2049" fmla="*/ 311344 h 1849426"/>
                <a:gd name="connsiteX2050" fmla="*/ 6098257 w 6386648"/>
                <a:gd name="connsiteY2050" fmla="*/ 305335 h 1849426"/>
                <a:gd name="connsiteX2051" fmla="*/ 6116282 w 6386648"/>
                <a:gd name="connsiteY2051" fmla="*/ 323359 h 1849426"/>
                <a:gd name="connsiteX2052" fmla="*/ 6098257 w 6386648"/>
                <a:gd name="connsiteY2052" fmla="*/ 341384 h 1849426"/>
                <a:gd name="connsiteX2053" fmla="*/ 6080233 w 6386648"/>
                <a:gd name="connsiteY2053" fmla="*/ 323359 h 1849426"/>
                <a:gd name="connsiteX2054" fmla="*/ 6098257 w 6386648"/>
                <a:gd name="connsiteY2054" fmla="*/ 305335 h 1849426"/>
                <a:gd name="connsiteX2055" fmla="*/ 1231667 w 6386648"/>
                <a:gd name="connsiteY2055" fmla="*/ 305335 h 1849426"/>
                <a:gd name="connsiteX2056" fmla="*/ 1249692 w 6386648"/>
                <a:gd name="connsiteY2056" fmla="*/ 323359 h 1849426"/>
                <a:gd name="connsiteX2057" fmla="*/ 1231667 w 6386648"/>
                <a:gd name="connsiteY2057" fmla="*/ 341384 h 1849426"/>
                <a:gd name="connsiteX2058" fmla="*/ 1213643 w 6386648"/>
                <a:gd name="connsiteY2058" fmla="*/ 323359 h 1849426"/>
                <a:gd name="connsiteX2059" fmla="*/ 1231667 w 6386648"/>
                <a:gd name="connsiteY2059" fmla="*/ 305335 h 1849426"/>
                <a:gd name="connsiteX2060" fmla="*/ 174235 w 6386648"/>
                <a:gd name="connsiteY2060" fmla="*/ 305335 h 1849426"/>
                <a:gd name="connsiteX2061" fmla="*/ 192260 w 6386648"/>
                <a:gd name="connsiteY2061" fmla="*/ 323359 h 1849426"/>
                <a:gd name="connsiteX2062" fmla="*/ 174235 w 6386648"/>
                <a:gd name="connsiteY2062" fmla="*/ 341384 h 1849426"/>
                <a:gd name="connsiteX2063" fmla="*/ 156211 w 6386648"/>
                <a:gd name="connsiteY2063" fmla="*/ 323359 h 1849426"/>
                <a:gd name="connsiteX2064" fmla="*/ 174235 w 6386648"/>
                <a:gd name="connsiteY2064" fmla="*/ 305335 h 1849426"/>
                <a:gd name="connsiteX2065" fmla="*/ 3520767 w 6386648"/>
                <a:gd name="connsiteY2065" fmla="*/ 299327 h 1849426"/>
                <a:gd name="connsiteX2066" fmla="*/ 3538792 w 6386648"/>
                <a:gd name="connsiteY2066" fmla="*/ 317351 h 1849426"/>
                <a:gd name="connsiteX2067" fmla="*/ 3520767 w 6386648"/>
                <a:gd name="connsiteY2067" fmla="*/ 335376 h 1849426"/>
                <a:gd name="connsiteX2068" fmla="*/ 3502743 w 6386648"/>
                <a:gd name="connsiteY2068" fmla="*/ 317351 h 1849426"/>
                <a:gd name="connsiteX2069" fmla="*/ 3520767 w 6386648"/>
                <a:gd name="connsiteY2069" fmla="*/ 299327 h 1849426"/>
                <a:gd name="connsiteX2070" fmla="*/ 5347240 w 6386648"/>
                <a:gd name="connsiteY2070" fmla="*/ 293319 h 1849426"/>
                <a:gd name="connsiteX2071" fmla="*/ 5365265 w 6386648"/>
                <a:gd name="connsiteY2071" fmla="*/ 311343 h 1849426"/>
                <a:gd name="connsiteX2072" fmla="*/ 5347240 w 6386648"/>
                <a:gd name="connsiteY2072" fmla="*/ 329368 h 1849426"/>
                <a:gd name="connsiteX2073" fmla="*/ 5329216 w 6386648"/>
                <a:gd name="connsiteY2073" fmla="*/ 311343 h 1849426"/>
                <a:gd name="connsiteX2074" fmla="*/ 5347240 w 6386648"/>
                <a:gd name="connsiteY2074" fmla="*/ 293319 h 1849426"/>
                <a:gd name="connsiteX2075" fmla="*/ 2439302 w 6386648"/>
                <a:gd name="connsiteY2075" fmla="*/ 293319 h 1849426"/>
                <a:gd name="connsiteX2076" fmla="*/ 2457327 w 6386648"/>
                <a:gd name="connsiteY2076" fmla="*/ 311343 h 1849426"/>
                <a:gd name="connsiteX2077" fmla="*/ 2439302 w 6386648"/>
                <a:gd name="connsiteY2077" fmla="*/ 329368 h 1849426"/>
                <a:gd name="connsiteX2078" fmla="*/ 2421278 w 6386648"/>
                <a:gd name="connsiteY2078" fmla="*/ 311343 h 1849426"/>
                <a:gd name="connsiteX2079" fmla="*/ 2439302 w 6386648"/>
                <a:gd name="connsiteY2079" fmla="*/ 293319 h 1849426"/>
                <a:gd name="connsiteX2080" fmla="*/ 2301115 w 6386648"/>
                <a:gd name="connsiteY2080" fmla="*/ 293319 h 1849426"/>
                <a:gd name="connsiteX2081" fmla="*/ 2319140 w 6386648"/>
                <a:gd name="connsiteY2081" fmla="*/ 311343 h 1849426"/>
                <a:gd name="connsiteX2082" fmla="*/ 2301115 w 6386648"/>
                <a:gd name="connsiteY2082" fmla="*/ 329368 h 1849426"/>
                <a:gd name="connsiteX2083" fmla="*/ 2283091 w 6386648"/>
                <a:gd name="connsiteY2083" fmla="*/ 311343 h 1849426"/>
                <a:gd name="connsiteX2084" fmla="*/ 2301115 w 6386648"/>
                <a:gd name="connsiteY2084" fmla="*/ 293319 h 1849426"/>
                <a:gd name="connsiteX2085" fmla="*/ 1447960 w 6386648"/>
                <a:gd name="connsiteY2085" fmla="*/ 293319 h 1849426"/>
                <a:gd name="connsiteX2086" fmla="*/ 1465985 w 6386648"/>
                <a:gd name="connsiteY2086" fmla="*/ 311343 h 1849426"/>
                <a:gd name="connsiteX2087" fmla="*/ 1447960 w 6386648"/>
                <a:gd name="connsiteY2087" fmla="*/ 329368 h 1849426"/>
                <a:gd name="connsiteX2088" fmla="*/ 1429936 w 6386648"/>
                <a:gd name="connsiteY2088" fmla="*/ 311343 h 1849426"/>
                <a:gd name="connsiteX2089" fmla="*/ 1447960 w 6386648"/>
                <a:gd name="connsiteY2089" fmla="*/ 293319 h 1849426"/>
                <a:gd name="connsiteX2090" fmla="*/ 901219 w 6386648"/>
                <a:gd name="connsiteY2090" fmla="*/ 293319 h 1849426"/>
                <a:gd name="connsiteX2091" fmla="*/ 919244 w 6386648"/>
                <a:gd name="connsiteY2091" fmla="*/ 311343 h 1849426"/>
                <a:gd name="connsiteX2092" fmla="*/ 901219 w 6386648"/>
                <a:gd name="connsiteY2092" fmla="*/ 329368 h 1849426"/>
                <a:gd name="connsiteX2093" fmla="*/ 883195 w 6386648"/>
                <a:gd name="connsiteY2093" fmla="*/ 311343 h 1849426"/>
                <a:gd name="connsiteX2094" fmla="*/ 901219 w 6386648"/>
                <a:gd name="connsiteY2094" fmla="*/ 293319 h 1849426"/>
                <a:gd name="connsiteX2095" fmla="*/ 552748 w 6386648"/>
                <a:gd name="connsiteY2095" fmla="*/ 293319 h 1849426"/>
                <a:gd name="connsiteX2096" fmla="*/ 570773 w 6386648"/>
                <a:gd name="connsiteY2096" fmla="*/ 311343 h 1849426"/>
                <a:gd name="connsiteX2097" fmla="*/ 552748 w 6386648"/>
                <a:gd name="connsiteY2097" fmla="*/ 329368 h 1849426"/>
                <a:gd name="connsiteX2098" fmla="*/ 534724 w 6386648"/>
                <a:gd name="connsiteY2098" fmla="*/ 311343 h 1849426"/>
                <a:gd name="connsiteX2099" fmla="*/ 552748 w 6386648"/>
                <a:gd name="connsiteY2099" fmla="*/ 293319 h 1849426"/>
                <a:gd name="connsiteX2100" fmla="*/ 6326566 w 6386648"/>
                <a:gd name="connsiteY2100" fmla="*/ 287311 h 1849426"/>
                <a:gd name="connsiteX2101" fmla="*/ 6344591 w 6386648"/>
                <a:gd name="connsiteY2101" fmla="*/ 305336 h 1849426"/>
                <a:gd name="connsiteX2102" fmla="*/ 6326566 w 6386648"/>
                <a:gd name="connsiteY2102" fmla="*/ 323360 h 1849426"/>
                <a:gd name="connsiteX2103" fmla="*/ 6308542 w 6386648"/>
                <a:gd name="connsiteY2103" fmla="*/ 305336 h 1849426"/>
                <a:gd name="connsiteX2104" fmla="*/ 6326566 w 6386648"/>
                <a:gd name="connsiteY2104" fmla="*/ 287311 h 1849426"/>
                <a:gd name="connsiteX2105" fmla="*/ 5503451 w 6386648"/>
                <a:gd name="connsiteY2105" fmla="*/ 287311 h 1849426"/>
                <a:gd name="connsiteX2106" fmla="*/ 5521476 w 6386648"/>
                <a:gd name="connsiteY2106" fmla="*/ 305336 h 1849426"/>
                <a:gd name="connsiteX2107" fmla="*/ 5503451 w 6386648"/>
                <a:gd name="connsiteY2107" fmla="*/ 323360 h 1849426"/>
                <a:gd name="connsiteX2108" fmla="*/ 5485427 w 6386648"/>
                <a:gd name="connsiteY2108" fmla="*/ 305336 h 1849426"/>
                <a:gd name="connsiteX2109" fmla="*/ 5503451 w 6386648"/>
                <a:gd name="connsiteY2109" fmla="*/ 287311 h 1849426"/>
                <a:gd name="connsiteX2110" fmla="*/ 1808448 w 6386648"/>
                <a:gd name="connsiteY2110" fmla="*/ 287311 h 1849426"/>
                <a:gd name="connsiteX2111" fmla="*/ 1826473 w 6386648"/>
                <a:gd name="connsiteY2111" fmla="*/ 305336 h 1849426"/>
                <a:gd name="connsiteX2112" fmla="*/ 1808448 w 6386648"/>
                <a:gd name="connsiteY2112" fmla="*/ 323360 h 1849426"/>
                <a:gd name="connsiteX2113" fmla="*/ 1790424 w 6386648"/>
                <a:gd name="connsiteY2113" fmla="*/ 305336 h 1849426"/>
                <a:gd name="connsiteX2114" fmla="*/ 1808448 w 6386648"/>
                <a:gd name="connsiteY2114" fmla="*/ 287311 h 1849426"/>
                <a:gd name="connsiteX2115" fmla="*/ 672910 w 6386648"/>
                <a:gd name="connsiteY2115" fmla="*/ 287311 h 1849426"/>
                <a:gd name="connsiteX2116" fmla="*/ 690935 w 6386648"/>
                <a:gd name="connsiteY2116" fmla="*/ 305336 h 1849426"/>
                <a:gd name="connsiteX2117" fmla="*/ 672910 w 6386648"/>
                <a:gd name="connsiteY2117" fmla="*/ 323360 h 1849426"/>
                <a:gd name="connsiteX2118" fmla="*/ 654886 w 6386648"/>
                <a:gd name="connsiteY2118" fmla="*/ 305336 h 1849426"/>
                <a:gd name="connsiteX2119" fmla="*/ 672910 w 6386648"/>
                <a:gd name="connsiteY2119" fmla="*/ 287311 h 1849426"/>
                <a:gd name="connsiteX2120" fmla="*/ 4710377 w 6386648"/>
                <a:gd name="connsiteY2120" fmla="*/ 275295 h 1849426"/>
                <a:gd name="connsiteX2121" fmla="*/ 4728402 w 6386648"/>
                <a:gd name="connsiteY2121" fmla="*/ 293319 h 1849426"/>
                <a:gd name="connsiteX2122" fmla="*/ 4710377 w 6386648"/>
                <a:gd name="connsiteY2122" fmla="*/ 311344 h 1849426"/>
                <a:gd name="connsiteX2123" fmla="*/ 4692353 w 6386648"/>
                <a:gd name="connsiteY2123" fmla="*/ 293319 h 1849426"/>
                <a:gd name="connsiteX2124" fmla="*/ 4710377 w 6386648"/>
                <a:gd name="connsiteY2124" fmla="*/ 275295 h 1849426"/>
                <a:gd name="connsiteX2125" fmla="*/ 4962719 w 6386648"/>
                <a:gd name="connsiteY2125" fmla="*/ 269287 h 1849426"/>
                <a:gd name="connsiteX2126" fmla="*/ 4980744 w 6386648"/>
                <a:gd name="connsiteY2126" fmla="*/ 287311 h 1849426"/>
                <a:gd name="connsiteX2127" fmla="*/ 4962719 w 6386648"/>
                <a:gd name="connsiteY2127" fmla="*/ 305336 h 1849426"/>
                <a:gd name="connsiteX2128" fmla="*/ 4944695 w 6386648"/>
                <a:gd name="connsiteY2128" fmla="*/ 287311 h 1849426"/>
                <a:gd name="connsiteX2129" fmla="*/ 4962719 w 6386648"/>
                <a:gd name="connsiteY2129" fmla="*/ 269287 h 1849426"/>
                <a:gd name="connsiteX2130" fmla="*/ 3652945 w 6386648"/>
                <a:gd name="connsiteY2130" fmla="*/ 269287 h 1849426"/>
                <a:gd name="connsiteX2131" fmla="*/ 3670970 w 6386648"/>
                <a:gd name="connsiteY2131" fmla="*/ 287311 h 1849426"/>
                <a:gd name="connsiteX2132" fmla="*/ 3652945 w 6386648"/>
                <a:gd name="connsiteY2132" fmla="*/ 305336 h 1849426"/>
                <a:gd name="connsiteX2133" fmla="*/ 3634921 w 6386648"/>
                <a:gd name="connsiteY2133" fmla="*/ 287311 h 1849426"/>
                <a:gd name="connsiteX2134" fmla="*/ 3652945 w 6386648"/>
                <a:gd name="connsiteY2134" fmla="*/ 269287 h 1849426"/>
                <a:gd name="connsiteX2135" fmla="*/ 1123520 w 6386648"/>
                <a:gd name="connsiteY2135" fmla="*/ 269287 h 1849426"/>
                <a:gd name="connsiteX2136" fmla="*/ 1141545 w 6386648"/>
                <a:gd name="connsiteY2136" fmla="*/ 287311 h 1849426"/>
                <a:gd name="connsiteX2137" fmla="*/ 1123520 w 6386648"/>
                <a:gd name="connsiteY2137" fmla="*/ 305336 h 1849426"/>
                <a:gd name="connsiteX2138" fmla="*/ 1105496 w 6386648"/>
                <a:gd name="connsiteY2138" fmla="*/ 287311 h 1849426"/>
                <a:gd name="connsiteX2139" fmla="*/ 1123520 w 6386648"/>
                <a:gd name="connsiteY2139" fmla="*/ 269287 h 1849426"/>
                <a:gd name="connsiteX2140" fmla="*/ 5112922 w 6386648"/>
                <a:gd name="connsiteY2140" fmla="*/ 263279 h 1849426"/>
                <a:gd name="connsiteX2141" fmla="*/ 5130947 w 6386648"/>
                <a:gd name="connsiteY2141" fmla="*/ 281303 h 1849426"/>
                <a:gd name="connsiteX2142" fmla="*/ 5112922 w 6386648"/>
                <a:gd name="connsiteY2142" fmla="*/ 299328 h 1849426"/>
                <a:gd name="connsiteX2143" fmla="*/ 5094898 w 6386648"/>
                <a:gd name="connsiteY2143" fmla="*/ 281303 h 1849426"/>
                <a:gd name="connsiteX2144" fmla="*/ 5112922 w 6386648"/>
                <a:gd name="connsiteY2144" fmla="*/ 263279 h 1849426"/>
                <a:gd name="connsiteX2145" fmla="*/ 4217710 w 6386648"/>
                <a:gd name="connsiteY2145" fmla="*/ 263279 h 1849426"/>
                <a:gd name="connsiteX2146" fmla="*/ 4235735 w 6386648"/>
                <a:gd name="connsiteY2146" fmla="*/ 281303 h 1849426"/>
                <a:gd name="connsiteX2147" fmla="*/ 4217710 w 6386648"/>
                <a:gd name="connsiteY2147" fmla="*/ 299328 h 1849426"/>
                <a:gd name="connsiteX2148" fmla="*/ 4199685 w 6386648"/>
                <a:gd name="connsiteY2148" fmla="*/ 281303 h 1849426"/>
                <a:gd name="connsiteX2149" fmla="*/ 4217710 w 6386648"/>
                <a:gd name="connsiteY2149" fmla="*/ 263279 h 1849426"/>
                <a:gd name="connsiteX2150" fmla="*/ 3190319 w 6386648"/>
                <a:gd name="connsiteY2150" fmla="*/ 263279 h 1849426"/>
                <a:gd name="connsiteX2151" fmla="*/ 3208344 w 6386648"/>
                <a:gd name="connsiteY2151" fmla="*/ 281303 h 1849426"/>
                <a:gd name="connsiteX2152" fmla="*/ 3190319 w 6386648"/>
                <a:gd name="connsiteY2152" fmla="*/ 299328 h 1849426"/>
                <a:gd name="connsiteX2153" fmla="*/ 3172295 w 6386648"/>
                <a:gd name="connsiteY2153" fmla="*/ 281303 h 1849426"/>
                <a:gd name="connsiteX2154" fmla="*/ 3190319 w 6386648"/>
                <a:gd name="connsiteY2154" fmla="*/ 263279 h 1849426"/>
                <a:gd name="connsiteX2155" fmla="*/ 5996118 w 6386648"/>
                <a:gd name="connsiteY2155" fmla="*/ 257270 h 1849426"/>
                <a:gd name="connsiteX2156" fmla="*/ 6014143 w 6386648"/>
                <a:gd name="connsiteY2156" fmla="*/ 275295 h 1849426"/>
                <a:gd name="connsiteX2157" fmla="*/ 5996118 w 6386648"/>
                <a:gd name="connsiteY2157" fmla="*/ 293319 h 1849426"/>
                <a:gd name="connsiteX2158" fmla="*/ 5978094 w 6386648"/>
                <a:gd name="connsiteY2158" fmla="*/ 275295 h 1849426"/>
                <a:gd name="connsiteX2159" fmla="*/ 5996118 w 6386648"/>
                <a:gd name="connsiteY2159" fmla="*/ 257270 h 1849426"/>
                <a:gd name="connsiteX2160" fmla="*/ 5233085 w 6386648"/>
                <a:gd name="connsiteY2160" fmla="*/ 257270 h 1849426"/>
                <a:gd name="connsiteX2161" fmla="*/ 5251110 w 6386648"/>
                <a:gd name="connsiteY2161" fmla="*/ 275295 h 1849426"/>
                <a:gd name="connsiteX2162" fmla="*/ 5233085 w 6386648"/>
                <a:gd name="connsiteY2162" fmla="*/ 293319 h 1849426"/>
                <a:gd name="connsiteX2163" fmla="*/ 5215061 w 6386648"/>
                <a:gd name="connsiteY2163" fmla="*/ 275295 h 1849426"/>
                <a:gd name="connsiteX2164" fmla="*/ 5233085 w 6386648"/>
                <a:gd name="connsiteY2164" fmla="*/ 257270 h 1849426"/>
                <a:gd name="connsiteX2165" fmla="*/ 4584206 w 6386648"/>
                <a:gd name="connsiteY2165" fmla="*/ 257270 h 1849426"/>
                <a:gd name="connsiteX2166" fmla="*/ 4602231 w 6386648"/>
                <a:gd name="connsiteY2166" fmla="*/ 275295 h 1849426"/>
                <a:gd name="connsiteX2167" fmla="*/ 4584206 w 6386648"/>
                <a:gd name="connsiteY2167" fmla="*/ 293319 h 1849426"/>
                <a:gd name="connsiteX2168" fmla="*/ 4566182 w 6386648"/>
                <a:gd name="connsiteY2168" fmla="*/ 275295 h 1849426"/>
                <a:gd name="connsiteX2169" fmla="*/ 4584206 w 6386648"/>
                <a:gd name="connsiteY2169" fmla="*/ 257270 h 1849426"/>
                <a:gd name="connsiteX2170" fmla="*/ 2156921 w 6386648"/>
                <a:gd name="connsiteY2170" fmla="*/ 257270 h 1849426"/>
                <a:gd name="connsiteX2171" fmla="*/ 2174945 w 6386648"/>
                <a:gd name="connsiteY2171" fmla="*/ 275295 h 1849426"/>
                <a:gd name="connsiteX2172" fmla="*/ 2156921 w 6386648"/>
                <a:gd name="connsiteY2172" fmla="*/ 293319 h 1849426"/>
                <a:gd name="connsiteX2173" fmla="*/ 2138896 w 6386648"/>
                <a:gd name="connsiteY2173" fmla="*/ 275295 h 1849426"/>
                <a:gd name="connsiteX2174" fmla="*/ 2156921 w 6386648"/>
                <a:gd name="connsiteY2174" fmla="*/ 257270 h 1849426"/>
                <a:gd name="connsiteX2175" fmla="*/ 781057 w 6386648"/>
                <a:gd name="connsiteY2175" fmla="*/ 257270 h 1849426"/>
                <a:gd name="connsiteX2176" fmla="*/ 799082 w 6386648"/>
                <a:gd name="connsiteY2176" fmla="*/ 275295 h 1849426"/>
                <a:gd name="connsiteX2177" fmla="*/ 781057 w 6386648"/>
                <a:gd name="connsiteY2177" fmla="*/ 293319 h 1849426"/>
                <a:gd name="connsiteX2178" fmla="*/ 763033 w 6386648"/>
                <a:gd name="connsiteY2178" fmla="*/ 275295 h 1849426"/>
                <a:gd name="connsiteX2179" fmla="*/ 781057 w 6386648"/>
                <a:gd name="connsiteY2179" fmla="*/ 257270 h 1849426"/>
                <a:gd name="connsiteX2180" fmla="*/ 420569 w 6386648"/>
                <a:gd name="connsiteY2180" fmla="*/ 257270 h 1849426"/>
                <a:gd name="connsiteX2181" fmla="*/ 438594 w 6386648"/>
                <a:gd name="connsiteY2181" fmla="*/ 275295 h 1849426"/>
                <a:gd name="connsiteX2182" fmla="*/ 420569 w 6386648"/>
                <a:gd name="connsiteY2182" fmla="*/ 293319 h 1849426"/>
                <a:gd name="connsiteX2183" fmla="*/ 402545 w 6386648"/>
                <a:gd name="connsiteY2183" fmla="*/ 275295 h 1849426"/>
                <a:gd name="connsiteX2184" fmla="*/ 420569 w 6386648"/>
                <a:gd name="connsiteY2184" fmla="*/ 257270 h 1849426"/>
                <a:gd name="connsiteX2185" fmla="*/ 5845915 w 6386648"/>
                <a:gd name="connsiteY2185" fmla="*/ 245254 h 1849426"/>
                <a:gd name="connsiteX2186" fmla="*/ 5863940 w 6386648"/>
                <a:gd name="connsiteY2186" fmla="*/ 263278 h 1849426"/>
                <a:gd name="connsiteX2187" fmla="*/ 5845915 w 6386648"/>
                <a:gd name="connsiteY2187" fmla="*/ 281303 h 1849426"/>
                <a:gd name="connsiteX2188" fmla="*/ 5827891 w 6386648"/>
                <a:gd name="connsiteY2188" fmla="*/ 263278 h 1849426"/>
                <a:gd name="connsiteX2189" fmla="*/ 5845915 w 6386648"/>
                <a:gd name="connsiteY2189" fmla="*/ 245254 h 1849426"/>
                <a:gd name="connsiteX2190" fmla="*/ 4013434 w 6386648"/>
                <a:gd name="connsiteY2190" fmla="*/ 245254 h 1849426"/>
                <a:gd name="connsiteX2191" fmla="*/ 4031459 w 6386648"/>
                <a:gd name="connsiteY2191" fmla="*/ 263278 h 1849426"/>
                <a:gd name="connsiteX2192" fmla="*/ 4013434 w 6386648"/>
                <a:gd name="connsiteY2192" fmla="*/ 281303 h 1849426"/>
                <a:gd name="connsiteX2193" fmla="*/ 3995410 w 6386648"/>
                <a:gd name="connsiteY2193" fmla="*/ 263278 h 1849426"/>
                <a:gd name="connsiteX2194" fmla="*/ 4013434 w 6386648"/>
                <a:gd name="connsiteY2194" fmla="*/ 245254 h 1849426"/>
                <a:gd name="connsiteX2195" fmla="*/ 2841847 w 6386648"/>
                <a:gd name="connsiteY2195" fmla="*/ 245254 h 1849426"/>
                <a:gd name="connsiteX2196" fmla="*/ 2859872 w 6386648"/>
                <a:gd name="connsiteY2196" fmla="*/ 263278 h 1849426"/>
                <a:gd name="connsiteX2197" fmla="*/ 2841847 w 6386648"/>
                <a:gd name="connsiteY2197" fmla="*/ 281303 h 1849426"/>
                <a:gd name="connsiteX2198" fmla="*/ 2823823 w 6386648"/>
                <a:gd name="connsiteY2198" fmla="*/ 263278 h 1849426"/>
                <a:gd name="connsiteX2199" fmla="*/ 2841847 w 6386648"/>
                <a:gd name="connsiteY2199" fmla="*/ 245254 h 1849426"/>
                <a:gd name="connsiteX2200" fmla="*/ 2006717 w 6386648"/>
                <a:gd name="connsiteY2200" fmla="*/ 245254 h 1849426"/>
                <a:gd name="connsiteX2201" fmla="*/ 2024741 w 6386648"/>
                <a:gd name="connsiteY2201" fmla="*/ 263278 h 1849426"/>
                <a:gd name="connsiteX2202" fmla="*/ 2006717 w 6386648"/>
                <a:gd name="connsiteY2202" fmla="*/ 281303 h 1849426"/>
                <a:gd name="connsiteX2203" fmla="*/ 1988692 w 6386648"/>
                <a:gd name="connsiteY2203" fmla="*/ 263278 h 1849426"/>
                <a:gd name="connsiteX2204" fmla="*/ 2006717 w 6386648"/>
                <a:gd name="connsiteY2204" fmla="*/ 245254 h 1849426"/>
                <a:gd name="connsiteX2205" fmla="*/ 1009366 w 6386648"/>
                <a:gd name="connsiteY2205" fmla="*/ 245254 h 1849426"/>
                <a:gd name="connsiteX2206" fmla="*/ 1027391 w 6386648"/>
                <a:gd name="connsiteY2206" fmla="*/ 263278 h 1849426"/>
                <a:gd name="connsiteX2207" fmla="*/ 1009366 w 6386648"/>
                <a:gd name="connsiteY2207" fmla="*/ 281303 h 1849426"/>
                <a:gd name="connsiteX2208" fmla="*/ 991342 w 6386648"/>
                <a:gd name="connsiteY2208" fmla="*/ 263278 h 1849426"/>
                <a:gd name="connsiteX2209" fmla="*/ 1009366 w 6386648"/>
                <a:gd name="connsiteY2209" fmla="*/ 245254 h 1849426"/>
                <a:gd name="connsiteX2210" fmla="*/ 4337873 w 6386648"/>
                <a:gd name="connsiteY2210" fmla="*/ 239246 h 1849426"/>
                <a:gd name="connsiteX2211" fmla="*/ 4355898 w 6386648"/>
                <a:gd name="connsiteY2211" fmla="*/ 257270 h 1849426"/>
                <a:gd name="connsiteX2212" fmla="*/ 4337873 w 6386648"/>
                <a:gd name="connsiteY2212" fmla="*/ 275295 h 1849426"/>
                <a:gd name="connsiteX2213" fmla="*/ 4319848 w 6386648"/>
                <a:gd name="connsiteY2213" fmla="*/ 257270 h 1849426"/>
                <a:gd name="connsiteX2214" fmla="*/ 4337873 w 6386648"/>
                <a:gd name="connsiteY2214" fmla="*/ 239246 h 1849426"/>
                <a:gd name="connsiteX2215" fmla="*/ 3310482 w 6386648"/>
                <a:gd name="connsiteY2215" fmla="*/ 239246 h 1849426"/>
                <a:gd name="connsiteX2216" fmla="*/ 3328507 w 6386648"/>
                <a:gd name="connsiteY2216" fmla="*/ 257270 h 1849426"/>
                <a:gd name="connsiteX2217" fmla="*/ 3310482 w 6386648"/>
                <a:gd name="connsiteY2217" fmla="*/ 275295 h 1849426"/>
                <a:gd name="connsiteX2218" fmla="*/ 3292458 w 6386648"/>
                <a:gd name="connsiteY2218" fmla="*/ 257270 h 1849426"/>
                <a:gd name="connsiteX2219" fmla="*/ 3310482 w 6386648"/>
                <a:gd name="connsiteY2219" fmla="*/ 239246 h 1849426"/>
                <a:gd name="connsiteX2220" fmla="*/ 3418628 w 6386648"/>
                <a:gd name="connsiteY2220" fmla="*/ 233238 h 1849426"/>
                <a:gd name="connsiteX2221" fmla="*/ 3436653 w 6386648"/>
                <a:gd name="connsiteY2221" fmla="*/ 251262 h 1849426"/>
                <a:gd name="connsiteX2222" fmla="*/ 3418628 w 6386648"/>
                <a:gd name="connsiteY2222" fmla="*/ 269287 h 1849426"/>
                <a:gd name="connsiteX2223" fmla="*/ 3400604 w 6386648"/>
                <a:gd name="connsiteY2223" fmla="*/ 251262 h 1849426"/>
                <a:gd name="connsiteX2224" fmla="*/ 3418628 w 6386648"/>
                <a:gd name="connsiteY2224" fmla="*/ 233238 h 1849426"/>
                <a:gd name="connsiteX2225" fmla="*/ 4836548 w 6386648"/>
                <a:gd name="connsiteY2225" fmla="*/ 227230 h 1849426"/>
                <a:gd name="connsiteX2226" fmla="*/ 4854573 w 6386648"/>
                <a:gd name="connsiteY2226" fmla="*/ 245255 h 1849426"/>
                <a:gd name="connsiteX2227" fmla="*/ 4836548 w 6386648"/>
                <a:gd name="connsiteY2227" fmla="*/ 263279 h 1849426"/>
                <a:gd name="connsiteX2228" fmla="*/ 4818524 w 6386648"/>
                <a:gd name="connsiteY2228" fmla="*/ 245255 h 1849426"/>
                <a:gd name="connsiteX2229" fmla="*/ 4836548 w 6386648"/>
                <a:gd name="connsiteY2229" fmla="*/ 227230 h 1849426"/>
                <a:gd name="connsiteX2230" fmla="*/ 2949994 w 6386648"/>
                <a:gd name="connsiteY2230" fmla="*/ 227230 h 1849426"/>
                <a:gd name="connsiteX2231" fmla="*/ 2968019 w 6386648"/>
                <a:gd name="connsiteY2231" fmla="*/ 245255 h 1849426"/>
                <a:gd name="connsiteX2232" fmla="*/ 2949994 w 6386648"/>
                <a:gd name="connsiteY2232" fmla="*/ 263279 h 1849426"/>
                <a:gd name="connsiteX2233" fmla="*/ 2931970 w 6386648"/>
                <a:gd name="connsiteY2233" fmla="*/ 245255 h 1849426"/>
                <a:gd name="connsiteX2234" fmla="*/ 2949994 w 6386648"/>
                <a:gd name="connsiteY2234" fmla="*/ 227230 h 1849426"/>
                <a:gd name="connsiteX2235" fmla="*/ 2727693 w 6386648"/>
                <a:gd name="connsiteY2235" fmla="*/ 227230 h 1849426"/>
                <a:gd name="connsiteX2236" fmla="*/ 2745718 w 6386648"/>
                <a:gd name="connsiteY2236" fmla="*/ 245255 h 1849426"/>
                <a:gd name="connsiteX2237" fmla="*/ 2727693 w 6386648"/>
                <a:gd name="connsiteY2237" fmla="*/ 263279 h 1849426"/>
                <a:gd name="connsiteX2238" fmla="*/ 2709669 w 6386648"/>
                <a:gd name="connsiteY2238" fmla="*/ 245255 h 1849426"/>
                <a:gd name="connsiteX2239" fmla="*/ 2727693 w 6386648"/>
                <a:gd name="connsiteY2239" fmla="*/ 227230 h 1849426"/>
                <a:gd name="connsiteX2240" fmla="*/ 270365 w 6386648"/>
                <a:gd name="connsiteY2240" fmla="*/ 227230 h 1849426"/>
                <a:gd name="connsiteX2241" fmla="*/ 288390 w 6386648"/>
                <a:gd name="connsiteY2241" fmla="*/ 245255 h 1849426"/>
                <a:gd name="connsiteX2242" fmla="*/ 270365 w 6386648"/>
                <a:gd name="connsiteY2242" fmla="*/ 263279 h 1849426"/>
                <a:gd name="connsiteX2243" fmla="*/ 252341 w 6386648"/>
                <a:gd name="connsiteY2243" fmla="*/ 245255 h 1849426"/>
                <a:gd name="connsiteX2244" fmla="*/ 270365 w 6386648"/>
                <a:gd name="connsiteY2244" fmla="*/ 227230 h 1849426"/>
                <a:gd name="connsiteX2245" fmla="*/ 3893271 w 6386648"/>
                <a:gd name="connsiteY2245" fmla="*/ 221222 h 1849426"/>
                <a:gd name="connsiteX2246" fmla="*/ 3911296 w 6386648"/>
                <a:gd name="connsiteY2246" fmla="*/ 239246 h 1849426"/>
                <a:gd name="connsiteX2247" fmla="*/ 3893271 w 6386648"/>
                <a:gd name="connsiteY2247" fmla="*/ 257271 h 1849426"/>
                <a:gd name="connsiteX2248" fmla="*/ 3875247 w 6386648"/>
                <a:gd name="connsiteY2248" fmla="*/ 239246 h 1849426"/>
                <a:gd name="connsiteX2249" fmla="*/ 3893271 w 6386648"/>
                <a:gd name="connsiteY2249" fmla="*/ 221222 h 1849426"/>
                <a:gd name="connsiteX2250" fmla="*/ 1682277 w 6386648"/>
                <a:gd name="connsiteY2250" fmla="*/ 221222 h 1849426"/>
                <a:gd name="connsiteX2251" fmla="*/ 1700302 w 6386648"/>
                <a:gd name="connsiteY2251" fmla="*/ 239246 h 1849426"/>
                <a:gd name="connsiteX2252" fmla="*/ 1682277 w 6386648"/>
                <a:gd name="connsiteY2252" fmla="*/ 257271 h 1849426"/>
                <a:gd name="connsiteX2253" fmla="*/ 1664253 w 6386648"/>
                <a:gd name="connsiteY2253" fmla="*/ 239246 h 1849426"/>
                <a:gd name="connsiteX2254" fmla="*/ 1682277 w 6386648"/>
                <a:gd name="connsiteY2254" fmla="*/ 221222 h 1849426"/>
                <a:gd name="connsiteX2255" fmla="*/ 4458036 w 6386648"/>
                <a:gd name="connsiteY2255" fmla="*/ 215213 h 1849426"/>
                <a:gd name="connsiteX2256" fmla="*/ 4476061 w 6386648"/>
                <a:gd name="connsiteY2256" fmla="*/ 233237 h 1849426"/>
                <a:gd name="connsiteX2257" fmla="*/ 4458036 w 6386648"/>
                <a:gd name="connsiteY2257" fmla="*/ 251262 h 1849426"/>
                <a:gd name="connsiteX2258" fmla="*/ 4440011 w 6386648"/>
                <a:gd name="connsiteY2258" fmla="*/ 233237 h 1849426"/>
                <a:gd name="connsiteX2259" fmla="*/ 4458036 w 6386648"/>
                <a:gd name="connsiteY2259" fmla="*/ 215213 h 1849426"/>
                <a:gd name="connsiteX2260" fmla="*/ 3767100 w 6386648"/>
                <a:gd name="connsiteY2260" fmla="*/ 215213 h 1849426"/>
                <a:gd name="connsiteX2261" fmla="*/ 3785125 w 6386648"/>
                <a:gd name="connsiteY2261" fmla="*/ 233237 h 1849426"/>
                <a:gd name="connsiteX2262" fmla="*/ 3767100 w 6386648"/>
                <a:gd name="connsiteY2262" fmla="*/ 251262 h 1849426"/>
                <a:gd name="connsiteX2263" fmla="*/ 3749075 w 6386648"/>
                <a:gd name="connsiteY2263" fmla="*/ 233237 h 1849426"/>
                <a:gd name="connsiteX2264" fmla="*/ 3767100 w 6386648"/>
                <a:gd name="connsiteY2264" fmla="*/ 215213 h 1849426"/>
                <a:gd name="connsiteX2265" fmla="*/ 6224427 w 6386648"/>
                <a:gd name="connsiteY2265" fmla="*/ 209205 h 1849426"/>
                <a:gd name="connsiteX2266" fmla="*/ 6242452 w 6386648"/>
                <a:gd name="connsiteY2266" fmla="*/ 227229 h 1849426"/>
                <a:gd name="connsiteX2267" fmla="*/ 6224427 w 6386648"/>
                <a:gd name="connsiteY2267" fmla="*/ 245254 h 1849426"/>
                <a:gd name="connsiteX2268" fmla="*/ 6206403 w 6386648"/>
                <a:gd name="connsiteY2268" fmla="*/ 227229 h 1849426"/>
                <a:gd name="connsiteX2269" fmla="*/ 6224427 w 6386648"/>
                <a:gd name="connsiteY2269" fmla="*/ 209205 h 1849426"/>
                <a:gd name="connsiteX2270" fmla="*/ 1315782 w 6386648"/>
                <a:gd name="connsiteY2270" fmla="*/ 209205 h 1849426"/>
                <a:gd name="connsiteX2271" fmla="*/ 1333806 w 6386648"/>
                <a:gd name="connsiteY2271" fmla="*/ 227229 h 1849426"/>
                <a:gd name="connsiteX2272" fmla="*/ 1315782 w 6386648"/>
                <a:gd name="connsiteY2272" fmla="*/ 245254 h 1849426"/>
                <a:gd name="connsiteX2273" fmla="*/ 1297757 w 6386648"/>
                <a:gd name="connsiteY2273" fmla="*/ 227229 h 1849426"/>
                <a:gd name="connsiteX2274" fmla="*/ 1315782 w 6386648"/>
                <a:gd name="connsiteY2274" fmla="*/ 209205 h 1849426"/>
                <a:gd name="connsiteX2275" fmla="*/ 5713736 w 6386648"/>
                <a:gd name="connsiteY2275" fmla="*/ 203197 h 1849426"/>
                <a:gd name="connsiteX2276" fmla="*/ 5731761 w 6386648"/>
                <a:gd name="connsiteY2276" fmla="*/ 221221 h 1849426"/>
                <a:gd name="connsiteX2277" fmla="*/ 5713736 w 6386648"/>
                <a:gd name="connsiteY2277" fmla="*/ 239246 h 1849426"/>
                <a:gd name="connsiteX2278" fmla="*/ 5695712 w 6386648"/>
                <a:gd name="connsiteY2278" fmla="*/ 221221 h 1849426"/>
                <a:gd name="connsiteX2279" fmla="*/ 5713736 w 6386648"/>
                <a:gd name="connsiteY2279" fmla="*/ 203197 h 1849426"/>
                <a:gd name="connsiteX2280" fmla="*/ 1550098 w 6386648"/>
                <a:gd name="connsiteY2280" fmla="*/ 203197 h 1849426"/>
                <a:gd name="connsiteX2281" fmla="*/ 1568123 w 6386648"/>
                <a:gd name="connsiteY2281" fmla="*/ 221221 h 1849426"/>
                <a:gd name="connsiteX2282" fmla="*/ 1550098 w 6386648"/>
                <a:gd name="connsiteY2282" fmla="*/ 239246 h 1849426"/>
                <a:gd name="connsiteX2283" fmla="*/ 1532074 w 6386648"/>
                <a:gd name="connsiteY2283" fmla="*/ 221221 h 1849426"/>
                <a:gd name="connsiteX2284" fmla="*/ 1550098 w 6386648"/>
                <a:gd name="connsiteY2284" fmla="*/ 203197 h 1849426"/>
                <a:gd name="connsiteX2285" fmla="*/ 5587565 w 6386648"/>
                <a:gd name="connsiteY2285" fmla="*/ 197189 h 1849426"/>
                <a:gd name="connsiteX2286" fmla="*/ 5605590 w 6386648"/>
                <a:gd name="connsiteY2286" fmla="*/ 215214 h 1849426"/>
                <a:gd name="connsiteX2287" fmla="*/ 5587565 w 6386648"/>
                <a:gd name="connsiteY2287" fmla="*/ 233238 h 1849426"/>
                <a:gd name="connsiteX2288" fmla="*/ 5569541 w 6386648"/>
                <a:gd name="connsiteY2288" fmla="*/ 215214 h 1849426"/>
                <a:gd name="connsiteX2289" fmla="*/ 5587565 w 6386648"/>
                <a:gd name="connsiteY2289" fmla="*/ 197189 h 1849426"/>
                <a:gd name="connsiteX2290" fmla="*/ 4121580 w 6386648"/>
                <a:gd name="connsiteY2290" fmla="*/ 197189 h 1849426"/>
                <a:gd name="connsiteX2291" fmla="*/ 4139605 w 6386648"/>
                <a:gd name="connsiteY2291" fmla="*/ 215214 h 1849426"/>
                <a:gd name="connsiteX2292" fmla="*/ 4121580 w 6386648"/>
                <a:gd name="connsiteY2292" fmla="*/ 233238 h 1849426"/>
                <a:gd name="connsiteX2293" fmla="*/ 4103556 w 6386648"/>
                <a:gd name="connsiteY2293" fmla="*/ 215214 h 1849426"/>
                <a:gd name="connsiteX2294" fmla="*/ 4121580 w 6386648"/>
                <a:gd name="connsiteY2294" fmla="*/ 197189 h 1849426"/>
                <a:gd name="connsiteX2295" fmla="*/ 3076164 w 6386648"/>
                <a:gd name="connsiteY2295" fmla="*/ 197189 h 1849426"/>
                <a:gd name="connsiteX2296" fmla="*/ 3094189 w 6386648"/>
                <a:gd name="connsiteY2296" fmla="*/ 215214 h 1849426"/>
                <a:gd name="connsiteX2297" fmla="*/ 3076164 w 6386648"/>
                <a:gd name="connsiteY2297" fmla="*/ 233238 h 1849426"/>
                <a:gd name="connsiteX2298" fmla="*/ 3058139 w 6386648"/>
                <a:gd name="connsiteY2298" fmla="*/ 215214 h 1849426"/>
                <a:gd name="connsiteX2299" fmla="*/ 3076164 w 6386648"/>
                <a:gd name="connsiteY2299" fmla="*/ 197189 h 1849426"/>
                <a:gd name="connsiteX2300" fmla="*/ 5449378 w 6386648"/>
                <a:gd name="connsiteY2300" fmla="*/ 191181 h 1849426"/>
                <a:gd name="connsiteX2301" fmla="*/ 5467403 w 6386648"/>
                <a:gd name="connsiteY2301" fmla="*/ 209205 h 1849426"/>
                <a:gd name="connsiteX2302" fmla="*/ 5449378 w 6386648"/>
                <a:gd name="connsiteY2302" fmla="*/ 227230 h 1849426"/>
                <a:gd name="connsiteX2303" fmla="*/ 5431353 w 6386648"/>
                <a:gd name="connsiteY2303" fmla="*/ 209205 h 1849426"/>
                <a:gd name="connsiteX2304" fmla="*/ 5449378 w 6386648"/>
                <a:gd name="connsiteY2304" fmla="*/ 191181 h 1849426"/>
                <a:gd name="connsiteX2305" fmla="*/ 2607530 w 6386648"/>
                <a:gd name="connsiteY2305" fmla="*/ 191181 h 1849426"/>
                <a:gd name="connsiteX2306" fmla="*/ 2625555 w 6386648"/>
                <a:gd name="connsiteY2306" fmla="*/ 209205 h 1849426"/>
                <a:gd name="connsiteX2307" fmla="*/ 2607530 w 6386648"/>
                <a:gd name="connsiteY2307" fmla="*/ 227230 h 1849426"/>
                <a:gd name="connsiteX2308" fmla="*/ 2589506 w 6386648"/>
                <a:gd name="connsiteY2308" fmla="*/ 209205 h 1849426"/>
                <a:gd name="connsiteX2309" fmla="*/ 2607530 w 6386648"/>
                <a:gd name="connsiteY2309" fmla="*/ 191181 h 1849426"/>
                <a:gd name="connsiteX2310" fmla="*/ 30040 w 6386648"/>
                <a:gd name="connsiteY2310" fmla="*/ 191181 h 1849426"/>
                <a:gd name="connsiteX2311" fmla="*/ 48065 w 6386648"/>
                <a:gd name="connsiteY2311" fmla="*/ 209205 h 1849426"/>
                <a:gd name="connsiteX2312" fmla="*/ 30040 w 6386648"/>
                <a:gd name="connsiteY2312" fmla="*/ 227230 h 1849426"/>
                <a:gd name="connsiteX2313" fmla="*/ 12016 w 6386648"/>
                <a:gd name="connsiteY2313" fmla="*/ 209205 h 1849426"/>
                <a:gd name="connsiteX2314" fmla="*/ 30040 w 6386648"/>
                <a:gd name="connsiteY2314" fmla="*/ 191181 h 1849426"/>
                <a:gd name="connsiteX2315" fmla="*/ 6368623 w 6386648"/>
                <a:gd name="connsiteY2315" fmla="*/ 185173 h 1849426"/>
                <a:gd name="connsiteX2316" fmla="*/ 6386648 w 6386648"/>
                <a:gd name="connsiteY2316" fmla="*/ 203197 h 1849426"/>
                <a:gd name="connsiteX2317" fmla="*/ 6368623 w 6386648"/>
                <a:gd name="connsiteY2317" fmla="*/ 221222 h 1849426"/>
                <a:gd name="connsiteX2318" fmla="*/ 6350599 w 6386648"/>
                <a:gd name="connsiteY2318" fmla="*/ 203197 h 1849426"/>
                <a:gd name="connsiteX2319" fmla="*/ 6368623 w 6386648"/>
                <a:gd name="connsiteY2319" fmla="*/ 185173 h 1849426"/>
                <a:gd name="connsiteX2320" fmla="*/ 2379221 w 6386648"/>
                <a:gd name="connsiteY2320" fmla="*/ 179165 h 1849426"/>
                <a:gd name="connsiteX2321" fmla="*/ 2397246 w 6386648"/>
                <a:gd name="connsiteY2321" fmla="*/ 197189 h 1849426"/>
                <a:gd name="connsiteX2322" fmla="*/ 2379221 w 6386648"/>
                <a:gd name="connsiteY2322" fmla="*/ 215214 h 1849426"/>
                <a:gd name="connsiteX2323" fmla="*/ 2361197 w 6386648"/>
                <a:gd name="connsiteY2323" fmla="*/ 197189 h 1849426"/>
                <a:gd name="connsiteX2324" fmla="*/ 2379221 w 6386648"/>
                <a:gd name="connsiteY2324" fmla="*/ 179165 h 1849426"/>
                <a:gd name="connsiteX2325" fmla="*/ 2253050 w 6386648"/>
                <a:gd name="connsiteY2325" fmla="*/ 179165 h 1849426"/>
                <a:gd name="connsiteX2326" fmla="*/ 2271075 w 6386648"/>
                <a:gd name="connsiteY2326" fmla="*/ 197189 h 1849426"/>
                <a:gd name="connsiteX2327" fmla="*/ 2253050 w 6386648"/>
                <a:gd name="connsiteY2327" fmla="*/ 215214 h 1849426"/>
                <a:gd name="connsiteX2328" fmla="*/ 2235026 w 6386648"/>
                <a:gd name="connsiteY2328" fmla="*/ 197189 h 1849426"/>
                <a:gd name="connsiteX2329" fmla="*/ 2253050 w 6386648"/>
                <a:gd name="connsiteY2329" fmla="*/ 179165 h 1849426"/>
                <a:gd name="connsiteX2330" fmla="*/ 624846 w 6386648"/>
                <a:gd name="connsiteY2330" fmla="*/ 179165 h 1849426"/>
                <a:gd name="connsiteX2331" fmla="*/ 642870 w 6386648"/>
                <a:gd name="connsiteY2331" fmla="*/ 197189 h 1849426"/>
                <a:gd name="connsiteX2332" fmla="*/ 624846 w 6386648"/>
                <a:gd name="connsiteY2332" fmla="*/ 215214 h 1849426"/>
                <a:gd name="connsiteX2333" fmla="*/ 606821 w 6386648"/>
                <a:gd name="connsiteY2333" fmla="*/ 197189 h 1849426"/>
                <a:gd name="connsiteX2334" fmla="*/ 624846 w 6386648"/>
                <a:gd name="connsiteY2334" fmla="*/ 179165 h 1849426"/>
                <a:gd name="connsiteX2335" fmla="*/ 6116281 w 6386648"/>
                <a:gd name="connsiteY2335" fmla="*/ 167148 h 1849426"/>
                <a:gd name="connsiteX2336" fmla="*/ 6134306 w 6386648"/>
                <a:gd name="connsiteY2336" fmla="*/ 185173 h 1849426"/>
                <a:gd name="connsiteX2337" fmla="*/ 6116281 w 6386648"/>
                <a:gd name="connsiteY2337" fmla="*/ 203197 h 1849426"/>
                <a:gd name="connsiteX2338" fmla="*/ 6098257 w 6386648"/>
                <a:gd name="connsiteY2338" fmla="*/ 185173 h 1849426"/>
                <a:gd name="connsiteX2339" fmla="*/ 6116281 w 6386648"/>
                <a:gd name="connsiteY2339" fmla="*/ 167148 h 1849426"/>
                <a:gd name="connsiteX2340" fmla="*/ 5311191 w 6386648"/>
                <a:gd name="connsiteY2340" fmla="*/ 167148 h 1849426"/>
                <a:gd name="connsiteX2341" fmla="*/ 5329216 w 6386648"/>
                <a:gd name="connsiteY2341" fmla="*/ 185173 h 1849426"/>
                <a:gd name="connsiteX2342" fmla="*/ 5311191 w 6386648"/>
                <a:gd name="connsiteY2342" fmla="*/ 203197 h 1849426"/>
                <a:gd name="connsiteX2343" fmla="*/ 5293167 w 6386648"/>
                <a:gd name="connsiteY2343" fmla="*/ 185173 h 1849426"/>
                <a:gd name="connsiteX2344" fmla="*/ 5311191 w 6386648"/>
                <a:gd name="connsiteY2344" fmla="*/ 167148 h 1849426"/>
                <a:gd name="connsiteX2345" fmla="*/ 3508750 w 6386648"/>
                <a:gd name="connsiteY2345" fmla="*/ 167148 h 1849426"/>
                <a:gd name="connsiteX2346" fmla="*/ 3526775 w 6386648"/>
                <a:gd name="connsiteY2346" fmla="*/ 185173 h 1849426"/>
                <a:gd name="connsiteX2347" fmla="*/ 3508750 w 6386648"/>
                <a:gd name="connsiteY2347" fmla="*/ 203197 h 1849426"/>
                <a:gd name="connsiteX2348" fmla="*/ 3490726 w 6386648"/>
                <a:gd name="connsiteY2348" fmla="*/ 185173 h 1849426"/>
                <a:gd name="connsiteX2349" fmla="*/ 3508750 w 6386648"/>
                <a:gd name="connsiteY2349" fmla="*/ 167148 h 1849426"/>
                <a:gd name="connsiteX2350" fmla="*/ 1820464 w 6386648"/>
                <a:gd name="connsiteY2350" fmla="*/ 167148 h 1849426"/>
                <a:gd name="connsiteX2351" fmla="*/ 1838489 w 6386648"/>
                <a:gd name="connsiteY2351" fmla="*/ 185173 h 1849426"/>
                <a:gd name="connsiteX2352" fmla="*/ 1820464 w 6386648"/>
                <a:gd name="connsiteY2352" fmla="*/ 203197 h 1849426"/>
                <a:gd name="connsiteX2353" fmla="*/ 1802440 w 6386648"/>
                <a:gd name="connsiteY2353" fmla="*/ 185173 h 1849426"/>
                <a:gd name="connsiteX2354" fmla="*/ 1820464 w 6386648"/>
                <a:gd name="connsiteY2354" fmla="*/ 167148 h 1849426"/>
                <a:gd name="connsiteX2355" fmla="*/ 1423927 w 6386648"/>
                <a:gd name="connsiteY2355" fmla="*/ 167148 h 1849426"/>
                <a:gd name="connsiteX2356" fmla="*/ 1441952 w 6386648"/>
                <a:gd name="connsiteY2356" fmla="*/ 185173 h 1849426"/>
                <a:gd name="connsiteX2357" fmla="*/ 1423927 w 6386648"/>
                <a:gd name="connsiteY2357" fmla="*/ 203197 h 1849426"/>
                <a:gd name="connsiteX2358" fmla="*/ 1405903 w 6386648"/>
                <a:gd name="connsiteY2358" fmla="*/ 185173 h 1849426"/>
                <a:gd name="connsiteX2359" fmla="*/ 1423927 w 6386648"/>
                <a:gd name="connsiteY2359" fmla="*/ 167148 h 1849426"/>
                <a:gd name="connsiteX2360" fmla="*/ 5100906 w 6386648"/>
                <a:gd name="connsiteY2360" fmla="*/ 161140 h 1849426"/>
                <a:gd name="connsiteX2361" fmla="*/ 5118931 w 6386648"/>
                <a:gd name="connsiteY2361" fmla="*/ 179164 h 1849426"/>
                <a:gd name="connsiteX2362" fmla="*/ 5100906 w 6386648"/>
                <a:gd name="connsiteY2362" fmla="*/ 197189 h 1849426"/>
                <a:gd name="connsiteX2363" fmla="*/ 5082882 w 6386648"/>
                <a:gd name="connsiteY2363" fmla="*/ 179164 h 1849426"/>
                <a:gd name="connsiteX2364" fmla="*/ 5100906 w 6386648"/>
                <a:gd name="connsiteY2364" fmla="*/ 161140 h 1849426"/>
                <a:gd name="connsiteX2365" fmla="*/ 1189610 w 6386648"/>
                <a:gd name="connsiteY2365" fmla="*/ 161140 h 1849426"/>
                <a:gd name="connsiteX2366" fmla="*/ 1207635 w 6386648"/>
                <a:gd name="connsiteY2366" fmla="*/ 179164 h 1849426"/>
                <a:gd name="connsiteX2367" fmla="*/ 1189610 w 6386648"/>
                <a:gd name="connsiteY2367" fmla="*/ 197189 h 1849426"/>
                <a:gd name="connsiteX2368" fmla="*/ 1171586 w 6386648"/>
                <a:gd name="connsiteY2368" fmla="*/ 179164 h 1849426"/>
                <a:gd name="connsiteX2369" fmla="*/ 1189610 w 6386648"/>
                <a:gd name="connsiteY2369" fmla="*/ 161140 h 1849426"/>
                <a:gd name="connsiteX2370" fmla="*/ 492666 w 6386648"/>
                <a:gd name="connsiteY2370" fmla="*/ 161140 h 1849426"/>
                <a:gd name="connsiteX2371" fmla="*/ 510691 w 6386648"/>
                <a:gd name="connsiteY2371" fmla="*/ 179164 h 1849426"/>
                <a:gd name="connsiteX2372" fmla="*/ 492666 w 6386648"/>
                <a:gd name="connsiteY2372" fmla="*/ 197189 h 1849426"/>
                <a:gd name="connsiteX2373" fmla="*/ 474642 w 6386648"/>
                <a:gd name="connsiteY2373" fmla="*/ 179164 h 1849426"/>
                <a:gd name="connsiteX2374" fmla="*/ 492666 w 6386648"/>
                <a:gd name="connsiteY2374" fmla="*/ 161140 h 1849426"/>
                <a:gd name="connsiteX2375" fmla="*/ 132178 w 6386648"/>
                <a:gd name="connsiteY2375" fmla="*/ 161140 h 1849426"/>
                <a:gd name="connsiteX2376" fmla="*/ 150203 w 6386648"/>
                <a:gd name="connsiteY2376" fmla="*/ 179164 h 1849426"/>
                <a:gd name="connsiteX2377" fmla="*/ 132178 w 6386648"/>
                <a:gd name="connsiteY2377" fmla="*/ 197189 h 1849426"/>
                <a:gd name="connsiteX2378" fmla="*/ 114154 w 6386648"/>
                <a:gd name="connsiteY2378" fmla="*/ 179164 h 1849426"/>
                <a:gd name="connsiteX2379" fmla="*/ 132178 w 6386648"/>
                <a:gd name="connsiteY2379" fmla="*/ 161140 h 1849426"/>
                <a:gd name="connsiteX2380" fmla="*/ 4968727 w 6386648"/>
                <a:gd name="connsiteY2380" fmla="*/ 155132 h 1849426"/>
                <a:gd name="connsiteX2381" fmla="*/ 4986752 w 6386648"/>
                <a:gd name="connsiteY2381" fmla="*/ 173156 h 1849426"/>
                <a:gd name="connsiteX2382" fmla="*/ 4968727 w 6386648"/>
                <a:gd name="connsiteY2382" fmla="*/ 191181 h 1849426"/>
                <a:gd name="connsiteX2383" fmla="*/ 4950702 w 6386648"/>
                <a:gd name="connsiteY2383" fmla="*/ 173156 h 1849426"/>
                <a:gd name="connsiteX2384" fmla="*/ 4968727 w 6386648"/>
                <a:gd name="connsiteY2384" fmla="*/ 155132 h 1849426"/>
                <a:gd name="connsiteX2385" fmla="*/ 3634921 w 6386648"/>
                <a:gd name="connsiteY2385" fmla="*/ 155132 h 1849426"/>
                <a:gd name="connsiteX2386" fmla="*/ 3652946 w 6386648"/>
                <a:gd name="connsiteY2386" fmla="*/ 173156 h 1849426"/>
                <a:gd name="connsiteX2387" fmla="*/ 3634921 w 6386648"/>
                <a:gd name="connsiteY2387" fmla="*/ 191181 h 1849426"/>
                <a:gd name="connsiteX2388" fmla="*/ 3616897 w 6386648"/>
                <a:gd name="connsiteY2388" fmla="*/ 173156 h 1849426"/>
                <a:gd name="connsiteX2389" fmla="*/ 3634921 w 6386648"/>
                <a:gd name="connsiteY2389" fmla="*/ 155132 h 1849426"/>
                <a:gd name="connsiteX2390" fmla="*/ 2493375 w 6386648"/>
                <a:gd name="connsiteY2390" fmla="*/ 155132 h 1849426"/>
                <a:gd name="connsiteX2391" fmla="*/ 2511400 w 6386648"/>
                <a:gd name="connsiteY2391" fmla="*/ 173156 h 1849426"/>
                <a:gd name="connsiteX2392" fmla="*/ 2493375 w 6386648"/>
                <a:gd name="connsiteY2392" fmla="*/ 191181 h 1849426"/>
                <a:gd name="connsiteX2393" fmla="*/ 2475351 w 6386648"/>
                <a:gd name="connsiteY2393" fmla="*/ 173156 h 1849426"/>
                <a:gd name="connsiteX2394" fmla="*/ 2493375 w 6386648"/>
                <a:gd name="connsiteY2394" fmla="*/ 155132 h 1849426"/>
                <a:gd name="connsiteX2395" fmla="*/ 1922603 w 6386648"/>
                <a:gd name="connsiteY2395" fmla="*/ 155132 h 1849426"/>
                <a:gd name="connsiteX2396" fmla="*/ 1940628 w 6386648"/>
                <a:gd name="connsiteY2396" fmla="*/ 173156 h 1849426"/>
                <a:gd name="connsiteX2397" fmla="*/ 1922603 w 6386648"/>
                <a:gd name="connsiteY2397" fmla="*/ 191181 h 1849426"/>
                <a:gd name="connsiteX2398" fmla="*/ 1904579 w 6386648"/>
                <a:gd name="connsiteY2398" fmla="*/ 173156 h 1849426"/>
                <a:gd name="connsiteX2399" fmla="*/ 1922603 w 6386648"/>
                <a:gd name="connsiteY2399" fmla="*/ 155132 h 1849426"/>
                <a:gd name="connsiteX2400" fmla="*/ 919244 w 6386648"/>
                <a:gd name="connsiteY2400" fmla="*/ 155132 h 1849426"/>
                <a:gd name="connsiteX2401" fmla="*/ 937269 w 6386648"/>
                <a:gd name="connsiteY2401" fmla="*/ 173156 h 1849426"/>
                <a:gd name="connsiteX2402" fmla="*/ 919244 w 6386648"/>
                <a:gd name="connsiteY2402" fmla="*/ 191181 h 1849426"/>
                <a:gd name="connsiteX2403" fmla="*/ 901220 w 6386648"/>
                <a:gd name="connsiteY2403" fmla="*/ 173156 h 1849426"/>
                <a:gd name="connsiteX2404" fmla="*/ 919244 w 6386648"/>
                <a:gd name="connsiteY2404" fmla="*/ 155132 h 1849426"/>
                <a:gd name="connsiteX2405" fmla="*/ 5905996 w 6386648"/>
                <a:gd name="connsiteY2405" fmla="*/ 149124 h 1849426"/>
                <a:gd name="connsiteX2406" fmla="*/ 5924021 w 6386648"/>
                <a:gd name="connsiteY2406" fmla="*/ 167148 h 1849426"/>
                <a:gd name="connsiteX2407" fmla="*/ 5905996 w 6386648"/>
                <a:gd name="connsiteY2407" fmla="*/ 185173 h 1849426"/>
                <a:gd name="connsiteX2408" fmla="*/ 5887972 w 6386648"/>
                <a:gd name="connsiteY2408" fmla="*/ 167148 h 1849426"/>
                <a:gd name="connsiteX2409" fmla="*/ 5905996 w 6386648"/>
                <a:gd name="connsiteY2409" fmla="*/ 149124 h 1849426"/>
                <a:gd name="connsiteX2410" fmla="*/ 4644288 w 6386648"/>
                <a:gd name="connsiteY2410" fmla="*/ 149124 h 1849426"/>
                <a:gd name="connsiteX2411" fmla="*/ 4662313 w 6386648"/>
                <a:gd name="connsiteY2411" fmla="*/ 167148 h 1849426"/>
                <a:gd name="connsiteX2412" fmla="*/ 4644288 w 6386648"/>
                <a:gd name="connsiteY2412" fmla="*/ 185173 h 1849426"/>
                <a:gd name="connsiteX2413" fmla="*/ 4626264 w 6386648"/>
                <a:gd name="connsiteY2413" fmla="*/ 167148 h 1849426"/>
                <a:gd name="connsiteX2414" fmla="*/ 4644288 w 6386648"/>
                <a:gd name="connsiteY2414" fmla="*/ 149124 h 1849426"/>
                <a:gd name="connsiteX2415" fmla="*/ 2126880 w 6386648"/>
                <a:gd name="connsiteY2415" fmla="*/ 149124 h 1849426"/>
                <a:gd name="connsiteX2416" fmla="*/ 2144904 w 6386648"/>
                <a:gd name="connsiteY2416" fmla="*/ 167148 h 1849426"/>
                <a:gd name="connsiteX2417" fmla="*/ 2126880 w 6386648"/>
                <a:gd name="connsiteY2417" fmla="*/ 185173 h 1849426"/>
                <a:gd name="connsiteX2418" fmla="*/ 2108855 w 6386648"/>
                <a:gd name="connsiteY2418" fmla="*/ 167148 h 1849426"/>
                <a:gd name="connsiteX2419" fmla="*/ 2126880 w 6386648"/>
                <a:gd name="connsiteY2419" fmla="*/ 149124 h 1849426"/>
                <a:gd name="connsiteX2420" fmla="*/ 799081 w 6386648"/>
                <a:gd name="connsiteY2420" fmla="*/ 149124 h 1849426"/>
                <a:gd name="connsiteX2421" fmla="*/ 817106 w 6386648"/>
                <a:gd name="connsiteY2421" fmla="*/ 167148 h 1849426"/>
                <a:gd name="connsiteX2422" fmla="*/ 799081 w 6386648"/>
                <a:gd name="connsiteY2422" fmla="*/ 185173 h 1849426"/>
                <a:gd name="connsiteX2423" fmla="*/ 781057 w 6386648"/>
                <a:gd name="connsiteY2423" fmla="*/ 167148 h 1849426"/>
                <a:gd name="connsiteX2424" fmla="*/ 799081 w 6386648"/>
                <a:gd name="connsiteY2424" fmla="*/ 149124 h 1849426"/>
                <a:gd name="connsiteX2425" fmla="*/ 366495 w 6386648"/>
                <a:gd name="connsiteY2425" fmla="*/ 149124 h 1849426"/>
                <a:gd name="connsiteX2426" fmla="*/ 384520 w 6386648"/>
                <a:gd name="connsiteY2426" fmla="*/ 167148 h 1849426"/>
                <a:gd name="connsiteX2427" fmla="*/ 366495 w 6386648"/>
                <a:gd name="connsiteY2427" fmla="*/ 185173 h 1849426"/>
                <a:gd name="connsiteX2428" fmla="*/ 348471 w 6386648"/>
                <a:gd name="connsiteY2428" fmla="*/ 167148 h 1849426"/>
                <a:gd name="connsiteX2429" fmla="*/ 366495 w 6386648"/>
                <a:gd name="connsiteY2429" fmla="*/ 149124 h 1849426"/>
                <a:gd name="connsiteX2430" fmla="*/ 4758442 w 6386648"/>
                <a:gd name="connsiteY2430" fmla="*/ 143116 h 1849426"/>
                <a:gd name="connsiteX2431" fmla="*/ 4776467 w 6386648"/>
                <a:gd name="connsiteY2431" fmla="*/ 161140 h 1849426"/>
                <a:gd name="connsiteX2432" fmla="*/ 4758442 w 6386648"/>
                <a:gd name="connsiteY2432" fmla="*/ 179165 h 1849426"/>
                <a:gd name="connsiteX2433" fmla="*/ 4740417 w 6386648"/>
                <a:gd name="connsiteY2433" fmla="*/ 161140 h 1849426"/>
                <a:gd name="connsiteX2434" fmla="*/ 4758442 w 6386648"/>
                <a:gd name="connsiteY2434" fmla="*/ 143116 h 1849426"/>
                <a:gd name="connsiteX2435" fmla="*/ 3226368 w 6386648"/>
                <a:gd name="connsiteY2435" fmla="*/ 143116 h 1849426"/>
                <a:gd name="connsiteX2436" fmla="*/ 3244393 w 6386648"/>
                <a:gd name="connsiteY2436" fmla="*/ 161140 h 1849426"/>
                <a:gd name="connsiteX2437" fmla="*/ 3226368 w 6386648"/>
                <a:gd name="connsiteY2437" fmla="*/ 179165 h 1849426"/>
                <a:gd name="connsiteX2438" fmla="*/ 3208343 w 6386648"/>
                <a:gd name="connsiteY2438" fmla="*/ 161140 h 1849426"/>
                <a:gd name="connsiteX2439" fmla="*/ 3226368 w 6386648"/>
                <a:gd name="connsiteY2439" fmla="*/ 143116 h 1849426"/>
                <a:gd name="connsiteX2440" fmla="*/ 4235735 w 6386648"/>
                <a:gd name="connsiteY2440" fmla="*/ 131100 h 1849426"/>
                <a:gd name="connsiteX2441" fmla="*/ 4253760 w 6386648"/>
                <a:gd name="connsiteY2441" fmla="*/ 149124 h 1849426"/>
                <a:gd name="connsiteX2442" fmla="*/ 4235735 w 6386648"/>
                <a:gd name="connsiteY2442" fmla="*/ 167149 h 1849426"/>
                <a:gd name="connsiteX2443" fmla="*/ 4217711 w 6386648"/>
                <a:gd name="connsiteY2443" fmla="*/ 149124 h 1849426"/>
                <a:gd name="connsiteX2444" fmla="*/ 4235735 w 6386648"/>
                <a:gd name="connsiteY2444" fmla="*/ 131100 h 1849426"/>
                <a:gd name="connsiteX2445" fmla="*/ 1057431 w 6386648"/>
                <a:gd name="connsiteY2445" fmla="*/ 131100 h 1849426"/>
                <a:gd name="connsiteX2446" fmla="*/ 1075456 w 6386648"/>
                <a:gd name="connsiteY2446" fmla="*/ 149124 h 1849426"/>
                <a:gd name="connsiteX2447" fmla="*/ 1057431 w 6386648"/>
                <a:gd name="connsiteY2447" fmla="*/ 167149 h 1849426"/>
                <a:gd name="connsiteX2448" fmla="*/ 1039407 w 6386648"/>
                <a:gd name="connsiteY2448" fmla="*/ 149124 h 1849426"/>
                <a:gd name="connsiteX2449" fmla="*/ 1057431 w 6386648"/>
                <a:gd name="connsiteY2449" fmla="*/ 131100 h 1849426"/>
                <a:gd name="connsiteX2450" fmla="*/ 4536141 w 6386648"/>
                <a:gd name="connsiteY2450" fmla="*/ 119083 h 1849426"/>
                <a:gd name="connsiteX2451" fmla="*/ 4554166 w 6386648"/>
                <a:gd name="connsiteY2451" fmla="*/ 137107 h 1849426"/>
                <a:gd name="connsiteX2452" fmla="*/ 4536141 w 6386648"/>
                <a:gd name="connsiteY2452" fmla="*/ 155132 h 1849426"/>
                <a:gd name="connsiteX2453" fmla="*/ 4518117 w 6386648"/>
                <a:gd name="connsiteY2453" fmla="*/ 137107 h 1849426"/>
                <a:gd name="connsiteX2454" fmla="*/ 4536141 w 6386648"/>
                <a:gd name="connsiteY2454" fmla="*/ 119083 h 1849426"/>
                <a:gd name="connsiteX2455" fmla="*/ 4361905 w 6386648"/>
                <a:gd name="connsiteY2455" fmla="*/ 119083 h 1849426"/>
                <a:gd name="connsiteX2456" fmla="*/ 4379930 w 6386648"/>
                <a:gd name="connsiteY2456" fmla="*/ 137107 h 1849426"/>
                <a:gd name="connsiteX2457" fmla="*/ 4361905 w 6386648"/>
                <a:gd name="connsiteY2457" fmla="*/ 155132 h 1849426"/>
                <a:gd name="connsiteX2458" fmla="*/ 4343881 w 6386648"/>
                <a:gd name="connsiteY2458" fmla="*/ 137107 h 1849426"/>
                <a:gd name="connsiteX2459" fmla="*/ 4361905 w 6386648"/>
                <a:gd name="connsiteY2459" fmla="*/ 119083 h 1849426"/>
                <a:gd name="connsiteX2460" fmla="*/ 6020151 w 6386648"/>
                <a:gd name="connsiteY2460" fmla="*/ 113075 h 1849426"/>
                <a:gd name="connsiteX2461" fmla="*/ 6038176 w 6386648"/>
                <a:gd name="connsiteY2461" fmla="*/ 131099 h 1849426"/>
                <a:gd name="connsiteX2462" fmla="*/ 6020151 w 6386648"/>
                <a:gd name="connsiteY2462" fmla="*/ 149124 h 1849426"/>
                <a:gd name="connsiteX2463" fmla="*/ 6002126 w 6386648"/>
                <a:gd name="connsiteY2463" fmla="*/ 131099 h 1849426"/>
                <a:gd name="connsiteX2464" fmla="*/ 6020151 w 6386648"/>
                <a:gd name="connsiteY2464" fmla="*/ 113075 h 1849426"/>
                <a:gd name="connsiteX2465" fmla="*/ 5209053 w 6386648"/>
                <a:gd name="connsiteY2465" fmla="*/ 113075 h 1849426"/>
                <a:gd name="connsiteX2466" fmla="*/ 5227078 w 6386648"/>
                <a:gd name="connsiteY2466" fmla="*/ 131099 h 1849426"/>
                <a:gd name="connsiteX2467" fmla="*/ 5209053 w 6386648"/>
                <a:gd name="connsiteY2467" fmla="*/ 149124 h 1849426"/>
                <a:gd name="connsiteX2468" fmla="*/ 5191028 w 6386648"/>
                <a:gd name="connsiteY2468" fmla="*/ 131099 h 1849426"/>
                <a:gd name="connsiteX2469" fmla="*/ 5209053 w 6386648"/>
                <a:gd name="connsiteY2469" fmla="*/ 113075 h 1849426"/>
                <a:gd name="connsiteX2470" fmla="*/ 2865880 w 6386648"/>
                <a:gd name="connsiteY2470" fmla="*/ 113075 h 1849426"/>
                <a:gd name="connsiteX2471" fmla="*/ 2883905 w 6386648"/>
                <a:gd name="connsiteY2471" fmla="*/ 131099 h 1849426"/>
                <a:gd name="connsiteX2472" fmla="*/ 2865880 w 6386648"/>
                <a:gd name="connsiteY2472" fmla="*/ 149124 h 1849426"/>
                <a:gd name="connsiteX2473" fmla="*/ 2847855 w 6386648"/>
                <a:gd name="connsiteY2473" fmla="*/ 131099 h 1849426"/>
                <a:gd name="connsiteX2474" fmla="*/ 2865880 w 6386648"/>
                <a:gd name="connsiteY2474" fmla="*/ 113075 h 1849426"/>
                <a:gd name="connsiteX2475" fmla="*/ 2751725 w 6386648"/>
                <a:gd name="connsiteY2475" fmla="*/ 113075 h 1849426"/>
                <a:gd name="connsiteX2476" fmla="*/ 2769750 w 6386648"/>
                <a:gd name="connsiteY2476" fmla="*/ 131099 h 1849426"/>
                <a:gd name="connsiteX2477" fmla="*/ 2751725 w 6386648"/>
                <a:gd name="connsiteY2477" fmla="*/ 149124 h 1849426"/>
                <a:gd name="connsiteX2478" fmla="*/ 2733701 w 6386648"/>
                <a:gd name="connsiteY2478" fmla="*/ 131099 h 1849426"/>
                <a:gd name="connsiteX2479" fmla="*/ 2751725 w 6386648"/>
                <a:gd name="connsiteY2479" fmla="*/ 113075 h 1849426"/>
                <a:gd name="connsiteX2480" fmla="*/ 5797850 w 6386648"/>
                <a:gd name="connsiteY2480" fmla="*/ 107067 h 1849426"/>
                <a:gd name="connsiteX2481" fmla="*/ 5815875 w 6386648"/>
                <a:gd name="connsiteY2481" fmla="*/ 125092 h 1849426"/>
                <a:gd name="connsiteX2482" fmla="*/ 5797850 w 6386648"/>
                <a:gd name="connsiteY2482" fmla="*/ 143116 h 1849426"/>
                <a:gd name="connsiteX2483" fmla="*/ 5779826 w 6386648"/>
                <a:gd name="connsiteY2483" fmla="*/ 125092 h 1849426"/>
                <a:gd name="connsiteX2484" fmla="*/ 5797850 w 6386648"/>
                <a:gd name="connsiteY2484" fmla="*/ 107067 h 1849426"/>
                <a:gd name="connsiteX2485" fmla="*/ 4055491 w 6386648"/>
                <a:gd name="connsiteY2485" fmla="*/ 107067 h 1849426"/>
                <a:gd name="connsiteX2486" fmla="*/ 4073516 w 6386648"/>
                <a:gd name="connsiteY2486" fmla="*/ 125092 h 1849426"/>
                <a:gd name="connsiteX2487" fmla="*/ 4055491 w 6386648"/>
                <a:gd name="connsiteY2487" fmla="*/ 143116 h 1849426"/>
                <a:gd name="connsiteX2488" fmla="*/ 4037467 w 6386648"/>
                <a:gd name="connsiteY2488" fmla="*/ 125092 h 1849426"/>
                <a:gd name="connsiteX2489" fmla="*/ 4055491 w 6386648"/>
                <a:gd name="connsiteY2489" fmla="*/ 107067 h 1849426"/>
                <a:gd name="connsiteX2490" fmla="*/ 3917303 w 6386648"/>
                <a:gd name="connsiteY2490" fmla="*/ 107067 h 1849426"/>
                <a:gd name="connsiteX2491" fmla="*/ 3935328 w 6386648"/>
                <a:gd name="connsiteY2491" fmla="*/ 125092 h 1849426"/>
                <a:gd name="connsiteX2492" fmla="*/ 3917303 w 6386648"/>
                <a:gd name="connsiteY2492" fmla="*/ 143116 h 1849426"/>
                <a:gd name="connsiteX2493" fmla="*/ 3899278 w 6386648"/>
                <a:gd name="connsiteY2493" fmla="*/ 125092 h 1849426"/>
                <a:gd name="connsiteX2494" fmla="*/ 3917303 w 6386648"/>
                <a:gd name="connsiteY2494" fmla="*/ 107067 h 1849426"/>
                <a:gd name="connsiteX2495" fmla="*/ 3346531 w 6386648"/>
                <a:gd name="connsiteY2495" fmla="*/ 107067 h 1849426"/>
                <a:gd name="connsiteX2496" fmla="*/ 3364556 w 6386648"/>
                <a:gd name="connsiteY2496" fmla="*/ 125092 h 1849426"/>
                <a:gd name="connsiteX2497" fmla="*/ 3346531 w 6386648"/>
                <a:gd name="connsiteY2497" fmla="*/ 143116 h 1849426"/>
                <a:gd name="connsiteX2498" fmla="*/ 3328506 w 6386648"/>
                <a:gd name="connsiteY2498" fmla="*/ 125092 h 1849426"/>
                <a:gd name="connsiteX2499" fmla="*/ 3346531 w 6386648"/>
                <a:gd name="connsiteY2499" fmla="*/ 107067 h 1849426"/>
                <a:gd name="connsiteX2500" fmla="*/ 2024741 w 6386648"/>
                <a:gd name="connsiteY2500" fmla="*/ 107067 h 1849426"/>
                <a:gd name="connsiteX2501" fmla="*/ 2042766 w 6386648"/>
                <a:gd name="connsiteY2501" fmla="*/ 125092 h 1849426"/>
                <a:gd name="connsiteX2502" fmla="*/ 2024741 w 6386648"/>
                <a:gd name="connsiteY2502" fmla="*/ 143116 h 1849426"/>
                <a:gd name="connsiteX2503" fmla="*/ 2006717 w 6386648"/>
                <a:gd name="connsiteY2503" fmla="*/ 125092 h 1849426"/>
                <a:gd name="connsiteX2504" fmla="*/ 2024741 w 6386648"/>
                <a:gd name="connsiteY2504" fmla="*/ 107067 h 1849426"/>
                <a:gd name="connsiteX2505" fmla="*/ 240325 w 6386648"/>
                <a:gd name="connsiteY2505" fmla="*/ 107067 h 1849426"/>
                <a:gd name="connsiteX2506" fmla="*/ 258350 w 6386648"/>
                <a:gd name="connsiteY2506" fmla="*/ 125092 h 1849426"/>
                <a:gd name="connsiteX2507" fmla="*/ 240325 w 6386648"/>
                <a:gd name="connsiteY2507" fmla="*/ 143116 h 1849426"/>
                <a:gd name="connsiteX2508" fmla="*/ 222301 w 6386648"/>
                <a:gd name="connsiteY2508" fmla="*/ 125092 h 1849426"/>
                <a:gd name="connsiteX2509" fmla="*/ 240325 w 6386648"/>
                <a:gd name="connsiteY2509" fmla="*/ 107067 h 1849426"/>
                <a:gd name="connsiteX2510" fmla="*/ 3761092 w 6386648"/>
                <a:gd name="connsiteY2510" fmla="*/ 101059 h 1849426"/>
                <a:gd name="connsiteX2511" fmla="*/ 3779117 w 6386648"/>
                <a:gd name="connsiteY2511" fmla="*/ 119083 h 1849426"/>
                <a:gd name="connsiteX2512" fmla="*/ 3761092 w 6386648"/>
                <a:gd name="connsiteY2512" fmla="*/ 137108 h 1849426"/>
                <a:gd name="connsiteX2513" fmla="*/ 3743068 w 6386648"/>
                <a:gd name="connsiteY2513" fmla="*/ 119083 h 1849426"/>
                <a:gd name="connsiteX2514" fmla="*/ 3761092 w 6386648"/>
                <a:gd name="connsiteY2514" fmla="*/ 101059 h 1849426"/>
                <a:gd name="connsiteX2515" fmla="*/ 1706311 w 6386648"/>
                <a:gd name="connsiteY2515" fmla="*/ 101059 h 1849426"/>
                <a:gd name="connsiteX2516" fmla="*/ 1724335 w 6386648"/>
                <a:gd name="connsiteY2516" fmla="*/ 119083 h 1849426"/>
                <a:gd name="connsiteX2517" fmla="*/ 1706311 w 6386648"/>
                <a:gd name="connsiteY2517" fmla="*/ 137108 h 1849426"/>
                <a:gd name="connsiteX2518" fmla="*/ 1688286 w 6386648"/>
                <a:gd name="connsiteY2518" fmla="*/ 119083 h 1849426"/>
                <a:gd name="connsiteX2519" fmla="*/ 1706311 w 6386648"/>
                <a:gd name="connsiteY2519" fmla="*/ 101059 h 1849426"/>
                <a:gd name="connsiteX2520" fmla="*/ 1574131 w 6386648"/>
                <a:gd name="connsiteY2520" fmla="*/ 101059 h 1849426"/>
                <a:gd name="connsiteX2521" fmla="*/ 1592156 w 6386648"/>
                <a:gd name="connsiteY2521" fmla="*/ 119083 h 1849426"/>
                <a:gd name="connsiteX2522" fmla="*/ 1574131 w 6386648"/>
                <a:gd name="connsiteY2522" fmla="*/ 137108 h 1849426"/>
                <a:gd name="connsiteX2523" fmla="*/ 1556107 w 6386648"/>
                <a:gd name="connsiteY2523" fmla="*/ 119083 h 1849426"/>
                <a:gd name="connsiteX2524" fmla="*/ 1574131 w 6386648"/>
                <a:gd name="connsiteY2524" fmla="*/ 101059 h 1849426"/>
                <a:gd name="connsiteX2525" fmla="*/ 5611598 w 6386648"/>
                <a:gd name="connsiteY2525" fmla="*/ 89043 h 1849426"/>
                <a:gd name="connsiteX2526" fmla="*/ 5629623 w 6386648"/>
                <a:gd name="connsiteY2526" fmla="*/ 107067 h 1849426"/>
                <a:gd name="connsiteX2527" fmla="*/ 5611598 w 6386648"/>
                <a:gd name="connsiteY2527" fmla="*/ 125092 h 1849426"/>
                <a:gd name="connsiteX2528" fmla="*/ 5593574 w 6386648"/>
                <a:gd name="connsiteY2528" fmla="*/ 107067 h 1849426"/>
                <a:gd name="connsiteX2529" fmla="*/ 5611598 w 6386648"/>
                <a:gd name="connsiteY2529" fmla="*/ 89043 h 1849426"/>
                <a:gd name="connsiteX2530" fmla="*/ 5419337 w 6386648"/>
                <a:gd name="connsiteY2530" fmla="*/ 89043 h 1849426"/>
                <a:gd name="connsiteX2531" fmla="*/ 5437362 w 6386648"/>
                <a:gd name="connsiteY2531" fmla="*/ 107067 h 1849426"/>
                <a:gd name="connsiteX2532" fmla="*/ 5419337 w 6386648"/>
                <a:gd name="connsiteY2532" fmla="*/ 125092 h 1849426"/>
                <a:gd name="connsiteX2533" fmla="*/ 5401312 w 6386648"/>
                <a:gd name="connsiteY2533" fmla="*/ 107067 h 1849426"/>
                <a:gd name="connsiteX2534" fmla="*/ 5419337 w 6386648"/>
                <a:gd name="connsiteY2534" fmla="*/ 89043 h 1849426"/>
                <a:gd name="connsiteX2535" fmla="*/ 2992051 w 6386648"/>
                <a:gd name="connsiteY2535" fmla="*/ 89043 h 1849426"/>
                <a:gd name="connsiteX2536" fmla="*/ 3010076 w 6386648"/>
                <a:gd name="connsiteY2536" fmla="*/ 107067 h 1849426"/>
                <a:gd name="connsiteX2537" fmla="*/ 2992051 w 6386648"/>
                <a:gd name="connsiteY2537" fmla="*/ 125092 h 1849426"/>
                <a:gd name="connsiteX2538" fmla="*/ 2974027 w 6386648"/>
                <a:gd name="connsiteY2538" fmla="*/ 107067 h 1849426"/>
                <a:gd name="connsiteX2539" fmla="*/ 2992051 w 6386648"/>
                <a:gd name="connsiteY2539" fmla="*/ 89043 h 1849426"/>
                <a:gd name="connsiteX2540" fmla="*/ 6368623 w 6386648"/>
                <a:gd name="connsiteY2540" fmla="*/ 83034 h 1849426"/>
                <a:gd name="connsiteX2541" fmla="*/ 6386648 w 6386648"/>
                <a:gd name="connsiteY2541" fmla="*/ 101058 h 1849426"/>
                <a:gd name="connsiteX2542" fmla="*/ 6368623 w 6386648"/>
                <a:gd name="connsiteY2542" fmla="*/ 119083 h 1849426"/>
                <a:gd name="connsiteX2543" fmla="*/ 6350599 w 6386648"/>
                <a:gd name="connsiteY2543" fmla="*/ 101058 h 1849426"/>
                <a:gd name="connsiteX2544" fmla="*/ 6368623 w 6386648"/>
                <a:gd name="connsiteY2544" fmla="*/ 83034 h 1849426"/>
                <a:gd name="connsiteX2545" fmla="*/ 6242452 w 6386648"/>
                <a:gd name="connsiteY2545" fmla="*/ 83034 h 1849426"/>
                <a:gd name="connsiteX2546" fmla="*/ 6260477 w 6386648"/>
                <a:gd name="connsiteY2546" fmla="*/ 101058 h 1849426"/>
                <a:gd name="connsiteX2547" fmla="*/ 6242452 w 6386648"/>
                <a:gd name="connsiteY2547" fmla="*/ 119083 h 1849426"/>
                <a:gd name="connsiteX2548" fmla="*/ 6224428 w 6386648"/>
                <a:gd name="connsiteY2548" fmla="*/ 101058 h 1849426"/>
                <a:gd name="connsiteX2549" fmla="*/ 6242452 w 6386648"/>
                <a:gd name="connsiteY2549" fmla="*/ 83034 h 1849426"/>
                <a:gd name="connsiteX2550" fmla="*/ 4884613 w 6386648"/>
                <a:gd name="connsiteY2550" fmla="*/ 83034 h 1849426"/>
                <a:gd name="connsiteX2551" fmla="*/ 4902638 w 6386648"/>
                <a:gd name="connsiteY2551" fmla="*/ 101058 h 1849426"/>
                <a:gd name="connsiteX2552" fmla="*/ 4884613 w 6386648"/>
                <a:gd name="connsiteY2552" fmla="*/ 119083 h 1849426"/>
                <a:gd name="connsiteX2553" fmla="*/ 4866589 w 6386648"/>
                <a:gd name="connsiteY2553" fmla="*/ 101058 h 1849426"/>
                <a:gd name="connsiteX2554" fmla="*/ 4884613 w 6386648"/>
                <a:gd name="connsiteY2554" fmla="*/ 83034 h 1849426"/>
                <a:gd name="connsiteX2555" fmla="*/ 3118221 w 6386648"/>
                <a:gd name="connsiteY2555" fmla="*/ 83034 h 1849426"/>
                <a:gd name="connsiteX2556" fmla="*/ 3136246 w 6386648"/>
                <a:gd name="connsiteY2556" fmla="*/ 101058 h 1849426"/>
                <a:gd name="connsiteX2557" fmla="*/ 3118221 w 6386648"/>
                <a:gd name="connsiteY2557" fmla="*/ 119083 h 1849426"/>
                <a:gd name="connsiteX2558" fmla="*/ 3100197 w 6386648"/>
                <a:gd name="connsiteY2558" fmla="*/ 101058 h 1849426"/>
                <a:gd name="connsiteX2559" fmla="*/ 3118221 w 6386648"/>
                <a:gd name="connsiteY2559" fmla="*/ 83034 h 1849426"/>
                <a:gd name="connsiteX2560" fmla="*/ 2619546 w 6386648"/>
                <a:gd name="connsiteY2560" fmla="*/ 83034 h 1849426"/>
                <a:gd name="connsiteX2561" fmla="*/ 2637571 w 6386648"/>
                <a:gd name="connsiteY2561" fmla="*/ 101058 h 1849426"/>
                <a:gd name="connsiteX2562" fmla="*/ 2619546 w 6386648"/>
                <a:gd name="connsiteY2562" fmla="*/ 119083 h 1849426"/>
                <a:gd name="connsiteX2563" fmla="*/ 2601522 w 6386648"/>
                <a:gd name="connsiteY2563" fmla="*/ 101058 h 1849426"/>
                <a:gd name="connsiteX2564" fmla="*/ 2619546 w 6386648"/>
                <a:gd name="connsiteY2564" fmla="*/ 83034 h 1849426"/>
                <a:gd name="connsiteX2565" fmla="*/ 1291748 w 6386648"/>
                <a:gd name="connsiteY2565" fmla="*/ 83034 h 1849426"/>
                <a:gd name="connsiteX2566" fmla="*/ 1309773 w 6386648"/>
                <a:gd name="connsiteY2566" fmla="*/ 101058 h 1849426"/>
                <a:gd name="connsiteX2567" fmla="*/ 1291748 w 6386648"/>
                <a:gd name="connsiteY2567" fmla="*/ 119083 h 1849426"/>
                <a:gd name="connsiteX2568" fmla="*/ 1273724 w 6386648"/>
                <a:gd name="connsiteY2568" fmla="*/ 101058 h 1849426"/>
                <a:gd name="connsiteX2569" fmla="*/ 1291748 w 6386648"/>
                <a:gd name="connsiteY2569" fmla="*/ 83034 h 1849426"/>
                <a:gd name="connsiteX2570" fmla="*/ 702951 w 6386648"/>
                <a:gd name="connsiteY2570" fmla="*/ 83034 h 1849426"/>
                <a:gd name="connsiteX2571" fmla="*/ 720976 w 6386648"/>
                <a:gd name="connsiteY2571" fmla="*/ 101058 h 1849426"/>
                <a:gd name="connsiteX2572" fmla="*/ 702951 w 6386648"/>
                <a:gd name="connsiteY2572" fmla="*/ 119083 h 1849426"/>
                <a:gd name="connsiteX2573" fmla="*/ 684927 w 6386648"/>
                <a:gd name="connsiteY2573" fmla="*/ 101058 h 1849426"/>
                <a:gd name="connsiteX2574" fmla="*/ 702951 w 6386648"/>
                <a:gd name="connsiteY2574" fmla="*/ 83034 h 1849426"/>
                <a:gd name="connsiteX2575" fmla="*/ 2319139 w 6386648"/>
                <a:gd name="connsiteY2575" fmla="*/ 65010 h 1849426"/>
                <a:gd name="connsiteX2576" fmla="*/ 2337164 w 6386648"/>
                <a:gd name="connsiteY2576" fmla="*/ 83034 h 1849426"/>
                <a:gd name="connsiteX2577" fmla="*/ 2319139 w 6386648"/>
                <a:gd name="connsiteY2577" fmla="*/ 101059 h 1849426"/>
                <a:gd name="connsiteX2578" fmla="*/ 2301115 w 6386648"/>
                <a:gd name="connsiteY2578" fmla="*/ 83034 h 1849426"/>
                <a:gd name="connsiteX2579" fmla="*/ 2319139 w 6386648"/>
                <a:gd name="connsiteY2579" fmla="*/ 65010 h 1849426"/>
                <a:gd name="connsiteX2580" fmla="*/ 564765 w 6386648"/>
                <a:gd name="connsiteY2580" fmla="*/ 65010 h 1849426"/>
                <a:gd name="connsiteX2581" fmla="*/ 582789 w 6386648"/>
                <a:gd name="connsiteY2581" fmla="*/ 83034 h 1849426"/>
                <a:gd name="connsiteX2582" fmla="*/ 564765 w 6386648"/>
                <a:gd name="connsiteY2582" fmla="*/ 101059 h 1849426"/>
                <a:gd name="connsiteX2583" fmla="*/ 546740 w 6386648"/>
                <a:gd name="connsiteY2583" fmla="*/ 83034 h 1849426"/>
                <a:gd name="connsiteX2584" fmla="*/ 564765 w 6386648"/>
                <a:gd name="connsiteY2584" fmla="*/ 65010 h 1849426"/>
                <a:gd name="connsiteX2585" fmla="*/ 18024 w 6386648"/>
                <a:gd name="connsiteY2585" fmla="*/ 65010 h 1849426"/>
                <a:gd name="connsiteX2586" fmla="*/ 36049 w 6386648"/>
                <a:gd name="connsiteY2586" fmla="*/ 83034 h 1849426"/>
                <a:gd name="connsiteX2587" fmla="*/ 18024 w 6386648"/>
                <a:gd name="connsiteY2587" fmla="*/ 101059 h 1849426"/>
                <a:gd name="connsiteX2588" fmla="*/ 0 w 6386648"/>
                <a:gd name="connsiteY2588" fmla="*/ 83034 h 1849426"/>
                <a:gd name="connsiteX2589" fmla="*/ 18024 w 6386648"/>
                <a:gd name="connsiteY2589" fmla="*/ 65010 h 1849426"/>
                <a:gd name="connsiteX2590" fmla="*/ 5052841 w 6386648"/>
                <a:gd name="connsiteY2590" fmla="*/ 59002 h 1849426"/>
                <a:gd name="connsiteX2591" fmla="*/ 5070866 w 6386648"/>
                <a:gd name="connsiteY2591" fmla="*/ 77026 h 1849426"/>
                <a:gd name="connsiteX2592" fmla="*/ 5052841 w 6386648"/>
                <a:gd name="connsiteY2592" fmla="*/ 95051 h 1849426"/>
                <a:gd name="connsiteX2593" fmla="*/ 5034817 w 6386648"/>
                <a:gd name="connsiteY2593" fmla="*/ 77026 h 1849426"/>
                <a:gd name="connsiteX2594" fmla="*/ 5052841 w 6386648"/>
                <a:gd name="connsiteY2594" fmla="*/ 59002 h 1849426"/>
                <a:gd name="connsiteX2595" fmla="*/ 3490726 w 6386648"/>
                <a:gd name="connsiteY2595" fmla="*/ 59002 h 1849426"/>
                <a:gd name="connsiteX2596" fmla="*/ 3508751 w 6386648"/>
                <a:gd name="connsiteY2596" fmla="*/ 77026 h 1849426"/>
                <a:gd name="connsiteX2597" fmla="*/ 3490726 w 6386648"/>
                <a:gd name="connsiteY2597" fmla="*/ 95051 h 1849426"/>
                <a:gd name="connsiteX2598" fmla="*/ 3472702 w 6386648"/>
                <a:gd name="connsiteY2598" fmla="*/ 77026 h 1849426"/>
                <a:gd name="connsiteX2599" fmla="*/ 3490726 w 6386648"/>
                <a:gd name="connsiteY2599" fmla="*/ 59002 h 1849426"/>
                <a:gd name="connsiteX2600" fmla="*/ 1447960 w 6386648"/>
                <a:gd name="connsiteY2600" fmla="*/ 59002 h 1849426"/>
                <a:gd name="connsiteX2601" fmla="*/ 1465985 w 6386648"/>
                <a:gd name="connsiteY2601" fmla="*/ 77026 h 1849426"/>
                <a:gd name="connsiteX2602" fmla="*/ 1447960 w 6386648"/>
                <a:gd name="connsiteY2602" fmla="*/ 95051 h 1849426"/>
                <a:gd name="connsiteX2603" fmla="*/ 1429936 w 6386648"/>
                <a:gd name="connsiteY2603" fmla="*/ 77026 h 1849426"/>
                <a:gd name="connsiteX2604" fmla="*/ 1447960 w 6386648"/>
                <a:gd name="connsiteY2604" fmla="*/ 59002 h 1849426"/>
                <a:gd name="connsiteX2605" fmla="*/ 2192969 w 6386648"/>
                <a:gd name="connsiteY2605" fmla="*/ 46987 h 1849426"/>
                <a:gd name="connsiteX2606" fmla="*/ 2210994 w 6386648"/>
                <a:gd name="connsiteY2606" fmla="*/ 65012 h 1849426"/>
                <a:gd name="connsiteX2607" fmla="*/ 2192969 w 6386648"/>
                <a:gd name="connsiteY2607" fmla="*/ 83036 h 1849426"/>
                <a:gd name="connsiteX2608" fmla="*/ 2174945 w 6386648"/>
                <a:gd name="connsiteY2608" fmla="*/ 65012 h 1849426"/>
                <a:gd name="connsiteX2609" fmla="*/ 2192969 w 6386648"/>
                <a:gd name="connsiteY2609" fmla="*/ 46987 h 1849426"/>
                <a:gd name="connsiteX2610" fmla="*/ 4434003 w 6386648"/>
                <a:gd name="connsiteY2610" fmla="*/ 40979 h 1849426"/>
                <a:gd name="connsiteX2611" fmla="*/ 4452028 w 6386648"/>
                <a:gd name="connsiteY2611" fmla="*/ 59003 h 1849426"/>
                <a:gd name="connsiteX2612" fmla="*/ 4434003 w 6386648"/>
                <a:gd name="connsiteY2612" fmla="*/ 77028 h 1849426"/>
                <a:gd name="connsiteX2613" fmla="*/ 4415979 w 6386648"/>
                <a:gd name="connsiteY2613" fmla="*/ 59003 h 1849426"/>
                <a:gd name="connsiteX2614" fmla="*/ 4434003 w 6386648"/>
                <a:gd name="connsiteY2614" fmla="*/ 40979 h 1849426"/>
                <a:gd name="connsiteX2615" fmla="*/ 3616897 w 6386648"/>
                <a:gd name="connsiteY2615" fmla="*/ 40979 h 1849426"/>
                <a:gd name="connsiteX2616" fmla="*/ 3634922 w 6386648"/>
                <a:gd name="connsiteY2616" fmla="*/ 59003 h 1849426"/>
                <a:gd name="connsiteX2617" fmla="*/ 3616897 w 6386648"/>
                <a:gd name="connsiteY2617" fmla="*/ 77028 h 1849426"/>
                <a:gd name="connsiteX2618" fmla="*/ 3598872 w 6386648"/>
                <a:gd name="connsiteY2618" fmla="*/ 59003 h 1849426"/>
                <a:gd name="connsiteX2619" fmla="*/ 3616897 w 6386648"/>
                <a:gd name="connsiteY2619" fmla="*/ 40979 h 1849426"/>
                <a:gd name="connsiteX2620" fmla="*/ 1826473 w 6386648"/>
                <a:gd name="connsiteY2620" fmla="*/ 40979 h 1849426"/>
                <a:gd name="connsiteX2621" fmla="*/ 1844497 w 6386648"/>
                <a:gd name="connsiteY2621" fmla="*/ 59003 h 1849426"/>
                <a:gd name="connsiteX2622" fmla="*/ 1826473 w 6386648"/>
                <a:gd name="connsiteY2622" fmla="*/ 77028 h 1849426"/>
                <a:gd name="connsiteX2623" fmla="*/ 1808448 w 6386648"/>
                <a:gd name="connsiteY2623" fmla="*/ 59003 h 1849426"/>
                <a:gd name="connsiteX2624" fmla="*/ 1826473 w 6386648"/>
                <a:gd name="connsiteY2624" fmla="*/ 40979 h 1849426"/>
                <a:gd name="connsiteX2625" fmla="*/ 5942045 w 6386648"/>
                <a:gd name="connsiteY2625" fmla="*/ 34970 h 1849426"/>
                <a:gd name="connsiteX2626" fmla="*/ 5960070 w 6386648"/>
                <a:gd name="connsiteY2626" fmla="*/ 52994 h 1849426"/>
                <a:gd name="connsiteX2627" fmla="*/ 5942045 w 6386648"/>
                <a:gd name="connsiteY2627" fmla="*/ 71019 h 1849426"/>
                <a:gd name="connsiteX2628" fmla="*/ 5924021 w 6386648"/>
                <a:gd name="connsiteY2628" fmla="*/ 52994 h 1849426"/>
                <a:gd name="connsiteX2629" fmla="*/ 5942045 w 6386648"/>
                <a:gd name="connsiteY2629" fmla="*/ 34970 h 1849426"/>
                <a:gd name="connsiteX2630" fmla="*/ 5719744 w 6386648"/>
                <a:gd name="connsiteY2630" fmla="*/ 34970 h 1849426"/>
                <a:gd name="connsiteX2631" fmla="*/ 5737769 w 6386648"/>
                <a:gd name="connsiteY2631" fmla="*/ 52994 h 1849426"/>
                <a:gd name="connsiteX2632" fmla="*/ 5719744 w 6386648"/>
                <a:gd name="connsiteY2632" fmla="*/ 71019 h 1849426"/>
                <a:gd name="connsiteX2633" fmla="*/ 5701719 w 6386648"/>
                <a:gd name="connsiteY2633" fmla="*/ 52994 h 1849426"/>
                <a:gd name="connsiteX2634" fmla="*/ 5719744 w 6386648"/>
                <a:gd name="connsiteY2634" fmla="*/ 34970 h 1849426"/>
                <a:gd name="connsiteX2635" fmla="*/ 1171586 w 6386648"/>
                <a:gd name="connsiteY2635" fmla="*/ 34970 h 1849426"/>
                <a:gd name="connsiteX2636" fmla="*/ 1189611 w 6386648"/>
                <a:gd name="connsiteY2636" fmla="*/ 52994 h 1849426"/>
                <a:gd name="connsiteX2637" fmla="*/ 1171586 w 6386648"/>
                <a:gd name="connsiteY2637" fmla="*/ 71019 h 1849426"/>
                <a:gd name="connsiteX2638" fmla="*/ 1153562 w 6386648"/>
                <a:gd name="connsiteY2638" fmla="*/ 52994 h 1849426"/>
                <a:gd name="connsiteX2639" fmla="*/ 1171586 w 6386648"/>
                <a:gd name="connsiteY2639" fmla="*/ 34970 h 1849426"/>
                <a:gd name="connsiteX2640" fmla="*/ 937268 w 6386648"/>
                <a:gd name="connsiteY2640" fmla="*/ 34970 h 1849426"/>
                <a:gd name="connsiteX2641" fmla="*/ 955293 w 6386648"/>
                <a:gd name="connsiteY2641" fmla="*/ 52994 h 1849426"/>
                <a:gd name="connsiteX2642" fmla="*/ 937268 w 6386648"/>
                <a:gd name="connsiteY2642" fmla="*/ 71019 h 1849426"/>
                <a:gd name="connsiteX2643" fmla="*/ 919244 w 6386648"/>
                <a:gd name="connsiteY2643" fmla="*/ 52994 h 1849426"/>
                <a:gd name="connsiteX2644" fmla="*/ 937268 w 6386648"/>
                <a:gd name="connsiteY2644" fmla="*/ 34970 h 1849426"/>
                <a:gd name="connsiteX2645" fmla="*/ 426577 w 6386648"/>
                <a:gd name="connsiteY2645" fmla="*/ 34970 h 1849426"/>
                <a:gd name="connsiteX2646" fmla="*/ 444602 w 6386648"/>
                <a:gd name="connsiteY2646" fmla="*/ 52994 h 1849426"/>
                <a:gd name="connsiteX2647" fmla="*/ 426577 w 6386648"/>
                <a:gd name="connsiteY2647" fmla="*/ 71019 h 1849426"/>
                <a:gd name="connsiteX2648" fmla="*/ 408553 w 6386648"/>
                <a:gd name="connsiteY2648" fmla="*/ 52994 h 1849426"/>
                <a:gd name="connsiteX2649" fmla="*/ 426577 w 6386648"/>
                <a:gd name="connsiteY2649" fmla="*/ 34970 h 1849426"/>
                <a:gd name="connsiteX2650" fmla="*/ 6146322 w 6386648"/>
                <a:gd name="connsiteY2650" fmla="*/ 28962 h 1849426"/>
                <a:gd name="connsiteX2651" fmla="*/ 6164347 w 6386648"/>
                <a:gd name="connsiteY2651" fmla="*/ 46986 h 1849426"/>
                <a:gd name="connsiteX2652" fmla="*/ 6146322 w 6386648"/>
                <a:gd name="connsiteY2652" fmla="*/ 65011 h 1849426"/>
                <a:gd name="connsiteX2653" fmla="*/ 6128298 w 6386648"/>
                <a:gd name="connsiteY2653" fmla="*/ 46986 h 1849426"/>
                <a:gd name="connsiteX2654" fmla="*/ 6146322 w 6386648"/>
                <a:gd name="connsiteY2654" fmla="*/ 28962 h 1849426"/>
                <a:gd name="connsiteX2655" fmla="*/ 4776467 w 6386648"/>
                <a:gd name="connsiteY2655" fmla="*/ 28962 h 1849426"/>
                <a:gd name="connsiteX2656" fmla="*/ 4794492 w 6386648"/>
                <a:gd name="connsiteY2656" fmla="*/ 46986 h 1849426"/>
                <a:gd name="connsiteX2657" fmla="*/ 4776467 w 6386648"/>
                <a:gd name="connsiteY2657" fmla="*/ 65011 h 1849426"/>
                <a:gd name="connsiteX2658" fmla="*/ 4758443 w 6386648"/>
                <a:gd name="connsiteY2658" fmla="*/ 46986 h 1849426"/>
                <a:gd name="connsiteX2659" fmla="*/ 4776467 w 6386648"/>
                <a:gd name="connsiteY2659" fmla="*/ 28962 h 1849426"/>
                <a:gd name="connsiteX2660" fmla="*/ 2451318 w 6386648"/>
                <a:gd name="connsiteY2660" fmla="*/ 28962 h 1849426"/>
                <a:gd name="connsiteX2661" fmla="*/ 2469343 w 6386648"/>
                <a:gd name="connsiteY2661" fmla="*/ 46986 h 1849426"/>
                <a:gd name="connsiteX2662" fmla="*/ 2451318 w 6386648"/>
                <a:gd name="connsiteY2662" fmla="*/ 65011 h 1849426"/>
                <a:gd name="connsiteX2663" fmla="*/ 2433294 w 6386648"/>
                <a:gd name="connsiteY2663" fmla="*/ 46986 h 1849426"/>
                <a:gd name="connsiteX2664" fmla="*/ 2451318 w 6386648"/>
                <a:gd name="connsiteY2664" fmla="*/ 28962 h 1849426"/>
                <a:gd name="connsiteX2665" fmla="*/ 150203 w 6386648"/>
                <a:gd name="connsiteY2665" fmla="*/ 28962 h 1849426"/>
                <a:gd name="connsiteX2666" fmla="*/ 168228 w 6386648"/>
                <a:gd name="connsiteY2666" fmla="*/ 46986 h 1849426"/>
                <a:gd name="connsiteX2667" fmla="*/ 150203 w 6386648"/>
                <a:gd name="connsiteY2667" fmla="*/ 65011 h 1849426"/>
                <a:gd name="connsiteX2668" fmla="*/ 132179 w 6386648"/>
                <a:gd name="connsiteY2668" fmla="*/ 46986 h 1849426"/>
                <a:gd name="connsiteX2669" fmla="*/ 150203 w 6386648"/>
                <a:gd name="connsiteY2669" fmla="*/ 28962 h 1849426"/>
                <a:gd name="connsiteX2670" fmla="*/ 4277792 w 6386648"/>
                <a:gd name="connsiteY2670" fmla="*/ 22954 h 1849426"/>
                <a:gd name="connsiteX2671" fmla="*/ 4295817 w 6386648"/>
                <a:gd name="connsiteY2671" fmla="*/ 40978 h 1849426"/>
                <a:gd name="connsiteX2672" fmla="*/ 4277792 w 6386648"/>
                <a:gd name="connsiteY2672" fmla="*/ 59003 h 1849426"/>
                <a:gd name="connsiteX2673" fmla="*/ 4259767 w 6386648"/>
                <a:gd name="connsiteY2673" fmla="*/ 40978 h 1849426"/>
                <a:gd name="connsiteX2674" fmla="*/ 4277792 w 6386648"/>
                <a:gd name="connsiteY2674" fmla="*/ 22954 h 1849426"/>
                <a:gd name="connsiteX2675" fmla="*/ 4145613 w 6386648"/>
                <a:gd name="connsiteY2675" fmla="*/ 22954 h 1849426"/>
                <a:gd name="connsiteX2676" fmla="*/ 4163638 w 6386648"/>
                <a:gd name="connsiteY2676" fmla="*/ 40978 h 1849426"/>
                <a:gd name="connsiteX2677" fmla="*/ 4145613 w 6386648"/>
                <a:gd name="connsiteY2677" fmla="*/ 59003 h 1849426"/>
                <a:gd name="connsiteX2678" fmla="*/ 4127589 w 6386648"/>
                <a:gd name="connsiteY2678" fmla="*/ 40978 h 1849426"/>
                <a:gd name="connsiteX2679" fmla="*/ 4145613 w 6386648"/>
                <a:gd name="connsiteY2679" fmla="*/ 22954 h 1849426"/>
                <a:gd name="connsiteX2680" fmla="*/ 817106 w 6386648"/>
                <a:gd name="connsiteY2680" fmla="*/ 22954 h 1849426"/>
                <a:gd name="connsiteX2681" fmla="*/ 829123 w 6386648"/>
                <a:gd name="connsiteY2681" fmla="*/ 34970 h 1849426"/>
                <a:gd name="connsiteX2682" fmla="*/ 817106 w 6386648"/>
                <a:gd name="connsiteY2682" fmla="*/ 46987 h 1849426"/>
                <a:gd name="connsiteX2683" fmla="*/ 805090 w 6386648"/>
                <a:gd name="connsiteY2683" fmla="*/ 34970 h 1849426"/>
                <a:gd name="connsiteX2684" fmla="*/ 817106 w 6386648"/>
                <a:gd name="connsiteY2684" fmla="*/ 22954 h 1849426"/>
                <a:gd name="connsiteX2685" fmla="*/ 5491435 w 6386648"/>
                <a:gd name="connsiteY2685" fmla="*/ 16946 h 1849426"/>
                <a:gd name="connsiteX2686" fmla="*/ 5509460 w 6386648"/>
                <a:gd name="connsiteY2686" fmla="*/ 34971 h 1849426"/>
                <a:gd name="connsiteX2687" fmla="*/ 5491435 w 6386648"/>
                <a:gd name="connsiteY2687" fmla="*/ 52995 h 1849426"/>
                <a:gd name="connsiteX2688" fmla="*/ 5473411 w 6386648"/>
                <a:gd name="connsiteY2688" fmla="*/ 34971 h 1849426"/>
                <a:gd name="connsiteX2689" fmla="*/ 5491435 w 6386648"/>
                <a:gd name="connsiteY2689" fmla="*/ 16946 h 1849426"/>
                <a:gd name="connsiteX2690" fmla="*/ 5323207 w 6386648"/>
                <a:gd name="connsiteY2690" fmla="*/ 16946 h 1849426"/>
                <a:gd name="connsiteX2691" fmla="*/ 5341232 w 6386648"/>
                <a:gd name="connsiteY2691" fmla="*/ 34971 h 1849426"/>
                <a:gd name="connsiteX2692" fmla="*/ 5323207 w 6386648"/>
                <a:gd name="connsiteY2692" fmla="*/ 52995 h 1849426"/>
                <a:gd name="connsiteX2693" fmla="*/ 5305183 w 6386648"/>
                <a:gd name="connsiteY2693" fmla="*/ 34971 h 1849426"/>
                <a:gd name="connsiteX2694" fmla="*/ 5323207 w 6386648"/>
                <a:gd name="connsiteY2694" fmla="*/ 16946 h 1849426"/>
                <a:gd name="connsiteX2695" fmla="*/ 4632272 w 6386648"/>
                <a:gd name="connsiteY2695" fmla="*/ 16946 h 1849426"/>
                <a:gd name="connsiteX2696" fmla="*/ 4650297 w 6386648"/>
                <a:gd name="connsiteY2696" fmla="*/ 34971 h 1849426"/>
                <a:gd name="connsiteX2697" fmla="*/ 4632272 w 6386648"/>
                <a:gd name="connsiteY2697" fmla="*/ 52995 h 1849426"/>
                <a:gd name="connsiteX2698" fmla="*/ 4614248 w 6386648"/>
                <a:gd name="connsiteY2698" fmla="*/ 34971 h 1849426"/>
                <a:gd name="connsiteX2699" fmla="*/ 4632272 w 6386648"/>
                <a:gd name="connsiteY2699" fmla="*/ 16946 h 1849426"/>
                <a:gd name="connsiteX2700" fmla="*/ 3226368 w 6386648"/>
                <a:gd name="connsiteY2700" fmla="*/ 16946 h 1849426"/>
                <a:gd name="connsiteX2701" fmla="*/ 3244393 w 6386648"/>
                <a:gd name="connsiteY2701" fmla="*/ 34971 h 1849426"/>
                <a:gd name="connsiteX2702" fmla="*/ 3226368 w 6386648"/>
                <a:gd name="connsiteY2702" fmla="*/ 52995 h 1849426"/>
                <a:gd name="connsiteX2703" fmla="*/ 3208343 w 6386648"/>
                <a:gd name="connsiteY2703" fmla="*/ 34971 h 1849426"/>
                <a:gd name="connsiteX2704" fmla="*/ 3226368 w 6386648"/>
                <a:gd name="connsiteY2704" fmla="*/ 16946 h 1849426"/>
                <a:gd name="connsiteX2705" fmla="*/ 3983393 w 6386648"/>
                <a:gd name="connsiteY2705" fmla="*/ 10938 h 1849426"/>
                <a:gd name="connsiteX2706" fmla="*/ 4001418 w 6386648"/>
                <a:gd name="connsiteY2706" fmla="*/ 28962 h 1849426"/>
                <a:gd name="connsiteX2707" fmla="*/ 3983393 w 6386648"/>
                <a:gd name="connsiteY2707" fmla="*/ 46987 h 1849426"/>
                <a:gd name="connsiteX2708" fmla="*/ 3965369 w 6386648"/>
                <a:gd name="connsiteY2708" fmla="*/ 28962 h 1849426"/>
                <a:gd name="connsiteX2709" fmla="*/ 3983393 w 6386648"/>
                <a:gd name="connsiteY2709" fmla="*/ 10938 h 1849426"/>
                <a:gd name="connsiteX2710" fmla="*/ 1039407 w 6386648"/>
                <a:gd name="connsiteY2710" fmla="*/ 10938 h 1849426"/>
                <a:gd name="connsiteX2711" fmla="*/ 1057432 w 6386648"/>
                <a:gd name="connsiteY2711" fmla="*/ 28962 h 1849426"/>
                <a:gd name="connsiteX2712" fmla="*/ 1039407 w 6386648"/>
                <a:gd name="connsiteY2712" fmla="*/ 46987 h 1849426"/>
                <a:gd name="connsiteX2713" fmla="*/ 1021383 w 6386648"/>
                <a:gd name="connsiteY2713" fmla="*/ 28962 h 1849426"/>
                <a:gd name="connsiteX2714" fmla="*/ 1039407 w 6386648"/>
                <a:gd name="connsiteY2714" fmla="*/ 10938 h 1849426"/>
                <a:gd name="connsiteX2715" fmla="*/ 312422 w 6386648"/>
                <a:gd name="connsiteY2715" fmla="*/ 10938 h 1849426"/>
                <a:gd name="connsiteX2716" fmla="*/ 330447 w 6386648"/>
                <a:gd name="connsiteY2716" fmla="*/ 28962 h 1849426"/>
                <a:gd name="connsiteX2717" fmla="*/ 312422 w 6386648"/>
                <a:gd name="connsiteY2717" fmla="*/ 46987 h 1849426"/>
                <a:gd name="connsiteX2718" fmla="*/ 294398 w 6386648"/>
                <a:gd name="connsiteY2718" fmla="*/ 28962 h 1849426"/>
                <a:gd name="connsiteX2719" fmla="*/ 312422 w 6386648"/>
                <a:gd name="connsiteY2719" fmla="*/ 10938 h 1849426"/>
                <a:gd name="connsiteX2720" fmla="*/ 3839198 w 6386648"/>
                <a:gd name="connsiteY2720" fmla="*/ 4930 h 1849426"/>
                <a:gd name="connsiteX2721" fmla="*/ 3857223 w 6386648"/>
                <a:gd name="connsiteY2721" fmla="*/ 22954 h 1849426"/>
                <a:gd name="connsiteX2722" fmla="*/ 3839198 w 6386648"/>
                <a:gd name="connsiteY2722" fmla="*/ 40979 h 1849426"/>
                <a:gd name="connsiteX2723" fmla="*/ 3821174 w 6386648"/>
                <a:gd name="connsiteY2723" fmla="*/ 22954 h 1849426"/>
                <a:gd name="connsiteX2724" fmla="*/ 3839198 w 6386648"/>
                <a:gd name="connsiteY2724" fmla="*/ 4930 h 1849426"/>
                <a:gd name="connsiteX2725" fmla="*/ 3388588 w 6386648"/>
                <a:gd name="connsiteY2725" fmla="*/ 4930 h 1849426"/>
                <a:gd name="connsiteX2726" fmla="*/ 3406613 w 6386648"/>
                <a:gd name="connsiteY2726" fmla="*/ 22954 h 1849426"/>
                <a:gd name="connsiteX2727" fmla="*/ 3388588 w 6386648"/>
                <a:gd name="connsiteY2727" fmla="*/ 40979 h 1849426"/>
                <a:gd name="connsiteX2728" fmla="*/ 3370564 w 6386648"/>
                <a:gd name="connsiteY2728" fmla="*/ 22954 h 1849426"/>
                <a:gd name="connsiteX2729" fmla="*/ 3388588 w 6386648"/>
                <a:gd name="connsiteY2729" fmla="*/ 4930 h 1849426"/>
                <a:gd name="connsiteX2730" fmla="*/ 5171526 w 6386648"/>
                <a:gd name="connsiteY2730" fmla="*/ 0 h 1849426"/>
                <a:gd name="connsiteX2731" fmla="*/ 5198514 w 6386648"/>
                <a:gd name="connsiteY2731" fmla="*/ 0 h 1849426"/>
                <a:gd name="connsiteX2732" fmla="*/ 5203045 w 6386648"/>
                <a:gd name="connsiteY2732" fmla="*/ 10937 h 1849426"/>
                <a:gd name="connsiteX2733" fmla="*/ 5185020 w 6386648"/>
                <a:gd name="connsiteY2733" fmla="*/ 28962 h 1849426"/>
                <a:gd name="connsiteX2734" fmla="*/ 5166996 w 6386648"/>
                <a:gd name="connsiteY2734" fmla="*/ 10937 h 1849426"/>
                <a:gd name="connsiteX2735" fmla="*/ 4908761 w 6386648"/>
                <a:gd name="connsiteY2735" fmla="*/ 0 h 1849426"/>
                <a:gd name="connsiteX2736" fmla="*/ 4932564 w 6386648"/>
                <a:gd name="connsiteY2736" fmla="*/ 0 h 1849426"/>
                <a:gd name="connsiteX2737" fmla="*/ 4920662 w 6386648"/>
                <a:gd name="connsiteY2737" fmla="*/ 4930 h 1849426"/>
                <a:gd name="connsiteX2738" fmla="*/ 3701458 w 6386648"/>
                <a:gd name="connsiteY2738" fmla="*/ 0 h 1849426"/>
                <a:gd name="connsiteX2739" fmla="*/ 3736613 w 6386648"/>
                <a:gd name="connsiteY2739" fmla="*/ 0 h 1849426"/>
                <a:gd name="connsiteX2740" fmla="*/ 3731781 w 6386648"/>
                <a:gd name="connsiteY2740" fmla="*/ 11667 h 1849426"/>
                <a:gd name="connsiteX2741" fmla="*/ 3719035 w 6386648"/>
                <a:gd name="connsiteY2741" fmla="*/ 16946 h 1849426"/>
                <a:gd name="connsiteX2742" fmla="*/ 3706290 w 6386648"/>
                <a:gd name="connsiteY2742" fmla="*/ 11667 h 1849426"/>
                <a:gd name="connsiteX2743" fmla="*/ 3058255 w 6386648"/>
                <a:gd name="connsiteY2743" fmla="*/ 0 h 1849426"/>
                <a:gd name="connsiteX2744" fmla="*/ 3082058 w 6386648"/>
                <a:gd name="connsiteY2744" fmla="*/ 0 h 1849426"/>
                <a:gd name="connsiteX2745" fmla="*/ 3070156 w 6386648"/>
                <a:gd name="connsiteY2745" fmla="*/ 4930 h 1849426"/>
                <a:gd name="connsiteX2746" fmla="*/ 2908383 w 6386648"/>
                <a:gd name="connsiteY2746" fmla="*/ 0 h 1849426"/>
                <a:gd name="connsiteX2747" fmla="*/ 2943539 w 6386648"/>
                <a:gd name="connsiteY2747" fmla="*/ 0 h 1849426"/>
                <a:gd name="connsiteX2748" fmla="*/ 2938707 w 6386648"/>
                <a:gd name="connsiteY2748" fmla="*/ 11667 h 1849426"/>
                <a:gd name="connsiteX2749" fmla="*/ 2925961 w 6386648"/>
                <a:gd name="connsiteY2749" fmla="*/ 16946 h 1849426"/>
                <a:gd name="connsiteX2750" fmla="*/ 2913216 w 6386648"/>
                <a:gd name="connsiteY2750" fmla="*/ 11667 h 1849426"/>
                <a:gd name="connsiteX2751" fmla="*/ 2794230 w 6386648"/>
                <a:gd name="connsiteY2751" fmla="*/ 0 h 1849426"/>
                <a:gd name="connsiteX2752" fmla="*/ 2829385 w 6386648"/>
                <a:gd name="connsiteY2752" fmla="*/ 0 h 1849426"/>
                <a:gd name="connsiteX2753" fmla="*/ 2824553 w 6386648"/>
                <a:gd name="connsiteY2753" fmla="*/ 11667 h 1849426"/>
                <a:gd name="connsiteX2754" fmla="*/ 2811807 w 6386648"/>
                <a:gd name="connsiteY2754" fmla="*/ 16946 h 1849426"/>
                <a:gd name="connsiteX2755" fmla="*/ 2799062 w 6386648"/>
                <a:gd name="connsiteY2755" fmla="*/ 11667 h 1849426"/>
                <a:gd name="connsiteX2756" fmla="*/ 2675662 w 6386648"/>
                <a:gd name="connsiteY2756" fmla="*/ 0 h 1849426"/>
                <a:gd name="connsiteX2757" fmla="*/ 2707627 w 6386648"/>
                <a:gd name="connsiteY2757" fmla="*/ 0 h 1849426"/>
                <a:gd name="connsiteX2758" fmla="*/ 2709669 w 6386648"/>
                <a:gd name="connsiteY2758" fmla="*/ 4930 h 1849426"/>
                <a:gd name="connsiteX2759" fmla="*/ 2691644 w 6386648"/>
                <a:gd name="connsiteY2759" fmla="*/ 22954 h 1849426"/>
                <a:gd name="connsiteX2760" fmla="*/ 2673620 w 6386648"/>
                <a:gd name="connsiteY2760" fmla="*/ 4930 h 1849426"/>
                <a:gd name="connsiteX2761" fmla="*/ 2543483 w 6386648"/>
                <a:gd name="connsiteY2761" fmla="*/ 0 h 1849426"/>
                <a:gd name="connsiteX2762" fmla="*/ 2575448 w 6386648"/>
                <a:gd name="connsiteY2762" fmla="*/ 0 h 1849426"/>
                <a:gd name="connsiteX2763" fmla="*/ 2577490 w 6386648"/>
                <a:gd name="connsiteY2763" fmla="*/ 4930 h 1849426"/>
                <a:gd name="connsiteX2764" fmla="*/ 2559465 w 6386648"/>
                <a:gd name="connsiteY2764" fmla="*/ 22954 h 1849426"/>
                <a:gd name="connsiteX2765" fmla="*/ 2541441 w 6386648"/>
                <a:gd name="connsiteY2765" fmla="*/ 4930 h 1849426"/>
                <a:gd name="connsiteX2766" fmla="*/ 2047297 w 6386648"/>
                <a:gd name="connsiteY2766" fmla="*/ 0 h 1849426"/>
                <a:gd name="connsiteX2767" fmla="*/ 2074285 w 6386648"/>
                <a:gd name="connsiteY2767" fmla="*/ 0 h 1849426"/>
                <a:gd name="connsiteX2768" fmla="*/ 2078815 w 6386648"/>
                <a:gd name="connsiteY2768" fmla="*/ 10937 h 1849426"/>
                <a:gd name="connsiteX2769" fmla="*/ 2060790 w 6386648"/>
                <a:gd name="connsiteY2769" fmla="*/ 28962 h 1849426"/>
                <a:gd name="connsiteX2770" fmla="*/ 2042766 w 6386648"/>
                <a:gd name="connsiteY2770" fmla="*/ 10937 h 1849426"/>
                <a:gd name="connsiteX2771" fmla="*/ 1932017 w 6386648"/>
                <a:gd name="connsiteY2771" fmla="*/ 0 h 1849426"/>
                <a:gd name="connsiteX2772" fmla="*/ 1937222 w 6386648"/>
                <a:gd name="connsiteY2772" fmla="*/ 0 h 1849426"/>
                <a:gd name="connsiteX2773" fmla="*/ 1947365 w 6386648"/>
                <a:gd name="connsiteY2773" fmla="*/ 4201 h 1849426"/>
                <a:gd name="connsiteX2774" fmla="*/ 1952644 w 6386648"/>
                <a:gd name="connsiteY2774" fmla="*/ 16946 h 1849426"/>
                <a:gd name="connsiteX2775" fmla="*/ 1934619 w 6386648"/>
                <a:gd name="connsiteY2775" fmla="*/ 34971 h 1849426"/>
                <a:gd name="connsiteX2776" fmla="*/ 1916595 w 6386648"/>
                <a:gd name="connsiteY2776" fmla="*/ 16946 h 1849426"/>
                <a:gd name="connsiteX2777" fmla="*/ 1921875 w 6386648"/>
                <a:gd name="connsiteY2777" fmla="*/ 4201 h 1849426"/>
                <a:gd name="connsiteX2778" fmla="*/ 1694741 w 6386648"/>
                <a:gd name="connsiteY2778" fmla="*/ 0 h 1849426"/>
                <a:gd name="connsiteX2779" fmla="*/ 1729896 w 6386648"/>
                <a:gd name="connsiteY2779" fmla="*/ 0 h 1849426"/>
                <a:gd name="connsiteX2780" fmla="*/ 1725064 w 6386648"/>
                <a:gd name="connsiteY2780" fmla="*/ 11667 h 1849426"/>
                <a:gd name="connsiteX2781" fmla="*/ 1712318 w 6386648"/>
                <a:gd name="connsiteY2781" fmla="*/ 16946 h 1849426"/>
                <a:gd name="connsiteX2782" fmla="*/ 1699574 w 6386648"/>
                <a:gd name="connsiteY2782" fmla="*/ 11667 h 1849426"/>
                <a:gd name="connsiteX2783" fmla="*/ 1586594 w 6386648"/>
                <a:gd name="connsiteY2783" fmla="*/ 0 h 1849426"/>
                <a:gd name="connsiteX2784" fmla="*/ 1621749 w 6386648"/>
                <a:gd name="connsiteY2784" fmla="*/ 0 h 1849426"/>
                <a:gd name="connsiteX2785" fmla="*/ 1616917 w 6386648"/>
                <a:gd name="connsiteY2785" fmla="*/ 11667 h 1849426"/>
                <a:gd name="connsiteX2786" fmla="*/ 1604171 w 6386648"/>
                <a:gd name="connsiteY2786" fmla="*/ 16946 h 1849426"/>
                <a:gd name="connsiteX2787" fmla="*/ 1591427 w 6386648"/>
                <a:gd name="connsiteY2787" fmla="*/ 11667 h 1849426"/>
                <a:gd name="connsiteX2788" fmla="*/ 1328245 w 6386648"/>
                <a:gd name="connsiteY2788" fmla="*/ 0 h 1849426"/>
                <a:gd name="connsiteX2789" fmla="*/ 1363400 w 6386648"/>
                <a:gd name="connsiteY2789" fmla="*/ 0 h 1849426"/>
                <a:gd name="connsiteX2790" fmla="*/ 1358568 w 6386648"/>
                <a:gd name="connsiteY2790" fmla="*/ 11667 h 1849426"/>
                <a:gd name="connsiteX2791" fmla="*/ 1345823 w 6386648"/>
                <a:gd name="connsiteY2791" fmla="*/ 16946 h 1849426"/>
                <a:gd name="connsiteX2792" fmla="*/ 1333078 w 6386648"/>
                <a:gd name="connsiteY2792" fmla="*/ 11667 h 1849426"/>
                <a:gd name="connsiteX2793" fmla="*/ 636977 w 6386648"/>
                <a:gd name="connsiteY2793" fmla="*/ 0 h 1849426"/>
                <a:gd name="connsiteX2794" fmla="*/ 660780 w 6386648"/>
                <a:gd name="connsiteY2794" fmla="*/ 0 h 1849426"/>
                <a:gd name="connsiteX2795" fmla="*/ 648878 w 6386648"/>
                <a:gd name="connsiteY2795" fmla="*/ 4930 h 1849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  <a:cxn ang="0">
                  <a:pos x="connsiteX2477" y="connsiteY2477"/>
                </a:cxn>
                <a:cxn ang="0">
                  <a:pos x="connsiteX2478" y="connsiteY2478"/>
                </a:cxn>
                <a:cxn ang="0">
                  <a:pos x="connsiteX2479" y="connsiteY2479"/>
                </a:cxn>
                <a:cxn ang="0">
                  <a:pos x="connsiteX2480" y="connsiteY2480"/>
                </a:cxn>
                <a:cxn ang="0">
                  <a:pos x="connsiteX2481" y="connsiteY2481"/>
                </a:cxn>
                <a:cxn ang="0">
                  <a:pos x="connsiteX2482" y="connsiteY2482"/>
                </a:cxn>
                <a:cxn ang="0">
                  <a:pos x="connsiteX2483" y="connsiteY2483"/>
                </a:cxn>
                <a:cxn ang="0">
                  <a:pos x="connsiteX2484" y="connsiteY2484"/>
                </a:cxn>
                <a:cxn ang="0">
                  <a:pos x="connsiteX2485" y="connsiteY2485"/>
                </a:cxn>
                <a:cxn ang="0">
                  <a:pos x="connsiteX2486" y="connsiteY2486"/>
                </a:cxn>
                <a:cxn ang="0">
                  <a:pos x="connsiteX2487" y="connsiteY2487"/>
                </a:cxn>
                <a:cxn ang="0">
                  <a:pos x="connsiteX2488" y="connsiteY2488"/>
                </a:cxn>
                <a:cxn ang="0">
                  <a:pos x="connsiteX2489" y="connsiteY2489"/>
                </a:cxn>
                <a:cxn ang="0">
                  <a:pos x="connsiteX2490" y="connsiteY2490"/>
                </a:cxn>
                <a:cxn ang="0">
                  <a:pos x="connsiteX2491" y="connsiteY2491"/>
                </a:cxn>
                <a:cxn ang="0">
                  <a:pos x="connsiteX2492" y="connsiteY2492"/>
                </a:cxn>
                <a:cxn ang="0">
                  <a:pos x="connsiteX2493" y="connsiteY2493"/>
                </a:cxn>
                <a:cxn ang="0">
                  <a:pos x="connsiteX2494" y="connsiteY2494"/>
                </a:cxn>
                <a:cxn ang="0">
                  <a:pos x="connsiteX2495" y="connsiteY2495"/>
                </a:cxn>
                <a:cxn ang="0">
                  <a:pos x="connsiteX2496" y="connsiteY2496"/>
                </a:cxn>
                <a:cxn ang="0">
                  <a:pos x="connsiteX2497" y="connsiteY2497"/>
                </a:cxn>
                <a:cxn ang="0">
                  <a:pos x="connsiteX2498" y="connsiteY2498"/>
                </a:cxn>
                <a:cxn ang="0">
                  <a:pos x="connsiteX2499" y="connsiteY2499"/>
                </a:cxn>
                <a:cxn ang="0">
                  <a:pos x="connsiteX2500" y="connsiteY2500"/>
                </a:cxn>
                <a:cxn ang="0">
                  <a:pos x="connsiteX2501" y="connsiteY2501"/>
                </a:cxn>
                <a:cxn ang="0">
                  <a:pos x="connsiteX2502" y="connsiteY2502"/>
                </a:cxn>
                <a:cxn ang="0">
                  <a:pos x="connsiteX2503" y="connsiteY2503"/>
                </a:cxn>
                <a:cxn ang="0">
                  <a:pos x="connsiteX2504" y="connsiteY2504"/>
                </a:cxn>
                <a:cxn ang="0">
                  <a:pos x="connsiteX2505" y="connsiteY2505"/>
                </a:cxn>
                <a:cxn ang="0">
                  <a:pos x="connsiteX2506" y="connsiteY2506"/>
                </a:cxn>
                <a:cxn ang="0">
                  <a:pos x="connsiteX2507" y="connsiteY2507"/>
                </a:cxn>
                <a:cxn ang="0">
                  <a:pos x="connsiteX2508" y="connsiteY2508"/>
                </a:cxn>
                <a:cxn ang="0">
                  <a:pos x="connsiteX2509" y="connsiteY2509"/>
                </a:cxn>
                <a:cxn ang="0">
                  <a:pos x="connsiteX2510" y="connsiteY2510"/>
                </a:cxn>
                <a:cxn ang="0">
                  <a:pos x="connsiteX2511" y="connsiteY2511"/>
                </a:cxn>
                <a:cxn ang="0">
                  <a:pos x="connsiteX2512" y="connsiteY2512"/>
                </a:cxn>
                <a:cxn ang="0">
                  <a:pos x="connsiteX2513" y="connsiteY2513"/>
                </a:cxn>
                <a:cxn ang="0">
                  <a:pos x="connsiteX2514" y="connsiteY2514"/>
                </a:cxn>
                <a:cxn ang="0">
                  <a:pos x="connsiteX2515" y="connsiteY2515"/>
                </a:cxn>
                <a:cxn ang="0">
                  <a:pos x="connsiteX2516" y="connsiteY2516"/>
                </a:cxn>
                <a:cxn ang="0">
                  <a:pos x="connsiteX2517" y="connsiteY2517"/>
                </a:cxn>
                <a:cxn ang="0">
                  <a:pos x="connsiteX2518" y="connsiteY2518"/>
                </a:cxn>
                <a:cxn ang="0">
                  <a:pos x="connsiteX2519" y="connsiteY2519"/>
                </a:cxn>
                <a:cxn ang="0">
                  <a:pos x="connsiteX2520" y="connsiteY2520"/>
                </a:cxn>
                <a:cxn ang="0">
                  <a:pos x="connsiteX2521" y="connsiteY2521"/>
                </a:cxn>
                <a:cxn ang="0">
                  <a:pos x="connsiteX2522" y="connsiteY2522"/>
                </a:cxn>
                <a:cxn ang="0">
                  <a:pos x="connsiteX2523" y="connsiteY2523"/>
                </a:cxn>
                <a:cxn ang="0">
                  <a:pos x="connsiteX2524" y="connsiteY2524"/>
                </a:cxn>
                <a:cxn ang="0">
                  <a:pos x="connsiteX2525" y="connsiteY2525"/>
                </a:cxn>
                <a:cxn ang="0">
                  <a:pos x="connsiteX2526" y="connsiteY2526"/>
                </a:cxn>
                <a:cxn ang="0">
                  <a:pos x="connsiteX2527" y="connsiteY2527"/>
                </a:cxn>
                <a:cxn ang="0">
                  <a:pos x="connsiteX2528" y="connsiteY2528"/>
                </a:cxn>
                <a:cxn ang="0">
                  <a:pos x="connsiteX2529" y="connsiteY2529"/>
                </a:cxn>
                <a:cxn ang="0">
                  <a:pos x="connsiteX2530" y="connsiteY2530"/>
                </a:cxn>
                <a:cxn ang="0">
                  <a:pos x="connsiteX2531" y="connsiteY2531"/>
                </a:cxn>
                <a:cxn ang="0">
                  <a:pos x="connsiteX2532" y="connsiteY2532"/>
                </a:cxn>
                <a:cxn ang="0">
                  <a:pos x="connsiteX2533" y="connsiteY2533"/>
                </a:cxn>
                <a:cxn ang="0">
                  <a:pos x="connsiteX2534" y="connsiteY2534"/>
                </a:cxn>
                <a:cxn ang="0">
                  <a:pos x="connsiteX2535" y="connsiteY2535"/>
                </a:cxn>
                <a:cxn ang="0">
                  <a:pos x="connsiteX2536" y="connsiteY2536"/>
                </a:cxn>
                <a:cxn ang="0">
                  <a:pos x="connsiteX2537" y="connsiteY2537"/>
                </a:cxn>
                <a:cxn ang="0">
                  <a:pos x="connsiteX2538" y="connsiteY2538"/>
                </a:cxn>
                <a:cxn ang="0">
                  <a:pos x="connsiteX2539" y="connsiteY2539"/>
                </a:cxn>
                <a:cxn ang="0">
                  <a:pos x="connsiteX2540" y="connsiteY2540"/>
                </a:cxn>
                <a:cxn ang="0">
                  <a:pos x="connsiteX2541" y="connsiteY2541"/>
                </a:cxn>
                <a:cxn ang="0">
                  <a:pos x="connsiteX2542" y="connsiteY2542"/>
                </a:cxn>
                <a:cxn ang="0">
                  <a:pos x="connsiteX2543" y="connsiteY2543"/>
                </a:cxn>
                <a:cxn ang="0">
                  <a:pos x="connsiteX2544" y="connsiteY2544"/>
                </a:cxn>
                <a:cxn ang="0">
                  <a:pos x="connsiteX2545" y="connsiteY2545"/>
                </a:cxn>
                <a:cxn ang="0">
                  <a:pos x="connsiteX2546" y="connsiteY2546"/>
                </a:cxn>
                <a:cxn ang="0">
                  <a:pos x="connsiteX2547" y="connsiteY2547"/>
                </a:cxn>
                <a:cxn ang="0">
                  <a:pos x="connsiteX2548" y="connsiteY2548"/>
                </a:cxn>
                <a:cxn ang="0">
                  <a:pos x="connsiteX2549" y="connsiteY2549"/>
                </a:cxn>
                <a:cxn ang="0">
                  <a:pos x="connsiteX2550" y="connsiteY2550"/>
                </a:cxn>
                <a:cxn ang="0">
                  <a:pos x="connsiteX2551" y="connsiteY2551"/>
                </a:cxn>
                <a:cxn ang="0">
                  <a:pos x="connsiteX2552" y="connsiteY2552"/>
                </a:cxn>
                <a:cxn ang="0">
                  <a:pos x="connsiteX2553" y="connsiteY2553"/>
                </a:cxn>
                <a:cxn ang="0">
                  <a:pos x="connsiteX2554" y="connsiteY2554"/>
                </a:cxn>
                <a:cxn ang="0">
                  <a:pos x="connsiteX2555" y="connsiteY2555"/>
                </a:cxn>
                <a:cxn ang="0">
                  <a:pos x="connsiteX2556" y="connsiteY2556"/>
                </a:cxn>
                <a:cxn ang="0">
                  <a:pos x="connsiteX2557" y="connsiteY2557"/>
                </a:cxn>
                <a:cxn ang="0">
                  <a:pos x="connsiteX2558" y="connsiteY2558"/>
                </a:cxn>
                <a:cxn ang="0">
                  <a:pos x="connsiteX2559" y="connsiteY2559"/>
                </a:cxn>
                <a:cxn ang="0">
                  <a:pos x="connsiteX2560" y="connsiteY2560"/>
                </a:cxn>
                <a:cxn ang="0">
                  <a:pos x="connsiteX2561" y="connsiteY2561"/>
                </a:cxn>
                <a:cxn ang="0">
                  <a:pos x="connsiteX2562" y="connsiteY2562"/>
                </a:cxn>
                <a:cxn ang="0">
                  <a:pos x="connsiteX2563" y="connsiteY2563"/>
                </a:cxn>
                <a:cxn ang="0">
                  <a:pos x="connsiteX2564" y="connsiteY2564"/>
                </a:cxn>
                <a:cxn ang="0">
                  <a:pos x="connsiteX2565" y="connsiteY2565"/>
                </a:cxn>
                <a:cxn ang="0">
                  <a:pos x="connsiteX2566" y="connsiteY2566"/>
                </a:cxn>
                <a:cxn ang="0">
                  <a:pos x="connsiteX2567" y="connsiteY2567"/>
                </a:cxn>
                <a:cxn ang="0">
                  <a:pos x="connsiteX2568" y="connsiteY2568"/>
                </a:cxn>
                <a:cxn ang="0">
                  <a:pos x="connsiteX2569" y="connsiteY2569"/>
                </a:cxn>
                <a:cxn ang="0">
                  <a:pos x="connsiteX2570" y="connsiteY2570"/>
                </a:cxn>
                <a:cxn ang="0">
                  <a:pos x="connsiteX2571" y="connsiteY2571"/>
                </a:cxn>
                <a:cxn ang="0">
                  <a:pos x="connsiteX2572" y="connsiteY2572"/>
                </a:cxn>
                <a:cxn ang="0">
                  <a:pos x="connsiteX2573" y="connsiteY2573"/>
                </a:cxn>
                <a:cxn ang="0">
                  <a:pos x="connsiteX2574" y="connsiteY2574"/>
                </a:cxn>
                <a:cxn ang="0">
                  <a:pos x="connsiteX2575" y="connsiteY2575"/>
                </a:cxn>
                <a:cxn ang="0">
                  <a:pos x="connsiteX2576" y="connsiteY2576"/>
                </a:cxn>
                <a:cxn ang="0">
                  <a:pos x="connsiteX2577" y="connsiteY2577"/>
                </a:cxn>
                <a:cxn ang="0">
                  <a:pos x="connsiteX2578" y="connsiteY2578"/>
                </a:cxn>
                <a:cxn ang="0">
                  <a:pos x="connsiteX2579" y="connsiteY2579"/>
                </a:cxn>
                <a:cxn ang="0">
                  <a:pos x="connsiteX2580" y="connsiteY2580"/>
                </a:cxn>
                <a:cxn ang="0">
                  <a:pos x="connsiteX2581" y="connsiteY2581"/>
                </a:cxn>
                <a:cxn ang="0">
                  <a:pos x="connsiteX2582" y="connsiteY2582"/>
                </a:cxn>
                <a:cxn ang="0">
                  <a:pos x="connsiteX2583" y="connsiteY2583"/>
                </a:cxn>
                <a:cxn ang="0">
                  <a:pos x="connsiteX2584" y="connsiteY2584"/>
                </a:cxn>
                <a:cxn ang="0">
                  <a:pos x="connsiteX2585" y="connsiteY2585"/>
                </a:cxn>
                <a:cxn ang="0">
                  <a:pos x="connsiteX2586" y="connsiteY2586"/>
                </a:cxn>
                <a:cxn ang="0">
                  <a:pos x="connsiteX2587" y="connsiteY2587"/>
                </a:cxn>
                <a:cxn ang="0">
                  <a:pos x="connsiteX2588" y="connsiteY2588"/>
                </a:cxn>
                <a:cxn ang="0">
                  <a:pos x="connsiteX2589" y="connsiteY2589"/>
                </a:cxn>
                <a:cxn ang="0">
                  <a:pos x="connsiteX2590" y="connsiteY2590"/>
                </a:cxn>
                <a:cxn ang="0">
                  <a:pos x="connsiteX2591" y="connsiteY2591"/>
                </a:cxn>
                <a:cxn ang="0">
                  <a:pos x="connsiteX2592" y="connsiteY2592"/>
                </a:cxn>
                <a:cxn ang="0">
                  <a:pos x="connsiteX2593" y="connsiteY2593"/>
                </a:cxn>
                <a:cxn ang="0">
                  <a:pos x="connsiteX2594" y="connsiteY2594"/>
                </a:cxn>
                <a:cxn ang="0">
                  <a:pos x="connsiteX2595" y="connsiteY2595"/>
                </a:cxn>
                <a:cxn ang="0">
                  <a:pos x="connsiteX2596" y="connsiteY2596"/>
                </a:cxn>
                <a:cxn ang="0">
                  <a:pos x="connsiteX2597" y="connsiteY2597"/>
                </a:cxn>
                <a:cxn ang="0">
                  <a:pos x="connsiteX2598" y="connsiteY2598"/>
                </a:cxn>
                <a:cxn ang="0">
                  <a:pos x="connsiteX2599" y="connsiteY2599"/>
                </a:cxn>
                <a:cxn ang="0">
                  <a:pos x="connsiteX2600" y="connsiteY2600"/>
                </a:cxn>
                <a:cxn ang="0">
                  <a:pos x="connsiteX2601" y="connsiteY2601"/>
                </a:cxn>
                <a:cxn ang="0">
                  <a:pos x="connsiteX2602" y="connsiteY2602"/>
                </a:cxn>
                <a:cxn ang="0">
                  <a:pos x="connsiteX2603" y="connsiteY2603"/>
                </a:cxn>
                <a:cxn ang="0">
                  <a:pos x="connsiteX2604" y="connsiteY2604"/>
                </a:cxn>
                <a:cxn ang="0">
                  <a:pos x="connsiteX2605" y="connsiteY2605"/>
                </a:cxn>
                <a:cxn ang="0">
                  <a:pos x="connsiteX2606" y="connsiteY2606"/>
                </a:cxn>
                <a:cxn ang="0">
                  <a:pos x="connsiteX2607" y="connsiteY2607"/>
                </a:cxn>
                <a:cxn ang="0">
                  <a:pos x="connsiteX2608" y="connsiteY2608"/>
                </a:cxn>
                <a:cxn ang="0">
                  <a:pos x="connsiteX2609" y="connsiteY2609"/>
                </a:cxn>
                <a:cxn ang="0">
                  <a:pos x="connsiteX2610" y="connsiteY2610"/>
                </a:cxn>
                <a:cxn ang="0">
                  <a:pos x="connsiteX2611" y="connsiteY2611"/>
                </a:cxn>
                <a:cxn ang="0">
                  <a:pos x="connsiteX2612" y="connsiteY2612"/>
                </a:cxn>
                <a:cxn ang="0">
                  <a:pos x="connsiteX2613" y="connsiteY2613"/>
                </a:cxn>
                <a:cxn ang="0">
                  <a:pos x="connsiteX2614" y="connsiteY2614"/>
                </a:cxn>
                <a:cxn ang="0">
                  <a:pos x="connsiteX2615" y="connsiteY2615"/>
                </a:cxn>
                <a:cxn ang="0">
                  <a:pos x="connsiteX2616" y="connsiteY2616"/>
                </a:cxn>
                <a:cxn ang="0">
                  <a:pos x="connsiteX2617" y="connsiteY2617"/>
                </a:cxn>
                <a:cxn ang="0">
                  <a:pos x="connsiteX2618" y="connsiteY2618"/>
                </a:cxn>
                <a:cxn ang="0">
                  <a:pos x="connsiteX2619" y="connsiteY2619"/>
                </a:cxn>
                <a:cxn ang="0">
                  <a:pos x="connsiteX2620" y="connsiteY2620"/>
                </a:cxn>
                <a:cxn ang="0">
                  <a:pos x="connsiteX2621" y="connsiteY2621"/>
                </a:cxn>
                <a:cxn ang="0">
                  <a:pos x="connsiteX2622" y="connsiteY2622"/>
                </a:cxn>
                <a:cxn ang="0">
                  <a:pos x="connsiteX2623" y="connsiteY2623"/>
                </a:cxn>
                <a:cxn ang="0">
                  <a:pos x="connsiteX2624" y="connsiteY2624"/>
                </a:cxn>
                <a:cxn ang="0">
                  <a:pos x="connsiteX2625" y="connsiteY2625"/>
                </a:cxn>
                <a:cxn ang="0">
                  <a:pos x="connsiteX2626" y="connsiteY2626"/>
                </a:cxn>
                <a:cxn ang="0">
                  <a:pos x="connsiteX2627" y="connsiteY2627"/>
                </a:cxn>
                <a:cxn ang="0">
                  <a:pos x="connsiteX2628" y="connsiteY2628"/>
                </a:cxn>
                <a:cxn ang="0">
                  <a:pos x="connsiteX2629" y="connsiteY2629"/>
                </a:cxn>
                <a:cxn ang="0">
                  <a:pos x="connsiteX2630" y="connsiteY2630"/>
                </a:cxn>
                <a:cxn ang="0">
                  <a:pos x="connsiteX2631" y="connsiteY2631"/>
                </a:cxn>
                <a:cxn ang="0">
                  <a:pos x="connsiteX2632" y="connsiteY2632"/>
                </a:cxn>
                <a:cxn ang="0">
                  <a:pos x="connsiteX2633" y="connsiteY2633"/>
                </a:cxn>
                <a:cxn ang="0">
                  <a:pos x="connsiteX2634" y="connsiteY2634"/>
                </a:cxn>
                <a:cxn ang="0">
                  <a:pos x="connsiteX2635" y="connsiteY2635"/>
                </a:cxn>
                <a:cxn ang="0">
                  <a:pos x="connsiteX2636" y="connsiteY2636"/>
                </a:cxn>
                <a:cxn ang="0">
                  <a:pos x="connsiteX2637" y="connsiteY2637"/>
                </a:cxn>
                <a:cxn ang="0">
                  <a:pos x="connsiteX2638" y="connsiteY2638"/>
                </a:cxn>
                <a:cxn ang="0">
                  <a:pos x="connsiteX2639" y="connsiteY2639"/>
                </a:cxn>
                <a:cxn ang="0">
                  <a:pos x="connsiteX2640" y="connsiteY2640"/>
                </a:cxn>
                <a:cxn ang="0">
                  <a:pos x="connsiteX2641" y="connsiteY2641"/>
                </a:cxn>
                <a:cxn ang="0">
                  <a:pos x="connsiteX2642" y="connsiteY2642"/>
                </a:cxn>
                <a:cxn ang="0">
                  <a:pos x="connsiteX2643" y="connsiteY2643"/>
                </a:cxn>
                <a:cxn ang="0">
                  <a:pos x="connsiteX2644" y="connsiteY2644"/>
                </a:cxn>
                <a:cxn ang="0">
                  <a:pos x="connsiteX2645" y="connsiteY2645"/>
                </a:cxn>
                <a:cxn ang="0">
                  <a:pos x="connsiteX2646" y="connsiteY2646"/>
                </a:cxn>
                <a:cxn ang="0">
                  <a:pos x="connsiteX2647" y="connsiteY2647"/>
                </a:cxn>
                <a:cxn ang="0">
                  <a:pos x="connsiteX2648" y="connsiteY2648"/>
                </a:cxn>
                <a:cxn ang="0">
                  <a:pos x="connsiteX2649" y="connsiteY2649"/>
                </a:cxn>
                <a:cxn ang="0">
                  <a:pos x="connsiteX2650" y="connsiteY2650"/>
                </a:cxn>
                <a:cxn ang="0">
                  <a:pos x="connsiteX2651" y="connsiteY2651"/>
                </a:cxn>
                <a:cxn ang="0">
                  <a:pos x="connsiteX2652" y="connsiteY2652"/>
                </a:cxn>
                <a:cxn ang="0">
                  <a:pos x="connsiteX2653" y="connsiteY2653"/>
                </a:cxn>
                <a:cxn ang="0">
                  <a:pos x="connsiteX2654" y="connsiteY2654"/>
                </a:cxn>
                <a:cxn ang="0">
                  <a:pos x="connsiteX2655" y="connsiteY2655"/>
                </a:cxn>
                <a:cxn ang="0">
                  <a:pos x="connsiteX2656" y="connsiteY2656"/>
                </a:cxn>
                <a:cxn ang="0">
                  <a:pos x="connsiteX2657" y="connsiteY2657"/>
                </a:cxn>
                <a:cxn ang="0">
                  <a:pos x="connsiteX2658" y="connsiteY2658"/>
                </a:cxn>
                <a:cxn ang="0">
                  <a:pos x="connsiteX2659" y="connsiteY2659"/>
                </a:cxn>
                <a:cxn ang="0">
                  <a:pos x="connsiteX2660" y="connsiteY2660"/>
                </a:cxn>
                <a:cxn ang="0">
                  <a:pos x="connsiteX2661" y="connsiteY2661"/>
                </a:cxn>
                <a:cxn ang="0">
                  <a:pos x="connsiteX2662" y="connsiteY2662"/>
                </a:cxn>
                <a:cxn ang="0">
                  <a:pos x="connsiteX2663" y="connsiteY2663"/>
                </a:cxn>
                <a:cxn ang="0">
                  <a:pos x="connsiteX2664" y="connsiteY2664"/>
                </a:cxn>
                <a:cxn ang="0">
                  <a:pos x="connsiteX2665" y="connsiteY2665"/>
                </a:cxn>
                <a:cxn ang="0">
                  <a:pos x="connsiteX2666" y="connsiteY2666"/>
                </a:cxn>
                <a:cxn ang="0">
                  <a:pos x="connsiteX2667" y="connsiteY2667"/>
                </a:cxn>
                <a:cxn ang="0">
                  <a:pos x="connsiteX2668" y="connsiteY2668"/>
                </a:cxn>
                <a:cxn ang="0">
                  <a:pos x="connsiteX2669" y="connsiteY2669"/>
                </a:cxn>
                <a:cxn ang="0">
                  <a:pos x="connsiteX2670" y="connsiteY2670"/>
                </a:cxn>
                <a:cxn ang="0">
                  <a:pos x="connsiteX2671" y="connsiteY2671"/>
                </a:cxn>
                <a:cxn ang="0">
                  <a:pos x="connsiteX2672" y="connsiteY2672"/>
                </a:cxn>
                <a:cxn ang="0">
                  <a:pos x="connsiteX2673" y="connsiteY2673"/>
                </a:cxn>
                <a:cxn ang="0">
                  <a:pos x="connsiteX2674" y="connsiteY2674"/>
                </a:cxn>
                <a:cxn ang="0">
                  <a:pos x="connsiteX2675" y="connsiteY2675"/>
                </a:cxn>
                <a:cxn ang="0">
                  <a:pos x="connsiteX2676" y="connsiteY2676"/>
                </a:cxn>
                <a:cxn ang="0">
                  <a:pos x="connsiteX2677" y="connsiteY2677"/>
                </a:cxn>
                <a:cxn ang="0">
                  <a:pos x="connsiteX2678" y="connsiteY2678"/>
                </a:cxn>
                <a:cxn ang="0">
                  <a:pos x="connsiteX2679" y="connsiteY2679"/>
                </a:cxn>
                <a:cxn ang="0">
                  <a:pos x="connsiteX2680" y="connsiteY2680"/>
                </a:cxn>
                <a:cxn ang="0">
                  <a:pos x="connsiteX2681" y="connsiteY2681"/>
                </a:cxn>
                <a:cxn ang="0">
                  <a:pos x="connsiteX2682" y="connsiteY2682"/>
                </a:cxn>
                <a:cxn ang="0">
                  <a:pos x="connsiteX2683" y="connsiteY2683"/>
                </a:cxn>
                <a:cxn ang="0">
                  <a:pos x="connsiteX2684" y="connsiteY2684"/>
                </a:cxn>
                <a:cxn ang="0">
                  <a:pos x="connsiteX2685" y="connsiteY2685"/>
                </a:cxn>
                <a:cxn ang="0">
                  <a:pos x="connsiteX2686" y="connsiteY2686"/>
                </a:cxn>
                <a:cxn ang="0">
                  <a:pos x="connsiteX2687" y="connsiteY2687"/>
                </a:cxn>
                <a:cxn ang="0">
                  <a:pos x="connsiteX2688" y="connsiteY2688"/>
                </a:cxn>
                <a:cxn ang="0">
                  <a:pos x="connsiteX2689" y="connsiteY2689"/>
                </a:cxn>
                <a:cxn ang="0">
                  <a:pos x="connsiteX2690" y="connsiteY2690"/>
                </a:cxn>
                <a:cxn ang="0">
                  <a:pos x="connsiteX2691" y="connsiteY2691"/>
                </a:cxn>
                <a:cxn ang="0">
                  <a:pos x="connsiteX2692" y="connsiteY2692"/>
                </a:cxn>
                <a:cxn ang="0">
                  <a:pos x="connsiteX2693" y="connsiteY2693"/>
                </a:cxn>
                <a:cxn ang="0">
                  <a:pos x="connsiteX2694" y="connsiteY2694"/>
                </a:cxn>
                <a:cxn ang="0">
                  <a:pos x="connsiteX2695" y="connsiteY2695"/>
                </a:cxn>
                <a:cxn ang="0">
                  <a:pos x="connsiteX2696" y="connsiteY2696"/>
                </a:cxn>
                <a:cxn ang="0">
                  <a:pos x="connsiteX2697" y="connsiteY2697"/>
                </a:cxn>
                <a:cxn ang="0">
                  <a:pos x="connsiteX2698" y="connsiteY2698"/>
                </a:cxn>
                <a:cxn ang="0">
                  <a:pos x="connsiteX2699" y="connsiteY2699"/>
                </a:cxn>
                <a:cxn ang="0">
                  <a:pos x="connsiteX2700" y="connsiteY2700"/>
                </a:cxn>
                <a:cxn ang="0">
                  <a:pos x="connsiteX2701" y="connsiteY2701"/>
                </a:cxn>
                <a:cxn ang="0">
                  <a:pos x="connsiteX2702" y="connsiteY2702"/>
                </a:cxn>
                <a:cxn ang="0">
                  <a:pos x="connsiteX2703" y="connsiteY2703"/>
                </a:cxn>
                <a:cxn ang="0">
                  <a:pos x="connsiteX2704" y="connsiteY2704"/>
                </a:cxn>
                <a:cxn ang="0">
                  <a:pos x="connsiteX2705" y="connsiteY2705"/>
                </a:cxn>
                <a:cxn ang="0">
                  <a:pos x="connsiteX2706" y="connsiteY2706"/>
                </a:cxn>
                <a:cxn ang="0">
                  <a:pos x="connsiteX2707" y="connsiteY2707"/>
                </a:cxn>
                <a:cxn ang="0">
                  <a:pos x="connsiteX2708" y="connsiteY2708"/>
                </a:cxn>
                <a:cxn ang="0">
                  <a:pos x="connsiteX2709" y="connsiteY2709"/>
                </a:cxn>
                <a:cxn ang="0">
                  <a:pos x="connsiteX2710" y="connsiteY2710"/>
                </a:cxn>
                <a:cxn ang="0">
                  <a:pos x="connsiteX2711" y="connsiteY2711"/>
                </a:cxn>
                <a:cxn ang="0">
                  <a:pos x="connsiteX2712" y="connsiteY2712"/>
                </a:cxn>
                <a:cxn ang="0">
                  <a:pos x="connsiteX2713" y="connsiteY2713"/>
                </a:cxn>
                <a:cxn ang="0">
                  <a:pos x="connsiteX2714" y="connsiteY2714"/>
                </a:cxn>
                <a:cxn ang="0">
                  <a:pos x="connsiteX2715" y="connsiteY2715"/>
                </a:cxn>
                <a:cxn ang="0">
                  <a:pos x="connsiteX2716" y="connsiteY2716"/>
                </a:cxn>
                <a:cxn ang="0">
                  <a:pos x="connsiteX2717" y="connsiteY2717"/>
                </a:cxn>
                <a:cxn ang="0">
                  <a:pos x="connsiteX2718" y="connsiteY2718"/>
                </a:cxn>
                <a:cxn ang="0">
                  <a:pos x="connsiteX2719" y="connsiteY2719"/>
                </a:cxn>
                <a:cxn ang="0">
                  <a:pos x="connsiteX2720" y="connsiteY2720"/>
                </a:cxn>
                <a:cxn ang="0">
                  <a:pos x="connsiteX2721" y="connsiteY2721"/>
                </a:cxn>
                <a:cxn ang="0">
                  <a:pos x="connsiteX2722" y="connsiteY2722"/>
                </a:cxn>
                <a:cxn ang="0">
                  <a:pos x="connsiteX2723" y="connsiteY2723"/>
                </a:cxn>
                <a:cxn ang="0">
                  <a:pos x="connsiteX2724" y="connsiteY2724"/>
                </a:cxn>
                <a:cxn ang="0">
                  <a:pos x="connsiteX2725" y="connsiteY2725"/>
                </a:cxn>
                <a:cxn ang="0">
                  <a:pos x="connsiteX2726" y="connsiteY2726"/>
                </a:cxn>
                <a:cxn ang="0">
                  <a:pos x="connsiteX2727" y="connsiteY2727"/>
                </a:cxn>
                <a:cxn ang="0">
                  <a:pos x="connsiteX2728" y="connsiteY2728"/>
                </a:cxn>
                <a:cxn ang="0">
                  <a:pos x="connsiteX2729" y="connsiteY2729"/>
                </a:cxn>
                <a:cxn ang="0">
                  <a:pos x="connsiteX2730" y="connsiteY2730"/>
                </a:cxn>
                <a:cxn ang="0">
                  <a:pos x="connsiteX2731" y="connsiteY2731"/>
                </a:cxn>
                <a:cxn ang="0">
                  <a:pos x="connsiteX2732" y="connsiteY2732"/>
                </a:cxn>
                <a:cxn ang="0">
                  <a:pos x="connsiteX2733" y="connsiteY2733"/>
                </a:cxn>
                <a:cxn ang="0">
                  <a:pos x="connsiteX2734" y="connsiteY2734"/>
                </a:cxn>
                <a:cxn ang="0">
                  <a:pos x="connsiteX2735" y="connsiteY2735"/>
                </a:cxn>
                <a:cxn ang="0">
                  <a:pos x="connsiteX2736" y="connsiteY2736"/>
                </a:cxn>
                <a:cxn ang="0">
                  <a:pos x="connsiteX2737" y="connsiteY2737"/>
                </a:cxn>
                <a:cxn ang="0">
                  <a:pos x="connsiteX2738" y="connsiteY2738"/>
                </a:cxn>
                <a:cxn ang="0">
                  <a:pos x="connsiteX2739" y="connsiteY2739"/>
                </a:cxn>
                <a:cxn ang="0">
                  <a:pos x="connsiteX2740" y="connsiteY2740"/>
                </a:cxn>
                <a:cxn ang="0">
                  <a:pos x="connsiteX2741" y="connsiteY2741"/>
                </a:cxn>
                <a:cxn ang="0">
                  <a:pos x="connsiteX2742" y="connsiteY2742"/>
                </a:cxn>
                <a:cxn ang="0">
                  <a:pos x="connsiteX2743" y="connsiteY2743"/>
                </a:cxn>
                <a:cxn ang="0">
                  <a:pos x="connsiteX2744" y="connsiteY2744"/>
                </a:cxn>
                <a:cxn ang="0">
                  <a:pos x="connsiteX2745" y="connsiteY2745"/>
                </a:cxn>
                <a:cxn ang="0">
                  <a:pos x="connsiteX2746" y="connsiteY2746"/>
                </a:cxn>
                <a:cxn ang="0">
                  <a:pos x="connsiteX2747" y="connsiteY2747"/>
                </a:cxn>
                <a:cxn ang="0">
                  <a:pos x="connsiteX2748" y="connsiteY2748"/>
                </a:cxn>
                <a:cxn ang="0">
                  <a:pos x="connsiteX2749" y="connsiteY2749"/>
                </a:cxn>
                <a:cxn ang="0">
                  <a:pos x="connsiteX2750" y="connsiteY2750"/>
                </a:cxn>
                <a:cxn ang="0">
                  <a:pos x="connsiteX2751" y="connsiteY2751"/>
                </a:cxn>
                <a:cxn ang="0">
                  <a:pos x="connsiteX2752" y="connsiteY2752"/>
                </a:cxn>
                <a:cxn ang="0">
                  <a:pos x="connsiteX2753" y="connsiteY2753"/>
                </a:cxn>
                <a:cxn ang="0">
                  <a:pos x="connsiteX2754" y="connsiteY2754"/>
                </a:cxn>
                <a:cxn ang="0">
                  <a:pos x="connsiteX2755" y="connsiteY2755"/>
                </a:cxn>
                <a:cxn ang="0">
                  <a:pos x="connsiteX2756" y="connsiteY2756"/>
                </a:cxn>
                <a:cxn ang="0">
                  <a:pos x="connsiteX2757" y="connsiteY2757"/>
                </a:cxn>
                <a:cxn ang="0">
                  <a:pos x="connsiteX2758" y="connsiteY2758"/>
                </a:cxn>
                <a:cxn ang="0">
                  <a:pos x="connsiteX2759" y="connsiteY2759"/>
                </a:cxn>
                <a:cxn ang="0">
                  <a:pos x="connsiteX2760" y="connsiteY2760"/>
                </a:cxn>
                <a:cxn ang="0">
                  <a:pos x="connsiteX2761" y="connsiteY2761"/>
                </a:cxn>
                <a:cxn ang="0">
                  <a:pos x="connsiteX2762" y="connsiteY2762"/>
                </a:cxn>
                <a:cxn ang="0">
                  <a:pos x="connsiteX2763" y="connsiteY2763"/>
                </a:cxn>
                <a:cxn ang="0">
                  <a:pos x="connsiteX2764" y="connsiteY2764"/>
                </a:cxn>
                <a:cxn ang="0">
                  <a:pos x="connsiteX2765" y="connsiteY2765"/>
                </a:cxn>
                <a:cxn ang="0">
                  <a:pos x="connsiteX2766" y="connsiteY2766"/>
                </a:cxn>
                <a:cxn ang="0">
                  <a:pos x="connsiteX2767" y="connsiteY2767"/>
                </a:cxn>
                <a:cxn ang="0">
                  <a:pos x="connsiteX2768" y="connsiteY2768"/>
                </a:cxn>
                <a:cxn ang="0">
                  <a:pos x="connsiteX2769" y="connsiteY2769"/>
                </a:cxn>
                <a:cxn ang="0">
                  <a:pos x="connsiteX2770" y="connsiteY2770"/>
                </a:cxn>
                <a:cxn ang="0">
                  <a:pos x="connsiteX2771" y="connsiteY2771"/>
                </a:cxn>
                <a:cxn ang="0">
                  <a:pos x="connsiteX2772" y="connsiteY2772"/>
                </a:cxn>
                <a:cxn ang="0">
                  <a:pos x="connsiteX2773" y="connsiteY2773"/>
                </a:cxn>
                <a:cxn ang="0">
                  <a:pos x="connsiteX2774" y="connsiteY2774"/>
                </a:cxn>
                <a:cxn ang="0">
                  <a:pos x="connsiteX2775" y="connsiteY2775"/>
                </a:cxn>
                <a:cxn ang="0">
                  <a:pos x="connsiteX2776" y="connsiteY2776"/>
                </a:cxn>
                <a:cxn ang="0">
                  <a:pos x="connsiteX2777" y="connsiteY2777"/>
                </a:cxn>
                <a:cxn ang="0">
                  <a:pos x="connsiteX2778" y="connsiteY2778"/>
                </a:cxn>
                <a:cxn ang="0">
                  <a:pos x="connsiteX2779" y="connsiteY2779"/>
                </a:cxn>
                <a:cxn ang="0">
                  <a:pos x="connsiteX2780" y="connsiteY2780"/>
                </a:cxn>
                <a:cxn ang="0">
                  <a:pos x="connsiteX2781" y="connsiteY2781"/>
                </a:cxn>
                <a:cxn ang="0">
                  <a:pos x="connsiteX2782" y="connsiteY2782"/>
                </a:cxn>
                <a:cxn ang="0">
                  <a:pos x="connsiteX2783" y="connsiteY2783"/>
                </a:cxn>
                <a:cxn ang="0">
                  <a:pos x="connsiteX2784" y="connsiteY2784"/>
                </a:cxn>
                <a:cxn ang="0">
                  <a:pos x="connsiteX2785" y="connsiteY2785"/>
                </a:cxn>
                <a:cxn ang="0">
                  <a:pos x="connsiteX2786" y="connsiteY2786"/>
                </a:cxn>
                <a:cxn ang="0">
                  <a:pos x="connsiteX2787" y="connsiteY2787"/>
                </a:cxn>
                <a:cxn ang="0">
                  <a:pos x="connsiteX2788" y="connsiteY2788"/>
                </a:cxn>
                <a:cxn ang="0">
                  <a:pos x="connsiteX2789" y="connsiteY2789"/>
                </a:cxn>
                <a:cxn ang="0">
                  <a:pos x="connsiteX2790" y="connsiteY2790"/>
                </a:cxn>
                <a:cxn ang="0">
                  <a:pos x="connsiteX2791" y="connsiteY2791"/>
                </a:cxn>
                <a:cxn ang="0">
                  <a:pos x="connsiteX2792" y="connsiteY2792"/>
                </a:cxn>
                <a:cxn ang="0">
                  <a:pos x="connsiteX2793" y="connsiteY2793"/>
                </a:cxn>
                <a:cxn ang="0">
                  <a:pos x="connsiteX2794" y="connsiteY2794"/>
                </a:cxn>
                <a:cxn ang="0">
                  <a:pos x="connsiteX2795" y="connsiteY2795"/>
                </a:cxn>
              </a:cxnLst>
              <a:rect l="l" t="t" r="r" b="b"/>
              <a:pathLst>
                <a:path w="6386648" h="1849426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30746" name="Freeform: Shape 30745">
              <a:extLst>
                <a:ext uri="{FF2B5EF4-FFF2-40B4-BE49-F238E27FC236}">
                  <a16:creationId xmlns:a16="http://schemas.microsoft.com/office/drawing/2014/main" id="{A4372F7F-AA3C-470B-AA61-7C35B7722C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390523"/>
              <a:ext cx="611491" cy="1421482"/>
            </a:xfrm>
            <a:custGeom>
              <a:avLst/>
              <a:gdLst>
                <a:gd name="connsiteX0" fmla="*/ 0 w 611491"/>
                <a:gd name="connsiteY0" fmla="*/ 0 h 1429512"/>
                <a:gd name="connsiteX1" fmla="*/ 62526 w 611491"/>
                <a:gd name="connsiteY1" fmla="*/ 22473 h 1429512"/>
                <a:gd name="connsiteX2" fmla="*/ 241043 w 611491"/>
                <a:gd name="connsiteY2" fmla="*/ 176817 h 1429512"/>
                <a:gd name="connsiteX3" fmla="*/ 497720 w 611491"/>
                <a:gd name="connsiteY3" fmla="*/ 299929 h 1429512"/>
                <a:gd name="connsiteX4" fmla="*/ 610380 w 611491"/>
                <a:gd name="connsiteY4" fmla="*/ 577513 h 1429512"/>
                <a:gd name="connsiteX5" fmla="*/ 458232 w 611491"/>
                <a:gd name="connsiteY5" fmla="*/ 845805 h 1429512"/>
                <a:gd name="connsiteX6" fmla="*/ 455909 w 611491"/>
                <a:gd name="connsiteY6" fmla="*/ 848128 h 1429512"/>
                <a:gd name="connsiteX7" fmla="*/ 407128 w 611491"/>
                <a:gd name="connsiteY7" fmla="*/ 956142 h 1429512"/>
                <a:gd name="connsiteX8" fmla="*/ 396675 w 611491"/>
                <a:gd name="connsiteY8" fmla="*/ 993308 h 1429512"/>
                <a:gd name="connsiteX9" fmla="*/ 230590 w 611491"/>
                <a:gd name="connsiteY9" fmla="*/ 1283668 h 1429512"/>
                <a:gd name="connsiteX10" fmla="*/ 7730 w 611491"/>
                <a:gd name="connsiteY10" fmla="*/ 1427579 h 1429512"/>
                <a:gd name="connsiteX11" fmla="*/ 0 w 611491"/>
                <a:gd name="connsiteY11" fmla="*/ 1429512 h 1429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1491" h="1429512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30747" name="Freeform: Shape 30746">
              <a:extLst>
                <a:ext uri="{FF2B5EF4-FFF2-40B4-BE49-F238E27FC236}">
                  <a16:creationId xmlns:a16="http://schemas.microsoft.com/office/drawing/2014/main" id="{34B605BF-D199-43DD-9328-E99F2ADFC6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792772" y="0"/>
              <a:ext cx="2423863" cy="1343767"/>
            </a:xfrm>
            <a:custGeom>
              <a:avLst/>
              <a:gdLst>
                <a:gd name="connsiteX0" fmla="*/ 37089 w 3015964"/>
                <a:gd name="connsiteY0" fmla="*/ 0 h 1681468"/>
                <a:gd name="connsiteX1" fmla="*/ 3014022 w 3015964"/>
                <a:gd name="connsiteY1" fmla="*/ 0 h 1681468"/>
                <a:gd name="connsiteX2" fmla="*/ 3015964 w 3015964"/>
                <a:gd name="connsiteY2" fmla="*/ 52718 h 1681468"/>
                <a:gd name="connsiteX3" fmla="*/ 2982682 w 3015964"/>
                <a:gd name="connsiteY3" fmla="*/ 249186 h 1681468"/>
                <a:gd name="connsiteX4" fmla="*/ 1789950 w 3015964"/>
                <a:gd name="connsiteY4" fmla="*/ 1181800 h 1681468"/>
                <a:gd name="connsiteX5" fmla="*/ 1536391 w 3015964"/>
                <a:gd name="connsiteY5" fmla="*/ 1275909 h 1681468"/>
                <a:gd name="connsiteX6" fmla="*/ 1257206 w 3015964"/>
                <a:gd name="connsiteY6" fmla="*/ 1431287 h 1681468"/>
                <a:gd name="connsiteX7" fmla="*/ 990871 w 3015964"/>
                <a:gd name="connsiteY7" fmla="*/ 1669291 h 1681468"/>
                <a:gd name="connsiteX8" fmla="*/ 584900 w 3015964"/>
                <a:gd name="connsiteY8" fmla="*/ 1589975 h 1681468"/>
                <a:gd name="connsiteX9" fmla="*/ 32440 w 3015964"/>
                <a:gd name="connsiteY9" fmla="*/ 985257 h 1681468"/>
                <a:gd name="connsiteX10" fmla="*/ 98094 w 3015964"/>
                <a:gd name="connsiteY10" fmla="*/ 314136 h 1681468"/>
                <a:gd name="connsiteX11" fmla="*/ 37491 w 3015964"/>
                <a:gd name="connsiteY11" fmla="*/ 8555 h 1681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15964" h="1681468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30748" name="Freeform: Shape 30747">
              <a:extLst>
                <a:ext uri="{FF2B5EF4-FFF2-40B4-BE49-F238E27FC236}">
                  <a16:creationId xmlns:a16="http://schemas.microsoft.com/office/drawing/2014/main" id="{E5D42A77-7336-4A35-8922-8098A16AA27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6850" y="0"/>
              <a:ext cx="1242102" cy="2620884"/>
            </a:xfrm>
            <a:custGeom>
              <a:avLst/>
              <a:gdLst>
                <a:gd name="connsiteX0" fmla="*/ 48089 w 1242102"/>
                <a:gd name="connsiteY0" fmla="*/ 0 h 2635689"/>
                <a:gd name="connsiteX1" fmla="*/ 1242102 w 1242102"/>
                <a:gd name="connsiteY1" fmla="*/ 0 h 2635689"/>
                <a:gd name="connsiteX2" fmla="*/ 1242102 w 1242102"/>
                <a:gd name="connsiteY2" fmla="*/ 2546285 h 2635689"/>
                <a:gd name="connsiteX3" fmla="*/ 1169982 w 1242102"/>
                <a:gd name="connsiteY3" fmla="*/ 2578052 h 2635689"/>
                <a:gd name="connsiteX4" fmla="*/ 289259 w 1242102"/>
                <a:gd name="connsiteY4" fmla="*/ 2399682 h 2635689"/>
                <a:gd name="connsiteX5" fmla="*/ 77957 w 1242102"/>
                <a:gd name="connsiteY5" fmla="*/ 900439 h 2635689"/>
                <a:gd name="connsiteX6" fmla="*/ 123236 w 1242102"/>
                <a:gd name="connsiteY6" fmla="*/ 633796 h 2635689"/>
                <a:gd name="connsiteX7" fmla="*/ 128267 w 1242102"/>
                <a:gd name="connsiteY7" fmla="*/ 314326 h 2635689"/>
                <a:gd name="connsiteX8" fmla="*/ 44729 w 1242102"/>
                <a:gd name="connsiteY8" fmla="*/ 16426 h 2635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2102" h="2635689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30749" name="Freeform: Shape 30748">
              <a:extLst>
                <a:ext uri="{FF2B5EF4-FFF2-40B4-BE49-F238E27FC236}">
                  <a16:creationId xmlns:a16="http://schemas.microsoft.com/office/drawing/2014/main" id="{7401EE7D-B85D-4C10-AB8C-71884EFB11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577788" cy="980141"/>
            </a:xfrm>
            <a:custGeom>
              <a:avLst/>
              <a:gdLst>
                <a:gd name="connsiteX0" fmla="*/ 117137 w 1471018"/>
                <a:gd name="connsiteY0" fmla="*/ 759920 h 795676"/>
                <a:gd name="connsiteX1" fmla="*/ 130429 w 1471018"/>
                <a:gd name="connsiteY1" fmla="*/ 768654 h 795676"/>
                <a:gd name="connsiteX2" fmla="*/ 124353 w 1471018"/>
                <a:gd name="connsiteY2" fmla="*/ 792959 h 795676"/>
                <a:gd name="connsiteX3" fmla="*/ 100048 w 1471018"/>
                <a:gd name="connsiteY3" fmla="*/ 786883 h 795676"/>
                <a:gd name="connsiteX4" fmla="*/ 106124 w 1471018"/>
                <a:gd name="connsiteY4" fmla="*/ 762578 h 795676"/>
                <a:gd name="connsiteX5" fmla="*/ 117137 w 1471018"/>
                <a:gd name="connsiteY5" fmla="*/ 759920 h 795676"/>
                <a:gd name="connsiteX6" fmla="*/ 220419 w 1471018"/>
                <a:gd name="connsiteY6" fmla="*/ 753844 h 795676"/>
                <a:gd name="connsiteX7" fmla="*/ 233710 w 1471018"/>
                <a:gd name="connsiteY7" fmla="*/ 762578 h 795676"/>
                <a:gd name="connsiteX8" fmla="*/ 227634 w 1471018"/>
                <a:gd name="connsiteY8" fmla="*/ 786883 h 795676"/>
                <a:gd name="connsiteX9" fmla="*/ 203329 w 1471018"/>
                <a:gd name="connsiteY9" fmla="*/ 780807 h 795676"/>
                <a:gd name="connsiteX10" fmla="*/ 209405 w 1471018"/>
                <a:gd name="connsiteY10" fmla="*/ 756502 h 795676"/>
                <a:gd name="connsiteX11" fmla="*/ 220419 w 1471018"/>
                <a:gd name="connsiteY11" fmla="*/ 753844 h 795676"/>
                <a:gd name="connsiteX12" fmla="*/ 25999 w 1471018"/>
                <a:gd name="connsiteY12" fmla="*/ 741691 h 795676"/>
                <a:gd name="connsiteX13" fmla="*/ 39290 w 1471018"/>
                <a:gd name="connsiteY13" fmla="*/ 750425 h 795676"/>
                <a:gd name="connsiteX14" fmla="*/ 33214 w 1471018"/>
                <a:gd name="connsiteY14" fmla="*/ 774730 h 795676"/>
                <a:gd name="connsiteX15" fmla="*/ 8909 w 1471018"/>
                <a:gd name="connsiteY15" fmla="*/ 768654 h 795676"/>
                <a:gd name="connsiteX16" fmla="*/ 14985 w 1471018"/>
                <a:gd name="connsiteY16" fmla="*/ 744349 h 795676"/>
                <a:gd name="connsiteX17" fmla="*/ 25999 w 1471018"/>
                <a:gd name="connsiteY17" fmla="*/ 741691 h 795676"/>
                <a:gd name="connsiteX18" fmla="*/ 329796 w 1471018"/>
                <a:gd name="connsiteY18" fmla="*/ 735615 h 795676"/>
                <a:gd name="connsiteX19" fmla="*/ 343088 w 1471018"/>
                <a:gd name="connsiteY19" fmla="*/ 744349 h 795676"/>
                <a:gd name="connsiteX20" fmla="*/ 337012 w 1471018"/>
                <a:gd name="connsiteY20" fmla="*/ 768654 h 795676"/>
                <a:gd name="connsiteX21" fmla="*/ 312707 w 1471018"/>
                <a:gd name="connsiteY21" fmla="*/ 762578 h 795676"/>
                <a:gd name="connsiteX22" fmla="*/ 318783 w 1471018"/>
                <a:gd name="connsiteY22" fmla="*/ 738273 h 795676"/>
                <a:gd name="connsiteX23" fmla="*/ 329796 w 1471018"/>
                <a:gd name="connsiteY23" fmla="*/ 735615 h 795676"/>
                <a:gd name="connsiteX24" fmla="*/ 442198 w 1471018"/>
                <a:gd name="connsiteY24" fmla="*/ 702197 h 795676"/>
                <a:gd name="connsiteX25" fmla="*/ 455488 w 1471018"/>
                <a:gd name="connsiteY25" fmla="*/ 710931 h 795676"/>
                <a:gd name="connsiteX26" fmla="*/ 449413 w 1471018"/>
                <a:gd name="connsiteY26" fmla="*/ 735236 h 795676"/>
                <a:gd name="connsiteX27" fmla="*/ 425110 w 1471018"/>
                <a:gd name="connsiteY27" fmla="*/ 729160 h 795676"/>
                <a:gd name="connsiteX28" fmla="*/ 431186 w 1471018"/>
                <a:gd name="connsiteY28" fmla="*/ 704855 h 795676"/>
                <a:gd name="connsiteX29" fmla="*/ 442198 w 1471018"/>
                <a:gd name="connsiteY29" fmla="*/ 702197 h 795676"/>
                <a:gd name="connsiteX30" fmla="*/ 542453 w 1471018"/>
                <a:gd name="connsiteY30" fmla="*/ 668778 h 795676"/>
                <a:gd name="connsiteX31" fmla="*/ 555745 w 1471018"/>
                <a:gd name="connsiteY31" fmla="*/ 677512 h 795676"/>
                <a:gd name="connsiteX32" fmla="*/ 549669 w 1471018"/>
                <a:gd name="connsiteY32" fmla="*/ 701817 h 795676"/>
                <a:gd name="connsiteX33" fmla="*/ 525364 w 1471018"/>
                <a:gd name="connsiteY33" fmla="*/ 695741 h 795676"/>
                <a:gd name="connsiteX34" fmla="*/ 531440 w 1471018"/>
                <a:gd name="connsiteY34" fmla="*/ 671436 h 795676"/>
                <a:gd name="connsiteX35" fmla="*/ 542453 w 1471018"/>
                <a:gd name="connsiteY35" fmla="*/ 668778 h 795676"/>
                <a:gd name="connsiteX36" fmla="*/ 132328 w 1471018"/>
                <a:gd name="connsiteY36" fmla="*/ 650549 h 795676"/>
                <a:gd name="connsiteX37" fmla="*/ 145620 w 1471018"/>
                <a:gd name="connsiteY37" fmla="*/ 659283 h 795676"/>
                <a:gd name="connsiteX38" fmla="*/ 139544 w 1471018"/>
                <a:gd name="connsiteY38" fmla="*/ 683588 h 795676"/>
                <a:gd name="connsiteX39" fmla="*/ 115239 w 1471018"/>
                <a:gd name="connsiteY39" fmla="*/ 677512 h 795676"/>
                <a:gd name="connsiteX40" fmla="*/ 121315 w 1471018"/>
                <a:gd name="connsiteY40" fmla="*/ 653207 h 795676"/>
                <a:gd name="connsiteX41" fmla="*/ 132328 w 1471018"/>
                <a:gd name="connsiteY41" fmla="*/ 650549 h 795676"/>
                <a:gd name="connsiteX42" fmla="*/ 642709 w 1471018"/>
                <a:gd name="connsiteY42" fmla="*/ 641435 h 795676"/>
                <a:gd name="connsiteX43" fmla="*/ 656001 w 1471018"/>
                <a:gd name="connsiteY43" fmla="*/ 650169 h 795676"/>
                <a:gd name="connsiteX44" fmla="*/ 649925 w 1471018"/>
                <a:gd name="connsiteY44" fmla="*/ 674474 h 795676"/>
                <a:gd name="connsiteX45" fmla="*/ 625620 w 1471018"/>
                <a:gd name="connsiteY45" fmla="*/ 668398 h 795676"/>
                <a:gd name="connsiteX46" fmla="*/ 631696 w 1471018"/>
                <a:gd name="connsiteY46" fmla="*/ 644093 h 795676"/>
                <a:gd name="connsiteX47" fmla="*/ 642709 w 1471018"/>
                <a:gd name="connsiteY47" fmla="*/ 641435 h 795676"/>
                <a:gd name="connsiteX48" fmla="*/ 235618 w 1471018"/>
                <a:gd name="connsiteY48" fmla="*/ 641435 h 795676"/>
                <a:gd name="connsiteX49" fmla="*/ 248910 w 1471018"/>
                <a:gd name="connsiteY49" fmla="*/ 650169 h 795676"/>
                <a:gd name="connsiteX50" fmla="*/ 242833 w 1471018"/>
                <a:gd name="connsiteY50" fmla="*/ 674474 h 795676"/>
                <a:gd name="connsiteX51" fmla="*/ 218529 w 1471018"/>
                <a:gd name="connsiteY51" fmla="*/ 668398 h 795676"/>
                <a:gd name="connsiteX52" fmla="*/ 224605 w 1471018"/>
                <a:gd name="connsiteY52" fmla="*/ 644093 h 795676"/>
                <a:gd name="connsiteX53" fmla="*/ 235618 w 1471018"/>
                <a:gd name="connsiteY53" fmla="*/ 641435 h 795676"/>
                <a:gd name="connsiteX54" fmla="*/ 338904 w 1471018"/>
                <a:gd name="connsiteY54" fmla="*/ 629283 h 795676"/>
                <a:gd name="connsiteX55" fmla="*/ 352196 w 1471018"/>
                <a:gd name="connsiteY55" fmla="*/ 638017 h 795676"/>
                <a:gd name="connsiteX56" fmla="*/ 346120 w 1471018"/>
                <a:gd name="connsiteY56" fmla="*/ 662322 h 795676"/>
                <a:gd name="connsiteX57" fmla="*/ 321815 w 1471018"/>
                <a:gd name="connsiteY57" fmla="*/ 656246 h 795676"/>
                <a:gd name="connsiteX58" fmla="*/ 327891 w 1471018"/>
                <a:gd name="connsiteY58" fmla="*/ 631941 h 795676"/>
                <a:gd name="connsiteX59" fmla="*/ 338904 w 1471018"/>
                <a:gd name="connsiteY59" fmla="*/ 629283 h 795676"/>
                <a:gd name="connsiteX60" fmla="*/ 32070 w 1471018"/>
                <a:gd name="connsiteY60" fmla="*/ 601940 h 795676"/>
                <a:gd name="connsiteX61" fmla="*/ 45361 w 1471018"/>
                <a:gd name="connsiteY61" fmla="*/ 610674 h 795676"/>
                <a:gd name="connsiteX62" fmla="*/ 39285 w 1471018"/>
                <a:gd name="connsiteY62" fmla="*/ 634979 h 795676"/>
                <a:gd name="connsiteX63" fmla="*/ 14981 w 1471018"/>
                <a:gd name="connsiteY63" fmla="*/ 628903 h 795676"/>
                <a:gd name="connsiteX64" fmla="*/ 21056 w 1471018"/>
                <a:gd name="connsiteY64" fmla="*/ 604598 h 795676"/>
                <a:gd name="connsiteX65" fmla="*/ 32070 w 1471018"/>
                <a:gd name="connsiteY65" fmla="*/ 601940 h 795676"/>
                <a:gd name="connsiteX66" fmla="*/ 752079 w 1471018"/>
                <a:gd name="connsiteY66" fmla="*/ 586750 h 795676"/>
                <a:gd name="connsiteX67" fmla="*/ 765371 w 1471018"/>
                <a:gd name="connsiteY67" fmla="*/ 595484 h 795676"/>
                <a:gd name="connsiteX68" fmla="*/ 759295 w 1471018"/>
                <a:gd name="connsiteY68" fmla="*/ 619789 h 795676"/>
                <a:gd name="connsiteX69" fmla="*/ 734990 w 1471018"/>
                <a:gd name="connsiteY69" fmla="*/ 613713 h 795676"/>
                <a:gd name="connsiteX70" fmla="*/ 741066 w 1471018"/>
                <a:gd name="connsiteY70" fmla="*/ 589408 h 795676"/>
                <a:gd name="connsiteX71" fmla="*/ 752079 w 1471018"/>
                <a:gd name="connsiteY71" fmla="*/ 586750 h 795676"/>
                <a:gd name="connsiteX72" fmla="*/ 436123 w 1471018"/>
                <a:gd name="connsiteY72" fmla="*/ 583712 h 795676"/>
                <a:gd name="connsiteX73" fmla="*/ 449413 w 1471018"/>
                <a:gd name="connsiteY73" fmla="*/ 592446 h 795676"/>
                <a:gd name="connsiteX74" fmla="*/ 443339 w 1471018"/>
                <a:gd name="connsiteY74" fmla="*/ 616751 h 795676"/>
                <a:gd name="connsiteX75" fmla="*/ 419039 w 1471018"/>
                <a:gd name="connsiteY75" fmla="*/ 610675 h 795676"/>
                <a:gd name="connsiteX76" fmla="*/ 425114 w 1471018"/>
                <a:gd name="connsiteY76" fmla="*/ 586370 h 795676"/>
                <a:gd name="connsiteX77" fmla="*/ 436123 w 1471018"/>
                <a:gd name="connsiteY77" fmla="*/ 583712 h 795676"/>
                <a:gd name="connsiteX78" fmla="*/ 548529 w 1471018"/>
                <a:gd name="connsiteY78" fmla="*/ 556370 h 795676"/>
                <a:gd name="connsiteX79" fmla="*/ 561821 w 1471018"/>
                <a:gd name="connsiteY79" fmla="*/ 565104 h 795676"/>
                <a:gd name="connsiteX80" fmla="*/ 555745 w 1471018"/>
                <a:gd name="connsiteY80" fmla="*/ 589409 h 795676"/>
                <a:gd name="connsiteX81" fmla="*/ 531440 w 1471018"/>
                <a:gd name="connsiteY81" fmla="*/ 583333 h 795676"/>
                <a:gd name="connsiteX82" fmla="*/ 537516 w 1471018"/>
                <a:gd name="connsiteY82" fmla="*/ 559028 h 795676"/>
                <a:gd name="connsiteX83" fmla="*/ 548529 w 1471018"/>
                <a:gd name="connsiteY83" fmla="*/ 556370 h 795676"/>
                <a:gd name="connsiteX84" fmla="*/ 852335 w 1471018"/>
                <a:gd name="connsiteY84" fmla="*/ 550293 h 795676"/>
                <a:gd name="connsiteX85" fmla="*/ 865627 w 1471018"/>
                <a:gd name="connsiteY85" fmla="*/ 559027 h 795676"/>
                <a:gd name="connsiteX86" fmla="*/ 859551 w 1471018"/>
                <a:gd name="connsiteY86" fmla="*/ 583332 h 795676"/>
                <a:gd name="connsiteX87" fmla="*/ 835246 w 1471018"/>
                <a:gd name="connsiteY87" fmla="*/ 577256 h 795676"/>
                <a:gd name="connsiteX88" fmla="*/ 841322 w 1471018"/>
                <a:gd name="connsiteY88" fmla="*/ 552951 h 795676"/>
                <a:gd name="connsiteX89" fmla="*/ 852335 w 1471018"/>
                <a:gd name="connsiteY89" fmla="*/ 550293 h 795676"/>
                <a:gd name="connsiteX90" fmla="*/ 667013 w 1471018"/>
                <a:gd name="connsiteY90" fmla="*/ 532065 h 795676"/>
                <a:gd name="connsiteX91" fmla="*/ 680305 w 1471018"/>
                <a:gd name="connsiteY91" fmla="*/ 540799 h 795676"/>
                <a:gd name="connsiteX92" fmla="*/ 674229 w 1471018"/>
                <a:gd name="connsiteY92" fmla="*/ 565104 h 795676"/>
                <a:gd name="connsiteX93" fmla="*/ 649924 w 1471018"/>
                <a:gd name="connsiteY93" fmla="*/ 559028 h 795676"/>
                <a:gd name="connsiteX94" fmla="*/ 656000 w 1471018"/>
                <a:gd name="connsiteY94" fmla="*/ 534723 h 795676"/>
                <a:gd name="connsiteX95" fmla="*/ 667013 w 1471018"/>
                <a:gd name="connsiteY95" fmla="*/ 532065 h 795676"/>
                <a:gd name="connsiteX96" fmla="*/ 126251 w 1471018"/>
                <a:gd name="connsiteY96" fmla="*/ 532065 h 795676"/>
                <a:gd name="connsiteX97" fmla="*/ 139543 w 1471018"/>
                <a:gd name="connsiteY97" fmla="*/ 540799 h 795676"/>
                <a:gd name="connsiteX98" fmla="*/ 133467 w 1471018"/>
                <a:gd name="connsiteY98" fmla="*/ 565104 h 795676"/>
                <a:gd name="connsiteX99" fmla="*/ 109162 w 1471018"/>
                <a:gd name="connsiteY99" fmla="*/ 559028 h 795676"/>
                <a:gd name="connsiteX100" fmla="*/ 115238 w 1471018"/>
                <a:gd name="connsiteY100" fmla="*/ 534723 h 795676"/>
                <a:gd name="connsiteX101" fmla="*/ 126251 w 1471018"/>
                <a:gd name="connsiteY101" fmla="*/ 532065 h 795676"/>
                <a:gd name="connsiteX102" fmla="*/ 226503 w 1471018"/>
                <a:gd name="connsiteY102" fmla="*/ 529027 h 795676"/>
                <a:gd name="connsiteX103" fmla="*/ 239794 w 1471018"/>
                <a:gd name="connsiteY103" fmla="*/ 537761 h 795676"/>
                <a:gd name="connsiteX104" fmla="*/ 233718 w 1471018"/>
                <a:gd name="connsiteY104" fmla="*/ 562066 h 795676"/>
                <a:gd name="connsiteX105" fmla="*/ 209414 w 1471018"/>
                <a:gd name="connsiteY105" fmla="*/ 555990 h 795676"/>
                <a:gd name="connsiteX106" fmla="*/ 215490 w 1471018"/>
                <a:gd name="connsiteY106" fmla="*/ 531685 h 795676"/>
                <a:gd name="connsiteX107" fmla="*/ 226503 w 1471018"/>
                <a:gd name="connsiteY107" fmla="*/ 529027 h 795676"/>
                <a:gd name="connsiteX108" fmla="*/ 332836 w 1471018"/>
                <a:gd name="connsiteY108" fmla="*/ 519913 h 795676"/>
                <a:gd name="connsiteX109" fmla="*/ 346128 w 1471018"/>
                <a:gd name="connsiteY109" fmla="*/ 528647 h 795676"/>
                <a:gd name="connsiteX110" fmla="*/ 340052 w 1471018"/>
                <a:gd name="connsiteY110" fmla="*/ 552952 h 795676"/>
                <a:gd name="connsiteX111" fmla="*/ 315748 w 1471018"/>
                <a:gd name="connsiteY111" fmla="*/ 546876 h 795676"/>
                <a:gd name="connsiteX112" fmla="*/ 321823 w 1471018"/>
                <a:gd name="connsiteY112" fmla="*/ 522571 h 795676"/>
                <a:gd name="connsiteX113" fmla="*/ 332836 w 1471018"/>
                <a:gd name="connsiteY113" fmla="*/ 519913 h 795676"/>
                <a:gd name="connsiteX114" fmla="*/ 7768 w 1471018"/>
                <a:gd name="connsiteY114" fmla="*/ 507761 h 795676"/>
                <a:gd name="connsiteX115" fmla="*/ 21060 w 1471018"/>
                <a:gd name="connsiteY115" fmla="*/ 516495 h 795676"/>
                <a:gd name="connsiteX116" fmla="*/ 14984 w 1471018"/>
                <a:gd name="connsiteY116" fmla="*/ 540800 h 795676"/>
                <a:gd name="connsiteX117" fmla="*/ 2831 w 1471018"/>
                <a:gd name="connsiteY117" fmla="*/ 543458 h 795676"/>
                <a:gd name="connsiteX118" fmla="*/ 0 w 1471018"/>
                <a:gd name="connsiteY118" fmla="*/ 541423 h 795676"/>
                <a:gd name="connsiteX119" fmla="*/ 0 w 1471018"/>
                <a:gd name="connsiteY119" fmla="*/ 509636 h 795676"/>
                <a:gd name="connsiteX120" fmla="*/ 946515 w 1471018"/>
                <a:gd name="connsiteY120" fmla="*/ 486494 h 795676"/>
                <a:gd name="connsiteX121" fmla="*/ 959807 w 1471018"/>
                <a:gd name="connsiteY121" fmla="*/ 495228 h 795676"/>
                <a:gd name="connsiteX122" fmla="*/ 953731 w 1471018"/>
                <a:gd name="connsiteY122" fmla="*/ 519533 h 795676"/>
                <a:gd name="connsiteX123" fmla="*/ 929426 w 1471018"/>
                <a:gd name="connsiteY123" fmla="*/ 513457 h 795676"/>
                <a:gd name="connsiteX124" fmla="*/ 935502 w 1471018"/>
                <a:gd name="connsiteY124" fmla="*/ 489152 h 795676"/>
                <a:gd name="connsiteX125" fmla="*/ 946515 w 1471018"/>
                <a:gd name="connsiteY125" fmla="*/ 486494 h 795676"/>
                <a:gd name="connsiteX126" fmla="*/ 457386 w 1471018"/>
                <a:gd name="connsiteY126" fmla="*/ 483456 h 795676"/>
                <a:gd name="connsiteX127" fmla="*/ 470679 w 1471018"/>
                <a:gd name="connsiteY127" fmla="*/ 492190 h 795676"/>
                <a:gd name="connsiteX128" fmla="*/ 464601 w 1471018"/>
                <a:gd name="connsiteY128" fmla="*/ 516495 h 795676"/>
                <a:gd name="connsiteX129" fmla="*/ 440300 w 1471018"/>
                <a:gd name="connsiteY129" fmla="*/ 510419 h 795676"/>
                <a:gd name="connsiteX130" fmla="*/ 446374 w 1471018"/>
                <a:gd name="connsiteY130" fmla="*/ 486114 h 795676"/>
                <a:gd name="connsiteX131" fmla="*/ 457386 w 1471018"/>
                <a:gd name="connsiteY131" fmla="*/ 483456 h 795676"/>
                <a:gd name="connsiteX132" fmla="*/ 821954 w 1471018"/>
                <a:gd name="connsiteY132" fmla="*/ 456114 h 795676"/>
                <a:gd name="connsiteX133" fmla="*/ 835246 w 1471018"/>
                <a:gd name="connsiteY133" fmla="*/ 464848 h 795676"/>
                <a:gd name="connsiteX134" fmla="*/ 829170 w 1471018"/>
                <a:gd name="connsiteY134" fmla="*/ 489153 h 795676"/>
                <a:gd name="connsiteX135" fmla="*/ 804865 w 1471018"/>
                <a:gd name="connsiteY135" fmla="*/ 483077 h 795676"/>
                <a:gd name="connsiteX136" fmla="*/ 810941 w 1471018"/>
                <a:gd name="connsiteY136" fmla="*/ 458772 h 795676"/>
                <a:gd name="connsiteX137" fmla="*/ 821954 w 1471018"/>
                <a:gd name="connsiteY137" fmla="*/ 456114 h 795676"/>
                <a:gd name="connsiteX138" fmla="*/ 584986 w 1471018"/>
                <a:gd name="connsiteY138" fmla="*/ 456114 h 795676"/>
                <a:gd name="connsiteX139" fmla="*/ 598278 w 1471018"/>
                <a:gd name="connsiteY139" fmla="*/ 464848 h 795676"/>
                <a:gd name="connsiteX140" fmla="*/ 592202 w 1471018"/>
                <a:gd name="connsiteY140" fmla="*/ 489153 h 795676"/>
                <a:gd name="connsiteX141" fmla="*/ 567897 w 1471018"/>
                <a:gd name="connsiteY141" fmla="*/ 483077 h 795676"/>
                <a:gd name="connsiteX142" fmla="*/ 573973 w 1471018"/>
                <a:gd name="connsiteY142" fmla="*/ 458772 h 795676"/>
                <a:gd name="connsiteX143" fmla="*/ 584986 w 1471018"/>
                <a:gd name="connsiteY143" fmla="*/ 456114 h 795676"/>
                <a:gd name="connsiteX144" fmla="*/ 718660 w 1471018"/>
                <a:gd name="connsiteY144" fmla="*/ 443961 h 795676"/>
                <a:gd name="connsiteX145" fmla="*/ 731952 w 1471018"/>
                <a:gd name="connsiteY145" fmla="*/ 452695 h 795676"/>
                <a:gd name="connsiteX146" fmla="*/ 725876 w 1471018"/>
                <a:gd name="connsiteY146" fmla="*/ 477000 h 795676"/>
                <a:gd name="connsiteX147" fmla="*/ 701571 w 1471018"/>
                <a:gd name="connsiteY147" fmla="*/ 470924 h 795676"/>
                <a:gd name="connsiteX148" fmla="*/ 707647 w 1471018"/>
                <a:gd name="connsiteY148" fmla="*/ 446619 h 795676"/>
                <a:gd name="connsiteX149" fmla="*/ 718660 w 1471018"/>
                <a:gd name="connsiteY149" fmla="*/ 443961 h 795676"/>
                <a:gd name="connsiteX150" fmla="*/ 1016390 w 1471018"/>
                <a:gd name="connsiteY150" fmla="*/ 425733 h 795676"/>
                <a:gd name="connsiteX151" fmla="*/ 1029681 w 1471018"/>
                <a:gd name="connsiteY151" fmla="*/ 434467 h 795676"/>
                <a:gd name="connsiteX152" fmla="*/ 1023605 w 1471018"/>
                <a:gd name="connsiteY152" fmla="*/ 458772 h 795676"/>
                <a:gd name="connsiteX153" fmla="*/ 999301 w 1471018"/>
                <a:gd name="connsiteY153" fmla="*/ 452696 h 795676"/>
                <a:gd name="connsiteX154" fmla="*/ 1005377 w 1471018"/>
                <a:gd name="connsiteY154" fmla="*/ 428391 h 795676"/>
                <a:gd name="connsiteX155" fmla="*/ 1016390 w 1471018"/>
                <a:gd name="connsiteY155" fmla="*/ 425733 h 795676"/>
                <a:gd name="connsiteX156" fmla="*/ 250806 w 1471018"/>
                <a:gd name="connsiteY156" fmla="*/ 416619 h 795676"/>
                <a:gd name="connsiteX157" fmla="*/ 264098 w 1471018"/>
                <a:gd name="connsiteY157" fmla="*/ 425353 h 795676"/>
                <a:gd name="connsiteX158" fmla="*/ 258022 w 1471018"/>
                <a:gd name="connsiteY158" fmla="*/ 449658 h 795676"/>
                <a:gd name="connsiteX159" fmla="*/ 233717 w 1471018"/>
                <a:gd name="connsiteY159" fmla="*/ 443582 h 795676"/>
                <a:gd name="connsiteX160" fmla="*/ 239793 w 1471018"/>
                <a:gd name="connsiteY160" fmla="*/ 419277 h 795676"/>
                <a:gd name="connsiteX161" fmla="*/ 250806 w 1471018"/>
                <a:gd name="connsiteY161" fmla="*/ 416619 h 795676"/>
                <a:gd name="connsiteX162" fmla="*/ 144467 w 1471018"/>
                <a:gd name="connsiteY162" fmla="*/ 416619 h 795676"/>
                <a:gd name="connsiteX163" fmla="*/ 157759 w 1471018"/>
                <a:gd name="connsiteY163" fmla="*/ 425353 h 795676"/>
                <a:gd name="connsiteX164" fmla="*/ 151683 w 1471018"/>
                <a:gd name="connsiteY164" fmla="*/ 449658 h 795676"/>
                <a:gd name="connsiteX165" fmla="*/ 127378 w 1471018"/>
                <a:gd name="connsiteY165" fmla="*/ 443582 h 795676"/>
                <a:gd name="connsiteX166" fmla="*/ 133454 w 1471018"/>
                <a:gd name="connsiteY166" fmla="*/ 419277 h 795676"/>
                <a:gd name="connsiteX167" fmla="*/ 144467 w 1471018"/>
                <a:gd name="connsiteY167" fmla="*/ 416619 h 795676"/>
                <a:gd name="connsiteX168" fmla="*/ 29033 w 1471018"/>
                <a:gd name="connsiteY168" fmla="*/ 416619 h 795676"/>
                <a:gd name="connsiteX169" fmla="*/ 42324 w 1471018"/>
                <a:gd name="connsiteY169" fmla="*/ 425353 h 795676"/>
                <a:gd name="connsiteX170" fmla="*/ 36248 w 1471018"/>
                <a:gd name="connsiteY170" fmla="*/ 449658 h 795676"/>
                <a:gd name="connsiteX171" fmla="*/ 11944 w 1471018"/>
                <a:gd name="connsiteY171" fmla="*/ 443582 h 795676"/>
                <a:gd name="connsiteX172" fmla="*/ 18020 w 1471018"/>
                <a:gd name="connsiteY172" fmla="*/ 419277 h 795676"/>
                <a:gd name="connsiteX173" fmla="*/ 29033 w 1471018"/>
                <a:gd name="connsiteY173" fmla="*/ 416619 h 795676"/>
                <a:gd name="connsiteX174" fmla="*/ 360172 w 1471018"/>
                <a:gd name="connsiteY174" fmla="*/ 410543 h 795676"/>
                <a:gd name="connsiteX175" fmla="*/ 373464 w 1471018"/>
                <a:gd name="connsiteY175" fmla="*/ 419277 h 795676"/>
                <a:gd name="connsiteX176" fmla="*/ 367388 w 1471018"/>
                <a:gd name="connsiteY176" fmla="*/ 443582 h 795676"/>
                <a:gd name="connsiteX177" fmla="*/ 343083 w 1471018"/>
                <a:gd name="connsiteY177" fmla="*/ 437506 h 795676"/>
                <a:gd name="connsiteX178" fmla="*/ 349159 w 1471018"/>
                <a:gd name="connsiteY178" fmla="*/ 413201 h 795676"/>
                <a:gd name="connsiteX179" fmla="*/ 360172 w 1471018"/>
                <a:gd name="connsiteY179" fmla="*/ 410543 h 795676"/>
                <a:gd name="connsiteX180" fmla="*/ 1110570 w 1471018"/>
                <a:gd name="connsiteY180" fmla="*/ 389276 h 795676"/>
                <a:gd name="connsiteX181" fmla="*/ 1123862 w 1471018"/>
                <a:gd name="connsiteY181" fmla="*/ 398010 h 795676"/>
                <a:gd name="connsiteX182" fmla="*/ 1117786 w 1471018"/>
                <a:gd name="connsiteY182" fmla="*/ 422315 h 795676"/>
                <a:gd name="connsiteX183" fmla="*/ 1093481 w 1471018"/>
                <a:gd name="connsiteY183" fmla="*/ 416239 h 795676"/>
                <a:gd name="connsiteX184" fmla="*/ 1099557 w 1471018"/>
                <a:gd name="connsiteY184" fmla="*/ 391934 h 795676"/>
                <a:gd name="connsiteX185" fmla="*/ 1110570 w 1471018"/>
                <a:gd name="connsiteY185" fmla="*/ 389276 h 795676"/>
                <a:gd name="connsiteX186" fmla="*/ 490806 w 1471018"/>
                <a:gd name="connsiteY186" fmla="*/ 383200 h 795676"/>
                <a:gd name="connsiteX187" fmla="*/ 504098 w 1471018"/>
                <a:gd name="connsiteY187" fmla="*/ 391934 h 795676"/>
                <a:gd name="connsiteX188" fmla="*/ 498022 w 1471018"/>
                <a:gd name="connsiteY188" fmla="*/ 416239 h 795676"/>
                <a:gd name="connsiteX189" fmla="*/ 473717 w 1471018"/>
                <a:gd name="connsiteY189" fmla="*/ 410163 h 795676"/>
                <a:gd name="connsiteX190" fmla="*/ 479793 w 1471018"/>
                <a:gd name="connsiteY190" fmla="*/ 385858 h 795676"/>
                <a:gd name="connsiteX191" fmla="*/ 490806 w 1471018"/>
                <a:gd name="connsiteY191" fmla="*/ 383200 h 795676"/>
                <a:gd name="connsiteX192" fmla="*/ 900944 w 1471018"/>
                <a:gd name="connsiteY192" fmla="*/ 380162 h 795676"/>
                <a:gd name="connsiteX193" fmla="*/ 914236 w 1471018"/>
                <a:gd name="connsiteY193" fmla="*/ 388896 h 795676"/>
                <a:gd name="connsiteX194" fmla="*/ 908160 w 1471018"/>
                <a:gd name="connsiteY194" fmla="*/ 413201 h 795676"/>
                <a:gd name="connsiteX195" fmla="*/ 883855 w 1471018"/>
                <a:gd name="connsiteY195" fmla="*/ 407125 h 795676"/>
                <a:gd name="connsiteX196" fmla="*/ 889931 w 1471018"/>
                <a:gd name="connsiteY196" fmla="*/ 382820 h 795676"/>
                <a:gd name="connsiteX197" fmla="*/ 900944 w 1471018"/>
                <a:gd name="connsiteY197" fmla="*/ 380162 h 795676"/>
                <a:gd name="connsiteX198" fmla="*/ 618404 w 1471018"/>
                <a:gd name="connsiteY198" fmla="*/ 361934 h 795676"/>
                <a:gd name="connsiteX199" fmla="*/ 631696 w 1471018"/>
                <a:gd name="connsiteY199" fmla="*/ 370668 h 795676"/>
                <a:gd name="connsiteX200" fmla="*/ 625620 w 1471018"/>
                <a:gd name="connsiteY200" fmla="*/ 394973 h 795676"/>
                <a:gd name="connsiteX201" fmla="*/ 601315 w 1471018"/>
                <a:gd name="connsiteY201" fmla="*/ 388897 h 795676"/>
                <a:gd name="connsiteX202" fmla="*/ 607391 w 1471018"/>
                <a:gd name="connsiteY202" fmla="*/ 364592 h 795676"/>
                <a:gd name="connsiteX203" fmla="*/ 618404 w 1471018"/>
                <a:gd name="connsiteY203" fmla="*/ 361934 h 795676"/>
                <a:gd name="connsiteX204" fmla="*/ 749041 w 1471018"/>
                <a:gd name="connsiteY204" fmla="*/ 355858 h 795676"/>
                <a:gd name="connsiteX205" fmla="*/ 762333 w 1471018"/>
                <a:gd name="connsiteY205" fmla="*/ 364592 h 795676"/>
                <a:gd name="connsiteX206" fmla="*/ 756257 w 1471018"/>
                <a:gd name="connsiteY206" fmla="*/ 388897 h 795676"/>
                <a:gd name="connsiteX207" fmla="*/ 731952 w 1471018"/>
                <a:gd name="connsiteY207" fmla="*/ 382821 h 795676"/>
                <a:gd name="connsiteX208" fmla="*/ 738028 w 1471018"/>
                <a:gd name="connsiteY208" fmla="*/ 358516 h 795676"/>
                <a:gd name="connsiteX209" fmla="*/ 749041 w 1471018"/>
                <a:gd name="connsiteY209" fmla="*/ 355858 h 795676"/>
                <a:gd name="connsiteX210" fmla="*/ 10801 w 1471018"/>
                <a:gd name="connsiteY210" fmla="*/ 334591 h 795676"/>
                <a:gd name="connsiteX211" fmla="*/ 24093 w 1471018"/>
                <a:gd name="connsiteY211" fmla="*/ 343325 h 795676"/>
                <a:gd name="connsiteX212" fmla="*/ 18017 w 1471018"/>
                <a:gd name="connsiteY212" fmla="*/ 367630 h 795676"/>
                <a:gd name="connsiteX213" fmla="*/ 5865 w 1471018"/>
                <a:gd name="connsiteY213" fmla="*/ 370288 h 795676"/>
                <a:gd name="connsiteX214" fmla="*/ 0 w 1471018"/>
                <a:gd name="connsiteY214" fmla="*/ 366073 h 795676"/>
                <a:gd name="connsiteX215" fmla="*/ 0 w 1471018"/>
                <a:gd name="connsiteY215" fmla="*/ 337198 h 795676"/>
                <a:gd name="connsiteX216" fmla="*/ 1213864 w 1471018"/>
                <a:gd name="connsiteY216" fmla="*/ 313325 h 795676"/>
                <a:gd name="connsiteX217" fmla="*/ 1227156 w 1471018"/>
                <a:gd name="connsiteY217" fmla="*/ 322059 h 795676"/>
                <a:gd name="connsiteX218" fmla="*/ 1221080 w 1471018"/>
                <a:gd name="connsiteY218" fmla="*/ 346364 h 795676"/>
                <a:gd name="connsiteX219" fmla="*/ 1196775 w 1471018"/>
                <a:gd name="connsiteY219" fmla="*/ 340288 h 795676"/>
                <a:gd name="connsiteX220" fmla="*/ 1202851 w 1471018"/>
                <a:gd name="connsiteY220" fmla="*/ 315983 h 795676"/>
                <a:gd name="connsiteX221" fmla="*/ 1213864 w 1471018"/>
                <a:gd name="connsiteY221" fmla="*/ 313325 h 795676"/>
                <a:gd name="connsiteX222" fmla="*/ 211313 w 1471018"/>
                <a:gd name="connsiteY222" fmla="*/ 313325 h 795676"/>
                <a:gd name="connsiteX223" fmla="*/ 224605 w 1471018"/>
                <a:gd name="connsiteY223" fmla="*/ 322059 h 795676"/>
                <a:gd name="connsiteX224" fmla="*/ 218529 w 1471018"/>
                <a:gd name="connsiteY224" fmla="*/ 346364 h 795676"/>
                <a:gd name="connsiteX225" fmla="*/ 194224 w 1471018"/>
                <a:gd name="connsiteY225" fmla="*/ 340288 h 795676"/>
                <a:gd name="connsiteX226" fmla="*/ 200300 w 1471018"/>
                <a:gd name="connsiteY226" fmla="*/ 315983 h 795676"/>
                <a:gd name="connsiteX227" fmla="*/ 211313 w 1471018"/>
                <a:gd name="connsiteY227" fmla="*/ 313325 h 795676"/>
                <a:gd name="connsiteX228" fmla="*/ 314600 w 1471018"/>
                <a:gd name="connsiteY228" fmla="*/ 301172 h 795676"/>
                <a:gd name="connsiteX229" fmla="*/ 327892 w 1471018"/>
                <a:gd name="connsiteY229" fmla="*/ 309906 h 795676"/>
                <a:gd name="connsiteX230" fmla="*/ 321816 w 1471018"/>
                <a:gd name="connsiteY230" fmla="*/ 334211 h 795676"/>
                <a:gd name="connsiteX231" fmla="*/ 297511 w 1471018"/>
                <a:gd name="connsiteY231" fmla="*/ 328135 h 795676"/>
                <a:gd name="connsiteX232" fmla="*/ 303587 w 1471018"/>
                <a:gd name="connsiteY232" fmla="*/ 303830 h 795676"/>
                <a:gd name="connsiteX233" fmla="*/ 314600 w 1471018"/>
                <a:gd name="connsiteY233" fmla="*/ 301172 h 795676"/>
                <a:gd name="connsiteX234" fmla="*/ 982972 w 1471018"/>
                <a:gd name="connsiteY234" fmla="*/ 298134 h 795676"/>
                <a:gd name="connsiteX235" fmla="*/ 996264 w 1471018"/>
                <a:gd name="connsiteY235" fmla="*/ 306868 h 795676"/>
                <a:gd name="connsiteX236" fmla="*/ 990188 w 1471018"/>
                <a:gd name="connsiteY236" fmla="*/ 331173 h 795676"/>
                <a:gd name="connsiteX237" fmla="*/ 965883 w 1471018"/>
                <a:gd name="connsiteY237" fmla="*/ 325097 h 795676"/>
                <a:gd name="connsiteX238" fmla="*/ 971959 w 1471018"/>
                <a:gd name="connsiteY238" fmla="*/ 300792 h 795676"/>
                <a:gd name="connsiteX239" fmla="*/ 982972 w 1471018"/>
                <a:gd name="connsiteY239" fmla="*/ 298134 h 795676"/>
                <a:gd name="connsiteX240" fmla="*/ 417898 w 1471018"/>
                <a:gd name="connsiteY240" fmla="*/ 298134 h 795676"/>
                <a:gd name="connsiteX241" fmla="*/ 431187 w 1471018"/>
                <a:gd name="connsiteY241" fmla="*/ 306868 h 795676"/>
                <a:gd name="connsiteX242" fmla="*/ 425112 w 1471018"/>
                <a:gd name="connsiteY242" fmla="*/ 331173 h 795676"/>
                <a:gd name="connsiteX243" fmla="*/ 400806 w 1471018"/>
                <a:gd name="connsiteY243" fmla="*/ 325097 h 795676"/>
                <a:gd name="connsiteX244" fmla="*/ 406884 w 1471018"/>
                <a:gd name="connsiteY244" fmla="*/ 300792 h 795676"/>
                <a:gd name="connsiteX245" fmla="*/ 417898 w 1471018"/>
                <a:gd name="connsiteY245" fmla="*/ 298134 h 795676"/>
                <a:gd name="connsiteX246" fmla="*/ 858411 w 1471018"/>
                <a:gd name="connsiteY246" fmla="*/ 295096 h 795676"/>
                <a:gd name="connsiteX247" fmla="*/ 871703 w 1471018"/>
                <a:gd name="connsiteY247" fmla="*/ 303830 h 795676"/>
                <a:gd name="connsiteX248" fmla="*/ 865627 w 1471018"/>
                <a:gd name="connsiteY248" fmla="*/ 328135 h 795676"/>
                <a:gd name="connsiteX249" fmla="*/ 841322 w 1471018"/>
                <a:gd name="connsiteY249" fmla="*/ 322059 h 795676"/>
                <a:gd name="connsiteX250" fmla="*/ 847398 w 1471018"/>
                <a:gd name="connsiteY250" fmla="*/ 297754 h 795676"/>
                <a:gd name="connsiteX251" fmla="*/ 858411 w 1471018"/>
                <a:gd name="connsiteY251" fmla="*/ 295096 h 795676"/>
                <a:gd name="connsiteX252" fmla="*/ 1095380 w 1471018"/>
                <a:gd name="connsiteY252" fmla="*/ 292058 h 795676"/>
                <a:gd name="connsiteX253" fmla="*/ 1108672 w 1471018"/>
                <a:gd name="connsiteY253" fmla="*/ 300792 h 795676"/>
                <a:gd name="connsiteX254" fmla="*/ 1102596 w 1471018"/>
                <a:gd name="connsiteY254" fmla="*/ 325097 h 795676"/>
                <a:gd name="connsiteX255" fmla="*/ 1078291 w 1471018"/>
                <a:gd name="connsiteY255" fmla="*/ 319021 h 795676"/>
                <a:gd name="connsiteX256" fmla="*/ 1084367 w 1471018"/>
                <a:gd name="connsiteY256" fmla="*/ 294716 h 795676"/>
                <a:gd name="connsiteX257" fmla="*/ 1095380 w 1471018"/>
                <a:gd name="connsiteY257" fmla="*/ 292058 h 795676"/>
                <a:gd name="connsiteX258" fmla="*/ 108024 w 1471018"/>
                <a:gd name="connsiteY258" fmla="*/ 289020 h 795676"/>
                <a:gd name="connsiteX259" fmla="*/ 121316 w 1471018"/>
                <a:gd name="connsiteY259" fmla="*/ 297754 h 795676"/>
                <a:gd name="connsiteX260" fmla="*/ 115240 w 1471018"/>
                <a:gd name="connsiteY260" fmla="*/ 322059 h 795676"/>
                <a:gd name="connsiteX261" fmla="*/ 90935 w 1471018"/>
                <a:gd name="connsiteY261" fmla="*/ 315983 h 795676"/>
                <a:gd name="connsiteX262" fmla="*/ 97011 w 1471018"/>
                <a:gd name="connsiteY262" fmla="*/ 291678 h 795676"/>
                <a:gd name="connsiteX263" fmla="*/ 108024 w 1471018"/>
                <a:gd name="connsiteY263" fmla="*/ 289020 h 795676"/>
                <a:gd name="connsiteX264" fmla="*/ 533338 w 1471018"/>
                <a:gd name="connsiteY264" fmla="*/ 270792 h 795676"/>
                <a:gd name="connsiteX265" fmla="*/ 546630 w 1471018"/>
                <a:gd name="connsiteY265" fmla="*/ 279526 h 795676"/>
                <a:gd name="connsiteX266" fmla="*/ 540554 w 1471018"/>
                <a:gd name="connsiteY266" fmla="*/ 303831 h 795676"/>
                <a:gd name="connsiteX267" fmla="*/ 516251 w 1471018"/>
                <a:gd name="connsiteY267" fmla="*/ 297755 h 795676"/>
                <a:gd name="connsiteX268" fmla="*/ 522328 w 1471018"/>
                <a:gd name="connsiteY268" fmla="*/ 273450 h 795676"/>
                <a:gd name="connsiteX269" fmla="*/ 533338 w 1471018"/>
                <a:gd name="connsiteY269" fmla="*/ 270792 h 795676"/>
                <a:gd name="connsiteX270" fmla="*/ 633594 w 1471018"/>
                <a:gd name="connsiteY270" fmla="*/ 261678 h 795676"/>
                <a:gd name="connsiteX271" fmla="*/ 646886 w 1471018"/>
                <a:gd name="connsiteY271" fmla="*/ 270412 h 795676"/>
                <a:gd name="connsiteX272" fmla="*/ 640810 w 1471018"/>
                <a:gd name="connsiteY272" fmla="*/ 294717 h 795676"/>
                <a:gd name="connsiteX273" fmla="*/ 616505 w 1471018"/>
                <a:gd name="connsiteY273" fmla="*/ 288641 h 795676"/>
                <a:gd name="connsiteX274" fmla="*/ 622581 w 1471018"/>
                <a:gd name="connsiteY274" fmla="*/ 264336 h 795676"/>
                <a:gd name="connsiteX275" fmla="*/ 633594 w 1471018"/>
                <a:gd name="connsiteY275" fmla="*/ 261678 h 795676"/>
                <a:gd name="connsiteX276" fmla="*/ 746003 w 1471018"/>
                <a:gd name="connsiteY276" fmla="*/ 258640 h 795676"/>
                <a:gd name="connsiteX277" fmla="*/ 759295 w 1471018"/>
                <a:gd name="connsiteY277" fmla="*/ 267374 h 795676"/>
                <a:gd name="connsiteX278" fmla="*/ 753219 w 1471018"/>
                <a:gd name="connsiteY278" fmla="*/ 291679 h 795676"/>
                <a:gd name="connsiteX279" fmla="*/ 728914 w 1471018"/>
                <a:gd name="connsiteY279" fmla="*/ 285603 h 795676"/>
                <a:gd name="connsiteX280" fmla="*/ 734990 w 1471018"/>
                <a:gd name="connsiteY280" fmla="*/ 261298 h 795676"/>
                <a:gd name="connsiteX281" fmla="*/ 746003 w 1471018"/>
                <a:gd name="connsiteY281" fmla="*/ 258640 h 795676"/>
                <a:gd name="connsiteX282" fmla="*/ 1301968 w 1471018"/>
                <a:gd name="connsiteY282" fmla="*/ 225221 h 795676"/>
                <a:gd name="connsiteX283" fmla="*/ 1315260 w 1471018"/>
                <a:gd name="connsiteY283" fmla="*/ 233955 h 795676"/>
                <a:gd name="connsiteX284" fmla="*/ 1309184 w 1471018"/>
                <a:gd name="connsiteY284" fmla="*/ 258260 h 795676"/>
                <a:gd name="connsiteX285" fmla="*/ 1284879 w 1471018"/>
                <a:gd name="connsiteY285" fmla="*/ 252184 h 795676"/>
                <a:gd name="connsiteX286" fmla="*/ 1290955 w 1471018"/>
                <a:gd name="connsiteY286" fmla="*/ 227879 h 795676"/>
                <a:gd name="connsiteX287" fmla="*/ 1301968 w 1471018"/>
                <a:gd name="connsiteY287" fmla="*/ 225221 h 795676"/>
                <a:gd name="connsiteX288" fmla="*/ 7756 w 1471018"/>
                <a:gd name="connsiteY288" fmla="*/ 225221 h 795676"/>
                <a:gd name="connsiteX289" fmla="*/ 21048 w 1471018"/>
                <a:gd name="connsiteY289" fmla="*/ 233955 h 795676"/>
                <a:gd name="connsiteX290" fmla="*/ 14972 w 1471018"/>
                <a:gd name="connsiteY290" fmla="*/ 258260 h 795676"/>
                <a:gd name="connsiteX291" fmla="*/ 2819 w 1471018"/>
                <a:gd name="connsiteY291" fmla="*/ 260918 h 795676"/>
                <a:gd name="connsiteX292" fmla="*/ 0 w 1471018"/>
                <a:gd name="connsiteY292" fmla="*/ 258892 h 795676"/>
                <a:gd name="connsiteX293" fmla="*/ 0 w 1471018"/>
                <a:gd name="connsiteY293" fmla="*/ 227093 h 795676"/>
                <a:gd name="connsiteX294" fmla="*/ 180938 w 1471018"/>
                <a:gd name="connsiteY294" fmla="*/ 210031 h 795676"/>
                <a:gd name="connsiteX295" fmla="*/ 194229 w 1471018"/>
                <a:gd name="connsiteY295" fmla="*/ 218765 h 795676"/>
                <a:gd name="connsiteX296" fmla="*/ 188153 w 1471018"/>
                <a:gd name="connsiteY296" fmla="*/ 243070 h 795676"/>
                <a:gd name="connsiteX297" fmla="*/ 163849 w 1471018"/>
                <a:gd name="connsiteY297" fmla="*/ 236994 h 795676"/>
                <a:gd name="connsiteX298" fmla="*/ 169925 w 1471018"/>
                <a:gd name="connsiteY298" fmla="*/ 212689 h 795676"/>
                <a:gd name="connsiteX299" fmla="*/ 180938 w 1471018"/>
                <a:gd name="connsiteY299" fmla="*/ 210031 h 795676"/>
                <a:gd name="connsiteX300" fmla="*/ 1183484 w 1471018"/>
                <a:gd name="connsiteY300" fmla="*/ 203954 h 795676"/>
                <a:gd name="connsiteX301" fmla="*/ 1196776 w 1471018"/>
                <a:gd name="connsiteY301" fmla="*/ 212688 h 795676"/>
                <a:gd name="connsiteX302" fmla="*/ 1190700 w 1471018"/>
                <a:gd name="connsiteY302" fmla="*/ 236993 h 795676"/>
                <a:gd name="connsiteX303" fmla="*/ 1166395 w 1471018"/>
                <a:gd name="connsiteY303" fmla="*/ 230917 h 795676"/>
                <a:gd name="connsiteX304" fmla="*/ 1172471 w 1471018"/>
                <a:gd name="connsiteY304" fmla="*/ 206612 h 795676"/>
                <a:gd name="connsiteX305" fmla="*/ 1183484 w 1471018"/>
                <a:gd name="connsiteY305" fmla="*/ 203954 h 795676"/>
                <a:gd name="connsiteX306" fmla="*/ 946515 w 1471018"/>
                <a:gd name="connsiteY306" fmla="*/ 197878 h 795676"/>
                <a:gd name="connsiteX307" fmla="*/ 959807 w 1471018"/>
                <a:gd name="connsiteY307" fmla="*/ 206612 h 795676"/>
                <a:gd name="connsiteX308" fmla="*/ 953731 w 1471018"/>
                <a:gd name="connsiteY308" fmla="*/ 230917 h 795676"/>
                <a:gd name="connsiteX309" fmla="*/ 929426 w 1471018"/>
                <a:gd name="connsiteY309" fmla="*/ 224841 h 795676"/>
                <a:gd name="connsiteX310" fmla="*/ 935502 w 1471018"/>
                <a:gd name="connsiteY310" fmla="*/ 200536 h 795676"/>
                <a:gd name="connsiteX311" fmla="*/ 946515 w 1471018"/>
                <a:gd name="connsiteY311" fmla="*/ 197878 h 795676"/>
                <a:gd name="connsiteX312" fmla="*/ 466501 w 1471018"/>
                <a:gd name="connsiteY312" fmla="*/ 197878 h 795676"/>
                <a:gd name="connsiteX313" fmla="*/ 479793 w 1471018"/>
                <a:gd name="connsiteY313" fmla="*/ 206612 h 795676"/>
                <a:gd name="connsiteX314" fmla="*/ 473717 w 1471018"/>
                <a:gd name="connsiteY314" fmla="*/ 230917 h 795676"/>
                <a:gd name="connsiteX315" fmla="*/ 449412 w 1471018"/>
                <a:gd name="connsiteY315" fmla="*/ 224841 h 795676"/>
                <a:gd name="connsiteX316" fmla="*/ 455486 w 1471018"/>
                <a:gd name="connsiteY316" fmla="*/ 200536 h 795676"/>
                <a:gd name="connsiteX317" fmla="*/ 466501 w 1471018"/>
                <a:gd name="connsiteY317" fmla="*/ 197878 h 795676"/>
                <a:gd name="connsiteX318" fmla="*/ 323717 w 1471018"/>
                <a:gd name="connsiteY318" fmla="*/ 197878 h 795676"/>
                <a:gd name="connsiteX319" fmla="*/ 337009 w 1471018"/>
                <a:gd name="connsiteY319" fmla="*/ 206612 h 795676"/>
                <a:gd name="connsiteX320" fmla="*/ 330933 w 1471018"/>
                <a:gd name="connsiteY320" fmla="*/ 230917 h 795676"/>
                <a:gd name="connsiteX321" fmla="*/ 306628 w 1471018"/>
                <a:gd name="connsiteY321" fmla="*/ 224841 h 795676"/>
                <a:gd name="connsiteX322" fmla="*/ 312704 w 1471018"/>
                <a:gd name="connsiteY322" fmla="*/ 200536 h 795676"/>
                <a:gd name="connsiteX323" fmla="*/ 323717 w 1471018"/>
                <a:gd name="connsiteY323" fmla="*/ 197878 h 795676"/>
                <a:gd name="connsiteX324" fmla="*/ 1074113 w 1471018"/>
                <a:gd name="connsiteY324" fmla="*/ 188764 h 795676"/>
                <a:gd name="connsiteX325" fmla="*/ 1087405 w 1471018"/>
                <a:gd name="connsiteY325" fmla="*/ 197498 h 795676"/>
                <a:gd name="connsiteX326" fmla="*/ 1081329 w 1471018"/>
                <a:gd name="connsiteY326" fmla="*/ 221803 h 795676"/>
                <a:gd name="connsiteX327" fmla="*/ 1057024 w 1471018"/>
                <a:gd name="connsiteY327" fmla="*/ 215727 h 795676"/>
                <a:gd name="connsiteX328" fmla="*/ 1063100 w 1471018"/>
                <a:gd name="connsiteY328" fmla="*/ 191422 h 795676"/>
                <a:gd name="connsiteX329" fmla="*/ 1074113 w 1471018"/>
                <a:gd name="connsiteY329" fmla="*/ 188764 h 795676"/>
                <a:gd name="connsiteX330" fmla="*/ 846259 w 1471018"/>
                <a:gd name="connsiteY330" fmla="*/ 188764 h 795676"/>
                <a:gd name="connsiteX331" fmla="*/ 859551 w 1471018"/>
                <a:gd name="connsiteY331" fmla="*/ 197498 h 795676"/>
                <a:gd name="connsiteX332" fmla="*/ 853475 w 1471018"/>
                <a:gd name="connsiteY332" fmla="*/ 221803 h 795676"/>
                <a:gd name="connsiteX333" fmla="*/ 829170 w 1471018"/>
                <a:gd name="connsiteY333" fmla="*/ 215727 h 795676"/>
                <a:gd name="connsiteX334" fmla="*/ 835246 w 1471018"/>
                <a:gd name="connsiteY334" fmla="*/ 191422 h 795676"/>
                <a:gd name="connsiteX335" fmla="*/ 846259 w 1471018"/>
                <a:gd name="connsiteY335" fmla="*/ 188764 h 795676"/>
                <a:gd name="connsiteX336" fmla="*/ 694356 w 1471018"/>
                <a:gd name="connsiteY336" fmla="*/ 164460 h 795676"/>
                <a:gd name="connsiteX337" fmla="*/ 707648 w 1471018"/>
                <a:gd name="connsiteY337" fmla="*/ 173194 h 795676"/>
                <a:gd name="connsiteX338" fmla="*/ 701572 w 1471018"/>
                <a:gd name="connsiteY338" fmla="*/ 197499 h 795676"/>
                <a:gd name="connsiteX339" fmla="*/ 677267 w 1471018"/>
                <a:gd name="connsiteY339" fmla="*/ 191423 h 795676"/>
                <a:gd name="connsiteX340" fmla="*/ 683343 w 1471018"/>
                <a:gd name="connsiteY340" fmla="*/ 167118 h 795676"/>
                <a:gd name="connsiteX341" fmla="*/ 694356 w 1471018"/>
                <a:gd name="connsiteY341" fmla="*/ 164460 h 795676"/>
                <a:gd name="connsiteX342" fmla="*/ 77635 w 1471018"/>
                <a:gd name="connsiteY342" fmla="*/ 152307 h 795676"/>
                <a:gd name="connsiteX343" fmla="*/ 90926 w 1471018"/>
                <a:gd name="connsiteY343" fmla="*/ 161041 h 795676"/>
                <a:gd name="connsiteX344" fmla="*/ 84851 w 1471018"/>
                <a:gd name="connsiteY344" fmla="*/ 185346 h 795676"/>
                <a:gd name="connsiteX345" fmla="*/ 60546 w 1471018"/>
                <a:gd name="connsiteY345" fmla="*/ 179270 h 795676"/>
                <a:gd name="connsiteX346" fmla="*/ 66622 w 1471018"/>
                <a:gd name="connsiteY346" fmla="*/ 154965 h 795676"/>
                <a:gd name="connsiteX347" fmla="*/ 77635 w 1471018"/>
                <a:gd name="connsiteY347" fmla="*/ 152307 h 795676"/>
                <a:gd name="connsiteX348" fmla="*/ 1377919 w 1471018"/>
                <a:gd name="connsiteY348" fmla="*/ 146231 h 795676"/>
                <a:gd name="connsiteX349" fmla="*/ 1391211 w 1471018"/>
                <a:gd name="connsiteY349" fmla="*/ 154965 h 795676"/>
                <a:gd name="connsiteX350" fmla="*/ 1385135 w 1471018"/>
                <a:gd name="connsiteY350" fmla="*/ 179270 h 795676"/>
                <a:gd name="connsiteX351" fmla="*/ 1360830 w 1471018"/>
                <a:gd name="connsiteY351" fmla="*/ 173194 h 795676"/>
                <a:gd name="connsiteX352" fmla="*/ 1366906 w 1471018"/>
                <a:gd name="connsiteY352" fmla="*/ 148889 h 795676"/>
                <a:gd name="connsiteX353" fmla="*/ 1377919 w 1471018"/>
                <a:gd name="connsiteY353" fmla="*/ 146231 h 795676"/>
                <a:gd name="connsiteX354" fmla="*/ 588024 w 1471018"/>
                <a:gd name="connsiteY354" fmla="*/ 143193 h 795676"/>
                <a:gd name="connsiteX355" fmla="*/ 601316 w 1471018"/>
                <a:gd name="connsiteY355" fmla="*/ 151927 h 795676"/>
                <a:gd name="connsiteX356" fmla="*/ 595240 w 1471018"/>
                <a:gd name="connsiteY356" fmla="*/ 176232 h 795676"/>
                <a:gd name="connsiteX357" fmla="*/ 570935 w 1471018"/>
                <a:gd name="connsiteY357" fmla="*/ 170156 h 795676"/>
                <a:gd name="connsiteX358" fmla="*/ 577011 w 1471018"/>
                <a:gd name="connsiteY358" fmla="*/ 145851 h 795676"/>
                <a:gd name="connsiteX359" fmla="*/ 588024 w 1471018"/>
                <a:gd name="connsiteY359" fmla="*/ 143193 h 795676"/>
                <a:gd name="connsiteX360" fmla="*/ 241687 w 1471018"/>
                <a:gd name="connsiteY360" fmla="*/ 128003 h 795676"/>
                <a:gd name="connsiteX361" fmla="*/ 254979 w 1471018"/>
                <a:gd name="connsiteY361" fmla="*/ 136737 h 795676"/>
                <a:gd name="connsiteX362" fmla="*/ 248903 w 1471018"/>
                <a:gd name="connsiteY362" fmla="*/ 161042 h 795676"/>
                <a:gd name="connsiteX363" fmla="*/ 224598 w 1471018"/>
                <a:gd name="connsiteY363" fmla="*/ 154966 h 795676"/>
                <a:gd name="connsiteX364" fmla="*/ 230674 w 1471018"/>
                <a:gd name="connsiteY364" fmla="*/ 130661 h 795676"/>
                <a:gd name="connsiteX365" fmla="*/ 241687 w 1471018"/>
                <a:gd name="connsiteY365" fmla="*/ 128003 h 795676"/>
                <a:gd name="connsiteX366" fmla="*/ 1259435 w 1471018"/>
                <a:gd name="connsiteY366" fmla="*/ 124965 h 795676"/>
                <a:gd name="connsiteX367" fmla="*/ 1272727 w 1471018"/>
                <a:gd name="connsiteY367" fmla="*/ 133699 h 795676"/>
                <a:gd name="connsiteX368" fmla="*/ 1266651 w 1471018"/>
                <a:gd name="connsiteY368" fmla="*/ 158004 h 795676"/>
                <a:gd name="connsiteX369" fmla="*/ 1242346 w 1471018"/>
                <a:gd name="connsiteY369" fmla="*/ 151928 h 795676"/>
                <a:gd name="connsiteX370" fmla="*/ 1248422 w 1471018"/>
                <a:gd name="connsiteY370" fmla="*/ 127623 h 795676"/>
                <a:gd name="connsiteX371" fmla="*/ 1259435 w 1471018"/>
                <a:gd name="connsiteY371" fmla="*/ 124965 h 795676"/>
                <a:gd name="connsiteX372" fmla="*/ 399672 w 1471018"/>
                <a:gd name="connsiteY372" fmla="*/ 118889 h 795676"/>
                <a:gd name="connsiteX373" fmla="*/ 412966 w 1471018"/>
                <a:gd name="connsiteY373" fmla="*/ 127623 h 795676"/>
                <a:gd name="connsiteX374" fmla="*/ 406890 w 1471018"/>
                <a:gd name="connsiteY374" fmla="*/ 151928 h 795676"/>
                <a:gd name="connsiteX375" fmla="*/ 382584 w 1471018"/>
                <a:gd name="connsiteY375" fmla="*/ 145852 h 795676"/>
                <a:gd name="connsiteX376" fmla="*/ 388658 w 1471018"/>
                <a:gd name="connsiteY376" fmla="*/ 121547 h 795676"/>
                <a:gd name="connsiteX377" fmla="*/ 399672 w 1471018"/>
                <a:gd name="connsiteY377" fmla="*/ 118889 h 795676"/>
                <a:gd name="connsiteX378" fmla="*/ 1004238 w 1471018"/>
                <a:gd name="connsiteY378" fmla="*/ 112813 h 795676"/>
                <a:gd name="connsiteX379" fmla="*/ 1017530 w 1471018"/>
                <a:gd name="connsiteY379" fmla="*/ 121547 h 795676"/>
                <a:gd name="connsiteX380" fmla="*/ 1011454 w 1471018"/>
                <a:gd name="connsiteY380" fmla="*/ 145852 h 795676"/>
                <a:gd name="connsiteX381" fmla="*/ 987149 w 1471018"/>
                <a:gd name="connsiteY381" fmla="*/ 139776 h 795676"/>
                <a:gd name="connsiteX382" fmla="*/ 993225 w 1471018"/>
                <a:gd name="connsiteY382" fmla="*/ 115471 h 795676"/>
                <a:gd name="connsiteX383" fmla="*/ 1004238 w 1471018"/>
                <a:gd name="connsiteY383" fmla="*/ 112813 h 795676"/>
                <a:gd name="connsiteX384" fmla="*/ 800688 w 1471018"/>
                <a:gd name="connsiteY384" fmla="*/ 97622 h 795676"/>
                <a:gd name="connsiteX385" fmla="*/ 813980 w 1471018"/>
                <a:gd name="connsiteY385" fmla="*/ 106356 h 795676"/>
                <a:gd name="connsiteX386" fmla="*/ 807904 w 1471018"/>
                <a:gd name="connsiteY386" fmla="*/ 130661 h 795676"/>
                <a:gd name="connsiteX387" fmla="*/ 783599 w 1471018"/>
                <a:gd name="connsiteY387" fmla="*/ 124585 h 795676"/>
                <a:gd name="connsiteX388" fmla="*/ 789675 w 1471018"/>
                <a:gd name="connsiteY388" fmla="*/ 100280 h 795676"/>
                <a:gd name="connsiteX389" fmla="*/ 800688 w 1471018"/>
                <a:gd name="connsiteY389" fmla="*/ 97622 h 795676"/>
                <a:gd name="connsiteX390" fmla="*/ 1128799 w 1471018"/>
                <a:gd name="connsiteY390" fmla="*/ 85470 h 795676"/>
                <a:gd name="connsiteX391" fmla="*/ 1142090 w 1471018"/>
                <a:gd name="connsiteY391" fmla="*/ 94204 h 795676"/>
                <a:gd name="connsiteX392" fmla="*/ 1136014 w 1471018"/>
                <a:gd name="connsiteY392" fmla="*/ 118509 h 795676"/>
                <a:gd name="connsiteX393" fmla="*/ 1111709 w 1471018"/>
                <a:gd name="connsiteY393" fmla="*/ 112433 h 795676"/>
                <a:gd name="connsiteX394" fmla="*/ 1117785 w 1471018"/>
                <a:gd name="connsiteY394" fmla="*/ 88128 h 795676"/>
                <a:gd name="connsiteX395" fmla="*/ 1128799 w 1471018"/>
                <a:gd name="connsiteY395" fmla="*/ 85470 h 795676"/>
                <a:gd name="connsiteX396" fmla="*/ 515112 w 1471018"/>
                <a:gd name="connsiteY396" fmla="*/ 85470 h 795676"/>
                <a:gd name="connsiteX397" fmla="*/ 528402 w 1471018"/>
                <a:gd name="connsiteY397" fmla="*/ 94204 h 795676"/>
                <a:gd name="connsiteX398" fmla="*/ 522328 w 1471018"/>
                <a:gd name="connsiteY398" fmla="*/ 118509 h 795676"/>
                <a:gd name="connsiteX399" fmla="*/ 498023 w 1471018"/>
                <a:gd name="connsiteY399" fmla="*/ 112433 h 795676"/>
                <a:gd name="connsiteX400" fmla="*/ 504099 w 1471018"/>
                <a:gd name="connsiteY400" fmla="*/ 88128 h 795676"/>
                <a:gd name="connsiteX401" fmla="*/ 515112 w 1471018"/>
                <a:gd name="connsiteY401" fmla="*/ 85470 h 795676"/>
                <a:gd name="connsiteX402" fmla="*/ 682203 w 1471018"/>
                <a:gd name="connsiteY402" fmla="*/ 73318 h 795676"/>
                <a:gd name="connsiteX403" fmla="*/ 695495 w 1471018"/>
                <a:gd name="connsiteY403" fmla="*/ 82052 h 795676"/>
                <a:gd name="connsiteX404" fmla="*/ 689419 w 1471018"/>
                <a:gd name="connsiteY404" fmla="*/ 106357 h 795676"/>
                <a:gd name="connsiteX405" fmla="*/ 665114 w 1471018"/>
                <a:gd name="connsiteY405" fmla="*/ 100281 h 795676"/>
                <a:gd name="connsiteX406" fmla="*/ 671190 w 1471018"/>
                <a:gd name="connsiteY406" fmla="*/ 75976 h 795676"/>
                <a:gd name="connsiteX407" fmla="*/ 682203 w 1471018"/>
                <a:gd name="connsiteY407" fmla="*/ 73318 h 795676"/>
                <a:gd name="connsiteX408" fmla="*/ 159669 w 1471018"/>
                <a:gd name="connsiteY408" fmla="*/ 67242 h 795676"/>
                <a:gd name="connsiteX409" fmla="*/ 172960 w 1471018"/>
                <a:gd name="connsiteY409" fmla="*/ 75976 h 795676"/>
                <a:gd name="connsiteX410" fmla="*/ 166884 w 1471018"/>
                <a:gd name="connsiteY410" fmla="*/ 100281 h 795676"/>
                <a:gd name="connsiteX411" fmla="*/ 142579 w 1471018"/>
                <a:gd name="connsiteY411" fmla="*/ 94205 h 795676"/>
                <a:gd name="connsiteX412" fmla="*/ 148655 w 1471018"/>
                <a:gd name="connsiteY412" fmla="*/ 69900 h 795676"/>
                <a:gd name="connsiteX413" fmla="*/ 159669 w 1471018"/>
                <a:gd name="connsiteY413" fmla="*/ 67242 h 795676"/>
                <a:gd name="connsiteX414" fmla="*/ 1453871 w 1471018"/>
                <a:gd name="connsiteY414" fmla="*/ 58127 h 795676"/>
                <a:gd name="connsiteX415" fmla="*/ 1467163 w 1471018"/>
                <a:gd name="connsiteY415" fmla="*/ 66861 h 795676"/>
                <a:gd name="connsiteX416" fmla="*/ 1461087 w 1471018"/>
                <a:gd name="connsiteY416" fmla="*/ 91166 h 795676"/>
                <a:gd name="connsiteX417" fmla="*/ 1436782 w 1471018"/>
                <a:gd name="connsiteY417" fmla="*/ 85090 h 795676"/>
                <a:gd name="connsiteX418" fmla="*/ 1442858 w 1471018"/>
                <a:gd name="connsiteY418" fmla="*/ 60785 h 795676"/>
                <a:gd name="connsiteX419" fmla="*/ 1453871 w 1471018"/>
                <a:gd name="connsiteY419" fmla="*/ 58127 h 795676"/>
                <a:gd name="connsiteX420" fmla="*/ 47254 w 1471018"/>
                <a:gd name="connsiteY420" fmla="*/ 58127 h 795676"/>
                <a:gd name="connsiteX421" fmla="*/ 60546 w 1471018"/>
                <a:gd name="connsiteY421" fmla="*/ 66861 h 795676"/>
                <a:gd name="connsiteX422" fmla="*/ 54470 w 1471018"/>
                <a:gd name="connsiteY422" fmla="*/ 91166 h 795676"/>
                <a:gd name="connsiteX423" fmla="*/ 30165 w 1471018"/>
                <a:gd name="connsiteY423" fmla="*/ 85090 h 795676"/>
                <a:gd name="connsiteX424" fmla="*/ 36241 w 1471018"/>
                <a:gd name="connsiteY424" fmla="*/ 60785 h 795676"/>
                <a:gd name="connsiteX425" fmla="*/ 47254 w 1471018"/>
                <a:gd name="connsiteY425" fmla="*/ 58127 h 795676"/>
                <a:gd name="connsiteX426" fmla="*/ 314611 w 1471018"/>
                <a:gd name="connsiteY426" fmla="*/ 55089 h 795676"/>
                <a:gd name="connsiteX427" fmla="*/ 327903 w 1471018"/>
                <a:gd name="connsiteY427" fmla="*/ 63823 h 795676"/>
                <a:gd name="connsiteX428" fmla="*/ 321827 w 1471018"/>
                <a:gd name="connsiteY428" fmla="*/ 88128 h 795676"/>
                <a:gd name="connsiteX429" fmla="*/ 297522 w 1471018"/>
                <a:gd name="connsiteY429" fmla="*/ 82052 h 795676"/>
                <a:gd name="connsiteX430" fmla="*/ 303598 w 1471018"/>
                <a:gd name="connsiteY430" fmla="*/ 57747 h 795676"/>
                <a:gd name="connsiteX431" fmla="*/ 314611 w 1471018"/>
                <a:gd name="connsiteY431" fmla="*/ 55089 h 795676"/>
                <a:gd name="connsiteX432" fmla="*/ 885754 w 1471018"/>
                <a:gd name="connsiteY432" fmla="*/ 52051 h 795676"/>
                <a:gd name="connsiteX433" fmla="*/ 899046 w 1471018"/>
                <a:gd name="connsiteY433" fmla="*/ 60785 h 795676"/>
                <a:gd name="connsiteX434" fmla="*/ 892970 w 1471018"/>
                <a:gd name="connsiteY434" fmla="*/ 85090 h 795676"/>
                <a:gd name="connsiteX435" fmla="*/ 868665 w 1471018"/>
                <a:gd name="connsiteY435" fmla="*/ 79014 h 795676"/>
                <a:gd name="connsiteX436" fmla="*/ 874741 w 1471018"/>
                <a:gd name="connsiteY436" fmla="*/ 54709 h 795676"/>
                <a:gd name="connsiteX437" fmla="*/ 885754 w 1471018"/>
                <a:gd name="connsiteY437" fmla="*/ 52051 h 795676"/>
                <a:gd name="connsiteX438" fmla="*/ 1341464 w 1471018"/>
                <a:gd name="connsiteY438" fmla="*/ 39899 h 795676"/>
                <a:gd name="connsiteX439" fmla="*/ 1354755 w 1471018"/>
                <a:gd name="connsiteY439" fmla="*/ 48633 h 795676"/>
                <a:gd name="connsiteX440" fmla="*/ 1348679 w 1471018"/>
                <a:gd name="connsiteY440" fmla="*/ 72938 h 795676"/>
                <a:gd name="connsiteX441" fmla="*/ 1324374 w 1471018"/>
                <a:gd name="connsiteY441" fmla="*/ 66862 h 795676"/>
                <a:gd name="connsiteX442" fmla="*/ 1330450 w 1471018"/>
                <a:gd name="connsiteY442" fmla="*/ 42557 h 795676"/>
                <a:gd name="connsiteX443" fmla="*/ 1341464 w 1471018"/>
                <a:gd name="connsiteY443" fmla="*/ 39899 h 795676"/>
                <a:gd name="connsiteX444" fmla="*/ 1204751 w 1471018"/>
                <a:gd name="connsiteY444" fmla="*/ 27747 h 795676"/>
                <a:gd name="connsiteX445" fmla="*/ 1218042 w 1471018"/>
                <a:gd name="connsiteY445" fmla="*/ 36481 h 795676"/>
                <a:gd name="connsiteX446" fmla="*/ 1211966 w 1471018"/>
                <a:gd name="connsiteY446" fmla="*/ 60786 h 795676"/>
                <a:gd name="connsiteX447" fmla="*/ 1187661 w 1471018"/>
                <a:gd name="connsiteY447" fmla="*/ 54710 h 795676"/>
                <a:gd name="connsiteX448" fmla="*/ 1193737 w 1471018"/>
                <a:gd name="connsiteY448" fmla="*/ 30405 h 795676"/>
                <a:gd name="connsiteX449" fmla="*/ 1204751 w 1471018"/>
                <a:gd name="connsiteY449" fmla="*/ 27747 h 795676"/>
                <a:gd name="connsiteX450" fmla="*/ 979933 w 1471018"/>
                <a:gd name="connsiteY450" fmla="*/ 21671 h 795676"/>
                <a:gd name="connsiteX451" fmla="*/ 993225 w 1471018"/>
                <a:gd name="connsiteY451" fmla="*/ 30405 h 795676"/>
                <a:gd name="connsiteX452" fmla="*/ 987149 w 1471018"/>
                <a:gd name="connsiteY452" fmla="*/ 54710 h 795676"/>
                <a:gd name="connsiteX453" fmla="*/ 962844 w 1471018"/>
                <a:gd name="connsiteY453" fmla="*/ 48634 h 795676"/>
                <a:gd name="connsiteX454" fmla="*/ 968920 w 1471018"/>
                <a:gd name="connsiteY454" fmla="*/ 24329 h 795676"/>
                <a:gd name="connsiteX455" fmla="*/ 979933 w 1471018"/>
                <a:gd name="connsiteY455" fmla="*/ 21671 h 795676"/>
                <a:gd name="connsiteX456" fmla="*/ 451312 w 1471018"/>
                <a:gd name="connsiteY456" fmla="*/ 8759 h 795676"/>
                <a:gd name="connsiteX457" fmla="*/ 464603 w 1471018"/>
                <a:gd name="connsiteY457" fmla="*/ 21291 h 795676"/>
                <a:gd name="connsiteX458" fmla="*/ 458526 w 1471018"/>
                <a:gd name="connsiteY458" fmla="*/ 45596 h 795676"/>
                <a:gd name="connsiteX459" fmla="*/ 434225 w 1471018"/>
                <a:gd name="connsiteY459" fmla="*/ 39520 h 795676"/>
                <a:gd name="connsiteX460" fmla="*/ 440301 w 1471018"/>
                <a:gd name="connsiteY460" fmla="*/ 12177 h 795676"/>
                <a:gd name="connsiteX461" fmla="*/ 451312 w 1471018"/>
                <a:gd name="connsiteY461" fmla="*/ 8759 h 795676"/>
                <a:gd name="connsiteX462" fmla="*/ 1049824 w 1471018"/>
                <a:gd name="connsiteY462" fmla="*/ 0 h 795676"/>
                <a:gd name="connsiteX463" fmla="*/ 1083563 w 1471018"/>
                <a:gd name="connsiteY463" fmla="*/ 0 h 795676"/>
                <a:gd name="connsiteX464" fmla="*/ 1083987 w 1471018"/>
                <a:gd name="connsiteY464" fmla="*/ 2304 h 795676"/>
                <a:gd name="connsiteX465" fmla="*/ 1075253 w 1471018"/>
                <a:gd name="connsiteY465" fmla="*/ 12178 h 795676"/>
                <a:gd name="connsiteX466" fmla="*/ 1050948 w 1471018"/>
                <a:gd name="connsiteY466" fmla="*/ 6102 h 795676"/>
                <a:gd name="connsiteX467" fmla="*/ 773962 w 1471018"/>
                <a:gd name="connsiteY467" fmla="*/ 0 h 795676"/>
                <a:gd name="connsiteX468" fmla="*/ 806875 w 1471018"/>
                <a:gd name="connsiteY468" fmla="*/ 0 h 795676"/>
                <a:gd name="connsiteX469" fmla="*/ 798790 w 1471018"/>
                <a:gd name="connsiteY469" fmla="*/ 9140 h 795676"/>
                <a:gd name="connsiteX470" fmla="*/ 774485 w 1471018"/>
                <a:gd name="connsiteY470" fmla="*/ 3064 h 795676"/>
                <a:gd name="connsiteX471" fmla="*/ 659033 w 1471018"/>
                <a:gd name="connsiteY471" fmla="*/ 0 h 795676"/>
                <a:gd name="connsiteX472" fmla="*/ 688741 w 1471018"/>
                <a:gd name="connsiteY472" fmla="*/ 0 h 795676"/>
                <a:gd name="connsiteX473" fmla="*/ 683343 w 1471018"/>
                <a:gd name="connsiteY473" fmla="*/ 6102 h 795676"/>
                <a:gd name="connsiteX474" fmla="*/ 659038 w 1471018"/>
                <a:gd name="connsiteY474" fmla="*/ 26 h 795676"/>
                <a:gd name="connsiteX475" fmla="*/ 558807 w 1471018"/>
                <a:gd name="connsiteY475" fmla="*/ 0 h 795676"/>
                <a:gd name="connsiteX476" fmla="*/ 589125 w 1471018"/>
                <a:gd name="connsiteY476" fmla="*/ 0 h 795676"/>
                <a:gd name="connsiteX477" fmla="*/ 589163 w 1471018"/>
                <a:gd name="connsiteY477" fmla="*/ 25 h 795676"/>
                <a:gd name="connsiteX478" fmla="*/ 583087 w 1471018"/>
                <a:gd name="connsiteY478" fmla="*/ 24330 h 795676"/>
                <a:gd name="connsiteX479" fmla="*/ 558782 w 1471018"/>
                <a:gd name="connsiteY479" fmla="*/ 18254 h 795676"/>
                <a:gd name="connsiteX480" fmla="*/ 556124 w 1471018"/>
                <a:gd name="connsiteY480" fmla="*/ 2683 h 795676"/>
                <a:gd name="connsiteX481" fmla="*/ 189731 w 1471018"/>
                <a:gd name="connsiteY481" fmla="*/ 0 h 795676"/>
                <a:gd name="connsiteX482" fmla="*/ 223240 w 1471018"/>
                <a:gd name="connsiteY482" fmla="*/ 0 h 795676"/>
                <a:gd name="connsiteX483" fmla="*/ 224224 w 1471018"/>
                <a:gd name="connsiteY483" fmla="*/ 5342 h 795676"/>
                <a:gd name="connsiteX484" fmla="*/ 215490 w 1471018"/>
                <a:gd name="connsiteY484" fmla="*/ 15216 h 795676"/>
                <a:gd name="connsiteX485" fmla="*/ 191185 w 1471018"/>
                <a:gd name="connsiteY485" fmla="*/ 9140 h 795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</a:cxnLst>
              <a:rect l="l" t="t" r="r" b="b"/>
              <a:pathLst>
                <a:path w="1471018" h="795676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57AE7651-FE77-A4CA-7BF8-823F2FC6CA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6385" y="756745"/>
            <a:ext cx="3778989" cy="3103374"/>
          </a:xfrm>
        </p:spPr>
        <p:txBody>
          <a:bodyPr anchor="b">
            <a:normAutofit/>
          </a:bodyPr>
          <a:lstStyle/>
          <a:p>
            <a:r>
              <a:rPr lang="en-GB" sz="4800" b="1">
                <a:solidFill>
                  <a:schemeClr val="tx2"/>
                </a:solidFill>
              </a:rPr>
              <a:t>How to Install MongoDB on Windows Using MSI</a:t>
            </a:r>
            <a:endParaRPr lang="en-US" sz="4800">
              <a:solidFill>
                <a:schemeClr val="tx2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597B23-6DCC-E161-9C4A-51537D1A65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6384" y="3813621"/>
            <a:ext cx="3778988" cy="2367723"/>
          </a:xfrm>
        </p:spPr>
        <p:txBody>
          <a:bodyPr anchor="t">
            <a:normAutofit/>
          </a:bodyPr>
          <a:lstStyle/>
          <a:p>
            <a:r>
              <a:rPr lang="en-GB" sz="1800" b="1">
                <a:solidFill>
                  <a:schemeClr val="tx2"/>
                </a:solidFill>
              </a:rPr>
              <a:t>Step 1: Download MongoDB Community Server</a:t>
            </a:r>
          </a:p>
          <a:p>
            <a:endParaRPr lang="en-US" sz="18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22421422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51" name="Rectangle 31750">
            <a:extLst>
              <a:ext uri="{FF2B5EF4-FFF2-40B4-BE49-F238E27FC236}">
                <a16:creationId xmlns:a16="http://schemas.microsoft.com/office/drawing/2014/main" id="{6753252F-4873-4F63-801D-CC719279A7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753" name="Rectangle 31752">
            <a:extLst>
              <a:ext uri="{FF2B5EF4-FFF2-40B4-BE49-F238E27FC236}">
                <a16:creationId xmlns:a16="http://schemas.microsoft.com/office/drawing/2014/main" id="{047C8CCB-F95D-4249-92DD-651249D353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013557" cy="6858000"/>
          </a:xfrm>
          <a:prstGeom prst="rect">
            <a:avLst/>
          </a:prstGeom>
          <a:solidFill>
            <a:srgbClr val="247AD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DE0CB52-5645-1FE7-758C-90DCD00E3C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2074363"/>
            <a:ext cx="2752354" cy="2709275"/>
          </a:xfrm>
          <a:prstGeom prst="ellipse">
            <a:avLst/>
          </a:prstGeom>
          <a:solidFill>
            <a:srgbClr val="262626"/>
          </a:solidFill>
          <a:ln w="174625" cmpd="thinThick">
            <a:solidFill>
              <a:srgbClr val="262626"/>
            </a:solidFill>
          </a:ln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6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Step 2: Install MongoDB</a:t>
            </a:r>
            <a:endParaRPr lang="en-US" sz="2600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31746" name="Picture 2" descr="install-mongodb-on-windows-using-msi">
            <a:extLst>
              <a:ext uri="{FF2B5EF4-FFF2-40B4-BE49-F238E27FC236}">
                <a16:creationId xmlns:a16="http://schemas.microsoft.com/office/drawing/2014/main" id="{4EC239AD-982A-9E91-95FF-42300A67D557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556996" y="961812"/>
            <a:ext cx="6151406" cy="49309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82716880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5" name="Rectangle 32774">
            <a:extLst>
              <a:ext uri="{FF2B5EF4-FFF2-40B4-BE49-F238E27FC236}">
                <a16:creationId xmlns:a16="http://schemas.microsoft.com/office/drawing/2014/main" id="{32BC26D8-82FB-445E-AA49-62A77D7C1E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465D6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777" name="Rectangle 32776">
            <a:extLst>
              <a:ext uri="{FF2B5EF4-FFF2-40B4-BE49-F238E27FC236}">
                <a16:creationId xmlns:a16="http://schemas.microsoft.com/office/drawing/2014/main" id="{CB44330D-EA18-4254-AA95-EB49948539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2770" name="Picture 2" descr="install-mongodb-on-windows-using-msi">
            <a:extLst>
              <a:ext uri="{FF2B5EF4-FFF2-40B4-BE49-F238E27FC236}">
                <a16:creationId xmlns:a16="http://schemas.microsoft.com/office/drawing/2014/main" id="{7A8E8094-49F3-E6EA-078C-2CC5DFA48094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558815" y="643467"/>
            <a:ext cx="7074370" cy="55710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81630302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9" name="Rectangle 33798">
            <a:extLst>
              <a:ext uri="{FF2B5EF4-FFF2-40B4-BE49-F238E27FC236}">
                <a16:creationId xmlns:a16="http://schemas.microsoft.com/office/drawing/2014/main" id="{32BC26D8-82FB-445E-AA49-62A77D7C1E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F78C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801" name="Rectangle 33800">
            <a:extLst>
              <a:ext uri="{FF2B5EF4-FFF2-40B4-BE49-F238E27FC236}">
                <a16:creationId xmlns:a16="http://schemas.microsoft.com/office/drawing/2014/main" id="{CB44330D-EA18-4254-AA95-EB49948539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3794" name="Picture 2" descr="install-mongodb-on-windows-using-msi">
            <a:extLst>
              <a:ext uri="{FF2B5EF4-FFF2-40B4-BE49-F238E27FC236}">
                <a16:creationId xmlns:a16="http://schemas.microsoft.com/office/drawing/2014/main" id="{C081A606-A6DD-0F89-BE81-CC6CA5176936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537482" y="643467"/>
            <a:ext cx="7117036" cy="55710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85233724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23" name="Rectangle 34822">
            <a:extLst>
              <a:ext uri="{FF2B5EF4-FFF2-40B4-BE49-F238E27FC236}">
                <a16:creationId xmlns:a16="http://schemas.microsoft.com/office/drawing/2014/main" id="{6753252F-4873-4F63-801D-CC719279A7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825" name="Rectangle 34824">
            <a:extLst>
              <a:ext uri="{FF2B5EF4-FFF2-40B4-BE49-F238E27FC236}">
                <a16:creationId xmlns:a16="http://schemas.microsoft.com/office/drawing/2014/main" id="{047C8CCB-F95D-4249-92DD-651249D353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013557" cy="6858000"/>
          </a:xfrm>
          <a:prstGeom prst="rect">
            <a:avLst/>
          </a:prstGeom>
          <a:solidFill>
            <a:srgbClr val="2478D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9DA239E-D901-7921-6352-06298FCD8C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2074363"/>
            <a:ext cx="2752354" cy="2709275"/>
          </a:xfrm>
          <a:prstGeom prst="ellipse">
            <a:avLst/>
          </a:prstGeom>
          <a:solidFill>
            <a:srgbClr val="262626"/>
          </a:solidFill>
          <a:ln w="174625" cmpd="thinThick">
            <a:solidFill>
              <a:srgbClr val="262626"/>
            </a:solidFill>
          </a:ln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6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Step 3: Configure MongoDB Service</a:t>
            </a:r>
            <a:endParaRPr lang="en-US" sz="2600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34818" name="Picture 2" descr="install-mongodb-on-windows-using-msi">
            <a:extLst>
              <a:ext uri="{FF2B5EF4-FFF2-40B4-BE49-F238E27FC236}">
                <a16:creationId xmlns:a16="http://schemas.microsoft.com/office/drawing/2014/main" id="{D77A07A7-1399-2EA1-F35F-0F5873B389A6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513850" y="961812"/>
            <a:ext cx="6237698" cy="49309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90191963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7" name="Rectangle 35846">
            <a:extLst>
              <a:ext uri="{FF2B5EF4-FFF2-40B4-BE49-F238E27FC236}">
                <a16:creationId xmlns:a16="http://schemas.microsoft.com/office/drawing/2014/main" id="{32BC26D8-82FB-445E-AA49-62A77D7C1E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51473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849" name="Rectangle 35848">
            <a:extLst>
              <a:ext uri="{FF2B5EF4-FFF2-40B4-BE49-F238E27FC236}">
                <a16:creationId xmlns:a16="http://schemas.microsoft.com/office/drawing/2014/main" id="{CB44330D-EA18-4254-AA95-EB49948539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5842" name="Picture 2" descr="install-mongodb-on-windows-using-msi">
            <a:extLst>
              <a:ext uri="{FF2B5EF4-FFF2-40B4-BE49-F238E27FC236}">
                <a16:creationId xmlns:a16="http://schemas.microsoft.com/office/drawing/2014/main" id="{29A9005E-6985-FA16-257C-15D324508159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537482" y="643467"/>
            <a:ext cx="7117036" cy="55710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5913812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71" name="Rectangle 36870">
            <a:extLst>
              <a:ext uri="{FF2B5EF4-FFF2-40B4-BE49-F238E27FC236}">
                <a16:creationId xmlns:a16="http://schemas.microsoft.com/office/drawing/2014/main" id="{32BC26D8-82FB-445E-AA49-62A77D7C1E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873" name="Rectangle 36872">
            <a:extLst>
              <a:ext uri="{FF2B5EF4-FFF2-40B4-BE49-F238E27FC236}">
                <a16:creationId xmlns:a16="http://schemas.microsoft.com/office/drawing/2014/main" id="{CB44330D-EA18-4254-AA95-EB49948539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6866" name="Picture 2" descr="install-mongodb-on-windows-using-msi">
            <a:extLst>
              <a:ext uri="{FF2B5EF4-FFF2-40B4-BE49-F238E27FC236}">
                <a16:creationId xmlns:a16="http://schemas.microsoft.com/office/drawing/2014/main" id="{7BEA42BF-543F-593B-C6FC-AB686099EA88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969239" y="643467"/>
            <a:ext cx="6253521" cy="55710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55362620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5" name="Rectangle 37894">
            <a:extLst>
              <a:ext uri="{FF2B5EF4-FFF2-40B4-BE49-F238E27FC236}">
                <a16:creationId xmlns:a16="http://schemas.microsoft.com/office/drawing/2014/main" id="{6753252F-4873-4F63-801D-CC719279A7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897" name="Rectangle 37896">
            <a:extLst>
              <a:ext uri="{FF2B5EF4-FFF2-40B4-BE49-F238E27FC236}">
                <a16:creationId xmlns:a16="http://schemas.microsoft.com/office/drawing/2014/main" id="{047C8CCB-F95D-4249-92DD-651249D353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013557" cy="6858000"/>
          </a:xfrm>
          <a:prstGeom prst="rect">
            <a:avLst/>
          </a:prstGeom>
          <a:solidFill>
            <a:srgbClr val="5E564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AF9813F-C45D-9163-3E9B-53F732D29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2074363"/>
            <a:ext cx="2752354" cy="2709275"/>
          </a:xfrm>
          <a:prstGeom prst="ellipse">
            <a:avLst/>
          </a:prstGeom>
          <a:solidFill>
            <a:srgbClr val="262626"/>
          </a:solidFill>
          <a:ln w="174625" cmpd="thinThick">
            <a:solidFill>
              <a:srgbClr val="262626"/>
            </a:solidFill>
          </a:ln>
        </p:spPr>
        <p:txBody>
          <a:bodyPr vert="horz" lIns="91440" tIns="45720" rIns="91440" bIns="45720" rtlCol="0" anchor="ctr">
            <a:normAutofit/>
          </a:bodyPr>
          <a:lstStyle/>
          <a:p>
            <a:pPr algn="ctr" fontAlgn="base"/>
            <a:r>
              <a:rPr lang="en-US" sz="24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Step 5: Set Environment Variables</a:t>
            </a:r>
            <a:endParaRPr lang="en-US" sz="2400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37890" name="Picture 2" descr="install-mongodb-on-windows-using-msi">
            <a:extLst>
              <a:ext uri="{FF2B5EF4-FFF2-40B4-BE49-F238E27FC236}">
                <a16:creationId xmlns:a16="http://schemas.microsoft.com/office/drawing/2014/main" id="{5014FEE4-C66D-2474-96E6-AE8604473A59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038600" y="1401931"/>
            <a:ext cx="7188199" cy="40507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19869693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9" name="Rectangle 38918">
            <a:extLst>
              <a:ext uri="{FF2B5EF4-FFF2-40B4-BE49-F238E27FC236}">
                <a16:creationId xmlns:a16="http://schemas.microsoft.com/office/drawing/2014/main" id="{32BC26D8-82FB-445E-AA49-62A77D7C1E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49637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921" name="Rectangle 38920">
            <a:extLst>
              <a:ext uri="{FF2B5EF4-FFF2-40B4-BE49-F238E27FC236}">
                <a16:creationId xmlns:a16="http://schemas.microsoft.com/office/drawing/2014/main" id="{CB44330D-EA18-4254-AA95-EB49948539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8914" name="Picture 2" descr="install-mongodb-on-windows-using-msi">
            <a:extLst>
              <a:ext uri="{FF2B5EF4-FFF2-40B4-BE49-F238E27FC236}">
                <a16:creationId xmlns:a16="http://schemas.microsoft.com/office/drawing/2014/main" id="{0FA2D4B9-9161-41BE-8E7A-720755CD8BB2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156035" y="643467"/>
            <a:ext cx="7879930" cy="55710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6710285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4E1F25-ADC9-905B-A11C-B0ECB06A90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fontAlgn="base"/>
            <a:r>
              <a:rPr lang="en-GB" b="1"/>
              <a:t>Run MongoDB Server (mongod)</a:t>
            </a:r>
            <a:br>
              <a:rPr lang="en-GB" b="1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56342B-5F67-7928-707C-B3431ACC5B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fontAlgn="base"/>
            <a:r>
              <a:rPr lang="en-GB" dirty="0"/>
              <a:t>To run the MongoDB server (</a:t>
            </a:r>
            <a:r>
              <a:rPr lang="en-GB" dirty="0" err="1"/>
              <a:t>mongod</a:t>
            </a:r>
            <a:r>
              <a:rPr lang="en-GB" dirty="0"/>
              <a:t>) on Windows, follow these steps:</a:t>
            </a:r>
            <a:br>
              <a:rPr lang="en-GB" dirty="0"/>
            </a:br>
            <a:r>
              <a:rPr lang="en-GB" b="1" dirty="0"/>
              <a:t>Step 1. Start MongoDB Service</a:t>
            </a:r>
          </a:p>
          <a:p>
            <a:pPr fontAlgn="base"/>
            <a:r>
              <a:rPr lang="en-GB" dirty="0"/>
              <a:t>After setting the environment variable, we will run the MongoDB server, i.e. </a:t>
            </a:r>
            <a:r>
              <a:rPr lang="en-GB" dirty="0" err="1"/>
              <a:t>mongod</a:t>
            </a:r>
            <a:r>
              <a:rPr lang="en-GB" dirty="0"/>
              <a:t>.</a:t>
            </a:r>
          </a:p>
          <a:p>
            <a:pPr fontAlgn="base"/>
            <a:r>
              <a:rPr lang="en-GB" dirty="0"/>
              <a:t>So, open the command prompt and run the following command:</a:t>
            </a:r>
          </a:p>
          <a:p>
            <a:pPr fontAlgn="base"/>
            <a:r>
              <a:rPr lang="en-GB" b="1" dirty="0"/>
              <a:t> </a:t>
            </a:r>
            <a:r>
              <a:rPr lang="en-GB" b="1" dirty="0" err="1"/>
              <a:t>mongod</a:t>
            </a:r>
            <a:endParaRPr lang="en-GB" dirty="0"/>
          </a:p>
          <a:p>
            <a:pPr fontAlgn="base"/>
            <a:r>
              <a:rPr lang="en-GB" dirty="0"/>
              <a:t>When you run this command you will get an error i.e. C:/data/</a:t>
            </a:r>
            <a:r>
              <a:rPr lang="en-GB" dirty="0" err="1"/>
              <a:t>db</a:t>
            </a:r>
            <a:r>
              <a:rPr lang="en-GB" dirty="0"/>
              <a:t>/ not found. 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3503832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599E8B-8B1B-BBD2-6E34-FB1F8F2E23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/>
              <a:t>Step 2. Create Required Folders</a:t>
            </a:r>
            <a:br>
              <a:rPr lang="en-GB" b="1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091751-D1C6-84B5-F994-0661C69D8E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fontAlgn="base"/>
            <a:r>
              <a:rPr lang="en-GB" dirty="0"/>
              <a:t>Now, Open C drive and create a folder named "data"</a:t>
            </a:r>
          </a:p>
          <a:p>
            <a:pPr fontAlgn="base"/>
            <a:r>
              <a:rPr lang="en-GB" dirty="0"/>
              <a:t>Inside the data folder create another folder named "</a:t>
            </a:r>
            <a:r>
              <a:rPr lang="en-GB" dirty="0" err="1"/>
              <a:t>db</a:t>
            </a:r>
            <a:r>
              <a:rPr lang="en-GB" dirty="0"/>
              <a:t>".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2672426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9943" name="Rectangle 39942">
            <a:extLst>
              <a:ext uri="{FF2B5EF4-FFF2-40B4-BE49-F238E27FC236}">
                <a16:creationId xmlns:a16="http://schemas.microsoft.com/office/drawing/2014/main" id="{743AA782-23D1-4521-8CAD-47662984A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1FA8B5-FB88-15D8-6632-AA1BB18FBC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40080"/>
            <a:ext cx="4818888" cy="1481328"/>
          </a:xfrm>
        </p:spPr>
        <p:txBody>
          <a:bodyPr anchor="b">
            <a:normAutofit/>
          </a:bodyPr>
          <a:lstStyle/>
          <a:p>
            <a:r>
              <a:rPr lang="en-GB" sz="5000" b="1"/>
              <a:t>Step 3. Restart MongoDB</a:t>
            </a:r>
            <a:endParaRPr lang="en-US" sz="5000"/>
          </a:p>
        </p:txBody>
      </p:sp>
      <p:sp>
        <p:nvSpPr>
          <p:cNvPr id="39945" name="sketch line">
            <a:extLst>
              <a:ext uri="{FF2B5EF4-FFF2-40B4-BE49-F238E27FC236}">
                <a16:creationId xmlns:a16="http://schemas.microsoft.com/office/drawing/2014/main" id="{650D18FE-0824-4A46-B22C-A86B52E578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372868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E49638-152C-ED00-C384-2E4FED88A8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660904"/>
            <a:ext cx="4818888" cy="3547872"/>
          </a:xfrm>
        </p:spPr>
        <p:txBody>
          <a:bodyPr anchor="t">
            <a:normAutofit/>
          </a:bodyPr>
          <a:lstStyle/>
          <a:p>
            <a:r>
              <a:rPr lang="en-GB" sz="2200" b="1"/>
              <a:t> </a:t>
            </a:r>
            <a:r>
              <a:rPr lang="en-GB" sz="2200"/>
              <a:t>After creating these folders. Again open the command prompt and run the following command:</a:t>
            </a:r>
            <a:endParaRPr lang="en-GB" sz="2200" b="1"/>
          </a:p>
          <a:p>
            <a:r>
              <a:rPr lang="en-GB" sz="2200" b="1"/>
              <a:t>mongod</a:t>
            </a:r>
            <a:endParaRPr lang="en-GB" sz="2200"/>
          </a:p>
          <a:p>
            <a:endParaRPr lang="en-US" sz="2200"/>
          </a:p>
        </p:txBody>
      </p:sp>
      <p:pic>
        <p:nvPicPr>
          <p:cNvPr id="39938" name="Picture 2" descr="install-mongodb-on-windows-using-msi">
            <a:extLst>
              <a:ext uri="{FF2B5EF4-FFF2-40B4-BE49-F238E27FC236}">
                <a16:creationId xmlns:a16="http://schemas.microsoft.com/office/drawing/2014/main" id="{20F3A9DA-6E3F-0C35-7D8C-EA30C7C51F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099048" y="1705505"/>
            <a:ext cx="5458968" cy="3446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941032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130</TotalTime>
  <Words>3295</Words>
  <Application>Microsoft Macintosh PowerPoint</Application>
  <PresentationFormat>Widescreen</PresentationFormat>
  <Paragraphs>257</Paragraphs>
  <Slides>65</Slides>
  <Notes>31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65</vt:i4>
      </vt:variant>
    </vt:vector>
  </HeadingPairs>
  <TitlesOfParts>
    <vt:vector size="72" baseType="lpstr">
      <vt:lpstr>Aptos</vt:lpstr>
      <vt:lpstr>Aptos Display</vt:lpstr>
      <vt:lpstr>Arial</vt:lpstr>
      <vt:lpstr>Calibri</vt:lpstr>
      <vt:lpstr>Consolas</vt:lpstr>
      <vt:lpstr>Nunito</vt:lpstr>
      <vt:lpstr>Office Theme</vt:lpstr>
      <vt:lpstr>Web Server Programming  Data Integration </vt:lpstr>
      <vt:lpstr>What is a Database? </vt:lpstr>
      <vt:lpstr>Role of Database in Web Applications</vt:lpstr>
      <vt:lpstr>Why Do Web Developers Need a Database?</vt:lpstr>
      <vt:lpstr>Features of Databases</vt:lpstr>
      <vt:lpstr>List of Popular Web App Databases </vt:lpstr>
      <vt:lpstr>How to Connnect your Database to a Web Applications </vt:lpstr>
      <vt:lpstr>What is SQL?</vt:lpstr>
      <vt:lpstr>How Does SQL Work?</vt:lpstr>
      <vt:lpstr>Key Components of a SQL System</vt:lpstr>
      <vt:lpstr>Rules for Writing SQL Queries</vt:lpstr>
      <vt:lpstr>PowerPoint Presentation</vt:lpstr>
      <vt:lpstr>What are Different SQL Commands or Queries?</vt:lpstr>
      <vt:lpstr>1. Data Definition Language</vt:lpstr>
      <vt:lpstr>2. Data Manipulation Language</vt:lpstr>
      <vt:lpstr>3. Data Query Language</vt:lpstr>
      <vt:lpstr>4. Data Control language</vt:lpstr>
      <vt:lpstr>5. Transaction Control Language</vt:lpstr>
      <vt:lpstr>Benefits of SQL </vt:lpstr>
      <vt:lpstr>Limitations of SQL </vt:lpstr>
      <vt:lpstr>SQL CREATE DATABASE and CREATE TABLE</vt:lpstr>
      <vt:lpstr>1. Verifying Database Creation </vt:lpstr>
      <vt:lpstr>2. Switching to a Database (USE Command)</vt:lpstr>
      <vt:lpstr>3. Deleting a Database</vt:lpstr>
      <vt:lpstr>Creating Tables</vt:lpstr>
      <vt:lpstr>Example: Creating a Student Table</vt:lpstr>
      <vt:lpstr>1. Verifying Table Creation</vt:lpstr>
      <vt:lpstr>2. Deleting a Table</vt:lpstr>
      <vt:lpstr>How to Install MySQL on Windows?</vt:lpstr>
      <vt:lpstr>Step 1: Visit the Official MySQL Website</vt:lpstr>
      <vt:lpstr>Step 2: Go to the Downloads Section</vt:lpstr>
      <vt:lpstr>Step 3: Run the Installer</vt:lpstr>
      <vt:lpstr>Step 4: Choose Setup Type</vt:lpstr>
      <vt:lpstr>Step 5: Check Requirements</vt:lpstr>
      <vt:lpstr>Step 6: MySQL Downloading</vt:lpstr>
      <vt:lpstr>Step 7: MySqL Installation </vt:lpstr>
      <vt:lpstr>Step 8:  Navigate to Few Configuration Pages</vt:lpstr>
      <vt:lpstr>Step 9: Create MySQL Accounts </vt:lpstr>
      <vt:lpstr>Step 10: Connect To Server</vt:lpstr>
      <vt:lpstr>Step 11: Complete Installation</vt:lpstr>
      <vt:lpstr>MySQL Workbench Is Ready To Use</vt:lpstr>
      <vt:lpstr>Troubleshooting Common MySQL Installation Issues</vt:lpstr>
      <vt:lpstr>How to Start &amp; Stop MySQL Server on Windows. 1.  With Services.msc </vt:lpstr>
      <vt:lpstr>Step 2: Search for the MySQL service in the list.</vt:lpstr>
      <vt:lpstr>Step 3: Click on the "Start" or "Restart" button to start the MySQL Server</vt:lpstr>
      <vt:lpstr>2. Using Command Prompt:</vt:lpstr>
      <vt:lpstr>3. Using MySQL Workbench:</vt:lpstr>
      <vt:lpstr>Step 2: Now Navigate to the "Startup/Shutdown" tab in the list</vt:lpstr>
      <vt:lpstr>Step 3: In the window that appears, click Start Server if it's not already running.</vt:lpstr>
      <vt:lpstr>Stopping the Server </vt:lpstr>
      <vt:lpstr>2. Using mysqladmin: </vt:lpstr>
      <vt:lpstr>3. Using MySQL Workbench:</vt:lpstr>
      <vt:lpstr>How to Install MongoDB on Windows?</vt:lpstr>
      <vt:lpstr>How to Install MongoDB on Windows Using MSI</vt:lpstr>
      <vt:lpstr>Step 2: Install MongoDB</vt:lpstr>
      <vt:lpstr>PowerPoint Presentation</vt:lpstr>
      <vt:lpstr>PowerPoint Presentation</vt:lpstr>
      <vt:lpstr>Step 3: Configure MongoDB Service</vt:lpstr>
      <vt:lpstr>PowerPoint Presentation</vt:lpstr>
      <vt:lpstr>PowerPoint Presentation</vt:lpstr>
      <vt:lpstr>Step 5: Set Environment Variables</vt:lpstr>
      <vt:lpstr>PowerPoint Presentation</vt:lpstr>
      <vt:lpstr>Run MongoDB Server (mongod) </vt:lpstr>
      <vt:lpstr>Step 2. Create Required Folders </vt:lpstr>
      <vt:lpstr>Step 3. Restart MongoDB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Shakhnoza Muksimova</dc:creator>
  <cp:lastModifiedBy>Shakhnoza Muksimova</cp:lastModifiedBy>
  <cp:revision>3</cp:revision>
  <dcterms:created xsi:type="dcterms:W3CDTF">2025-10-31T02:15:42Z</dcterms:created>
  <dcterms:modified xsi:type="dcterms:W3CDTF">2025-10-31T04:27:45Z</dcterms:modified>
</cp:coreProperties>
</file>